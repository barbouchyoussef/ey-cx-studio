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3.xml" ContentType="application/vnd.openxmlformats-officedocument.theme+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theme/theme4.xml" ContentType="application/vnd.openxmlformats-officedocument.theme+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143" r:id="rId4"/>
    <p:sldMasterId id="2147484129" r:id="rId5"/>
    <p:sldMasterId id="2147484074" r:id="rId6"/>
    <p:sldMasterId id="2147484209" r:id="rId7"/>
    <p:sldMasterId id="2147484241" r:id="rId8"/>
  </p:sldMasterIdLst>
  <p:notesMasterIdLst>
    <p:notesMasterId r:id="rId39"/>
  </p:notesMasterIdLst>
  <p:handoutMasterIdLst>
    <p:handoutMasterId r:id="rId40"/>
  </p:handoutMasterIdLst>
  <p:sldIdLst>
    <p:sldId id="1881839140" r:id="rId9"/>
    <p:sldId id="1881839141" r:id="rId10"/>
    <p:sldId id="1881839135" r:id="rId11"/>
    <p:sldId id="1881839270" r:id="rId12"/>
    <p:sldId id="1881839142" r:id="rId13"/>
    <p:sldId id="1881839143" r:id="rId14"/>
    <p:sldId id="1881839064" r:id="rId15"/>
    <p:sldId id="1881839144" r:id="rId16"/>
    <p:sldId id="1881839145" r:id="rId17"/>
    <p:sldId id="1881839146" r:id="rId18"/>
    <p:sldId id="1881839147" r:id="rId19"/>
    <p:sldId id="1881839148" r:id="rId20"/>
    <p:sldId id="1881839149" r:id="rId21"/>
    <p:sldId id="1881839150" r:id="rId22"/>
    <p:sldId id="1881839271" r:id="rId23"/>
    <p:sldId id="1881839152" r:id="rId24"/>
    <p:sldId id="1881839153" r:id="rId25"/>
    <p:sldId id="1881839154" r:id="rId26"/>
    <p:sldId id="1881839155" r:id="rId27"/>
    <p:sldId id="1881839156" r:id="rId28"/>
    <p:sldId id="1881839158" r:id="rId29"/>
    <p:sldId id="1881839272" r:id="rId30"/>
    <p:sldId id="1881839160" r:id="rId31"/>
    <p:sldId id="1881839166" r:id="rId32"/>
    <p:sldId id="1881839167" r:id="rId33"/>
    <p:sldId id="1881839168" r:id="rId34"/>
    <p:sldId id="1881839169" r:id="rId35"/>
    <p:sldId id="1881839170" r:id="rId36"/>
    <p:sldId id="1881839273" r:id="rId37"/>
    <p:sldId id="1881839130" r:id="rId38"/>
  </p:sldIdLst>
  <p:sldSz cx="12192000" cy="6858000"/>
  <p:notesSz cx="6950075" cy="92360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FABF3967-F55E-49D5-8127-6DFB93626BFC}">
          <p14:sldIdLst>
            <p14:sldId id="1881839140"/>
            <p14:sldId id="1881839141"/>
            <p14:sldId id="1881839135"/>
          </p14:sldIdLst>
        </p14:section>
        <p14:section name="Market Context" id="{0829B55C-44F8-45F8-8BD8-58627D8808FC}">
          <p14:sldIdLst>
            <p14:sldId id="1881839270"/>
            <p14:sldId id="1881839142"/>
            <p14:sldId id="1881839143"/>
            <p14:sldId id="1881839064"/>
            <p14:sldId id="1881839144"/>
            <p14:sldId id="1881839145"/>
            <p14:sldId id="1881839146"/>
            <p14:sldId id="1881839147"/>
            <p14:sldId id="1881839148"/>
            <p14:sldId id="1881839149"/>
            <p14:sldId id="1881839150"/>
          </p14:sldIdLst>
        </p14:section>
        <p14:section name="EY approach" id="{AFF7A7CA-165E-458D-A781-CF79C944BAE1}">
          <p14:sldIdLst>
            <p14:sldId id="1881839271"/>
            <p14:sldId id="1881839152"/>
            <p14:sldId id="1881839153"/>
            <p14:sldId id="1881839154"/>
            <p14:sldId id="1881839155"/>
            <p14:sldId id="1881839156"/>
            <p14:sldId id="1881839158"/>
          </p14:sldIdLst>
        </p14:section>
        <p14:section name="Why EY" id="{9BC546A0-365A-43CA-8815-A541C9883A4B}">
          <p14:sldIdLst>
            <p14:sldId id="1881839272"/>
            <p14:sldId id="1881839160"/>
            <p14:sldId id="1881839166"/>
            <p14:sldId id="1881839167"/>
            <p14:sldId id="1881839168"/>
            <p14:sldId id="1881839169"/>
            <p14:sldId id="1881839170"/>
            <p14:sldId id="1881839273"/>
            <p14:sldId id="1881839130"/>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909">
          <p15:clr>
            <a:srgbClr val="A4A3A4"/>
          </p15:clr>
        </p15:guide>
        <p15:guide id="2" pos="2189">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 id="{7E458B67-C412-0511-FAB3-4B17EB321652}" name="Chris Kramer" initials="CK" userId="S::Christopher.Kramer@ey.com::91898555-a6b5-4c1b-8618-941af9b62861"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474"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E2E38"/>
    <a:srgbClr val="C4C4CD"/>
    <a:srgbClr val="747480"/>
    <a:srgbClr val="F6F6FA"/>
    <a:srgbClr val="1A1A24"/>
    <a:srgbClr val="32FFFF"/>
    <a:srgbClr val="FF00FF"/>
    <a:srgbClr val="C5FD45"/>
    <a:srgbClr val="80FBFD"/>
    <a:srgbClr val="FFE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15ADCDC-E221-4550-8CE8-DC6918E3107A}" v="21" dt="2025-05-29T16:59:48.039"/>
    <p1510:client id="{37AA6783-E3E6-492E-BA68-69051639BC1F}" v="434" dt="2025-05-30T11:40:37.843"/>
    <p1510:client id="{6B0B470C-C73F-9605-0480-722BB1B1B26B}" v="4" dt="2025-05-30T09:06:21.588"/>
    <p1510:client id="{7542C474-C8B0-EC04-B66D-49B89468D957}" v="12" dt="2025-05-30T08:34:29.299"/>
    <p1510:client id="{C9FF384E-669A-B043-962A-C8F784898263}" v="146" dt="2025-05-30T11:50:55.783"/>
    <p1510:client id="{E23A00E9-8838-3EB8-5007-3A7E96919566}" v="3" dt="2025-05-30T11:49:09.425"/>
    <p1510:client id="{E87C5DF2-875E-09C0-5E9C-CACB28951E19}" v="1" dt="2025-05-30T08:36:11.01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8" d="100"/>
          <a:sy n="58" d="100"/>
        </p:scale>
        <p:origin x="896" y="268"/>
      </p:cViewPr>
      <p:guideLst/>
    </p:cSldViewPr>
  </p:slideViewPr>
  <p:notesTextViewPr>
    <p:cViewPr>
      <p:scale>
        <a:sx n="1" d="1"/>
        <a:sy n="1" d="1"/>
      </p:scale>
      <p:origin x="0" y="0"/>
    </p:cViewPr>
  </p:notesTextViewPr>
  <p:notesViewPr>
    <p:cSldViewPr snapToGrid="0">
      <p:cViewPr>
        <p:scale>
          <a:sx n="1" d="2"/>
          <a:sy n="1" d="2"/>
        </p:scale>
        <p:origin x="0" y="0"/>
      </p:cViewPr>
      <p:guideLst>
        <p:guide orient="horz" pos="2909"/>
        <p:guide pos="2189"/>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slide" Target="slides/slide18.xml"/><Relationship Id="rId39" Type="http://schemas.openxmlformats.org/officeDocument/2006/relationships/notesMaster" Target="notesMasters/notesMaster1.xml"/><Relationship Id="rId21" Type="http://schemas.openxmlformats.org/officeDocument/2006/relationships/slide" Target="slides/slide13.xml"/><Relationship Id="rId34" Type="http://schemas.openxmlformats.org/officeDocument/2006/relationships/slide" Target="slides/slide26.xml"/><Relationship Id="rId42" Type="http://schemas.openxmlformats.org/officeDocument/2006/relationships/presProps" Target="presProps.xml"/><Relationship Id="rId47" Type="http://schemas.microsoft.com/office/2015/10/relationships/revisionInfo" Target="revisionInfo.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8.xml"/><Relationship Id="rId29" Type="http://schemas.openxmlformats.org/officeDocument/2006/relationships/slide" Target="slides/slide2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slide" Target="slides/slide24.xml"/><Relationship Id="rId37" Type="http://schemas.openxmlformats.org/officeDocument/2006/relationships/slide" Target="slides/slide29.xml"/><Relationship Id="rId40" Type="http://schemas.openxmlformats.org/officeDocument/2006/relationships/handoutMaster" Target="handoutMasters/handoutMaster1.xml"/><Relationship Id="rId45"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36" Type="http://schemas.openxmlformats.org/officeDocument/2006/relationships/slide" Target="slides/slide28.xml"/><Relationship Id="rId10" Type="http://schemas.openxmlformats.org/officeDocument/2006/relationships/slide" Target="slides/slide2.xml"/><Relationship Id="rId19" Type="http://schemas.openxmlformats.org/officeDocument/2006/relationships/slide" Target="slides/slide11.xml"/><Relationship Id="rId31" Type="http://schemas.openxmlformats.org/officeDocument/2006/relationships/slide" Target="slides/slide23.xml"/><Relationship Id="rId44"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slide" Target="slides/slide22.xml"/><Relationship Id="rId35" Type="http://schemas.openxmlformats.org/officeDocument/2006/relationships/slide" Target="slides/slide27.xml"/><Relationship Id="rId43" Type="http://schemas.openxmlformats.org/officeDocument/2006/relationships/viewProps" Target="viewProps.xml"/><Relationship Id="rId48" Type="http://schemas.microsoft.com/office/2018/10/relationships/authors" Target="authors.xml"/><Relationship Id="rId8" Type="http://schemas.openxmlformats.org/officeDocument/2006/relationships/slideMaster" Target="slideMasters/slideMaster5.xml"/><Relationship Id="rId3" Type="http://schemas.openxmlformats.org/officeDocument/2006/relationships/customXml" Target="../customXml/item3.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slide" Target="slides/slide25.xml"/><Relationship Id="rId38" Type="http://schemas.openxmlformats.org/officeDocument/2006/relationships/slide" Target="slides/slide30.xml"/><Relationship Id="rId46" Type="http://schemas.microsoft.com/office/2016/11/relationships/changesInfo" Target="changesInfos/changesInfo1.xml"/><Relationship Id="rId20" Type="http://schemas.openxmlformats.org/officeDocument/2006/relationships/slide" Target="slides/slide12.xml"/><Relationship Id="rId41" Type="http://schemas.openxmlformats.org/officeDocument/2006/relationships/commentAuthors" Target="commen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im Torres" userId="S::tim.torres1@ey-seren.com::890d5077-a0c4-465f-ab2c-98168905f4da" providerId="AD" clId="Web-{E23A00E9-8838-3EB8-5007-3A7E96919566}"/>
    <pc:docChg chg="modSld">
      <pc:chgData name="Tim Torres" userId="S::tim.torres1@ey-seren.com::890d5077-a0c4-465f-ab2c-98168905f4da" providerId="AD" clId="Web-{E23A00E9-8838-3EB8-5007-3A7E96919566}" dt="2025-05-30T11:49:08.597" v="1" actId="20577"/>
      <pc:docMkLst>
        <pc:docMk/>
      </pc:docMkLst>
      <pc:sldChg chg="modSp">
        <pc:chgData name="Tim Torres" userId="S::tim.torres1@ey-seren.com::890d5077-a0c4-465f-ab2c-98168905f4da" providerId="AD" clId="Web-{E23A00E9-8838-3EB8-5007-3A7E96919566}" dt="2025-05-30T11:49:08.597" v="1" actId="20577"/>
        <pc:sldMkLst>
          <pc:docMk/>
          <pc:sldMk cId="81070431" sldId="1881839158"/>
        </pc:sldMkLst>
        <pc:spChg chg="mod">
          <ac:chgData name="Tim Torres" userId="S::tim.torres1@ey-seren.com::890d5077-a0c4-465f-ab2c-98168905f4da" providerId="AD" clId="Web-{E23A00E9-8838-3EB8-5007-3A7E96919566}" dt="2025-05-30T11:49:08.597" v="1" actId="20577"/>
          <ac:spMkLst>
            <pc:docMk/>
            <pc:sldMk cId="81070431" sldId="1881839158"/>
            <ac:spMk id="10" creationId="{871038FE-CA01-8CAD-FE86-22B6302F80B6}"/>
          </ac:spMkLst>
        </pc:spChg>
      </pc:sldChg>
    </pc:docChg>
  </pc:docChgLst>
  <pc:docChgLst>
    <pc:chgData name="Tim Torres" userId="890d5077-a0c4-465f-ab2c-98168905f4da" providerId="ADAL" clId="{C9FF384E-669A-B043-962A-C8F784898263}"/>
    <pc:docChg chg="undo custSel modSld">
      <pc:chgData name="Tim Torres" userId="890d5077-a0c4-465f-ab2c-98168905f4da" providerId="ADAL" clId="{C9FF384E-669A-B043-962A-C8F784898263}" dt="2025-05-30T11:50:55.783" v="142" actId="164"/>
      <pc:docMkLst>
        <pc:docMk/>
      </pc:docMkLst>
      <pc:sldChg chg="modSp mod">
        <pc:chgData name="Tim Torres" userId="890d5077-a0c4-465f-ab2c-98168905f4da" providerId="ADAL" clId="{C9FF384E-669A-B043-962A-C8F784898263}" dt="2025-05-29T10:07:17.277" v="0" actId="790"/>
        <pc:sldMkLst>
          <pc:docMk/>
          <pc:sldMk cId="306114563" sldId="1881839064"/>
        </pc:sldMkLst>
        <pc:spChg chg="mod">
          <ac:chgData name="Tim Torres" userId="890d5077-a0c4-465f-ab2c-98168905f4da" providerId="ADAL" clId="{C9FF384E-669A-B043-962A-C8F784898263}" dt="2025-05-29T10:07:17.277" v="0" actId="790"/>
          <ac:spMkLst>
            <pc:docMk/>
            <pc:sldMk cId="306114563" sldId="1881839064"/>
            <ac:spMk id="2" creationId="{58F8D36B-0949-B701-B4D7-6045D4F4B79E}"/>
          </ac:spMkLst>
        </pc:spChg>
        <pc:spChg chg="mod">
          <ac:chgData name="Tim Torres" userId="890d5077-a0c4-465f-ab2c-98168905f4da" providerId="ADAL" clId="{C9FF384E-669A-B043-962A-C8F784898263}" dt="2025-05-29T10:07:17.277" v="0" actId="790"/>
          <ac:spMkLst>
            <pc:docMk/>
            <pc:sldMk cId="306114563" sldId="1881839064"/>
            <ac:spMk id="4" creationId="{B666E34C-7DC6-E460-F064-508A9EAF3034}"/>
          </ac:spMkLst>
        </pc:spChg>
        <pc:spChg chg="mod">
          <ac:chgData name="Tim Torres" userId="890d5077-a0c4-465f-ab2c-98168905f4da" providerId="ADAL" clId="{C9FF384E-669A-B043-962A-C8F784898263}" dt="2025-05-29T10:07:17.277" v="0" actId="790"/>
          <ac:spMkLst>
            <pc:docMk/>
            <pc:sldMk cId="306114563" sldId="1881839064"/>
            <ac:spMk id="5" creationId="{A0A8D117-C1EE-FD4E-3A14-EFDBE418FA50}"/>
          </ac:spMkLst>
        </pc:spChg>
        <pc:spChg chg="mod">
          <ac:chgData name="Tim Torres" userId="890d5077-a0c4-465f-ab2c-98168905f4da" providerId="ADAL" clId="{C9FF384E-669A-B043-962A-C8F784898263}" dt="2025-05-29T10:07:17.277" v="0" actId="790"/>
          <ac:spMkLst>
            <pc:docMk/>
            <pc:sldMk cId="306114563" sldId="1881839064"/>
            <ac:spMk id="7" creationId="{F3169C51-A7D3-B3B8-6884-A47E2DEF2FF6}"/>
          </ac:spMkLst>
        </pc:spChg>
        <pc:spChg chg="mod">
          <ac:chgData name="Tim Torres" userId="890d5077-a0c4-465f-ab2c-98168905f4da" providerId="ADAL" clId="{C9FF384E-669A-B043-962A-C8F784898263}" dt="2025-05-29T10:07:17.277" v="0" actId="790"/>
          <ac:spMkLst>
            <pc:docMk/>
            <pc:sldMk cId="306114563" sldId="1881839064"/>
            <ac:spMk id="9" creationId="{0103C3D9-AEC5-6BC1-9879-B5E6A1B4C7D0}"/>
          </ac:spMkLst>
        </pc:spChg>
        <pc:spChg chg="mod">
          <ac:chgData name="Tim Torres" userId="890d5077-a0c4-465f-ab2c-98168905f4da" providerId="ADAL" clId="{C9FF384E-669A-B043-962A-C8F784898263}" dt="2025-05-29T10:07:17.277" v="0" actId="790"/>
          <ac:spMkLst>
            <pc:docMk/>
            <pc:sldMk cId="306114563" sldId="1881839064"/>
            <ac:spMk id="16" creationId="{E33E10B4-286B-EC9C-1DA7-9554F7D6A61A}"/>
          </ac:spMkLst>
        </pc:spChg>
        <pc:spChg chg="mod">
          <ac:chgData name="Tim Torres" userId="890d5077-a0c4-465f-ab2c-98168905f4da" providerId="ADAL" clId="{C9FF384E-669A-B043-962A-C8F784898263}" dt="2025-05-29T10:07:17.277" v="0" actId="790"/>
          <ac:spMkLst>
            <pc:docMk/>
            <pc:sldMk cId="306114563" sldId="1881839064"/>
            <ac:spMk id="20" creationId="{FFEDFB2C-75EB-AE7B-5AC7-936D6265B6F8}"/>
          </ac:spMkLst>
        </pc:spChg>
        <pc:spChg chg="mod">
          <ac:chgData name="Tim Torres" userId="890d5077-a0c4-465f-ab2c-98168905f4da" providerId="ADAL" clId="{C9FF384E-669A-B043-962A-C8F784898263}" dt="2025-05-29T10:07:17.277" v="0" actId="790"/>
          <ac:spMkLst>
            <pc:docMk/>
            <pc:sldMk cId="306114563" sldId="1881839064"/>
            <ac:spMk id="22" creationId="{17A89906-3D34-3524-CC08-CC2FEDEA4C94}"/>
          </ac:spMkLst>
        </pc:spChg>
        <pc:spChg chg="mod">
          <ac:chgData name="Tim Torres" userId="890d5077-a0c4-465f-ab2c-98168905f4da" providerId="ADAL" clId="{C9FF384E-669A-B043-962A-C8F784898263}" dt="2025-05-29T10:07:17.277" v="0" actId="790"/>
          <ac:spMkLst>
            <pc:docMk/>
            <pc:sldMk cId="306114563" sldId="1881839064"/>
            <ac:spMk id="23" creationId="{9FABB462-6AA7-1E1C-2722-9FFBA9EA4320}"/>
          </ac:spMkLst>
        </pc:spChg>
        <pc:spChg chg="mod">
          <ac:chgData name="Tim Torres" userId="890d5077-a0c4-465f-ab2c-98168905f4da" providerId="ADAL" clId="{C9FF384E-669A-B043-962A-C8F784898263}" dt="2025-05-29T10:07:17.277" v="0" actId="790"/>
          <ac:spMkLst>
            <pc:docMk/>
            <pc:sldMk cId="306114563" sldId="1881839064"/>
            <ac:spMk id="28" creationId="{19011067-6CC8-903E-6B56-FE8EE16FE93B}"/>
          </ac:spMkLst>
        </pc:spChg>
      </pc:sldChg>
      <pc:sldChg chg="modSp mod">
        <pc:chgData name="Tim Torres" userId="890d5077-a0c4-465f-ab2c-98168905f4da" providerId="ADAL" clId="{C9FF384E-669A-B043-962A-C8F784898263}" dt="2025-05-29T10:07:17.277" v="0" actId="790"/>
        <pc:sldMkLst>
          <pc:docMk/>
          <pc:sldMk cId="696633224" sldId="1881839130"/>
        </pc:sldMkLst>
        <pc:spChg chg="mod">
          <ac:chgData name="Tim Torres" userId="890d5077-a0c4-465f-ab2c-98168905f4da" providerId="ADAL" clId="{C9FF384E-669A-B043-962A-C8F784898263}" dt="2025-05-29T10:07:17.277" v="0" actId="790"/>
          <ac:spMkLst>
            <pc:docMk/>
            <pc:sldMk cId="696633224" sldId="1881839130"/>
            <ac:spMk id="3" creationId="{A2EA39C9-37F2-6C18-895C-51CFA48A368B}"/>
          </ac:spMkLst>
        </pc:spChg>
        <pc:spChg chg="mod">
          <ac:chgData name="Tim Torres" userId="890d5077-a0c4-465f-ab2c-98168905f4da" providerId="ADAL" clId="{C9FF384E-669A-B043-962A-C8F784898263}" dt="2025-05-29T10:07:17.277" v="0" actId="790"/>
          <ac:spMkLst>
            <pc:docMk/>
            <pc:sldMk cId="696633224" sldId="1881839130"/>
            <ac:spMk id="4" creationId="{333A2C53-BB19-6D68-2AC7-16157D506CAA}"/>
          </ac:spMkLst>
        </pc:spChg>
      </pc:sldChg>
      <pc:sldChg chg="modSp mod">
        <pc:chgData name="Tim Torres" userId="890d5077-a0c4-465f-ab2c-98168905f4da" providerId="ADAL" clId="{C9FF384E-669A-B043-962A-C8F784898263}" dt="2025-05-29T10:07:17.277" v="0" actId="790"/>
        <pc:sldMkLst>
          <pc:docMk/>
          <pc:sldMk cId="1087464134" sldId="1881839135"/>
        </pc:sldMkLst>
        <pc:spChg chg="mod">
          <ac:chgData name="Tim Torres" userId="890d5077-a0c4-465f-ab2c-98168905f4da" providerId="ADAL" clId="{C9FF384E-669A-B043-962A-C8F784898263}" dt="2025-05-29T10:07:17.277" v="0" actId="790"/>
          <ac:spMkLst>
            <pc:docMk/>
            <pc:sldMk cId="1087464134" sldId="1881839135"/>
            <ac:spMk id="4" creationId="{0ED5A175-57FA-7599-F791-949B8C2C20D2}"/>
          </ac:spMkLst>
        </pc:spChg>
        <pc:spChg chg="mod">
          <ac:chgData name="Tim Torres" userId="890d5077-a0c4-465f-ab2c-98168905f4da" providerId="ADAL" clId="{C9FF384E-669A-B043-962A-C8F784898263}" dt="2025-05-29T10:07:17.277" v="0" actId="790"/>
          <ac:spMkLst>
            <pc:docMk/>
            <pc:sldMk cId="1087464134" sldId="1881839135"/>
            <ac:spMk id="5" creationId="{640FBEA0-4161-B624-C888-973D8BD62AF7}"/>
          </ac:spMkLst>
        </pc:spChg>
        <pc:spChg chg="mod">
          <ac:chgData name="Tim Torres" userId="890d5077-a0c4-465f-ab2c-98168905f4da" providerId="ADAL" clId="{C9FF384E-669A-B043-962A-C8F784898263}" dt="2025-05-29T10:07:17.277" v="0" actId="790"/>
          <ac:spMkLst>
            <pc:docMk/>
            <pc:sldMk cId="1087464134" sldId="1881839135"/>
            <ac:spMk id="49" creationId="{72DD5498-E935-5F9A-41A0-8D4EE5C29254}"/>
          </ac:spMkLst>
        </pc:spChg>
        <pc:spChg chg="mod">
          <ac:chgData name="Tim Torres" userId="890d5077-a0c4-465f-ab2c-98168905f4da" providerId="ADAL" clId="{C9FF384E-669A-B043-962A-C8F784898263}" dt="2025-05-29T10:07:17.277" v="0" actId="790"/>
          <ac:spMkLst>
            <pc:docMk/>
            <pc:sldMk cId="1087464134" sldId="1881839135"/>
            <ac:spMk id="51" creationId="{A03A0A6C-8457-24CC-8160-32029CDC8F35}"/>
          </ac:spMkLst>
        </pc:spChg>
        <pc:spChg chg="mod">
          <ac:chgData name="Tim Torres" userId="890d5077-a0c4-465f-ab2c-98168905f4da" providerId="ADAL" clId="{C9FF384E-669A-B043-962A-C8F784898263}" dt="2025-05-29T10:07:17.277" v="0" actId="790"/>
          <ac:spMkLst>
            <pc:docMk/>
            <pc:sldMk cId="1087464134" sldId="1881839135"/>
            <ac:spMk id="52" creationId="{668B6E24-AC8C-FDF6-263B-DAC2126DFF63}"/>
          </ac:spMkLst>
        </pc:spChg>
        <pc:spChg chg="mod">
          <ac:chgData name="Tim Torres" userId="890d5077-a0c4-465f-ab2c-98168905f4da" providerId="ADAL" clId="{C9FF384E-669A-B043-962A-C8F784898263}" dt="2025-05-29T10:07:17.277" v="0" actId="790"/>
          <ac:spMkLst>
            <pc:docMk/>
            <pc:sldMk cId="1087464134" sldId="1881839135"/>
            <ac:spMk id="144" creationId="{FDE48D1F-8C52-DECD-EFC9-5523A37BA8B1}"/>
          </ac:spMkLst>
        </pc:spChg>
        <pc:spChg chg="mod">
          <ac:chgData name="Tim Torres" userId="890d5077-a0c4-465f-ab2c-98168905f4da" providerId="ADAL" clId="{C9FF384E-669A-B043-962A-C8F784898263}" dt="2025-05-29T10:07:17.277" v="0" actId="790"/>
          <ac:spMkLst>
            <pc:docMk/>
            <pc:sldMk cId="1087464134" sldId="1881839135"/>
            <ac:spMk id="145" creationId="{1B7A0395-45FD-6E56-5FCB-570E8D874A8B}"/>
          </ac:spMkLst>
        </pc:spChg>
        <pc:spChg chg="mod">
          <ac:chgData name="Tim Torres" userId="890d5077-a0c4-465f-ab2c-98168905f4da" providerId="ADAL" clId="{C9FF384E-669A-B043-962A-C8F784898263}" dt="2025-05-29T10:07:17.277" v="0" actId="790"/>
          <ac:spMkLst>
            <pc:docMk/>
            <pc:sldMk cId="1087464134" sldId="1881839135"/>
            <ac:spMk id="146" creationId="{4A48D746-55EB-AE8E-A5B5-42AAF7F196A6}"/>
          </ac:spMkLst>
        </pc:spChg>
        <pc:spChg chg="mod">
          <ac:chgData name="Tim Torres" userId="890d5077-a0c4-465f-ab2c-98168905f4da" providerId="ADAL" clId="{C9FF384E-669A-B043-962A-C8F784898263}" dt="2025-05-29T10:07:17.277" v="0" actId="790"/>
          <ac:spMkLst>
            <pc:docMk/>
            <pc:sldMk cId="1087464134" sldId="1881839135"/>
            <ac:spMk id="147" creationId="{8063E1D4-245A-FD5B-B110-A054DCDBD25C}"/>
          </ac:spMkLst>
        </pc:spChg>
        <pc:spChg chg="mod">
          <ac:chgData name="Tim Torres" userId="890d5077-a0c4-465f-ab2c-98168905f4da" providerId="ADAL" clId="{C9FF384E-669A-B043-962A-C8F784898263}" dt="2025-05-29T10:07:17.277" v="0" actId="790"/>
          <ac:spMkLst>
            <pc:docMk/>
            <pc:sldMk cId="1087464134" sldId="1881839135"/>
            <ac:spMk id="148" creationId="{2E76319F-BBFA-749F-51D3-A65EF95C7DAA}"/>
          </ac:spMkLst>
        </pc:spChg>
      </pc:sldChg>
      <pc:sldChg chg="modSp mod">
        <pc:chgData name="Tim Torres" userId="890d5077-a0c4-465f-ab2c-98168905f4da" providerId="ADAL" clId="{C9FF384E-669A-B043-962A-C8F784898263}" dt="2025-05-29T10:07:17.277" v="0" actId="790"/>
        <pc:sldMkLst>
          <pc:docMk/>
          <pc:sldMk cId="2557712004" sldId="1881839140"/>
        </pc:sldMkLst>
        <pc:spChg chg="mod">
          <ac:chgData name="Tim Torres" userId="890d5077-a0c4-465f-ab2c-98168905f4da" providerId="ADAL" clId="{C9FF384E-669A-B043-962A-C8F784898263}" dt="2025-05-29T10:07:17.277" v="0" actId="790"/>
          <ac:spMkLst>
            <pc:docMk/>
            <pc:sldMk cId="2557712004" sldId="1881839140"/>
            <ac:spMk id="3" creationId="{28EF2145-DA34-325F-039E-093A828772A6}"/>
          </ac:spMkLst>
        </pc:spChg>
        <pc:spChg chg="mod">
          <ac:chgData name="Tim Torres" userId="890d5077-a0c4-465f-ab2c-98168905f4da" providerId="ADAL" clId="{C9FF384E-669A-B043-962A-C8F784898263}" dt="2025-05-29T10:07:17.277" v="0" actId="790"/>
          <ac:spMkLst>
            <pc:docMk/>
            <pc:sldMk cId="2557712004" sldId="1881839140"/>
            <ac:spMk id="4" creationId="{BCED4CDA-C3BF-0F41-8C89-5FEA34CCA801}"/>
          </ac:spMkLst>
        </pc:spChg>
        <pc:spChg chg="mod">
          <ac:chgData name="Tim Torres" userId="890d5077-a0c4-465f-ab2c-98168905f4da" providerId="ADAL" clId="{C9FF384E-669A-B043-962A-C8F784898263}" dt="2025-05-29T10:07:17.277" v="0" actId="790"/>
          <ac:spMkLst>
            <pc:docMk/>
            <pc:sldMk cId="2557712004" sldId="1881839140"/>
            <ac:spMk id="10" creationId="{07DEA37E-2216-8275-FC82-C5F870E78341}"/>
          </ac:spMkLst>
        </pc:spChg>
      </pc:sldChg>
      <pc:sldChg chg="modSp mod">
        <pc:chgData name="Tim Torres" userId="890d5077-a0c4-465f-ab2c-98168905f4da" providerId="ADAL" clId="{C9FF384E-669A-B043-962A-C8F784898263}" dt="2025-05-29T10:07:17.277" v="0" actId="790"/>
        <pc:sldMkLst>
          <pc:docMk/>
          <pc:sldMk cId="2822764100" sldId="1881839141"/>
        </pc:sldMkLst>
        <pc:spChg chg="mod">
          <ac:chgData name="Tim Torres" userId="890d5077-a0c4-465f-ab2c-98168905f4da" providerId="ADAL" clId="{C9FF384E-669A-B043-962A-C8F784898263}" dt="2025-05-29T10:07:17.277" v="0" actId="790"/>
          <ac:spMkLst>
            <pc:docMk/>
            <pc:sldMk cId="2822764100" sldId="1881839141"/>
            <ac:spMk id="5" creationId="{C20B03DA-8583-3D45-280B-84FD683219E7}"/>
          </ac:spMkLst>
        </pc:spChg>
        <pc:spChg chg="mod">
          <ac:chgData name="Tim Torres" userId="890d5077-a0c4-465f-ab2c-98168905f4da" providerId="ADAL" clId="{C9FF384E-669A-B043-962A-C8F784898263}" dt="2025-05-29T10:07:17.277" v="0" actId="790"/>
          <ac:spMkLst>
            <pc:docMk/>
            <pc:sldMk cId="2822764100" sldId="1881839141"/>
            <ac:spMk id="7" creationId="{2D9060EF-60BB-FC25-C4FA-F98FE59F5949}"/>
          </ac:spMkLst>
        </pc:spChg>
        <pc:spChg chg="mod">
          <ac:chgData name="Tim Torres" userId="890d5077-a0c4-465f-ab2c-98168905f4da" providerId="ADAL" clId="{C9FF384E-669A-B043-962A-C8F784898263}" dt="2025-05-29T10:07:17.277" v="0" actId="790"/>
          <ac:spMkLst>
            <pc:docMk/>
            <pc:sldMk cId="2822764100" sldId="1881839141"/>
            <ac:spMk id="29" creationId="{BDD63CDE-7812-88CB-A36E-6C1C3D06E385}"/>
          </ac:spMkLst>
        </pc:spChg>
        <pc:spChg chg="mod">
          <ac:chgData name="Tim Torres" userId="890d5077-a0c4-465f-ab2c-98168905f4da" providerId="ADAL" clId="{C9FF384E-669A-B043-962A-C8F784898263}" dt="2025-05-29T10:07:17.277" v="0" actId="790"/>
          <ac:spMkLst>
            <pc:docMk/>
            <pc:sldMk cId="2822764100" sldId="1881839141"/>
            <ac:spMk id="32" creationId="{8874A907-F2A8-BDAB-49B0-D4E92F2B2C38}"/>
          </ac:spMkLst>
        </pc:spChg>
        <pc:spChg chg="mod">
          <ac:chgData name="Tim Torres" userId="890d5077-a0c4-465f-ab2c-98168905f4da" providerId="ADAL" clId="{C9FF384E-669A-B043-962A-C8F784898263}" dt="2025-05-29T10:07:17.277" v="0" actId="790"/>
          <ac:spMkLst>
            <pc:docMk/>
            <pc:sldMk cId="2822764100" sldId="1881839141"/>
            <ac:spMk id="33" creationId="{9CAB7D59-44F6-E362-DB33-405E1C5D48E1}"/>
          </ac:spMkLst>
        </pc:spChg>
        <pc:spChg chg="mod">
          <ac:chgData name="Tim Torres" userId="890d5077-a0c4-465f-ab2c-98168905f4da" providerId="ADAL" clId="{C9FF384E-669A-B043-962A-C8F784898263}" dt="2025-05-29T10:07:17.277" v="0" actId="790"/>
          <ac:spMkLst>
            <pc:docMk/>
            <pc:sldMk cId="2822764100" sldId="1881839141"/>
            <ac:spMk id="35" creationId="{85D989D7-7D2E-B157-BB31-13910A124B76}"/>
          </ac:spMkLst>
        </pc:spChg>
        <pc:spChg chg="mod">
          <ac:chgData name="Tim Torres" userId="890d5077-a0c4-465f-ab2c-98168905f4da" providerId="ADAL" clId="{C9FF384E-669A-B043-962A-C8F784898263}" dt="2025-05-29T10:07:17.277" v="0" actId="790"/>
          <ac:spMkLst>
            <pc:docMk/>
            <pc:sldMk cId="2822764100" sldId="1881839141"/>
            <ac:spMk id="36" creationId="{BCAFF20A-8B99-BF87-B638-7B242D3AA58A}"/>
          </ac:spMkLst>
        </pc:spChg>
        <pc:spChg chg="mod">
          <ac:chgData name="Tim Torres" userId="890d5077-a0c4-465f-ab2c-98168905f4da" providerId="ADAL" clId="{C9FF384E-669A-B043-962A-C8F784898263}" dt="2025-05-29T10:07:17.277" v="0" actId="790"/>
          <ac:spMkLst>
            <pc:docMk/>
            <pc:sldMk cId="2822764100" sldId="1881839141"/>
            <ac:spMk id="38" creationId="{F305A55D-8734-F47E-FC25-F83A2BB28DF6}"/>
          </ac:spMkLst>
        </pc:spChg>
        <pc:spChg chg="mod">
          <ac:chgData name="Tim Torres" userId="890d5077-a0c4-465f-ab2c-98168905f4da" providerId="ADAL" clId="{C9FF384E-669A-B043-962A-C8F784898263}" dt="2025-05-29T10:07:17.277" v="0" actId="790"/>
          <ac:spMkLst>
            <pc:docMk/>
            <pc:sldMk cId="2822764100" sldId="1881839141"/>
            <ac:spMk id="39" creationId="{44DEB600-A2A1-7CDC-155E-6FCB78B9F01E}"/>
          </ac:spMkLst>
        </pc:spChg>
      </pc:sldChg>
      <pc:sldChg chg="modSp mod">
        <pc:chgData name="Tim Torres" userId="890d5077-a0c4-465f-ab2c-98168905f4da" providerId="ADAL" clId="{C9FF384E-669A-B043-962A-C8F784898263}" dt="2025-05-29T10:07:17.277" v="0" actId="790"/>
        <pc:sldMkLst>
          <pc:docMk/>
          <pc:sldMk cId="106710619" sldId="1881839142"/>
        </pc:sldMkLst>
        <pc:spChg chg="mod">
          <ac:chgData name="Tim Torres" userId="890d5077-a0c4-465f-ab2c-98168905f4da" providerId="ADAL" clId="{C9FF384E-669A-B043-962A-C8F784898263}" dt="2025-05-29T10:07:17.277" v="0" actId="790"/>
          <ac:spMkLst>
            <pc:docMk/>
            <pc:sldMk cId="106710619" sldId="1881839142"/>
            <ac:spMk id="7" creationId="{0289FE75-9E45-560D-E0BB-0CBDF5B0AD78}"/>
          </ac:spMkLst>
        </pc:spChg>
        <pc:spChg chg="mod">
          <ac:chgData name="Tim Torres" userId="890d5077-a0c4-465f-ab2c-98168905f4da" providerId="ADAL" clId="{C9FF384E-669A-B043-962A-C8F784898263}" dt="2025-05-29T10:07:17.277" v="0" actId="790"/>
          <ac:spMkLst>
            <pc:docMk/>
            <pc:sldMk cId="106710619" sldId="1881839142"/>
            <ac:spMk id="80" creationId="{49F59B1D-8F4A-AD24-A856-601916589AC2}"/>
          </ac:spMkLst>
        </pc:spChg>
        <pc:spChg chg="mod">
          <ac:chgData name="Tim Torres" userId="890d5077-a0c4-465f-ab2c-98168905f4da" providerId="ADAL" clId="{C9FF384E-669A-B043-962A-C8F784898263}" dt="2025-05-29T10:07:17.277" v="0" actId="790"/>
          <ac:spMkLst>
            <pc:docMk/>
            <pc:sldMk cId="106710619" sldId="1881839142"/>
            <ac:spMk id="84" creationId="{5F133F5F-5291-E071-2AE9-96D4406C9956}"/>
          </ac:spMkLst>
        </pc:spChg>
        <pc:spChg chg="mod">
          <ac:chgData name="Tim Torres" userId="890d5077-a0c4-465f-ab2c-98168905f4da" providerId="ADAL" clId="{C9FF384E-669A-B043-962A-C8F784898263}" dt="2025-05-29T10:07:17.277" v="0" actId="790"/>
          <ac:spMkLst>
            <pc:docMk/>
            <pc:sldMk cId="106710619" sldId="1881839142"/>
            <ac:spMk id="87" creationId="{DA3EFE73-B8ED-E194-98F2-60A018F0B24B}"/>
          </ac:spMkLst>
        </pc:spChg>
        <pc:spChg chg="mod">
          <ac:chgData name="Tim Torres" userId="890d5077-a0c4-465f-ab2c-98168905f4da" providerId="ADAL" clId="{C9FF384E-669A-B043-962A-C8F784898263}" dt="2025-05-29T10:07:17.277" v="0" actId="790"/>
          <ac:spMkLst>
            <pc:docMk/>
            <pc:sldMk cId="106710619" sldId="1881839142"/>
            <ac:spMk id="106" creationId="{65A66E3F-29F3-43AA-5555-F4A3C0784E02}"/>
          </ac:spMkLst>
        </pc:spChg>
        <pc:spChg chg="mod">
          <ac:chgData name="Tim Torres" userId="890d5077-a0c4-465f-ab2c-98168905f4da" providerId="ADAL" clId="{C9FF384E-669A-B043-962A-C8F784898263}" dt="2025-05-29T10:07:17.277" v="0" actId="790"/>
          <ac:spMkLst>
            <pc:docMk/>
            <pc:sldMk cId="106710619" sldId="1881839142"/>
            <ac:spMk id="108" creationId="{581A58A9-BF6B-9227-BB3E-811FF20133CA}"/>
          </ac:spMkLst>
        </pc:spChg>
        <pc:spChg chg="mod">
          <ac:chgData name="Tim Torres" userId="890d5077-a0c4-465f-ab2c-98168905f4da" providerId="ADAL" clId="{C9FF384E-669A-B043-962A-C8F784898263}" dt="2025-05-29T10:07:17.277" v="0" actId="790"/>
          <ac:spMkLst>
            <pc:docMk/>
            <pc:sldMk cId="106710619" sldId="1881839142"/>
            <ac:spMk id="112" creationId="{9831B5F1-DE27-782E-FC9C-A11496D10ABC}"/>
          </ac:spMkLst>
        </pc:spChg>
        <pc:spChg chg="mod">
          <ac:chgData name="Tim Torres" userId="890d5077-a0c4-465f-ab2c-98168905f4da" providerId="ADAL" clId="{C9FF384E-669A-B043-962A-C8F784898263}" dt="2025-05-29T10:07:17.277" v="0" actId="790"/>
          <ac:spMkLst>
            <pc:docMk/>
            <pc:sldMk cId="106710619" sldId="1881839142"/>
            <ac:spMk id="115" creationId="{15FBCEC2-544A-A06D-7106-AE0B5FBAB3C1}"/>
          </ac:spMkLst>
        </pc:spChg>
        <pc:spChg chg="mod">
          <ac:chgData name="Tim Torres" userId="890d5077-a0c4-465f-ab2c-98168905f4da" providerId="ADAL" clId="{C9FF384E-669A-B043-962A-C8F784898263}" dt="2025-05-29T10:07:17.277" v="0" actId="790"/>
          <ac:spMkLst>
            <pc:docMk/>
            <pc:sldMk cId="106710619" sldId="1881839142"/>
            <ac:spMk id="117" creationId="{F0C6C3CB-A781-B567-6BDC-EAB0FA8BE2C7}"/>
          </ac:spMkLst>
        </pc:spChg>
        <pc:spChg chg="mod">
          <ac:chgData name="Tim Torres" userId="890d5077-a0c4-465f-ab2c-98168905f4da" providerId="ADAL" clId="{C9FF384E-669A-B043-962A-C8F784898263}" dt="2025-05-29T10:07:17.277" v="0" actId="790"/>
          <ac:spMkLst>
            <pc:docMk/>
            <pc:sldMk cId="106710619" sldId="1881839142"/>
            <ac:spMk id="118" creationId="{F1144FB2-C4CF-5545-D61C-E337D8601C25}"/>
          </ac:spMkLst>
        </pc:spChg>
      </pc:sldChg>
      <pc:sldChg chg="modSp mod">
        <pc:chgData name="Tim Torres" userId="890d5077-a0c4-465f-ab2c-98168905f4da" providerId="ADAL" clId="{C9FF384E-669A-B043-962A-C8F784898263}" dt="2025-05-29T10:07:17.277" v="0" actId="790"/>
        <pc:sldMkLst>
          <pc:docMk/>
          <pc:sldMk cId="2535625791" sldId="1881839143"/>
        </pc:sldMkLst>
        <pc:spChg chg="mod">
          <ac:chgData name="Tim Torres" userId="890d5077-a0c4-465f-ab2c-98168905f4da" providerId="ADAL" clId="{C9FF384E-669A-B043-962A-C8F784898263}" dt="2025-05-29T10:07:17.277" v="0" actId="790"/>
          <ac:spMkLst>
            <pc:docMk/>
            <pc:sldMk cId="2535625791" sldId="1881839143"/>
            <ac:spMk id="5" creationId="{7D7D32FC-B6F4-9E41-4EB8-AC29BFA142A5}"/>
          </ac:spMkLst>
        </pc:spChg>
        <pc:spChg chg="mod">
          <ac:chgData name="Tim Torres" userId="890d5077-a0c4-465f-ab2c-98168905f4da" providerId="ADAL" clId="{C9FF384E-669A-B043-962A-C8F784898263}" dt="2025-05-29T10:07:17.277" v="0" actId="790"/>
          <ac:spMkLst>
            <pc:docMk/>
            <pc:sldMk cId="2535625791" sldId="1881839143"/>
            <ac:spMk id="6" creationId="{EBC82221-87C2-CAF0-04CD-BEFEB8D49CD4}"/>
          </ac:spMkLst>
        </pc:spChg>
        <pc:spChg chg="mod">
          <ac:chgData name="Tim Torres" userId="890d5077-a0c4-465f-ab2c-98168905f4da" providerId="ADAL" clId="{C9FF384E-669A-B043-962A-C8F784898263}" dt="2025-05-29T10:07:17.277" v="0" actId="790"/>
          <ac:spMkLst>
            <pc:docMk/>
            <pc:sldMk cId="2535625791" sldId="1881839143"/>
            <ac:spMk id="7" creationId="{7A60850D-9401-9F86-69FE-B295406BF26E}"/>
          </ac:spMkLst>
        </pc:spChg>
        <pc:spChg chg="mod">
          <ac:chgData name="Tim Torres" userId="890d5077-a0c4-465f-ab2c-98168905f4da" providerId="ADAL" clId="{C9FF384E-669A-B043-962A-C8F784898263}" dt="2025-05-29T10:07:17.277" v="0" actId="790"/>
          <ac:spMkLst>
            <pc:docMk/>
            <pc:sldMk cId="2535625791" sldId="1881839143"/>
            <ac:spMk id="12" creationId="{0F10DAA2-6B67-FB1E-7A24-1F9AA10DE680}"/>
          </ac:spMkLst>
        </pc:spChg>
        <pc:spChg chg="mod">
          <ac:chgData name="Tim Torres" userId="890d5077-a0c4-465f-ab2c-98168905f4da" providerId="ADAL" clId="{C9FF384E-669A-B043-962A-C8F784898263}" dt="2025-05-29T10:07:17.277" v="0" actId="790"/>
          <ac:spMkLst>
            <pc:docMk/>
            <pc:sldMk cId="2535625791" sldId="1881839143"/>
            <ac:spMk id="13" creationId="{90BC53F4-5E17-39C8-D2E9-D98EDC7E4333}"/>
          </ac:spMkLst>
        </pc:spChg>
        <pc:spChg chg="mod">
          <ac:chgData name="Tim Torres" userId="890d5077-a0c4-465f-ab2c-98168905f4da" providerId="ADAL" clId="{C9FF384E-669A-B043-962A-C8F784898263}" dt="2025-05-29T10:07:17.277" v="0" actId="790"/>
          <ac:spMkLst>
            <pc:docMk/>
            <pc:sldMk cId="2535625791" sldId="1881839143"/>
            <ac:spMk id="14" creationId="{9BD1B2D4-CDA9-5F41-B5A0-6B3DC870BD30}"/>
          </ac:spMkLst>
        </pc:spChg>
        <pc:spChg chg="mod">
          <ac:chgData name="Tim Torres" userId="890d5077-a0c4-465f-ab2c-98168905f4da" providerId="ADAL" clId="{C9FF384E-669A-B043-962A-C8F784898263}" dt="2025-05-29T10:07:17.277" v="0" actId="790"/>
          <ac:spMkLst>
            <pc:docMk/>
            <pc:sldMk cId="2535625791" sldId="1881839143"/>
            <ac:spMk id="18" creationId="{4607CD48-A72C-288D-EA9C-5F5C07B8B400}"/>
          </ac:spMkLst>
        </pc:spChg>
        <pc:spChg chg="mod">
          <ac:chgData name="Tim Torres" userId="890d5077-a0c4-465f-ab2c-98168905f4da" providerId="ADAL" clId="{C9FF384E-669A-B043-962A-C8F784898263}" dt="2025-05-29T10:07:17.277" v="0" actId="790"/>
          <ac:spMkLst>
            <pc:docMk/>
            <pc:sldMk cId="2535625791" sldId="1881839143"/>
            <ac:spMk id="19" creationId="{0A9E8266-BB94-D5D0-8B89-ADC9D42239B6}"/>
          </ac:spMkLst>
        </pc:spChg>
      </pc:sldChg>
      <pc:sldChg chg="modSp mod">
        <pc:chgData name="Tim Torres" userId="890d5077-a0c4-465f-ab2c-98168905f4da" providerId="ADAL" clId="{C9FF384E-669A-B043-962A-C8F784898263}" dt="2025-05-29T10:07:17.277" v="0" actId="790"/>
        <pc:sldMkLst>
          <pc:docMk/>
          <pc:sldMk cId="3779302060" sldId="1881839144"/>
        </pc:sldMkLst>
        <pc:spChg chg="mod">
          <ac:chgData name="Tim Torres" userId="890d5077-a0c4-465f-ab2c-98168905f4da" providerId="ADAL" clId="{C9FF384E-669A-B043-962A-C8F784898263}" dt="2025-05-29T10:07:17.277" v="0" actId="790"/>
          <ac:spMkLst>
            <pc:docMk/>
            <pc:sldMk cId="3779302060" sldId="1881839144"/>
            <ac:spMk id="2" creationId="{4092060E-D174-4AB6-B55A-2FE5F72249EE}"/>
          </ac:spMkLst>
        </pc:spChg>
        <pc:spChg chg="mod">
          <ac:chgData name="Tim Torres" userId="890d5077-a0c4-465f-ab2c-98168905f4da" providerId="ADAL" clId="{C9FF384E-669A-B043-962A-C8F784898263}" dt="2025-05-29T10:07:17.277" v="0" actId="790"/>
          <ac:spMkLst>
            <pc:docMk/>
            <pc:sldMk cId="3779302060" sldId="1881839144"/>
            <ac:spMk id="5" creationId="{4F58E3B9-78BA-4F5D-F489-EDB460B2CED8}"/>
          </ac:spMkLst>
        </pc:spChg>
        <pc:spChg chg="mod">
          <ac:chgData name="Tim Torres" userId="890d5077-a0c4-465f-ab2c-98168905f4da" providerId="ADAL" clId="{C9FF384E-669A-B043-962A-C8F784898263}" dt="2025-05-29T10:07:17.277" v="0" actId="790"/>
          <ac:spMkLst>
            <pc:docMk/>
            <pc:sldMk cId="3779302060" sldId="1881839144"/>
            <ac:spMk id="6" creationId="{75CC2C65-84DE-E0B4-968F-76D34474F5FC}"/>
          </ac:spMkLst>
        </pc:spChg>
        <pc:spChg chg="mod">
          <ac:chgData name="Tim Torres" userId="890d5077-a0c4-465f-ab2c-98168905f4da" providerId="ADAL" clId="{C9FF384E-669A-B043-962A-C8F784898263}" dt="2025-05-29T10:07:17.277" v="0" actId="790"/>
          <ac:spMkLst>
            <pc:docMk/>
            <pc:sldMk cId="3779302060" sldId="1881839144"/>
            <ac:spMk id="13" creationId="{7A32488F-78DF-8940-05AB-DE4D1031B3AF}"/>
          </ac:spMkLst>
        </pc:spChg>
      </pc:sldChg>
      <pc:sldChg chg="modSp mod">
        <pc:chgData name="Tim Torres" userId="890d5077-a0c4-465f-ab2c-98168905f4da" providerId="ADAL" clId="{C9FF384E-669A-B043-962A-C8F784898263}" dt="2025-05-29T10:07:17.277" v="0" actId="790"/>
        <pc:sldMkLst>
          <pc:docMk/>
          <pc:sldMk cId="998496844" sldId="1881839145"/>
        </pc:sldMkLst>
        <pc:spChg chg="mod">
          <ac:chgData name="Tim Torres" userId="890d5077-a0c4-465f-ab2c-98168905f4da" providerId="ADAL" clId="{C9FF384E-669A-B043-962A-C8F784898263}" dt="2025-05-29T10:07:17.277" v="0" actId="790"/>
          <ac:spMkLst>
            <pc:docMk/>
            <pc:sldMk cId="998496844" sldId="1881839145"/>
            <ac:spMk id="2" creationId="{CC7120EE-4609-0F5A-F931-CABE684042EB}"/>
          </ac:spMkLst>
        </pc:spChg>
        <pc:spChg chg="mod">
          <ac:chgData name="Tim Torres" userId="890d5077-a0c4-465f-ab2c-98168905f4da" providerId="ADAL" clId="{C9FF384E-669A-B043-962A-C8F784898263}" dt="2025-05-29T10:07:17.277" v="0" actId="790"/>
          <ac:spMkLst>
            <pc:docMk/>
            <pc:sldMk cId="998496844" sldId="1881839145"/>
            <ac:spMk id="3" creationId="{1ED35FE7-0422-2834-89A6-9E152DB120A8}"/>
          </ac:spMkLst>
        </pc:spChg>
        <pc:spChg chg="mod">
          <ac:chgData name="Tim Torres" userId="890d5077-a0c4-465f-ab2c-98168905f4da" providerId="ADAL" clId="{C9FF384E-669A-B043-962A-C8F784898263}" dt="2025-05-29T10:07:17.277" v="0" actId="790"/>
          <ac:spMkLst>
            <pc:docMk/>
            <pc:sldMk cId="998496844" sldId="1881839145"/>
            <ac:spMk id="4" creationId="{FECD5A4F-C577-9D97-CBA0-16651226BAEF}"/>
          </ac:spMkLst>
        </pc:spChg>
        <pc:spChg chg="mod">
          <ac:chgData name="Tim Torres" userId="890d5077-a0c4-465f-ab2c-98168905f4da" providerId="ADAL" clId="{C9FF384E-669A-B043-962A-C8F784898263}" dt="2025-05-29T10:07:17.277" v="0" actId="790"/>
          <ac:spMkLst>
            <pc:docMk/>
            <pc:sldMk cId="998496844" sldId="1881839145"/>
            <ac:spMk id="5" creationId="{8E5CC297-0F9B-8A1E-CC22-E29A1024DBE7}"/>
          </ac:spMkLst>
        </pc:spChg>
        <pc:spChg chg="mod">
          <ac:chgData name="Tim Torres" userId="890d5077-a0c4-465f-ab2c-98168905f4da" providerId="ADAL" clId="{C9FF384E-669A-B043-962A-C8F784898263}" dt="2025-05-29T10:07:17.277" v="0" actId="790"/>
          <ac:spMkLst>
            <pc:docMk/>
            <pc:sldMk cId="998496844" sldId="1881839145"/>
            <ac:spMk id="6" creationId="{D5611CF7-A719-E7D6-0A1A-930C5C6F558A}"/>
          </ac:spMkLst>
        </pc:spChg>
        <pc:spChg chg="mod">
          <ac:chgData name="Tim Torres" userId="890d5077-a0c4-465f-ab2c-98168905f4da" providerId="ADAL" clId="{C9FF384E-669A-B043-962A-C8F784898263}" dt="2025-05-29T10:07:17.277" v="0" actId="790"/>
          <ac:spMkLst>
            <pc:docMk/>
            <pc:sldMk cId="998496844" sldId="1881839145"/>
            <ac:spMk id="7" creationId="{713E27B4-4FC0-1C19-BDEA-92402970D26A}"/>
          </ac:spMkLst>
        </pc:spChg>
        <pc:spChg chg="mod">
          <ac:chgData name="Tim Torres" userId="890d5077-a0c4-465f-ab2c-98168905f4da" providerId="ADAL" clId="{C9FF384E-669A-B043-962A-C8F784898263}" dt="2025-05-29T10:07:17.277" v="0" actId="790"/>
          <ac:spMkLst>
            <pc:docMk/>
            <pc:sldMk cId="998496844" sldId="1881839145"/>
            <ac:spMk id="8" creationId="{C5EB1FC2-3A2D-D4F2-F1EA-6166D05BAA78}"/>
          </ac:spMkLst>
        </pc:spChg>
        <pc:spChg chg="mod">
          <ac:chgData name="Tim Torres" userId="890d5077-a0c4-465f-ab2c-98168905f4da" providerId="ADAL" clId="{C9FF384E-669A-B043-962A-C8F784898263}" dt="2025-05-29T10:07:17.277" v="0" actId="790"/>
          <ac:spMkLst>
            <pc:docMk/>
            <pc:sldMk cId="998496844" sldId="1881839145"/>
            <ac:spMk id="9" creationId="{3EBA5A2A-CF5D-0910-9EF0-E0CE590BC379}"/>
          </ac:spMkLst>
        </pc:spChg>
        <pc:spChg chg="mod">
          <ac:chgData name="Tim Torres" userId="890d5077-a0c4-465f-ab2c-98168905f4da" providerId="ADAL" clId="{C9FF384E-669A-B043-962A-C8F784898263}" dt="2025-05-29T10:07:17.277" v="0" actId="790"/>
          <ac:spMkLst>
            <pc:docMk/>
            <pc:sldMk cId="998496844" sldId="1881839145"/>
            <ac:spMk id="10" creationId="{3D5A2BDC-54B0-E06D-72B5-B33BA001D33B}"/>
          </ac:spMkLst>
        </pc:spChg>
      </pc:sldChg>
      <pc:sldChg chg="modSp mod">
        <pc:chgData name="Tim Torres" userId="890d5077-a0c4-465f-ab2c-98168905f4da" providerId="ADAL" clId="{C9FF384E-669A-B043-962A-C8F784898263}" dt="2025-05-29T10:07:17.277" v="0" actId="790"/>
        <pc:sldMkLst>
          <pc:docMk/>
          <pc:sldMk cId="1887603829" sldId="1881839146"/>
        </pc:sldMkLst>
        <pc:spChg chg="mod">
          <ac:chgData name="Tim Torres" userId="890d5077-a0c4-465f-ab2c-98168905f4da" providerId="ADAL" clId="{C9FF384E-669A-B043-962A-C8F784898263}" dt="2025-05-29T10:07:17.277" v="0" actId="790"/>
          <ac:spMkLst>
            <pc:docMk/>
            <pc:sldMk cId="1887603829" sldId="1881839146"/>
            <ac:spMk id="28" creationId="{73BF6F02-D596-A7C4-17D3-13FA1CFD3ED6}"/>
          </ac:spMkLst>
        </pc:spChg>
        <pc:spChg chg="mod">
          <ac:chgData name="Tim Torres" userId="890d5077-a0c4-465f-ab2c-98168905f4da" providerId="ADAL" clId="{C9FF384E-669A-B043-962A-C8F784898263}" dt="2025-05-29T10:07:17.277" v="0" actId="790"/>
          <ac:spMkLst>
            <pc:docMk/>
            <pc:sldMk cId="1887603829" sldId="1881839146"/>
            <ac:spMk id="30" creationId="{5FD0F33A-8292-86BC-09B0-B0DAB38463F1}"/>
          </ac:spMkLst>
        </pc:spChg>
        <pc:spChg chg="mod">
          <ac:chgData name="Tim Torres" userId="890d5077-a0c4-465f-ab2c-98168905f4da" providerId="ADAL" clId="{C9FF384E-669A-B043-962A-C8F784898263}" dt="2025-05-29T10:07:17.277" v="0" actId="790"/>
          <ac:spMkLst>
            <pc:docMk/>
            <pc:sldMk cId="1887603829" sldId="1881839146"/>
            <ac:spMk id="31" creationId="{5CE06AD4-7FA7-26A9-B450-0C7055D133B8}"/>
          </ac:spMkLst>
        </pc:spChg>
        <pc:spChg chg="mod">
          <ac:chgData name="Tim Torres" userId="890d5077-a0c4-465f-ab2c-98168905f4da" providerId="ADAL" clId="{C9FF384E-669A-B043-962A-C8F784898263}" dt="2025-05-29T10:07:17.277" v="0" actId="790"/>
          <ac:spMkLst>
            <pc:docMk/>
            <pc:sldMk cId="1887603829" sldId="1881839146"/>
            <ac:spMk id="33" creationId="{CEF21086-AA2F-714A-9D5A-D6AE2EF613AE}"/>
          </ac:spMkLst>
        </pc:spChg>
        <pc:spChg chg="mod">
          <ac:chgData name="Tim Torres" userId="890d5077-a0c4-465f-ab2c-98168905f4da" providerId="ADAL" clId="{C9FF384E-669A-B043-962A-C8F784898263}" dt="2025-05-29T10:07:17.277" v="0" actId="790"/>
          <ac:spMkLst>
            <pc:docMk/>
            <pc:sldMk cId="1887603829" sldId="1881839146"/>
            <ac:spMk id="35" creationId="{11AFF592-5BC9-4BBA-BD53-976E02B1525E}"/>
          </ac:spMkLst>
        </pc:spChg>
        <pc:spChg chg="mod">
          <ac:chgData name="Tim Torres" userId="890d5077-a0c4-465f-ab2c-98168905f4da" providerId="ADAL" clId="{C9FF384E-669A-B043-962A-C8F784898263}" dt="2025-05-29T10:07:17.277" v="0" actId="790"/>
          <ac:spMkLst>
            <pc:docMk/>
            <pc:sldMk cId="1887603829" sldId="1881839146"/>
            <ac:spMk id="40" creationId="{53E9D6F9-D3CF-07B0-413D-C04C0D205E9B}"/>
          </ac:spMkLst>
        </pc:spChg>
        <pc:spChg chg="mod">
          <ac:chgData name="Tim Torres" userId="890d5077-a0c4-465f-ab2c-98168905f4da" providerId="ADAL" clId="{C9FF384E-669A-B043-962A-C8F784898263}" dt="2025-05-29T10:07:17.277" v="0" actId="790"/>
          <ac:spMkLst>
            <pc:docMk/>
            <pc:sldMk cId="1887603829" sldId="1881839146"/>
            <ac:spMk id="43" creationId="{1B2E987C-7521-2261-9435-F785C417BAEA}"/>
          </ac:spMkLst>
        </pc:spChg>
        <pc:spChg chg="mod">
          <ac:chgData name="Tim Torres" userId="890d5077-a0c4-465f-ab2c-98168905f4da" providerId="ADAL" clId="{C9FF384E-669A-B043-962A-C8F784898263}" dt="2025-05-29T10:07:17.277" v="0" actId="790"/>
          <ac:spMkLst>
            <pc:docMk/>
            <pc:sldMk cId="1887603829" sldId="1881839146"/>
            <ac:spMk id="45" creationId="{84E18C55-CA25-016F-8A51-FC376C8F1AE9}"/>
          </ac:spMkLst>
        </pc:spChg>
        <pc:spChg chg="mod">
          <ac:chgData name="Tim Torres" userId="890d5077-a0c4-465f-ab2c-98168905f4da" providerId="ADAL" clId="{C9FF384E-669A-B043-962A-C8F784898263}" dt="2025-05-29T10:07:17.277" v="0" actId="790"/>
          <ac:spMkLst>
            <pc:docMk/>
            <pc:sldMk cId="1887603829" sldId="1881839146"/>
            <ac:spMk id="46" creationId="{4823758E-D3A5-356A-367D-5B0ECFAAB6AC}"/>
          </ac:spMkLst>
        </pc:spChg>
        <pc:spChg chg="mod">
          <ac:chgData name="Tim Torres" userId="890d5077-a0c4-465f-ab2c-98168905f4da" providerId="ADAL" clId="{C9FF384E-669A-B043-962A-C8F784898263}" dt="2025-05-29T10:07:17.277" v="0" actId="790"/>
          <ac:spMkLst>
            <pc:docMk/>
            <pc:sldMk cId="1887603829" sldId="1881839146"/>
            <ac:spMk id="47" creationId="{71D27AAB-5A04-18CF-B737-6FD63B7E8211}"/>
          </ac:spMkLst>
        </pc:spChg>
      </pc:sldChg>
      <pc:sldChg chg="modSp mod">
        <pc:chgData name="Tim Torres" userId="890d5077-a0c4-465f-ab2c-98168905f4da" providerId="ADAL" clId="{C9FF384E-669A-B043-962A-C8F784898263}" dt="2025-05-29T10:07:17.277" v="0" actId="790"/>
        <pc:sldMkLst>
          <pc:docMk/>
          <pc:sldMk cId="2042607641" sldId="1881839147"/>
        </pc:sldMkLst>
        <pc:spChg chg="mod">
          <ac:chgData name="Tim Torres" userId="890d5077-a0c4-465f-ab2c-98168905f4da" providerId="ADAL" clId="{C9FF384E-669A-B043-962A-C8F784898263}" dt="2025-05-29T10:07:17.277" v="0" actId="790"/>
          <ac:spMkLst>
            <pc:docMk/>
            <pc:sldMk cId="2042607641" sldId="1881839147"/>
            <ac:spMk id="2" creationId="{7A9F890A-4491-EEC8-3EA4-EB2B78130671}"/>
          </ac:spMkLst>
        </pc:spChg>
        <pc:spChg chg="mod">
          <ac:chgData name="Tim Torres" userId="890d5077-a0c4-465f-ab2c-98168905f4da" providerId="ADAL" clId="{C9FF384E-669A-B043-962A-C8F784898263}" dt="2025-05-29T10:07:17.277" v="0" actId="790"/>
          <ac:spMkLst>
            <pc:docMk/>
            <pc:sldMk cId="2042607641" sldId="1881839147"/>
            <ac:spMk id="4" creationId="{F98672CF-6265-F151-FD47-148AD55DD18D}"/>
          </ac:spMkLst>
        </pc:spChg>
        <pc:spChg chg="mod">
          <ac:chgData name="Tim Torres" userId="890d5077-a0c4-465f-ab2c-98168905f4da" providerId="ADAL" clId="{C9FF384E-669A-B043-962A-C8F784898263}" dt="2025-05-29T10:07:17.277" v="0" actId="790"/>
          <ac:spMkLst>
            <pc:docMk/>
            <pc:sldMk cId="2042607641" sldId="1881839147"/>
            <ac:spMk id="5" creationId="{2FF4E7C9-C782-17C3-5185-8F95E243E3B9}"/>
          </ac:spMkLst>
        </pc:spChg>
        <pc:spChg chg="mod">
          <ac:chgData name="Tim Torres" userId="890d5077-a0c4-465f-ab2c-98168905f4da" providerId="ADAL" clId="{C9FF384E-669A-B043-962A-C8F784898263}" dt="2025-05-29T10:07:17.277" v="0" actId="790"/>
          <ac:spMkLst>
            <pc:docMk/>
            <pc:sldMk cId="2042607641" sldId="1881839147"/>
            <ac:spMk id="6" creationId="{3F362513-032E-204E-9472-B5343AA08BE4}"/>
          </ac:spMkLst>
        </pc:spChg>
        <pc:spChg chg="mod">
          <ac:chgData name="Tim Torres" userId="890d5077-a0c4-465f-ab2c-98168905f4da" providerId="ADAL" clId="{C9FF384E-669A-B043-962A-C8F784898263}" dt="2025-05-29T10:07:17.277" v="0" actId="790"/>
          <ac:spMkLst>
            <pc:docMk/>
            <pc:sldMk cId="2042607641" sldId="1881839147"/>
            <ac:spMk id="7" creationId="{DAD538EC-687B-F367-B8DD-D4007D048D63}"/>
          </ac:spMkLst>
        </pc:spChg>
        <pc:spChg chg="mod">
          <ac:chgData name="Tim Torres" userId="890d5077-a0c4-465f-ab2c-98168905f4da" providerId="ADAL" clId="{C9FF384E-669A-B043-962A-C8F784898263}" dt="2025-05-29T10:07:17.277" v="0" actId="790"/>
          <ac:spMkLst>
            <pc:docMk/>
            <pc:sldMk cId="2042607641" sldId="1881839147"/>
            <ac:spMk id="12" creationId="{D6536349-2E7B-1C59-60D4-29658E4936FF}"/>
          </ac:spMkLst>
        </pc:spChg>
        <pc:spChg chg="mod">
          <ac:chgData name="Tim Torres" userId="890d5077-a0c4-465f-ab2c-98168905f4da" providerId="ADAL" clId="{C9FF384E-669A-B043-962A-C8F784898263}" dt="2025-05-29T10:07:17.277" v="0" actId="790"/>
          <ac:spMkLst>
            <pc:docMk/>
            <pc:sldMk cId="2042607641" sldId="1881839147"/>
            <ac:spMk id="15" creationId="{889DD161-9DDE-41F8-6409-5F748CDE2E2C}"/>
          </ac:spMkLst>
        </pc:spChg>
        <pc:spChg chg="mod">
          <ac:chgData name="Tim Torres" userId="890d5077-a0c4-465f-ab2c-98168905f4da" providerId="ADAL" clId="{C9FF384E-669A-B043-962A-C8F784898263}" dt="2025-05-29T10:07:17.277" v="0" actId="790"/>
          <ac:spMkLst>
            <pc:docMk/>
            <pc:sldMk cId="2042607641" sldId="1881839147"/>
            <ac:spMk id="17" creationId="{BB80EC84-BEB5-AC12-3375-1B510446CBFF}"/>
          </ac:spMkLst>
        </pc:spChg>
        <pc:spChg chg="mod">
          <ac:chgData name="Tim Torres" userId="890d5077-a0c4-465f-ab2c-98168905f4da" providerId="ADAL" clId="{C9FF384E-669A-B043-962A-C8F784898263}" dt="2025-05-29T10:07:17.277" v="0" actId="790"/>
          <ac:spMkLst>
            <pc:docMk/>
            <pc:sldMk cId="2042607641" sldId="1881839147"/>
            <ac:spMk id="18" creationId="{93525412-227A-3C0F-6182-BEEE66D29834}"/>
          </ac:spMkLst>
        </pc:spChg>
        <pc:spChg chg="mod">
          <ac:chgData name="Tim Torres" userId="890d5077-a0c4-465f-ab2c-98168905f4da" providerId="ADAL" clId="{C9FF384E-669A-B043-962A-C8F784898263}" dt="2025-05-29T10:07:17.277" v="0" actId="790"/>
          <ac:spMkLst>
            <pc:docMk/>
            <pc:sldMk cId="2042607641" sldId="1881839147"/>
            <ac:spMk id="19" creationId="{BF00215C-FF3E-A7E0-C9E1-DCF5C4563E5B}"/>
          </ac:spMkLst>
        </pc:spChg>
      </pc:sldChg>
      <pc:sldChg chg="modSp mod">
        <pc:chgData name="Tim Torres" userId="890d5077-a0c4-465f-ab2c-98168905f4da" providerId="ADAL" clId="{C9FF384E-669A-B043-962A-C8F784898263}" dt="2025-05-29T10:07:40.459" v="2" actId="790"/>
        <pc:sldMkLst>
          <pc:docMk/>
          <pc:sldMk cId="1751811387" sldId="1881839148"/>
        </pc:sldMkLst>
        <pc:spChg chg="mod">
          <ac:chgData name="Tim Torres" userId="890d5077-a0c4-465f-ab2c-98168905f4da" providerId="ADAL" clId="{C9FF384E-669A-B043-962A-C8F784898263}" dt="2025-05-29T10:07:17.277" v="0" actId="790"/>
          <ac:spMkLst>
            <pc:docMk/>
            <pc:sldMk cId="1751811387" sldId="1881839148"/>
            <ac:spMk id="6" creationId="{CF5B85F9-A601-A658-FF9E-F0579CDAED75}"/>
          </ac:spMkLst>
        </pc:spChg>
        <pc:spChg chg="mod">
          <ac:chgData name="Tim Torres" userId="890d5077-a0c4-465f-ab2c-98168905f4da" providerId="ADAL" clId="{C9FF384E-669A-B043-962A-C8F784898263}" dt="2025-05-29T10:07:17.277" v="0" actId="790"/>
          <ac:spMkLst>
            <pc:docMk/>
            <pc:sldMk cId="1751811387" sldId="1881839148"/>
            <ac:spMk id="7" creationId="{85C06BA3-DAE1-DDF4-A568-E5789076BF01}"/>
          </ac:spMkLst>
        </pc:spChg>
        <pc:spChg chg="mod">
          <ac:chgData name="Tim Torres" userId="890d5077-a0c4-465f-ab2c-98168905f4da" providerId="ADAL" clId="{C9FF384E-669A-B043-962A-C8F784898263}" dt="2025-05-29T10:07:17.277" v="0" actId="790"/>
          <ac:spMkLst>
            <pc:docMk/>
            <pc:sldMk cId="1751811387" sldId="1881839148"/>
            <ac:spMk id="8" creationId="{E2FECA68-FF84-5F40-091C-77E60784A8C2}"/>
          </ac:spMkLst>
        </pc:spChg>
        <pc:spChg chg="mod">
          <ac:chgData name="Tim Torres" userId="890d5077-a0c4-465f-ab2c-98168905f4da" providerId="ADAL" clId="{C9FF384E-669A-B043-962A-C8F784898263}" dt="2025-05-29T10:07:40.459" v="2" actId="790"/>
          <ac:spMkLst>
            <pc:docMk/>
            <pc:sldMk cId="1751811387" sldId="1881839148"/>
            <ac:spMk id="10" creationId="{685A1270-879E-CF64-D8A1-12F3C33D6C94}"/>
          </ac:spMkLst>
        </pc:spChg>
        <pc:spChg chg="mod">
          <ac:chgData name="Tim Torres" userId="890d5077-a0c4-465f-ab2c-98168905f4da" providerId="ADAL" clId="{C9FF384E-669A-B043-962A-C8F784898263}" dt="2025-05-29T10:07:17.277" v="0" actId="790"/>
          <ac:spMkLst>
            <pc:docMk/>
            <pc:sldMk cId="1751811387" sldId="1881839148"/>
            <ac:spMk id="11" creationId="{6565A696-14E5-083F-4E53-E6E03D69D197}"/>
          </ac:spMkLst>
        </pc:spChg>
        <pc:spChg chg="mod">
          <ac:chgData name="Tim Torres" userId="890d5077-a0c4-465f-ab2c-98168905f4da" providerId="ADAL" clId="{C9FF384E-669A-B043-962A-C8F784898263}" dt="2025-05-29T10:07:31.253" v="1" actId="33524"/>
          <ac:spMkLst>
            <pc:docMk/>
            <pc:sldMk cId="1751811387" sldId="1881839148"/>
            <ac:spMk id="12" creationId="{5E296558-FD51-E3AD-4024-CA28BE8FBC80}"/>
          </ac:spMkLst>
        </pc:spChg>
        <pc:spChg chg="mod">
          <ac:chgData name="Tim Torres" userId="890d5077-a0c4-465f-ab2c-98168905f4da" providerId="ADAL" clId="{C9FF384E-669A-B043-962A-C8F784898263}" dt="2025-05-29T10:07:17.277" v="0" actId="790"/>
          <ac:spMkLst>
            <pc:docMk/>
            <pc:sldMk cId="1751811387" sldId="1881839148"/>
            <ac:spMk id="14" creationId="{6D9BE366-F9D5-7B34-1CBA-7FE3CC5AD5EC}"/>
          </ac:spMkLst>
        </pc:spChg>
        <pc:spChg chg="mod">
          <ac:chgData name="Tim Torres" userId="890d5077-a0c4-465f-ab2c-98168905f4da" providerId="ADAL" clId="{C9FF384E-669A-B043-962A-C8F784898263}" dt="2025-05-29T10:07:17.277" v="0" actId="790"/>
          <ac:spMkLst>
            <pc:docMk/>
            <pc:sldMk cId="1751811387" sldId="1881839148"/>
            <ac:spMk id="15" creationId="{6BEA4C2F-331C-0A83-C7BD-35AD5AB10555}"/>
          </ac:spMkLst>
        </pc:spChg>
        <pc:spChg chg="mod">
          <ac:chgData name="Tim Torres" userId="890d5077-a0c4-465f-ab2c-98168905f4da" providerId="ADAL" clId="{C9FF384E-669A-B043-962A-C8F784898263}" dt="2025-05-29T10:07:17.277" v="0" actId="790"/>
          <ac:spMkLst>
            <pc:docMk/>
            <pc:sldMk cId="1751811387" sldId="1881839148"/>
            <ac:spMk id="16" creationId="{6CD9711F-1FF3-B409-5E8E-2D2FB36743FD}"/>
          </ac:spMkLst>
        </pc:spChg>
        <pc:spChg chg="mod">
          <ac:chgData name="Tim Torres" userId="890d5077-a0c4-465f-ab2c-98168905f4da" providerId="ADAL" clId="{C9FF384E-669A-B043-962A-C8F784898263}" dt="2025-05-29T10:07:17.277" v="0" actId="790"/>
          <ac:spMkLst>
            <pc:docMk/>
            <pc:sldMk cId="1751811387" sldId="1881839148"/>
            <ac:spMk id="17" creationId="{9F6CF468-961B-98B0-43FD-9EF54472B0EF}"/>
          </ac:spMkLst>
        </pc:spChg>
        <pc:spChg chg="mod">
          <ac:chgData name="Tim Torres" userId="890d5077-a0c4-465f-ab2c-98168905f4da" providerId="ADAL" clId="{C9FF384E-669A-B043-962A-C8F784898263}" dt="2025-05-29T10:07:17.277" v="0" actId="790"/>
          <ac:spMkLst>
            <pc:docMk/>
            <pc:sldMk cId="1751811387" sldId="1881839148"/>
            <ac:spMk id="18" creationId="{176CAE20-32C2-1953-C8E3-6CE8238BE511}"/>
          </ac:spMkLst>
        </pc:spChg>
      </pc:sldChg>
      <pc:sldChg chg="modSp mod">
        <pc:chgData name="Tim Torres" userId="890d5077-a0c4-465f-ab2c-98168905f4da" providerId="ADAL" clId="{C9FF384E-669A-B043-962A-C8F784898263}" dt="2025-05-29T10:08:04.994" v="3" actId="790"/>
        <pc:sldMkLst>
          <pc:docMk/>
          <pc:sldMk cId="2888494990" sldId="1881839149"/>
        </pc:sldMkLst>
        <pc:spChg chg="mod">
          <ac:chgData name="Tim Torres" userId="890d5077-a0c4-465f-ab2c-98168905f4da" providerId="ADAL" clId="{C9FF384E-669A-B043-962A-C8F784898263}" dt="2025-05-29T10:07:17.277" v="0" actId="790"/>
          <ac:spMkLst>
            <pc:docMk/>
            <pc:sldMk cId="2888494990" sldId="1881839149"/>
            <ac:spMk id="5" creationId="{43C21C21-EF61-1CFD-F1E8-124F50DFC762}"/>
          </ac:spMkLst>
        </pc:spChg>
        <pc:spChg chg="mod">
          <ac:chgData name="Tim Torres" userId="890d5077-a0c4-465f-ab2c-98168905f4da" providerId="ADAL" clId="{C9FF384E-669A-B043-962A-C8F784898263}" dt="2025-05-29T10:07:17.277" v="0" actId="790"/>
          <ac:spMkLst>
            <pc:docMk/>
            <pc:sldMk cId="2888494990" sldId="1881839149"/>
            <ac:spMk id="6" creationId="{EA8FFB56-447C-FB6F-E4E3-B16E2D1408E9}"/>
          </ac:spMkLst>
        </pc:spChg>
        <pc:spChg chg="mod">
          <ac:chgData name="Tim Torres" userId="890d5077-a0c4-465f-ab2c-98168905f4da" providerId="ADAL" clId="{C9FF384E-669A-B043-962A-C8F784898263}" dt="2025-05-29T10:07:17.277" v="0" actId="790"/>
          <ac:spMkLst>
            <pc:docMk/>
            <pc:sldMk cId="2888494990" sldId="1881839149"/>
            <ac:spMk id="12" creationId="{EBC5C378-9940-EEE9-5AE6-0AC90C7C9133}"/>
          </ac:spMkLst>
        </pc:spChg>
        <pc:spChg chg="mod">
          <ac:chgData name="Tim Torres" userId="890d5077-a0c4-465f-ab2c-98168905f4da" providerId="ADAL" clId="{C9FF384E-669A-B043-962A-C8F784898263}" dt="2025-05-29T10:07:17.277" v="0" actId="790"/>
          <ac:spMkLst>
            <pc:docMk/>
            <pc:sldMk cId="2888494990" sldId="1881839149"/>
            <ac:spMk id="13" creationId="{7ED94314-1844-D294-F008-79773D5871F5}"/>
          </ac:spMkLst>
        </pc:spChg>
        <pc:spChg chg="mod">
          <ac:chgData name="Tim Torres" userId="890d5077-a0c4-465f-ab2c-98168905f4da" providerId="ADAL" clId="{C9FF384E-669A-B043-962A-C8F784898263}" dt="2025-05-29T10:07:17.277" v="0" actId="790"/>
          <ac:spMkLst>
            <pc:docMk/>
            <pc:sldMk cId="2888494990" sldId="1881839149"/>
            <ac:spMk id="14" creationId="{8742B189-9532-90FD-F600-F0D2073CD9CE}"/>
          </ac:spMkLst>
        </pc:spChg>
        <pc:spChg chg="mod">
          <ac:chgData name="Tim Torres" userId="890d5077-a0c4-465f-ab2c-98168905f4da" providerId="ADAL" clId="{C9FF384E-669A-B043-962A-C8F784898263}" dt="2025-05-29T10:07:17.277" v="0" actId="790"/>
          <ac:spMkLst>
            <pc:docMk/>
            <pc:sldMk cId="2888494990" sldId="1881839149"/>
            <ac:spMk id="16" creationId="{E2B05FA3-32E5-138B-29C0-79EC36590A6E}"/>
          </ac:spMkLst>
        </pc:spChg>
        <pc:spChg chg="mod">
          <ac:chgData name="Tim Torres" userId="890d5077-a0c4-465f-ab2c-98168905f4da" providerId="ADAL" clId="{C9FF384E-669A-B043-962A-C8F784898263}" dt="2025-05-29T10:07:17.277" v="0" actId="790"/>
          <ac:spMkLst>
            <pc:docMk/>
            <pc:sldMk cId="2888494990" sldId="1881839149"/>
            <ac:spMk id="17" creationId="{A47B3B0E-7C2F-FCBB-2960-005D6F2D5C95}"/>
          </ac:spMkLst>
        </pc:spChg>
        <pc:spChg chg="mod">
          <ac:chgData name="Tim Torres" userId="890d5077-a0c4-465f-ab2c-98168905f4da" providerId="ADAL" clId="{C9FF384E-669A-B043-962A-C8F784898263}" dt="2025-05-29T10:08:04.994" v="3" actId="790"/>
          <ac:spMkLst>
            <pc:docMk/>
            <pc:sldMk cId="2888494990" sldId="1881839149"/>
            <ac:spMk id="18" creationId="{7E93FBDF-2B2D-E471-04C1-E5EECE768185}"/>
          </ac:spMkLst>
        </pc:spChg>
        <pc:spChg chg="mod">
          <ac:chgData name="Tim Torres" userId="890d5077-a0c4-465f-ab2c-98168905f4da" providerId="ADAL" clId="{C9FF384E-669A-B043-962A-C8F784898263}" dt="2025-05-29T10:07:17.277" v="0" actId="790"/>
          <ac:spMkLst>
            <pc:docMk/>
            <pc:sldMk cId="2888494990" sldId="1881839149"/>
            <ac:spMk id="19" creationId="{4E945D8E-D1C4-3F55-1052-FF6E2C59C6FB}"/>
          </ac:spMkLst>
        </pc:spChg>
        <pc:spChg chg="mod">
          <ac:chgData name="Tim Torres" userId="890d5077-a0c4-465f-ab2c-98168905f4da" providerId="ADAL" clId="{C9FF384E-669A-B043-962A-C8F784898263}" dt="2025-05-29T10:07:17.277" v="0" actId="790"/>
          <ac:spMkLst>
            <pc:docMk/>
            <pc:sldMk cId="2888494990" sldId="1881839149"/>
            <ac:spMk id="20" creationId="{62DB672E-0D7B-74D2-2498-6FAC2D6CB76F}"/>
          </ac:spMkLst>
        </pc:spChg>
      </pc:sldChg>
      <pc:sldChg chg="modSp mod">
        <pc:chgData name="Tim Torres" userId="890d5077-a0c4-465f-ab2c-98168905f4da" providerId="ADAL" clId="{C9FF384E-669A-B043-962A-C8F784898263}" dt="2025-05-29T10:07:17.277" v="0" actId="790"/>
        <pc:sldMkLst>
          <pc:docMk/>
          <pc:sldMk cId="2850578717" sldId="1881839150"/>
        </pc:sldMkLst>
        <pc:spChg chg="mod">
          <ac:chgData name="Tim Torres" userId="890d5077-a0c4-465f-ab2c-98168905f4da" providerId="ADAL" clId="{C9FF384E-669A-B043-962A-C8F784898263}" dt="2025-05-29T10:07:17.277" v="0" actId="790"/>
          <ac:spMkLst>
            <pc:docMk/>
            <pc:sldMk cId="2850578717" sldId="1881839150"/>
            <ac:spMk id="2" creationId="{1CB62BEF-E4E7-9371-173A-8512C11F0F26}"/>
          </ac:spMkLst>
        </pc:spChg>
        <pc:spChg chg="mod">
          <ac:chgData name="Tim Torres" userId="890d5077-a0c4-465f-ab2c-98168905f4da" providerId="ADAL" clId="{C9FF384E-669A-B043-962A-C8F784898263}" dt="2025-05-29T10:07:17.277" v="0" actId="790"/>
          <ac:spMkLst>
            <pc:docMk/>
            <pc:sldMk cId="2850578717" sldId="1881839150"/>
            <ac:spMk id="5" creationId="{7EA04DDD-6AE5-4AE9-8348-C2F7E496D82A}"/>
          </ac:spMkLst>
        </pc:spChg>
        <pc:spChg chg="mod">
          <ac:chgData name="Tim Torres" userId="890d5077-a0c4-465f-ab2c-98168905f4da" providerId="ADAL" clId="{C9FF384E-669A-B043-962A-C8F784898263}" dt="2025-05-29T10:07:17.277" v="0" actId="790"/>
          <ac:spMkLst>
            <pc:docMk/>
            <pc:sldMk cId="2850578717" sldId="1881839150"/>
            <ac:spMk id="6" creationId="{03210270-4527-A9F7-6148-4C28177524C0}"/>
          </ac:spMkLst>
        </pc:spChg>
        <pc:spChg chg="mod">
          <ac:chgData name="Tim Torres" userId="890d5077-a0c4-465f-ab2c-98168905f4da" providerId="ADAL" clId="{C9FF384E-669A-B043-962A-C8F784898263}" dt="2025-05-29T10:07:17.277" v="0" actId="790"/>
          <ac:spMkLst>
            <pc:docMk/>
            <pc:sldMk cId="2850578717" sldId="1881839150"/>
            <ac:spMk id="16" creationId="{E6851CDA-7956-3142-7A5C-0ED152980961}"/>
          </ac:spMkLst>
        </pc:spChg>
        <pc:spChg chg="mod">
          <ac:chgData name="Tim Torres" userId="890d5077-a0c4-465f-ab2c-98168905f4da" providerId="ADAL" clId="{C9FF384E-669A-B043-962A-C8F784898263}" dt="2025-05-29T10:07:17.277" v="0" actId="790"/>
          <ac:spMkLst>
            <pc:docMk/>
            <pc:sldMk cId="2850578717" sldId="1881839150"/>
            <ac:spMk id="17" creationId="{582102EC-1009-F775-3BF6-4B00F303E6B2}"/>
          </ac:spMkLst>
        </pc:spChg>
        <pc:spChg chg="mod">
          <ac:chgData name="Tim Torres" userId="890d5077-a0c4-465f-ab2c-98168905f4da" providerId="ADAL" clId="{C9FF384E-669A-B043-962A-C8F784898263}" dt="2025-05-29T10:07:17.277" v="0" actId="790"/>
          <ac:spMkLst>
            <pc:docMk/>
            <pc:sldMk cId="2850578717" sldId="1881839150"/>
            <ac:spMk id="18" creationId="{FD4FFCDA-7E2A-5311-FE77-FFEDA8CD52BE}"/>
          </ac:spMkLst>
        </pc:spChg>
        <pc:spChg chg="mod">
          <ac:chgData name="Tim Torres" userId="890d5077-a0c4-465f-ab2c-98168905f4da" providerId="ADAL" clId="{C9FF384E-669A-B043-962A-C8F784898263}" dt="2025-05-29T10:07:17.277" v="0" actId="790"/>
          <ac:spMkLst>
            <pc:docMk/>
            <pc:sldMk cId="2850578717" sldId="1881839150"/>
            <ac:spMk id="19" creationId="{E21C40EC-68A5-FC95-E143-DDD27995AE14}"/>
          </ac:spMkLst>
        </pc:spChg>
        <pc:spChg chg="mod">
          <ac:chgData name="Tim Torres" userId="890d5077-a0c4-465f-ab2c-98168905f4da" providerId="ADAL" clId="{C9FF384E-669A-B043-962A-C8F784898263}" dt="2025-05-29T10:07:17.277" v="0" actId="790"/>
          <ac:spMkLst>
            <pc:docMk/>
            <pc:sldMk cId="2850578717" sldId="1881839150"/>
            <ac:spMk id="20" creationId="{7F3F5B49-9111-6B84-4DBC-3494749BDDCE}"/>
          </ac:spMkLst>
        </pc:spChg>
        <pc:spChg chg="mod">
          <ac:chgData name="Tim Torres" userId="890d5077-a0c4-465f-ab2c-98168905f4da" providerId="ADAL" clId="{C9FF384E-669A-B043-962A-C8F784898263}" dt="2025-05-29T10:07:17.277" v="0" actId="790"/>
          <ac:spMkLst>
            <pc:docMk/>
            <pc:sldMk cId="2850578717" sldId="1881839150"/>
            <ac:spMk id="21" creationId="{A4502211-BA19-E1D9-F361-6F3BBFF23309}"/>
          </ac:spMkLst>
        </pc:spChg>
        <pc:spChg chg="mod">
          <ac:chgData name="Tim Torres" userId="890d5077-a0c4-465f-ab2c-98168905f4da" providerId="ADAL" clId="{C9FF384E-669A-B043-962A-C8F784898263}" dt="2025-05-29T10:07:17.277" v="0" actId="790"/>
          <ac:spMkLst>
            <pc:docMk/>
            <pc:sldMk cId="2850578717" sldId="1881839150"/>
            <ac:spMk id="22" creationId="{0DC2461A-EB00-5B2D-E48C-3E973B7CC2FC}"/>
          </ac:spMkLst>
        </pc:spChg>
      </pc:sldChg>
      <pc:sldChg chg="modSp mod">
        <pc:chgData name="Tim Torres" userId="890d5077-a0c4-465f-ab2c-98168905f4da" providerId="ADAL" clId="{C9FF384E-669A-B043-962A-C8F784898263}" dt="2025-05-29T10:07:17.277" v="0" actId="790"/>
        <pc:sldMkLst>
          <pc:docMk/>
          <pc:sldMk cId="3669591742" sldId="1881839152"/>
        </pc:sldMkLst>
        <pc:spChg chg="mod">
          <ac:chgData name="Tim Torres" userId="890d5077-a0c4-465f-ab2c-98168905f4da" providerId="ADAL" clId="{C9FF384E-669A-B043-962A-C8F784898263}" dt="2025-05-29T10:07:17.277" v="0" actId="790"/>
          <ac:spMkLst>
            <pc:docMk/>
            <pc:sldMk cId="3669591742" sldId="1881839152"/>
            <ac:spMk id="2" creationId="{B61B89B8-91FA-772E-BEB3-64FC8CFCE45A}"/>
          </ac:spMkLst>
        </pc:spChg>
        <pc:spChg chg="mod">
          <ac:chgData name="Tim Torres" userId="890d5077-a0c4-465f-ab2c-98168905f4da" providerId="ADAL" clId="{C9FF384E-669A-B043-962A-C8F784898263}" dt="2025-05-29T10:07:17.277" v="0" actId="790"/>
          <ac:spMkLst>
            <pc:docMk/>
            <pc:sldMk cId="3669591742" sldId="1881839152"/>
            <ac:spMk id="3" creationId="{342A2473-8E99-F8DD-4068-26B56F804008}"/>
          </ac:spMkLst>
        </pc:spChg>
        <pc:spChg chg="mod">
          <ac:chgData name="Tim Torres" userId="890d5077-a0c4-465f-ab2c-98168905f4da" providerId="ADAL" clId="{C9FF384E-669A-B043-962A-C8F784898263}" dt="2025-05-29T10:07:17.277" v="0" actId="790"/>
          <ac:spMkLst>
            <pc:docMk/>
            <pc:sldMk cId="3669591742" sldId="1881839152"/>
            <ac:spMk id="4" creationId="{3C8ADB2B-05FF-364E-4B9F-62BF8BEE6BCE}"/>
          </ac:spMkLst>
        </pc:spChg>
        <pc:spChg chg="mod">
          <ac:chgData name="Tim Torres" userId="890d5077-a0c4-465f-ab2c-98168905f4da" providerId="ADAL" clId="{C9FF384E-669A-B043-962A-C8F784898263}" dt="2025-05-29T10:07:17.277" v="0" actId="790"/>
          <ac:spMkLst>
            <pc:docMk/>
            <pc:sldMk cId="3669591742" sldId="1881839152"/>
            <ac:spMk id="6" creationId="{85A95A4A-9729-4107-C6DF-DCB19974AD84}"/>
          </ac:spMkLst>
        </pc:spChg>
        <pc:spChg chg="mod">
          <ac:chgData name="Tim Torres" userId="890d5077-a0c4-465f-ab2c-98168905f4da" providerId="ADAL" clId="{C9FF384E-669A-B043-962A-C8F784898263}" dt="2025-05-29T10:07:17.277" v="0" actId="790"/>
          <ac:spMkLst>
            <pc:docMk/>
            <pc:sldMk cId="3669591742" sldId="1881839152"/>
            <ac:spMk id="7" creationId="{98320707-0160-8B26-16F9-C42376106320}"/>
          </ac:spMkLst>
        </pc:spChg>
      </pc:sldChg>
      <pc:sldChg chg="modSp mod">
        <pc:chgData name="Tim Torres" userId="890d5077-a0c4-465f-ab2c-98168905f4da" providerId="ADAL" clId="{C9FF384E-669A-B043-962A-C8F784898263}" dt="2025-05-29T10:07:17.277" v="0" actId="790"/>
        <pc:sldMkLst>
          <pc:docMk/>
          <pc:sldMk cId="2247663099" sldId="1881839153"/>
        </pc:sldMkLst>
        <pc:spChg chg="mod">
          <ac:chgData name="Tim Torres" userId="890d5077-a0c4-465f-ab2c-98168905f4da" providerId="ADAL" clId="{C9FF384E-669A-B043-962A-C8F784898263}" dt="2025-05-29T10:07:17.277" v="0" actId="790"/>
          <ac:spMkLst>
            <pc:docMk/>
            <pc:sldMk cId="2247663099" sldId="1881839153"/>
            <ac:spMk id="2" creationId="{39FEF7EF-7DEF-10BC-E763-070D0C165F84}"/>
          </ac:spMkLst>
        </pc:spChg>
        <pc:spChg chg="mod">
          <ac:chgData name="Tim Torres" userId="890d5077-a0c4-465f-ab2c-98168905f4da" providerId="ADAL" clId="{C9FF384E-669A-B043-962A-C8F784898263}" dt="2025-05-29T10:07:17.277" v="0" actId="790"/>
          <ac:spMkLst>
            <pc:docMk/>
            <pc:sldMk cId="2247663099" sldId="1881839153"/>
            <ac:spMk id="5" creationId="{91F8E1FE-FC52-879D-3BBD-527B9467BD35}"/>
          </ac:spMkLst>
        </pc:spChg>
        <pc:spChg chg="mod">
          <ac:chgData name="Tim Torres" userId="890d5077-a0c4-465f-ab2c-98168905f4da" providerId="ADAL" clId="{C9FF384E-669A-B043-962A-C8F784898263}" dt="2025-05-29T10:07:17.277" v="0" actId="790"/>
          <ac:spMkLst>
            <pc:docMk/>
            <pc:sldMk cId="2247663099" sldId="1881839153"/>
            <ac:spMk id="6" creationId="{6952650F-1F11-DACE-7FDB-F89B030DD52D}"/>
          </ac:spMkLst>
        </pc:spChg>
        <pc:spChg chg="mod">
          <ac:chgData name="Tim Torres" userId="890d5077-a0c4-465f-ab2c-98168905f4da" providerId="ADAL" clId="{C9FF384E-669A-B043-962A-C8F784898263}" dt="2025-05-29T10:07:17.277" v="0" actId="790"/>
          <ac:spMkLst>
            <pc:docMk/>
            <pc:sldMk cId="2247663099" sldId="1881839153"/>
            <ac:spMk id="16" creationId="{A1230EC0-3041-EE3C-04DD-F6B52FFA2167}"/>
          </ac:spMkLst>
        </pc:spChg>
        <pc:spChg chg="mod">
          <ac:chgData name="Tim Torres" userId="890d5077-a0c4-465f-ab2c-98168905f4da" providerId="ADAL" clId="{C9FF384E-669A-B043-962A-C8F784898263}" dt="2025-05-29T10:07:17.277" v="0" actId="790"/>
          <ac:spMkLst>
            <pc:docMk/>
            <pc:sldMk cId="2247663099" sldId="1881839153"/>
            <ac:spMk id="17" creationId="{2390E76C-4DCD-40CC-4FA7-290ECD50F6C7}"/>
          </ac:spMkLst>
        </pc:spChg>
        <pc:spChg chg="mod">
          <ac:chgData name="Tim Torres" userId="890d5077-a0c4-465f-ab2c-98168905f4da" providerId="ADAL" clId="{C9FF384E-669A-B043-962A-C8F784898263}" dt="2025-05-29T10:07:17.277" v="0" actId="790"/>
          <ac:spMkLst>
            <pc:docMk/>
            <pc:sldMk cId="2247663099" sldId="1881839153"/>
            <ac:spMk id="18" creationId="{085AA19C-95EA-21F8-8F06-EE4E64F8DADC}"/>
          </ac:spMkLst>
        </pc:spChg>
      </pc:sldChg>
      <pc:sldChg chg="modSp mod">
        <pc:chgData name="Tim Torres" userId="890d5077-a0c4-465f-ab2c-98168905f4da" providerId="ADAL" clId="{C9FF384E-669A-B043-962A-C8F784898263}" dt="2025-05-29T10:07:17.277" v="0" actId="790"/>
        <pc:sldMkLst>
          <pc:docMk/>
          <pc:sldMk cId="491570295" sldId="1881839154"/>
        </pc:sldMkLst>
        <pc:spChg chg="mod">
          <ac:chgData name="Tim Torres" userId="890d5077-a0c4-465f-ab2c-98168905f4da" providerId="ADAL" clId="{C9FF384E-669A-B043-962A-C8F784898263}" dt="2025-05-29T10:07:17.277" v="0" actId="790"/>
          <ac:spMkLst>
            <pc:docMk/>
            <pc:sldMk cId="491570295" sldId="1881839154"/>
            <ac:spMk id="7" creationId="{1AD18CED-888C-9950-76C8-0A4933CF9A0C}"/>
          </ac:spMkLst>
        </pc:spChg>
        <pc:spChg chg="mod">
          <ac:chgData name="Tim Torres" userId="890d5077-a0c4-465f-ab2c-98168905f4da" providerId="ADAL" clId="{C9FF384E-669A-B043-962A-C8F784898263}" dt="2025-05-29T10:07:17.277" v="0" actId="790"/>
          <ac:spMkLst>
            <pc:docMk/>
            <pc:sldMk cId="491570295" sldId="1881839154"/>
            <ac:spMk id="38" creationId="{E95D7B17-D135-4B69-DE27-5353C42460A0}"/>
          </ac:spMkLst>
        </pc:spChg>
        <pc:spChg chg="mod">
          <ac:chgData name="Tim Torres" userId="890d5077-a0c4-465f-ab2c-98168905f4da" providerId="ADAL" clId="{C9FF384E-669A-B043-962A-C8F784898263}" dt="2025-05-29T10:07:17.277" v="0" actId="790"/>
          <ac:spMkLst>
            <pc:docMk/>
            <pc:sldMk cId="491570295" sldId="1881839154"/>
            <ac:spMk id="40" creationId="{43FD038A-AFDF-303C-74CC-401298413F87}"/>
          </ac:spMkLst>
        </pc:spChg>
        <pc:spChg chg="mod">
          <ac:chgData name="Tim Torres" userId="890d5077-a0c4-465f-ab2c-98168905f4da" providerId="ADAL" clId="{C9FF384E-669A-B043-962A-C8F784898263}" dt="2025-05-29T10:07:17.277" v="0" actId="790"/>
          <ac:spMkLst>
            <pc:docMk/>
            <pc:sldMk cId="491570295" sldId="1881839154"/>
            <ac:spMk id="41" creationId="{0918ACA2-FF15-3DAE-944A-AF0A53F4510A}"/>
          </ac:spMkLst>
        </pc:spChg>
        <pc:spChg chg="mod">
          <ac:chgData name="Tim Torres" userId="890d5077-a0c4-465f-ab2c-98168905f4da" providerId="ADAL" clId="{C9FF384E-669A-B043-962A-C8F784898263}" dt="2025-05-29T10:07:17.277" v="0" actId="790"/>
          <ac:spMkLst>
            <pc:docMk/>
            <pc:sldMk cId="491570295" sldId="1881839154"/>
            <ac:spMk id="42" creationId="{911432BF-4122-B6AC-9668-ACE9334FE94E}"/>
          </ac:spMkLst>
        </pc:spChg>
        <pc:spChg chg="mod">
          <ac:chgData name="Tim Torres" userId="890d5077-a0c4-465f-ab2c-98168905f4da" providerId="ADAL" clId="{C9FF384E-669A-B043-962A-C8F784898263}" dt="2025-05-29T10:07:17.277" v="0" actId="790"/>
          <ac:spMkLst>
            <pc:docMk/>
            <pc:sldMk cId="491570295" sldId="1881839154"/>
            <ac:spMk id="43" creationId="{0787DDBF-35D4-432B-DBEC-A23BA97B4563}"/>
          </ac:spMkLst>
        </pc:spChg>
        <pc:spChg chg="mod">
          <ac:chgData name="Tim Torres" userId="890d5077-a0c4-465f-ab2c-98168905f4da" providerId="ADAL" clId="{C9FF384E-669A-B043-962A-C8F784898263}" dt="2025-05-29T10:07:17.277" v="0" actId="790"/>
          <ac:spMkLst>
            <pc:docMk/>
            <pc:sldMk cId="491570295" sldId="1881839154"/>
            <ac:spMk id="49" creationId="{BF3E8B41-CB6B-0DDD-A60E-8E2835C0F00E}"/>
          </ac:spMkLst>
        </pc:spChg>
        <pc:spChg chg="mod">
          <ac:chgData name="Tim Torres" userId="890d5077-a0c4-465f-ab2c-98168905f4da" providerId="ADAL" clId="{C9FF384E-669A-B043-962A-C8F784898263}" dt="2025-05-29T10:07:17.277" v="0" actId="790"/>
          <ac:spMkLst>
            <pc:docMk/>
            <pc:sldMk cId="491570295" sldId="1881839154"/>
            <ac:spMk id="60" creationId="{296E5874-71D5-8ECF-402E-6C62F2B1E6FC}"/>
          </ac:spMkLst>
        </pc:spChg>
        <pc:spChg chg="mod">
          <ac:chgData name="Tim Torres" userId="890d5077-a0c4-465f-ab2c-98168905f4da" providerId="ADAL" clId="{C9FF384E-669A-B043-962A-C8F784898263}" dt="2025-05-29T10:07:17.277" v="0" actId="790"/>
          <ac:spMkLst>
            <pc:docMk/>
            <pc:sldMk cId="491570295" sldId="1881839154"/>
            <ac:spMk id="64" creationId="{056D35B3-31CE-BDA2-91A3-6AD967D4B8CD}"/>
          </ac:spMkLst>
        </pc:spChg>
        <pc:spChg chg="mod">
          <ac:chgData name="Tim Torres" userId="890d5077-a0c4-465f-ab2c-98168905f4da" providerId="ADAL" clId="{C9FF384E-669A-B043-962A-C8F784898263}" dt="2025-05-29T10:07:17.277" v="0" actId="790"/>
          <ac:spMkLst>
            <pc:docMk/>
            <pc:sldMk cId="491570295" sldId="1881839154"/>
            <ac:spMk id="66" creationId="{6EBDEF2F-1CCA-4522-C4F1-A1337A03B272}"/>
          </ac:spMkLst>
        </pc:spChg>
      </pc:sldChg>
      <pc:sldChg chg="modSp mod">
        <pc:chgData name="Tim Torres" userId="890d5077-a0c4-465f-ab2c-98168905f4da" providerId="ADAL" clId="{C9FF384E-669A-B043-962A-C8F784898263}" dt="2025-05-30T09:07:42.322" v="11" actId="20577"/>
        <pc:sldMkLst>
          <pc:docMk/>
          <pc:sldMk cId="3758289849" sldId="1881839155"/>
        </pc:sldMkLst>
        <pc:spChg chg="mod">
          <ac:chgData name="Tim Torres" userId="890d5077-a0c4-465f-ab2c-98168905f4da" providerId="ADAL" clId="{C9FF384E-669A-B043-962A-C8F784898263}" dt="2025-05-29T10:07:17.277" v="0" actId="790"/>
          <ac:spMkLst>
            <pc:docMk/>
            <pc:sldMk cId="3758289849" sldId="1881839155"/>
            <ac:spMk id="2" creationId="{6F85D651-21FC-DC77-150F-36F81F3562FC}"/>
          </ac:spMkLst>
        </pc:spChg>
        <pc:spChg chg="mod">
          <ac:chgData name="Tim Torres" userId="890d5077-a0c4-465f-ab2c-98168905f4da" providerId="ADAL" clId="{C9FF384E-669A-B043-962A-C8F784898263}" dt="2025-05-29T10:07:17.277" v="0" actId="790"/>
          <ac:spMkLst>
            <pc:docMk/>
            <pc:sldMk cId="3758289849" sldId="1881839155"/>
            <ac:spMk id="5" creationId="{9D1C72CA-170D-4006-E218-5EC4C07E4157}"/>
          </ac:spMkLst>
        </pc:spChg>
        <pc:spChg chg="mod">
          <ac:chgData name="Tim Torres" userId="890d5077-a0c4-465f-ab2c-98168905f4da" providerId="ADAL" clId="{C9FF384E-669A-B043-962A-C8F784898263}" dt="2025-05-29T10:07:17.277" v="0" actId="790"/>
          <ac:spMkLst>
            <pc:docMk/>
            <pc:sldMk cId="3758289849" sldId="1881839155"/>
            <ac:spMk id="6" creationId="{A4F7512D-60FB-29A3-411C-8D35830B3541}"/>
          </ac:spMkLst>
        </pc:spChg>
        <pc:spChg chg="mod">
          <ac:chgData name="Tim Torres" userId="890d5077-a0c4-465f-ab2c-98168905f4da" providerId="ADAL" clId="{C9FF384E-669A-B043-962A-C8F784898263}" dt="2025-05-29T10:07:17.277" v="0" actId="790"/>
          <ac:spMkLst>
            <pc:docMk/>
            <pc:sldMk cId="3758289849" sldId="1881839155"/>
            <ac:spMk id="7" creationId="{12CACD69-6087-CF90-F6F9-265B74F60081}"/>
          </ac:spMkLst>
        </pc:spChg>
        <pc:spChg chg="mod">
          <ac:chgData name="Tim Torres" userId="890d5077-a0c4-465f-ab2c-98168905f4da" providerId="ADAL" clId="{C9FF384E-669A-B043-962A-C8F784898263}" dt="2025-05-29T10:07:17.277" v="0" actId="790"/>
          <ac:spMkLst>
            <pc:docMk/>
            <pc:sldMk cId="3758289849" sldId="1881839155"/>
            <ac:spMk id="8" creationId="{B6322992-E732-D149-ECB7-52C69F691AEF}"/>
          </ac:spMkLst>
        </pc:spChg>
        <pc:spChg chg="mod">
          <ac:chgData name="Tim Torres" userId="890d5077-a0c4-465f-ab2c-98168905f4da" providerId="ADAL" clId="{C9FF384E-669A-B043-962A-C8F784898263}" dt="2025-05-29T10:07:17.277" v="0" actId="790"/>
          <ac:spMkLst>
            <pc:docMk/>
            <pc:sldMk cId="3758289849" sldId="1881839155"/>
            <ac:spMk id="12" creationId="{9DE839C5-39D3-83A5-64A7-22C54937E415}"/>
          </ac:spMkLst>
        </pc:spChg>
        <pc:spChg chg="mod">
          <ac:chgData name="Tim Torres" userId="890d5077-a0c4-465f-ab2c-98168905f4da" providerId="ADAL" clId="{C9FF384E-669A-B043-962A-C8F784898263}" dt="2025-05-30T09:07:36.562" v="9" actId="207"/>
          <ac:spMkLst>
            <pc:docMk/>
            <pc:sldMk cId="3758289849" sldId="1881839155"/>
            <ac:spMk id="14" creationId="{0371FDAC-5A72-AFE1-8C78-903D1E09F1C6}"/>
          </ac:spMkLst>
        </pc:spChg>
        <pc:spChg chg="mod">
          <ac:chgData name="Tim Torres" userId="890d5077-a0c4-465f-ab2c-98168905f4da" providerId="ADAL" clId="{C9FF384E-669A-B043-962A-C8F784898263}" dt="2025-05-30T09:07:07.690" v="4" actId="207"/>
          <ac:spMkLst>
            <pc:docMk/>
            <pc:sldMk cId="3758289849" sldId="1881839155"/>
            <ac:spMk id="16" creationId="{361A45EF-E1AE-FD21-323A-44D3CCD47AE0}"/>
          </ac:spMkLst>
        </pc:spChg>
        <pc:spChg chg="mod">
          <ac:chgData name="Tim Torres" userId="890d5077-a0c4-465f-ab2c-98168905f4da" providerId="ADAL" clId="{C9FF384E-669A-B043-962A-C8F784898263}" dt="2025-05-30T09:07:42.322" v="11" actId="20577"/>
          <ac:spMkLst>
            <pc:docMk/>
            <pc:sldMk cId="3758289849" sldId="1881839155"/>
            <ac:spMk id="18" creationId="{944F7922-1ED2-09A6-3A91-7D77108A3E88}"/>
          </ac:spMkLst>
        </pc:spChg>
        <pc:spChg chg="mod">
          <ac:chgData name="Tim Torres" userId="890d5077-a0c4-465f-ab2c-98168905f4da" providerId="ADAL" clId="{C9FF384E-669A-B043-962A-C8F784898263}" dt="2025-05-29T10:07:17.277" v="0" actId="790"/>
          <ac:spMkLst>
            <pc:docMk/>
            <pc:sldMk cId="3758289849" sldId="1881839155"/>
            <ac:spMk id="20" creationId="{E28605AB-B754-2DB0-D0DF-9E8248466E9B}"/>
          </ac:spMkLst>
        </pc:spChg>
        <pc:cxnChg chg="mod">
          <ac:chgData name="Tim Torres" userId="890d5077-a0c4-465f-ab2c-98168905f4da" providerId="ADAL" clId="{C9FF384E-669A-B043-962A-C8F784898263}" dt="2025-05-30T09:07:20.118" v="6" actId="208"/>
          <ac:cxnSpMkLst>
            <pc:docMk/>
            <pc:sldMk cId="3758289849" sldId="1881839155"/>
            <ac:cxnSpMk id="9" creationId="{36060D02-8C40-56D9-B240-0F47D5661828}"/>
          </ac:cxnSpMkLst>
        </pc:cxnChg>
        <pc:cxnChg chg="mod">
          <ac:chgData name="Tim Torres" userId="890d5077-a0c4-465f-ab2c-98168905f4da" providerId="ADAL" clId="{C9FF384E-669A-B043-962A-C8F784898263}" dt="2025-05-30T09:07:20.118" v="6" actId="208"/>
          <ac:cxnSpMkLst>
            <pc:docMk/>
            <pc:sldMk cId="3758289849" sldId="1881839155"/>
            <ac:cxnSpMk id="11" creationId="{18E375EE-2C44-946F-01DE-23E53329CC47}"/>
          </ac:cxnSpMkLst>
        </pc:cxnChg>
        <pc:cxnChg chg="mod">
          <ac:chgData name="Tim Torres" userId="890d5077-a0c4-465f-ab2c-98168905f4da" providerId="ADAL" clId="{C9FF384E-669A-B043-962A-C8F784898263}" dt="2025-05-30T09:07:36.780" v="10" actId="208"/>
          <ac:cxnSpMkLst>
            <pc:docMk/>
            <pc:sldMk cId="3758289849" sldId="1881839155"/>
            <ac:cxnSpMk id="15" creationId="{42FC398A-6CCF-30FF-9433-1DD8B679DD22}"/>
          </ac:cxnSpMkLst>
        </pc:cxnChg>
        <pc:cxnChg chg="mod">
          <ac:chgData name="Tim Torres" userId="890d5077-a0c4-465f-ab2c-98168905f4da" providerId="ADAL" clId="{C9FF384E-669A-B043-962A-C8F784898263}" dt="2025-05-30T09:07:13.384" v="5" actId="208"/>
          <ac:cxnSpMkLst>
            <pc:docMk/>
            <pc:sldMk cId="3758289849" sldId="1881839155"/>
            <ac:cxnSpMk id="17" creationId="{89956A1E-B965-B9B8-33C7-E43486A53CA9}"/>
          </ac:cxnSpMkLst>
        </pc:cxnChg>
      </pc:sldChg>
      <pc:sldChg chg="addSp delSp modSp mod">
        <pc:chgData name="Tim Torres" userId="890d5077-a0c4-465f-ab2c-98168905f4da" providerId="ADAL" clId="{C9FF384E-669A-B043-962A-C8F784898263}" dt="2025-05-30T09:08:42.559" v="29" actId="1076"/>
        <pc:sldMkLst>
          <pc:docMk/>
          <pc:sldMk cId="13894508" sldId="1881839156"/>
        </pc:sldMkLst>
        <pc:spChg chg="mod">
          <ac:chgData name="Tim Torres" userId="890d5077-a0c4-465f-ab2c-98168905f4da" providerId="ADAL" clId="{C9FF384E-669A-B043-962A-C8F784898263}" dt="2025-05-29T10:07:17.277" v="0" actId="790"/>
          <ac:spMkLst>
            <pc:docMk/>
            <pc:sldMk cId="13894508" sldId="1881839156"/>
            <ac:spMk id="6" creationId="{DD7398CB-0837-4629-CD52-4E939D6D4C5B}"/>
          </ac:spMkLst>
        </pc:spChg>
        <pc:spChg chg="mod topLvl">
          <ac:chgData name="Tim Torres" userId="890d5077-a0c4-465f-ab2c-98168905f4da" providerId="ADAL" clId="{C9FF384E-669A-B043-962A-C8F784898263}" dt="2025-05-30T09:08:30.322" v="25" actId="165"/>
          <ac:spMkLst>
            <pc:docMk/>
            <pc:sldMk cId="13894508" sldId="1881839156"/>
            <ac:spMk id="9" creationId="{E627E8EC-21D4-8034-F525-38924011FA08}"/>
          </ac:spMkLst>
        </pc:spChg>
        <pc:spChg chg="mod topLvl">
          <ac:chgData name="Tim Torres" userId="890d5077-a0c4-465f-ab2c-98168905f4da" providerId="ADAL" clId="{C9FF384E-669A-B043-962A-C8F784898263}" dt="2025-05-30T09:08:34.979" v="26" actId="14100"/>
          <ac:spMkLst>
            <pc:docMk/>
            <pc:sldMk cId="13894508" sldId="1881839156"/>
            <ac:spMk id="10" creationId="{A6ADC2D2-7914-98D1-15F8-854A44D4D440}"/>
          </ac:spMkLst>
        </pc:spChg>
        <pc:spChg chg="mod topLvl">
          <ac:chgData name="Tim Torres" userId="890d5077-a0c4-465f-ab2c-98168905f4da" providerId="ADAL" clId="{C9FF384E-669A-B043-962A-C8F784898263}" dt="2025-05-30T09:08:30.322" v="25" actId="165"/>
          <ac:spMkLst>
            <pc:docMk/>
            <pc:sldMk cId="13894508" sldId="1881839156"/>
            <ac:spMk id="11" creationId="{A4A6C152-7BF2-9871-BE28-120CDB55201D}"/>
          </ac:spMkLst>
        </pc:spChg>
        <pc:spChg chg="mod">
          <ac:chgData name="Tim Torres" userId="890d5077-a0c4-465f-ab2c-98168905f4da" providerId="ADAL" clId="{C9FF384E-669A-B043-962A-C8F784898263}" dt="2025-05-29T10:07:17.277" v="0" actId="790"/>
          <ac:spMkLst>
            <pc:docMk/>
            <pc:sldMk cId="13894508" sldId="1881839156"/>
            <ac:spMk id="14" creationId="{2D7FA299-6753-F1C0-5718-DF78246FF5E4}"/>
          </ac:spMkLst>
        </pc:spChg>
        <pc:spChg chg="mod">
          <ac:chgData name="Tim Torres" userId="890d5077-a0c4-465f-ab2c-98168905f4da" providerId="ADAL" clId="{C9FF384E-669A-B043-962A-C8F784898263}" dt="2025-05-29T10:07:17.277" v="0" actId="790"/>
          <ac:spMkLst>
            <pc:docMk/>
            <pc:sldMk cId="13894508" sldId="1881839156"/>
            <ac:spMk id="16" creationId="{BD252931-66CD-512D-4821-B4224CDC032B}"/>
          </ac:spMkLst>
        </pc:spChg>
        <pc:spChg chg="mod">
          <ac:chgData name="Tim Torres" userId="890d5077-a0c4-465f-ab2c-98168905f4da" providerId="ADAL" clId="{C9FF384E-669A-B043-962A-C8F784898263}" dt="2025-05-29T10:07:17.277" v="0" actId="790"/>
          <ac:spMkLst>
            <pc:docMk/>
            <pc:sldMk cId="13894508" sldId="1881839156"/>
            <ac:spMk id="18" creationId="{5C7069FD-EA2D-8F55-B81A-EE488645DB2F}"/>
          </ac:spMkLst>
        </pc:spChg>
        <pc:spChg chg="mod">
          <ac:chgData name="Tim Torres" userId="890d5077-a0c4-465f-ab2c-98168905f4da" providerId="ADAL" clId="{C9FF384E-669A-B043-962A-C8F784898263}" dt="2025-05-29T10:07:17.277" v="0" actId="790"/>
          <ac:spMkLst>
            <pc:docMk/>
            <pc:sldMk cId="13894508" sldId="1881839156"/>
            <ac:spMk id="20" creationId="{32C92FAD-D52C-F175-3F58-7AEEAC3D5EF7}"/>
          </ac:spMkLst>
        </pc:spChg>
        <pc:spChg chg="mod">
          <ac:chgData name="Tim Torres" userId="890d5077-a0c4-465f-ab2c-98168905f4da" providerId="ADAL" clId="{C9FF384E-669A-B043-962A-C8F784898263}" dt="2025-05-29T10:07:17.277" v="0" actId="790"/>
          <ac:spMkLst>
            <pc:docMk/>
            <pc:sldMk cId="13894508" sldId="1881839156"/>
            <ac:spMk id="24" creationId="{2740AD6D-E710-A891-4314-EE780DB19941}"/>
          </ac:spMkLst>
        </pc:spChg>
        <pc:spChg chg="mod">
          <ac:chgData name="Tim Torres" userId="890d5077-a0c4-465f-ab2c-98168905f4da" providerId="ADAL" clId="{C9FF384E-669A-B043-962A-C8F784898263}" dt="2025-05-29T10:07:17.277" v="0" actId="790"/>
          <ac:spMkLst>
            <pc:docMk/>
            <pc:sldMk cId="13894508" sldId="1881839156"/>
            <ac:spMk id="27" creationId="{DC70142B-A0A2-A5C5-BFBA-ED5BA5A8F512}"/>
          </ac:spMkLst>
        </pc:spChg>
        <pc:spChg chg="mod">
          <ac:chgData name="Tim Torres" userId="890d5077-a0c4-465f-ab2c-98168905f4da" providerId="ADAL" clId="{C9FF384E-669A-B043-962A-C8F784898263}" dt="2025-05-29T10:07:17.277" v="0" actId="790"/>
          <ac:spMkLst>
            <pc:docMk/>
            <pc:sldMk cId="13894508" sldId="1881839156"/>
            <ac:spMk id="29" creationId="{AC1465FD-535E-5A19-D1BE-105563815454}"/>
          </ac:spMkLst>
        </pc:spChg>
        <pc:grpChg chg="add mod">
          <ac:chgData name="Tim Torres" userId="890d5077-a0c4-465f-ab2c-98168905f4da" providerId="ADAL" clId="{C9FF384E-669A-B043-962A-C8F784898263}" dt="2025-05-30T09:08:42.559" v="29" actId="1076"/>
          <ac:grpSpMkLst>
            <pc:docMk/>
            <pc:sldMk cId="13894508" sldId="1881839156"/>
            <ac:grpSpMk id="3" creationId="{CA4AB532-20E8-8C6F-7AC9-2AF11090903C}"/>
          </ac:grpSpMkLst>
        </pc:grpChg>
        <pc:grpChg chg="del">
          <ac:chgData name="Tim Torres" userId="890d5077-a0c4-465f-ab2c-98168905f4da" providerId="ADAL" clId="{C9FF384E-669A-B043-962A-C8F784898263}" dt="2025-05-30T09:08:30.322" v="25" actId="165"/>
          <ac:grpSpMkLst>
            <pc:docMk/>
            <pc:sldMk cId="13894508" sldId="1881839156"/>
            <ac:grpSpMk id="8" creationId="{A5A5EDEC-821E-0B7B-1645-D2F6E42DCE62}"/>
          </ac:grpSpMkLst>
        </pc:grpChg>
      </pc:sldChg>
      <pc:sldChg chg="modSp mod">
        <pc:chgData name="Tim Torres" userId="890d5077-a0c4-465f-ab2c-98168905f4da" providerId="ADAL" clId="{C9FF384E-669A-B043-962A-C8F784898263}" dt="2025-05-29T10:07:17.277" v="0" actId="790"/>
        <pc:sldMkLst>
          <pc:docMk/>
          <pc:sldMk cId="2521997516" sldId="1881839157"/>
        </pc:sldMkLst>
        <pc:spChg chg="mod">
          <ac:chgData name="Tim Torres" userId="890d5077-a0c4-465f-ab2c-98168905f4da" providerId="ADAL" clId="{C9FF384E-669A-B043-962A-C8F784898263}" dt="2025-05-29T10:07:17.277" v="0" actId="790"/>
          <ac:spMkLst>
            <pc:docMk/>
            <pc:sldMk cId="2521997516" sldId="1881839157"/>
            <ac:spMk id="2" creationId="{51198252-3509-AECE-428D-47FF6F784121}"/>
          </ac:spMkLst>
        </pc:spChg>
        <pc:spChg chg="mod">
          <ac:chgData name="Tim Torres" userId="890d5077-a0c4-465f-ab2c-98168905f4da" providerId="ADAL" clId="{C9FF384E-669A-B043-962A-C8F784898263}" dt="2025-05-29T10:07:17.277" v="0" actId="790"/>
          <ac:spMkLst>
            <pc:docMk/>
            <pc:sldMk cId="2521997516" sldId="1881839157"/>
            <ac:spMk id="5" creationId="{D3AB2547-048D-BC38-6178-FE6F34A5EF15}"/>
          </ac:spMkLst>
        </pc:spChg>
        <pc:spChg chg="mod">
          <ac:chgData name="Tim Torres" userId="890d5077-a0c4-465f-ab2c-98168905f4da" providerId="ADAL" clId="{C9FF384E-669A-B043-962A-C8F784898263}" dt="2025-05-29T10:07:17.277" v="0" actId="790"/>
          <ac:spMkLst>
            <pc:docMk/>
            <pc:sldMk cId="2521997516" sldId="1881839157"/>
            <ac:spMk id="6" creationId="{461EA29F-5BEF-793B-357F-2A9F6816C5A1}"/>
          </ac:spMkLst>
        </pc:spChg>
        <pc:spChg chg="mod">
          <ac:chgData name="Tim Torres" userId="890d5077-a0c4-465f-ab2c-98168905f4da" providerId="ADAL" clId="{C9FF384E-669A-B043-962A-C8F784898263}" dt="2025-05-29T10:07:17.277" v="0" actId="790"/>
          <ac:spMkLst>
            <pc:docMk/>
            <pc:sldMk cId="2521997516" sldId="1881839157"/>
            <ac:spMk id="17" creationId="{260A2B06-D5A8-A11B-8145-C7AF8C17C143}"/>
          </ac:spMkLst>
        </pc:spChg>
        <pc:spChg chg="mod">
          <ac:chgData name="Tim Torres" userId="890d5077-a0c4-465f-ab2c-98168905f4da" providerId="ADAL" clId="{C9FF384E-669A-B043-962A-C8F784898263}" dt="2025-05-29T10:07:17.277" v="0" actId="790"/>
          <ac:spMkLst>
            <pc:docMk/>
            <pc:sldMk cId="2521997516" sldId="1881839157"/>
            <ac:spMk id="18" creationId="{7A09586B-A5CC-0599-DC1C-C1A0BBD23530}"/>
          </ac:spMkLst>
        </pc:spChg>
        <pc:spChg chg="mod">
          <ac:chgData name="Tim Torres" userId="890d5077-a0c4-465f-ab2c-98168905f4da" providerId="ADAL" clId="{C9FF384E-669A-B043-962A-C8F784898263}" dt="2025-05-29T10:07:17.277" v="0" actId="790"/>
          <ac:spMkLst>
            <pc:docMk/>
            <pc:sldMk cId="2521997516" sldId="1881839157"/>
            <ac:spMk id="19" creationId="{3FF4012D-97A7-BC31-9017-FB14C618133A}"/>
          </ac:spMkLst>
        </pc:spChg>
        <pc:spChg chg="mod">
          <ac:chgData name="Tim Torres" userId="890d5077-a0c4-465f-ab2c-98168905f4da" providerId="ADAL" clId="{C9FF384E-669A-B043-962A-C8F784898263}" dt="2025-05-29T10:07:17.277" v="0" actId="790"/>
          <ac:spMkLst>
            <pc:docMk/>
            <pc:sldMk cId="2521997516" sldId="1881839157"/>
            <ac:spMk id="20" creationId="{0EF3C0E1-D585-6A18-C90D-3B2EDD441477}"/>
          </ac:spMkLst>
        </pc:spChg>
        <pc:spChg chg="mod">
          <ac:chgData name="Tim Torres" userId="890d5077-a0c4-465f-ab2c-98168905f4da" providerId="ADAL" clId="{C9FF384E-669A-B043-962A-C8F784898263}" dt="2025-05-29T10:07:17.277" v="0" actId="790"/>
          <ac:spMkLst>
            <pc:docMk/>
            <pc:sldMk cId="2521997516" sldId="1881839157"/>
            <ac:spMk id="21" creationId="{FB05C0DE-9B07-A257-9D6A-E03CFB433B21}"/>
          </ac:spMkLst>
        </pc:spChg>
        <pc:spChg chg="mod">
          <ac:chgData name="Tim Torres" userId="890d5077-a0c4-465f-ab2c-98168905f4da" providerId="ADAL" clId="{C9FF384E-669A-B043-962A-C8F784898263}" dt="2025-05-29T10:07:17.277" v="0" actId="790"/>
          <ac:spMkLst>
            <pc:docMk/>
            <pc:sldMk cId="2521997516" sldId="1881839157"/>
            <ac:spMk id="23" creationId="{2633C1F0-E417-8465-3132-4337E79AE547}"/>
          </ac:spMkLst>
        </pc:spChg>
        <pc:spChg chg="mod">
          <ac:chgData name="Tim Torres" userId="890d5077-a0c4-465f-ab2c-98168905f4da" providerId="ADAL" clId="{C9FF384E-669A-B043-962A-C8F784898263}" dt="2025-05-29T10:07:17.277" v="0" actId="790"/>
          <ac:spMkLst>
            <pc:docMk/>
            <pc:sldMk cId="2521997516" sldId="1881839157"/>
            <ac:spMk id="24" creationId="{0E4C5CEA-08E9-7AEF-DF62-A3A2E7F21D5E}"/>
          </ac:spMkLst>
        </pc:spChg>
      </pc:sldChg>
      <pc:sldChg chg="addSp delSp modSp mod">
        <pc:chgData name="Tim Torres" userId="890d5077-a0c4-465f-ab2c-98168905f4da" providerId="ADAL" clId="{C9FF384E-669A-B043-962A-C8F784898263}" dt="2025-05-30T11:50:55.783" v="142" actId="164"/>
        <pc:sldMkLst>
          <pc:docMk/>
          <pc:sldMk cId="81070431" sldId="1881839158"/>
        </pc:sldMkLst>
        <pc:spChg chg="mod">
          <ac:chgData name="Tim Torres" userId="890d5077-a0c4-465f-ab2c-98168905f4da" providerId="ADAL" clId="{C9FF384E-669A-B043-962A-C8F784898263}" dt="2025-05-29T10:07:17.277" v="0" actId="790"/>
          <ac:spMkLst>
            <pc:docMk/>
            <pc:sldMk cId="81070431" sldId="1881839158"/>
            <ac:spMk id="2" creationId="{3EEF0803-0BE0-8CFF-ED73-997ABCD290D7}"/>
          </ac:spMkLst>
        </pc:spChg>
        <pc:spChg chg="add del">
          <ac:chgData name="Tim Torres" userId="890d5077-a0c4-465f-ab2c-98168905f4da" providerId="ADAL" clId="{C9FF384E-669A-B043-962A-C8F784898263}" dt="2025-05-30T09:11:27.121" v="34" actId="22"/>
          <ac:spMkLst>
            <pc:docMk/>
            <pc:sldMk cId="81070431" sldId="1881839158"/>
            <ac:spMk id="4" creationId="{EAEB9FBF-5048-7D0E-ED5E-157980B080C8}"/>
          </ac:spMkLst>
        </pc:spChg>
        <pc:spChg chg="mod">
          <ac:chgData name="Tim Torres" userId="890d5077-a0c4-465f-ab2c-98168905f4da" providerId="ADAL" clId="{C9FF384E-669A-B043-962A-C8F784898263}" dt="2025-05-29T10:07:17.277" v="0" actId="790"/>
          <ac:spMkLst>
            <pc:docMk/>
            <pc:sldMk cId="81070431" sldId="1881839158"/>
            <ac:spMk id="5" creationId="{81E2D38A-1ED4-25FC-28C2-3FFC73A213DE}"/>
          </ac:spMkLst>
        </pc:spChg>
        <pc:spChg chg="mod topLvl">
          <ac:chgData name="Tim Torres" userId="890d5077-a0c4-465f-ab2c-98168905f4da" providerId="ADAL" clId="{C9FF384E-669A-B043-962A-C8F784898263}" dt="2025-05-30T11:49:49.808" v="45" actId="165"/>
          <ac:spMkLst>
            <pc:docMk/>
            <pc:sldMk cId="81070431" sldId="1881839158"/>
            <ac:spMk id="7" creationId="{D98E4A22-FAE0-DA2B-09C1-B26229F6C09F}"/>
          </ac:spMkLst>
        </pc:spChg>
        <pc:spChg chg="mod topLvl">
          <ac:chgData name="Tim Torres" userId="890d5077-a0c4-465f-ab2c-98168905f4da" providerId="ADAL" clId="{C9FF384E-669A-B043-962A-C8F784898263}" dt="2025-05-30T11:49:49.808" v="45" actId="165"/>
          <ac:spMkLst>
            <pc:docMk/>
            <pc:sldMk cId="81070431" sldId="1881839158"/>
            <ac:spMk id="8" creationId="{8A0C70EA-79BB-FE45-E0A2-6D628CDED6DE}"/>
          </ac:spMkLst>
        </pc:spChg>
        <pc:spChg chg="mod topLvl">
          <ac:chgData name="Tim Torres" userId="890d5077-a0c4-465f-ab2c-98168905f4da" providerId="ADAL" clId="{C9FF384E-669A-B043-962A-C8F784898263}" dt="2025-05-30T11:49:49.808" v="45" actId="165"/>
          <ac:spMkLst>
            <pc:docMk/>
            <pc:sldMk cId="81070431" sldId="1881839158"/>
            <ac:spMk id="9" creationId="{32778C0C-551A-A04C-3CC8-A6DC84502D23}"/>
          </ac:spMkLst>
        </pc:spChg>
        <pc:spChg chg="mod topLvl">
          <ac:chgData name="Tim Torres" userId="890d5077-a0c4-465f-ab2c-98168905f4da" providerId="ADAL" clId="{C9FF384E-669A-B043-962A-C8F784898263}" dt="2025-05-30T11:49:49.808" v="45" actId="165"/>
          <ac:spMkLst>
            <pc:docMk/>
            <pc:sldMk cId="81070431" sldId="1881839158"/>
            <ac:spMk id="10" creationId="{871038FE-CA01-8CAD-FE86-22B6302F80B6}"/>
          </ac:spMkLst>
        </pc:spChg>
        <pc:spChg chg="mod topLvl">
          <ac:chgData name="Tim Torres" userId="890d5077-a0c4-465f-ab2c-98168905f4da" providerId="ADAL" clId="{C9FF384E-669A-B043-962A-C8F784898263}" dt="2025-05-30T11:49:49.808" v="45" actId="165"/>
          <ac:spMkLst>
            <pc:docMk/>
            <pc:sldMk cId="81070431" sldId="1881839158"/>
            <ac:spMk id="11" creationId="{CDBA7556-5960-DE72-02A3-C03DE9AC830F}"/>
          </ac:spMkLst>
        </pc:spChg>
        <pc:spChg chg="mod topLvl">
          <ac:chgData name="Tim Torres" userId="890d5077-a0c4-465f-ab2c-98168905f4da" providerId="ADAL" clId="{C9FF384E-669A-B043-962A-C8F784898263}" dt="2025-05-30T11:49:49.808" v="45" actId="165"/>
          <ac:spMkLst>
            <pc:docMk/>
            <pc:sldMk cId="81070431" sldId="1881839158"/>
            <ac:spMk id="12" creationId="{BF3C541E-B018-9B15-99B5-A2103AEE3884}"/>
          </ac:spMkLst>
        </pc:spChg>
        <pc:spChg chg="topLvl">
          <ac:chgData name="Tim Torres" userId="890d5077-a0c4-465f-ab2c-98168905f4da" providerId="ADAL" clId="{C9FF384E-669A-B043-962A-C8F784898263}" dt="2025-05-30T11:49:49.808" v="45" actId="165"/>
          <ac:spMkLst>
            <pc:docMk/>
            <pc:sldMk cId="81070431" sldId="1881839158"/>
            <ac:spMk id="13" creationId="{048FCCA9-03C7-B6EA-0648-04DD29EF2652}"/>
          </ac:spMkLst>
        </pc:spChg>
        <pc:spChg chg="mod topLvl">
          <ac:chgData name="Tim Torres" userId="890d5077-a0c4-465f-ab2c-98168905f4da" providerId="ADAL" clId="{C9FF384E-669A-B043-962A-C8F784898263}" dt="2025-05-30T11:49:49.808" v="45" actId="165"/>
          <ac:spMkLst>
            <pc:docMk/>
            <pc:sldMk cId="81070431" sldId="1881839158"/>
            <ac:spMk id="14" creationId="{39B31377-C569-16DA-F171-25D36D9B097F}"/>
          </ac:spMkLst>
        </pc:spChg>
        <pc:spChg chg="mod topLvl">
          <ac:chgData name="Tim Torres" userId="890d5077-a0c4-465f-ab2c-98168905f4da" providerId="ADAL" clId="{C9FF384E-669A-B043-962A-C8F784898263}" dt="2025-05-30T11:49:49.808" v="45" actId="165"/>
          <ac:spMkLst>
            <pc:docMk/>
            <pc:sldMk cId="81070431" sldId="1881839158"/>
            <ac:spMk id="15" creationId="{59974846-1C2A-3C07-E874-91719DC09349}"/>
          </ac:spMkLst>
        </pc:spChg>
        <pc:spChg chg="mod">
          <ac:chgData name="Tim Torres" userId="890d5077-a0c4-465f-ab2c-98168905f4da" providerId="ADAL" clId="{C9FF384E-669A-B043-962A-C8F784898263}" dt="2025-05-30T11:50:45.386" v="139" actId="207"/>
          <ac:spMkLst>
            <pc:docMk/>
            <pc:sldMk cId="81070431" sldId="1881839158"/>
            <ac:spMk id="48" creationId="{E8AB5D18-2F3E-2FA3-11C6-C42DE1DB2B47}"/>
          </ac:spMkLst>
        </pc:spChg>
        <pc:spChg chg="mod">
          <ac:chgData name="Tim Torres" userId="890d5077-a0c4-465f-ab2c-98168905f4da" providerId="ADAL" clId="{C9FF384E-669A-B043-962A-C8F784898263}" dt="2025-05-30T11:50:45.386" v="139" actId="207"/>
          <ac:spMkLst>
            <pc:docMk/>
            <pc:sldMk cId="81070431" sldId="1881839158"/>
            <ac:spMk id="50" creationId="{C399338D-3F64-3357-D44F-AD47C428CF0E}"/>
          </ac:spMkLst>
        </pc:spChg>
        <pc:spChg chg="mod">
          <ac:chgData name="Tim Torres" userId="890d5077-a0c4-465f-ab2c-98168905f4da" providerId="ADAL" clId="{C9FF384E-669A-B043-962A-C8F784898263}" dt="2025-05-30T11:50:45.386" v="139" actId="207"/>
          <ac:spMkLst>
            <pc:docMk/>
            <pc:sldMk cId="81070431" sldId="1881839158"/>
            <ac:spMk id="51" creationId="{0173781C-7B75-421F-2D2D-3C8E04460C79}"/>
          </ac:spMkLst>
        </pc:spChg>
        <pc:spChg chg="mod">
          <ac:chgData name="Tim Torres" userId="890d5077-a0c4-465f-ab2c-98168905f4da" providerId="ADAL" clId="{C9FF384E-669A-B043-962A-C8F784898263}" dt="2025-05-30T11:50:45.386" v="139" actId="207"/>
          <ac:spMkLst>
            <pc:docMk/>
            <pc:sldMk cId="81070431" sldId="1881839158"/>
            <ac:spMk id="52" creationId="{6DE8CC8C-2AE3-ADA1-A193-176972919F1E}"/>
          </ac:spMkLst>
        </pc:spChg>
        <pc:spChg chg="mod">
          <ac:chgData name="Tim Torres" userId="890d5077-a0c4-465f-ab2c-98168905f4da" providerId="ADAL" clId="{C9FF384E-669A-B043-962A-C8F784898263}" dt="2025-05-30T11:50:45.386" v="139" actId="207"/>
          <ac:spMkLst>
            <pc:docMk/>
            <pc:sldMk cId="81070431" sldId="1881839158"/>
            <ac:spMk id="53" creationId="{D20547B5-615E-354F-8A7F-DD5D0D437532}"/>
          </ac:spMkLst>
        </pc:spChg>
        <pc:spChg chg="mod">
          <ac:chgData name="Tim Torres" userId="890d5077-a0c4-465f-ab2c-98168905f4da" providerId="ADAL" clId="{C9FF384E-669A-B043-962A-C8F784898263}" dt="2025-05-30T11:50:45.386" v="139" actId="207"/>
          <ac:spMkLst>
            <pc:docMk/>
            <pc:sldMk cId="81070431" sldId="1881839158"/>
            <ac:spMk id="54" creationId="{CE18F0E0-F78A-E2FE-CD9B-81C7335EEFB4}"/>
          </ac:spMkLst>
        </pc:spChg>
        <pc:spChg chg="mod">
          <ac:chgData name="Tim Torres" userId="890d5077-a0c4-465f-ab2c-98168905f4da" providerId="ADAL" clId="{C9FF384E-669A-B043-962A-C8F784898263}" dt="2025-05-30T11:50:31.866" v="138" actId="27803"/>
          <ac:spMkLst>
            <pc:docMk/>
            <pc:sldMk cId="81070431" sldId="1881839158"/>
            <ac:spMk id="55" creationId="{905266E6-68CE-AB4B-ACE5-A0591D61F894}"/>
          </ac:spMkLst>
        </pc:spChg>
        <pc:grpChg chg="mod">
          <ac:chgData name="Tim Torres" userId="890d5077-a0c4-465f-ab2c-98168905f4da" providerId="ADAL" clId="{C9FF384E-669A-B043-962A-C8F784898263}" dt="2025-05-30T11:50:52.003" v="141" actId="1076"/>
          <ac:grpSpMkLst>
            <pc:docMk/>
            <pc:sldMk cId="81070431" sldId="1881839158"/>
            <ac:grpSpMk id="44" creationId="{D8C1CAA8-6DD6-7EB2-08BF-118C84D5F724}"/>
          </ac:grpSpMkLst>
        </pc:grpChg>
        <pc:grpChg chg="mod">
          <ac:chgData name="Tim Torres" userId="890d5077-a0c4-465f-ab2c-98168905f4da" providerId="ADAL" clId="{C9FF384E-669A-B043-962A-C8F784898263}" dt="2025-05-30T11:50:31.866" v="138" actId="27803"/>
          <ac:grpSpMkLst>
            <pc:docMk/>
            <pc:sldMk cId="81070431" sldId="1881839158"/>
            <ac:grpSpMk id="46" creationId="{EF36753B-3278-6BF2-92E2-D1A8B2BAE256}"/>
          </ac:grpSpMkLst>
        </pc:grpChg>
        <pc:grpChg chg="add">
          <ac:chgData name="Tim Torres" userId="890d5077-a0c4-465f-ab2c-98168905f4da" providerId="ADAL" clId="{C9FF384E-669A-B043-962A-C8F784898263}" dt="2025-05-30T11:50:55.783" v="142" actId="164"/>
          <ac:grpSpMkLst>
            <pc:docMk/>
            <pc:sldMk cId="81070431" sldId="1881839158"/>
            <ac:grpSpMk id="56" creationId="{030AB6BA-7D04-0C29-C90F-1C9B35A127DE}"/>
          </ac:grpSpMkLst>
        </pc:grpChg>
        <pc:picChg chg="del mod">
          <ac:chgData name="Tim Torres" userId="890d5077-a0c4-465f-ab2c-98168905f4da" providerId="ADAL" clId="{C9FF384E-669A-B043-962A-C8F784898263}" dt="2025-05-30T11:50:31.866" v="138" actId="27803"/>
          <ac:picMkLst>
            <pc:docMk/>
            <pc:sldMk cId="81070431" sldId="1881839158"/>
            <ac:picMk id="21" creationId="{F263E1D7-8C41-DE99-2476-85BFA7309B4B}"/>
          </ac:picMkLst>
        </pc:picChg>
        <pc:picChg chg="mod">
          <ac:chgData name="Tim Torres" userId="890d5077-a0c4-465f-ab2c-98168905f4da" providerId="ADAL" clId="{C9FF384E-669A-B043-962A-C8F784898263}" dt="2025-05-30T11:50:16.626" v="78"/>
          <ac:picMkLst>
            <pc:docMk/>
            <pc:sldMk cId="81070431" sldId="1881839158"/>
            <ac:picMk id="26" creationId="{012CE1C7-3D0C-F8BF-529E-03D92FB79F8F}"/>
          </ac:picMkLst>
        </pc:picChg>
        <pc:picChg chg="topLvl">
          <ac:chgData name="Tim Torres" userId="890d5077-a0c4-465f-ab2c-98168905f4da" providerId="ADAL" clId="{C9FF384E-669A-B043-962A-C8F784898263}" dt="2025-05-30T11:49:49.808" v="45" actId="165"/>
          <ac:picMkLst>
            <pc:docMk/>
            <pc:sldMk cId="81070431" sldId="1881839158"/>
            <ac:picMk id="27" creationId="{2E58BDB5-910A-DB0F-1DFC-716942DA717C}"/>
          </ac:picMkLst>
        </pc:picChg>
        <pc:picChg chg="mod">
          <ac:chgData name="Tim Torres" userId="890d5077-a0c4-465f-ab2c-98168905f4da" providerId="ADAL" clId="{C9FF384E-669A-B043-962A-C8F784898263}" dt="2025-05-30T11:50:23.966" v="137"/>
          <ac:picMkLst>
            <pc:docMk/>
            <pc:sldMk cId="81070431" sldId="1881839158"/>
            <ac:picMk id="33" creationId="{9213652C-18B8-EE2E-AA7E-73748BD1428C}"/>
          </ac:picMkLst>
        </pc:picChg>
        <pc:picChg chg="mod">
          <ac:chgData name="Tim Torres" userId="890d5077-a0c4-465f-ab2c-98168905f4da" providerId="ADAL" clId="{C9FF384E-669A-B043-962A-C8F784898263}" dt="2025-05-30T11:50:19.057" v="81"/>
          <ac:picMkLst>
            <pc:docMk/>
            <pc:sldMk cId="81070431" sldId="1881839158"/>
            <ac:picMk id="38" creationId="{BD5E61BC-88EF-20FC-A3D3-36769D099D19}"/>
          </ac:picMkLst>
        </pc:picChg>
        <pc:picChg chg="add mod">
          <ac:chgData name="Tim Torres" userId="890d5077-a0c4-465f-ab2c-98168905f4da" providerId="ADAL" clId="{C9FF384E-669A-B043-962A-C8F784898263}" dt="2025-05-30T09:12:36.192" v="39" actId="1076"/>
          <ac:picMkLst>
            <pc:docMk/>
            <pc:sldMk cId="81070431" sldId="1881839158"/>
            <ac:picMk id="45" creationId="{83443CEB-97FE-7681-BCD5-AA309E28195B}"/>
          </ac:picMkLst>
        </pc:picChg>
        <pc:picChg chg="add mod">
          <ac:chgData name="Tim Torres" userId="890d5077-a0c4-465f-ab2c-98168905f4da" providerId="ADAL" clId="{C9FF384E-669A-B043-962A-C8F784898263}" dt="2025-05-30T09:12:34.505" v="38" actId="1076"/>
          <ac:picMkLst>
            <pc:docMk/>
            <pc:sldMk cId="81070431" sldId="1881839158"/>
            <ac:picMk id="47" creationId="{39B5F215-F113-3038-7614-13BA227250EC}"/>
          </ac:picMkLst>
        </pc:picChg>
        <pc:picChg chg="add mod">
          <ac:chgData name="Tim Torres" userId="890d5077-a0c4-465f-ab2c-98168905f4da" providerId="ADAL" clId="{C9FF384E-669A-B043-962A-C8F784898263}" dt="2025-05-30T09:12:33.058" v="37" actId="1076"/>
          <ac:picMkLst>
            <pc:docMk/>
            <pc:sldMk cId="81070431" sldId="1881839158"/>
            <ac:picMk id="49" creationId="{3CFF454C-323B-EFDC-37FD-D6EDE0330855}"/>
          </ac:picMkLst>
        </pc:picChg>
      </pc:sldChg>
      <pc:sldChg chg="modSp mod">
        <pc:chgData name="Tim Torres" userId="890d5077-a0c4-465f-ab2c-98168905f4da" providerId="ADAL" clId="{C9FF384E-669A-B043-962A-C8F784898263}" dt="2025-05-29T10:07:17.277" v="0" actId="790"/>
        <pc:sldMkLst>
          <pc:docMk/>
          <pc:sldMk cId="3120193561" sldId="1881839160"/>
        </pc:sldMkLst>
        <pc:spChg chg="mod">
          <ac:chgData name="Tim Torres" userId="890d5077-a0c4-465f-ab2c-98168905f4da" providerId="ADAL" clId="{C9FF384E-669A-B043-962A-C8F784898263}" dt="2025-05-29T10:07:17.277" v="0" actId="790"/>
          <ac:spMkLst>
            <pc:docMk/>
            <pc:sldMk cId="3120193561" sldId="1881839160"/>
            <ac:spMk id="2" creationId="{80B56142-C90C-FDA8-3E89-B0C8DB227648}"/>
          </ac:spMkLst>
        </pc:spChg>
        <pc:spChg chg="mod">
          <ac:chgData name="Tim Torres" userId="890d5077-a0c4-465f-ab2c-98168905f4da" providerId="ADAL" clId="{C9FF384E-669A-B043-962A-C8F784898263}" dt="2025-05-29T10:07:17.277" v="0" actId="790"/>
          <ac:spMkLst>
            <pc:docMk/>
            <pc:sldMk cId="3120193561" sldId="1881839160"/>
            <ac:spMk id="3" creationId="{48D1BDE5-5506-B471-4061-CF77CCE16691}"/>
          </ac:spMkLst>
        </pc:spChg>
        <pc:spChg chg="mod">
          <ac:chgData name="Tim Torres" userId="890d5077-a0c4-465f-ab2c-98168905f4da" providerId="ADAL" clId="{C9FF384E-669A-B043-962A-C8F784898263}" dt="2025-05-29T10:07:17.277" v="0" actId="790"/>
          <ac:spMkLst>
            <pc:docMk/>
            <pc:sldMk cId="3120193561" sldId="1881839160"/>
            <ac:spMk id="4" creationId="{3CD07F8A-1479-A3C8-6C6F-129BAE68205A}"/>
          </ac:spMkLst>
        </pc:spChg>
        <pc:spChg chg="mod">
          <ac:chgData name="Tim Torres" userId="890d5077-a0c4-465f-ab2c-98168905f4da" providerId="ADAL" clId="{C9FF384E-669A-B043-962A-C8F784898263}" dt="2025-05-29T10:07:17.277" v="0" actId="790"/>
          <ac:spMkLst>
            <pc:docMk/>
            <pc:sldMk cId="3120193561" sldId="1881839160"/>
            <ac:spMk id="6" creationId="{E9B3D71A-BB28-A94A-59B5-BDF4377F554C}"/>
          </ac:spMkLst>
        </pc:spChg>
        <pc:spChg chg="mod">
          <ac:chgData name="Tim Torres" userId="890d5077-a0c4-465f-ab2c-98168905f4da" providerId="ADAL" clId="{C9FF384E-669A-B043-962A-C8F784898263}" dt="2025-05-29T10:07:17.277" v="0" actId="790"/>
          <ac:spMkLst>
            <pc:docMk/>
            <pc:sldMk cId="3120193561" sldId="1881839160"/>
            <ac:spMk id="8" creationId="{1D5F9D53-1C83-0462-6E1C-DFFBAA7C2DAE}"/>
          </ac:spMkLst>
        </pc:spChg>
        <pc:spChg chg="mod">
          <ac:chgData name="Tim Torres" userId="890d5077-a0c4-465f-ab2c-98168905f4da" providerId="ADAL" clId="{C9FF384E-669A-B043-962A-C8F784898263}" dt="2025-05-29T10:07:17.277" v="0" actId="790"/>
          <ac:spMkLst>
            <pc:docMk/>
            <pc:sldMk cId="3120193561" sldId="1881839160"/>
            <ac:spMk id="9" creationId="{09F98757-7DA2-37C9-EC5A-ED5F6EF2DAD3}"/>
          </ac:spMkLst>
        </pc:spChg>
        <pc:spChg chg="mod">
          <ac:chgData name="Tim Torres" userId="890d5077-a0c4-465f-ab2c-98168905f4da" providerId="ADAL" clId="{C9FF384E-669A-B043-962A-C8F784898263}" dt="2025-05-29T10:07:17.277" v="0" actId="790"/>
          <ac:spMkLst>
            <pc:docMk/>
            <pc:sldMk cId="3120193561" sldId="1881839160"/>
            <ac:spMk id="14" creationId="{E7411794-7A1E-8531-0DFF-4B477E9B0AF4}"/>
          </ac:spMkLst>
        </pc:spChg>
      </pc:sldChg>
      <pc:sldChg chg="modSp mod">
        <pc:chgData name="Tim Torres" userId="890d5077-a0c4-465f-ab2c-98168905f4da" providerId="ADAL" clId="{C9FF384E-669A-B043-962A-C8F784898263}" dt="2025-05-29T10:07:17.277" v="0" actId="790"/>
        <pc:sldMkLst>
          <pc:docMk/>
          <pc:sldMk cId="2257930849" sldId="1881839166"/>
        </pc:sldMkLst>
        <pc:spChg chg="mod">
          <ac:chgData name="Tim Torres" userId="890d5077-a0c4-465f-ab2c-98168905f4da" providerId="ADAL" clId="{C9FF384E-669A-B043-962A-C8F784898263}" dt="2025-05-29T10:07:17.277" v="0" actId="790"/>
          <ac:spMkLst>
            <pc:docMk/>
            <pc:sldMk cId="2257930849" sldId="1881839166"/>
            <ac:spMk id="2" creationId="{635361D0-FECA-9FA2-D2E7-308EC61F4EFD}"/>
          </ac:spMkLst>
        </pc:spChg>
        <pc:spChg chg="mod">
          <ac:chgData name="Tim Torres" userId="890d5077-a0c4-465f-ab2c-98168905f4da" providerId="ADAL" clId="{C9FF384E-669A-B043-962A-C8F784898263}" dt="2025-05-29T10:07:17.277" v="0" actId="790"/>
          <ac:spMkLst>
            <pc:docMk/>
            <pc:sldMk cId="2257930849" sldId="1881839166"/>
            <ac:spMk id="3" creationId="{8B93A85A-911D-AC41-9B61-B25915FBEBBB}"/>
          </ac:spMkLst>
        </pc:spChg>
        <pc:spChg chg="mod">
          <ac:chgData name="Tim Torres" userId="890d5077-a0c4-465f-ab2c-98168905f4da" providerId="ADAL" clId="{C9FF384E-669A-B043-962A-C8F784898263}" dt="2025-05-29T10:07:17.277" v="0" actId="790"/>
          <ac:spMkLst>
            <pc:docMk/>
            <pc:sldMk cId="2257930849" sldId="1881839166"/>
            <ac:spMk id="4" creationId="{AF82F599-251C-5B9A-E37E-64C1BADD34B1}"/>
          </ac:spMkLst>
        </pc:spChg>
        <pc:spChg chg="mod">
          <ac:chgData name="Tim Torres" userId="890d5077-a0c4-465f-ab2c-98168905f4da" providerId="ADAL" clId="{C9FF384E-669A-B043-962A-C8F784898263}" dt="2025-05-29T10:07:17.277" v="0" actId="790"/>
          <ac:spMkLst>
            <pc:docMk/>
            <pc:sldMk cId="2257930849" sldId="1881839166"/>
            <ac:spMk id="6" creationId="{8FA658C1-B983-CD59-A1F5-901E8FD03604}"/>
          </ac:spMkLst>
        </pc:spChg>
        <pc:spChg chg="mod">
          <ac:chgData name="Tim Torres" userId="890d5077-a0c4-465f-ab2c-98168905f4da" providerId="ADAL" clId="{C9FF384E-669A-B043-962A-C8F784898263}" dt="2025-05-29T10:07:17.277" v="0" actId="790"/>
          <ac:spMkLst>
            <pc:docMk/>
            <pc:sldMk cId="2257930849" sldId="1881839166"/>
            <ac:spMk id="10" creationId="{D3640FB9-850B-CD90-B108-24339938CB82}"/>
          </ac:spMkLst>
        </pc:spChg>
        <pc:spChg chg="mod">
          <ac:chgData name="Tim Torres" userId="890d5077-a0c4-465f-ab2c-98168905f4da" providerId="ADAL" clId="{C9FF384E-669A-B043-962A-C8F784898263}" dt="2025-05-29T10:07:17.277" v="0" actId="790"/>
          <ac:spMkLst>
            <pc:docMk/>
            <pc:sldMk cId="2257930849" sldId="1881839166"/>
            <ac:spMk id="19" creationId="{C8FA048E-5393-8600-935E-D31DE531E176}"/>
          </ac:spMkLst>
        </pc:spChg>
      </pc:sldChg>
      <pc:sldChg chg="modSp mod">
        <pc:chgData name="Tim Torres" userId="890d5077-a0c4-465f-ab2c-98168905f4da" providerId="ADAL" clId="{C9FF384E-669A-B043-962A-C8F784898263}" dt="2025-05-29T10:07:17.277" v="0" actId="790"/>
        <pc:sldMkLst>
          <pc:docMk/>
          <pc:sldMk cId="3956709758" sldId="1881839167"/>
        </pc:sldMkLst>
        <pc:spChg chg="mod">
          <ac:chgData name="Tim Torres" userId="890d5077-a0c4-465f-ab2c-98168905f4da" providerId="ADAL" clId="{C9FF384E-669A-B043-962A-C8F784898263}" dt="2025-05-29T10:07:17.277" v="0" actId="790"/>
          <ac:spMkLst>
            <pc:docMk/>
            <pc:sldMk cId="3956709758" sldId="1881839167"/>
            <ac:spMk id="2" creationId="{B2D6D096-7F36-B5DC-0CD6-C8FFE7FA0BD5}"/>
          </ac:spMkLst>
        </pc:spChg>
        <pc:spChg chg="mod">
          <ac:chgData name="Tim Torres" userId="890d5077-a0c4-465f-ab2c-98168905f4da" providerId="ADAL" clId="{C9FF384E-669A-B043-962A-C8F784898263}" dt="2025-05-29T10:07:17.277" v="0" actId="790"/>
          <ac:spMkLst>
            <pc:docMk/>
            <pc:sldMk cId="3956709758" sldId="1881839167"/>
            <ac:spMk id="3" creationId="{D5A57AF6-69D9-1963-F3BD-B568FC6D79C0}"/>
          </ac:spMkLst>
        </pc:spChg>
        <pc:spChg chg="mod">
          <ac:chgData name="Tim Torres" userId="890d5077-a0c4-465f-ab2c-98168905f4da" providerId="ADAL" clId="{C9FF384E-669A-B043-962A-C8F784898263}" dt="2025-05-29T10:07:17.277" v="0" actId="790"/>
          <ac:spMkLst>
            <pc:docMk/>
            <pc:sldMk cId="3956709758" sldId="1881839167"/>
            <ac:spMk id="4" creationId="{78DDC5EC-8940-C559-05E2-868768E1213C}"/>
          </ac:spMkLst>
        </pc:spChg>
        <pc:spChg chg="mod">
          <ac:chgData name="Tim Torres" userId="890d5077-a0c4-465f-ab2c-98168905f4da" providerId="ADAL" clId="{C9FF384E-669A-B043-962A-C8F784898263}" dt="2025-05-29T10:07:17.277" v="0" actId="790"/>
          <ac:spMkLst>
            <pc:docMk/>
            <pc:sldMk cId="3956709758" sldId="1881839167"/>
            <ac:spMk id="6" creationId="{53E97C9E-0EFE-D866-601F-A4A87BC88E59}"/>
          </ac:spMkLst>
        </pc:spChg>
        <pc:spChg chg="mod">
          <ac:chgData name="Tim Torres" userId="890d5077-a0c4-465f-ab2c-98168905f4da" providerId="ADAL" clId="{C9FF384E-669A-B043-962A-C8F784898263}" dt="2025-05-29T10:07:17.277" v="0" actId="790"/>
          <ac:spMkLst>
            <pc:docMk/>
            <pc:sldMk cId="3956709758" sldId="1881839167"/>
            <ac:spMk id="7" creationId="{345C651B-4DA0-7811-364B-8C4D3A65E803}"/>
          </ac:spMkLst>
        </pc:spChg>
        <pc:spChg chg="mod">
          <ac:chgData name="Tim Torres" userId="890d5077-a0c4-465f-ab2c-98168905f4da" providerId="ADAL" clId="{C9FF384E-669A-B043-962A-C8F784898263}" dt="2025-05-29T10:07:17.277" v="0" actId="790"/>
          <ac:spMkLst>
            <pc:docMk/>
            <pc:sldMk cId="3956709758" sldId="1881839167"/>
            <ac:spMk id="28" creationId="{BD272C66-F6D4-EF1D-A50C-DD28A3B4BFD2}"/>
          </ac:spMkLst>
        </pc:spChg>
      </pc:sldChg>
      <pc:sldChg chg="modSp mod">
        <pc:chgData name="Tim Torres" userId="890d5077-a0c4-465f-ab2c-98168905f4da" providerId="ADAL" clId="{C9FF384E-669A-B043-962A-C8F784898263}" dt="2025-05-29T10:07:17.277" v="0" actId="790"/>
        <pc:sldMkLst>
          <pc:docMk/>
          <pc:sldMk cId="35878351" sldId="1881839168"/>
        </pc:sldMkLst>
        <pc:spChg chg="mod">
          <ac:chgData name="Tim Torres" userId="890d5077-a0c4-465f-ab2c-98168905f4da" providerId="ADAL" clId="{C9FF384E-669A-B043-962A-C8F784898263}" dt="2025-05-29T10:07:17.277" v="0" actId="790"/>
          <ac:spMkLst>
            <pc:docMk/>
            <pc:sldMk cId="35878351" sldId="1881839168"/>
            <ac:spMk id="2" creationId="{D69AEFEE-7B70-EAD3-6737-060BC5832823}"/>
          </ac:spMkLst>
        </pc:spChg>
        <pc:spChg chg="mod">
          <ac:chgData name="Tim Torres" userId="890d5077-a0c4-465f-ab2c-98168905f4da" providerId="ADAL" clId="{C9FF384E-669A-B043-962A-C8F784898263}" dt="2025-05-29T10:07:17.277" v="0" actId="790"/>
          <ac:spMkLst>
            <pc:docMk/>
            <pc:sldMk cId="35878351" sldId="1881839168"/>
            <ac:spMk id="3" creationId="{7C836E65-A02E-FD61-9409-0C4F6A822FBC}"/>
          </ac:spMkLst>
        </pc:spChg>
        <pc:spChg chg="mod">
          <ac:chgData name="Tim Torres" userId="890d5077-a0c4-465f-ab2c-98168905f4da" providerId="ADAL" clId="{C9FF384E-669A-B043-962A-C8F784898263}" dt="2025-05-29T10:07:17.277" v="0" actId="790"/>
          <ac:spMkLst>
            <pc:docMk/>
            <pc:sldMk cId="35878351" sldId="1881839168"/>
            <ac:spMk id="4" creationId="{614C72FD-8BB9-3457-7074-324E29216D38}"/>
          </ac:spMkLst>
        </pc:spChg>
        <pc:spChg chg="mod">
          <ac:chgData name="Tim Torres" userId="890d5077-a0c4-465f-ab2c-98168905f4da" providerId="ADAL" clId="{C9FF384E-669A-B043-962A-C8F784898263}" dt="2025-05-29T10:07:17.277" v="0" actId="790"/>
          <ac:spMkLst>
            <pc:docMk/>
            <pc:sldMk cId="35878351" sldId="1881839168"/>
            <ac:spMk id="6" creationId="{BF3F0DC3-07A6-72A2-264C-1B772E0118A8}"/>
          </ac:spMkLst>
        </pc:spChg>
        <pc:spChg chg="mod">
          <ac:chgData name="Tim Torres" userId="890d5077-a0c4-465f-ab2c-98168905f4da" providerId="ADAL" clId="{C9FF384E-669A-B043-962A-C8F784898263}" dt="2025-05-29T10:07:17.277" v="0" actId="790"/>
          <ac:spMkLst>
            <pc:docMk/>
            <pc:sldMk cId="35878351" sldId="1881839168"/>
            <ac:spMk id="8" creationId="{9F39FEC1-7602-5EC2-50B1-C3C3FEA7E0A0}"/>
          </ac:spMkLst>
        </pc:spChg>
        <pc:spChg chg="mod">
          <ac:chgData name="Tim Torres" userId="890d5077-a0c4-465f-ab2c-98168905f4da" providerId="ADAL" clId="{C9FF384E-669A-B043-962A-C8F784898263}" dt="2025-05-29T10:07:17.277" v="0" actId="790"/>
          <ac:spMkLst>
            <pc:docMk/>
            <pc:sldMk cId="35878351" sldId="1881839168"/>
            <ac:spMk id="12" creationId="{F7F808BF-C04C-C2EE-9FA0-E9859A4A9A23}"/>
          </ac:spMkLst>
        </pc:spChg>
      </pc:sldChg>
      <pc:sldChg chg="modSp mod">
        <pc:chgData name="Tim Torres" userId="890d5077-a0c4-465f-ab2c-98168905f4da" providerId="ADAL" clId="{C9FF384E-669A-B043-962A-C8F784898263}" dt="2025-05-29T10:07:17.277" v="0" actId="790"/>
        <pc:sldMkLst>
          <pc:docMk/>
          <pc:sldMk cId="1094749244" sldId="1881839169"/>
        </pc:sldMkLst>
        <pc:spChg chg="mod">
          <ac:chgData name="Tim Torres" userId="890d5077-a0c4-465f-ab2c-98168905f4da" providerId="ADAL" clId="{C9FF384E-669A-B043-962A-C8F784898263}" dt="2025-05-29T10:07:17.277" v="0" actId="790"/>
          <ac:spMkLst>
            <pc:docMk/>
            <pc:sldMk cId="1094749244" sldId="1881839169"/>
            <ac:spMk id="2" creationId="{BEB4FD6B-891A-83EA-102B-8A34202BBEDE}"/>
          </ac:spMkLst>
        </pc:spChg>
        <pc:spChg chg="mod">
          <ac:chgData name="Tim Torres" userId="890d5077-a0c4-465f-ab2c-98168905f4da" providerId="ADAL" clId="{C9FF384E-669A-B043-962A-C8F784898263}" dt="2025-05-29T10:07:17.277" v="0" actId="790"/>
          <ac:spMkLst>
            <pc:docMk/>
            <pc:sldMk cId="1094749244" sldId="1881839169"/>
            <ac:spMk id="3" creationId="{5A85A2E5-9CB2-E72C-849F-A62C5BEF24A5}"/>
          </ac:spMkLst>
        </pc:spChg>
        <pc:spChg chg="mod">
          <ac:chgData name="Tim Torres" userId="890d5077-a0c4-465f-ab2c-98168905f4da" providerId="ADAL" clId="{C9FF384E-669A-B043-962A-C8F784898263}" dt="2025-05-29T10:07:17.277" v="0" actId="790"/>
          <ac:spMkLst>
            <pc:docMk/>
            <pc:sldMk cId="1094749244" sldId="1881839169"/>
            <ac:spMk id="4" creationId="{00DD48E2-CE46-1CCE-A86A-902942BFB5FB}"/>
          </ac:spMkLst>
        </pc:spChg>
        <pc:spChg chg="mod">
          <ac:chgData name="Tim Torres" userId="890d5077-a0c4-465f-ab2c-98168905f4da" providerId="ADAL" clId="{C9FF384E-669A-B043-962A-C8F784898263}" dt="2025-05-29T10:07:17.277" v="0" actId="790"/>
          <ac:spMkLst>
            <pc:docMk/>
            <pc:sldMk cId="1094749244" sldId="1881839169"/>
            <ac:spMk id="6" creationId="{CFE0185E-CAB5-4BB4-27EC-BBA1DCC4F0AD}"/>
          </ac:spMkLst>
        </pc:spChg>
        <pc:spChg chg="mod">
          <ac:chgData name="Tim Torres" userId="890d5077-a0c4-465f-ab2c-98168905f4da" providerId="ADAL" clId="{C9FF384E-669A-B043-962A-C8F784898263}" dt="2025-05-29T10:07:17.277" v="0" actId="790"/>
          <ac:spMkLst>
            <pc:docMk/>
            <pc:sldMk cId="1094749244" sldId="1881839169"/>
            <ac:spMk id="7" creationId="{EBD664CB-0D24-5306-5F7B-E5DD52CBAD19}"/>
          </ac:spMkLst>
        </pc:spChg>
        <pc:spChg chg="mod">
          <ac:chgData name="Tim Torres" userId="890d5077-a0c4-465f-ab2c-98168905f4da" providerId="ADAL" clId="{C9FF384E-669A-B043-962A-C8F784898263}" dt="2025-05-29T10:07:17.277" v="0" actId="790"/>
          <ac:spMkLst>
            <pc:docMk/>
            <pc:sldMk cId="1094749244" sldId="1881839169"/>
            <ac:spMk id="14" creationId="{6B64CCE4-6FD0-0791-5C79-28CD8412E133}"/>
          </ac:spMkLst>
        </pc:spChg>
      </pc:sldChg>
      <pc:sldChg chg="modSp mod">
        <pc:chgData name="Tim Torres" userId="890d5077-a0c4-465f-ab2c-98168905f4da" providerId="ADAL" clId="{C9FF384E-669A-B043-962A-C8F784898263}" dt="2025-05-29T10:07:17.277" v="0" actId="790"/>
        <pc:sldMkLst>
          <pc:docMk/>
          <pc:sldMk cId="712210868" sldId="1881839170"/>
        </pc:sldMkLst>
        <pc:spChg chg="mod">
          <ac:chgData name="Tim Torres" userId="890d5077-a0c4-465f-ab2c-98168905f4da" providerId="ADAL" clId="{C9FF384E-669A-B043-962A-C8F784898263}" dt="2025-05-29T10:07:17.277" v="0" actId="790"/>
          <ac:spMkLst>
            <pc:docMk/>
            <pc:sldMk cId="712210868" sldId="1881839170"/>
            <ac:spMk id="2" creationId="{86D33B12-EDF1-4B49-C29B-7767D4E6FC76}"/>
          </ac:spMkLst>
        </pc:spChg>
        <pc:spChg chg="mod">
          <ac:chgData name="Tim Torres" userId="890d5077-a0c4-465f-ab2c-98168905f4da" providerId="ADAL" clId="{C9FF384E-669A-B043-962A-C8F784898263}" dt="2025-05-29T10:07:17.277" v="0" actId="790"/>
          <ac:spMkLst>
            <pc:docMk/>
            <pc:sldMk cId="712210868" sldId="1881839170"/>
            <ac:spMk id="3" creationId="{27C6AA4A-DBBC-2AA0-2EAD-06BD48D73E4F}"/>
          </ac:spMkLst>
        </pc:spChg>
        <pc:spChg chg="mod">
          <ac:chgData name="Tim Torres" userId="890d5077-a0c4-465f-ab2c-98168905f4da" providerId="ADAL" clId="{C9FF384E-669A-B043-962A-C8F784898263}" dt="2025-05-29T10:07:17.277" v="0" actId="790"/>
          <ac:spMkLst>
            <pc:docMk/>
            <pc:sldMk cId="712210868" sldId="1881839170"/>
            <ac:spMk id="4" creationId="{EDD3765C-9747-57FA-6ED8-40CB90C800C3}"/>
          </ac:spMkLst>
        </pc:spChg>
        <pc:spChg chg="mod">
          <ac:chgData name="Tim Torres" userId="890d5077-a0c4-465f-ab2c-98168905f4da" providerId="ADAL" clId="{C9FF384E-669A-B043-962A-C8F784898263}" dt="2025-05-29T10:07:17.277" v="0" actId="790"/>
          <ac:spMkLst>
            <pc:docMk/>
            <pc:sldMk cId="712210868" sldId="1881839170"/>
            <ac:spMk id="6" creationId="{F4A6F3A3-D28F-7E35-DB84-CDC7DCF8177D}"/>
          </ac:spMkLst>
        </pc:spChg>
        <pc:spChg chg="mod">
          <ac:chgData name="Tim Torres" userId="890d5077-a0c4-465f-ab2c-98168905f4da" providerId="ADAL" clId="{C9FF384E-669A-B043-962A-C8F784898263}" dt="2025-05-29T10:07:17.277" v="0" actId="790"/>
          <ac:spMkLst>
            <pc:docMk/>
            <pc:sldMk cId="712210868" sldId="1881839170"/>
            <ac:spMk id="8" creationId="{4664858B-7CE3-723A-0AAB-86345E6E5D81}"/>
          </ac:spMkLst>
        </pc:spChg>
        <pc:spChg chg="mod">
          <ac:chgData name="Tim Torres" userId="890d5077-a0c4-465f-ab2c-98168905f4da" providerId="ADAL" clId="{C9FF384E-669A-B043-962A-C8F784898263}" dt="2025-05-29T10:07:17.277" v="0" actId="790"/>
          <ac:spMkLst>
            <pc:docMk/>
            <pc:sldMk cId="712210868" sldId="1881839170"/>
            <ac:spMk id="12" creationId="{C29F362F-0A1C-A0D4-852F-723C68C55A71}"/>
          </ac:spMkLst>
        </pc:spChg>
      </pc:sldChg>
      <pc:sldChg chg="modSp mod">
        <pc:chgData name="Tim Torres" userId="890d5077-a0c4-465f-ab2c-98168905f4da" providerId="ADAL" clId="{C9FF384E-669A-B043-962A-C8F784898263}" dt="2025-05-29T10:07:17.277" v="0" actId="790"/>
        <pc:sldMkLst>
          <pc:docMk/>
          <pc:sldMk cId="4050960601" sldId="1881839270"/>
        </pc:sldMkLst>
        <pc:spChg chg="mod">
          <ac:chgData name="Tim Torres" userId="890d5077-a0c4-465f-ab2c-98168905f4da" providerId="ADAL" clId="{C9FF384E-669A-B043-962A-C8F784898263}" dt="2025-05-29T10:07:17.277" v="0" actId="790"/>
          <ac:spMkLst>
            <pc:docMk/>
            <pc:sldMk cId="4050960601" sldId="1881839270"/>
            <ac:spMk id="5" creationId="{D3325530-B880-9E8E-8B48-25966A259668}"/>
          </ac:spMkLst>
        </pc:spChg>
        <pc:spChg chg="mod">
          <ac:chgData name="Tim Torres" userId="890d5077-a0c4-465f-ab2c-98168905f4da" providerId="ADAL" clId="{C9FF384E-669A-B043-962A-C8F784898263}" dt="2025-05-29T10:07:17.277" v="0" actId="790"/>
          <ac:spMkLst>
            <pc:docMk/>
            <pc:sldMk cId="4050960601" sldId="1881839270"/>
            <ac:spMk id="6" creationId="{EA8E3A47-5566-6383-A0EF-D8A03C8ED691}"/>
          </ac:spMkLst>
        </pc:spChg>
        <pc:spChg chg="mod">
          <ac:chgData name="Tim Torres" userId="890d5077-a0c4-465f-ab2c-98168905f4da" providerId="ADAL" clId="{C9FF384E-669A-B043-962A-C8F784898263}" dt="2025-05-29T10:07:17.277" v="0" actId="790"/>
          <ac:spMkLst>
            <pc:docMk/>
            <pc:sldMk cId="4050960601" sldId="1881839270"/>
            <ac:spMk id="7" creationId="{935262F1-74C4-4EF8-7408-AD4111DF6C84}"/>
          </ac:spMkLst>
        </pc:spChg>
        <pc:spChg chg="mod">
          <ac:chgData name="Tim Torres" userId="890d5077-a0c4-465f-ab2c-98168905f4da" providerId="ADAL" clId="{C9FF384E-669A-B043-962A-C8F784898263}" dt="2025-05-29T10:07:17.277" v="0" actId="790"/>
          <ac:spMkLst>
            <pc:docMk/>
            <pc:sldMk cId="4050960601" sldId="1881839270"/>
            <ac:spMk id="8" creationId="{C07A47AB-7793-469B-58DB-C587B3CE41C4}"/>
          </ac:spMkLst>
        </pc:spChg>
      </pc:sldChg>
      <pc:sldChg chg="modSp mod">
        <pc:chgData name="Tim Torres" userId="890d5077-a0c4-465f-ab2c-98168905f4da" providerId="ADAL" clId="{C9FF384E-669A-B043-962A-C8F784898263}" dt="2025-05-29T10:07:17.277" v="0" actId="790"/>
        <pc:sldMkLst>
          <pc:docMk/>
          <pc:sldMk cId="1056713535" sldId="1881839271"/>
        </pc:sldMkLst>
        <pc:spChg chg="mod">
          <ac:chgData name="Tim Torres" userId="890d5077-a0c4-465f-ab2c-98168905f4da" providerId="ADAL" clId="{C9FF384E-669A-B043-962A-C8F784898263}" dt="2025-05-29T10:07:17.277" v="0" actId="790"/>
          <ac:spMkLst>
            <pc:docMk/>
            <pc:sldMk cId="1056713535" sldId="1881839271"/>
            <ac:spMk id="5" creationId="{B1F332A7-9789-77C2-1294-6DF606967DD5}"/>
          </ac:spMkLst>
        </pc:spChg>
        <pc:spChg chg="mod">
          <ac:chgData name="Tim Torres" userId="890d5077-a0c4-465f-ab2c-98168905f4da" providerId="ADAL" clId="{C9FF384E-669A-B043-962A-C8F784898263}" dt="2025-05-29T10:07:17.277" v="0" actId="790"/>
          <ac:spMkLst>
            <pc:docMk/>
            <pc:sldMk cId="1056713535" sldId="1881839271"/>
            <ac:spMk id="6" creationId="{B396DB2A-B374-53F5-8562-FE326DA4A9C7}"/>
          </ac:spMkLst>
        </pc:spChg>
        <pc:spChg chg="mod">
          <ac:chgData name="Tim Torres" userId="890d5077-a0c4-465f-ab2c-98168905f4da" providerId="ADAL" clId="{C9FF384E-669A-B043-962A-C8F784898263}" dt="2025-05-29T10:07:17.277" v="0" actId="790"/>
          <ac:spMkLst>
            <pc:docMk/>
            <pc:sldMk cId="1056713535" sldId="1881839271"/>
            <ac:spMk id="7" creationId="{4E569080-3495-2C4D-0916-4D48F00FE93C}"/>
          </ac:spMkLst>
        </pc:spChg>
        <pc:spChg chg="mod">
          <ac:chgData name="Tim Torres" userId="890d5077-a0c4-465f-ab2c-98168905f4da" providerId="ADAL" clId="{C9FF384E-669A-B043-962A-C8F784898263}" dt="2025-05-29T10:07:17.277" v="0" actId="790"/>
          <ac:spMkLst>
            <pc:docMk/>
            <pc:sldMk cId="1056713535" sldId="1881839271"/>
            <ac:spMk id="8" creationId="{7B4E3B8D-E473-C3FA-3D9F-BF94838A115B}"/>
          </ac:spMkLst>
        </pc:spChg>
      </pc:sldChg>
      <pc:sldChg chg="modSp mod">
        <pc:chgData name="Tim Torres" userId="890d5077-a0c4-465f-ab2c-98168905f4da" providerId="ADAL" clId="{C9FF384E-669A-B043-962A-C8F784898263}" dt="2025-05-29T10:07:17.277" v="0" actId="790"/>
        <pc:sldMkLst>
          <pc:docMk/>
          <pc:sldMk cId="3858784937" sldId="1881839272"/>
        </pc:sldMkLst>
        <pc:spChg chg="mod">
          <ac:chgData name="Tim Torres" userId="890d5077-a0c4-465f-ab2c-98168905f4da" providerId="ADAL" clId="{C9FF384E-669A-B043-962A-C8F784898263}" dt="2025-05-29T10:07:17.277" v="0" actId="790"/>
          <ac:spMkLst>
            <pc:docMk/>
            <pc:sldMk cId="3858784937" sldId="1881839272"/>
            <ac:spMk id="5" creationId="{624E44C5-F016-40E3-E17B-BD6E3D6DA80F}"/>
          </ac:spMkLst>
        </pc:spChg>
        <pc:spChg chg="mod">
          <ac:chgData name="Tim Torres" userId="890d5077-a0c4-465f-ab2c-98168905f4da" providerId="ADAL" clId="{C9FF384E-669A-B043-962A-C8F784898263}" dt="2025-05-29T10:07:17.277" v="0" actId="790"/>
          <ac:spMkLst>
            <pc:docMk/>
            <pc:sldMk cId="3858784937" sldId="1881839272"/>
            <ac:spMk id="6" creationId="{C4A5B7C0-D0C9-1A9B-6CF6-7B97CCCFF8D9}"/>
          </ac:spMkLst>
        </pc:spChg>
        <pc:spChg chg="mod">
          <ac:chgData name="Tim Torres" userId="890d5077-a0c4-465f-ab2c-98168905f4da" providerId="ADAL" clId="{C9FF384E-669A-B043-962A-C8F784898263}" dt="2025-05-29T10:07:17.277" v="0" actId="790"/>
          <ac:spMkLst>
            <pc:docMk/>
            <pc:sldMk cId="3858784937" sldId="1881839272"/>
            <ac:spMk id="7" creationId="{21619D4D-2B5D-8C9B-ABCE-5B3FFE952BF8}"/>
          </ac:spMkLst>
        </pc:spChg>
        <pc:spChg chg="mod">
          <ac:chgData name="Tim Torres" userId="890d5077-a0c4-465f-ab2c-98168905f4da" providerId="ADAL" clId="{C9FF384E-669A-B043-962A-C8F784898263}" dt="2025-05-29T10:07:17.277" v="0" actId="790"/>
          <ac:spMkLst>
            <pc:docMk/>
            <pc:sldMk cId="3858784937" sldId="1881839272"/>
            <ac:spMk id="8" creationId="{0520B30C-7560-AC4D-F132-388EAD519154}"/>
          </ac:spMkLst>
        </pc:spChg>
      </pc:sldChg>
      <pc:sldChg chg="modSp mod">
        <pc:chgData name="Tim Torres" userId="890d5077-a0c4-465f-ab2c-98168905f4da" providerId="ADAL" clId="{C9FF384E-669A-B043-962A-C8F784898263}" dt="2025-05-30T09:09:46.493" v="32" actId="20577"/>
        <pc:sldMkLst>
          <pc:docMk/>
          <pc:sldMk cId="2854019426" sldId="1881839273"/>
        </pc:sldMkLst>
        <pc:spChg chg="mod">
          <ac:chgData name="Tim Torres" userId="890d5077-a0c4-465f-ab2c-98168905f4da" providerId="ADAL" clId="{C9FF384E-669A-B043-962A-C8F784898263}" dt="2025-05-30T09:09:46.493" v="32" actId="20577"/>
          <ac:spMkLst>
            <pc:docMk/>
            <pc:sldMk cId="2854019426" sldId="1881839273"/>
            <ac:spMk id="8" creationId="{7E8A42B0-4C3F-F49F-252D-94E3693A7063}"/>
          </ac:spMkLst>
        </pc:spChg>
        <pc:spChg chg="mod">
          <ac:chgData name="Tim Torres" userId="890d5077-a0c4-465f-ab2c-98168905f4da" providerId="ADAL" clId="{C9FF384E-669A-B043-962A-C8F784898263}" dt="2025-05-30T09:09:20.248" v="30" actId="20577"/>
          <ac:spMkLst>
            <pc:docMk/>
            <pc:sldMk cId="2854019426" sldId="1881839273"/>
            <ac:spMk id="42" creationId="{6E6C36EC-E15D-7968-94E3-C82F83B71850}"/>
          </ac:spMkLst>
        </pc:spChg>
        <pc:spChg chg="mod">
          <ac:chgData name="Tim Torres" userId="890d5077-a0c4-465f-ab2c-98168905f4da" providerId="ADAL" clId="{C9FF384E-669A-B043-962A-C8F784898263}" dt="2025-05-30T09:09:33.137" v="31" actId="20577"/>
          <ac:spMkLst>
            <pc:docMk/>
            <pc:sldMk cId="2854019426" sldId="1881839273"/>
            <ac:spMk id="105" creationId="{751A7B21-6497-F331-8266-2A7B2E8CB491}"/>
          </ac:spMkLst>
        </pc:spChg>
      </pc:sldChg>
    </pc:docChg>
  </pc:docChgLst>
  <pc:docChgLst>
    <pc:chgData name="Tim Torres" userId="S::tim.torres1@ey-seren.com::890d5077-a0c4-465f-ab2c-98168905f4da" providerId="AD" clId="Web-{6B0B470C-C73F-9605-0480-722BB1B1B26B}"/>
    <pc:docChg chg="modSld">
      <pc:chgData name="Tim Torres" userId="S::tim.torres1@ey-seren.com::890d5077-a0c4-465f-ab2c-98168905f4da" providerId="AD" clId="Web-{6B0B470C-C73F-9605-0480-722BB1B1B26B}" dt="2025-05-30T09:06:21.588" v="3" actId="20577"/>
      <pc:docMkLst>
        <pc:docMk/>
      </pc:docMkLst>
      <pc:sldChg chg="modSp">
        <pc:chgData name="Tim Torres" userId="S::tim.torres1@ey-seren.com::890d5077-a0c4-465f-ab2c-98168905f4da" providerId="AD" clId="Web-{6B0B470C-C73F-9605-0480-722BB1B1B26B}" dt="2025-05-30T09:05:25.740" v="1"/>
        <pc:sldMkLst>
          <pc:docMk/>
          <pc:sldMk cId="2535625791" sldId="1881839143"/>
        </pc:sldMkLst>
        <pc:spChg chg="mod">
          <ac:chgData name="Tim Torres" userId="S::tim.torres1@ey-seren.com::890d5077-a0c4-465f-ab2c-98168905f4da" providerId="AD" clId="Web-{6B0B470C-C73F-9605-0480-722BB1B1B26B}" dt="2025-05-30T09:05:25.740" v="1"/>
          <ac:spMkLst>
            <pc:docMk/>
            <pc:sldMk cId="2535625791" sldId="1881839143"/>
            <ac:spMk id="5" creationId="{7D7D32FC-B6F4-9E41-4EB8-AC29BFA142A5}"/>
          </ac:spMkLst>
        </pc:spChg>
        <pc:spChg chg="mod">
          <ac:chgData name="Tim Torres" userId="S::tim.torres1@ey-seren.com::890d5077-a0c4-465f-ab2c-98168905f4da" providerId="AD" clId="Web-{6B0B470C-C73F-9605-0480-722BB1B1B26B}" dt="2025-05-30T09:05:25.709" v="0"/>
          <ac:spMkLst>
            <pc:docMk/>
            <pc:sldMk cId="2535625791" sldId="1881839143"/>
            <ac:spMk id="6" creationId="{EBC82221-87C2-CAF0-04CD-BEFEB8D49CD4}"/>
          </ac:spMkLst>
        </pc:spChg>
      </pc:sldChg>
      <pc:sldChg chg="modSp">
        <pc:chgData name="Tim Torres" userId="S::tim.torres1@ey-seren.com::890d5077-a0c4-465f-ab2c-98168905f4da" providerId="AD" clId="Web-{6B0B470C-C73F-9605-0480-722BB1B1B26B}" dt="2025-05-30T09:06:21.588" v="3" actId="20577"/>
        <pc:sldMkLst>
          <pc:docMk/>
          <pc:sldMk cId="2247663099" sldId="1881839153"/>
        </pc:sldMkLst>
        <pc:spChg chg="mod">
          <ac:chgData name="Tim Torres" userId="S::tim.torres1@ey-seren.com::890d5077-a0c4-465f-ab2c-98168905f4da" providerId="AD" clId="Web-{6B0B470C-C73F-9605-0480-722BB1B1B26B}" dt="2025-05-30T09:06:21.588" v="3" actId="20577"/>
          <ac:spMkLst>
            <pc:docMk/>
            <pc:sldMk cId="2247663099" sldId="1881839153"/>
            <ac:spMk id="16" creationId="{A1230EC0-3041-EE3C-04DD-F6B52FFA2167}"/>
          </ac:spMkLst>
        </pc:spChg>
      </pc:sldChg>
    </pc:docChg>
  </pc:docChgLst>
  <pc:docChgLst>
    <pc:chgData name="Kathryn Manley" userId="04d31b74-6836-4c6c-a85c-be9ccd690480" providerId="ADAL" clId="{7AEB0F72-E071-45F6-976D-18C72DE88EAF}"/>
    <pc:docChg chg="undo custSel modSld modMainMaster">
      <pc:chgData name="Kathryn Manley" userId="04d31b74-6836-4c6c-a85c-be9ccd690480" providerId="ADAL" clId="{7AEB0F72-E071-45F6-976D-18C72DE88EAF}" dt="2025-05-20T06:39:44.003" v="66"/>
      <pc:docMkLst>
        <pc:docMk/>
      </pc:docMkLst>
      <pc:sldChg chg="addSp delSp modSp mod">
        <pc:chgData name="Kathryn Manley" userId="04d31b74-6836-4c6c-a85c-be9ccd690480" providerId="ADAL" clId="{7AEB0F72-E071-45F6-976D-18C72DE88EAF}" dt="2025-05-20T06:17:42" v="10" actId="21"/>
        <pc:sldMkLst>
          <pc:docMk/>
          <pc:sldMk cId="306114563" sldId="1881839064"/>
        </pc:sldMkLst>
      </pc:sldChg>
      <pc:sldChg chg="modSp mod">
        <pc:chgData name="Kathryn Manley" userId="04d31b74-6836-4c6c-a85c-be9ccd690480" providerId="ADAL" clId="{7AEB0F72-E071-45F6-976D-18C72DE88EAF}" dt="2025-05-20T05:09:56.671" v="0" actId="58"/>
        <pc:sldMkLst>
          <pc:docMk/>
          <pc:sldMk cId="106710619" sldId="1881839142"/>
        </pc:sldMkLst>
        <pc:spChg chg="mod">
          <ac:chgData name="Kathryn Manley" userId="04d31b74-6836-4c6c-a85c-be9ccd690480" providerId="ADAL" clId="{7AEB0F72-E071-45F6-976D-18C72DE88EAF}" dt="2025-05-20T05:09:56.671" v="0" actId="58"/>
          <ac:spMkLst>
            <pc:docMk/>
            <pc:sldMk cId="106710619" sldId="1881839142"/>
            <ac:spMk id="7" creationId="{0289FE75-9E45-560D-E0BB-0CBDF5B0AD78}"/>
          </ac:spMkLst>
        </pc:spChg>
      </pc:sldChg>
      <pc:sldChg chg="addSp delSp modSp mod">
        <pc:chgData name="Kathryn Manley" userId="04d31b74-6836-4c6c-a85c-be9ccd690480" providerId="ADAL" clId="{7AEB0F72-E071-45F6-976D-18C72DE88EAF}" dt="2025-05-20T06:38:30.400" v="50"/>
        <pc:sldMkLst>
          <pc:docMk/>
          <pc:sldMk cId="3779302060" sldId="1881839144"/>
        </pc:sldMkLst>
        <pc:picChg chg="mod ord">
          <ac:chgData name="Kathryn Manley" userId="04d31b74-6836-4c6c-a85c-be9ccd690480" providerId="ADAL" clId="{7AEB0F72-E071-45F6-976D-18C72DE88EAF}" dt="2025-05-20T06:36:34.663" v="46" actId="1076"/>
          <ac:picMkLst>
            <pc:docMk/>
            <pc:sldMk cId="3779302060" sldId="1881839144"/>
            <ac:picMk id="7" creationId="{E69D279D-3E51-3855-0131-E5EC9C399473}"/>
          </ac:picMkLst>
        </pc:picChg>
        <pc:picChg chg="add mod">
          <ac:chgData name="Kathryn Manley" userId="04d31b74-6836-4c6c-a85c-be9ccd690480" providerId="ADAL" clId="{7AEB0F72-E071-45F6-976D-18C72DE88EAF}" dt="2025-05-20T06:38:30.400" v="50"/>
          <ac:picMkLst>
            <pc:docMk/>
            <pc:sldMk cId="3779302060" sldId="1881839144"/>
            <ac:picMk id="10" creationId="{C4F106BD-D224-1489-BE80-1D92BA0146A9}"/>
          </ac:picMkLst>
        </pc:picChg>
      </pc:sldChg>
      <pc:sldChg chg="addSp delSp modSp mod">
        <pc:chgData name="Kathryn Manley" userId="04d31b74-6836-4c6c-a85c-be9ccd690480" providerId="ADAL" clId="{7AEB0F72-E071-45F6-976D-18C72DE88EAF}" dt="2025-05-20T06:38:40.979" v="52"/>
        <pc:sldMkLst>
          <pc:docMk/>
          <pc:sldMk cId="2538706999" sldId="1881839151"/>
        </pc:sldMkLst>
      </pc:sldChg>
      <pc:sldChg chg="addSp delSp modSp">
        <pc:chgData name="Kathryn Manley" userId="04d31b74-6836-4c6c-a85c-be9ccd690480" providerId="ADAL" clId="{7AEB0F72-E071-45F6-976D-18C72DE88EAF}" dt="2025-05-20T06:38:50.323" v="54"/>
        <pc:sldMkLst>
          <pc:docMk/>
          <pc:sldMk cId="3669591742" sldId="1881839152"/>
        </pc:sldMkLst>
        <pc:picChg chg="add mod">
          <ac:chgData name="Kathryn Manley" userId="04d31b74-6836-4c6c-a85c-be9ccd690480" providerId="ADAL" clId="{7AEB0F72-E071-45F6-976D-18C72DE88EAF}" dt="2025-05-20T06:38:50.323" v="54"/>
          <ac:picMkLst>
            <pc:docMk/>
            <pc:sldMk cId="3669591742" sldId="1881839152"/>
            <ac:picMk id="8" creationId="{B0A6BFE8-1810-57BE-AFCA-12D28F69011F}"/>
          </ac:picMkLst>
        </pc:picChg>
      </pc:sldChg>
      <pc:sldChg chg="addSp delSp modSp">
        <pc:chgData name="Kathryn Manley" userId="04d31b74-6836-4c6c-a85c-be9ccd690480" providerId="ADAL" clId="{7AEB0F72-E071-45F6-976D-18C72DE88EAF}" dt="2025-05-20T06:39:05.902" v="56"/>
        <pc:sldMkLst>
          <pc:docMk/>
          <pc:sldMk cId="3120193561" sldId="1881839160"/>
        </pc:sldMkLst>
        <pc:picChg chg="add mod">
          <ac:chgData name="Kathryn Manley" userId="04d31b74-6836-4c6c-a85c-be9ccd690480" providerId="ADAL" clId="{7AEB0F72-E071-45F6-976D-18C72DE88EAF}" dt="2025-05-20T06:39:05.902" v="56"/>
          <ac:picMkLst>
            <pc:docMk/>
            <pc:sldMk cId="3120193561" sldId="1881839160"/>
            <ac:picMk id="5" creationId="{1B4EAB16-D29A-CE5B-C78B-E8E8594AA6F2}"/>
          </ac:picMkLst>
        </pc:picChg>
      </pc:sldChg>
      <pc:sldChg chg="addSp delSp modSp">
        <pc:chgData name="Kathryn Manley" userId="04d31b74-6836-4c6c-a85c-be9ccd690480" providerId="ADAL" clId="{7AEB0F72-E071-45F6-976D-18C72DE88EAF}" dt="2025-05-20T06:39:12.921" v="58"/>
        <pc:sldMkLst>
          <pc:docMk/>
          <pc:sldMk cId="2257930849" sldId="1881839166"/>
        </pc:sldMkLst>
        <pc:picChg chg="add mod">
          <ac:chgData name="Kathryn Manley" userId="04d31b74-6836-4c6c-a85c-be9ccd690480" providerId="ADAL" clId="{7AEB0F72-E071-45F6-976D-18C72DE88EAF}" dt="2025-05-20T06:39:12.921" v="58"/>
          <ac:picMkLst>
            <pc:docMk/>
            <pc:sldMk cId="2257930849" sldId="1881839166"/>
            <ac:picMk id="5" creationId="{FB7ADFC2-707E-3D6F-09F4-69E8635A5A02}"/>
          </ac:picMkLst>
        </pc:picChg>
      </pc:sldChg>
      <pc:sldChg chg="addSp delSp modSp">
        <pc:chgData name="Kathryn Manley" userId="04d31b74-6836-4c6c-a85c-be9ccd690480" providerId="ADAL" clId="{7AEB0F72-E071-45F6-976D-18C72DE88EAF}" dt="2025-05-20T06:39:18.979" v="60"/>
        <pc:sldMkLst>
          <pc:docMk/>
          <pc:sldMk cId="3956709758" sldId="1881839167"/>
        </pc:sldMkLst>
        <pc:picChg chg="add mod">
          <ac:chgData name="Kathryn Manley" userId="04d31b74-6836-4c6c-a85c-be9ccd690480" providerId="ADAL" clId="{7AEB0F72-E071-45F6-976D-18C72DE88EAF}" dt="2025-05-20T06:39:18.979" v="60"/>
          <ac:picMkLst>
            <pc:docMk/>
            <pc:sldMk cId="3956709758" sldId="1881839167"/>
            <ac:picMk id="5" creationId="{08E102FA-987C-75DA-7D6D-74398F65AB93}"/>
          </ac:picMkLst>
        </pc:picChg>
      </pc:sldChg>
      <pc:sldChg chg="addSp delSp modSp">
        <pc:chgData name="Kathryn Manley" userId="04d31b74-6836-4c6c-a85c-be9ccd690480" providerId="ADAL" clId="{7AEB0F72-E071-45F6-976D-18C72DE88EAF}" dt="2025-05-20T06:39:25.898" v="62"/>
        <pc:sldMkLst>
          <pc:docMk/>
          <pc:sldMk cId="35878351" sldId="1881839168"/>
        </pc:sldMkLst>
        <pc:picChg chg="add mod">
          <ac:chgData name="Kathryn Manley" userId="04d31b74-6836-4c6c-a85c-be9ccd690480" providerId="ADAL" clId="{7AEB0F72-E071-45F6-976D-18C72DE88EAF}" dt="2025-05-20T06:39:25.898" v="62"/>
          <ac:picMkLst>
            <pc:docMk/>
            <pc:sldMk cId="35878351" sldId="1881839168"/>
            <ac:picMk id="5" creationId="{CB8BCD13-2468-4B9E-D277-6657648BA674}"/>
          </ac:picMkLst>
        </pc:picChg>
      </pc:sldChg>
      <pc:sldChg chg="addSp delSp modSp">
        <pc:chgData name="Kathryn Manley" userId="04d31b74-6836-4c6c-a85c-be9ccd690480" providerId="ADAL" clId="{7AEB0F72-E071-45F6-976D-18C72DE88EAF}" dt="2025-05-20T06:39:34.743" v="64"/>
        <pc:sldMkLst>
          <pc:docMk/>
          <pc:sldMk cId="1094749244" sldId="1881839169"/>
        </pc:sldMkLst>
        <pc:picChg chg="add mod">
          <ac:chgData name="Kathryn Manley" userId="04d31b74-6836-4c6c-a85c-be9ccd690480" providerId="ADAL" clId="{7AEB0F72-E071-45F6-976D-18C72DE88EAF}" dt="2025-05-20T06:39:34.743" v="64"/>
          <ac:picMkLst>
            <pc:docMk/>
            <pc:sldMk cId="1094749244" sldId="1881839169"/>
            <ac:picMk id="5" creationId="{3CFDB17D-AAA1-7B99-9F71-BEA278847644}"/>
          </ac:picMkLst>
        </pc:picChg>
      </pc:sldChg>
      <pc:sldChg chg="addSp delSp modSp">
        <pc:chgData name="Kathryn Manley" userId="04d31b74-6836-4c6c-a85c-be9ccd690480" providerId="ADAL" clId="{7AEB0F72-E071-45F6-976D-18C72DE88EAF}" dt="2025-05-20T06:39:44.003" v="66"/>
        <pc:sldMkLst>
          <pc:docMk/>
          <pc:sldMk cId="712210868" sldId="1881839170"/>
        </pc:sldMkLst>
        <pc:picChg chg="add mod">
          <ac:chgData name="Kathryn Manley" userId="04d31b74-6836-4c6c-a85c-be9ccd690480" providerId="ADAL" clId="{7AEB0F72-E071-45F6-976D-18C72DE88EAF}" dt="2025-05-20T06:39:44.003" v="66"/>
          <ac:picMkLst>
            <pc:docMk/>
            <pc:sldMk cId="712210868" sldId="1881839170"/>
            <ac:picMk id="5" creationId="{04D335D1-E494-E4CC-039D-5A65771CD554}"/>
          </ac:picMkLst>
        </pc:picChg>
      </pc:sldChg>
      <pc:sldMasterChg chg="addSp delSp modSp modSldLayout">
        <pc:chgData name="Kathryn Manley" userId="04d31b74-6836-4c6c-a85c-be9ccd690480" providerId="ADAL" clId="{7AEB0F72-E071-45F6-976D-18C72DE88EAF}" dt="2025-05-20T05:42:54.565" v="6"/>
        <pc:sldMasterMkLst>
          <pc:docMk/>
          <pc:sldMasterMk cId="3547212497" sldId="2147484241"/>
        </pc:sldMasterMkLst>
        <pc:sldLayoutChg chg="addSp delSp modSp mod">
          <pc:chgData name="Kathryn Manley" userId="04d31b74-6836-4c6c-a85c-be9ccd690480" providerId="ADAL" clId="{7AEB0F72-E071-45F6-976D-18C72DE88EAF}" dt="2025-05-20T05:42:54.565" v="6"/>
          <pc:sldLayoutMkLst>
            <pc:docMk/>
            <pc:sldMasterMk cId="3547212497" sldId="2147484143"/>
            <pc:sldLayoutMk cId="1006645743" sldId="2147484148"/>
          </pc:sldLayoutMkLst>
          <pc:picChg chg="add mod">
            <ac:chgData name="Kathryn Manley" userId="04d31b74-6836-4c6c-a85c-be9ccd690480" providerId="ADAL" clId="{7AEB0F72-E071-45F6-976D-18C72DE88EAF}" dt="2025-05-20T05:42:54.565" v="6"/>
            <ac:picMkLst>
              <pc:docMk/>
              <pc:sldMasterMk cId="3547212497" sldId="2147484143"/>
              <pc:sldLayoutMk cId="1006645743" sldId="2147484148"/>
              <ac:picMk id="2" creationId="{2F0FE53F-A66D-669D-BD1D-677450D3612E}"/>
            </ac:picMkLst>
          </pc:picChg>
        </pc:sldLayoutChg>
      </pc:sldMasterChg>
      <pc:sldMasterChg chg="addSp delSp modSp modSldLayout">
        <pc:chgData name="Kathryn Manley" userId="04d31b74-6836-4c6c-a85c-be9ccd690480" providerId="ADAL" clId="{7AEB0F72-E071-45F6-976D-18C72DE88EAF}" dt="2025-05-20T06:33:58.012" v="41"/>
        <pc:sldMasterMkLst>
          <pc:docMk/>
          <pc:sldMasterMk cId="2260442145" sldId="2147484244"/>
        </pc:sldMasterMkLst>
        <pc:sldLayoutChg chg="addSp delSp modSp mod">
          <pc:chgData name="Kathryn Manley" userId="04d31b74-6836-4c6c-a85c-be9ccd690480" providerId="ADAL" clId="{7AEB0F72-E071-45F6-976D-18C72DE88EAF}" dt="2025-05-20T06:19:49.173" v="14"/>
          <pc:sldLayoutMkLst>
            <pc:docMk/>
            <pc:sldMasterMk cId="2260442145" sldId="2147484129"/>
            <pc:sldLayoutMk cId="4279692756" sldId="2147484136"/>
          </pc:sldLayoutMkLst>
          <pc:picChg chg="add mod">
            <ac:chgData name="Kathryn Manley" userId="04d31b74-6836-4c6c-a85c-be9ccd690480" providerId="ADAL" clId="{7AEB0F72-E071-45F6-976D-18C72DE88EAF}" dt="2025-05-20T06:19:49.173" v="14"/>
            <ac:picMkLst>
              <pc:docMk/>
              <pc:sldMasterMk cId="2260442145" sldId="2147484129"/>
              <pc:sldLayoutMk cId="4279692756" sldId="2147484136"/>
              <ac:picMk id="6" creationId="{71FB359B-47B8-11C4-6F44-CA3F5F9E2B2A}"/>
            </ac:picMkLst>
          </pc:picChg>
        </pc:sldLayoutChg>
        <pc:sldLayoutChg chg="addSp delSp modSp mod">
          <pc:chgData name="Kathryn Manley" userId="04d31b74-6836-4c6c-a85c-be9ccd690480" providerId="ADAL" clId="{7AEB0F72-E071-45F6-976D-18C72DE88EAF}" dt="2025-05-20T06:20:03.430" v="17"/>
          <pc:sldLayoutMkLst>
            <pc:docMk/>
            <pc:sldMasterMk cId="2260442145" sldId="2147484129"/>
            <pc:sldLayoutMk cId="2022171709" sldId="2147484137"/>
          </pc:sldLayoutMkLst>
          <pc:picChg chg="add mod">
            <ac:chgData name="Kathryn Manley" userId="04d31b74-6836-4c6c-a85c-be9ccd690480" providerId="ADAL" clId="{7AEB0F72-E071-45F6-976D-18C72DE88EAF}" dt="2025-05-20T06:20:03.430" v="17"/>
            <ac:picMkLst>
              <pc:docMk/>
              <pc:sldMasterMk cId="2260442145" sldId="2147484129"/>
              <pc:sldLayoutMk cId="2022171709" sldId="2147484137"/>
              <ac:picMk id="2" creationId="{0642AED7-DAEB-BB03-014E-C261CE1724D7}"/>
            </ac:picMkLst>
          </pc:picChg>
        </pc:sldLayoutChg>
        <pc:sldLayoutChg chg="addSp delSp modSp mod">
          <pc:chgData name="Kathryn Manley" userId="04d31b74-6836-4c6c-a85c-be9ccd690480" providerId="ADAL" clId="{7AEB0F72-E071-45F6-976D-18C72DE88EAF}" dt="2025-05-20T06:20:17.342" v="22"/>
          <pc:sldLayoutMkLst>
            <pc:docMk/>
            <pc:sldMasterMk cId="2260442145" sldId="2147484129"/>
            <pc:sldLayoutMk cId="4007537495" sldId="2147484138"/>
          </pc:sldLayoutMkLst>
          <pc:spChg chg="add del">
            <ac:chgData name="Kathryn Manley" userId="04d31b74-6836-4c6c-a85c-be9ccd690480" providerId="ADAL" clId="{7AEB0F72-E071-45F6-976D-18C72DE88EAF}" dt="2025-05-20T06:20:13.219" v="20" actId="478"/>
            <ac:spMkLst>
              <pc:docMk/>
              <pc:sldMasterMk cId="2260442145" sldId="2147484129"/>
              <pc:sldLayoutMk cId="4007537495" sldId="2147484138"/>
              <ac:spMk id="10" creationId="{CD83AEB6-812D-A880-EAD7-47C376F054B5}"/>
            </ac:spMkLst>
          </pc:spChg>
          <pc:picChg chg="add mod">
            <ac:chgData name="Kathryn Manley" userId="04d31b74-6836-4c6c-a85c-be9ccd690480" providerId="ADAL" clId="{7AEB0F72-E071-45F6-976D-18C72DE88EAF}" dt="2025-05-20T06:20:17.342" v="22"/>
            <ac:picMkLst>
              <pc:docMk/>
              <pc:sldMasterMk cId="2260442145" sldId="2147484129"/>
              <pc:sldLayoutMk cId="4007537495" sldId="2147484138"/>
              <ac:picMk id="9" creationId="{B373EE18-8E91-60B2-167C-03D36088F9EA}"/>
            </ac:picMkLst>
          </pc:picChg>
        </pc:sldLayoutChg>
      </pc:sldMasterChg>
      <pc:sldMasterChg chg="addSp delSp modSp modSldLayout">
        <pc:chgData name="Kathryn Manley" userId="04d31b74-6836-4c6c-a85c-be9ccd690480" providerId="ADAL" clId="{7AEB0F72-E071-45F6-976D-18C72DE88EAF}" dt="2025-05-20T06:22:07.398" v="30"/>
        <pc:sldMasterMkLst>
          <pc:docMk/>
          <pc:sldMasterMk cId="3990626545" sldId="2147484246"/>
        </pc:sldMasterMkLst>
        <pc:sldLayoutChg chg="addSp delSp modSp mod">
          <pc:chgData name="Kathryn Manley" userId="04d31b74-6836-4c6c-a85c-be9ccd690480" providerId="ADAL" clId="{7AEB0F72-E071-45F6-976D-18C72DE88EAF}" dt="2025-05-20T06:22:07.398" v="30"/>
          <pc:sldLayoutMkLst>
            <pc:docMk/>
            <pc:sldMasterMk cId="3990626545" sldId="2147484074"/>
            <pc:sldLayoutMk cId="3774508058" sldId="2147484014"/>
          </pc:sldLayoutMkLst>
          <pc:picChg chg="add mod">
            <ac:chgData name="Kathryn Manley" userId="04d31b74-6836-4c6c-a85c-be9ccd690480" providerId="ADAL" clId="{7AEB0F72-E071-45F6-976D-18C72DE88EAF}" dt="2025-05-20T06:22:07.398" v="30"/>
            <ac:picMkLst>
              <pc:docMk/>
              <pc:sldMasterMk cId="3990626545" sldId="2147484074"/>
              <pc:sldLayoutMk cId="3774508058" sldId="2147484014"/>
              <ac:picMk id="8" creationId="{53DAA34D-3803-1754-58FA-16EE359CC5DD}"/>
            </ac:picMkLst>
          </pc:picChg>
        </pc:sldLayoutChg>
        <pc:sldLayoutChg chg="addSp delSp modSp mod">
          <pc:chgData name="Kathryn Manley" userId="04d31b74-6836-4c6c-a85c-be9ccd690480" providerId="ADAL" clId="{7AEB0F72-E071-45F6-976D-18C72DE88EAF}" dt="2025-05-20T06:21:59.209" v="27"/>
          <pc:sldLayoutMkLst>
            <pc:docMk/>
            <pc:sldMasterMk cId="3990626545" sldId="2147484074"/>
            <pc:sldLayoutMk cId="10058488" sldId="2147484028"/>
          </pc:sldLayoutMkLst>
          <pc:picChg chg="add mod">
            <ac:chgData name="Kathryn Manley" userId="04d31b74-6836-4c6c-a85c-be9ccd690480" providerId="ADAL" clId="{7AEB0F72-E071-45F6-976D-18C72DE88EAF}" dt="2025-05-20T06:21:59.209" v="27"/>
            <ac:picMkLst>
              <pc:docMk/>
              <pc:sldMasterMk cId="3990626545" sldId="2147484074"/>
              <pc:sldLayoutMk cId="10058488" sldId="2147484028"/>
              <ac:picMk id="3" creationId="{0D2C6D60-04E7-E44F-B941-09997DC339CB}"/>
            </ac:picMkLst>
          </pc:picChg>
        </pc:sldLayoutChg>
      </pc:sldMasterChg>
      <pc:sldMasterChg chg="modSldLayout">
        <pc:chgData name="Kathryn Manley" userId="04d31b74-6836-4c6c-a85c-be9ccd690480" providerId="ADAL" clId="{7AEB0F72-E071-45F6-976D-18C72DE88EAF}" dt="2025-05-20T06:22:41.149" v="36"/>
        <pc:sldMasterMkLst>
          <pc:docMk/>
          <pc:sldMasterMk cId="2569974109" sldId="2147484266"/>
        </pc:sldMasterMkLst>
        <pc:sldLayoutChg chg="addSp delSp modSp mod">
          <pc:chgData name="Kathryn Manley" userId="04d31b74-6836-4c6c-a85c-be9ccd690480" providerId="ADAL" clId="{7AEB0F72-E071-45F6-976D-18C72DE88EAF}" dt="2025-05-20T06:22:30.109" v="33"/>
          <pc:sldLayoutMkLst>
            <pc:docMk/>
            <pc:sldMasterMk cId="2569974109" sldId="2147484209"/>
            <pc:sldLayoutMk cId="254601520" sldId="2147484232"/>
          </pc:sldLayoutMkLst>
          <pc:picChg chg="add mod">
            <ac:chgData name="Kathryn Manley" userId="04d31b74-6836-4c6c-a85c-be9ccd690480" providerId="ADAL" clId="{7AEB0F72-E071-45F6-976D-18C72DE88EAF}" dt="2025-05-20T06:22:30.109" v="33"/>
            <ac:picMkLst>
              <pc:docMk/>
              <pc:sldMasterMk cId="2569974109" sldId="2147484209"/>
              <pc:sldLayoutMk cId="254601520" sldId="2147484232"/>
              <ac:picMk id="3" creationId="{7765D7C2-5A42-4A7D-DFC2-FD815CE37691}"/>
            </ac:picMkLst>
          </pc:picChg>
        </pc:sldLayoutChg>
        <pc:sldLayoutChg chg="addSp delSp modSp mod">
          <pc:chgData name="Kathryn Manley" userId="04d31b74-6836-4c6c-a85c-be9ccd690480" providerId="ADAL" clId="{7AEB0F72-E071-45F6-976D-18C72DE88EAF}" dt="2025-05-20T06:22:41.149" v="36"/>
          <pc:sldLayoutMkLst>
            <pc:docMk/>
            <pc:sldMasterMk cId="2569974109" sldId="2147484209"/>
            <pc:sldLayoutMk cId="3860633486" sldId="2147484233"/>
          </pc:sldLayoutMkLst>
          <pc:picChg chg="add mod">
            <ac:chgData name="Kathryn Manley" userId="04d31b74-6836-4c6c-a85c-be9ccd690480" providerId="ADAL" clId="{7AEB0F72-E071-45F6-976D-18C72DE88EAF}" dt="2025-05-20T06:22:41.149" v="36"/>
            <ac:picMkLst>
              <pc:docMk/>
              <pc:sldMasterMk cId="2569974109" sldId="2147484209"/>
              <pc:sldLayoutMk cId="3860633486" sldId="2147484233"/>
              <ac:picMk id="2" creationId="{4526A2DB-2367-B0AA-B7AB-B96E4CAD1070}"/>
            </ac:picMkLst>
          </pc:picChg>
        </pc:sldLayoutChg>
        <pc:sldLayoutChg chg="addSp delSp modSp mod">
          <pc:chgData name="Kathryn Manley" userId="04d31b74-6836-4c6c-a85c-be9ccd690480" providerId="ADAL" clId="{7AEB0F72-E071-45F6-976D-18C72DE88EAF}" dt="2025-05-20T06:16:11.270" v="8"/>
          <pc:sldLayoutMkLst>
            <pc:docMk/>
            <pc:sldMasterMk cId="2569974109" sldId="2147484209"/>
            <pc:sldLayoutMk cId="1207348808" sldId="2147484276"/>
          </pc:sldLayoutMkLst>
        </pc:sldLayoutChg>
      </pc:sldMasterChg>
    </pc:docChg>
  </pc:docChgLst>
  <pc:docChgLst>
    <pc:chgData name="Kathryn Manley" userId="04d31b74-6836-4c6c-a85c-be9ccd690480" providerId="ADAL" clId="{761F5AC4-26FC-4E7C-AA7A-4973C821CF39}"/>
    <pc:docChg chg="undo custSel addSld delSld modSld sldOrd addSection modSection">
      <pc:chgData name="Kathryn Manley" userId="04d31b74-6836-4c6c-a85c-be9ccd690480" providerId="ADAL" clId="{761F5AC4-26FC-4E7C-AA7A-4973C821CF39}" dt="2025-05-29T05:12:52.921" v="233" actId="20577"/>
      <pc:docMkLst>
        <pc:docMk/>
      </pc:docMkLst>
      <pc:sldChg chg="delSp modSp add mod">
        <pc:chgData name="Kathryn Manley" userId="04d31b74-6836-4c6c-a85c-be9ccd690480" providerId="ADAL" clId="{761F5AC4-26FC-4E7C-AA7A-4973C821CF39}" dt="2025-05-29T05:12:52.921" v="233" actId="20577"/>
        <pc:sldMkLst>
          <pc:docMk/>
          <pc:sldMk cId="1087464134" sldId="1881839135"/>
        </pc:sldMkLst>
        <pc:spChg chg="mod">
          <ac:chgData name="Kathryn Manley" userId="04d31b74-6836-4c6c-a85c-be9ccd690480" providerId="ADAL" clId="{761F5AC4-26FC-4E7C-AA7A-4973C821CF39}" dt="2025-05-29T05:12:52.921" v="233" actId="20577"/>
          <ac:spMkLst>
            <pc:docMk/>
            <pc:sldMk cId="1087464134" sldId="1881839135"/>
            <ac:spMk id="5" creationId="{640FBEA0-4161-B624-C888-973D8BD62AF7}"/>
          </ac:spMkLst>
        </pc:spChg>
        <pc:spChg chg="mod">
          <ac:chgData name="Kathryn Manley" userId="04d31b74-6836-4c6c-a85c-be9ccd690480" providerId="ADAL" clId="{761F5AC4-26FC-4E7C-AA7A-4973C821CF39}" dt="2025-05-27T09:23:36.900" v="78" actId="207"/>
          <ac:spMkLst>
            <pc:docMk/>
            <pc:sldMk cId="1087464134" sldId="1881839135"/>
            <ac:spMk id="7" creationId="{A8C46198-F190-6C55-6361-349BC8839F24}"/>
          </ac:spMkLst>
        </pc:spChg>
        <pc:spChg chg="mod">
          <ac:chgData name="Kathryn Manley" userId="04d31b74-6836-4c6c-a85c-be9ccd690480" providerId="ADAL" clId="{761F5AC4-26FC-4E7C-AA7A-4973C821CF39}" dt="2025-05-27T09:24:25.601" v="85" actId="207"/>
          <ac:spMkLst>
            <pc:docMk/>
            <pc:sldMk cId="1087464134" sldId="1881839135"/>
            <ac:spMk id="49" creationId="{72DD5498-E935-5F9A-41A0-8D4EE5C29254}"/>
          </ac:spMkLst>
        </pc:spChg>
        <pc:spChg chg="mod">
          <ac:chgData name="Kathryn Manley" userId="04d31b74-6836-4c6c-a85c-be9ccd690480" providerId="ADAL" clId="{761F5AC4-26FC-4E7C-AA7A-4973C821CF39}" dt="2025-05-27T09:24:29.566" v="86" actId="207"/>
          <ac:spMkLst>
            <pc:docMk/>
            <pc:sldMk cId="1087464134" sldId="1881839135"/>
            <ac:spMk id="51" creationId="{A03A0A6C-8457-24CC-8160-32029CDC8F35}"/>
          </ac:spMkLst>
        </pc:spChg>
        <pc:spChg chg="mod">
          <ac:chgData name="Kathryn Manley" userId="04d31b74-6836-4c6c-a85c-be9ccd690480" providerId="ADAL" clId="{761F5AC4-26FC-4E7C-AA7A-4973C821CF39}" dt="2025-05-27T09:24:33.927" v="87" actId="207"/>
          <ac:spMkLst>
            <pc:docMk/>
            <pc:sldMk cId="1087464134" sldId="1881839135"/>
            <ac:spMk id="52" creationId="{668B6E24-AC8C-FDF6-263B-DAC2126DFF63}"/>
          </ac:spMkLst>
        </pc:spChg>
        <pc:spChg chg="mod">
          <ac:chgData name="Kathryn Manley" userId="04d31b74-6836-4c6c-a85c-be9ccd690480" providerId="ADAL" clId="{761F5AC4-26FC-4E7C-AA7A-4973C821CF39}" dt="2025-05-27T09:24:00.842" v="80" actId="404"/>
          <ac:spMkLst>
            <pc:docMk/>
            <pc:sldMk cId="1087464134" sldId="1881839135"/>
            <ac:spMk id="143" creationId="{66EEE97A-800B-0666-E7C5-529CBEE674B5}"/>
          </ac:spMkLst>
        </pc:spChg>
        <pc:spChg chg="mod">
          <ac:chgData name="Kathryn Manley" userId="04d31b74-6836-4c6c-a85c-be9ccd690480" providerId="ADAL" clId="{761F5AC4-26FC-4E7C-AA7A-4973C821CF39}" dt="2025-05-27T09:24:05.041" v="82" actId="404"/>
          <ac:spMkLst>
            <pc:docMk/>
            <pc:sldMk cId="1087464134" sldId="1881839135"/>
            <ac:spMk id="144" creationId="{FDE48D1F-8C52-DECD-EFC9-5523A37BA8B1}"/>
          </ac:spMkLst>
        </pc:spChg>
        <pc:spChg chg="mod">
          <ac:chgData name="Kathryn Manley" userId="04d31b74-6836-4c6c-a85c-be9ccd690480" providerId="ADAL" clId="{761F5AC4-26FC-4E7C-AA7A-4973C821CF39}" dt="2025-05-27T09:24:10.664" v="84" actId="404"/>
          <ac:spMkLst>
            <pc:docMk/>
            <pc:sldMk cId="1087464134" sldId="1881839135"/>
            <ac:spMk id="145" creationId="{1B7A0395-45FD-6E56-5FCB-570E8D874A8B}"/>
          </ac:spMkLst>
        </pc:spChg>
        <pc:spChg chg="mod">
          <ac:chgData name="Kathryn Manley" userId="04d31b74-6836-4c6c-a85c-be9ccd690480" providerId="ADAL" clId="{761F5AC4-26FC-4E7C-AA7A-4973C821CF39}" dt="2025-05-29T05:09:35.536" v="205" actId="20577"/>
          <ac:spMkLst>
            <pc:docMk/>
            <pc:sldMk cId="1087464134" sldId="1881839135"/>
            <ac:spMk id="146" creationId="{4A48D746-55EB-AE8E-A5B5-42AAF7F196A6}"/>
          </ac:spMkLst>
        </pc:spChg>
        <pc:spChg chg="mod">
          <ac:chgData name="Kathryn Manley" userId="04d31b74-6836-4c6c-a85c-be9ccd690480" providerId="ADAL" clId="{761F5AC4-26FC-4E7C-AA7A-4973C821CF39}" dt="2025-05-29T05:10:02.782" v="209" actId="20577"/>
          <ac:spMkLst>
            <pc:docMk/>
            <pc:sldMk cId="1087464134" sldId="1881839135"/>
            <ac:spMk id="147" creationId="{8063E1D4-245A-FD5B-B110-A054DCDBD25C}"/>
          </ac:spMkLst>
        </pc:spChg>
        <pc:spChg chg="mod">
          <ac:chgData name="Kathryn Manley" userId="04d31b74-6836-4c6c-a85c-be9ccd690480" providerId="ADAL" clId="{761F5AC4-26FC-4E7C-AA7A-4973C821CF39}" dt="2025-05-29T05:10:13.810" v="213" actId="20577"/>
          <ac:spMkLst>
            <pc:docMk/>
            <pc:sldMk cId="1087464134" sldId="1881839135"/>
            <ac:spMk id="148" creationId="{2E76319F-BBFA-749F-51D3-A65EF95C7DAA}"/>
          </ac:spMkLst>
        </pc:spChg>
        <pc:grpChg chg="del mod">
          <ac:chgData name="Kathryn Manley" userId="04d31b74-6836-4c6c-a85c-be9ccd690480" providerId="ADAL" clId="{761F5AC4-26FC-4E7C-AA7A-4973C821CF39}" dt="2025-05-29T05:09:27.801" v="203" actId="478"/>
          <ac:grpSpMkLst>
            <pc:docMk/>
            <pc:sldMk cId="1087464134" sldId="1881839135"/>
            <ac:grpSpMk id="13" creationId="{5134DD50-03B1-0DF4-CEA4-6063168DFEE2}"/>
          </ac:grpSpMkLst>
        </pc:grpChg>
        <pc:picChg chg="mod">
          <ac:chgData name="Kathryn Manley" userId="04d31b74-6836-4c6c-a85c-be9ccd690480" providerId="ADAL" clId="{761F5AC4-26FC-4E7C-AA7A-4973C821CF39}" dt="2025-05-27T09:33:33.344" v="118" actId="14826"/>
          <ac:picMkLst>
            <pc:docMk/>
            <pc:sldMk cId="1087464134" sldId="1881839135"/>
            <ac:picMk id="153" creationId="{9A2FEC47-B023-0E6B-FACE-D49695D08B01}"/>
          </ac:picMkLst>
        </pc:picChg>
        <pc:picChg chg="mod">
          <ac:chgData name="Kathryn Manley" userId="04d31b74-6836-4c6c-a85c-be9ccd690480" providerId="ADAL" clId="{761F5AC4-26FC-4E7C-AA7A-4973C821CF39}" dt="2025-05-27T09:36:23.294" v="143" actId="14826"/>
          <ac:picMkLst>
            <pc:docMk/>
            <pc:sldMk cId="1087464134" sldId="1881839135"/>
            <ac:picMk id="155" creationId="{D0A15C20-2C9A-47BE-635D-E615CD2D5D64}"/>
          </ac:picMkLst>
        </pc:picChg>
        <pc:picChg chg="mod">
          <ac:chgData name="Kathryn Manley" userId="04d31b74-6836-4c6c-a85c-be9ccd690480" providerId="ADAL" clId="{761F5AC4-26FC-4E7C-AA7A-4973C821CF39}" dt="2025-05-29T05:12:33.245" v="214" actId="14826"/>
          <ac:picMkLst>
            <pc:docMk/>
            <pc:sldMk cId="1087464134" sldId="1881839135"/>
            <ac:picMk id="157" creationId="{DDA2F1E6-D74D-5D32-EB50-8FB59404C7CB}"/>
          </ac:picMkLst>
        </pc:picChg>
      </pc:sldChg>
      <pc:sldChg chg="modSp mod">
        <pc:chgData name="Kathryn Manley" userId="04d31b74-6836-4c6c-a85c-be9ccd690480" providerId="ADAL" clId="{761F5AC4-26FC-4E7C-AA7A-4973C821CF39}" dt="2025-05-27T08:52:34.127" v="4"/>
        <pc:sldMkLst>
          <pc:docMk/>
          <pc:sldMk cId="2822764100" sldId="1881839141"/>
        </pc:sldMkLst>
        <pc:spChg chg="mod">
          <ac:chgData name="Kathryn Manley" userId="04d31b74-6836-4c6c-a85c-be9ccd690480" providerId="ADAL" clId="{761F5AC4-26FC-4E7C-AA7A-4973C821CF39}" dt="2025-05-27T08:51:58.691" v="3" actId="207"/>
          <ac:spMkLst>
            <pc:docMk/>
            <pc:sldMk cId="2822764100" sldId="1881839141"/>
            <ac:spMk id="5" creationId="{C20B03DA-8583-3D45-280B-84FD683219E7}"/>
          </ac:spMkLst>
        </pc:spChg>
        <pc:spChg chg="mod">
          <ac:chgData name="Kathryn Manley" userId="04d31b74-6836-4c6c-a85c-be9ccd690480" providerId="ADAL" clId="{761F5AC4-26FC-4E7C-AA7A-4973C821CF39}" dt="2025-05-27T08:52:34.127" v="4"/>
          <ac:spMkLst>
            <pc:docMk/>
            <pc:sldMk cId="2822764100" sldId="1881839141"/>
            <ac:spMk id="33" creationId="{9CAB7D59-44F6-E362-DB33-405E1C5D48E1}"/>
          </ac:spMkLst>
        </pc:spChg>
      </pc:sldChg>
      <pc:sldChg chg="addSp modSp mod">
        <pc:chgData name="Kathryn Manley" userId="04d31b74-6836-4c6c-a85c-be9ccd690480" providerId="ADAL" clId="{761F5AC4-26FC-4E7C-AA7A-4973C821CF39}" dt="2025-05-27T08:56:11.926" v="13" actId="1076"/>
        <pc:sldMkLst>
          <pc:docMk/>
          <pc:sldMk cId="3779302060" sldId="1881839144"/>
        </pc:sldMkLst>
        <pc:spChg chg="add mod">
          <ac:chgData name="Kathryn Manley" userId="04d31b74-6836-4c6c-a85c-be9ccd690480" providerId="ADAL" clId="{761F5AC4-26FC-4E7C-AA7A-4973C821CF39}" dt="2025-05-27T08:56:11.926" v="13" actId="1076"/>
          <ac:spMkLst>
            <pc:docMk/>
            <pc:sldMk cId="3779302060" sldId="1881839144"/>
            <ac:spMk id="2" creationId="{4092060E-D174-4AB6-B55A-2FE5F72249EE}"/>
          </ac:spMkLst>
        </pc:spChg>
        <pc:spChg chg="mod">
          <ac:chgData name="Kathryn Manley" userId="04d31b74-6836-4c6c-a85c-be9ccd690480" providerId="ADAL" clId="{761F5AC4-26FC-4E7C-AA7A-4973C821CF39}" dt="2025-05-27T08:53:59.562" v="7" actId="207"/>
          <ac:spMkLst>
            <pc:docMk/>
            <pc:sldMk cId="3779302060" sldId="1881839144"/>
            <ac:spMk id="5" creationId="{4F58E3B9-78BA-4F5D-F489-EDB460B2CED8}"/>
          </ac:spMkLst>
        </pc:spChg>
        <pc:spChg chg="mod">
          <ac:chgData name="Kathryn Manley" userId="04d31b74-6836-4c6c-a85c-be9ccd690480" providerId="ADAL" clId="{761F5AC4-26FC-4E7C-AA7A-4973C821CF39}" dt="2025-05-27T08:53:21.529" v="5" actId="207"/>
          <ac:spMkLst>
            <pc:docMk/>
            <pc:sldMk cId="3779302060" sldId="1881839144"/>
            <ac:spMk id="6" creationId="{75CC2C65-84DE-E0B4-968F-76D34474F5FC}"/>
          </ac:spMkLst>
        </pc:spChg>
      </pc:sldChg>
      <pc:sldChg chg="addSp modSp del mod">
        <pc:chgData name="Kathryn Manley" userId="04d31b74-6836-4c6c-a85c-be9ccd690480" providerId="ADAL" clId="{761F5AC4-26FC-4E7C-AA7A-4973C821CF39}" dt="2025-05-27T09:35:54.286" v="142" actId="2696"/>
        <pc:sldMkLst>
          <pc:docMk/>
          <pc:sldMk cId="2538706999" sldId="1881839151"/>
        </pc:sldMkLst>
      </pc:sldChg>
      <pc:sldChg chg="modSp mod">
        <pc:chgData name="Kathryn Manley" userId="04d31b74-6836-4c6c-a85c-be9ccd690480" providerId="ADAL" clId="{761F5AC4-26FC-4E7C-AA7A-4973C821CF39}" dt="2025-05-27T09:01:03.488" v="76" actId="14100"/>
        <pc:sldMkLst>
          <pc:docMk/>
          <pc:sldMk cId="3669591742" sldId="1881839152"/>
        </pc:sldMkLst>
        <pc:spChg chg="mod">
          <ac:chgData name="Kathryn Manley" userId="04d31b74-6836-4c6c-a85c-be9ccd690480" providerId="ADAL" clId="{761F5AC4-26FC-4E7C-AA7A-4973C821CF39}" dt="2025-05-27T08:59:28.898" v="23" actId="14100"/>
          <ac:spMkLst>
            <pc:docMk/>
            <pc:sldMk cId="3669591742" sldId="1881839152"/>
            <ac:spMk id="4" creationId="{3C8ADB2B-05FF-364E-4B9F-62BF8BEE6BCE}"/>
          </ac:spMkLst>
        </pc:spChg>
        <pc:spChg chg="mod">
          <ac:chgData name="Kathryn Manley" userId="04d31b74-6836-4c6c-a85c-be9ccd690480" providerId="ADAL" clId="{761F5AC4-26FC-4E7C-AA7A-4973C821CF39}" dt="2025-05-27T08:59:38.180" v="24" actId="1076"/>
          <ac:spMkLst>
            <pc:docMk/>
            <pc:sldMk cId="3669591742" sldId="1881839152"/>
            <ac:spMk id="6" creationId="{85A95A4A-9729-4107-C6DF-DCB19974AD84}"/>
          </ac:spMkLst>
        </pc:spChg>
        <pc:spChg chg="mod">
          <ac:chgData name="Kathryn Manley" userId="04d31b74-6836-4c6c-a85c-be9ccd690480" providerId="ADAL" clId="{761F5AC4-26FC-4E7C-AA7A-4973C821CF39}" dt="2025-05-27T08:59:38.180" v="24" actId="1076"/>
          <ac:spMkLst>
            <pc:docMk/>
            <pc:sldMk cId="3669591742" sldId="1881839152"/>
            <ac:spMk id="7" creationId="{98320707-0160-8B26-16F9-C42376106320}"/>
          </ac:spMkLst>
        </pc:spChg>
        <pc:picChg chg="mod modCrop">
          <ac:chgData name="Kathryn Manley" userId="04d31b74-6836-4c6c-a85c-be9ccd690480" providerId="ADAL" clId="{761F5AC4-26FC-4E7C-AA7A-4973C821CF39}" dt="2025-05-27T09:01:03.488" v="76" actId="14100"/>
          <ac:picMkLst>
            <pc:docMk/>
            <pc:sldMk cId="3669591742" sldId="1881839152"/>
            <ac:picMk id="5" creationId="{CCB78D18-06F0-4974-1780-B3470346022C}"/>
          </ac:picMkLst>
        </pc:picChg>
      </pc:sldChg>
      <pc:sldChg chg="del">
        <pc:chgData name="Kathryn Manley" userId="04d31b74-6836-4c6c-a85c-be9ccd690480" providerId="ADAL" clId="{761F5AC4-26FC-4E7C-AA7A-4973C821CF39}" dt="2025-05-27T09:44:10.903" v="198" actId="2696"/>
        <pc:sldMkLst>
          <pc:docMk/>
          <pc:sldMk cId="3023517762" sldId="1881839159"/>
        </pc:sldMkLst>
      </pc:sldChg>
      <pc:sldChg chg="modSp add mod ord setBg">
        <pc:chgData name="Kathryn Manley" userId="04d31b74-6836-4c6c-a85c-be9ccd690480" providerId="ADAL" clId="{761F5AC4-26FC-4E7C-AA7A-4973C821CF39}" dt="2025-05-27T09:33:20.021" v="117" actId="207"/>
        <pc:sldMkLst>
          <pc:docMk/>
          <pc:sldMk cId="4050960601" sldId="1881839270"/>
        </pc:sldMkLst>
        <pc:spChg chg="mod">
          <ac:chgData name="Kathryn Manley" userId="04d31b74-6836-4c6c-a85c-be9ccd690480" providerId="ADAL" clId="{761F5AC4-26FC-4E7C-AA7A-4973C821CF39}" dt="2025-05-27T09:33:15.865" v="116" actId="207"/>
          <ac:spMkLst>
            <pc:docMk/>
            <pc:sldMk cId="4050960601" sldId="1881839270"/>
            <ac:spMk id="5" creationId="{D3325530-B880-9E8E-8B48-25966A259668}"/>
          </ac:spMkLst>
        </pc:spChg>
        <pc:spChg chg="mod">
          <ac:chgData name="Kathryn Manley" userId="04d31b74-6836-4c6c-a85c-be9ccd690480" providerId="ADAL" clId="{761F5AC4-26FC-4E7C-AA7A-4973C821CF39}" dt="2025-05-27T09:33:20.021" v="117" actId="207"/>
          <ac:spMkLst>
            <pc:docMk/>
            <pc:sldMk cId="4050960601" sldId="1881839270"/>
            <ac:spMk id="6" creationId="{EA8E3A47-5566-6383-A0EF-D8A03C8ED691}"/>
          </ac:spMkLst>
        </pc:spChg>
        <pc:spChg chg="mod">
          <ac:chgData name="Kathryn Manley" userId="04d31b74-6836-4c6c-a85c-be9ccd690480" providerId="ADAL" clId="{761F5AC4-26FC-4E7C-AA7A-4973C821CF39}" dt="2025-05-27T09:33:11.276" v="115" actId="207"/>
          <ac:spMkLst>
            <pc:docMk/>
            <pc:sldMk cId="4050960601" sldId="1881839270"/>
            <ac:spMk id="7" creationId="{935262F1-74C4-4EF8-7408-AD4111DF6C84}"/>
          </ac:spMkLst>
        </pc:spChg>
      </pc:sldChg>
      <pc:sldChg chg="modSp add mod ord setBg">
        <pc:chgData name="Kathryn Manley" userId="04d31b74-6836-4c6c-a85c-be9ccd690480" providerId="ADAL" clId="{761F5AC4-26FC-4E7C-AA7A-4973C821CF39}" dt="2025-05-27T09:35:49.083" v="141"/>
        <pc:sldMkLst>
          <pc:docMk/>
          <pc:sldMk cId="1056713535" sldId="1881839271"/>
        </pc:sldMkLst>
        <pc:spChg chg="mod">
          <ac:chgData name="Kathryn Manley" userId="04d31b74-6836-4c6c-a85c-be9ccd690480" providerId="ADAL" clId="{761F5AC4-26FC-4E7C-AA7A-4973C821CF39}" dt="2025-05-27T09:35:32.221" v="139" actId="20577"/>
          <ac:spMkLst>
            <pc:docMk/>
            <pc:sldMk cId="1056713535" sldId="1881839271"/>
            <ac:spMk id="7" creationId="{4E569080-3495-2C4D-0916-4D48F00FE93C}"/>
          </ac:spMkLst>
        </pc:spChg>
        <pc:spChg chg="mod">
          <ac:chgData name="Kathryn Manley" userId="04d31b74-6836-4c6c-a85c-be9ccd690480" providerId="ADAL" clId="{761F5AC4-26FC-4E7C-AA7A-4973C821CF39}" dt="2025-05-27T09:35:24.600" v="124" actId="20577"/>
          <ac:spMkLst>
            <pc:docMk/>
            <pc:sldMk cId="1056713535" sldId="1881839271"/>
            <ac:spMk id="8" creationId="{7B4E3B8D-E473-C3FA-3D9F-BF94838A115B}"/>
          </ac:spMkLst>
        </pc:spChg>
      </pc:sldChg>
      <pc:sldChg chg="modSp add mod ord setBg">
        <pc:chgData name="Kathryn Manley" userId="04d31b74-6836-4c6c-a85c-be9ccd690480" providerId="ADAL" clId="{761F5AC4-26FC-4E7C-AA7A-4973C821CF39}" dt="2025-05-27T09:44:04.981" v="197"/>
        <pc:sldMkLst>
          <pc:docMk/>
          <pc:sldMk cId="3858784937" sldId="1881839272"/>
        </pc:sldMkLst>
        <pc:spChg chg="mod">
          <ac:chgData name="Kathryn Manley" userId="04d31b74-6836-4c6c-a85c-be9ccd690480" providerId="ADAL" clId="{761F5AC4-26FC-4E7C-AA7A-4973C821CF39}" dt="2025-05-27T09:41:57.145" v="195" actId="20577"/>
          <ac:spMkLst>
            <pc:docMk/>
            <pc:sldMk cId="3858784937" sldId="1881839272"/>
            <ac:spMk id="7" creationId="{21619D4D-2B5D-8C9B-ABCE-5B3FFE952BF8}"/>
          </ac:spMkLst>
        </pc:spChg>
        <pc:spChg chg="mod">
          <ac:chgData name="Kathryn Manley" userId="04d31b74-6836-4c6c-a85c-be9ccd690480" providerId="ADAL" clId="{761F5AC4-26FC-4E7C-AA7A-4973C821CF39}" dt="2025-05-27T09:41:42.863" v="150" actId="20577"/>
          <ac:spMkLst>
            <pc:docMk/>
            <pc:sldMk cId="3858784937" sldId="1881839272"/>
            <ac:spMk id="8" creationId="{0520B30C-7560-AC4D-F132-388EAD519154}"/>
          </ac:spMkLst>
        </pc:spChg>
      </pc:sldChg>
    </pc:docChg>
  </pc:docChgLst>
  <pc:docChgLst>
    <pc:chgData name="Simran Assi" userId="S::simran.assi@gds.ey.com::e151f7e4-8718-480b-bb95-47774b6c3b92" providerId="AD" clId="Web-{E87C5DF2-875E-09C0-5E9C-CACB28951E19}"/>
    <pc:docChg chg="modSld">
      <pc:chgData name="Simran Assi" userId="S::simran.assi@gds.ey.com::e151f7e4-8718-480b-bb95-47774b6c3b92" providerId="AD" clId="Web-{E87C5DF2-875E-09C0-5E9C-CACB28951E19}" dt="2025-05-30T08:36:11.014" v="0" actId="14100"/>
      <pc:docMkLst>
        <pc:docMk/>
      </pc:docMkLst>
      <pc:sldChg chg="modSp">
        <pc:chgData name="Simran Assi" userId="S::simran.assi@gds.ey.com::e151f7e4-8718-480b-bb95-47774b6c3b92" providerId="AD" clId="Web-{E87C5DF2-875E-09C0-5E9C-CACB28951E19}" dt="2025-05-30T08:36:11.014" v="0" actId="14100"/>
        <pc:sldMkLst>
          <pc:docMk/>
          <pc:sldMk cId="13894508" sldId="1881839156"/>
        </pc:sldMkLst>
        <pc:spChg chg="mod">
          <ac:chgData name="Simran Assi" userId="S::simran.assi@gds.ey.com::e151f7e4-8718-480b-bb95-47774b6c3b92" providerId="AD" clId="Web-{E87C5DF2-875E-09C0-5E9C-CACB28951E19}" dt="2025-05-30T08:36:11.014" v="0" actId="14100"/>
          <ac:spMkLst>
            <pc:docMk/>
            <pc:sldMk cId="13894508" sldId="1881839156"/>
            <ac:spMk id="11" creationId="{A4A6C152-7BF2-9871-BE28-120CDB55201D}"/>
          </ac:spMkLst>
        </pc:spChg>
      </pc:sldChg>
    </pc:docChg>
  </pc:docChgLst>
  <pc:docChgLst>
    <pc:chgData name="Simran Assi" userId="S::simran.assi@gds.ey.com::e151f7e4-8718-480b-bb95-47774b6c3b92" providerId="AD" clId="Web-{7542C474-C8B0-EC04-B66D-49B89468D957}"/>
    <pc:docChg chg="modSld">
      <pc:chgData name="Simran Assi" userId="S::simran.assi@gds.ey.com::e151f7e4-8718-480b-bb95-47774b6c3b92" providerId="AD" clId="Web-{7542C474-C8B0-EC04-B66D-49B89468D957}" dt="2025-05-30T08:34:24.752" v="3" actId="1076"/>
      <pc:docMkLst>
        <pc:docMk/>
      </pc:docMkLst>
      <pc:sldChg chg="addSp delSp modSp">
        <pc:chgData name="Simran Assi" userId="S::simran.assi@gds.ey.com::e151f7e4-8718-480b-bb95-47774b6c3b92" providerId="AD" clId="Web-{7542C474-C8B0-EC04-B66D-49B89468D957}" dt="2025-05-30T08:34:24.752" v="3" actId="1076"/>
        <pc:sldMkLst>
          <pc:docMk/>
          <pc:sldMk cId="106710619" sldId="1881839142"/>
        </pc:sldMkLst>
        <pc:spChg chg="add del mod">
          <ac:chgData name="Simran Assi" userId="S::simran.assi@gds.ey.com::e151f7e4-8718-480b-bb95-47774b6c3b92" providerId="AD" clId="Web-{7542C474-C8B0-EC04-B66D-49B89468D957}" dt="2025-05-30T08:34:24.752" v="3" actId="1076"/>
          <ac:spMkLst>
            <pc:docMk/>
            <pc:sldMk cId="106710619" sldId="1881839142"/>
            <ac:spMk id="78" creationId="{F9575BE5-48EF-E055-5BA8-0AA0541A6250}"/>
          </ac:spMkLst>
        </pc:spChg>
      </pc:sldChg>
    </pc:docChg>
  </pc:docChgLst>
  <pc:docChgLst>
    <pc:chgData name="William A Reid" userId="765fcb41-81d9-4a4b-be53-19ef6f36a8a6" providerId="ADAL" clId="{115ADCDC-E221-4550-8CE8-DC6918E3107A}"/>
    <pc:docChg chg="custSel addSld delSld modSld modSection">
      <pc:chgData name="William A Reid" userId="765fcb41-81d9-4a4b-be53-19ef6f36a8a6" providerId="ADAL" clId="{115ADCDC-E221-4550-8CE8-DC6918E3107A}" dt="2025-05-29T16:59:48.039" v="430"/>
      <pc:docMkLst>
        <pc:docMk/>
      </pc:docMkLst>
      <pc:sldChg chg="modSp mod">
        <pc:chgData name="William A Reid" userId="765fcb41-81d9-4a4b-be53-19ef6f36a8a6" providerId="ADAL" clId="{115ADCDC-E221-4550-8CE8-DC6918E3107A}" dt="2025-05-29T16:36:21.938" v="22" actId="20577"/>
        <pc:sldMkLst>
          <pc:docMk/>
          <pc:sldMk cId="1087464134" sldId="1881839135"/>
        </pc:sldMkLst>
        <pc:spChg chg="mod">
          <ac:chgData name="William A Reid" userId="765fcb41-81d9-4a4b-be53-19ef6f36a8a6" providerId="ADAL" clId="{115ADCDC-E221-4550-8CE8-DC6918E3107A}" dt="2025-05-29T16:36:11.855" v="7" actId="20577"/>
          <ac:spMkLst>
            <pc:docMk/>
            <pc:sldMk cId="1087464134" sldId="1881839135"/>
            <ac:spMk id="144" creationId="{FDE48D1F-8C52-DECD-EFC9-5523A37BA8B1}"/>
          </ac:spMkLst>
        </pc:spChg>
        <pc:spChg chg="mod">
          <ac:chgData name="William A Reid" userId="765fcb41-81d9-4a4b-be53-19ef6f36a8a6" providerId="ADAL" clId="{115ADCDC-E221-4550-8CE8-DC6918E3107A}" dt="2025-05-29T16:36:21.938" v="22" actId="20577"/>
          <ac:spMkLst>
            <pc:docMk/>
            <pc:sldMk cId="1087464134" sldId="1881839135"/>
            <ac:spMk id="145" creationId="{1B7A0395-45FD-6E56-5FCB-570E8D874A8B}"/>
          </ac:spMkLst>
        </pc:spChg>
      </pc:sldChg>
      <pc:sldChg chg="modSp mod">
        <pc:chgData name="William A Reid" userId="765fcb41-81d9-4a4b-be53-19ef6f36a8a6" providerId="ADAL" clId="{115ADCDC-E221-4550-8CE8-DC6918E3107A}" dt="2025-05-29T16:36:33.291" v="32" actId="20577"/>
        <pc:sldMkLst>
          <pc:docMk/>
          <pc:sldMk cId="106710619" sldId="1881839142"/>
        </pc:sldMkLst>
        <pc:spChg chg="mod">
          <ac:chgData name="William A Reid" userId="765fcb41-81d9-4a4b-be53-19ef6f36a8a6" providerId="ADAL" clId="{115ADCDC-E221-4550-8CE8-DC6918E3107A}" dt="2025-05-29T16:36:33.291" v="32" actId="20577"/>
          <ac:spMkLst>
            <pc:docMk/>
            <pc:sldMk cId="106710619" sldId="1881839142"/>
            <ac:spMk id="7" creationId="{0289FE75-9E45-560D-E0BB-0CBDF5B0AD78}"/>
          </ac:spMkLst>
        </pc:spChg>
      </pc:sldChg>
      <pc:sldChg chg="modSp mod">
        <pc:chgData name="William A Reid" userId="765fcb41-81d9-4a4b-be53-19ef6f36a8a6" providerId="ADAL" clId="{115ADCDC-E221-4550-8CE8-DC6918E3107A}" dt="2025-05-29T16:37:24.159" v="86" actId="20577"/>
        <pc:sldMkLst>
          <pc:docMk/>
          <pc:sldMk cId="2247663099" sldId="1881839153"/>
        </pc:sldMkLst>
        <pc:spChg chg="mod">
          <ac:chgData name="William A Reid" userId="765fcb41-81d9-4a4b-be53-19ef6f36a8a6" providerId="ADAL" clId="{115ADCDC-E221-4550-8CE8-DC6918E3107A}" dt="2025-05-29T16:37:24.159" v="86" actId="20577"/>
          <ac:spMkLst>
            <pc:docMk/>
            <pc:sldMk cId="2247663099" sldId="1881839153"/>
            <ac:spMk id="2" creationId="{39FEF7EF-7DEF-10BC-E763-070D0C165F84}"/>
          </ac:spMkLst>
        </pc:spChg>
      </pc:sldChg>
      <pc:sldChg chg="modSp mod">
        <pc:chgData name="William A Reid" userId="765fcb41-81d9-4a4b-be53-19ef6f36a8a6" providerId="ADAL" clId="{115ADCDC-E221-4550-8CE8-DC6918E3107A}" dt="2025-05-29T16:37:36.383" v="107" actId="20577"/>
        <pc:sldMkLst>
          <pc:docMk/>
          <pc:sldMk cId="491570295" sldId="1881839154"/>
        </pc:sldMkLst>
        <pc:spChg chg="mod">
          <ac:chgData name="William A Reid" userId="765fcb41-81d9-4a4b-be53-19ef6f36a8a6" providerId="ADAL" clId="{115ADCDC-E221-4550-8CE8-DC6918E3107A}" dt="2025-05-29T16:37:36.383" v="107" actId="20577"/>
          <ac:spMkLst>
            <pc:docMk/>
            <pc:sldMk cId="491570295" sldId="1881839154"/>
            <ac:spMk id="7" creationId="{1AD18CED-888C-9950-76C8-0A4933CF9A0C}"/>
          </ac:spMkLst>
        </pc:spChg>
      </pc:sldChg>
      <pc:sldChg chg="modSp mod">
        <pc:chgData name="William A Reid" userId="765fcb41-81d9-4a4b-be53-19ef6f36a8a6" providerId="ADAL" clId="{115ADCDC-E221-4550-8CE8-DC6918E3107A}" dt="2025-05-29T16:37:44.880" v="115" actId="20577"/>
        <pc:sldMkLst>
          <pc:docMk/>
          <pc:sldMk cId="3758289849" sldId="1881839155"/>
        </pc:sldMkLst>
        <pc:spChg chg="mod">
          <ac:chgData name="William A Reid" userId="765fcb41-81d9-4a4b-be53-19ef6f36a8a6" providerId="ADAL" clId="{115ADCDC-E221-4550-8CE8-DC6918E3107A}" dt="2025-05-29T16:37:44.880" v="115" actId="20577"/>
          <ac:spMkLst>
            <pc:docMk/>
            <pc:sldMk cId="3758289849" sldId="1881839155"/>
            <ac:spMk id="7" creationId="{12CACD69-6087-CF90-F6F9-265B74F60081}"/>
          </ac:spMkLst>
        </pc:spChg>
      </pc:sldChg>
      <pc:sldChg chg="modSp mod">
        <pc:chgData name="William A Reid" userId="765fcb41-81d9-4a4b-be53-19ef6f36a8a6" providerId="ADAL" clId="{115ADCDC-E221-4550-8CE8-DC6918E3107A}" dt="2025-05-29T16:40:45.438" v="237" actId="20577"/>
        <pc:sldMkLst>
          <pc:docMk/>
          <pc:sldMk cId="13894508" sldId="1881839156"/>
        </pc:sldMkLst>
        <pc:spChg chg="mod">
          <ac:chgData name="William A Reid" userId="765fcb41-81d9-4a4b-be53-19ef6f36a8a6" providerId="ADAL" clId="{115ADCDC-E221-4550-8CE8-DC6918E3107A}" dt="2025-05-29T16:37:51.816" v="123" actId="20577"/>
          <ac:spMkLst>
            <pc:docMk/>
            <pc:sldMk cId="13894508" sldId="1881839156"/>
            <ac:spMk id="2" creationId="{8DF167F7-02D1-CEC4-0C54-FF2DA1A6E521}"/>
          </ac:spMkLst>
        </pc:spChg>
        <pc:spChg chg="mod">
          <ac:chgData name="William A Reid" userId="765fcb41-81d9-4a4b-be53-19ef6f36a8a6" providerId="ADAL" clId="{115ADCDC-E221-4550-8CE8-DC6918E3107A}" dt="2025-05-29T16:40:45.438" v="237" actId="20577"/>
          <ac:spMkLst>
            <pc:docMk/>
            <pc:sldMk cId="13894508" sldId="1881839156"/>
            <ac:spMk id="11" creationId="{A4A6C152-7BF2-9871-BE28-120CDB55201D}"/>
          </ac:spMkLst>
        </pc:spChg>
      </pc:sldChg>
      <pc:sldChg chg="del">
        <pc:chgData name="William A Reid" userId="765fcb41-81d9-4a4b-be53-19ef6f36a8a6" providerId="ADAL" clId="{115ADCDC-E221-4550-8CE8-DC6918E3107A}" dt="2025-05-29T16:37:56.295" v="124" actId="2696"/>
        <pc:sldMkLst>
          <pc:docMk/>
          <pc:sldMk cId="2521997516" sldId="1881839157"/>
        </pc:sldMkLst>
      </pc:sldChg>
      <pc:sldChg chg="modSp mod">
        <pc:chgData name="William A Reid" userId="765fcb41-81d9-4a4b-be53-19ef6f36a8a6" providerId="ADAL" clId="{115ADCDC-E221-4550-8CE8-DC6918E3107A}" dt="2025-05-29T16:38:04.881" v="125" actId="20577"/>
        <pc:sldMkLst>
          <pc:docMk/>
          <pc:sldMk cId="81070431" sldId="1881839158"/>
        </pc:sldMkLst>
        <pc:spChg chg="mod">
          <ac:chgData name="William A Reid" userId="765fcb41-81d9-4a4b-be53-19ef6f36a8a6" providerId="ADAL" clId="{115ADCDC-E221-4550-8CE8-DC6918E3107A}" dt="2025-05-29T16:38:04.881" v="125" actId="20577"/>
          <ac:spMkLst>
            <pc:docMk/>
            <pc:sldMk cId="81070431" sldId="1881839158"/>
            <ac:spMk id="2" creationId="{3EEF0803-0BE0-8CFF-ED73-997ABCD290D7}"/>
          </ac:spMkLst>
        </pc:spChg>
      </pc:sldChg>
      <pc:sldChg chg="modSp mod">
        <pc:chgData name="William A Reid" userId="765fcb41-81d9-4a4b-be53-19ef6f36a8a6" providerId="ADAL" clId="{115ADCDC-E221-4550-8CE8-DC6918E3107A}" dt="2025-05-29T16:41:11.271" v="240" actId="20577"/>
        <pc:sldMkLst>
          <pc:docMk/>
          <pc:sldMk cId="3956709758" sldId="1881839167"/>
        </pc:sldMkLst>
        <pc:spChg chg="mod">
          <ac:chgData name="William A Reid" userId="765fcb41-81d9-4a4b-be53-19ef6f36a8a6" providerId="ADAL" clId="{115ADCDC-E221-4550-8CE8-DC6918E3107A}" dt="2025-05-29T16:41:11.271" v="240" actId="20577"/>
          <ac:spMkLst>
            <pc:docMk/>
            <pc:sldMk cId="3956709758" sldId="1881839167"/>
            <ac:spMk id="7" creationId="{345C651B-4DA0-7811-364B-8C4D3A65E803}"/>
          </ac:spMkLst>
        </pc:spChg>
      </pc:sldChg>
      <pc:sldChg chg="modSp mod">
        <pc:chgData name="William A Reid" userId="765fcb41-81d9-4a4b-be53-19ef6f36a8a6" providerId="ADAL" clId="{115ADCDC-E221-4550-8CE8-DC6918E3107A}" dt="2025-05-29T16:39:26.566" v="215" actId="20577"/>
        <pc:sldMkLst>
          <pc:docMk/>
          <pc:sldMk cId="35878351" sldId="1881839168"/>
        </pc:sldMkLst>
        <pc:spChg chg="mod">
          <ac:chgData name="William A Reid" userId="765fcb41-81d9-4a4b-be53-19ef6f36a8a6" providerId="ADAL" clId="{115ADCDC-E221-4550-8CE8-DC6918E3107A}" dt="2025-05-29T16:39:17.715" v="201" actId="20577"/>
          <ac:spMkLst>
            <pc:docMk/>
            <pc:sldMk cId="35878351" sldId="1881839168"/>
            <ac:spMk id="8" creationId="{9F39FEC1-7602-5EC2-50B1-C3C3FEA7E0A0}"/>
          </ac:spMkLst>
        </pc:spChg>
        <pc:spChg chg="mod">
          <ac:chgData name="William A Reid" userId="765fcb41-81d9-4a4b-be53-19ef6f36a8a6" providerId="ADAL" clId="{115ADCDC-E221-4550-8CE8-DC6918E3107A}" dt="2025-05-29T16:39:26.566" v="215" actId="20577"/>
          <ac:spMkLst>
            <pc:docMk/>
            <pc:sldMk cId="35878351" sldId="1881839168"/>
            <ac:spMk id="12" creationId="{F7F808BF-C04C-C2EE-9FA0-E9859A4A9A23}"/>
          </ac:spMkLst>
        </pc:spChg>
      </pc:sldChg>
      <pc:sldChg chg="modSp mod">
        <pc:chgData name="William A Reid" userId="765fcb41-81d9-4a4b-be53-19ef6f36a8a6" providerId="ADAL" clId="{115ADCDC-E221-4550-8CE8-DC6918E3107A}" dt="2025-05-29T16:39:37.581" v="229" actId="20577"/>
        <pc:sldMkLst>
          <pc:docMk/>
          <pc:sldMk cId="1094749244" sldId="1881839169"/>
        </pc:sldMkLst>
        <pc:spChg chg="mod">
          <ac:chgData name="William A Reid" userId="765fcb41-81d9-4a4b-be53-19ef6f36a8a6" providerId="ADAL" clId="{115ADCDC-E221-4550-8CE8-DC6918E3107A}" dt="2025-05-29T16:39:37.581" v="229" actId="20577"/>
          <ac:spMkLst>
            <pc:docMk/>
            <pc:sldMk cId="1094749244" sldId="1881839169"/>
            <ac:spMk id="7" creationId="{EBD664CB-0D24-5306-5F7B-E5DD52CBAD19}"/>
          </ac:spMkLst>
        </pc:spChg>
      </pc:sldChg>
      <pc:sldChg chg="modSp mod">
        <pc:chgData name="William A Reid" userId="765fcb41-81d9-4a4b-be53-19ef6f36a8a6" providerId="ADAL" clId="{115ADCDC-E221-4550-8CE8-DC6918E3107A}" dt="2025-05-29T16:36:57.371" v="40" actId="20577"/>
        <pc:sldMkLst>
          <pc:docMk/>
          <pc:sldMk cId="1056713535" sldId="1881839271"/>
        </pc:sldMkLst>
        <pc:spChg chg="mod">
          <ac:chgData name="William A Reid" userId="765fcb41-81d9-4a4b-be53-19ef6f36a8a6" providerId="ADAL" clId="{115ADCDC-E221-4550-8CE8-DC6918E3107A}" dt="2025-05-29T16:36:57.371" v="40" actId="20577"/>
          <ac:spMkLst>
            <pc:docMk/>
            <pc:sldMk cId="1056713535" sldId="1881839271"/>
            <ac:spMk id="7" creationId="{4E569080-3495-2C4D-0916-4D48F00FE93C}"/>
          </ac:spMkLst>
        </pc:spChg>
      </pc:sldChg>
      <pc:sldChg chg="modSp mod">
        <pc:chgData name="William A Reid" userId="765fcb41-81d9-4a4b-be53-19ef6f36a8a6" providerId="ADAL" clId="{115ADCDC-E221-4550-8CE8-DC6918E3107A}" dt="2025-05-29T16:38:30.976" v="149" actId="14100"/>
        <pc:sldMkLst>
          <pc:docMk/>
          <pc:sldMk cId="3858784937" sldId="1881839272"/>
        </pc:sldMkLst>
        <pc:spChg chg="mod">
          <ac:chgData name="William A Reid" userId="765fcb41-81d9-4a4b-be53-19ef6f36a8a6" providerId="ADAL" clId="{115ADCDC-E221-4550-8CE8-DC6918E3107A}" dt="2025-05-29T16:38:30.976" v="149" actId="14100"/>
          <ac:spMkLst>
            <pc:docMk/>
            <pc:sldMk cId="3858784937" sldId="1881839272"/>
            <ac:spMk id="7" creationId="{21619D4D-2B5D-8C9B-ABCE-5B3FFE952BF8}"/>
          </ac:spMkLst>
        </pc:spChg>
      </pc:sldChg>
      <pc:sldChg chg="addSp delSp modSp add mod">
        <pc:chgData name="William A Reid" userId="765fcb41-81d9-4a4b-be53-19ef6f36a8a6" providerId="ADAL" clId="{115ADCDC-E221-4550-8CE8-DC6918E3107A}" dt="2025-05-29T16:59:48.039" v="430"/>
        <pc:sldMkLst>
          <pc:docMk/>
          <pc:sldMk cId="2854019426" sldId="1881839273"/>
        </pc:sldMkLst>
        <pc:spChg chg="del">
          <ac:chgData name="William A Reid" userId="765fcb41-81d9-4a4b-be53-19ef6f36a8a6" providerId="ADAL" clId="{115ADCDC-E221-4550-8CE8-DC6918E3107A}" dt="2025-05-29T16:53:01.520" v="242" actId="478"/>
          <ac:spMkLst>
            <pc:docMk/>
            <pc:sldMk cId="2854019426" sldId="1881839273"/>
            <ac:spMk id="3" creationId="{42D5DEEF-A215-1F19-5F31-F3C568F28264}"/>
          </ac:spMkLst>
        </pc:spChg>
        <pc:spChg chg="add mod">
          <ac:chgData name="William A Reid" userId="765fcb41-81d9-4a4b-be53-19ef6f36a8a6" providerId="ADAL" clId="{115ADCDC-E221-4550-8CE8-DC6918E3107A}" dt="2025-05-29T16:53:07.064" v="243"/>
          <ac:spMkLst>
            <pc:docMk/>
            <pc:sldMk cId="2854019426" sldId="1881839273"/>
            <ac:spMk id="6" creationId="{C9D564D3-EF00-7ECB-8DB7-3B7626950ECE}"/>
          </ac:spMkLst>
        </pc:spChg>
        <pc:spChg chg="mod">
          <ac:chgData name="William A Reid" userId="765fcb41-81d9-4a4b-be53-19ef6f36a8a6" providerId="ADAL" clId="{115ADCDC-E221-4550-8CE8-DC6918E3107A}" dt="2025-05-29T16:55:24.246" v="404" actId="20577"/>
          <ac:spMkLst>
            <pc:docMk/>
            <pc:sldMk cId="2854019426" sldId="1881839273"/>
            <ac:spMk id="8" creationId="{7E8A42B0-4C3F-F49F-252D-94E3693A7063}"/>
          </ac:spMkLst>
        </pc:spChg>
        <pc:spChg chg="add del mod">
          <ac:chgData name="William A Reid" userId="765fcb41-81d9-4a4b-be53-19ef6f36a8a6" providerId="ADAL" clId="{115ADCDC-E221-4550-8CE8-DC6918E3107A}" dt="2025-05-29T16:56:45.960" v="408" actId="478"/>
          <ac:spMkLst>
            <pc:docMk/>
            <pc:sldMk cId="2854019426" sldId="1881839273"/>
            <ac:spMk id="11" creationId="{3DEB6F08-6E0D-67C9-DAC8-1253EBF7A47D}"/>
          </ac:spMkLst>
        </pc:spChg>
        <pc:spChg chg="add del mod">
          <ac:chgData name="William A Reid" userId="765fcb41-81d9-4a4b-be53-19ef6f36a8a6" providerId="ADAL" clId="{115ADCDC-E221-4550-8CE8-DC6918E3107A}" dt="2025-05-29T16:58:40.205" v="421" actId="478"/>
          <ac:spMkLst>
            <pc:docMk/>
            <pc:sldMk cId="2854019426" sldId="1881839273"/>
            <ac:spMk id="15" creationId="{D179B19C-4ABA-286D-F768-D3333F317A9D}"/>
          </ac:spMkLst>
        </pc:spChg>
        <pc:spChg chg="add del mod">
          <ac:chgData name="William A Reid" userId="765fcb41-81d9-4a4b-be53-19ef6f36a8a6" providerId="ADAL" clId="{115ADCDC-E221-4550-8CE8-DC6918E3107A}" dt="2025-05-29T16:59:28.265" v="428" actId="478"/>
          <ac:spMkLst>
            <pc:docMk/>
            <pc:sldMk cId="2854019426" sldId="1881839273"/>
            <ac:spMk id="17" creationId="{CCEE59C6-2564-5A74-6A04-09D10CF762CB}"/>
          </ac:spMkLst>
        </pc:spChg>
        <pc:spChg chg="mod">
          <ac:chgData name="William A Reid" userId="765fcb41-81d9-4a4b-be53-19ef6f36a8a6" providerId="ADAL" clId="{115ADCDC-E221-4550-8CE8-DC6918E3107A}" dt="2025-05-29T16:54:53.655" v="400" actId="20577"/>
          <ac:spMkLst>
            <pc:docMk/>
            <pc:sldMk cId="2854019426" sldId="1881839273"/>
            <ac:spMk id="42" creationId="{6E6C36EC-E15D-7968-94E3-C82F83B71850}"/>
          </ac:spMkLst>
        </pc:spChg>
        <pc:spChg chg="mod">
          <ac:chgData name="William A Reid" userId="765fcb41-81d9-4a4b-be53-19ef6f36a8a6" providerId="ADAL" clId="{115ADCDC-E221-4550-8CE8-DC6918E3107A}" dt="2025-05-29T16:55:07.762" v="402" actId="20577"/>
          <ac:spMkLst>
            <pc:docMk/>
            <pc:sldMk cId="2854019426" sldId="1881839273"/>
            <ac:spMk id="105" creationId="{751A7B21-6497-F331-8266-2A7B2E8CB491}"/>
          </ac:spMkLst>
        </pc:spChg>
        <pc:picChg chg="add mod">
          <ac:chgData name="William A Reid" userId="765fcb41-81d9-4a4b-be53-19ef6f36a8a6" providerId="ADAL" clId="{115ADCDC-E221-4550-8CE8-DC6918E3107A}" dt="2025-05-29T16:56:41.845" v="407" actId="1076"/>
          <ac:picMkLst>
            <pc:docMk/>
            <pc:sldMk cId="2854019426" sldId="1881839273"/>
            <ac:picMk id="7" creationId="{87858A57-2E48-39ED-A921-8EA65214E7DE}"/>
          </ac:picMkLst>
        </pc:picChg>
        <pc:picChg chg="add mod">
          <ac:chgData name="William A Reid" userId="765fcb41-81d9-4a4b-be53-19ef6f36a8a6" providerId="ADAL" clId="{115ADCDC-E221-4550-8CE8-DC6918E3107A}" dt="2025-05-29T16:56:41.845" v="407" actId="1076"/>
          <ac:picMkLst>
            <pc:docMk/>
            <pc:sldMk cId="2854019426" sldId="1881839273"/>
            <ac:picMk id="9" creationId="{77801410-BD1B-BC76-0C6D-5F0BEF29F05C}"/>
          </ac:picMkLst>
        </pc:picChg>
        <pc:picChg chg="add mod">
          <ac:chgData name="William A Reid" userId="765fcb41-81d9-4a4b-be53-19ef6f36a8a6" providerId="ADAL" clId="{115ADCDC-E221-4550-8CE8-DC6918E3107A}" dt="2025-05-29T16:57:56.724" v="414"/>
          <ac:picMkLst>
            <pc:docMk/>
            <pc:sldMk cId="2854019426" sldId="1881839273"/>
            <ac:picMk id="12" creationId="{AA24B6C9-BF5B-3478-5CF8-3DC99F4A227F}"/>
          </ac:picMkLst>
        </pc:picChg>
        <pc:picChg chg="add mod">
          <ac:chgData name="William A Reid" userId="765fcb41-81d9-4a4b-be53-19ef6f36a8a6" providerId="ADAL" clId="{115ADCDC-E221-4550-8CE8-DC6918E3107A}" dt="2025-05-29T16:59:48.039" v="430"/>
          <ac:picMkLst>
            <pc:docMk/>
            <pc:sldMk cId="2854019426" sldId="1881839273"/>
            <ac:picMk id="13" creationId="{E5AC7020-1E14-36E5-01DA-7B33A3C89409}"/>
          </ac:picMkLst>
        </pc:picChg>
        <pc:picChg chg="del">
          <ac:chgData name="William A Reid" userId="765fcb41-81d9-4a4b-be53-19ef6f36a8a6" providerId="ADAL" clId="{115ADCDC-E221-4550-8CE8-DC6918E3107A}" dt="2025-05-29T16:58:18.177" v="415" actId="478"/>
          <ac:picMkLst>
            <pc:docMk/>
            <pc:sldMk cId="2854019426" sldId="1881839273"/>
            <ac:picMk id="26" creationId="{595F8446-9AA6-CCAB-CDBF-8E0DF9873E4A}"/>
          </ac:picMkLst>
        </pc:picChg>
        <pc:picChg chg="del">
          <ac:chgData name="William A Reid" userId="765fcb41-81d9-4a4b-be53-19ef6f36a8a6" providerId="ADAL" clId="{115ADCDC-E221-4550-8CE8-DC6918E3107A}" dt="2025-05-29T16:56:22.075" v="406" actId="478"/>
          <ac:picMkLst>
            <pc:docMk/>
            <pc:sldMk cId="2854019426" sldId="1881839273"/>
            <ac:picMk id="28" creationId="{88966427-AD00-2591-307A-B67E22D3640D}"/>
          </ac:picMkLst>
        </pc:picChg>
        <pc:picChg chg="del">
          <ac:chgData name="William A Reid" userId="765fcb41-81d9-4a4b-be53-19ef6f36a8a6" providerId="ADAL" clId="{115ADCDC-E221-4550-8CE8-DC6918E3107A}" dt="2025-05-29T16:59:17.545" v="426" actId="478"/>
          <ac:picMkLst>
            <pc:docMk/>
            <pc:sldMk cId="2854019426" sldId="1881839273"/>
            <ac:picMk id="30" creationId="{7F7412E5-DBBA-E435-F588-ED113A2026C8}"/>
          </ac:picMkLst>
        </pc:picChg>
        <pc:picChg chg="add mod">
          <ac:chgData name="William A Reid" userId="765fcb41-81d9-4a4b-be53-19ef6f36a8a6" providerId="ADAL" clId="{115ADCDC-E221-4550-8CE8-DC6918E3107A}" dt="2025-05-29T16:58:38.867" v="420" actId="1076"/>
          <ac:picMkLst>
            <pc:docMk/>
            <pc:sldMk cId="2854019426" sldId="1881839273"/>
            <ac:picMk id="1026" creationId="{BC063B49-F4C6-9AE5-412D-18D07283C6FD}"/>
          </ac:picMkLst>
        </pc:picChg>
        <pc:picChg chg="add mod">
          <ac:chgData name="William A Reid" userId="765fcb41-81d9-4a4b-be53-19ef6f36a8a6" providerId="ADAL" clId="{115ADCDC-E221-4550-8CE8-DC6918E3107A}" dt="2025-05-29T16:59:32.567" v="429" actId="1076"/>
          <ac:picMkLst>
            <pc:docMk/>
            <pc:sldMk cId="2854019426" sldId="1881839273"/>
            <ac:picMk id="1028" creationId="{176E3E6A-6CCC-E9A8-DA5D-8BA5E30A0E5C}"/>
          </ac:picMkLst>
        </pc:picChg>
      </pc:sldChg>
    </pc:docChg>
  </pc:docChgLst>
  <pc:docChgLst>
    <pc:chgData name="Simran Assi" userId="e151f7e4-8718-480b-bb95-47774b6c3b92" providerId="ADAL" clId="{37AA6783-E3E6-492E-BA68-69051639BC1F}"/>
    <pc:docChg chg="undo redo custSel modSld">
      <pc:chgData name="Simran Assi" userId="e151f7e4-8718-480b-bb95-47774b6c3b92" providerId="ADAL" clId="{37AA6783-E3E6-492E-BA68-69051639BC1F}" dt="2025-05-30T11:40:37.843" v="1608" actId="571"/>
      <pc:docMkLst>
        <pc:docMk/>
      </pc:docMkLst>
      <pc:sldChg chg="modSp mod">
        <pc:chgData name="Simran Assi" userId="e151f7e4-8718-480b-bb95-47774b6c3b92" providerId="ADAL" clId="{37AA6783-E3E6-492E-BA68-69051639BC1F}" dt="2025-05-30T08:25:18.745" v="1062" actId="207"/>
        <pc:sldMkLst>
          <pc:docMk/>
          <pc:sldMk cId="306114563" sldId="1881839064"/>
        </pc:sldMkLst>
        <pc:spChg chg="mod">
          <ac:chgData name="Simran Assi" userId="e151f7e4-8718-480b-bb95-47774b6c3b92" providerId="ADAL" clId="{37AA6783-E3E6-492E-BA68-69051639BC1F}" dt="2025-05-30T07:54:51.657" v="126"/>
          <ac:spMkLst>
            <pc:docMk/>
            <pc:sldMk cId="306114563" sldId="1881839064"/>
            <ac:spMk id="2" creationId="{58F8D36B-0949-B701-B4D7-6045D4F4B79E}"/>
          </ac:spMkLst>
        </pc:spChg>
        <pc:spChg chg="mod">
          <ac:chgData name="Simran Assi" userId="e151f7e4-8718-480b-bb95-47774b6c3b92" providerId="ADAL" clId="{37AA6783-E3E6-492E-BA68-69051639BC1F}" dt="2025-05-30T07:55:18.372" v="135"/>
          <ac:spMkLst>
            <pc:docMk/>
            <pc:sldMk cId="306114563" sldId="1881839064"/>
            <ac:spMk id="4" creationId="{B666E34C-7DC6-E460-F064-508A9EAF3034}"/>
          </ac:spMkLst>
        </pc:spChg>
        <pc:spChg chg="mod">
          <ac:chgData name="Simran Assi" userId="e151f7e4-8718-480b-bb95-47774b6c3b92" providerId="ADAL" clId="{37AA6783-E3E6-492E-BA68-69051639BC1F}" dt="2025-05-30T07:55:13.921" v="131"/>
          <ac:spMkLst>
            <pc:docMk/>
            <pc:sldMk cId="306114563" sldId="1881839064"/>
            <ac:spMk id="5" creationId="{A0A8D117-C1EE-FD4E-3A14-EFDBE418FA50}"/>
          </ac:spMkLst>
        </pc:spChg>
        <pc:spChg chg="mod">
          <ac:chgData name="Simran Assi" userId="e151f7e4-8718-480b-bb95-47774b6c3b92" providerId="ADAL" clId="{37AA6783-E3E6-492E-BA68-69051639BC1F}" dt="2025-05-30T07:46:23.431" v="0"/>
          <ac:spMkLst>
            <pc:docMk/>
            <pc:sldMk cId="306114563" sldId="1881839064"/>
            <ac:spMk id="6" creationId="{688E492B-7132-2B62-30F7-BB52071F6806}"/>
          </ac:spMkLst>
        </pc:spChg>
        <pc:spChg chg="mod">
          <ac:chgData name="Simran Assi" userId="e151f7e4-8718-480b-bb95-47774b6c3b92" providerId="ADAL" clId="{37AA6783-E3E6-492E-BA68-69051639BC1F}" dt="2025-05-30T07:55:20.811" v="137"/>
          <ac:spMkLst>
            <pc:docMk/>
            <pc:sldMk cId="306114563" sldId="1881839064"/>
            <ac:spMk id="7" creationId="{F3169C51-A7D3-B3B8-6884-A47E2DEF2FF6}"/>
          </ac:spMkLst>
        </pc:spChg>
        <pc:spChg chg="mod">
          <ac:chgData name="Simran Assi" userId="e151f7e4-8718-480b-bb95-47774b6c3b92" providerId="ADAL" clId="{37AA6783-E3E6-492E-BA68-69051639BC1F}" dt="2025-05-30T07:46:23.431" v="0"/>
          <ac:spMkLst>
            <pc:docMk/>
            <pc:sldMk cId="306114563" sldId="1881839064"/>
            <ac:spMk id="8" creationId="{548DFEB1-D48D-8B7F-CE2F-1085A129DE55}"/>
          </ac:spMkLst>
        </pc:spChg>
        <pc:spChg chg="mod">
          <ac:chgData name="Simran Assi" userId="e151f7e4-8718-480b-bb95-47774b6c3b92" providerId="ADAL" clId="{37AA6783-E3E6-492E-BA68-69051639BC1F}" dt="2025-05-30T07:55:11.639" v="129"/>
          <ac:spMkLst>
            <pc:docMk/>
            <pc:sldMk cId="306114563" sldId="1881839064"/>
            <ac:spMk id="9" creationId="{0103C3D9-AEC5-6BC1-9879-B5E6A1B4C7D0}"/>
          </ac:spMkLst>
        </pc:spChg>
        <pc:spChg chg="mod">
          <ac:chgData name="Simran Assi" userId="e151f7e4-8718-480b-bb95-47774b6c3b92" providerId="ADAL" clId="{37AA6783-E3E6-492E-BA68-69051639BC1F}" dt="2025-05-30T08:25:18.745" v="1062" actId="207"/>
          <ac:spMkLst>
            <pc:docMk/>
            <pc:sldMk cId="306114563" sldId="1881839064"/>
            <ac:spMk id="23" creationId="{9FABB462-6AA7-1E1C-2722-9FFBA9EA4320}"/>
          </ac:spMkLst>
        </pc:spChg>
        <pc:spChg chg="mod">
          <ac:chgData name="Simran Assi" userId="e151f7e4-8718-480b-bb95-47774b6c3b92" providerId="ADAL" clId="{37AA6783-E3E6-492E-BA68-69051639BC1F}" dt="2025-05-30T08:25:18.745" v="1062" actId="207"/>
          <ac:spMkLst>
            <pc:docMk/>
            <pc:sldMk cId="306114563" sldId="1881839064"/>
            <ac:spMk id="28" creationId="{19011067-6CC8-903E-6B56-FE8EE16FE93B}"/>
          </ac:spMkLst>
        </pc:spChg>
        <pc:spChg chg="mod">
          <ac:chgData name="Simran Assi" userId="e151f7e4-8718-480b-bb95-47774b6c3b92" providerId="ADAL" clId="{37AA6783-E3E6-492E-BA68-69051639BC1F}" dt="2025-05-30T08:25:18.745" v="1062" actId="207"/>
          <ac:spMkLst>
            <pc:docMk/>
            <pc:sldMk cId="306114563" sldId="1881839064"/>
            <ac:spMk id="29" creationId="{09A46351-B1FE-1E3C-DD21-2D9B278A7674}"/>
          </ac:spMkLst>
        </pc:spChg>
        <pc:spChg chg="mod">
          <ac:chgData name="Simran Assi" userId="e151f7e4-8718-480b-bb95-47774b6c3b92" providerId="ADAL" clId="{37AA6783-E3E6-492E-BA68-69051639BC1F}" dt="2025-05-30T08:25:18.745" v="1062" actId="207"/>
          <ac:spMkLst>
            <pc:docMk/>
            <pc:sldMk cId="306114563" sldId="1881839064"/>
            <ac:spMk id="30" creationId="{E906004E-F44D-62DD-9DDD-0F1D4BB08736}"/>
          </ac:spMkLst>
        </pc:spChg>
      </pc:sldChg>
      <pc:sldChg chg="modSp mod">
        <pc:chgData name="Simran Assi" userId="e151f7e4-8718-480b-bb95-47774b6c3b92" providerId="ADAL" clId="{37AA6783-E3E6-492E-BA68-69051639BC1F}" dt="2025-05-30T08:14:33.130" v="764"/>
        <pc:sldMkLst>
          <pc:docMk/>
          <pc:sldMk cId="696633224" sldId="1881839130"/>
        </pc:sldMkLst>
        <pc:spChg chg="mod">
          <ac:chgData name="Simran Assi" userId="e151f7e4-8718-480b-bb95-47774b6c3b92" providerId="ADAL" clId="{37AA6783-E3E6-492E-BA68-69051639BC1F}" dt="2025-05-30T08:14:33.130" v="764"/>
          <ac:spMkLst>
            <pc:docMk/>
            <pc:sldMk cId="696633224" sldId="1881839130"/>
            <ac:spMk id="3" creationId="{A2EA39C9-37F2-6C18-895C-51CFA48A368B}"/>
          </ac:spMkLst>
        </pc:spChg>
        <pc:spChg chg="mod">
          <ac:chgData name="Simran Assi" userId="e151f7e4-8718-480b-bb95-47774b6c3b92" providerId="ADAL" clId="{37AA6783-E3E6-492E-BA68-69051639BC1F}" dt="2025-05-30T08:14:25.425" v="762" actId="404"/>
          <ac:spMkLst>
            <pc:docMk/>
            <pc:sldMk cId="696633224" sldId="1881839130"/>
            <ac:spMk id="4" creationId="{333A2C53-BB19-6D68-2AC7-16157D506CAA}"/>
          </ac:spMkLst>
        </pc:spChg>
      </pc:sldChg>
      <pc:sldChg chg="modSp mod">
        <pc:chgData name="Simran Assi" userId="e151f7e4-8718-480b-bb95-47774b6c3b92" providerId="ADAL" clId="{37AA6783-E3E6-492E-BA68-69051639BC1F}" dt="2025-05-30T08:18:37.952" v="777" actId="207"/>
        <pc:sldMkLst>
          <pc:docMk/>
          <pc:sldMk cId="1087464134" sldId="1881839135"/>
        </pc:sldMkLst>
        <pc:spChg chg="mod">
          <ac:chgData name="Simran Assi" userId="e151f7e4-8718-480b-bb95-47774b6c3b92" providerId="ADAL" clId="{37AA6783-E3E6-492E-BA68-69051639BC1F}" dt="2025-05-30T07:46:23.431" v="0"/>
          <ac:spMkLst>
            <pc:docMk/>
            <pc:sldMk cId="1087464134" sldId="1881839135"/>
            <ac:spMk id="4" creationId="{0ED5A175-57FA-7599-F791-949B8C2C20D2}"/>
          </ac:spMkLst>
        </pc:spChg>
        <pc:spChg chg="mod">
          <ac:chgData name="Simran Assi" userId="e151f7e4-8718-480b-bb95-47774b6c3b92" providerId="ADAL" clId="{37AA6783-E3E6-492E-BA68-69051639BC1F}" dt="2025-05-30T07:46:23.431" v="0"/>
          <ac:spMkLst>
            <pc:docMk/>
            <pc:sldMk cId="1087464134" sldId="1881839135"/>
            <ac:spMk id="5" creationId="{640FBEA0-4161-B624-C888-973D8BD62AF7}"/>
          </ac:spMkLst>
        </pc:spChg>
        <pc:spChg chg="mod">
          <ac:chgData name="Simran Assi" userId="e151f7e4-8718-480b-bb95-47774b6c3b92" providerId="ADAL" clId="{37AA6783-E3E6-492E-BA68-69051639BC1F}" dt="2025-05-30T07:46:23.431" v="0"/>
          <ac:spMkLst>
            <pc:docMk/>
            <pc:sldMk cId="1087464134" sldId="1881839135"/>
            <ac:spMk id="7" creationId="{A8C46198-F190-6C55-6361-349BC8839F24}"/>
          </ac:spMkLst>
        </pc:spChg>
        <pc:spChg chg="mod">
          <ac:chgData name="Simran Assi" userId="e151f7e4-8718-480b-bb95-47774b6c3b92" providerId="ADAL" clId="{37AA6783-E3E6-492E-BA68-69051639BC1F}" dt="2025-05-30T07:46:23.431" v="0"/>
          <ac:spMkLst>
            <pc:docMk/>
            <pc:sldMk cId="1087464134" sldId="1881839135"/>
            <ac:spMk id="143" creationId="{66EEE97A-800B-0666-E7C5-529CBEE674B5}"/>
          </ac:spMkLst>
        </pc:spChg>
        <pc:spChg chg="mod">
          <ac:chgData name="Simran Assi" userId="e151f7e4-8718-480b-bb95-47774b6c3b92" providerId="ADAL" clId="{37AA6783-E3E6-492E-BA68-69051639BC1F}" dt="2025-05-30T07:46:23.431" v="0"/>
          <ac:spMkLst>
            <pc:docMk/>
            <pc:sldMk cId="1087464134" sldId="1881839135"/>
            <ac:spMk id="144" creationId="{FDE48D1F-8C52-DECD-EFC9-5523A37BA8B1}"/>
          </ac:spMkLst>
        </pc:spChg>
        <pc:spChg chg="mod">
          <ac:chgData name="Simran Assi" userId="e151f7e4-8718-480b-bb95-47774b6c3b92" providerId="ADAL" clId="{37AA6783-E3E6-492E-BA68-69051639BC1F}" dt="2025-05-30T08:18:30.964" v="775" actId="207"/>
          <ac:spMkLst>
            <pc:docMk/>
            <pc:sldMk cId="1087464134" sldId="1881839135"/>
            <ac:spMk id="146" creationId="{4A48D746-55EB-AE8E-A5B5-42AAF7F196A6}"/>
          </ac:spMkLst>
        </pc:spChg>
        <pc:spChg chg="mod">
          <ac:chgData name="Simran Assi" userId="e151f7e4-8718-480b-bb95-47774b6c3b92" providerId="ADAL" clId="{37AA6783-E3E6-492E-BA68-69051639BC1F}" dt="2025-05-30T08:18:34.839" v="776" actId="207"/>
          <ac:spMkLst>
            <pc:docMk/>
            <pc:sldMk cId="1087464134" sldId="1881839135"/>
            <ac:spMk id="147" creationId="{8063E1D4-245A-FD5B-B110-A054DCDBD25C}"/>
          </ac:spMkLst>
        </pc:spChg>
        <pc:spChg chg="mod">
          <ac:chgData name="Simran Assi" userId="e151f7e4-8718-480b-bb95-47774b6c3b92" providerId="ADAL" clId="{37AA6783-E3E6-492E-BA68-69051639BC1F}" dt="2025-05-30T08:18:37.952" v="777" actId="207"/>
          <ac:spMkLst>
            <pc:docMk/>
            <pc:sldMk cId="1087464134" sldId="1881839135"/>
            <ac:spMk id="148" creationId="{2E76319F-BBFA-749F-51D3-A65EF95C7DAA}"/>
          </ac:spMkLst>
        </pc:spChg>
        <pc:picChg chg="mod">
          <ac:chgData name="Simran Assi" userId="e151f7e4-8718-480b-bb95-47774b6c3b92" providerId="ADAL" clId="{37AA6783-E3E6-492E-BA68-69051639BC1F}" dt="2025-05-30T07:46:23.431" v="0"/>
          <ac:picMkLst>
            <pc:docMk/>
            <pc:sldMk cId="1087464134" sldId="1881839135"/>
            <ac:picMk id="153" creationId="{9A2FEC47-B023-0E6B-FACE-D49695D08B01}"/>
          </ac:picMkLst>
        </pc:picChg>
        <pc:picChg chg="mod">
          <ac:chgData name="Simran Assi" userId="e151f7e4-8718-480b-bb95-47774b6c3b92" providerId="ADAL" clId="{37AA6783-E3E6-492E-BA68-69051639BC1F}" dt="2025-05-30T07:46:23.431" v="0"/>
          <ac:picMkLst>
            <pc:docMk/>
            <pc:sldMk cId="1087464134" sldId="1881839135"/>
            <ac:picMk id="157" creationId="{DDA2F1E6-D74D-5D32-EB50-8FB59404C7CB}"/>
          </ac:picMkLst>
        </pc:picChg>
      </pc:sldChg>
      <pc:sldChg chg="modSp mod">
        <pc:chgData name="Simran Assi" userId="e151f7e4-8718-480b-bb95-47774b6c3b92" providerId="ADAL" clId="{37AA6783-E3E6-492E-BA68-69051639BC1F}" dt="2025-05-30T07:46:48.055" v="3" actId="108"/>
        <pc:sldMkLst>
          <pc:docMk/>
          <pc:sldMk cId="2557712004" sldId="1881839140"/>
        </pc:sldMkLst>
        <pc:spChg chg="mod">
          <ac:chgData name="Simran Assi" userId="e151f7e4-8718-480b-bb95-47774b6c3b92" providerId="ADAL" clId="{37AA6783-E3E6-492E-BA68-69051639BC1F}" dt="2025-05-30T07:46:48.055" v="3" actId="108"/>
          <ac:spMkLst>
            <pc:docMk/>
            <pc:sldMk cId="2557712004" sldId="1881839140"/>
            <ac:spMk id="10" creationId="{07DEA37E-2216-8275-FC82-C5F870E78341}"/>
          </ac:spMkLst>
        </pc:spChg>
      </pc:sldChg>
      <pc:sldChg chg="addSp delSp modSp mod">
        <pc:chgData name="Simran Assi" userId="e151f7e4-8718-480b-bb95-47774b6c3b92" providerId="ADAL" clId="{37AA6783-E3E6-492E-BA68-69051639BC1F}" dt="2025-05-30T07:48:47.830" v="29"/>
        <pc:sldMkLst>
          <pc:docMk/>
          <pc:sldMk cId="2822764100" sldId="1881839141"/>
        </pc:sldMkLst>
        <pc:spChg chg="mod">
          <ac:chgData name="Simran Assi" userId="e151f7e4-8718-480b-bb95-47774b6c3b92" providerId="ADAL" clId="{37AA6783-E3E6-492E-BA68-69051639BC1F}" dt="2025-05-30T07:47:26.720" v="13"/>
          <ac:spMkLst>
            <pc:docMk/>
            <pc:sldMk cId="2822764100" sldId="1881839141"/>
            <ac:spMk id="5" creationId="{C20B03DA-8583-3D45-280B-84FD683219E7}"/>
          </ac:spMkLst>
        </pc:spChg>
        <pc:spChg chg="mod">
          <ac:chgData name="Simran Assi" userId="e151f7e4-8718-480b-bb95-47774b6c3b92" providerId="ADAL" clId="{37AA6783-E3E6-492E-BA68-69051639BC1F}" dt="2025-05-30T07:47:22.538" v="11"/>
          <ac:spMkLst>
            <pc:docMk/>
            <pc:sldMk cId="2822764100" sldId="1881839141"/>
            <ac:spMk id="7" creationId="{2D9060EF-60BB-FC25-C4FA-F98FE59F5949}"/>
          </ac:spMkLst>
        </pc:spChg>
        <pc:spChg chg="mod">
          <ac:chgData name="Simran Assi" userId="e151f7e4-8718-480b-bb95-47774b6c3b92" providerId="ADAL" clId="{37AA6783-E3E6-492E-BA68-69051639BC1F}" dt="2025-05-30T07:48:39.095" v="27"/>
          <ac:spMkLst>
            <pc:docMk/>
            <pc:sldMk cId="2822764100" sldId="1881839141"/>
            <ac:spMk id="29" creationId="{BDD63CDE-7812-88CB-A36E-6C1C3D06E385}"/>
          </ac:spMkLst>
        </pc:spChg>
        <pc:spChg chg="mod">
          <ac:chgData name="Simran Assi" userId="e151f7e4-8718-480b-bb95-47774b6c3b92" providerId="ADAL" clId="{37AA6783-E3E6-492E-BA68-69051639BC1F}" dt="2025-05-30T07:47:42.014" v="15"/>
          <ac:spMkLst>
            <pc:docMk/>
            <pc:sldMk cId="2822764100" sldId="1881839141"/>
            <ac:spMk id="33" creationId="{9CAB7D59-44F6-E362-DB33-405E1C5D48E1}"/>
          </ac:spMkLst>
        </pc:spChg>
        <pc:spChg chg="mod">
          <ac:chgData name="Simran Assi" userId="e151f7e4-8718-480b-bb95-47774b6c3b92" providerId="ADAL" clId="{37AA6783-E3E6-492E-BA68-69051639BC1F}" dt="2025-05-30T07:48:31.166" v="23"/>
          <ac:spMkLst>
            <pc:docMk/>
            <pc:sldMk cId="2822764100" sldId="1881839141"/>
            <ac:spMk id="35" creationId="{85D989D7-7D2E-B157-BB31-13910A124B76}"/>
          </ac:spMkLst>
        </pc:spChg>
        <pc:spChg chg="mod">
          <ac:chgData name="Simran Assi" userId="e151f7e4-8718-480b-bb95-47774b6c3b92" providerId="ADAL" clId="{37AA6783-E3E6-492E-BA68-69051639BC1F}" dt="2025-05-30T07:48:47.830" v="29"/>
          <ac:spMkLst>
            <pc:docMk/>
            <pc:sldMk cId="2822764100" sldId="1881839141"/>
            <ac:spMk id="36" creationId="{BCAFF20A-8B99-BF87-B638-7B242D3AA58A}"/>
          </ac:spMkLst>
        </pc:spChg>
        <pc:spChg chg="mod">
          <ac:chgData name="Simran Assi" userId="e151f7e4-8718-480b-bb95-47774b6c3b92" providerId="ADAL" clId="{37AA6783-E3E6-492E-BA68-69051639BC1F}" dt="2025-05-30T07:46:23.431" v="0"/>
          <ac:spMkLst>
            <pc:docMk/>
            <pc:sldMk cId="2822764100" sldId="1881839141"/>
            <ac:spMk id="38" creationId="{F305A55D-8734-F47E-FC25-F83A2BB28DF6}"/>
          </ac:spMkLst>
        </pc:spChg>
        <pc:spChg chg="mod">
          <ac:chgData name="Simran Assi" userId="e151f7e4-8718-480b-bb95-47774b6c3b92" providerId="ADAL" clId="{37AA6783-E3E6-492E-BA68-69051639BC1F}" dt="2025-05-30T07:46:23.431" v="0"/>
          <ac:spMkLst>
            <pc:docMk/>
            <pc:sldMk cId="2822764100" sldId="1881839141"/>
            <ac:spMk id="39" creationId="{44DEB600-A2A1-7CDC-155E-6FCB78B9F01E}"/>
          </ac:spMkLst>
        </pc:spChg>
        <pc:grpChg chg="del">
          <ac:chgData name="Simran Assi" userId="e151f7e4-8718-480b-bb95-47774b6c3b92" providerId="ADAL" clId="{37AA6783-E3E6-492E-BA68-69051639BC1F}" dt="2025-05-30T07:48:12.045" v="18" actId="478"/>
          <ac:grpSpMkLst>
            <pc:docMk/>
            <pc:sldMk cId="2822764100" sldId="1881839141"/>
            <ac:grpSpMk id="31" creationId="{0AE7D288-13BF-32A0-DD55-61EF5E9CF28E}"/>
          </ac:grpSpMkLst>
        </pc:grpChg>
        <pc:picChg chg="add mod">
          <ac:chgData name="Simran Assi" userId="e151f7e4-8718-480b-bb95-47774b6c3b92" providerId="ADAL" clId="{37AA6783-E3E6-492E-BA68-69051639BC1F}" dt="2025-05-30T07:48:17.141" v="19" actId="1076"/>
          <ac:picMkLst>
            <pc:docMk/>
            <pc:sldMk cId="2822764100" sldId="1881839141"/>
            <ac:picMk id="2" creationId="{40391199-09DE-6C3F-A6EC-00212326B0FB}"/>
          </ac:picMkLst>
        </pc:picChg>
        <pc:picChg chg="del">
          <ac:chgData name="Simran Assi" userId="e151f7e4-8718-480b-bb95-47774b6c3b92" providerId="ADAL" clId="{37AA6783-E3E6-492E-BA68-69051639BC1F}" dt="2025-05-30T07:48:12.045" v="18" actId="478"/>
          <ac:picMkLst>
            <pc:docMk/>
            <pc:sldMk cId="2822764100" sldId="1881839141"/>
            <ac:picMk id="34" creationId="{298E1593-3FAA-6D03-FB5A-8592A171467C}"/>
          </ac:picMkLst>
        </pc:picChg>
      </pc:sldChg>
      <pc:sldChg chg="addSp delSp modSp mod">
        <pc:chgData name="Simran Assi" userId="e151f7e4-8718-480b-bb95-47774b6c3b92" providerId="ADAL" clId="{37AA6783-E3E6-492E-BA68-69051639BC1F}" dt="2025-05-30T11:15:10.600" v="1199" actId="14100"/>
        <pc:sldMkLst>
          <pc:docMk/>
          <pc:sldMk cId="106710619" sldId="1881839142"/>
        </pc:sldMkLst>
        <pc:spChg chg="add mod">
          <ac:chgData name="Simran Assi" userId="e151f7e4-8718-480b-bb95-47774b6c3b92" providerId="ADAL" clId="{37AA6783-E3E6-492E-BA68-69051639BC1F}" dt="2025-05-30T08:23:24.066" v="1017" actId="571"/>
          <ac:spMkLst>
            <pc:docMk/>
            <pc:sldMk cId="106710619" sldId="1881839142"/>
            <ac:spMk id="3" creationId="{8BC9503B-2EC8-286B-E57B-A57A531A182A}"/>
          </ac:spMkLst>
        </pc:spChg>
        <pc:spChg chg="add mod">
          <ac:chgData name="Simran Assi" userId="e151f7e4-8718-480b-bb95-47774b6c3b92" providerId="ADAL" clId="{37AA6783-E3E6-492E-BA68-69051639BC1F}" dt="2025-05-30T08:23:24.066" v="1017" actId="571"/>
          <ac:spMkLst>
            <pc:docMk/>
            <pc:sldMk cId="106710619" sldId="1881839142"/>
            <ac:spMk id="4" creationId="{1231329A-A309-7601-6116-5089F866FFEB}"/>
          </ac:spMkLst>
        </pc:spChg>
        <pc:spChg chg="mod">
          <ac:chgData name="Simran Assi" userId="e151f7e4-8718-480b-bb95-47774b6c3b92" providerId="ADAL" clId="{37AA6783-E3E6-492E-BA68-69051639BC1F}" dt="2025-05-30T07:52:23.848" v="56" actId="207"/>
          <ac:spMkLst>
            <pc:docMk/>
            <pc:sldMk cId="106710619" sldId="1881839142"/>
            <ac:spMk id="5" creationId="{479E8BC0-C320-672A-C23E-E3EA62FDCF75}"/>
          </ac:spMkLst>
        </pc:spChg>
        <pc:spChg chg="mod">
          <ac:chgData name="Simran Assi" userId="e151f7e4-8718-480b-bb95-47774b6c3b92" providerId="ADAL" clId="{37AA6783-E3E6-492E-BA68-69051639BC1F}" dt="2025-05-30T07:46:23.431" v="0"/>
          <ac:spMkLst>
            <pc:docMk/>
            <pc:sldMk cId="106710619" sldId="1881839142"/>
            <ac:spMk id="6" creationId="{55B1172B-E5CC-CE2E-63AC-04EA040827E0}"/>
          </ac:spMkLst>
        </pc:spChg>
        <pc:spChg chg="mod">
          <ac:chgData name="Simran Assi" userId="e151f7e4-8718-480b-bb95-47774b6c3b92" providerId="ADAL" clId="{37AA6783-E3E6-492E-BA68-69051639BC1F}" dt="2025-05-30T07:50:13.811" v="33"/>
          <ac:spMkLst>
            <pc:docMk/>
            <pc:sldMk cId="106710619" sldId="1881839142"/>
            <ac:spMk id="7" creationId="{0289FE75-9E45-560D-E0BB-0CBDF5B0AD78}"/>
          </ac:spMkLst>
        </pc:spChg>
        <pc:spChg chg="add mod">
          <ac:chgData name="Simran Assi" userId="e151f7e4-8718-480b-bb95-47774b6c3b92" providerId="ADAL" clId="{37AA6783-E3E6-492E-BA68-69051639BC1F}" dt="2025-05-30T08:23:24.066" v="1017" actId="571"/>
          <ac:spMkLst>
            <pc:docMk/>
            <pc:sldMk cId="106710619" sldId="1881839142"/>
            <ac:spMk id="8" creationId="{6CFB23E2-266A-3C7F-AD9D-AA29D186EF42}"/>
          </ac:spMkLst>
        </pc:spChg>
        <pc:spChg chg="mod">
          <ac:chgData name="Simran Assi" userId="e151f7e4-8718-480b-bb95-47774b6c3b92" providerId="ADAL" clId="{37AA6783-E3E6-492E-BA68-69051639BC1F}" dt="2025-05-30T08:22:13.925" v="1008" actId="1038"/>
          <ac:spMkLst>
            <pc:docMk/>
            <pc:sldMk cId="106710619" sldId="1881839142"/>
            <ac:spMk id="74" creationId="{7B6DE975-7487-2898-B69F-7DB25C0C518A}"/>
          </ac:spMkLst>
        </pc:spChg>
        <pc:spChg chg="mod">
          <ac:chgData name="Simran Assi" userId="e151f7e4-8718-480b-bb95-47774b6c3b92" providerId="ADAL" clId="{37AA6783-E3E6-492E-BA68-69051639BC1F}" dt="2025-05-30T07:52:36.335" v="59" actId="207"/>
          <ac:spMkLst>
            <pc:docMk/>
            <pc:sldMk cId="106710619" sldId="1881839142"/>
            <ac:spMk id="76" creationId="{CDFF057D-664A-9EB4-6DBC-C4AF9C21CC66}"/>
          </ac:spMkLst>
        </pc:spChg>
        <pc:spChg chg="mod">
          <ac:chgData name="Simran Assi" userId="e151f7e4-8718-480b-bb95-47774b6c3b92" providerId="ADAL" clId="{37AA6783-E3E6-492E-BA68-69051639BC1F}" dt="2025-05-30T07:52:36.335" v="59" actId="207"/>
          <ac:spMkLst>
            <pc:docMk/>
            <pc:sldMk cId="106710619" sldId="1881839142"/>
            <ac:spMk id="77" creationId="{FA06F9DB-35A0-7786-E8C3-0AABB8D0B67D}"/>
          </ac:spMkLst>
        </pc:spChg>
        <pc:spChg chg="mod">
          <ac:chgData name="Simran Assi" userId="e151f7e4-8718-480b-bb95-47774b6c3b92" providerId="ADAL" clId="{37AA6783-E3E6-492E-BA68-69051639BC1F}" dt="2025-05-30T07:52:36.335" v="59" actId="207"/>
          <ac:spMkLst>
            <pc:docMk/>
            <pc:sldMk cId="106710619" sldId="1881839142"/>
            <ac:spMk id="78" creationId="{F9575BE5-48EF-E055-5BA8-0AA0541A6250}"/>
          </ac:spMkLst>
        </pc:spChg>
        <pc:spChg chg="mod">
          <ac:chgData name="Simran Assi" userId="e151f7e4-8718-480b-bb95-47774b6c3b92" providerId="ADAL" clId="{37AA6783-E3E6-492E-BA68-69051639BC1F}" dt="2025-05-30T07:52:36.335" v="59" actId="207"/>
          <ac:spMkLst>
            <pc:docMk/>
            <pc:sldMk cId="106710619" sldId="1881839142"/>
            <ac:spMk id="79" creationId="{E7AB1ACA-1FA0-4608-00A5-9488E4B2C53E}"/>
          </ac:spMkLst>
        </pc:spChg>
        <pc:spChg chg="mod">
          <ac:chgData name="Simran Assi" userId="e151f7e4-8718-480b-bb95-47774b6c3b92" providerId="ADAL" clId="{37AA6783-E3E6-492E-BA68-69051639BC1F}" dt="2025-05-30T07:51:37.096" v="49" actId="207"/>
          <ac:spMkLst>
            <pc:docMk/>
            <pc:sldMk cId="106710619" sldId="1881839142"/>
            <ac:spMk id="80" creationId="{49F59B1D-8F4A-AD24-A856-601916589AC2}"/>
          </ac:spMkLst>
        </pc:spChg>
        <pc:spChg chg="mod">
          <ac:chgData name="Simran Assi" userId="e151f7e4-8718-480b-bb95-47774b6c3b92" providerId="ADAL" clId="{37AA6783-E3E6-492E-BA68-69051639BC1F}" dt="2025-05-30T07:51:00.311" v="42"/>
          <ac:spMkLst>
            <pc:docMk/>
            <pc:sldMk cId="106710619" sldId="1881839142"/>
            <ac:spMk id="81" creationId="{DB23C93B-D62A-B8C4-0BCC-23889151C115}"/>
          </ac:spMkLst>
        </pc:spChg>
        <pc:spChg chg="mod">
          <ac:chgData name="Simran Assi" userId="e151f7e4-8718-480b-bb95-47774b6c3b92" providerId="ADAL" clId="{37AA6783-E3E6-492E-BA68-69051639BC1F}" dt="2025-05-30T07:51:43.273" v="50" actId="207"/>
          <ac:spMkLst>
            <pc:docMk/>
            <pc:sldMk cId="106710619" sldId="1881839142"/>
            <ac:spMk id="82" creationId="{F874B412-2FAD-045D-DD94-25B66B85381E}"/>
          </ac:spMkLst>
        </pc:spChg>
        <pc:spChg chg="mod">
          <ac:chgData name="Simran Assi" userId="e151f7e4-8718-480b-bb95-47774b6c3b92" providerId="ADAL" clId="{37AA6783-E3E6-492E-BA68-69051639BC1F}" dt="2025-05-30T08:23:39.385" v="1021" actId="207"/>
          <ac:spMkLst>
            <pc:docMk/>
            <pc:sldMk cId="106710619" sldId="1881839142"/>
            <ac:spMk id="83" creationId="{106B0B00-9B5F-E18E-C6CC-C5F6F219C30C}"/>
          </ac:spMkLst>
        </pc:spChg>
        <pc:spChg chg="mod">
          <ac:chgData name="Simran Assi" userId="e151f7e4-8718-480b-bb95-47774b6c3b92" providerId="ADAL" clId="{37AA6783-E3E6-492E-BA68-69051639BC1F}" dt="2025-05-30T07:53:28.743" v="79" actId="14100"/>
          <ac:spMkLst>
            <pc:docMk/>
            <pc:sldMk cId="106710619" sldId="1881839142"/>
            <ac:spMk id="84" creationId="{5F133F5F-5291-E071-2AE9-96D4406C9956}"/>
          </ac:spMkLst>
        </pc:spChg>
        <pc:spChg chg="mod">
          <ac:chgData name="Simran Assi" userId="e151f7e4-8718-480b-bb95-47774b6c3b92" providerId="ADAL" clId="{37AA6783-E3E6-492E-BA68-69051639BC1F}" dt="2025-05-30T07:50:52.977" v="40" actId="255"/>
          <ac:spMkLst>
            <pc:docMk/>
            <pc:sldMk cId="106710619" sldId="1881839142"/>
            <ac:spMk id="85" creationId="{ADB53A87-4FD4-5CBE-AB75-C2184EED7C19}"/>
          </ac:spMkLst>
        </pc:spChg>
        <pc:spChg chg="mod">
          <ac:chgData name="Simran Assi" userId="e151f7e4-8718-480b-bb95-47774b6c3b92" providerId="ADAL" clId="{37AA6783-E3E6-492E-BA68-69051639BC1F}" dt="2025-05-30T07:52:15.815" v="55" actId="207"/>
          <ac:spMkLst>
            <pc:docMk/>
            <pc:sldMk cId="106710619" sldId="1881839142"/>
            <ac:spMk id="86" creationId="{DFBEF8C1-EA5F-39C1-E843-E1B3ABC61983}"/>
          </ac:spMkLst>
        </pc:spChg>
        <pc:spChg chg="mod">
          <ac:chgData name="Simran Assi" userId="e151f7e4-8718-480b-bb95-47774b6c3b92" providerId="ADAL" clId="{37AA6783-E3E6-492E-BA68-69051639BC1F}" dt="2025-05-30T07:51:03.560" v="44"/>
          <ac:spMkLst>
            <pc:docMk/>
            <pc:sldMk cId="106710619" sldId="1881839142"/>
            <ac:spMk id="87" creationId="{DA3EFE73-B8ED-E194-98F2-60A018F0B24B}"/>
          </ac:spMkLst>
        </pc:spChg>
        <pc:spChg chg="mod">
          <ac:chgData name="Simran Assi" userId="e151f7e4-8718-480b-bb95-47774b6c3b92" providerId="ADAL" clId="{37AA6783-E3E6-492E-BA68-69051639BC1F}" dt="2025-05-30T07:51:23.113" v="47" actId="207"/>
          <ac:spMkLst>
            <pc:docMk/>
            <pc:sldMk cId="106710619" sldId="1881839142"/>
            <ac:spMk id="88" creationId="{EF0177F0-64A6-7D6C-0C23-82A5CF3DE7AF}"/>
          </ac:spMkLst>
        </pc:spChg>
        <pc:spChg chg="mod">
          <ac:chgData name="Simran Assi" userId="e151f7e4-8718-480b-bb95-47774b6c3b92" providerId="ADAL" clId="{37AA6783-E3E6-492E-BA68-69051639BC1F}" dt="2025-05-30T07:51:05.856" v="46"/>
          <ac:spMkLst>
            <pc:docMk/>
            <pc:sldMk cId="106710619" sldId="1881839142"/>
            <ac:spMk id="89" creationId="{76FAE2C8-B66C-3847-14DE-C339C66592C4}"/>
          </ac:spMkLst>
        </pc:spChg>
        <pc:spChg chg="mod">
          <ac:chgData name="Simran Assi" userId="e151f7e4-8718-480b-bb95-47774b6c3b92" providerId="ADAL" clId="{37AA6783-E3E6-492E-BA68-69051639BC1F}" dt="2025-05-30T08:35:03.148" v="1195" actId="33524"/>
          <ac:spMkLst>
            <pc:docMk/>
            <pc:sldMk cId="106710619" sldId="1881839142"/>
            <ac:spMk id="90" creationId="{EB4AA591-488E-3970-B640-CC3A99BC3CEE}"/>
          </ac:spMkLst>
        </pc:spChg>
        <pc:spChg chg="mod">
          <ac:chgData name="Simran Assi" userId="e151f7e4-8718-480b-bb95-47774b6c3b92" providerId="ADAL" clId="{37AA6783-E3E6-492E-BA68-69051639BC1F}" dt="2025-05-30T08:24:35.816" v="1030" actId="113"/>
          <ac:spMkLst>
            <pc:docMk/>
            <pc:sldMk cId="106710619" sldId="1881839142"/>
            <ac:spMk id="97" creationId="{F0543F44-4360-C1A5-46CC-D0FECAA318B8}"/>
          </ac:spMkLst>
        </pc:spChg>
        <pc:spChg chg="mod">
          <ac:chgData name="Simran Assi" userId="e151f7e4-8718-480b-bb95-47774b6c3b92" providerId="ADAL" clId="{37AA6783-E3E6-492E-BA68-69051639BC1F}" dt="2025-05-30T08:24:38.719" v="1031" actId="113"/>
          <ac:spMkLst>
            <pc:docMk/>
            <pc:sldMk cId="106710619" sldId="1881839142"/>
            <ac:spMk id="98" creationId="{DDB9229A-3ED6-40C8-FB34-DC189C68A2C6}"/>
          </ac:spMkLst>
        </pc:spChg>
        <pc:spChg chg="mod">
          <ac:chgData name="Simran Assi" userId="e151f7e4-8718-480b-bb95-47774b6c3b92" providerId="ADAL" clId="{37AA6783-E3E6-492E-BA68-69051639BC1F}" dt="2025-05-30T08:24:35.816" v="1030" actId="113"/>
          <ac:spMkLst>
            <pc:docMk/>
            <pc:sldMk cId="106710619" sldId="1881839142"/>
            <ac:spMk id="99" creationId="{992508A1-A5D1-DBB0-837E-8D2CEF94EDF8}"/>
          </ac:spMkLst>
        </pc:spChg>
        <pc:spChg chg="mod">
          <ac:chgData name="Simran Assi" userId="e151f7e4-8718-480b-bb95-47774b6c3b92" providerId="ADAL" clId="{37AA6783-E3E6-492E-BA68-69051639BC1F}" dt="2025-05-30T08:24:38.719" v="1031" actId="113"/>
          <ac:spMkLst>
            <pc:docMk/>
            <pc:sldMk cId="106710619" sldId="1881839142"/>
            <ac:spMk id="100" creationId="{263A4C12-BBBD-18F9-E6A2-B3E4CA3D54E8}"/>
          </ac:spMkLst>
        </pc:spChg>
        <pc:spChg chg="mod">
          <ac:chgData name="Simran Assi" userId="e151f7e4-8718-480b-bb95-47774b6c3b92" providerId="ADAL" clId="{37AA6783-E3E6-492E-BA68-69051639BC1F}" dt="2025-05-30T08:24:32.003" v="1028" actId="113"/>
          <ac:spMkLst>
            <pc:docMk/>
            <pc:sldMk cId="106710619" sldId="1881839142"/>
            <ac:spMk id="101" creationId="{0DA9175F-8BAD-274F-5C2E-C4F32C7FC17E}"/>
          </ac:spMkLst>
        </pc:spChg>
        <pc:spChg chg="mod">
          <ac:chgData name="Simran Assi" userId="e151f7e4-8718-480b-bb95-47774b6c3b92" providerId="ADAL" clId="{37AA6783-E3E6-492E-BA68-69051639BC1F}" dt="2025-05-30T08:24:32.003" v="1028" actId="113"/>
          <ac:spMkLst>
            <pc:docMk/>
            <pc:sldMk cId="106710619" sldId="1881839142"/>
            <ac:spMk id="102" creationId="{61AC96DC-B203-C7DD-9C04-BB52424F8A17}"/>
          </ac:spMkLst>
        </pc:spChg>
        <pc:spChg chg="mod">
          <ac:chgData name="Simran Assi" userId="e151f7e4-8718-480b-bb95-47774b6c3b92" providerId="ADAL" clId="{37AA6783-E3E6-492E-BA68-69051639BC1F}" dt="2025-05-30T08:24:32.003" v="1028" actId="113"/>
          <ac:spMkLst>
            <pc:docMk/>
            <pc:sldMk cId="106710619" sldId="1881839142"/>
            <ac:spMk id="103" creationId="{E5B393D1-FFDD-1536-3831-469D8A4619DD}"/>
          </ac:spMkLst>
        </pc:spChg>
        <pc:spChg chg="mod">
          <ac:chgData name="Simran Assi" userId="e151f7e4-8718-480b-bb95-47774b6c3b92" providerId="ADAL" clId="{37AA6783-E3E6-492E-BA68-69051639BC1F}" dt="2025-05-30T08:24:29.016" v="1027" actId="113"/>
          <ac:spMkLst>
            <pc:docMk/>
            <pc:sldMk cId="106710619" sldId="1881839142"/>
            <ac:spMk id="104" creationId="{293630CA-F28B-6B79-8696-43832FBDD496}"/>
          </ac:spMkLst>
        </pc:spChg>
        <pc:spChg chg="mod">
          <ac:chgData name="Simran Assi" userId="e151f7e4-8718-480b-bb95-47774b6c3b92" providerId="ADAL" clId="{37AA6783-E3E6-492E-BA68-69051639BC1F}" dt="2025-05-30T08:24:29.016" v="1027" actId="113"/>
          <ac:spMkLst>
            <pc:docMk/>
            <pc:sldMk cId="106710619" sldId="1881839142"/>
            <ac:spMk id="105" creationId="{92802EBA-7EAE-76EB-30F2-F0C6E0440E56}"/>
          </ac:spMkLst>
        </pc:spChg>
        <pc:spChg chg="mod">
          <ac:chgData name="Simran Assi" userId="e151f7e4-8718-480b-bb95-47774b6c3b92" providerId="ADAL" clId="{37AA6783-E3E6-492E-BA68-69051639BC1F}" dt="2025-05-30T08:24:29.016" v="1027" actId="113"/>
          <ac:spMkLst>
            <pc:docMk/>
            <pc:sldMk cId="106710619" sldId="1881839142"/>
            <ac:spMk id="106" creationId="{65A66E3F-29F3-43AA-5555-F4A3C0784E02}"/>
          </ac:spMkLst>
        </pc:spChg>
        <pc:spChg chg="mod">
          <ac:chgData name="Simran Assi" userId="e151f7e4-8718-480b-bb95-47774b6c3b92" providerId="ADAL" clId="{37AA6783-E3E6-492E-BA68-69051639BC1F}" dt="2025-05-30T11:14:55.312" v="1197" actId="207"/>
          <ac:spMkLst>
            <pc:docMk/>
            <pc:sldMk cId="106710619" sldId="1881839142"/>
            <ac:spMk id="108" creationId="{581A58A9-BF6B-9227-BB3E-811FF20133CA}"/>
          </ac:spMkLst>
        </pc:spChg>
        <pc:spChg chg="mod">
          <ac:chgData name="Simran Assi" userId="e151f7e4-8718-480b-bb95-47774b6c3b92" providerId="ADAL" clId="{37AA6783-E3E6-492E-BA68-69051639BC1F}" dt="2025-05-30T11:15:10.600" v="1199" actId="14100"/>
          <ac:spMkLst>
            <pc:docMk/>
            <pc:sldMk cId="106710619" sldId="1881839142"/>
            <ac:spMk id="109" creationId="{E19502DA-6DBC-F23F-7CCD-FD99BEC6E5AC}"/>
          </ac:spMkLst>
        </pc:spChg>
        <pc:spChg chg="mod">
          <ac:chgData name="Simran Assi" userId="e151f7e4-8718-480b-bb95-47774b6c3b92" providerId="ADAL" clId="{37AA6783-E3E6-492E-BA68-69051639BC1F}" dt="2025-05-30T11:14:55.312" v="1197" actId="207"/>
          <ac:spMkLst>
            <pc:docMk/>
            <pc:sldMk cId="106710619" sldId="1881839142"/>
            <ac:spMk id="111" creationId="{ABF2FCA7-F028-64DA-9609-64D57748ADE3}"/>
          </ac:spMkLst>
        </pc:spChg>
        <pc:spChg chg="mod">
          <ac:chgData name="Simran Assi" userId="e151f7e4-8718-480b-bb95-47774b6c3b92" providerId="ADAL" clId="{37AA6783-E3E6-492E-BA68-69051639BC1F}" dt="2025-05-30T11:14:55.312" v="1197" actId="207"/>
          <ac:spMkLst>
            <pc:docMk/>
            <pc:sldMk cId="106710619" sldId="1881839142"/>
            <ac:spMk id="112" creationId="{9831B5F1-DE27-782E-FC9C-A11496D10ABC}"/>
          </ac:spMkLst>
        </pc:spChg>
        <pc:spChg chg="mod">
          <ac:chgData name="Simran Assi" userId="e151f7e4-8718-480b-bb95-47774b6c3b92" providerId="ADAL" clId="{37AA6783-E3E6-492E-BA68-69051639BC1F}" dt="2025-05-30T11:14:55.312" v="1197" actId="207"/>
          <ac:spMkLst>
            <pc:docMk/>
            <pc:sldMk cId="106710619" sldId="1881839142"/>
            <ac:spMk id="114" creationId="{AF6FBB2C-17CE-460D-D2EE-52B12016A68E}"/>
          </ac:spMkLst>
        </pc:spChg>
        <pc:spChg chg="mod">
          <ac:chgData name="Simran Assi" userId="e151f7e4-8718-480b-bb95-47774b6c3b92" providerId="ADAL" clId="{37AA6783-E3E6-492E-BA68-69051639BC1F}" dt="2025-05-30T11:15:05.297" v="1198" actId="14100"/>
          <ac:spMkLst>
            <pc:docMk/>
            <pc:sldMk cId="106710619" sldId="1881839142"/>
            <ac:spMk id="115" creationId="{15FBCEC2-544A-A06D-7106-AE0B5FBAB3C1}"/>
          </ac:spMkLst>
        </pc:spChg>
        <pc:spChg chg="mod">
          <ac:chgData name="Simran Assi" userId="e151f7e4-8718-480b-bb95-47774b6c3b92" providerId="ADAL" clId="{37AA6783-E3E6-492E-BA68-69051639BC1F}" dt="2025-05-30T08:23:59.419" v="1025" actId="113"/>
          <ac:spMkLst>
            <pc:docMk/>
            <pc:sldMk cId="106710619" sldId="1881839142"/>
            <ac:spMk id="116" creationId="{765826DB-329A-BA68-2C99-EC23F6A4DBEA}"/>
          </ac:spMkLst>
        </pc:spChg>
        <pc:spChg chg="mod">
          <ac:chgData name="Simran Assi" userId="e151f7e4-8718-480b-bb95-47774b6c3b92" providerId="ADAL" clId="{37AA6783-E3E6-492E-BA68-69051639BC1F}" dt="2025-05-30T08:23:59.419" v="1025" actId="113"/>
          <ac:spMkLst>
            <pc:docMk/>
            <pc:sldMk cId="106710619" sldId="1881839142"/>
            <ac:spMk id="117" creationId="{F0C6C3CB-A781-B567-6BDC-EAB0FA8BE2C7}"/>
          </ac:spMkLst>
        </pc:spChg>
        <pc:spChg chg="mod">
          <ac:chgData name="Simran Assi" userId="e151f7e4-8718-480b-bb95-47774b6c3b92" providerId="ADAL" clId="{37AA6783-E3E6-492E-BA68-69051639BC1F}" dt="2025-05-30T08:23:59.419" v="1025" actId="113"/>
          <ac:spMkLst>
            <pc:docMk/>
            <pc:sldMk cId="106710619" sldId="1881839142"/>
            <ac:spMk id="118" creationId="{F1144FB2-C4CF-5545-D61C-E337D8601C25}"/>
          </ac:spMkLst>
        </pc:spChg>
        <pc:spChg chg="mod">
          <ac:chgData name="Simran Assi" userId="e151f7e4-8718-480b-bb95-47774b6c3b92" providerId="ADAL" clId="{37AA6783-E3E6-492E-BA68-69051639BC1F}" dt="2025-05-30T08:23:59.419" v="1025" actId="113"/>
          <ac:spMkLst>
            <pc:docMk/>
            <pc:sldMk cId="106710619" sldId="1881839142"/>
            <ac:spMk id="119" creationId="{146206A6-9128-5AB5-9292-AF58313EFBEE}"/>
          </ac:spMkLst>
        </pc:spChg>
        <pc:spChg chg="mod">
          <ac:chgData name="Simran Assi" userId="e151f7e4-8718-480b-bb95-47774b6c3b92" providerId="ADAL" clId="{37AA6783-E3E6-492E-BA68-69051639BC1F}" dt="2025-05-30T08:23:59.419" v="1025" actId="113"/>
          <ac:spMkLst>
            <pc:docMk/>
            <pc:sldMk cId="106710619" sldId="1881839142"/>
            <ac:spMk id="120" creationId="{9A8A5697-0F47-0662-8EA5-F5DDEEA42750}"/>
          </ac:spMkLst>
        </pc:spChg>
        <pc:spChg chg="mod">
          <ac:chgData name="Simran Assi" userId="e151f7e4-8718-480b-bb95-47774b6c3b92" providerId="ADAL" clId="{37AA6783-E3E6-492E-BA68-69051639BC1F}" dt="2025-05-30T08:23:59.419" v="1025" actId="113"/>
          <ac:spMkLst>
            <pc:docMk/>
            <pc:sldMk cId="106710619" sldId="1881839142"/>
            <ac:spMk id="121" creationId="{96EC8722-BB74-9AA5-2FD4-D3E03F0623C5}"/>
          </ac:spMkLst>
        </pc:spChg>
        <pc:grpChg chg="mod">
          <ac:chgData name="Simran Assi" userId="e151f7e4-8718-480b-bb95-47774b6c3b92" providerId="ADAL" clId="{37AA6783-E3E6-492E-BA68-69051639BC1F}" dt="2025-05-30T08:23:07.416" v="1015" actId="14100"/>
          <ac:grpSpMkLst>
            <pc:docMk/>
            <pc:sldMk cId="106710619" sldId="1881839142"/>
            <ac:grpSpMk id="107" creationId="{CE8E0C9F-DC7D-106D-93AE-3FD8DF52EB2C}"/>
          </ac:grpSpMkLst>
        </pc:grpChg>
        <pc:grpChg chg="mod">
          <ac:chgData name="Simran Assi" userId="e151f7e4-8718-480b-bb95-47774b6c3b92" providerId="ADAL" clId="{37AA6783-E3E6-492E-BA68-69051639BC1F}" dt="2025-05-30T08:23:07.416" v="1015" actId="14100"/>
          <ac:grpSpMkLst>
            <pc:docMk/>
            <pc:sldMk cId="106710619" sldId="1881839142"/>
            <ac:grpSpMk id="110" creationId="{7CBE8986-6E6E-EF5B-BEDB-382DE4D6A92E}"/>
          </ac:grpSpMkLst>
        </pc:grpChg>
        <pc:grpChg chg="mod">
          <ac:chgData name="Simran Assi" userId="e151f7e4-8718-480b-bb95-47774b6c3b92" providerId="ADAL" clId="{37AA6783-E3E6-492E-BA68-69051639BC1F}" dt="2025-05-30T08:23:07.416" v="1015" actId="14100"/>
          <ac:grpSpMkLst>
            <pc:docMk/>
            <pc:sldMk cId="106710619" sldId="1881839142"/>
            <ac:grpSpMk id="113" creationId="{7E41D320-A1F7-28C9-D42B-D09502B99104}"/>
          </ac:grpSpMkLst>
        </pc:grpChg>
        <pc:picChg chg="add mod ord">
          <ac:chgData name="Simran Assi" userId="e151f7e4-8718-480b-bb95-47774b6c3b92" providerId="ADAL" clId="{37AA6783-E3E6-492E-BA68-69051639BC1F}" dt="2025-05-30T08:22:33.227" v="1011" actId="167"/>
          <ac:picMkLst>
            <pc:docMk/>
            <pc:sldMk cId="106710619" sldId="1881839142"/>
            <ac:picMk id="2" creationId="{83A35B67-1ED1-8054-BACE-29748B2EA122}"/>
          </ac:picMkLst>
        </pc:picChg>
        <pc:picChg chg="del mod">
          <ac:chgData name="Simran Assi" userId="e151f7e4-8718-480b-bb95-47774b6c3b92" providerId="ADAL" clId="{37AA6783-E3E6-492E-BA68-69051639BC1F}" dt="2025-05-30T08:22:28.958" v="1009" actId="478"/>
          <ac:picMkLst>
            <pc:docMk/>
            <pc:sldMk cId="106710619" sldId="1881839142"/>
            <ac:picMk id="73" creationId="{C4183F4F-9D02-B207-2E1D-E0AA16EF69E2}"/>
          </ac:picMkLst>
        </pc:picChg>
      </pc:sldChg>
      <pc:sldChg chg="modSp mod">
        <pc:chgData name="Simran Assi" userId="e151f7e4-8718-480b-bb95-47774b6c3b92" providerId="ADAL" clId="{37AA6783-E3E6-492E-BA68-69051639BC1F}" dt="2025-05-30T08:25:00.854" v="1061" actId="1036"/>
        <pc:sldMkLst>
          <pc:docMk/>
          <pc:sldMk cId="2535625791" sldId="1881839143"/>
        </pc:sldMkLst>
        <pc:spChg chg="mod">
          <ac:chgData name="Simran Assi" userId="e151f7e4-8718-480b-bb95-47774b6c3b92" providerId="ADAL" clId="{37AA6783-E3E6-492E-BA68-69051639BC1F}" dt="2025-05-30T07:46:23.431" v="0"/>
          <ac:spMkLst>
            <pc:docMk/>
            <pc:sldMk cId="2535625791" sldId="1881839143"/>
            <ac:spMk id="5" creationId="{7D7D32FC-B6F4-9E41-4EB8-AC29BFA142A5}"/>
          </ac:spMkLst>
        </pc:spChg>
        <pc:spChg chg="mod">
          <ac:chgData name="Simran Assi" userId="e151f7e4-8718-480b-bb95-47774b6c3b92" providerId="ADAL" clId="{37AA6783-E3E6-492E-BA68-69051639BC1F}" dt="2025-05-30T07:46:23.431" v="0"/>
          <ac:spMkLst>
            <pc:docMk/>
            <pc:sldMk cId="2535625791" sldId="1881839143"/>
            <ac:spMk id="6" creationId="{EBC82221-87C2-CAF0-04CD-BEFEB8D49CD4}"/>
          </ac:spMkLst>
        </pc:spChg>
        <pc:spChg chg="mod">
          <ac:chgData name="Simran Assi" userId="e151f7e4-8718-480b-bb95-47774b6c3b92" providerId="ADAL" clId="{37AA6783-E3E6-492E-BA68-69051639BC1F}" dt="2025-05-30T07:53:56.767" v="82"/>
          <ac:spMkLst>
            <pc:docMk/>
            <pc:sldMk cId="2535625791" sldId="1881839143"/>
            <ac:spMk id="7" creationId="{7A60850D-9401-9F86-69FE-B295406BF26E}"/>
          </ac:spMkLst>
        </pc:spChg>
        <pc:spChg chg="mod">
          <ac:chgData name="Simran Assi" userId="e151f7e4-8718-480b-bb95-47774b6c3b92" providerId="ADAL" clId="{37AA6783-E3E6-492E-BA68-69051639BC1F}" dt="2025-05-30T07:54:24.438" v="119" actId="1036"/>
          <ac:spMkLst>
            <pc:docMk/>
            <pc:sldMk cId="2535625791" sldId="1881839143"/>
            <ac:spMk id="12" creationId="{0F10DAA2-6B67-FB1E-7A24-1F9AA10DE680}"/>
          </ac:spMkLst>
        </pc:spChg>
        <pc:spChg chg="mod">
          <ac:chgData name="Simran Assi" userId="e151f7e4-8718-480b-bb95-47774b6c3b92" providerId="ADAL" clId="{37AA6783-E3E6-492E-BA68-69051639BC1F}" dt="2025-05-30T07:54:12.208" v="102" actId="1036"/>
          <ac:spMkLst>
            <pc:docMk/>
            <pc:sldMk cId="2535625791" sldId="1881839143"/>
            <ac:spMk id="13" creationId="{90BC53F4-5E17-39C8-D2E9-D98EDC7E4333}"/>
          </ac:spMkLst>
        </pc:spChg>
        <pc:spChg chg="mod">
          <ac:chgData name="Simran Assi" userId="e151f7e4-8718-480b-bb95-47774b6c3b92" providerId="ADAL" clId="{37AA6783-E3E6-492E-BA68-69051639BC1F}" dt="2025-05-30T08:25:00.854" v="1061" actId="1036"/>
          <ac:spMkLst>
            <pc:docMk/>
            <pc:sldMk cId="2535625791" sldId="1881839143"/>
            <ac:spMk id="14" creationId="{9BD1B2D4-CDA9-5F41-B5A0-6B3DC870BD30}"/>
          </ac:spMkLst>
        </pc:spChg>
        <pc:spChg chg="mod">
          <ac:chgData name="Simran Assi" userId="e151f7e4-8718-480b-bb95-47774b6c3b92" providerId="ADAL" clId="{37AA6783-E3E6-492E-BA68-69051639BC1F}" dt="2025-05-30T07:54:42.531" v="124" actId="108"/>
          <ac:spMkLst>
            <pc:docMk/>
            <pc:sldMk cId="2535625791" sldId="1881839143"/>
            <ac:spMk id="18" creationId="{4607CD48-A72C-288D-EA9C-5F5C07B8B400}"/>
          </ac:spMkLst>
        </pc:spChg>
        <pc:spChg chg="mod">
          <ac:chgData name="Simran Assi" userId="e151f7e4-8718-480b-bb95-47774b6c3b92" providerId="ADAL" clId="{37AA6783-E3E6-492E-BA68-69051639BC1F}" dt="2025-05-30T07:54:36.122" v="121"/>
          <ac:spMkLst>
            <pc:docMk/>
            <pc:sldMk cId="2535625791" sldId="1881839143"/>
            <ac:spMk id="19" creationId="{0A9E8266-BB94-D5D0-8B89-ADC9D42239B6}"/>
          </ac:spMkLst>
        </pc:spChg>
        <pc:cxnChg chg="mod">
          <ac:chgData name="Simran Assi" userId="e151f7e4-8718-480b-bb95-47774b6c3b92" providerId="ADAL" clId="{37AA6783-E3E6-492E-BA68-69051639BC1F}" dt="2025-05-30T08:24:55.312" v="1052" actId="14100"/>
          <ac:cxnSpMkLst>
            <pc:docMk/>
            <pc:sldMk cId="2535625791" sldId="1881839143"/>
            <ac:cxnSpMk id="15" creationId="{27EA131B-944A-B7D0-131E-A5286ED83A66}"/>
          </ac:cxnSpMkLst>
        </pc:cxnChg>
      </pc:sldChg>
      <pc:sldChg chg="modSp">
        <pc:chgData name="Simran Assi" userId="e151f7e4-8718-480b-bb95-47774b6c3b92" providerId="ADAL" clId="{37AA6783-E3E6-492E-BA68-69051639BC1F}" dt="2025-05-30T07:46:23.431" v="0"/>
        <pc:sldMkLst>
          <pc:docMk/>
          <pc:sldMk cId="3779302060" sldId="1881839144"/>
        </pc:sldMkLst>
        <pc:spChg chg="mod">
          <ac:chgData name="Simran Assi" userId="e151f7e4-8718-480b-bb95-47774b6c3b92" providerId="ADAL" clId="{37AA6783-E3E6-492E-BA68-69051639BC1F}" dt="2025-05-30T07:46:23.431" v="0"/>
          <ac:spMkLst>
            <pc:docMk/>
            <pc:sldMk cId="3779302060" sldId="1881839144"/>
            <ac:spMk id="5" creationId="{4F58E3B9-78BA-4F5D-F489-EDB460B2CED8}"/>
          </ac:spMkLst>
        </pc:spChg>
        <pc:spChg chg="mod">
          <ac:chgData name="Simran Assi" userId="e151f7e4-8718-480b-bb95-47774b6c3b92" providerId="ADAL" clId="{37AA6783-E3E6-492E-BA68-69051639BC1F}" dt="2025-05-30T07:46:23.431" v="0"/>
          <ac:spMkLst>
            <pc:docMk/>
            <pc:sldMk cId="3779302060" sldId="1881839144"/>
            <ac:spMk id="6" creationId="{75CC2C65-84DE-E0B4-968F-76D34474F5FC}"/>
          </ac:spMkLst>
        </pc:spChg>
      </pc:sldChg>
      <pc:sldChg chg="modSp mod">
        <pc:chgData name="Simran Assi" userId="e151f7e4-8718-480b-bb95-47774b6c3b92" providerId="ADAL" clId="{37AA6783-E3E6-492E-BA68-69051639BC1F}" dt="2025-05-30T07:55:40.055" v="139"/>
        <pc:sldMkLst>
          <pc:docMk/>
          <pc:sldMk cId="998496844" sldId="1881839145"/>
        </pc:sldMkLst>
        <pc:spChg chg="mod">
          <ac:chgData name="Simran Assi" userId="e151f7e4-8718-480b-bb95-47774b6c3b92" providerId="ADAL" clId="{37AA6783-E3E6-492E-BA68-69051639BC1F}" dt="2025-05-30T07:46:23.431" v="0"/>
          <ac:spMkLst>
            <pc:docMk/>
            <pc:sldMk cId="998496844" sldId="1881839145"/>
            <ac:spMk id="2" creationId="{CC7120EE-4609-0F5A-F931-CABE684042EB}"/>
          </ac:spMkLst>
        </pc:spChg>
        <pc:spChg chg="mod">
          <ac:chgData name="Simran Assi" userId="e151f7e4-8718-480b-bb95-47774b6c3b92" providerId="ADAL" clId="{37AA6783-E3E6-492E-BA68-69051639BC1F}" dt="2025-05-30T07:46:23.431" v="0"/>
          <ac:spMkLst>
            <pc:docMk/>
            <pc:sldMk cId="998496844" sldId="1881839145"/>
            <ac:spMk id="3" creationId="{1ED35FE7-0422-2834-89A6-9E152DB120A8}"/>
          </ac:spMkLst>
        </pc:spChg>
        <pc:spChg chg="mod">
          <ac:chgData name="Simran Assi" userId="e151f7e4-8718-480b-bb95-47774b6c3b92" providerId="ADAL" clId="{37AA6783-E3E6-492E-BA68-69051639BC1F}" dt="2025-05-30T07:55:40.055" v="139"/>
          <ac:spMkLst>
            <pc:docMk/>
            <pc:sldMk cId="998496844" sldId="1881839145"/>
            <ac:spMk id="4" creationId="{FECD5A4F-C577-9D97-CBA0-16651226BAEF}"/>
          </ac:spMkLst>
        </pc:spChg>
      </pc:sldChg>
      <pc:sldChg chg="modSp mod">
        <pc:chgData name="Simran Assi" userId="e151f7e4-8718-480b-bb95-47774b6c3b92" providerId="ADAL" clId="{37AA6783-E3E6-492E-BA68-69051639BC1F}" dt="2025-05-30T07:56:38.527" v="148"/>
        <pc:sldMkLst>
          <pc:docMk/>
          <pc:sldMk cId="1887603829" sldId="1881839146"/>
        </pc:sldMkLst>
        <pc:spChg chg="mod">
          <ac:chgData name="Simran Assi" userId="e151f7e4-8718-480b-bb95-47774b6c3b92" providerId="ADAL" clId="{37AA6783-E3E6-492E-BA68-69051639BC1F}" dt="2025-05-30T07:56:38.527" v="148"/>
          <ac:spMkLst>
            <pc:docMk/>
            <pc:sldMk cId="1887603829" sldId="1881839146"/>
            <ac:spMk id="2" creationId="{F3D76072-9FF0-7C33-833B-5E9CD9B8C9C0}"/>
          </ac:spMkLst>
        </pc:spChg>
        <pc:spChg chg="mod">
          <ac:chgData name="Simran Assi" userId="e151f7e4-8718-480b-bb95-47774b6c3b92" providerId="ADAL" clId="{37AA6783-E3E6-492E-BA68-69051639BC1F}" dt="2025-05-30T07:46:23.431" v="0"/>
          <ac:spMkLst>
            <pc:docMk/>
            <pc:sldMk cId="1887603829" sldId="1881839146"/>
            <ac:spMk id="5" creationId="{16538CCC-1C21-0543-E1E5-58EDB66D68A4}"/>
          </ac:spMkLst>
        </pc:spChg>
        <pc:spChg chg="mod">
          <ac:chgData name="Simran Assi" userId="e151f7e4-8718-480b-bb95-47774b6c3b92" providerId="ADAL" clId="{37AA6783-E3E6-492E-BA68-69051639BC1F}" dt="2025-05-30T07:46:23.431" v="0"/>
          <ac:spMkLst>
            <pc:docMk/>
            <pc:sldMk cId="1887603829" sldId="1881839146"/>
            <ac:spMk id="6" creationId="{91D45A7D-9983-01EA-B8D8-BCF725093E6B}"/>
          </ac:spMkLst>
        </pc:spChg>
        <pc:spChg chg="mod">
          <ac:chgData name="Simran Assi" userId="e151f7e4-8718-480b-bb95-47774b6c3b92" providerId="ADAL" clId="{37AA6783-E3E6-492E-BA68-69051639BC1F}" dt="2025-05-30T07:55:54.856" v="143" actId="207"/>
          <ac:spMkLst>
            <pc:docMk/>
            <pc:sldMk cId="1887603829" sldId="1881839146"/>
            <ac:spMk id="31" creationId="{5CE06AD4-7FA7-26A9-B450-0C7055D133B8}"/>
          </ac:spMkLst>
        </pc:spChg>
      </pc:sldChg>
      <pc:sldChg chg="modSp mod">
        <pc:chgData name="Simran Assi" userId="e151f7e4-8718-480b-bb95-47774b6c3b92" providerId="ADAL" clId="{37AA6783-E3E6-492E-BA68-69051639BC1F}" dt="2025-05-30T08:18:09.191" v="774" actId="207"/>
        <pc:sldMkLst>
          <pc:docMk/>
          <pc:sldMk cId="2042607641" sldId="1881839147"/>
        </pc:sldMkLst>
        <pc:spChg chg="mod">
          <ac:chgData name="Simran Assi" userId="e151f7e4-8718-480b-bb95-47774b6c3b92" providerId="ADAL" clId="{37AA6783-E3E6-492E-BA68-69051639BC1F}" dt="2025-05-30T07:56:41.297" v="150"/>
          <ac:spMkLst>
            <pc:docMk/>
            <pc:sldMk cId="2042607641" sldId="1881839147"/>
            <ac:spMk id="2" creationId="{7A9F890A-4491-EEC8-3EA4-EB2B78130671}"/>
          </ac:spMkLst>
        </pc:spChg>
        <pc:spChg chg="mod">
          <ac:chgData name="Simran Assi" userId="e151f7e4-8718-480b-bb95-47774b6c3b92" providerId="ADAL" clId="{37AA6783-E3E6-492E-BA68-69051639BC1F}" dt="2025-05-30T08:18:03.104" v="773" actId="207"/>
          <ac:spMkLst>
            <pc:docMk/>
            <pc:sldMk cId="2042607641" sldId="1881839147"/>
            <ac:spMk id="3" creationId="{600DD817-A63B-6523-B29D-C7536E58FB2F}"/>
          </ac:spMkLst>
        </pc:spChg>
        <pc:spChg chg="mod">
          <ac:chgData name="Simran Assi" userId="e151f7e4-8718-480b-bb95-47774b6c3b92" providerId="ADAL" clId="{37AA6783-E3E6-492E-BA68-69051639BC1F}" dt="2025-05-30T08:18:03.104" v="773" actId="207"/>
          <ac:spMkLst>
            <pc:docMk/>
            <pc:sldMk cId="2042607641" sldId="1881839147"/>
            <ac:spMk id="4" creationId="{F98672CF-6265-F151-FD47-148AD55DD18D}"/>
          </ac:spMkLst>
        </pc:spChg>
        <pc:spChg chg="mod">
          <ac:chgData name="Simran Assi" userId="e151f7e4-8718-480b-bb95-47774b6c3b92" providerId="ADAL" clId="{37AA6783-E3E6-492E-BA68-69051639BC1F}" dt="2025-05-30T07:46:23.431" v="0"/>
          <ac:spMkLst>
            <pc:docMk/>
            <pc:sldMk cId="2042607641" sldId="1881839147"/>
            <ac:spMk id="5" creationId="{2FF4E7C9-C782-17C3-5185-8F95E243E3B9}"/>
          </ac:spMkLst>
        </pc:spChg>
        <pc:spChg chg="mod">
          <ac:chgData name="Simran Assi" userId="e151f7e4-8718-480b-bb95-47774b6c3b92" providerId="ADAL" clId="{37AA6783-E3E6-492E-BA68-69051639BC1F}" dt="2025-05-30T07:46:23.431" v="0"/>
          <ac:spMkLst>
            <pc:docMk/>
            <pc:sldMk cId="2042607641" sldId="1881839147"/>
            <ac:spMk id="6" creationId="{3F362513-032E-204E-9472-B5343AA08BE4}"/>
          </ac:spMkLst>
        </pc:spChg>
        <pc:spChg chg="mod">
          <ac:chgData name="Simran Assi" userId="e151f7e4-8718-480b-bb95-47774b6c3b92" providerId="ADAL" clId="{37AA6783-E3E6-492E-BA68-69051639BC1F}" dt="2025-05-30T08:18:03.104" v="773" actId="207"/>
          <ac:spMkLst>
            <pc:docMk/>
            <pc:sldMk cId="2042607641" sldId="1881839147"/>
            <ac:spMk id="7" creationId="{DAD538EC-687B-F367-B8DD-D4007D048D63}"/>
          </ac:spMkLst>
        </pc:spChg>
        <pc:spChg chg="mod">
          <ac:chgData name="Simran Assi" userId="e151f7e4-8718-480b-bb95-47774b6c3b92" providerId="ADAL" clId="{37AA6783-E3E6-492E-BA68-69051639BC1F}" dt="2025-05-30T08:18:03.104" v="773" actId="207"/>
          <ac:spMkLst>
            <pc:docMk/>
            <pc:sldMk cId="2042607641" sldId="1881839147"/>
            <ac:spMk id="8" creationId="{71FB8131-2687-9BF4-E00B-1DCD8594FF97}"/>
          </ac:spMkLst>
        </pc:spChg>
        <pc:spChg chg="mod">
          <ac:chgData name="Simran Assi" userId="e151f7e4-8718-480b-bb95-47774b6c3b92" providerId="ADAL" clId="{37AA6783-E3E6-492E-BA68-69051639BC1F}" dt="2025-05-30T08:18:09.191" v="774" actId="207"/>
          <ac:spMkLst>
            <pc:docMk/>
            <pc:sldMk cId="2042607641" sldId="1881839147"/>
            <ac:spMk id="12" creationId="{D6536349-2E7B-1C59-60D4-29658E4936FF}"/>
          </ac:spMkLst>
        </pc:spChg>
        <pc:spChg chg="mod">
          <ac:chgData name="Simran Assi" userId="e151f7e4-8718-480b-bb95-47774b6c3b92" providerId="ADAL" clId="{37AA6783-E3E6-492E-BA68-69051639BC1F}" dt="2025-05-30T08:18:03.104" v="773" actId="207"/>
          <ac:spMkLst>
            <pc:docMk/>
            <pc:sldMk cId="2042607641" sldId="1881839147"/>
            <ac:spMk id="13" creationId="{679E8C6B-B9D1-CF72-5ADB-F91664E46CBD}"/>
          </ac:spMkLst>
        </pc:spChg>
        <pc:spChg chg="mod">
          <ac:chgData name="Simran Assi" userId="e151f7e4-8718-480b-bb95-47774b6c3b92" providerId="ADAL" clId="{37AA6783-E3E6-492E-BA68-69051639BC1F}" dt="2025-05-30T08:18:03.104" v="773" actId="207"/>
          <ac:spMkLst>
            <pc:docMk/>
            <pc:sldMk cId="2042607641" sldId="1881839147"/>
            <ac:spMk id="15" creationId="{889DD161-9DDE-41F8-6409-5F748CDE2E2C}"/>
          </ac:spMkLst>
        </pc:spChg>
        <pc:spChg chg="mod">
          <ac:chgData name="Simran Assi" userId="e151f7e4-8718-480b-bb95-47774b6c3b92" providerId="ADAL" clId="{37AA6783-E3E6-492E-BA68-69051639BC1F}" dt="2025-05-30T08:18:03.104" v="773" actId="207"/>
          <ac:spMkLst>
            <pc:docMk/>
            <pc:sldMk cId="2042607641" sldId="1881839147"/>
            <ac:spMk id="16" creationId="{E7ADCBD3-FFD8-6A98-5942-20311329C50F}"/>
          </ac:spMkLst>
        </pc:spChg>
        <pc:spChg chg="mod">
          <ac:chgData name="Simran Assi" userId="e151f7e4-8718-480b-bb95-47774b6c3b92" providerId="ADAL" clId="{37AA6783-E3E6-492E-BA68-69051639BC1F}" dt="2025-05-30T08:18:03.104" v="773" actId="207"/>
          <ac:spMkLst>
            <pc:docMk/>
            <pc:sldMk cId="2042607641" sldId="1881839147"/>
            <ac:spMk id="17" creationId="{BB80EC84-BEB5-AC12-3375-1B510446CBFF}"/>
          </ac:spMkLst>
        </pc:spChg>
        <pc:spChg chg="mod">
          <ac:chgData name="Simran Assi" userId="e151f7e4-8718-480b-bb95-47774b6c3b92" providerId="ADAL" clId="{37AA6783-E3E6-492E-BA68-69051639BC1F}" dt="2025-05-30T08:18:03.104" v="773" actId="207"/>
          <ac:spMkLst>
            <pc:docMk/>
            <pc:sldMk cId="2042607641" sldId="1881839147"/>
            <ac:spMk id="18" creationId="{93525412-227A-3C0F-6182-BEEE66D29834}"/>
          </ac:spMkLst>
        </pc:spChg>
        <pc:spChg chg="mod">
          <ac:chgData name="Simran Assi" userId="e151f7e4-8718-480b-bb95-47774b6c3b92" providerId="ADAL" clId="{37AA6783-E3E6-492E-BA68-69051639BC1F}" dt="2025-05-30T08:18:03.104" v="773" actId="207"/>
          <ac:spMkLst>
            <pc:docMk/>
            <pc:sldMk cId="2042607641" sldId="1881839147"/>
            <ac:spMk id="20" creationId="{4A1C2770-FE20-4283-D8C8-5888347E8577}"/>
          </ac:spMkLst>
        </pc:spChg>
      </pc:sldChg>
      <pc:sldChg chg="modSp mod">
        <pc:chgData name="Simran Assi" userId="e151f7e4-8718-480b-bb95-47774b6c3b92" providerId="ADAL" clId="{37AA6783-E3E6-492E-BA68-69051639BC1F}" dt="2025-05-30T07:56:51.480" v="153" actId="207"/>
        <pc:sldMkLst>
          <pc:docMk/>
          <pc:sldMk cId="1751811387" sldId="1881839148"/>
        </pc:sldMkLst>
        <pc:spChg chg="mod">
          <ac:chgData name="Simran Assi" userId="e151f7e4-8718-480b-bb95-47774b6c3b92" providerId="ADAL" clId="{37AA6783-E3E6-492E-BA68-69051639BC1F}" dt="2025-05-30T07:56:43.733" v="152"/>
          <ac:spMkLst>
            <pc:docMk/>
            <pc:sldMk cId="1751811387" sldId="1881839148"/>
            <ac:spMk id="2" creationId="{106C0E99-8698-70BD-2AB8-F17EA0405164}"/>
          </ac:spMkLst>
        </pc:spChg>
        <pc:spChg chg="mod">
          <ac:chgData name="Simran Assi" userId="e151f7e4-8718-480b-bb95-47774b6c3b92" providerId="ADAL" clId="{37AA6783-E3E6-492E-BA68-69051639BC1F}" dt="2025-05-30T07:46:23.431" v="0"/>
          <ac:spMkLst>
            <pc:docMk/>
            <pc:sldMk cId="1751811387" sldId="1881839148"/>
            <ac:spMk id="5" creationId="{966F7F49-D622-7C9E-2232-B1A6F8FC2047}"/>
          </ac:spMkLst>
        </pc:spChg>
        <pc:spChg chg="mod">
          <ac:chgData name="Simran Assi" userId="e151f7e4-8718-480b-bb95-47774b6c3b92" providerId="ADAL" clId="{37AA6783-E3E6-492E-BA68-69051639BC1F}" dt="2025-05-30T07:46:23.431" v="0"/>
          <ac:spMkLst>
            <pc:docMk/>
            <pc:sldMk cId="1751811387" sldId="1881839148"/>
            <ac:spMk id="6" creationId="{CF5B85F9-A601-A658-FF9E-F0579CDAED75}"/>
          </ac:spMkLst>
        </pc:spChg>
        <pc:spChg chg="mod">
          <ac:chgData name="Simran Assi" userId="e151f7e4-8718-480b-bb95-47774b6c3b92" providerId="ADAL" clId="{37AA6783-E3E6-492E-BA68-69051639BC1F}" dt="2025-05-30T07:56:51.480" v="153" actId="207"/>
          <ac:spMkLst>
            <pc:docMk/>
            <pc:sldMk cId="1751811387" sldId="1881839148"/>
            <ac:spMk id="7" creationId="{85C06BA3-DAE1-DDF4-A568-E5789076BF01}"/>
          </ac:spMkLst>
        </pc:spChg>
        <pc:spChg chg="mod">
          <ac:chgData name="Simran Assi" userId="e151f7e4-8718-480b-bb95-47774b6c3b92" providerId="ADAL" clId="{37AA6783-E3E6-492E-BA68-69051639BC1F}" dt="2025-05-30T07:56:51.480" v="153" actId="207"/>
          <ac:spMkLst>
            <pc:docMk/>
            <pc:sldMk cId="1751811387" sldId="1881839148"/>
            <ac:spMk id="8" creationId="{E2FECA68-FF84-5F40-091C-77E60784A8C2}"/>
          </ac:spMkLst>
        </pc:spChg>
        <pc:spChg chg="mod">
          <ac:chgData name="Simran Assi" userId="e151f7e4-8718-480b-bb95-47774b6c3b92" providerId="ADAL" clId="{37AA6783-E3E6-492E-BA68-69051639BC1F}" dt="2025-05-30T07:56:51.480" v="153" actId="207"/>
          <ac:spMkLst>
            <pc:docMk/>
            <pc:sldMk cId="1751811387" sldId="1881839148"/>
            <ac:spMk id="9" creationId="{7BFD5CCA-64FC-5AD3-B64D-022C26381410}"/>
          </ac:spMkLst>
        </pc:spChg>
        <pc:spChg chg="mod">
          <ac:chgData name="Simran Assi" userId="e151f7e4-8718-480b-bb95-47774b6c3b92" providerId="ADAL" clId="{37AA6783-E3E6-492E-BA68-69051639BC1F}" dt="2025-05-30T07:56:51.480" v="153" actId="207"/>
          <ac:spMkLst>
            <pc:docMk/>
            <pc:sldMk cId="1751811387" sldId="1881839148"/>
            <ac:spMk id="10" creationId="{685A1270-879E-CF64-D8A1-12F3C33D6C94}"/>
          </ac:spMkLst>
        </pc:spChg>
        <pc:spChg chg="mod">
          <ac:chgData name="Simran Assi" userId="e151f7e4-8718-480b-bb95-47774b6c3b92" providerId="ADAL" clId="{37AA6783-E3E6-492E-BA68-69051639BC1F}" dt="2025-05-30T07:56:51.480" v="153" actId="207"/>
          <ac:spMkLst>
            <pc:docMk/>
            <pc:sldMk cId="1751811387" sldId="1881839148"/>
            <ac:spMk id="11" creationId="{6565A696-14E5-083F-4E53-E6E03D69D197}"/>
          </ac:spMkLst>
        </pc:spChg>
        <pc:spChg chg="mod">
          <ac:chgData name="Simran Assi" userId="e151f7e4-8718-480b-bb95-47774b6c3b92" providerId="ADAL" clId="{37AA6783-E3E6-492E-BA68-69051639BC1F}" dt="2025-05-30T07:56:51.480" v="153" actId="207"/>
          <ac:spMkLst>
            <pc:docMk/>
            <pc:sldMk cId="1751811387" sldId="1881839148"/>
            <ac:spMk id="12" creationId="{5E296558-FD51-E3AD-4024-CA28BE8FBC80}"/>
          </ac:spMkLst>
        </pc:spChg>
      </pc:sldChg>
      <pc:sldChg chg="modSp mod">
        <pc:chgData name="Simran Assi" userId="e151f7e4-8718-480b-bb95-47774b6c3b92" providerId="ADAL" clId="{37AA6783-E3E6-492E-BA68-69051639BC1F}" dt="2025-05-30T07:56:58.110" v="155"/>
        <pc:sldMkLst>
          <pc:docMk/>
          <pc:sldMk cId="2888494990" sldId="1881839149"/>
        </pc:sldMkLst>
        <pc:spChg chg="mod">
          <ac:chgData name="Simran Assi" userId="e151f7e4-8718-480b-bb95-47774b6c3b92" providerId="ADAL" clId="{37AA6783-E3E6-492E-BA68-69051639BC1F}" dt="2025-05-30T07:46:23.431" v="0"/>
          <ac:spMkLst>
            <pc:docMk/>
            <pc:sldMk cId="2888494990" sldId="1881839149"/>
            <ac:spMk id="5" creationId="{43C21C21-EF61-1CFD-F1E8-124F50DFC762}"/>
          </ac:spMkLst>
        </pc:spChg>
        <pc:spChg chg="mod">
          <ac:chgData name="Simran Assi" userId="e151f7e4-8718-480b-bb95-47774b6c3b92" providerId="ADAL" clId="{37AA6783-E3E6-492E-BA68-69051639BC1F}" dt="2025-05-30T07:46:23.431" v="0"/>
          <ac:spMkLst>
            <pc:docMk/>
            <pc:sldMk cId="2888494990" sldId="1881839149"/>
            <ac:spMk id="6" creationId="{EA8FFB56-447C-FB6F-E4E3-B16E2D1408E9}"/>
          </ac:spMkLst>
        </pc:spChg>
        <pc:spChg chg="mod">
          <ac:chgData name="Simran Assi" userId="e151f7e4-8718-480b-bb95-47774b6c3b92" providerId="ADAL" clId="{37AA6783-E3E6-492E-BA68-69051639BC1F}" dt="2025-05-30T07:56:58.110" v="155"/>
          <ac:spMkLst>
            <pc:docMk/>
            <pc:sldMk cId="2888494990" sldId="1881839149"/>
            <ac:spMk id="12" creationId="{EBC5C378-9940-EEE9-5AE6-0AC90C7C9133}"/>
          </ac:spMkLst>
        </pc:spChg>
      </pc:sldChg>
      <pc:sldChg chg="addSp modSp mod">
        <pc:chgData name="Simran Assi" userId="e151f7e4-8718-480b-bb95-47774b6c3b92" providerId="ADAL" clId="{37AA6783-E3E6-492E-BA68-69051639BC1F}" dt="2025-05-30T08:26:58.477" v="1134" actId="1037"/>
        <pc:sldMkLst>
          <pc:docMk/>
          <pc:sldMk cId="2850578717" sldId="1881839150"/>
        </pc:sldMkLst>
        <pc:spChg chg="mod">
          <ac:chgData name="Simran Assi" userId="e151f7e4-8718-480b-bb95-47774b6c3b92" providerId="ADAL" clId="{37AA6783-E3E6-492E-BA68-69051639BC1F}" dt="2025-05-30T07:58:34.588" v="330"/>
          <ac:spMkLst>
            <pc:docMk/>
            <pc:sldMk cId="2850578717" sldId="1881839150"/>
            <ac:spMk id="2" creationId="{1CB62BEF-E4E7-9371-173A-8512C11F0F26}"/>
          </ac:spMkLst>
        </pc:spChg>
        <pc:spChg chg="add mod">
          <ac:chgData name="Simran Assi" userId="e151f7e4-8718-480b-bb95-47774b6c3b92" providerId="ADAL" clId="{37AA6783-E3E6-492E-BA68-69051639BC1F}" dt="2025-05-30T07:57:09.665" v="157" actId="571"/>
          <ac:spMkLst>
            <pc:docMk/>
            <pc:sldMk cId="2850578717" sldId="1881839150"/>
            <ac:spMk id="3" creationId="{8361E5E9-96FC-FD22-46BB-4437A8BD3547}"/>
          </ac:spMkLst>
        </pc:spChg>
        <pc:spChg chg="add mod">
          <ac:chgData name="Simran Assi" userId="e151f7e4-8718-480b-bb95-47774b6c3b92" providerId="ADAL" clId="{37AA6783-E3E6-492E-BA68-69051639BC1F}" dt="2025-05-30T07:57:09.665" v="157" actId="571"/>
          <ac:spMkLst>
            <pc:docMk/>
            <pc:sldMk cId="2850578717" sldId="1881839150"/>
            <ac:spMk id="4" creationId="{83B77D26-AD99-E9E5-71B2-2A586E9D4923}"/>
          </ac:spMkLst>
        </pc:spChg>
        <pc:spChg chg="mod">
          <ac:chgData name="Simran Assi" userId="e151f7e4-8718-480b-bb95-47774b6c3b92" providerId="ADAL" clId="{37AA6783-E3E6-492E-BA68-69051639BC1F}" dt="2025-05-30T07:46:23.431" v="0"/>
          <ac:spMkLst>
            <pc:docMk/>
            <pc:sldMk cId="2850578717" sldId="1881839150"/>
            <ac:spMk id="5" creationId="{7EA04DDD-6AE5-4AE9-8348-C2F7E496D82A}"/>
          </ac:spMkLst>
        </pc:spChg>
        <pc:spChg chg="mod">
          <ac:chgData name="Simran Assi" userId="e151f7e4-8718-480b-bb95-47774b6c3b92" providerId="ADAL" clId="{37AA6783-E3E6-492E-BA68-69051639BC1F}" dt="2025-05-30T07:46:23.431" v="0"/>
          <ac:spMkLst>
            <pc:docMk/>
            <pc:sldMk cId="2850578717" sldId="1881839150"/>
            <ac:spMk id="6" creationId="{03210270-4527-A9F7-6148-4C28177524C0}"/>
          </ac:spMkLst>
        </pc:spChg>
        <pc:spChg chg="add mod">
          <ac:chgData name="Simran Assi" userId="e151f7e4-8718-480b-bb95-47774b6c3b92" providerId="ADAL" clId="{37AA6783-E3E6-492E-BA68-69051639BC1F}" dt="2025-05-30T07:57:09.665" v="157" actId="571"/>
          <ac:spMkLst>
            <pc:docMk/>
            <pc:sldMk cId="2850578717" sldId="1881839150"/>
            <ac:spMk id="7" creationId="{43F8E262-8D9B-D430-A27B-765E2952DDCB}"/>
          </ac:spMkLst>
        </pc:spChg>
        <pc:spChg chg="add mod">
          <ac:chgData name="Simran Assi" userId="e151f7e4-8718-480b-bb95-47774b6c3b92" providerId="ADAL" clId="{37AA6783-E3E6-492E-BA68-69051639BC1F}" dt="2025-05-30T07:57:09.665" v="157" actId="571"/>
          <ac:spMkLst>
            <pc:docMk/>
            <pc:sldMk cId="2850578717" sldId="1881839150"/>
            <ac:spMk id="8" creationId="{42C5A3EA-9EDC-08B3-1391-A44BBE61EB61}"/>
          </ac:spMkLst>
        </pc:spChg>
        <pc:spChg chg="add mod">
          <ac:chgData name="Simran Assi" userId="e151f7e4-8718-480b-bb95-47774b6c3b92" providerId="ADAL" clId="{37AA6783-E3E6-492E-BA68-69051639BC1F}" dt="2025-05-30T07:57:09.665" v="157" actId="571"/>
          <ac:spMkLst>
            <pc:docMk/>
            <pc:sldMk cId="2850578717" sldId="1881839150"/>
            <ac:spMk id="9" creationId="{2861143E-74A6-4382-4253-7C9515F08D70}"/>
          </ac:spMkLst>
        </pc:spChg>
        <pc:spChg chg="mod">
          <ac:chgData name="Simran Assi" userId="e151f7e4-8718-480b-bb95-47774b6c3b92" providerId="ADAL" clId="{37AA6783-E3E6-492E-BA68-69051639BC1F}" dt="2025-05-30T08:26:43.218" v="1106" actId="1035"/>
          <ac:spMkLst>
            <pc:docMk/>
            <pc:sldMk cId="2850578717" sldId="1881839150"/>
            <ac:spMk id="16" creationId="{E6851CDA-7956-3142-7A5C-0ED152980961}"/>
          </ac:spMkLst>
        </pc:spChg>
        <pc:spChg chg="mod">
          <ac:chgData name="Simran Assi" userId="e151f7e4-8718-480b-bb95-47774b6c3b92" providerId="ADAL" clId="{37AA6783-E3E6-492E-BA68-69051639BC1F}" dt="2025-05-30T07:57:11.755" v="158" actId="207"/>
          <ac:spMkLst>
            <pc:docMk/>
            <pc:sldMk cId="2850578717" sldId="1881839150"/>
            <ac:spMk id="17" creationId="{582102EC-1009-F775-3BF6-4B00F303E6B2}"/>
          </ac:spMkLst>
        </pc:spChg>
        <pc:spChg chg="mod">
          <ac:chgData name="Simran Assi" userId="e151f7e4-8718-480b-bb95-47774b6c3b92" providerId="ADAL" clId="{37AA6783-E3E6-492E-BA68-69051639BC1F}" dt="2025-05-30T07:58:03.701" v="233" actId="1035"/>
          <ac:spMkLst>
            <pc:docMk/>
            <pc:sldMk cId="2850578717" sldId="1881839150"/>
            <ac:spMk id="18" creationId="{FD4FFCDA-7E2A-5311-FE77-FFEDA8CD52BE}"/>
          </ac:spMkLst>
        </pc:spChg>
        <pc:spChg chg="mod">
          <ac:chgData name="Simran Assi" userId="e151f7e4-8718-480b-bb95-47774b6c3b92" providerId="ADAL" clId="{37AA6783-E3E6-492E-BA68-69051639BC1F}" dt="2025-05-30T07:57:58.256" v="217" actId="1038"/>
          <ac:spMkLst>
            <pc:docMk/>
            <pc:sldMk cId="2850578717" sldId="1881839150"/>
            <ac:spMk id="19" creationId="{E21C40EC-68A5-FC95-E143-DDD27995AE14}"/>
          </ac:spMkLst>
        </pc:spChg>
        <pc:spChg chg="mod">
          <ac:chgData name="Simran Assi" userId="e151f7e4-8718-480b-bb95-47774b6c3b92" providerId="ADAL" clId="{37AA6783-E3E6-492E-BA68-69051639BC1F}" dt="2025-05-30T07:58:25.278" v="328" actId="1035"/>
          <ac:spMkLst>
            <pc:docMk/>
            <pc:sldMk cId="2850578717" sldId="1881839150"/>
            <ac:spMk id="20" creationId="{7F3F5B49-9111-6B84-4DBC-3494749BDDCE}"/>
          </ac:spMkLst>
        </pc:spChg>
        <pc:spChg chg="mod">
          <ac:chgData name="Simran Assi" userId="e151f7e4-8718-480b-bb95-47774b6c3b92" providerId="ADAL" clId="{37AA6783-E3E6-492E-BA68-69051639BC1F}" dt="2025-05-30T07:57:11.755" v="158" actId="207"/>
          <ac:spMkLst>
            <pc:docMk/>
            <pc:sldMk cId="2850578717" sldId="1881839150"/>
            <ac:spMk id="21" creationId="{A4502211-BA19-E1D9-F361-6F3BBFF23309}"/>
          </ac:spMkLst>
        </pc:spChg>
        <pc:spChg chg="mod">
          <ac:chgData name="Simran Assi" userId="e151f7e4-8718-480b-bb95-47774b6c3b92" providerId="ADAL" clId="{37AA6783-E3E6-492E-BA68-69051639BC1F}" dt="2025-05-30T08:26:58.477" v="1134" actId="1037"/>
          <ac:spMkLst>
            <pc:docMk/>
            <pc:sldMk cId="2850578717" sldId="1881839150"/>
            <ac:spMk id="22" creationId="{0DC2461A-EB00-5B2D-E48C-3E973B7CC2FC}"/>
          </ac:spMkLst>
        </pc:spChg>
        <pc:picChg chg="mod">
          <ac:chgData name="Simran Assi" userId="e151f7e4-8718-480b-bb95-47774b6c3b92" providerId="ADAL" clId="{37AA6783-E3E6-492E-BA68-69051639BC1F}" dt="2025-05-30T08:26:23.097" v="1064" actId="1038"/>
          <ac:picMkLst>
            <pc:docMk/>
            <pc:sldMk cId="2850578717" sldId="1881839150"/>
            <ac:picMk id="15" creationId="{352D951B-5E03-1D3C-E331-16A6BBE69A66}"/>
          </ac:picMkLst>
        </pc:picChg>
      </pc:sldChg>
      <pc:sldChg chg="modSp mod">
        <pc:chgData name="Simran Assi" userId="e151f7e4-8718-480b-bb95-47774b6c3b92" providerId="ADAL" clId="{37AA6783-E3E6-492E-BA68-69051639BC1F}" dt="2025-05-30T07:59:10.767" v="428" actId="1038"/>
        <pc:sldMkLst>
          <pc:docMk/>
          <pc:sldMk cId="3669591742" sldId="1881839152"/>
        </pc:sldMkLst>
        <pc:spChg chg="mod">
          <ac:chgData name="Simran Assi" userId="e151f7e4-8718-480b-bb95-47774b6c3b92" providerId="ADAL" clId="{37AA6783-E3E6-492E-BA68-69051639BC1F}" dt="2025-05-30T07:46:23.431" v="0"/>
          <ac:spMkLst>
            <pc:docMk/>
            <pc:sldMk cId="3669591742" sldId="1881839152"/>
            <ac:spMk id="2" creationId="{B61B89B8-91FA-772E-BEB3-64FC8CFCE45A}"/>
          </ac:spMkLst>
        </pc:spChg>
        <pc:spChg chg="mod">
          <ac:chgData name="Simran Assi" userId="e151f7e4-8718-480b-bb95-47774b6c3b92" providerId="ADAL" clId="{37AA6783-E3E6-492E-BA68-69051639BC1F}" dt="2025-05-30T07:46:23.431" v="0"/>
          <ac:spMkLst>
            <pc:docMk/>
            <pc:sldMk cId="3669591742" sldId="1881839152"/>
            <ac:spMk id="3" creationId="{342A2473-8E99-F8DD-4068-26B56F804008}"/>
          </ac:spMkLst>
        </pc:spChg>
        <pc:spChg chg="mod">
          <ac:chgData name="Simran Assi" userId="e151f7e4-8718-480b-bb95-47774b6c3b92" providerId="ADAL" clId="{37AA6783-E3E6-492E-BA68-69051639BC1F}" dt="2025-05-30T07:58:53.445" v="334"/>
          <ac:spMkLst>
            <pc:docMk/>
            <pc:sldMk cId="3669591742" sldId="1881839152"/>
            <ac:spMk id="4" creationId="{3C8ADB2B-05FF-364E-4B9F-62BF8BEE6BCE}"/>
          </ac:spMkLst>
        </pc:spChg>
        <pc:spChg chg="mod">
          <ac:chgData name="Simran Assi" userId="e151f7e4-8718-480b-bb95-47774b6c3b92" providerId="ADAL" clId="{37AA6783-E3E6-492E-BA68-69051639BC1F}" dt="2025-05-30T07:59:10.767" v="428" actId="1038"/>
          <ac:spMkLst>
            <pc:docMk/>
            <pc:sldMk cId="3669591742" sldId="1881839152"/>
            <ac:spMk id="6" creationId="{85A95A4A-9729-4107-C6DF-DCB19974AD84}"/>
          </ac:spMkLst>
        </pc:spChg>
        <pc:spChg chg="mod">
          <ac:chgData name="Simran Assi" userId="e151f7e4-8718-480b-bb95-47774b6c3b92" providerId="ADAL" clId="{37AA6783-E3E6-492E-BA68-69051639BC1F}" dt="2025-05-30T07:59:10.767" v="428" actId="1038"/>
          <ac:spMkLst>
            <pc:docMk/>
            <pc:sldMk cId="3669591742" sldId="1881839152"/>
            <ac:spMk id="7" creationId="{98320707-0160-8B26-16F9-C42376106320}"/>
          </ac:spMkLst>
        </pc:spChg>
      </pc:sldChg>
      <pc:sldChg chg="modSp mod">
        <pc:chgData name="Simran Assi" userId="e151f7e4-8718-480b-bb95-47774b6c3b92" providerId="ADAL" clId="{37AA6783-E3E6-492E-BA68-69051639BC1F}" dt="2025-05-30T07:59:49.257" v="436"/>
        <pc:sldMkLst>
          <pc:docMk/>
          <pc:sldMk cId="2247663099" sldId="1881839153"/>
        </pc:sldMkLst>
        <pc:spChg chg="mod">
          <ac:chgData name="Simran Assi" userId="e151f7e4-8718-480b-bb95-47774b6c3b92" providerId="ADAL" clId="{37AA6783-E3E6-492E-BA68-69051639BC1F}" dt="2025-05-30T07:59:49.257" v="436"/>
          <ac:spMkLst>
            <pc:docMk/>
            <pc:sldMk cId="2247663099" sldId="1881839153"/>
            <ac:spMk id="2" creationId="{39FEF7EF-7DEF-10BC-E763-070D0C165F84}"/>
          </ac:spMkLst>
        </pc:spChg>
        <pc:spChg chg="mod">
          <ac:chgData name="Simran Assi" userId="e151f7e4-8718-480b-bb95-47774b6c3b92" providerId="ADAL" clId="{37AA6783-E3E6-492E-BA68-69051639BC1F}" dt="2025-05-30T07:46:23.431" v="0"/>
          <ac:spMkLst>
            <pc:docMk/>
            <pc:sldMk cId="2247663099" sldId="1881839153"/>
            <ac:spMk id="5" creationId="{91F8E1FE-FC52-879D-3BBD-527B9467BD35}"/>
          </ac:spMkLst>
        </pc:spChg>
        <pc:spChg chg="mod">
          <ac:chgData name="Simran Assi" userId="e151f7e4-8718-480b-bb95-47774b6c3b92" providerId="ADAL" clId="{37AA6783-E3E6-492E-BA68-69051639BC1F}" dt="2025-05-30T07:46:23.431" v="0"/>
          <ac:spMkLst>
            <pc:docMk/>
            <pc:sldMk cId="2247663099" sldId="1881839153"/>
            <ac:spMk id="6" creationId="{6952650F-1F11-DACE-7FDB-F89B030DD52D}"/>
          </ac:spMkLst>
        </pc:spChg>
        <pc:spChg chg="mod">
          <ac:chgData name="Simran Assi" userId="e151f7e4-8718-480b-bb95-47774b6c3b92" providerId="ADAL" clId="{37AA6783-E3E6-492E-BA68-69051639BC1F}" dt="2025-05-30T07:59:33.411" v="432" actId="14100"/>
          <ac:spMkLst>
            <pc:docMk/>
            <pc:sldMk cId="2247663099" sldId="1881839153"/>
            <ac:spMk id="16" creationId="{A1230EC0-3041-EE3C-04DD-F6B52FFA2167}"/>
          </ac:spMkLst>
        </pc:spChg>
        <pc:spChg chg="mod">
          <ac:chgData name="Simran Assi" userId="e151f7e4-8718-480b-bb95-47774b6c3b92" providerId="ADAL" clId="{37AA6783-E3E6-492E-BA68-69051639BC1F}" dt="2025-05-30T07:59:36.084" v="433" actId="14100"/>
          <ac:spMkLst>
            <pc:docMk/>
            <pc:sldMk cId="2247663099" sldId="1881839153"/>
            <ac:spMk id="17" creationId="{2390E76C-4DCD-40CC-4FA7-290ECD50F6C7}"/>
          </ac:spMkLst>
        </pc:spChg>
        <pc:spChg chg="mod">
          <ac:chgData name="Simran Assi" userId="e151f7e4-8718-480b-bb95-47774b6c3b92" providerId="ADAL" clId="{37AA6783-E3E6-492E-BA68-69051639BC1F}" dt="2025-05-30T07:59:37.661" v="434" actId="14100"/>
          <ac:spMkLst>
            <pc:docMk/>
            <pc:sldMk cId="2247663099" sldId="1881839153"/>
            <ac:spMk id="18" creationId="{085AA19C-95EA-21F8-8F06-EE4E64F8DADC}"/>
          </ac:spMkLst>
        </pc:spChg>
      </pc:sldChg>
      <pc:sldChg chg="modSp mod">
        <pc:chgData name="Simran Assi" userId="e151f7e4-8718-480b-bb95-47774b6c3b92" providerId="ADAL" clId="{37AA6783-E3E6-492E-BA68-69051639BC1F}" dt="2025-05-30T08:30:05.244" v="1184" actId="207"/>
        <pc:sldMkLst>
          <pc:docMk/>
          <pc:sldMk cId="491570295" sldId="1881839154"/>
        </pc:sldMkLst>
        <pc:spChg chg="mod">
          <ac:chgData name="Simran Assi" userId="e151f7e4-8718-480b-bb95-47774b6c3b92" providerId="ADAL" clId="{37AA6783-E3E6-492E-BA68-69051639BC1F}" dt="2025-05-30T07:46:23.431" v="0"/>
          <ac:spMkLst>
            <pc:docMk/>
            <pc:sldMk cId="491570295" sldId="1881839154"/>
            <ac:spMk id="5" creationId="{754B70A4-08A5-24DB-4C65-8A043F196474}"/>
          </ac:spMkLst>
        </pc:spChg>
        <pc:spChg chg="mod">
          <ac:chgData name="Simran Assi" userId="e151f7e4-8718-480b-bb95-47774b6c3b92" providerId="ADAL" clId="{37AA6783-E3E6-492E-BA68-69051639BC1F}" dt="2025-05-30T07:46:23.431" v="0"/>
          <ac:spMkLst>
            <pc:docMk/>
            <pc:sldMk cId="491570295" sldId="1881839154"/>
            <ac:spMk id="6" creationId="{B2F749AB-681E-F52F-3CCF-511D417D1538}"/>
          </ac:spMkLst>
        </pc:spChg>
        <pc:spChg chg="mod">
          <ac:chgData name="Simran Assi" userId="e151f7e4-8718-480b-bb95-47774b6c3b92" providerId="ADAL" clId="{37AA6783-E3E6-492E-BA68-69051639BC1F}" dt="2025-05-30T08:01:39.889" v="466" actId="108"/>
          <ac:spMkLst>
            <pc:docMk/>
            <pc:sldMk cId="491570295" sldId="1881839154"/>
            <ac:spMk id="7" creationId="{1AD18CED-888C-9950-76C8-0A4933CF9A0C}"/>
          </ac:spMkLst>
        </pc:spChg>
        <pc:spChg chg="mod">
          <ac:chgData name="Simran Assi" userId="e151f7e4-8718-480b-bb95-47774b6c3b92" providerId="ADAL" clId="{37AA6783-E3E6-492E-BA68-69051639BC1F}" dt="2025-05-30T08:28:16.262" v="1140" actId="208"/>
          <ac:spMkLst>
            <pc:docMk/>
            <pc:sldMk cId="491570295" sldId="1881839154"/>
            <ac:spMk id="38" creationId="{E95D7B17-D135-4B69-DE27-5353C42460A0}"/>
          </ac:spMkLst>
        </pc:spChg>
        <pc:spChg chg="mod">
          <ac:chgData name="Simran Assi" userId="e151f7e4-8718-480b-bb95-47774b6c3b92" providerId="ADAL" clId="{37AA6783-E3E6-492E-BA68-69051639BC1F}" dt="2025-05-30T08:27:31.184" v="1135" actId="208"/>
          <ac:spMkLst>
            <pc:docMk/>
            <pc:sldMk cId="491570295" sldId="1881839154"/>
            <ac:spMk id="40" creationId="{43FD038A-AFDF-303C-74CC-401298413F87}"/>
          </ac:spMkLst>
        </pc:spChg>
        <pc:spChg chg="mod">
          <ac:chgData name="Simran Assi" userId="e151f7e4-8718-480b-bb95-47774b6c3b92" providerId="ADAL" clId="{37AA6783-E3E6-492E-BA68-69051639BC1F}" dt="2025-05-30T08:27:33.699" v="1136" actId="208"/>
          <ac:spMkLst>
            <pc:docMk/>
            <pc:sldMk cId="491570295" sldId="1881839154"/>
            <ac:spMk id="41" creationId="{0918ACA2-FF15-3DAE-944A-AF0A53F4510A}"/>
          </ac:spMkLst>
        </pc:spChg>
        <pc:spChg chg="mod">
          <ac:chgData name="Simran Assi" userId="e151f7e4-8718-480b-bb95-47774b6c3b92" providerId="ADAL" clId="{37AA6783-E3E6-492E-BA68-69051639BC1F}" dt="2025-05-30T08:28:37.385" v="1157" actId="207"/>
          <ac:spMkLst>
            <pc:docMk/>
            <pc:sldMk cId="491570295" sldId="1881839154"/>
            <ac:spMk id="42" creationId="{911432BF-4122-B6AC-9668-ACE9334FE94E}"/>
          </ac:spMkLst>
        </pc:spChg>
        <pc:spChg chg="mod">
          <ac:chgData name="Simran Assi" userId="e151f7e4-8718-480b-bb95-47774b6c3b92" providerId="ADAL" clId="{37AA6783-E3E6-492E-BA68-69051639BC1F}" dt="2025-05-30T08:30:05.244" v="1184" actId="207"/>
          <ac:spMkLst>
            <pc:docMk/>
            <pc:sldMk cId="491570295" sldId="1881839154"/>
            <ac:spMk id="43" creationId="{0787DDBF-35D4-432B-DBEC-A23BA97B4563}"/>
          </ac:spMkLst>
        </pc:spChg>
        <pc:spChg chg="mod">
          <ac:chgData name="Simran Assi" userId="e151f7e4-8718-480b-bb95-47774b6c3b92" providerId="ADAL" clId="{37AA6783-E3E6-492E-BA68-69051639BC1F}" dt="2025-05-30T08:01:56.583" v="470" actId="207"/>
          <ac:spMkLst>
            <pc:docMk/>
            <pc:sldMk cId="491570295" sldId="1881839154"/>
            <ac:spMk id="47" creationId="{B91BB74E-E6C0-012C-A4C9-23D094896695}"/>
          </ac:spMkLst>
        </pc:spChg>
        <pc:spChg chg="mod">
          <ac:chgData name="Simran Assi" userId="e151f7e4-8718-480b-bb95-47774b6c3b92" providerId="ADAL" clId="{37AA6783-E3E6-492E-BA68-69051639BC1F}" dt="2025-05-30T08:01:57.292" v="471" actId="207"/>
          <ac:spMkLst>
            <pc:docMk/>
            <pc:sldMk cId="491570295" sldId="1881839154"/>
            <ac:spMk id="58" creationId="{B1917F45-97D5-DCA4-7D04-ED43B937E521}"/>
          </ac:spMkLst>
        </pc:spChg>
        <pc:picChg chg="mod">
          <ac:chgData name="Simran Assi" userId="e151f7e4-8718-480b-bb95-47774b6c3b92" providerId="ADAL" clId="{37AA6783-E3E6-492E-BA68-69051639BC1F}" dt="2025-05-30T08:28:24.199" v="1156" actId="1036"/>
          <ac:picMkLst>
            <pc:docMk/>
            <pc:sldMk cId="491570295" sldId="1881839154"/>
            <ac:picMk id="39" creationId="{940DD5F1-CBAF-6A45-3F37-F3A115F52C53}"/>
          </ac:picMkLst>
        </pc:picChg>
      </pc:sldChg>
      <pc:sldChg chg="modSp mod">
        <pc:chgData name="Simran Assi" userId="e151f7e4-8718-480b-bb95-47774b6c3b92" providerId="ADAL" clId="{37AA6783-E3E6-492E-BA68-69051639BC1F}" dt="2025-05-30T08:03:37.920" v="491" actId="208"/>
        <pc:sldMkLst>
          <pc:docMk/>
          <pc:sldMk cId="3758289849" sldId="1881839155"/>
        </pc:sldMkLst>
        <pc:spChg chg="mod">
          <ac:chgData name="Simran Assi" userId="e151f7e4-8718-480b-bb95-47774b6c3b92" providerId="ADAL" clId="{37AA6783-E3E6-492E-BA68-69051639BC1F}" dt="2025-05-30T08:02:03.903" v="473"/>
          <ac:spMkLst>
            <pc:docMk/>
            <pc:sldMk cId="3758289849" sldId="1881839155"/>
            <ac:spMk id="2" creationId="{6F85D651-21FC-DC77-150F-36F81F3562FC}"/>
          </ac:spMkLst>
        </pc:spChg>
        <pc:spChg chg="mod">
          <ac:chgData name="Simran Assi" userId="e151f7e4-8718-480b-bb95-47774b6c3b92" providerId="ADAL" clId="{37AA6783-E3E6-492E-BA68-69051639BC1F}" dt="2025-05-30T07:46:23.431" v="0"/>
          <ac:spMkLst>
            <pc:docMk/>
            <pc:sldMk cId="3758289849" sldId="1881839155"/>
            <ac:spMk id="5" creationId="{9D1C72CA-170D-4006-E218-5EC4C07E4157}"/>
          </ac:spMkLst>
        </pc:spChg>
        <pc:spChg chg="mod">
          <ac:chgData name="Simran Assi" userId="e151f7e4-8718-480b-bb95-47774b6c3b92" providerId="ADAL" clId="{37AA6783-E3E6-492E-BA68-69051639BC1F}" dt="2025-05-30T07:46:23.431" v="0"/>
          <ac:spMkLst>
            <pc:docMk/>
            <pc:sldMk cId="3758289849" sldId="1881839155"/>
            <ac:spMk id="6" creationId="{A4F7512D-60FB-29A3-411C-8D35830B3541}"/>
          </ac:spMkLst>
        </pc:spChg>
        <pc:spChg chg="mod">
          <ac:chgData name="Simran Assi" userId="e151f7e4-8718-480b-bb95-47774b6c3b92" providerId="ADAL" clId="{37AA6783-E3E6-492E-BA68-69051639BC1F}" dt="2025-05-30T08:02:19.443" v="477"/>
          <ac:spMkLst>
            <pc:docMk/>
            <pc:sldMk cId="3758289849" sldId="1881839155"/>
            <ac:spMk id="10" creationId="{172DE3F7-F463-1C87-3D3A-B5A8C4E44A7F}"/>
          </ac:spMkLst>
        </pc:spChg>
        <pc:spChg chg="mod">
          <ac:chgData name="Simran Assi" userId="e151f7e4-8718-480b-bb95-47774b6c3b92" providerId="ADAL" clId="{37AA6783-E3E6-492E-BA68-69051639BC1F}" dt="2025-05-30T08:02:40.859" v="483"/>
          <ac:spMkLst>
            <pc:docMk/>
            <pc:sldMk cId="3758289849" sldId="1881839155"/>
            <ac:spMk id="12" creationId="{9DE839C5-39D3-83A5-64A7-22C54937E415}"/>
          </ac:spMkLst>
        </pc:spChg>
        <pc:spChg chg="mod">
          <ac:chgData name="Simran Assi" userId="e151f7e4-8718-480b-bb95-47774b6c3b92" providerId="ADAL" clId="{37AA6783-E3E6-492E-BA68-69051639BC1F}" dt="2025-05-30T08:03:09.305" v="488" actId="207"/>
          <ac:spMkLst>
            <pc:docMk/>
            <pc:sldMk cId="3758289849" sldId="1881839155"/>
            <ac:spMk id="14" creationId="{0371FDAC-5A72-AFE1-8C78-903D1E09F1C6}"/>
          </ac:spMkLst>
        </pc:spChg>
        <pc:spChg chg="mod">
          <ac:chgData name="Simran Assi" userId="e151f7e4-8718-480b-bb95-47774b6c3b92" providerId="ADAL" clId="{37AA6783-E3E6-492E-BA68-69051639BC1F}" dt="2025-05-30T08:02:58.160" v="487"/>
          <ac:spMkLst>
            <pc:docMk/>
            <pc:sldMk cId="3758289849" sldId="1881839155"/>
            <ac:spMk id="18" creationId="{944F7922-1ED2-09A6-3A91-7D77108A3E88}"/>
          </ac:spMkLst>
        </pc:spChg>
        <pc:cxnChg chg="mod">
          <ac:chgData name="Simran Assi" userId="e151f7e4-8718-480b-bb95-47774b6c3b92" providerId="ADAL" clId="{37AA6783-E3E6-492E-BA68-69051639BC1F}" dt="2025-05-30T08:02:48.361" v="484" actId="208"/>
          <ac:cxnSpMkLst>
            <pc:docMk/>
            <pc:sldMk cId="3758289849" sldId="1881839155"/>
            <ac:cxnSpMk id="13" creationId="{08A93B13-6F1C-FF06-73BB-D96ABBF300F1}"/>
          </ac:cxnSpMkLst>
        </pc:cxnChg>
        <pc:cxnChg chg="mod">
          <ac:chgData name="Simran Assi" userId="e151f7e4-8718-480b-bb95-47774b6c3b92" providerId="ADAL" clId="{37AA6783-E3E6-492E-BA68-69051639BC1F}" dt="2025-05-30T08:03:37.920" v="491" actId="208"/>
          <ac:cxnSpMkLst>
            <pc:docMk/>
            <pc:sldMk cId="3758289849" sldId="1881839155"/>
            <ac:cxnSpMk id="15" creationId="{42FC398A-6CCF-30FF-9433-1DD8B679DD22}"/>
          </ac:cxnSpMkLst>
        </pc:cxnChg>
      </pc:sldChg>
      <pc:sldChg chg="modSp mod">
        <pc:chgData name="Simran Assi" userId="e151f7e4-8718-480b-bb95-47774b6c3b92" providerId="ADAL" clId="{37AA6783-E3E6-492E-BA68-69051639BC1F}" dt="2025-05-30T08:36:43.537" v="1196" actId="14100"/>
        <pc:sldMkLst>
          <pc:docMk/>
          <pc:sldMk cId="13894508" sldId="1881839156"/>
        </pc:sldMkLst>
        <pc:spChg chg="mod">
          <ac:chgData name="Simran Assi" userId="e151f7e4-8718-480b-bb95-47774b6c3b92" providerId="ADAL" clId="{37AA6783-E3E6-492E-BA68-69051639BC1F}" dt="2025-05-30T08:05:26.789" v="517"/>
          <ac:spMkLst>
            <pc:docMk/>
            <pc:sldMk cId="13894508" sldId="1881839156"/>
            <ac:spMk id="2" creationId="{8DF167F7-02D1-CEC4-0C54-FF2DA1A6E521}"/>
          </ac:spMkLst>
        </pc:spChg>
        <pc:spChg chg="mod">
          <ac:chgData name="Simran Assi" userId="e151f7e4-8718-480b-bb95-47774b6c3b92" providerId="ADAL" clId="{37AA6783-E3E6-492E-BA68-69051639BC1F}" dt="2025-05-30T07:46:23.431" v="0"/>
          <ac:spMkLst>
            <pc:docMk/>
            <pc:sldMk cId="13894508" sldId="1881839156"/>
            <ac:spMk id="5" creationId="{57DCCFB5-EBBE-9604-5942-19787D15CE68}"/>
          </ac:spMkLst>
        </pc:spChg>
        <pc:spChg chg="mod">
          <ac:chgData name="Simran Assi" userId="e151f7e4-8718-480b-bb95-47774b6c3b92" providerId="ADAL" clId="{37AA6783-E3E6-492E-BA68-69051639BC1F}" dt="2025-05-30T08:05:18.548" v="514" actId="207"/>
          <ac:spMkLst>
            <pc:docMk/>
            <pc:sldMk cId="13894508" sldId="1881839156"/>
            <ac:spMk id="6" creationId="{DD7398CB-0837-4629-CD52-4E939D6D4C5B}"/>
          </ac:spMkLst>
        </pc:spChg>
        <pc:spChg chg="mod">
          <ac:chgData name="Simran Assi" userId="e151f7e4-8718-480b-bb95-47774b6c3b92" providerId="ADAL" clId="{37AA6783-E3E6-492E-BA68-69051639BC1F}" dt="2025-05-30T08:05:20.437" v="515" actId="207"/>
          <ac:spMkLst>
            <pc:docMk/>
            <pc:sldMk cId="13894508" sldId="1881839156"/>
            <ac:spMk id="7" creationId="{65BC740C-54E9-1F9D-EF39-00E360702BEE}"/>
          </ac:spMkLst>
        </pc:spChg>
        <pc:spChg chg="mod">
          <ac:chgData name="Simran Assi" userId="e151f7e4-8718-480b-bb95-47774b6c3b92" providerId="ADAL" clId="{37AA6783-E3E6-492E-BA68-69051639BC1F}" dt="2025-05-30T08:36:43.537" v="1196" actId="14100"/>
          <ac:spMkLst>
            <pc:docMk/>
            <pc:sldMk cId="13894508" sldId="1881839156"/>
            <ac:spMk id="11" creationId="{A4A6C152-7BF2-9871-BE28-120CDB55201D}"/>
          </ac:spMkLst>
        </pc:spChg>
        <pc:spChg chg="mod">
          <ac:chgData name="Simran Assi" userId="e151f7e4-8718-480b-bb95-47774b6c3b92" providerId="ADAL" clId="{37AA6783-E3E6-492E-BA68-69051639BC1F}" dt="2025-05-30T08:05:20.437" v="515" actId="207"/>
          <ac:spMkLst>
            <pc:docMk/>
            <pc:sldMk cId="13894508" sldId="1881839156"/>
            <ac:spMk id="13" creationId="{39EAF0E1-FE1D-B25D-ED9F-1572B82389F7}"/>
          </ac:spMkLst>
        </pc:spChg>
        <pc:spChg chg="mod">
          <ac:chgData name="Simran Assi" userId="e151f7e4-8718-480b-bb95-47774b6c3b92" providerId="ADAL" clId="{37AA6783-E3E6-492E-BA68-69051639BC1F}" dt="2025-05-30T08:05:20.437" v="515" actId="207"/>
          <ac:spMkLst>
            <pc:docMk/>
            <pc:sldMk cId="13894508" sldId="1881839156"/>
            <ac:spMk id="15" creationId="{3E820444-883E-BC16-023F-495571906ABB}"/>
          </ac:spMkLst>
        </pc:spChg>
        <pc:spChg chg="mod">
          <ac:chgData name="Simran Assi" userId="e151f7e4-8718-480b-bb95-47774b6c3b92" providerId="ADAL" clId="{37AA6783-E3E6-492E-BA68-69051639BC1F}" dt="2025-05-30T08:05:20.437" v="515" actId="207"/>
          <ac:spMkLst>
            <pc:docMk/>
            <pc:sldMk cId="13894508" sldId="1881839156"/>
            <ac:spMk id="16" creationId="{BD252931-66CD-512D-4821-B4224CDC032B}"/>
          </ac:spMkLst>
        </pc:spChg>
        <pc:spChg chg="mod">
          <ac:chgData name="Simran Assi" userId="e151f7e4-8718-480b-bb95-47774b6c3b92" providerId="ADAL" clId="{37AA6783-E3E6-492E-BA68-69051639BC1F}" dt="2025-05-30T08:05:20.437" v="515" actId="207"/>
          <ac:spMkLst>
            <pc:docMk/>
            <pc:sldMk cId="13894508" sldId="1881839156"/>
            <ac:spMk id="17" creationId="{3C814447-8BCD-FEAD-CED6-36611D6B617D}"/>
          </ac:spMkLst>
        </pc:spChg>
        <pc:spChg chg="mod">
          <ac:chgData name="Simran Assi" userId="e151f7e4-8718-480b-bb95-47774b6c3b92" providerId="ADAL" clId="{37AA6783-E3E6-492E-BA68-69051639BC1F}" dt="2025-05-30T08:05:20.437" v="515" actId="207"/>
          <ac:spMkLst>
            <pc:docMk/>
            <pc:sldMk cId="13894508" sldId="1881839156"/>
            <ac:spMk id="19" creationId="{7D771044-4CEC-0AD4-BD49-1A6BF705EB23}"/>
          </ac:spMkLst>
        </pc:spChg>
        <pc:spChg chg="mod">
          <ac:chgData name="Simran Assi" userId="e151f7e4-8718-480b-bb95-47774b6c3b92" providerId="ADAL" clId="{37AA6783-E3E6-492E-BA68-69051639BC1F}" dt="2025-05-30T08:05:20.437" v="515" actId="207"/>
          <ac:spMkLst>
            <pc:docMk/>
            <pc:sldMk cId="13894508" sldId="1881839156"/>
            <ac:spMk id="20" creationId="{32C92FAD-D52C-F175-3F58-7AEEAC3D5EF7}"/>
          </ac:spMkLst>
        </pc:spChg>
        <pc:spChg chg="mod">
          <ac:chgData name="Simran Assi" userId="e151f7e4-8718-480b-bb95-47774b6c3b92" providerId="ADAL" clId="{37AA6783-E3E6-492E-BA68-69051639BC1F}" dt="2025-05-30T08:05:20.437" v="515" actId="207"/>
          <ac:spMkLst>
            <pc:docMk/>
            <pc:sldMk cId="13894508" sldId="1881839156"/>
            <ac:spMk id="24" creationId="{2740AD6D-E710-A891-4314-EE780DB19941}"/>
          </ac:spMkLst>
        </pc:spChg>
        <pc:spChg chg="mod">
          <ac:chgData name="Simran Assi" userId="e151f7e4-8718-480b-bb95-47774b6c3b92" providerId="ADAL" clId="{37AA6783-E3E6-492E-BA68-69051639BC1F}" dt="2025-05-30T08:05:20.437" v="515" actId="207"/>
          <ac:spMkLst>
            <pc:docMk/>
            <pc:sldMk cId="13894508" sldId="1881839156"/>
            <ac:spMk id="25" creationId="{20202D48-DCDE-757E-FCED-83470962BE7D}"/>
          </ac:spMkLst>
        </pc:spChg>
        <pc:spChg chg="mod">
          <ac:chgData name="Simran Assi" userId="e151f7e4-8718-480b-bb95-47774b6c3b92" providerId="ADAL" clId="{37AA6783-E3E6-492E-BA68-69051639BC1F}" dt="2025-05-30T08:30:09.626" v="1187" actId="13926"/>
          <ac:spMkLst>
            <pc:docMk/>
            <pc:sldMk cId="13894508" sldId="1881839156"/>
            <ac:spMk id="26" creationId="{FC8438D2-0ACC-1634-5630-14E2FDC9E4F2}"/>
          </ac:spMkLst>
        </pc:spChg>
        <pc:spChg chg="mod">
          <ac:chgData name="Simran Assi" userId="e151f7e4-8718-480b-bb95-47774b6c3b92" providerId="ADAL" clId="{37AA6783-E3E6-492E-BA68-69051639BC1F}" dt="2025-05-30T08:05:20.437" v="515" actId="207"/>
          <ac:spMkLst>
            <pc:docMk/>
            <pc:sldMk cId="13894508" sldId="1881839156"/>
            <ac:spMk id="28" creationId="{DC9549EC-0EEE-90F6-A90D-B06E4F335E89}"/>
          </ac:spMkLst>
        </pc:spChg>
        <pc:spChg chg="mod">
          <ac:chgData name="Simran Assi" userId="e151f7e4-8718-480b-bb95-47774b6c3b92" providerId="ADAL" clId="{37AA6783-E3E6-492E-BA68-69051639BC1F}" dt="2025-05-30T08:30:21.993" v="1188" actId="207"/>
          <ac:spMkLst>
            <pc:docMk/>
            <pc:sldMk cId="13894508" sldId="1881839156"/>
            <ac:spMk id="30" creationId="{264DE996-7412-5D3A-E705-D72ECE6BD554}"/>
          </ac:spMkLst>
        </pc:spChg>
        <pc:grpChg chg="mod">
          <ac:chgData name="Simran Assi" userId="e151f7e4-8718-480b-bb95-47774b6c3b92" providerId="ADAL" clId="{37AA6783-E3E6-492E-BA68-69051639BC1F}" dt="2025-05-30T08:30:00.893" v="1179" actId="14100"/>
          <ac:grpSpMkLst>
            <pc:docMk/>
            <pc:sldMk cId="13894508" sldId="1881839156"/>
            <ac:grpSpMk id="31" creationId="{44BB04BD-73AA-2039-CB38-5F4D86888475}"/>
          </ac:grpSpMkLst>
        </pc:grpChg>
      </pc:sldChg>
      <pc:sldChg chg="addSp delSp modSp mod">
        <pc:chgData name="Simran Assi" userId="e151f7e4-8718-480b-bb95-47774b6c3b92" providerId="ADAL" clId="{37AA6783-E3E6-492E-BA68-69051639BC1F}" dt="2025-05-30T11:40:37.843" v="1608" actId="571"/>
        <pc:sldMkLst>
          <pc:docMk/>
          <pc:sldMk cId="81070431" sldId="1881839158"/>
        </pc:sldMkLst>
        <pc:spChg chg="mod">
          <ac:chgData name="Simran Assi" userId="e151f7e4-8718-480b-bb95-47774b6c3b92" providerId="ADAL" clId="{37AA6783-E3E6-492E-BA68-69051639BC1F}" dt="2025-05-30T08:05:33.014" v="519"/>
          <ac:spMkLst>
            <pc:docMk/>
            <pc:sldMk cId="81070431" sldId="1881839158"/>
            <ac:spMk id="2" creationId="{3EEF0803-0BE0-8CFF-ED73-997ABCD290D7}"/>
          </ac:spMkLst>
        </pc:spChg>
        <pc:spChg chg="mod">
          <ac:chgData name="Simran Assi" userId="e151f7e4-8718-480b-bb95-47774b6c3b92" providerId="ADAL" clId="{37AA6783-E3E6-492E-BA68-69051639BC1F}" dt="2025-05-30T07:46:23.431" v="0"/>
          <ac:spMkLst>
            <pc:docMk/>
            <pc:sldMk cId="81070431" sldId="1881839158"/>
            <ac:spMk id="5" creationId="{81E2D38A-1ED4-25FC-28C2-3FFC73A213DE}"/>
          </ac:spMkLst>
        </pc:spChg>
        <pc:spChg chg="mod">
          <ac:chgData name="Simran Assi" userId="e151f7e4-8718-480b-bb95-47774b6c3b92" providerId="ADAL" clId="{37AA6783-E3E6-492E-BA68-69051639BC1F}" dt="2025-05-30T07:46:23.431" v="0"/>
          <ac:spMkLst>
            <pc:docMk/>
            <pc:sldMk cId="81070431" sldId="1881839158"/>
            <ac:spMk id="6" creationId="{EBDFD1CE-337D-9AE4-3573-D463152347E8}"/>
          </ac:spMkLst>
        </pc:spChg>
        <pc:spChg chg="mod">
          <ac:chgData name="Simran Assi" userId="e151f7e4-8718-480b-bb95-47774b6c3b92" providerId="ADAL" clId="{37AA6783-E3E6-492E-BA68-69051639BC1F}" dt="2025-05-30T08:06:14.403" v="527" actId="14100"/>
          <ac:spMkLst>
            <pc:docMk/>
            <pc:sldMk cId="81070431" sldId="1881839158"/>
            <ac:spMk id="7" creationId="{D98E4A22-FAE0-DA2B-09C1-B26229F6C09F}"/>
          </ac:spMkLst>
        </pc:spChg>
        <pc:spChg chg="mod">
          <ac:chgData name="Simran Assi" userId="e151f7e4-8718-480b-bb95-47774b6c3b92" providerId="ADAL" clId="{37AA6783-E3E6-492E-BA68-69051639BC1F}" dt="2025-05-30T08:06:19.084" v="530" actId="14100"/>
          <ac:spMkLst>
            <pc:docMk/>
            <pc:sldMk cId="81070431" sldId="1881839158"/>
            <ac:spMk id="8" creationId="{8A0C70EA-79BB-FE45-E0A2-6D628CDED6DE}"/>
          </ac:spMkLst>
        </pc:spChg>
        <pc:spChg chg="mod">
          <ac:chgData name="Simran Assi" userId="e151f7e4-8718-480b-bb95-47774b6c3b92" providerId="ADAL" clId="{37AA6783-E3E6-492E-BA68-69051639BC1F}" dt="2025-05-30T08:07:01.179" v="550" actId="14100"/>
          <ac:spMkLst>
            <pc:docMk/>
            <pc:sldMk cId="81070431" sldId="1881839158"/>
            <ac:spMk id="9" creationId="{32778C0C-551A-A04C-3CC8-A6DC84502D23}"/>
          </ac:spMkLst>
        </pc:spChg>
        <pc:spChg chg="mod">
          <ac:chgData name="Simran Assi" userId="e151f7e4-8718-480b-bb95-47774b6c3b92" providerId="ADAL" clId="{37AA6783-E3E6-492E-BA68-69051639BC1F}" dt="2025-05-30T08:06:52.963" v="547" actId="14100"/>
          <ac:spMkLst>
            <pc:docMk/>
            <pc:sldMk cId="81070431" sldId="1881839158"/>
            <ac:spMk id="10" creationId="{871038FE-CA01-8CAD-FE86-22B6302F80B6}"/>
          </ac:spMkLst>
        </pc:spChg>
        <pc:spChg chg="mod">
          <ac:chgData name="Simran Assi" userId="e151f7e4-8718-480b-bb95-47774b6c3b92" providerId="ADAL" clId="{37AA6783-E3E6-492E-BA68-69051639BC1F}" dt="2025-05-30T08:06:26.537" v="533" actId="14100"/>
          <ac:spMkLst>
            <pc:docMk/>
            <pc:sldMk cId="81070431" sldId="1881839158"/>
            <ac:spMk id="11" creationId="{CDBA7556-5960-DE72-02A3-C03DE9AC830F}"/>
          </ac:spMkLst>
        </pc:spChg>
        <pc:spChg chg="mod">
          <ac:chgData name="Simran Assi" userId="e151f7e4-8718-480b-bb95-47774b6c3b92" providerId="ADAL" clId="{37AA6783-E3E6-492E-BA68-69051639BC1F}" dt="2025-05-30T08:06:47.237" v="544" actId="14100"/>
          <ac:spMkLst>
            <pc:docMk/>
            <pc:sldMk cId="81070431" sldId="1881839158"/>
            <ac:spMk id="12" creationId="{BF3C541E-B018-9B15-99B5-A2103AEE3884}"/>
          </ac:spMkLst>
        </pc:spChg>
        <pc:spChg chg="mod">
          <ac:chgData name="Simran Assi" userId="e151f7e4-8718-480b-bb95-47774b6c3b92" providerId="ADAL" clId="{37AA6783-E3E6-492E-BA68-69051639BC1F}" dt="2025-05-30T08:06:31.778" v="536" actId="14100"/>
          <ac:spMkLst>
            <pc:docMk/>
            <pc:sldMk cId="81070431" sldId="1881839158"/>
            <ac:spMk id="13" creationId="{048FCCA9-03C7-B6EA-0648-04DD29EF2652}"/>
          </ac:spMkLst>
        </pc:spChg>
        <pc:spChg chg="mod">
          <ac:chgData name="Simran Assi" userId="e151f7e4-8718-480b-bb95-47774b6c3b92" providerId="ADAL" clId="{37AA6783-E3E6-492E-BA68-69051639BC1F}" dt="2025-05-30T08:06:40.684" v="541" actId="14100"/>
          <ac:spMkLst>
            <pc:docMk/>
            <pc:sldMk cId="81070431" sldId="1881839158"/>
            <ac:spMk id="14" creationId="{39B31377-C569-16DA-F171-25D36D9B097F}"/>
          </ac:spMkLst>
        </pc:spChg>
        <pc:spChg chg="mod">
          <ac:chgData name="Simran Assi" userId="e151f7e4-8718-480b-bb95-47774b6c3b92" providerId="ADAL" clId="{37AA6783-E3E6-492E-BA68-69051639BC1F}" dt="2025-05-30T08:06:00.704" v="522"/>
          <ac:spMkLst>
            <pc:docMk/>
            <pc:sldMk cId="81070431" sldId="1881839158"/>
            <ac:spMk id="15" creationId="{59974846-1C2A-3C07-E874-91719DC09349}"/>
          </ac:spMkLst>
        </pc:spChg>
        <pc:grpChg chg="mod">
          <ac:chgData name="Simran Assi" userId="e151f7e4-8718-480b-bb95-47774b6c3b92" providerId="ADAL" clId="{37AA6783-E3E6-492E-BA68-69051639BC1F}" dt="2025-05-30T08:06:09.199" v="524" actId="1076"/>
          <ac:grpSpMkLst>
            <pc:docMk/>
            <pc:sldMk cId="81070431" sldId="1881839158"/>
            <ac:grpSpMk id="43" creationId="{40CBE156-7877-5114-DD29-D1752BA740B3}"/>
          </ac:grpSpMkLst>
        </pc:grpChg>
        <pc:picChg chg="add mod">
          <ac:chgData name="Simran Assi" userId="e151f7e4-8718-480b-bb95-47774b6c3b92" providerId="ADAL" clId="{37AA6783-E3E6-492E-BA68-69051639BC1F}" dt="2025-05-30T11:39:24.981" v="1555" actId="1035"/>
          <ac:picMkLst>
            <pc:docMk/>
            <pc:sldMk cId="81070431" sldId="1881839158"/>
            <ac:picMk id="3" creationId="{B6290E34-F7BF-1B7C-95D4-FED46FF0AA1E}"/>
          </ac:picMkLst>
        </pc:picChg>
        <pc:picChg chg="add del">
          <ac:chgData name="Simran Assi" userId="e151f7e4-8718-480b-bb95-47774b6c3b92" providerId="ADAL" clId="{37AA6783-E3E6-492E-BA68-69051639BC1F}" dt="2025-05-30T11:30:27.485" v="1213" actId="478"/>
          <ac:picMkLst>
            <pc:docMk/>
            <pc:sldMk cId="81070431" sldId="1881839158"/>
            <ac:picMk id="3" creationId="{E2824054-1A33-7E26-E75C-877776295291}"/>
          </ac:picMkLst>
        </pc:picChg>
        <pc:picChg chg="add mod">
          <ac:chgData name="Simran Assi" userId="e151f7e4-8718-480b-bb95-47774b6c3b92" providerId="ADAL" clId="{37AA6783-E3E6-492E-BA68-69051639BC1F}" dt="2025-05-30T11:32:13.320" v="1342" actId="1076"/>
          <ac:picMkLst>
            <pc:docMk/>
            <pc:sldMk cId="81070431" sldId="1881839158"/>
            <ac:picMk id="4" creationId="{D6A077B1-86BE-AC88-69BB-6A775A4ABB38}"/>
          </ac:picMkLst>
        </pc:picChg>
        <pc:picChg chg="add mod">
          <ac:chgData name="Simran Assi" userId="e151f7e4-8718-480b-bb95-47774b6c3b92" providerId="ADAL" clId="{37AA6783-E3E6-492E-BA68-69051639BC1F}" dt="2025-05-30T11:39:32.480" v="1557" actId="571"/>
          <ac:picMkLst>
            <pc:docMk/>
            <pc:sldMk cId="81070431" sldId="1881839158"/>
            <ac:picMk id="22" creationId="{11B9E9B4-2D5B-B973-C64E-1422643B3F18}"/>
          </ac:picMkLst>
        </pc:picChg>
        <pc:picChg chg="del">
          <ac:chgData name="Simran Assi" userId="e151f7e4-8718-480b-bb95-47774b6c3b92" providerId="ADAL" clId="{37AA6783-E3E6-492E-BA68-69051639BC1F}" dt="2025-05-30T11:26:48.261" v="1202" actId="478"/>
          <ac:picMkLst>
            <pc:docMk/>
            <pc:sldMk cId="81070431" sldId="1881839158"/>
            <ac:picMk id="22" creationId="{9F35625C-BE44-6669-3E66-C5F3682FEEE3}"/>
          </ac:picMkLst>
        </pc:picChg>
        <pc:picChg chg="mod">
          <ac:chgData name="Simran Assi" userId="e151f7e4-8718-480b-bb95-47774b6c3b92" providerId="ADAL" clId="{37AA6783-E3E6-492E-BA68-69051639BC1F}" dt="2025-05-30T08:06:00.704" v="522"/>
          <ac:picMkLst>
            <pc:docMk/>
            <pc:sldMk cId="81070431" sldId="1881839158"/>
            <ac:picMk id="23" creationId="{58C419FF-C63D-C58A-7325-5440BD77C887}"/>
          </ac:picMkLst>
        </pc:picChg>
        <pc:picChg chg="add mod">
          <ac:chgData name="Simran Assi" userId="e151f7e4-8718-480b-bb95-47774b6c3b92" providerId="ADAL" clId="{37AA6783-E3E6-492E-BA68-69051639BC1F}" dt="2025-05-30T11:40:37.843" v="1608" actId="571"/>
          <ac:picMkLst>
            <pc:docMk/>
            <pc:sldMk cId="81070431" sldId="1881839158"/>
            <ac:picMk id="28" creationId="{2817904C-2100-5936-B2C4-9F869A7E1D36}"/>
          </ac:picMkLst>
        </pc:picChg>
        <pc:picChg chg="del mod">
          <ac:chgData name="Simran Assi" userId="e151f7e4-8718-480b-bb95-47774b6c3b92" providerId="ADAL" clId="{37AA6783-E3E6-492E-BA68-69051639BC1F}" dt="2025-05-30T11:30:53.218" v="1221" actId="478"/>
          <ac:picMkLst>
            <pc:docMk/>
            <pc:sldMk cId="81070431" sldId="1881839158"/>
            <ac:picMk id="28" creationId="{8BC28D9A-69F3-BA09-3581-4BD04BB06B90}"/>
          </ac:picMkLst>
        </pc:picChg>
        <pc:picChg chg="del">
          <ac:chgData name="Simran Assi" userId="e151f7e4-8718-480b-bb95-47774b6c3b92" providerId="ADAL" clId="{37AA6783-E3E6-492E-BA68-69051639BC1F}" dt="2025-05-30T11:33:07.285" v="1350" actId="478"/>
          <ac:picMkLst>
            <pc:docMk/>
            <pc:sldMk cId="81070431" sldId="1881839158"/>
            <ac:picMk id="29" creationId="{C90786F3-7491-73FC-F2CD-E29DC271957A}"/>
          </ac:picMkLst>
        </pc:picChg>
        <pc:picChg chg="mod">
          <ac:chgData name="Simran Assi" userId="e151f7e4-8718-480b-bb95-47774b6c3b92" providerId="ADAL" clId="{37AA6783-E3E6-492E-BA68-69051639BC1F}" dt="2025-05-30T11:33:57.941" v="1354" actId="1076"/>
          <ac:picMkLst>
            <pc:docMk/>
            <pc:sldMk cId="81070431" sldId="1881839158"/>
            <ac:picMk id="30" creationId="{91C9BD94-8A9E-2945-777A-15ADF543585A}"/>
          </ac:picMkLst>
        </pc:picChg>
        <pc:picChg chg="del mod">
          <ac:chgData name="Simran Assi" userId="e151f7e4-8718-480b-bb95-47774b6c3b92" providerId="ADAL" clId="{37AA6783-E3E6-492E-BA68-69051639BC1F}" dt="2025-05-30T11:39:15.336" v="1526" actId="478"/>
          <ac:picMkLst>
            <pc:docMk/>
            <pc:sldMk cId="81070431" sldId="1881839158"/>
            <ac:picMk id="31" creationId="{B54D32C5-46B7-E982-B6C6-4C21A7084B86}"/>
          </ac:picMkLst>
        </pc:picChg>
        <pc:picChg chg="mod">
          <ac:chgData name="Simran Assi" userId="e151f7e4-8718-480b-bb95-47774b6c3b92" providerId="ADAL" clId="{37AA6783-E3E6-492E-BA68-69051639BC1F}" dt="2025-05-30T08:07:59.264" v="594" actId="1035"/>
          <ac:picMkLst>
            <pc:docMk/>
            <pc:sldMk cId="81070431" sldId="1881839158"/>
            <ac:picMk id="35" creationId="{6CE40CC9-44D9-BF7D-0F73-B77B5E7CCF3E}"/>
          </ac:picMkLst>
        </pc:picChg>
        <pc:picChg chg="mod">
          <ac:chgData name="Simran Assi" userId="e151f7e4-8718-480b-bb95-47774b6c3b92" providerId="ADAL" clId="{37AA6783-E3E6-492E-BA68-69051639BC1F}" dt="2025-05-30T08:08:02.122" v="601" actId="1035"/>
          <ac:picMkLst>
            <pc:docMk/>
            <pc:sldMk cId="81070431" sldId="1881839158"/>
            <ac:picMk id="36" creationId="{8D8D729F-C8F3-9BFD-61C6-84046D7DE073}"/>
          </ac:picMkLst>
        </pc:picChg>
        <pc:picChg chg="del mod">
          <ac:chgData name="Simran Assi" userId="e151f7e4-8718-480b-bb95-47774b6c3b92" providerId="ADAL" clId="{37AA6783-E3E6-492E-BA68-69051639BC1F}" dt="2025-05-30T11:38:40.092" v="1480" actId="478"/>
          <ac:picMkLst>
            <pc:docMk/>
            <pc:sldMk cId="81070431" sldId="1881839158"/>
            <ac:picMk id="37" creationId="{053E18F1-8603-0017-3542-376CD5A311F2}"/>
          </ac:picMkLst>
        </pc:picChg>
        <pc:picChg chg="del mod">
          <ac:chgData name="Simran Assi" userId="e151f7e4-8718-480b-bb95-47774b6c3b92" providerId="ADAL" clId="{37AA6783-E3E6-492E-BA68-69051639BC1F}" dt="2025-05-30T11:38:58.713" v="1485" actId="478"/>
          <ac:picMkLst>
            <pc:docMk/>
            <pc:sldMk cId="81070431" sldId="1881839158"/>
            <ac:picMk id="39" creationId="{C447DD51-48A0-B4AD-B55C-3A5873FBFBD4}"/>
          </ac:picMkLst>
        </pc:picChg>
        <pc:picChg chg="del">
          <ac:chgData name="Simran Assi" userId="e151f7e4-8718-480b-bb95-47774b6c3b92" providerId="ADAL" clId="{37AA6783-E3E6-492E-BA68-69051639BC1F}" dt="2025-05-30T11:31:48.798" v="1335" actId="478"/>
          <ac:picMkLst>
            <pc:docMk/>
            <pc:sldMk cId="81070431" sldId="1881839158"/>
            <ac:picMk id="40" creationId="{D96875DC-9DEA-CB4D-84BA-780DA54B4048}"/>
          </ac:picMkLst>
        </pc:picChg>
        <pc:picChg chg="del mod">
          <ac:chgData name="Simran Assi" userId="e151f7e4-8718-480b-bb95-47774b6c3b92" providerId="ADAL" clId="{37AA6783-E3E6-492E-BA68-69051639BC1F}" dt="2025-05-30T11:39:28.919" v="1556" actId="478"/>
          <ac:picMkLst>
            <pc:docMk/>
            <pc:sldMk cId="81070431" sldId="1881839158"/>
            <ac:picMk id="41" creationId="{8F7D6D1B-FD27-1753-5425-74A663638B14}"/>
          </ac:picMkLst>
        </pc:picChg>
        <pc:picChg chg="mod">
          <ac:chgData name="Simran Assi" userId="e151f7e4-8718-480b-bb95-47774b6c3b92" providerId="ADAL" clId="{37AA6783-E3E6-492E-BA68-69051639BC1F}" dt="2025-05-30T11:34:50.460" v="1479" actId="1076"/>
          <ac:picMkLst>
            <pc:docMk/>
            <pc:sldMk cId="81070431" sldId="1881839158"/>
            <ac:picMk id="45" creationId="{83443CEB-97FE-7681-BCD5-AA309E28195B}"/>
          </ac:picMkLst>
        </pc:picChg>
        <pc:picChg chg="mod">
          <ac:chgData name="Simran Assi" userId="e151f7e4-8718-480b-bb95-47774b6c3b92" providerId="ADAL" clId="{37AA6783-E3E6-492E-BA68-69051639BC1F}" dt="2025-05-30T11:38:54.495" v="1484" actId="14100"/>
          <ac:picMkLst>
            <pc:docMk/>
            <pc:sldMk cId="81070431" sldId="1881839158"/>
            <ac:picMk id="47" creationId="{39B5F215-F113-3038-7614-13BA227250EC}"/>
          </ac:picMkLst>
        </pc:picChg>
        <pc:picChg chg="mod">
          <ac:chgData name="Simran Assi" userId="e151f7e4-8718-480b-bb95-47774b6c3b92" providerId="ADAL" clId="{37AA6783-E3E6-492E-BA68-69051639BC1F}" dt="2025-05-30T11:31:57.912" v="1338" actId="1076"/>
          <ac:picMkLst>
            <pc:docMk/>
            <pc:sldMk cId="81070431" sldId="1881839158"/>
            <ac:picMk id="49" creationId="{3CFF454C-323B-EFDC-37FD-D6EDE0330855}"/>
          </ac:picMkLst>
        </pc:picChg>
        <pc:picChg chg="add del mod">
          <ac:chgData name="Simran Assi" userId="e151f7e4-8718-480b-bb95-47774b6c3b92" providerId="ADAL" clId="{37AA6783-E3E6-492E-BA68-69051639BC1F}" dt="2025-05-30T11:31:16.278" v="1226" actId="478"/>
          <ac:picMkLst>
            <pc:docMk/>
            <pc:sldMk cId="81070431" sldId="1881839158"/>
            <ac:picMk id="1026" creationId="{765140DE-434D-EC11-F4A4-FEEEEDCD5D26}"/>
          </ac:picMkLst>
        </pc:picChg>
        <pc:picChg chg="add del mod">
          <ac:chgData name="Simran Assi" userId="e151f7e4-8718-480b-bb95-47774b6c3b92" providerId="ADAL" clId="{37AA6783-E3E6-492E-BA68-69051639BC1F}" dt="2025-05-30T11:31:41.397" v="1333" actId="478"/>
          <ac:picMkLst>
            <pc:docMk/>
            <pc:sldMk cId="81070431" sldId="1881839158"/>
            <ac:picMk id="1028" creationId="{FB5731C4-FCBC-2F9B-3302-37EBFB4D460F}"/>
          </ac:picMkLst>
        </pc:picChg>
        <pc:picChg chg="add mod">
          <ac:chgData name="Simran Assi" userId="e151f7e4-8718-480b-bb95-47774b6c3b92" providerId="ADAL" clId="{37AA6783-E3E6-492E-BA68-69051639BC1F}" dt="2025-05-30T11:40:10.761" v="1607" actId="1037"/>
          <ac:picMkLst>
            <pc:docMk/>
            <pc:sldMk cId="81070431" sldId="1881839158"/>
            <ac:picMk id="1030" creationId="{30582C89-944C-3377-DEAA-57CF9BEBD41D}"/>
          </ac:picMkLst>
        </pc:picChg>
        <pc:picChg chg="add">
          <ac:chgData name="Simran Assi" userId="e151f7e4-8718-480b-bb95-47774b6c3b92" providerId="ADAL" clId="{37AA6783-E3E6-492E-BA68-69051639BC1F}" dt="2025-05-30T11:33:01.710" v="1349"/>
          <ac:picMkLst>
            <pc:docMk/>
            <pc:sldMk cId="81070431" sldId="1881839158"/>
            <ac:picMk id="1032" creationId="{CACF09B9-7020-40D2-636D-DB30DD37B9BD}"/>
          </ac:picMkLst>
        </pc:picChg>
      </pc:sldChg>
      <pc:sldChg chg="modSp mod">
        <pc:chgData name="Simran Assi" userId="e151f7e4-8718-480b-bb95-47774b6c3b92" providerId="ADAL" clId="{37AA6783-E3E6-492E-BA68-69051639BC1F}" dt="2025-05-30T08:31:01.854" v="1191" actId="207"/>
        <pc:sldMkLst>
          <pc:docMk/>
          <pc:sldMk cId="3120193561" sldId="1881839160"/>
        </pc:sldMkLst>
        <pc:spChg chg="mod">
          <ac:chgData name="Simran Assi" userId="e151f7e4-8718-480b-bb95-47774b6c3b92" providerId="ADAL" clId="{37AA6783-E3E6-492E-BA68-69051639BC1F}" dt="2025-05-30T07:46:23.431" v="0"/>
          <ac:spMkLst>
            <pc:docMk/>
            <pc:sldMk cId="3120193561" sldId="1881839160"/>
            <ac:spMk id="2" creationId="{80B56142-C90C-FDA8-3E89-B0C8DB227648}"/>
          </ac:spMkLst>
        </pc:spChg>
        <pc:spChg chg="mod">
          <ac:chgData name="Simran Assi" userId="e151f7e4-8718-480b-bb95-47774b6c3b92" providerId="ADAL" clId="{37AA6783-E3E6-492E-BA68-69051639BC1F}" dt="2025-05-30T07:46:23.431" v="0"/>
          <ac:spMkLst>
            <pc:docMk/>
            <pc:sldMk cId="3120193561" sldId="1881839160"/>
            <ac:spMk id="3" creationId="{48D1BDE5-5506-B471-4061-CF77CCE16691}"/>
          </ac:spMkLst>
        </pc:spChg>
        <pc:spChg chg="mod">
          <ac:chgData name="Simran Assi" userId="e151f7e4-8718-480b-bb95-47774b6c3b92" providerId="ADAL" clId="{37AA6783-E3E6-492E-BA68-69051639BC1F}" dt="2025-05-30T08:08:37.602" v="615"/>
          <ac:spMkLst>
            <pc:docMk/>
            <pc:sldMk cId="3120193561" sldId="1881839160"/>
            <ac:spMk id="4" creationId="{3CD07F8A-1479-A3C8-6C6F-129BAE68205A}"/>
          </ac:spMkLst>
        </pc:spChg>
        <pc:spChg chg="mod">
          <ac:chgData name="Simran Assi" userId="e151f7e4-8718-480b-bb95-47774b6c3b92" providerId="ADAL" clId="{37AA6783-E3E6-492E-BA68-69051639BC1F}" dt="2025-05-30T08:08:42.382" v="617"/>
          <ac:spMkLst>
            <pc:docMk/>
            <pc:sldMk cId="3120193561" sldId="1881839160"/>
            <ac:spMk id="6" creationId="{E9B3D71A-BB28-A94A-59B5-BDF4377F554C}"/>
          </ac:spMkLst>
        </pc:spChg>
        <pc:spChg chg="mod">
          <ac:chgData name="Simran Assi" userId="e151f7e4-8718-480b-bb95-47774b6c3b92" providerId="ADAL" clId="{37AA6783-E3E6-492E-BA68-69051639BC1F}" dt="2025-05-30T08:31:01.854" v="1191" actId="207"/>
          <ac:spMkLst>
            <pc:docMk/>
            <pc:sldMk cId="3120193561" sldId="1881839160"/>
            <ac:spMk id="9" creationId="{09F98757-7DA2-37C9-EC5A-ED5F6EF2DAD3}"/>
          </ac:spMkLst>
        </pc:spChg>
        <pc:spChg chg="mod">
          <ac:chgData name="Simran Assi" userId="e151f7e4-8718-480b-bb95-47774b6c3b92" providerId="ADAL" clId="{37AA6783-E3E6-492E-BA68-69051639BC1F}" dt="2025-05-30T08:16:15.093" v="769" actId="12"/>
          <ac:spMkLst>
            <pc:docMk/>
            <pc:sldMk cId="3120193561" sldId="1881839160"/>
            <ac:spMk id="14" creationId="{E7411794-7A1E-8531-0DFF-4B477E9B0AF4}"/>
          </ac:spMkLst>
        </pc:spChg>
      </pc:sldChg>
      <pc:sldChg chg="modSp mod">
        <pc:chgData name="Simran Assi" userId="e151f7e4-8718-480b-bb95-47774b6c3b92" providerId="ADAL" clId="{37AA6783-E3E6-492E-BA68-69051639BC1F}" dt="2025-05-30T08:30:54.288" v="1189" actId="207"/>
        <pc:sldMkLst>
          <pc:docMk/>
          <pc:sldMk cId="2257930849" sldId="1881839166"/>
        </pc:sldMkLst>
        <pc:spChg chg="mod">
          <ac:chgData name="Simran Assi" userId="e151f7e4-8718-480b-bb95-47774b6c3b92" providerId="ADAL" clId="{37AA6783-E3E6-492E-BA68-69051639BC1F}" dt="2025-05-30T07:46:23.431" v="0"/>
          <ac:spMkLst>
            <pc:docMk/>
            <pc:sldMk cId="2257930849" sldId="1881839166"/>
            <ac:spMk id="2" creationId="{635361D0-FECA-9FA2-D2E7-308EC61F4EFD}"/>
          </ac:spMkLst>
        </pc:spChg>
        <pc:spChg chg="mod">
          <ac:chgData name="Simran Assi" userId="e151f7e4-8718-480b-bb95-47774b6c3b92" providerId="ADAL" clId="{37AA6783-E3E6-492E-BA68-69051639BC1F}" dt="2025-05-30T07:46:23.431" v="0"/>
          <ac:spMkLst>
            <pc:docMk/>
            <pc:sldMk cId="2257930849" sldId="1881839166"/>
            <ac:spMk id="3" creationId="{8B93A85A-911D-AC41-9B61-B25915FBEBBB}"/>
          </ac:spMkLst>
        </pc:spChg>
        <pc:spChg chg="mod">
          <ac:chgData name="Simran Assi" userId="e151f7e4-8718-480b-bb95-47774b6c3b92" providerId="ADAL" clId="{37AA6783-E3E6-492E-BA68-69051639BC1F}" dt="2025-05-30T08:09:01.395" v="623"/>
          <ac:spMkLst>
            <pc:docMk/>
            <pc:sldMk cId="2257930849" sldId="1881839166"/>
            <ac:spMk id="4" creationId="{AF82F599-251C-5B9A-E37E-64C1BADD34B1}"/>
          </ac:spMkLst>
        </pc:spChg>
        <pc:spChg chg="mod">
          <ac:chgData name="Simran Assi" userId="e151f7e4-8718-480b-bb95-47774b6c3b92" providerId="ADAL" clId="{37AA6783-E3E6-492E-BA68-69051639BC1F}" dt="2025-05-30T08:10:06.157" v="674" actId="1036"/>
          <ac:spMkLst>
            <pc:docMk/>
            <pc:sldMk cId="2257930849" sldId="1881839166"/>
            <ac:spMk id="6" creationId="{8FA658C1-B983-CD59-A1F5-901E8FD03604}"/>
          </ac:spMkLst>
        </pc:spChg>
        <pc:spChg chg="mod">
          <ac:chgData name="Simran Assi" userId="e151f7e4-8718-480b-bb95-47774b6c3b92" providerId="ADAL" clId="{37AA6783-E3E6-492E-BA68-69051639BC1F}" dt="2025-05-30T08:30:54.288" v="1189" actId="207"/>
          <ac:spMkLst>
            <pc:docMk/>
            <pc:sldMk cId="2257930849" sldId="1881839166"/>
            <ac:spMk id="10" creationId="{D3640FB9-850B-CD90-B108-24339938CB82}"/>
          </ac:spMkLst>
        </pc:spChg>
      </pc:sldChg>
      <pc:sldChg chg="modSp mod">
        <pc:chgData name="Simran Assi" userId="e151f7e4-8718-480b-bb95-47774b6c3b92" providerId="ADAL" clId="{37AA6783-E3E6-492E-BA68-69051639BC1F}" dt="2025-05-30T08:30:57.586" v="1190" actId="207"/>
        <pc:sldMkLst>
          <pc:docMk/>
          <pc:sldMk cId="3956709758" sldId="1881839167"/>
        </pc:sldMkLst>
        <pc:spChg chg="mod">
          <ac:chgData name="Simran Assi" userId="e151f7e4-8718-480b-bb95-47774b6c3b92" providerId="ADAL" clId="{37AA6783-E3E6-492E-BA68-69051639BC1F}" dt="2025-05-30T07:46:23.431" v="0"/>
          <ac:spMkLst>
            <pc:docMk/>
            <pc:sldMk cId="3956709758" sldId="1881839167"/>
            <ac:spMk id="2" creationId="{B2D6D096-7F36-B5DC-0CD6-C8FFE7FA0BD5}"/>
          </ac:spMkLst>
        </pc:spChg>
        <pc:spChg chg="mod">
          <ac:chgData name="Simran Assi" userId="e151f7e4-8718-480b-bb95-47774b6c3b92" providerId="ADAL" clId="{37AA6783-E3E6-492E-BA68-69051639BC1F}" dt="2025-05-30T07:46:23.431" v="0"/>
          <ac:spMkLst>
            <pc:docMk/>
            <pc:sldMk cId="3956709758" sldId="1881839167"/>
            <ac:spMk id="3" creationId="{D5A57AF6-69D9-1963-F3BD-B568FC6D79C0}"/>
          </ac:spMkLst>
        </pc:spChg>
        <pc:spChg chg="mod">
          <ac:chgData name="Simran Assi" userId="e151f7e4-8718-480b-bb95-47774b6c3b92" providerId="ADAL" clId="{37AA6783-E3E6-492E-BA68-69051639BC1F}" dt="2025-05-30T08:09:59.376" v="635"/>
          <ac:spMkLst>
            <pc:docMk/>
            <pc:sldMk cId="3956709758" sldId="1881839167"/>
            <ac:spMk id="4" creationId="{78DDC5EC-8940-C559-05E2-868768E1213C}"/>
          </ac:spMkLst>
        </pc:spChg>
        <pc:spChg chg="mod">
          <ac:chgData name="Simran Assi" userId="e151f7e4-8718-480b-bb95-47774b6c3b92" providerId="ADAL" clId="{37AA6783-E3E6-492E-BA68-69051639BC1F}" dt="2025-05-30T08:09:52.053" v="633"/>
          <ac:spMkLst>
            <pc:docMk/>
            <pc:sldMk cId="3956709758" sldId="1881839167"/>
            <ac:spMk id="6" creationId="{53E97C9E-0EFE-D866-601F-A4A87BC88E59}"/>
          </ac:spMkLst>
        </pc:spChg>
        <pc:spChg chg="mod">
          <ac:chgData name="Simran Assi" userId="e151f7e4-8718-480b-bb95-47774b6c3b92" providerId="ADAL" clId="{37AA6783-E3E6-492E-BA68-69051639BC1F}" dt="2025-05-30T08:30:57.586" v="1190" actId="207"/>
          <ac:spMkLst>
            <pc:docMk/>
            <pc:sldMk cId="3956709758" sldId="1881839167"/>
            <ac:spMk id="7" creationId="{345C651B-4DA0-7811-364B-8C4D3A65E803}"/>
          </ac:spMkLst>
        </pc:spChg>
      </pc:sldChg>
      <pc:sldChg chg="modSp mod">
        <pc:chgData name="Simran Assi" userId="e151f7e4-8718-480b-bb95-47774b6c3b92" providerId="ADAL" clId="{37AA6783-E3E6-492E-BA68-69051639BC1F}" dt="2025-05-30T08:31:09.063" v="1192" actId="207"/>
        <pc:sldMkLst>
          <pc:docMk/>
          <pc:sldMk cId="35878351" sldId="1881839168"/>
        </pc:sldMkLst>
        <pc:spChg chg="mod">
          <ac:chgData name="Simran Assi" userId="e151f7e4-8718-480b-bb95-47774b6c3b92" providerId="ADAL" clId="{37AA6783-E3E6-492E-BA68-69051639BC1F}" dt="2025-05-30T07:46:23.431" v="0"/>
          <ac:spMkLst>
            <pc:docMk/>
            <pc:sldMk cId="35878351" sldId="1881839168"/>
            <ac:spMk id="2" creationId="{D69AEFEE-7B70-EAD3-6737-060BC5832823}"/>
          </ac:spMkLst>
        </pc:spChg>
        <pc:spChg chg="mod">
          <ac:chgData name="Simran Assi" userId="e151f7e4-8718-480b-bb95-47774b6c3b92" providerId="ADAL" clId="{37AA6783-E3E6-492E-BA68-69051639BC1F}" dt="2025-05-30T07:46:23.431" v="0"/>
          <ac:spMkLst>
            <pc:docMk/>
            <pc:sldMk cId="35878351" sldId="1881839168"/>
            <ac:spMk id="3" creationId="{7C836E65-A02E-FD61-9409-0C4F6A822FBC}"/>
          </ac:spMkLst>
        </pc:spChg>
        <pc:spChg chg="mod">
          <ac:chgData name="Simran Assi" userId="e151f7e4-8718-480b-bb95-47774b6c3b92" providerId="ADAL" clId="{37AA6783-E3E6-492E-BA68-69051639BC1F}" dt="2025-05-30T08:10:32.321" v="681"/>
          <ac:spMkLst>
            <pc:docMk/>
            <pc:sldMk cId="35878351" sldId="1881839168"/>
            <ac:spMk id="4" creationId="{614C72FD-8BB9-3457-7074-324E29216D38}"/>
          </ac:spMkLst>
        </pc:spChg>
        <pc:spChg chg="mod">
          <ac:chgData name="Simran Assi" userId="e151f7e4-8718-480b-bb95-47774b6c3b92" providerId="ADAL" clId="{37AA6783-E3E6-492E-BA68-69051639BC1F}" dt="2025-05-30T08:10:40.756" v="683"/>
          <ac:spMkLst>
            <pc:docMk/>
            <pc:sldMk cId="35878351" sldId="1881839168"/>
            <ac:spMk id="6" creationId="{BF3F0DC3-07A6-72A2-264C-1B772E0118A8}"/>
          </ac:spMkLst>
        </pc:spChg>
        <pc:spChg chg="mod">
          <ac:chgData name="Simran Assi" userId="e151f7e4-8718-480b-bb95-47774b6c3b92" providerId="ADAL" clId="{37AA6783-E3E6-492E-BA68-69051639BC1F}" dt="2025-05-30T08:31:09.063" v="1192" actId="207"/>
          <ac:spMkLst>
            <pc:docMk/>
            <pc:sldMk cId="35878351" sldId="1881839168"/>
            <ac:spMk id="8" creationId="{9F39FEC1-7602-5EC2-50B1-C3C3FEA7E0A0}"/>
          </ac:spMkLst>
        </pc:spChg>
      </pc:sldChg>
      <pc:sldChg chg="modSp mod">
        <pc:chgData name="Simran Assi" userId="e151f7e4-8718-480b-bb95-47774b6c3b92" providerId="ADAL" clId="{37AA6783-E3E6-492E-BA68-69051639BC1F}" dt="2025-05-30T08:31:13.222" v="1193" actId="207"/>
        <pc:sldMkLst>
          <pc:docMk/>
          <pc:sldMk cId="1094749244" sldId="1881839169"/>
        </pc:sldMkLst>
        <pc:spChg chg="mod">
          <ac:chgData name="Simran Assi" userId="e151f7e4-8718-480b-bb95-47774b6c3b92" providerId="ADAL" clId="{37AA6783-E3E6-492E-BA68-69051639BC1F}" dt="2025-05-30T07:46:23.431" v="0"/>
          <ac:spMkLst>
            <pc:docMk/>
            <pc:sldMk cId="1094749244" sldId="1881839169"/>
            <ac:spMk id="2" creationId="{BEB4FD6B-891A-83EA-102B-8A34202BBEDE}"/>
          </ac:spMkLst>
        </pc:spChg>
        <pc:spChg chg="mod">
          <ac:chgData name="Simran Assi" userId="e151f7e4-8718-480b-bb95-47774b6c3b92" providerId="ADAL" clId="{37AA6783-E3E6-492E-BA68-69051639BC1F}" dt="2025-05-30T07:46:23.431" v="0"/>
          <ac:spMkLst>
            <pc:docMk/>
            <pc:sldMk cId="1094749244" sldId="1881839169"/>
            <ac:spMk id="3" creationId="{5A85A2E5-9CB2-E72C-849F-A62C5BEF24A5}"/>
          </ac:spMkLst>
        </pc:spChg>
        <pc:spChg chg="mod">
          <ac:chgData name="Simran Assi" userId="e151f7e4-8718-480b-bb95-47774b6c3b92" providerId="ADAL" clId="{37AA6783-E3E6-492E-BA68-69051639BC1F}" dt="2025-05-30T08:11:04.583" v="690"/>
          <ac:spMkLst>
            <pc:docMk/>
            <pc:sldMk cId="1094749244" sldId="1881839169"/>
            <ac:spMk id="4" creationId="{00DD48E2-CE46-1CCE-A86A-902942BFB5FB}"/>
          </ac:spMkLst>
        </pc:spChg>
        <pc:spChg chg="mod">
          <ac:chgData name="Simran Assi" userId="e151f7e4-8718-480b-bb95-47774b6c3b92" providerId="ADAL" clId="{37AA6783-E3E6-492E-BA68-69051639BC1F}" dt="2025-05-30T08:10:57.219" v="688"/>
          <ac:spMkLst>
            <pc:docMk/>
            <pc:sldMk cId="1094749244" sldId="1881839169"/>
            <ac:spMk id="6" creationId="{CFE0185E-CAB5-4BB4-27EC-BBA1DCC4F0AD}"/>
          </ac:spMkLst>
        </pc:spChg>
        <pc:spChg chg="mod">
          <ac:chgData name="Simran Assi" userId="e151f7e4-8718-480b-bb95-47774b6c3b92" providerId="ADAL" clId="{37AA6783-E3E6-492E-BA68-69051639BC1F}" dt="2025-05-30T08:31:13.222" v="1193" actId="207"/>
          <ac:spMkLst>
            <pc:docMk/>
            <pc:sldMk cId="1094749244" sldId="1881839169"/>
            <ac:spMk id="7" creationId="{EBD664CB-0D24-5306-5F7B-E5DD52CBAD19}"/>
          </ac:spMkLst>
        </pc:spChg>
      </pc:sldChg>
      <pc:sldChg chg="modSp mod">
        <pc:chgData name="Simran Assi" userId="e151f7e4-8718-480b-bb95-47774b6c3b92" providerId="ADAL" clId="{37AA6783-E3E6-492E-BA68-69051639BC1F}" dt="2025-05-30T08:31:16.905" v="1194" actId="207"/>
        <pc:sldMkLst>
          <pc:docMk/>
          <pc:sldMk cId="712210868" sldId="1881839170"/>
        </pc:sldMkLst>
        <pc:spChg chg="mod">
          <ac:chgData name="Simran Assi" userId="e151f7e4-8718-480b-bb95-47774b6c3b92" providerId="ADAL" clId="{37AA6783-E3E6-492E-BA68-69051639BC1F}" dt="2025-05-30T07:46:23.431" v="0"/>
          <ac:spMkLst>
            <pc:docMk/>
            <pc:sldMk cId="712210868" sldId="1881839170"/>
            <ac:spMk id="2" creationId="{86D33B12-EDF1-4B49-C29B-7767D4E6FC76}"/>
          </ac:spMkLst>
        </pc:spChg>
        <pc:spChg chg="mod">
          <ac:chgData name="Simran Assi" userId="e151f7e4-8718-480b-bb95-47774b6c3b92" providerId="ADAL" clId="{37AA6783-E3E6-492E-BA68-69051639BC1F}" dt="2025-05-30T07:46:23.431" v="0"/>
          <ac:spMkLst>
            <pc:docMk/>
            <pc:sldMk cId="712210868" sldId="1881839170"/>
            <ac:spMk id="3" creationId="{27C6AA4A-DBBC-2AA0-2EAD-06BD48D73E4F}"/>
          </ac:spMkLst>
        </pc:spChg>
        <pc:spChg chg="mod">
          <ac:chgData name="Simran Assi" userId="e151f7e4-8718-480b-bb95-47774b6c3b92" providerId="ADAL" clId="{37AA6783-E3E6-492E-BA68-69051639BC1F}" dt="2025-05-30T08:11:50.984" v="706" actId="20577"/>
          <ac:spMkLst>
            <pc:docMk/>
            <pc:sldMk cId="712210868" sldId="1881839170"/>
            <ac:spMk id="4" creationId="{EDD3765C-9747-57FA-6ED8-40CB90C800C3}"/>
          </ac:spMkLst>
        </pc:spChg>
        <pc:spChg chg="mod">
          <ac:chgData name="Simran Assi" userId="e151f7e4-8718-480b-bb95-47774b6c3b92" providerId="ADAL" clId="{37AA6783-E3E6-492E-BA68-69051639BC1F}" dt="2025-05-30T08:11:33.949" v="699"/>
          <ac:spMkLst>
            <pc:docMk/>
            <pc:sldMk cId="712210868" sldId="1881839170"/>
            <ac:spMk id="6" creationId="{F4A6F3A3-D28F-7E35-DB84-CDC7DCF8177D}"/>
          </ac:spMkLst>
        </pc:spChg>
        <pc:spChg chg="mod">
          <ac:chgData name="Simran Assi" userId="e151f7e4-8718-480b-bb95-47774b6c3b92" providerId="ADAL" clId="{37AA6783-E3E6-492E-BA68-69051639BC1F}" dt="2025-05-30T08:31:16.905" v="1194" actId="207"/>
          <ac:spMkLst>
            <pc:docMk/>
            <pc:sldMk cId="712210868" sldId="1881839170"/>
            <ac:spMk id="8" creationId="{4664858B-7CE3-723A-0AAB-86345E6E5D81}"/>
          </ac:spMkLst>
        </pc:spChg>
      </pc:sldChg>
      <pc:sldChg chg="modSp mod">
        <pc:chgData name="Simran Assi" userId="e151f7e4-8718-480b-bb95-47774b6c3b92" providerId="ADAL" clId="{37AA6783-E3E6-492E-BA68-69051639BC1F}" dt="2025-05-30T07:50:02.456" v="31"/>
        <pc:sldMkLst>
          <pc:docMk/>
          <pc:sldMk cId="4050960601" sldId="1881839270"/>
        </pc:sldMkLst>
        <pc:spChg chg="mod">
          <ac:chgData name="Simran Assi" userId="e151f7e4-8718-480b-bb95-47774b6c3b92" providerId="ADAL" clId="{37AA6783-E3E6-492E-BA68-69051639BC1F}" dt="2025-05-30T07:46:23.431" v="0"/>
          <ac:spMkLst>
            <pc:docMk/>
            <pc:sldMk cId="4050960601" sldId="1881839270"/>
            <ac:spMk id="5" creationId="{D3325530-B880-9E8E-8B48-25966A259668}"/>
          </ac:spMkLst>
        </pc:spChg>
        <pc:spChg chg="mod">
          <ac:chgData name="Simran Assi" userId="e151f7e4-8718-480b-bb95-47774b6c3b92" providerId="ADAL" clId="{37AA6783-E3E6-492E-BA68-69051639BC1F}" dt="2025-05-30T07:46:23.431" v="0"/>
          <ac:spMkLst>
            <pc:docMk/>
            <pc:sldMk cId="4050960601" sldId="1881839270"/>
            <ac:spMk id="6" creationId="{EA8E3A47-5566-6383-A0EF-D8A03C8ED691}"/>
          </ac:spMkLst>
        </pc:spChg>
        <pc:spChg chg="mod">
          <ac:chgData name="Simran Assi" userId="e151f7e4-8718-480b-bb95-47774b6c3b92" providerId="ADAL" clId="{37AA6783-E3E6-492E-BA68-69051639BC1F}" dt="2025-05-30T07:50:02.456" v="31"/>
          <ac:spMkLst>
            <pc:docMk/>
            <pc:sldMk cId="4050960601" sldId="1881839270"/>
            <ac:spMk id="7" creationId="{935262F1-74C4-4EF8-7408-AD4111DF6C84}"/>
          </ac:spMkLst>
        </pc:spChg>
        <pc:spChg chg="mod">
          <ac:chgData name="Simran Assi" userId="e151f7e4-8718-480b-bb95-47774b6c3b92" providerId="ADAL" clId="{37AA6783-E3E6-492E-BA68-69051639BC1F}" dt="2025-05-30T07:46:23.431" v="0"/>
          <ac:spMkLst>
            <pc:docMk/>
            <pc:sldMk cId="4050960601" sldId="1881839270"/>
            <ac:spMk id="8" creationId="{C07A47AB-7793-469B-58DB-C587B3CE41C4}"/>
          </ac:spMkLst>
        </pc:spChg>
      </pc:sldChg>
      <pc:sldChg chg="modSp mod">
        <pc:chgData name="Simran Assi" userId="e151f7e4-8718-480b-bb95-47774b6c3b92" providerId="ADAL" clId="{37AA6783-E3E6-492E-BA68-69051639BC1F}" dt="2025-05-30T07:58:42.430" v="332"/>
        <pc:sldMkLst>
          <pc:docMk/>
          <pc:sldMk cId="1056713535" sldId="1881839271"/>
        </pc:sldMkLst>
        <pc:spChg chg="mod">
          <ac:chgData name="Simran Assi" userId="e151f7e4-8718-480b-bb95-47774b6c3b92" providerId="ADAL" clId="{37AA6783-E3E6-492E-BA68-69051639BC1F}" dt="2025-05-30T07:46:23.431" v="0"/>
          <ac:spMkLst>
            <pc:docMk/>
            <pc:sldMk cId="1056713535" sldId="1881839271"/>
            <ac:spMk id="5" creationId="{B1F332A7-9789-77C2-1294-6DF606967DD5}"/>
          </ac:spMkLst>
        </pc:spChg>
        <pc:spChg chg="mod">
          <ac:chgData name="Simran Assi" userId="e151f7e4-8718-480b-bb95-47774b6c3b92" providerId="ADAL" clId="{37AA6783-E3E6-492E-BA68-69051639BC1F}" dt="2025-05-30T07:46:23.431" v="0"/>
          <ac:spMkLst>
            <pc:docMk/>
            <pc:sldMk cId="1056713535" sldId="1881839271"/>
            <ac:spMk id="6" creationId="{B396DB2A-B374-53F5-8562-FE326DA4A9C7}"/>
          </ac:spMkLst>
        </pc:spChg>
        <pc:spChg chg="mod">
          <ac:chgData name="Simran Assi" userId="e151f7e4-8718-480b-bb95-47774b6c3b92" providerId="ADAL" clId="{37AA6783-E3E6-492E-BA68-69051639BC1F}" dt="2025-05-30T07:58:42.430" v="332"/>
          <ac:spMkLst>
            <pc:docMk/>
            <pc:sldMk cId="1056713535" sldId="1881839271"/>
            <ac:spMk id="7" creationId="{4E569080-3495-2C4D-0916-4D48F00FE93C}"/>
          </ac:spMkLst>
        </pc:spChg>
        <pc:spChg chg="mod">
          <ac:chgData name="Simran Assi" userId="e151f7e4-8718-480b-bb95-47774b6c3b92" providerId="ADAL" clId="{37AA6783-E3E6-492E-BA68-69051639BC1F}" dt="2025-05-30T07:46:23.431" v="0"/>
          <ac:spMkLst>
            <pc:docMk/>
            <pc:sldMk cId="1056713535" sldId="1881839271"/>
            <ac:spMk id="8" creationId="{7B4E3B8D-E473-C3FA-3D9F-BF94838A115B}"/>
          </ac:spMkLst>
        </pc:spChg>
      </pc:sldChg>
      <pc:sldChg chg="modSp mod">
        <pc:chgData name="Simran Assi" userId="e151f7e4-8718-480b-bb95-47774b6c3b92" providerId="ADAL" clId="{37AA6783-E3E6-492E-BA68-69051639BC1F}" dt="2025-05-30T08:08:14.680" v="613"/>
        <pc:sldMkLst>
          <pc:docMk/>
          <pc:sldMk cId="3858784937" sldId="1881839272"/>
        </pc:sldMkLst>
        <pc:spChg chg="mod">
          <ac:chgData name="Simran Assi" userId="e151f7e4-8718-480b-bb95-47774b6c3b92" providerId="ADAL" clId="{37AA6783-E3E6-492E-BA68-69051639BC1F}" dt="2025-05-30T07:46:23.431" v="0"/>
          <ac:spMkLst>
            <pc:docMk/>
            <pc:sldMk cId="3858784937" sldId="1881839272"/>
            <ac:spMk id="5" creationId="{624E44C5-F016-40E3-E17B-BD6E3D6DA80F}"/>
          </ac:spMkLst>
        </pc:spChg>
        <pc:spChg chg="mod">
          <ac:chgData name="Simran Assi" userId="e151f7e4-8718-480b-bb95-47774b6c3b92" providerId="ADAL" clId="{37AA6783-E3E6-492E-BA68-69051639BC1F}" dt="2025-05-30T07:46:23.431" v="0"/>
          <ac:spMkLst>
            <pc:docMk/>
            <pc:sldMk cId="3858784937" sldId="1881839272"/>
            <ac:spMk id="6" creationId="{C4A5B7C0-D0C9-1A9B-6CF6-7B97CCCFF8D9}"/>
          </ac:spMkLst>
        </pc:spChg>
        <pc:spChg chg="mod">
          <ac:chgData name="Simran Assi" userId="e151f7e4-8718-480b-bb95-47774b6c3b92" providerId="ADAL" clId="{37AA6783-E3E6-492E-BA68-69051639BC1F}" dt="2025-05-30T08:08:14.680" v="613"/>
          <ac:spMkLst>
            <pc:docMk/>
            <pc:sldMk cId="3858784937" sldId="1881839272"/>
            <ac:spMk id="7" creationId="{21619D4D-2B5D-8C9B-ABCE-5B3FFE952BF8}"/>
          </ac:spMkLst>
        </pc:spChg>
        <pc:spChg chg="mod">
          <ac:chgData name="Simran Assi" userId="e151f7e4-8718-480b-bb95-47774b6c3b92" providerId="ADAL" clId="{37AA6783-E3E6-492E-BA68-69051639BC1F}" dt="2025-05-30T07:46:23.431" v="0"/>
          <ac:spMkLst>
            <pc:docMk/>
            <pc:sldMk cId="3858784937" sldId="1881839272"/>
            <ac:spMk id="8" creationId="{0520B30C-7560-AC4D-F132-388EAD519154}"/>
          </ac:spMkLst>
        </pc:spChg>
      </pc:sldChg>
      <pc:sldChg chg="modSp mod">
        <pc:chgData name="Simran Assi" userId="e151f7e4-8718-480b-bb95-47774b6c3b92" providerId="ADAL" clId="{37AA6783-E3E6-492E-BA68-69051639BC1F}" dt="2025-05-30T08:13:46.301" v="754" actId="14100"/>
        <pc:sldMkLst>
          <pc:docMk/>
          <pc:sldMk cId="2854019426" sldId="1881839273"/>
        </pc:sldMkLst>
        <pc:spChg chg="mod">
          <ac:chgData name="Simran Assi" userId="e151f7e4-8718-480b-bb95-47774b6c3b92" providerId="ADAL" clId="{37AA6783-E3E6-492E-BA68-69051639BC1F}" dt="2025-05-30T08:11:54.988" v="708"/>
          <ac:spMkLst>
            <pc:docMk/>
            <pc:sldMk cId="2854019426" sldId="1881839273"/>
            <ac:spMk id="2" creationId="{29476072-AFE7-3A59-EAE1-7960B058E9ED}"/>
          </ac:spMkLst>
        </pc:spChg>
        <pc:spChg chg="mod">
          <ac:chgData name="Simran Assi" userId="e151f7e4-8718-480b-bb95-47774b6c3b92" providerId="ADAL" clId="{37AA6783-E3E6-492E-BA68-69051639BC1F}" dt="2025-05-30T08:12:02.442" v="710"/>
          <ac:spMkLst>
            <pc:docMk/>
            <pc:sldMk cId="2854019426" sldId="1881839273"/>
            <ac:spMk id="5" creationId="{479FDBB9-18DA-C295-CC4D-65E5347CCCB6}"/>
          </ac:spMkLst>
        </pc:spChg>
        <pc:spChg chg="mod">
          <ac:chgData name="Simran Assi" userId="e151f7e4-8718-480b-bb95-47774b6c3b92" providerId="ADAL" clId="{37AA6783-E3E6-492E-BA68-69051639BC1F}" dt="2025-05-30T08:13:08.321" v="748" actId="403"/>
          <ac:spMkLst>
            <pc:docMk/>
            <pc:sldMk cId="2854019426" sldId="1881839273"/>
            <ac:spMk id="8" creationId="{7E8A42B0-4C3F-F49F-252D-94E3693A7063}"/>
          </ac:spMkLst>
        </pc:spChg>
        <pc:spChg chg="mod">
          <ac:chgData name="Simran Assi" userId="e151f7e4-8718-480b-bb95-47774b6c3b92" providerId="ADAL" clId="{37AA6783-E3E6-492E-BA68-69051639BC1F}" dt="2025-05-30T08:13:02.844" v="746" actId="403"/>
          <ac:spMkLst>
            <pc:docMk/>
            <pc:sldMk cId="2854019426" sldId="1881839273"/>
            <ac:spMk id="42" creationId="{6E6C36EC-E15D-7968-94E3-C82F83B71850}"/>
          </ac:spMkLst>
        </pc:spChg>
        <pc:spChg chg="mod">
          <ac:chgData name="Simran Assi" userId="e151f7e4-8718-480b-bb95-47774b6c3b92" providerId="ADAL" clId="{37AA6783-E3E6-492E-BA68-69051639BC1F}" dt="2025-05-30T08:13:05.723" v="747" actId="403"/>
          <ac:spMkLst>
            <pc:docMk/>
            <pc:sldMk cId="2854019426" sldId="1881839273"/>
            <ac:spMk id="105" creationId="{751A7B21-6497-F331-8266-2A7B2E8CB491}"/>
          </ac:spMkLst>
        </pc:spChg>
        <pc:picChg chg="mod">
          <ac:chgData name="Simran Assi" userId="e151f7e4-8718-480b-bb95-47774b6c3b92" providerId="ADAL" clId="{37AA6783-E3E6-492E-BA68-69051639BC1F}" dt="2025-05-30T08:13:36.387" v="753" actId="14100"/>
          <ac:picMkLst>
            <pc:docMk/>
            <pc:sldMk cId="2854019426" sldId="1881839273"/>
            <ac:picMk id="7" creationId="{87858A57-2E48-39ED-A921-8EA65214E7DE}"/>
          </ac:picMkLst>
        </pc:picChg>
        <pc:picChg chg="mod">
          <ac:chgData name="Simran Assi" userId="e151f7e4-8718-480b-bb95-47774b6c3b92" providerId="ADAL" clId="{37AA6783-E3E6-492E-BA68-69051639BC1F}" dt="2025-05-30T08:13:19.755" v="749" actId="14100"/>
          <ac:picMkLst>
            <pc:docMk/>
            <pc:sldMk cId="2854019426" sldId="1881839273"/>
            <ac:picMk id="12" creationId="{AA24B6C9-BF5B-3478-5CF8-3DC99F4A227F}"/>
          </ac:picMkLst>
        </pc:picChg>
        <pc:picChg chg="mod">
          <ac:chgData name="Simran Assi" userId="e151f7e4-8718-480b-bb95-47774b6c3b92" providerId="ADAL" clId="{37AA6783-E3E6-492E-BA68-69051639BC1F}" dt="2025-05-30T08:13:46.301" v="754" actId="14100"/>
          <ac:picMkLst>
            <pc:docMk/>
            <pc:sldMk cId="2854019426" sldId="1881839273"/>
            <ac:picMk id="13" creationId="{E5AC7020-1E14-36E5-01DA-7B33A3C89409}"/>
          </ac:picMkLst>
        </pc:picChg>
        <pc:picChg chg="mod">
          <ac:chgData name="Simran Assi" userId="e151f7e4-8718-480b-bb95-47774b6c3b92" providerId="ADAL" clId="{37AA6783-E3E6-492E-BA68-69051639BC1F}" dt="2025-05-30T08:12:52.423" v="745" actId="1037"/>
          <ac:picMkLst>
            <pc:docMk/>
            <pc:sldMk cId="2854019426" sldId="1881839273"/>
            <ac:picMk id="1026" creationId="{BC063B49-F4C6-9AE5-412D-18D07283C6FD}"/>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1699" cy="461804"/>
          </a:xfrm>
          <a:prstGeom prst="rect">
            <a:avLst/>
          </a:prstGeom>
        </p:spPr>
        <p:txBody>
          <a:bodyPr vert="horz" lIns="92492" tIns="46246" rIns="92492" bIns="46246" rtlCol="0"/>
          <a:lstStyle>
            <a:lvl1pPr algn="l">
              <a:defRPr sz="1200"/>
            </a:lvl1pPr>
          </a:lstStyle>
          <a:p>
            <a:endParaRPr lang="en-GB">
              <a:latin typeface="Arial" pitchFamily="34" charset="0"/>
            </a:endParaRPr>
          </a:p>
        </p:txBody>
      </p:sp>
      <p:sp>
        <p:nvSpPr>
          <p:cNvPr id="3" name="Date Placeholder 2"/>
          <p:cNvSpPr>
            <a:spLocks noGrp="1"/>
          </p:cNvSpPr>
          <p:nvPr>
            <p:ph type="dt" sz="quarter" idx="1"/>
          </p:nvPr>
        </p:nvSpPr>
        <p:spPr>
          <a:xfrm>
            <a:off x="3936768" y="0"/>
            <a:ext cx="3011699" cy="461804"/>
          </a:xfrm>
          <a:prstGeom prst="rect">
            <a:avLst/>
          </a:prstGeom>
        </p:spPr>
        <p:txBody>
          <a:bodyPr vert="horz" lIns="92492" tIns="46246" rIns="92492" bIns="46246" rtlCol="0"/>
          <a:lstStyle>
            <a:lvl1pPr algn="r">
              <a:defRPr sz="1200"/>
            </a:lvl1pPr>
          </a:lstStyle>
          <a:p>
            <a:fld id="{F46A4B97-00A5-44E7-B49F-659C8D90A0D8}" type="datetimeFigureOut">
              <a:rPr lang="en-GB" smtClean="0">
                <a:latin typeface="Arial" pitchFamily="34" charset="0"/>
              </a:rPr>
              <a:t>18/03/2026</a:t>
            </a:fld>
            <a:endParaRPr lang="en-GB">
              <a:latin typeface="Arial" pitchFamily="34" charset="0"/>
            </a:endParaRPr>
          </a:p>
        </p:txBody>
      </p:sp>
      <p:sp>
        <p:nvSpPr>
          <p:cNvPr id="4" name="Footer Placeholder 3"/>
          <p:cNvSpPr>
            <a:spLocks noGrp="1"/>
          </p:cNvSpPr>
          <p:nvPr>
            <p:ph type="ftr" sz="quarter" idx="2"/>
          </p:nvPr>
        </p:nvSpPr>
        <p:spPr>
          <a:xfrm>
            <a:off x="0" y="8772668"/>
            <a:ext cx="3011699" cy="461804"/>
          </a:xfrm>
          <a:prstGeom prst="rect">
            <a:avLst/>
          </a:prstGeom>
        </p:spPr>
        <p:txBody>
          <a:bodyPr vert="horz" lIns="92492" tIns="46246" rIns="92492" bIns="46246" rtlCol="0" anchor="b"/>
          <a:lstStyle>
            <a:lvl1pPr algn="l">
              <a:defRPr sz="1200"/>
            </a:lvl1pPr>
          </a:lstStyle>
          <a:p>
            <a:endParaRPr lang="en-GB">
              <a:latin typeface="Arial" pitchFamily="34" charset="0"/>
            </a:endParaRPr>
          </a:p>
        </p:txBody>
      </p:sp>
      <p:sp>
        <p:nvSpPr>
          <p:cNvPr id="5" name="Slide Number Placeholder 4"/>
          <p:cNvSpPr>
            <a:spLocks noGrp="1"/>
          </p:cNvSpPr>
          <p:nvPr>
            <p:ph type="sldNum" sz="quarter" idx="3"/>
          </p:nvPr>
        </p:nvSpPr>
        <p:spPr>
          <a:xfrm>
            <a:off x="3936768" y="8772668"/>
            <a:ext cx="3011699" cy="461804"/>
          </a:xfrm>
          <a:prstGeom prst="rect">
            <a:avLst/>
          </a:prstGeom>
        </p:spPr>
        <p:txBody>
          <a:bodyPr vert="horz" lIns="92492" tIns="46246" rIns="92492" bIns="46246" rtlCol="0" anchor="b"/>
          <a:lstStyle>
            <a:lvl1pPr algn="r">
              <a:defRPr sz="1200"/>
            </a:lvl1pPr>
          </a:lstStyle>
          <a:p>
            <a:fld id="{D3A5C721-4BB5-4DB6-AD65-4BA2A62B05B6}" type="slidenum">
              <a:rPr lang="en-GB" smtClean="0">
                <a:latin typeface="Arial" pitchFamily="34" charset="0"/>
              </a:rPr>
              <a:pPr/>
              <a:t>‹#›</a:t>
            </a:fld>
            <a:endParaRPr lang="en-GB">
              <a:latin typeface="Arial" pitchFamily="34" charset="0"/>
            </a:endParaRPr>
          </a:p>
        </p:txBody>
      </p:sp>
    </p:spTree>
    <p:extLst>
      <p:ext uri="{BB962C8B-B14F-4D97-AF65-F5344CB8AC3E}">
        <p14:creationId xmlns:p14="http://schemas.microsoft.com/office/powerpoint/2010/main" val="199163239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1699" cy="461804"/>
          </a:xfrm>
          <a:prstGeom prst="rect">
            <a:avLst/>
          </a:prstGeom>
        </p:spPr>
        <p:txBody>
          <a:bodyPr vert="horz" lIns="92492" tIns="46246" rIns="92492" bIns="46246" rtlCol="0"/>
          <a:lstStyle>
            <a:lvl1pPr algn="l">
              <a:defRPr sz="1200">
                <a:latin typeface="Arial" pitchFamily="34" charset="0"/>
              </a:defRPr>
            </a:lvl1pPr>
          </a:lstStyle>
          <a:p>
            <a:endParaRPr lang="en-GB"/>
          </a:p>
        </p:txBody>
      </p:sp>
      <p:sp>
        <p:nvSpPr>
          <p:cNvPr id="3" name="Date Placeholder 2"/>
          <p:cNvSpPr>
            <a:spLocks noGrp="1"/>
          </p:cNvSpPr>
          <p:nvPr>
            <p:ph type="dt" idx="1"/>
          </p:nvPr>
        </p:nvSpPr>
        <p:spPr>
          <a:xfrm>
            <a:off x="3936768" y="0"/>
            <a:ext cx="3011699" cy="461804"/>
          </a:xfrm>
          <a:prstGeom prst="rect">
            <a:avLst/>
          </a:prstGeom>
        </p:spPr>
        <p:txBody>
          <a:bodyPr vert="horz" lIns="92492" tIns="46246" rIns="92492" bIns="46246" rtlCol="0"/>
          <a:lstStyle>
            <a:lvl1pPr algn="r">
              <a:defRPr sz="1200">
                <a:latin typeface="Arial" pitchFamily="34" charset="0"/>
              </a:defRPr>
            </a:lvl1pPr>
          </a:lstStyle>
          <a:p>
            <a:fld id="{1509B038-C0E1-4257-A8F7-E83797F429AE}" type="datetimeFigureOut">
              <a:rPr lang="en-GB" smtClean="0"/>
              <a:t>18/03/2026</a:t>
            </a:fld>
            <a:endParaRPr lang="en-GB"/>
          </a:p>
        </p:txBody>
      </p:sp>
      <p:sp>
        <p:nvSpPr>
          <p:cNvPr id="4" name="Slide Image Placeholder 3"/>
          <p:cNvSpPr>
            <a:spLocks noGrp="1" noRot="1" noChangeAspect="1"/>
          </p:cNvSpPr>
          <p:nvPr>
            <p:ph type="sldImg" idx="2"/>
          </p:nvPr>
        </p:nvSpPr>
        <p:spPr>
          <a:xfrm>
            <a:off x="395288" y="692150"/>
            <a:ext cx="6159500" cy="3463925"/>
          </a:xfrm>
          <a:prstGeom prst="rect">
            <a:avLst/>
          </a:prstGeom>
          <a:noFill/>
          <a:ln w="12700">
            <a:solidFill>
              <a:prstClr val="black"/>
            </a:solidFill>
          </a:ln>
        </p:spPr>
        <p:txBody>
          <a:bodyPr vert="horz" lIns="92492" tIns="46246" rIns="92492" bIns="46246" rtlCol="0" anchor="ctr"/>
          <a:lstStyle/>
          <a:p>
            <a:endParaRPr lang="en-GB"/>
          </a:p>
        </p:txBody>
      </p:sp>
      <p:sp>
        <p:nvSpPr>
          <p:cNvPr id="5" name="Notes Placeholder 4"/>
          <p:cNvSpPr>
            <a:spLocks noGrp="1"/>
          </p:cNvSpPr>
          <p:nvPr>
            <p:ph type="body" sz="quarter" idx="3"/>
          </p:nvPr>
        </p:nvSpPr>
        <p:spPr>
          <a:xfrm>
            <a:off x="695008" y="4387136"/>
            <a:ext cx="5560060" cy="4156234"/>
          </a:xfrm>
          <a:prstGeom prst="rect">
            <a:avLst/>
          </a:prstGeom>
        </p:spPr>
        <p:txBody>
          <a:bodyPr vert="horz" lIns="92492" tIns="46246" rIns="92492" bIns="46246"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772668"/>
            <a:ext cx="3011699" cy="461804"/>
          </a:xfrm>
          <a:prstGeom prst="rect">
            <a:avLst/>
          </a:prstGeom>
        </p:spPr>
        <p:txBody>
          <a:bodyPr vert="horz" lIns="92492" tIns="46246" rIns="92492" bIns="46246" rtlCol="0" anchor="b"/>
          <a:lstStyle>
            <a:lvl1pPr algn="l">
              <a:defRPr sz="1200">
                <a:latin typeface="Arial" pitchFamily="34" charset="0"/>
              </a:defRPr>
            </a:lvl1pPr>
          </a:lstStyle>
          <a:p>
            <a:endParaRPr lang="en-GB"/>
          </a:p>
        </p:txBody>
      </p:sp>
      <p:sp>
        <p:nvSpPr>
          <p:cNvPr id="7" name="Slide Number Placeholder 6"/>
          <p:cNvSpPr>
            <a:spLocks noGrp="1"/>
          </p:cNvSpPr>
          <p:nvPr>
            <p:ph type="sldNum" sz="quarter" idx="5"/>
          </p:nvPr>
        </p:nvSpPr>
        <p:spPr>
          <a:xfrm>
            <a:off x="3936768" y="8772668"/>
            <a:ext cx="3011699" cy="461804"/>
          </a:xfrm>
          <a:prstGeom prst="rect">
            <a:avLst/>
          </a:prstGeom>
        </p:spPr>
        <p:txBody>
          <a:bodyPr vert="horz" lIns="92492" tIns="46246" rIns="92492" bIns="46246" rtlCol="0" anchor="b"/>
          <a:lstStyle>
            <a:lvl1pPr algn="r">
              <a:defRPr sz="1200">
                <a:latin typeface="Arial" pitchFamily="34" charset="0"/>
              </a:defRPr>
            </a:lvl1pPr>
          </a:lstStyle>
          <a:p>
            <a:fld id="{5B43D19E-BFDB-4C92-8EDD-32EDDA8F41DF}" type="slidenum">
              <a:rPr lang="en-GB" smtClean="0"/>
              <a:pPr/>
              <a:t>‹#›</a:t>
            </a:fld>
            <a:endParaRPr lang="en-GB"/>
          </a:p>
        </p:txBody>
      </p:sp>
    </p:spTree>
    <p:extLst>
      <p:ext uri="{BB962C8B-B14F-4D97-AF65-F5344CB8AC3E}">
        <p14:creationId xmlns:p14="http://schemas.microsoft.com/office/powerpoint/2010/main" val="160627034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Arial" pitchFamily="34" charset="0"/>
        <a:ea typeface="+mn-ea"/>
        <a:cs typeface="+mn-cs"/>
      </a:defRPr>
    </a:lvl1pPr>
    <a:lvl2pPr marL="457200" algn="l" defTabSz="914400" rtl="0" eaLnBrk="1" latinLnBrk="0" hangingPunct="1">
      <a:defRPr sz="1200" kern="1200">
        <a:solidFill>
          <a:schemeClr val="tx1"/>
        </a:solidFill>
        <a:latin typeface="Arial" pitchFamily="34" charset="0"/>
        <a:ea typeface="+mn-ea"/>
        <a:cs typeface="+mn-cs"/>
      </a:defRPr>
    </a:lvl2pPr>
    <a:lvl3pPr marL="914400" algn="l" defTabSz="914400" rtl="0" eaLnBrk="1" latinLnBrk="0" hangingPunct="1">
      <a:defRPr sz="1200" kern="1200">
        <a:solidFill>
          <a:schemeClr val="tx1"/>
        </a:solidFill>
        <a:latin typeface="Arial" pitchFamily="34" charset="0"/>
        <a:ea typeface="+mn-ea"/>
        <a:cs typeface="+mn-cs"/>
      </a:defRPr>
    </a:lvl3pPr>
    <a:lvl4pPr marL="1371600" algn="l" defTabSz="914400" rtl="0" eaLnBrk="1" latinLnBrk="0" hangingPunct="1">
      <a:defRPr sz="1200" kern="1200">
        <a:solidFill>
          <a:schemeClr val="tx1"/>
        </a:solidFill>
        <a:latin typeface="Arial" pitchFamily="34" charset="0"/>
        <a:ea typeface="+mn-ea"/>
        <a:cs typeface="+mn-cs"/>
      </a:defRPr>
    </a:lvl4pPr>
    <a:lvl5pPr marL="1828800" algn="l" defTabSz="914400" rtl="0" eaLnBrk="1" latinLnBrk="0" hangingPunct="1">
      <a:defRPr sz="1200" kern="1200">
        <a:solidFill>
          <a:schemeClr val="tx1"/>
        </a:solidFill>
        <a:latin typeface="Arial"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5B43D19E-BFDB-4C92-8EDD-32EDDA8F41DF}" type="slidenum">
              <a:rPr lang="en-GB" smtClean="0"/>
              <a:pPr/>
              <a:t>3</a:t>
            </a:fld>
            <a:endParaRPr lang="en-GB"/>
          </a:p>
        </p:txBody>
      </p:sp>
    </p:spTree>
    <p:extLst>
      <p:ext uri="{BB962C8B-B14F-4D97-AF65-F5344CB8AC3E}">
        <p14:creationId xmlns:p14="http://schemas.microsoft.com/office/powerpoint/2010/main" val="30917408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B43D19E-BFDB-4C92-8EDD-32EDDA8F41DF}" type="slidenum">
              <a:rPr lang="en-GB" smtClean="0"/>
              <a:pPr/>
              <a:t>7</a:t>
            </a:fld>
            <a:endParaRPr lang="en-GB"/>
          </a:p>
        </p:txBody>
      </p:sp>
    </p:spTree>
    <p:extLst>
      <p:ext uri="{BB962C8B-B14F-4D97-AF65-F5344CB8AC3E}">
        <p14:creationId xmlns:p14="http://schemas.microsoft.com/office/powerpoint/2010/main" val="10352404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5B43D19E-BFDB-4C92-8EDD-32EDDA8F41DF}" type="slidenum">
              <a:rPr lang="en-GB" smtClean="0"/>
              <a:pPr/>
              <a:t>10</a:t>
            </a:fld>
            <a:endParaRPr lang="en-GB"/>
          </a:p>
        </p:txBody>
      </p:sp>
    </p:spTree>
    <p:extLst>
      <p:ext uri="{BB962C8B-B14F-4D97-AF65-F5344CB8AC3E}">
        <p14:creationId xmlns:p14="http://schemas.microsoft.com/office/powerpoint/2010/main" val="11541555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8.png"/><Relationship Id="rId1" Type="http://schemas.openxmlformats.org/officeDocument/2006/relationships/slideMaster" Target="../slideMasters/slideMaster3.xml"/><Relationship Id="rId4" Type="http://schemas.openxmlformats.org/officeDocument/2006/relationships/image" Target="../media/image4.svg"/></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9.png"/><Relationship Id="rId1" Type="http://schemas.openxmlformats.org/officeDocument/2006/relationships/slideMaster" Target="../slideMasters/slideMaster3.xml"/><Relationship Id="rId4" Type="http://schemas.openxmlformats.org/officeDocument/2006/relationships/image" Target="../media/image4.svg"/></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png"/><Relationship Id="rId1" Type="http://schemas.openxmlformats.org/officeDocument/2006/relationships/slideMaster" Target="../slideMasters/slideMaster3.xml"/><Relationship Id="rId4" Type="http://schemas.openxmlformats.org/officeDocument/2006/relationships/image" Target="../media/image4.svg"/></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Master" Target="../slideMasters/slideMaster3.xml"/><Relationship Id="rId4" Type="http://schemas.openxmlformats.org/officeDocument/2006/relationships/image" Target="../media/image4.svg"/></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0.png"/><Relationship Id="rId1" Type="http://schemas.openxmlformats.org/officeDocument/2006/relationships/slideMaster" Target="../slideMasters/slideMaster3.xml"/><Relationship Id="rId4" Type="http://schemas.openxmlformats.org/officeDocument/2006/relationships/image" Target="../media/image4.svg"/></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Master" Target="../slideMasters/slideMaster3.xml"/><Relationship Id="rId4" Type="http://schemas.openxmlformats.org/officeDocument/2006/relationships/image" Target="../media/image4.svg"/></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png"/><Relationship Id="rId1" Type="http://schemas.openxmlformats.org/officeDocument/2006/relationships/slideMaster" Target="../slideMasters/slideMaster3.xml"/><Relationship Id="rId4" Type="http://schemas.openxmlformats.org/officeDocument/2006/relationships/image" Target="../media/image4.svg"/></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png"/><Relationship Id="rId1" Type="http://schemas.openxmlformats.org/officeDocument/2006/relationships/slideMaster" Target="../slideMasters/slideMaster3.xml"/><Relationship Id="rId4" Type="http://schemas.openxmlformats.org/officeDocument/2006/relationships/image" Target="../media/image4.svg"/></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0.png"/><Relationship Id="rId1" Type="http://schemas.openxmlformats.org/officeDocument/2006/relationships/slideMaster" Target="../slideMasters/slideMaster3.xml"/><Relationship Id="rId4" Type="http://schemas.openxmlformats.org/officeDocument/2006/relationships/image" Target="../media/image4.svg"/></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2.png"/><Relationship Id="rId1" Type="http://schemas.openxmlformats.org/officeDocument/2006/relationships/slideMaster" Target="../slideMasters/slideMaster3.xml"/><Relationship Id="rId4" Type="http://schemas.openxmlformats.org/officeDocument/2006/relationships/image" Target="../media/image4.svg"/></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5.png"/><Relationship Id="rId1" Type="http://schemas.openxmlformats.org/officeDocument/2006/relationships/slideMaster" Target="../slideMasters/slideMaster4.xml"/><Relationship Id="rId4" Type="http://schemas.openxmlformats.org/officeDocument/2006/relationships/image" Target="../media/image15.svg"/></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6.png"/><Relationship Id="rId1" Type="http://schemas.openxmlformats.org/officeDocument/2006/relationships/slideMaster" Target="../slideMasters/slideMaster4.xml"/><Relationship Id="rId4" Type="http://schemas.openxmlformats.org/officeDocument/2006/relationships/image" Target="../media/image15.svg"/></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7.png"/><Relationship Id="rId1" Type="http://schemas.openxmlformats.org/officeDocument/2006/relationships/slideMaster" Target="../slideMasters/slideMaster4.xml"/><Relationship Id="rId4" Type="http://schemas.openxmlformats.org/officeDocument/2006/relationships/image" Target="../media/image15.svg"/></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8.png"/><Relationship Id="rId1" Type="http://schemas.openxmlformats.org/officeDocument/2006/relationships/slideMaster" Target="../slideMasters/slideMaster4.xml"/><Relationship Id="rId4" Type="http://schemas.openxmlformats.org/officeDocument/2006/relationships/image" Target="../media/image4.svg"/></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9.png"/><Relationship Id="rId1" Type="http://schemas.openxmlformats.org/officeDocument/2006/relationships/slideMaster" Target="../slideMasters/slideMaster4.xml"/><Relationship Id="rId4" Type="http://schemas.openxmlformats.org/officeDocument/2006/relationships/image" Target="../media/image4.svg"/></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png"/><Relationship Id="rId1" Type="http://schemas.openxmlformats.org/officeDocument/2006/relationships/slideMaster" Target="../slideMasters/slideMaster4.xml"/><Relationship Id="rId4" Type="http://schemas.openxmlformats.org/officeDocument/2006/relationships/image" Target="../media/image4.svg"/></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Master" Target="../slideMasters/slideMaster4.xml"/><Relationship Id="rId4" Type="http://schemas.openxmlformats.org/officeDocument/2006/relationships/image" Target="../media/image4.svg"/></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0.png"/><Relationship Id="rId1" Type="http://schemas.openxmlformats.org/officeDocument/2006/relationships/slideMaster" Target="../slideMasters/slideMaster4.xml"/><Relationship Id="rId4" Type="http://schemas.openxmlformats.org/officeDocument/2006/relationships/image" Target="../media/image4.svg"/></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Master" Target="../slideMasters/slideMaster4.xml"/><Relationship Id="rId4" Type="http://schemas.openxmlformats.org/officeDocument/2006/relationships/image" Target="../media/image4.svg"/></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png"/><Relationship Id="rId1" Type="http://schemas.openxmlformats.org/officeDocument/2006/relationships/slideMaster" Target="../slideMasters/slideMaster4.xml"/><Relationship Id="rId4" Type="http://schemas.openxmlformats.org/officeDocument/2006/relationships/image" Target="../media/image4.svg"/></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png"/><Relationship Id="rId1" Type="http://schemas.openxmlformats.org/officeDocument/2006/relationships/slideMaster" Target="../slideMasters/slideMaster4.xml"/><Relationship Id="rId4" Type="http://schemas.openxmlformats.org/officeDocument/2006/relationships/image" Target="../media/image4.svg"/></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0.png"/><Relationship Id="rId1" Type="http://schemas.openxmlformats.org/officeDocument/2006/relationships/slideMaster" Target="../slideMasters/slideMaster4.xml"/><Relationship Id="rId4" Type="http://schemas.openxmlformats.org/officeDocument/2006/relationships/image" Target="../media/image4.svg"/></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2.png"/><Relationship Id="rId1" Type="http://schemas.openxmlformats.org/officeDocument/2006/relationships/slideMaster" Target="../slideMasters/slideMaster4.xml"/><Relationship Id="rId4" Type="http://schemas.openxmlformats.org/officeDocument/2006/relationships/image" Target="../media/image4.svg"/></Relationships>
</file>

<file path=ppt/slideLayouts/_rels/slideLayout7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4.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0.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5.xml"/></Relationships>
</file>

<file path=ppt/slideLayouts/_rels/slideLayout91.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5.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3.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5.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10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10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E49EC5F5-14E0-4B05-29E6-E9A059AA1002}"/>
              </a:ext>
            </a:extLst>
          </p:cNvPr>
          <p:cNvSpPr>
            <a:spLocks noGrp="1"/>
          </p:cNvSpPr>
          <p:nvPr>
            <p:ph type="title"/>
          </p:nvPr>
        </p:nvSpPr>
        <p:spPr>
          <a:xfrm>
            <a:off x="483826" y="369888"/>
            <a:ext cx="11224800" cy="470898"/>
          </a:xfrm>
        </p:spPr>
        <p:txBody>
          <a:bodyPr/>
          <a:lstStyle/>
          <a:p>
            <a:r>
              <a:rPr lang="en-US"/>
              <a:t>Click to edit Master title style</a:t>
            </a:r>
          </a:p>
        </p:txBody>
      </p:sp>
      <p:sp>
        <p:nvSpPr>
          <p:cNvPr id="7" name="Date Placeholder 6">
            <a:extLst>
              <a:ext uri="{FF2B5EF4-FFF2-40B4-BE49-F238E27FC236}">
                <a16:creationId xmlns:a16="http://schemas.microsoft.com/office/drawing/2014/main" id="{6ABEF5EE-C1B0-CB56-30BC-F2EA02D0DD7E}"/>
              </a:ext>
            </a:extLst>
          </p:cNvPr>
          <p:cNvSpPr>
            <a:spLocks noGrp="1"/>
          </p:cNvSpPr>
          <p:nvPr>
            <p:ph type="dt" sz="half" idx="17"/>
          </p:nvPr>
        </p:nvSpPr>
        <p:spPr/>
        <p:txBody>
          <a:bodyPr/>
          <a:lstStyle/>
          <a:p>
            <a:fld id="{43792230-2CB9-401D-904F-A80444685782}" type="datetime3">
              <a:rPr lang="en-US" smtClean="0"/>
              <a:t>18 March 2026</a:t>
            </a:fld>
            <a:endParaRPr lang="en-US"/>
          </a:p>
        </p:txBody>
      </p:sp>
      <p:sp>
        <p:nvSpPr>
          <p:cNvPr id="8" name="Footer Placeholder 7">
            <a:extLst>
              <a:ext uri="{FF2B5EF4-FFF2-40B4-BE49-F238E27FC236}">
                <a16:creationId xmlns:a16="http://schemas.microsoft.com/office/drawing/2014/main" id="{E539B410-713F-D002-C7AD-50375ABC034D}"/>
              </a:ext>
            </a:extLst>
          </p:cNvPr>
          <p:cNvSpPr>
            <a:spLocks noGrp="1"/>
          </p:cNvSpPr>
          <p:nvPr>
            <p:ph type="ftr" sz="quarter" idx="18"/>
          </p:nvPr>
        </p:nvSpPr>
        <p:spPr/>
        <p:txBody>
          <a:bodyPr/>
          <a:lstStyle/>
          <a:p>
            <a:r>
              <a:rPr lang="en-US"/>
              <a:t>Customer Experience</a:t>
            </a:r>
          </a:p>
        </p:txBody>
      </p:sp>
      <p:sp>
        <p:nvSpPr>
          <p:cNvPr id="9" name="Slide Number Placeholder 8">
            <a:extLst>
              <a:ext uri="{FF2B5EF4-FFF2-40B4-BE49-F238E27FC236}">
                <a16:creationId xmlns:a16="http://schemas.microsoft.com/office/drawing/2014/main" id="{24877F87-1E81-7C70-C23C-765CF083A38E}"/>
              </a:ext>
            </a:extLst>
          </p:cNvPr>
          <p:cNvSpPr>
            <a:spLocks noGrp="1"/>
          </p:cNvSpPr>
          <p:nvPr>
            <p:ph type="sldNum" sz="quarter" idx="19"/>
          </p:nvPr>
        </p:nvSpPr>
        <p:spPr/>
        <p:txBody>
          <a:bodyPr/>
          <a:lstStyle/>
          <a:p>
            <a:fld id="{F1BC30E3-FFE5-4B91-AA19-87A149EBB9EE}" type="slidenum">
              <a:rPr lang="en-GB" smtClean="0"/>
              <a:pPr/>
              <a:t>‹#›</a:t>
            </a:fld>
            <a:endParaRPr lang="en-GB"/>
          </a:p>
        </p:txBody>
      </p:sp>
    </p:spTree>
    <p:extLst>
      <p:ext uri="{BB962C8B-B14F-4D97-AF65-F5344CB8AC3E}">
        <p14:creationId xmlns:p14="http://schemas.microsoft.com/office/powerpoint/2010/main" val="20276506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E49EC5F5-14E0-4B05-29E6-E9A059AA1002}"/>
              </a:ext>
            </a:extLst>
          </p:cNvPr>
          <p:cNvSpPr>
            <a:spLocks noGrp="1"/>
          </p:cNvSpPr>
          <p:nvPr>
            <p:ph type="title"/>
          </p:nvPr>
        </p:nvSpPr>
        <p:spPr>
          <a:xfrm>
            <a:off x="485523" y="369888"/>
            <a:ext cx="11224347" cy="470898"/>
          </a:xfrm>
        </p:spPr>
        <p:txBody>
          <a:bodyPr/>
          <a:lstStyle/>
          <a:p>
            <a:r>
              <a:rPr lang="en-US"/>
              <a:t>Click to edit Master title style</a:t>
            </a:r>
          </a:p>
        </p:txBody>
      </p:sp>
      <p:sp>
        <p:nvSpPr>
          <p:cNvPr id="14" name="Content Placeholder 1">
            <a:extLst>
              <a:ext uri="{FF2B5EF4-FFF2-40B4-BE49-F238E27FC236}">
                <a16:creationId xmlns:a16="http://schemas.microsoft.com/office/drawing/2014/main" id="{A5EED3AD-188C-E954-617B-9CB9E1BA8A14}"/>
              </a:ext>
            </a:extLst>
          </p:cNvPr>
          <p:cNvSpPr>
            <a:spLocks noGrp="1"/>
          </p:cNvSpPr>
          <p:nvPr>
            <p:ph sz="quarter" idx="16"/>
          </p:nvPr>
        </p:nvSpPr>
        <p:spPr>
          <a:xfrm>
            <a:off x="485520" y="1411287"/>
            <a:ext cx="5356800" cy="46386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2">
            <a:extLst>
              <a:ext uri="{FF2B5EF4-FFF2-40B4-BE49-F238E27FC236}">
                <a16:creationId xmlns:a16="http://schemas.microsoft.com/office/drawing/2014/main" id="{C87884BD-C538-2E4C-E4FE-1C5F73563883}"/>
              </a:ext>
            </a:extLst>
          </p:cNvPr>
          <p:cNvSpPr>
            <a:spLocks noGrp="1"/>
          </p:cNvSpPr>
          <p:nvPr>
            <p:ph sz="quarter" idx="15"/>
          </p:nvPr>
        </p:nvSpPr>
        <p:spPr>
          <a:xfrm>
            <a:off x="6353070" y="1411287"/>
            <a:ext cx="5356800" cy="46386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a:extLst>
              <a:ext uri="{FF2B5EF4-FFF2-40B4-BE49-F238E27FC236}">
                <a16:creationId xmlns:a16="http://schemas.microsoft.com/office/drawing/2014/main" id="{E26F7576-DAEE-2232-6A83-201B728CCEEC}"/>
              </a:ext>
            </a:extLst>
          </p:cNvPr>
          <p:cNvSpPr>
            <a:spLocks noGrp="1"/>
          </p:cNvSpPr>
          <p:nvPr>
            <p:ph type="sldNum" sz="quarter" idx="12"/>
          </p:nvPr>
        </p:nvSpPr>
        <p:spPr/>
        <p:txBody>
          <a:bodyPr/>
          <a:lstStyle/>
          <a:p>
            <a:fld id="{94FCA0F3-9F3A-694B-99BB-0E592A797735}" type="slidenum">
              <a:rPr lang="en-US" smtClean="0"/>
              <a:t>‹#›</a:t>
            </a:fld>
            <a:endParaRPr lang="en-US"/>
          </a:p>
        </p:txBody>
      </p:sp>
      <p:sp>
        <p:nvSpPr>
          <p:cNvPr id="4" name="Date Placeholder">
            <a:extLst>
              <a:ext uri="{FF2B5EF4-FFF2-40B4-BE49-F238E27FC236}">
                <a16:creationId xmlns:a16="http://schemas.microsoft.com/office/drawing/2014/main" id="{6DECAE16-1D46-ECE2-67B1-B4055F385487}"/>
              </a:ext>
            </a:extLst>
          </p:cNvPr>
          <p:cNvSpPr>
            <a:spLocks noGrp="1"/>
          </p:cNvSpPr>
          <p:nvPr>
            <p:ph type="dt" sz="half" idx="10"/>
          </p:nvPr>
        </p:nvSpPr>
        <p:spPr/>
        <p:txBody>
          <a:bodyPr/>
          <a:lstStyle/>
          <a:p>
            <a:fld id="{5BC3E6F3-DF38-4592-8728-40A5DA85A833}" type="datetime3">
              <a:rPr lang="en-US" smtClean="0"/>
              <a:t>18 March 2026</a:t>
            </a:fld>
            <a:endParaRPr lang="en-US"/>
          </a:p>
        </p:txBody>
      </p:sp>
      <p:sp>
        <p:nvSpPr>
          <p:cNvPr id="5" name="Footer Placeholder">
            <a:extLst>
              <a:ext uri="{FF2B5EF4-FFF2-40B4-BE49-F238E27FC236}">
                <a16:creationId xmlns:a16="http://schemas.microsoft.com/office/drawing/2014/main" id="{98E63702-02E0-6C43-ACB9-CF47EDD90CA6}"/>
              </a:ext>
            </a:extLst>
          </p:cNvPr>
          <p:cNvSpPr>
            <a:spLocks noGrp="1"/>
          </p:cNvSpPr>
          <p:nvPr>
            <p:ph type="ftr" sz="quarter" idx="11"/>
          </p:nvPr>
        </p:nvSpPr>
        <p:spPr/>
        <p:txBody>
          <a:bodyPr/>
          <a:lstStyle/>
          <a:p>
            <a:r>
              <a:rPr lang="en-US"/>
              <a:t>Customer Experience</a:t>
            </a:r>
          </a:p>
        </p:txBody>
      </p:sp>
    </p:spTree>
    <p:extLst>
      <p:ext uri="{BB962C8B-B14F-4D97-AF65-F5344CB8AC3E}">
        <p14:creationId xmlns:p14="http://schemas.microsoft.com/office/powerpoint/2010/main" val="10534812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struction slide">
    <p:spTree>
      <p:nvGrpSpPr>
        <p:cNvPr id="1" name=""/>
        <p:cNvGrpSpPr/>
        <p:nvPr/>
      </p:nvGrpSpPr>
      <p:grpSpPr>
        <a:xfrm>
          <a:off x="0" y="0"/>
          <a:ext cx="0" cy="0"/>
          <a:chOff x="0" y="0"/>
          <a:chExt cx="0" cy="0"/>
        </a:xfrm>
      </p:grpSpPr>
      <p:sp>
        <p:nvSpPr>
          <p:cNvPr id="14" name="Content Placeholder 1">
            <a:extLst>
              <a:ext uri="{FF2B5EF4-FFF2-40B4-BE49-F238E27FC236}">
                <a16:creationId xmlns:a16="http://schemas.microsoft.com/office/drawing/2014/main" id="{A5EED3AD-188C-E954-617B-9CB9E1BA8A14}"/>
              </a:ext>
            </a:extLst>
          </p:cNvPr>
          <p:cNvSpPr>
            <a:spLocks noGrp="1"/>
          </p:cNvSpPr>
          <p:nvPr>
            <p:ph sz="quarter" idx="16"/>
          </p:nvPr>
        </p:nvSpPr>
        <p:spPr>
          <a:xfrm>
            <a:off x="485520" y="1989889"/>
            <a:ext cx="5356800" cy="4060073"/>
          </a:xfrm>
        </p:spPr>
        <p:txBody>
          <a:bodyPr/>
          <a:lstStyle>
            <a:lvl1pPr>
              <a:defRPr sz="1400"/>
            </a:lvl1pPr>
          </a:lstStyle>
          <a:p>
            <a:pPr lvl="0"/>
            <a:r>
              <a:rPr lang="en-GB"/>
              <a:t>Click to edit Master text styles</a:t>
            </a:r>
          </a:p>
        </p:txBody>
      </p:sp>
      <p:sp>
        <p:nvSpPr>
          <p:cNvPr id="15" name="Content Placeholder 2">
            <a:extLst>
              <a:ext uri="{FF2B5EF4-FFF2-40B4-BE49-F238E27FC236}">
                <a16:creationId xmlns:a16="http://schemas.microsoft.com/office/drawing/2014/main" id="{C87884BD-C538-2E4C-E4FE-1C5F73563883}"/>
              </a:ext>
            </a:extLst>
          </p:cNvPr>
          <p:cNvSpPr>
            <a:spLocks noGrp="1"/>
          </p:cNvSpPr>
          <p:nvPr>
            <p:ph sz="quarter" idx="15"/>
          </p:nvPr>
        </p:nvSpPr>
        <p:spPr>
          <a:xfrm>
            <a:off x="7176119" y="1989889"/>
            <a:ext cx="4533749" cy="4060073"/>
          </a:xfrm>
        </p:spPr>
        <p:txBody>
          <a:bodyPr/>
          <a:lstStyle>
            <a:lvl1pPr marL="0" indent="0">
              <a:buNone/>
              <a:defRPr sz="1400"/>
            </a:lvl1pPr>
          </a:lstStyle>
          <a:p>
            <a:pPr lvl="0"/>
            <a:r>
              <a:rPr lang="en-GB"/>
              <a:t>Click to edit Master text styles</a:t>
            </a:r>
          </a:p>
        </p:txBody>
      </p:sp>
      <p:sp>
        <p:nvSpPr>
          <p:cNvPr id="6" name="Slide Number Placeholder">
            <a:extLst>
              <a:ext uri="{FF2B5EF4-FFF2-40B4-BE49-F238E27FC236}">
                <a16:creationId xmlns:a16="http://schemas.microsoft.com/office/drawing/2014/main" id="{E26F7576-DAEE-2232-6A83-201B728CCEEC}"/>
              </a:ext>
            </a:extLst>
          </p:cNvPr>
          <p:cNvSpPr>
            <a:spLocks noGrp="1"/>
          </p:cNvSpPr>
          <p:nvPr>
            <p:ph type="sldNum" sz="quarter" idx="12"/>
          </p:nvPr>
        </p:nvSpPr>
        <p:spPr/>
        <p:txBody>
          <a:bodyPr/>
          <a:lstStyle/>
          <a:p>
            <a:fld id="{94FCA0F3-9F3A-694B-99BB-0E592A797735}" type="slidenum">
              <a:rPr lang="en-US" smtClean="0"/>
              <a:t>‹#›</a:t>
            </a:fld>
            <a:endParaRPr lang="en-US"/>
          </a:p>
        </p:txBody>
      </p:sp>
      <p:sp>
        <p:nvSpPr>
          <p:cNvPr id="4" name="Date Placeholder">
            <a:extLst>
              <a:ext uri="{FF2B5EF4-FFF2-40B4-BE49-F238E27FC236}">
                <a16:creationId xmlns:a16="http://schemas.microsoft.com/office/drawing/2014/main" id="{6DECAE16-1D46-ECE2-67B1-B4055F385487}"/>
              </a:ext>
            </a:extLst>
          </p:cNvPr>
          <p:cNvSpPr>
            <a:spLocks noGrp="1"/>
          </p:cNvSpPr>
          <p:nvPr>
            <p:ph type="dt" sz="half" idx="10"/>
          </p:nvPr>
        </p:nvSpPr>
        <p:spPr/>
        <p:txBody>
          <a:bodyPr/>
          <a:lstStyle/>
          <a:p>
            <a:fld id="{86F3B37A-2C19-4A3E-90CF-C869F5745EFC}" type="datetime3">
              <a:rPr lang="en-US" smtClean="0"/>
              <a:t>18 March 2026</a:t>
            </a:fld>
            <a:endParaRPr lang="en-US"/>
          </a:p>
        </p:txBody>
      </p:sp>
      <p:sp>
        <p:nvSpPr>
          <p:cNvPr id="5" name="Footer Placeholder">
            <a:extLst>
              <a:ext uri="{FF2B5EF4-FFF2-40B4-BE49-F238E27FC236}">
                <a16:creationId xmlns:a16="http://schemas.microsoft.com/office/drawing/2014/main" id="{98E63702-02E0-6C43-ACB9-CF47EDD90CA6}"/>
              </a:ext>
            </a:extLst>
          </p:cNvPr>
          <p:cNvSpPr>
            <a:spLocks noGrp="1"/>
          </p:cNvSpPr>
          <p:nvPr>
            <p:ph type="ftr" sz="quarter" idx="11"/>
          </p:nvPr>
        </p:nvSpPr>
        <p:spPr/>
        <p:txBody>
          <a:bodyPr/>
          <a:lstStyle/>
          <a:p>
            <a:r>
              <a:rPr lang="en-US"/>
              <a:t>Customer Experience</a:t>
            </a:r>
          </a:p>
        </p:txBody>
      </p:sp>
      <p:sp>
        <p:nvSpPr>
          <p:cNvPr id="3" name="Title">
            <a:extLst>
              <a:ext uri="{FF2B5EF4-FFF2-40B4-BE49-F238E27FC236}">
                <a16:creationId xmlns:a16="http://schemas.microsoft.com/office/drawing/2014/main" id="{314FFAF5-D636-F3D5-A584-E9A3AEB60AF6}"/>
              </a:ext>
            </a:extLst>
          </p:cNvPr>
          <p:cNvSpPr>
            <a:spLocks noGrp="1"/>
          </p:cNvSpPr>
          <p:nvPr>
            <p:ph type="title"/>
          </p:nvPr>
        </p:nvSpPr>
        <p:spPr>
          <a:xfrm>
            <a:off x="407368" y="304808"/>
            <a:ext cx="11224347" cy="470898"/>
          </a:xfrm>
        </p:spPr>
        <p:txBody>
          <a:bodyPr/>
          <a:lstStyle>
            <a:lvl1pPr>
              <a:defRPr lang="en-US" sz="6597" b="0" kern="1200" dirty="0">
                <a:solidFill>
                  <a:srgbClr val="747480"/>
                </a:solidFill>
                <a:latin typeface="EYInterstate Light"/>
                <a:ea typeface="+mn-ea"/>
                <a:cs typeface="+mn-cs"/>
              </a:defRPr>
            </a:lvl1pPr>
          </a:lstStyle>
          <a:p>
            <a:r>
              <a:rPr lang="en-GB"/>
              <a:t>Click to edit Master title style</a:t>
            </a:r>
            <a:endParaRPr lang="en-US"/>
          </a:p>
        </p:txBody>
      </p:sp>
      <p:cxnSp>
        <p:nvCxnSpPr>
          <p:cNvPr id="33" name="Straight Connector 32">
            <a:extLst>
              <a:ext uri="{FF2B5EF4-FFF2-40B4-BE49-F238E27FC236}">
                <a16:creationId xmlns:a16="http://schemas.microsoft.com/office/drawing/2014/main" id="{F6331D41-CFEC-766E-FE67-235493B3C9B0}"/>
              </a:ext>
            </a:extLst>
          </p:cNvPr>
          <p:cNvCxnSpPr>
            <a:cxnSpLocks/>
          </p:cNvCxnSpPr>
          <p:nvPr userDrawn="1"/>
        </p:nvCxnSpPr>
        <p:spPr>
          <a:xfrm>
            <a:off x="6528048" y="1989889"/>
            <a:ext cx="0" cy="2914719"/>
          </a:xfrm>
          <a:prstGeom prst="line">
            <a:avLst/>
          </a:prstGeom>
          <a:ln w="9525">
            <a:solidFill>
              <a:srgbClr val="747480"/>
            </a:solidFill>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96497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E49EC5F5-14E0-4B05-29E6-E9A059AA1002}"/>
              </a:ext>
            </a:extLst>
          </p:cNvPr>
          <p:cNvSpPr>
            <a:spLocks noGrp="1"/>
          </p:cNvSpPr>
          <p:nvPr>
            <p:ph type="title"/>
          </p:nvPr>
        </p:nvSpPr>
        <p:spPr>
          <a:xfrm>
            <a:off x="485523" y="369888"/>
            <a:ext cx="11224347" cy="470898"/>
          </a:xfrm>
        </p:spPr>
        <p:txBody>
          <a:bodyPr/>
          <a:lstStyle/>
          <a:p>
            <a:r>
              <a:rPr lang="en-US"/>
              <a:t>Click to edit Master title style</a:t>
            </a:r>
          </a:p>
        </p:txBody>
      </p:sp>
      <p:sp>
        <p:nvSpPr>
          <p:cNvPr id="7" name="Content Placeholder 1">
            <a:extLst>
              <a:ext uri="{FF2B5EF4-FFF2-40B4-BE49-F238E27FC236}">
                <a16:creationId xmlns:a16="http://schemas.microsoft.com/office/drawing/2014/main" id="{99DD3D67-FDA7-A413-313B-AF74B5AA9F16}"/>
              </a:ext>
            </a:extLst>
          </p:cNvPr>
          <p:cNvSpPr>
            <a:spLocks noGrp="1"/>
          </p:cNvSpPr>
          <p:nvPr>
            <p:ph idx="1"/>
          </p:nvPr>
        </p:nvSpPr>
        <p:spPr>
          <a:xfrm>
            <a:off x="485522" y="1411287"/>
            <a:ext cx="3570017" cy="4638675"/>
          </a:xfrm>
        </p:spPr>
        <p:txBody>
          <a:bodyPr/>
          <a:lstStyle>
            <a:lvl1pPr>
              <a:defRPr lang="en-GB" dirty="0"/>
            </a:lvl1pPr>
            <a:lvl2pPr>
              <a:defRPr lang="en-GB" dirty="0"/>
            </a:lvl2pPr>
            <a:lvl3pPr>
              <a:defRPr lang="en-GB" dirty="0"/>
            </a:lvl3pPr>
            <a:lvl4pPr>
              <a:defRPr lang="en-GB"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2">
            <a:extLst>
              <a:ext uri="{FF2B5EF4-FFF2-40B4-BE49-F238E27FC236}">
                <a16:creationId xmlns:a16="http://schemas.microsoft.com/office/drawing/2014/main" id="{8FDAD40B-6BF1-FD89-F7E7-683D2B6F74A7}"/>
              </a:ext>
            </a:extLst>
          </p:cNvPr>
          <p:cNvSpPr>
            <a:spLocks noGrp="1"/>
          </p:cNvSpPr>
          <p:nvPr>
            <p:ph idx="13"/>
          </p:nvPr>
        </p:nvSpPr>
        <p:spPr>
          <a:xfrm>
            <a:off x="4312686" y="1411287"/>
            <a:ext cx="3570017" cy="4638675"/>
          </a:xfrm>
        </p:spPr>
        <p:txBody>
          <a:bodyPr/>
          <a:lstStyle>
            <a:lvl1pPr>
              <a:defRPr lang="en-GB" dirty="0"/>
            </a:lvl1pPr>
            <a:lvl2pPr>
              <a:defRPr lang="en-GB" dirty="0"/>
            </a:lvl2pPr>
            <a:lvl3pPr>
              <a:defRPr lang="en-GB" dirty="0"/>
            </a:lvl3pPr>
            <a:lvl4pPr>
              <a:defRPr lang="en-GB"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3">
            <a:extLst>
              <a:ext uri="{FF2B5EF4-FFF2-40B4-BE49-F238E27FC236}">
                <a16:creationId xmlns:a16="http://schemas.microsoft.com/office/drawing/2014/main" id="{6A69E41B-F39E-4366-2ADE-0A30A6B7B882}"/>
              </a:ext>
            </a:extLst>
          </p:cNvPr>
          <p:cNvSpPr>
            <a:spLocks noGrp="1"/>
          </p:cNvSpPr>
          <p:nvPr>
            <p:ph idx="14"/>
          </p:nvPr>
        </p:nvSpPr>
        <p:spPr>
          <a:xfrm>
            <a:off x="8139851" y="1411287"/>
            <a:ext cx="3570017" cy="4638675"/>
          </a:xfrm>
        </p:spPr>
        <p:txBody>
          <a:bodyPr/>
          <a:lstStyle>
            <a:lvl1pPr>
              <a:defRPr lang="en-GB" dirty="0"/>
            </a:lvl1pPr>
            <a:lvl2pPr>
              <a:defRPr lang="en-GB" dirty="0"/>
            </a:lvl2pPr>
            <a:lvl3pPr>
              <a:defRPr lang="en-GB" dirty="0"/>
            </a:lvl3pPr>
            <a:lvl4pPr>
              <a:defRPr lang="en-GB"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a:extLst>
              <a:ext uri="{FF2B5EF4-FFF2-40B4-BE49-F238E27FC236}">
                <a16:creationId xmlns:a16="http://schemas.microsoft.com/office/drawing/2014/main" id="{E26F7576-DAEE-2232-6A83-201B728CCEEC}"/>
              </a:ext>
            </a:extLst>
          </p:cNvPr>
          <p:cNvSpPr>
            <a:spLocks noGrp="1"/>
          </p:cNvSpPr>
          <p:nvPr>
            <p:ph type="sldNum" sz="quarter" idx="12"/>
          </p:nvPr>
        </p:nvSpPr>
        <p:spPr/>
        <p:txBody>
          <a:bodyPr/>
          <a:lstStyle/>
          <a:p>
            <a:fld id="{94FCA0F3-9F3A-694B-99BB-0E592A797735}" type="slidenum">
              <a:rPr lang="en-US" smtClean="0"/>
              <a:t>‹#›</a:t>
            </a:fld>
            <a:endParaRPr lang="en-US"/>
          </a:p>
        </p:txBody>
      </p:sp>
      <p:sp>
        <p:nvSpPr>
          <p:cNvPr id="4" name="Date Placeholder">
            <a:extLst>
              <a:ext uri="{FF2B5EF4-FFF2-40B4-BE49-F238E27FC236}">
                <a16:creationId xmlns:a16="http://schemas.microsoft.com/office/drawing/2014/main" id="{6DECAE16-1D46-ECE2-67B1-B4055F385487}"/>
              </a:ext>
            </a:extLst>
          </p:cNvPr>
          <p:cNvSpPr>
            <a:spLocks noGrp="1"/>
          </p:cNvSpPr>
          <p:nvPr>
            <p:ph type="dt" sz="half" idx="10"/>
          </p:nvPr>
        </p:nvSpPr>
        <p:spPr/>
        <p:txBody>
          <a:bodyPr/>
          <a:lstStyle/>
          <a:p>
            <a:fld id="{0066E776-0ECA-4C68-AE1D-86318F57AC7C}" type="datetime3">
              <a:rPr lang="en-US" smtClean="0"/>
              <a:t>18 March 2026</a:t>
            </a:fld>
            <a:endParaRPr lang="en-US"/>
          </a:p>
        </p:txBody>
      </p:sp>
      <p:sp>
        <p:nvSpPr>
          <p:cNvPr id="5" name="Footer Placeholder">
            <a:extLst>
              <a:ext uri="{FF2B5EF4-FFF2-40B4-BE49-F238E27FC236}">
                <a16:creationId xmlns:a16="http://schemas.microsoft.com/office/drawing/2014/main" id="{98E63702-02E0-6C43-ACB9-CF47EDD90CA6}"/>
              </a:ext>
            </a:extLst>
          </p:cNvPr>
          <p:cNvSpPr>
            <a:spLocks noGrp="1"/>
          </p:cNvSpPr>
          <p:nvPr>
            <p:ph type="ftr" sz="quarter" idx="11"/>
          </p:nvPr>
        </p:nvSpPr>
        <p:spPr/>
        <p:txBody>
          <a:bodyPr/>
          <a:lstStyle/>
          <a:p>
            <a:r>
              <a:rPr lang="en-US"/>
              <a:t>Customer Experience</a:t>
            </a:r>
          </a:p>
        </p:txBody>
      </p:sp>
    </p:spTree>
    <p:extLst>
      <p:ext uri="{BB962C8B-B14F-4D97-AF65-F5344CB8AC3E}">
        <p14:creationId xmlns:p14="http://schemas.microsoft.com/office/powerpoint/2010/main" val="16575909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hree Content with Highlight">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E49EC5F5-14E0-4B05-29E6-E9A059AA1002}"/>
              </a:ext>
            </a:extLst>
          </p:cNvPr>
          <p:cNvSpPr>
            <a:spLocks noGrp="1"/>
          </p:cNvSpPr>
          <p:nvPr>
            <p:ph type="title"/>
          </p:nvPr>
        </p:nvSpPr>
        <p:spPr>
          <a:xfrm>
            <a:off x="485523" y="369888"/>
            <a:ext cx="11224347" cy="470898"/>
          </a:xfrm>
        </p:spPr>
        <p:txBody>
          <a:bodyPr/>
          <a:lstStyle/>
          <a:p>
            <a:r>
              <a:rPr lang="en-US"/>
              <a:t>Click to edit Master title style</a:t>
            </a:r>
          </a:p>
        </p:txBody>
      </p:sp>
      <p:sp>
        <p:nvSpPr>
          <p:cNvPr id="7" name="Content Placeholder 1">
            <a:extLst>
              <a:ext uri="{FF2B5EF4-FFF2-40B4-BE49-F238E27FC236}">
                <a16:creationId xmlns:a16="http://schemas.microsoft.com/office/drawing/2014/main" id="{99DD3D67-FDA7-A413-313B-AF74B5AA9F16}"/>
              </a:ext>
            </a:extLst>
          </p:cNvPr>
          <p:cNvSpPr>
            <a:spLocks noGrp="1"/>
          </p:cNvSpPr>
          <p:nvPr>
            <p:ph idx="1" hasCustomPrompt="1"/>
          </p:nvPr>
        </p:nvSpPr>
        <p:spPr bwMode="auto">
          <a:xfrm>
            <a:off x="485522" y="1411287"/>
            <a:ext cx="3571200" cy="4638675"/>
          </a:xfrm>
          <a:solidFill>
            <a:srgbClr val="C4C4CD">
              <a:alpha val="25000"/>
            </a:srgbClr>
          </a:solidFill>
        </p:spPr>
        <p:txBody>
          <a:bodyPr lIns="251999" tIns="180000" rIns="251999" bIns="180000"/>
          <a:lstStyle>
            <a:lvl1pPr>
              <a:defRPr lang="en-GB" dirty="0"/>
            </a:lvl1pPr>
            <a:lvl2pPr>
              <a:defRPr lang="en-GB" dirty="0"/>
            </a:lvl2pPr>
            <a:lvl3pPr>
              <a:defRPr lang="en-GB" dirty="0"/>
            </a:lvl3pPr>
            <a:lvl4pPr>
              <a:defRPr lang="en-GB" dirty="0"/>
            </a:lvl4pPr>
            <a:lvl5pPr>
              <a:defRPr lang="en-US" dirty="0"/>
            </a:lvl5pPr>
          </a:lstStyle>
          <a:p>
            <a:pPr marL="252000" marR="0" lvl="0" indent="-252000" algn="l" defTabSz="914400" rtl="0" eaLnBrk="1" fontAlgn="auto" latinLnBrk="0" hangingPunct="1">
              <a:lnSpc>
                <a:spcPct val="100000"/>
              </a:lnSpc>
              <a:spcBef>
                <a:spcPts val="400"/>
              </a:spcBef>
              <a:spcAft>
                <a:spcPts val="400"/>
              </a:spcAft>
              <a:buClr>
                <a:schemeClr val="tx2"/>
              </a:buClr>
              <a:buSzPct val="100000"/>
              <a:buFont typeface="Wingdings" pitchFamily="2" charset="2"/>
              <a:buChar char="§"/>
              <a:tabLst/>
              <a:defRPr/>
            </a:pPr>
            <a:r>
              <a:rPr lang="en-GB"/>
              <a:t>Only one highlight line should appear. Delete the other two lines.</a:t>
            </a:r>
          </a:p>
          <a:p>
            <a:pPr lvl="1"/>
            <a:r>
              <a:rPr lang="en-GB"/>
              <a:t>Second level</a:t>
            </a:r>
          </a:p>
          <a:p>
            <a:pPr lvl="2"/>
            <a:r>
              <a:rPr lang="en-GB"/>
              <a:t>Third level</a:t>
            </a:r>
          </a:p>
          <a:p>
            <a:pPr lvl="3"/>
            <a:r>
              <a:rPr lang="en-GB"/>
              <a:t>Fourth level</a:t>
            </a:r>
          </a:p>
          <a:p>
            <a:pPr lvl="4"/>
            <a:r>
              <a:rPr lang="en-GB"/>
              <a:t>Fifth level</a:t>
            </a:r>
            <a:endParaRPr lang="en-US"/>
          </a:p>
        </p:txBody>
      </p:sp>
      <p:sp>
        <p:nvSpPr>
          <p:cNvPr id="12" name="Content Placeholder 2">
            <a:extLst>
              <a:ext uri="{FF2B5EF4-FFF2-40B4-BE49-F238E27FC236}">
                <a16:creationId xmlns:a16="http://schemas.microsoft.com/office/drawing/2014/main" id="{8FDAD40B-6BF1-FD89-F7E7-683D2B6F74A7}"/>
              </a:ext>
            </a:extLst>
          </p:cNvPr>
          <p:cNvSpPr>
            <a:spLocks noGrp="1"/>
          </p:cNvSpPr>
          <p:nvPr>
            <p:ph idx="13" hasCustomPrompt="1"/>
          </p:nvPr>
        </p:nvSpPr>
        <p:spPr bwMode="auto">
          <a:xfrm>
            <a:off x="4312222" y="1411287"/>
            <a:ext cx="3571200" cy="4638675"/>
          </a:xfrm>
          <a:solidFill>
            <a:srgbClr val="C4C4CD">
              <a:alpha val="25000"/>
            </a:srgbClr>
          </a:solidFill>
        </p:spPr>
        <p:txBody>
          <a:bodyPr lIns="251999" tIns="180000" rIns="251999" bIns="180000"/>
          <a:lstStyle>
            <a:lvl1pPr>
              <a:defRPr lang="en-GB" dirty="0"/>
            </a:lvl1pPr>
            <a:lvl2pPr>
              <a:defRPr lang="en-GB" dirty="0"/>
            </a:lvl2pPr>
            <a:lvl3pPr>
              <a:defRPr lang="en-GB" dirty="0"/>
            </a:lvl3pPr>
            <a:lvl4pPr>
              <a:defRPr lang="en-GB" dirty="0"/>
            </a:lvl4pPr>
            <a:lvl5pPr>
              <a:defRPr lang="en-US" dirty="0"/>
            </a:lvl5pPr>
          </a:lstStyle>
          <a:p>
            <a:pPr marL="252000" marR="0" lvl="0" indent="-252000" algn="l" defTabSz="914400" rtl="0" eaLnBrk="1" fontAlgn="auto" latinLnBrk="0" hangingPunct="1">
              <a:lnSpc>
                <a:spcPct val="100000"/>
              </a:lnSpc>
              <a:spcBef>
                <a:spcPts val="400"/>
              </a:spcBef>
              <a:spcAft>
                <a:spcPts val="400"/>
              </a:spcAft>
              <a:buClr>
                <a:schemeClr val="tx2"/>
              </a:buClr>
              <a:buSzPct val="100000"/>
              <a:buFont typeface="Wingdings" pitchFamily="2" charset="2"/>
              <a:buChar char="§"/>
              <a:tabLst/>
              <a:defRPr/>
            </a:pPr>
            <a:r>
              <a:rPr lang="en-GB"/>
              <a:t>Only one highlight line should appear. Delete the other two lines.</a:t>
            </a:r>
          </a:p>
          <a:p>
            <a:pPr lvl="1"/>
            <a:r>
              <a:rPr lang="en-GB"/>
              <a:t>Second level</a:t>
            </a:r>
          </a:p>
          <a:p>
            <a:pPr lvl="2"/>
            <a:r>
              <a:rPr lang="en-GB"/>
              <a:t>Third level</a:t>
            </a:r>
          </a:p>
          <a:p>
            <a:pPr lvl="3"/>
            <a:r>
              <a:rPr lang="en-GB"/>
              <a:t>Fourth level</a:t>
            </a:r>
          </a:p>
          <a:p>
            <a:pPr lvl="4"/>
            <a:r>
              <a:rPr lang="en-GB"/>
              <a:t>Fifth level</a:t>
            </a:r>
            <a:endParaRPr lang="en-US"/>
          </a:p>
        </p:txBody>
      </p:sp>
      <p:sp>
        <p:nvSpPr>
          <p:cNvPr id="13" name="Content Placeholder 3">
            <a:extLst>
              <a:ext uri="{FF2B5EF4-FFF2-40B4-BE49-F238E27FC236}">
                <a16:creationId xmlns:a16="http://schemas.microsoft.com/office/drawing/2014/main" id="{6A69E41B-F39E-4366-2ADE-0A30A6B7B882}"/>
              </a:ext>
            </a:extLst>
          </p:cNvPr>
          <p:cNvSpPr>
            <a:spLocks noGrp="1"/>
          </p:cNvSpPr>
          <p:nvPr>
            <p:ph idx="14" hasCustomPrompt="1"/>
          </p:nvPr>
        </p:nvSpPr>
        <p:spPr bwMode="auto">
          <a:xfrm>
            <a:off x="8138670" y="1411287"/>
            <a:ext cx="3571200" cy="4638675"/>
          </a:xfrm>
          <a:solidFill>
            <a:srgbClr val="C4C4CD">
              <a:alpha val="25000"/>
            </a:srgbClr>
          </a:solidFill>
        </p:spPr>
        <p:txBody>
          <a:bodyPr lIns="251999" tIns="180000" rIns="251999" bIns="180000"/>
          <a:lstStyle>
            <a:lvl1pPr>
              <a:defRPr lang="en-GB" dirty="0"/>
            </a:lvl1pPr>
            <a:lvl2pPr>
              <a:defRPr lang="en-GB" dirty="0"/>
            </a:lvl2pPr>
            <a:lvl3pPr>
              <a:defRPr lang="en-GB" dirty="0"/>
            </a:lvl3pPr>
            <a:lvl4pPr>
              <a:defRPr lang="en-GB" dirty="0"/>
            </a:lvl4pPr>
            <a:lvl5pPr>
              <a:defRPr lang="en-US" dirty="0"/>
            </a:lvl5pPr>
          </a:lstStyle>
          <a:p>
            <a:pPr marL="252000" marR="0" lvl="0" indent="-252000" algn="l" defTabSz="914400" rtl="0" eaLnBrk="1" fontAlgn="auto" latinLnBrk="0" hangingPunct="1">
              <a:lnSpc>
                <a:spcPct val="100000"/>
              </a:lnSpc>
              <a:spcBef>
                <a:spcPts val="400"/>
              </a:spcBef>
              <a:spcAft>
                <a:spcPts val="400"/>
              </a:spcAft>
              <a:buClr>
                <a:schemeClr val="tx2"/>
              </a:buClr>
              <a:buSzPct val="100000"/>
              <a:buFont typeface="Wingdings" pitchFamily="2" charset="2"/>
              <a:buChar char="§"/>
              <a:tabLst/>
              <a:defRPr/>
            </a:pPr>
            <a:r>
              <a:rPr lang="en-GB"/>
              <a:t>Only one highlight line should appear. Delete the other two lines.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Slide Number Placeholder ">
            <a:extLst>
              <a:ext uri="{FF2B5EF4-FFF2-40B4-BE49-F238E27FC236}">
                <a16:creationId xmlns:a16="http://schemas.microsoft.com/office/drawing/2014/main" id="{E26F7576-DAEE-2232-6A83-201B728CCEEC}"/>
              </a:ext>
            </a:extLst>
          </p:cNvPr>
          <p:cNvSpPr>
            <a:spLocks noGrp="1"/>
          </p:cNvSpPr>
          <p:nvPr>
            <p:ph type="sldNum" sz="quarter" idx="12"/>
          </p:nvPr>
        </p:nvSpPr>
        <p:spPr/>
        <p:txBody>
          <a:bodyPr/>
          <a:lstStyle/>
          <a:p>
            <a:fld id="{94FCA0F3-9F3A-694B-99BB-0E592A797735}" type="slidenum">
              <a:rPr lang="en-US" smtClean="0"/>
              <a:t>‹#›</a:t>
            </a:fld>
            <a:endParaRPr lang="en-US"/>
          </a:p>
        </p:txBody>
      </p:sp>
      <p:sp>
        <p:nvSpPr>
          <p:cNvPr id="4" name="Date Placeholder ">
            <a:extLst>
              <a:ext uri="{FF2B5EF4-FFF2-40B4-BE49-F238E27FC236}">
                <a16:creationId xmlns:a16="http://schemas.microsoft.com/office/drawing/2014/main" id="{6DECAE16-1D46-ECE2-67B1-B4055F385487}"/>
              </a:ext>
            </a:extLst>
          </p:cNvPr>
          <p:cNvSpPr>
            <a:spLocks noGrp="1"/>
          </p:cNvSpPr>
          <p:nvPr>
            <p:ph type="dt" sz="half" idx="10"/>
          </p:nvPr>
        </p:nvSpPr>
        <p:spPr/>
        <p:txBody>
          <a:bodyPr/>
          <a:lstStyle/>
          <a:p>
            <a:fld id="{9E2C1C83-2CEE-4CFC-B5AB-D5414EBFFA5E}" type="datetime3">
              <a:rPr lang="en-US" smtClean="0"/>
              <a:t>18 March 2026</a:t>
            </a:fld>
            <a:endParaRPr lang="en-US"/>
          </a:p>
        </p:txBody>
      </p:sp>
      <p:sp>
        <p:nvSpPr>
          <p:cNvPr id="5" name="Footer Placeholder ">
            <a:extLst>
              <a:ext uri="{FF2B5EF4-FFF2-40B4-BE49-F238E27FC236}">
                <a16:creationId xmlns:a16="http://schemas.microsoft.com/office/drawing/2014/main" id="{98E63702-02E0-6C43-ACB9-CF47EDD90CA6}"/>
              </a:ext>
            </a:extLst>
          </p:cNvPr>
          <p:cNvSpPr>
            <a:spLocks noGrp="1"/>
          </p:cNvSpPr>
          <p:nvPr>
            <p:ph type="ftr" sz="quarter" idx="11"/>
          </p:nvPr>
        </p:nvSpPr>
        <p:spPr/>
        <p:txBody>
          <a:bodyPr/>
          <a:lstStyle/>
          <a:p>
            <a:r>
              <a:rPr lang="en-US"/>
              <a:t>Customer Experience</a:t>
            </a:r>
          </a:p>
        </p:txBody>
      </p:sp>
      <p:sp>
        <p:nvSpPr>
          <p:cNvPr id="8" name="Highlight line 1">
            <a:extLst>
              <a:ext uri="{FF2B5EF4-FFF2-40B4-BE49-F238E27FC236}">
                <a16:creationId xmlns:a16="http://schemas.microsoft.com/office/drawing/2014/main" id="{E1FBA9F5-4E1E-7157-650F-920396E6BD16}"/>
              </a:ext>
            </a:extLst>
          </p:cNvPr>
          <p:cNvSpPr>
            <a:spLocks noGrp="1"/>
          </p:cNvSpPr>
          <p:nvPr>
            <p:ph type="dgm" sz="quarter" idx="15" hasCustomPrompt="1"/>
          </p:nvPr>
        </p:nvSpPr>
        <p:spPr>
          <a:xfrm>
            <a:off x="485775" y="1411287"/>
            <a:ext cx="3571200" cy="36000"/>
          </a:xfrm>
          <a:solidFill>
            <a:schemeClr val="tx2"/>
          </a:solidFill>
        </p:spPr>
        <p:txBody>
          <a:bodyPr/>
          <a:lstStyle>
            <a:lvl1pPr marL="0" indent="0">
              <a:buNone/>
              <a:defRPr sz="800"/>
            </a:lvl1pPr>
          </a:lstStyle>
          <a:p>
            <a:r>
              <a:rPr lang="en-US"/>
              <a:t> </a:t>
            </a:r>
          </a:p>
        </p:txBody>
      </p:sp>
      <p:sp>
        <p:nvSpPr>
          <p:cNvPr id="9" name="Highlight line 2">
            <a:extLst>
              <a:ext uri="{FF2B5EF4-FFF2-40B4-BE49-F238E27FC236}">
                <a16:creationId xmlns:a16="http://schemas.microsoft.com/office/drawing/2014/main" id="{F0D5216F-CE4B-8B47-FCA1-EA9B01BBAD6B}"/>
              </a:ext>
            </a:extLst>
          </p:cNvPr>
          <p:cNvSpPr>
            <a:spLocks noGrp="1"/>
          </p:cNvSpPr>
          <p:nvPr>
            <p:ph type="dgm" sz="quarter" idx="16" hasCustomPrompt="1"/>
          </p:nvPr>
        </p:nvSpPr>
        <p:spPr>
          <a:xfrm>
            <a:off x="4312222" y="1411287"/>
            <a:ext cx="3571200" cy="36000"/>
          </a:xfrm>
          <a:solidFill>
            <a:schemeClr val="tx2"/>
          </a:solidFill>
        </p:spPr>
        <p:txBody>
          <a:bodyPr/>
          <a:lstStyle>
            <a:lvl1pPr marL="0" indent="0">
              <a:buNone/>
              <a:defRPr sz="800"/>
            </a:lvl1pPr>
          </a:lstStyle>
          <a:p>
            <a:r>
              <a:rPr lang="en-US"/>
              <a:t> </a:t>
            </a:r>
          </a:p>
        </p:txBody>
      </p:sp>
      <p:sp>
        <p:nvSpPr>
          <p:cNvPr id="10" name="Highlight line 3">
            <a:extLst>
              <a:ext uri="{FF2B5EF4-FFF2-40B4-BE49-F238E27FC236}">
                <a16:creationId xmlns:a16="http://schemas.microsoft.com/office/drawing/2014/main" id="{945CF969-2B44-5C5F-B1A2-132B74FE4B46}"/>
              </a:ext>
            </a:extLst>
          </p:cNvPr>
          <p:cNvSpPr>
            <a:spLocks noGrp="1"/>
          </p:cNvSpPr>
          <p:nvPr>
            <p:ph type="dgm" sz="quarter" idx="17" hasCustomPrompt="1"/>
          </p:nvPr>
        </p:nvSpPr>
        <p:spPr>
          <a:xfrm>
            <a:off x="8138670" y="1411287"/>
            <a:ext cx="3571200" cy="36000"/>
          </a:xfrm>
          <a:solidFill>
            <a:schemeClr val="tx2"/>
          </a:solidFill>
        </p:spPr>
        <p:txBody>
          <a:bodyPr/>
          <a:lstStyle>
            <a:lvl1pPr marL="0" indent="0">
              <a:buNone/>
              <a:defRPr sz="800"/>
            </a:lvl1pPr>
          </a:lstStyle>
          <a:p>
            <a:r>
              <a:rPr lang="en-US"/>
              <a:t> </a:t>
            </a:r>
          </a:p>
        </p:txBody>
      </p:sp>
    </p:spTree>
    <p:extLst>
      <p:ext uri="{BB962C8B-B14F-4D97-AF65-F5344CB8AC3E}">
        <p14:creationId xmlns:p14="http://schemas.microsoft.com/office/powerpoint/2010/main" val="41625985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Content and Image">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4922DF48-3559-E7A7-D505-A6D3643BCD33}"/>
              </a:ext>
            </a:extLst>
          </p:cNvPr>
          <p:cNvSpPr>
            <a:spLocks noGrp="1"/>
          </p:cNvSpPr>
          <p:nvPr>
            <p:ph type="dt" sz="half" idx="10"/>
          </p:nvPr>
        </p:nvSpPr>
        <p:spPr/>
        <p:txBody>
          <a:bodyPr/>
          <a:lstStyle/>
          <a:p>
            <a:fld id="{1B2F1CFC-40EA-42F3-944B-E8BE3CB90F00}" type="datetime3">
              <a:rPr lang="en-US" smtClean="0"/>
              <a:t>18 March 2026</a:t>
            </a:fld>
            <a:endParaRPr lang="en-US"/>
          </a:p>
        </p:txBody>
      </p:sp>
      <p:sp>
        <p:nvSpPr>
          <p:cNvPr id="4" name="Footer Placeholder 3">
            <a:extLst>
              <a:ext uri="{FF2B5EF4-FFF2-40B4-BE49-F238E27FC236}">
                <a16:creationId xmlns:a16="http://schemas.microsoft.com/office/drawing/2014/main" id="{84089C7F-B322-1F93-A5AB-0E322FB93D58}"/>
              </a:ext>
            </a:extLst>
          </p:cNvPr>
          <p:cNvSpPr>
            <a:spLocks noGrp="1"/>
          </p:cNvSpPr>
          <p:nvPr>
            <p:ph type="ftr" sz="quarter" idx="11"/>
          </p:nvPr>
        </p:nvSpPr>
        <p:spPr/>
        <p:txBody>
          <a:bodyPr/>
          <a:lstStyle/>
          <a:p>
            <a:r>
              <a:rPr lang="en-US"/>
              <a:t>Customer Experience</a:t>
            </a:r>
          </a:p>
        </p:txBody>
      </p:sp>
      <p:sp>
        <p:nvSpPr>
          <p:cNvPr id="5" name="Slide Number Placeholder 4">
            <a:extLst>
              <a:ext uri="{FF2B5EF4-FFF2-40B4-BE49-F238E27FC236}">
                <a16:creationId xmlns:a16="http://schemas.microsoft.com/office/drawing/2014/main" id="{0226D098-604F-1C6E-4D3F-56B3EFAD11F7}"/>
              </a:ext>
            </a:extLst>
          </p:cNvPr>
          <p:cNvSpPr>
            <a:spLocks noGrp="1"/>
          </p:cNvSpPr>
          <p:nvPr>
            <p:ph type="sldNum" sz="quarter" idx="12"/>
          </p:nvPr>
        </p:nvSpPr>
        <p:spPr/>
        <p:txBody>
          <a:bodyPr/>
          <a:lstStyle/>
          <a:p>
            <a:fld id="{F1BC30E3-FFE5-4B91-AA19-87A149EBB9EE}" type="slidenum">
              <a:rPr lang="en-GB" smtClean="0"/>
              <a:pPr/>
              <a:t>‹#›</a:t>
            </a:fld>
            <a:endParaRPr lang="en-GB"/>
          </a:p>
        </p:txBody>
      </p:sp>
      <p:sp>
        <p:nvSpPr>
          <p:cNvPr id="7" name="Content Placeholder 2">
            <a:extLst>
              <a:ext uri="{FF2B5EF4-FFF2-40B4-BE49-F238E27FC236}">
                <a16:creationId xmlns:a16="http://schemas.microsoft.com/office/drawing/2014/main" id="{34560AA6-636D-C99A-75CC-1AC2E4A0E42F}"/>
              </a:ext>
            </a:extLst>
          </p:cNvPr>
          <p:cNvSpPr>
            <a:spLocks noGrp="1"/>
          </p:cNvSpPr>
          <p:nvPr>
            <p:ph idx="1"/>
          </p:nvPr>
        </p:nvSpPr>
        <p:spPr>
          <a:xfrm>
            <a:off x="485522" y="2016125"/>
            <a:ext cx="5610479" cy="4033837"/>
          </a:xfrm>
        </p:spPr>
        <p:txBody>
          <a:bodyPr/>
          <a:lstStyle>
            <a:lvl1pPr>
              <a:defRPr lang="en-GB" dirty="0"/>
            </a:lvl1pPr>
            <a:lvl2pPr>
              <a:defRPr lang="en-GB" dirty="0"/>
            </a:lvl2pPr>
            <a:lvl3pPr>
              <a:defRPr lang="en-GB" dirty="0"/>
            </a:lvl3pPr>
            <a:lvl4pPr>
              <a:defRPr lang="en-GB"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CD83AEB6-812D-A880-EAD7-47C376F054B5}"/>
              </a:ext>
            </a:extLst>
          </p:cNvPr>
          <p:cNvSpPr>
            <a:spLocks noGrp="1"/>
          </p:cNvSpPr>
          <p:nvPr>
            <p:ph type="pic" sz="quarter" idx="13"/>
          </p:nvPr>
        </p:nvSpPr>
        <p:spPr>
          <a:xfrm>
            <a:off x="6349868" y="0"/>
            <a:ext cx="5842132" cy="6858000"/>
          </a:xfrm>
        </p:spPr>
        <p:txBody>
          <a:bodyPr/>
          <a:lstStyle/>
          <a:p>
            <a:r>
              <a:rPr lang="en-US"/>
              <a:t>Click icon to add picture</a:t>
            </a:r>
          </a:p>
        </p:txBody>
      </p:sp>
      <p:sp>
        <p:nvSpPr>
          <p:cNvPr id="13" name="Title 12">
            <a:extLst>
              <a:ext uri="{FF2B5EF4-FFF2-40B4-BE49-F238E27FC236}">
                <a16:creationId xmlns:a16="http://schemas.microsoft.com/office/drawing/2014/main" id="{097C4A53-D484-0A91-32DE-DC7DFBC6D51F}"/>
              </a:ext>
            </a:extLst>
          </p:cNvPr>
          <p:cNvSpPr>
            <a:spLocks noGrp="1"/>
          </p:cNvSpPr>
          <p:nvPr>
            <p:ph type="title"/>
          </p:nvPr>
        </p:nvSpPr>
        <p:spPr>
          <a:xfrm>
            <a:off x="485523" y="369889"/>
            <a:ext cx="5610479" cy="1057473"/>
          </a:xfrm>
        </p:spPr>
        <p:txBody>
          <a:bodyPr/>
          <a:lstStyle/>
          <a:p>
            <a:r>
              <a:rPr lang="en-US"/>
              <a:t>Click to edit Master title style</a:t>
            </a:r>
          </a:p>
        </p:txBody>
      </p:sp>
      <p:pic>
        <p:nvPicPr>
          <p:cNvPr id="2" name="Graphic 1">
            <a:extLst>
              <a:ext uri="{FF2B5EF4-FFF2-40B4-BE49-F238E27FC236}">
                <a16:creationId xmlns:a16="http://schemas.microsoft.com/office/drawing/2014/main" id="{2F0FE53F-A66D-669D-BD1D-677450D3612E}"/>
              </a:ext>
            </a:extLst>
          </p:cNvPr>
          <p:cNvPicPr/>
          <p:nvPr userDrawn="1"/>
        </p:nvPicPr>
        <p:blipFill>
          <a:blip r:embed="rId2">
            <a:extLst>
              <a:ext uri="{96DAC541-7B7A-43D3-8B79-37D633B846F1}">
                <asvg:svgBlip xmlns:asvg="http://schemas.microsoft.com/office/drawing/2016/SVG/main" r:embed="rId3"/>
              </a:ext>
            </a:extLst>
          </a:blip>
          <a:srcRect/>
          <a:stretch/>
        </p:blipFill>
        <p:spPr>
          <a:xfrm>
            <a:off x="11089247" y="6289101"/>
            <a:ext cx="880811" cy="341755"/>
          </a:xfrm>
          <a:prstGeom prst="rect">
            <a:avLst/>
          </a:prstGeom>
        </p:spPr>
      </p:pic>
    </p:spTree>
    <p:extLst>
      <p:ext uri="{BB962C8B-B14F-4D97-AF65-F5344CB8AC3E}">
        <p14:creationId xmlns:p14="http://schemas.microsoft.com/office/powerpoint/2010/main" val="10066457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Key Number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8AE523-7B3C-8783-DFC0-18E1AA2D887A}"/>
              </a:ext>
            </a:extLst>
          </p:cNvPr>
          <p:cNvSpPr>
            <a:spLocks noGrp="1"/>
          </p:cNvSpPr>
          <p:nvPr>
            <p:ph type="title"/>
          </p:nvPr>
        </p:nvSpPr>
        <p:spPr>
          <a:xfrm>
            <a:off x="485523" y="369888"/>
            <a:ext cx="11224347" cy="470898"/>
          </a:xfrm>
        </p:spPr>
        <p:txBody>
          <a:bodyPr/>
          <a:lstStyle/>
          <a:p>
            <a:r>
              <a:rPr lang="en-US"/>
              <a:t>Click to edit Master title style</a:t>
            </a:r>
          </a:p>
        </p:txBody>
      </p:sp>
      <p:sp>
        <p:nvSpPr>
          <p:cNvPr id="3" name="Date Placeholder 2">
            <a:extLst>
              <a:ext uri="{FF2B5EF4-FFF2-40B4-BE49-F238E27FC236}">
                <a16:creationId xmlns:a16="http://schemas.microsoft.com/office/drawing/2014/main" id="{7096FD95-0C81-8816-F6A7-13708A804C91}"/>
              </a:ext>
            </a:extLst>
          </p:cNvPr>
          <p:cNvSpPr>
            <a:spLocks noGrp="1"/>
          </p:cNvSpPr>
          <p:nvPr>
            <p:ph type="dt" sz="half" idx="10"/>
          </p:nvPr>
        </p:nvSpPr>
        <p:spPr/>
        <p:txBody>
          <a:bodyPr/>
          <a:lstStyle/>
          <a:p>
            <a:fld id="{C2DCF1FF-B763-431B-8B98-23875084CF76}" type="datetime3">
              <a:rPr lang="en-US" smtClean="0"/>
              <a:t>18 March 2026</a:t>
            </a:fld>
            <a:endParaRPr lang="en-US"/>
          </a:p>
        </p:txBody>
      </p:sp>
      <p:sp>
        <p:nvSpPr>
          <p:cNvPr id="4" name="Footer Placeholder 3">
            <a:extLst>
              <a:ext uri="{FF2B5EF4-FFF2-40B4-BE49-F238E27FC236}">
                <a16:creationId xmlns:a16="http://schemas.microsoft.com/office/drawing/2014/main" id="{434B0C7E-A414-4EA6-7DAD-5068A7AE4E81}"/>
              </a:ext>
            </a:extLst>
          </p:cNvPr>
          <p:cNvSpPr>
            <a:spLocks noGrp="1"/>
          </p:cNvSpPr>
          <p:nvPr>
            <p:ph type="ftr" sz="quarter" idx="11"/>
          </p:nvPr>
        </p:nvSpPr>
        <p:spPr/>
        <p:txBody>
          <a:bodyPr/>
          <a:lstStyle/>
          <a:p>
            <a:r>
              <a:rPr lang="en-US"/>
              <a:t>Customer Experience</a:t>
            </a:r>
          </a:p>
        </p:txBody>
      </p:sp>
      <p:sp>
        <p:nvSpPr>
          <p:cNvPr id="5" name="Slide Number Placeholder 4">
            <a:extLst>
              <a:ext uri="{FF2B5EF4-FFF2-40B4-BE49-F238E27FC236}">
                <a16:creationId xmlns:a16="http://schemas.microsoft.com/office/drawing/2014/main" id="{830298F4-310D-68C0-AA7E-8C7FA83AB2EE}"/>
              </a:ext>
            </a:extLst>
          </p:cNvPr>
          <p:cNvSpPr>
            <a:spLocks noGrp="1"/>
          </p:cNvSpPr>
          <p:nvPr>
            <p:ph type="sldNum" sz="quarter" idx="12"/>
          </p:nvPr>
        </p:nvSpPr>
        <p:spPr/>
        <p:txBody>
          <a:bodyPr/>
          <a:lstStyle/>
          <a:p>
            <a:fld id="{94FCA0F3-9F3A-694B-99BB-0E592A797735}" type="slidenum">
              <a:rPr lang="en-US" smtClean="0"/>
              <a:t>‹#›</a:t>
            </a:fld>
            <a:endParaRPr lang="en-US"/>
          </a:p>
        </p:txBody>
      </p:sp>
      <p:sp>
        <p:nvSpPr>
          <p:cNvPr id="7" name="Text Placeholder 6">
            <a:extLst>
              <a:ext uri="{FF2B5EF4-FFF2-40B4-BE49-F238E27FC236}">
                <a16:creationId xmlns:a16="http://schemas.microsoft.com/office/drawing/2014/main" id="{B1F20FD9-346B-5423-9ECF-F0D4E362CCCE}"/>
              </a:ext>
            </a:extLst>
          </p:cNvPr>
          <p:cNvSpPr>
            <a:spLocks noGrp="1"/>
          </p:cNvSpPr>
          <p:nvPr>
            <p:ph type="body" sz="quarter" idx="13" hasCustomPrompt="1"/>
          </p:nvPr>
        </p:nvSpPr>
        <p:spPr>
          <a:xfrm>
            <a:off x="485523" y="2523291"/>
            <a:ext cx="3571200" cy="1438855"/>
          </a:xfrm>
        </p:spPr>
        <p:txBody>
          <a:bodyPr>
            <a:spAutoFit/>
          </a:bodyPr>
          <a:lstStyle>
            <a:lvl1pPr marL="0" indent="0" algn="ctr">
              <a:lnSpc>
                <a:spcPct val="85000"/>
              </a:lnSpc>
              <a:buNone/>
              <a:defRPr sz="11000" b="1">
                <a:solidFill>
                  <a:schemeClr val="bg1"/>
                </a:solidFill>
                <a:latin typeface="EYInterstate Regular" panose="02000503020000020004" pitchFamily="2" charset="0"/>
              </a:defRPr>
            </a:lvl1pPr>
            <a:lvl2pPr marL="252000" indent="0" algn="ctr">
              <a:buNone/>
              <a:defRPr/>
            </a:lvl2pPr>
            <a:lvl3pPr algn="ctr">
              <a:defRPr/>
            </a:lvl3pPr>
            <a:lvl4pPr algn="ctr">
              <a:defRPr/>
            </a:lvl4pPr>
            <a:lvl5pPr algn="ctr">
              <a:defRPr/>
            </a:lvl5pPr>
          </a:lstStyle>
          <a:p>
            <a:pPr lvl="0"/>
            <a:r>
              <a:rPr lang="en-GB"/>
              <a:t>000</a:t>
            </a:r>
          </a:p>
        </p:txBody>
      </p:sp>
      <p:sp>
        <p:nvSpPr>
          <p:cNvPr id="6" name="Text Placeholder 6">
            <a:extLst>
              <a:ext uri="{FF2B5EF4-FFF2-40B4-BE49-F238E27FC236}">
                <a16:creationId xmlns:a16="http://schemas.microsoft.com/office/drawing/2014/main" id="{50886606-7F7C-229B-523F-A51D629D8F76}"/>
              </a:ext>
            </a:extLst>
          </p:cNvPr>
          <p:cNvSpPr>
            <a:spLocks noGrp="1"/>
          </p:cNvSpPr>
          <p:nvPr>
            <p:ph type="body" sz="quarter" idx="14" hasCustomPrompt="1"/>
          </p:nvPr>
        </p:nvSpPr>
        <p:spPr>
          <a:xfrm>
            <a:off x="4312096" y="2531683"/>
            <a:ext cx="3571200" cy="1438855"/>
          </a:xfrm>
        </p:spPr>
        <p:txBody>
          <a:bodyPr>
            <a:spAutoFit/>
          </a:bodyPr>
          <a:lstStyle>
            <a:lvl1pPr marL="0" indent="0" algn="ctr">
              <a:lnSpc>
                <a:spcPct val="85000"/>
              </a:lnSpc>
              <a:buNone/>
              <a:defRPr sz="11000" b="1">
                <a:solidFill>
                  <a:schemeClr val="bg1"/>
                </a:solidFill>
                <a:latin typeface="EYInterstate Regular" panose="02000503020000020004" pitchFamily="2" charset="0"/>
              </a:defRPr>
            </a:lvl1pPr>
            <a:lvl2pPr algn="ctr">
              <a:defRPr/>
            </a:lvl2pPr>
            <a:lvl3pPr algn="ctr">
              <a:defRPr/>
            </a:lvl3pPr>
            <a:lvl4pPr algn="ctr">
              <a:defRPr/>
            </a:lvl4pPr>
            <a:lvl5pPr algn="ctr">
              <a:defRPr/>
            </a:lvl5pPr>
          </a:lstStyle>
          <a:p>
            <a:pPr lvl="0"/>
            <a:r>
              <a:rPr lang="en-GB"/>
              <a:t>000</a:t>
            </a:r>
          </a:p>
        </p:txBody>
      </p:sp>
      <p:sp>
        <p:nvSpPr>
          <p:cNvPr id="8" name="Text Placeholder 6">
            <a:extLst>
              <a:ext uri="{FF2B5EF4-FFF2-40B4-BE49-F238E27FC236}">
                <a16:creationId xmlns:a16="http://schemas.microsoft.com/office/drawing/2014/main" id="{4DFDFED0-9426-6F78-EE09-B416D3559689}"/>
              </a:ext>
            </a:extLst>
          </p:cNvPr>
          <p:cNvSpPr>
            <a:spLocks noGrp="1"/>
          </p:cNvSpPr>
          <p:nvPr>
            <p:ph type="body" sz="quarter" idx="15" hasCustomPrompt="1"/>
          </p:nvPr>
        </p:nvSpPr>
        <p:spPr>
          <a:xfrm>
            <a:off x="8138670" y="2531683"/>
            <a:ext cx="3571200" cy="1438855"/>
          </a:xfrm>
        </p:spPr>
        <p:txBody>
          <a:bodyPr>
            <a:spAutoFit/>
          </a:bodyPr>
          <a:lstStyle>
            <a:lvl1pPr marL="0" indent="0" algn="ctr">
              <a:lnSpc>
                <a:spcPct val="85000"/>
              </a:lnSpc>
              <a:buNone/>
              <a:defRPr sz="11000" b="1">
                <a:solidFill>
                  <a:schemeClr val="bg1"/>
                </a:solidFill>
                <a:latin typeface="EYInterstate Regular" panose="02000503020000020004" pitchFamily="2" charset="0"/>
              </a:defRPr>
            </a:lvl1pPr>
            <a:lvl2pPr algn="ctr">
              <a:defRPr/>
            </a:lvl2pPr>
            <a:lvl3pPr algn="ctr">
              <a:defRPr/>
            </a:lvl3pPr>
            <a:lvl4pPr algn="ctr">
              <a:defRPr/>
            </a:lvl4pPr>
            <a:lvl5pPr algn="ctr">
              <a:defRPr/>
            </a:lvl5pPr>
          </a:lstStyle>
          <a:p>
            <a:pPr lvl="0"/>
            <a:r>
              <a:rPr lang="en-GB"/>
              <a:t>000</a:t>
            </a:r>
          </a:p>
        </p:txBody>
      </p:sp>
      <p:sp>
        <p:nvSpPr>
          <p:cNvPr id="10" name="Text Placeholder 9">
            <a:extLst>
              <a:ext uri="{FF2B5EF4-FFF2-40B4-BE49-F238E27FC236}">
                <a16:creationId xmlns:a16="http://schemas.microsoft.com/office/drawing/2014/main" id="{B60D1CEB-1876-8DB7-6913-D6F96D953AA4}"/>
              </a:ext>
            </a:extLst>
          </p:cNvPr>
          <p:cNvSpPr>
            <a:spLocks noGrp="1"/>
          </p:cNvSpPr>
          <p:nvPr>
            <p:ph type="body" sz="quarter" idx="16"/>
          </p:nvPr>
        </p:nvSpPr>
        <p:spPr>
          <a:xfrm>
            <a:off x="485523" y="3936165"/>
            <a:ext cx="3571200" cy="2113797"/>
          </a:xfrm>
        </p:spPr>
        <p:txBody>
          <a:bodyPr/>
          <a:lstStyle>
            <a:lvl1pPr marL="0" indent="0" algn="ctr">
              <a:buNone/>
              <a:defRPr/>
            </a:lvl1pPr>
            <a:lvl2pPr marL="0" indent="0" algn="ctr">
              <a:buNone/>
              <a:defRPr sz="1800"/>
            </a:lvl2pPr>
            <a:lvl3pPr marL="0" indent="0" algn="ctr">
              <a:buNone/>
              <a:defRPr sz="1600"/>
            </a:lvl3pPr>
            <a:lvl4pPr marL="0" indent="0" algn="ctr">
              <a:buNone/>
              <a:defRPr sz="1400"/>
            </a:lvl4pPr>
            <a:lvl5pPr marL="0" indent="0" algn="ctr">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9">
            <a:extLst>
              <a:ext uri="{FF2B5EF4-FFF2-40B4-BE49-F238E27FC236}">
                <a16:creationId xmlns:a16="http://schemas.microsoft.com/office/drawing/2014/main" id="{1344ED76-364E-1538-DFB0-B25FC3D75E0B}"/>
              </a:ext>
            </a:extLst>
          </p:cNvPr>
          <p:cNvSpPr>
            <a:spLocks noGrp="1"/>
          </p:cNvSpPr>
          <p:nvPr>
            <p:ph type="body" sz="quarter" idx="17"/>
          </p:nvPr>
        </p:nvSpPr>
        <p:spPr>
          <a:xfrm>
            <a:off x="4312096" y="3936165"/>
            <a:ext cx="3571200" cy="2113797"/>
          </a:xfrm>
        </p:spPr>
        <p:txBody>
          <a:bodyPr/>
          <a:lstStyle>
            <a:lvl1pPr marL="0" indent="0" algn="ctr">
              <a:buNone/>
              <a:defRPr/>
            </a:lvl1pPr>
            <a:lvl2pPr marL="0" indent="0" algn="ctr">
              <a:buNone/>
              <a:defRPr sz="1800"/>
            </a:lvl2pPr>
            <a:lvl3pPr marL="0" indent="0" algn="ctr">
              <a:buNone/>
              <a:defRPr sz="1600"/>
            </a:lvl3pPr>
            <a:lvl4pPr marL="0" indent="0" algn="ctr">
              <a:buNone/>
              <a:defRPr sz="1400"/>
            </a:lvl4pPr>
            <a:lvl5pPr marL="0" indent="0" algn="ctr">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9">
            <a:extLst>
              <a:ext uri="{FF2B5EF4-FFF2-40B4-BE49-F238E27FC236}">
                <a16:creationId xmlns:a16="http://schemas.microsoft.com/office/drawing/2014/main" id="{2CFE1354-17C3-F8BE-C22A-B4DC2FEEE4D1}"/>
              </a:ext>
            </a:extLst>
          </p:cNvPr>
          <p:cNvSpPr>
            <a:spLocks noGrp="1"/>
          </p:cNvSpPr>
          <p:nvPr>
            <p:ph type="body" sz="quarter" idx="18"/>
          </p:nvPr>
        </p:nvSpPr>
        <p:spPr>
          <a:xfrm>
            <a:off x="8138670" y="3936165"/>
            <a:ext cx="3571200" cy="2113797"/>
          </a:xfrm>
        </p:spPr>
        <p:txBody>
          <a:bodyPr/>
          <a:lstStyle>
            <a:lvl1pPr marL="0" indent="0" algn="ctr">
              <a:buNone/>
              <a:defRPr/>
            </a:lvl1pPr>
            <a:lvl2pPr marL="0" indent="0" algn="ctr">
              <a:buNone/>
              <a:defRPr sz="1800"/>
            </a:lvl2pPr>
            <a:lvl3pPr marL="0" indent="0" algn="ctr">
              <a:buNone/>
              <a:defRPr sz="1600"/>
            </a:lvl3pPr>
            <a:lvl4pPr marL="0" indent="0" algn="ctr">
              <a:buNone/>
              <a:defRPr sz="1400"/>
            </a:lvl4pPr>
            <a:lvl5pPr marL="0" indent="0" algn="ctr">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Highlight line 1">
            <a:extLst>
              <a:ext uri="{FF2B5EF4-FFF2-40B4-BE49-F238E27FC236}">
                <a16:creationId xmlns:a16="http://schemas.microsoft.com/office/drawing/2014/main" id="{34F207C9-9A8B-EF87-98D3-1C82E5A73D92}"/>
              </a:ext>
            </a:extLst>
          </p:cNvPr>
          <p:cNvSpPr>
            <a:spLocks noGrp="1"/>
          </p:cNvSpPr>
          <p:nvPr>
            <p:ph type="dgm" sz="quarter" idx="19" hasCustomPrompt="1"/>
          </p:nvPr>
        </p:nvSpPr>
        <p:spPr>
          <a:xfrm>
            <a:off x="485523" y="2386525"/>
            <a:ext cx="3571200" cy="36000"/>
          </a:xfrm>
          <a:solidFill>
            <a:schemeClr val="tx2"/>
          </a:solidFill>
        </p:spPr>
        <p:txBody>
          <a:bodyPr/>
          <a:lstStyle>
            <a:lvl1pPr marL="0" indent="0">
              <a:buNone/>
              <a:defRPr sz="800"/>
            </a:lvl1pPr>
          </a:lstStyle>
          <a:p>
            <a:r>
              <a:rPr lang="en-US"/>
              <a:t> </a:t>
            </a:r>
          </a:p>
        </p:txBody>
      </p:sp>
      <p:sp>
        <p:nvSpPr>
          <p:cNvPr id="14" name="Highlight line 2">
            <a:extLst>
              <a:ext uri="{FF2B5EF4-FFF2-40B4-BE49-F238E27FC236}">
                <a16:creationId xmlns:a16="http://schemas.microsoft.com/office/drawing/2014/main" id="{F2F8A8EF-34AC-8909-599F-945923D00AEF}"/>
              </a:ext>
            </a:extLst>
          </p:cNvPr>
          <p:cNvSpPr>
            <a:spLocks noGrp="1"/>
          </p:cNvSpPr>
          <p:nvPr>
            <p:ph type="dgm" sz="quarter" idx="20" hasCustomPrompt="1"/>
          </p:nvPr>
        </p:nvSpPr>
        <p:spPr>
          <a:xfrm>
            <a:off x="4312096" y="2386525"/>
            <a:ext cx="3571200" cy="36000"/>
          </a:xfrm>
          <a:solidFill>
            <a:schemeClr val="tx2"/>
          </a:solidFill>
        </p:spPr>
        <p:txBody>
          <a:bodyPr/>
          <a:lstStyle>
            <a:lvl1pPr marL="0" indent="0">
              <a:buNone/>
              <a:defRPr sz="800"/>
            </a:lvl1pPr>
          </a:lstStyle>
          <a:p>
            <a:r>
              <a:rPr lang="en-US"/>
              <a:t> </a:t>
            </a:r>
          </a:p>
        </p:txBody>
      </p:sp>
      <p:sp>
        <p:nvSpPr>
          <p:cNvPr id="15" name="Highlight line 3">
            <a:extLst>
              <a:ext uri="{FF2B5EF4-FFF2-40B4-BE49-F238E27FC236}">
                <a16:creationId xmlns:a16="http://schemas.microsoft.com/office/drawing/2014/main" id="{FAEBBCA3-F771-49F4-C4AD-11D468F96AB6}"/>
              </a:ext>
            </a:extLst>
          </p:cNvPr>
          <p:cNvSpPr>
            <a:spLocks noGrp="1"/>
          </p:cNvSpPr>
          <p:nvPr>
            <p:ph type="dgm" sz="quarter" idx="21" hasCustomPrompt="1"/>
          </p:nvPr>
        </p:nvSpPr>
        <p:spPr>
          <a:xfrm>
            <a:off x="8138670" y="2386525"/>
            <a:ext cx="3571200" cy="36000"/>
          </a:xfrm>
          <a:solidFill>
            <a:schemeClr val="tx2"/>
          </a:solidFill>
        </p:spPr>
        <p:txBody>
          <a:bodyPr/>
          <a:lstStyle>
            <a:lvl1pPr marL="0" indent="0">
              <a:buNone/>
              <a:defRPr sz="800"/>
            </a:lvl1pPr>
          </a:lstStyle>
          <a:p>
            <a:r>
              <a:rPr lang="en-US"/>
              <a:t> </a:t>
            </a:r>
          </a:p>
        </p:txBody>
      </p:sp>
    </p:spTree>
    <p:extLst>
      <p:ext uri="{BB962C8B-B14F-4D97-AF65-F5344CB8AC3E}">
        <p14:creationId xmlns:p14="http://schemas.microsoft.com/office/powerpoint/2010/main" val="19836463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Video and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9EC5F5-14E0-4B05-29E6-E9A059AA1002}"/>
              </a:ext>
            </a:extLst>
          </p:cNvPr>
          <p:cNvSpPr>
            <a:spLocks noGrp="1"/>
          </p:cNvSpPr>
          <p:nvPr>
            <p:ph type="title"/>
          </p:nvPr>
        </p:nvSpPr>
        <p:spPr>
          <a:xfrm>
            <a:off x="485523" y="369888"/>
            <a:ext cx="11224347" cy="470898"/>
          </a:xfrm>
        </p:spPr>
        <p:txBody>
          <a:bodyPr/>
          <a:lstStyle/>
          <a:p>
            <a:r>
              <a:rPr lang="en-US"/>
              <a:t>Click to edit Master title style</a:t>
            </a:r>
          </a:p>
        </p:txBody>
      </p:sp>
      <p:sp>
        <p:nvSpPr>
          <p:cNvPr id="4" name="Date Placeholder 3">
            <a:extLst>
              <a:ext uri="{FF2B5EF4-FFF2-40B4-BE49-F238E27FC236}">
                <a16:creationId xmlns:a16="http://schemas.microsoft.com/office/drawing/2014/main" id="{6DECAE16-1D46-ECE2-67B1-B4055F385487}"/>
              </a:ext>
            </a:extLst>
          </p:cNvPr>
          <p:cNvSpPr>
            <a:spLocks noGrp="1"/>
          </p:cNvSpPr>
          <p:nvPr>
            <p:ph type="dt" sz="half" idx="10"/>
          </p:nvPr>
        </p:nvSpPr>
        <p:spPr/>
        <p:txBody>
          <a:bodyPr/>
          <a:lstStyle/>
          <a:p>
            <a:fld id="{8A86FC13-4DF7-49B5-8EA4-EAF25A8E1E4F}" type="datetime3">
              <a:rPr lang="en-US" smtClean="0"/>
              <a:t>18 March 2026</a:t>
            </a:fld>
            <a:endParaRPr lang="en-US"/>
          </a:p>
        </p:txBody>
      </p:sp>
      <p:sp>
        <p:nvSpPr>
          <p:cNvPr id="5" name="Footer Placeholder 4">
            <a:extLst>
              <a:ext uri="{FF2B5EF4-FFF2-40B4-BE49-F238E27FC236}">
                <a16:creationId xmlns:a16="http://schemas.microsoft.com/office/drawing/2014/main" id="{98E63702-02E0-6C43-ACB9-CF47EDD90CA6}"/>
              </a:ext>
            </a:extLst>
          </p:cNvPr>
          <p:cNvSpPr>
            <a:spLocks noGrp="1"/>
          </p:cNvSpPr>
          <p:nvPr>
            <p:ph type="ftr" sz="quarter" idx="11"/>
          </p:nvPr>
        </p:nvSpPr>
        <p:spPr/>
        <p:txBody>
          <a:bodyPr/>
          <a:lstStyle/>
          <a:p>
            <a:r>
              <a:rPr lang="en-US"/>
              <a:t>Customer Experience</a:t>
            </a:r>
          </a:p>
        </p:txBody>
      </p:sp>
      <p:sp>
        <p:nvSpPr>
          <p:cNvPr id="6" name="Slide Number Placeholder 5">
            <a:extLst>
              <a:ext uri="{FF2B5EF4-FFF2-40B4-BE49-F238E27FC236}">
                <a16:creationId xmlns:a16="http://schemas.microsoft.com/office/drawing/2014/main" id="{E26F7576-DAEE-2232-6A83-201B728CCEEC}"/>
              </a:ext>
            </a:extLst>
          </p:cNvPr>
          <p:cNvSpPr>
            <a:spLocks noGrp="1"/>
          </p:cNvSpPr>
          <p:nvPr>
            <p:ph type="sldNum" sz="quarter" idx="12"/>
          </p:nvPr>
        </p:nvSpPr>
        <p:spPr/>
        <p:txBody>
          <a:bodyPr/>
          <a:lstStyle/>
          <a:p>
            <a:fld id="{94FCA0F3-9F3A-694B-99BB-0E592A797735}" type="slidenum">
              <a:rPr lang="en-US" smtClean="0"/>
              <a:t>‹#›</a:t>
            </a:fld>
            <a:endParaRPr lang="en-US"/>
          </a:p>
        </p:txBody>
      </p:sp>
      <p:sp>
        <p:nvSpPr>
          <p:cNvPr id="12" name="Media Placeholder 11">
            <a:extLst>
              <a:ext uri="{FF2B5EF4-FFF2-40B4-BE49-F238E27FC236}">
                <a16:creationId xmlns:a16="http://schemas.microsoft.com/office/drawing/2014/main" id="{7AA8680C-DF0E-A59A-1D40-85E5B348B8F4}"/>
              </a:ext>
            </a:extLst>
          </p:cNvPr>
          <p:cNvSpPr>
            <a:spLocks noGrp="1"/>
          </p:cNvSpPr>
          <p:nvPr>
            <p:ph type="media" sz="quarter" idx="13"/>
          </p:nvPr>
        </p:nvSpPr>
        <p:spPr>
          <a:xfrm>
            <a:off x="485524" y="1411287"/>
            <a:ext cx="8160263" cy="4638675"/>
          </a:xfrm>
        </p:spPr>
        <p:txBody>
          <a:bodyPr/>
          <a:lstStyle/>
          <a:p>
            <a:r>
              <a:rPr lang="en-US"/>
              <a:t>Click icon to add media</a:t>
            </a:r>
          </a:p>
        </p:txBody>
      </p:sp>
      <p:sp>
        <p:nvSpPr>
          <p:cNvPr id="14" name="Text Placeholder 13">
            <a:extLst>
              <a:ext uri="{FF2B5EF4-FFF2-40B4-BE49-F238E27FC236}">
                <a16:creationId xmlns:a16="http://schemas.microsoft.com/office/drawing/2014/main" id="{7E85579B-86BF-EE24-023A-9F648CFE072C}"/>
              </a:ext>
            </a:extLst>
          </p:cNvPr>
          <p:cNvSpPr>
            <a:spLocks noGrp="1"/>
          </p:cNvSpPr>
          <p:nvPr>
            <p:ph type="body" sz="quarter" idx="14"/>
          </p:nvPr>
        </p:nvSpPr>
        <p:spPr>
          <a:xfrm>
            <a:off x="8904632" y="1411287"/>
            <a:ext cx="2805238" cy="4638675"/>
          </a:xfrm>
        </p:spPr>
        <p:txBody>
          <a:bodyPr/>
          <a:lstStyle>
            <a:lvl1pPr>
              <a:defRPr lang="en-GB" dirty="0"/>
            </a:lvl1pPr>
            <a:lvl2pPr>
              <a:defRPr lang="en-GB" dirty="0"/>
            </a:lvl2pPr>
            <a:lvl3pPr>
              <a:defRPr lang="en-GB" dirty="0"/>
            </a:lvl3pPr>
            <a:lvl4pPr>
              <a:defRPr lang="en-GB"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375149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eam">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9EC5F5-14E0-4B05-29E6-E9A059AA1002}"/>
              </a:ext>
            </a:extLst>
          </p:cNvPr>
          <p:cNvSpPr>
            <a:spLocks noGrp="1"/>
          </p:cNvSpPr>
          <p:nvPr>
            <p:ph type="title"/>
          </p:nvPr>
        </p:nvSpPr>
        <p:spPr>
          <a:xfrm>
            <a:off x="485523" y="369888"/>
            <a:ext cx="11224347" cy="470898"/>
          </a:xfrm>
        </p:spPr>
        <p:txBody>
          <a:bodyPr/>
          <a:lstStyle/>
          <a:p>
            <a:r>
              <a:rPr lang="en-US"/>
              <a:t>Click to edit Master title style</a:t>
            </a:r>
          </a:p>
        </p:txBody>
      </p:sp>
      <p:sp>
        <p:nvSpPr>
          <p:cNvPr id="4" name="Date Placeholder 3">
            <a:extLst>
              <a:ext uri="{FF2B5EF4-FFF2-40B4-BE49-F238E27FC236}">
                <a16:creationId xmlns:a16="http://schemas.microsoft.com/office/drawing/2014/main" id="{6DECAE16-1D46-ECE2-67B1-B4055F385487}"/>
              </a:ext>
            </a:extLst>
          </p:cNvPr>
          <p:cNvSpPr>
            <a:spLocks noGrp="1"/>
          </p:cNvSpPr>
          <p:nvPr>
            <p:ph type="dt" sz="half" idx="10"/>
          </p:nvPr>
        </p:nvSpPr>
        <p:spPr/>
        <p:txBody>
          <a:bodyPr/>
          <a:lstStyle/>
          <a:p>
            <a:fld id="{51A1907D-3251-4BD8-9270-665E28CD8B03}" type="datetime3">
              <a:rPr lang="en-US" smtClean="0"/>
              <a:t>18 March 2026</a:t>
            </a:fld>
            <a:endParaRPr lang="en-US"/>
          </a:p>
        </p:txBody>
      </p:sp>
      <p:sp>
        <p:nvSpPr>
          <p:cNvPr id="5" name="Footer Placeholder 4">
            <a:extLst>
              <a:ext uri="{FF2B5EF4-FFF2-40B4-BE49-F238E27FC236}">
                <a16:creationId xmlns:a16="http://schemas.microsoft.com/office/drawing/2014/main" id="{98E63702-02E0-6C43-ACB9-CF47EDD90CA6}"/>
              </a:ext>
            </a:extLst>
          </p:cNvPr>
          <p:cNvSpPr>
            <a:spLocks noGrp="1"/>
          </p:cNvSpPr>
          <p:nvPr>
            <p:ph type="ftr" sz="quarter" idx="11"/>
          </p:nvPr>
        </p:nvSpPr>
        <p:spPr/>
        <p:txBody>
          <a:bodyPr/>
          <a:lstStyle/>
          <a:p>
            <a:r>
              <a:rPr lang="en-US"/>
              <a:t>Customer Experience</a:t>
            </a:r>
          </a:p>
        </p:txBody>
      </p:sp>
      <p:sp>
        <p:nvSpPr>
          <p:cNvPr id="6" name="Slide Number Placeholder 5">
            <a:extLst>
              <a:ext uri="{FF2B5EF4-FFF2-40B4-BE49-F238E27FC236}">
                <a16:creationId xmlns:a16="http://schemas.microsoft.com/office/drawing/2014/main" id="{E26F7576-DAEE-2232-6A83-201B728CCEEC}"/>
              </a:ext>
            </a:extLst>
          </p:cNvPr>
          <p:cNvSpPr>
            <a:spLocks noGrp="1"/>
          </p:cNvSpPr>
          <p:nvPr>
            <p:ph type="sldNum" sz="quarter" idx="12"/>
          </p:nvPr>
        </p:nvSpPr>
        <p:spPr/>
        <p:txBody>
          <a:bodyPr/>
          <a:lstStyle/>
          <a:p>
            <a:fld id="{94FCA0F3-9F3A-694B-99BB-0E592A797735}" type="slidenum">
              <a:rPr lang="en-US" smtClean="0"/>
              <a:t>‹#›</a:t>
            </a:fld>
            <a:endParaRPr lang="en-US"/>
          </a:p>
        </p:txBody>
      </p:sp>
      <p:sp>
        <p:nvSpPr>
          <p:cNvPr id="10" name="Text Placeholder 9">
            <a:extLst>
              <a:ext uri="{FF2B5EF4-FFF2-40B4-BE49-F238E27FC236}">
                <a16:creationId xmlns:a16="http://schemas.microsoft.com/office/drawing/2014/main" id="{8EC20394-F6AE-DC91-F7F3-91384D375648}"/>
              </a:ext>
            </a:extLst>
          </p:cNvPr>
          <p:cNvSpPr>
            <a:spLocks noGrp="1"/>
          </p:cNvSpPr>
          <p:nvPr>
            <p:ph type="body" sz="quarter" idx="13" hasCustomPrompt="1"/>
          </p:nvPr>
        </p:nvSpPr>
        <p:spPr>
          <a:xfrm>
            <a:off x="485523" y="4437064"/>
            <a:ext cx="2545200" cy="604836"/>
          </a:xfrm>
        </p:spPr>
        <p:txBody>
          <a:bodyPr>
            <a:noAutofit/>
          </a:bodyPr>
          <a:lstStyle>
            <a:lvl1pPr marL="0" indent="0">
              <a:lnSpc>
                <a:spcPct val="90000"/>
              </a:lnSpc>
              <a:buNone/>
              <a:defRPr sz="2400" b="1" i="0">
                <a:solidFill>
                  <a:schemeClr val="bg1"/>
                </a:solidFill>
                <a:latin typeface="+mn-lt"/>
              </a:defRPr>
            </a:lvl1pPr>
          </a:lstStyle>
          <a:p>
            <a:pPr lvl="0"/>
            <a:r>
              <a:rPr lang="en-GB"/>
              <a:t>Name</a:t>
            </a:r>
            <a:endParaRPr lang="en-US"/>
          </a:p>
        </p:txBody>
      </p:sp>
      <p:sp>
        <p:nvSpPr>
          <p:cNvPr id="11" name="Text Placeholder 9">
            <a:extLst>
              <a:ext uri="{FF2B5EF4-FFF2-40B4-BE49-F238E27FC236}">
                <a16:creationId xmlns:a16="http://schemas.microsoft.com/office/drawing/2014/main" id="{F8C26B76-6BF1-741E-77C9-1AE58FAA9D3D}"/>
              </a:ext>
            </a:extLst>
          </p:cNvPr>
          <p:cNvSpPr>
            <a:spLocks noGrp="1"/>
          </p:cNvSpPr>
          <p:nvPr>
            <p:ph type="body" sz="quarter" idx="14" hasCustomPrompt="1"/>
          </p:nvPr>
        </p:nvSpPr>
        <p:spPr>
          <a:xfrm>
            <a:off x="485523" y="5243516"/>
            <a:ext cx="2545200" cy="276999"/>
          </a:xfrm>
        </p:spPr>
        <p:txBody>
          <a:bodyPr wrap="square">
            <a:spAutoFit/>
          </a:bodyPr>
          <a:lstStyle>
            <a:lvl1pPr marL="0" indent="0">
              <a:buNone/>
              <a:defRPr sz="1800" b="0" i="0">
                <a:solidFill>
                  <a:schemeClr val="bg1"/>
                </a:solidFill>
                <a:latin typeface="+mn-lt"/>
              </a:defRPr>
            </a:lvl1pPr>
          </a:lstStyle>
          <a:p>
            <a:pPr lvl="0"/>
            <a:r>
              <a:rPr lang="en-GB"/>
              <a:t>Job title</a:t>
            </a:r>
            <a:endParaRPr lang="en-US"/>
          </a:p>
        </p:txBody>
      </p:sp>
      <p:sp>
        <p:nvSpPr>
          <p:cNvPr id="3" name="Text Placeholder 9">
            <a:extLst>
              <a:ext uri="{FF2B5EF4-FFF2-40B4-BE49-F238E27FC236}">
                <a16:creationId xmlns:a16="http://schemas.microsoft.com/office/drawing/2014/main" id="{B5250BC2-E0E2-741C-128C-67991E7FE31C}"/>
              </a:ext>
            </a:extLst>
          </p:cNvPr>
          <p:cNvSpPr>
            <a:spLocks noGrp="1"/>
          </p:cNvSpPr>
          <p:nvPr>
            <p:ph type="body" sz="quarter" idx="16" hasCustomPrompt="1"/>
          </p:nvPr>
        </p:nvSpPr>
        <p:spPr>
          <a:xfrm>
            <a:off x="3378572" y="4437064"/>
            <a:ext cx="2545200" cy="604836"/>
          </a:xfrm>
        </p:spPr>
        <p:txBody>
          <a:bodyPr>
            <a:noAutofit/>
          </a:bodyPr>
          <a:lstStyle>
            <a:lvl1pPr marL="0" indent="0">
              <a:lnSpc>
                <a:spcPct val="90000"/>
              </a:lnSpc>
              <a:buNone/>
              <a:defRPr sz="2400" b="1" i="0">
                <a:solidFill>
                  <a:schemeClr val="bg1"/>
                </a:solidFill>
                <a:latin typeface="+mn-lt"/>
              </a:defRPr>
            </a:lvl1pPr>
          </a:lstStyle>
          <a:p>
            <a:pPr lvl="0"/>
            <a:r>
              <a:rPr lang="en-GB"/>
              <a:t>Name</a:t>
            </a:r>
            <a:endParaRPr lang="en-US"/>
          </a:p>
        </p:txBody>
      </p:sp>
      <p:sp>
        <p:nvSpPr>
          <p:cNvPr id="7" name="Text Placeholder 9">
            <a:extLst>
              <a:ext uri="{FF2B5EF4-FFF2-40B4-BE49-F238E27FC236}">
                <a16:creationId xmlns:a16="http://schemas.microsoft.com/office/drawing/2014/main" id="{BAB1B720-8C35-31CC-E8BA-A24F76EC23CD}"/>
              </a:ext>
            </a:extLst>
          </p:cNvPr>
          <p:cNvSpPr>
            <a:spLocks noGrp="1"/>
          </p:cNvSpPr>
          <p:nvPr>
            <p:ph type="body" sz="quarter" idx="17" hasCustomPrompt="1"/>
          </p:nvPr>
        </p:nvSpPr>
        <p:spPr>
          <a:xfrm>
            <a:off x="3378572" y="5243516"/>
            <a:ext cx="2545200" cy="276999"/>
          </a:xfrm>
        </p:spPr>
        <p:txBody>
          <a:bodyPr wrap="square">
            <a:spAutoFit/>
          </a:bodyPr>
          <a:lstStyle>
            <a:lvl1pPr marL="0" indent="0">
              <a:buNone/>
              <a:defRPr sz="1800" b="0" i="0">
                <a:solidFill>
                  <a:schemeClr val="bg1"/>
                </a:solidFill>
                <a:latin typeface="+mn-lt"/>
              </a:defRPr>
            </a:lvl1pPr>
          </a:lstStyle>
          <a:p>
            <a:pPr lvl="0"/>
            <a:r>
              <a:rPr lang="en-GB"/>
              <a:t>Job title</a:t>
            </a:r>
            <a:endParaRPr lang="en-US"/>
          </a:p>
        </p:txBody>
      </p:sp>
      <p:sp>
        <p:nvSpPr>
          <p:cNvPr id="9" name="Text Placeholder 9">
            <a:extLst>
              <a:ext uri="{FF2B5EF4-FFF2-40B4-BE49-F238E27FC236}">
                <a16:creationId xmlns:a16="http://schemas.microsoft.com/office/drawing/2014/main" id="{A9756EF2-9996-0FB9-D7B0-C8F68A711B39}"/>
              </a:ext>
            </a:extLst>
          </p:cNvPr>
          <p:cNvSpPr>
            <a:spLocks noGrp="1"/>
          </p:cNvSpPr>
          <p:nvPr>
            <p:ph type="body" sz="quarter" idx="19" hasCustomPrompt="1"/>
          </p:nvPr>
        </p:nvSpPr>
        <p:spPr>
          <a:xfrm>
            <a:off x="6271620" y="4437064"/>
            <a:ext cx="2545200" cy="604836"/>
          </a:xfrm>
        </p:spPr>
        <p:txBody>
          <a:bodyPr>
            <a:noAutofit/>
          </a:bodyPr>
          <a:lstStyle>
            <a:lvl1pPr marL="0" indent="0">
              <a:lnSpc>
                <a:spcPct val="90000"/>
              </a:lnSpc>
              <a:buNone/>
              <a:defRPr sz="2400" b="1" i="0">
                <a:solidFill>
                  <a:schemeClr val="bg1"/>
                </a:solidFill>
                <a:latin typeface="+mn-lt"/>
              </a:defRPr>
            </a:lvl1pPr>
          </a:lstStyle>
          <a:p>
            <a:pPr lvl="0"/>
            <a:r>
              <a:rPr lang="en-GB"/>
              <a:t>Name</a:t>
            </a:r>
            <a:endParaRPr lang="en-US"/>
          </a:p>
        </p:txBody>
      </p:sp>
      <p:sp>
        <p:nvSpPr>
          <p:cNvPr id="12" name="Text Placeholder 9">
            <a:extLst>
              <a:ext uri="{FF2B5EF4-FFF2-40B4-BE49-F238E27FC236}">
                <a16:creationId xmlns:a16="http://schemas.microsoft.com/office/drawing/2014/main" id="{EBDC17D8-DC6B-1BF9-23DC-FF6D20C0FD02}"/>
              </a:ext>
            </a:extLst>
          </p:cNvPr>
          <p:cNvSpPr>
            <a:spLocks noGrp="1"/>
          </p:cNvSpPr>
          <p:nvPr>
            <p:ph type="body" sz="quarter" idx="20" hasCustomPrompt="1"/>
          </p:nvPr>
        </p:nvSpPr>
        <p:spPr>
          <a:xfrm>
            <a:off x="6271620" y="5243516"/>
            <a:ext cx="2545200" cy="276999"/>
          </a:xfrm>
        </p:spPr>
        <p:txBody>
          <a:bodyPr wrap="square">
            <a:spAutoFit/>
          </a:bodyPr>
          <a:lstStyle>
            <a:lvl1pPr marL="0" indent="0">
              <a:buNone/>
              <a:defRPr sz="1800" b="0" i="0">
                <a:solidFill>
                  <a:schemeClr val="bg1"/>
                </a:solidFill>
                <a:latin typeface="+mn-lt"/>
              </a:defRPr>
            </a:lvl1pPr>
          </a:lstStyle>
          <a:p>
            <a:pPr lvl="0"/>
            <a:r>
              <a:rPr lang="en-GB"/>
              <a:t>Job title</a:t>
            </a:r>
            <a:endParaRPr lang="en-US"/>
          </a:p>
        </p:txBody>
      </p:sp>
      <p:sp>
        <p:nvSpPr>
          <p:cNvPr id="24" name="Text Placeholder 9">
            <a:extLst>
              <a:ext uri="{FF2B5EF4-FFF2-40B4-BE49-F238E27FC236}">
                <a16:creationId xmlns:a16="http://schemas.microsoft.com/office/drawing/2014/main" id="{FDE2BFA5-8DD3-AAE2-BA88-2C21E5EA3829}"/>
              </a:ext>
            </a:extLst>
          </p:cNvPr>
          <p:cNvSpPr>
            <a:spLocks noGrp="1"/>
          </p:cNvSpPr>
          <p:nvPr>
            <p:ph type="body" sz="quarter" idx="22" hasCustomPrompt="1"/>
          </p:nvPr>
        </p:nvSpPr>
        <p:spPr>
          <a:xfrm>
            <a:off x="9164669" y="4437064"/>
            <a:ext cx="2545200" cy="604836"/>
          </a:xfrm>
        </p:spPr>
        <p:txBody>
          <a:bodyPr>
            <a:noAutofit/>
          </a:bodyPr>
          <a:lstStyle>
            <a:lvl1pPr marL="0" indent="0">
              <a:lnSpc>
                <a:spcPct val="90000"/>
              </a:lnSpc>
              <a:buNone/>
              <a:defRPr sz="2400" b="1" i="0">
                <a:solidFill>
                  <a:schemeClr val="bg1"/>
                </a:solidFill>
                <a:latin typeface="+mn-lt"/>
              </a:defRPr>
            </a:lvl1pPr>
          </a:lstStyle>
          <a:p>
            <a:pPr lvl="0"/>
            <a:r>
              <a:rPr lang="en-GB"/>
              <a:t>Name</a:t>
            </a:r>
            <a:endParaRPr lang="en-US"/>
          </a:p>
        </p:txBody>
      </p:sp>
      <p:sp>
        <p:nvSpPr>
          <p:cNvPr id="25" name="Text Placeholder 9">
            <a:extLst>
              <a:ext uri="{FF2B5EF4-FFF2-40B4-BE49-F238E27FC236}">
                <a16:creationId xmlns:a16="http://schemas.microsoft.com/office/drawing/2014/main" id="{A6334C15-AC9A-3BC9-AC49-BB8588AC064E}"/>
              </a:ext>
            </a:extLst>
          </p:cNvPr>
          <p:cNvSpPr>
            <a:spLocks noGrp="1"/>
          </p:cNvSpPr>
          <p:nvPr>
            <p:ph type="body" sz="quarter" idx="23" hasCustomPrompt="1"/>
          </p:nvPr>
        </p:nvSpPr>
        <p:spPr>
          <a:xfrm>
            <a:off x="9164670" y="5243516"/>
            <a:ext cx="2545200" cy="276999"/>
          </a:xfrm>
        </p:spPr>
        <p:txBody>
          <a:bodyPr wrap="square">
            <a:spAutoFit/>
          </a:bodyPr>
          <a:lstStyle>
            <a:lvl1pPr marL="0" indent="0">
              <a:buNone/>
              <a:defRPr sz="1800" b="0" i="0">
                <a:solidFill>
                  <a:schemeClr val="bg1"/>
                </a:solidFill>
                <a:latin typeface="+mn-lt"/>
              </a:defRPr>
            </a:lvl1pPr>
          </a:lstStyle>
          <a:p>
            <a:pPr lvl="0"/>
            <a:r>
              <a:rPr lang="en-GB"/>
              <a:t>Job title</a:t>
            </a:r>
            <a:endParaRPr lang="en-US"/>
          </a:p>
        </p:txBody>
      </p:sp>
      <p:sp>
        <p:nvSpPr>
          <p:cNvPr id="14" name="Picture Placeholder 12">
            <a:extLst>
              <a:ext uri="{FF2B5EF4-FFF2-40B4-BE49-F238E27FC236}">
                <a16:creationId xmlns:a16="http://schemas.microsoft.com/office/drawing/2014/main" id="{0BA6537A-D367-6DF9-2A2C-F0EF216DD535}"/>
              </a:ext>
            </a:extLst>
          </p:cNvPr>
          <p:cNvSpPr>
            <a:spLocks noGrp="1"/>
          </p:cNvSpPr>
          <p:nvPr>
            <p:ph type="pic" sz="quarter" idx="15"/>
          </p:nvPr>
        </p:nvSpPr>
        <p:spPr>
          <a:xfrm>
            <a:off x="487323" y="1693850"/>
            <a:ext cx="2541600" cy="2541600"/>
          </a:xfrm>
          <a:prstGeom prst="ellipse">
            <a:avLst/>
          </a:prstGeom>
        </p:spPr>
        <p:txBody>
          <a:bodyPr anchor="ctr"/>
          <a:lstStyle>
            <a:lvl1pPr marL="0" indent="0" algn="ctr">
              <a:buNone/>
              <a:defRPr>
                <a:solidFill>
                  <a:schemeClr val="bg1"/>
                </a:solidFill>
              </a:defRPr>
            </a:lvl1pPr>
          </a:lstStyle>
          <a:p>
            <a:r>
              <a:rPr lang="en-US"/>
              <a:t>Click icon to add picture</a:t>
            </a:r>
          </a:p>
        </p:txBody>
      </p:sp>
      <p:sp>
        <p:nvSpPr>
          <p:cNvPr id="15" name="Picture Placeholder 12">
            <a:extLst>
              <a:ext uri="{FF2B5EF4-FFF2-40B4-BE49-F238E27FC236}">
                <a16:creationId xmlns:a16="http://schemas.microsoft.com/office/drawing/2014/main" id="{1ABE1BD9-533C-1930-8960-4BAE5CA74634}"/>
              </a:ext>
            </a:extLst>
          </p:cNvPr>
          <p:cNvSpPr>
            <a:spLocks noGrp="1"/>
          </p:cNvSpPr>
          <p:nvPr>
            <p:ph type="pic" sz="quarter" idx="18"/>
          </p:nvPr>
        </p:nvSpPr>
        <p:spPr>
          <a:xfrm>
            <a:off x="3380372" y="1693850"/>
            <a:ext cx="2541600" cy="2541600"/>
          </a:xfrm>
          <a:prstGeom prst="ellipse">
            <a:avLst/>
          </a:prstGeom>
        </p:spPr>
        <p:txBody>
          <a:bodyPr anchor="ctr"/>
          <a:lstStyle>
            <a:lvl1pPr marL="0" indent="0" algn="ctr">
              <a:buNone/>
              <a:defRPr>
                <a:solidFill>
                  <a:schemeClr val="bg1"/>
                </a:solidFill>
              </a:defRPr>
            </a:lvl1pPr>
          </a:lstStyle>
          <a:p>
            <a:r>
              <a:rPr lang="en-US"/>
              <a:t>Click icon to add picture</a:t>
            </a:r>
          </a:p>
        </p:txBody>
      </p:sp>
      <p:sp>
        <p:nvSpPr>
          <p:cNvPr id="16" name="Picture Placeholder 12">
            <a:extLst>
              <a:ext uri="{FF2B5EF4-FFF2-40B4-BE49-F238E27FC236}">
                <a16:creationId xmlns:a16="http://schemas.microsoft.com/office/drawing/2014/main" id="{EFFEBD01-EBC9-7BDA-3CC5-39B4C8203AAA}"/>
              </a:ext>
            </a:extLst>
          </p:cNvPr>
          <p:cNvSpPr>
            <a:spLocks noGrp="1"/>
          </p:cNvSpPr>
          <p:nvPr>
            <p:ph type="pic" sz="quarter" idx="21"/>
          </p:nvPr>
        </p:nvSpPr>
        <p:spPr>
          <a:xfrm>
            <a:off x="6273420" y="1693850"/>
            <a:ext cx="2541600" cy="2541600"/>
          </a:xfrm>
          <a:prstGeom prst="ellipse">
            <a:avLst/>
          </a:prstGeom>
        </p:spPr>
        <p:txBody>
          <a:bodyPr anchor="ctr"/>
          <a:lstStyle>
            <a:lvl1pPr marL="0" indent="0" algn="ctr">
              <a:buNone/>
              <a:defRPr>
                <a:solidFill>
                  <a:schemeClr val="bg1"/>
                </a:solidFill>
              </a:defRPr>
            </a:lvl1pPr>
          </a:lstStyle>
          <a:p>
            <a:r>
              <a:rPr lang="en-US"/>
              <a:t>Click icon to add picture</a:t>
            </a:r>
          </a:p>
        </p:txBody>
      </p:sp>
      <p:sp>
        <p:nvSpPr>
          <p:cNvPr id="17" name="Picture Placeholder 12">
            <a:extLst>
              <a:ext uri="{FF2B5EF4-FFF2-40B4-BE49-F238E27FC236}">
                <a16:creationId xmlns:a16="http://schemas.microsoft.com/office/drawing/2014/main" id="{38869CAE-EFD2-4214-1658-F59F26B22258}"/>
              </a:ext>
            </a:extLst>
          </p:cNvPr>
          <p:cNvSpPr>
            <a:spLocks noGrp="1"/>
          </p:cNvSpPr>
          <p:nvPr>
            <p:ph type="pic" sz="quarter" idx="24"/>
          </p:nvPr>
        </p:nvSpPr>
        <p:spPr>
          <a:xfrm>
            <a:off x="9166469" y="1693850"/>
            <a:ext cx="2541600" cy="2541600"/>
          </a:xfrm>
          <a:prstGeom prst="ellipse">
            <a:avLst/>
          </a:prstGeom>
        </p:spPr>
        <p:txBody>
          <a:bodyPr anchor="ctr"/>
          <a:lstStyle>
            <a:lvl1pPr marL="0" indent="0" algn="ctr">
              <a:buNone/>
              <a:defRPr>
                <a:solidFill>
                  <a:schemeClr val="bg1"/>
                </a:solidFill>
              </a:defRPr>
            </a:lvl1pPr>
          </a:lstStyle>
          <a:p>
            <a:r>
              <a:rPr lang="en-US"/>
              <a:t>Click icon to add picture</a:t>
            </a:r>
          </a:p>
        </p:txBody>
      </p:sp>
    </p:spTree>
    <p:extLst>
      <p:ext uri="{BB962C8B-B14F-4D97-AF65-F5344CB8AC3E}">
        <p14:creationId xmlns:p14="http://schemas.microsoft.com/office/powerpoint/2010/main" val="22840324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8AE523-7B3C-8783-DFC0-18E1AA2D887A}"/>
              </a:ext>
            </a:extLst>
          </p:cNvPr>
          <p:cNvSpPr>
            <a:spLocks noGrp="1"/>
          </p:cNvSpPr>
          <p:nvPr>
            <p:ph type="title"/>
          </p:nvPr>
        </p:nvSpPr>
        <p:spPr>
          <a:xfrm>
            <a:off x="485523" y="369888"/>
            <a:ext cx="11224347" cy="470898"/>
          </a:xfrm>
        </p:spPr>
        <p:txBody>
          <a:bodyPr/>
          <a:lstStyle/>
          <a:p>
            <a:r>
              <a:rPr lang="en-US"/>
              <a:t>Click to edit Master title style</a:t>
            </a:r>
          </a:p>
        </p:txBody>
      </p:sp>
      <p:sp>
        <p:nvSpPr>
          <p:cNvPr id="3" name="Date Placeholder 2">
            <a:extLst>
              <a:ext uri="{FF2B5EF4-FFF2-40B4-BE49-F238E27FC236}">
                <a16:creationId xmlns:a16="http://schemas.microsoft.com/office/drawing/2014/main" id="{7096FD95-0C81-8816-F6A7-13708A804C91}"/>
              </a:ext>
            </a:extLst>
          </p:cNvPr>
          <p:cNvSpPr>
            <a:spLocks noGrp="1"/>
          </p:cNvSpPr>
          <p:nvPr>
            <p:ph type="dt" sz="half" idx="10"/>
          </p:nvPr>
        </p:nvSpPr>
        <p:spPr/>
        <p:txBody>
          <a:bodyPr/>
          <a:lstStyle/>
          <a:p>
            <a:fld id="{D6B82AF4-0A64-486A-8791-1B596CEBDDCE}" type="datetime3">
              <a:rPr lang="en-US" smtClean="0"/>
              <a:t>18 March 2026</a:t>
            </a:fld>
            <a:endParaRPr lang="en-US"/>
          </a:p>
        </p:txBody>
      </p:sp>
      <p:sp>
        <p:nvSpPr>
          <p:cNvPr id="4" name="Footer Placeholder 3">
            <a:extLst>
              <a:ext uri="{FF2B5EF4-FFF2-40B4-BE49-F238E27FC236}">
                <a16:creationId xmlns:a16="http://schemas.microsoft.com/office/drawing/2014/main" id="{434B0C7E-A414-4EA6-7DAD-5068A7AE4E81}"/>
              </a:ext>
            </a:extLst>
          </p:cNvPr>
          <p:cNvSpPr>
            <a:spLocks noGrp="1"/>
          </p:cNvSpPr>
          <p:nvPr>
            <p:ph type="ftr" sz="quarter" idx="11"/>
          </p:nvPr>
        </p:nvSpPr>
        <p:spPr/>
        <p:txBody>
          <a:bodyPr/>
          <a:lstStyle/>
          <a:p>
            <a:r>
              <a:rPr lang="en-US"/>
              <a:t>Customer Experience</a:t>
            </a:r>
          </a:p>
        </p:txBody>
      </p:sp>
      <p:sp>
        <p:nvSpPr>
          <p:cNvPr id="5" name="Slide Number Placeholder 4">
            <a:extLst>
              <a:ext uri="{FF2B5EF4-FFF2-40B4-BE49-F238E27FC236}">
                <a16:creationId xmlns:a16="http://schemas.microsoft.com/office/drawing/2014/main" id="{830298F4-310D-68C0-AA7E-8C7FA83AB2EE}"/>
              </a:ext>
            </a:extLst>
          </p:cNvPr>
          <p:cNvSpPr>
            <a:spLocks noGrp="1"/>
          </p:cNvSpPr>
          <p:nvPr>
            <p:ph type="sldNum" sz="quarter" idx="12"/>
          </p:nvPr>
        </p:nvSpPr>
        <p:spPr/>
        <p:txBody>
          <a:bodyPr/>
          <a:lstStyle/>
          <a:p>
            <a:fld id="{94FCA0F3-9F3A-694B-99BB-0E592A797735}" type="slidenum">
              <a:rPr lang="en-US" smtClean="0"/>
              <a:t>‹#›</a:t>
            </a:fld>
            <a:endParaRPr lang="en-US"/>
          </a:p>
        </p:txBody>
      </p:sp>
      <p:sp>
        <p:nvSpPr>
          <p:cNvPr id="6" name="Highlight line 1">
            <a:extLst>
              <a:ext uri="{FF2B5EF4-FFF2-40B4-BE49-F238E27FC236}">
                <a16:creationId xmlns:a16="http://schemas.microsoft.com/office/drawing/2014/main" id="{D638E914-C7FD-199D-8EA9-54168F74DB4B}"/>
              </a:ext>
            </a:extLst>
          </p:cNvPr>
          <p:cNvSpPr>
            <a:spLocks noGrp="1"/>
          </p:cNvSpPr>
          <p:nvPr>
            <p:ph type="dgm" sz="quarter" idx="15" hasCustomPrompt="1"/>
          </p:nvPr>
        </p:nvSpPr>
        <p:spPr>
          <a:xfrm>
            <a:off x="485523" y="1209871"/>
            <a:ext cx="11224347" cy="36000"/>
          </a:xfrm>
          <a:solidFill>
            <a:schemeClr val="tx2"/>
          </a:solidFill>
        </p:spPr>
        <p:txBody>
          <a:bodyPr/>
          <a:lstStyle>
            <a:lvl1pPr marL="0" indent="0">
              <a:buNone/>
              <a:defRPr sz="800"/>
            </a:lvl1pPr>
          </a:lstStyle>
          <a:p>
            <a:r>
              <a:rPr lang="en-US"/>
              <a:t> </a:t>
            </a:r>
          </a:p>
        </p:txBody>
      </p:sp>
    </p:spTree>
    <p:extLst>
      <p:ext uri="{BB962C8B-B14F-4D97-AF65-F5344CB8AC3E}">
        <p14:creationId xmlns:p14="http://schemas.microsoft.com/office/powerpoint/2010/main" val="6062149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Title Only without lin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8AE523-7B3C-8783-DFC0-18E1AA2D887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096FD95-0C81-8816-F6A7-13708A804C91}"/>
              </a:ext>
            </a:extLst>
          </p:cNvPr>
          <p:cNvSpPr>
            <a:spLocks noGrp="1"/>
          </p:cNvSpPr>
          <p:nvPr>
            <p:ph type="dt" sz="half" idx="10"/>
          </p:nvPr>
        </p:nvSpPr>
        <p:spPr/>
        <p:txBody>
          <a:bodyPr/>
          <a:lstStyle/>
          <a:p>
            <a:fld id="{5FEF5E49-F88A-4E32-A78F-8C0AF8807ED7}" type="datetime3">
              <a:rPr lang="en-US" smtClean="0"/>
              <a:t>18 March 2026</a:t>
            </a:fld>
            <a:endParaRPr lang="en-US"/>
          </a:p>
        </p:txBody>
      </p:sp>
      <p:sp>
        <p:nvSpPr>
          <p:cNvPr id="4" name="Footer Placeholder 3">
            <a:extLst>
              <a:ext uri="{FF2B5EF4-FFF2-40B4-BE49-F238E27FC236}">
                <a16:creationId xmlns:a16="http://schemas.microsoft.com/office/drawing/2014/main" id="{434B0C7E-A414-4EA6-7DAD-5068A7AE4E81}"/>
              </a:ext>
            </a:extLst>
          </p:cNvPr>
          <p:cNvSpPr>
            <a:spLocks noGrp="1"/>
          </p:cNvSpPr>
          <p:nvPr>
            <p:ph type="ftr" sz="quarter" idx="11"/>
          </p:nvPr>
        </p:nvSpPr>
        <p:spPr/>
        <p:txBody>
          <a:bodyPr/>
          <a:lstStyle/>
          <a:p>
            <a:r>
              <a:rPr lang="en-US"/>
              <a:t>Customer Experience</a:t>
            </a:r>
          </a:p>
        </p:txBody>
      </p:sp>
      <p:sp>
        <p:nvSpPr>
          <p:cNvPr id="5" name="Slide Number Placeholder 4">
            <a:extLst>
              <a:ext uri="{FF2B5EF4-FFF2-40B4-BE49-F238E27FC236}">
                <a16:creationId xmlns:a16="http://schemas.microsoft.com/office/drawing/2014/main" id="{830298F4-310D-68C0-AA7E-8C7FA83AB2EE}"/>
              </a:ext>
            </a:extLst>
          </p:cNvPr>
          <p:cNvSpPr>
            <a:spLocks noGrp="1"/>
          </p:cNvSpPr>
          <p:nvPr>
            <p:ph type="sldNum" sz="quarter" idx="12"/>
          </p:nvPr>
        </p:nvSpPr>
        <p:spPr/>
        <p:txBody>
          <a:bodyPr/>
          <a:lstStyle/>
          <a:p>
            <a:fld id="{94FCA0F3-9F3A-694B-99BB-0E592A797735}" type="slidenum">
              <a:rPr lang="en-US" smtClean="0"/>
              <a:t>‹#›</a:t>
            </a:fld>
            <a:endParaRPr lang="en-US"/>
          </a:p>
        </p:txBody>
      </p:sp>
    </p:spTree>
    <p:extLst>
      <p:ext uri="{BB962C8B-B14F-4D97-AF65-F5344CB8AC3E}">
        <p14:creationId xmlns:p14="http://schemas.microsoft.com/office/powerpoint/2010/main" val="30820086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itle Only without line">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7096FD95-0C81-8816-F6A7-13708A804C91}"/>
              </a:ext>
            </a:extLst>
          </p:cNvPr>
          <p:cNvSpPr>
            <a:spLocks noGrp="1"/>
          </p:cNvSpPr>
          <p:nvPr>
            <p:ph type="dt" sz="half" idx="10"/>
          </p:nvPr>
        </p:nvSpPr>
        <p:spPr/>
        <p:txBody>
          <a:bodyPr/>
          <a:lstStyle/>
          <a:p>
            <a:fld id="{5FEF5E49-F88A-4E32-A78F-8C0AF8807ED7}" type="datetime3">
              <a:rPr lang="en-US" smtClean="0"/>
              <a:t>18 March 2026</a:t>
            </a:fld>
            <a:endParaRPr lang="en-US"/>
          </a:p>
        </p:txBody>
      </p:sp>
      <p:sp>
        <p:nvSpPr>
          <p:cNvPr id="4" name="Footer Placeholder 3">
            <a:extLst>
              <a:ext uri="{FF2B5EF4-FFF2-40B4-BE49-F238E27FC236}">
                <a16:creationId xmlns:a16="http://schemas.microsoft.com/office/drawing/2014/main" id="{434B0C7E-A414-4EA6-7DAD-5068A7AE4E81}"/>
              </a:ext>
            </a:extLst>
          </p:cNvPr>
          <p:cNvSpPr>
            <a:spLocks noGrp="1"/>
          </p:cNvSpPr>
          <p:nvPr>
            <p:ph type="ftr" sz="quarter" idx="11"/>
          </p:nvPr>
        </p:nvSpPr>
        <p:spPr/>
        <p:txBody>
          <a:bodyPr/>
          <a:lstStyle/>
          <a:p>
            <a:r>
              <a:rPr lang="en-US"/>
              <a:t>Customer Experience</a:t>
            </a:r>
          </a:p>
        </p:txBody>
      </p:sp>
      <p:sp>
        <p:nvSpPr>
          <p:cNvPr id="5" name="Slide Number Placeholder 4">
            <a:extLst>
              <a:ext uri="{FF2B5EF4-FFF2-40B4-BE49-F238E27FC236}">
                <a16:creationId xmlns:a16="http://schemas.microsoft.com/office/drawing/2014/main" id="{830298F4-310D-68C0-AA7E-8C7FA83AB2EE}"/>
              </a:ext>
            </a:extLst>
          </p:cNvPr>
          <p:cNvSpPr>
            <a:spLocks noGrp="1"/>
          </p:cNvSpPr>
          <p:nvPr>
            <p:ph type="sldNum" sz="quarter" idx="12"/>
          </p:nvPr>
        </p:nvSpPr>
        <p:spPr/>
        <p:txBody>
          <a:bodyPr/>
          <a:lstStyle/>
          <a:p>
            <a:fld id="{94FCA0F3-9F3A-694B-99BB-0E592A797735}" type="slidenum">
              <a:rPr lang="en-US" smtClean="0"/>
              <a:t>‹#›</a:t>
            </a:fld>
            <a:endParaRPr lang="en-US"/>
          </a:p>
        </p:txBody>
      </p:sp>
    </p:spTree>
    <p:extLst>
      <p:ext uri="{BB962C8B-B14F-4D97-AF65-F5344CB8AC3E}">
        <p14:creationId xmlns:p14="http://schemas.microsoft.com/office/powerpoint/2010/main" val="198647244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Contents slide">
    <p:spTree>
      <p:nvGrpSpPr>
        <p:cNvPr id="1" name=""/>
        <p:cNvGrpSpPr/>
        <p:nvPr/>
      </p:nvGrpSpPr>
      <p:grpSpPr>
        <a:xfrm>
          <a:off x="0" y="0"/>
          <a:ext cx="0" cy="0"/>
          <a:chOff x="0" y="0"/>
          <a:chExt cx="0" cy="0"/>
        </a:xfrm>
      </p:grpSpPr>
      <p:sp>
        <p:nvSpPr>
          <p:cNvPr id="57" name="Picture Placeholder 56">
            <a:extLst>
              <a:ext uri="{FF2B5EF4-FFF2-40B4-BE49-F238E27FC236}">
                <a16:creationId xmlns:a16="http://schemas.microsoft.com/office/drawing/2014/main" id="{1AB3EB23-E483-138E-BC67-3D59CC955FDC}"/>
              </a:ext>
            </a:extLst>
          </p:cNvPr>
          <p:cNvSpPr>
            <a:spLocks noGrp="1"/>
          </p:cNvSpPr>
          <p:nvPr>
            <p:ph type="pic" sz="quarter" idx="27"/>
          </p:nvPr>
        </p:nvSpPr>
        <p:spPr>
          <a:xfrm>
            <a:off x="479425" y="3673475"/>
            <a:ext cx="3624263" cy="2423646"/>
          </a:xfrm>
        </p:spPr>
        <p:txBody>
          <a:bodyPr/>
          <a:lstStyle/>
          <a:p>
            <a:endParaRPr lang="en-GB"/>
          </a:p>
        </p:txBody>
      </p:sp>
      <p:sp>
        <p:nvSpPr>
          <p:cNvPr id="58" name="Picture Placeholder 56">
            <a:extLst>
              <a:ext uri="{FF2B5EF4-FFF2-40B4-BE49-F238E27FC236}">
                <a16:creationId xmlns:a16="http://schemas.microsoft.com/office/drawing/2014/main" id="{DBB086B6-5604-D058-7963-8C4E245AAFEA}"/>
              </a:ext>
            </a:extLst>
          </p:cNvPr>
          <p:cNvSpPr>
            <a:spLocks noGrp="1"/>
          </p:cNvSpPr>
          <p:nvPr>
            <p:ph type="pic" sz="quarter" idx="28"/>
          </p:nvPr>
        </p:nvSpPr>
        <p:spPr>
          <a:xfrm>
            <a:off x="4279900" y="3673475"/>
            <a:ext cx="3624263" cy="2423646"/>
          </a:xfrm>
        </p:spPr>
        <p:txBody>
          <a:bodyPr/>
          <a:lstStyle/>
          <a:p>
            <a:endParaRPr lang="en-GB"/>
          </a:p>
        </p:txBody>
      </p:sp>
      <p:sp>
        <p:nvSpPr>
          <p:cNvPr id="59" name="Picture Placeholder 56">
            <a:extLst>
              <a:ext uri="{FF2B5EF4-FFF2-40B4-BE49-F238E27FC236}">
                <a16:creationId xmlns:a16="http://schemas.microsoft.com/office/drawing/2014/main" id="{14A8709D-DC45-4448-5D68-382C75520260}"/>
              </a:ext>
            </a:extLst>
          </p:cNvPr>
          <p:cNvSpPr>
            <a:spLocks noGrp="1"/>
          </p:cNvSpPr>
          <p:nvPr>
            <p:ph type="pic" sz="quarter" idx="29"/>
          </p:nvPr>
        </p:nvSpPr>
        <p:spPr>
          <a:xfrm>
            <a:off x="8086297" y="3673475"/>
            <a:ext cx="3624263" cy="2423646"/>
          </a:xfrm>
        </p:spPr>
        <p:txBody>
          <a:bodyPr/>
          <a:lstStyle/>
          <a:p>
            <a:endParaRPr lang="en-GB"/>
          </a:p>
        </p:txBody>
      </p:sp>
      <p:sp>
        <p:nvSpPr>
          <p:cNvPr id="2" name="Title 1">
            <a:extLst>
              <a:ext uri="{FF2B5EF4-FFF2-40B4-BE49-F238E27FC236}">
                <a16:creationId xmlns:a16="http://schemas.microsoft.com/office/drawing/2014/main" id="{138AE523-7B3C-8783-DFC0-18E1AA2D887A}"/>
              </a:ext>
            </a:extLst>
          </p:cNvPr>
          <p:cNvSpPr>
            <a:spLocks noGrp="1"/>
          </p:cNvSpPr>
          <p:nvPr>
            <p:ph type="title"/>
          </p:nvPr>
        </p:nvSpPr>
        <p:spPr>
          <a:xfrm>
            <a:off x="695400" y="382588"/>
            <a:ext cx="11014470" cy="638175"/>
          </a:xfrm>
        </p:spPr>
        <p:txBody>
          <a:bodyPr/>
          <a:lstStyle>
            <a:lvl1pPr>
              <a:defRPr b="0">
                <a:solidFill>
                  <a:srgbClr val="747480"/>
                </a:solidFill>
                <a:latin typeface="EYInterstate Light" panose="02000506000000020004" pitchFamily="2" charset="0"/>
              </a:defRPr>
            </a:lvl1pPr>
          </a:lstStyle>
          <a:p>
            <a:r>
              <a:rPr lang="en-GB"/>
              <a:t>Click to edit Master title style</a:t>
            </a:r>
            <a:endParaRPr lang="en-US"/>
          </a:p>
        </p:txBody>
      </p:sp>
      <p:sp>
        <p:nvSpPr>
          <p:cNvPr id="3" name="Date Placeholder 2">
            <a:extLst>
              <a:ext uri="{FF2B5EF4-FFF2-40B4-BE49-F238E27FC236}">
                <a16:creationId xmlns:a16="http://schemas.microsoft.com/office/drawing/2014/main" id="{7096FD95-0C81-8816-F6A7-13708A804C91}"/>
              </a:ext>
            </a:extLst>
          </p:cNvPr>
          <p:cNvSpPr>
            <a:spLocks noGrp="1"/>
          </p:cNvSpPr>
          <p:nvPr>
            <p:ph type="dt" sz="half" idx="10"/>
          </p:nvPr>
        </p:nvSpPr>
        <p:spPr/>
        <p:txBody>
          <a:bodyPr/>
          <a:lstStyle/>
          <a:p>
            <a:fld id="{870C7661-1ACF-4028-B0DE-44B195E9D9DF}" type="datetime3">
              <a:rPr lang="en-US" smtClean="0"/>
              <a:t>18 March 2026</a:t>
            </a:fld>
            <a:endParaRPr lang="en-US"/>
          </a:p>
        </p:txBody>
      </p:sp>
      <p:sp>
        <p:nvSpPr>
          <p:cNvPr id="4" name="Footer Placeholder 3">
            <a:extLst>
              <a:ext uri="{FF2B5EF4-FFF2-40B4-BE49-F238E27FC236}">
                <a16:creationId xmlns:a16="http://schemas.microsoft.com/office/drawing/2014/main" id="{434B0C7E-A414-4EA6-7DAD-5068A7AE4E81}"/>
              </a:ext>
            </a:extLst>
          </p:cNvPr>
          <p:cNvSpPr>
            <a:spLocks noGrp="1"/>
          </p:cNvSpPr>
          <p:nvPr>
            <p:ph type="ftr" sz="quarter" idx="11"/>
          </p:nvPr>
        </p:nvSpPr>
        <p:spPr/>
        <p:txBody>
          <a:bodyPr/>
          <a:lstStyle/>
          <a:p>
            <a:r>
              <a:rPr lang="en-US"/>
              <a:t>Sales Transformation</a:t>
            </a:r>
          </a:p>
        </p:txBody>
      </p:sp>
      <p:sp>
        <p:nvSpPr>
          <p:cNvPr id="5" name="Slide Number Placeholder 4">
            <a:extLst>
              <a:ext uri="{FF2B5EF4-FFF2-40B4-BE49-F238E27FC236}">
                <a16:creationId xmlns:a16="http://schemas.microsoft.com/office/drawing/2014/main" id="{830298F4-310D-68C0-AA7E-8C7FA83AB2EE}"/>
              </a:ext>
            </a:extLst>
          </p:cNvPr>
          <p:cNvSpPr>
            <a:spLocks noGrp="1"/>
          </p:cNvSpPr>
          <p:nvPr>
            <p:ph type="sldNum" sz="quarter" idx="12"/>
          </p:nvPr>
        </p:nvSpPr>
        <p:spPr/>
        <p:txBody>
          <a:bodyPr/>
          <a:lstStyle/>
          <a:p>
            <a:fld id="{94FCA0F3-9F3A-694B-99BB-0E592A797735}" type="slidenum">
              <a:rPr lang="en-US" smtClean="0"/>
              <a:t>‹#›</a:t>
            </a:fld>
            <a:endParaRPr lang="en-US"/>
          </a:p>
        </p:txBody>
      </p:sp>
      <p:cxnSp>
        <p:nvCxnSpPr>
          <p:cNvPr id="15" name="Straight Arrow Connector 14">
            <a:extLst>
              <a:ext uri="{FF2B5EF4-FFF2-40B4-BE49-F238E27FC236}">
                <a16:creationId xmlns:a16="http://schemas.microsoft.com/office/drawing/2014/main" id="{18488EFB-C662-6A33-3207-24B185D3E334}"/>
              </a:ext>
            </a:extLst>
          </p:cNvPr>
          <p:cNvCxnSpPr>
            <a:cxnSpLocks/>
          </p:cNvCxnSpPr>
          <p:nvPr userDrawn="1"/>
        </p:nvCxnSpPr>
        <p:spPr>
          <a:xfrm>
            <a:off x="1358462" y="3117373"/>
            <a:ext cx="204009" cy="0"/>
          </a:xfrm>
          <a:prstGeom prst="straightConnector1">
            <a:avLst/>
          </a:prstGeom>
          <a:noFill/>
          <a:ln w="9525" cap="flat" cmpd="sng" algn="ctr">
            <a:solidFill>
              <a:srgbClr val="747480"/>
            </a:solidFill>
            <a:prstDash val="solid"/>
            <a:tailEnd type="triangle"/>
          </a:ln>
          <a:effectLst/>
        </p:spPr>
      </p:cxnSp>
      <p:sp>
        <p:nvSpPr>
          <p:cNvPr id="16" name="Rectangle 15">
            <a:extLst>
              <a:ext uri="{FF2B5EF4-FFF2-40B4-BE49-F238E27FC236}">
                <a16:creationId xmlns:a16="http://schemas.microsoft.com/office/drawing/2014/main" id="{7427A5A3-5B86-EFD5-2CD7-89D340840103}"/>
              </a:ext>
            </a:extLst>
          </p:cNvPr>
          <p:cNvSpPr/>
          <p:nvPr userDrawn="1"/>
        </p:nvSpPr>
        <p:spPr>
          <a:xfrm>
            <a:off x="668095" y="1285874"/>
            <a:ext cx="524630" cy="421113"/>
          </a:xfrm>
          <a:prstGeom prst="rect">
            <a:avLst/>
          </a:prstGeom>
          <a:noFill/>
          <a:ln w="9525" cap="flat" cmpd="sng" algn="ctr">
            <a:noFill/>
            <a:prstDash val="solid"/>
          </a:ln>
          <a:effectLst/>
        </p:spPr>
        <p:txBody>
          <a:bodyPr lIns="0" tIns="0" rIns="0" bIns="0" rtlCol="0" anchor="ctr" anchorCtr="0"/>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2400" b="1" i="0" u="none" strike="noStrike" kern="0" cap="none" spc="0" normalizeH="0" baseline="0" noProof="0">
                <a:ln>
                  <a:noFill/>
                </a:ln>
                <a:solidFill>
                  <a:srgbClr val="FFFFFF"/>
                </a:solidFill>
                <a:effectLst/>
                <a:uLnTx/>
                <a:uFillTx/>
                <a:latin typeface="EYInterstate Regular" panose="02000503020000020004" pitchFamily="2" charset="0"/>
                <a:ea typeface="+mn-ea"/>
                <a:cs typeface="+mn-cs"/>
              </a:rPr>
              <a:t>01</a:t>
            </a:r>
          </a:p>
        </p:txBody>
      </p:sp>
      <p:cxnSp>
        <p:nvCxnSpPr>
          <p:cNvPr id="17" name="Straight Connector 16">
            <a:extLst>
              <a:ext uri="{FF2B5EF4-FFF2-40B4-BE49-F238E27FC236}">
                <a16:creationId xmlns:a16="http://schemas.microsoft.com/office/drawing/2014/main" id="{3481E9A1-8564-F2CA-98F5-8757EB341726}"/>
              </a:ext>
            </a:extLst>
          </p:cNvPr>
          <p:cNvCxnSpPr>
            <a:cxnSpLocks/>
          </p:cNvCxnSpPr>
          <p:nvPr userDrawn="1"/>
        </p:nvCxnSpPr>
        <p:spPr>
          <a:xfrm>
            <a:off x="668095" y="1828800"/>
            <a:ext cx="3435593" cy="0"/>
          </a:xfrm>
          <a:prstGeom prst="line">
            <a:avLst/>
          </a:prstGeom>
          <a:noFill/>
          <a:ln w="38100" cap="flat" cmpd="sng" algn="ctr">
            <a:gradFill>
              <a:gsLst>
                <a:gs pos="50000">
                  <a:srgbClr val="FFE600"/>
                </a:gs>
                <a:gs pos="75000">
                  <a:srgbClr val="00C864"/>
                </a:gs>
                <a:gs pos="100000">
                  <a:srgbClr val="4696FF"/>
                </a:gs>
              </a:gsLst>
              <a:lin ang="0" scaled="0"/>
            </a:gradFill>
            <a:prstDash val="solid"/>
            <a:tailEnd type="none"/>
          </a:ln>
          <a:effectLst/>
        </p:spPr>
      </p:cxnSp>
      <p:cxnSp>
        <p:nvCxnSpPr>
          <p:cNvPr id="20" name="Straight Arrow Connector 19">
            <a:extLst>
              <a:ext uri="{FF2B5EF4-FFF2-40B4-BE49-F238E27FC236}">
                <a16:creationId xmlns:a16="http://schemas.microsoft.com/office/drawing/2014/main" id="{7745C5A4-82A2-134F-E282-CD89639878F9}"/>
              </a:ext>
            </a:extLst>
          </p:cNvPr>
          <p:cNvCxnSpPr>
            <a:cxnSpLocks/>
          </p:cNvCxnSpPr>
          <p:nvPr userDrawn="1"/>
        </p:nvCxnSpPr>
        <p:spPr>
          <a:xfrm>
            <a:off x="5116623" y="3117373"/>
            <a:ext cx="204009" cy="0"/>
          </a:xfrm>
          <a:prstGeom prst="straightConnector1">
            <a:avLst/>
          </a:prstGeom>
          <a:noFill/>
          <a:ln w="9525" cap="flat" cmpd="sng" algn="ctr">
            <a:solidFill>
              <a:srgbClr val="747480"/>
            </a:solidFill>
            <a:prstDash val="solid"/>
            <a:tailEnd type="triangle"/>
          </a:ln>
          <a:effectLst/>
        </p:spPr>
      </p:cxnSp>
      <p:cxnSp>
        <p:nvCxnSpPr>
          <p:cNvPr id="21" name="Straight Connector 20">
            <a:extLst>
              <a:ext uri="{FF2B5EF4-FFF2-40B4-BE49-F238E27FC236}">
                <a16:creationId xmlns:a16="http://schemas.microsoft.com/office/drawing/2014/main" id="{36CC6971-426B-BD75-B2B6-37BDF3590F8C}"/>
              </a:ext>
            </a:extLst>
          </p:cNvPr>
          <p:cNvCxnSpPr>
            <a:cxnSpLocks/>
          </p:cNvCxnSpPr>
          <p:nvPr userDrawn="1"/>
        </p:nvCxnSpPr>
        <p:spPr>
          <a:xfrm>
            <a:off x="4455683" y="1828800"/>
            <a:ext cx="3434400" cy="0"/>
          </a:xfrm>
          <a:prstGeom prst="line">
            <a:avLst/>
          </a:prstGeom>
          <a:noFill/>
          <a:ln w="38100" cap="flat" cmpd="sng" algn="ctr">
            <a:gradFill>
              <a:gsLst>
                <a:gs pos="50000">
                  <a:srgbClr val="FFE600"/>
                </a:gs>
                <a:gs pos="75000">
                  <a:srgbClr val="00C864"/>
                </a:gs>
                <a:gs pos="100000">
                  <a:srgbClr val="4696FF"/>
                </a:gs>
              </a:gsLst>
              <a:lin ang="0" scaled="0"/>
            </a:gradFill>
            <a:prstDash val="solid"/>
            <a:tailEnd type="none"/>
          </a:ln>
          <a:effectLst/>
        </p:spPr>
      </p:cxnSp>
      <p:sp>
        <p:nvSpPr>
          <p:cNvPr id="22" name="Rectangle 21">
            <a:extLst>
              <a:ext uri="{FF2B5EF4-FFF2-40B4-BE49-F238E27FC236}">
                <a16:creationId xmlns:a16="http://schemas.microsoft.com/office/drawing/2014/main" id="{65133A5E-A831-AFFD-0646-D52E5A1F42B0}"/>
              </a:ext>
            </a:extLst>
          </p:cNvPr>
          <p:cNvSpPr/>
          <p:nvPr userDrawn="1"/>
        </p:nvSpPr>
        <p:spPr>
          <a:xfrm>
            <a:off x="4455684" y="1285874"/>
            <a:ext cx="524630" cy="421113"/>
          </a:xfrm>
          <a:prstGeom prst="rect">
            <a:avLst/>
          </a:prstGeom>
          <a:noFill/>
          <a:ln w="9525" cap="flat" cmpd="sng" algn="ctr">
            <a:noFill/>
            <a:prstDash val="solid"/>
          </a:ln>
          <a:effectLst/>
        </p:spPr>
        <p:txBody>
          <a:bodyPr lIns="0" tIns="0" rIns="0" bIns="0" rtlCol="0" anchor="ctr" anchorCtr="0"/>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2400" b="1" i="0" u="none" strike="noStrike" kern="0" cap="none" spc="0" normalizeH="0" baseline="0" noProof="0">
                <a:ln>
                  <a:noFill/>
                </a:ln>
                <a:solidFill>
                  <a:srgbClr val="FFFFFF"/>
                </a:solidFill>
                <a:effectLst/>
                <a:uLnTx/>
                <a:uFillTx/>
                <a:latin typeface="EYInterstate Regular" panose="02000503020000020004" pitchFamily="2" charset="0"/>
                <a:ea typeface="+mn-ea"/>
                <a:cs typeface="+mn-cs"/>
              </a:rPr>
              <a:t>02</a:t>
            </a:r>
          </a:p>
        </p:txBody>
      </p:sp>
      <p:cxnSp>
        <p:nvCxnSpPr>
          <p:cNvPr id="25" name="Straight Arrow Connector 24">
            <a:extLst>
              <a:ext uri="{FF2B5EF4-FFF2-40B4-BE49-F238E27FC236}">
                <a16:creationId xmlns:a16="http://schemas.microsoft.com/office/drawing/2014/main" id="{85C04AB2-5417-E210-59BA-0745AED53E80}"/>
              </a:ext>
            </a:extLst>
          </p:cNvPr>
          <p:cNvCxnSpPr>
            <a:cxnSpLocks/>
          </p:cNvCxnSpPr>
          <p:nvPr userDrawn="1"/>
        </p:nvCxnSpPr>
        <p:spPr>
          <a:xfrm>
            <a:off x="8912439" y="3117373"/>
            <a:ext cx="204009" cy="0"/>
          </a:xfrm>
          <a:prstGeom prst="straightConnector1">
            <a:avLst/>
          </a:prstGeom>
          <a:noFill/>
          <a:ln w="9525" cap="flat" cmpd="sng" algn="ctr">
            <a:solidFill>
              <a:srgbClr val="747480"/>
            </a:solidFill>
            <a:prstDash val="solid"/>
            <a:tailEnd type="triangle"/>
          </a:ln>
          <a:effectLst/>
        </p:spPr>
      </p:cxnSp>
      <p:cxnSp>
        <p:nvCxnSpPr>
          <p:cNvPr id="26" name="Straight Connector 25">
            <a:extLst>
              <a:ext uri="{FF2B5EF4-FFF2-40B4-BE49-F238E27FC236}">
                <a16:creationId xmlns:a16="http://schemas.microsoft.com/office/drawing/2014/main" id="{F97D75AB-9AFC-2C12-A919-12AC0C7F8830}"/>
              </a:ext>
            </a:extLst>
          </p:cNvPr>
          <p:cNvCxnSpPr>
            <a:cxnSpLocks/>
          </p:cNvCxnSpPr>
          <p:nvPr userDrawn="1"/>
        </p:nvCxnSpPr>
        <p:spPr>
          <a:xfrm>
            <a:off x="8264236" y="1828800"/>
            <a:ext cx="3434400" cy="0"/>
          </a:xfrm>
          <a:prstGeom prst="line">
            <a:avLst/>
          </a:prstGeom>
          <a:noFill/>
          <a:ln w="38100" cap="flat" cmpd="sng" algn="ctr">
            <a:gradFill>
              <a:gsLst>
                <a:gs pos="50000">
                  <a:srgbClr val="FFE600"/>
                </a:gs>
                <a:gs pos="75000">
                  <a:srgbClr val="00C864"/>
                </a:gs>
                <a:gs pos="100000">
                  <a:srgbClr val="4696FF"/>
                </a:gs>
              </a:gsLst>
              <a:lin ang="0" scaled="0"/>
            </a:gradFill>
            <a:prstDash val="solid"/>
            <a:tailEnd type="none"/>
          </a:ln>
          <a:effectLst/>
        </p:spPr>
      </p:cxnSp>
      <p:sp>
        <p:nvSpPr>
          <p:cNvPr id="27" name="Rectangle 26">
            <a:extLst>
              <a:ext uri="{FF2B5EF4-FFF2-40B4-BE49-F238E27FC236}">
                <a16:creationId xmlns:a16="http://schemas.microsoft.com/office/drawing/2014/main" id="{30043506-24BB-B641-F8A8-D7D940DC3A3C}"/>
              </a:ext>
            </a:extLst>
          </p:cNvPr>
          <p:cNvSpPr/>
          <p:nvPr userDrawn="1"/>
        </p:nvSpPr>
        <p:spPr>
          <a:xfrm>
            <a:off x="8264237" y="1285874"/>
            <a:ext cx="524630" cy="421113"/>
          </a:xfrm>
          <a:prstGeom prst="rect">
            <a:avLst/>
          </a:prstGeom>
          <a:noFill/>
          <a:ln w="9525" cap="flat" cmpd="sng" algn="ctr">
            <a:noFill/>
            <a:prstDash val="solid"/>
          </a:ln>
          <a:effectLst/>
        </p:spPr>
        <p:txBody>
          <a:bodyPr lIns="0" tIns="0" rIns="0" bIns="0" rtlCol="0" anchor="ctr" anchorCtr="0"/>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2400" b="1" i="0" u="none" strike="noStrike" kern="0" cap="none" spc="0" normalizeH="0" baseline="0" noProof="0">
                <a:ln>
                  <a:noFill/>
                </a:ln>
                <a:solidFill>
                  <a:srgbClr val="FFFFFF"/>
                </a:solidFill>
                <a:effectLst/>
                <a:uLnTx/>
                <a:uFillTx/>
                <a:latin typeface="EYInterstate Regular" panose="02000503020000020004" pitchFamily="2" charset="0"/>
                <a:ea typeface="+mn-ea"/>
                <a:cs typeface="+mn-cs"/>
              </a:rPr>
              <a:t>03</a:t>
            </a:r>
          </a:p>
        </p:txBody>
      </p:sp>
      <p:sp>
        <p:nvSpPr>
          <p:cNvPr id="49" name="Text Placeholder 48">
            <a:extLst>
              <a:ext uri="{FF2B5EF4-FFF2-40B4-BE49-F238E27FC236}">
                <a16:creationId xmlns:a16="http://schemas.microsoft.com/office/drawing/2014/main" id="{5AD2558B-ED01-EE69-C910-753391C972DC}"/>
              </a:ext>
            </a:extLst>
          </p:cNvPr>
          <p:cNvSpPr>
            <a:spLocks noGrp="1"/>
          </p:cNvSpPr>
          <p:nvPr>
            <p:ph type="body" sz="quarter" idx="21" hasCustomPrompt="1"/>
          </p:nvPr>
        </p:nvSpPr>
        <p:spPr>
          <a:xfrm>
            <a:off x="668664" y="2031504"/>
            <a:ext cx="3339104" cy="533400"/>
          </a:xfrm>
        </p:spPr>
        <p:txBody>
          <a:bodyPr/>
          <a:lstStyle>
            <a:lvl1pPr marL="0" indent="0">
              <a:buNone/>
              <a:defRPr/>
            </a:lvl1pPr>
            <a:lvl2pPr marL="252000" indent="0">
              <a:buNone/>
              <a:defRPr/>
            </a:lvl2pPr>
            <a:lvl3pPr marL="504000" indent="0">
              <a:buNone/>
              <a:defRPr/>
            </a:lvl3pPr>
            <a:lvl4pPr marL="756000" indent="0">
              <a:buNone/>
              <a:defRPr/>
            </a:lvl4pPr>
            <a:lvl5pPr marL="1008000" indent="0">
              <a:buNone/>
              <a:defRPr/>
            </a:lvl5pPr>
          </a:lstStyle>
          <a:p>
            <a:pPr lvl="0"/>
            <a:r>
              <a:rPr lang="en-US"/>
              <a:t>Chapter title</a:t>
            </a:r>
          </a:p>
        </p:txBody>
      </p:sp>
      <p:sp>
        <p:nvSpPr>
          <p:cNvPr id="50" name="Text Placeholder 48">
            <a:extLst>
              <a:ext uri="{FF2B5EF4-FFF2-40B4-BE49-F238E27FC236}">
                <a16:creationId xmlns:a16="http://schemas.microsoft.com/office/drawing/2014/main" id="{A3407158-093F-2454-381F-DE5BB9C7EB49}"/>
              </a:ext>
            </a:extLst>
          </p:cNvPr>
          <p:cNvSpPr>
            <a:spLocks noGrp="1"/>
          </p:cNvSpPr>
          <p:nvPr>
            <p:ph type="body" sz="quarter" idx="22" hasCustomPrompt="1"/>
          </p:nvPr>
        </p:nvSpPr>
        <p:spPr>
          <a:xfrm>
            <a:off x="4454525" y="2031504"/>
            <a:ext cx="3339104" cy="533400"/>
          </a:xfrm>
        </p:spPr>
        <p:txBody>
          <a:bodyPr/>
          <a:lstStyle>
            <a:lvl1pPr marL="0" indent="0">
              <a:buNone/>
              <a:defRPr/>
            </a:lvl1pPr>
            <a:lvl2pPr marL="252000" indent="0">
              <a:buNone/>
              <a:defRPr/>
            </a:lvl2pPr>
            <a:lvl3pPr marL="504000" indent="0">
              <a:buNone/>
              <a:defRPr/>
            </a:lvl3pPr>
            <a:lvl4pPr marL="756000" indent="0">
              <a:buNone/>
              <a:defRPr/>
            </a:lvl4pPr>
            <a:lvl5pPr marL="1008000" indent="0">
              <a:buNone/>
              <a:defRPr/>
            </a:lvl5pPr>
          </a:lstStyle>
          <a:p>
            <a:pPr lvl="0"/>
            <a:r>
              <a:rPr lang="en-US"/>
              <a:t>Chapter title</a:t>
            </a:r>
          </a:p>
        </p:txBody>
      </p:sp>
      <p:sp>
        <p:nvSpPr>
          <p:cNvPr id="51" name="Text Placeholder 48">
            <a:extLst>
              <a:ext uri="{FF2B5EF4-FFF2-40B4-BE49-F238E27FC236}">
                <a16:creationId xmlns:a16="http://schemas.microsoft.com/office/drawing/2014/main" id="{B40ECF8A-3696-D0C1-F67D-8CD1A19EA73E}"/>
              </a:ext>
            </a:extLst>
          </p:cNvPr>
          <p:cNvSpPr>
            <a:spLocks noGrp="1"/>
          </p:cNvSpPr>
          <p:nvPr>
            <p:ph type="body" sz="quarter" idx="23" hasCustomPrompt="1"/>
          </p:nvPr>
        </p:nvSpPr>
        <p:spPr>
          <a:xfrm>
            <a:off x="8264237" y="2031504"/>
            <a:ext cx="3339104" cy="533400"/>
          </a:xfrm>
        </p:spPr>
        <p:txBody>
          <a:bodyPr/>
          <a:lstStyle>
            <a:lvl1pPr marL="0" indent="0">
              <a:buNone/>
              <a:defRPr/>
            </a:lvl1pPr>
            <a:lvl2pPr marL="252000" indent="0">
              <a:buNone/>
              <a:defRPr/>
            </a:lvl2pPr>
            <a:lvl3pPr marL="504000" indent="0">
              <a:buNone/>
              <a:defRPr/>
            </a:lvl3pPr>
            <a:lvl4pPr marL="756000" indent="0">
              <a:buNone/>
              <a:defRPr/>
            </a:lvl4pPr>
            <a:lvl5pPr marL="1008000" indent="0">
              <a:buNone/>
              <a:defRPr/>
            </a:lvl5pPr>
          </a:lstStyle>
          <a:p>
            <a:pPr lvl="0"/>
            <a:r>
              <a:rPr lang="en-US"/>
              <a:t>Chapter title</a:t>
            </a:r>
          </a:p>
        </p:txBody>
      </p:sp>
      <p:sp>
        <p:nvSpPr>
          <p:cNvPr id="53" name="Text Placeholder 52">
            <a:extLst>
              <a:ext uri="{FF2B5EF4-FFF2-40B4-BE49-F238E27FC236}">
                <a16:creationId xmlns:a16="http://schemas.microsoft.com/office/drawing/2014/main" id="{A9D520B1-1DB5-4C80-7F48-117F17980A24}"/>
              </a:ext>
            </a:extLst>
          </p:cNvPr>
          <p:cNvSpPr>
            <a:spLocks noGrp="1"/>
          </p:cNvSpPr>
          <p:nvPr>
            <p:ph type="body" sz="quarter" idx="24" hasCustomPrompt="1"/>
          </p:nvPr>
        </p:nvSpPr>
        <p:spPr>
          <a:xfrm>
            <a:off x="668664" y="3054673"/>
            <a:ext cx="792138" cy="287785"/>
          </a:xfrm>
        </p:spPr>
        <p:txBody>
          <a:bodyPr/>
          <a:lstStyle>
            <a:lvl1pPr marL="0" indent="0">
              <a:buNone/>
              <a:defRPr sz="1100">
                <a:solidFill>
                  <a:srgbClr val="747480"/>
                </a:solidFill>
              </a:defRPr>
            </a:lvl1pPr>
            <a:lvl2pPr marL="252000" indent="0">
              <a:buNone/>
              <a:defRPr sz="1100">
                <a:solidFill>
                  <a:srgbClr val="747480"/>
                </a:solidFill>
              </a:defRPr>
            </a:lvl2pPr>
            <a:lvl3pPr marL="504000" indent="0">
              <a:buNone/>
              <a:defRPr sz="1100">
                <a:solidFill>
                  <a:srgbClr val="747480"/>
                </a:solidFill>
              </a:defRPr>
            </a:lvl3pPr>
            <a:lvl4pPr marL="756000" indent="0">
              <a:buNone/>
              <a:defRPr sz="1100">
                <a:solidFill>
                  <a:srgbClr val="747480"/>
                </a:solidFill>
              </a:defRPr>
            </a:lvl4pPr>
            <a:lvl5pPr marL="1008000" indent="0">
              <a:buNone/>
              <a:defRPr sz="1100">
                <a:solidFill>
                  <a:srgbClr val="747480"/>
                </a:solidFill>
              </a:defRPr>
            </a:lvl5pPr>
          </a:lstStyle>
          <a:p>
            <a:pPr lvl="0"/>
            <a:r>
              <a:rPr lang="en-US"/>
              <a:t>Slide #</a:t>
            </a:r>
          </a:p>
        </p:txBody>
      </p:sp>
      <p:sp>
        <p:nvSpPr>
          <p:cNvPr id="54" name="Text Placeholder 52">
            <a:extLst>
              <a:ext uri="{FF2B5EF4-FFF2-40B4-BE49-F238E27FC236}">
                <a16:creationId xmlns:a16="http://schemas.microsoft.com/office/drawing/2014/main" id="{E508047D-5455-5927-DA52-0A83E0C441BD}"/>
              </a:ext>
            </a:extLst>
          </p:cNvPr>
          <p:cNvSpPr>
            <a:spLocks noGrp="1"/>
          </p:cNvSpPr>
          <p:nvPr>
            <p:ph type="body" sz="quarter" idx="25" hasCustomPrompt="1"/>
          </p:nvPr>
        </p:nvSpPr>
        <p:spPr>
          <a:xfrm>
            <a:off x="4454525" y="3054673"/>
            <a:ext cx="792138" cy="287785"/>
          </a:xfrm>
        </p:spPr>
        <p:txBody>
          <a:bodyPr/>
          <a:lstStyle>
            <a:lvl1pPr marL="0" indent="0">
              <a:buNone/>
              <a:defRPr sz="1100">
                <a:solidFill>
                  <a:srgbClr val="747480"/>
                </a:solidFill>
              </a:defRPr>
            </a:lvl1pPr>
            <a:lvl2pPr marL="252000" indent="0">
              <a:buNone/>
              <a:defRPr sz="1100">
                <a:solidFill>
                  <a:srgbClr val="747480"/>
                </a:solidFill>
              </a:defRPr>
            </a:lvl2pPr>
            <a:lvl3pPr marL="504000" indent="0">
              <a:buNone/>
              <a:defRPr sz="1100">
                <a:solidFill>
                  <a:srgbClr val="747480"/>
                </a:solidFill>
              </a:defRPr>
            </a:lvl3pPr>
            <a:lvl4pPr marL="756000" indent="0">
              <a:buNone/>
              <a:defRPr sz="1100">
                <a:solidFill>
                  <a:srgbClr val="747480"/>
                </a:solidFill>
              </a:defRPr>
            </a:lvl4pPr>
            <a:lvl5pPr marL="1008000" indent="0">
              <a:buNone/>
              <a:defRPr sz="1100">
                <a:solidFill>
                  <a:srgbClr val="747480"/>
                </a:solidFill>
              </a:defRPr>
            </a:lvl5pPr>
          </a:lstStyle>
          <a:p>
            <a:pPr lvl="0"/>
            <a:r>
              <a:rPr lang="en-US"/>
              <a:t>Slide #</a:t>
            </a:r>
          </a:p>
        </p:txBody>
      </p:sp>
      <p:sp>
        <p:nvSpPr>
          <p:cNvPr id="55" name="Text Placeholder 52">
            <a:extLst>
              <a:ext uri="{FF2B5EF4-FFF2-40B4-BE49-F238E27FC236}">
                <a16:creationId xmlns:a16="http://schemas.microsoft.com/office/drawing/2014/main" id="{3A64FBC7-EA28-5CE5-789A-D68688304A5C}"/>
              </a:ext>
            </a:extLst>
          </p:cNvPr>
          <p:cNvSpPr>
            <a:spLocks noGrp="1"/>
          </p:cNvSpPr>
          <p:nvPr>
            <p:ph type="body" sz="quarter" idx="26" hasCustomPrompt="1"/>
          </p:nvPr>
        </p:nvSpPr>
        <p:spPr>
          <a:xfrm>
            <a:off x="8264237" y="3054673"/>
            <a:ext cx="792138" cy="287785"/>
          </a:xfrm>
        </p:spPr>
        <p:txBody>
          <a:bodyPr/>
          <a:lstStyle>
            <a:lvl1pPr marL="0" indent="0">
              <a:buNone/>
              <a:defRPr sz="1100">
                <a:solidFill>
                  <a:srgbClr val="747480"/>
                </a:solidFill>
              </a:defRPr>
            </a:lvl1pPr>
            <a:lvl2pPr marL="252000" indent="0">
              <a:buNone/>
              <a:defRPr sz="1100">
                <a:solidFill>
                  <a:srgbClr val="747480"/>
                </a:solidFill>
              </a:defRPr>
            </a:lvl2pPr>
            <a:lvl3pPr marL="504000" indent="0">
              <a:buNone/>
              <a:defRPr sz="1100">
                <a:solidFill>
                  <a:srgbClr val="747480"/>
                </a:solidFill>
              </a:defRPr>
            </a:lvl3pPr>
            <a:lvl4pPr marL="756000" indent="0">
              <a:buNone/>
              <a:defRPr sz="1100">
                <a:solidFill>
                  <a:srgbClr val="747480"/>
                </a:solidFill>
              </a:defRPr>
            </a:lvl4pPr>
            <a:lvl5pPr marL="1008000" indent="0">
              <a:buNone/>
              <a:defRPr sz="1100">
                <a:solidFill>
                  <a:srgbClr val="747480"/>
                </a:solidFill>
              </a:defRPr>
            </a:lvl5pPr>
          </a:lstStyle>
          <a:p>
            <a:pPr lvl="0"/>
            <a:r>
              <a:rPr lang="en-US"/>
              <a:t>Slide #</a:t>
            </a:r>
          </a:p>
        </p:txBody>
      </p:sp>
    </p:spTree>
    <p:extLst>
      <p:ext uri="{BB962C8B-B14F-4D97-AF65-F5344CB8AC3E}">
        <p14:creationId xmlns:p14="http://schemas.microsoft.com/office/powerpoint/2010/main" val="91461463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userDrawn="1">
  <p:cSld name="Section Header with Image 2">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ECC4063-3B84-36D0-1C1F-FC414549D600}"/>
              </a:ext>
              <a:ext uri="{C183D7F6-B498-43B3-948B-1728B52AA6E4}">
                <adec:decorative xmlns:adec="http://schemas.microsoft.com/office/drawing/2017/decorative" val="1"/>
              </a:ext>
            </a:extLst>
          </p:cNvPr>
          <p:cNvSpPr/>
          <p:nvPr userDrawn="1"/>
        </p:nvSpPr>
        <p:spPr>
          <a:xfrm>
            <a:off x="0" y="0"/>
            <a:ext cx="8386354" cy="6858000"/>
          </a:xfrm>
          <a:prstGeom prst="rect">
            <a:avLst/>
          </a:prstGeom>
          <a:gradFill flip="none" rotWithShape="1">
            <a:gsLst>
              <a:gs pos="0">
                <a:schemeClr val="tx1">
                  <a:lumMod val="0"/>
                  <a:alpha val="0"/>
                </a:schemeClr>
              </a:gs>
              <a:gs pos="95000">
                <a:srgbClr val="000000">
                  <a:alpha val="70000"/>
                </a:srgbClr>
              </a:gs>
            </a:gsLst>
            <a:lin ang="108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endParaRPr lang="en-US" sz="1200" b="1">
              <a:solidFill>
                <a:schemeClr val="tx1"/>
              </a:solidFill>
            </a:endParaRPr>
          </a:p>
        </p:txBody>
      </p:sp>
      <p:sp>
        <p:nvSpPr>
          <p:cNvPr id="2" name="Title 1">
            <a:extLst>
              <a:ext uri="{FF2B5EF4-FFF2-40B4-BE49-F238E27FC236}">
                <a16:creationId xmlns:a16="http://schemas.microsoft.com/office/drawing/2014/main" id="{DCB74E28-9D0B-F1B4-F101-2628EB1EA46E}"/>
              </a:ext>
            </a:extLst>
          </p:cNvPr>
          <p:cNvSpPr>
            <a:spLocks noGrp="1"/>
          </p:cNvSpPr>
          <p:nvPr>
            <p:ph type="title"/>
          </p:nvPr>
        </p:nvSpPr>
        <p:spPr>
          <a:xfrm>
            <a:off x="485775" y="3053616"/>
            <a:ext cx="7394575" cy="2869882"/>
          </a:xfrm>
        </p:spPr>
        <p:txBody>
          <a:bodyPr anchor="t"/>
          <a:lstStyle>
            <a:lvl1pPr>
              <a:defRPr sz="6000">
                <a:solidFill>
                  <a:schemeClr val="bg1"/>
                </a:solidFill>
              </a:defRPr>
            </a:lvl1pPr>
          </a:lstStyle>
          <a:p>
            <a:r>
              <a:rPr lang="en-GB"/>
              <a:t>Click to edit Master title style</a:t>
            </a:r>
            <a:endParaRPr lang="en-US"/>
          </a:p>
        </p:txBody>
      </p:sp>
      <p:sp>
        <p:nvSpPr>
          <p:cNvPr id="8" name="Text Placeholder 7">
            <a:extLst>
              <a:ext uri="{FF2B5EF4-FFF2-40B4-BE49-F238E27FC236}">
                <a16:creationId xmlns:a16="http://schemas.microsoft.com/office/drawing/2014/main" id="{A475298B-22BF-3DF1-FBE7-DF673E5A2734}"/>
              </a:ext>
            </a:extLst>
          </p:cNvPr>
          <p:cNvSpPr>
            <a:spLocks noGrp="1"/>
          </p:cNvSpPr>
          <p:nvPr>
            <p:ph type="body" sz="quarter" idx="13" hasCustomPrompt="1"/>
          </p:nvPr>
        </p:nvSpPr>
        <p:spPr>
          <a:xfrm>
            <a:off x="485775" y="370800"/>
            <a:ext cx="7394575" cy="2169200"/>
          </a:xfrm>
        </p:spPr>
        <p:txBody>
          <a:bodyPr lIns="0" tIns="0" rIns="0" bIns="0" anchor="b">
            <a:noAutofit/>
          </a:bodyPr>
          <a:lstStyle>
            <a:lvl1pPr marL="0" indent="0">
              <a:lnSpc>
                <a:spcPct val="85000"/>
              </a:lnSpc>
              <a:spcAft>
                <a:spcPts val="0"/>
              </a:spcAft>
              <a:buNone/>
              <a:defRPr kumimoji="0" lang="en-US" sz="16600" b="1" i="0" u="none" strike="noStrike" kern="1200" cap="none" spc="0" normalizeH="0" baseline="0" dirty="0">
                <a:ln>
                  <a:noFill/>
                </a:ln>
                <a:solidFill>
                  <a:srgbClr val="FFFFFF">
                    <a:alpha val="29699"/>
                  </a:srgbClr>
                </a:solidFill>
                <a:effectLst/>
                <a:uLnTx/>
                <a:uFillTx/>
                <a:latin typeface="EYInterstate Regular" panose="02000503020000020004" pitchFamily="2" charset="0"/>
                <a:ea typeface="+mn-ea"/>
                <a:cs typeface="+mn-cs"/>
              </a:defRPr>
            </a:lvl1pPr>
          </a:lstStyle>
          <a:p>
            <a:pPr marL="0" marR="0" lvl="0" indent="0" algn="l" defTabSz="1007887" rtl="0" eaLnBrk="1" fontAlgn="auto" latinLnBrk="0" hangingPunct="1">
              <a:lnSpc>
                <a:spcPct val="100000"/>
              </a:lnSpc>
              <a:spcBef>
                <a:spcPts val="0"/>
              </a:spcBef>
              <a:spcAft>
                <a:spcPts val="200"/>
              </a:spcAft>
              <a:buClrTx/>
              <a:buSzTx/>
              <a:buFont typeface="Arial" panose="020B0604020202020204" pitchFamily="34" charset="0"/>
              <a:buNone/>
              <a:tabLst/>
              <a:defRPr/>
            </a:pPr>
            <a:r>
              <a:rPr lang="en-GB"/>
              <a:t>00</a:t>
            </a:r>
            <a:endParaRPr lang="en-US"/>
          </a:p>
        </p:txBody>
      </p:sp>
      <p:sp>
        <p:nvSpPr>
          <p:cNvPr id="14" name="Date Placeholder 13">
            <a:extLst>
              <a:ext uri="{FF2B5EF4-FFF2-40B4-BE49-F238E27FC236}">
                <a16:creationId xmlns:a16="http://schemas.microsoft.com/office/drawing/2014/main" id="{B5D9BED5-140F-F03D-CA60-9453F1A86D9C}"/>
              </a:ext>
            </a:extLst>
          </p:cNvPr>
          <p:cNvSpPr>
            <a:spLocks noGrp="1"/>
          </p:cNvSpPr>
          <p:nvPr>
            <p:ph type="dt" sz="half" idx="14"/>
          </p:nvPr>
        </p:nvSpPr>
        <p:spPr/>
        <p:txBody>
          <a:bodyPr/>
          <a:lstStyle/>
          <a:p>
            <a:fld id="{BA1052ED-6478-BF41-9AF3-C3B038B7B659}" type="datetime3">
              <a:rPr lang="en-GB" smtClean="0"/>
              <a:t>18 March, 2026</a:t>
            </a:fld>
            <a:endParaRPr lang="en-US"/>
          </a:p>
        </p:txBody>
      </p:sp>
      <p:sp>
        <p:nvSpPr>
          <p:cNvPr id="15" name="Footer Placeholder 14">
            <a:extLst>
              <a:ext uri="{FF2B5EF4-FFF2-40B4-BE49-F238E27FC236}">
                <a16:creationId xmlns:a16="http://schemas.microsoft.com/office/drawing/2014/main" id="{E931943E-2952-F25A-ECCA-F329235A737F}"/>
              </a:ext>
            </a:extLst>
          </p:cNvPr>
          <p:cNvSpPr>
            <a:spLocks noGrp="1"/>
          </p:cNvSpPr>
          <p:nvPr>
            <p:ph type="ftr" sz="quarter" idx="15"/>
          </p:nvPr>
        </p:nvSpPr>
        <p:spPr/>
        <p:txBody>
          <a:bodyPr/>
          <a:lstStyle/>
          <a:p>
            <a:endParaRPr lang="en-US"/>
          </a:p>
        </p:txBody>
      </p:sp>
      <p:sp>
        <p:nvSpPr>
          <p:cNvPr id="16" name="Slide Number Placeholder 15">
            <a:extLst>
              <a:ext uri="{FF2B5EF4-FFF2-40B4-BE49-F238E27FC236}">
                <a16:creationId xmlns:a16="http://schemas.microsoft.com/office/drawing/2014/main" id="{EBCB7712-53BF-0892-3D4B-354DE5C528E5}"/>
              </a:ext>
            </a:extLst>
          </p:cNvPr>
          <p:cNvSpPr>
            <a:spLocks noGrp="1"/>
          </p:cNvSpPr>
          <p:nvPr>
            <p:ph type="sldNum" sz="quarter" idx="16"/>
          </p:nvPr>
        </p:nvSpPr>
        <p:spPr/>
        <p:txBody>
          <a:bodyPr/>
          <a:lstStyle/>
          <a:p>
            <a:fld id="{F1BC30E3-FFE5-4B91-AA19-87A149EBB9EE}" type="slidenum">
              <a:rPr lang="en-GB" smtClean="0"/>
              <a:pPr/>
              <a:t>‹#›</a:t>
            </a:fld>
            <a:endParaRPr lang="en-GB"/>
          </a:p>
        </p:txBody>
      </p:sp>
      <p:sp>
        <p:nvSpPr>
          <p:cNvPr id="5" name="SmartArt Placeholder 4">
            <a:extLst>
              <a:ext uri="{FF2B5EF4-FFF2-40B4-BE49-F238E27FC236}">
                <a16:creationId xmlns:a16="http://schemas.microsoft.com/office/drawing/2014/main" id="{58A7B630-8F83-A25B-6595-914D54F1E284}"/>
              </a:ext>
            </a:extLst>
          </p:cNvPr>
          <p:cNvSpPr>
            <a:spLocks noGrp="1" noChangeAspect="1"/>
          </p:cNvSpPr>
          <p:nvPr>
            <p:ph type="dgm" sz="quarter" idx="17" hasCustomPrompt="1"/>
          </p:nvPr>
        </p:nvSpPr>
        <p:spPr>
          <a:xfrm>
            <a:off x="11089247" y="6289101"/>
            <a:ext cx="333325" cy="121327"/>
          </a:xfrm>
          <a:custGeom>
            <a:avLst/>
            <a:gdLst>
              <a:gd name="connsiteX0" fmla="*/ 333290 w 333325"/>
              <a:gd name="connsiteY0" fmla="*/ 0 h 121327"/>
              <a:gd name="connsiteX1" fmla="*/ 333325 w 333325"/>
              <a:gd name="connsiteY1" fmla="*/ 0 h 121327"/>
              <a:gd name="connsiteX2" fmla="*/ 333325 w 333325"/>
              <a:gd name="connsiteY2" fmla="*/ 62597 h 121327"/>
              <a:gd name="connsiteX3" fmla="*/ 0 w 333325"/>
              <a:gd name="connsiteY3" fmla="*/ 121327 h 121327"/>
            </a:gdLst>
            <a:ahLst/>
            <a:cxnLst>
              <a:cxn ang="0">
                <a:pos x="connsiteX0" y="connsiteY0"/>
              </a:cxn>
              <a:cxn ang="0">
                <a:pos x="connsiteX1" y="connsiteY1"/>
              </a:cxn>
              <a:cxn ang="0">
                <a:pos x="connsiteX2" y="connsiteY2"/>
              </a:cxn>
              <a:cxn ang="0">
                <a:pos x="connsiteX3" y="connsiteY3"/>
              </a:cxn>
            </a:cxnLst>
            <a:rect l="l" t="t" r="r" b="b"/>
            <a:pathLst>
              <a:path w="333325" h="121327">
                <a:moveTo>
                  <a:pt x="333290" y="0"/>
                </a:moveTo>
                <a:lnTo>
                  <a:pt x="333325" y="0"/>
                </a:lnTo>
                <a:lnTo>
                  <a:pt x="333325" y="62597"/>
                </a:lnTo>
                <a:lnTo>
                  <a:pt x="0" y="121327"/>
                </a:lnTo>
                <a:close/>
              </a:path>
            </a:pathLst>
          </a:custGeom>
          <a:solidFill>
            <a:schemeClr val="tx2"/>
          </a:solidFill>
        </p:spPr>
        <p:txBody>
          <a:bodyPr wrap="square">
            <a:noAutofit/>
          </a:bodyPr>
          <a:lstStyle>
            <a:lvl1pPr marL="0" indent="0">
              <a:buNone/>
              <a:defRPr/>
            </a:lvl1pPr>
          </a:lstStyle>
          <a:p>
            <a:r>
              <a:rPr lang="en-US"/>
              <a:t> </a:t>
            </a:r>
          </a:p>
        </p:txBody>
      </p:sp>
      <p:sp>
        <p:nvSpPr>
          <p:cNvPr id="9" name="SmartArt Placeholder 8">
            <a:extLst>
              <a:ext uri="{FF2B5EF4-FFF2-40B4-BE49-F238E27FC236}">
                <a16:creationId xmlns:a16="http://schemas.microsoft.com/office/drawing/2014/main" id="{6997A651-C20A-B6BB-A32F-A6322C9627E7}"/>
              </a:ext>
            </a:extLst>
          </p:cNvPr>
          <p:cNvSpPr>
            <a:spLocks noGrp="1" noChangeAspect="1"/>
          </p:cNvSpPr>
          <p:nvPr>
            <p:ph type="dgm" sz="quarter" idx="18" hasCustomPrompt="1"/>
          </p:nvPr>
        </p:nvSpPr>
        <p:spPr>
          <a:xfrm>
            <a:off x="11092153" y="6460883"/>
            <a:ext cx="877905" cy="170148"/>
          </a:xfrm>
          <a:custGeom>
            <a:avLst/>
            <a:gdLst>
              <a:gd name="connsiteX0" fmla="*/ 733636 w 877905"/>
              <a:gd name="connsiteY0" fmla="*/ 94813 h 170148"/>
              <a:gd name="connsiteX1" fmla="*/ 712435 w 877905"/>
              <a:gd name="connsiteY1" fmla="*/ 123840 h 170148"/>
              <a:gd name="connsiteX2" fmla="*/ 734473 w 877905"/>
              <a:gd name="connsiteY2" fmla="*/ 153711 h 170148"/>
              <a:gd name="connsiteX3" fmla="*/ 756176 w 877905"/>
              <a:gd name="connsiteY3" fmla="*/ 124350 h 170148"/>
              <a:gd name="connsiteX4" fmla="*/ 756176 w 877905"/>
              <a:gd name="connsiteY4" fmla="*/ 124341 h 170148"/>
              <a:gd name="connsiteX5" fmla="*/ 733636 w 877905"/>
              <a:gd name="connsiteY5" fmla="*/ 94813 h 170148"/>
              <a:gd name="connsiteX6" fmla="*/ 606949 w 877905"/>
              <a:gd name="connsiteY6" fmla="*/ 94303 h 170148"/>
              <a:gd name="connsiteX7" fmla="*/ 587774 w 877905"/>
              <a:gd name="connsiteY7" fmla="*/ 122329 h 170148"/>
              <a:gd name="connsiteX8" fmla="*/ 607628 w 877905"/>
              <a:gd name="connsiteY8" fmla="*/ 154211 h 170148"/>
              <a:gd name="connsiteX9" fmla="*/ 627648 w 877905"/>
              <a:gd name="connsiteY9" fmla="*/ 142966 h 170148"/>
              <a:gd name="connsiteX10" fmla="*/ 627640 w 877905"/>
              <a:gd name="connsiteY10" fmla="*/ 142966 h 170148"/>
              <a:gd name="connsiteX11" fmla="*/ 627640 w 877905"/>
              <a:gd name="connsiteY11" fmla="*/ 105883 h 170148"/>
              <a:gd name="connsiteX12" fmla="*/ 606949 w 877905"/>
              <a:gd name="connsiteY12" fmla="*/ 94303 h 170148"/>
              <a:gd name="connsiteX13" fmla="*/ 825083 w 877905"/>
              <a:gd name="connsiteY13" fmla="*/ 80211 h 170148"/>
              <a:gd name="connsiteX14" fmla="*/ 842408 w 877905"/>
              <a:gd name="connsiteY14" fmla="*/ 80211 h 170148"/>
              <a:gd name="connsiteX15" fmla="*/ 842408 w 877905"/>
              <a:gd name="connsiteY15" fmla="*/ 115616 h 170148"/>
              <a:gd name="connsiteX16" fmla="*/ 877905 w 877905"/>
              <a:gd name="connsiteY16" fmla="*/ 115616 h 170148"/>
              <a:gd name="connsiteX17" fmla="*/ 877905 w 877905"/>
              <a:gd name="connsiteY17" fmla="*/ 132898 h 170148"/>
              <a:gd name="connsiteX18" fmla="*/ 842408 w 877905"/>
              <a:gd name="connsiteY18" fmla="*/ 132898 h 170148"/>
              <a:gd name="connsiteX19" fmla="*/ 842408 w 877905"/>
              <a:gd name="connsiteY19" fmla="*/ 168303 h 170148"/>
              <a:gd name="connsiteX20" fmla="*/ 825083 w 877905"/>
              <a:gd name="connsiteY20" fmla="*/ 168303 h 170148"/>
              <a:gd name="connsiteX21" fmla="*/ 825083 w 877905"/>
              <a:gd name="connsiteY21" fmla="*/ 132898 h 170148"/>
              <a:gd name="connsiteX22" fmla="*/ 789586 w 877905"/>
              <a:gd name="connsiteY22" fmla="*/ 132898 h 170148"/>
              <a:gd name="connsiteX23" fmla="*/ 789586 w 877905"/>
              <a:gd name="connsiteY23" fmla="*/ 115616 h 170148"/>
              <a:gd name="connsiteX24" fmla="*/ 825083 w 877905"/>
              <a:gd name="connsiteY24" fmla="*/ 115616 h 170148"/>
              <a:gd name="connsiteX25" fmla="*/ 663145 w 877905"/>
              <a:gd name="connsiteY25" fmla="*/ 80211 h 170148"/>
              <a:gd name="connsiteX26" fmla="*/ 680471 w 877905"/>
              <a:gd name="connsiteY26" fmla="*/ 80211 h 170148"/>
              <a:gd name="connsiteX27" fmla="*/ 680471 w 877905"/>
              <a:gd name="connsiteY27" fmla="*/ 168303 h 170148"/>
              <a:gd name="connsiteX28" fmla="*/ 663145 w 877905"/>
              <a:gd name="connsiteY28" fmla="*/ 168303 h 170148"/>
              <a:gd name="connsiteX29" fmla="*/ 485820 w 877905"/>
              <a:gd name="connsiteY29" fmla="*/ 80211 h 170148"/>
              <a:gd name="connsiteX30" fmla="*/ 503146 w 877905"/>
              <a:gd name="connsiteY30" fmla="*/ 80211 h 170148"/>
              <a:gd name="connsiteX31" fmla="*/ 503146 w 877905"/>
              <a:gd name="connsiteY31" fmla="*/ 130051 h 170148"/>
              <a:gd name="connsiteX32" fmla="*/ 521317 w 877905"/>
              <a:gd name="connsiteY32" fmla="*/ 154211 h 170148"/>
              <a:gd name="connsiteX33" fmla="*/ 539488 w 877905"/>
              <a:gd name="connsiteY33" fmla="*/ 131729 h 170148"/>
              <a:gd name="connsiteX34" fmla="*/ 539488 w 877905"/>
              <a:gd name="connsiteY34" fmla="*/ 80211 h 170148"/>
              <a:gd name="connsiteX35" fmla="*/ 556814 w 877905"/>
              <a:gd name="connsiteY35" fmla="*/ 80211 h 170148"/>
              <a:gd name="connsiteX36" fmla="*/ 556814 w 877905"/>
              <a:gd name="connsiteY36" fmla="*/ 168303 h 170148"/>
              <a:gd name="connsiteX37" fmla="*/ 539488 w 877905"/>
              <a:gd name="connsiteY37" fmla="*/ 168303 h 170148"/>
              <a:gd name="connsiteX38" fmla="*/ 539488 w 877905"/>
              <a:gd name="connsiteY38" fmla="*/ 159913 h 170148"/>
              <a:gd name="connsiteX39" fmla="*/ 517283 w 877905"/>
              <a:gd name="connsiteY39" fmla="*/ 170148 h 170148"/>
              <a:gd name="connsiteX40" fmla="*/ 485820 w 877905"/>
              <a:gd name="connsiteY40" fmla="*/ 130719 h 170148"/>
              <a:gd name="connsiteX41" fmla="*/ 734297 w 877905"/>
              <a:gd name="connsiteY41" fmla="*/ 78366 h 170148"/>
              <a:gd name="connsiteX42" fmla="*/ 773660 w 877905"/>
              <a:gd name="connsiteY42" fmla="*/ 123840 h 170148"/>
              <a:gd name="connsiteX43" fmla="*/ 773669 w 877905"/>
              <a:gd name="connsiteY43" fmla="*/ 123840 h 170148"/>
              <a:gd name="connsiteX44" fmla="*/ 733795 w 877905"/>
              <a:gd name="connsiteY44" fmla="*/ 170148 h 170148"/>
              <a:gd name="connsiteX45" fmla="*/ 694934 w 877905"/>
              <a:gd name="connsiteY45" fmla="*/ 124341 h 170148"/>
              <a:gd name="connsiteX46" fmla="*/ 734297 w 877905"/>
              <a:gd name="connsiteY46" fmla="*/ 78366 h 170148"/>
              <a:gd name="connsiteX47" fmla="*/ 371579 w 877905"/>
              <a:gd name="connsiteY47" fmla="*/ 49005 h 170148"/>
              <a:gd name="connsiteX48" fmla="*/ 410106 w 877905"/>
              <a:gd name="connsiteY48" fmla="*/ 64942 h 170148"/>
              <a:gd name="connsiteX49" fmla="*/ 397660 w 877905"/>
              <a:gd name="connsiteY49" fmla="*/ 77523 h 170148"/>
              <a:gd name="connsiteX50" fmla="*/ 370240 w 877905"/>
              <a:gd name="connsiteY50" fmla="*/ 66278 h 170148"/>
              <a:gd name="connsiteX51" fmla="*/ 350554 w 877905"/>
              <a:gd name="connsiteY51" fmla="*/ 80879 h 170148"/>
              <a:gd name="connsiteX52" fmla="*/ 376291 w 877905"/>
              <a:gd name="connsiteY52" fmla="*/ 99170 h 170148"/>
              <a:gd name="connsiteX53" fmla="*/ 413972 w 877905"/>
              <a:gd name="connsiteY53" fmla="*/ 134576 h 170148"/>
              <a:gd name="connsiteX54" fmla="*/ 413990 w 877905"/>
              <a:gd name="connsiteY54" fmla="*/ 134576 h 170148"/>
              <a:gd name="connsiteX55" fmla="*/ 370416 w 877905"/>
              <a:gd name="connsiteY55" fmla="*/ 170148 h 170148"/>
              <a:gd name="connsiteX56" fmla="*/ 328525 w 877905"/>
              <a:gd name="connsiteY56" fmla="*/ 151189 h 170148"/>
              <a:gd name="connsiteX57" fmla="*/ 341138 w 877905"/>
              <a:gd name="connsiteY57" fmla="*/ 138942 h 170148"/>
              <a:gd name="connsiteX58" fmla="*/ 371755 w 877905"/>
              <a:gd name="connsiteY58" fmla="*/ 152867 h 170148"/>
              <a:gd name="connsiteX59" fmla="*/ 396145 w 877905"/>
              <a:gd name="connsiteY59" fmla="*/ 135753 h 170148"/>
              <a:gd name="connsiteX60" fmla="*/ 369562 w 877905"/>
              <a:gd name="connsiteY60" fmla="*/ 116285 h 170148"/>
              <a:gd name="connsiteX61" fmla="*/ 332718 w 877905"/>
              <a:gd name="connsiteY61" fmla="*/ 81722 h 170148"/>
              <a:gd name="connsiteX62" fmla="*/ 371579 w 877905"/>
              <a:gd name="connsiteY62" fmla="*/ 49005 h 170148"/>
              <a:gd name="connsiteX63" fmla="*/ 671883 w 877905"/>
              <a:gd name="connsiteY63" fmla="*/ 46484 h 170148"/>
              <a:gd name="connsiteX64" fmla="*/ 682990 w 877905"/>
              <a:gd name="connsiteY64" fmla="*/ 57729 h 170148"/>
              <a:gd name="connsiteX65" fmla="*/ 671883 w 877905"/>
              <a:gd name="connsiteY65" fmla="*/ 68808 h 170148"/>
              <a:gd name="connsiteX66" fmla="*/ 660608 w 877905"/>
              <a:gd name="connsiteY66" fmla="*/ 57729 h 170148"/>
              <a:gd name="connsiteX67" fmla="*/ 671883 w 877905"/>
              <a:gd name="connsiteY67" fmla="*/ 46484 h 170148"/>
              <a:gd name="connsiteX68" fmla="*/ 644630 w 877905"/>
              <a:gd name="connsiteY68" fmla="*/ 45983 h 170148"/>
              <a:gd name="connsiteX69" fmla="*/ 644630 w 877905"/>
              <a:gd name="connsiteY69" fmla="*/ 168303 h 170148"/>
              <a:gd name="connsiteX70" fmla="*/ 627472 w 877905"/>
              <a:gd name="connsiteY70" fmla="*/ 168303 h 170148"/>
              <a:gd name="connsiteX71" fmla="*/ 627472 w 877905"/>
              <a:gd name="connsiteY71" fmla="*/ 159913 h 170148"/>
              <a:gd name="connsiteX72" fmla="*/ 604421 w 877905"/>
              <a:gd name="connsiteY72" fmla="*/ 170148 h 170148"/>
              <a:gd name="connsiteX73" fmla="*/ 570440 w 877905"/>
              <a:gd name="connsiteY73" fmla="*/ 122830 h 170148"/>
              <a:gd name="connsiteX74" fmla="*/ 605267 w 877905"/>
              <a:gd name="connsiteY74" fmla="*/ 78366 h 170148"/>
              <a:gd name="connsiteX75" fmla="*/ 627472 w 877905"/>
              <a:gd name="connsiteY75" fmla="*/ 88435 h 170148"/>
              <a:gd name="connsiteX76" fmla="*/ 627472 w 877905"/>
              <a:gd name="connsiteY76" fmla="*/ 54874 h 170148"/>
              <a:gd name="connsiteX77" fmla="*/ 449989 w 877905"/>
              <a:gd name="connsiteY77" fmla="*/ 45983 h 170148"/>
              <a:gd name="connsiteX78" fmla="*/ 449989 w 877905"/>
              <a:gd name="connsiteY78" fmla="*/ 80211 h 170148"/>
              <a:gd name="connsiteX79" fmla="*/ 471859 w 877905"/>
              <a:gd name="connsiteY79" fmla="*/ 80211 h 170148"/>
              <a:gd name="connsiteX80" fmla="*/ 471859 w 877905"/>
              <a:gd name="connsiteY80" fmla="*/ 95981 h 170148"/>
              <a:gd name="connsiteX81" fmla="*/ 449989 w 877905"/>
              <a:gd name="connsiteY81" fmla="*/ 95981 h 170148"/>
              <a:gd name="connsiteX82" fmla="*/ 449989 w 877905"/>
              <a:gd name="connsiteY82" fmla="*/ 143801 h 170148"/>
              <a:gd name="connsiteX83" fmla="*/ 459070 w 877905"/>
              <a:gd name="connsiteY83" fmla="*/ 154370 h 170148"/>
              <a:gd name="connsiteX84" fmla="*/ 471859 w 877905"/>
              <a:gd name="connsiteY84" fmla="*/ 150847 h 170148"/>
              <a:gd name="connsiteX85" fmla="*/ 471859 w 877905"/>
              <a:gd name="connsiteY85" fmla="*/ 150855 h 170148"/>
              <a:gd name="connsiteX86" fmla="*/ 469842 w 877905"/>
              <a:gd name="connsiteY86" fmla="*/ 166125 h 170148"/>
              <a:gd name="connsiteX87" fmla="*/ 452851 w 877905"/>
              <a:gd name="connsiteY87" fmla="*/ 170148 h 170148"/>
              <a:gd name="connsiteX88" fmla="*/ 432998 w 877905"/>
              <a:gd name="connsiteY88" fmla="*/ 146823 h 170148"/>
              <a:gd name="connsiteX89" fmla="*/ 432998 w 877905"/>
              <a:gd name="connsiteY89" fmla="*/ 95981 h 170148"/>
              <a:gd name="connsiteX90" fmla="*/ 420385 w 877905"/>
              <a:gd name="connsiteY90" fmla="*/ 95981 h 170148"/>
              <a:gd name="connsiteX91" fmla="*/ 420385 w 877905"/>
              <a:gd name="connsiteY91" fmla="*/ 80211 h 170148"/>
              <a:gd name="connsiteX92" fmla="*/ 432998 w 877905"/>
              <a:gd name="connsiteY92" fmla="*/ 80211 h 170148"/>
              <a:gd name="connsiteX93" fmla="*/ 432998 w 877905"/>
              <a:gd name="connsiteY93" fmla="*/ 55041 h 170148"/>
              <a:gd name="connsiteX94" fmla="*/ 0 w 877905"/>
              <a:gd name="connsiteY94" fmla="*/ 9 h 170148"/>
              <a:gd name="connsiteX95" fmla="*/ 95647 w 877905"/>
              <a:gd name="connsiteY95" fmla="*/ 9 h 170148"/>
              <a:gd name="connsiteX96" fmla="*/ 118020 w 877905"/>
              <a:gd name="connsiteY96" fmla="*/ 38691 h 170148"/>
              <a:gd name="connsiteX97" fmla="*/ 50576 w 877905"/>
              <a:gd name="connsiteY97" fmla="*/ 38691 h 170148"/>
              <a:gd name="connsiteX98" fmla="*/ 50576 w 877905"/>
              <a:gd name="connsiteY98" fmla="*/ 66445 h 170148"/>
              <a:gd name="connsiteX99" fmla="*/ 111537 w 877905"/>
              <a:gd name="connsiteY99" fmla="*/ 66445 h 170148"/>
              <a:gd name="connsiteX100" fmla="*/ 111537 w 877905"/>
              <a:gd name="connsiteY100" fmla="*/ 101753 h 170148"/>
              <a:gd name="connsiteX101" fmla="*/ 50576 w 877905"/>
              <a:gd name="connsiteY101" fmla="*/ 101753 h 170148"/>
              <a:gd name="connsiteX102" fmla="*/ 50576 w 877905"/>
              <a:gd name="connsiteY102" fmla="*/ 129498 h 170148"/>
              <a:gd name="connsiteX103" fmla="*/ 134887 w 877905"/>
              <a:gd name="connsiteY103" fmla="*/ 129498 h 170148"/>
              <a:gd name="connsiteX104" fmla="*/ 134887 w 877905"/>
              <a:gd name="connsiteY104" fmla="*/ 168180 h 170148"/>
              <a:gd name="connsiteX105" fmla="*/ 0 w 877905"/>
              <a:gd name="connsiteY105" fmla="*/ 168180 h 170148"/>
              <a:gd name="connsiteX106" fmla="*/ 111537 w 877905"/>
              <a:gd name="connsiteY106" fmla="*/ 0 h 170148"/>
              <a:gd name="connsiteX107" fmla="*/ 167451 w 877905"/>
              <a:gd name="connsiteY107" fmla="*/ 0 h 170148"/>
              <a:gd name="connsiteX108" fmla="*/ 196016 w 877905"/>
              <a:gd name="connsiteY108" fmla="*/ 54883 h 170148"/>
              <a:gd name="connsiteX109" fmla="*/ 224660 w 877905"/>
              <a:gd name="connsiteY109" fmla="*/ 0 h 170148"/>
              <a:gd name="connsiteX110" fmla="*/ 279851 w 877905"/>
              <a:gd name="connsiteY110" fmla="*/ 0 h 170148"/>
              <a:gd name="connsiteX111" fmla="*/ 220863 w 877905"/>
              <a:gd name="connsiteY111" fmla="*/ 101745 h 170148"/>
              <a:gd name="connsiteX112" fmla="*/ 220863 w 877905"/>
              <a:gd name="connsiteY112" fmla="*/ 168180 h 170148"/>
              <a:gd name="connsiteX113" fmla="*/ 170446 w 877905"/>
              <a:gd name="connsiteY113" fmla="*/ 168180 h 170148"/>
              <a:gd name="connsiteX114" fmla="*/ 170446 w 877905"/>
              <a:gd name="connsiteY114" fmla="*/ 101745 h 170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Lst>
            <a:rect l="l" t="t" r="r" b="b"/>
            <a:pathLst>
              <a:path w="877905" h="170148">
                <a:moveTo>
                  <a:pt x="733636" y="94813"/>
                </a:moveTo>
                <a:cubicBezTo>
                  <a:pt x="720512" y="94813"/>
                  <a:pt x="712435" y="106392"/>
                  <a:pt x="712435" y="123840"/>
                </a:cubicBezTo>
                <a:cubicBezTo>
                  <a:pt x="712435" y="143133"/>
                  <a:pt x="721349" y="153711"/>
                  <a:pt x="734473" y="153711"/>
                </a:cubicBezTo>
                <a:cubicBezTo>
                  <a:pt x="747597" y="153711"/>
                  <a:pt x="756176" y="140453"/>
                  <a:pt x="756176" y="124350"/>
                </a:cubicBezTo>
                <a:lnTo>
                  <a:pt x="756176" y="124341"/>
                </a:lnTo>
                <a:cubicBezTo>
                  <a:pt x="756176" y="106383"/>
                  <a:pt x="747597" y="94813"/>
                  <a:pt x="733636" y="94813"/>
                </a:cubicBezTo>
                <a:close/>
                <a:moveTo>
                  <a:pt x="606949" y="94303"/>
                </a:moveTo>
                <a:cubicBezTo>
                  <a:pt x="594503" y="94303"/>
                  <a:pt x="587774" y="103704"/>
                  <a:pt x="587774" y="122329"/>
                </a:cubicBezTo>
                <a:cubicBezTo>
                  <a:pt x="587774" y="144477"/>
                  <a:pt x="594838" y="154211"/>
                  <a:pt x="607628" y="154211"/>
                </a:cubicBezTo>
                <a:cubicBezTo>
                  <a:pt x="615872" y="154211"/>
                  <a:pt x="623103" y="148677"/>
                  <a:pt x="627648" y="142966"/>
                </a:cubicBezTo>
                <a:lnTo>
                  <a:pt x="627640" y="142966"/>
                </a:lnTo>
                <a:lnTo>
                  <a:pt x="627640" y="105883"/>
                </a:lnTo>
                <a:cubicBezTo>
                  <a:pt x="623773" y="100682"/>
                  <a:pt x="615696" y="94303"/>
                  <a:pt x="606949" y="94303"/>
                </a:cubicBezTo>
                <a:close/>
                <a:moveTo>
                  <a:pt x="825083" y="80211"/>
                </a:moveTo>
                <a:lnTo>
                  <a:pt x="842408" y="80211"/>
                </a:lnTo>
                <a:lnTo>
                  <a:pt x="842408" y="115616"/>
                </a:lnTo>
                <a:lnTo>
                  <a:pt x="877905" y="115616"/>
                </a:lnTo>
                <a:lnTo>
                  <a:pt x="877905" y="132898"/>
                </a:lnTo>
                <a:lnTo>
                  <a:pt x="842408" y="132898"/>
                </a:lnTo>
                <a:lnTo>
                  <a:pt x="842408" y="168303"/>
                </a:lnTo>
                <a:lnTo>
                  <a:pt x="825083" y="168303"/>
                </a:lnTo>
                <a:lnTo>
                  <a:pt x="825083" y="132898"/>
                </a:lnTo>
                <a:lnTo>
                  <a:pt x="789586" y="132898"/>
                </a:lnTo>
                <a:lnTo>
                  <a:pt x="789586" y="115616"/>
                </a:lnTo>
                <a:lnTo>
                  <a:pt x="825083" y="115616"/>
                </a:lnTo>
                <a:close/>
                <a:moveTo>
                  <a:pt x="663145" y="80211"/>
                </a:moveTo>
                <a:lnTo>
                  <a:pt x="680471" y="80211"/>
                </a:lnTo>
                <a:lnTo>
                  <a:pt x="680471" y="168303"/>
                </a:lnTo>
                <a:lnTo>
                  <a:pt x="663145" y="168303"/>
                </a:lnTo>
                <a:close/>
                <a:moveTo>
                  <a:pt x="485820" y="80211"/>
                </a:moveTo>
                <a:lnTo>
                  <a:pt x="503146" y="80211"/>
                </a:lnTo>
                <a:lnTo>
                  <a:pt x="503146" y="130051"/>
                </a:lnTo>
                <a:cubicBezTo>
                  <a:pt x="503146" y="147842"/>
                  <a:pt x="509875" y="154211"/>
                  <a:pt x="521317" y="154211"/>
                </a:cubicBezTo>
                <a:cubicBezTo>
                  <a:pt x="532759" y="154211"/>
                  <a:pt x="539488" y="145988"/>
                  <a:pt x="539488" y="131729"/>
                </a:cubicBezTo>
                <a:lnTo>
                  <a:pt x="539488" y="80211"/>
                </a:lnTo>
                <a:lnTo>
                  <a:pt x="556814" y="80211"/>
                </a:lnTo>
                <a:lnTo>
                  <a:pt x="556814" y="168303"/>
                </a:lnTo>
                <a:lnTo>
                  <a:pt x="539488" y="168303"/>
                </a:lnTo>
                <a:lnTo>
                  <a:pt x="539488" y="159913"/>
                </a:lnTo>
                <a:cubicBezTo>
                  <a:pt x="535110" y="166291"/>
                  <a:pt x="526364" y="170148"/>
                  <a:pt x="517283" y="170148"/>
                </a:cubicBezTo>
                <a:cubicBezTo>
                  <a:pt x="496760" y="170148"/>
                  <a:pt x="485820" y="156724"/>
                  <a:pt x="485820" y="130719"/>
                </a:cubicBezTo>
                <a:close/>
                <a:moveTo>
                  <a:pt x="734297" y="78366"/>
                </a:moveTo>
                <a:cubicBezTo>
                  <a:pt x="756502" y="78366"/>
                  <a:pt x="773660" y="96324"/>
                  <a:pt x="773660" y="123840"/>
                </a:cubicBezTo>
                <a:lnTo>
                  <a:pt x="773669" y="123840"/>
                </a:lnTo>
                <a:cubicBezTo>
                  <a:pt x="773669" y="153034"/>
                  <a:pt x="756511" y="170148"/>
                  <a:pt x="733795" y="170148"/>
                </a:cubicBezTo>
                <a:cubicBezTo>
                  <a:pt x="711079" y="170148"/>
                  <a:pt x="694934" y="151857"/>
                  <a:pt x="694934" y="124341"/>
                </a:cubicBezTo>
                <a:cubicBezTo>
                  <a:pt x="694934" y="96825"/>
                  <a:pt x="712092" y="78366"/>
                  <a:pt x="734297" y="78366"/>
                </a:cubicBezTo>
                <a:close/>
                <a:moveTo>
                  <a:pt x="371579" y="49005"/>
                </a:moveTo>
                <a:cubicBezTo>
                  <a:pt x="387557" y="49005"/>
                  <a:pt x="399677" y="54874"/>
                  <a:pt x="410106" y="64942"/>
                </a:cubicBezTo>
                <a:lnTo>
                  <a:pt x="397660" y="77523"/>
                </a:lnTo>
                <a:cubicBezTo>
                  <a:pt x="390261" y="69976"/>
                  <a:pt x="381849" y="66278"/>
                  <a:pt x="370240" y="66278"/>
                </a:cubicBezTo>
                <a:cubicBezTo>
                  <a:pt x="356447" y="66278"/>
                  <a:pt x="350554" y="72990"/>
                  <a:pt x="350554" y="80879"/>
                </a:cubicBezTo>
                <a:cubicBezTo>
                  <a:pt x="350554" y="88768"/>
                  <a:pt x="355936" y="93126"/>
                  <a:pt x="376291" y="99170"/>
                </a:cubicBezTo>
                <a:cubicBezTo>
                  <a:pt x="399509" y="106216"/>
                  <a:pt x="413972" y="113605"/>
                  <a:pt x="413972" y="134576"/>
                </a:cubicBezTo>
                <a:lnTo>
                  <a:pt x="413990" y="134576"/>
                </a:lnTo>
                <a:cubicBezTo>
                  <a:pt x="413990" y="155723"/>
                  <a:pt x="400531" y="170148"/>
                  <a:pt x="370416" y="170148"/>
                </a:cubicBezTo>
                <a:cubicBezTo>
                  <a:pt x="353258" y="170148"/>
                  <a:pt x="338452" y="162769"/>
                  <a:pt x="328525" y="151189"/>
                </a:cubicBezTo>
                <a:lnTo>
                  <a:pt x="341138" y="138942"/>
                </a:lnTo>
                <a:cubicBezTo>
                  <a:pt x="349048" y="147499"/>
                  <a:pt x="360657" y="152867"/>
                  <a:pt x="371755" y="152867"/>
                </a:cubicBezTo>
                <a:cubicBezTo>
                  <a:pt x="388244" y="152867"/>
                  <a:pt x="396145" y="147166"/>
                  <a:pt x="396145" y="135753"/>
                </a:cubicBezTo>
                <a:cubicBezTo>
                  <a:pt x="396145" y="126695"/>
                  <a:pt x="389248" y="122162"/>
                  <a:pt x="369562" y="116285"/>
                </a:cubicBezTo>
                <a:cubicBezTo>
                  <a:pt x="344661" y="108905"/>
                  <a:pt x="332718" y="102693"/>
                  <a:pt x="332718" y="81722"/>
                </a:cubicBezTo>
                <a:cubicBezTo>
                  <a:pt x="332718" y="60752"/>
                  <a:pt x="349876" y="49005"/>
                  <a:pt x="371579" y="49005"/>
                </a:cubicBezTo>
                <a:close/>
                <a:moveTo>
                  <a:pt x="671883" y="46484"/>
                </a:moveTo>
                <a:cubicBezTo>
                  <a:pt x="678110" y="46484"/>
                  <a:pt x="682990" y="51518"/>
                  <a:pt x="682990" y="57729"/>
                </a:cubicBezTo>
                <a:cubicBezTo>
                  <a:pt x="682990" y="63774"/>
                  <a:pt x="677943" y="68808"/>
                  <a:pt x="671883" y="68808"/>
                </a:cubicBezTo>
                <a:cubicBezTo>
                  <a:pt x="665823" y="68808"/>
                  <a:pt x="660608" y="63774"/>
                  <a:pt x="660608" y="57729"/>
                </a:cubicBezTo>
                <a:cubicBezTo>
                  <a:pt x="660608" y="51685"/>
                  <a:pt x="665655" y="46484"/>
                  <a:pt x="671883" y="46484"/>
                </a:cubicBezTo>
                <a:close/>
                <a:moveTo>
                  <a:pt x="644630" y="45983"/>
                </a:moveTo>
                <a:lnTo>
                  <a:pt x="644630" y="168303"/>
                </a:lnTo>
                <a:lnTo>
                  <a:pt x="627472" y="168303"/>
                </a:lnTo>
                <a:lnTo>
                  <a:pt x="627472" y="159913"/>
                </a:lnTo>
                <a:cubicBezTo>
                  <a:pt x="621077" y="165782"/>
                  <a:pt x="613679" y="170148"/>
                  <a:pt x="604421" y="170148"/>
                </a:cubicBezTo>
                <a:cubicBezTo>
                  <a:pt x="585413" y="170148"/>
                  <a:pt x="570440" y="156390"/>
                  <a:pt x="570440" y="122830"/>
                </a:cubicBezTo>
                <a:cubicBezTo>
                  <a:pt x="570440" y="92625"/>
                  <a:pt x="586928" y="78366"/>
                  <a:pt x="605267" y="78366"/>
                </a:cubicBezTo>
                <a:cubicBezTo>
                  <a:pt x="614181" y="78366"/>
                  <a:pt x="622592" y="83067"/>
                  <a:pt x="627472" y="88435"/>
                </a:cubicBezTo>
                <a:lnTo>
                  <a:pt x="627472" y="54874"/>
                </a:lnTo>
                <a:close/>
                <a:moveTo>
                  <a:pt x="449989" y="45983"/>
                </a:moveTo>
                <a:lnTo>
                  <a:pt x="449989" y="80211"/>
                </a:lnTo>
                <a:lnTo>
                  <a:pt x="471859" y="80211"/>
                </a:lnTo>
                <a:lnTo>
                  <a:pt x="471859" y="95981"/>
                </a:lnTo>
                <a:lnTo>
                  <a:pt x="449989" y="95981"/>
                </a:lnTo>
                <a:lnTo>
                  <a:pt x="449989" y="143801"/>
                </a:lnTo>
                <a:cubicBezTo>
                  <a:pt x="449989" y="152024"/>
                  <a:pt x="452684" y="154370"/>
                  <a:pt x="459070" y="154370"/>
                </a:cubicBezTo>
                <a:cubicBezTo>
                  <a:pt x="463615" y="154370"/>
                  <a:pt x="468662" y="152692"/>
                  <a:pt x="471859" y="150847"/>
                </a:cubicBezTo>
                <a:lnTo>
                  <a:pt x="471859" y="150855"/>
                </a:lnTo>
                <a:lnTo>
                  <a:pt x="469842" y="166125"/>
                </a:lnTo>
                <a:cubicBezTo>
                  <a:pt x="465641" y="168470"/>
                  <a:pt x="459748" y="170148"/>
                  <a:pt x="452851" y="170148"/>
                </a:cubicBezTo>
                <a:cubicBezTo>
                  <a:pt x="440573" y="170148"/>
                  <a:pt x="432998" y="162602"/>
                  <a:pt x="432998" y="146823"/>
                </a:cubicBezTo>
                <a:lnTo>
                  <a:pt x="432998" y="95981"/>
                </a:lnTo>
                <a:lnTo>
                  <a:pt x="420385" y="95981"/>
                </a:lnTo>
                <a:lnTo>
                  <a:pt x="420385" y="80211"/>
                </a:lnTo>
                <a:lnTo>
                  <a:pt x="432998" y="80211"/>
                </a:lnTo>
                <a:lnTo>
                  <a:pt x="432998" y="55041"/>
                </a:lnTo>
                <a:close/>
                <a:moveTo>
                  <a:pt x="0" y="9"/>
                </a:moveTo>
                <a:lnTo>
                  <a:pt x="95647" y="9"/>
                </a:lnTo>
                <a:lnTo>
                  <a:pt x="118020" y="38691"/>
                </a:lnTo>
                <a:lnTo>
                  <a:pt x="50576" y="38691"/>
                </a:lnTo>
                <a:lnTo>
                  <a:pt x="50576" y="66445"/>
                </a:lnTo>
                <a:lnTo>
                  <a:pt x="111537" y="66445"/>
                </a:lnTo>
                <a:lnTo>
                  <a:pt x="111537" y="101753"/>
                </a:lnTo>
                <a:lnTo>
                  <a:pt x="50576" y="101753"/>
                </a:lnTo>
                <a:lnTo>
                  <a:pt x="50576" y="129498"/>
                </a:lnTo>
                <a:lnTo>
                  <a:pt x="134887" y="129498"/>
                </a:lnTo>
                <a:lnTo>
                  <a:pt x="134887" y="168180"/>
                </a:lnTo>
                <a:lnTo>
                  <a:pt x="0" y="168180"/>
                </a:lnTo>
                <a:close/>
                <a:moveTo>
                  <a:pt x="111537" y="0"/>
                </a:moveTo>
                <a:lnTo>
                  <a:pt x="167451" y="0"/>
                </a:lnTo>
                <a:lnTo>
                  <a:pt x="196016" y="54883"/>
                </a:lnTo>
                <a:lnTo>
                  <a:pt x="224660" y="0"/>
                </a:lnTo>
                <a:lnTo>
                  <a:pt x="279851" y="0"/>
                </a:lnTo>
                <a:lnTo>
                  <a:pt x="220863" y="101745"/>
                </a:lnTo>
                <a:lnTo>
                  <a:pt x="220863" y="168180"/>
                </a:lnTo>
                <a:lnTo>
                  <a:pt x="170446" y="168180"/>
                </a:lnTo>
                <a:lnTo>
                  <a:pt x="170446" y="101745"/>
                </a:lnTo>
                <a:close/>
              </a:path>
            </a:pathLst>
          </a:custGeom>
          <a:solidFill>
            <a:schemeClr val="bg1"/>
          </a:solidFill>
        </p:spPr>
        <p:txBody>
          <a:bodyPr wrap="square">
            <a:noAutofit/>
          </a:bodyPr>
          <a:lstStyle>
            <a:lvl1pPr marL="0" indent="0">
              <a:buNone/>
              <a:defRPr/>
            </a:lvl1pPr>
          </a:lstStyle>
          <a:p>
            <a:r>
              <a:rPr lang="en-US"/>
              <a:t> </a:t>
            </a:r>
          </a:p>
        </p:txBody>
      </p:sp>
    </p:spTree>
    <p:extLst>
      <p:ext uri="{BB962C8B-B14F-4D97-AF65-F5344CB8AC3E}">
        <p14:creationId xmlns:p14="http://schemas.microsoft.com/office/powerpoint/2010/main" val="177821890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E49EC5F5-14E0-4B05-29E6-E9A059AA1002}"/>
              </a:ext>
            </a:extLst>
          </p:cNvPr>
          <p:cNvSpPr>
            <a:spLocks noGrp="1"/>
          </p:cNvSpPr>
          <p:nvPr>
            <p:ph type="title"/>
          </p:nvPr>
        </p:nvSpPr>
        <p:spPr>
          <a:xfrm>
            <a:off x="485523" y="382588"/>
            <a:ext cx="11224347" cy="638175"/>
          </a:xfrm>
        </p:spPr>
        <p:txBody>
          <a:bodyPr/>
          <a:lstStyle/>
          <a:p>
            <a:r>
              <a:rPr lang="en-GB"/>
              <a:t>Click to edit Master title style</a:t>
            </a:r>
            <a:endParaRPr lang="en-US"/>
          </a:p>
        </p:txBody>
      </p:sp>
      <p:sp>
        <p:nvSpPr>
          <p:cNvPr id="14" name="Content Placeholder">
            <a:extLst>
              <a:ext uri="{FF2B5EF4-FFF2-40B4-BE49-F238E27FC236}">
                <a16:creationId xmlns:a16="http://schemas.microsoft.com/office/drawing/2014/main" id="{A5EED3AD-188C-E954-617B-9CB9E1BA8A14}"/>
              </a:ext>
            </a:extLst>
          </p:cNvPr>
          <p:cNvSpPr>
            <a:spLocks noGrp="1"/>
          </p:cNvSpPr>
          <p:nvPr>
            <p:ph sz="quarter" idx="16"/>
          </p:nvPr>
        </p:nvSpPr>
        <p:spPr>
          <a:xfrm>
            <a:off x="485521" y="1411287"/>
            <a:ext cx="11224800" cy="463867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C2E28B2B-ED84-D8B9-C6E0-AF4BC1706BD2}"/>
              </a:ext>
            </a:extLst>
          </p:cNvPr>
          <p:cNvSpPr>
            <a:spLocks noGrp="1"/>
          </p:cNvSpPr>
          <p:nvPr>
            <p:ph type="dt" sz="half" idx="17"/>
          </p:nvPr>
        </p:nvSpPr>
        <p:spPr/>
        <p:txBody>
          <a:bodyPr/>
          <a:lstStyle/>
          <a:p>
            <a:fld id="{439BF181-A430-4130-8F21-F6276CB07AFC}" type="datetime3">
              <a:rPr lang="en-US" smtClean="0"/>
              <a:t>18 March 2026</a:t>
            </a:fld>
            <a:endParaRPr lang="en-US"/>
          </a:p>
        </p:txBody>
      </p:sp>
      <p:sp>
        <p:nvSpPr>
          <p:cNvPr id="5" name="Footer Placeholder 4">
            <a:extLst>
              <a:ext uri="{FF2B5EF4-FFF2-40B4-BE49-F238E27FC236}">
                <a16:creationId xmlns:a16="http://schemas.microsoft.com/office/drawing/2014/main" id="{422FBA85-AB9A-E34B-448A-B5BB1CE520BD}"/>
              </a:ext>
            </a:extLst>
          </p:cNvPr>
          <p:cNvSpPr>
            <a:spLocks noGrp="1"/>
          </p:cNvSpPr>
          <p:nvPr>
            <p:ph type="ftr" sz="quarter" idx="18"/>
          </p:nvPr>
        </p:nvSpPr>
        <p:spPr/>
        <p:txBody>
          <a:bodyPr/>
          <a:lstStyle/>
          <a:p>
            <a:r>
              <a:rPr lang="en-US"/>
              <a:t>Customer Experience</a:t>
            </a:r>
          </a:p>
        </p:txBody>
      </p:sp>
      <p:sp>
        <p:nvSpPr>
          <p:cNvPr id="6" name="Slide Number Placeholder 5">
            <a:extLst>
              <a:ext uri="{FF2B5EF4-FFF2-40B4-BE49-F238E27FC236}">
                <a16:creationId xmlns:a16="http://schemas.microsoft.com/office/drawing/2014/main" id="{6A1C081B-AFD3-2CFE-BC00-E7A72056889B}"/>
              </a:ext>
            </a:extLst>
          </p:cNvPr>
          <p:cNvSpPr>
            <a:spLocks noGrp="1"/>
          </p:cNvSpPr>
          <p:nvPr>
            <p:ph type="sldNum" sz="quarter" idx="19"/>
          </p:nvPr>
        </p:nvSpPr>
        <p:spPr/>
        <p:txBody>
          <a:bodyPr/>
          <a:lstStyle/>
          <a:p>
            <a:fld id="{F1BC30E3-FFE5-4B91-AA19-87A149EBB9EE}" type="slidenum">
              <a:rPr lang="en-GB" smtClean="0"/>
              <a:pPr/>
              <a:t>‹#›</a:t>
            </a:fld>
            <a:endParaRPr lang="en-GB"/>
          </a:p>
        </p:txBody>
      </p:sp>
      <p:sp>
        <p:nvSpPr>
          <p:cNvPr id="3" name="Highlight line 1">
            <a:extLst>
              <a:ext uri="{FF2B5EF4-FFF2-40B4-BE49-F238E27FC236}">
                <a16:creationId xmlns:a16="http://schemas.microsoft.com/office/drawing/2014/main" id="{67D32DCB-72F6-BC64-6A9F-4F444D870309}"/>
              </a:ext>
            </a:extLst>
          </p:cNvPr>
          <p:cNvSpPr>
            <a:spLocks noGrp="1"/>
          </p:cNvSpPr>
          <p:nvPr>
            <p:ph type="dgm" sz="quarter" idx="15" hasCustomPrompt="1"/>
          </p:nvPr>
        </p:nvSpPr>
        <p:spPr>
          <a:xfrm>
            <a:off x="485523" y="1209871"/>
            <a:ext cx="11224347" cy="36000"/>
          </a:xfrm>
          <a:solidFill>
            <a:schemeClr val="tx2"/>
          </a:solidFill>
        </p:spPr>
        <p:txBody>
          <a:bodyPr/>
          <a:lstStyle>
            <a:lvl1pPr marL="0" indent="0">
              <a:buNone/>
              <a:defRPr sz="800"/>
            </a:lvl1pPr>
          </a:lstStyle>
          <a:p>
            <a:r>
              <a:rPr lang="en-US"/>
              <a:t> </a:t>
            </a:r>
          </a:p>
        </p:txBody>
      </p:sp>
    </p:spTree>
    <p:extLst>
      <p:ext uri="{BB962C8B-B14F-4D97-AF65-F5344CB8AC3E}">
        <p14:creationId xmlns:p14="http://schemas.microsoft.com/office/powerpoint/2010/main" val="424437751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E49EC5F5-14E0-4B05-29E6-E9A059AA1002}"/>
              </a:ext>
            </a:extLst>
          </p:cNvPr>
          <p:cNvSpPr>
            <a:spLocks noGrp="1"/>
          </p:cNvSpPr>
          <p:nvPr>
            <p:ph type="title"/>
          </p:nvPr>
        </p:nvSpPr>
        <p:spPr>
          <a:xfrm>
            <a:off x="485523" y="382588"/>
            <a:ext cx="11224347" cy="638175"/>
          </a:xfrm>
        </p:spPr>
        <p:txBody>
          <a:bodyPr/>
          <a:lstStyle/>
          <a:p>
            <a:r>
              <a:rPr lang="en-GB"/>
              <a:t>Click to edit Master title style</a:t>
            </a:r>
            <a:endParaRPr lang="en-US"/>
          </a:p>
        </p:txBody>
      </p:sp>
      <p:sp>
        <p:nvSpPr>
          <p:cNvPr id="14" name="Content Placeholder 1">
            <a:extLst>
              <a:ext uri="{FF2B5EF4-FFF2-40B4-BE49-F238E27FC236}">
                <a16:creationId xmlns:a16="http://schemas.microsoft.com/office/drawing/2014/main" id="{A5EED3AD-188C-E954-617B-9CB9E1BA8A14}"/>
              </a:ext>
            </a:extLst>
          </p:cNvPr>
          <p:cNvSpPr>
            <a:spLocks noGrp="1"/>
          </p:cNvSpPr>
          <p:nvPr>
            <p:ph sz="quarter" idx="16"/>
          </p:nvPr>
        </p:nvSpPr>
        <p:spPr>
          <a:xfrm>
            <a:off x="485520" y="1411287"/>
            <a:ext cx="5356800" cy="463867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5" name="Content Placeholder 2">
            <a:extLst>
              <a:ext uri="{FF2B5EF4-FFF2-40B4-BE49-F238E27FC236}">
                <a16:creationId xmlns:a16="http://schemas.microsoft.com/office/drawing/2014/main" id="{C87884BD-C538-2E4C-E4FE-1C5F73563883}"/>
              </a:ext>
            </a:extLst>
          </p:cNvPr>
          <p:cNvSpPr>
            <a:spLocks noGrp="1"/>
          </p:cNvSpPr>
          <p:nvPr>
            <p:ph sz="quarter" idx="15"/>
          </p:nvPr>
        </p:nvSpPr>
        <p:spPr>
          <a:xfrm>
            <a:off x="6353069" y="1411287"/>
            <a:ext cx="5356800" cy="463867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Slide Number Placeholder">
            <a:extLst>
              <a:ext uri="{FF2B5EF4-FFF2-40B4-BE49-F238E27FC236}">
                <a16:creationId xmlns:a16="http://schemas.microsoft.com/office/drawing/2014/main" id="{E26F7576-DAEE-2232-6A83-201B728CCEEC}"/>
              </a:ext>
            </a:extLst>
          </p:cNvPr>
          <p:cNvSpPr>
            <a:spLocks noGrp="1"/>
          </p:cNvSpPr>
          <p:nvPr>
            <p:ph type="sldNum" sz="quarter" idx="12"/>
          </p:nvPr>
        </p:nvSpPr>
        <p:spPr/>
        <p:txBody>
          <a:bodyPr/>
          <a:lstStyle/>
          <a:p>
            <a:fld id="{94FCA0F3-9F3A-694B-99BB-0E592A797735}" type="slidenum">
              <a:rPr lang="en-US" smtClean="0"/>
              <a:t>‹#›</a:t>
            </a:fld>
            <a:endParaRPr lang="en-US"/>
          </a:p>
        </p:txBody>
      </p:sp>
      <p:sp>
        <p:nvSpPr>
          <p:cNvPr id="4" name="Date Placeholder">
            <a:extLst>
              <a:ext uri="{FF2B5EF4-FFF2-40B4-BE49-F238E27FC236}">
                <a16:creationId xmlns:a16="http://schemas.microsoft.com/office/drawing/2014/main" id="{6DECAE16-1D46-ECE2-67B1-B4055F385487}"/>
              </a:ext>
            </a:extLst>
          </p:cNvPr>
          <p:cNvSpPr>
            <a:spLocks noGrp="1"/>
          </p:cNvSpPr>
          <p:nvPr>
            <p:ph type="dt" sz="half" idx="10"/>
          </p:nvPr>
        </p:nvSpPr>
        <p:spPr/>
        <p:txBody>
          <a:bodyPr/>
          <a:lstStyle/>
          <a:p>
            <a:fld id="{BAE637CE-073D-48D6-8E0A-78346506BACF}" type="datetime3">
              <a:rPr lang="en-US" smtClean="0"/>
              <a:t>18 March 2026</a:t>
            </a:fld>
            <a:endParaRPr lang="en-US"/>
          </a:p>
        </p:txBody>
      </p:sp>
      <p:sp>
        <p:nvSpPr>
          <p:cNvPr id="5" name="Footer Placeholder">
            <a:extLst>
              <a:ext uri="{FF2B5EF4-FFF2-40B4-BE49-F238E27FC236}">
                <a16:creationId xmlns:a16="http://schemas.microsoft.com/office/drawing/2014/main" id="{98E63702-02E0-6C43-ACB9-CF47EDD90CA6}"/>
              </a:ext>
            </a:extLst>
          </p:cNvPr>
          <p:cNvSpPr>
            <a:spLocks noGrp="1"/>
          </p:cNvSpPr>
          <p:nvPr>
            <p:ph type="ftr" sz="quarter" idx="11"/>
          </p:nvPr>
        </p:nvSpPr>
        <p:spPr/>
        <p:txBody>
          <a:bodyPr/>
          <a:lstStyle/>
          <a:p>
            <a:r>
              <a:rPr lang="en-US"/>
              <a:t>Customer Experience</a:t>
            </a:r>
          </a:p>
        </p:txBody>
      </p:sp>
      <p:sp>
        <p:nvSpPr>
          <p:cNvPr id="3" name="Highlight line 1">
            <a:extLst>
              <a:ext uri="{FF2B5EF4-FFF2-40B4-BE49-F238E27FC236}">
                <a16:creationId xmlns:a16="http://schemas.microsoft.com/office/drawing/2014/main" id="{3BFD9291-7C93-C8C3-E865-14F1ED772B4B}"/>
              </a:ext>
            </a:extLst>
          </p:cNvPr>
          <p:cNvSpPr>
            <a:spLocks noGrp="1"/>
          </p:cNvSpPr>
          <p:nvPr>
            <p:ph type="dgm" sz="quarter" idx="17" hasCustomPrompt="1"/>
          </p:nvPr>
        </p:nvSpPr>
        <p:spPr>
          <a:xfrm>
            <a:off x="485523" y="1209871"/>
            <a:ext cx="11224347" cy="36000"/>
          </a:xfrm>
          <a:solidFill>
            <a:schemeClr val="tx2"/>
          </a:solidFill>
        </p:spPr>
        <p:txBody>
          <a:bodyPr vert="horz" lIns="0" tIns="0" rIns="0" bIns="0" rtlCol="0" anchor="t" anchorCtr="0">
            <a:noAutofit/>
          </a:bodyPr>
          <a:lstStyle>
            <a:lvl1pPr marL="0" indent="0">
              <a:buNone/>
              <a:defRPr lang="en-US" sz="800" dirty="0"/>
            </a:lvl1pPr>
          </a:lstStyle>
          <a:p>
            <a:pPr marL="252000" lvl="0" indent="-252000"/>
            <a:r>
              <a:rPr lang="en-US"/>
              <a:t> </a:t>
            </a:r>
          </a:p>
        </p:txBody>
      </p:sp>
    </p:spTree>
    <p:extLst>
      <p:ext uri="{BB962C8B-B14F-4D97-AF65-F5344CB8AC3E}">
        <p14:creationId xmlns:p14="http://schemas.microsoft.com/office/powerpoint/2010/main" val="190386269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7" name="Content Placeholder 1">
            <a:extLst>
              <a:ext uri="{FF2B5EF4-FFF2-40B4-BE49-F238E27FC236}">
                <a16:creationId xmlns:a16="http://schemas.microsoft.com/office/drawing/2014/main" id="{99DD3D67-FDA7-A413-313B-AF74B5AA9F16}"/>
              </a:ext>
            </a:extLst>
          </p:cNvPr>
          <p:cNvSpPr>
            <a:spLocks noGrp="1"/>
          </p:cNvSpPr>
          <p:nvPr>
            <p:ph idx="1"/>
          </p:nvPr>
        </p:nvSpPr>
        <p:spPr>
          <a:xfrm>
            <a:off x="485523" y="1411287"/>
            <a:ext cx="3570017" cy="4638675"/>
          </a:xfrm>
        </p:spPr>
        <p:txBody>
          <a:bodyPr/>
          <a:lstStyle>
            <a:lvl1pPr>
              <a:defRPr lang="en-GB" dirty="0"/>
            </a:lvl1pPr>
            <a:lvl2pPr>
              <a:defRPr lang="en-GB" dirty="0"/>
            </a:lvl2pPr>
            <a:lvl3pPr>
              <a:defRPr lang="en-GB" dirty="0"/>
            </a:lvl3pPr>
            <a:lvl4pPr>
              <a:defRPr lang="en-GB" dirty="0"/>
            </a:lvl4pPr>
            <a:lvl5pPr>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2" name="Content Placeholder 2">
            <a:extLst>
              <a:ext uri="{FF2B5EF4-FFF2-40B4-BE49-F238E27FC236}">
                <a16:creationId xmlns:a16="http://schemas.microsoft.com/office/drawing/2014/main" id="{8FDAD40B-6BF1-FD89-F7E7-683D2B6F74A7}"/>
              </a:ext>
            </a:extLst>
          </p:cNvPr>
          <p:cNvSpPr>
            <a:spLocks noGrp="1"/>
          </p:cNvSpPr>
          <p:nvPr>
            <p:ph idx="13"/>
          </p:nvPr>
        </p:nvSpPr>
        <p:spPr>
          <a:xfrm>
            <a:off x="4312688" y="1411287"/>
            <a:ext cx="3570017" cy="4638675"/>
          </a:xfrm>
        </p:spPr>
        <p:txBody>
          <a:bodyPr/>
          <a:lstStyle>
            <a:lvl1pPr>
              <a:defRPr lang="en-GB" dirty="0"/>
            </a:lvl1pPr>
            <a:lvl2pPr>
              <a:defRPr lang="en-GB" dirty="0"/>
            </a:lvl2pPr>
            <a:lvl3pPr>
              <a:defRPr lang="en-GB" dirty="0"/>
            </a:lvl3pPr>
            <a:lvl4pPr>
              <a:defRPr lang="en-GB" dirty="0"/>
            </a:lvl4pPr>
            <a:lvl5pPr>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3" name="Content Placeholder 3">
            <a:extLst>
              <a:ext uri="{FF2B5EF4-FFF2-40B4-BE49-F238E27FC236}">
                <a16:creationId xmlns:a16="http://schemas.microsoft.com/office/drawing/2014/main" id="{6A69E41B-F39E-4366-2ADE-0A30A6B7B882}"/>
              </a:ext>
            </a:extLst>
          </p:cNvPr>
          <p:cNvSpPr>
            <a:spLocks noGrp="1"/>
          </p:cNvSpPr>
          <p:nvPr>
            <p:ph idx="14"/>
          </p:nvPr>
        </p:nvSpPr>
        <p:spPr>
          <a:xfrm>
            <a:off x="8139853" y="1411287"/>
            <a:ext cx="3570017" cy="4638675"/>
          </a:xfrm>
        </p:spPr>
        <p:txBody>
          <a:bodyPr/>
          <a:lstStyle>
            <a:lvl1pPr>
              <a:defRPr lang="en-GB" dirty="0"/>
            </a:lvl1pPr>
            <a:lvl2pPr>
              <a:defRPr lang="en-GB" dirty="0"/>
            </a:lvl2pPr>
            <a:lvl3pPr>
              <a:defRPr lang="en-GB" dirty="0"/>
            </a:lvl3pPr>
            <a:lvl4pPr>
              <a:defRPr lang="en-GB" dirty="0"/>
            </a:lvl4pPr>
            <a:lvl5pPr>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Slide Number Placeholder">
            <a:extLst>
              <a:ext uri="{FF2B5EF4-FFF2-40B4-BE49-F238E27FC236}">
                <a16:creationId xmlns:a16="http://schemas.microsoft.com/office/drawing/2014/main" id="{E26F7576-DAEE-2232-6A83-201B728CCEEC}"/>
              </a:ext>
            </a:extLst>
          </p:cNvPr>
          <p:cNvSpPr>
            <a:spLocks noGrp="1"/>
          </p:cNvSpPr>
          <p:nvPr>
            <p:ph type="sldNum" sz="quarter" idx="12"/>
          </p:nvPr>
        </p:nvSpPr>
        <p:spPr/>
        <p:txBody>
          <a:bodyPr/>
          <a:lstStyle/>
          <a:p>
            <a:fld id="{94FCA0F3-9F3A-694B-99BB-0E592A797735}" type="slidenum">
              <a:rPr lang="en-US" smtClean="0"/>
              <a:t>‹#›</a:t>
            </a:fld>
            <a:endParaRPr lang="en-US"/>
          </a:p>
        </p:txBody>
      </p:sp>
      <p:sp>
        <p:nvSpPr>
          <p:cNvPr id="4" name="Date Placeholder">
            <a:extLst>
              <a:ext uri="{FF2B5EF4-FFF2-40B4-BE49-F238E27FC236}">
                <a16:creationId xmlns:a16="http://schemas.microsoft.com/office/drawing/2014/main" id="{6DECAE16-1D46-ECE2-67B1-B4055F385487}"/>
              </a:ext>
            </a:extLst>
          </p:cNvPr>
          <p:cNvSpPr>
            <a:spLocks noGrp="1"/>
          </p:cNvSpPr>
          <p:nvPr>
            <p:ph type="dt" sz="half" idx="10"/>
          </p:nvPr>
        </p:nvSpPr>
        <p:spPr/>
        <p:txBody>
          <a:bodyPr/>
          <a:lstStyle/>
          <a:p>
            <a:fld id="{D5FB885D-3942-4DE8-B1C5-F79FC27C0AE5}" type="datetime3">
              <a:rPr lang="en-US" smtClean="0"/>
              <a:t>18 March 2026</a:t>
            </a:fld>
            <a:endParaRPr lang="en-US"/>
          </a:p>
        </p:txBody>
      </p:sp>
      <p:sp>
        <p:nvSpPr>
          <p:cNvPr id="5" name="Footer Placeholder">
            <a:extLst>
              <a:ext uri="{FF2B5EF4-FFF2-40B4-BE49-F238E27FC236}">
                <a16:creationId xmlns:a16="http://schemas.microsoft.com/office/drawing/2014/main" id="{98E63702-02E0-6C43-ACB9-CF47EDD90CA6}"/>
              </a:ext>
            </a:extLst>
          </p:cNvPr>
          <p:cNvSpPr>
            <a:spLocks noGrp="1"/>
          </p:cNvSpPr>
          <p:nvPr>
            <p:ph type="ftr" sz="quarter" idx="11"/>
          </p:nvPr>
        </p:nvSpPr>
        <p:spPr/>
        <p:txBody>
          <a:bodyPr/>
          <a:lstStyle/>
          <a:p>
            <a:r>
              <a:rPr lang="en-US"/>
              <a:t>Customer Experience</a:t>
            </a:r>
          </a:p>
        </p:txBody>
      </p:sp>
      <p:sp>
        <p:nvSpPr>
          <p:cNvPr id="3" name="Title 2">
            <a:extLst>
              <a:ext uri="{FF2B5EF4-FFF2-40B4-BE49-F238E27FC236}">
                <a16:creationId xmlns:a16="http://schemas.microsoft.com/office/drawing/2014/main" id="{8EA961CD-5D51-5DAB-76F4-3F2524B3664B}"/>
              </a:ext>
            </a:extLst>
          </p:cNvPr>
          <p:cNvSpPr>
            <a:spLocks noGrp="1"/>
          </p:cNvSpPr>
          <p:nvPr>
            <p:ph type="title"/>
          </p:nvPr>
        </p:nvSpPr>
        <p:spPr>
          <a:xfrm>
            <a:off x="485523" y="382588"/>
            <a:ext cx="11224347" cy="638175"/>
          </a:xfrm>
        </p:spPr>
        <p:txBody>
          <a:bodyPr/>
          <a:lstStyle/>
          <a:p>
            <a:r>
              <a:rPr lang="en-GB"/>
              <a:t>Click to edit Master title style</a:t>
            </a:r>
            <a:endParaRPr lang="en-US"/>
          </a:p>
        </p:txBody>
      </p:sp>
      <p:sp>
        <p:nvSpPr>
          <p:cNvPr id="2" name="Highlight line 1">
            <a:extLst>
              <a:ext uri="{FF2B5EF4-FFF2-40B4-BE49-F238E27FC236}">
                <a16:creationId xmlns:a16="http://schemas.microsoft.com/office/drawing/2014/main" id="{E5CC5342-66A4-BF03-2DC2-BB34A77EA402}"/>
              </a:ext>
            </a:extLst>
          </p:cNvPr>
          <p:cNvSpPr>
            <a:spLocks noGrp="1"/>
          </p:cNvSpPr>
          <p:nvPr>
            <p:ph type="dgm" sz="quarter" idx="15" hasCustomPrompt="1"/>
          </p:nvPr>
        </p:nvSpPr>
        <p:spPr>
          <a:xfrm>
            <a:off x="485523" y="1209871"/>
            <a:ext cx="11224347" cy="36000"/>
          </a:xfrm>
          <a:solidFill>
            <a:schemeClr val="tx2"/>
          </a:solidFill>
        </p:spPr>
        <p:txBody>
          <a:bodyPr vert="horz" lIns="0" tIns="0" rIns="0" bIns="0" rtlCol="0" anchor="t" anchorCtr="0">
            <a:noAutofit/>
          </a:bodyPr>
          <a:lstStyle>
            <a:lvl1pPr marL="0" indent="0">
              <a:buNone/>
              <a:defRPr lang="en-US" sz="800" dirty="0"/>
            </a:lvl1pPr>
          </a:lstStyle>
          <a:p>
            <a:pPr marL="252000" lvl="0" indent="-252000"/>
            <a:r>
              <a:rPr lang="en-US"/>
              <a:t> </a:t>
            </a:r>
          </a:p>
        </p:txBody>
      </p:sp>
    </p:spTree>
    <p:extLst>
      <p:ext uri="{BB962C8B-B14F-4D97-AF65-F5344CB8AC3E}">
        <p14:creationId xmlns:p14="http://schemas.microsoft.com/office/powerpoint/2010/main" val="62806459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Four Content">
    <p:spTree>
      <p:nvGrpSpPr>
        <p:cNvPr id="1" name=""/>
        <p:cNvGrpSpPr/>
        <p:nvPr/>
      </p:nvGrpSpPr>
      <p:grpSpPr>
        <a:xfrm>
          <a:off x="0" y="0"/>
          <a:ext cx="0" cy="0"/>
          <a:chOff x="0" y="0"/>
          <a:chExt cx="0" cy="0"/>
        </a:xfrm>
      </p:grpSpPr>
      <p:sp>
        <p:nvSpPr>
          <p:cNvPr id="7" name="Content Placeholder 1">
            <a:extLst>
              <a:ext uri="{FF2B5EF4-FFF2-40B4-BE49-F238E27FC236}">
                <a16:creationId xmlns:a16="http://schemas.microsoft.com/office/drawing/2014/main" id="{99DD3D67-FDA7-A413-313B-AF74B5AA9F16}"/>
              </a:ext>
            </a:extLst>
          </p:cNvPr>
          <p:cNvSpPr>
            <a:spLocks noGrp="1"/>
          </p:cNvSpPr>
          <p:nvPr>
            <p:ph idx="1"/>
          </p:nvPr>
        </p:nvSpPr>
        <p:spPr>
          <a:xfrm>
            <a:off x="485523" y="1411287"/>
            <a:ext cx="2548800" cy="4638675"/>
          </a:xfrm>
        </p:spPr>
        <p:txBody>
          <a:bodyPr/>
          <a:lstStyle>
            <a:lvl1pPr>
              <a:defRPr lang="en-GB" dirty="0"/>
            </a:lvl1pPr>
            <a:lvl2pPr>
              <a:defRPr lang="en-GB" dirty="0"/>
            </a:lvl2pPr>
            <a:lvl3pPr>
              <a:defRPr lang="en-GB" dirty="0"/>
            </a:lvl3pPr>
            <a:lvl4pPr>
              <a:defRPr lang="en-GB" dirty="0"/>
            </a:lvl4pPr>
            <a:lvl5pPr>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2" name="Content Placeholder 2">
            <a:extLst>
              <a:ext uri="{FF2B5EF4-FFF2-40B4-BE49-F238E27FC236}">
                <a16:creationId xmlns:a16="http://schemas.microsoft.com/office/drawing/2014/main" id="{8FDAD40B-6BF1-FD89-F7E7-683D2B6F74A7}"/>
              </a:ext>
            </a:extLst>
          </p:cNvPr>
          <p:cNvSpPr>
            <a:spLocks noGrp="1"/>
          </p:cNvSpPr>
          <p:nvPr>
            <p:ph idx="13"/>
          </p:nvPr>
        </p:nvSpPr>
        <p:spPr>
          <a:xfrm>
            <a:off x="3377372" y="1411287"/>
            <a:ext cx="2548800" cy="4638675"/>
          </a:xfrm>
        </p:spPr>
        <p:txBody>
          <a:bodyPr/>
          <a:lstStyle>
            <a:lvl1pPr>
              <a:defRPr lang="en-GB" dirty="0"/>
            </a:lvl1pPr>
            <a:lvl2pPr>
              <a:defRPr lang="en-GB" dirty="0"/>
            </a:lvl2pPr>
            <a:lvl3pPr>
              <a:defRPr lang="en-GB" dirty="0"/>
            </a:lvl3pPr>
            <a:lvl4pPr>
              <a:defRPr lang="en-GB" dirty="0"/>
            </a:lvl4pPr>
            <a:lvl5pPr>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3" name="Content Placeholder 3">
            <a:extLst>
              <a:ext uri="{FF2B5EF4-FFF2-40B4-BE49-F238E27FC236}">
                <a16:creationId xmlns:a16="http://schemas.microsoft.com/office/drawing/2014/main" id="{6A69E41B-F39E-4366-2ADE-0A30A6B7B882}"/>
              </a:ext>
            </a:extLst>
          </p:cNvPr>
          <p:cNvSpPr>
            <a:spLocks noGrp="1"/>
          </p:cNvSpPr>
          <p:nvPr>
            <p:ph idx="14"/>
          </p:nvPr>
        </p:nvSpPr>
        <p:spPr>
          <a:xfrm>
            <a:off x="6269221" y="1411287"/>
            <a:ext cx="2548800" cy="4638675"/>
          </a:xfrm>
        </p:spPr>
        <p:txBody>
          <a:bodyPr/>
          <a:lstStyle>
            <a:lvl1pPr>
              <a:defRPr lang="en-GB" dirty="0"/>
            </a:lvl1pPr>
            <a:lvl2pPr>
              <a:defRPr lang="en-GB" dirty="0"/>
            </a:lvl2pPr>
            <a:lvl3pPr>
              <a:defRPr lang="en-GB" dirty="0"/>
            </a:lvl3pPr>
            <a:lvl4pPr>
              <a:defRPr lang="en-GB" dirty="0"/>
            </a:lvl4pPr>
            <a:lvl5pPr>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Slide Number Placeholder">
            <a:extLst>
              <a:ext uri="{FF2B5EF4-FFF2-40B4-BE49-F238E27FC236}">
                <a16:creationId xmlns:a16="http://schemas.microsoft.com/office/drawing/2014/main" id="{E26F7576-DAEE-2232-6A83-201B728CCEEC}"/>
              </a:ext>
            </a:extLst>
          </p:cNvPr>
          <p:cNvSpPr>
            <a:spLocks noGrp="1"/>
          </p:cNvSpPr>
          <p:nvPr>
            <p:ph type="sldNum" sz="quarter" idx="12"/>
          </p:nvPr>
        </p:nvSpPr>
        <p:spPr/>
        <p:txBody>
          <a:bodyPr/>
          <a:lstStyle/>
          <a:p>
            <a:fld id="{94FCA0F3-9F3A-694B-99BB-0E592A797735}" type="slidenum">
              <a:rPr lang="en-US" smtClean="0"/>
              <a:t>‹#›</a:t>
            </a:fld>
            <a:endParaRPr lang="en-US"/>
          </a:p>
        </p:txBody>
      </p:sp>
      <p:sp>
        <p:nvSpPr>
          <p:cNvPr id="4" name="Date Placeholder">
            <a:extLst>
              <a:ext uri="{FF2B5EF4-FFF2-40B4-BE49-F238E27FC236}">
                <a16:creationId xmlns:a16="http://schemas.microsoft.com/office/drawing/2014/main" id="{6DECAE16-1D46-ECE2-67B1-B4055F385487}"/>
              </a:ext>
            </a:extLst>
          </p:cNvPr>
          <p:cNvSpPr>
            <a:spLocks noGrp="1"/>
          </p:cNvSpPr>
          <p:nvPr>
            <p:ph type="dt" sz="half" idx="10"/>
          </p:nvPr>
        </p:nvSpPr>
        <p:spPr/>
        <p:txBody>
          <a:bodyPr/>
          <a:lstStyle/>
          <a:p>
            <a:fld id="{3B9C08E2-97D8-4A5A-A8D3-7993E74F9DBE}" type="datetime3">
              <a:rPr lang="en-US" smtClean="0"/>
              <a:t>18 March 2026</a:t>
            </a:fld>
            <a:endParaRPr lang="en-US"/>
          </a:p>
        </p:txBody>
      </p:sp>
      <p:sp>
        <p:nvSpPr>
          <p:cNvPr id="5" name="Footer Placeholder">
            <a:extLst>
              <a:ext uri="{FF2B5EF4-FFF2-40B4-BE49-F238E27FC236}">
                <a16:creationId xmlns:a16="http://schemas.microsoft.com/office/drawing/2014/main" id="{98E63702-02E0-6C43-ACB9-CF47EDD90CA6}"/>
              </a:ext>
            </a:extLst>
          </p:cNvPr>
          <p:cNvSpPr>
            <a:spLocks noGrp="1"/>
          </p:cNvSpPr>
          <p:nvPr>
            <p:ph type="ftr" sz="quarter" idx="11"/>
          </p:nvPr>
        </p:nvSpPr>
        <p:spPr/>
        <p:txBody>
          <a:bodyPr/>
          <a:lstStyle/>
          <a:p>
            <a:r>
              <a:rPr lang="en-US"/>
              <a:t>Customer Experience</a:t>
            </a:r>
          </a:p>
        </p:txBody>
      </p:sp>
      <p:sp>
        <p:nvSpPr>
          <p:cNvPr id="3" name="Title 2">
            <a:extLst>
              <a:ext uri="{FF2B5EF4-FFF2-40B4-BE49-F238E27FC236}">
                <a16:creationId xmlns:a16="http://schemas.microsoft.com/office/drawing/2014/main" id="{8EA961CD-5D51-5DAB-76F4-3F2524B3664B}"/>
              </a:ext>
            </a:extLst>
          </p:cNvPr>
          <p:cNvSpPr>
            <a:spLocks noGrp="1"/>
          </p:cNvSpPr>
          <p:nvPr>
            <p:ph type="title"/>
          </p:nvPr>
        </p:nvSpPr>
        <p:spPr>
          <a:xfrm>
            <a:off x="485523" y="382588"/>
            <a:ext cx="11224347" cy="638175"/>
          </a:xfrm>
        </p:spPr>
        <p:txBody>
          <a:bodyPr/>
          <a:lstStyle/>
          <a:p>
            <a:r>
              <a:rPr lang="en-GB"/>
              <a:t>Click to edit Master title style</a:t>
            </a:r>
            <a:endParaRPr lang="en-US"/>
          </a:p>
        </p:txBody>
      </p:sp>
      <p:sp>
        <p:nvSpPr>
          <p:cNvPr id="15" name="Content Placeholder 3">
            <a:extLst>
              <a:ext uri="{FF2B5EF4-FFF2-40B4-BE49-F238E27FC236}">
                <a16:creationId xmlns:a16="http://schemas.microsoft.com/office/drawing/2014/main" id="{3A89EC53-4B4E-25EA-86D3-0A198384FA8D}"/>
              </a:ext>
            </a:extLst>
          </p:cNvPr>
          <p:cNvSpPr>
            <a:spLocks noGrp="1"/>
          </p:cNvSpPr>
          <p:nvPr>
            <p:ph idx="15"/>
          </p:nvPr>
        </p:nvSpPr>
        <p:spPr>
          <a:xfrm>
            <a:off x="9161070" y="1411287"/>
            <a:ext cx="2548800" cy="4638675"/>
          </a:xfrm>
        </p:spPr>
        <p:txBody>
          <a:bodyPr/>
          <a:lstStyle>
            <a:lvl1pPr>
              <a:defRPr lang="en-GB" dirty="0"/>
            </a:lvl1pPr>
            <a:lvl2pPr>
              <a:defRPr lang="en-GB" dirty="0"/>
            </a:lvl2pPr>
            <a:lvl3pPr>
              <a:defRPr lang="en-GB" dirty="0"/>
            </a:lvl3pPr>
            <a:lvl4pPr>
              <a:defRPr lang="en-GB" dirty="0"/>
            </a:lvl4pPr>
            <a:lvl5pPr>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2" name="Highlight line 1">
            <a:extLst>
              <a:ext uri="{FF2B5EF4-FFF2-40B4-BE49-F238E27FC236}">
                <a16:creationId xmlns:a16="http://schemas.microsoft.com/office/drawing/2014/main" id="{D8436614-E485-73D8-1866-645F4E1B657B}"/>
              </a:ext>
            </a:extLst>
          </p:cNvPr>
          <p:cNvSpPr>
            <a:spLocks noGrp="1"/>
          </p:cNvSpPr>
          <p:nvPr>
            <p:ph type="dgm" sz="quarter" idx="16" hasCustomPrompt="1"/>
          </p:nvPr>
        </p:nvSpPr>
        <p:spPr>
          <a:xfrm>
            <a:off x="485523" y="1209871"/>
            <a:ext cx="11224347" cy="36000"/>
          </a:xfrm>
          <a:solidFill>
            <a:schemeClr val="tx2"/>
          </a:solidFill>
        </p:spPr>
        <p:txBody>
          <a:bodyPr vert="horz" lIns="0" tIns="0" rIns="0" bIns="0" rtlCol="0" anchor="t" anchorCtr="0">
            <a:noAutofit/>
          </a:bodyPr>
          <a:lstStyle>
            <a:lvl1pPr marL="0" indent="0">
              <a:buNone/>
              <a:defRPr lang="en-US" sz="800" dirty="0"/>
            </a:lvl1pPr>
          </a:lstStyle>
          <a:p>
            <a:pPr marL="252000" lvl="0" indent="-252000"/>
            <a:r>
              <a:rPr lang="en-US"/>
              <a:t> </a:t>
            </a:r>
          </a:p>
        </p:txBody>
      </p:sp>
    </p:spTree>
    <p:extLst>
      <p:ext uri="{BB962C8B-B14F-4D97-AF65-F5344CB8AC3E}">
        <p14:creationId xmlns:p14="http://schemas.microsoft.com/office/powerpoint/2010/main" val="251183364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Eight Content">
    <p:spTree>
      <p:nvGrpSpPr>
        <p:cNvPr id="1" name=""/>
        <p:cNvGrpSpPr/>
        <p:nvPr/>
      </p:nvGrpSpPr>
      <p:grpSpPr>
        <a:xfrm>
          <a:off x="0" y="0"/>
          <a:ext cx="0" cy="0"/>
          <a:chOff x="0" y="0"/>
          <a:chExt cx="0" cy="0"/>
        </a:xfrm>
      </p:grpSpPr>
      <p:sp>
        <p:nvSpPr>
          <p:cNvPr id="7" name="Content Placeholder 1">
            <a:extLst>
              <a:ext uri="{FF2B5EF4-FFF2-40B4-BE49-F238E27FC236}">
                <a16:creationId xmlns:a16="http://schemas.microsoft.com/office/drawing/2014/main" id="{99DD3D67-FDA7-A413-313B-AF74B5AA9F16}"/>
              </a:ext>
            </a:extLst>
          </p:cNvPr>
          <p:cNvSpPr>
            <a:spLocks noGrp="1"/>
          </p:cNvSpPr>
          <p:nvPr>
            <p:ph idx="1"/>
          </p:nvPr>
        </p:nvSpPr>
        <p:spPr>
          <a:xfrm>
            <a:off x="485523" y="1411287"/>
            <a:ext cx="2548800" cy="2219326"/>
          </a:xfrm>
        </p:spPr>
        <p:txBody>
          <a:bodyPr/>
          <a:lstStyle>
            <a:lvl1pPr>
              <a:defRPr lang="en-GB" dirty="0"/>
            </a:lvl1pPr>
            <a:lvl2pPr>
              <a:defRPr lang="en-GB" dirty="0"/>
            </a:lvl2pPr>
            <a:lvl3pPr>
              <a:defRPr lang="en-GB" dirty="0"/>
            </a:lvl3pPr>
            <a:lvl4pPr>
              <a:defRPr lang="en-GB" dirty="0"/>
            </a:lvl4pPr>
            <a:lvl5pPr>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2" name="Content Placeholder 2">
            <a:extLst>
              <a:ext uri="{FF2B5EF4-FFF2-40B4-BE49-F238E27FC236}">
                <a16:creationId xmlns:a16="http://schemas.microsoft.com/office/drawing/2014/main" id="{8FDAD40B-6BF1-FD89-F7E7-683D2B6F74A7}"/>
              </a:ext>
            </a:extLst>
          </p:cNvPr>
          <p:cNvSpPr>
            <a:spLocks noGrp="1"/>
          </p:cNvSpPr>
          <p:nvPr>
            <p:ph idx="13"/>
          </p:nvPr>
        </p:nvSpPr>
        <p:spPr>
          <a:xfrm>
            <a:off x="3377455" y="1411287"/>
            <a:ext cx="2548800" cy="2219326"/>
          </a:xfrm>
        </p:spPr>
        <p:txBody>
          <a:bodyPr/>
          <a:lstStyle>
            <a:lvl1pPr>
              <a:defRPr lang="en-GB" dirty="0"/>
            </a:lvl1pPr>
            <a:lvl2pPr>
              <a:defRPr lang="en-GB" dirty="0"/>
            </a:lvl2pPr>
            <a:lvl3pPr>
              <a:defRPr lang="en-GB" dirty="0"/>
            </a:lvl3pPr>
            <a:lvl4pPr>
              <a:defRPr lang="en-GB" dirty="0"/>
            </a:lvl4pPr>
            <a:lvl5pPr>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3" name="Content Placeholder 3">
            <a:extLst>
              <a:ext uri="{FF2B5EF4-FFF2-40B4-BE49-F238E27FC236}">
                <a16:creationId xmlns:a16="http://schemas.microsoft.com/office/drawing/2014/main" id="{6A69E41B-F39E-4366-2ADE-0A30A6B7B882}"/>
              </a:ext>
            </a:extLst>
          </p:cNvPr>
          <p:cNvSpPr>
            <a:spLocks noGrp="1"/>
          </p:cNvSpPr>
          <p:nvPr>
            <p:ph idx="14"/>
          </p:nvPr>
        </p:nvSpPr>
        <p:spPr>
          <a:xfrm>
            <a:off x="6269388" y="1411287"/>
            <a:ext cx="2548800" cy="2219326"/>
          </a:xfrm>
        </p:spPr>
        <p:txBody>
          <a:bodyPr/>
          <a:lstStyle>
            <a:lvl1pPr>
              <a:defRPr lang="en-GB" dirty="0"/>
            </a:lvl1pPr>
            <a:lvl2pPr>
              <a:defRPr lang="en-GB" dirty="0"/>
            </a:lvl2pPr>
            <a:lvl3pPr>
              <a:defRPr lang="en-GB" dirty="0"/>
            </a:lvl3pPr>
            <a:lvl4pPr>
              <a:defRPr lang="en-GB" dirty="0"/>
            </a:lvl4pPr>
            <a:lvl5pPr>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Slide Number Placeholder">
            <a:extLst>
              <a:ext uri="{FF2B5EF4-FFF2-40B4-BE49-F238E27FC236}">
                <a16:creationId xmlns:a16="http://schemas.microsoft.com/office/drawing/2014/main" id="{E26F7576-DAEE-2232-6A83-201B728CCEEC}"/>
              </a:ext>
            </a:extLst>
          </p:cNvPr>
          <p:cNvSpPr>
            <a:spLocks noGrp="1"/>
          </p:cNvSpPr>
          <p:nvPr>
            <p:ph type="sldNum" sz="quarter" idx="12"/>
          </p:nvPr>
        </p:nvSpPr>
        <p:spPr/>
        <p:txBody>
          <a:bodyPr/>
          <a:lstStyle/>
          <a:p>
            <a:fld id="{94FCA0F3-9F3A-694B-99BB-0E592A797735}" type="slidenum">
              <a:rPr lang="en-US" smtClean="0"/>
              <a:t>‹#›</a:t>
            </a:fld>
            <a:endParaRPr lang="en-US"/>
          </a:p>
        </p:txBody>
      </p:sp>
      <p:sp>
        <p:nvSpPr>
          <p:cNvPr id="4" name="Date Placeholder">
            <a:extLst>
              <a:ext uri="{FF2B5EF4-FFF2-40B4-BE49-F238E27FC236}">
                <a16:creationId xmlns:a16="http://schemas.microsoft.com/office/drawing/2014/main" id="{6DECAE16-1D46-ECE2-67B1-B4055F385487}"/>
              </a:ext>
            </a:extLst>
          </p:cNvPr>
          <p:cNvSpPr>
            <a:spLocks noGrp="1"/>
          </p:cNvSpPr>
          <p:nvPr>
            <p:ph type="dt" sz="half" idx="10"/>
          </p:nvPr>
        </p:nvSpPr>
        <p:spPr/>
        <p:txBody>
          <a:bodyPr/>
          <a:lstStyle/>
          <a:p>
            <a:fld id="{9BCE65A2-CE9F-49EC-BAA0-343FDD7CEDF6}" type="datetime3">
              <a:rPr lang="en-US" smtClean="0"/>
              <a:t>18 March 2026</a:t>
            </a:fld>
            <a:endParaRPr lang="en-US"/>
          </a:p>
        </p:txBody>
      </p:sp>
      <p:sp>
        <p:nvSpPr>
          <p:cNvPr id="5" name="Footer Placeholder">
            <a:extLst>
              <a:ext uri="{FF2B5EF4-FFF2-40B4-BE49-F238E27FC236}">
                <a16:creationId xmlns:a16="http://schemas.microsoft.com/office/drawing/2014/main" id="{98E63702-02E0-6C43-ACB9-CF47EDD90CA6}"/>
              </a:ext>
            </a:extLst>
          </p:cNvPr>
          <p:cNvSpPr>
            <a:spLocks noGrp="1"/>
          </p:cNvSpPr>
          <p:nvPr>
            <p:ph type="ftr" sz="quarter" idx="11"/>
          </p:nvPr>
        </p:nvSpPr>
        <p:spPr/>
        <p:txBody>
          <a:bodyPr/>
          <a:lstStyle/>
          <a:p>
            <a:r>
              <a:rPr lang="en-US"/>
              <a:t>Customer Experience</a:t>
            </a:r>
          </a:p>
        </p:txBody>
      </p:sp>
      <p:sp>
        <p:nvSpPr>
          <p:cNvPr id="3" name="Title 2">
            <a:extLst>
              <a:ext uri="{FF2B5EF4-FFF2-40B4-BE49-F238E27FC236}">
                <a16:creationId xmlns:a16="http://schemas.microsoft.com/office/drawing/2014/main" id="{8EA961CD-5D51-5DAB-76F4-3F2524B3664B}"/>
              </a:ext>
            </a:extLst>
          </p:cNvPr>
          <p:cNvSpPr>
            <a:spLocks noGrp="1"/>
          </p:cNvSpPr>
          <p:nvPr>
            <p:ph type="title"/>
          </p:nvPr>
        </p:nvSpPr>
        <p:spPr>
          <a:xfrm>
            <a:off x="485523" y="382588"/>
            <a:ext cx="11224347" cy="638175"/>
          </a:xfrm>
        </p:spPr>
        <p:txBody>
          <a:bodyPr/>
          <a:lstStyle/>
          <a:p>
            <a:r>
              <a:rPr lang="en-GB"/>
              <a:t>Click to edit Master title style</a:t>
            </a:r>
            <a:endParaRPr lang="en-US"/>
          </a:p>
        </p:txBody>
      </p:sp>
      <p:sp>
        <p:nvSpPr>
          <p:cNvPr id="15" name="Content Placeholder 3">
            <a:extLst>
              <a:ext uri="{FF2B5EF4-FFF2-40B4-BE49-F238E27FC236}">
                <a16:creationId xmlns:a16="http://schemas.microsoft.com/office/drawing/2014/main" id="{3A89EC53-4B4E-25EA-86D3-0A198384FA8D}"/>
              </a:ext>
            </a:extLst>
          </p:cNvPr>
          <p:cNvSpPr>
            <a:spLocks noGrp="1"/>
          </p:cNvSpPr>
          <p:nvPr>
            <p:ph idx="15"/>
          </p:nvPr>
        </p:nvSpPr>
        <p:spPr>
          <a:xfrm>
            <a:off x="9161321" y="1411287"/>
            <a:ext cx="2548800" cy="2219326"/>
          </a:xfrm>
        </p:spPr>
        <p:txBody>
          <a:bodyPr/>
          <a:lstStyle>
            <a:lvl1pPr>
              <a:defRPr lang="en-GB" dirty="0"/>
            </a:lvl1pPr>
            <a:lvl2pPr>
              <a:defRPr lang="en-GB" dirty="0"/>
            </a:lvl2pPr>
            <a:lvl3pPr>
              <a:defRPr lang="en-GB" dirty="0"/>
            </a:lvl3pPr>
            <a:lvl4pPr>
              <a:defRPr lang="en-GB" dirty="0"/>
            </a:lvl4pPr>
            <a:lvl5pPr>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2" name="Content Placeholder 1">
            <a:extLst>
              <a:ext uri="{FF2B5EF4-FFF2-40B4-BE49-F238E27FC236}">
                <a16:creationId xmlns:a16="http://schemas.microsoft.com/office/drawing/2014/main" id="{A0091EC5-9CD6-B52C-F192-1D28C197D5EB}"/>
              </a:ext>
            </a:extLst>
          </p:cNvPr>
          <p:cNvSpPr>
            <a:spLocks noGrp="1"/>
          </p:cNvSpPr>
          <p:nvPr>
            <p:ph idx="16"/>
          </p:nvPr>
        </p:nvSpPr>
        <p:spPr>
          <a:xfrm>
            <a:off x="485523" y="3830636"/>
            <a:ext cx="2548800" cy="2219326"/>
          </a:xfrm>
        </p:spPr>
        <p:txBody>
          <a:bodyPr/>
          <a:lstStyle>
            <a:lvl1pPr>
              <a:defRPr lang="en-GB" dirty="0"/>
            </a:lvl1pPr>
            <a:lvl2pPr>
              <a:defRPr lang="en-GB" dirty="0"/>
            </a:lvl2pPr>
            <a:lvl3pPr>
              <a:defRPr lang="en-GB" dirty="0"/>
            </a:lvl3pPr>
            <a:lvl4pPr>
              <a:defRPr lang="en-GB" dirty="0"/>
            </a:lvl4pPr>
            <a:lvl5pPr>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6" name="Content Placeholder 2">
            <a:extLst>
              <a:ext uri="{FF2B5EF4-FFF2-40B4-BE49-F238E27FC236}">
                <a16:creationId xmlns:a16="http://schemas.microsoft.com/office/drawing/2014/main" id="{BF5F74F9-864E-3DD7-6291-763A9D830F2E}"/>
              </a:ext>
            </a:extLst>
          </p:cNvPr>
          <p:cNvSpPr>
            <a:spLocks noGrp="1"/>
          </p:cNvSpPr>
          <p:nvPr>
            <p:ph idx="17"/>
          </p:nvPr>
        </p:nvSpPr>
        <p:spPr>
          <a:xfrm>
            <a:off x="3377372" y="3830636"/>
            <a:ext cx="2548800" cy="2219326"/>
          </a:xfrm>
        </p:spPr>
        <p:txBody>
          <a:bodyPr/>
          <a:lstStyle>
            <a:lvl1pPr>
              <a:defRPr lang="en-GB" dirty="0"/>
            </a:lvl1pPr>
            <a:lvl2pPr>
              <a:defRPr lang="en-GB" dirty="0"/>
            </a:lvl2pPr>
            <a:lvl3pPr>
              <a:defRPr lang="en-GB" dirty="0"/>
            </a:lvl3pPr>
            <a:lvl4pPr>
              <a:defRPr lang="en-GB" dirty="0"/>
            </a:lvl4pPr>
            <a:lvl5pPr>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7" name="Content Placeholder 3">
            <a:extLst>
              <a:ext uri="{FF2B5EF4-FFF2-40B4-BE49-F238E27FC236}">
                <a16:creationId xmlns:a16="http://schemas.microsoft.com/office/drawing/2014/main" id="{4EC6B6C9-6D62-F36C-8404-9E032EF106E3}"/>
              </a:ext>
            </a:extLst>
          </p:cNvPr>
          <p:cNvSpPr>
            <a:spLocks noGrp="1"/>
          </p:cNvSpPr>
          <p:nvPr>
            <p:ph idx="18"/>
          </p:nvPr>
        </p:nvSpPr>
        <p:spPr>
          <a:xfrm>
            <a:off x="6269221" y="3830636"/>
            <a:ext cx="2548800" cy="2219326"/>
          </a:xfrm>
        </p:spPr>
        <p:txBody>
          <a:bodyPr/>
          <a:lstStyle>
            <a:lvl1pPr>
              <a:defRPr lang="en-GB" dirty="0"/>
            </a:lvl1pPr>
            <a:lvl2pPr>
              <a:defRPr lang="en-GB" dirty="0"/>
            </a:lvl2pPr>
            <a:lvl3pPr>
              <a:defRPr lang="en-GB" dirty="0"/>
            </a:lvl3pPr>
            <a:lvl4pPr>
              <a:defRPr lang="en-GB" dirty="0"/>
            </a:lvl4pPr>
            <a:lvl5pPr>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8" name="Content Placeholder 3">
            <a:extLst>
              <a:ext uri="{FF2B5EF4-FFF2-40B4-BE49-F238E27FC236}">
                <a16:creationId xmlns:a16="http://schemas.microsoft.com/office/drawing/2014/main" id="{D7F9E8A1-A5A0-CC6C-3FD8-D24AC966E14B}"/>
              </a:ext>
            </a:extLst>
          </p:cNvPr>
          <p:cNvSpPr>
            <a:spLocks noGrp="1"/>
          </p:cNvSpPr>
          <p:nvPr>
            <p:ph idx="19"/>
          </p:nvPr>
        </p:nvSpPr>
        <p:spPr>
          <a:xfrm>
            <a:off x="9161070" y="3830636"/>
            <a:ext cx="2548800" cy="2219326"/>
          </a:xfrm>
        </p:spPr>
        <p:txBody>
          <a:bodyPr/>
          <a:lstStyle>
            <a:lvl1pPr>
              <a:defRPr lang="en-GB" dirty="0"/>
            </a:lvl1pPr>
            <a:lvl2pPr>
              <a:defRPr lang="en-GB" dirty="0"/>
            </a:lvl2pPr>
            <a:lvl3pPr>
              <a:defRPr lang="en-GB" dirty="0"/>
            </a:lvl3pPr>
            <a:lvl4pPr>
              <a:defRPr lang="en-GB" dirty="0"/>
            </a:lvl4pPr>
            <a:lvl5pPr>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8" name="Highlight line 1">
            <a:extLst>
              <a:ext uri="{FF2B5EF4-FFF2-40B4-BE49-F238E27FC236}">
                <a16:creationId xmlns:a16="http://schemas.microsoft.com/office/drawing/2014/main" id="{B4B85666-74E6-3B59-B428-DA6F69438EFB}"/>
              </a:ext>
            </a:extLst>
          </p:cNvPr>
          <p:cNvSpPr>
            <a:spLocks noGrp="1"/>
          </p:cNvSpPr>
          <p:nvPr>
            <p:ph type="dgm" sz="quarter" idx="20" hasCustomPrompt="1"/>
          </p:nvPr>
        </p:nvSpPr>
        <p:spPr>
          <a:xfrm>
            <a:off x="485775" y="1209871"/>
            <a:ext cx="11224347" cy="36000"/>
          </a:xfrm>
          <a:solidFill>
            <a:schemeClr val="tx2"/>
          </a:solidFill>
        </p:spPr>
        <p:txBody>
          <a:bodyPr vert="horz" lIns="0" tIns="0" rIns="0" bIns="0" rtlCol="0" anchor="t" anchorCtr="0">
            <a:noAutofit/>
          </a:bodyPr>
          <a:lstStyle>
            <a:lvl1pPr marL="0" indent="0">
              <a:buNone/>
              <a:defRPr lang="en-US" sz="800" dirty="0"/>
            </a:lvl1pPr>
          </a:lstStyle>
          <a:p>
            <a:pPr marL="252000" lvl="0" indent="-252000"/>
            <a:r>
              <a:rPr lang="en-US"/>
              <a:t> </a:t>
            </a:r>
          </a:p>
        </p:txBody>
      </p:sp>
    </p:spTree>
    <p:extLst>
      <p:ext uri="{BB962C8B-B14F-4D97-AF65-F5344CB8AC3E}">
        <p14:creationId xmlns:p14="http://schemas.microsoft.com/office/powerpoint/2010/main" val="351535098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hree Content with Highlight">
    <p:spTree>
      <p:nvGrpSpPr>
        <p:cNvPr id="1" name=""/>
        <p:cNvGrpSpPr/>
        <p:nvPr/>
      </p:nvGrpSpPr>
      <p:grpSpPr>
        <a:xfrm>
          <a:off x="0" y="0"/>
          <a:ext cx="0" cy="0"/>
          <a:chOff x="0" y="0"/>
          <a:chExt cx="0" cy="0"/>
        </a:xfrm>
      </p:grpSpPr>
      <p:sp>
        <p:nvSpPr>
          <p:cNvPr id="7" name="Content Placeholder 1">
            <a:extLst>
              <a:ext uri="{FF2B5EF4-FFF2-40B4-BE49-F238E27FC236}">
                <a16:creationId xmlns:a16="http://schemas.microsoft.com/office/drawing/2014/main" id="{99DD3D67-FDA7-A413-313B-AF74B5AA9F16}"/>
              </a:ext>
            </a:extLst>
          </p:cNvPr>
          <p:cNvSpPr>
            <a:spLocks noGrp="1"/>
          </p:cNvSpPr>
          <p:nvPr>
            <p:ph idx="1" hasCustomPrompt="1"/>
          </p:nvPr>
        </p:nvSpPr>
        <p:spPr>
          <a:xfrm>
            <a:off x="485521" y="1411287"/>
            <a:ext cx="3571200" cy="4638675"/>
          </a:xfrm>
          <a:solidFill>
            <a:srgbClr val="C4C4CD">
              <a:alpha val="25000"/>
            </a:srgbClr>
          </a:solidFill>
        </p:spPr>
        <p:txBody>
          <a:bodyPr lIns="251999" tIns="180000" rIns="251999" bIns="180000"/>
          <a:lstStyle>
            <a:lvl1pPr>
              <a:defRPr lang="en-GB" dirty="0"/>
            </a:lvl1pPr>
            <a:lvl2pPr>
              <a:defRPr lang="en-GB" dirty="0"/>
            </a:lvl2pPr>
            <a:lvl3pPr>
              <a:defRPr lang="en-GB" dirty="0"/>
            </a:lvl3pPr>
            <a:lvl4pPr>
              <a:defRPr lang="en-GB" dirty="0"/>
            </a:lvl4pPr>
            <a:lvl5pPr>
              <a:defRPr lang="en-US" dirty="0"/>
            </a:lvl5pPr>
          </a:lstStyle>
          <a:p>
            <a:pPr marL="252000" marR="0" lvl="0" indent="-252000" algn="l" defTabSz="914400" rtl="0" eaLnBrk="1" fontAlgn="auto" latinLnBrk="0" hangingPunct="1">
              <a:lnSpc>
                <a:spcPct val="100000"/>
              </a:lnSpc>
              <a:spcBef>
                <a:spcPts val="400"/>
              </a:spcBef>
              <a:spcAft>
                <a:spcPts val="400"/>
              </a:spcAft>
              <a:buClr>
                <a:schemeClr val="tx2"/>
              </a:buClr>
              <a:buSzPct val="100000"/>
              <a:buFont typeface="Wingdings" pitchFamily="2" charset="2"/>
              <a:buChar char="§"/>
              <a:tabLst/>
              <a:defRPr/>
            </a:pPr>
            <a:r>
              <a:rPr lang="en-GB"/>
              <a:t>Only one highlight line should appear. Delete the other two lines.</a:t>
            </a:r>
          </a:p>
          <a:p>
            <a:pPr lvl="1"/>
            <a:r>
              <a:rPr lang="en-GB"/>
              <a:t>Second level</a:t>
            </a:r>
          </a:p>
          <a:p>
            <a:pPr lvl="2"/>
            <a:r>
              <a:rPr lang="en-GB"/>
              <a:t>Third level</a:t>
            </a:r>
          </a:p>
          <a:p>
            <a:pPr lvl="3"/>
            <a:r>
              <a:rPr lang="en-GB"/>
              <a:t>Fourth level</a:t>
            </a:r>
          </a:p>
          <a:p>
            <a:pPr lvl="4"/>
            <a:r>
              <a:rPr lang="en-GB"/>
              <a:t>Fifth level</a:t>
            </a:r>
            <a:endParaRPr lang="en-US"/>
          </a:p>
        </p:txBody>
      </p:sp>
      <p:sp>
        <p:nvSpPr>
          <p:cNvPr id="12" name="Content Placeholder 2">
            <a:extLst>
              <a:ext uri="{FF2B5EF4-FFF2-40B4-BE49-F238E27FC236}">
                <a16:creationId xmlns:a16="http://schemas.microsoft.com/office/drawing/2014/main" id="{8FDAD40B-6BF1-FD89-F7E7-683D2B6F74A7}"/>
              </a:ext>
            </a:extLst>
          </p:cNvPr>
          <p:cNvSpPr>
            <a:spLocks noGrp="1"/>
          </p:cNvSpPr>
          <p:nvPr>
            <p:ph idx="13" hasCustomPrompt="1"/>
          </p:nvPr>
        </p:nvSpPr>
        <p:spPr>
          <a:xfrm>
            <a:off x="4312222" y="1411287"/>
            <a:ext cx="3571200" cy="4638675"/>
          </a:xfrm>
          <a:solidFill>
            <a:srgbClr val="C4C4CD">
              <a:alpha val="25000"/>
            </a:srgbClr>
          </a:solidFill>
        </p:spPr>
        <p:txBody>
          <a:bodyPr lIns="251999" tIns="180000" rIns="251999" bIns="180000"/>
          <a:lstStyle>
            <a:lvl1pPr>
              <a:defRPr lang="en-GB" dirty="0"/>
            </a:lvl1pPr>
            <a:lvl2pPr>
              <a:defRPr lang="en-GB" dirty="0"/>
            </a:lvl2pPr>
            <a:lvl3pPr>
              <a:defRPr lang="en-GB" dirty="0"/>
            </a:lvl3pPr>
            <a:lvl4pPr>
              <a:defRPr lang="en-GB" dirty="0"/>
            </a:lvl4pPr>
            <a:lvl5pPr>
              <a:defRPr lang="en-US" dirty="0"/>
            </a:lvl5pPr>
          </a:lstStyle>
          <a:p>
            <a:pPr marL="252000" marR="0" lvl="0" indent="-252000" algn="l" defTabSz="914400" rtl="0" eaLnBrk="1" fontAlgn="auto" latinLnBrk="0" hangingPunct="1">
              <a:lnSpc>
                <a:spcPct val="100000"/>
              </a:lnSpc>
              <a:spcBef>
                <a:spcPts val="400"/>
              </a:spcBef>
              <a:spcAft>
                <a:spcPts val="400"/>
              </a:spcAft>
              <a:buClr>
                <a:schemeClr val="tx2"/>
              </a:buClr>
              <a:buSzPct val="100000"/>
              <a:buFont typeface="Wingdings" pitchFamily="2" charset="2"/>
              <a:buChar char="§"/>
              <a:tabLst/>
              <a:defRPr/>
            </a:pPr>
            <a:r>
              <a:rPr lang="en-GB"/>
              <a:t>Only one highlight line should appear. Delete the other two lines.</a:t>
            </a:r>
          </a:p>
          <a:p>
            <a:pPr lvl="1"/>
            <a:r>
              <a:rPr lang="en-GB"/>
              <a:t>Second level</a:t>
            </a:r>
          </a:p>
          <a:p>
            <a:pPr lvl="2"/>
            <a:r>
              <a:rPr lang="en-GB"/>
              <a:t>Third level</a:t>
            </a:r>
          </a:p>
          <a:p>
            <a:pPr lvl="3"/>
            <a:r>
              <a:rPr lang="en-GB"/>
              <a:t>Fourth level</a:t>
            </a:r>
          </a:p>
          <a:p>
            <a:pPr lvl="4"/>
            <a:r>
              <a:rPr lang="en-GB"/>
              <a:t>Fifth level</a:t>
            </a:r>
            <a:endParaRPr lang="en-US"/>
          </a:p>
        </p:txBody>
      </p:sp>
      <p:sp>
        <p:nvSpPr>
          <p:cNvPr id="13" name="Content Placeholder 3">
            <a:extLst>
              <a:ext uri="{FF2B5EF4-FFF2-40B4-BE49-F238E27FC236}">
                <a16:creationId xmlns:a16="http://schemas.microsoft.com/office/drawing/2014/main" id="{6A69E41B-F39E-4366-2ADE-0A30A6B7B882}"/>
              </a:ext>
            </a:extLst>
          </p:cNvPr>
          <p:cNvSpPr>
            <a:spLocks noGrp="1"/>
          </p:cNvSpPr>
          <p:nvPr>
            <p:ph idx="14" hasCustomPrompt="1"/>
          </p:nvPr>
        </p:nvSpPr>
        <p:spPr>
          <a:xfrm>
            <a:off x="8138670" y="1411287"/>
            <a:ext cx="3571200" cy="4638675"/>
          </a:xfrm>
          <a:solidFill>
            <a:srgbClr val="C4C4CD">
              <a:alpha val="25000"/>
            </a:srgbClr>
          </a:solidFill>
        </p:spPr>
        <p:txBody>
          <a:bodyPr lIns="251999" tIns="180000" rIns="251999" bIns="180000"/>
          <a:lstStyle>
            <a:lvl1pPr>
              <a:defRPr lang="en-GB" dirty="0"/>
            </a:lvl1pPr>
            <a:lvl2pPr>
              <a:defRPr lang="en-GB" dirty="0"/>
            </a:lvl2pPr>
            <a:lvl3pPr>
              <a:defRPr lang="en-GB" dirty="0"/>
            </a:lvl3pPr>
            <a:lvl4pPr>
              <a:defRPr lang="en-GB" dirty="0"/>
            </a:lvl4pPr>
            <a:lvl5pPr>
              <a:defRPr lang="en-US" dirty="0"/>
            </a:lvl5pPr>
          </a:lstStyle>
          <a:p>
            <a:pPr marL="252000" marR="0" lvl="0" indent="-252000" algn="l" defTabSz="914400" rtl="0" eaLnBrk="1" fontAlgn="auto" latinLnBrk="0" hangingPunct="1">
              <a:lnSpc>
                <a:spcPct val="100000"/>
              </a:lnSpc>
              <a:spcBef>
                <a:spcPts val="400"/>
              </a:spcBef>
              <a:spcAft>
                <a:spcPts val="400"/>
              </a:spcAft>
              <a:buClr>
                <a:schemeClr val="tx2"/>
              </a:buClr>
              <a:buSzPct val="100000"/>
              <a:buFont typeface="Wingdings" pitchFamily="2" charset="2"/>
              <a:buChar char="§"/>
              <a:tabLst/>
              <a:defRPr/>
            </a:pPr>
            <a:r>
              <a:rPr lang="en-GB"/>
              <a:t>Only one highlight line should appear. Delete the other two lines.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Slide Number Placeholder ">
            <a:extLst>
              <a:ext uri="{FF2B5EF4-FFF2-40B4-BE49-F238E27FC236}">
                <a16:creationId xmlns:a16="http://schemas.microsoft.com/office/drawing/2014/main" id="{E26F7576-DAEE-2232-6A83-201B728CCEEC}"/>
              </a:ext>
            </a:extLst>
          </p:cNvPr>
          <p:cNvSpPr>
            <a:spLocks noGrp="1"/>
          </p:cNvSpPr>
          <p:nvPr>
            <p:ph type="sldNum" sz="quarter" idx="12"/>
          </p:nvPr>
        </p:nvSpPr>
        <p:spPr/>
        <p:txBody>
          <a:bodyPr/>
          <a:lstStyle/>
          <a:p>
            <a:fld id="{94FCA0F3-9F3A-694B-99BB-0E592A797735}" type="slidenum">
              <a:rPr lang="en-US" smtClean="0"/>
              <a:t>‹#›</a:t>
            </a:fld>
            <a:endParaRPr lang="en-US"/>
          </a:p>
        </p:txBody>
      </p:sp>
      <p:sp>
        <p:nvSpPr>
          <p:cNvPr id="4" name="Date Placeholder ">
            <a:extLst>
              <a:ext uri="{FF2B5EF4-FFF2-40B4-BE49-F238E27FC236}">
                <a16:creationId xmlns:a16="http://schemas.microsoft.com/office/drawing/2014/main" id="{6DECAE16-1D46-ECE2-67B1-B4055F385487}"/>
              </a:ext>
            </a:extLst>
          </p:cNvPr>
          <p:cNvSpPr>
            <a:spLocks noGrp="1"/>
          </p:cNvSpPr>
          <p:nvPr>
            <p:ph type="dt" sz="half" idx="10"/>
          </p:nvPr>
        </p:nvSpPr>
        <p:spPr/>
        <p:txBody>
          <a:bodyPr/>
          <a:lstStyle/>
          <a:p>
            <a:fld id="{24C363F4-1B96-4C85-827B-216425860FD3}" type="datetime3">
              <a:rPr lang="en-US" smtClean="0"/>
              <a:t>18 March 2026</a:t>
            </a:fld>
            <a:endParaRPr lang="en-US"/>
          </a:p>
        </p:txBody>
      </p:sp>
      <p:sp>
        <p:nvSpPr>
          <p:cNvPr id="5" name="Footer Placeholder ">
            <a:extLst>
              <a:ext uri="{FF2B5EF4-FFF2-40B4-BE49-F238E27FC236}">
                <a16:creationId xmlns:a16="http://schemas.microsoft.com/office/drawing/2014/main" id="{98E63702-02E0-6C43-ACB9-CF47EDD90CA6}"/>
              </a:ext>
            </a:extLst>
          </p:cNvPr>
          <p:cNvSpPr>
            <a:spLocks noGrp="1"/>
          </p:cNvSpPr>
          <p:nvPr>
            <p:ph type="ftr" sz="quarter" idx="11"/>
          </p:nvPr>
        </p:nvSpPr>
        <p:spPr/>
        <p:txBody>
          <a:bodyPr/>
          <a:lstStyle/>
          <a:p>
            <a:r>
              <a:rPr lang="en-US"/>
              <a:t>Customer Experience</a:t>
            </a:r>
          </a:p>
        </p:txBody>
      </p:sp>
      <p:sp>
        <p:nvSpPr>
          <p:cNvPr id="8" name="Highlight line 1">
            <a:extLst>
              <a:ext uri="{FF2B5EF4-FFF2-40B4-BE49-F238E27FC236}">
                <a16:creationId xmlns:a16="http://schemas.microsoft.com/office/drawing/2014/main" id="{E1FBA9F5-4E1E-7157-650F-920396E6BD16}"/>
              </a:ext>
            </a:extLst>
          </p:cNvPr>
          <p:cNvSpPr>
            <a:spLocks noGrp="1"/>
          </p:cNvSpPr>
          <p:nvPr>
            <p:ph type="dgm" sz="quarter" idx="15" hasCustomPrompt="1"/>
          </p:nvPr>
        </p:nvSpPr>
        <p:spPr>
          <a:xfrm>
            <a:off x="485775" y="1411287"/>
            <a:ext cx="3571200" cy="36000"/>
          </a:xfrm>
          <a:solidFill>
            <a:schemeClr val="tx2"/>
          </a:solidFill>
        </p:spPr>
        <p:txBody>
          <a:bodyPr/>
          <a:lstStyle>
            <a:lvl1pPr marL="0" indent="0">
              <a:buNone/>
              <a:defRPr sz="800"/>
            </a:lvl1pPr>
          </a:lstStyle>
          <a:p>
            <a:r>
              <a:rPr lang="en-US"/>
              <a:t> </a:t>
            </a:r>
          </a:p>
        </p:txBody>
      </p:sp>
      <p:sp>
        <p:nvSpPr>
          <p:cNvPr id="9" name="Highlight line 2">
            <a:extLst>
              <a:ext uri="{FF2B5EF4-FFF2-40B4-BE49-F238E27FC236}">
                <a16:creationId xmlns:a16="http://schemas.microsoft.com/office/drawing/2014/main" id="{F0D5216F-CE4B-8B47-FCA1-EA9B01BBAD6B}"/>
              </a:ext>
            </a:extLst>
          </p:cNvPr>
          <p:cNvSpPr>
            <a:spLocks noGrp="1"/>
          </p:cNvSpPr>
          <p:nvPr>
            <p:ph type="dgm" sz="quarter" idx="16" hasCustomPrompt="1"/>
          </p:nvPr>
        </p:nvSpPr>
        <p:spPr>
          <a:xfrm>
            <a:off x="4312222" y="1411287"/>
            <a:ext cx="3571200" cy="36000"/>
          </a:xfrm>
          <a:solidFill>
            <a:schemeClr val="tx2"/>
          </a:solidFill>
        </p:spPr>
        <p:txBody>
          <a:bodyPr/>
          <a:lstStyle>
            <a:lvl1pPr marL="0" indent="0">
              <a:buNone/>
              <a:defRPr sz="800"/>
            </a:lvl1pPr>
          </a:lstStyle>
          <a:p>
            <a:r>
              <a:rPr lang="en-US"/>
              <a:t> </a:t>
            </a:r>
          </a:p>
        </p:txBody>
      </p:sp>
      <p:sp>
        <p:nvSpPr>
          <p:cNvPr id="10" name="Highlight line 3">
            <a:extLst>
              <a:ext uri="{FF2B5EF4-FFF2-40B4-BE49-F238E27FC236}">
                <a16:creationId xmlns:a16="http://schemas.microsoft.com/office/drawing/2014/main" id="{945CF969-2B44-5C5F-B1A2-132B74FE4B46}"/>
              </a:ext>
            </a:extLst>
          </p:cNvPr>
          <p:cNvSpPr>
            <a:spLocks noGrp="1"/>
          </p:cNvSpPr>
          <p:nvPr>
            <p:ph type="dgm" sz="quarter" idx="17" hasCustomPrompt="1"/>
          </p:nvPr>
        </p:nvSpPr>
        <p:spPr>
          <a:xfrm>
            <a:off x="8138670" y="1411287"/>
            <a:ext cx="3571200" cy="36000"/>
          </a:xfrm>
          <a:solidFill>
            <a:schemeClr val="tx2"/>
          </a:solidFill>
        </p:spPr>
        <p:txBody>
          <a:bodyPr/>
          <a:lstStyle>
            <a:lvl1pPr marL="0" indent="0">
              <a:buNone/>
              <a:defRPr sz="800"/>
            </a:lvl1pPr>
          </a:lstStyle>
          <a:p>
            <a:r>
              <a:rPr lang="en-US"/>
              <a:t> </a:t>
            </a:r>
          </a:p>
        </p:txBody>
      </p:sp>
      <p:sp>
        <p:nvSpPr>
          <p:cNvPr id="3" name="Title 2">
            <a:extLst>
              <a:ext uri="{FF2B5EF4-FFF2-40B4-BE49-F238E27FC236}">
                <a16:creationId xmlns:a16="http://schemas.microsoft.com/office/drawing/2014/main" id="{861D1C9E-8438-3A10-53E8-497704D4A0E4}"/>
              </a:ext>
            </a:extLst>
          </p:cNvPr>
          <p:cNvSpPr>
            <a:spLocks noGrp="1"/>
          </p:cNvSpPr>
          <p:nvPr>
            <p:ph type="title"/>
          </p:nvPr>
        </p:nvSpPr>
        <p:spPr>
          <a:xfrm>
            <a:off x="485523" y="382588"/>
            <a:ext cx="11224347" cy="638175"/>
          </a:xfrm>
        </p:spPr>
        <p:txBody>
          <a:bodyPr/>
          <a:lstStyle/>
          <a:p>
            <a:r>
              <a:rPr lang="en-GB"/>
              <a:t>Click to edit Master title style</a:t>
            </a:r>
            <a:endParaRPr lang="en-US"/>
          </a:p>
        </p:txBody>
      </p:sp>
    </p:spTree>
    <p:extLst>
      <p:ext uri="{BB962C8B-B14F-4D97-AF65-F5344CB8AC3E}">
        <p14:creationId xmlns:p14="http://schemas.microsoft.com/office/powerpoint/2010/main" val="6689757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Content and Image">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4922DF48-3559-E7A7-D505-A6D3643BCD33}"/>
              </a:ext>
            </a:extLst>
          </p:cNvPr>
          <p:cNvSpPr>
            <a:spLocks noGrp="1"/>
          </p:cNvSpPr>
          <p:nvPr>
            <p:ph type="dt" sz="half" idx="10"/>
          </p:nvPr>
        </p:nvSpPr>
        <p:spPr/>
        <p:txBody>
          <a:bodyPr/>
          <a:lstStyle/>
          <a:p>
            <a:fld id="{0E46A083-21C1-45D7-8059-DBDD8C679FF7}" type="datetime3">
              <a:rPr lang="en-US" smtClean="0"/>
              <a:t>18 March 2026</a:t>
            </a:fld>
            <a:endParaRPr lang="en-US"/>
          </a:p>
        </p:txBody>
      </p:sp>
      <p:sp>
        <p:nvSpPr>
          <p:cNvPr id="4" name="Footer Placeholder 3">
            <a:extLst>
              <a:ext uri="{FF2B5EF4-FFF2-40B4-BE49-F238E27FC236}">
                <a16:creationId xmlns:a16="http://schemas.microsoft.com/office/drawing/2014/main" id="{84089C7F-B322-1F93-A5AB-0E322FB93D58}"/>
              </a:ext>
            </a:extLst>
          </p:cNvPr>
          <p:cNvSpPr>
            <a:spLocks noGrp="1"/>
          </p:cNvSpPr>
          <p:nvPr>
            <p:ph type="ftr" sz="quarter" idx="11"/>
          </p:nvPr>
        </p:nvSpPr>
        <p:spPr/>
        <p:txBody>
          <a:bodyPr/>
          <a:lstStyle/>
          <a:p>
            <a:r>
              <a:rPr lang="en-US"/>
              <a:t>Customer Experience</a:t>
            </a:r>
          </a:p>
        </p:txBody>
      </p:sp>
      <p:sp>
        <p:nvSpPr>
          <p:cNvPr id="5" name="Slide Number Placeholder 4">
            <a:extLst>
              <a:ext uri="{FF2B5EF4-FFF2-40B4-BE49-F238E27FC236}">
                <a16:creationId xmlns:a16="http://schemas.microsoft.com/office/drawing/2014/main" id="{0226D098-604F-1C6E-4D3F-56B3EFAD11F7}"/>
              </a:ext>
            </a:extLst>
          </p:cNvPr>
          <p:cNvSpPr>
            <a:spLocks noGrp="1"/>
          </p:cNvSpPr>
          <p:nvPr>
            <p:ph type="sldNum" sz="quarter" idx="12"/>
          </p:nvPr>
        </p:nvSpPr>
        <p:spPr/>
        <p:txBody>
          <a:bodyPr/>
          <a:lstStyle/>
          <a:p>
            <a:fld id="{F1BC30E3-FFE5-4B91-AA19-87A149EBB9EE}" type="slidenum">
              <a:rPr lang="en-GB" smtClean="0"/>
              <a:pPr/>
              <a:t>‹#›</a:t>
            </a:fld>
            <a:endParaRPr lang="en-GB"/>
          </a:p>
        </p:txBody>
      </p:sp>
      <p:sp>
        <p:nvSpPr>
          <p:cNvPr id="7" name="Content Placeholder 2">
            <a:extLst>
              <a:ext uri="{FF2B5EF4-FFF2-40B4-BE49-F238E27FC236}">
                <a16:creationId xmlns:a16="http://schemas.microsoft.com/office/drawing/2014/main" id="{34560AA6-636D-C99A-75CC-1AC2E4A0E42F}"/>
              </a:ext>
            </a:extLst>
          </p:cNvPr>
          <p:cNvSpPr>
            <a:spLocks noGrp="1"/>
          </p:cNvSpPr>
          <p:nvPr>
            <p:ph idx="1"/>
          </p:nvPr>
        </p:nvSpPr>
        <p:spPr>
          <a:xfrm>
            <a:off x="485522" y="1411287"/>
            <a:ext cx="5610479" cy="4638673"/>
          </a:xfrm>
        </p:spPr>
        <p:txBody>
          <a:bodyPr/>
          <a:lstStyle>
            <a:lvl1pPr>
              <a:defRPr lang="en-GB" dirty="0"/>
            </a:lvl1pPr>
            <a:lvl2pPr>
              <a:defRPr lang="en-GB" dirty="0"/>
            </a:lvl2pPr>
            <a:lvl3pPr>
              <a:defRPr lang="en-GB" dirty="0"/>
            </a:lvl3pPr>
            <a:lvl4pPr>
              <a:defRPr lang="en-GB" dirty="0"/>
            </a:lvl4pPr>
            <a:lvl5pPr>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0" name="Picture Placeholder 9">
            <a:extLst>
              <a:ext uri="{FF2B5EF4-FFF2-40B4-BE49-F238E27FC236}">
                <a16:creationId xmlns:a16="http://schemas.microsoft.com/office/drawing/2014/main" id="{CD83AEB6-812D-A880-EAD7-47C376F054B5}"/>
              </a:ext>
            </a:extLst>
          </p:cNvPr>
          <p:cNvSpPr>
            <a:spLocks noGrp="1"/>
          </p:cNvSpPr>
          <p:nvPr>
            <p:ph type="pic" sz="quarter" idx="13"/>
          </p:nvPr>
        </p:nvSpPr>
        <p:spPr>
          <a:xfrm>
            <a:off x="6349868" y="0"/>
            <a:ext cx="5842132" cy="6858000"/>
          </a:xfrm>
        </p:spPr>
        <p:txBody>
          <a:bodyPr/>
          <a:lstStyle/>
          <a:p>
            <a:endParaRPr lang="en-US"/>
          </a:p>
        </p:txBody>
      </p:sp>
      <p:sp>
        <p:nvSpPr>
          <p:cNvPr id="2" name="Title 1">
            <a:extLst>
              <a:ext uri="{FF2B5EF4-FFF2-40B4-BE49-F238E27FC236}">
                <a16:creationId xmlns:a16="http://schemas.microsoft.com/office/drawing/2014/main" id="{9B88C567-2561-2AD2-63FE-0886450DCC49}"/>
              </a:ext>
            </a:extLst>
          </p:cNvPr>
          <p:cNvSpPr>
            <a:spLocks noGrp="1"/>
          </p:cNvSpPr>
          <p:nvPr>
            <p:ph type="title"/>
          </p:nvPr>
        </p:nvSpPr>
        <p:spPr>
          <a:xfrm>
            <a:off x="485523" y="382588"/>
            <a:ext cx="5610477" cy="638175"/>
          </a:xfrm>
        </p:spPr>
        <p:txBody>
          <a:bodyPr/>
          <a:lstStyle/>
          <a:p>
            <a:r>
              <a:rPr lang="en-GB"/>
              <a:t>Click to edit Master title style</a:t>
            </a:r>
            <a:endParaRPr lang="en-US"/>
          </a:p>
        </p:txBody>
      </p:sp>
      <p:pic>
        <p:nvPicPr>
          <p:cNvPr id="6" name="Graphic 5">
            <a:extLst>
              <a:ext uri="{FF2B5EF4-FFF2-40B4-BE49-F238E27FC236}">
                <a16:creationId xmlns:a16="http://schemas.microsoft.com/office/drawing/2014/main" id="{71FB359B-47B8-11C4-6F44-CA3F5F9E2B2A}"/>
              </a:ext>
            </a:extLst>
          </p:cNvPr>
          <p:cNvPicPr/>
          <p:nvPr userDrawn="1"/>
        </p:nvPicPr>
        <p:blipFill>
          <a:blip r:embed="rId2">
            <a:extLst>
              <a:ext uri="{96DAC541-7B7A-43D3-8B79-37D633B846F1}">
                <asvg:svgBlip xmlns:asvg="http://schemas.microsoft.com/office/drawing/2016/SVG/main" r:embed="rId3"/>
              </a:ext>
            </a:extLst>
          </a:blip>
          <a:srcRect/>
          <a:stretch/>
        </p:blipFill>
        <p:spPr>
          <a:xfrm>
            <a:off x="11089247" y="6289101"/>
            <a:ext cx="880811" cy="341755"/>
          </a:xfrm>
          <a:prstGeom prst="rect">
            <a:avLst/>
          </a:prstGeom>
        </p:spPr>
      </p:pic>
    </p:spTree>
    <p:extLst>
      <p:ext uri="{BB962C8B-B14F-4D97-AF65-F5344CB8AC3E}">
        <p14:creationId xmlns:p14="http://schemas.microsoft.com/office/powerpoint/2010/main" val="427969275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Two Content and Image">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4922DF48-3559-E7A7-D505-A6D3643BCD33}"/>
              </a:ext>
            </a:extLst>
          </p:cNvPr>
          <p:cNvSpPr>
            <a:spLocks noGrp="1"/>
          </p:cNvSpPr>
          <p:nvPr>
            <p:ph type="dt" sz="half" idx="10"/>
          </p:nvPr>
        </p:nvSpPr>
        <p:spPr/>
        <p:txBody>
          <a:bodyPr/>
          <a:lstStyle/>
          <a:p>
            <a:fld id="{429B98DA-44E8-4385-BCB4-EA4251E1F905}" type="datetime3">
              <a:rPr lang="en-US" smtClean="0"/>
              <a:t>18 March 2026</a:t>
            </a:fld>
            <a:endParaRPr lang="en-US"/>
          </a:p>
        </p:txBody>
      </p:sp>
      <p:sp>
        <p:nvSpPr>
          <p:cNvPr id="4" name="Footer Placeholder 3">
            <a:extLst>
              <a:ext uri="{FF2B5EF4-FFF2-40B4-BE49-F238E27FC236}">
                <a16:creationId xmlns:a16="http://schemas.microsoft.com/office/drawing/2014/main" id="{84089C7F-B322-1F93-A5AB-0E322FB93D58}"/>
              </a:ext>
            </a:extLst>
          </p:cNvPr>
          <p:cNvSpPr>
            <a:spLocks noGrp="1"/>
          </p:cNvSpPr>
          <p:nvPr>
            <p:ph type="ftr" sz="quarter" idx="11"/>
          </p:nvPr>
        </p:nvSpPr>
        <p:spPr/>
        <p:txBody>
          <a:bodyPr/>
          <a:lstStyle/>
          <a:p>
            <a:r>
              <a:rPr lang="en-US"/>
              <a:t>Customer Experience</a:t>
            </a:r>
          </a:p>
        </p:txBody>
      </p:sp>
      <p:sp>
        <p:nvSpPr>
          <p:cNvPr id="5" name="Slide Number Placeholder 4">
            <a:extLst>
              <a:ext uri="{FF2B5EF4-FFF2-40B4-BE49-F238E27FC236}">
                <a16:creationId xmlns:a16="http://schemas.microsoft.com/office/drawing/2014/main" id="{0226D098-604F-1C6E-4D3F-56B3EFAD11F7}"/>
              </a:ext>
            </a:extLst>
          </p:cNvPr>
          <p:cNvSpPr>
            <a:spLocks noGrp="1"/>
          </p:cNvSpPr>
          <p:nvPr>
            <p:ph type="sldNum" sz="quarter" idx="12"/>
          </p:nvPr>
        </p:nvSpPr>
        <p:spPr/>
        <p:txBody>
          <a:bodyPr/>
          <a:lstStyle/>
          <a:p>
            <a:fld id="{F1BC30E3-FFE5-4B91-AA19-87A149EBB9EE}" type="slidenum">
              <a:rPr lang="en-GB" smtClean="0"/>
              <a:pPr/>
              <a:t>‹#›</a:t>
            </a:fld>
            <a:endParaRPr lang="en-GB"/>
          </a:p>
        </p:txBody>
      </p:sp>
      <p:sp>
        <p:nvSpPr>
          <p:cNvPr id="7" name="Content Placeholder 2">
            <a:extLst>
              <a:ext uri="{FF2B5EF4-FFF2-40B4-BE49-F238E27FC236}">
                <a16:creationId xmlns:a16="http://schemas.microsoft.com/office/drawing/2014/main" id="{34560AA6-636D-C99A-75CC-1AC2E4A0E42F}"/>
              </a:ext>
            </a:extLst>
          </p:cNvPr>
          <p:cNvSpPr>
            <a:spLocks noGrp="1"/>
          </p:cNvSpPr>
          <p:nvPr>
            <p:ph idx="1"/>
          </p:nvPr>
        </p:nvSpPr>
        <p:spPr>
          <a:xfrm>
            <a:off x="485523" y="1411287"/>
            <a:ext cx="3568952" cy="4638675"/>
          </a:xfrm>
        </p:spPr>
        <p:txBody>
          <a:bodyPr/>
          <a:lstStyle>
            <a:lvl1pPr>
              <a:defRPr lang="en-GB" dirty="0"/>
            </a:lvl1pPr>
            <a:lvl2pPr>
              <a:defRPr lang="en-GB" dirty="0"/>
            </a:lvl2pPr>
            <a:lvl3pPr>
              <a:defRPr lang="en-GB" dirty="0"/>
            </a:lvl3pPr>
            <a:lvl4pPr>
              <a:defRPr lang="en-GB" dirty="0"/>
            </a:lvl4pPr>
            <a:lvl5pPr>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0" name="Picture Placeholder 9">
            <a:extLst>
              <a:ext uri="{FF2B5EF4-FFF2-40B4-BE49-F238E27FC236}">
                <a16:creationId xmlns:a16="http://schemas.microsoft.com/office/drawing/2014/main" id="{CD83AEB6-812D-A880-EAD7-47C376F054B5}"/>
              </a:ext>
            </a:extLst>
          </p:cNvPr>
          <p:cNvSpPr>
            <a:spLocks noGrp="1"/>
          </p:cNvSpPr>
          <p:nvPr>
            <p:ph type="pic" sz="quarter" idx="13"/>
          </p:nvPr>
        </p:nvSpPr>
        <p:spPr>
          <a:xfrm>
            <a:off x="8389938" y="0"/>
            <a:ext cx="3802061" cy="6858000"/>
          </a:xfrm>
        </p:spPr>
        <p:txBody>
          <a:bodyPr/>
          <a:lstStyle/>
          <a:p>
            <a:endParaRPr lang="en-US"/>
          </a:p>
        </p:txBody>
      </p:sp>
      <p:sp>
        <p:nvSpPr>
          <p:cNvPr id="6" name="Content Placeholder 2">
            <a:extLst>
              <a:ext uri="{FF2B5EF4-FFF2-40B4-BE49-F238E27FC236}">
                <a16:creationId xmlns:a16="http://schemas.microsoft.com/office/drawing/2014/main" id="{E4D119AB-28F4-6336-28B6-59438D27F156}"/>
              </a:ext>
            </a:extLst>
          </p:cNvPr>
          <p:cNvSpPr>
            <a:spLocks noGrp="1"/>
          </p:cNvSpPr>
          <p:nvPr>
            <p:ph idx="30"/>
          </p:nvPr>
        </p:nvSpPr>
        <p:spPr>
          <a:xfrm>
            <a:off x="4311524" y="1411287"/>
            <a:ext cx="3568952" cy="4638675"/>
          </a:xfrm>
        </p:spPr>
        <p:txBody>
          <a:bodyPr/>
          <a:lstStyle>
            <a:lvl1pPr>
              <a:defRPr lang="en-GB" dirty="0"/>
            </a:lvl1pPr>
            <a:lvl2pPr>
              <a:defRPr lang="en-GB" dirty="0"/>
            </a:lvl2pPr>
            <a:lvl3pPr>
              <a:defRPr lang="en-GB" dirty="0"/>
            </a:lvl3pPr>
            <a:lvl4pPr>
              <a:defRPr lang="en-GB" dirty="0"/>
            </a:lvl4pPr>
            <a:lvl5pPr>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8" name="Title 7">
            <a:extLst>
              <a:ext uri="{FF2B5EF4-FFF2-40B4-BE49-F238E27FC236}">
                <a16:creationId xmlns:a16="http://schemas.microsoft.com/office/drawing/2014/main" id="{79361665-A619-0AEE-E8F0-5711C7980200}"/>
              </a:ext>
            </a:extLst>
          </p:cNvPr>
          <p:cNvSpPr>
            <a:spLocks noGrp="1"/>
          </p:cNvSpPr>
          <p:nvPr>
            <p:ph type="title"/>
          </p:nvPr>
        </p:nvSpPr>
        <p:spPr>
          <a:xfrm>
            <a:off x="485523" y="382588"/>
            <a:ext cx="7394953" cy="638175"/>
          </a:xfrm>
        </p:spPr>
        <p:txBody>
          <a:bodyPr/>
          <a:lstStyle/>
          <a:p>
            <a:r>
              <a:rPr lang="en-GB"/>
              <a:t>Click to edit Master title style</a:t>
            </a:r>
            <a:endParaRPr lang="en-US"/>
          </a:p>
        </p:txBody>
      </p:sp>
      <p:pic>
        <p:nvPicPr>
          <p:cNvPr id="2" name="Graphic 1">
            <a:extLst>
              <a:ext uri="{FF2B5EF4-FFF2-40B4-BE49-F238E27FC236}">
                <a16:creationId xmlns:a16="http://schemas.microsoft.com/office/drawing/2014/main" id="{0642AED7-DAEB-BB03-014E-C261CE1724D7}"/>
              </a:ext>
            </a:extLst>
          </p:cNvPr>
          <p:cNvPicPr/>
          <p:nvPr userDrawn="1"/>
        </p:nvPicPr>
        <p:blipFill>
          <a:blip r:embed="rId2">
            <a:extLst>
              <a:ext uri="{96DAC541-7B7A-43D3-8B79-37D633B846F1}">
                <asvg:svgBlip xmlns:asvg="http://schemas.microsoft.com/office/drawing/2016/SVG/main" r:embed="rId3"/>
              </a:ext>
            </a:extLst>
          </a:blip>
          <a:srcRect/>
          <a:stretch/>
        </p:blipFill>
        <p:spPr>
          <a:xfrm>
            <a:off x="11089247" y="6289101"/>
            <a:ext cx="880811" cy="341755"/>
          </a:xfrm>
          <a:prstGeom prst="rect">
            <a:avLst/>
          </a:prstGeom>
        </p:spPr>
      </p:pic>
    </p:spTree>
    <p:extLst>
      <p:ext uri="{BB962C8B-B14F-4D97-AF65-F5344CB8AC3E}">
        <p14:creationId xmlns:p14="http://schemas.microsoft.com/office/powerpoint/2010/main" val="202217170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Three Content and Image">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4922DF48-3559-E7A7-D505-A6D3643BCD33}"/>
              </a:ext>
            </a:extLst>
          </p:cNvPr>
          <p:cNvSpPr>
            <a:spLocks noGrp="1"/>
          </p:cNvSpPr>
          <p:nvPr>
            <p:ph type="dt" sz="half" idx="10"/>
          </p:nvPr>
        </p:nvSpPr>
        <p:spPr/>
        <p:txBody>
          <a:bodyPr/>
          <a:lstStyle/>
          <a:p>
            <a:fld id="{00E41FAC-631A-4CEF-B5C3-46535348113A}" type="datetime3">
              <a:rPr lang="en-US" smtClean="0"/>
              <a:t>18 March 2026</a:t>
            </a:fld>
            <a:endParaRPr lang="en-US"/>
          </a:p>
        </p:txBody>
      </p:sp>
      <p:sp>
        <p:nvSpPr>
          <p:cNvPr id="4" name="Footer Placeholder 3">
            <a:extLst>
              <a:ext uri="{FF2B5EF4-FFF2-40B4-BE49-F238E27FC236}">
                <a16:creationId xmlns:a16="http://schemas.microsoft.com/office/drawing/2014/main" id="{84089C7F-B322-1F93-A5AB-0E322FB93D58}"/>
              </a:ext>
            </a:extLst>
          </p:cNvPr>
          <p:cNvSpPr>
            <a:spLocks noGrp="1"/>
          </p:cNvSpPr>
          <p:nvPr>
            <p:ph type="ftr" sz="quarter" idx="11"/>
          </p:nvPr>
        </p:nvSpPr>
        <p:spPr/>
        <p:txBody>
          <a:bodyPr/>
          <a:lstStyle/>
          <a:p>
            <a:r>
              <a:rPr lang="en-US"/>
              <a:t>Customer Experience</a:t>
            </a:r>
          </a:p>
        </p:txBody>
      </p:sp>
      <p:sp>
        <p:nvSpPr>
          <p:cNvPr id="5" name="Slide Number Placeholder 4">
            <a:extLst>
              <a:ext uri="{FF2B5EF4-FFF2-40B4-BE49-F238E27FC236}">
                <a16:creationId xmlns:a16="http://schemas.microsoft.com/office/drawing/2014/main" id="{0226D098-604F-1C6E-4D3F-56B3EFAD11F7}"/>
              </a:ext>
            </a:extLst>
          </p:cNvPr>
          <p:cNvSpPr>
            <a:spLocks noGrp="1"/>
          </p:cNvSpPr>
          <p:nvPr>
            <p:ph type="sldNum" sz="quarter" idx="12"/>
          </p:nvPr>
        </p:nvSpPr>
        <p:spPr/>
        <p:txBody>
          <a:bodyPr/>
          <a:lstStyle/>
          <a:p>
            <a:fld id="{F1BC30E3-FFE5-4B91-AA19-87A149EBB9EE}" type="slidenum">
              <a:rPr lang="en-GB" smtClean="0"/>
              <a:pPr/>
              <a:t>‹#›</a:t>
            </a:fld>
            <a:endParaRPr lang="en-GB"/>
          </a:p>
        </p:txBody>
      </p:sp>
      <p:sp>
        <p:nvSpPr>
          <p:cNvPr id="7" name="Content Placeholder 2">
            <a:extLst>
              <a:ext uri="{FF2B5EF4-FFF2-40B4-BE49-F238E27FC236}">
                <a16:creationId xmlns:a16="http://schemas.microsoft.com/office/drawing/2014/main" id="{34560AA6-636D-C99A-75CC-1AC2E4A0E42F}"/>
              </a:ext>
            </a:extLst>
          </p:cNvPr>
          <p:cNvSpPr>
            <a:spLocks noGrp="1"/>
          </p:cNvSpPr>
          <p:nvPr>
            <p:ph idx="1"/>
          </p:nvPr>
        </p:nvSpPr>
        <p:spPr>
          <a:xfrm>
            <a:off x="485523" y="1411287"/>
            <a:ext cx="2549777" cy="4638675"/>
          </a:xfrm>
        </p:spPr>
        <p:txBody>
          <a:bodyPr/>
          <a:lstStyle>
            <a:lvl1pPr>
              <a:defRPr lang="en-GB" dirty="0"/>
            </a:lvl1pPr>
            <a:lvl2pPr>
              <a:defRPr lang="en-GB" dirty="0"/>
            </a:lvl2pPr>
            <a:lvl3pPr>
              <a:defRPr lang="en-GB" dirty="0"/>
            </a:lvl3pPr>
            <a:lvl4pPr>
              <a:defRPr lang="en-GB" dirty="0"/>
            </a:lvl4pPr>
            <a:lvl5pPr>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0" name="Picture Placeholder 9">
            <a:extLst>
              <a:ext uri="{FF2B5EF4-FFF2-40B4-BE49-F238E27FC236}">
                <a16:creationId xmlns:a16="http://schemas.microsoft.com/office/drawing/2014/main" id="{CD83AEB6-812D-A880-EAD7-47C376F054B5}"/>
              </a:ext>
            </a:extLst>
          </p:cNvPr>
          <p:cNvSpPr>
            <a:spLocks noGrp="1"/>
          </p:cNvSpPr>
          <p:nvPr>
            <p:ph type="pic" sz="quarter" idx="13"/>
          </p:nvPr>
        </p:nvSpPr>
        <p:spPr>
          <a:xfrm>
            <a:off x="9155113" y="0"/>
            <a:ext cx="3036886" cy="6858000"/>
          </a:xfrm>
        </p:spPr>
        <p:txBody>
          <a:bodyPr/>
          <a:lstStyle/>
          <a:p>
            <a:endParaRPr lang="en-US"/>
          </a:p>
        </p:txBody>
      </p:sp>
      <p:sp>
        <p:nvSpPr>
          <p:cNvPr id="6" name="Content Placeholder 2">
            <a:extLst>
              <a:ext uri="{FF2B5EF4-FFF2-40B4-BE49-F238E27FC236}">
                <a16:creationId xmlns:a16="http://schemas.microsoft.com/office/drawing/2014/main" id="{E4D119AB-28F4-6336-28B6-59438D27F156}"/>
              </a:ext>
            </a:extLst>
          </p:cNvPr>
          <p:cNvSpPr>
            <a:spLocks noGrp="1"/>
          </p:cNvSpPr>
          <p:nvPr>
            <p:ph idx="30"/>
          </p:nvPr>
        </p:nvSpPr>
        <p:spPr>
          <a:xfrm>
            <a:off x="3290888" y="1411287"/>
            <a:ext cx="2549525" cy="4638675"/>
          </a:xfrm>
        </p:spPr>
        <p:txBody>
          <a:bodyPr/>
          <a:lstStyle>
            <a:lvl1pPr>
              <a:defRPr lang="en-GB" dirty="0"/>
            </a:lvl1pPr>
            <a:lvl2pPr>
              <a:defRPr lang="en-GB" dirty="0"/>
            </a:lvl2pPr>
            <a:lvl3pPr>
              <a:defRPr lang="en-GB" dirty="0"/>
            </a:lvl3pPr>
            <a:lvl4pPr>
              <a:defRPr lang="en-GB" dirty="0"/>
            </a:lvl4pPr>
            <a:lvl5pPr>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2" name="Content Placeholder 2">
            <a:extLst>
              <a:ext uri="{FF2B5EF4-FFF2-40B4-BE49-F238E27FC236}">
                <a16:creationId xmlns:a16="http://schemas.microsoft.com/office/drawing/2014/main" id="{E8468690-9C07-32F0-8029-E127A361B770}"/>
              </a:ext>
            </a:extLst>
          </p:cNvPr>
          <p:cNvSpPr>
            <a:spLocks noGrp="1"/>
          </p:cNvSpPr>
          <p:nvPr>
            <p:ph idx="31"/>
          </p:nvPr>
        </p:nvSpPr>
        <p:spPr>
          <a:xfrm>
            <a:off x="6117908" y="1411287"/>
            <a:ext cx="2549525" cy="4638675"/>
          </a:xfrm>
        </p:spPr>
        <p:txBody>
          <a:bodyPr/>
          <a:lstStyle>
            <a:lvl1pPr>
              <a:defRPr lang="en-GB" dirty="0"/>
            </a:lvl1pPr>
            <a:lvl2pPr>
              <a:defRPr lang="en-GB" dirty="0"/>
            </a:lvl2pPr>
            <a:lvl3pPr>
              <a:defRPr lang="en-GB" dirty="0"/>
            </a:lvl3pPr>
            <a:lvl4pPr>
              <a:defRPr lang="en-GB" dirty="0"/>
            </a:lvl4pPr>
            <a:lvl5pPr>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8" name="Title 7">
            <a:extLst>
              <a:ext uri="{FF2B5EF4-FFF2-40B4-BE49-F238E27FC236}">
                <a16:creationId xmlns:a16="http://schemas.microsoft.com/office/drawing/2014/main" id="{34452E42-0F44-3CC2-78EC-9EE78A1B18DF}"/>
              </a:ext>
            </a:extLst>
          </p:cNvPr>
          <p:cNvSpPr>
            <a:spLocks noGrp="1"/>
          </p:cNvSpPr>
          <p:nvPr>
            <p:ph type="title"/>
          </p:nvPr>
        </p:nvSpPr>
        <p:spPr>
          <a:xfrm>
            <a:off x="485524" y="382588"/>
            <a:ext cx="8181910" cy="638175"/>
          </a:xfrm>
        </p:spPr>
        <p:txBody>
          <a:bodyPr/>
          <a:lstStyle/>
          <a:p>
            <a:r>
              <a:rPr lang="en-GB"/>
              <a:t>Click to edit Master title style</a:t>
            </a:r>
            <a:endParaRPr lang="en-US"/>
          </a:p>
        </p:txBody>
      </p:sp>
      <p:pic>
        <p:nvPicPr>
          <p:cNvPr id="9" name="Graphic 8">
            <a:extLst>
              <a:ext uri="{FF2B5EF4-FFF2-40B4-BE49-F238E27FC236}">
                <a16:creationId xmlns:a16="http://schemas.microsoft.com/office/drawing/2014/main" id="{B373EE18-8E91-60B2-167C-03D36088F9EA}"/>
              </a:ext>
            </a:extLst>
          </p:cNvPr>
          <p:cNvPicPr/>
          <p:nvPr userDrawn="1"/>
        </p:nvPicPr>
        <p:blipFill>
          <a:blip r:embed="rId2">
            <a:extLst>
              <a:ext uri="{96DAC541-7B7A-43D3-8B79-37D633B846F1}">
                <asvg:svgBlip xmlns:asvg="http://schemas.microsoft.com/office/drawing/2016/SVG/main" r:embed="rId3"/>
              </a:ext>
            </a:extLst>
          </a:blip>
          <a:srcRect/>
          <a:stretch/>
        </p:blipFill>
        <p:spPr>
          <a:xfrm>
            <a:off x="11089247" y="6289101"/>
            <a:ext cx="880811" cy="341755"/>
          </a:xfrm>
          <a:prstGeom prst="rect">
            <a:avLst/>
          </a:prstGeom>
        </p:spPr>
      </p:pic>
    </p:spTree>
    <p:extLst>
      <p:ext uri="{BB962C8B-B14F-4D97-AF65-F5344CB8AC3E}">
        <p14:creationId xmlns:p14="http://schemas.microsoft.com/office/powerpoint/2010/main" val="400753749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Video and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9EC5F5-14E0-4B05-29E6-E9A059AA1002}"/>
              </a:ext>
            </a:extLst>
          </p:cNvPr>
          <p:cNvSpPr>
            <a:spLocks noGrp="1"/>
          </p:cNvSpPr>
          <p:nvPr>
            <p:ph type="title"/>
          </p:nvPr>
        </p:nvSpPr>
        <p:spPr>
          <a:xfrm>
            <a:off x="485523" y="382588"/>
            <a:ext cx="11224347" cy="638175"/>
          </a:xfrm>
        </p:spPr>
        <p:txBody>
          <a:bodyPr/>
          <a:lstStyle/>
          <a:p>
            <a:r>
              <a:rPr lang="en-GB"/>
              <a:t>Click to edit Master title style</a:t>
            </a:r>
            <a:endParaRPr lang="en-US"/>
          </a:p>
        </p:txBody>
      </p:sp>
      <p:sp>
        <p:nvSpPr>
          <p:cNvPr id="4" name="Date Placeholder 3">
            <a:extLst>
              <a:ext uri="{FF2B5EF4-FFF2-40B4-BE49-F238E27FC236}">
                <a16:creationId xmlns:a16="http://schemas.microsoft.com/office/drawing/2014/main" id="{6DECAE16-1D46-ECE2-67B1-B4055F385487}"/>
              </a:ext>
            </a:extLst>
          </p:cNvPr>
          <p:cNvSpPr>
            <a:spLocks noGrp="1"/>
          </p:cNvSpPr>
          <p:nvPr>
            <p:ph type="dt" sz="half" idx="10"/>
          </p:nvPr>
        </p:nvSpPr>
        <p:spPr/>
        <p:txBody>
          <a:bodyPr/>
          <a:lstStyle/>
          <a:p>
            <a:fld id="{F5592D44-0045-4C00-A0F4-02D67C476F51}" type="datetime3">
              <a:rPr lang="en-US" smtClean="0"/>
              <a:t>18 March 2026</a:t>
            </a:fld>
            <a:endParaRPr lang="en-US"/>
          </a:p>
        </p:txBody>
      </p:sp>
      <p:sp>
        <p:nvSpPr>
          <p:cNvPr id="5" name="Footer Placeholder 4">
            <a:extLst>
              <a:ext uri="{FF2B5EF4-FFF2-40B4-BE49-F238E27FC236}">
                <a16:creationId xmlns:a16="http://schemas.microsoft.com/office/drawing/2014/main" id="{98E63702-02E0-6C43-ACB9-CF47EDD90CA6}"/>
              </a:ext>
            </a:extLst>
          </p:cNvPr>
          <p:cNvSpPr>
            <a:spLocks noGrp="1"/>
          </p:cNvSpPr>
          <p:nvPr>
            <p:ph type="ftr" sz="quarter" idx="11"/>
          </p:nvPr>
        </p:nvSpPr>
        <p:spPr/>
        <p:txBody>
          <a:bodyPr/>
          <a:lstStyle/>
          <a:p>
            <a:r>
              <a:rPr lang="en-US"/>
              <a:t>Customer Experience</a:t>
            </a:r>
          </a:p>
        </p:txBody>
      </p:sp>
      <p:sp>
        <p:nvSpPr>
          <p:cNvPr id="6" name="Slide Number Placeholder 5">
            <a:extLst>
              <a:ext uri="{FF2B5EF4-FFF2-40B4-BE49-F238E27FC236}">
                <a16:creationId xmlns:a16="http://schemas.microsoft.com/office/drawing/2014/main" id="{E26F7576-DAEE-2232-6A83-201B728CCEEC}"/>
              </a:ext>
            </a:extLst>
          </p:cNvPr>
          <p:cNvSpPr>
            <a:spLocks noGrp="1"/>
          </p:cNvSpPr>
          <p:nvPr>
            <p:ph type="sldNum" sz="quarter" idx="12"/>
          </p:nvPr>
        </p:nvSpPr>
        <p:spPr/>
        <p:txBody>
          <a:bodyPr/>
          <a:lstStyle/>
          <a:p>
            <a:fld id="{94FCA0F3-9F3A-694B-99BB-0E592A797735}" type="slidenum">
              <a:rPr lang="en-US" smtClean="0"/>
              <a:t>‹#›</a:t>
            </a:fld>
            <a:endParaRPr lang="en-US"/>
          </a:p>
        </p:txBody>
      </p:sp>
      <p:sp>
        <p:nvSpPr>
          <p:cNvPr id="12" name="Media Placeholder 11">
            <a:extLst>
              <a:ext uri="{FF2B5EF4-FFF2-40B4-BE49-F238E27FC236}">
                <a16:creationId xmlns:a16="http://schemas.microsoft.com/office/drawing/2014/main" id="{7AA8680C-DF0E-A59A-1D40-85E5B348B8F4}"/>
              </a:ext>
            </a:extLst>
          </p:cNvPr>
          <p:cNvSpPr>
            <a:spLocks noGrp="1"/>
          </p:cNvSpPr>
          <p:nvPr>
            <p:ph type="media" sz="quarter" idx="13"/>
          </p:nvPr>
        </p:nvSpPr>
        <p:spPr>
          <a:xfrm>
            <a:off x="485524" y="1411287"/>
            <a:ext cx="8160263" cy="4638675"/>
          </a:xfrm>
        </p:spPr>
        <p:txBody>
          <a:bodyPr/>
          <a:lstStyle/>
          <a:p>
            <a:r>
              <a:rPr lang="en-GB"/>
              <a:t>Click icon to add media</a:t>
            </a:r>
            <a:endParaRPr lang="en-US"/>
          </a:p>
        </p:txBody>
      </p:sp>
      <p:sp>
        <p:nvSpPr>
          <p:cNvPr id="14" name="Text Placeholder 13">
            <a:extLst>
              <a:ext uri="{FF2B5EF4-FFF2-40B4-BE49-F238E27FC236}">
                <a16:creationId xmlns:a16="http://schemas.microsoft.com/office/drawing/2014/main" id="{7E85579B-86BF-EE24-023A-9F648CFE072C}"/>
              </a:ext>
            </a:extLst>
          </p:cNvPr>
          <p:cNvSpPr>
            <a:spLocks noGrp="1"/>
          </p:cNvSpPr>
          <p:nvPr>
            <p:ph type="body" sz="quarter" idx="14"/>
          </p:nvPr>
        </p:nvSpPr>
        <p:spPr>
          <a:xfrm>
            <a:off x="8904632" y="1411287"/>
            <a:ext cx="2805238" cy="4638675"/>
          </a:xfrm>
        </p:spPr>
        <p:txBody>
          <a:bodyPr/>
          <a:lstStyle>
            <a:lvl1pPr>
              <a:defRPr lang="en-GB" dirty="0"/>
            </a:lvl1pPr>
            <a:lvl2pPr>
              <a:defRPr lang="en-GB" dirty="0"/>
            </a:lvl2pPr>
            <a:lvl3pPr>
              <a:defRPr lang="en-GB" dirty="0"/>
            </a:lvl3pPr>
            <a:lvl4pPr>
              <a:defRPr lang="en-GB" dirty="0"/>
            </a:lvl4pPr>
            <a:lvl5pPr>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296462151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eam">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9EC5F5-14E0-4B05-29E6-E9A059AA1002}"/>
              </a:ext>
            </a:extLst>
          </p:cNvPr>
          <p:cNvSpPr>
            <a:spLocks noGrp="1"/>
          </p:cNvSpPr>
          <p:nvPr>
            <p:ph type="title"/>
          </p:nvPr>
        </p:nvSpPr>
        <p:spPr>
          <a:xfrm>
            <a:off x="485523" y="382588"/>
            <a:ext cx="11224347" cy="638175"/>
          </a:xfrm>
        </p:spPr>
        <p:txBody>
          <a:bodyPr/>
          <a:lstStyle/>
          <a:p>
            <a:r>
              <a:rPr lang="en-GB"/>
              <a:t>Click to edit Master title style</a:t>
            </a:r>
            <a:endParaRPr lang="en-US"/>
          </a:p>
        </p:txBody>
      </p:sp>
      <p:sp>
        <p:nvSpPr>
          <p:cNvPr id="4" name="Date Placeholder 3">
            <a:extLst>
              <a:ext uri="{FF2B5EF4-FFF2-40B4-BE49-F238E27FC236}">
                <a16:creationId xmlns:a16="http://schemas.microsoft.com/office/drawing/2014/main" id="{6DECAE16-1D46-ECE2-67B1-B4055F385487}"/>
              </a:ext>
            </a:extLst>
          </p:cNvPr>
          <p:cNvSpPr>
            <a:spLocks noGrp="1"/>
          </p:cNvSpPr>
          <p:nvPr>
            <p:ph type="dt" sz="half" idx="10"/>
          </p:nvPr>
        </p:nvSpPr>
        <p:spPr/>
        <p:txBody>
          <a:bodyPr/>
          <a:lstStyle/>
          <a:p>
            <a:fld id="{B6672B1F-40EF-42CB-8E48-B24C600858F7}" type="datetime3">
              <a:rPr lang="en-US" smtClean="0"/>
              <a:t>18 March 2026</a:t>
            </a:fld>
            <a:endParaRPr lang="en-US"/>
          </a:p>
        </p:txBody>
      </p:sp>
      <p:sp>
        <p:nvSpPr>
          <p:cNvPr id="5" name="Footer Placeholder 4">
            <a:extLst>
              <a:ext uri="{FF2B5EF4-FFF2-40B4-BE49-F238E27FC236}">
                <a16:creationId xmlns:a16="http://schemas.microsoft.com/office/drawing/2014/main" id="{98E63702-02E0-6C43-ACB9-CF47EDD90CA6}"/>
              </a:ext>
            </a:extLst>
          </p:cNvPr>
          <p:cNvSpPr>
            <a:spLocks noGrp="1"/>
          </p:cNvSpPr>
          <p:nvPr>
            <p:ph type="ftr" sz="quarter" idx="11"/>
          </p:nvPr>
        </p:nvSpPr>
        <p:spPr/>
        <p:txBody>
          <a:bodyPr/>
          <a:lstStyle/>
          <a:p>
            <a:r>
              <a:rPr lang="en-US"/>
              <a:t>Customer Experience</a:t>
            </a:r>
          </a:p>
        </p:txBody>
      </p:sp>
      <p:sp>
        <p:nvSpPr>
          <p:cNvPr id="6" name="Slide Number Placeholder 5">
            <a:extLst>
              <a:ext uri="{FF2B5EF4-FFF2-40B4-BE49-F238E27FC236}">
                <a16:creationId xmlns:a16="http://schemas.microsoft.com/office/drawing/2014/main" id="{E26F7576-DAEE-2232-6A83-201B728CCEEC}"/>
              </a:ext>
            </a:extLst>
          </p:cNvPr>
          <p:cNvSpPr>
            <a:spLocks noGrp="1"/>
          </p:cNvSpPr>
          <p:nvPr>
            <p:ph type="sldNum" sz="quarter" idx="12"/>
          </p:nvPr>
        </p:nvSpPr>
        <p:spPr/>
        <p:txBody>
          <a:bodyPr/>
          <a:lstStyle/>
          <a:p>
            <a:fld id="{94FCA0F3-9F3A-694B-99BB-0E592A797735}" type="slidenum">
              <a:rPr lang="en-US" smtClean="0"/>
              <a:t>‹#›</a:t>
            </a:fld>
            <a:endParaRPr lang="en-US"/>
          </a:p>
        </p:txBody>
      </p:sp>
      <p:sp>
        <p:nvSpPr>
          <p:cNvPr id="10" name="Text Placeholder 9">
            <a:extLst>
              <a:ext uri="{FF2B5EF4-FFF2-40B4-BE49-F238E27FC236}">
                <a16:creationId xmlns:a16="http://schemas.microsoft.com/office/drawing/2014/main" id="{8EC20394-F6AE-DC91-F7F3-91384D375648}"/>
              </a:ext>
            </a:extLst>
          </p:cNvPr>
          <p:cNvSpPr>
            <a:spLocks noGrp="1"/>
          </p:cNvSpPr>
          <p:nvPr>
            <p:ph type="body" sz="quarter" idx="13" hasCustomPrompt="1"/>
          </p:nvPr>
        </p:nvSpPr>
        <p:spPr>
          <a:xfrm>
            <a:off x="485523" y="4437064"/>
            <a:ext cx="2545200" cy="604836"/>
          </a:xfrm>
        </p:spPr>
        <p:txBody>
          <a:bodyPr>
            <a:noAutofit/>
          </a:bodyPr>
          <a:lstStyle>
            <a:lvl1pPr marL="0" indent="0">
              <a:lnSpc>
                <a:spcPct val="90000"/>
              </a:lnSpc>
              <a:buNone/>
              <a:defRPr sz="2400" b="1" i="0">
                <a:solidFill>
                  <a:schemeClr val="bg1"/>
                </a:solidFill>
                <a:latin typeface="+mn-lt"/>
              </a:defRPr>
            </a:lvl1pPr>
          </a:lstStyle>
          <a:p>
            <a:pPr lvl="0"/>
            <a:r>
              <a:rPr lang="en-GB"/>
              <a:t>Name</a:t>
            </a:r>
            <a:endParaRPr lang="en-US"/>
          </a:p>
        </p:txBody>
      </p:sp>
      <p:sp>
        <p:nvSpPr>
          <p:cNvPr id="11" name="Text Placeholder 9">
            <a:extLst>
              <a:ext uri="{FF2B5EF4-FFF2-40B4-BE49-F238E27FC236}">
                <a16:creationId xmlns:a16="http://schemas.microsoft.com/office/drawing/2014/main" id="{F8C26B76-6BF1-741E-77C9-1AE58FAA9D3D}"/>
              </a:ext>
            </a:extLst>
          </p:cNvPr>
          <p:cNvSpPr>
            <a:spLocks noGrp="1"/>
          </p:cNvSpPr>
          <p:nvPr>
            <p:ph type="body" sz="quarter" idx="14" hasCustomPrompt="1"/>
          </p:nvPr>
        </p:nvSpPr>
        <p:spPr>
          <a:xfrm>
            <a:off x="485523" y="5243516"/>
            <a:ext cx="2545200" cy="276999"/>
          </a:xfrm>
        </p:spPr>
        <p:txBody>
          <a:bodyPr wrap="square">
            <a:spAutoFit/>
          </a:bodyPr>
          <a:lstStyle>
            <a:lvl1pPr marL="0" indent="0">
              <a:buNone/>
              <a:defRPr sz="1800" b="0" i="0">
                <a:solidFill>
                  <a:schemeClr val="bg1"/>
                </a:solidFill>
                <a:latin typeface="+mn-lt"/>
              </a:defRPr>
            </a:lvl1pPr>
          </a:lstStyle>
          <a:p>
            <a:pPr lvl="0"/>
            <a:r>
              <a:rPr lang="en-GB"/>
              <a:t>Job title</a:t>
            </a:r>
            <a:endParaRPr lang="en-US"/>
          </a:p>
        </p:txBody>
      </p:sp>
      <p:sp>
        <p:nvSpPr>
          <p:cNvPr id="3" name="Text Placeholder 9">
            <a:extLst>
              <a:ext uri="{FF2B5EF4-FFF2-40B4-BE49-F238E27FC236}">
                <a16:creationId xmlns:a16="http://schemas.microsoft.com/office/drawing/2014/main" id="{B5250BC2-E0E2-741C-128C-67991E7FE31C}"/>
              </a:ext>
            </a:extLst>
          </p:cNvPr>
          <p:cNvSpPr>
            <a:spLocks noGrp="1"/>
          </p:cNvSpPr>
          <p:nvPr>
            <p:ph type="body" sz="quarter" idx="16" hasCustomPrompt="1"/>
          </p:nvPr>
        </p:nvSpPr>
        <p:spPr>
          <a:xfrm>
            <a:off x="3378661" y="4437064"/>
            <a:ext cx="2545200" cy="604836"/>
          </a:xfrm>
        </p:spPr>
        <p:txBody>
          <a:bodyPr>
            <a:noAutofit/>
          </a:bodyPr>
          <a:lstStyle>
            <a:lvl1pPr marL="0" indent="0">
              <a:lnSpc>
                <a:spcPct val="90000"/>
              </a:lnSpc>
              <a:buNone/>
              <a:defRPr sz="2400" b="1" i="0">
                <a:solidFill>
                  <a:schemeClr val="bg1"/>
                </a:solidFill>
                <a:latin typeface="+mn-lt"/>
              </a:defRPr>
            </a:lvl1pPr>
          </a:lstStyle>
          <a:p>
            <a:pPr lvl="0"/>
            <a:r>
              <a:rPr lang="en-GB"/>
              <a:t>Name</a:t>
            </a:r>
            <a:endParaRPr lang="en-US"/>
          </a:p>
        </p:txBody>
      </p:sp>
      <p:sp>
        <p:nvSpPr>
          <p:cNvPr id="7" name="Text Placeholder 9">
            <a:extLst>
              <a:ext uri="{FF2B5EF4-FFF2-40B4-BE49-F238E27FC236}">
                <a16:creationId xmlns:a16="http://schemas.microsoft.com/office/drawing/2014/main" id="{BAB1B720-8C35-31CC-E8BA-A24F76EC23CD}"/>
              </a:ext>
            </a:extLst>
          </p:cNvPr>
          <p:cNvSpPr>
            <a:spLocks noGrp="1"/>
          </p:cNvSpPr>
          <p:nvPr>
            <p:ph type="body" sz="quarter" idx="17" hasCustomPrompt="1"/>
          </p:nvPr>
        </p:nvSpPr>
        <p:spPr>
          <a:xfrm>
            <a:off x="3378661" y="5243516"/>
            <a:ext cx="2545200" cy="276999"/>
          </a:xfrm>
        </p:spPr>
        <p:txBody>
          <a:bodyPr wrap="square">
            <a:spAutoFit/>
          </a:bodyPr>
          <a:lstStyle>
            <a:lvl1pPr marL="0" indent="0">
              <a:buNone/>
              <a:defRPr sz="1800" b="0" i="0">
                <a:solidFill>
                  <a:schemeClr val="bg1"/>
                </a:solidFill>
                <a:latin typeface="+mn-lt"/>
              </a:defRPr>
            </a:lvl1pPr>
          </a:lstStyle>
          <a:p>
            <a:pPr lvl="0"/>
            <a:r>
              <a:rPr lang="en-GB"/>
              <a:t>Job title</a:t>
            </a:r>
            <a:endParaRPr lang="en-US"/>
          </a:p>
        </p:txBody>
      </p:sp>
      <p:sp>
        <p:nvSpPr>
          <p:cNvPr id="9" name="Text Placeholder 9">
            <a:extLst>
              <a:ext uri="{FF2B5EF4-FFF2-40B4-BE49-F238E27FC236}">
                <a16:creationId xmlns:a16="http://schemas.microsoft.com/office/drawing/2014/main" id="{A9756EF2-9996-0FB9-D7B0-C8F68A711B39}"/>
              </a:ext>
            </a:extLst>
          </p:cNvPr>
          <p:cNvSpPr>
            <a:spLocks noGrp="1"/>
          </p:cNvSpPr>
          <p:nvPr>
            <p:ph type="body" sz="quarter" idx="19" hasCustomPrompt="1"/>
          </p:nvPr>
        </p:nvSpPr>
        <p:spPr>
          <a:xfrm>
            <a:off x="6271799" y="4437064"/>
            <a:ext cx="2545200" cy="604836"/>
          </a:xfrm>
        </p:spPr>
        <p:txBody>
          <a:bodyPr>
            <a:noAutofit/>
          </a:bodyPr>
          <a:lstStyle>
            <a:lvl1pPr marL="0" indent="0">
              <a:lnSpc>
                <a:spcPct val="90000"/>
              </a:lnSpc>
              <a:buNone/>
              <a:defRPr sz="2400" b="1" i="0">
                <a:solidFill>
                  <a:schemeClr val="bg1"/>
                </a:solidFill>
                <a:latin typeface="+mn-lt"/>
              </a:defRPr>
            </a:lvl1pPr>
          </a:lstStyle>
          <a:p>
            <a:pPr lvl="0"/>
            <a:r>
              <a:rPr lang="en-GB"/>
              <a:t>Name</a:t>
            </a:r>
            <a:endParaRPr lang="en-US"/>
          </a:p>
        </p:txBody>
      </p:sp>
      <p:sp>
        <p:nvSpPr>
          <p:cNvPr id="12" name="Text Placeholder 9">
            <a:extLst>
              <a:ext uri="{FF2B5EF4-FFF2-40B4-BE49-F238E27FC236}">
                <a16:creationId xmlns:a16="http://schemas.microsoft.com/office/drawing/2014/main" id="{EBDC17D8-DC6B-1BF9-23DC-FF6D20C0FD02}"/>
              </a:ext>
            </a:extLst>
          </p:cNvPr>
          <p:cNvSpPr>
            <a:spLocks noGrp="1"/>
          </p:cNvSpPr>
          <p:nvPr>
            <p:ph type="body" sz="quarter" idx="20" hasCustomPrompt="1"/>
          </p:nvPr>
        </p:nvSpPr>
        <p:spPr>
          <a:xfrm>
            <a:off x="6271799" y="5243516"/>
            <a:ext cx="2545200" cy="276999"/>
          </a:xfrm>
        </p:spPr>
        <p:txBody>
          <a:bodyPr wrap="square">
            <a:spAutoFit/>
          </a:bodyPr>
          <a:lstStyle>
            <a:lvl1pPr marL="0" indent="0">
              <a:buNone/>
              <a:defRPr sz="1800" b="0" i="0">
                <a:solidFill>
                  <a:schemeClr val="bg1"/>
                </a:solidFill>
                <a:latin typeface="+mn-lt"/>
              </a:defRPr>
            </a:lvl1pPr>
          </a:lstStyle>
          <a:p>
            <a:pPr lvl="0"/>
            <a:r>
              <a:rPr lang="en-GB"/>
              <a:t>Job title</a:t>
            </a:r>
            <a:endParaRPr lang="en-US"/>
          </a:p>
        </p:txBody>
      </p:sp>
      <p:sp>
        <p:nvSpPr>
          <p:cNvPr id="24" name="Text Placeholder 9">
            <a:extLst>
              <a:ext uri="{FF2B5EF4-FFF2-40B4-BE49-F238E27FC236}">
                <a16:creationId xmlns:a16="http://schemas.microsoft.com/office/drawing/2014/main" id="{FDE2BFA5-8DD3-AAE2-BA88-2C21E5EA3829}"/>
              </a:ext>
            </a:extLst>
          </p:cNvPr>
          <p:cNvSpPr>
            <a:spLocks noGrp="1"/>
          </p:cNvSpPr>
          <p:nvPr>
            <p:ph type="body" sz="quarter" idx="22" hasCustomPrompt="1"/>
          </p:nvPr>
        </p:nvSpPr>
        <p:spPr>
          <a:xfrm>
            <a:off x="9164936" y="4437064"/>
            <a:ext cx="2545200" cy="604836"/>
          </a:xfrm>
        </p:spPr>
        <p:txBody>
          <a:bodyPr>
            <a:noAutofit/>
          </a:bodyPr>
          <a:lstStyle>
            <a:lvl1pPr marL="0" indent="0">
              <a:lnSpc>
                <a:spcPct val="90000"/>
              </a:lnSpc>
              <a:buNone/>
              <a:defRPr sz="2400" b="1" i="0">
                <a:solidFill>
                  <a:schemeClr val="bg1"/>
                </a:solidFill>
                <a:latin typeface="+mn-lt"/>
              </a:defRPr>
            </a:lvl1pPr>
          </a:lstStyle>
          <a:p>
            <a:pPr lvl="0"/>
            <a:r>
              <a:rPr lang="en-GB"/>
              <a:t>Name</a:t>
            </a:r>
            <a:endParaRPr lang="en-US"/>
          </a:p>
        </p:txBody>
      </p:sp>
      <p:sp>
        <p:nvSpPr>
          <p:cNvPr id="25" name="Text Placeholder 9">
            <a:extLst>
              <a:ext uri="{FF2B5EF4-FFF2-40B4-BE49-F238E27FC236}">
                <a16:creationId xmlns:a16="http://schemas.microsoft.com/office/drawing/2014/main" id="{A6334C15-AC9A-3BC9-AC49-BB8588AC064E}"/>
              </a:ext>
            </a:extLst>
          </p:cNvPr>
          <p:cNvSpPr>
            <a:spLocks noGrp="1"/>
          </p:cNvSpPr>
          <p:nvPr>
            <p:ph type="body" sz="quarter" idx="23" hasCustomPrompt="1"/>
          </p:nvPr>
        </p:nvSpPr>
        <p:spPr>
          <a:xfrm>
            <a:off x="9164937" y="5243516"/>
            <a:ext cx="2545200" cy="276999"/>
          </a:xfrm>
        </p:spPr>
        <p:txBody>
          <a:bodyPr wrap="square">
            <a:spAutoFit/>
          </a:bodyPr>
          <a:lstStyle>
            <a:lvl1pPr marL="0" indent="0">
              <a:buNone/>
              <a:defRPr sz="1800" b="0" i="0">
                <a:solidFill>
                  <a:schemeClr val="bg1"/>
                </a:solidFill>
                <a:latin typeface="+mn-lt"/>
              </a:defRPr>
            </a:lvl1pPr>
          </a:lstStyle>
          <a:p>
            <a:pPr lvl="0"/>
            <a:r>
              <a:rPr lang="en-GB"/>
              <a:t>Job title</a:t>
            </a:r>
            <a:endParaRPr lang="en-US"/>
          </a:p>
        </p:txBody>
      </p:sp>
      <p:sp>
        <p:nvSpPr>
          <p:cNvPr id="14" name="Picture Placeholder 12">
            <a:extLst>
              <a:ext uri="{FF2B5EF4-FFF2-40B4-BE49-F238E27FC236}">
                <a16:creationId xmlns:a16="http://schemas.microsoft.com/office/drawing/2014/main" id="{47795BA7-FED2-3A4E-668F-CA4916635AFA}"/>
              </a:ext>
            </a:extLst>
          </p:cNvPr>
          <p:cNvSpPr>
            <a:spLocks noGrp="1"/>
          </p:cNvSpPr>
          <p:nvPr>
            <p:ph type="pic" sz="quarter" idx="15"/>
          </p:nvPr>
        </p:nvSpPr>
        <p:spPr>
          <a:xfrm>
            <a:off x="487323" y="1693850"/>
            <a:ext cx="2541600" cy="2541600"/>
          </a:xfrm>
          <a:prstGeom prst="ellipse">
            <a:avLst/>
          </a:prstGeom>
        </p:spPr>
        <p:txBody>
          <a:bodyPr anchor="ctr"/>
          <a:lstStyle>
            <a:lvl1pPr marL="0" indent="0" algn="ctr">
              <a:buNone/>
              <a:defRPr>
                <a:solidFill>
                  <a:schemeClr val="bg1"/>
                </a:solidFill>
              </a:defRPr>
            </a:lvl1pPr>
          </a:lstStyle>
          <a:p>
            <a:r>
              <a:rPr lang="en-GB"/>
              <a:t>Click icon to add picture</a:t>
            </a:r>
            <a:endParaRPr lang="en-US"/>
          </a:p>
        </p:txBody>
      </p:sp>
      <p:sp>
        <p:nvSpPr>
          <p:cNvPr id="15" name="Picture Placeholder 12">
            <a:extLst>
              <a:ext uri="{FF2B5EF4-FFF2-40B4-BE49-F238E27FC236}">
                <a16:creationId xmlns:a16="http://schemas.microsoft.com/office/drawing/2014/main" id="{AF8E8AE1-116F-1D7C-AFB6-535FEA2ADD7B}"/>
              </a:ext>
            </a:extLst>
          </p:cNvPr>
          <p:cNvSpPr>
            <a:spLocks noGrp="1"/>
          </p:cNvSpPr>
          <p:nvPr>
            <p:ph type="pic" sz="quarter" idx="18"/>
          </p:nvPr>
        </p:nvSpPr>
        <p:spPr>
          <a:xfrm>
            <a:off x="3380461" y="1693850"/>
            <a:ext cx="2541600" cy="2541600"/>
          </a:xfrm>
          <a:prstGeom prst="ellipse">
            <a:avLst/>
          </a:prstGeom>
        </p:spPr>
        <p:txBody>
          <a:bodyPr anchor="ctr"/>
          <a:lstStyle>
            <a:lvl1pPr marL="0" indent="0" algn="ctr">
              <a:buNone/>
              <a:defRPr/>
            </a:lvl1pPr>
          </a:lstStyle>
          <a:p>
            <a:r>
              <a:rPr lang="en-GB"/>
              <a:t>Click icon to add picture</a:t>
            </a:r>
            <a:endParaRPr lang="en-US"/>
          </a:p>
        </p:txBody>
      </p:sp>
      <p:sp>
        <p:nvSpPr>
          <p:cNvPr id="16" name="Picture Placeholder 12">
            <a:extLst>
              <a:ext uri="{FF2B5EF4-FFF2-40B4-BE49-F238E27FC236}">
                <a16:creationId xmlns:a16="http://schemas.microsoft.com/office/drawing/2014/main" id="{34B1E875-44CC-11CC-E72A-001D464384F8}"/>
              </a:ext>
            </a:extLst>
          </p:cNvPr>
          <p:cNvSpPr>
            <a:spLocks noGrp="1"/>
          </p:cNvSpPr>
          <p:nvPr>
            <p:ph type="pic" sz="quarter" idx="21"/>
          </p:nvPr>
        </p:nvSpPr>
        <p:spPr>
          <a:xfrm>
            <a:off x="6273598" y="1693850"/>
            <a:ext cx="2541600" cy="2541600"/>
          </a:xfrm>
          <a:prstGeom prst="ellipse">
            <a:avLst/>
          </a:prstGeom>
        </p:spPr>
        <p:txBody>
          <a:bodyPr anchor="ctr"/>
          <a:lstStyle>
            <a:lvl1pPr marL="0" indent="0" algn="ctr">
              <a:buNone/>
              <a:defRPr/>
            </a:lvl1pPr>
          </a:lstStyle>
          <a:p>
            <a:r>
              <a:rPr lang="en-GB"/>
              <a:t>Click icon to add picture</a:t>
            </a:r>
            <a:endParaRPr lang="en-US"/>
          </a:p>
        </p:txBody>
      </p:sp>
      <p:sp>
        <p:nvSpPr>
          <p:cNvPr id="17" name="Picture Placeholder 12">
            <a:extLst>
              <a:ext uri="{FF2B5EF4-FFF2-40B4-BE49-F238E27FC236}">
                <a16:creationId xmlns:a16="http://schemas.microsoft.com/office/drawing/2014/main" id="{8D314131-1577-B46C-596B-C2AD516D1E6E}"/>
              </a:ext>
            </a:extLst>
          </p:cNvPr>
          <p:cNvSpPr>
            <a:spLocks noGrp="1"/>
          </p:cNvSpPr>
          <p:nvPr>
            <p:ph type="pic" sz="quarter" idx="24"/>
          </p:nvPr>
        </p:nvSpPr>
        <p:spPr>
          <a:xfrm>
            <a:off x="9166736" y="1693850"/>
            <a:ext cx="2541600" cy="2541600"/>
          </a:xfrm>
          <a:prstGeom prst="ellipse">
            <a:avLst/>
          </a:prstGeom>
        </p:spPr>
        <p:txBody>
          <a:bodyPr anchor="ctr"/>
          <a:lstStyle>
            <a:lvl1pPr marL="0" indent="0" algn="ctr">
              <a:buNone/>
              <a:defRPr/>
            </a:lvl1pPr>
          </a:lstStyle>
          <a:p>
            <a:r>
              <a:rPr lang="en-GB"/>
              <a:t>Click icon to add picture</a:t>
            </a:r>
            <a:endParaRPr lang="en-US"/>
          </a:p>
        </p:txBody>
      </p:sp>
    </p:spTree>
    <p:extLst>
      <p:ext uri="{BB962C8B-B14F-4D97-AF65-F5344CB8AC3E}">
        <p14:creationId xmlns:p14="http://schemas.microsoft.com/office/powerpoint/2010/main" val="208238356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eam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9EC5F5-14E0-4B05-29E6-E9A059AA1002}"/>
              </a:ext>
            </a:extLst>
          </p:cNvPr>
          <p:cNvSpPr>
            <a:spLocks noGrp="1"/>
          </p:cNvSpPr>
          <p:nvPr>
            <p:ph type="title"/>
          </p:nvPr>
        </p:nvSpPr>
        <p:spPr>
          <a:xfrm>
            <a:off x="485523" y="382588"/>
            <a:ext cx="11224347" cy="638175"/>
          </a:xfrm>
        </p:spPr>
        <p:txBody>
          <a:bodyPr/>
          <a:lstStyle/>
          <a:p>
            <a:r>
              <a:rPr lang="en-GB"/>
              <a:t>Click to edit Master title style</a:t>
            </a:r>
            <a:endParaRPr lang="en-US"/>
          </a:p>
        </p:txBody>
      </p:sp>
      <p:sp>
        <p:nvSpPr>
          <p:cNvPr id="4" name="Date Placeholder 3">
            <a:extLst>
              <a:ext uri="{FF2B5EF4-FFF2-40B4-BE49-F238E27FC236}">
                <a16:creationId xmlns:a16="http://schemas.microsoft.com/office/drawing/2014/main" id="{6DECAE16-1D46-ECE2-67B1-B4055F385487}"/>
              </a:ext>
            </a:extLst>
          </p:cNvPr>
          <p:cNvSpPr>
            <a:spLocks noGrp="1"/>
          </p:cNvSpPr>
          <p:nvPr>
            <p:ph type="dt" sz="half" idx="10"/>
          </p:nvPr>
        </p:nvSpPr>
        <p:spPr/>
        <p:txBody>
          <a:bodyPr/>
          <a:lstStyle/>
          <a:p>
            <a:fld id="{36F79FEC-2528-47C8-9817-A5F71897FBBA}" type="datetime3">
              <a:rPr lang="en-US" smtClean="0"/>
              <a:t>18 March 2026</a:t>
            </a:fld>
            <a:endParaRPr lang="en-US"/>
          </a:p>
        </p:txBody>
      </p:sp>
      <p:sp>
        <p:nvSpPr>
          <p:cNvPr id="5" name="Footer Placeholder 4">
            <a:extLst>
              <a:ext uri="{FF2B5EF4-FFF2-40B4-BE49-F238E27FC236}">
                <a16:creationId xmlns:a16="http://schemas.microsoft.com/office/drawing/2014/main" id="{98E63702-02E0-6C43-ACB9-CF47EDD90CA6}"/>
              </a:ext>
            </a:extLst>
          </p:cNvPr>
          <p:cNvSpPr>
            <a:spLocks noGrp="1"/>
          </p:cNvSpPr>
          <p:nvPr>
            <p:ph type="ftr" sz="quarter" idx="11"/>
          </p:nvPr>
        </p:nvSpPr>
        <p:spPr/>
        <p:txBody>
          <a:bodyPr/>
          <a:lstStyle/>
          <a:p>
            <a:r>
              <a:rPr lang="en-US"/>
              <a:t>Customer Experience</a:t>
            </a:r>
          </a:p>
        </p:txBody>
      </p:sp>
      <p:sp>
        <p:nvSpPr>
          <p:cNvPr id="6" name="Slide Number Placeholder 5">
            <a:extLst>
              <a:ext uri="{FF2B5EF4-FFF2-40B4-BE49-F238E27FC236}">
                <a16:creationId xmlns:a16="http://schemas.microsoft.com/office/drawing/2014/main" id="{E26F7576-DAEE-2232-6A83-201B728CCEEC}"/>
              </a:ext>
            </a:extLst>
          </p:cNvPr>
          <p:cNvSpPr>
            <a:spLocks noGrp="1"/>
          </p:cNvSpPr>
          <p:nvPr>
            <p:ph type="sldNum" sz="quarter" idx="12"/>
          </p:nvPr>
        </p:nvSpPr>
        <p:spPr/>
        <p:txBody>
          <a:bodyPr/>
          <a:lstStyle/>
          <a:p>
            <a:fld id="{94FCA0F3-9F3A-694B-99BB-0E592A797735}" type="slidenum">
              <a:rPr lang="en-US" smtClean="0"/>
              <a:t>‹#›</a:t>
            </a:fld>
            <a:endParaRPr lang="en-US"/>
          </a:p>
        </p:txBody>
      </p:sp>
      <p:sp>
        <p:nvSpPr>
          <p:cNvPr id="14" name="Text Placeholder 9">
            <a:extLst>
              <a:ext uri="{FF2B5EF4-FFF2-40B4-BE49-F238E27FC236}">
                <a16:creationId xmlns:a16="http://schemas.microsoft.com/office/drawing/2014/main" id="{1B7BC80A-0B74-DD25-90D5-7D9F71589678}"/>
              </a:ext>
            </a:extLst>
          </p:cNvPr>
          <p:cNvSpPr>
            <a:spLocks noGrp="1"/>
          </p:cNvSpPr>
          <p:nvPr>
            <p:ph type="body" sz="quarter" idx="13" hasCustomPrompt="1"/>
          </p:nvPr>
        </p:nvSpPr>
        <p:spPr>
          <a:xfrm>
            <a:off x="1507923" y="2016124"/>
            <a:ext cx="1526400" cy="389756"/>
          </a:xfrm>
        </p:spPr>
        <p:txBody>
          <a:bodyPr>
            <a:noAutofit/>
          </a:bodyPr>
          <a:lstStyle>
            <a:lvl1pPr marL="0" indent="0">
              <a:lnSpc>
                <a:spcPct val="90000"/>
              </a:lnSpc>
              <a:buNone/>
              <a:defRPr sz="1400" b="0" i="0">
                <a:solidFill>
                  <a:schemeClr val="bg1"/>
                </a:solidFill>
                <a:latin typeface="+mn-lt"/>
              </a:defRPr>
            </a:lvl1pPr>
          </a:lstStyle>
          <a:p>
            <a:pPr lvl="0"/>
            <a:r>
              <a:rPr lang="en-GB"/>
              <a:t>Name</a:t>
            </a:r>
            <a:endParaRPr lang="en-US"/>
          </a:p>
        </p:txBody>
      </p:sp>
      <p:sp>
        <p:nvSpPr>
          <p:cNvPr id="15" name="Text Placeholder 9">
            <a:extLst>
              <a:ext uri="{FF2B5EF4-FFF2-40B4-BE49-F238E27FC236}">
                <a16:creationId xmlns:a16="http://schemas.microsoft.com/office/drawing/2014/main" id="{6F5E5E41-09E4-029C-0E75-C9B547EC8A03}"/>
              </a:ext>
            </a:extLst>
          </p:cNvPr>
          <p:cNvSpPr>
            <a:spLocks noGrp="1"/>
          </p:cNvSpPr>
          <p:nvPr>
            <p:ph type="body" sz="quarter" idx="14" hasCustomPrompt="1"/>
          </p:nvPr>
        </p:nvSpPr>
        <p:spPr>
          <a:xfrm>
            <a:off x="1507923" y="2419349"/>
            <a:ext cx="1526400" cy="153888"/>
          </a:xfrm>
        </p:spPr>
        <p:txBody>
          <a:bodyPr wrap="square">
            <a:spAutoFit/>
          </a:bodyPr>
          <a:lstStyle>
            <a:lvl1pPr marL="0" indent="0">
              <a:buNone/>
              <a:defRPr sz="1000" b="0" i="0">
                <a:solidFill>
                  <a:schemeClr val="bg1"/>
                </a:solidFill>
                <a:latin typeface="+mn-lt"/>
              </a:defRPr>
            </a:lvl1pPr>
          </a:lstStyle>
          <a:p>
            <a:pPr lvl="0"/>
            <a:r>
              <a:rPr lang="en-GB"/>
              <a:t>Job title</a:t>
            </a:r>
            <a:endParaRPr lang="en-US"/>
          </a:p>
        </p:txBody>
      </p:sp>
      <p:sp>
        <p:nvSpPr>
          <p:cNvPr id="16" name="Picture Placeholder 12">
            <a:extLst>
              <a:ext uri="{FF2B5EF4-FFF2-40B4-BE49-F238E27FC236}">
                <a16:creationId xmlns:a16="http://schemas.microsoft.com/office/drawing/2014/main" id="{1A34F1E0-A87C-7178-6538-22253973A914}"/>
              </a:ext>
            </a:extLst>
          </p:cNvPr>
          <p:cNvSpPr>
            <a:spLocks noGrp="1"/>
          </p:cNvSpPr>
          <p:nvPr>
            <p:ph type="pic" sz="quarter" idx="15" hasCustomPrompt="1"/>
          </p:nvPr>
        </p:nvSpPr>
        <p:spPr>
          <a:xfrm>
            <a:off x="485523" y="2016124"/>
            <a:ext cx="766800" cy="766800"/>
          </a:xfrm>
          <a:prstGeom prst="ellipse">
            <a:avLst/>
          </a:prstGeom>
        </p:spPr>
        <p:txBody>
          <a:bodyPr anchor="ctr"/>
          <a:lstStyle>
            <a:lvl1pPr marL="0" indent="0" algn="ctr">
              <a:buNone/>
              <a:defRPr sz="800" b="0">
                <a:solidFill>
                  <a:schemeClr val="bg1"/>
                </a:solidFill>
                <a:latin typeface="+mn-lt"/>
              </a:defRPr>
            </a:lvl1pPr>
          </a:lstStyle>
          <a:p>
            <a:r>
              <a:rPr lang="en-GB"/>
              <a:t>Picture</a:t>
            </a:r>
            <a:endParaRPr lang="en-US"/>
          </a:p>
        </p:txBody>
      </p:sp>
      <p:sp>
        <p:nvSpPr>
          <p:cNvPr id="17" name="Text Placeholder 9">
            <a:extLst>
              <a:ext uri="{FF2B5EF4-FFF2-40B4-BE49-F238E27FC236}">
                <a16:creationId xmlns:a16="http://schemas.microsoft.com/office/drawing/2014/main" id="{474E37A4-57E6-2CDF-2A5F-3C554861B75B}"/>
              </a:ext>
            </a:extLst>
          </p:cNvPr>
          <p:cNvSpPr>
            <a:spLocks noGrp="1"/>
          </p:cNvSpPr>
          <p:nvPr>
            <p:ph type="body" sz="quarter" idx="25" hasCustomPrompt="1"/>
          </p:nvPr>
        </p:nvSpPr>
        <p:spPr>
          <a:xfrm>
            <a:off x="485523" y="1411287"/>
            <a:ext cx="2548800" cy="196124"/>
          </a:xfrm>
        </p:spPr>
        <p:txBody>
          <a:bodyPr>
            <a:noAutofit/>
          </a:bodyPr>
          <a:lstStyle>
            <a:lvl1pPr marL="0" indent="0">
              <a:lnSpc>
                <a:spcPct val="90000"/>
              </a:lnSpc>
              <a:buNone/>
              <a:defRPr sz="1400" b="1" i="0">
                <a:solidFill>
                  <a:schemeClr val="bg1"/>
                </a:solidFill>
                <a:latin typeface="EYInterstate Regular" panose="02000503020000020004" pitchFamily="2" charset="0"/>
              </a:defRPr>
            </a:lvl1pPr>
          </a:lstStyle>
          <a:p>
            <a:pPr lvl="0"/>
            <a:r>
              <a:rPr lang="en-GB"/>
              <a:t>Team name</a:t>
            </a:r>
            <a:endParaRPr lang="en-US"/>
          </a:p>
        </p:txBody>
      </p:sp>
      <p:sp>
        <p:nvSpPr>
          <p:cNvPr id="18" name="Text Placeholder 9">
            <a:extLst>
              <a:ext uri="{FF2B5EF4-FFF2-40B4-BE49-F238E27FC236}">
                <a16:creationId xmlns:a16="http://schemas.microsoft.com/office/drawing/2014/main" id="{8116B2E5-B73A-D121-0F3D-AD18A29831EB}"/>
              </a:ext>
            </a:extLst>
          </p:cNvPr>
          <p:cNvSpPr>
            <a:spLocks noGrp="1"/>
          </p:cNvSpPr>
          <p:nvPr>
            <p:ph type="body" sz="quarter" idx="26" hasCustomPrompt="1"/>
          </p:nvPr>
        </p:nvSpPr>
        <p:spPr>
          <a:xfrm>
            <a:off x="1507923" y="3021964"/>
            <a:ext cx="1526400" cy="389756"/>
          </a:xfrm>
        </p:spPr>
        <p:txBody>
          <a:bodyPr>
            <a:noAutofit/>
          </a:bodyPr>
          <a:lstStyle>
            <a:lvl1pPr marL="0" indent="0">
              <a:lnSpc>
                <a:spcPct val="90000"/>
              </a:lnSpc>
              <a:buNone/>
              <a:defRPr sz="1400" b="0" i="0">
                <a:solidFill>
                  <a:schemeClr val="bg1"/>
                </a:solidFill>
                <a:latin typeface="+mn-lt"/>
              </a:defRPr>
            </a:lvl1pPr>
          </a:lstStyle>
          <a:p>
            <a:pPr lvl="0"/>
            <a:r>
              <a:rPr lang="en-GB"/>
              <a:t>Name</a:t>
            </a:r>
            <a:endParaRPr lang="en-US"/>
          </a:p>
        </p:txBody>
      </p:sp>
      <p:sp>
        <p:nvSpPr>
          <p:cNvPr id="19" name="Text Placeholder 9">
            <a:extLst>
              <a:ext uri="{FF2B5EF4-FFF2-40B4-BE49-F238E27FC236}">
                <a16:creationId xmlns:a16="http://schemas.microsoft.com/office/drawing/2014/main" id="{EEB861F1-1DCD-AC14-72C5-74E3CBEDCC66}"/>
              </a:ext>
            </a:extLst>
          </p:cNvPr>
          <p:cNvSpPr>
            <a:spLocks noGrp="1"/>
          </p:cNvSpPr>
          <p:nvPr>
            <p:ph type="body" sz="quarter" idx="27" hasCustomPrompt="1"/>
          </p:nvPr>
        </p:nvSpPr>
        <p:spPr>
          <a:xfrm>
            <a:off x="1507923" y="3425189"/>
            <a:ext cx="1526400" cy="153888"/>
          </a:xfrm>
        </p:spPr>
        <p:txBody>
          <a:bodyPr wrap="square">
            <a:spAutoFit/>
          </a:bodyPr>
          <a:lstStyle>
            <a:lvl1pPr marL="0" indent="0">
              <a:buNone/>
              <a:defRPr sz="1000" b="0" i="0">
                <a:solidFill>
                  <a:schemeClr val="bg1"/>
                </a:solidFill>
                <a:latin typeface="+mn-lt"/>
              </a:defRPr>
            </a:lvl1pPr>
          </a:lstStyle>
          <a:p>
            <a:pPr lvl="0"/>
            <a:r>
              <a:rPr lang="en-GB"/>
              <a:t>Job title</a:t>
            </a:r>
            <a:endParaRPr lang="en-US"/>
          </a:p>
        </p:txBody>
      </p:sp>
      <p:sp>
        <p:nvSpPr>
          <p:cNvPr id="20" name="Picture Placeholder 12">
            <a:extLst>
              <a:ext uri="{FF2B5EF4-FFF2-40B4-BE49-F238E27FC236}">
                <a16:creationId xmlns:a16="http://schemas.microsoft.com/office/drawing/2014/main" id="{2AD0FA3F-F163-4A05-299B-BC661CE2D5AA}"/>
              </a:ext>
            </a:extLst>
          </p:cNvPr>
          <p:cNvSpPr>
            <a:spLocks noGrp="1"/>
          </p:cNvSpPr>
          <p:nvPr>
            <p:ph type="pic" sz="quarter" idx="28" hasCustomPrompt="1"/>
          </p:nvPr>
        </p:nvSpPr>
        <p:spPr>
          <a:xfrm>
            <a:off x="485523" y="3021964"/>
            <a:ext cx="766800" cy="766800"/>
          </a:xfrm>
          <a:prstGeom prst="ellipse">
            <a:avLst/>
          </a:prstGeom>
        </p:spPr>
        <p:txBody>
          <a:bodyPr anchor="ctr"/>
          <a:lstStyle>
            <a:lvl1pPr marL="0" indent="0" algn="ctr">
              <a:buNone/>
              <a:defRPr sz="800" b="0">
                <a:solidFill>
                  <a:schemeClr val="bg1"/>
                </a:solidFill>
                <a:latin typeface="+mn-lt"/>
              </a:defRPr>
            </a:lvl1pPr>
          </a:lstStyle>
          <a:p>
            <a:r>
              <a:rPr lang="en-GB"/>
              <a:t>Picture</a:t>
            </a:r>
            <a:endParaRPr lang="en-US"/>
          </a:p>
        </p:txBody>
      </p:sp>
      <p:sp>
        <p:nvSpPr>
          <p:cNvPr id="21" name="Text Placeholder 9">
            <a:extLst>
              <a:ext uri="{FF2B5EF4-FFF2-40B4-BE49-F238E27FC236}">
                <a16:creationId xmlns:a16="http://schemas.microsoft.com/office/drawing/2014/main" id="{E5857066-46A9-72C9-EBC1-46A671B0000D}"/>
              </a:ext>
            </a:extLst>
          </p:cNvPr>
          <p:cNvSpPr>
            <a:spLocks noGrp="1"/>
          </p:cNvSpPr>
          <p:nvPr>
            <p:ph type="body" sz="quarter" idx="29" hasCustomPrompt="1"/>
          </p:nvPr>
        </p:nvSpPr>
        <p:spPr>
          <a:xfrm>
            <a:off x="1507923" y="4035424"/>
            <a:ext cx="1526400" cy="389756"/>
          </a:xfrm>
        </p:spPr>
        <p:txBody>
          <a:bodyPr>
            <a:noAutofit/>
          </a:bodyPr>
          <a:lstStyle>
            <a:lvl1pPr marL="0" indent="0">
              <a:lnSpc>
                <a:spcPct val="90000"/>
              </a:lnSpc>
              <a:buNone/>
              <a:defRPr sz="1400" b="0" i="0">
                <a:solidFill>
                  <a:schemeClr val="bg1"/>
                </a:solidFill>
                <a:latin typeface="+mn-lt"/>
              </a:defRPr>
            </a:lvl1pPr>
          </a:lstStyle>
          <a:p>
            <a:pPr lvl="0"/>
            <a:r>
              <a:rPr lang="en-GB"/>
              <a:t>Name</a:t>
            </a:r>
            <a:endParaRPr lang="en-US"/>
          </a:p>
        </p:txBody>
      </p:sp>
      <p:sp>
        <p:nvSpPr>
          <p:cNvPr id="22" name="Text Placeholder 9">
            <a:extLst>
              <a:ext uri="{FF2B5EF4-FFF2-40B4-BE49-F238E27FC236}">
                <a16:creationId xmlns:a16="http://schemas.microsoft.com/office/drawing/2014/main" id="{018DCA9A-F508-544F-26AE-564194DADCBA}"/>
              </a:ext>
            </a:extLst>
          </p:cNvPr>
          <p:cNvSpPr>
            <a:spLocks noGrp="1"/>
          </p:cNvSpPr>
          <p:nvPr>
            <p:ph type="body" sz="quarter" idx="30" hasCustomPrompt="1"/>
          </p:nvPr>
        </p:nvSpPr>
        <p:spPr>
          <a:xfrm>
            <a:off x="1507923" y="4438649"/>
            <a:ext cx="1526400" cy="153888"/>
          </a:xfrm>
        </p:spPr>
        <p:txBody>
          <a:bodyPr wrap="square">
            <a:spAutoFit/>
          </a:bodyPr>
          <a:lstStyle>
            <a:lvl1pPr marL="0" indent="0">
              <a:buNone/>
              <a:defRPr sz="1000" b="0" i="0">
                <a:solidFill>
                  <a:schemeClr val="bg1"/>
                </a:solidFill>
                <a:latin typeface="+mn-lt"/>
              </a:defRPr>
            </a:lvl1pPr>
          </a:lstStyle>
          <a:p>
            <a:pPr lvl="0"/>
            <a:r>
              <a:rPr lang="en-GB"/>
              <a:t>Job title</a:t>
            </a:r>
            <a:endParaRPr lang="en-US"/>
          </a:p>
        </p:txBody>
      </p:sp>
      <p:sp>
        <p:nvSpPr>
          <p:cNvPr id="27" name="Picture Placeholder 12">
            <a:extLst>
              <a:ext uri="{FF2B5EF4-FFF2-40B4-BE49-F238E27FC236}">
                <a16:creationId xmlns:a16="http://schemas.microsoft.com/office/drawing/2014/main" id="{0057E680-F84B-F640-97B3-1574895E5903}"/>
              </a:ext>
            </a:extLst>
          </p:cNvPr>
          <p:cNvSpPr>
            <a:spLocks noGrp="1"/>
          </p:cNvSpPr>
          <p:nvPr>
            <p:ph type="pic" sz="quarter" idx="31" hasCustomPrompt="1"/>
          </p:nvPr>
        </p:nvSpPr>
        <p:spPr>
          <a:xfrm>
            <a:off x="485523" y="4035424"/>
            <a:ext cx="766800" cy="766800"/>
          </a:xfrm>
          <a:prstGeom prst="ellipse">
            <a:avLst/>
          </a:prstGeom>
        </p:spPr>
        <p:txBody>
          <a:bodyPr anchor="ctr"/>
          <a:lstStyle>
            <a:lvl1pPr marL="0" indent="0" algn="ctr">
              <a:buNone/>
              <a:defRPr sz="800" b="0">
                <a:solidFill>
                  <a:schemeClr val="bg1"/>
                </a:solidFill>
                <a:latin typeface="+mn-lt"/>
              </a:defRPr>
            </a:lvl1pPr>
          </a:lstStyle>
          <a:p>
            <a:r>
              <a:rPr lang="en-GB"/>
              <a:t>Picture</a:t>
            </a:r>
            <a:endParaRPr lang="en-US"/>
          </a:p>
        </p:txBody>
      </p:sp>
      <p:sp>
        <p:nvSpPr>
          <p:cNvPr id="28" name="Text Placeholder 9">
            <a:extLst>
              <a:ext uri="{FF2B5EF4-FFF2-40B4-BE49-F238E27FC236}">
                <a16:creationId xmlns:a16="http://schemas.microsoft.com/office/drawing/2014/main" id="{7A0A840B-4CD0-8E51-0DB8-CAA8C5CE5614}"/>
              </a:ext>
            </a:extLst>
          </p:cNvPr>
          <p:cNvSpPr>
            <a:spLocks noGrp="1"/>
          </p:cNvSpPr>
          <p:nvPr>
            <p:ph type="body" sz="quarter" idx="32" hasCustomPrompt="1"/>
          </p:nvPr>
        </p:nvSpPr>
        <p:spPr>
          <a:xfrm>
            <a:off x="1507923" y="5041264"/>
            <a:ext cx="1526400" cy="389756"/>
          </a:xfrm>
        </p:spPr>
        <p:txBody>
          <a:bodyPr>
            <a:noAutofit/>
          </a:bodyPr>
          <a:lstStyle>
            <a:lvl1pPr marL="0" indent="0">
              <a:lnSpc>
                <a:spcPct val="90000"/>
              </a:lnSpc>
              <a:buNone/>
              <a:defRPr sz="1400" b="0" i="0">
                <a:solidFill>
                  <a:schemeClr val="bg1"/>
                </a:solidFill>
                <a:latin typeface="+mn-lt"/>
              </a:defRPr>
            </a:lvl1pPr>
          </a:lstStyle>
          <a:p>
            <a:pPr lvl="0"/>
            <a:r>
              <a:rPr lang="en-GB"/>
              <a:t>Name</a:t>
            </a:r>
            <a:endParaRPr lang="en-US"/>
          </a:p>
        </p:txBody>
      </p:sp>
      <p:sp>
        <p:nvSpPr>
          <p:cNvPr id="29" name="Text Placeholder 9">
            <a:extLst>
              <a:ext uri="{FF2B5EF4-FFF2-40B4-BE49-F238E27FC236}">
                <a16:creationId xmlns:a16="http://schemas.microsoft.com/office/drawing/2014/main" id="{907FD0F3-2EFB-1048-729B-F8D9C5387EBD}"/>
              </a:ext>
            </a:extLst>
          </p:cNvPr>
          <p:cNvSpPr>
            <a:spLocks noGrp="1"/>
          </p:cNvSpPr>
          <p:nvPr>
            <p:ph type="body" sz="quarter" idx="33" hasCustomPrompt="1"/>
          </p:nvPr>
        </p:nvSpPr>
        <p:spPr>
          <a:xfrm>
            <a:off x="1507923" y="5444489"/>
            <a:ext cx="1526400" cy="153888"/>
          </a:xfrm>
        </p:spPr>
        <p:txBody>
          <a:bodyPr wrap="square">
            <a:spAutoFit/>
          </a:bodyPr>
          <a:lstStyle>
            <a:lvl1pPr marL="0" indent="0">
              <a:buNone/>
              <a:defRPr sz="1000" b="0" i="0">
                <a:solidFill>
                  <a:schemeClr val="bg1"/>
                </a:solidFill>
                <a:latin typeface="+mn-lt"/>
              </a:defRPr>
            </a:lvl1pPr>
          </a:lstStyle>
          <a:p>
            <a:pPr lvl="0"/>
            <a:r>
              <a:rPr lang="en-GB"/>
              <a:t>Job title</a:t>
            </a:r>
            <a:endParaRPr lang="en-US"/>
          </a:p>
        </p:txBody>
      </p:sp>
      <p:sp>
        <p:nvSpPr>
          <p:cNvPr id="30" name="Picture Placeholder 12">
            <a:extLst>
              <a:ext uri="{FF2B5EF4-FFF2-40B4-BE49-F238E27FC236}">
                <a16:creationId xmlns:a16="http://schemas.microsoft.com/office/drawing/2014/main" id="{8F182A88-FA5D-6BF5-64A4-F27206333D05}"/>
              </a:ext>
            </a:extLst>
          </p:cNvPr>
          <p:cNvSpPr>
            <a:spLocks noGrp="1"/>
          </p:cNvSpPr>
          <p:nvPr>
            <p:ph type="pic" sz="quarter" idx="34" hasCustomPrompt="1"/>
          </p:nvPr>
        </p:nvSpPr>
        <p:spPr>
          <a:xfrm>
            <a:off x="485523" y="5041264"/>
            <a:ext cx="766800" cy="766800"/>
          </a:xfrm>
          <a:prstGeom prst="ellipse">
            <a:avLst/>
          </a:prstGeom>
        </p:spPr>
        <p:txBody>
          <a:bodyPr anchor="ctr"/>
          <a:lstStyle>
            <a:lvl1pPr marL="0" indent="0" algn="ctr">
              <a:buNone/>
              <a:defRPr sz="800" b="0">
                <a:solidFill>
                  <a:schemeClr val="bg1"/>
                </a:solidFill>
                <a:latin typeface="+mn-lt"/>
              </a:defRPr>
            </a:lvl1pPr>
          </a:lstStyle>
          <a:p>
            <a:r>
              <a:rPr lang="en-GB"/>
              <a:t>Picture</a:t>
            </a:r>
            <a:endParaRPr lang="en-US"/>
          </a:p>
        </p:txBody>
      </p:sp>
      <p:sp>
        <p:nvSpPr>
          <p:cNvPr id="31" name="Text Placeholder 9">
            <a:extLst>
              <a:ext uri="{FF2B5EF4-FFF2-40B4-BE49-F238E27FC236}">
                <a16:creationId xmlns:a16="http://schemas.microsoft.com/office/drawing/2014/main" id="{0E55779C-A246-7AA1-1246-32F3BAC3E9F9}"/>
              </a:ext>
            </a:extLst>
          </p:cNvPr>
          <p:cNvSpPr>
            <a:spLocks noGrp="1"/>
          </p:cNvSpPr>
          <p:nvPr>
            <p:ph type="body" sz="quarter" idx="35" hasCustomPrompt="1"/>
          </p:nvPr>
        </p:nvSpPr>
        <p:spPr>
          <a:xfrm>
            <a:off x="4399772" y="2016124"/>
            <a:ext cx="1526400" cy="389756"/>
          </a:xfrm>
        </p:spPr>
        <p:txBody>
          <a:bodyPr>
            <a:noAutofit/>
          </a:bodyPr>
          <a:lstStyle>
            <a:lvl1pPr marL="0" indent="0">
              <a:lnSpc>
                <a:spcPct val="90000"/>
              </a:lnSpc>
              <a:buNone/>
              <a:defRPr sz="1400" b="0" i="0">
                <a:solidFill>
                  <a:schemeClr val="bg1"/>
                </a:solidFill>
                <a:latin typeface="+mn-lt"/>
              </a:defRPr>
            </a:lvl1pPr>
          </a:lstStyle>
          <a:p>
            <a:pPr lvl="0"/>
            <a:r>
              <a:rPr lang="en-GB"/>
              <a:t>Name</a:t>
            </a:r>
            <a:endParaRPr lang="en-US"/>
          </a:p>
        </p:txBody>
      </p:sp>
      <p:sp>
        <p:nvSpPr>
          <p:cNvPr id="32" name="Text Placeholder 9">
            <a:extLst>
              <a:ext uri="{FF2B5EF4-FFF2-40B4-BE49-F238E27FC236}">
                <a16:creationId xmlns:a16="http://schemas.microsoft.com/office/drawing/2014/main" id="{AE906D56-BF94-FEC3-DB85-DEC802C0EDF2}"/>
              </a:ext>
            </a:extLst>
          </p:cNvPr>
          <p:cNvSpPr>
            <a:spLocks noGrp="1"/>
          </p:cNvSpPr>
          <p:nvPr>
            <p:ph type="body" sz="quarter" idx="36" hasCustomPrompt="1"/>
          </p:nvPr>
        </p:nvSpPr>
        <p:spPr>
          <a:xfrm>
            <a:off x="4399772" y="2419349"/>
            <a:ext cx="1526400" cy="153888"/>
          </a:xfrm>
        </p:spPr>
        <p:txBody>
          <a:bodyPr wrap="square">
            <a:spAutoFit/>
          </a:bodyPr>
          <a:lstStyle>
            <a:lvl1pPr marL="0" indent="0">
              <a:buNone/>
              <a:defRPr sz="1000" b="0" i="0">
                <a:solidFill>
                  <a:schemeClr val="bg1"/>
                </a:solidFill>
                <a:latin typeface="+mn-lt"/>
              </a:defRPr>
            </a:lvl1pPr>
          </a:lstStyle>
          <a:p>
            <a:pPr lvl="0"/>
            <a:r>
              <a:rPr lang="en-GB"/>
              <a:t>Job title</a:t>
            </a:r>
            <a:endParaRPr lang="en-US"/>
          </a:p>
        </p:txBody>
      </p:sp>
      <p:sp>
        <p:nvSpPr>
          <p:cNvPr id="33" name="Picture Placeholder 12">
            <a:extLst>
              <a:ext uri="{FF2B5EF4-FFF2-40B4-BE49-F238E27FC236}">
                <a16:creationId xmlns:a16="http://schemas.microsoft.com/office/drawing/2014/main" id="{CF08BE99-68E9-C172-4584-192EAC7EBA24}"/>
              </a:ext>
            </a:extLst>
          </p:cNvPr>
          <p:cNvSpPr>
            <a:spLocks noGrp="1"/>
          </p:cNvSpPr>
          <p:nvPr>
            <p:ph type="pic" sz="quarter" idx="37" hasCustomPrompt="1"/>
          </p:nvPr>
        </p:nvSpPr>
        <p:spPr>
          <a:xfrm>
            <a:off x="3377372" y="2016124"/>
            <a:ext cx="766800" cy="766800"/>
          </a:xfrm>
          <a:prstGeom prst="ellipse">
            <a:avLst/>
          </a:prstGeom>
        </p:spPr>
        <p:txBody>
          <a:bodyPr anchor="ctr"/>
          <a:lstStyle>
            <a:lvl1pPr marL="0" indent="0" algn="ctr">
              <a:buNone/>
              <a:defRPr sz="800" b="0">
                <a:solidFill>
                  <a:schemeClr val="bg1"/>
                </a:solidFill>
                <a:latin typeface="+mn-lt"/>
              </a:defRPr>
            </a:lvl1pPr>
          </a:lstStyle>
          <a:p>
            <a:r>
              <a:rPr lang="en-GB"/>
              <a:t>Picture</a:t>
            </a:r>
            <a:endParaRPr lang="en-US"/>
          </a:p>
        </p:txBody>
      </p:sp>
      <p:sp>
        <p:nvSpPr>
          <p:cNvPr id="34" name="Text Placeholder 9">
            <a:extLst>
              <a:ext uri="{FF2B5EF4-FFF2-40B4-BE49-F238E27FC236}">
                <a16:creationId xmlns:a16="http://schemas.microsoft.com/office/drawing/2014/main" id="{61B59087-059A-8552-985C-C458B49492E5}"/>
              </a:ext>
            </a:extLst>
          </p:cNvPr>
          <p:cNvSpPr>
            <a:spLocks noGrp="1"/>
          </p:cNvSpPr>
          <p:nvPr>
            <p:ph type="body" sz="quarter" idx="38" hasCustomPrompt="1"/>
          </p:nvPr>
        </p:nvSpPr>
        <p:spPr>
          <a:xfrm>
            <a:off x="3377372" y="1411287"/>
            <a:ext cx="2548800" cy="196124"/>
          </a:xfrm>
        </p:spPr>
        <p:txBody>
          <a:bodyPr>
            <a:noAutofit/>
          </a:bodyPr>
          <a:lstStyle>
            <a:lvl1pPr marL="0" indent="0">
              <a:lnSpc>
                <a:spcPct val="90000"/>
              </a:lnSpc>
              <a:buNone/>
              <a:defRPr sz="1400" b="1" i="0">
                <a:solidFill>
                  <a:schemeClr val="bg1"/>
                </a:solidFill>
                <a:latin typeface="EYInterstate Regular" panose="02000503020000020004" pitchFamily="2" charset="0"/>
              </a:defRPr>
            </a:lvl1pPr>
          </a:lstStyle>
          <a:p>
            <a:pPr lvl="0"/>
            <a:r>
              <a:rPr lang="en-GB"/>
              <a:t>Team name</a:t>
            </a:r>
            <a:endParaRPr lang="en-US"/>
          </a:p>
        </p:txBody>
      </p:sp>
      <p:sp>
        <p:nvSpPr>
          <p:cNvPr id="35" name="Text Placeholder 9">
            <a:extLst>
              <a:ext uri="{FF2B5EF4-FFF2-40B4-BE49-F238E27FC236}">
                <a16:creationId xmlns:a16="http://schemas.microsoft.com/office/drawing/2014/main" id="{B80CEAFC-3F56-53A9-7CA1-6FF2EFEA9F71}"/>
              </a:ext>
            </a:extLst>
          </p:cNvPr>
          <p:cNvSpPr>
            <a:spLocks noGrp="1"/>
          </p:cNvSpPr>
          <p:nvPr>
            <p:ph type="body" sz="quarter" idx="39" hasCustomPrompt="1"/>
          </p:nvPr>
        </p:nvSpPr>
        <p:spPr>
          <a:xfrm>
            <a:off x="4399772" y="3021964"/>
            <a:ext cx="1526400" cy="389756"/>
          </a:xfrm>
        </p:spPr>
        <p:txBody>
          <a:bodyPr>
            <a:noAutofit/>
          </a:bodyPr>
          <a:lstStyle>
            <a:lvl1pPr marL="0" indent="0">
              <a:lnSpc>
                <a:spcPct val="90000"/>
              </a:lnSpc>
              <a:buNone/>
              <a:defRPr sz="1400" b="0" i="0">
                <a:solidFill>
                  <a:schemeClr val="bg1"/>
                </a:solidFill>
                <a:latin typeface="+mn-lt"/>
              </a:defRPr>
            </a:lvl1pPr>
          </a:lstStyle>
          <a:p>
            <a:pPr lvl="0"/>
            <a:r>
              <a:rPr lang="en-GB"/>
              <a:t>Name</a:t>
            </a:r>
            <a:endParaRPr lang="en-US"/>
          </a:p>
        </p:txBody>
      </p:sp>
      <p:sp>
        <p:nvSpPr>
          <p:cNvPr id="36" name="Text Placeholder 9">
            <a:extLst>
              <a:ext uri="{FF2B5EF4-FFF2-40B4-BE49-F238E27FC236}">
                <a16:creationId xmlns:a16="http://schemas.microsoft.com/office/drawing/2014/main" id="{1F927087-C230-38DF-C1BC-D979647576EB}"/>
              </a:ext>
            </a:extLst>
          </p:cNvPr>
          <p:cNvSpPr>
            <a:spLocks noGrp="1"/>
          </p:cNvSpPr>
          <p:nvPr>
            <p:ph type="body" sz="quarter" idx="40" hasCustomPrompt="1"/>
          </p:nvPr>
        </p:nvSpPr>
        <p:spPr>
          <a:xfrm>
            <a:off x="4399772" y="3425189"/>
            <a:ext cx="1526400" cy="153888"/>
          </a:xfrm>
        </p:spPr>
        <p:txBody>
          <a:bodyPr wrap="square">
            <a:spAutoFit/>
          </a:bodyPr>
          <a:lstStyle>
            <a:lvl1pPr marL="0" indent="0">
              <a:buNone/>
              <a:defRPr sz="1000" b="0" i="0">
                <a:solidFill>
                  <a:schemeClr val="bg1"/>
                </a:solidFill>
                <a:latin typeface="+mn-lt"/>
              </a:defRPr>
            </a:lvl1pPr>
          </a:lstStyle>
          <a:p>
            <a:pPr lvl="0"/>
            <a:r>
              <a:rPr lang="en-GB"/>
              <a:t>Job title</a:t>
            </a:r>
            <a:endParaRPr lang="en-US"/>
          </a:p>
        </p:txBody>
      </p:sp>
      <p:sp>
        <p:nvSpPr>
          <p:cNvPr id="37" name="Picture Placeholder 12">
            <a:extLst>
              <a:ext uri="{FF2B5EF4-FFF2-40B4-BE49-F238E27FC236}">
                <a16:creationId xmlns:a16="http://schemas.microsoft.com/office/drawing/2014/main" id="{E5B079F2-242E-7156-DFAD-AED073123B53}"/>
              </a:ext>
            </a:extLst>
          </p:cNvPr>
          <p:cNvSpPr>
            <a:spLocks noGrp="1"/>
          </p:cNvSpPr>
          <p:nvPr>
            <p:ph type="pic" sz="quarter" idx="41" hasCustomPrompt="1"/>
          </p:nvPr>
        </p:nvSpPr>
        <p:spPr>
          <a:xfrm>
            <a:off x="3377372" y="3021964"/>
            <a:ext cx="766800" cy="766800"/>
          </a:xfrm>
          <a:prstGeom prst="ellipse">
            <a:avLst/>
          </a:prstGeom>
        </p:spPr>
        <p:txBody>
          <a:bodyPr anchor="ctr"/>
          <a:lstStyle>
            <a:lvl1pPr marL="0" indent="0" algn="ctr">
              <a:buNone/>
              <a:defRPr sz="800" b="0">
                <a:solidFill>
                  <a:schemeClr val="bg1"/>
                </a:solidFill>
                <a:latin typeface="+mn-lt"/>
              </a:defRPr>
            </a:lvl1pPr>
          </a:lstStyle>
          <a:p>
            <a:r>
              <a:rPr lang="en-GB"/>
              <a:t>Picture</a:t>
            </a:r>
            <a:endParaRPr lang="en-US"/>
          </a:p>
        </p:txBody>
      </p:sp>
      <p:sp>
        <p:nvSpPr>
          <p:cNvPr id="38" name="Text Placeholder 9">
            <a:extLst>
              <a:ext uri="{FF2B5EF4-FFF2-40B4-BE49-F238E27FC236}">
                <a16:creationId xmlns:a16="http://schemas.microsoft.com/office/drawing/2014/main" id="{BAD8BB7A-C875-E730-22F2-58BF881807E3}"/>
              </a:ext>
            </a:extLst>
          </p:cNvPr>
          <p:cNvSpPr>
            <a:spLocks noGrp="1"/>
          </p:cNvSpPr>
          <p:nvPr>
            <p:ph type="body" sz="quarter" idx="42" hasCustomPrompt="1"/>
          </p:nvPr>
        </p:nvSpPr>
        <p:spPr>
          <a:xfrm>
            <a:off x="4399772" y="4035424"/>
            <a:ext cx="1526400" cy="389756"/>
          </a:xfrm>
        </p:spPr>
        <p:txBody>
          <a:bodyPr>
            <a:noAutofit/>
          </a:bodyPr>
          <a:lstStyle>
            <a:lvl1pPr marL="0" indent="0">
              <a:lnSpc>
                <a:spcPct val="90000"/>
              </a:lnSpc>
              <a:buNone/>
              <a:defRPr sz="1400" b="0" i="0">
                <a:solidFill>
                  <a:schemeClr val="bg1"/>
                </a:solidFill>
                <a:latin typeface="+mn-lt"/>
              </a:defRPr>
            </a:lvl1pPr>
          </a:lstStyle>
          <a:p>
            <a:pPr lvl="0"/>
            <a:r>
              <a:rPr lang="en-GB"/>
              <a:t>Name</a:t>
            </a:r>
            <a:endParaRPr lang="en-US"/>
          </a:p>
        </p:txBody>
      </p:sp>
      <p:sp>
        <p:nvSpPr>
          <p:cNvPr id="39" name="Text Placeholder 9">
            <a:extLst>
              <a:ext uri="{FF2B5EF4-FFF2-40B4-BE49-F238E27FC236}">
                <a16:creationId xmlns:a16="http://schemas.microsoft.com/office/drawing/2014/main" id="{428864EC-7BF7-9E3F-14AA-1569F68FDBF7}"/>
              </a:ext>
            </a:extLst>
          </p:cNvPr>
          <p:cNvSpPr>
            <a:spLocks noGrp="1"/>
          </p:cNvSpPr>
          <p:nvPr>
            <p:ph type="body" sz="quarter" idx="43" hasCustomPrompt="1"/>
          </p:nvPr>
        </p:nvSpPr>
        <p:spPr>
          <a:xfrm>
            <a:off x="4399772" y="4438649"/>
            <a:ext cx="1526400" cy="153888"/>
          </a:xfrm>
        </p:spPr>
        <p:txBody>
          <a:bodyPr wrap="square">
            <a:spAutoFit/>
          </a:bodyPr>
          <a:lstStyle>
            <a:lvl1pPr marL="0" indent="0">
              <a:buNone/>
              <a:defRPr sz="1000" b="0" i="0">
                <a:solidFill>
                  <a:schemeClr val="bg1"/>
                </a:solidFill>
                <a:latin typeface="+mn-lt"/>
              </a:defRPr>
            </a:lvl1pPr>
          </a:lstStyle>
          <a:p>
            <a:pPr lvl="0"/>
            <a:r>
              <a:rPr lang="en-GB"/>
              <a:t>Job title</a:t>
            </a:r>
            <a:endParaRPr lang="en-US"/>
          </a:p>
        </p:txBody>
      </p:sp>
      <p:sp>
        <p:nvSpPr>
          <p:cNvPr id="40" name="Picture Placeholder 12">
            <a:extLst>
              <a:ext uri="{FF2B5EF4-FFF2-40B4-BE49-F238E27FC236}">
                <a16:creationId xmlns:a16="http://schemas.microsoft.com/office/drawing/2014/main" id="{01784631-4FDE-2C65-08D2-90389B52BB27}"/>
              </a:ext>
            </a:extLst>
          </p:cNvPr>
          <p:cNvSpPr>
            <a:spLocks noGrp="1"/>
          </p:cNvSpPr>
          <p:nvPr>
            <p:ph type="pic" sz="quarter" idx="44" hasCustomPrompt="1"/>
          </p:nvPr>
        </p:nvSpPr>
        <p:spPr>
          <a:xfrm>
            <a:off x="3377372" y="4035424"/>
            <a:ext cx="766800" cy="766800"/>
          </a:xfrm>
          <a:prstGeom prst="ellipse">
            <a:avLst/>
          </a:prstGeom>
        </p:spPr>
        <p:txBody>
          <a:bodyPr anchor="ctr"/>
          <a:lstStyle>
            <a:lvl1pPr marL="0" indent="0" algn="ctr">
              <a:buNone/>
              <a:defRPr sz="800" b="0">
                <a:solidFill>
                  <a:schemeClr val="bg1"/>
                </a:solidFill>
                <a:latin typeface="+mn-lt"/>
              </a:defRPr>
            </a:lvl1pPr>
          </a:lstStyle>
          <a:p>
            <a:r>
              <a:rPr lang="en-GB"/>
              <a:t>Picture</a:t>
            </a:r>
            <a:endParaRPr lang="en-US"/>
          </a:p>
        </p:txBody>
      </p:sp>
      <p:sp>
        <p:nvSpPr>
          <p:cNvPr id="41" name="Text Placeholder 9">
            <a:extLst>
              <a:ext uri="{FF2B5EF4-FFF2-40B4-BE49-F238E27FC236}">
                <a16:creationId xmlns:a16="http://schemas.microsoft.com/office/drawing/2014/main" id="{0154653D-5642-2E90-794A-C1E075F2C194}"/>
              </a:ext>
            </a:extLst>
          </p:cNvPr>
          <p:cNvSpPr>
            <a:spLocks noGrp="1"/>
          </p:cNvSpPr>
          <p:nvPr>
            <p:ph type="body" sz="quarter" idx="45" hasCustomPrompt="1"/>
          </p:nvPr>
        </p:nvSpPr>
        <p:spPr>
          <a:xfrm>
            <a:off x="4399772" y="5041264"/>
            <a:ext cx="1526400" cy="389756"/>
          </a:xfrm>
        </p:spPr>
        <p:txBody>
          <a:bodyPr>
            <a:noAutofit/>
          </a:bodyPr>
          <a:lstStyle>
            <a:lvl1pPr marL="0" indent="0">
              <a:lnSpc>
                <a:spcPct val="90000"/>
              </a:lnSpc>
              <a:buNone/>
              <a:defRPr sz="1400" b="0" i="0">
                <a:solidFill>
                  <a:schemeClr val="bg1"/>
                </a:solidFill>
                <a:latin typeface="+mn-lt"/>
              </a:defRPr>
            </a:lvl1pPr>
          </a:lstStyle>
          <a:p>
            <a:pPr lvl="0"/>
            <a:r>
              <a:rPr lang="en-GB"/>
              <a:t>Name</a:t>
            </a:r>
            <a:endParaRPr lang="en-US"/>
          </a:p>
        </p:txBody>
      </p:sp>
      <p:sp>
        <p:nvSpPr>
          <p:cNvPr id="42" name="Text Placeholder 9">
            <a:extLst>
              <a:ext uri="{FF2B5EF4-FFF2-40B4-BE49-F238E27FC236}">
                <a16:creationId xmlns:a16="http://schemas.microsoft.com/office/drawing/2014/main" id="{7B745924-C16B-48BF-AE37-F5CD447BF3BE}"/>
              </a:ext>
            </a:extLst>
          </p:cNvPr>
          <p:cNvSpPr>
            <a:spLocks noGrp="1"/>
          </p:cNvSpPr>
          <p:nvPr>
            <p:ph type="body" sz="quarter" idx="46" hasCustomPrompt="1"/>
          </p:nvPr>
        </p:nvSpPr>
        <p:spPr>
          <a:xfrm>
            <a:off x="4399772" y="5444489"/>
            <a:ext cx="1526400" cy="153888"/>
          </a:xfrm>
        </p:spPr>
        <p:txBody>
          <a:bodyPr wrap="square">
            <a:spAutoFit/>
          </a:bodyPr>
          <a:lstStyle>
            <a:lvl1pPr marL="0" indent="0">
              <a:buNone/>
              <a:defRPr sz="1000" b="0" i="0">
                <a:solidFill>
                  <a:schemeClr val="bg1"/>
                </a:solidFill>
                <a:latin typeface="+mn-lt"/>
              </a:defRPr>
            </a:lvl1pPr>
          </a:lstStyle>
          <a:p>
            <a:pPr lvl="0"/>
            <a:r>
              <a:rPr lang="en-GB"/>
              <a:t>Job title</a:t>
            </a:r>
            <a:endParaRPr lang="en-US"/>
          </a:p>
        </p:txBody>
      </p:sp>
      <p:sp>
        <p:nvSpPr>
          <p:cNvPr id="43" name="Picture Placeholder 12">
            <a:extLst>
              <a:ext uri="{FF2B5EF4-FFF2-40B4-BE49-F238E27FC236}">
                <a16:creationId xmlns:a16="http://schemas.microsoft.com/office/drawing/2014/main" id="{4E35CBCD-AFBE-52EA-7BC2-89F29ED83F88}"/>
              </a:ext>
            </a:extLst>
          </p:cNvPr>
          <p:cNvSpPr>
            <a:spLocks noGrp="1"/>
          </p:cNvSpPr>
          <p:nvPr>
            <p:ph type="pic" sz="quarter" idx="47" hasCustomPrompt="1"/>
          </p:nvPr>
        </p:nvSpPr>
        <p:spPr>
          <a:xfrm>
            <a:off x="3377372" y="5041264"/>
            <a:ext cx="766800" cy="766800"/>
          </a:xfrm>
          <a:prstGeom prst="ellipse">
            <a:avLst/>
          </a:prstGeom>
        </p:spPr>
        <p:txBody>
          <a:bodyPr anchor="ctr"/>
          <a:lstStyle>
            <a:lvl1pPr marL="0" indent="0" algn="ctr">
              <a:buNone/>
              <a:defRPr sz="800" b="0">
                <a:solidFill>
                  <a:schemeClr val="bg1"/>
                </a:solidFill>
                <a:latin typeface="+mn-lt"/>
              </a:defRPr>
            </a:lvl1pPr>
          </a:lstStyle>
          <a:p>
            <a:r>
              <a:rPr lang="en-GB"/>
              <a:t>Picture</a:t>
            </a:r>
            <a:endParaRPr lang="en-US"/>
          </a:p>
        </p:txBody>
      </p:sp>
      <p:sp>
        <p:nvSpPr>
          <p:cNvPr id="44" name="Text Placeholder 9">
            <a:extLst>
              <a:ext uri="{FF2B5EF4-FFF2-40B4-BE49-F238E27FC236}">
                <a16:creationId xmlns:a16="http://schemas.microsoft.com/office/drawing/2014/main" id="{C6A4FD7C-43FE-CC16-4728-179DD98E56D5}"/>
              </a:ext>
            </a:extLst>
          </p:cNvPr>
          <p:cNvSpPr>
            <a:spLocks noGrp="1"/>
          </p:cNvSpPr>
          <p:nvPr>
            <p:ph type="body" sz="quarter" idx="48" hasCustomPrompt="1"/>
          </p:nvPr>
        </p:nvSpPr>
        <p:spPr>
          <a:xfrm>
            <a:off x="7291621" y="2016124"/>
            <a:ext cx="1526400" cy="389756"/>
          </a:xfrm>
        </p:spPr>
        <p:txBody>
          <a:bodyPr>
            <a:noAutofit/>
          </a:bodyPr>
          <a:lstStyle>
            <a:lvl1pPr marL="0" indent="0">
              <a:lnSpc>
                <a:spcPct val="90000"/>
              </a:lnSpc>
              <a:buNone/>
              <a:defRPr sz="1400" b="0" i="0">
                <a:solidFill>
                  <a:schemeClr val="bg1"/>
                </a:solidFill>
                <a:latin typeface="+mn-lt"/>
              </a:defRPr>
            </a:lvl1pPr>
          </a:lstStyle>
          <a:p>
            <a:pPr lvl="0"/>
            <a:r>
              <a:rPr lang="en-GB"/>
              <a:t>Name</a:t>
            </a:r>
            <a:endParaRPr lang="en-US"/>
          </a:p>
        </p:txBody>
      </p:sp>
      <p:sp>
        <p:nvSpPr>
          <p:cNvPr id="45" name="Text Placeholder 9">
            <a:extLst>
              <a:ext uri="{FF2B5EF4-FFF2-40B4-BE49-F238E27FC236}">
                <a16:creationId xmlns:a16="http://schemas.microsoft.com/office/drawing/2014/main" id="{CCC5923F-9079-4223-BD7D-2ECA17762C80}"/>
              </a:ext>
            </a:extLst>
          </p:cNvPr>
          <p:cNvSpPr>
            <a:spLocks noGrp="1"/>
          </p:cNvSpPr>
          <p:nvPr>
            <p:ph type="body" sz="quarter" idx="49" hasCustomPrompt="1"/>
          </p:nvPr>
        </p:nvSpPr>
        <p:spPr>
          <a:xfrm>
            <a:off x="7291621" y="2419349"/>
            <a:ext cx="1526400" cy="153888"/>
          </a:xfrm>
        </p:spPr>
        <p:txBody>
          <a:bodyPr wrap="square">
            <a:spAutoFit/>
          </a:bodyPr>
          <a:lstStyle>
            <a:lvl1pPr marL="0" indent="0">
              <a:buNone/>
              <a:defRPr sz="1000" b="0" i="0">
                <a:solidFill>
                  <a:schemeClr val="bg1"/>
                </a:solidFill>
                <a:latin typeface="+mn-lt"/>
              </a:defRPr>
            </a:lvl1pPr>
          </a:lstStyle>
          <a:p>
            <a:pPr lvl="0"/>
            <a:r>
              <a:rPr lang="en-GB"/>
              <a:t>Job title</a:t>
            </a:r>
            <a:endParaRPr lang="en-US"/>
          </a:p>
        </p:txBody>
      </p:sp>
      <p:sp>
        <p:nvSpPr>
          <p:cNvPr id="46" name="Picture Placeholder 12">
            <a:extLst>
              <a:ext uri="{FF2B5EF4-FFF2-40B4-BE49-F238E27FC236}">
                <a16:creationId xmlns:a16="http://schemas.microsoft.com/office/drawing/2014/main" id="{D730576F-217C-362A-C36F-674299D51B91}"/>
              </a:ext>
            </a:extLst>
          </p:cNvPr>
          <p:cNvSpPr>
            <a:spLocks noGrp="1"/>
          </p:cNvSpPr>
          <p:nvPr>
            <p:ph type="pic" sz="quarter" idx="50" hasCustomPrompt="1"/>
          </p:nvPr>
        </p:nvSpPr>
        <p:spPr>
          <a:xfrm>
            <a:off x="6269221" y="2016124"/>
            <a:ext cx="766800" cy="766800"/>
          </a:xfrm>
          <a:prstGeom prst="ellipse">
            <a:avLst/>
          </a:prstGeom>
        </p:spPr>
        <p:txBody>
          <a:bodyPr anchor="ctr"/>
          <a:lstStyle>
            <a:lvl1pPr marL="0" indent="0" algn="ctr">
              <a:buNone/>
              <a:defRPr sz="800" b="0">
                <a:solidFill>
                  <a:schemeClr val="bg1"/>
                </a:solidFill>
                <a:latin typeface="+mn-lt"/>
              </a:defRPr>
            </a:lvl1pPr>
          </a:lstStyle>
          <a:p>
            <a:r>
              <a:rPr lang="en-GB"/>
              <a:t>Picture</a:t>
            </a:r>
            <a:endParaRPr lang="en-US"/>
          </a:p>
        </p:txBody>
      </p:sp>
      <p:sp>
        <p:nvSpPr>
          <p:cNvPr id="47" name="Text Placeholder 9">
            <a:extLst>
              <a:ext uri="{FF2B5EF4-FFF2-40B4-BE49-F238E27FC236}">
                <a16:creationId xmlns:a16="http://schemas.microsoft.com/office/drawing/2014/main" id="{683AAA8B-B0B9-8676-2816-59B9081C3443}"/>
              </a:ext>
            </a:extLst>
          </p:cNvPr>
          <p:cNvSpPr>
            <a:spLocks noGrp="1"/>
          </p:cNvSpPr>
          <p:nvPr>
            <p:ph type="body" sz="quarter" idx="51" hasCustomPrompt="1"/>
          </p:nvPr>
        </p:nvSpPr>
        <p:spPr>
          <a:xfrm>
            <a:off x="6269221" y="1411287"/>
            <a:ext cx="2548800" cy="196124"/>
          </a:xfrm>
        </p:spPr>
        <p:txBody>
          <a:bodyPr>
            <a:noAutofit/>
          </a:bodyPr>
          <a:lstStyle>
            <a:lvl1pPr marL="0" indent="0">
              <a:lnSpc>
                <a:spcPct val="90000"/>
              </a:lnSpc>
              <a:buNone/>
              <a:defRPr sz="1400" b="1" i="0">
                <a:solidFill>
                  <a:schemeClr val="bg1"/>
                </a:solidFill>
                <a:latin typeface="EYInterstate Regular" panose="02000503020000020004" pitchFamily="2" charset="0"/>
              </a:defRPr>
            </a:lvl1pPr>
          </a:lstStyle>
          <a:p>
            <a:pPr lvl="0"/>
            <a:r>
              <a:rPr lang="en-GB"/>
              <a:t>Team name</a:t>
            </a:r>
            <a:endParaRPr lang="en-US"/>
          </a:p>
        </p:txBody>
      </p:sp>
      <p:sp>
        <p:nvSpPr>
          <p:cNvPr id="48" name="Text Placeholder 9">
            <a:extLst>
              <a:ext uri="{FF2B5EF4-FFF2-40B4-BE49-F238E27FC236}">
                <a16:creationId xmlns:a16="http://schemas.microsoft.com/office/drawing/2014/main" id="{66FDE5EC-EECA-8ACE-6501-3066CB7FE8A4}"/>
              </a:ext>
            </a:extLst>
          </p:cNvPr>
          <p:cNvSpPr>
            <a:spLocks noGrp="1"/>
          </p:cNvSpPr>
          <p:nvPr>
            <p:ph type="body" sz="quarter" idx="52" hasCustomPrompt="1"/>
          </p:nvPr>
        </p:nvSpPr>
        <p:spPr>
          <a:xfrm>
            <a:off x="7291621" y="3021964"/>
            <a:ext cx="1526400" cy="389756"/>
          </a:xfrm>
        </p:spPr>
        <p:txBody>
          <a:bodyPr>
            <a:noAutofit/>
          </a:bodyPr>
          <a:lstStyle>
            <a:lvl1pPr marL="0" indent="0">
              <a:lnSpc>
                <a:spcPct val="90000"/>
              </a:lnSpc>
              <a:buNone/>
              <a:defRPr sz="1400" b="0" i="0">
                <a:solidFill>
                  <a:schemeClr val="bg1"/>
                </a:solidFill>
                <a:latin typeface="+mn-lt"/>
              </a:defRPr>
            </a:lvl1pPr>
          </a:lstStyle>
          <a:p>
            <a:pPr lvl="0"/>
            <a:r>
              <a:rPr lang="en-GB"/>
              <a:t>Name</a:t>
            </a:r>
            <a:endParaRPr lang="en-US"/>
          </a:p>
        </p:txBody>
      </p:sp>
      <p:sp>
        <p:nvSpPr>
          <p:cNvPr id="49" name="Text Placeholder 9">
            <a:extLst>
              <a:ext uri="{FF2B5EF4-FFF2-40B4-BE49-F238E27FC236}">
                <a16:creationId xmlns:a16="http://schemas.microsoft.com/office/drawing/2014/main" id="{73D20F87-E90C-42D0-0ED6-6300216BB309}"/>
              </a:ext>
            </a:extLst>
          </p:cNvPr>
          <p:cNvSpPr>
            <a:spLocks noGrp="1"/>
          </p:cNvSpPr>
          <p:nvPr>
            <p:ph type="body" sz="quarter" idx="53" hasCustomPrompt="1"/>
          </p:nvPr>
        </p:nvSpPr>
        <p:spPr>
          <a:xfrm>
            <a:off x="7291621" y="3425189"/>
            <a:ext cx="1526400" cy="153888"/>
          </a:xfrm>
        </p:spPr>
        <p:txBody>
          <a:bodyPr wrap="square">
            <a:spAutoFit/>
          </a:bodyPr>
          <a:lstStyle>
            <a:lvl1pPr marL="0" indent="0">
              <a:buNone/>
              <a:defRPr sz="1000" b="0" i="0">
                <a:solidFill>
                  <a:schemeClr val="bg1"/>
                </a:solidFill>
                <a:latin typeface="+mn-lt"/>
              </a:defRPr>
            </a:lvl1pPr>
          </a:lstStyle>
          <a:p>
            <a:pPr lvl="0"/>
            <a:r>
              <a:rPr lang="en-GB"/>
              <a:t>Job title</a:t>
            </a:r>
            <a:endParaRPr lang="en-US"/>
          </a:p>
        </p:txBody>
      </p:sp>
      <p:sp>
        <p:nvSpPr>
          <p:cNvPr id="50" name="Picture Placeholder 12">
            <a:extLst>
              <a:ext uri="{FF2B5EF4-FFF2-40B4-BE49-F238E27FC236}">
                <a16:creationId xmlns:a16="http://schemas.microsoft.com/office/drawing/2014/main" id="{03693376-1C6C-F15B-897B-29DF694405E9}"/>
              </a:ext>
            </a:extLst>
          </p:cNvPr>
          <p:cNvSpPr>
            <a:spLocks noGrp="1"/>
          </p:cNvSpPr>
          <p:nvPr>
            <p:ph type="pic" sz="quarter" idx="54" hasCustomPrompt="1"/>
          </p:nvPr>
        </p:nvSpPr>
        <p:spPr>
          <a:xfrm>
            <a:off x="6269221" y="3021964"/>
            <a:ext cx="766800" cy="766800"/>
          </a:xfrm>
          <a:prstGeom prst="ellipse">
            <a:avLst/>
          </a:prstGeom>
        </p:spPr>
        <p:txBody>
          <a:bodyPr anchor="ctr"/>
          <a:lstStyle>
            <a:lvl1pPr marL="0" indent="0" algn="ctr">
              <a:buNone/>
              <a:defRPr sz="800" b="0">
                <a:solidFill>
                  <a:schemeClr val="bg1"/>
                </a:solidFill>
                <a:latin typeface="+mn-lt"/>
              </a:defRPr>
            </a:lvl1pPr>
          </a:lstStyle>
          <a:p>
            <a:r>
              <a:rPr lang="en-GB"/>
              <a:t>Picture</a:t>
            </a:r>
            <a:endParaRPr lang="en-US"/>
          </a:p>
        </p:txBody>
      </p:sp>
      <p:sp>
        <p:nvSpPr>
          <p:cNvPr id="51" name="Text Placeholder 9">
            <a:extLst>
              <a:ext uri="{FF2B5EF4-FFF2-40B4-BE49-F238E27FC236}">
                <a16:creationId xmlns:a16="http://schemas.microsoft.com/office/drawing/2014/main" id="{77461B86-A1F2-292C-BC4A-3A720C40ECF3}"/>
              </a:ext>
            </a:extLst>
          </p:cNvPr>
          <p:cNvSpPr>
            <a:spLocks noGrp="1"/>
          </p:cNvSpPr>
          <p:nvPr>
            <p:ph type="body" sz="quarter" idx="55" hasCustomPrompt="1"/>
          </p:nvPr>
        </p:nvSpPr>
        <p:spPr>
          <a:xfrm>
            <a:off x="7291621" y="4035424"/>
            <a:ext cx="1526400" cy="389756"/>
          </a:xfrm>
        </p:spPr>
        <p:txBody>
          <a:bodyPr>
            <a:noAutofit/>
          </a:bodyPr>
          <a:lstStyle>
            <a:lvl1pPr marL="0" indent="0">
              <a:lnSpc>
                <a:spcPct val="90000"/>
              </a:lnSpc>
              <a:buNone/>
              <a:defRPr sz="1400" b="0" i="0">
                <a:solidFill>
                  <a:schemeClr val="bg1"/>
                </a:solidFill>
                <a:latin typeface="+mn-lt"/>
              </a:defRPr>
            </a:lvl1pPr>
          </a:lstStyle>
          <a:p>
            <a:pPr lvl="0"/>
            <a:r>
              <a:rPr lang="en-GB"/>
              <a:t>Name</a:t>
            </a:r>
            <a:endParaRPr lang="en-US"/>
          </a:p>
        </p:txBody>
      </p:sp>
      <p:sp>
        <p:nvSpPr>
          <p:cNvPr id="52" name="Text Placeholder 9">
            <a:extLst>
              <a:ext uri="{FF2B5EF4-FFF2-40B4-BE49-F238E27FC236}">
                <a16:creationId xmlns:a16="http://schemas.microsoft.com/office/drawing/2014/main" id="{32236890-E7EA-252D-D7B2-D649918B3AD8}"/>
              </a:ext>
            </a:extLst>
          </p:cNvPr>
          <p:cNvSpPr>
            <a:spLocks noGrp="1"/>
          </p:cNvSpPr>
          <p:nvPr>
            <p:ph type="body" sz="quarter" idx="56" hasCustomPrompt="1"/>
          </p:nvPr>
        </p:nvSpPr>
        <p:spPr>
          <a:xfrm>
            <a:off x="7291621" y="4438649"/>
            <a:ext cx="1526400" cy="153888"/>
          </a:xfrm>
        </p:spPr>
        <p:txBody>
          <a:bodyPr wrap="square">
            <a:spAutoFit/>
          </a:bodyPr>
          <a:lstStyle>
            <a:lvl1pPr marL="0" indent="0">
              <a:buNone/>
              <a:defRPr sz="1000" b="0" i="0">
                <a:solidFill>
                  <a:schemeClr val="bg1"/>
                </a:solidFill>
                <a:latin typeface="+mn-lt"/>
              </a:defRPr>
            </a:lvl1pPr>
          </a:lstStyle>
          <a:p>
            <a:pPr lvl="0"/>
            <a:r>
              <a:rPr lang="en-GB"/>
              <a:t>Job title</a:t>
            </a:r>
            <a:endParaRPr lang="en-US"/>
          </a:p>
        </p:txBody>
      </p:sp>
      <p:sp>
        <p:nvSpPr>
          <p:cNvPr id="53" name="Picture Placeholder 12">
            <a:extLst>
              <a:ext uri="{FF2B5EF4-FFF2-40B4-BE49-F238E27FC236}">
                <a16:creationId xmlns:a16="http://schemas.microsoft.com/office/drawing/2014/main" id="{9D7279F8-145F-2BC9-392D-C195932B23E9}"/>
              </a:ext>
            </a:extLst>
          </p:cNvPr>
          <p:cNvSpPr>
            <a:spLocks noGrp="1"/>
          </p:cNvSpPr>
          <p:nvPr>
            <p:ph type="pic" sz="quarter" idx="57" hasCustomPrompt="1"/>
          </p:nvPr>
        </p:nvSpPr>
        <p:spPr>
          <a:xfrm>
            <a:off x="6269221" y="4035424"/>
            <a:ext cx="766800" cy="766800"/>
          </a:xfrm>
          <a:prstGeom prst="ellipse">
            <a:avLst/>
          </a:prstGeom>
        </p:spPr>
        <p:txBody>
          <a:bodyPr anchor="ctr"/>
          <a:lstStyle>
            <a:lvl1pPr marL="0" indent="0" algn="ctr">
              <a:buNone/>
              <a:defRPr sz="800" b="0">
                <a:solidFill>
                  <a:schemeClr val="bg1"/>
                </a:solidFill>
                <a:latin typeface="+mn-lt"/>
              </a:defRPr>
            </a:lvl1pPr>
          </a:lstStyle>
          <a:p>
            <a:r>
              <a:rPr lang="en-GB"/>
              <a:t>Picture</a:t>
            </a:r>
            <a:endParaRPr lang="en-US"/>
          </a:p>
        </p:txBody>
      </p:sp>
      <p:sp>
        <p:nvSpPr>
          <p:cNvPr id="54" name="Text Placeholder 9">
            <a:extLst>
              <a:ext uri="{FF2B5EF4-FFF2-40B4-BE49-F238E27FC236}">
                <a16:creationId xmlns:a16="http://schemas.microsoft.com/office/drawing/2014/main" id="{38CC5E8C-843D-F801-E86E-74E733EC4AC7}"/>
              </a:ext>
            </a:extLst>
          </p:cNvPr>
          <p:cNvSpPr>
            <a:spLocks noGrp="1"/>
          </p:cNvSpPr>
          <p:nvPr>
            <p:ph type="body" sz="quarter" idx="58" hasCustomPrompt="1"/>
          </p:nvPr>
        </p:nvSpPr>
        <p:spPr>
          <a:xfrm>
            <a:off x="7291621" y="5041264"/>
            <a:ext cx="1526400" cy="389756"/>
          </a:xfrm>
        </p:spPr>
        <p:txBody>
          <a:bodyPr>
            <a:noAutofit/>
          </a:bodyPr>
          <a:lstStyle>
            <a:lvl1pPr marL="0" indent="0">
              <a:lnSpc>
                <a:spcPct val="90000"/>
              </a:lnSpc>
              <a:buNone/>
              <a:defRPr sz="1400" b="0" i="0">
                <a:solidFill>
                  <a:schemeClr val="bg1"/>
                </a:solidFill>
                <a:latin typeface="+mn-lt"/>
              </a:defRPr>
            </a:lvl1pPr>
          </a:lstStyle>
          <a:p>
            <a:pPr lvl="0"/>
            <a:r>
              <a:rPr lang="en-GB"/>
              <a:t>Name</a:t>
            </a:r>
            <a:endParaRPr lang="en-US"/>
          </a:p>
        </p:txBody>
      </p:sp>
      <p:sp>
        <p:nvSpPr>
          <p:cNvPr id="55" name="Text Placeholder 9">
            <a:extLst>
              <a:ext uri="{FF2B5EF4-FFF2-40B4-BE49-F238E27FC236}">
                <a16:creationId xmlns:a16="http://schemas.microsoft.com/office/drawing/2014/main" id="{1F5E5E23-4BD8-2BF8-132F-46B1EEF1CE42}"/>
              </a:ext>
            </a:extLst>
          </p:cNvPr>
          <p:cNvSpPr>
            <a:spLocks noGrp="1"/>
          </p:cNvSpPr>
          <p:nvPr>
            <p:ph type="body" sz="quarter" idx="59" hasCustomPrompt="1"/>
          </p:nvPr>
        </p:nvSpPr>
        <p:spPr>
          <a:xfrm>
            <a:off x="7291621" y="5444489"/>
            <a:ext cx="1526400" cy="153888"/>
          </a:xfrm>
        </p:spPr>
        <p:txBody>
          <a:bodyPr wrap="square">
            <a:spAutoFit/>
          </a:bodyPr>
          <a:lstStyle>
            <a:lvl1pPr marL="0" indent="0">
              <a:buNone/>
              <a:defRPr sz="1000" b="0" i="0">
                <a:solidFill>
                  <a:schemeClr val="bg1"/>
                </a:solidFill>
                <a:latin typeface="+mn-lt"/>
              </a:defRPr>
            </a:lvl1pPr>
          </a:lstStyle>
          <a:p>
            <a:pPr lvl="0"/>
            <a:r>
              <a:rPr lang="en-GB"/>
              <a:t>Job title</a:t>
            </a:r>
            <a:endParaRPr lang="en-US"/>
          </a:p>
        </p:txBody>
      </p:sp>
      <p:sp>
        <p:nvSpPr>
          <p:cNvPr id="56" name="Picture Placeholder 12">
            <a:extLst>
              <a:ext uri="{FF2B5EF4-FFF2-40B4-BE49-F238E27FC236}">
                <a16:creationId xmlns:a16="http://schemas.microsoft.com/office/drawing/2014/main" id="{5CD9EB6F-BA12-B7A4-0F8D-EF9271F7223A}"/>
              </a:ext>
            </a:extLst>
          </p:cNvPr>
          <p:cNvSpPr>
            <a:spLocks noGrp="1"/>
          </p:cNvSpPr>
          <p:nvPr>
            <p:ph type="pic" sz="quarter" idx="60" hasCustomPrompt="1"/>
          </p:nvPr>
        </p:nvSpPr>
        <p:spPr>
          <a:xfrm>
            <a:off x="6269221" y="5041264"/>
            <a:ext cx="766800" cy="766800"/>
          </a:xfrm>
          <a:prstGeom prst="ellipse">
            <a:avLst/>
          </a:prstGeom>
        </p:spPr>
        <p:txBody>
          <a:bodyPr anchor="ctr"/>
          <a:lstStyle>
            <a:lvl1pPr marL="0" indent="0" algn="ctr">
              <a:buNone/>
              <a:defRPr sz="800" b="0">
                <a:solidFill>
                  <a:schemeClr val="bg1"/>
                </a:solidFill>
                <a:latin typeface="+mn-lt"/>
              </a:defRPr>
            </a:lvl1pPr>
          </a:lstStyle>
          <a:p>
            <a:r>
              <a:rPr lang="en-GB"/>
              <a:t>Picture</a:t>
            </a:r>
            <a:endParaRPr lang="en-US"/>
          </a:p>
        </p:txBody>
      </p:sp>
      <p:sp>
        <p:nvSpPr>
          <p:cNvPr id="57" name="Text Placeholder 9">
            <a:extLst>
              <a:ext uri="{FF2B5EF4-FFF2-40B4-BE49-F238E27FC236}">
                <a16:creationId xmlns:a16="http://schemas.microsoft.com/office/drawing/2014/main" id="{23566F37-EF18-0360-14F6-C03B12159510}"/>
              </a:ext>
            </a:extLst>
          </p:cNvPr>
          <p:cNvSpPr>
            <a:spLocks noGrp="1"/>
          </p:cNvSpPr>
          <p:nvPr>
            <p:ph type="body" sz="quarter" idx="61" hasCustomPrompt="1"/>
          </p:nvPr>
        </p:nvSpPr>
        <p:spPr>
          <a:xfrm>
            <a:off x="10183471" y="2016124"/>
            <a:ext cx="1526400" cy="389756"/>
          </a:xfrm>
        </p:spPr>
        <p:txBody>
          <a:bodyPr>
            <a:noAutofit/>
          </a:bodyPr>
          <a:lstStyle>
            <a:lvl1pPr marL="0" indent="0">
              <a:lnSpc>
                <a:spcPct val="90000"/>
              </a:lnSpc>
              <a:buNone/>
              <a:defRPr sz="1400" b="0" i="0">
                <a:solidFill>
                  <a:schemeClr val="bg1"/>
                </a:solidFill>
                <a:latin typeface="+mn-lt"/>
              </a:defRPr>
            </a:lvl1pPr>
          </a:lstStyle>
          <a:p>
            <a:pPr lvl="0"/>
            <a:r>
              <a:rPr lang="en-GB"/>
              <a:t>Name</a:t>
            </a:r>
            <a:endParaRPr lang="en-US"/>
          </a:p>
        </p:txBody>
      </p:sp>
      <p:sp>
        <p:nvSpPr>
          <p:cNvPr id="58" name="Text Placeholder 9">
            <a:extLst>
              <a:ext uri="{FF2B5EF4-FFF2-40B4-BE49-F238E27FC236}">
                <a16:creationId xmlns:a16="http://schemas.microsoft.com/office/drawing/2014/main" id="{58D642CD-278F-34F9-CF75-99A7339353CF}"/>
              </a:ext>
            </a:extLst>
          </p:cNvPr>
          <p:cNvSpPr>
            <a:spLocks noGrp="1"/>
          </p:cNvSpPr>
          <p:nvPr>
            <p:ph type="body" sz="quarter" idx="62" hasCustomPrompt="1"/>
          </p:nvPr>
        </p:nvSpPr>
        <p:spPr>
          <a:xfrm>
            <a:off x="10183471" y="2419349"/>
            <a:ext cx="1526400" cy="153888"/>
          </a:xfrm>
        </p:spPr>
        <p:txBody>
          <a:bodyPr wrap="square">
            <a:spAutoFit/>
          </a:bodyPr>
          <a:lstStyle>
            <a:lvl1pPr marL="0" indent="0">
              <a:buNone/>
              <a:defRPr sz="1000" b="0" i="0">
                <a:solidFill>
                  <a:schemeClr val="bg1"/>
                </a:solidFill>
                <a:latin typeface="+mn-lt"/>
              </a:defRPr>
            </a:lvl1pPr>
          </a:lstStyle>
          <a:p>
            <a:pPr lvl="0"/>
            <a:r>
              <a:rPr lang="en-GB"/>
              <a:t>Job title</a:t>
            </a:r>
            <a:endParaRPr lang="en-US"/>
          </a:p>
        </p:txBody>
      </p:sp>
      <p:sp>
        <p:nvSpPr>
          <p:cNvPr id="59" name="Picture Placeholder 12">
            <a:extLst>
              <a:ext uri="{FF2B5EF4-FFF2-40B4-BE49-F238E27FC236}">
                <a16:creationId xmlns:a16="http://schemas.microsoft.com/office/drawing/2014/main" id="{4F6E90F8-DB8A-5E9D-7163-AC30457FEAC0}"/>
              </a:ext>
            </a:extLst>
          </p:cNvPr>
          <p:cNvSpPr>
            <a:spLocks noGrp="1"/>
          </p:cNvSpPr>
          <p:nvPr>
            <p:ph type="pic" sz="quarter" idx="63" hasCustomPrompt="1"/>
          </p:nvPr>
        </p:nvSpPr>
        <p:spPr>
          <a:xfrm>
            <a:off x="9161070" y="2016124"/>
            <a:ext cx="766800" cy="766800"/>
          </a:xfrm>
          <a:prstGeom prst="ellipse">
            <a:avLst/>
          </a:prstGeom>
        </p:spPr>
        <p:txBody>
          <a:bodyPr anchor="ctr"/>
          <a:lstStyle>
            <a:lvl1pPr marL="0" indent="0" algn="ctr">
              <a:buNone/>
              <a:defRPr sz="800" b="0">
                <a:solidFill>
                  <a:schemeClr val="bg1"/>
                </a:solidFill>
                <a:latin typeface="+mn-lt"/>
              </a:defRPr>
            </a:lvl1pPr>
          </a:lstStyle>
          <a:p>
            <a:r>
              <a:rPr lang="en-GB"/>
              <a:t>Picture</a:t>
            </a:r>
            <a:endParaRPr lang="en-US"/>
          </a:p>
        </p:txBody>
      </p:sp>
      <p:sp>
        <p:nvSpPr>
          <p:cNvPr id="60" name="Text Placeholder 9">
            <a:extLst>
              <a:ext uri="{FF2B5EF4-FFF2-40B4-BE49-F238E27FC236}">
                <a16:creationId xmlns:a16="http://schemas.microsoft.com/office/drawing/2014/main" id="{7435555B-D553-70C9-B67C-5A661E9585CD}"/>
              </a:ext>
            </a:extLst>
          </p:cNvPr>
          <p:cNvSpPr>
            <a:spLocks noGrp="1"/>
          </p:cNvSpPr>
          <p:nvPr>
            <p:ph type="body" sz="quarter" idx="64" hasCustomPrompt="1"/>
          </p:nvPr>
        </p:nvSpPr>
        <p:spPr>
          <a:xfrm>
            <a:off x="9161070" y="1411287"/>
            <a:ext cx="2548800" cy="196124"/>
          </a:xfrm>
        </p:spPr>
        <p:txBody>
          <a:bodyPr>
            <a:noAutofit/>
          </a:bodyPr>
          <a:lstStyle>
            <a:lvl1pPr marL="0" indent="0">
              <a:lnSpc>
                <a:spcPct val="90000"/>
              </a:lnSpc>
              <a:buNone/>
              <a:defRPr sz="1400" b="1" i="0">
                <a:solidFill>
                  <a:schemeClr val="bg1"/>
                </a:solidFill>
                <a:latin typeface="EYInterstate Regular" panose="02000503020000020004" pitchFamily="2" charset="0"/>
              </a:defRPr>
            </a:lvl1pPr>
          </a:lstStyle>
          <a:p>
            <a:pPr lvl="0"/>
            <a:r>
              <a:rPr lang="en-GB"/>
              <a:t>Team name</a:t>
            </a:r>
            <a:endParaRPr lang="en-US"/>
          </a:p>
        </p:txBody>
      </p:sp>
      <p:sp>
        <p:nvSpPr>
          <p:cNvPr id="61" name="Text Placeholder 9">
            <a:extLst>
              <a:ext uri="{FF2B5EF4-FFF2-40B4-BE49-F238E27FC236}">
                <a16:creationId xmlns:a16="http://schemas.microsoft.com/office/drawing/2014/main" id="{5DB8DE5C-79AE-8E49-DC40-B4E1DDB68BA5}"/>
              </a:ext>
            </a:extLst>
          </p:cNvPr>
          <p:cNvSpPr>
            <a:spLocks noGrp="1"/>
          </p:cNvSpPr>
          <p:nvPr>
            <p:ph type="body" sz="quarter" idx="65" hasCustomPrompt="1"/>
          </p:nvPr>
        </p:nvSpPr>
        <p:spPr>
          <a:xfrm>
            <a:off x="10183471" y="3021964"/>
            <a:ext cx="1526400" cy="389756"/>
          </a:xfrm>
        </p:spPr>
        <p:txBody>
          <a:bodyPr>
            <a:noAutofit/>
          </a:bodyPr>
          <a:lstStyle>
            <a:lvl1pPr marL="0" indent="0">
              <a:lnSpc>
                <a:spcPct val="90000"/>
              </a:lnSpc>
              <a:buNone/>
              <a:defRPr sz="1400" b="0" i="0">
                <a:solidFill>
                  <a:schemeClr val="bg1"/>
                </a:solidFill>
                <a:latin typeface="+mn-lt"/>
              </a:defRPr>
            </a:lvl1pPr>
          </a:lstStyle>
          <a:p>
            <a:pPr lvl="0"/>
            <a:r>
              <a:rPr lang="en-GB"/>
              <a:t>Name</a:t>
            </a:r>
            <a:endParaRPr lang="en-US"/>
          </a:p>
        </p:txBody>
      </p:sp>
      <p:sp>
        <p:nvSpPr>
          <p:cNvPr id="62" name="Text Placeholder 9">
            <a:extLst>
              <a:ext uri="{FF2B5EF4-FFF2-40B4-BE49-F238E27FC236}">
                <a16:creationId xmlns:a16="http://schemas.microsoft.com/office/drawing/2014/main" id="{289E0F5F-936F-FA54-01D7-5CD0040D07C7}"/>
              </a:ext>
            </a:extLst>
          </p:cNvPr>
          <p:cNvSpPr>
            <a:spLocks noGrp="1"/>
          </p:cNvSpPr>
          <p:nvPr>
            <p:ph type="body" sz="quarter" idx="66" hasCustomPrompt="1"/>
          </p:nvPr>
        </p:nvSpPr>
        <p:spPr>
          <a:xfrm>
            <a:off x="10183471" y="3425189"/>
            <a:ext cx="1526400" cy="153888"/>
          </a:xfrm>
        </p:spPr>
        <p:txBody>
          <a:bodyPr wrap="square">
            <a:spAutoFit/>
          </a:bodyPr>
          <a:lstStyle>
            <a:lvl1pPr marL="0" indent="0">
              <a:buNone/>
              <a:defRPr sz="1000" b="0" i="0">
                <a:solidFill>
                  <a:schemeClr val="bg1"/>
                </a:solidFill>
                <a:latin typeface="+mn-lt"/>
              </a:defRPr>
            </a:lvl1pPr>
          </a:lstStyle>
          <a:p>
            <a:pPr lvl="0"/>
            <a:r>
              <a:rPr lang="en-GB"/>
              <a:t>Job title</a:t>
            </a:r>
            <a:endParaRPr lang="en-US"/>
          </a:p>
        </p:txBody>
      </p:sp>
      <p:sp>
        <p:nvSpPr>
          <p:cNvPr id="63" name="Picture Placeholder 12">
            <a:extLst>
              <a:ext uri="{FF2B5EF4-FFF2-40B4-BE49-F238E27FC236}">
                <a16:creationId xmlns:a16="http://schemas.microsoft.com/office/drawing/2014/main" id="{11FBE638-0595-F8E5-AFBB-43DC12983672}"/>
              </a:ext>
            </a:extLst>
          </p:cNvPr>
          <p:cNvSpPr>
            <a:spLocks noGrp="1"/>
          </p:cNvSpPr>
          <p:nvPr>
            <p:ph type="pic" sz="quarter" idx="67" hasCustomPrompt="1"/>
          </p:nvPr>
        </p:nvSpPr>
        <p:spPr>
          <a:xfrm>
            <a:off x="9161070" y="3021964"/>
            <a:ext cx="766800" cy="766800"/>
          </a:xfrm>
          <a:prstGeom prst="ellipse">
            <a:avLst/>
          </a:prstGeom>
        </p:spPr>
        <p:txBody>
          <a:bodyPr anchor="ctr"/>
          <a:lstStyle>
            <a:lvl1pPr marL="0" indent="0" algn="ctr">
              <a:buNone/>
              <a:defRPr sz="800" b="0">
                <a:solidFill>
                  <a:schemeClr val="bg1"/>
                </a:solidFill>
                <a:latin typeface="+mn-lt"/>
              </a:defRPr>
            </a:lvl1pPr>
          </a:lstStyle>
          <a:p>
            <a:r>
              <a:rPr lang="en-GB"/>
              <a:t>Picture</a:t>
            </a:r>
            <a:endParaRPr lang="en-US"/>
          </a:p>
        </p:txBody>
      </p:sp>
      <p:sp>
        <p:nvSpPr>
          <p:cNvPr id="64" name="Text Placeholder 9">
            <a:extLst>
              <a:ext uri="{FF2B5EF4-FFF2-40B4-BE49-F238E27FC236}">
                <a16:creationId xmlns:a16="http://schemas.microsoft.com/office/drawing/2014/main" id="{A3352A0C-1A08-FCFC-FF9C-CCA8F22308AE}"/>
              </a:ext>
            </a:extLst>
          </p:cNvPr>
          <p:cNvSpPr>
            <a:spLocks noGrp="1"/>
          </p:cNvSpPr>
          <p:nvPr>
            <p:ph type="body" sz="quarter" idx="68" hasCustomPrompt="1"/>
          </p:nvPr>
        </p:nvSpPr>
        <p:spPr>
          <a:xfrm>
            <a:off x="10183471" y="4035424"/>
            <a:ext cx="1526400" cy="389756"/>
          </a:xfrm>
        </p:spPr>
        <p:txBody>
          <a:bodyPr>
            <a:noAutofit/>
          </a:bodyPr>
          <a:lstStyle>
            <a:lvl1pPr marL="0" indent="0">
              <a:lnSpc>
                <a:spcPct val="90000"/>
              </a:lnSpc>
              <a:buNone/>
              <a:defRPr sz="1400" b="0" i="0">
                <a:solidFill>
                  <a:schemeClr val="bg1"/>
                </a:solidFill>
                <a:latin typeface="+mn-lt"/>
              </a:defRPr>
            </a:lvl1pPr>
          </a:lstStyle>
          <a:p>
            <a:pPr lvl="0"/>
            <a:r>
              <a:rPr lang="en-GB"/>
              <a:t>Name</a:t>
            </a:r>
            <a:endParaRPr lang="en-US"/>
          </a:p>
        </p:txBody>
      </p:sp>
      <p:sp>
        <p:nvSpPr>
          <p:cNvPr id="65" name="Text Placeholder 9">
            <a:extLst>
              <a:ext uri="{FF2B5EF4-FFF2-40B4-BE49-F238E27FC236}">
                <a16:creationId xmlns:a16="http://schemas.microsoft.com/office/drawing/2014/main" id="{6E261588-76E1-16B7-8374-3F9A28832EF4}"/>
              </a:ext>
            </a:extLst>
          </p:cNvPr>
          <p:cNvSpPr>
            <a:spLocks noGrp="1"/>
          </p:cNvSpPr>
          <p:nvPr>
            <p:ph type="body" sz="quarter" idx="69" hasCustomPrompt="1"/>
          </p:nvPr>
        </p:nvSpPr>
        <p:spPr>
          <a:xfrm>
            <a:off x="10183471" y="4438649"/>
            <a:ext cx="1526400" cy="153888"/>
          </a:xfrm>
        </p:spPr>
        <p:txBody>
          <a:bodyPr wrap="square">
            <a:spAutoFit/>
          </a:bodyPr>
          <a:lstStyle>
            <a:lvl1pPr marL="0" indent="0">
              <a:buNone/>
              <a:defRPr sz="1000" b="0" i="0">
                <a:solidFill>
                  <a:schemeClr val="bg1"/>
                </a:solidFill>
                <a:latin typeface="+mn-lt"/>
              </a:defRPr>
            </a:lvl1pPr>
          </a:lstStyle>
          <a:p>
            <a:pPr lvl="0"/>
            <a:r>
              <a:rPr lang="en-GB"/>
              <a:t>Job title</a:t>
            </a:r>
            <a:endParaRPr lang="en-US"/>
          </a:p>
        </p:txBody>
      </p:sp>
      <p:sp>
        <p:nvSpPr>
          <p:cNvPr id="66" name="Picture Placeholder 12">
            <a:extLst>
              <a:ext uri="{FF2B5EF4-FFF2-40B4-BE49-F238E27FC236}">
                <a16:creationId xmlns:a16="http://schemas.microsoft.com/office/drawing/2014/main" id="{CAE85F7E-2BA3-3513-9E8B-8B03FE7AAC4C}"/>
              </a:ext>
            </a:extLst>
          </p:cNvPr>
          <p:cNvSpPr>
            <a:spLocks noGrp="1"/>
          </p:cNvSpPr>
          <p:nvPr>
            <p:ph type="pic" sz="quarter" idx="70" hasCustomPrompt="1"/>
          </p:nvPr>
        </p:nvSpPr>
        <p:spPr>
          <a:xfrm>
            <a:off x="9161070" y="4035424"/>
            <a:ext cx="766800" cy="766800"/>
          </a:xfrm>
          <a:prstGeom prst="ellipse">
            <a:avLst/>
          </a:prstGeom>
        </p:spPr>
        <p:txBody>
          <a:bodyPr anchor="ctr"/>
          <a:lstStyle>
            <a:lvl1pPr marL="0" indent="0" algn="ctr">
              <a:buNone/>
              <a:defRPr sz="800" b="0">
                <a:solidFill>
                  <a:schemeClr val="bg1"/>
                </a:solidFill>
                <a:latin typeface="+mn-lt"/>
              </a:defRPr>
            </a:lvl1pPr>
          </a:lstStyle>
          <a:p>
            <a:r>
              <a:rPr lang="en-GB"/>
              <a:t>Picture</a:t>
            </a:r>
            <a:endParaRPr lang="en-US"/>
          </a:p>
        </p:txBody>
      </p:sp>
      <p:sp>
        <p:nvSpPr>
          <p:cNvPr id="67" name="Text Placeholder 9">
            <a:extLst>
              <a:ext uri="{FF2B5EF4-FFF2-40B4-BE49-F238E27FC236}">
                <a16:creationId xmlns:a16="http://schemas.microsoft.com/office/drawing/2014/main" id="{7280094F-B199-060D-4D4B-CA4F1BFCF5F3}"/>
              </a:ext>
            </a:extLst>
          </p:cNvPr>
          <p:cNvSpPr>
            <a:spLocks noGrp="1"/>
          </p:cNvSpPr>
          <p:nvPr>
            <p:ph type="body" sz="quarter" idx="71" hasCustomPrompt="1"/>
          </p:nvPr>
        </p:nvSpPr>
        <p:spPr>
          <a:xfrm>
            <a:off x="10183471" y="5041264"/>
            <a:ext cx="1526400" cy="389756"/>
          </a:xfrm>
        </p:spPr>
        <p:txBody>
          <a:bodyPr>
            <a:noAutofit/>
          </a:bodyPr>
          <a:lstStyle>
            <a:lvl1pPr marL="0" indent="0">
              <a:lnSpc>
                <a:spcPct val="90000"/>
              </a:lnSpc>
              <a:buNone/>
              <a:defRPr sz="1400" b="0" i="0">
                <a:solidFill>
                  <a:schemeClr val="bg1"/>
                </a:solidFill>
                <a:latin typeface="+mn-lt"/>
              </a:defRPr>
            </a:lvl1pPr>
          </a:lstStyle>
          <a:p>
            <a:pPr lvl="0"/>
            <a:r>
              <a:rPr lang="en-GB"/>
              <a:t>Name</a:t>
            </a:r>
            <a:endParaRPr lang="en-US"/>
          </a:p>
        </p:txBody>
      </p:sp>
      <p:sp>
        <p:nvSpPr>
          <p:cNvPr id="68" name="Text Placeholder 9">
            <a:extLst>
              <a:ext uri="{FF2B5EF4-FFF2-40B4-BE49-F238E27FC236}">
                <a16:creationId xmlns:a16="http://schemas.microsoft.com/office/drawing/2014/main" id="{253E3C85-558C-05C1-155E-0E52AA94351F}"/>
              </a:ext>
            </a:extLst>
          </p:cNvPr>
          <p:cNvSpPr>
            <a:spLocks noGrp="1"/>
          </p:cNvSpPr>
          <p:nvPr>
            <p:ph type="body" sz="quarter" idx="72" hasCustomPrompt="1"/>
          </p:nvPr>
        </p:nvSpPr>
        <p:spPr>
          <a:xfrm>
            <a:off x="10183471" y="5444489"/>
            <a:ext cx="1526400" cy="153888"/>
          </a:xfrm>
        </p:spPr>
        <p:txBody>
          <a:bodyPr wrap="square">
            <a:spAutoFit/>
          </a:bodyPr>
          <a:lstStyle>
            <a:lvl1pPr marL="0" indent="0">
              <a:buNone/>
              <a:defRPr sz="1000" b="0" i="0">
                <a:solidFill>
                  <a:schemeClr val="bg1"/>
                </a:solidFill>
                <a:latin typeface="+mn-lt"/>
              </a:defRPr>
            </a:lvl1pPr>
          </a:lstStyle>
          <a:p>
            <a:pPr lvl="0"/>
            <a:r>
              <a:rPr lang="en-GB"/>
              <a:t>Job title</a:t>
            </a:r>
            <a:endParaRPr lang="en-US"/>
          </a:p>
        </p:txBody>
      </p:sp>
      <p:sp>
        <p:nvSpPr>
          <p:cNvPr id="69" name="Picture Placeholder 12">
            <a:extLst>
              <a:ext uri="{FF2B5EF4-FFF2-40B4-BE49-F238E27FC236}">
                <a16:creationId xmlns:a16="http://schemas.microsoft.com/office/drawing/2014/main" id="{E5B87C2C-7F36-6D34-D014-54305471A5A7}"/>
              </a:ext>
            </a:extLst>
          </p:cNvPr>
          <p:cNvSpPr>
            <a:spLocks noGrp="1"/>
          </p:cNvSpPr>
          <p:nvPr>
            <p:ph type="pic" sz="quarter" idx="73" hasCustomPrompt="1"/>
          </p:nvPr>
        </p:nvSpPr>
        <p:spPr>
          <a:xfrm>
            <a:off x="9161070" y="5041264"/>
            <a:ext cx="766800" cy="766800"/>
          </a:xfrm>
          <a:prstGeom prst="ellipse">
            <a:avLst/>
          </a:prstGeom>
        </p:spPr>
        <p:txBody>
          <a:bodyPr anchor="ctr"/>
          <a:lstStyle>
            <a:lvl1pPr marL="0" indent="0" algn="ctr">
              <a:buNone/>
              <a:defRPr sz="800" b="0">
                <a:solidFill>
                  <a:schemeClr val="bg1"/>
                </a:solidFill>
                <a:latin typeface="+mn-lt"/>
              </a:defRPr>
            </a:lvl1pPr>
          </a:lstStyle>
          <a:p>
            <a:r>
              <a:rPr lang="en-GB"/>
              <a:t>Picture</a:t>
            </a:r>
            <a:endParaRPr lang="en-US"/>
          </a:p>
        </p:txBody>
      </p:sp>
      <p:sp>
        <p:nvSpPr>
          <p:cNvPr id="70" name="SmartArt Placeholder 7">
            <a:extLst>
              <a:ext uri="{FF2B5EF4-FFF2-40B4-BE49-F238E27FC236}">
                <a16:creationId xmlns:a16="http://schemas.microsoft.com/office/drawing/2014/main" id="{162A8BA6-6F67-C4EB-3430-78F1A0EC0F06}"/>
              </a:ext>
            </a:extLst>
          </p:cNvPr>
          <p:cNvSpPr>
            <a:spLocks noGrp="1"/>
          </p:cNvSpPr>
          <p:nvPr>
            <p:ph type="dgm" sz="quarter" idx="74" hasCustomPrompt="1"/>
          </p:nvPr>
        </p:nvSpPr>
        <p:spPr>
          <a:xfrm>
            <a:off x="485523" y="1696224"/>
            <a:ext cx="2548800" cy="18000"/>
          </a:xfrm>
          <a:solidFill>
            <a:schemeClr val="tx2"/>
          </a:solidFill>
        </p:spPr>
        <p:txBody>
          <a:bodyPr/>
          <a:lstStyle>
            <a:lvl1pPr marL="0" indent="0">
              <a:buNone/>
              <a:defRPr sz="800">
                <a:solidFill>
                  <a:schemeClr val="bg1"/>
                </a:solidFill>
              </a:defRPr>
            </a:lvl1pPr>
          </a:lstStyle>
          <a:p>
            <a:r>
              <a:rPr lang="en-US"/>
              <a:t> </a:t>
            </a:r>
          </a:p>
        </p:txBody>
      </p:sp>
      <p:sp>
        <p:nvSpPr>
          <p:cNvPr id="71" name="SmartArt Placeholder 7">
            <a:extLst>
              <a:ext uri="{FF2B5EF4-FFF2-40B4-BE49-F238E27FC236}">
                <a16:creationId xmlns:a16="http://schemas.microsoft.com/office/drawing/2014/main" id="{EC5DF0FE-64D1-AB19-CAF1-A390D6492B0D}"/>
              </a:ext>
            </a:extLst>
          </p:cNvPr>
          <p:cNvSpPr>
            <a:spLocks noGrp="1"/>
          </p:cNvSpPr>
          <p:nvPr>
            <p:ph type="dgm" sz="quarter" idx="75" hasCustomPrompt="1"/>
          </p:nvPr>
        </p:nvSpPr>
        <p:spPr>
          <a:xfrm>
            <a:off x="3377372" y="1696224"/>
            <a:ext cx="2548800" cy="18000"/>
          </a:xfrm>
          <a:solidFill>
            <a:schemeClr val="tx2"/>
          </a:solidFill>
        </p:spPr>
        <p:txBody>
          <a:bodyPr/>
          <a:lstStyle>
            <a:lvl1pPr marL="0" indent="0">
              <a:buNone/>
              <a:defRPr sz="800">
                <a:solidFill>
                  <a:schemeClr val="bg1"/>
                </a:solidFill>
              </a:defRPr>
            </a:lvl1pPr>
          </a:lstStyle>
          <a:p>
            <a:r>
              <a:rPr lang="en-US"/>
              <a:t> </a:t>
            </a:r>
          </a:p>
        </p:txBody>
      </p:sp>
      <p:sp>
        <p:nvSpPr>
          <p:cNvPr id="72" name="SmartArt Placeholder 7">
            <a:extLst>
              <a:ext uri="{FF2B5EF4-FFF2-40B4-BE49-F238E27FC236}">
                <a16:creationId xmlns:a16="http://schemas.microsoft.com/office/drawing/2014/main" id="{60800279-F9E3-EDED-BB35-F73EEF52F830}"/>
              </a:ext>
            </a:extLst>
          </p:cNvPr>
          <p:cNvSpPr>
            <a:spLocks noGrp="1"/>
          </p:cNvSpPr>
          <p:nvPr>
            <p:ph type="dgm" sz="quarter" idx="76" hasCustomPrompt="1"/>
          </p:nvPr>
        </p:nvSpPr>
        <p:spPr>
          <a:xfrm>
            <a:off x="6269221" y="1696224"/>
            <a:ext cx="2548800" cy="18000"/>
          </a:xfrm>
          <a:solidFill>
            <a:schemeClr val="tx2"/>
          </a:solidFill>
        </p:spPr>
        <p:txBody>
          <a:bodyPr/>
          <a:lstStyle>
            <a:lvl1pPr marL="0" indent="0">
              <a:buNone/>
              <a:defRPr sz="800">
                <a:solidFill>
                  <a:schemeClr val="bg1"/>
                </a:solidFill>
              </a:defRPr>
            </a:lvl1pPr>
          </a:lstStyle>
          <a:p>
            <a:r>
              <a:rPr lang="en-US"/>
              <a:t> </a:t>
            </a:r>
          </a:p>
        </p:txBody>
      </p:sp>
      <p:sp>
        <p:nvSpPr>
          <p:cNvPr id="73" name="SmartArt Placeholder 7">
            <a:extLst>
              <a:ext uri="{FF2B5EF4-FFF2-40B4-BE49-F238E27FC236}">
                <a16:creationId xmlns:a16="http://schemas.microsoft.com/office/drawing/2014/main" id="{1BF95AC1-33EC-C487-C489-B7A97BBB2925}"/>
              </a:ext>
            </a:extLst>
          </p:cNvPr>
          <p:cNvSpPr>
            <a:spLocks noGrp="1"/>
          </p:cNvSpPr>
          <p:nvPr>
            <p:ph type="dgm" sz="quarter" idx="77" hasCustomPrompt="1"/>
          </p:nvPr>
        </p:nvSpPr>
        <p:spPr>
          <a:xfrm>
            <a:off x="9161070" y="1696224"/>
            <a:ext cx="2548800" cy="18000"/>
          </a:xfrm>
          <a:solidFill>
            <a:schemeClr val="tx2"/>
          </a:solidFill>
        </p:spPr>
        <p:txBody>
          <a:bodyPr/>
          <a:lstStyle>
            <a:lvl1pPr marL="0" indent="0">
              <a:buNone/>
              <a:defRPr sz="800">
                <a:solidFill>
                  <a:schemeClr val="bg1"/>
                </a:solidFill>
              </a:defRPr>
            </a:lvl1pPr>
          </a:lstStyle>
          <a:p>
            <a:r>
              <a:rPr lang="en-US"/>
              <a:t> </a:t>
            </a:r>
          </a:p>
        </p:txBody>
      </p:sp>
    </p:spTree>
    <p:extLst>
      <p:ext uri="{BB962C8B-B14F-4D97-AF65-F5344CB8AC3E}">
        <p14:creationId xmlns:p14="http://schemas.microsoft.com/office/powerpoint/2010/main" val="273488197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8AE523-7B3C-8783-DFC0-18E1AA2D887A}"/>
              </a:ext>
            </a:extLst>
          </p:cNvPr>
          <p:cNvSpPr>
            <a:spLocks noGrp="1"/>
          </p:cNvSpPr>
          <p:nvPr>
            <p:ph type="title"/>
          </p:nvPr>
        </p:nvSpPr>
        <p:spPr>
          <a:xfrm>
            <a:off x="485523" y="382588"/>
            <a:ext cx="11224347" cy="638175"/>
          </a:xfrm>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7096FD95-0C81-8816-F6A7-13708A804C91}"/>
              </a:ext>
            </a:extLst>
          </p:cNvPr>
          <p:cNvSpPr>
            <a:spLocks noGrp="1"/>
          </p:cNvSpPr>
          <p:nvPr>
            <p:ph type="dt" sz="half" idx="10"/>
          </p:nvPr>
        </p:nvSpPr>
        <p:spPr/>
        <p:txBody>
          <a:bodyPr/>
          <a:lstStyle/>
          <a:p>
            <a:fld id="{5AFF48BB-3632-4E78-A1EE-B2AAAFD85ACF}" type="datetime3">
              <a:rPr lang="en-US" smtClean="0"/>
              <a:t>18 March 2026</a:t>
            </a:fld>
            <a:endParaRPr lang="en-US"/>
          </a:p>
        </p:txBody>
      </p:sp>
      <p:sp>
        <p:nvSpPr>
          <p:cNvPr id="4" name="Footer Placeholder 3">
            <a:extLst>
              <a:ext uri="{FF2B5EF4-FFF2-40B4-BE49-F238E27FC236}">
                <a16:creationId xmlns:a16="http://schemas.microsoft.com/office/drawing/2014/main" id="{434B0C7E-A414-4EA6-7DAD-5068A7AE4E81}"/>
              </a:ext>
            </a:extLst>
          </p:cNvPr>
          <p:cNvSpPr>
            <a:spLocks noGrp="1"/>
          </p:cNvSpPr>
          <p:nvPr>
            <p:ph type="ftr" sz="quarter" idx="11"/>
          </p:nvPr>
        </p:nvSpPr>
        <p:spPr/>
        <p:txBody>
          <a:bodyPr/>
          <a:lstStyle/>
          <a:p>
            <a:r>
              <a:rPr lang="en-US"/>
              <a:t>Customer Experience</a:t>
            </a:r>
          </a:p>
        </p:txBody>
      </p:sp>
      <p:sp>
        <p:nvSpPr>
          <p:cNvPr id="5" name="Slide Number Placeholder 4">
            <a:extLst>
              <a:ext uri="{FF2B5EF4-FFF2-40B4-BE49-F238E27FC236}">
                <a16:creationId xmlns:a16="http://schemas.microsoft.com/office/drawing/2014/main" id="{830298F4-310D-68C0-AA7E-8C7FA83AB2EE}"/>
              </a:ext>
            </a:extLst>
          </p:cNvPr>
          <p:cNvSpPr>
            <a:spLocks noGrp="1"/>
          </p:cNvSpPr>
          <p:nvPr>
            <p:ph type="sldNum" sz="quarter" idx="12"/>
          </p:nvPr>
        </p:nvSpPr>
        <p:spPr/>
        <p:txBody>
          <a:bodyPr/>
          <a:lstStyle/>
          <a:p>
            <a:fld id="{94FCA0F3-9F3A-694B-99BB-0E592A797735}" type="slidenum">
              <a:rPr lang="en-US" smtClean="0"/>
              <a:t>‹#›</a:t>
            </a:fld>
            <a:endParaRPr lang="en-US"/>
          </a:p>
        </p:txBody>
      </p:sp>
      <p:sp>
        <p:nvSpPr>
          <p:cNvPr id="6" name="Highlight line 1">
            <a:extLst>
              <a:ext uri="{FF2B5EF4-FFF2-40B4-BE49-F238E27FC236}">
                <a16:creationId xmlns:a16="http://schemas.microsoft.com/office/drawing/2014/main" id="{82B2FB72-F2C5-9972-3E89-F35F455D0FAC}"/>
              </a:ext>
            </a:extLst>
          </p:cNvPr>
          <p:cNvSpPr>
            <a:spLocks noGrp="1"/>
          </p:cNvSpPr>
          <p:nvPr>
            <p:ph type="dgm" sz="quarter" idx="15" hasCustomPrompt="1"/>
          </p:nvPr>
        </p:nvSpPr>
        <p:spPr>
          <a:xfrm>
            <a:off x="485523" y="1209871"/>
            <a:ext cx="11224347" cy="36000"/>
          </a:xfrm>
          <a:solidFill>
            <a:schemeClr val="tx2"/>
          </a:solidFill>
        </p:spPr>
        <p:txBody>
          <a:bodyPr/>
          <a:lstStyle>
            <a:lvl1pPr marL="0" indent="0">
              <a:buNone/>
              <a:defRPr sz="800"/>
            </a:lvl1pPr>
          </a:lstStyle>
          <a:p>
            <a:r>
              <a:rPr lang="en-US"/>
              <a:t> </a:t>
            </a:r>
          </a:p>
        </p:txBody>
      </p:sp>
    </p:spTree>
    <p:extLst>
      <p:ext uri="{BB962C8B-B14F-4D97-AF65-F5344CB8AC3E}">
        <p14:creationId xmlns:p14="http://schemas.microsoft.com/office/powerpoint/2010/main" val="200537829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without lin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8AE523-7B3C-8783-DFC0-18E1AA2D887A}"/>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7096FD95-0C81-8816-F6A7-13708A804C91}"/>
              </a:ext>
            </a:extLst>
          </p:cNvPr>
          <p:cNvSpPr>
            <a:spLocks noGrp="1"/>
          </p:cNvSpPr>
          <p:nvPr>
            <p:ph type="dt" sz="half" idx="10"/>
          </p:nvPr>
        </p:nvSpPr>
        <p:spPr/>
        <p:txBody>
          <a:bodyPr/>
          <a:lstStyle/>
          <a:p>
            <a:fld id="{C7F77A1E-F9D3-4FDE-A59A-F477A8E8FA57}" type="datetime3">
              <a:rPr lang="en-US" smtClean="0"/>
              <a:t>18 March 2026</a:t>
            </a:fld>
            <a:endParaRPr lang="en-US"/>
          </a:p>
        </p:txBody>
      </p:sp>
      <p:sp>
        <p:nvSpPr>
          <p:cNvPr id="4" name="Footer Placeholder 3">
            <a:extLst>
              <a:ext uri="{FF2B5EF4-FFF2-40B4-BE49-F238E27FC236}">
                <a16:creationId xmlns:a16="http://schemas.microsoft.com/office/drawing/2014/main" id="{434B0C7E-A414-4EA6-7DAD-5068A7AE4E81}"/>
              </a:ext>
            </a:extLst>
          </p:cNvPr>
          <p:cNvSpPr>
            <a:spLocks noGrp="1"/>
          </p:cNvSpPr>
          <p:nvPr>
            <p:ph type="ftr" sz="quarter" idx="11"/>
          </p:nvPr>
        </p:nvSpPr>
        <p:spPr/>
        <p:txBody>
          <a:bodyPr/>
          <a:lstStyle/>
          <a:p>
            <a:r>
              <a:rPr lang="en-US"/>
              <a:t>Customer Experience</a:t>
            </a:r>
          </a:p>
        </p:txBody>
      </p:sp>
      <p:sp>
        <p:nvSpPr>
          <p:cNvPr id="5" name="Slide Number Placeholder 4">
            <a:extLst>
              <a:ext uri="{FF2B5EF4-FFF2-40B4-BE49-F238E27FC236}">
                <a16:creationId xmlns:a16="http://schemas.microsoft.com/office/drawing/2014/main" id="{830298F4-310D-68C0-AA7E-8C7FA83AB2EE}"/>
              </a:ext>
            </a:extLst>
          </p:cNvPr>
          <p:cNvSpPr>
            <a:spLocks noGrp="1"/>
          </p:cNvSpPr>
          <p:nvPr>
            <p:ph type="sldNum" sz="quarter" idx="12"/>
          </p:nvPr>
        </p:nvSpPr>
        <p:spPr/>
        <p:txBody>
          <a:bodyPr/>
          <a:lstStyle/>
          <a:p>
            <a:fld id="{94FCA0F3-9F3A-694B-99BB-0E592A797735}" type="slidenum">
              <a:rPr lang="en-US" smtClean="0"/>
              <a:t>‹#›</a:t>
            </a:fld>
            <a:endParaRPr lang="en-US"/>
          </a:p>
        </p:txBody>
      </p:sp>
    </p:spTree>
    <p:extLst>
      <p:ext uri="{BB962C8B-B14F-4D97-AF65-F5344CB8AC3E}">
        <p14:creationId xmlns:p14="http://schemas.microsoft.com/office/powerpoint/2010/main" val="385779928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pic>
        <p:nvPicPr>
          <p:cNvPr id="3" name="Picture 2" descr="A blurry image of a rainbow&#10;&#10;Description automatically generated">
            <a:extLst>
              <a:ext uri="{FF2B5EF4-FFF2-40B4-BE49-F238E27FC236}">
                <a16:creationId xmlns:a16="http://schemas.microsoft.com/office/drawing/2014/main" id="{317BE7A3-A673-B58A-8BE4-D36A0E590D33}"/>
              </a:ext>
            </a:extLst>
          </p:cNvPr>
          <p:cNvPicPr>
            <a:picLocks/>
          </p:cNvPicPr>
          <p:nvPr userDrawn="1"/>
        </p:nvPicPr>
        <p:blipFill>
          <a:blip r:embed="rId2">
            <a:extLst>
              <a:ext uri="{28A0092B-C50C-407E-A947-70E740481C1C}">
                <a14:useLocalDpi xmlns:a14="http://schemas.microsoft.com/office/drawing/2010/main" val="0"/>
              </a:ext>
            </a:extLst>
          </a:blip>
          <a:stretch>
            <a:fillRect/>
          </a:stretch>
        </p:blipFill>
        <p:spPr bwMode="hidden">
          <a:xfrm>
            <a:off x="0" y="0"/>
            <a:ext cx="12193200" cy="6858000"/>
          </a:xfrm>
          <a:prstGeom prst="rect">
            <a:avLst/>
          </a:prstGeom>
        </p:spPr>
      </p:pic>
      <p:grpSp>
        <p:nvGrpSpPr>
          <p:cNvPr id="5" name="Group 4">
            <a:extLst>
              <a:ext uri="{FF2B5EF4-FFF2-40B4-BE49-F238E27FC236}">
                <a16:creationId xmlns:a16="http://schemas.microsoft.com/office/drawing/2014/main" id="{581F3BED-E626-F3AE-FF20-A6D762394718}"/>
              </a:ext>
            </a:extLst>
          </p:cNvPr>
          <p:cNvGrpSpPr/>
          <p:nvPr userDrawn="1"/>
        </p:nvGrpSpPr>
        <p:grpSpPr>
          <a:xfrm>
            <a:off x="485775" y="6164633"/>
            <a:ext cx="4940935" cy="318770"/>
            <a:chOff x="485775" y="6164633"/>
            <a:chExt cx="4940935" cy="318770"/>
          </a:xfrm>
        </p:grpSpPr>
        <p:sp>
          <p:nvSpPr>
            <p:cNvPr id="297" name="Freeform 296">
              <a:extLst>
                <a:ext uri="{FF2B5EF4-FFF2-40B4-BE49-F238E27FC236}">
                  <a16:creationId xmlns:a16="http://schemas.microsoft.com/office/drawing/2014/main" id="{AD4E5D8B-12B4-19F3-17D4-D12BF368FC85}"/>
                </a:ext>
              </a:extLst>
            </p:cNvPr>
            <p:cNvSpPr/>
            <p:nvPr/>
          </p:nvSpPr>
          <p:spPr>
            <a:xfrm>
              <a:off x="485775" y="6164633"/>
              <a:ext cx="405765" cy="81280"/>
            </a:xfrm>
            <a:custGeom>
              <a:avLst/>
              <a:gdLst>
                <a:gd name="connsiteX0" fmla="*/ 324485 w 405765"/>
                <a:gd name="connsiteY0" fmla="*/ 0 h 81280"/>
                <a:gd name="connsiteX1" fmla="*/ 405765 w 405765"/>
                <a:gd name="connsiteY1" fmla="*/ 0 h 81280"/>
                <a:gd name="connsiteX2" fmla="*/ 405765 w 405765"/>
                <a:gd name="connsiteY2" fmla="*/ 81280 h 81280"/>
                <a:gd name="connsiteX3" fmla="*/ 324485 w 405765"/>
                <a:gd name="connsiteY3" fmla="*/ 81280 h 81280"/>
                <a:gd name="connsiteX4" fmla="*/ 161925 w 405765"/>
                <a:gd name="connsiteY4" fmla="*/ 0 h 81280"/>
                <a:gd name="connsiteX5" fmla="*/ 243205 w 405765"/>
                <a:gd name="connsiteY5" fmla="*/ 0 h 81280"/>
                <a:gd name="connsiteX6" fmla="*/ 243205 w 405765"/>
                <a:gd name="connsiteY6" fmla="*/ 81280 h 81280"/>
                <a:gd name="connsiteX7" fmla="*/ 161925 w 405765"/>
                <a:gd name="connsiteY7" fmla="*/ 81280 h 81280"/>
                <a:gd name="connsiteX8" fmla="*/ 0 w 405765"/>
                <a:gd name="connsiteY8" fmla="*/ 0 h 81280"/>
                <a:gd name="connsiteX9" fmla="*/ 81280 w 405765"/>
                <a:gd name="connsiteY9" fmla="*/ 0 h 81280"/>
                <a:gd name="connsiteX10" fmla="*/ 81280 w 405765"/>
                <a:gd name="connsiteY10" fmla="*/ 81280 h 81280"/>
                <a:gd name="connsiteX11" fmla="*/ 0 w 405765"/>
                <a:gd name="connsiteY11" fmla="*/ 81280 h 81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05765" h="81280">
                  <a:moveTo>
                    <a:pt x="324485" y="0"/>
                  </a:moveTo>
                  <a:lnTo>
                    <a:pt x="405765" y="0"/>
                  </a:lnTo>
                  <a:lnTo>
                    <a:pt x="405765" y="81280"/>
                  </a:lnTo>
                  <a:lnTo>
                    <a:pt x="324485" y="81280"/>
                  </a:lnTo>
                  <a:close/>
                  <a:moveTo>
                    <a:pt x="161925" y="0"/>
                  </a:moveTo>
                  <a:lnTo>
                    <a:pt x="243205" y="0"/>
                  </a:lnTo>
                  <a:lnTo>
                    <a:pt x="243205" y="81280"/>
                  </a:lnTo>
                  <a:lnTo>
                    <a:pt x="161925" y="81280"/>
                  </a:lnTo>
                  <a:close/>
                  <a:moveTo>
                    <a:pt x="0" y="0"/>
                  </a:moveTo>
                  <a:lnTo>
                    <a:pt x="81280" y="0"/>
                  </a:lnTo>
                  <a:lnTo>
                    <a:pt x="81280" y="81280"/>
                  </a:lnTo>
                  <a:lnTo>
                    <a:pt x="0" y="81280"/>
                  </a:lnTo>
                  <a:close/>
                </a:path>
              </a:pathLst>
            </a:custGeom>
            <a:solidFill>
              <a:srgbClr val="FFE600"/>
            </a:solidFill>
            <a:ln w="63500" cap="flat">
              <a:noFill/>
              <a:prstDash val="solid"/>
              <a:miter/>
            </a:ln>
          </p:spPr>
          <p:txBody>
            <a:bodyPr rtlCol="0" anchor="ctr"/>
            <a:lstStyle/>
            <a:p>
              <a:endParaRPr lang="en-US"/>
            </a:p>
          </p:txBody>
        </p:sp>
        <p:sp>
          <p:nvSpPr>
            <p:cNvPr id="298" name="Freeform 297">
              <a:extLst>
                <a:ext uri="{FF2B5EF4-FFF2-40B4-BE49-F238E27FC236}">
                  <a16:creationId xmlns:a16="http://schemas.microsoft.com/office/drawing/2014/main" id="{219789D6-6B07-F2E6-06BE-8CA9DC83E385}"/>
                </a:ext>
              </a:extLst>
            </p:cNvPr>
            <p:cNvSpPr/>
            <p:nvPr/>
          </p:nvSpPr>
          <p:spPr bwMode="black">
            <a:xfrm>
              <a:off x="485779" y="6344974"/>
              <a:ext cx="4940931" cy="138429"/>
            </a:xfrm>
            <a:custGeom>
              <a:avLst/>
              <a:gdLst>
                <a:gd name="connsiteX0" fmla="*/ 1032512 w 4940931"/>
                <a:gd name="connsiteY0" fmla="*/ 137477 h 138429"/>
                <a:gd name="connsiteX1" fmla="*/ 1032512 w 4940931"/>
                <a:gd name="connsiteY1" fmla="*/ 137794 h 138429"/>
                <a:gd name="connsiteX2" fmla="*/ 1030607 w 4940931"/>
                <a:gd name="connsiteY2" fmla="*/ 138429 h 138429"/>
                <a:gd name="connsiteX3" fmla="*/ 4929501 w 4940931"/>
                <a:gd name="connsiteY3" fmla="*/ 87629 h 138429"/>
                <a:gd name="connsiteX4" fmla="*/ 4933946 w 4940931"/>
                <a:gd name="connsiteY4" fmla="*/ 88264 h 138429"/>
                <a:gd name="connsiteX5" fmla="*/ 4937756 w 4940931"/>
                <a:gd name="connsiteY5" fmla="*/ 90804 h 138429"/>
                <a:gd name="connsiteX6" fmla="*/ 4940296 w 4940931"/>
                <a:gd name="connsiteY6" fmla="*/ 94614 h 138429"/>
                <a:gd name="connsiteX7" fmla="*/ 4940931 w 4940931"/>
                <a:gd name="connsiteY7" fmla="*/ 99059 h 138429"/>
                <a:gd name="connsiteX8" fmla="*/ 4940296 w 4940931"/>
                <a:gd name="connsiteY8" fmla="*/ 103504 h 138429"/>
                <a:gd name="connsiteX9" fmla="*/ 4937756 w 4940931"/>
                <a:gd name="connsiteY9" fmla="*/ 107314 h 138429"/>
                <a:gd name="connsiteX10" fmla="*/ 4933946 w 4940931"/>
                <a:gd name="connsiteY10" fmla="*/ 109854 h 138429"/>
                <a:gd name="connsiteX11" fmla="*/ 4929501 w 4940931"/>
                <a:gd name="connsiteY11" fmla="*/ 110489 h 138429"/>
                <a:gd name="connsiteX12" fmla="*/ 4925056 w 4940931"/>
                <a:gd name="connsiteY12" fmla="*/ 109854 h 138429"/>
                <a:gd name="connsiteX13" fmla="*/ 4921246 w 4940931"/>
                <a:gd name="connsiteY13" fmla="*/ 107314 h 138429"/>
                <a:gd name="connsiteX14" fmla="*/ 4918706 w 4940931"/>
                <a:gd name="connsiteY14" fmla="*/ 103504 h 138429"/>
                <a:gd name="connsiteX15" fmla="*/ 4918071 w 4940931"/>
                <a:gd name="connsiteY15" fmla="*/ 99059 h 138429"/>
                <a:gd name="connsiteX16" fmla="*/ 4918706 w 4940931"/>
                <a:gd name="connsiteY16" fmla="*/ 94614 h 138429"/>
                <a:gd name="connsiteX17" fmla="*/ 4921246 w 4940931"/>
                <a:gd name="connsiteY17" fmla="*/ 90804 h 138429"/>
                <a:gd name="connsiteX18" fmla="*/ 4925056 w 4940931"/>
                <a:gd name="connsiteY18" fmla="*/ 88264 h 138429"/>
                <a:gd name="connsiteX19" fmla="*/ 4929501 w 4940931"/>
                <a:gd name="connsiteY19" fmla="*/ 87629 h 138429"/>
                <a:gd name="connsiteX20" fmla="*/ 3079110 w 4940931"/>
                <a:gd name="connsiteY20" fmla="*/ 87629 h 138429"/>
                <a:gd name="connsiteX21" fmla="*/ 3083555 w 4940931"/>
                <a:gd name="connsiteY21" fmla="*/ 88264 h 138429"/>
                <a:gd name="connsiteX22" fmla="*/ 3087365 w 4940931"/>
                <a:gd name="connsiteY22" fmla="*/ 90804 h 138429"/>
                <a:gd name="connsiteX23" fmla="*/ 3089905 w 4940931"/>
                <a:gd name="connsiteY23" fmla="*/ 94614 h 138429"/>
                <a:gd name="connsiteX24" fmla="*/ 3090540 w 4940931"/>
                <a:gd name="connsiteY24" fmla="*/ 99059 h 138429"/>
                <a:gd name="connsiteX25" fmla="*/ 3089905 w 4940931"/>
                <a:gd name="connsiteY25" fmla="*/ 103504 h 138429"/>
                <a:gd name="connsiteX26" fmla="*/ 3087365 w 4940931"/>
                <a:gd name="connsiteY26" fmla="*/ 107314 h 138429"/>
                <a:gd name="connsiteX27" fmla="*/ 3083555 w 4940931"/>
                <a:gd name="connsiteY27" fmla="*/ 109854 h 138429"/>
                <a:gd name="connsiteX28" fmla="*/ 3079110 w 4940931"/>
                <a:gd name="connsiteY28" fmla="*/ 110489 h 138429"/>
                <a:gd name="connsiteX29" fmla="*/ 3074665 w 4940931"/>
                <a:gd name="connsiteY29" fmla="*/ 109854 h 138429"/>
                <a:gd name="connsiteX30" fmla="*/ 3070855 w 4940931"/>
                <a:gd name="connsiteY30" fmla="*/ 107314 h 138429"/>
                <a:gd name="connsiteX31" fmla="*/ 3068315 w 4940931"/>
                <a:gd name="connsiteY31" fmla="*/ 103504 h 138429"/>
                <a:gd name="connsiteX32" fmla="*/ 3067680 w 4940931"/>
                <a:gd name="connsiteY32" fmla="*/ 99059 h 138429"/>
                <a:gd name="connsiteX33" fmla="*/ 3068315 w 4940931"/>
                <a:gd name="connsiteY33" fmla="*/ 94614 h 138429"/>
                <a:gd name="connsiteX34" fmla="*/ 3070855 w 4940931"/>
                <a:gd name="connsiteY34" fmla="*/ 90804 h 138429"/>
                <a:gd name="connsiteX35" fmla="*/ 3074665 w 4940931"/>
                <a:gd name="connsiteY35" fmla="*/ 88264 h 138429"/>
                <a:gd name="connsiteX36" fmla="*/ 3079110 w 4940931"/>
                <a:gd name="connsiteY36" fmla="*/ 87629 h 138429"/>
                <a:gd name="connsiteX37" fmla="*/ 1565275 w 4940931"/>
                <a:gd name="connsiteY37" fmla="*/ 87629 h 138429"/>
                <a:gd name="connsiteX38" fmla="*/ 1569720 w 4940931"/>
                <a:gd name="connsiteY38" fmla="*/ 88264 h 138429"/>
                <a:gd name="connsiteX39" fmla="*/ 1573529 w 4940931"/>
                <a:gd name="connsiteY39" fmla="*/ 90804 h 138429"/>
                <a:gd name="connsiteX40" fmla="*/ 1576069 w 4940931"/>
                <a:gd name="connsiteY40" fmla="*/ 94614 h 138429"/>
                <a:gd name="connsiteX41" fmla="*/ 1576705 w 4940931"/>
                <a:gd name="connsiteY41" fmla="*/ 99059 h 138429"/>
                <a:gd name="connsiteX42" fmla="*/ 1576069 w 4940931"/>
                <a:gd name="connsiteY42" fmla="*/ 103504 h 138429"/>
                <a:gd name="connsiteX43" fmla="*/ 1573529 w 4940931"/>
                <a:gd name="connsiteY43" fmla="*/ 107314 h 138429"/>
                <a:gd name="connsiteX44" fmla="*/ 1569720 w 4940931"/>
                <a:gd name="connsiteY44" fmla="*/ 109854 h 138429"/>
                <a:gd name="connsiteX45" fmla="*/ 1565275 w 4940931"/>
                <a:gd name="connsiteY45" fmla="*/ 110489 h 138429"/>
                <a:gd name="connsiteX46" fmla="*/ 1560830 w 4940931"/>
                <a:gd name="connsiteY46" fmla="*/ 109854 h 138429"/>
                <a:gd name="connsiteX47" fmla="*/ 1557020 w 4940931"/>
                <a:gd name="connsiteY47" fmla="*/ 107314 h 138429"/>
                <a:gd name="connsiteX48" fmla="*/ 1554479 w 4940931"/>
                <a:gd name="connsiteY48" fmla="*/ 103504 h 138429"/>
                <a:gd name="connsiteX49" fmla="*/ 1553844 w 4940931"/>
                <a:gd name="connsiteY49" fmla="*/ 99059 h 138429"/>
                <a:gd name="connsiteX50" fmla="*/ 1554479 w 4940931"/>
                <a:gd name="connsiteY50" fmla="*/ 94614 h 138429"/>
                <a:gd name="connsiteX51" fmla="*/ 1557020 w 4940931"/>
                <a:gd name="connsiteY51" fmla="*/ 90804 h 138429"/>
                <a:gd name="connsiteX52" fmla="*/ 1560830 w 4940931"/>
                <a:gd name="connsiteY52" fmla="*/ 88264 h 138429"/>
                <a:gd name="connsiteX53" fmla="*/ 1565275 w 4940931"/>
                <a:gd name="connsiteY53" fmla="*/ 87629 h 138429"/>
                <a:gd name="connsiteX54" fmla="*/ 2642230 w 4940931"/>
                <a:gd name="connsiteY54" fmla="*/ 73024 h 138429"/>
                <a:gd name="connsiteX55" fmla="*/ 2630800 w 4940931"/>
                <a:gd name="connsiteY55" fmla="*/ 76199 h 138429"/>
                <a:gd name="connsiteX56" fmla="*/ 2626355 w 4940931"/>
                <a:gd name="connsiteY56" fmla="*/ 84454 h 138429"/>
                <a:gd name="connsiteX57" fmla="*/ 2627625 w 4940931"/>
                <a:gd name="connsiteY57" fmla="*/ 90169 h 138429"/>
                <a:gd name="connsiteX58" fmla="*/ 2630800 w 4940931"/>
                <a:gd name="connsiteY58" fmla="*/ 93979 h 138429"/>
                <a:gd name="connsiteX59" fmla="*/ 2635245 w 4940931"/>
                <a:gd name="connsiteY59" fmla="*/ 96519 h 138429"/>
                <a:gd name="connsiteX60" fmla="*/ 2641595 w 4940931"/>
                <a:gd name="connsiteY60" fmla="*/ 97154 h 138429"/>
                <a:gd name="connsiteX61" fmla="*/ 2647310 w 4940931"/>
                <a:gd name="connsiteY61" fmla="*/ 96519 h 138429"/>
                <a:gd name="connsiteX62" fmla="*/ 2652390 w 4940931"/>
                <a:gd name="connsiteY62" fmla="*/ 93979 h 138429"/>
                <a:gd name="connsiteX63" fmla="*/ 2656835 w 4940931"/>
                <a:gd name="connsiteY63" fmla="*/ 90804 h 138429"/>
                <a:gd name="connsiteX64" fmla="*/ 2660010 w 4940931"/>
                <a:gd name="connsiteY64" fmla="*/ 86994 h 138429"/>
                <a:gd name="connsiteX65" fmla="*/ 2660010 w 4940931"/>
                <a:gd name="connsiteY65" fmla="*/ 75564 h 138429"/>
                <a:gd name="connsiteX66" fmla="*/ 2656200 w 4940931"/>
                <a:gd name="connsiteY66" fmla="*/ 74294 h 138429"/>
                <a:gd name="connsiteX67" fmla="*/ 2652390 w 4940931"/>
                <a:gd name="connsiteY67" fmla="*/ 73659 h 138429"/>
                <a:gd name="connsiteX68" fmla="*/ 2647945 w 4940931"/>
                <a:gd name="connsiteY68" fmla="*/ 73024 h 138429"/>
                <a:gd name="connsiteX69" fmla="*/ 2642230 w 4940931"/>
                <a:gd name="connsiteY69" fmla="*/ 73024 h 138429"/>
                <a:gd name="connsiteX70" fmla="*/ 4664706 w 4940931"/>
                <a:gd name="connsiteY70" fmla="*/ 43814 h 138429"/>
                <a:gd name="connsiteX71" fmla="*/ 4657086 w 4940931"/>
                <a:gd name="connsiteY71" fmla="*/ 45719 h 138429"/>
                <a:gd name="connsiteX72" fmla="*/ 4651371 w 4940931"/>
                <a:gd name="connsiteY72" fmla="*/ 50799 h 138429"/>
                <a:gd name="connsiteX73" fmla="*/ 4647561 w 4940931"/>
                <a:gd name="connsiteY73" fmla="*/ 59054 h 138429"/>
                <a:gd name="connsiteX74" fmla="*/ 4646291 w 4940931"/>
                <a:gd name="connsiteY74" fmla="*/ 69849 h 138429"/>
                <a:gd name="connsiteX75" fmla="*/ 4647561 w 4940931"/>
                <a:gd name="connsiteY75" fmla="*/ 81279 h 138429"/>
                <a:gd name="connsiteX76" fmla="*/ 4651371 w 4940931"/>
                <a:gd name="connsiteY76" fmla="*/ 89534 h 138429"/>
                <a:gd name="connsiteX77" fmla="*/ 4657721 w 4940931"/>
                <a:gd name="connsiteY77" fmla="*/ 94614 h 138429"/>
                <a:gd name="connsiteX78" fmla="*/ 4665341 w 4940931"/>
                <a:gd name="connsiteY78" fmla="*/ 96519 h 138429"/>
                <a:gd name="connsiteX79" fmla="*/ 4672961 w 4940931"/>
                <a:gd name="connsiteY79" fmla="*/ 94614 h 138429"/>
                <a:gd name="connsiteX80" fmla="*/ 4678676 w 4940931"/>
                <a:gd name="connsiteY80" fmla="*/ 88899 h 138429"/>
                <a:gd name="connsiteX81" fmla="*/ 4682486 w 4940931"/>
                <a:gd name="connsiteY81" fmla="*/ 80644 h 138429"/>
                <a:gd name="connsiteX82" fmla="*/ 4683756 w 4940931"/>
                <a:gd name="connsiteY82" fmla="*/ 70484 h 138429"/>
                <a:gd name="connsiteX83" fmla="*/ 4684391 w 4940931"/>
                <a:gd name="connsiteY83" fmla="*/ 69849 h 138429"/>
                <a:gd name="connsiteX84" fmla="*/ 4683121 w 4940931"/>
                <a:gd name="connsiteY84" fmla="*/ 59054 h 138429"/>
                <a:gd name="connsiteX85" fmla="*/ 4679311 w 4940931"/>
                <a:gd name="connsiteY85" fmla="*/ 50799 h 138429"/>
                <a:gd name="connsiteX86" fmla="*/ 4672961 w 4940931"/>
                <a:gd name="connsiteY86" fmla="*/ 45719 h 138429"/>
                <a:gd name="connsiteX87" fmla="*/ 4664706 w 4940931"/>
                <a:gd name="connsiteY87" fmla="*/ 43814 h 138429"/>
                <a:gd name="connsiteX88" fmla="*/ 4264020 w 4940931"/>
                <a:gd name="connsiteY88" fmla="*/ 43814 h 138429"/>
                <a:gd name="connsiteX89" fmla="*/ 4256400 w 4940931"/>
                <a:gd name="connsiteY89" fmla="*/ 45719 h 138429"/>
                <a:gd name="connsiteX90" fmla="*/ 4250685 w 4940931"/>
                <a:gd name="connsiteY90" fmla="*/ 50799 h 138429"/>
                <a:gd name="connsiteX91" fmla="*/ 4246875 w 4940931"/>
                <a:gd name="connsiteY91" fmla="*/ 59054 h 138429"/>
                <a:gd name="connsiteX92" fmla="*/ 4245605 w 4940931"/>
                <a:gd name="connsiteY92" fmla="*/ 69849 h 138429"/>
                <a:gd name="connsiteX93" fmla="*/ 4246875 w 4940931"/>
                <a:gd name="connsiteY93" fmla="*/ 81279 h 138429"/>
                <a:gd name="connsiteX94" fmla="*/ 4250685 w 4940931"/>
                <a:gd name="connsiteY94" fmla="*/ 89534 h 138429"/>
                <a:gd name="connsiteX95" fmla="*/ 4257035 w 4940931"/>
                <a:gd name="connsiteY95" fmla="*/ 94614 h 138429"/>
                <a:gd name="connsiteX96" fmla="*/ 4264655 w 4940931"/>
                <a:gd name="connsiteY96" fmla="*/ 96519 h 138429"/>
                <a:gd name="connsiteX97" fmla="*/ 4272275 w 4940931"/>
                <a:gd name="connsiteY97" fmla="*/ 94614 h 138429"/>
                <a:gd name="connsiteX98" fmla="*/ 4277990 w 4940931"/>
                <a:gd name="connsiteY98" fmla="*/ 88899 h 138429"/>
                <a:gd name="connsiteX99" fmla="*/ 4281800 w 4940931"/>
                <a:gd name="connsiteY99" fmla="*/ 80644 h 138429"/>
                <a:gd name="connsiteX100" fmla="*/ 4283070 w 4940931"/>
                <a:gd name="connsiteY100" fmla="*/ 70484 h 138429"/>
                <a:gd name="connsiteX101" fmla="*/ 4283705 w 4940931"/>
                <a:gd name="connsiteY101" fmla="*/ 69849 h 138429"/>
                <a:gd name="connsiteX102" fmla="*/ 4282435 w 4940931"/>
                <a:gd name="connsiteY102" fmla="*/ 59054 h 138429"/>
                <a:gd name="connsiteX103" fmla="*/ 4278625 w 4940931"/>
                <a:gd name="connsiteY103" fmla="*/ 50799 h 138429"/>
                <a:gd name="connsiteX104" fmla="*/ 4272275 w 4940931"/>
                <a:gd name="connsiteY104" fmla="*/ 45719 h 138429"/>
                <a:gd name="connsiteX105" fmla="*/ 4264020 w 4940931"/>
                <a:gd name="connsiteY105" fmla="*/ 43814 h 138429"/>
                <a:gd name="connsiteX106" fmla="*/ 1420495 w 4940931"/>
                <a:gd name="connsiteY106" fmla="*/ 43814 h 138429"/>
                <a:gd name="connsiteX107" fmla="*/ 1412875 w 4940931"/>
                <a:gd name="connsiteY107" fmla="*/ 45719 h 138429"/>
                <a:gd name="connsiteX108" fmla="*/ 1407160 w 4940931"/>
                <a:gd name="connsiteY108" fmla="*/ 50799 h 138429"/>
                <a:gd name="connsiteX109" fmla="*/ 1403350 w 4940931"/>
                <a:gd name="connsiteY109" fmla="*/ 59054 h 138429"/>
                <a:gd name="connsiteX110" fmla="*/ 1402080 w 4940931"/>
                <a:gd name="connsiteY110" fmla="*/ 69849 h 138429"/>
                <a:gd name="connsiteX111" fmla="*/ 1403350 w 4940931"/>
                <a:gd name="connsiteY111" fmla="*/ 81279 h 138429"/>
                <a:gd name="connsiteX112" fmla="*/ 1407160 w 4940931"/>
                <a:gd name="connsiteY112" fmla="*/ 89534 h 138429"/>
                <a:gd name="connsiteX113" fmla="*/ 1413510 w 4940931"/>
                <a:gd name="connsiteY113" fmla="*/ 94614 h 138429"/>
                <a:gd name="connsiteX114" fmla="*/ 1421130 w 4940931"/>
                <a:gd name="connsiteY114" fmla="*/ 96519 h 138429"/>
                <a:gd name="connsiteX115" fmla="*/ 1428750 w 4940931"/>
                <a:gd name="connsiteY115" fmla="*/ 94614 h 138429"/>
                <a:gd name="connsiteX116" fmla="*/ 1434465 w 4940931"/>
                <a:gd name="connsiteY116" fmla="*/ 88899 h 138429"/>
                <a:gd name="connsiteX117" fmla="*/ 1438275 w 4940931"/>
                <a:gd name="connsiteY117" fmla="*/ 80644 h 138429"/>
                <a:gd name="connsiteX118" fmla="*/ 1439545 w 4940931"/>
                <a:gd name="connsiteY118" fmla="*/ 70484 h 138429"/>
                <a:gd name="connsiteX119" fmla="*/ 1440180 w 4940931"/>
                <a:gd name="connsiteY119" fmla="*/ 69849 h 138429"/>
                <a:gd name="connsiteX120" fmla="*/ 1438910 w 4940931"/>
                <a:gd name="connsiteY120" fmla="*/ 59054 h 138429"/>
                <a:gd name="connsiteX121" fmla="*/ 1435100 w 4940931"/>
                <a:gd name="connsiteY121" fmla="*/ 50799 h 138429"/>
                <a:gd name="connsiteX122" fmla="*/ 1428750 w 4940931"/>
                <a:gd name="connsiteY122" fmla="*/ 45719 h 138429"/>
                <a:gd name="connsiteX123" fmla="*/ 1420495 w 4940931"/>
                <a:gd name="connsiteY123" fmla="*/ 43814 h 138429"/>
                <a:gd name="connsiteX124" fmla="*/ 4041770 w 4940931"/>
                <a:gd name="connsiteY124" fmla="*/ 43180 h 138429"/>
                <a:gd name="connsiteX125" fmla="*/ 4034785 w 4940931"/>
                <a:gd name="connsiteY125" fmla="*/ 44450 h 138429"/>
                <a:gd name="connsiteX126" fmla="*/ 4029705 w 4940931"/>
                <a:gd name="connsiteY126" fmla="*/ 48260 h 138429"/>
                <a:gd name="connsiteX127" fmla="*/ 4025895 w 4940931"/>
                <a:gd name="connsiteY127" fmla="*/ 54610 h 138429"/>
                <a:gd name="connsiteX128" fmla="*/ 4023990 w 4940931"/>
                <a:gd name="connsiteY128" fmla="*/ 62865 h 138429"/>
                <a:gd name="connsiteX129" fmla="*/ 4060185 w 4940931"/>
                <a:gd name="connsiteY129" fmla="*/ 62865 h 138429"/>
                <a:gd name="connsiteX130" fmla="*/ 4058915 w 4940931"/>
                <a:gd name="connsiteY130" fmla="*/ 55245 h 138429"/>
                <a:gd name="connsiteX131" fmla="*/ 4055740 w 4940931"/>
                <a:gd name="connsiteY131" fmla="*/ 48895 h 138429"/>
                <a:gd name="connsiteX132" fmla="*/ 4050025 w 4940931"/>
                <a:gd name="connsiteY132" fmla="*/ 44450 h 138429"/>
                <a:gd name="connsiteX133" fmla="*/ 4041770 w 4940931"/>
                <a:gd name="connsiteY133" fmla="*/ 43180 h 138429"/>
                <a:gd name="connsiteX134" fmla="*/ 3728081 w 4940931"/>
                <a:gd name="connsiteY134" fmla="*/ 43180 h 138429"/>
                <a:gd name="connsiteX135" fmla="*/ 3721096 w 4940931"/>
                <a:gd name="connsiteY135" fmla="*/ 44450 h 138429"/>
                <a:gd name="connsiteX136" fmla="*/ 3716016 w 4940931"/>
                <a:gd name="connsiteY136" fmla="*/ 48260 h 138429"/>
                <a:gd name="connsiteX137" fmla="*/ 3712206 w 4940931"/>
                <a:gd name="connsiteY137" fmla="*/ 54610 h 138429"/>
                <a:gd name="connsiteX138" fmla="*/ 3710301 w 4940931"/>
                <a:gd name="connsiteY138" fmla="*/ 62865 h 138429"/>
                <a:gd name="connsiteX139" fmla="*/ 3746496 w 4940931"/>
                <a:gd name="connsiteY139" fmla="*/ 62865 h 138429"/>
                <a:gd name="connsiteX140" fmla="*/ 3745226 w 4940931"/>
                <a:gd name="connsiteY140" fmla="*/ 55245 h 138429"/>
                <a:gd name="connsiteX141" fmla="*/ 3742051 w 4940931"/>
                <a:gd name="connsiteY141" fmla="*/ 48895 h 138429"/>
                <a:gd name="connsiteX142" fmla="*/ 3736336 w 4940931"/>
                <a:gd name="connsiteY142" fmla="*/ 44450 h 138429"/>
                <a:gd name="connsiteX143" fmla="*/ 3728081 w 4940931"/>
                <a:gd name="connsiteY143" fmla="*/ 43180 h 138429"/>
                <a:gd name="connsiteX144" fmla="*/ 3541391 w 4940931"/>
                <a:gd name="connsiteY144" fmla="*/ 43180 h 138429"/>
                <a:gd name="connsiteX145" fmla="*/ 3534406 w 4940931"/>
                <a:gd name="connsiteY145" fmla="*/ 44450 h 138429"/>
                <a:gd name="connsiteX146" fmla="*/ 3529326 w 4940931"/>
                <a:gd name="connsiteY146" fmla="*/ 48260 h 138429"/>
                <a:gd name="connsiteX147" fmla="*/ 3525516 w 4940931"/>
                <a:gd name="connsiteY147" fmla="*/ 54610 h 138429"/>
                <a:gd name="connsiteX148" fmla="*/ 3523611 w 4940931"/>
                <a:gd name="connsiteY148" fmla="*/ 62865 h 138429"/>
                <a:gd name="connsiteX149" fmla="*/ 3559806 w 4940931"/>
                <a:gd name="connsiteY149" fmla="*/ 62865 h 138429"/>
                <a:gd name="connsiteX150" fmla="*/ 3558536 w 4940931"/>
                <a:gd name="connsiteY150" fmla="*/ 55245 h 138429"/>
                <a:gd name="connsiteX151" fmla="*/ 3555361 w 4940931"/>
                <a:gd name="connsiteY151" fmla="*/ 48895 h 138429"/>
                <a:gd name="connsiteX152" fmla="*/ 3549646 w 4940931"/>
                <a:gd name="connsiteY152" fmla="*/ 44450 h 138429"/>
                <a:gd name="connsiteX153" fmla="*/ 3541391 w 4940931"/>
                <a:gd name="connsiteY153" fmla="*/ 43180 h 138429"/>
                <a:gd name="connsiteX154" fmla="*/ 3463285 w 4940931"/>
                <a:gd name="connsiteY154" fmla="*/ 43180 h 138429"/>
                <a:gd name="connsiteX155" fmla="*/ 3458205 w 4940931"/>
                <a:gd name="connsiteY155" fmla="*/ 43815 h 138429"/>
                <a:gd name="connsiteX156" fmla="*/ 3453125 w 4940931"/>
                <a:gd name="connsiteY156" fmla="*/ 45720 h 138429"/>
                <a:gd name="connsiteX157" fmla="*/ 3448680 w 4940931"/>
                <a:gd name="connsiteY157" fmla="*/ 48895 h 138429"/>
                <a:gd name="connsiteX158" fmla="*/ 3445505 w 4940931"/>
                <a:gd name="connsiteY158" fmla="*/ 52705 h 138429"/>
                <a:gd name="connsiteX159" fmla="*/ 3445505 w 4940931"/>
                <a:gd name="connsiteY159" fmla="*/ 85725 h 138429"/>
                <a:gd name="connsiteX160" fmla="*/ 3448680 w 4940931"/>
                <a:gd name="connsiteY160" fmla="*/ 89535 h 138429"/>
                <a:gd name="connsiteX161" fmla="*/ 3453125 w 4940931"/>
                <a:gd name="connsiteY161" fmla="*/ 92710 h 138429"/>
                <a:gd name="connsiteX162" fmla="*/ 3458205 w 4940931"/>
                <a:gd name="connsiteY162" fmla="*/ 95250 h 138429"/>
                <a:gd name="connsiteX163" fmla="*/ 3463920 w 4940931"/>
                <a:gd name="connsiteY163" fmla="*/ 95885 h 138429"/>
                <a:gd name="connsiteX164" fmla="*/ 3476620 w 4940931"/>
                <a:gd name="connsiteY164" fmla="*/ 89535 h 138429"/>
                <a:gd name="connsiteX165" fmla="*/ 3481065 w 4940931"/>
                <a:gd name="connsiteY165" fmla="*/ 71120 h 138429"/>
                <a:gd name="connsiteX166" fmla="*/ 3480430 w 4940931"/>
                <a:gd name="connsiteY166" fmla="*/ 71755 h 138429"/>
                <a:gd name="connsiteX167" fmla="*/ 3475985 w 4940931"/>
                <a:gd name="connsiteY167" fmla="*/ 50165 h 138429"/>
                <a:gd name="connsiteX168" fmla="*/ 3463285 w 4940931"/>
                <a:gd name="connsiteY168" fmla="*/ 43180 h 138429"/>
                <a:gd name="connsiteX169" fmla="*/ 3343271 w 4940931"/>
                <a:gd name="connsiteY169" fmla="*/ 43180 h 138429"/>
                <a:gd name="connsiteX170" fmla="*/ 3336286 w 4940931"/>
                <a:gd name="connsiteY170" fmla="*/ 44450 h 138429"/>
                <a:gd name="connsiteX171" fmla="*/ 3331206 w 4940931"/>
                <a:gd name="connsiteY171" fmla="*/ 48260 h 138429"/>
                <a:gd name="connsiteX172" fmla="*/ 3327396 w 4940931"/>
                <a:gd name="connsiteY172" fmla="*/ 54610 h 138429"/>
                <a:gd name="connsiteX173" fmla="*/ 3325491 w 4940931"/>
                <a:gd name="connsiteY173" fmla="*/ 62865 h 138429"/>
                <a:gd name="connsiteX174" fmla="*/ 3361686 w 4940931"/>
                <a:gd name="connsiteY174" fmla="*/ 62865 h 138429"/>
                <a:gd name="connsiteX175" fmla="*/ 3360416 w 4940931"/>
                <a:gd name="connsiteY175" fmla="*/ 55245 h 138429"/>
                <a:gd name="connsiteX176" fmla="*/ 3357241 w 4940931"/>
                <a:gd name="connsiteY176" fmla="*/ 48895 h 138429"/>
                <a:gd name="connsiteX177" fmla="*/ 3351526 w 4940931"/>
                <a:gd name="connsiteY177" fmla="*/ 44450 h 138429"/>
                <a:gd name="connsiteX178" fmla="*/ 3343271 w 4940931"/>
                <a:gd name="connsiteY178" fmla="*/ 43180 h 138429"/>
                <a:gd name="connsiteX179" fmla="*/ 2976876 w 4940931"/>
                <a:gd name="connsiteY179" fmla="*/ 43180 h 138429"/>
                <a:gd name="connsiteX180" fmla="*/ 2969891 w 4940931"/>
                <a:gd name="connsiteY180" fmla="*/ 44450 h 138429"/>
                <a:gd name="connsiteX181" fmla="*/ 2964811 w 4940931"/>
                <a:gd name="connsiteY181" fmla="*/ 48260 h 138429"/>
                <a:gd name="connsiteX182" fmla="*/ 2961001 w 4940931"/>
                <a:gd name="connsiteY182" fmla="*/ 54610 h 138429"/>
                <a:gd name="connsiteX183" fmla="*/ 2959096 w 4940931"/>
                <a:gd name="connsiteY183" fmla="*/ 62865 h 138429"/>
                <a:gd name="connsiteX184" fmla="*/ 2995291 w 4940931"/>
                <a:gd name="connsiteY184" fmla="*/ 62865 h 138429"/>
                <a:gd name="connsiteX185" fmla="*/ 2994021 w 4940931"/>
                <a:gd name="connsiteY185" fmla="*/ 55245 h 138429"/>
                <a:gd name="connsiteX186" fmla="*/ 2990846 w 4940931"/>
                <a:gd name="connsiteY186" fmla="*/ 48895 h 138429"/>
                <a:gd name="connsiteX187" fmla="*/ 2985131 w 4940931"/>
                <a:gd name="connsiteY187" fmla="*/ 44450 h 138429"/>
                <a:gd name="connsiteX188" fmla="*/ 2976876 w 4940931"/>
                <a:gd name="connsiteY188" fmla="*/ 43180 h 138429"/>
                <a:gd name="connsiteX189" fmla="*/ 2527930 w 4940931"/>
                <a:gd name="connsiteY189" fmla="*/ 43180 h 138429"/>
                <a:gd name="connsiteX190" fmla="*/ 2520945 w 4940931"/>
                <a:gd name="connsiteY190" fmla="*/ 44450 h 138429"/>
                <a:gd name="connsiteX191" fmla="*/ 2515865 w 4940931"/>
                <a:gd name="connsiteY191" fmla="*/ 48260 h 138429"/>
                <a:gd name="connsiteX192" fmla="*/ 2512055 w 4940931"/>
                <a:gd name="connsiteY192" fmla="*/ 54610 h 138429"/>
                <a:gd name="connsiteX193" fmla="*/ 2510150 w 4940931"/>
                <a:gd name="connsiteY193" fmla="*/ 62865 h 138429"/>
                <a:gd name="connsiteX194" fmla="*/ 2546345 w 4940931"/>
                <a:gd name="connsiteY194" fmla="*/ 62865 h 138429"/>
                <a:gd name="connsiteX195" fmla="*/ 2545075 w 4940931"/>
                <a:gd name="connsiteY195" fmla="*/ 55245 h 138429"/>
                <a:gd name="connsiteX196" fmla="*/ 2541900 w 4940931"/>
                <a:gd name="connsiteY196" fmla="*/ 48895 h 138429"/>
                <a:gd name="connsiteX197" fmla="*/ 2536185 w 4940931"/>
                <a:gd name="connsiteY197" fmla="*/ 44450 h 138429"/>
                <a:gd name="connsiteX198" fmla="*/ 2527930 w 4940931"/>
                <a:gd name="connsiteY198" fmla="*/ 43180 h 138429"/>
                <a:gd name="connsiteX199" fmla="*/ 2214240 w 4940931"/>
                <a:gd name="connsiteY199" fmla="*/ 43180 h 138429"/>
                <a:gd name="connsiteX200" fmla="*/ 2207255 w 4940931"/>
                <a:gd name="connsiteY200" fmla="*/ 44450 h 138429"/>
                <a:gd name="connsiteX201" fmla="*/ 2202175 w 4940931"/>
                <a:gd name="connsiteY201" fmla="*/ 48260 h 138429"/>
                <a:gd name="connsiteX202" fmla="*/ 2198365 w 4940931"/>
                <a:gd name="connsiteY202" fmla="*/ 54610 h 138429"/>
                <a:gd name="connsiteX203" fmla="*/ 2196460 w 4940931"/>
                <a:gd name="connsiteY203" fmla="*/ 62865 h 138429"/>
                <a:gd name="connsiteX204" fmla="*/ 2232655 w 4940931"/>
                <a:gd name="connsiteY204" fmla="*/ 62865 h 138429"/>
                <a:gd name="connsiteX205" fmla="*/ 2231385 w 4940931"/>
                <a:gd name="connsiteY205" fmla="*/ 55245 h 138429"/>
                <a:gd name="connsiteX206" fmla="*/ 2228210 w 4940931"/>
                <a:gd name="connsiteY206" fmla="*/ 48895 h 138429"/>
                <a:gd name="connsiteX207" fmla="*/ 2222495 w 4940931"/>
                <a:gd name="connsiteY207" fmla="*/ 44450 h 138429"/>
                <a:gd name="connsiteX208" fmla="*/ 2214240 w 4940931"/>
                <a:gd name="connsiteY208" fmla="*/ 43180 h 138429"/>
                <a:gd name="connsiteX209" fmla="*/ 2027551 w 4940931"/>
                <a:gd name="connsiteY209" fmla="*/ 43180 h 138429"/>
                <a:gd name="connsiteX210" fmla="*/ 2020566 w 4940931"/>
                <a:gd name="connsiteY210" fmla="*/ 44450 h 138429"/>
                <a:gd name="connsiteX211" fmla="*/ 2015486 w 4940931"/>
                <a:gd name="connsiteY211" fmla="*/ 48260 h 138429"/>
                <a:gd name="connsiteX212" fmla="*/ 2011676 w 4940931"/>
                <a:gd name="connsiteY212" fmla="*/ 54610 h 138429"/>
                <a:gd name="connsiteX213" fmla="*/ 2009771 w 4940931"/>
                <a:gd name="connsiteY213" fmla="*/ 62865 h 138429"/>
                <a:gd name="connsiteX214" fmla="*/ 2045966 w 4940931"/>
                <a:gd name="connsiteY214" fmla="*/ 62865 h 138429"/>
                <a:gd name="connsiteX215" fmla="*/ 2044696 w 4940931"/>
                <a:gd name="connsiteY215" fmla="*/ 55245 h 138429"/>
                <a:gd name="connsiteX216" fmla="*/ 2041521 w 4940931"/>
                <a:gd name="connsiteY216" fmla="*/ 48895 h 138429"/>
                <a:gd name="connsiteX217" fmla="*/ 2035806 w 4940931"/>
                <a:gd name="connsiteY217" fmla="*/ 44450 h 138429"/>
                <a:gd name="connsiteX218" fmla="*/ 2027551 w 4940931"/>
                <a:gd name="connsiteY218" fmla="*/ 43180 h 138429"/>
                <a:gd name="connsiteX219" fmla="*/ 1949445 w 4940931"/>
                <a:gd name="connsiteY219" fmla="*/ 43180 h 138429"/>
                <a:gd name="connsiteX220" fmla="*/ 1944365 w 4940931"/>
                <a:gd name="connsiteY220" fmla="*/ 43815 h 138429"/>
                <a:gd name="connsiteX221" fmla="*/ 1939285 w 4940931"/>
                <a:gd name="connsiteY221" fmla="*/ 45720 h 138429"/>
                <a:gd name="connsiteX222" fmla="*/ 1934840 w 4940931"/>
                <a:gd name="connsiteY222" fmla="*/ 48895 h 138429"/>
                <a:gd name="connsiteX223" fmla="*/ 1931665 w 4940931"/>
                <a:gd name="connsiteY223" fmla="*/ 52705 h 138429"/>
                <a:gd name="connsiteX224" fmla="*/ 1931665 w 4940931"/>
                <a:gd name="connsiteY224" fmla="*/ 85725 h 138429"/>
                <a:gd name="connsiteX225" fmla="*/ 1934840 w 4940931"/>
                <a:gd name="connsiteY225" fmla="*/ 89535 h 138429"/>
                <a:gd name="connsiteX226" fmla="*/ 1939285 w 4940931"/>
                <a:gd name="connsiteY226" fmla="*/ 92710 h 138429"/>
                <a:gd name="connsiteX227" fmla="*/ 1944365 w 4940931"/>
                <a:gd name="connsiteY227" fmla="*/ 95250 h 138429"/>
                <a:gd name="connsiteX228" fmla="*/ 1950080 w 4940931"/>
                <a:gd name="connsiteY228" fmla="*/ 95885 h 138429"/>
                <a:gd name="connsiteX229" fmla="*/ 1962780 w 4940931"/>
                <a:gd name="connsiteY229" fmla="*/ 89535 h 138429"/>
                <a:gd name="connsiteX230" fmla="*/ 1967225 w 4940931"/>
                <a:gd name="connsiteY230" fmla="*/ 71120 h 138429"/>
                <a:gd name="connsiteX231" fmla="*/ 1966590 w 4940931"/>
                <a:gd name="connsiteY231" fmla="*/ 71755 h 138429"/>
                <a:gd name="connsiteX232" fmla="*/ 1962145 w 4940931"/>
                <a:gd name="connsiteY232" fmla="*/ 50165 h 138429"/>
                <a:gd name="connsiteX233" fmla="*/ 1949445 w 4940931"/>
                <a:gd name="connsiteY233" fmla="*/ 43180 h 138429"/>
                <a:gd name="connsiteX234" fmla="*/ 1829431 w 4940931"/>
                <a:gd name="connsiteY234" fmla="*/ 43180 h 138429"/>
                <a:gd name="connsiteX235" fmla="*/ 1822446 w 4940931"/>
                <a:gd name="connsiteY235" fmla="*/ 44450 h 138429"/>
                <a:gd name="connsiteX236" fmla="*/ 1817366 w 4940931"/>
                <a:gd name="connsiteY236" fmla="*/ 48260 h 138429"/>
                <a:gd name="connsiteX237" fmla="*/ 1813556 w 4940931"/>
                <a:gd name="connsiteY237" fmla="*/ 54610 h 138429"/>
                <a:gd name="connsiteX238" fmla="*/ 1811651 w 4940931"/>
                <a:gd name="connsiteY238" fmla="*/ 62865 h 138429"/>
                <a:gd name="connsiteX239" fmla="*/ 1847846 w 4940931"/>
                <a:gd name="connsiteY239" fmla="*/ 62865 h 138429"/>
                <a:gd name="connsiteX240" fmla="*/ 1846576 w 4940931"/>
                <a:gd name="connsiteY240" fmla="*/ 55245 h 138429"/>
                <a:gd name="connsiteX241" fmla="*/ 1843401 w 4940931"/>
                <a:gd name="connsiteY241" fmla="*/ 48895 h 138429"/>
                <a:gd name="connsiteX242" fmla="*/ 1837686 w 4940931"/>
                <a:gd name="connsiteY242" fmla="*/ 44450 h 138429"/>
                <a:gd name="connsiteX243" fmla="*/ 1829431 w 4940931"/>
                <a:gd name="connsiteY243" fmla="*/ 43180 h 138429"/>
                <a:gd name="connsiteX244" fmla="*/ 1178561 w 4940931"/>
                <a:gd name="connsiteY244" fmla="*/ 43180 h 138429"/>
                <a:gd name="connsiteX245" fmla="*/ 1171576 w 4940931"/>
                <a:gd name="connsiteY245" fmla="*/ 44450 h 138429"/>
                <a:gd name="connsiteX246" fmla="*/ 1166496 w 4940931"/>
                <a:gd name="connsiteY246" fmla="*/ 48260 h 138429"/>
                <a:gd name="connsiteX247" fmla="*/ 1162686 w 4940931"/>
                <a:gd name="connsiteY247" fmla="*/ 54610 h 138429"/>
                <a:gd name="connsiteX248" fmla="*/ 1160781 w 4940931"/>
                <a:gd name="connsiteY248" fmla="*/ 62865 h 138429"/>
                <a:gd name="connsiteX249" fmla="*/ 1196976 w 4940931"/>
                <a:gd name="connsiteY249" fmla="*/ 62865 h 138429"/>
                <a:gd name="connsiteX250" fmla="*/ 1195706 w 4940931"/>
                <a:gd name="connsiteY250" fmla="*/ 55245 h 138429"/>
                <a:gd name="connsiteX251" fmla="*/ 1192531 w 4940931"/>
                <a:gd name="connsiteY251" fmla="*/ 48895 h 138429"/>
                <a:gd name="connsiteX252" fmla="*/ 1186816 w 4940931"/>
                <a:gd name="connsiteY252" fmla="*/ 44450 h 138429"/>
                <a:gd name="connsiteX253" fmla="*/ 1178561 w 4940931"/>
                <a:gd name="connsiteY253" fmla="*/ 43180 h 138429"/>
                <a:gd name="connsiteX254" fmla="*/ 898525 w 4940931"/>
                <a:gd name="connsiteY254" fmla="*/ 43180 h 138429"/>
                <a:gd name="connsiteX255" fmla="*/ 891540 w 4940931"/>
                <a:gd name="connsiteY255" fmla="*/ 44450 h 138429"/>
                <a:gd name="connsiteX256" fmla="*/ 886460 w 4940931"/>
                <a:gd name="connsiteY256" fmla="*/ 48260 h 138429"/>
                <a:gd name="connsiteX257" fmla="*/ 882650 w 4940931"/>
                <a:gd name="connsiteY257" fmla="*/ 54610 h 138429"/>
                <a:gd name="connsiteX258" fmla="*/ 880745 w 4940931"/>
                <a:gd name="connsiteY258" fmla="*/ 62865 h 138429"/>
                <a:gd name="connsiteX259" fmla="*/ 916940 w 4940931"/>
                <a:gd name="connsiteY259" fmla="*/ 62865 h 138429"/>
                <a:gd name="connsiteX260" fmla="*/ 915670 w 4940931"/>
                <a:gd name="connsiteY260" fmla="*/ 55245 h 138429"/>
                <a:gd name="connsiteX261" fmla="*/ 912495 w 4940931"/>
                <a:gd name="connsiteY261" fmla="*/ 48895 h 138429"/>
                <a:gd name="connsiteX262" fmla="*/ 906780 w 4940931"/>
                <a:gd name="connsiteY262" fmla="*/ 44450 h 138429"/>
                <a:gd name="connsiteX263" fmla="*/ 898525 w 4940931"/>
                <a:gd name="connsiteY263" fmla="*/ 43180 h 138429"/>
                <a:gd name="connsiteX264" fmla="*/ 584834 w 4940931"/>
                <a:gd name="connsiteY264" fmla="*/ 43180 h 138429"/>
                <a:gd name="connsiteX265" fmla="*/ 577849 w 4940931"/>
                <a:gd name="connsiteY265" fmla="*/ 44450 h 138429"/>
                <a:gd name="connsiteX266" fmla="*/ 572769 w 4940931"/>
                <a:gd name="connsiteY266" fmla="*/ 48260 h 138429"/>
                <a:gd name="connsiteX267" fmla="*/ 568959 w 4940931"/>
                <a:gd name="connsiteY267" fmla="*/ 54610 h 138429"/>
                <a:gd name="connsiteX268" fmla="*/ 567054 w 4940931"/>
                <a:gd name="connsiteY268" fmla="*/ 62865 h 138429"/>
                <a:gd name="connsiteX269" fmla="*/ 603249 w 4940931"/>
                <a:gd name="connsiteY269" fmla="*/ 62865 h 138429"/>
                <a:gd name="connsiteX270" fmla="*/ 601979 w 4940931"/>
                <a:gd name="connsiteY270" fmla="*/ 55245 h 138429"/>
                <a:gd name="connsiteX271" fmla="*/ 598804 w 4940931"/>
                <a:gd name="connsiteY271" fmla="*/ 48895 h 138429"/>
                <a:gd name="connsiteX272" fmla="*/ 593089 w 4940931"/>
                <a:gd name="connsiteY272" fmla="*/ 44450 h 138429"/>
                <a:gd name="connsiteX273" fmla="*/ 584834 w 4940931"/>
                <a:gd name="connsiteY273" fmla="*/ 43180 h 138429"/>
                <a:gd name="connsiteX274" fmla="*/ 398145 w 4940931"/>
                <a:gd name="connsiteY274" fmla="*/ 43180 h 138429"/>
                <a:gd name="connsiteX275" fmla="*/ 391160 w 4940931"/>
                <a:gd name="connsiteY275" fmla="*/ 44450 h 138429"/>
                <a:gd name="connsiteX276" fmla="*/ 386080 w 4940931"/>
                <a:gd name="connsiteY276" fmla="*/ 48260 h 138429"/>
                <a:gd name="connsiteX277" fmla="*/ 382270 w 4940931"/>
                <a:gd name="connsiteY277" fmla="*/ 54610 h 138429"/>
                <a:gd name="connsiteX278" fmla="*/ 380365 w 4940931"/>
                <a:gd name="connsiteY278" fmla="*/ 62865 h 138429"/>
                <a:gd name="connsiteX279" fmla="*/ 416560 w 4940931"/>
                <a:gd name="connsiteY279" fmla="*/ 62865 h 138429"/>
                <a:gd name="connsiteX280" fmla="*/ 415290 w 4940931"/>
                <a:gd name="connsiteY280" fmla="*/ 55245 h 138429"/>
                <a:gd name="connsiteX281" fmla="*/ 412115 w 4940931"/>
                <a:gd name="connsiteY281" fmla="*/ 48895 h 138429"/>
                <a:gd name="connsiteX282" fmla="*/ 406400 w 4940931"/>
                <a:gd name="connsiteY282" fmla="*/ 44450 h 138429"/>
                <a:gd name="connsiteX283" fmla="*/ 398145 w 4940931"/>
                <a:gd name="connsiteY283" fmla="*/ 43180 h 138429"/>
                <a:gd name="connsiteX284" fmla="*/ 320039 w 4940931"/>
                <a:gd name="connsiteY284" fmla="*/ 43180 h 138429"/>
                <a:gd name="connsiteX285" fmla="*/ 314959 w 4940931"/>
                <a:gd name="connsiteY285" fmla="*/ 43815 h 138429"/>
                <a:gd name="connsiteX286" fmla="*/ 309879 w 4940931"/>
                <a:gd name="connsiteY286" fmla="*/ 45720 h 138429"/>
                <a:gd name="connsiteX287" fmla="*/ 305434 w 4940931"/>
                <a:gd name="connsiteY287" fmla="*/ 48895 h 138429"/>
                <a:gd name="connsiteX288" fmla="*/ 302259 w 4940931"/>
                <a:gd name="connsiteY288" fmla="*/ 52705 h 138429"/>
                <a:gd name="connsiteX289" fmla="*/ 302259 w 4940931"/>
                <a:gd name="connsiteY289" fmla="*/ 85725 h 138429"/>
                <a:gd name="connsiteX290" fmla="*/ 305434 w 4940931"/>
                <a:gd name="connsiteY290" fmla="*/ 89535 h 138429"/>
                <a:gd name="connsiteX291" fmla="*/ 309879 w 4940931"/>
                <a:gd name="connsiteY291" fmla="*/ 92710 h 138429"/>
                <a:gd name="connsiteX292" fmla="*/ 314959 w 4940931"/>
                <a:gd name="connsiteY292" fmla="*/ 95250 h 138429"/>
                <a:gd name="connsiteX293" fmla="*/ 320674 w 4940931"/>
                <a:gd name="connsiteY293" fmla="*/ 95885 h 138429"/>
                <a:gd name="connsiteX294" fmla="*/ 333374 w 4940931"/>
                <a:gd name="connsiteY294" fmla="*/ 89535 h 138429"/>
                <a:gd name="connsiteX295" fmla="*/ 337819 w 4940931"/>
                <a:gd name="connsiteY295" fmla="*/ 71120 h 138429"/>
                <a:gd name="connsiteX296" fmla="*/ 337184 w 4940931"/>
                <a:gd name="connsiteY296" fmla="*/ 71755 h 138429"/>
                <a:gd name="connsiteX297" fmla="*/ 332739 w 4940931"/>
                <a:gd name="connsiteY297" fmla="*/ 50165 h 138429"/>
                <a:gd name="connsiteX298" fmla="*/ 320039 w 4940931"/>
                <a:gd name="connsiteY298" fmla="*/ 43180 h 138429"/>
                <a:gd name="connsiteX299" fmla="*/ 200025 w 4940931"/>
                <a:gd name="connsiteY299" fmla="*/ 43180 h 138429"/>
                <a:gd name="connsiteX300" fmla="*/ 193040 w 4940931"/>
                <a:gd name="connsiteY300" fmla="*/ 44450 h 138429"/>
                <a:gd name="connsiteX301" fmla="*/ 187960 w 4940931"/>
                <a:gd name="connsiteY301" fmla="*/ 48260 h 138429"/>
                <a:gd name="connsiteX302" fmla="*/ 184150 w 4940931"/>
                <a:gd name="connsiteY302" fmla="*/ 54610 h 138429"/>
                <a:gd name="connsiteX303" fmla="*/ 182245 w 4940931"/>
                <a:gd name="connsiteY303" fmla="*/ 62865 h 138429"/>
                <a:gd name="connsiteX304" fmla="*/ 218440 w 4940931"/>
                <a:gd name="connsiteY304" fmla="*/ 62865 h 138429"/>
                <a:gd name="connsiteX305" fmla="*/ 217170 w 4940931"/>
                <a:gd name="connsiteY305" fmla="*/ 55245 h 138429"/>
                <a:gd name="connsiteX306" fmla="*/ 213995 w 4940931"/>
                <a:gd name="connsiteY306" fmla="*/ 48895 h 138429"/>
                <a:gd name="connsiteX307" fmla="*/ 208280 w 4940931"/>
                <a:gd name="connsiteY307" fmla="*/ 44450 h 138429"/>
                <a:gd name="connsiteX308" fmla="*/ 200025 w 4940931"/>
                <a:gd name="connsiteY308" fmla="*/ 43180 h 138429"/>
                <a:gd name="connsiteX309" fmla="*/ 4439281 w 4940931"/>
                <a:gd name="connsiteY309" fmla="*/ 43179 h 138429"/>
                <a:gd name="connsiteX310" fmla="*/ 4426581 w 4940931"/>
                <a:gd name="connsiteY310" fmla="*/ 49529 h 138429"/>
                <a:gd name="connsiteX311" fmla="*/ 4422136 w 4940931"/>
                <a:gd name="connsiteY311" fmla="*/ 67944 h 138429"/>
                <a:gd name="connsiteX312" fmla="*/ 4423406 w 4940931"/>
                <a:gd name="connsiteY312" fmla="*/ 80644 h 138429"/>
                <a:gd name="connsiteX313" fmla="*/ 4426581 w 4940931"/>
                <a:gd name="connsiteY313" fmla="*/ 89534 h 138429"/>
                <a:gd name="connsiteX314" fmla="*/ 4432296 w 4940931"/>
                <a:gd name="connsiteY314" fmla="*/ 94614 h 138429"/>
                <a:gd name="connsiteX315" fmla="*/ 4439916 w 4940931"/>
                <a:gd name="connsiteY315" fmla="*/ 96519 h 138429"/>
                <a:gd name="connsiteX316" fmla="*/ 4444996 w 4940931"/>
                <a:gd name="connsiteY316" fmla="*/ 95884 h 138429"/>
                <a:gd name="connsiteX317" fmla="*/ 4450076 w 4940931"/>
                <a:gd name="connsiteY317" fmla="*/ 93344 h 138429"/>
                <a:gd name="connsiteX318" fmla="*/ 4454521 w 4940931"/>
                <a:gd name="connsiteY318" fmla="*/ 90169 h 138429"/>
                <a:gd name="connsiteX319" fmla="*/ 4457696 w 4940931"/>
                <a:gd name="connsiteY319" fmla="*/ 86359 h 138429"/>
                <a:gd name="connsiteX320" fmla="*/ 4457696 w 4940931"/>
                <a:gd name="connsiteY320" fmla="*/ 53339 h 138429"/>
                <a:gd name="connsiteX321" fmla="*/ 4454521 w 4940931"/>
                <a:gd name="connsiteY321" fmla="*/ 49529 h 138429"/>
                <a:gd name="connsiteX322" fmla="*/ 4450076 w 4940931"/>
                <a:gd name="connsiteY322" fmla="*/ 46354 h 138429"/>
                <a:gd name="connsiteX323" fmla="*/ 4444996 w 4940931"/>
                <a:gd name="connsiteY323" fmla="*/ 43814 h 138429"/>
                <a:gd name="connsiteX324" fmla="*/ 4439281 w 4940931"/>
                <a:gd name="connsiteY324" fmla="*/ 43179 h 138429"/>
                <a:gd name="connsiteX325" fmla="*/ 1014731 w 4940931"/>
                <a:gd name="connsiteY325" fmla="*/ 43179 h 138429"/>
                <a:gd name="connsiteX326" fmla="*/ 1002032 w 4940931"/>
                <a:gd name="connsiteY326" fmla="*/ 49529 h 138429"/>
                <a:gd name="connsiteX327" fmla="*/ 997587 w 4940931"/>
                <a:gd name="connsiteY327" fmla="*/ 67944 h 138429"/>
                <a:gd name="connsiteX328" fmla="*/ 1002032 w 4940931"/>
                <a:gd name="connsiteY328" fmla="*/ 88899 h 138429"/>
                <a:gd name="connsiteX329" fmla="*/ 1015367 w 4940931"/>
                <a:gd name="connsiteY329" fmla="*/ 95884 h 138429"/>
                <a:gd name="connsiteX330" fmla="*/ 1024891 w 4940931"/>
                <a:gd name="connsiteY330" fmla="*/ 93344 h 138429"/>
                <a:gd name="connsiteX331" fmla="*/ 1033147 w 4940931"/>
                <a:gd name="connsiteY331" fmla="*/ 86359 h 138429"/>
                <a:gd name="connsiteX332" fmla="*/ 1033147 w 4940931"/>
                <a:gd name="connsiteY332" fmla="*/ 53339 h 138429"/>
                <a:gd name="connsiteX333" fmla="*/ 1029971 w 4940931"/>
                <a:gd name="connsiteY333" fmla="*/ 49529 h 138429"/>
                <a:gd name="connsiteX334" fmla="*/ 1025526 w 4940931"/>
                <a:gd name="connsiteY334" fmla="*/ 46354 h 138429"/>
                <a:gd name="connsiteX335" fmla="*/ 1020446 w 4940931"/>
                <a:gd name="connsiteY335" fmla="*/ 43814 h 138429"/>
                <a:gd name="connsiteX336" fmla="*/ 1014731 w 4940931"/>
                <a:gd name="connsiteY336" fmla="*/ 43179 h 138429"/>
                <a:gd name="connsiteX337" fmla="*/ 4524370 w 4940931"/>
                <a:gd name="connsiteY337" fmla="*/ 31114 h 138429"/>
                <a:gd name="connsiteX338" fmla="*/ 4538975 w 4940931"/>
                <a:gd name="connsiteY338" fmla="*/ 31114 h 138429"/>
                <a:gd name="connsiteX339" fmla="*/ 4552310 w 4940931"/>
                <a:gd name="connsiteY339" fmla="*/ 84454 h 138429"/>
                <a:gd name="connsiteX340" fmla="*/ 4566915 w 4940931"/>
                <a:gd name="connsiteY340" fmla="*/ 31114 h 138429"/>
                <a:gd name="connsiteX341" fmla="*/ 4579615 w 4940931"/>
                <a:gd name="connsiteY341" fmla="*/ 31114 h 138429"/>
                <a:gd name="connsiteX342" fmla="*/ 4594220 w 4940931"/>
                <a:gd name="connsiteY342" fmla="*/ 84454 h 138429"/>
                <a:gd name="connsiteX343" fmla="*/ 4606920 w 4940931"/>
                <a:gd name="connsiteY343" fmla="*/ 31114 h 138429"/>
                <a:gd name="connsiteX344" fmla="*/ 4622160 w 4940931"/>
                <a:gd name="connsiteY344" fmla="*/ 31114 h 138429"/>
                <a:gd name="connsiteX345" fmla="*/ 4600570 w 4940931"/>
                <a:gd name="connsiteY345" fmla="*/ 108584 h 138429"/>
                <a:gd name="connsiteX346" fmla="*/ 4587235 w 4940931"/>
                <a:gd name="connsiteY346" fmla="*/ 108584 h 138429"/>
                <a:gd name="connsiteX347" fmla="*/ 4572630 w 4940931"/>
                <a:gd name="connsiteY347" fmla="*/ 54609 h 138429"/>
                <a:gd name="connsiteX348" fmla="*/ 4558660 w 4940931"/>
                <a:gd name="connsiteY348" fmla="*/ 108584 h 138429"/>
                <a:gd name="connsiteX349" fmla="*/ 4545325 w 4940931"/>
                <a:gd name="connsiteY349" fmla="*/ 108584 h 138429"/>
                <a:gd name="connsiteX350" fmla="*/ 4123686 w 4940931"/>
                <a:gd name="connsiteY350" fmla="*/ 31114 h 138429"/>
                <a:gd name="connsiteX351" fmla="*/ 4138926 w 4940931"/>
                <a:gd name="connsiteY351" fmla="*/ 31114 h 138429"/>
                <a:gd name="connsiteX352" fmla="*/ 4152261 w 4940931"/>
                <a:gd name="connsiteY352" fmla="*/ 84454 h 138429"/>
                <a:gd name="connsiteX353" fmla="*/ 4166866 w 4940931"/>
                <a:gd name="connsiteY353" fmla="*/ 31114 h 138429"/>
                <a:gd name="connsiteX354" fmla="*/ 4178931 w 4940931"/>
                <a:gd name="connsiteY354" fmla="*/ 31114 h 138429"/>
                <a:gd name="connsiteX355" fmla="*/ 4193536 w 4940931"/>
                <a:gd name="connsiteY355" fmla="*/ 84454 h 138429"/>
                <a:gd name="connsiteX356" fmla="*/ 4206871 w 4940931"/>
                <a:gd name="connsiteY356" fmla="*/ 31114 h 138429"/>
                <a:gd name="connsiteX357" fmla="*/ 4222111 w 4940931"/>
                <a:gd name="connsiteY357" fmla="*/ 31114 h 138429"/>
                <a:gd name="connsiteX358" fmla="*/ 4200521 w 4940931"/>
                <a:gd name="connsiteY358" fmla="*/ 108584 h 138429"/>
                <a:gd name="connsiteX359" fmla="*/ 4187186 w 4940931"/>
                <a:gd name="connsiteY359" fmla="*/ 108584 h 138429"/>
                <a:gd name="connsiteX360" fmla="*/ 4172581 w 4940931"/>
                <a:gd name="connsiteY360" fmla="*/ 54609 h 138429"/>
                <a:gd name="connsiteX361" fmla="*/ 4157976 w 4940931"/>
                <a:gd name="connsiteY361" fmla="*/ 108584 h 138429"/>
                <a:gd name="connsiteX362" fmla="*/ 4145276 w 4940931"/>
                <a:gd name="connsiteY362" fmla="*/ 108584 h 138429"/>
                <a:gd name="connsiteX363" fmla="*/ 2837811 w 4940931"/>
                <a:gd name="connsiteY363" fmla="*/ 31114 h 138429"/>
                <a:gd name="connsiteX364" fmla="*/ 2852416 w 4940931"/>
                <a:gd name="connsiteY364" fmla="*/ 31114 h 138429"/>
                <a:gd name="connsiteX365" fmla="*/ 2865751 w 4940931"/>
                <a:gd name="connsiteY365" fmla="*/ 84454 h 138429"/>
                <a:gd name="connsiteX366" fmla="*/ 2880356 w 4940931"/>
                <a:gd name="connsiteY366" fmla="*/ 31114 h 138429"/>
                <a:gd name="connsiteX367" fmla="*/ 2893056 w 4940931"/>
                <a:gd name="connsiteY367" fmla="*/ 31114 h 138429"/>
                <a:gd name="connsiteX368" fmla="*/ 2907661 w 4940931"/>
                <a:gd name="connsiteY368" fmla="*/ 84454 h 138429"/>
                <a:gd name="connsiteX369" fmla="*/ 2920361 w 4940931"/>
                <a:gd name="connsiteY369" fmla="*/ 31114 h 138429"/>
                <a:gd name="connsiteX370" fmla="*/ 2935601 w 4940931"/>
                <a:gd name="connsiteY370" fmla="*/ 31114 h 138429"/>
                <a:gd name="connsiteX371" fmla="*/ 2914011 w 4940931"/>
                <a:gd name="connsiteY371" fmla="*/ 108584 h 138429"/>
                <a:gd name="connsiteX372" fmla="*/ 2900676 w 4940931"/>
                <a:gd name="connsiteY372" fmla="*/ 108584 h 138429"/>
                <a:gd name="connsiteX373" fmla="*/ 2886706 w 4940931"/>
                <a:gd name="connsiteY373" fmla="*/ 54609 h 138429"/>
                <a:gd name="connsiteX374" fmla="*/ 2872101 w 4940931"/>
                <a:gd name="connsiteY374" fmla="*/ 108584 h 138429"/>
                <a:gd name="connsiteX375" fmla="*/ 2858766 w 4940931"/>
                <a:gd name="connsiteY375" fmla="*/ 108584 h 138429"/>
                <a:gd name="connsiteX376" fmla="*/ 1354455 w 4940931"/>
                <a:gd name="connsiteY376" fmla="*/ 31114 h 138429"/>
                <a:gd name="connsiteX377" fmla="*/ 1369695 w 4940931"/>
                <a:gd name="connsiteY377" fmla="*/ 31114 h 138429"/>
                <a:gd name="connsiteX378" fmla="*/ 1369695 w 4940931"/>
                <a:gd name="connsiteY378" fmla="*/ 109219 h 138429"/>
                <a:gd name="connsiteX379" fmla="*/ 1354455 w 4940931"/>
                <a:gd name="connsiteY379" fmla="*/ 109219 h 138429"/>
                <a:gd name="connsiteX380" fmla="*/ 2646040 w 4940931"/>
                <a:gd name="connsiteY380" fmla="*/ 29844 h 138429"/>
                <a:gd name="connsiteX381" fmla="*/ 2658105 w 4940931"/>
                <a:gd name="connsiteY381" fmla="*/ 31749 h 138429"/>
                <a:gd name="connsiteX382" fmla="*/ 2667630 w 4940931"/>
                <a:gd name="connsiteY382" fmla="*/ 36829 h 138429"/>
                <a:gd name="connsiteX383" fmla="*/ 2673345 w 4940931"/>
                <a:gd name="connsiteY383" fmla="*/ 45084 h 138429"/>
                <a:gd name="connsiteX384" fmla="*/ 2675250 w 4940931"/>
                <a:gd name="connsiteY384" fmla="*/ 56514 h 138429"/>
                <a:gd name="connsiteX385" fmla="*/ 2675250 w 4940931"/>
                <a:gd name="connsiteY385" fmla="*/ 109854 h 138429"/>
                <a:gd name="connsiteX386" fmla="*/ 2660010 w 4940931"/>
                <a:gd name="connsiteY386" fmla="*/ 109854 h 138429"/>
                <a:gd name="connsiteX387" fmla="*/ 2660010 w 4940931"/>
                <a:gd name="connsiteY387" fmla="*/ 108584 h 138429"/>
                <a:gd name="connsiteX388" fmla="*/ 2660010 w 4940931"/>
                <a:gd name="connsiteY388" fmla="*/ 100964 h 138429"/>
                <a:gd name="connsiteX389" fmla="*/ 2654930 w 4940931"/>
                <a:gd name="connsiteY389" fmla="*/ 104774 h 138429"/>
                <a:gd name="connsiteX390" fmla="*/ 2651120 w 4940931"/>
                <a:gd name="connsiteY390" fmla="*/ 107314 h 138429"/>
                <a:gd name="connsiteX391" fmla="*/ 2646040 w 4940931"/>
                <a:gd name="connsiteY391" fmla="*/ 109219 h 138429"/>
                <a:gd name="connsiteX392" fmla="*/ 2639055 w 4940931"/>
                <a:gd name="connsiteY392" fmla="*/ 109854 h 138429"/>
                <a:gd name="connsiteX393" fmla="*/ 2629530 w 4940931"/>
                <a:gd name="connsiteY393" fmla="*/ 108584 h 138429"/>
                <a:gd name="connsiteX394" fmla="*/ 2620640 w 4940931"/>
                <a:gd name="connsiteY394" fmla="*/ 104139 h 138429"/>
                <a:gd name="connsiteX395" fmla="*/ 2614290 w 4940931"/>
                <a:gd name="connsiteY395" fmla="*/ 95884 h 138429"/>
                <a:gd name="connsiteX396" fmla="*/ 2611750 w 4940931"/>
                <a:gd name="connsiteY396" fmla="*/ 83819 h 138429"/>
                <a:gd name="connsiteX397" fmla="*/ 2614290 w 4940931"/>
                <a:gd name="connsiteY397" fmla="*/ 72389 h 138429"/>
                <a:gd name="connsiteX398" fmla="*/ 2620640 w 4940931"/>
                <a:gd name="connsiteY398" fmla="*/ 64769 h 138429"/>
                <a:gd name="connsiteX399" fmla="*/ 2630800 w 4940931"/>
                <a:gd name="connsiteY399" fmla="*/ 60324 h 138429"/>
                <a:gd name="connsiteX400" fmla="*/ 2642865 w 4940931"/>
                <a:gd name="connsiteY400" fmla="*/ 59054 h 138429"/>
                <a:gd name="connsiteX401" fmla="*/ 2653025 w 4940931"/>
                <a:gd name="connsiteY401" fmla="*/ 59689 h 138429"/>
                <a:gd name="connsiteX402" fmla="*/ 2660010 w 4940931"/>
                <a:gd name="connsiteY402" fmla="*/ 61594 h 138429"/>
                <a:gd name="connsiteX403" fmla="*/ 2660010 w 4940931"/>
                <a:gd name="connsiteY403" fmla="*/ 55879 h 138429"/>
                <a:gd name="connsiteX404" fmla="*/ 2656200 w 4940931"/>
                <a:gd name="connsiteY404" fmla="*/ 46354 h 138429"/>
                <a:gd name="connsiteX405" fmla="*/ 2645405 w 4940931"/>
                <a:gd name="connsiteY405" fmla="*/ 43179 h 138429"/>
                <a:gd name="connsiteX406" fmla="*/ 2634610 w 4940931"/>
                <a:gd name="connsiteY406" fmla="*/ 44449 h 138429"/>
                <a:gd name="connsiteX407" fmla="*/ 2625085 w 4940931"/>
                <a:gd name="connsiteY407" fmla="*/ 48259 h 138429"/>
                <a:gd name="connsiteX408" fmla="*/ 2619370 w 4940931"/>
                <a:gd name="connsiteY408" fmla="*/ 36829 h 138429"/>
                <a:gd name="connsiteX409" fmla="*/ 2631435 w 4940931"/>
                <a:gd name="connsiteY409" fmla="*/ 31749 h 138429"/>
                <a:gd name="connsiteX410" fmla="*/ 2646040 w 4940931"/>
                <a:gd name="connsiteY410" fmla="*/ 29844 h 138429"/>
                <a:gd name="connsiteX411" fmla="*/ 1114426 w 4940931"/>
                <a:gd name="connsiteY411" fmla="*/ 29844 h 138429"/>
                <a:gd name="connsiteX412" fmla="*/ 1129666 w 4940931"/>
                <a:gd name="connsiteY412" fmla="*/ 29844 h 138429"/>
                <a:gd name="connsiteX413" fmla="*/ 1129666 w 4940931"/>
                <a:gd name="connsiteY413" fmla="*/ 107949 h 138429"/>
                <a:gd name="connsiteX414" fmla="*/ 1114426 w 4940931"/>
                <a:gd name="connsiteY414" fmla="*/ 107949 h 138429"/>
                <a:gd name="connsiteX415" fmla="*/ 1114426 w 4940931"/>
                <a:gd name="connsiteY415" fmla="*/ 100964 h 138429"/>
                <a:gd name="connsiteX416" fmla="*/ 1106171 w 4940931"/>
                <a:gd name="connsiteY416" fmla="*/ 107314 h 138429"/>
                <a:gd name="connsiteX417" fmla="*/ 1094741 w 4940931"/>
                <a:gd name="connsiteY417" fmla="*/ 109854 h 138429"/>
                <a:gd name="connsiteX418" fmla="*/ 1073786 w 4940931"/>
                <a:gd name="connsiteY418" fmla="*/ 100964 h 138429"/>
                <a:gd name="connsiteX419" fmla="*/ 1066800 w 4940931"/>
                <a:gd name="connsiteY419" fmla="*/ 74929 h 138429"/>
                <a:gd name="connsiteX420" fmla="*/ 1066800 w 4940931"/>
                <a:gd name="connsiteY420" fmla="*/ 30479 h 138429"/>
                <a:gd name="connsiteX421" fmla="*/ 1082040 w 4940931"/>
                <a:gd name="connsiteY421" fmla="*/ 30479 h 138429"/>
                <a:gd name="connsiteX422" fmla="*/ 1082040 w 4940931"/>
                <a:gd name="connsiteY422" fmla="*/ 74294 h 138429"/>
                <a:gd name="connsiteX423" fmla="*/ 1085851 w 4940931"/>
                <a:gd name="connsiteY423" fmla="*/ 90169 h 138429"/>
                <a:gd name="connsiteX424" fmla="*/ 1097916 w 4940931"/>
                <a:gd name="connsiteY424" fmla="*/ 95249 h 138429"/>
                <a:gd name="connsiteX425" fmla="*/ 1109981 w 4940931"/>
                <a:gd name="connsiteY425" fmla="*/ 90169 h 138429"/>
                <a:gd name="connsiteX426" fmla="*/ 1114426 w 4940931"/>
                <a:gd name="connsiteY426" fmla="*/ 75564 h 138429"/>
                <a:gd name="connsiteX427" fmla="*/ 1011556 w 4940931"/>
                <a:gd name="connsiteY427" fmla="*/ 29844 h 138429"/>
                <a:gd name="connsiteX428" fmla="*/ 1017272 w 4940931"/>
                <a:gd name="connsiteY428" fmla="*/ 30479 h 138429"/>
                <a:gd name="connsiteX429" fmla="*/ 1022352 w 4940931"/>
                <a:gd name="connsiteY429" fmla="*/ 32384 h 138429"/>
                <a:gd name="connsiteX430" fmla="*/ 1026797 w 4940931"/>
                <a:gd name="connsiteY430" fmla="*/ 35559 h 138429"/>
                <a:gd name="connsiteX431" fmla="*/ 1030607 w 4940931"/>
                <a:gd name="connsiteY431" fmla="*/ 38734 h 138429"/>
                <a:gd name="connsiteX432" fmla="*/ 1030607 w 4940931"/>
                <a:gd name="connsiteY432" fmla="*/ 31749 h 138429"/>
                <a:gd name="connsiteX433" fmla="*/ 1045847 w 4940931"/>
                <a:gd name="connsiteY433" fmla="*/ 31749 h 138429"/>
                <a:gd name="connsiteX434" fmla="*/ 1045847 w 4940931"/>
                <a:gd name="connsiteY434" fmla="*/ 130809 h 138429"/>
                <a:gd name="connsiteX435" fmla="*/ 1032512 w 4940931"/>
                <a:gd name="connsiteY435" fmla="*/ 137477 h 138429"/>
                <a:gd name="connsiteX436" fmla="*/ 1032512 w 4940931"/>
                <a:gd name="connsiteY436" fmla="*/ 101599 h 138429"/>
                <a:gd name="connsiteX437" fmla="*/ 1022986 w 4940931"/>
                <a:gd name="connsiteY437" fmla="*/ 107949 h 138429"/>
                <a:gd name="connsiteX438" fmla="*/ 1011556 w 4940931"/>
                <a:gd name="connsiteY438" fmla="*/ 110489 h 138429"/>
                <a:gd name="connsiteX439" fmla="*/ 999491 w 4940931"/>
                <a:gd name="connsiteY439" fmla="*/ 107949 h 138429"/>
                <a:gd name="connsiteX440" fmla="*/ 989966 w 4940931"/>
                <a:gd name="connsiteY440" fmla="*/ 100329 h 138429"/>
                <a:gd name="connsiteX441" fmla="*/ 983616 w 4940931"/>
                <a:gd name="connsiteY441" fmla="*/ 87629 h 138429"/>
                <a:gd name="connsiteX442" fmla="*/ 981076 w 4940931"/>
                <a:gd name="connsiteY442" fmla="*/ 68579 h 138429"/>
                <a:gd name="connsiteX443" fmla="*/ 983616 w 4940931"/>
                <a:gd name="connsiteY443" fmla="*/ 51434 h 138429"/>
                <a:gd name="connsiteX444" fmla="*/ 990601 w 4940931"/>
                <a:gd name="connsiteY444" fmla="*/ 39369 h 138429"/>
                <a:gd name="connsiteX445" fmla="*/ 1000126 w 4940931"/>
                <a:gd name="connsiteY445" fmla="*/ 32384 h 138429"/>
                <a:gd name="connsiteX446" fmla="*/ 1011556 w 4940931"/>
                <a:gd name="connsiteY446" fmla="*/ 29844 h 138429"/>
                <a:gd name="connsiteX447" fmla="*/ 4871716 w 4940931"/>
                <a:gd name="connsiteY447" fmla="*/ 29210 h 138429"/>
                <a:gd name="connsiteX448" fmla="*/ 4885686 w 4940931"/>
                <a:gd name="connsiteY448" fmla="*/ 31750 h 138429"/>
                <a:gd name="connsiteX449" fmla="*/ 4897751 w 4940931"/>
                <a:gd name="connsiteY449" fmla="*/ 38100 h 138429"/>
                <a:gd name="connsiteX450" fmla="*/ 4899021 w 4940931"/>
                <a:gd name="connsiteY450" fmla="*/ 38100 h 138429"/>
                <a:gd name="connsiteX451" fmla="*/ 4892036 w 4940931"/>
                <a:gd name="connsiteY451" fmla="*/ 50165 h 138429"/>
                <a:gd name="connsiteX452" fmla="*/ 4882511 w 4940931"/>
                <a:gd name="connsiteY452" fmla="*/ 45085 h 138429"/>
                <a:gd name="connsiteX453" fmla="*/ 4872351 w 4940931"/>
                <a:gd name="connsiteY453" fmla="*/ 43180 h 138429"/>
                <a:gd name="connsiteX454" fmla="*/ 4864096 w 4940931"/>
                <a:gd name="connsiteY454" fmla="*/ 45085 h 138429"/>
                <a:gd name="connsiteX455" fmla="*/ 4861556 w 4940931"/>
                <a:gd name="connsiteY455" fmla="*/ 50165 h 138429"/>
                <a:gd name="connsiteX456" fmla="*/ 4861556 w 4940931"/>
                <a:gd name="connsiteY456" fmla="*/ 52705 h 138429"/>
                <a:gd name="connsiteX457" fmla="*/ 4863461 w 4940931"/>
                <a:gd name="connsiteY457" fmla="*/ 55245 h 138429"/>
                <a:gd name="connsiteX458" fmla="*/ 4867906 w 4940931"/>
                <a:gd name="connsiteY458" fmla="*/ 57785 h 138429"/>
                <a:gd name="connsiteX459" fmla="*/ 4874891 w 4940931"/>
                <a:gd name="connsiteY459" fmla="*/ 60960 h 138429"/>
                <a:gd name="connsiteX460" fmla="*/ 4886321 w 4940931"/>
                <a:gd name="connsiteY460" fmla="*/ 66040 h 138429"/>
                <a:gd name="connsiteX461" fmla="*/ 4894576 w 4940931"/>
                <a:gd name="connsiteY461" fmla="*/ 71120 h 138429"/>
                <a:gd name="connsiteX462" fmla="*/ 4899656 w 4940931"/>
                <a:gd name="connsiteY462" fmla="*/ 78105 h 138429"/>
                <a:gd name="connsiteX463" fmla="*/ 4901561 w 4940931"/>
                <a:gd name="connsiteY463" fmla="*/ 87630 h 138429"/>
                <a:gd name="connsiteX464" fmla="*/ 4899021 w 4940931"/>
                <a:gd name="connsiteY464" fmla="*/ 98425 h 138429"/>
                <a:gd name="connsiteX465" fmla="*/ 4892671 w 4940931"/>
                <a:gd name="connsiteY465" fmla="*/ 105410 h 138429"/>
                <a:gd name="connsiteX466" fmla="*/ 4883146 w 4940931"/>
                <a:gd name="connsiteY466" fmla="*/ 109220 h 138429"/>
                <a:gd name="connsiteX467" fmla="*/ 4872351 w 4940931"/>
                <a:gd name="connsiteY467" fmla="*/ 110490 h 138429"/>
                <a:gd name="connsiteX468" fmla="*/ 4857111 w 4940931"/>
                <a:gd name="connsiteY468" fmla="*/ 107950 h 138429"/>
                <a:gd name="connsiteX469" fmla="*/ 4842506 w 4940931"/>
                <a:gd name="connsiteY469" fmla="*/ 100965 h 138429"/>
                <a:gd name="connsiteX470" fmla="*/ 4849491 w 4940931"/>
                <a:gd name="connsiteY470" fmla="*/ 89535 h 138429"/>
                <a:gd name="connsiteX471" fmla="*/ 4860921 w 4940931"/>
                <a:gd name="connsiteY471" fmla="*/ 95250 h 138429"/>
                <a:gd name="connsiteX472" fmla="*/ 4872351 w 4940931"/>
                <a:gd name="connsiteY472" fmla="*/ 97155 h 138429"/>
                <a:gd name="connsiteX473" fmla="*/ 4883146 w 4940931"/>
                <a:gd name="connsiteY473" fmla="*/ 94615 h 138429"/>
                <a:gd name="connsiteX474" fmla="*/ 4886321 w 4940931"/>
                <a:gd name="connsiteY474" fmla="*/ 88265 h 138429"/>
                <a:gd name="connsiteX475" fmla="*/ 4885051 w 4940931"/>
                <a:gd name="connsiteY475" fmla="*/ 84455 h 138429"/>
                <a:gd name="connsiteX476" fmla="*/ 4881241 w 4940931"/>
                <a:gd name="connsiteY476" fmla="*/ 81280 h 138429"/>
                <a:gd name="connsiteX477" fmla="*/ 4875526 w 4940931"/>
                <a:gd name="connsiteY477" fmla="*/ 78105 h 138429"/>
                <a:gd name="connsiteX478" fmla="*/ 4867906 w 4940931"/>
                <a:gd name="connsiteY478" fmla="*/ 74930 h 138429"/>
                <a:gd name="connsiteX479" fmla="*/ 4857111 w 4940931"/>
                <a:gd name="connsiteY479" fmla="*/ 69850 h 138429"/>
                <a:gd name="connsiteX480" fmla="*/ 4850126 w 4940931"/>
                <a:gd name="connsiteY480" fmla="*/ 64770 h 138429"/>
                <a:gd name="connsiteX481" fmla="*/ 4846316 w 4940931"/>
                <a:gd name="connsiteY481" fmla="*/ 58420 h 138429"/>
                <a:gd name="connsiteX482" fmla="*/ 4845046 w 4940931"/>
                <a:gd name="connsiteY482" fmla="*/ 50165 h 138429"/>
                <a:gd name="connsiteX483" fmla="*/ 4846951 w 4940931"/>
                <a:gd name="connsiteY483" fmla="*/ 40640 h 138429"/>
                <a:gd name="connsiteX484" fmla="*/ 4852666 w 4940931"/>
                <a:gd name="connsiteY484" fmla="*/ 34290 h 138429"/>
                <a:gd name="connsiteX485" fmla="*/ 4860921 w 4940931"/>
                <a:gd name="connsiteY485" fmla="*/ 30480 h 138429"/>
                <a:gd name="connsiteX486" fmla="*/ 4871716 w 4940931"/>
                <a:gd name="connsiteY486" fmla="*/ 29210 h 138429"/>
                <a:gd name="connsiteX487" fmla="*/ 4749796 w 4940931"/>
                <a:gd name="connsiteY487" fmla="*/ 29210 h 138429"/>
                <a:gd name="connsiteX488" fmla="*/ 4757416 w 4940931"/>
                <a:gd name="connsiteY488" fmla="*/ 29845 h 138429"/>
                <a:gd name="connsiteX489" fmla="*/ 4763131 w 4940931"/>
                <a:gd name="connsiteY489" fmla="*/ 32385 h 138429"/>
                <a:gd name="connsiteX490" fmla="*/ 4759321 w 4940931"/>
                <a:gd name="connsiteY490" fmla="*/ 46990 h 138429"/>
                <a:gd name="connsiteX491" fmla="*/ 4758051 w 4940931"/>
                <a:gd name="connsiteY491" fmla="*/ 46990 h 138429"/>
                <a:gd name="connsiteX492" fmla="*/ 4752971 w 4940931"/>
                <a:gd name="connsiteY492" fmla="*/ 45085 h 138429"/>
                <a:gd name="connsiteX493" fmla="*/ 4746621 w 4940931"/>
                <a:gd name="connsiteY493" fmla="*/ 44450 h 138429"/>
                <a:gd name="connsiteX494" fmla="*/ 4735191 w 4940931"/>
                <a:gd name="connsiteY494" fmla="*/ 49530 h 138429"/>
                <a:gd name="connsiteX495" fmla="*/ 4731381 w 4940931"/>
                <a:gd name="connsiteY495" fmla="*/ 64770 h 138429"/>
                <a:gd name="connsiteX496" fmla="*/ 4731381 w 4940931"/>
                <a:gd name="connsiteY496" fmla="*/ 109220 h 138429"/>
                <a:gd name="connsiteX497" fmla="*/ 4716141 w 4940931"/>
                <a:gd name="connsiteY497" fmla="*/ 109220 h 138429"/>
                <a:gd name="connsiteX498" fmla="*/ 4716141 w 4940931"/>
                <a:gd name="connsiteY498" fmla="*/ 31115 h 138429"/>
                <a:gd name="connsiteX499" fmla="*/ 4731381 w 4940931"/>
                <a:gd name="connsiteY499" fmla="*/ 31115 h 138429"/>
                <a:gd name="connsiteX500" fmla="*/ 4731381 w 4940931"/>
                <a:gd name="connsiteY500" fmla="*/ 38735 h 138429"/>
                <a:gd name="connsiteX501" fmla="*/ 4734556 w 4940931"/>
                <a:gd name="connsiteY501" fmla="*/ 34925 h 138429"/>
                <a:gd name="connsiteX502" fmla="*/ 4739001 w 4940931"/>
                <a:gd name="connsiteY502" fmla="*/ 31750 h 138429"/>
                <a:gd name="connsiteX503" fmla="*/ 4744081 w 4940931"/>
                <a:gd name="connsiteY503" fmla="*/ 29845 h 138429"/>
                <a:gd name="connsiteX504" fmla="*/ 4749796 w 4940931"/>
                <a:gd name="connsiteY504" fmla="*/ 29210 h 138429"/>
                <a:gd name="connsiteX505" fmla="*/ 4349110 w 4940931"/>
                <a:gd name="connsiteY505" fmla="*/ 29210 h 138429"/>
                <a:gd name="connsiteX506" fmla="*/ 4356730 w 4940931"/>
                <a:gd name="connsiteY506" fmla="*/ 29845 h 138429"/>
                <a:gd name="connsiteX507" fmla="*/ 4362445 w 4940931"/>
                <a:gd name="connsiteY507" fmla="*/ 32385 h 138429"/>
                <a:gd name="connsiteX508" fmla="*/ 4358635 w 4940931"/>
                <a:gd name="connsiteY508" fmla="*/ 46990 h 138429"/>
                <a:gd name="connsiteX509" fmla="*/ 4357365 w 4940931"/>
                <a:gd name="connsiteY509" fmla="*/ 46990 h 138429"/>
                <a:gd name="connsiteX510" fmla="*/ 4352285 w 4940931"/>
                <a:gd name="connsiteY510" fmla="*/ 45085 h 138429"/>
                <a:gd name="connsiteX511" fmla="*/ 4345935 w 4940931"/>
                <a:gd name="connsiteY511" fmla="*/ 44450 h 138429"/>
                <a:gd name="connsiteX512" fmla="*/ 4334505 w 4940931"/>
                <a:gd name="connsiteY512" fmla="*/ 49530 h 138429"/>
                <a:gd name="connsiteX513" fmla="*/ 4330695 w 4940931"/>
                <a:gd name="connsiteY513" fmla="*/ 64770 h 138429"/>
                <a:gd name="connsiteX514" fmla="*/ 4330695 w 4940931"/>
                <a:gd name="connsiteY514" fmla="*/ 109220 h 138429"/>
                <a:gd name="connsiteX515" fmla="*/ 4315455 w 4940931"/>
                <a:gd name="connsiteY515" fmla="*/ 109220 h 138429"/>
                <a:gd name="connsiteX516" fmla="*/ 4315455 w 4940931"/>
                <a:gd name="connsiteY516" fmla="*/ 31115 h 138429"/>
                <a:gd name="connsiteX517" fmla="*/ 4330695 w 4940931"/>
                <a:gd name="connsiteY517" fmla="*/ 31115 h 138429"/>
                <a:gd name="connsiteX518" fmla="*/ 4330695 w 4940931"/>
                <a:gd name="connsiteY518" fmla="*/ 38735 h 138429"/>
                <a:gd name="connsiteX519" fmla="*/ 4333870 w 4940931"/>
                <a:gd name="connsiteY519" fmla="*/ 34925 h 138429"/>
                <a:gd name="connsiteX520" fmla="*/ 4338315 w 4940931"/>
                <a:gd name="connsiteY520" fmla="*/ 31750 h 138429"/>
                <a:gd name="connsiteX521" fmla="*/ 4343395 w 4940931"/>
                <a:gd name="connsiteY521" fmla="*/ 29845 h 138429"/>
                <a:gd name="connsiteX522" fmla="*/ 4349110 w 4940931"/>
                <a:gd name="connsiteY522" fmla="*/ 29210 h 138429"/>
                <a:gd name="connsiteX523" fmla="*/ 4044310 w 4940931"/>
                <a:gd name="connsiteY523" fmla="*/ 29210 h 138429"/>
                <a:gd name="connsiteX524" fmla="*/ 4058915 w 4940931"/>
                <a:gd name="connsiteY524" fmla="*/ 32385 h 138429"/>
                <a:gd name="connsiteX525" fmla="*/ 4069075 w 4940931"/>
                <a:gd name="connsiteY525" fmla="*/ 40640 h 138429"/>
                <a:gd name="connsiteX526" fmla="*/ 4075425 w 4940931"/>
                <a:gd name="connsiteY526" fmla="*/ 53340 h 138429"/>
                <a:gd name="connsiteX527" fmla="*/ 4077330 w 4940931"/>
                <a:gd name="connsiteY527" fmla="*/ 68580 h 138429"/>
                <a:gd name="connsiteX528" fmla="*/ 4076060 w 4940931"/>
                <a:gd name="connsiteY528" fmla="*/ 68580 h 138429"/>
                <a:gd name="connsiteX529" fmla="*/ 4076060 w 4940931"/>
                <a:gd name="connsiteY529" fmla="*/ 72390 h 138429"/>
                <a:gd name="connsiteX530" fmla="*/ 4076060 w 4940931"/>
                <a:gd name="connsiteY530" fmla="*/ 75565 h 138429"/>
                <a:gd name="connsiteX531" fmla="*/ 4024625 w 4940931"/>
                <a:gd name="connsiteY531" fmla="*/ 75565 h 138429"/>
                <a:gd name="connsiteX532" fmla="*/ 4027165 w 4940931"/>
                <a:gd name="connsiteY532" fmla="*/ 85090 h 138429"/>
                <a:gd name="connsiteX533" fmla="*/ 4031610 w 4940931"/>
                <a:gd name="connsiteY533" fmla="*/ 91440 h 138429"/>
                <a:gd name="connsiteX534" fmla="*/ 4037325 w 4940931"/>
                <a:gd name="connsiteY534" fmla="*/ 95250 h 138429"/>
                <a:gd name="connsiteX535" fmla="*/ 4044310 w 4940931"/>
                <a:gd name="connsiteY535" fmla="*/ 96520 h 138429"/>
                <a:gd name="connsiteX536" fmla="*/ 4049390 w 4940931"/>
                <a:gd name="connsiteY536" fmla="*/ 96520 h 138429"/>
                <a:gd name="connsiteX537" fmla="*/ 4053835 w 4940931"/>
                <a:gd name="connsiteY537" fmla="*/ 95250 h 138429"/>
                <a:gd name="connsiteX538" fmla="*/ 4057645 w 4940931"/>
                <a:gd name="connsiteY538" fmla="*/ 93345 h 138429"/>
                <a:gd name="connsiteX539" fmla="*/ 4062090 w 4940931"/>
                <a:gd name="connsiteY539" fmla="*/ 90805 h 138429"/>
                <a:gd name="connsiteX540" fmla="*/ 4070980 w 4940931"/>
                <a:gd name="connsiteY540" fmla="*/ 100330 h 138429"/>
                <a:gd name="connsiteX541" fmla="*/ 4065265 w 4940931"/>
                <a:gd name="connsiteY541" fmla="*/ 104775 h 138429"/>
                <a:gd name="connsiteX542" fmla="*/ 4059550 w 4940931"/>
                <a:gd name="connsiteY542" fmla="*/ 107950 h 138429"/>
                <a:gd name="connsiteX543" fmla="*/ 4052565 w 4940931"/>
                <a:gd name="connsiteY543" fmla="*/ 109855 h 138429"/>
                <a:gd name="connsiteX544" fmla="*/ 4043675 w 4940931"/>
                <a:gd name="connsiteY544" fmla="*/ 110490 h 138429"/>
                <a:gd name="connsiteX545" fmla="*/ 4034150 w 4940931"/>
                <a:gd name="connsiteY545" fmla="*/ 109220 h 138429"/>
                <a:gd name="connsiteX546" fmla="*/ 4026530 w 4940931"/>
                <a:gd name="connsiteY546" fmla="*/ 105410 h 138429"/>
                <a:gd name="connsiteX547" fmla="*/ 4020180 w 4940931"/>
                <a:gd name="connsiteY547" fmla="*/ 100330 h 138429"/>
                <a:gd name="connsiteX548" fmla="*/ 4015100 w 4940931"/>
                <a:gd name="connsiteY548" fmla="*/ 92710 h 138429"/>
                <a:gd name="connsiteX549" fmla="*/ 4011290 w 4940931"/>
                <a:gd name="connsiteY549" fmla="*/ 82550 h 138429"/>
                <a:gd name="connsiteX550" fmla="*/ 4010020 w 4940931"/>
                <a:gd name="connsiteY550" fmla="*/ 69850 h 138429"/>
                <a:gd name="connsiteX551" fmla="*/ 4012560 w 4940931"/>
                <a:gd name="connsiteY551" fmla="*/ 52070 h 138429"/>
                <a:gd name="connsiteX552" fmla="*/ 4019545 w 4940931"/>
                <a:gd name="connsiteY552" fmla="*/ 39370 h 138429"/>
                <a:gd name="connsiteX553" fmla="*/ 4030340 w 4940931"/>
                <a:gd name="connsiteY553" fmla="*/ 31750 h 138429"/>
                <a:gd name="connsiteX554" fmla="*/ 4044310 w 4940931"/>
                <a:gd name="connsiteY554" fmla="*/ 29210 h 138429"/>
                <a:gd name="connsiteX555" fmla="*/ 3811900 w 4940931"/>
                <a:gd name="connsiteY555" fmla="*/ 29210 h 138429"/>
                <a:gd name="connsiteX556" fmla="*/ 3819520 w 4940931"/>
                <a:gd name="connsiteY556" fmla="*/ 29845 h 138429"/>
                <a:gd name="connsiteX557" fmla="*/ 3825235 w 4940931"/>
                <a:gd name="connsiteY557" fmla="*/ 32385 h 138429"/>
                <a:gd name="connsiteX558" fmla="*/ 3821425 w 4940931"/>
                <a:gd name="connsiteY558" fmla="*/ 46990 h 138429"/>
                <a:gd name="connsiteX559" fmla="*/ 3820155 w 4940931"/>
                <a:gd name="connsiteY559" fmla="*/ 46990 h 138429"/>
                <a:gd name="connsiteX560" fmla="*/ 3815075 w 4940931"/>
                <a:gd name="connsiteY560" fmla="*/ 45085 h 138429"/>
                <a:gd name="connsiteX561" fmla="*/ 3808725 w 4940931"/>
                <a:gd name="connsiteY561" fmla="*/ 44450 h 138429"/>
                <a:gd name="connsiteX562" fmla="*/ 3797295 w 4940931"/>
                <a:gd name="connsiteY562" fmla="*/ 49530 h 138429"/>
                <a:gd name="connsiteX563" fmla="*/ 3793485 w 4940931"/>
                <a:gd name="connsiteY563" fmla="*/ 64770 h 138429"/>
                <a:gd name="connsiteX564" fmla="*/ 3793485 w 4940931"/>
                <a:gd name="connsiteY564" fmla="*/ 109220 h 138429"/>
                <a:gd name="connsiteX565" fmla="*/ 3778245 w 4940931"/>
                <a:gd name="connsiteY565" fmla="*/ 109220 h 138429"/>
                <a:gd name="connsiteX566" fmla="*/ 3778245 w 4940931"/>
                <a:gd name="connsiteY566" fmla="*/ 31115 h 138429"/>
                <a:gd name="connsiteX567" fmla="*/ 3793485 w 4940931"/>
                <a:gd name="connsiteY567" fmla="*/ 31115 h 138429"/>
                <a:gd name="connsiteX568" fmla="*/ 3793485 w 4940931"/>
                <a:gd name="connsiteY568" fmla="*/ 38735 h 138429"/>
                <a:gd name="connsiteX569" fmla="*/ 3796660 w 4940931"/>
                <a:gd name="connsiteY569" fmla="*/ 34925 h 138429"/>
                <a:gd name="connsiteX570" fmla="*/ 3801105 w 4940931"/>
                <a:gd name="connsiteY570" fmla="*/ 31750 h 138429"/>
                <a:gd name="connsiteX571" fmla="*/ 3806185 w 4940931"/>
                <a:gd name="connsiteY571" fmla="*/ 29845 h 138429"/>
                <a:gd name="connsiteX572" fmla="*/ 3811900 w 4940931"/>
                <a:gd name="connsiteY572" fmla="*/ 29210 h 138429"/>
                <a:gd name="connsiteX573" fmla="*/ 3729986 w 4940931"/>
                <a:gd name="connsiteY573" fmla="*/ 29210 h 138429"/>
                <a:gd name="connsiteX574" fmla="*/ 3744591 w 4940931"/>
                <a:gd name="connsiteY574" fmla="*/ 32385 h 138429"/>
                <a:gd name="connsiteX575" fmla="*/ 3754751 w 4940931"/>
                <a:gd name="connsiteY575" fmla="*/ 40640 h 138429"/>
                <a:gd name="connsiteX576" fmla="*/ 3761101 w 4940931"/>
                <a:gd name="connsiteY576" fmla="*/ 53340 h 138429"/>
                <a:gd name="connsiteX577" fmla="*/ 3763006 w 4940931"/>
                <a:gd name="connsiteY577" fmla="*/ 68580 h 138429"/>
                <a:gd name="connsiteX578" fmla="*/ 3761736 w 4940931"/>
                <a:gd name="connsiteY578" fmla="*/ 68580 h 138429"/>
                <a:gd name="connsiteX579" fmla="*/ 3761736 w 4940931"/>
                <a:gd name="connsiteY579" fmla="*/ 72390 h 138429"/>
                <a:gd name="connsiteX580" fmla="*/ 3761736 w 4940931"/>
                <a:gd name="connsiteY580" fmla="*/ 75565 h 138429"/>
                <a:gd name="connsiteX581" fmla="*/ 3710301 w 4940931"/>
                <a:gd name="connsiteY581" fmla="*/ 75565 h 138429"/>
                <a:gd name="connsiteX582" fmla="*/ 3712841 w 4940931"/>
                <a:gd name="connsiteY582" fmla="*/ 85090 h 138429"/>
                <a:gd name="connsiteX583" fmla="*/ 3717286 w 4940931"/>
                <a:gd name="connsiteY583" fmla="*/ 91440 h 138429"/>
                <a:gd name="connsiteX584" fmla="*/ 3723001 w 4940931"/>
                <a:gd name="connsiteY584" fmla="*/ 95250 h 138429"/>
                <a:gd name="connsiteX585" fmla="*/ 3729986 w 4940931"/>
                <a:gd name="connsiteY585" fmla="*/ 96520 h 138429"/>
                <a:gd name="connsiteX586" fmla="*/ 3735066 w 4940931"/>
                <a:gd name="connsiteY586" fmla="*/ 96520 h 138429"/>
                <a:gd name="connsiteX587" fmla="*/ 3739511 w 4940931"/>
                <a:gd name="connsiteY587" fmla="*/ 95250 h 138429"/>
                <a:gd name="connsiteX588" fmla="*/ 3743321 w 4940931"/>
                <a:gd name="connsiteY588" fmla="*/ 93345 h 138429"/>
                <a:gd name="connsiteX589" fmla="*/ 3747766 w 4940931"/>
                <a:gd name="connsiteY589" fmla="*/ 90805 h 138429"/>
                <a:gd name="connsiteX590" fmla="*/ 3756656 w 4940931"/>
                <a:gd name="connsiteY590" fmla="*/ 100330 h 138429"/>
                <a:gd name="connsiteX591" fmla="*/ 3750941 w 4940931"/>
                <a:gd name="connsiteY591" fmla="*/ 104775 h 138429"/>
                <a:gd name="connsiteX592" fmla="*/ 3745226 w 4940931"/>
                <a:gd name="connsiteY592" fmla="*/ 107950 h 138429"/>
                <a:gd name="connsiteX593" fmla="*/ 3738241 w 4940931"/>
                <a:gd name="connsiteY593" fmla="*/ 109855 h 138429"/>
                <a:gd name="connsiteX594" fmla="*/ 3729351 w 4940931"/>
                <a:gd name="connsiteY594" fmla="*/ 110490 h 138429"/>
                <a:gd name="connsiteX595" fmla="*/ 3719826 w 4940931"/>
                <a:gd name="connsiteY595" fmla="*/ 109220 h 138429"/>
                <a:gd name="connsiteX596" fmla="*/ 3712206 w 4940931"/>
                <a:gd name="connsiteY596" fmla="*/ 105410 h 138429"/>
                <a:gd name="connsiteX597" fmla="*/ 3705856 w 4940931"/>
                <a:gd name="connsiteY597" fmla="*/ 100330 h 138429"/>
                <a:gd name="connsiteX598" fmla="*/ 3700776 w 4940931"/>
                <a:gd name="connsiteY598" fmla="*/ 92710 h 138429"/>
                <a:gd name="connsiteX599" fmla="*/ 3696966 w 4940931"/>
                <a:gd name="connsiteY599" fmla="*/ 82550 h 138429"/>
                <a:gd name="connsiteX600" fmla="*/ 3695696 w 4940931"/>
                <a:gd name="connsiteY600" fmla="*/ 69850 h 138429"/>
                <a:gd name="connsiteX601" fmla="*/ 3698236 w 4940931"/>
                <a:gd name="connsiteY601" fmla="*/ 52070 h 138429"/>
                <a:gd name="connsiteX602" fmla="*/ 3705221 w 4940931"/>
                <a:gd name="connsiteY602" fmla="*/ 39370 h 138429"/>
                <a:gd name="connsiteX603" fmla="*/ 3716016 w 4940931"/>
                <a:gd name="connsiteY603" fmla="*/ 31750 h 138429"/>
                <a:gd name="connsiteX604" fmla="*/ 3729986 w 4940931"/>
                <a:gd name="connsiteY604" fmla="*/ 29210 h 138429"/>
                <a:gd name="connsiteX605" fmla="*/ 3543296 w 4940931"/>
                <a:gd name="connsiteY605" fmla="*/ 29210 h 138429"/>
                <a:gd name="connsiteX606" fmla="*/ 3557901 w 4940931"/>
                <a:gd name="connsiteY606" fmla="*/ 32385 h 138429"/>
                <a:gd name="connsiteX607" fmla="*/ 3568061 w 4940931"/>
                <a:gd name="connsiteY607" fmla="*/ 40640 h 138429"/>
                <a:gd name="connsiteX608" fmla="*/ 3574411 w 4940931"/>
                <a:gd name="connsiteY608" fmla="*/ 53340 h 138429"/>
                <a:gd name="connsiteX609" fmla="*/ 3576316 w 4940931"/>
                <a:gd name="connsiteY609" fmla="*/ 68580 h 138429"/>
                <a:gd name="connsiteX610" fmla="*/ 3575046 w 4940931"/>
                <a:gd name="connsiteY610" fmla="*/ 68580 h 138429"/>
                <a:gd name="connsiteX611" fmla="*/ 3575046 w 4940931"/>
                <a:gd name="connsiteY611" fmla="*/ 72390 h 138429"/>
                <a:gd name="connsiteX612" fmla="*/ 3575046 w 4940931"/>
                <a:gd name="connsiteY612" fmla="*/ 75565 h 138429"/>
                <a:gd name="connsiteX613" fmla="*/ 3523611 w 4940931"/>
                <a:gd name="connsiteY613" fmla="*/ 75565 h 138429"/>
                <a:gd name="connsiteX614" fmla="*/ 3526151 w 4940931"/>
                <a:gd name="connsiteY614" fmla="*/ 85090 h 138429"/>
                <a:gd name="connsiteX615" fmla="*/ 3530596 w 4940931"/>
                <a:gd name="connsiteY615" fmla="*/ 91440 h 138429"/>
                <a:gd name="connsiteX616" fmla="*/ 3536311 w 4940931"/>
                <a:gd name="connsiteY616" fmla="*/ 95250 h 138429"/>
                <a:gd name="connsiteX617" fmla="*/ 3543296 w 4940931"/>
                <a:gd name="connsiteY617" fmla="*/ 96520 h 138429"/>
                <a:gd name="connsiteX618" fmla="*/ 3548376 w 4940931"/>
                <a:gd name="connsiteY618" fmla="*/ 96520 h 138429"/>
                <a:gd name="connsiteX619" fmla="*/ 3552821 w 4940931"/>
                <a:gd name="connsiteY619" fmla="*/ 95250 h 138429"/>
                <a:gd name="connsiteX620" fmla="*/ 3556631 w 4940931"/>
                <a:gd name="connsiteY620" fmla="*/ 93345 h 138429"/>
                <a:gd name="connsiteX621" fmla="*/ 3561076 w 4940931"/>
                <a:gd name="connsiteY621" fmla="*/ 90805 h 138429"/>
                <a:gd name="connsiteX622" fmla="*/ 3569966 w 4940931"/>
                <a:gd name="connsiteY622" fmla="*/ 100330 h 138429"/>
                <a:gd name="connsiteX623" fmla="*/ 3564251 w 4940931"/>
                <a:gd name="connsiteY623" fmla="*/ 104775 h 138429"/>
                <a:gd name="connsiteX624" fmla="*/ 3558536 w 4940931"/>
                <a:gd name="connsiteY624" fmla="*/ 107950 h 138429"/>
                <a:gd name="connsiteX625" fmla="*/ 3551551 w 4940931"/>
                <a:gd name="connsiteY625" fmla="*/ 109855 h 138429"/>
                <a:gd name="connsiteX626" fmla="*/ 3542661 w 4940931"/>
                <a:gd name="connsiteY626" fmla="*/ 110490 h 138429"/>
                <a:gd name="connsiteX627" fmla="*/ 3533136 w 4940931"/>
                <a:gd name="connsiteY627" fmla="*/ 109220 h 138429"/>
                <a:gd name="connsiteX628" fmla="*/ 3525516 w 4940931"/>
                <a:gd name="connsiteY628" fmla="*/ 105410 h 138429"/>
                <a:gd name="connsiteX629" fmla="*/ 3519166 w 4940931"/>
                <a:gd name="connsiteY629" fmla="*/ 100330 h 138429"/>
                <a:gd name="connsiteX630" fmla="*/ 3514086 w 4940931"/>
                <a:gd name="connsiteY630" fmla="*/ 92710 h 138429"/>
                <a:gd name="connsiteX631" fmla="*/ 3510276 w 4940931"/>
                <a:gd name="connsiteY631" fmla="*/ 82550 h 138429"/>
                <a:gd name="connsiteX632" fmla="*/ 3509006 w 4940931"/>
                <a:gd name="connsiteY632" fmla="*/ 69850 h 138429"/>
                <a:gd name="connsiteX633" fmla="*/ 3511546 w 4940931"/>
                <a:gd name="connsiteY633" fmla="*/ 52070 h 138429"/>
                <a:gd name="connsiteX634" fmla="*/ 3518531 w 4940931"/>
                <a:gd name="connsiteY634" fmla="*/ 39370 h 138429"/>
                <a:gd name="connsiteX635" fmla="*/ 3529326 w 4940931"/>
                <a:gd name="connsiteY635" fmla="*/ 31750 h 138429"/>
                <a:gd name="connsiteX636" fmla="*/ 3543296 w 4940931"/>
                <a:gd name="connsiteY636" fmla="*/ 29210 h 138429"/>
                <a:gd name="connsiteX637" fmla="*/ 3345176 w 4940931"/>
                <a:gd name="connsiteY637" fmla="*/ 29210 h 138429"/>
                <a:gd name="connsiteX638" fmla="*/ 3359781 w 4940931"/>
                <a:gd name="connsiteY638" fmla="*/ 32385 h 138429"/>
                <a:gd name="connsiteX639" fmla="*/ 3369941 w 4940931"/>
                <a:gd name="connsiteY639" fmla="*/ 40640 h 138429"/>
                <a:gd name="connsiteX640" fmla="*/ 3376291 w 4940931"/>
                <a:gd name="connsiteY640" fmla="*/ 53340 h 138429"/>
                <a:gd name="connsiteX641" fmla="*/ 3378196 w 4940931"/>
                <a:gd name="connsiteY641" fmla="*/ 68580 h 138429"/>
                <a:gd name="connsiteX642" fmla="*/ 3376926 w 4940931"/>
                <a:gd name="connsiteY642" fmla="*/ 68580 h 138429"/>
                <a:gd name="connsiteX643" fmla="*/ 3376926 w 4940931"/>
                <a:gd name="connsiteY643" fmla="*/ 72390 h 138429"/>
                <a:gd name="connsiteX644" fmla="*/ 3376926 w 4940931"/>
                <a:gd name="connsiteY644" fmla="*/ 75565 h 138429"/>
                <a:gd name="connsiteX645" fmla="*/ 3325491 w 4940931"/>
                <a:gd name="connsiteY645" fmla="*/ 75565 h 138429"/>
                <a:gd name="connsiteX646" fmla="*/ 3328031 w 4940931"/>
                <a:gd name="connsiteY646" fmla="*/ 85090 h 138429"/>
                <a:gd name="connsiteX647" fmla="*/ 3332476 w 4940931"/>
                <a:gd name="connsiteY647" fmla="*/ 91440 h 138429"/>
                <a:gd name="connsiteX648" fmla="*/ 3338191 w 4940931"/>
                <a:gd name="connsiteY648" fmla="*/ 95250 h 138429"/>
                <a:gd name="connsiteX649" fmla="*/ 3345176 w 4940931"/>
                <a:gd name="connsiteY649" fmla="*/ 96520 h 138429"/>
                <a:gd name="connsiteX650" fmla="*/ 3350256 w 4940931"/>
                <a:gd name="connsiteY650" fmla="*/ 96520 h 138429"/>
                <a:gd name="connsiteX651" fmla="*/ 3354701 w 4940931"/>
                <a:gd name="connsiteY651" fmla="*/ 95250 h 138429"/>
                <a:gd name="connsiteX652" fmla="*/ 3358511 w 4940931"/>
                <a:gd name="connsiteY652" fmla="*/ 93345 h 138429"/>
                <a:gd name="connsiteX653" fmla="*/ 3362956 w 4940931"/>
                <a:gd name="connsiteY653" fmla="*/ 90805 h 138429"/>
                <a:gd name="connsiteX654" fmla="*/ 3371846 w 4940931"/>
                <a:gd name="connsiteY654" fmla="*/ 100330 h 138429"/>
                <a:gd name="connsiteX655" fmla="*/ 3366131 w 4940931"/>
                <a:gd name="connsiteY655" fmla="*/ 104775 h 138429"/>
                <a:gd name="connsiteX656" fmla="*/ 3360416 w 4940931"/>
                <a:gd name="connsiteY656" fmla="*/ 107950 h 138429"/>
                <a:gd name="connsiteX657" fmla="*/ 3353431 w 4940931"/>
                <a:gd name="connsiteY657" fmla="*/ 109855 h 138429"/>
                <a:gd name="connsiteX658" fmla="*/ 3344541 w 4940931"/>
                <a:gd name="connsiteY658" fmla="*/ 110490 h 138429"/>
                <a:gd name="connsiteX659" fmla="*/ 3335016 w 4940931"/>
                <a:gd name="connsiteY659" fmla="*/ 109220 h 138429"/>
                <a:gd name="connsiteX660" fmla="*/ 3327396 w 4940931"/>
                <a:gd name="connsiteY660" fmla="*/ 105410 h 138429"/>
                <a:gd name="connsiteX661" fmla="*/ 3321046 w 4940931"/>
                <a:gd name="connsiteY661" fmla="*/ 100330 h 138429"/>
                <a:gd name="connsiteX662" fmla="*/ 3315966 w 4940931"/>
                <a:gd name="connsiteY662" fmla="*/ 92710 h 138429"/>
                <a:gd name="connsiteX663" fmla="*/ 3312156 w 4940931"/>
                <a:gd name="connsiteY663" fmla="*/ 82550 h 138429"/>
                <a:gd name="connsiteX664" fmla="*/ 3310886 w 4940931"/>
                <a:gd name="connsiteY664" fmla="*/ 69850 h 138429"/>
                <a:gd name="connsiteX665" fmla="*/ 3313426 w 4940931"/>
                <a:gd name="connsiteY665" fmla="*/ 52070 h 138429"/>
                <a:gd name="connsiteX666" fmla="*/ 3320411 w 4940931"/>
                <a:gd name="connsiteY666" fmla="*/ 39370 h 138429"/>
                <a:gd name="connsiteX667" fmla="*/ 3331206 w 4940931"/>
                <a:gd name="connsiteY667" fmla="*/ 31750 h 138429"/>
                <a:gd name="connsiteX668" fmla="*/ 3345176 w 4940931"/>
                <a:gd name="connsiteY668" fmla="*/ 29210 h 138429"/>
                <a:gd name="connsiteX669" fmla="*/ 3060696 w 4940931"/>
                <a:gd name="connsiteY669" fmla="*/ 29210 h 138429"/>
                <a:gd name="connsiteX670" fmla="*/ 3068316 w 4940931"/>
                <a:gd name="connsiteY670" fmla="*/ 29845 h 138429"/>
                <a:gd name="connsiteX671" fmla="*/ 3074031 w 4940931"/>
                <a:gd name="connsiteY671" fmla="*/ 32385 h 138429"/>
                <a:gd name="connsiteX672" fmla="*/ 3070221 w 4940931"/>
                <a:gd name="connsiteY672" fmla="*/ 46990 h 138429"/>
                <a:gd name="connsiteX673" fmla="*/ 3068951 w 4940931"/>
                <a:gd name="connsiteY673" fmla="*/ 46990 h 138429"/>
                <a:gd name="connsiteX674" fmla="*/ 3063871 w 4940931"/>
                <a:gd name="connsiteY674" fmla="*/ 45085 h 138429"/>
                <a:gd name="connsiteX675" fmla="*/ 3057521 w 4940931"/>
                <a:gd name="connsiteY675" fmla="*/ 44450 h 138429"/>
                <a:gd name="connsiteX676" fmla="*/ 3046091 w 4940931"/>
                <a:gd name="connsiteY676" fmla="*/ 49530 h 138429"/>
                <a:gd name="connsiteX677" fmla="*/ 3042281 w 4940931"/>
                <a:gd name="connsiteY677" fmla="*/ 64770 h 138429"/>
                <a:gd name="connsiteX678" fmla="*/ 3042281 w 4940931"/>
                <a:gd name="connsiteY678" fmla="*/ 109220 h 138429"/>
                <a:gd name="connsiteX679" fmla="*/ 3027041 w 4940931"/>
                <a:gd name="connsiteY679" fmla="*/ 109220 h 138429"/>
                <a:gd name="connsiteX680" fmla="*/ 3027041 w 4940931"/>
                <a:gd name="connsiteY680" fmla="*/ 31115 h 138429"/>
                <a:gd name="connsiteX681" fmla="*/ 3042281 w 4940931"/>
                <a:gd name="connsiteY681" fmla="*/ 31115 h 138429"/>
                <a:gd name="connsiteX682" fmla="*/ 3042281 w 4940931"/>
                <a:gd name="connsiteY682" fmla="*/ 38735 h 138429"/>
                <a:gd name="connsiteX683" fmla="*/ 3045456 w 4940931"/>
                <a:gd name="connsiteY683" fmla="*/ 34925 h 138429"/>
                <a:gd name="connsiteX684" fmla="*/ 3049901 w 4940931"/>
                <a:gd name="connsiteY684" fmla="*/ 31750 h 138429"/>
                <a:gd name="connsiteX685" fmla="*/ 3054981 w 4940931"/>
                <a:gd name="connsiteY685" fmla="*/ 29845 h 138429"/>
                <a:gd name="connsiteX686" fmla="*/ 3060696 w 4940931"/>
                <a:gd name="connsiteY686" fmla="*/ 29210 h 138429"/>
                <a:gd name="connsiteX687" fmla="*/ 2978781 w 4940931"/>
                <a:gd name="connsiteY687" fmla="*/ 29210 h 138429"/>
                <a:gd name="connsiteX688" fmla="*/ 2993386 w 4940931"/>
                <a:gd name="connsiteY688" fmla="*/ 32385 h 138429"/>
                <a:gd name="connsiteX689" fmla="*/ 3003546 w 4940931"/>
                <a:gd name="connsiteY689" fmla="*/ 40640 h 138429"/>
                <a:gd name="connsiteX690" fmla="*/ 3009896 w 4940931"/>
                <a:gd name="connsiteY690" fmla="*/ 53340 h 138429"/>
                <a:gd name="connsiteX691" fmla="*/ 3011801 w 4940931"/>
                <a:gd name="connsiteY691" fmla="*/ 68580 h 138429"/>
                <a:gd name="connsiteX692" fmla="*/ 3010531 w 4940931"/>
                <a:gd name="connsiteY692" fmla="*/ 68580 h 138429"/>
                <a:gd name="connsiteX693" fmla="*/ 3010531 w 4940931"/>
                <a:gd name="connsiteY693" fmla="*/ 72390 h 138429"/>
                <a:gd name="connsiteX694" fmla="*/ 3010531 w 4940931"/>
                <a:gd name="connsiteY694" fmla="*/ 75565 h 138429"/>
                <a:gd name="connsiteX695" fmla="*/ 2959096 w 4940931"/>
                <a:gd name="connsiteY695" fmla="*/ 75565 h 138429"/>
                <a:gd name="connsiteX696" fmla="*/ 2961636 w 4940931"/>
                <a:gd name="connsiteY696" fmla="*/ 85090 h 138429"/>
                <a:gd name="connsiteX697" fmla="*/ 2966081 w 4940931"/>
                <a:gd name="connsiteY697" fmla="*/ 91440 h 138429"/>
                <a:gd name="connsiteX698" fmla="*/ 2971796 w 4940931"/>
                <a:gd name="connsiteY698" fmla="*/ 95250 h 138429"/>
                <a:gd name="connsiteX699" fmla="*/ 2978781 w 4940931"/>
                <a:gd name="connsiteY699" fmla="*/ 96520 h 138429"/>
                <a:gd name="connsiteX700" fmla="*/ 2983861 w 4940931"/>
                <a:gd name="connsiteY700" fmla="*/ 96520 h 138429"/>
                <a:gd name="connsiteX701" fmla="*/ 2988306 w 4940931"/>
                <a:gd name="connsiteY701" fmla="*/ 95250 h 138429"/>
                <a:gd name="connsiteX702" fmla="*/ 2992116 w 4940931"/>
                <a:gd name="connsiteY702" fmla="*/ 93345 h 138429"/>
                <a:gd name="connsiteX703" fmla="*/ 2996561 w 4940931"/>
                <a:gd name="connsiteY703" fmla="*/ 90805 h 138429"/>
                <a:gd name="connsiteX704" fmla="*/ 3005451 w 4940931"/>
                <a:gd name="connsiteY704" fmla="*/ 100330 h 138429"/>
                <a:gd name="connsiteX705" fmla="*/ 2999736 w 4940931"/>
                <a:gd name="connsiteY705" fmla="*/ 104775 h 138429"/>
                <a:gd name="connsiteX706" fmla="*/ 2994021 w 4940931"/>
                <a:gd name="connsiteY706" fmla="*/ 107950 h 138429"/>
                <a:gd name="connsiteX707" fmla="*/ 2987036 w 4940931"/>
                <a:gd name="connsiteY707" fmla="*/ 109855 h 138429"/>
                <a:gd name="connsiteX708" fmla="*/ 2978146 w 4940931"/>
                <a:gd name="connsiteY708" fmla="*/ 110490 h 138429"/>
                <a:gd name="connsiteX709" fmla="*/ 2968621 w 4940931"/>
                <a:gd name="connsiteY709" fmla="*/ 109220 h 138429"/>
                <a:gd name="connsiteX710" fmla="*/ 2961001 w 4940931"/>
                <a:gd name="connsiteY710" fmla="*/ 105410 h 138429"/>
                <a:gd name="connsiteX711" fmla="*/ 2954651 w 4940931"/>
                <a:gd name="connsiteY711" fmla="*/ 100330 h 138429"/>
                <a:gd name="connsiteX712" fmla="*/ 2949571 w 4940931"/>
                <a:gd name="connsiteY712" fmla="*/ 92710 h 138429"/>
                <a:gd name="connsiteX713" fmla="*/ 2945761 w 4940931"/>
                <a:gd name="connsiteY713" fmla="*/ 82550 h 138429"/>
                <a:gd name="connsiteX714" fmla="*/ 2944491 w 4940931"/>
                <a:gd name="connsiteY714" fmla="*/ 69850 h 138429"/>
                <a:gd name="connsiteX715" fmla="*/ 2947031 w 4940931"/>
                <a:gd name="connsiteY715" fmla="*/ 52070 h 138429"/>
                <a:gd name="connsiteX716" fmla="*/ 2954016 w 4940931"/>
                <a:gd name="connsiteY716" fmla="*/ 39370 h 138429"/>
                <a:gd name="connsiteX717" fmla="*/ 2964811 w 4940931"/>
                <a:gd name="connsiteY717" fmla="*/ 31750 h 138429"/>
                <a:gd name="connsiteX718" fmla="*/ 2978781 w 4940931"/>
                <a:gd name="connsiteY718" fmla="*/ 29210 h 138429"/>
                <a:gd name="connsiteX719" fmla="*/ 2798440 w 4940931"/>
                <a:gd name="connsiteY719" fmla="*/ 29210 h 138429"/>
                <a:gd name="connsiteX720" fmla="*/ 2813045 w 4940931"/>
                <a:gd name="connsiteY720" fmla="*/ 31750 h 138429"/>
                <a:gd name="connsiteX721" fmla="*/ 2825110 w 4940931"/>
                <a:gd name="connsiteY721" fmla="*/ 38100 h 138429"/>
                <a:gd name="connsiteX722" fmla="*/ 2827015 w 4940931"/>
                <a:gd name="connsiteY722" fmla="*/ 38100 h 138429"/>
                <a:gd name="connsiteX723" fmla="*/ 2820030 w 4940931"/>
                <a:gd name="connsiteY723" fmla="*/ 50165 h 138429"/>
                <a:gd name="connsiteX724" fmla="*/ 2810505 w 4940931"/>
                <a:gd name="connsiteY724" fmla="*/ 45085 h 138429"/>
                <a:gd name="connsiteX725" fmla="*/ 2799710 w 4940931"/>
                <a:gd name="connsiteY725" fmla="*/ 43180 h 138429"/>
                <a:gd name="connsiteX726" fmla="*/ 2791455 w 4940931"/>
                <a:gd name="connsiteY726" fmla="*/ 45085 h 138429"/>
                <a:gd name="connsiteX727" fmla="*/ 2788915 w 4940931"/>
                <a:gd name="connsiteY727" fmla="*/ 50165 h 138429"/>
                <a:gd name="connsiteX728" fmla="*/ 2788915 w 4940931"/>
                <a:gd name="connsiteY728" fmla="*/ 52705 h 138429"/>
                <a:gd name="connsiteX729" fmla="*/ 2790820 w 4940931"/>
                <a:gd name="connsiteY729" fmla="*/ 55245 h 138429"/>
                <a:gd name="connsiteX730" fmla="*/ 2795265 w 4940931"/>
                <a:gd name="connsiteY730" fmla="*/ 57785 h 138429"/>
                <a:gd name="connsiteX731" fmla="*/ 2802250 w 4940931"/>
                <a:gd name="connsiteY731" fmla="*/ 60960 h 138429"/>
                <a:gd name="connsiteX732" fmla="*/ 2813680 w 4940931"/>
                <a:gd name="connsiteY732" fmla="*/ 66040 h 138429"/>
                <a:gd name="connsiteX733" fmla="*/ 2821935 w 4940931"/>
                <a:gd name="connsiteY733" fmla="*/ 71120 h 138429"/>
                <a:gd name="connsiteX734" fmla="*/ 2827015 w 4940931"/>
                <a:gd name="connsiteY734" fmla="*/ 78105 h 138429"/>
                <a:gd name="connsiteX735" fmla="*/ 2828920 w 4940931"/>
                <a:gd name="connsiteY735" fmla="*/ 87630 h 138429"/>
                <a:gd name="connsiteX736" fmla="*/ 2826380 w 4940931"/>
                <a:gd name="connsiteY736" fmla="*/ 98425 h 138429"/>
                <a:gd name="connsiteX737" fmla="*/ 2820030 w 4940931"/>
                <a:gd name="connsiteY737" fmla="*/ 105410 h 138429"/>
                <a:gd name="connsiteX738" fmla="*/ 2810505 w 4940931"/>
                <a:gd name="connsiteY738" fmla="*/ 109220 h 138429"/>
                <a:gd name="connsiteX739" fmla="*/ 2799710 w 4940931"/>
                <a:gd name="connsiteY739" fmla="*/ 110490 h 138429"/>
                <a:gd name="connsiteX740" fmla="*/ 2783835 w 4940931"/>
                <a:gd name="connsiteY740" fmla="*/ 107950 h 138429"/>
                <a:gd name="connsiteX741" fmla="*/ 2769230 w 4940931"/>
                <a:gd name="connsiteY741" fmla="*/ 100965 h 138429"/>
                <a:gd name="connsiteX742" fmla="*/ 2776215 w 4940931"/>
                <a:gd name="connsiteY742" fmla="*/ 89535 h 138429"/>
                <a:gd name="connsiteX743" fmla="*/ 2787645 w 4940931"/>
                <a:gd name="connsiteY743" fmla="*/ 95250 h 138429"/>
                <a:gd name="connsiteX744" fmla="*/ 2799075 w 4940931"/>
                <a:gd name="connsiteY744" fmla="*/ 97155 h 138429"/>
                <a:gd name="connsiteX745" fmla="*/ 2809870 w 4940931"/>
                <a:gd name="connsiteY745" fmla="*/ 94615 h 138429"/>
                <a:gd name="connsiteX746" fmla="*/ 2813045 w 4940931"/>
                <a:gd name="connsiteY746" fmla="*/ 88265 h 138429"/>
                <a:gd name="connsiteX747" fmla="*/ 2811775 w 4940931"/>
                <a:gd name="connsiteY747" fmla="*/ 84455 h 138429"/>
                <a:gd name="connsiteX748" fmla="*/ 2807965 w 4940931"/>
                <a:gd name="connsiteY748" fmla="*/ 81280 h 138429"/>
                <a:gd name="connsiteX749" fmla="*/ 2802250 w 4940931"/>
                <a:gd name="connsiteY749" fmla="*/ 78105 h 138429"/>
                <a:gd name="connsiteX750" fmla="*/ 2794630 w 4940931"/>
                <a:gd name="connsiteY750" fmla="*/ 74930 h 138429"/>
                <a:gd name="connsiteX751" fmla="*/ 2783835 w 4940931"/>
                <a:gd name="connsiteY751" fmla="*/ 69850 h 138429"/>
                <a:gd name="connsiteX752" fmla="*/ 2776850 w 4940931"/>
                <a:gd name="connsiteY752" fmla="*/ 64770 h 138429"/>
                <a:gd name="connsiteX753" fmla="*/ 2773040 w 4940931"/>
                <a:gd name="connsiteY753" fmla="*/ 58420 h 138429"/>
                <a:gd name="connsiteX754" fmla="*/ 2771770 w 4940931"/>
                <a:gd name="connsiteY754" fmla="*/ 50165 h 138429"/>
                <a:gd name="connsiteX755" fmla="*/ 2773675 w 4940931"/>
                <a:gd name="connsiteY755" fmla="*/ 40640 h 138429"/>
                <a:gd name="connsiteX756" fmla="*/ 2779390 w 4940931"/>
                <a:gd name="connsiteY756" fmla="*/ 34290 h 138429"/>
                <a:gd name="connsiteX757" fmla="*/ 2787645 w 4940931"/>
                <a:gd name="connsiteY757" fmla="*/ 30480 h 138429"/>
                <a:gd name="connsiteX758" fmla="*/ 2798440 w 4940931"/>
                <a:gd name="connsiteY758" fmla="*/ 29210 h 138429"/>
                <a:gd name="connsiteX759" fmla="*/ 2723510 w 4940931"/>
                <a:gd name="connsiteY759" fmla="*/ 29210 h 138429"/>
                <a:gd name="connsiteX760" fmla="*/ 2729225 w 4940931"/>
                <a:gd name="connsiteY760" fmla="*/ 29210 h 138429"/>
                <a:gd name="connsiteX761" fmla="*/ 2741290 w 4940931"/>
                <a:gd name="connsiteY761" fmla="*/ 31750 h 138429"/>
                <a:gd name="connsiteX762" fmla="*/ 2750180 w 4940931"/>
                <a:gd name="connsiteY762" fmla="*/ 38100 h 138429"/>
                <a:gd name="connsiteX763" fmla="*/ 2755260 w 4940931"/>
                <a:gd name="connsiteY763" fmla="*/ 48895 h 138429"/>
                <a:gd name="connsiteX764" fmla="*/ 2757165 w 4940931"/>
                <a:gd name="connsiteY764" fmla="*/ 64135 h 138429"/>
                <a:gd name="connsiteX765" fmla="*/ 2757165 w 4940931"/>
                <a:gd name="connsiteY765" fmla="*/ 108585 h 138429"/>
                <a:gd name="connsiteX766" fmla="*/ 2741925 w 4940931"/>
                <a:gd name="connsiteY766" fmla="*/ 108585 h 138429"/>
                <a:gd name="connsiteX767" fmla="*/ 2741290 w 4940931"/>
                <a:gd name="connsiteY767" fmla="*/ 108585 h 138429"/>
                <a:gd name="connsiteX768" fmla="*/ 2741290 w 4940931"/>
                <a:gd name="connsiteY768" fmla="*/ 64770 h 138429"/>
                <a:gd name="connsiteX769" fmla="*/ 2737480 w 4940931"/>
                <a:gd name="connsiteY769" fmla="*/ 48895 h 138429"/>
                <a:gd name="connsiteX770" fmla="*/ 2725415 w 4940931"/>
                <a:gd name="connsiteY770" fmla="*/ 43180 h 138429"/>
                <a:gd name="connsiteX771" fmla="*/ 2718430 w 4940931"/>
                <a:gd name="connsiteY771" fmla="*/ 44450 h 138429"/>
                <a:gd name="connsiteX772" fmla="*/ 2713350 w 4940931"/>
                <a:gd name="connsiteY772" fmla="*/ 48260 h 138429"/>
                <a:gd name="connsiteX773" fmla="*/ 2710175 w 4940931"/>
                <a:gd name="connsiteY773" fmla="*/ 54610 h 138429"/>
                <a:gd name="connsiteX774" fmla="*/ 2709540 w 4940931"/>
                <a:gd name="connsiteY774" fmla="*/ 62865 h 138429"/>
                <a:gd name="connsiteX775" fmla="*/ 2709540 w 4940931"/>
                <a:gd name="connsiteY775" fmla="*/ 108585 h 138429"/>
                <a:gd name="connsiteX776" fmla="*/ 2694300 w 4940931"/>
                <a:gd name="connsiteY776" fmla="*/ 108585 h 138429"/>
                <a:gd name="connsiteX777" fmla="*/ 2694300 w 4940931"/>
                <a:gd name="connsiteY777" fmla="*/ 30480 h 138429"/>
                <a:gd name="connsiteX778" fmla="*/ 2709540 w 4940931"/>
                <a:gd name="connsiteY778" fmla="*/ 30480 h 138429"/>
                <a:gd name="connsiteX779" fmla="*/ 2709540 w 4940931"/>
                <a:gd name="connsiteY779" fmla="*/ 38100 h 138429"/>
                <a:gd name="connsiteX780" fmla="*/ 2713350 w 4940931"/>
                <a:gd name="connsiteY780" fmla="*/ 34290 h 138429"/>
                <a:gd name="connsiteX781" fmla="*/ 2717795 w 4940931"/>
                <a:gd name="connsiteY781" fmla="*/ 31115 h 138429"/>
                <a:gd name="connsiteX782" fmla="*/ 2723510 w 4940931"/>
                <a:gd name="connsiteY782" fmla="*/ 29210 h 138429"/>
                <a:gd name="connsiteX783" fmla="*/ 2530470 w 4940931"/>
                <a:gd name="connsiteY783" fmla="*/ 29210 h 138429"/>
                <a:gd name="connsiteX784" fmla="*/ 2545075 w 4940931"/>
                <a:gd name="connsiteY784" fmla="*/ 32385 h 138429"/>
                <a:gd name="connsiteX785" fmla="*/ 2555235 w 4940931"/>
                <a:gd name="connsiteY785" fmla="*/ 40640 h 138429"/>
                <a:gd name="connsiteX786" fmla="*/ 2561585 w 4940931"/>
                <a:gd name="connsiteY786" fmla="*/ 53340 h 138429"/>
                <a:gd name="connsiteX787" fmla="*/ 2563490 w 4940931"/>
                <a:gd name="connsiteY787" fmla="*/ 68580 h 138429"/>
                <a:gd name="connsiteX788" fmla="*/ 2562220 w 4940931"/>
                <a:gd name="connsiteY788" fmla="*/ 68580 h 138429"/>
                <a:gd name="connsiteX789" fmla="*/ 2562220 w 4940931"/>
                <a:gd name="connsiteY789" fmla="*/ 72390 h 138429"/>
                <a:gd name="connsiteX790" fmla="*/ 2562220 w 4940931"/>
                <a:gd name="connsiteY790" fmla="*/ 75565 h 138429"/>
                <a:gd name="connsiteX791" fmla="*/ 2510785 w 4940931"/>
                <a:gd name="connsiteY791" fmla="*/ 75565 h 138429"/>
                <a:gd name="connsiteX792" fmla="*/ 2513325 w 4940931"/>
                <a:gd name="connsiteY792" fmla="*/ 85090 h 138429"/>
                <a:gd name="connsiteX793" fmla="*/ 2517770 w 4940931"/>
                <a:gd name="connsiteY793" fmla="*/ 91440 h 138429"/>
                <a:gd name="connsiteX794" fmla="*/ 2523485 w 4940931"/>
                <a:gd name="connsiteY794" fmla="*/ 95250 h 138429"/>
                <a:gd name="connsiteX795" fmla="*/ 2530470 w 4940931"/>
                <a:gd name="connsiteY795" fmla="*/ 96520 h 138429"/>
                <a:gd name="connsiteX796" fmla="*/ 2535550 w 4940931"/>
                <a:gd name="connsiteY796" fmla="*/ 96520 h 138429"/>
                <a:gd name="connsiteX797" fmla="*/ 2539995 w 4940931"/>
                <a:gd name="connsiteY797" fmla="*/ 95250 h 138429"/>
                <a:gd name="connsiteX798" fmla="*/ 2543805 w 4940931"/>
                <a:gd name="connsiteY798" fmla="*/ 93345 h 138429"/>
                <a:gd name="connsiteX799" fmla="*/ 2548250 w 4940931"/>
                <a:gd name="connsiteY799" fmla="*/ 90805 h 138429"/>
                <a:gd name="connsiteX800" fmla="*/ 2557140 w 4940931"/>
                <a:gd name="connsiteY800" fmla="*/ 100330 h 138429"/>
                <a:gd name="connsiteX801" fmla="*/ 2551425 w 4940931"/>
                <a:gd name="connsiteY801" fmla="*/ 104775 h 138429"/>
                <a:gd name="connsiteX802" fmla="*/ 2545710 w 4940931"/>
                <a:gd name="connsiteY802" fmla="*/ 107950 h 138429"/>
                <a:gd name="connsiteX803" fmla="*/ 2538725 w 4940931"/>
                <a:gd name="connsiteY803" fmla="*/ 109855 h 138429"/>
                <a:gd name="connsiteX804" fmla="*/ 2529835 w 4940931"/>
                <a:gd name="connsiteY804" fmla="*/ 110490 h 138429"/>
                <a:gd name="connsiteX805" fmla="*/ 2520310 w 4940931"/>
                <a:gd name="connsiteY805" fmla="*/ 109220 h 138429"/>
                <a:gd name="connsiteX806" fmla="*/ 2512690 w 4940931"/>
                <a:gd name="connsiteY806" fmla="*/ 105410 h 138429"/>
                <a:gd name="connsiteX807" fmla="*/ 2506340 w 4940931"/>
                <a:gd name="connsiteY807" fmla="*/ 100330 h 138429"/>
                <a:gd name="connsiteX808" fmla="*/ 2501260 w 4940931"/>
                <a:gd name="connsiteY808" fmla="*/ 92710 h 138429"/>
                <a:gd name="connsiteX809" fmla="*/ 2497450 w 4940931"/>
                <a:gd name="connsiteY809" fmla="*/ 82550 h 138429"/>
                <a:gd name="connsiteX810" fmla="*/ 2496180 w 4940931"/>
                <a:gd name="connsiteY810" fmla="*/ 69850 h 138429"/>
                <a:gd name="connsiteX811" fmla="*/ 2498720 w 4940931"/>
                <a:gd name="connsiteY811" fmla="*/ 52070 h 138429"/>
                <a:gd name="connsiteX812" fmla="*/ 2505705 w 4940931"/>
                <a:gd name="connsiteY812" fmla="*/ 39370 h 138429"/>
                <a:gd name="connsiteX813" fmla="*/ 2516500 w 4940931"/>
                <a:gd name="connsiteY813" fmla="*/ 31750 h 138429"/>
                <a:gd name="connsiteX814" fmla="*/ 2530470 w 4940931"/>
                <a:gd name="connsiteY814" fmla="*/ 29210 h 138429"/>
                <a:gd name="connsiteX815" fmla="*/ 2298061 w 4940931"/>
                <a:gd name="connsiteY815" fmla="*/ 29210 h 138429"/>
                <a:gd name="connsiteX816" fmla="*/ 2305681 w 4940931"/>
                <a:gd name="connsiteY816" fmla="*/ 29845 h 138429"/>
                <a:gd name="connsiteX817" fmla="*/ 2311396 w 4940931"/>
                <a:gd name="connsiteY817" fmla="*/ 32385 h 138429"/>
                <a:gd name="connsiteX818" fmla="*/ 2307586 w 4940931"/>
                <a:gd name="connsiteY818" fmla="*/ 46990 h 138429"/>
                <a:gd name="connsiteX819" fmla="*/ 2306316 w 4940931"/>
                <a:gd name="connsiteY819" fmla="*/ 46990 h 138429"/>
                <a:gd name="connsiteX820" fmla="*/ 2301236 w 4940931"/>
                <a:gd name="connsiteY820" fmla="*/ 45085 h 138429"/>
                <a:gd name="connsiteX821" fmla="*/ 2294886 w 4940931"/>
                <a:gd name="connsiteY821" fmla="*/ 44450 h 138429"/>
                <a:gd name="connsiteX822" fmla="*/ 2283456 w 4940931"/>
                <a:gd name="connsiteY822" fmla="*/ 49530 h 138429"/>
                <a:gd name="connsiteX823" fmla="*/ 2279646 w 4940931"/>
                <a:gd name="connsiteY823" fmla="*/ 64770 h 138429"/>
                <a:gd name="connsiteX824" fmla="*/ 2279646 w 4940931"/>
                <a:gd name="connsiteY824" fmla="*/ 109220 h 138429"/>
                <a:gd name="connsiteX825" fmla="*/ 2264406 w 4940931"/>
                <a:gd name="connsiteY825" fmla="*/ 109220 h 138429"/>
                <a:gd name="connsiteX826" fmla="*/ 2264406 w 4940931"/>
                <a:gd name="connsiteY826" fmla="*/ 31115 h 138429"/>
                <a:gd name="connsiteX827" fmla="*/ 2279646 w 4940931"/>
                <a:gd name="connsiteY827" fmla="*/ 31115 h 138429"/>
                <a:gd name="connsiteX828" fmla="*/ 2279646 w 4940931"/>
                <a:gd name="connsiteY828" fmla="*/ 38735 h 138429"/>
                <a:gd name="connsiteX829" fmla="*/ 2282821 w 4940931"/>
                <a:gd name="connsiteY829" fmla="*/ 34925 h 138429"/>
                <a:gd name="connsiteX830" fmla="*/ 2287266 w 4940931"/>
                <a:gd name="connsiteY830" fmla="*/ 31750 h 138429"/>
                <a:gd name="connsiteX831" fmla="*/ 2292346 w 4940931"/>
                <a:gd name="connsiteY831" fmla="*/ 29845 h 138429"/>
                <a:gd name="connsiteX832" fmla="*/ 2298061 w 4940931"/>
                <a:gd name="connsiteY832" fmla="*/ 29210 h 138429"/>
                <a:gd name="connsiteX833" fmla="*/ 2216145 w 4940931"/>
                <a:gd name="connsiteY833" fmla="*/ 29210 h 138429"/>
                <a:gd name="connsiteX834" fmla="*/ 2230750 w 4940931"/>
                <a:gd name="connsiteY834" fmla="*/ 32385 h 138429"/>
                <a:gd name="connsiteX835" fmla="*/ 2240910 w 4940931"/>
                <a:gd name="connsiteY835" fmla="*/ 40640 h 138429"/>
                <a:gd name="connsiteX836" fmla="*/ 2247260 w 4940931"/>
                <a:gd name="connsiteY836" fmla="*/ 53340 h 138429"/>
                <a:gd name="connsiteX837" fmla="*/ 2249165 w 4940931"/>
                <a:gd name="connsiteY837" fmla="*/ 68580 h 138429"/>
                <a:gd name="connsiteX838" fmla="*/ 2247895 w 4940931"/>
                <a:gd name="connsiteY838" fmla="*/ 68580 h 138429"/>
                <a:gd name="connsiteX839" fmla="*/ 2247895 w 4940931"/>
                <a:gd name="connsiteY839" fmla="*/ 72390 h 138429"/>
                <a:gd name="connsiteX840" fmla="*/ 2247895 w 4940931"/>
                <a:gd name="connsiteY840" fmla="*/ 75565 h 138429"/>
                <a:gd name="connsiteX841" fmla="*/ 2196460 w 4940931"/>
                <a:gd name="connsiteY841" fmla="*/ 75565 h 138429"/>
                <a:gd name="connsiteX842" fmla="*/ 2199000 w 4940931"/>
                <a:gd name="connsiteY842" fmla="*/ 85090 h 138429"/>
                <a:gd name="connsiteX843" fmla="*/ 2203445 w 4940931"/>
                <a:gd name="connsiteY843" fmla="*/ 91440 h 138429"/>
                <a:gd name="connsiteX844" fmla="*/ 2209160 w 4940931"/>
                <a:gd name="connsiteY844" fmla="*/ 95250 h 138429"/>
                <a:gd name="connsiteX845" fmla="*/ 2216145 w 4940931"/>
                <a:gd name="connsiteY845" fmla="*/ 96520 h 138429"/>
                <a:gd name="connsiteX846" fmla="*/ 2221225 w 4940931"/>
                <a:gd name="connsiteY846" fmla="*/ 96520 h 138429"/>
                <a:gd name="connsiteX847" fmla="*/ 2225670 w 4940931"/>
                <a:gd name="connsiteY847" fmla="*/ 95250 h 138429"/>
                <a:gd name="connsiteX848" fmla="*/ 2229480 w 4940931"/>
                <a:gd name="connsiteY848" fmla="*/ 93345 h 138429"/>
                <a:gd name="connsiteX849" fmla="*/ 2233925 w 4940931"/>
                <a:gd name="connsiteY849" fmla="*/ 90805 h 138429"/>
                <a:gd name="connsiteX850" fmla="*/ 2242815 w 4940931"/>
                <a:gd name="connsiteY850" fmla="*/ 100330 h 138429"/>
                <a:gd name="connsiteX851" fmla="*/ 2237100 w 4940931"/>
                <a:gd name="connsiteY851" fmla="*/ 104775 h 138429"/>
                <a:gd name="connsiteX852" fmla="*/ 2231385 w 4940931"/>
                <a:gd name="connsiteY852" fmla="*/ 107950 h 138429"/>
                <a:gd name="connsiteX853" fmla="*/ 2224400 w 4940931"/>
                <a:gd name="connsiteY853" fmla="*/ 109855 h 138429"/>
                <a:gd name="connsiteX854" fmla="*/ 2215510 w 4940931"/>
                <a:gd name="connsiteY854" fmla="*/ 110490 h 138429"/>
                <a:gd name="connsiteX855" fmla="*/ 2205985 w 4940931"/>
                <a:gd name="connsiteY855" fmla="*/ 109220 h 138429"/>
                <a:gd name="connsiteX856" fmla="*/ 2198365 w 4940931"/>
                <a:gd name="connsiteY856" fmla="*/ 105410 h 138429"/>
                <a:gd name="connsiteX857" fmla="*/ 2192015 w 4940931"/>
                <a:gd name="connsiteY857" fmla="*/ 100330 h 138429"/>
                <a:gd name="connsiteX858" fmla="*/ 2186935 w 4940931"/>
                <a:gd name="connsiteY858" fmla="*/ 92710 h 138429"/>
                <a:gd name="connsiteX859" fmla="*/ 2183125 w 4940931"/>
                <a:gd name="connsiteY859" fmla="*/ 82550 h 138429"/>
                <a:gd name="connsiteX860" fmla="*/ 2181855 w 4940931"/>
                <a:gd name="connsiteY860" fmla="*/ 69850 h 138429"/>
                <a:gd name="connsiteX861" fmla="*/ 2184395 w 4940931"/>
                <a:gd name="connsiteY861" fmla="*/ 52070 h 138429"/>
                <a:gd name="connsiteX862" fmla="*/ 2191380 w 4940931"/>
                <a:gd name="connsiteY862" fmla="*/ 39370 h 138429"/>
                <a:gd name="connsiteX863" fmla="*/ 2202175 w 4940931"/>
                <a:gd name="connsiteY863" fmla="*/ 31750 h 138429"/>
                <a:gd name="connsiteX864" fmla="*/ 2216145 w 4940931"/>
                <a:gd name="connsiteY864" fmla="*/ 29210 h 138429"/>
                <a:gd name="connsiteX865" fmla="*/ 2029456 w 4940931"/>
                <a:gd name="connsiteY865" fmla="*/ 29210 h 138429"/>
                <a:gd name="connsiteX866" fmla="*/ 2044061 w 4940931"/>
                <a:gd name="connsiteY866" fmla="*/ 32385 h 138429"/>
                <a:gd name="connsiteX867" fmla="*/ 2054221 w 4940931"/>
                <a:gd name="connsiteY867" fmla="*/ 40640 h 138429"/>
                <a:gd name="connsiteX868" fmla="*/ 2060571 w 4940931"/>
                <a:gd name="connsiteY868" fmla="*/ 53340 h 138429"/>
                <a:gd name="connsiteX869" fmla="*/ 2062476 w 4940931"/>
                <a:gd name="connsiteY869" fmla="*/ 68580 h 138429"/>
                <a:gd name="connsiteX870" fmla="*/ 2061206 w 4940931"/>
                <a:gd name="connsiteY870" fmla="*/ 68580 h 138429"/>
                <a:gd name="connsiteX871" fmla="*/ 2061206 w 4940931"/>
                <a:gd name="connsiteY871" fmla="*/ 72390 h 138429"/>
                <a:gd name="connsiteX872" fmla="*/ 2061206 w 4940931"/>
                <a:gd name="connsiteY872" fmla="*/ 75565 h 138429"/>
                <a:gd name="connsiteX873" fmla="*/ 2009771 w 4940931"/>
                <a:gd name="connsiteY873" fmla="*/ 75565 h 138429"/>
                <a:gd name="connsiteX874" fmla="*/ 2012311 w 4940931"/>
                <a:gd name="connsiteY874" fmla="*/ 85090 h 138429"/>
                <a:gd name="connsiteX875" fmla="*/ 2016756 w 4940931"/>
                <a:gd name="connsiteY875" fmla="*/ 91440 h 138429"/>
                <a:gd name="connsiteX876" fmla="*/ 2022471 w 4940931"/>
                <a:gd name="connsiteY876" fmla="*/ 95250 h 138429"/>
                <a:gd name="connsiteX877" fmla="*/ 2029456 w 4940931"/>
                <a:gd name="connsiteY877" fmla="*/ 96520 h 138429"/>
                <a:gd name="connsiteX878" fmla="*/ 2034536 w 4940931"/>
                <a:gd name="connsiteY878" fmla="*/ 96520 h 138429"/>
                <a:gd name="connsiteX879" fmla="*/ 2038981 w 4940931"/>
                <a:gd name="connsiteY879" fmla="*/ 95250 h 138429"/>
                <a:gd name="connsiteX880" fmla="*/ 2042791 w 4940931"/>
                <a:gd name="connsiteY880" fmla="*/ 93345 h 138429"/>
                <a:gd name="connsiteX881" fmla="*/ 2047236 w 4940931"/>
                <a:gd name="connsiteY881" fmla="*/ 90805 h 138429"/>
                <a:gd name="connsiteX882" fmla="*/ 2056126 w 4940931"/>
                <a:gd name="connsiteY882" fmla="*/ 100330 h 138429"/>
                <a:gd name="connsiteX883" fmla="*/ 2050411 w 4940931"/>
                <a:gd name="connsiteY883" fmla="*/ 104775 h 138429"/>
                <a:gd name="connsiteX884" fmla="*/ 2044696 w 4940931"/>
                <a:gd name="connsiteY884" fmla="*/ 107950 h 138429"/>
                <a:gd name="connsiteX885" fmla="*/ 2037711 w 4940931"/>
                <a:gd name="connsiteY885" fmla="*/ 109855 h 138429"/>
                <a:gd name="connsiteX886" fmla="*/ 2028821 w 4940931"/>
                <a:gd name="connsiteY886" fmla="*/ 110490 h 138429"/>
                <a:gd name="connsiteX887" fmla="*/ 2019296 w 4940931"/>
                <a:gd name="connsiteY887" fmla="*/ 109220 h 138429"/>
                <a:gd name="connsiteX888" fmla="*/ 2011676 w 4940931"/>
                <a:gd name="connsiteY888" fmla="*/ 105410 h 138429"/>
                <a:gd name="connsiteX889" fmla="*/ 2005326 w 4940931"/>
                <a:gd name="connsiteY889" fmla="*/ 100330 h 138429"/>
                <a:gd name="connsiteX890" fmla="*/ 2000246 w 4940931"/>
                <a:gd name="connsiteY890" fmla="*/ 92710 h 138429"/>
                <a:gd name="connsiteX891" fmla="*/ 1996436 w 4940931"/>
                <a:gd name="connsiteY891" fmla="*/ 82550 h 138429"/>
                <a:gd name="connsiteX892" fmla="*/ 1995166 w 4940931"/>
                <a:gd name="connsiteY892" fmla="*/ 69850 h 138429"/>
                <a:gd name="connsiteX893" fmla="*/ 1997706 w 4940931"/>
                <a:gd name="connsiteY893" fmla="*/ 52070 h 138429"/>
                <a:gd name="connsiteX894" fmla="*/ 2004691 w 4940931"/>
                <a:gd name="connsiteY894" fmla="*/ 39370 h 138429"/>
                <a:gd name="connsiteX895" fmla="*/ 2015486 w 4940931"/>
                <a:gd name="connsiteY895" fmla="*/ 31750 h 138429"/>
                <a:gd name="connsiteX896" fmla="*/ 2029456 w 4940931"/>
                <a:gd name="connsiteY896" fmla="*/ 29210 h 138429"/>
                <a:gd name="connsiteX897" fmla="*/ 1831336 w 4940931"/>
                <a:gd name="connsiteY897" fmla="*/ 29210 h 138429"/>
                <a:gd name="connsiteX898" fmla="*/ 1845941 w 4940931"/>
                <a:gd name="connsiteY898" fmla="*/ 32385 h 138429"/>
                <a:gd name="connsiteX899" fmla="*/ 1856101 w 4940931"/>
                <a:gd name="connsiteY899" fmla="*/ 40640 h 138429"/>
                <a:gd name="connsiteX900" fmla="*/ 1862451 w 4940931"/>
                <a:gd name="connsiteY900" fmla="*/ 53340 h 138429"/>
                <a:gd name="connsiteX901" fmla="*/ 1864356 w 4940931"/>
                <a:gd name="connsiteY901" fmla="*/ 68580 h 138429"/>
                <a:gd name="connsiteX902" fmla="*/ 1863086 w 4940931"/>
                <a:gd name="connsiteY902" fmla="*/ 68580 h 138429"/>
                <a:gd name="connsiteX903" fmla="*/ 1863086 w 4940931"/>
                <a:gd name="connsiteY903" fmla="*/ 72390 h 138429"/>
                <a:gd name="connsiteX904" fmla="*/ 1863086 w 4940931"/>
                <a:gd name="connsiteY904" fmla="*/ 75565 h 138429"/>
                <a:gd name="connsiteX905" fmla="*/ 1811651 w 4940931"/>
                <a:gd name="connsiteY905" fmla="*/ 75565 h 138429"/>
                <a:gd name="connsiteX906" fmla="*/ 1814191 w 4940931"/>
                <a:gd name="connsiteY906" fmla="*/ 85090 h 138429"/>
                <a:gd name="connsiteX907" fmla="*/ 1818636 w 4940931"/>
                <a:gd name="connsiteY907" fmla="*/ 91440 h 138429"/>
                <a:gd name="connsiteX908" fmla="*/ 1824351 w 4940931"/>
                <a:gd name="connsiteY908" fmla="*/ 95250 h 138429"/>
                <a:gd name="connsiteX909" fmla="*/ 1831336 w 4940931"/>
                <a:gd name="connsiteY909" fmla="*/ 96520 h 138429"/>
                <a:gd name="connsiteX910" fmla="*/ 1836416 w 4940931"/>
                <a:gd name="connsiteY910" fmla="*/ 96520 h 138429"/>
                <a:gd name="connsiteX911" fmla="*/ 1840861 w 4940931"/>
                <a:gd name="connsiteY911" fmla="*/ 95250 h 138429"/>
                <a:gd name="connsiteX912" fmla="*/ 1844671 w 4940931"/>
                <a:gd name="connsiteY912" fmla="*/ 93345 h 138429"/>
                <a:gd name="connsiteX913" fmla="*/ 1849116 w 4940931"/>
                <a:gd name="connsiteY913" fmla="*/ 90805 h 138429"/>
                <a:gd name="connsiteX914" fmla="*/ 1858006 w 4940931"/>
                <a:gd name="connsiteY914" fmla="*/ 100330 h 138429"/>
                <a:gd name="connsiteX915" fmla="*/ 1852291 w 4940931"/>
                <a:gd name="connsiteY915" fmla="*/ 104775 h 138429"/>
                <a:gd name="connsiteX916" fmla="*/ 1846576 w 4940931"/>
                <a:gd name="connsiteY916" fmla="*/ 107950 h 138429"/>
                <a:gd name="connsiteX917" fmla="*/ 1839591 w 4940931"/>
                <a:gd name="connsiteY917" fmla="*/ 109855 h 138429"/>
                <a:gd name="connsiteX918" fmla="*/ 1830701 w 4940931"/>
                <a:gd name="connsiteY918" fmla="*/ 110490 h 138429"/>
                <a:gd name="connsiteX919" fmla="*/ 1821176 w 4940931"/>
                <a:gd name="connsiteY919" fmla="*/ 109220 h 138429"/>
                <a:gd name="connsiteX920" fmla="*/ 1813556 w 4940931"/>
                <a:gd name="connsiteY920" fmla="*/ 105410 h 138429"/>
                <a:gd name="connsiteX921" fmla="*/ 1807206 w 4940931"/>
                <a:gd name="connsiteY921" fmla="*/ 100330 h 138429"/>
                <a:gd name="connsiteX922" fmla="*/ 1802126 w 4940931"/>
                <a:gd name="connsiteY922" fmla="*/ 92710 h 138429"/>
                <a:gd name="connsiteX923" fmla="*/ 1798316 w 4940931"/>
                <a:gd name="connsiteY923" fmla="*/ 82550 h 138429"/>
                <a:gd name="connsiteX924" fmla="*/ 1797046 w 4940931"/>
                <a:gd name="connsiteY924" fmla="*/ 69850 h 138429"/>
                <a:gd name="connsiteX925" fmla="*/ 1799586 w 4940931"/>
                <a:gd name="connsiteY925" fmla="*/ 52070 h 138429"/>
                <a:gd name="connsiteX926" fmla="*/ 1806571 w 4940931"/>
                <a:gd name="connsiteY926" fmla="*/ 39370 h 138429"/>
                <a:gd name="connsiteX927" fmla="*/ 1817366 w 4940931"/>
                <a:gd name="connsiteY927" fmla="*/ 31750 h 138429"/>
                <a:gd name="connsiteX928" fmla="*/ 1831336 w 4940931"/>
                <a:gd name="connsiteY928" fmla="*/ 29210 h 138429"/>
                <a:gd name="connsiteX929" fmla="*/ 1501140 w 4940931"/>
                <a:gd name="connsiteY929" fmla="*/ 29210 h 138429"/>
                <a:gd name="connsiteX930" fmla="*/ 1506856 w 4940931"/>
                <a:gd name="connsiteY930" fmla="*/ 29210 h 138429"/>
                <a:gd name="connsiteX931" fmla="*/ 1518920 w 4940931"/>
                <a:gd name="connsiteY931" fmla="*/ 31750 h 138429"/>
                <a:gd name="connsiteX932" fmla="*/ 1527811 w 4940931"/>
                <a:gd name="connsiteY932" fmla="*/ 38100 h 138429"/>
                <a:gd name="connsiteX933" fmla="*/ 1532891 w 4940931"/>
                <a:gd name="connsiteY933" fmla="*/ 48895 h 138429"/>
                <a:gd name="connsiteX934" fmla="*/ 1534796 w 4940931"/>
                <a:gd name="connsiteY934" fmla="*/ 64135 h 138429"/>
                <a:gd name="connsiteX935" fmla="*/ 1534796 w 4940931"/>
                <a:gd name="connsiteY935" fmla="*/ 108585 h 138429"/>
                <a:gd name="connsiteX936" fmla="*/ 1519556 w 4940931"/>
                <a:gd name="connsiteY936" fmla="*/ 108585 h 138429"/>
                <a:gd name="connsiteX937" fmla="*/ 1518920 w 4940931"/>
                <a:gd name="connsiteY937" fmla="*/ 108585 h 138429"/>
                <a:gd name="connsiteX938" fmla="*/ 1518920 w 4940931"/>
                <a:gd name="connsiteY938" fmla="*/ 64770 h 138429"/>
                <a:gd name="connsiteX939" fmla="*/ 1515111 w 4940931"/>
                <a:gd name="connsiteY939" fmla="*/ 48895 h 138429"/>
                <a:gd name="connsiteX940" fmla="*/ 1503046 w 4940931"/>
                <a:gd name="connsiteY940" fmla="*/ 43180 h 138429"/>
                <a:gd name="connsiteX941" fmla="*/ 1496061 w 4940931"/>
                <a:gd name="connsiteY941" fmla="*/ 44450 h 138429"/>
                <a:gd name="connsiteX942" fmla="*/ 1490981 w 4940931"/>
                <a:gd name="connsiteY942" fmla="*/ 48260 h 138429"/>
                <a:gd name="connsiteX943" fmla="*/ 1487806 w 4940931"/>
                <a:gd name="connsiteY943" fmla="*/ 54610 h 138429"/>
                <a:gd name="connsiteX944" fmla="*/ 1487170 w 4940931"/>
                <a:gd name="connsiteY944" fmla="*/ 62865 h 138429"/>
                <a:gd name="connsiteX945" fmla="*/ 1487170 w 4940931"/>
                <a:gd name="connsiteY945" fmla="*/ 108585 h 138429"/>
                <a:gd name="connsiteX946" fmla="*/ 1471931 w 4940931"/>
                <a:gd name="connsiteY946" fmla="*/ 108585 h 138429"/>
                <a:gd name="connsiteX947" fmla="*/ 1471931 w 4940931"/>
                <a:gd name="connsiteY947" fmla="*/ 30480 h 138429"/>
                <a:gd name="connsiteX948" fmla="*/ 1487170 w 4940931"/>
                <a:gd name="connsiteY948" fmla="*/ 30480 h 138429"/>
                <a:gd name="connsiteX949" fmla="*/ 1487170 w 4940931"/>
                <a:gd name="connsiteY949" fmla="*/ 38100 h 138429"/>
                <a:gd name="connsiteX950" fmla="*/ 1490981 w 4940931"/>
                <a:gd name="connsiteY950" fmla="*/ 34290 h 138429"/>
                <a:gd name="connsiteX951" fmla="*/ 1495426 w 4940931"/>
                <a:gd name="connsiteY951" fmla="*/ 31115 h 138429"/>
                <a:gd name="connsiteX952" fmla="*/ 1501140 w 4940931"/>
                <a:gd name="connsiteY952" fmla="*/ 29210 h 138429"/>
                <a:gd name="connsiteX953" fmla="*/ 1250316 w 4940931"/>
                <a:gd name="connsiteY953" fmla="*/ 29210 h 138429"/>
                <a:gd name="connsiteX954" fmla="*/ 1264286 w 4940931"/>
                <a:gd name="connsiteY954" fmla="*/ 31750 h 138429"/>
                <a:gd name="connsiteX955" fmla="*/ 1276350 w 4940931"/>
                <a:gd name="connsiteY955" fmla="*/ 38100 h 138429"/>
                <a:gd name="connsiteX956" fmla="*/ 1278256 w 4940931"/>
                <a:gd name="connsiteY956" fmla="*/ 38100 h 138429"/>
                <a:gd name="connsiteX957" fmla="*/ 1271271 w 4940931"/>
                <a:gd name="connsiteY957" fmla="*/ 50165 h 138429"/>
                <a:gd name="connsiteX958" fmla="*/ 1261746 w 4940931"/>
                <a:gd name="connsiteY958" fmla="*/ 45085 h 138429"/>
                <a:gd name="connsiteX959" fmla="*/ 1250951 w 4940931"/>
                <a:gd name="connsiteY959" fmla="*/ 43180 h 138429"/>
                <a:gd name="connsiteX960" fmla="*/ 1242696 w 4940931"/>
                <a:gd name="connsiteY960" fmla="*/ 45085 h 138429"/>
                <a:gd name="connsiteX961" fmla="*/ 1240156 w 4940931"/>
                <a:gd name="connsiteY961" fmla="*/ 50165 h 138429"/>
                <a:gd name="connsiteX962" fmla="*/ 1240156 w 4940931"/>
                <a:gd name="connsiteY962" fmla="*/ 52705 h 138429"/>
                <a:gd name="connsiteX963" fmla="*/ 1242061 w 4940931"/>
                <a:gd name="connsiteY963" fmla="*/ 55245 h 138429"/>
                <a:gd name="connsiteX964" fmla="*/ 1246506 w 4940931"/>
                <a:gd name="connsiteY964" fmla="*/ 57785 h 138429"/>
                <a:gd name="connsiteX965" fmla="*/ 1253491 w 4940931"/>
                <a:gd name="connsiteY965" fmla="*/ 60960 h 138429"/>
                <a:gd name="connsiteX966" fmla="*/ 1264921 w 4940931"/>
                <a:gd name="connsiteY966" fmla="*/ 66040 h 138429"/>
                <a:gd name="connsiteX967" fmla="*/ 1273176 w 4940931"/>
                <a:gd name="connsiteY967" fmla="*/ 71120 h 138429"/>
                <a:gd name="connsiteX968" fmla="*/ 1278256 w 4940931"/>
                <a:gd name="connsiteY968" fmla="*/ 78105 h 138429"/>
                <a:gd name="connsiteX969" fmla="*/ 1280161 w 4940931"/>
                <a:gd name="connsiteY969" fmla="*/ 87630 h 138429"/>
                <a:gd name="connsiteX970" fmla="*/ 1277621 w 4940931"/>
                <a:gd name="connsiteY970" fmla="*/ 98425 h 138429"/>
                <a:gd name="connsiteX971" fmla="*/ 1271271 w 4940931"/>
                <a:gd name="connsiteY971" fmla="*/ 105410 h 138429"/>
                <a:gd name="connsiteX972" fmla="*/ 1261746 w 4940931"/>
                <a:gd name="connsiteY972" fmla="*/ 109220 h 138429"/>
                <a:gd name="connsiteX973" fmla="*/ 1250951 w 4940931"/>
                <a:gd name="connsiteY973" fmla="*/ 110490 h 138429"/>
                <a:gd name="connsiteX974" fmla="*/ 1235711 w 4940931"/>
                <a:gd name="connsiteY974" fmla="*/ 107950 h 138429"/>
                <a:gd name="connsiteX975" fmla="*/ 1221106 w 4940931"/>
                <a:gd name="connsiteY975" fmla="*/ 100965 h 138429"/>
                <a:gd name="connsiteX976" fmla="*/ 1228091 w 4940931"/>
                <a:gd name="connsiteY976" fmla="*/ 89535 h 138429"/>
                <a:gd name="connsiteX977" fmla="*/ 1239521 w 4940931"/>
                <a:gd name="connsiteY977" fmla="*/ 95250 h 138429"/>
                <a:gd name="connsiteX978" fmla="*/ 1250951 w 4940931"/>
                <a:gd name="connsiteY978" fmla="*/ 97155 h 138429"/>
                <a:gd name="connsiteX979" fmla="*/ 1261746 w 4940931"/>
                <a:gd name="connsiteY979" fmla="*/ 94615 h 138429"/>
                <a:gd name="connsiteX980" fmla="*/ 1264921 w 4940931"/>
                <a:gd name="connsiteY980" fmla="*/ 88265 h 138429"/>
                <a:gd name="connsiteX981" fmla="*/ 1263650 w 4940931"/>
                <a:gd name="connsiteY981" fmla="*/ 84455 h 138429"/>
                <a:gd name="connsiteX982" fmla="*/ 1259841 w 4940931"/>
                <a:gd name="connsiteY982" fmla="*/ 81280 h 138429"/>
                <a:gd name="connsiteX983" fmla="*/ 1254125 w 4940931"/>
                <a:gd name="connsiteY983" fmla="*/ 78105 h 138429"/>
                <a:gd name="connsiteX984" fmla="*/ 1246506 w 4940931"/>
                <a:gd name="connsiteY984" fmla="*/ 74930 h 138429"/>
                <a:gd name="connsiteX985" fmla="*/ 1235711 w 4940931"/>
                <a:gd name="connsiteY985" fmla="*/ 69850 h 138429"/>
                <a:gd name="connsiteX986" fmla="*/ 1228726 w 4940931"/>
                <a:gd name="connsiteY986" fmla="*/ 64770 h 138429"/>
                <a:gd name="connsiteX987" fmla="*/ 1224916 w 4940931"/>
                <a:gd name="connsiteY987" fmla="*/ 58420 h 138429"/>
                <a:gd name="connsiteX988" fmla="*/ 1223646 w 4940931"/>
                <a:gd name="connsiteY988" fmla="*/ 50165 h 138429"/>
                <a:gd name="connsiteX989" fmla="*/ 1225551 w 4940931"/>
                <a:gd name="connsiteY989" fmla="*/ 40640 h 138429"/>
                <a:gd name="connsiteX990" fmla="*/ 1231266 w 4940931"/>
                <a:gd name="connsiteY990" fmla="*/ 34290 h 138429"/>
                <a:gd name="connsiteX991" fmla="*/ 1239521 w 4940931"/>
                <a:gd name="connsiteY991" fmla="*/ 30480 h 138429"/>
                <a:gd name="connsiteX992" fmla="*/ 1250316 w 4940931"/>
                <a:gd name="connsiteY992" fmla="*/ 29210 h 138429"/>
                <a:gd name="connsiteX993" fmla="*/ 1180466 w 4940931"/>
                <a:gd name="connsiteY993" fmla="*/ 29210 h 138429"/>
                <a:gd name="connsiteX994" fmla="*/ 1195071 w 4940931"/>
                <a:gd name="connsiteY994" fmla="*/ 32385 h 138429"/>
                <a:gd name="connsiteX995" fmla="*/ 1205231 w 4940931"/>
                <a:gd name="connsiteY995" fmla="*/ 40640 h 138429"/>
                <a:gd name="connsiteX996" fmla="*/ 1211581 w 4940931"/>
                <a:gd name="connsiteY996" fmla="*/ 53340 h 138429"/>
                <a:gd name="connsiteX997" fmla="*/ 1213486 w 4940931"/>
                <a:gd name="connsiteY997" fmla="*/ 68580 h 138429"/>
                <a:gd name="connsiteX998" fmla="*/ 1212216 w 4940931"/>
                <a:gd name="connsiteY998" fmla="*/ 68580 h 138429"/>
                <a:gd name="connsiteX999" fmla="*/ 1212216 w 4940931"/>
                <a:gd name="connsiteY999" fmla="*/ 72390 h 138429"/>
                <a:gd name="connsiteX1000" fmla="*/ 1212216 w 4940931"/>
                <a:gd name="connsiteY1000" fmla="*/ 75565 h 138429"/>
                <a:gd name="connsiteX1001" fmla="*/ 1160781 w 4940931"/>
                <a:gd name="connsiteY1001" fmla="*/ 75565 h 138429"/>
                <a:gd name="connsiteX1002" fmla="*/ 1163321 w 4940931"/>
                <a:gd name="connsiteY1002" fmla="*/ 85090 h 138429"/>
                <a:gd name="connsiteX1003" fmla="*/ 1167766 w 4940931"/>
                <a:gd name="connsiteY1003" fmla="*/ 91440 h 138429"/>
                <a:gd name="connsiteX1004" fmla="*/ 1173481 w 4940931"/>
                <a:gd name="connsiteY1004" fmla="*/ 95250 h 138429"/>
                <a:gd name="connsiteX1005" fmla="*/ 1180466 w 4940931"/>
                <a:gd name="connsiteY1005" fmla="*/ 96520 h 138429"/>
                <a:gd name="connsiteX1006" fmla="*/ 1185546 w 4940931"/>
                <a:gd name="connsiteY1006" fmla="*/ 96520 h 138429"/>
                <a:gd name="connsiteX1007" fmla="*/ 1189991 w 4940931"/>
                <a:gd name="connsiteY1007" fmla="*/ 95250 h 138429"/>
                <a:gd name="connsiteX1008" fmla="*/ 1193801 w 4940931"/>
                <a:gd name="connsiteY1008" fmla="*/ 93345 h 138429"/>
                <a:gd name="connsiteX1009" fmla="*/ 1198246 w 4940931"/>
                <a:gd name="connsiteY1009" fmla="*/ 90805 h 138429"/>
                <a:gd name="connsiteX1010" fmla="*/ 1207136 w 4940931"/>
                <a:gd name="connsiteY1010" fmla="*/ 100330 h 138429"/>
                <a:gd name="connsiteX1011" fmla="*/ 1201421 w 4940931"/>
                <a:gd name="connsiteY1011" fmla="*/ 104775 h 138429"/>
                <a:gd name="connsiteX1012" fmla="*/ 1195706 w 4940931"/>
                <a:gd name="connsiteY1012" fmla="*/ 107950 h 138429"/>
                <a:gd name="connsiteX1013" fmla="*/ 1188721 w 4940931"/>
                <a:gd name="connsiteY1013" fmla="*/ 109855 h 138429"/>
                <a:gd name="connsiteX1014" fmla="*/ 1179831 w 4940931"/>
                <a:gd name="connsiteY1014" fmla="*/ 110490 h 138429"/>
                <a:gd name="connsiteX1015" fmla="*/ 1170306 w 4940931"/>
                <a:gd name="connsiteY1015" fmla="*/ 109220 h 138429"/>
                <a:gd name="connsiteX1016" fmla="*/ 1162686 w 4940931"/>
                <a:gd name="connsiteY1016" fmla="*/ 105410 h 138429"/>
                <a:gd name="connsiteX1017" fmla="*/ 1156336 w 4940931"/>
                <a:gd name="connsiteY1017" fmla="*/ 100330 h 138429"/>
                <a:gd name="connsiteX1018" fmla="*/ 1151256 w 4940931"/>
                <a:gd name="connsiteY1018" fmla="*/ 92710 h 138429"/>
                <a:gd name="connsiteX1019" fmla="*/ 1147446 w 4940931"/>
                <a:gd name="connsiteY1019" fmla="*/ 82550 h 138429"/>
                <a:gd name="connsiteX1020" fmla="*/ 1146176 w 4940931"/>
                <a:gd name="connsiteY1020" fmla="*/ 69850 h 138429"/>
                <a:gd name="connsiteX1021" fmla="*/ 1148716 w 4940931"/>
                <a:gd name="connsiteY1021" fmla="*/ 52070 h 138429"/>
                <a:gd name="connsiteX1022" fmla="*/ 1155701 w 4940931"/>
                <a:gd name="connsiteY1022" fmla="*/ 39370 h 138429"/>
                <a:gd name="connsiteX1023" fmla="*/ 1166496 w 4940931"/>
                <a:gd name="connsiteY1023" fmla="*/ 31750 h 138429"/>
                <a:gd name="connsiteX1024" fmla="*/ 1180466 w 4940931"/>
                <a:gd name="connsiteY1024" fmla="*/ 29210 h 138429"/>
                <a:gd name="connsiteX1025" fmla="*/ 901065 w 4940931"/>
                <a:gd name="connsiteY1025" fmla="*/ 29210 h 138429"/>
                <a:gd name="connsiteX1026" fmla="*/ 915670 w 4940931"/>
                <a:gd name="connsiteY1026" fmla="*/ 32385 h 138429"/>
                <a:gd name="connsiteX1027" fmla="*/ 925830 w 4940931"/>
                <a:gd name="connsiteY1027" fmla="*/ 40640 h 138429"/>
                <a:gd name="connsiteX1028" fmla="*/ 932180 w 4940931"/>
                <a:gd name="connsiteY1028" fmla="*/ 53340 h 138429"/>
                <a:gd name="connsiteX1029" fmla="*/ 934085 w 4940931"/>
                <a:gd name="connsiteY1029" fmla="*/ 68580 h 138429"/>
                <a:gd name="connsiteX1030" fmla="*/ 932815 w 4940931"/>
                <a:gd name="connsiteY1030" fmla="*/ 68580 h 138429"/>
                <a:gd name="connsiteX1031" fmla="*/ 932815 w 4940931"/>
                <a:gd name="connsiteY1031" fmla="*/ 72390 h 138429"/>
                <a:gd name="connsiteX1032" fmla="*/ 932815 w 4940931"/>
                <a:gd name="connsiteY1032" fmla="*/ 75565 h 138429"/>
                <a:gd name="connsiteX1033" fmla="*/ 881380 w 4940931"/>
                <a:gd name="connsiteY1033" fmla="*/ 75565 h 138429"/>
                <a:gd name="connsiteX1034" fmla="*/ 883920 w 4940931"/>
                <a:gd name="connsiteY1034" fmla="*/ 85090 h 138429"/>
                <a:gd name="connsiteX1035" fmla="*/ 888365 w 4940931"/>
                <a:gd name="connsiteY1035" fmla="*/ 91440 h 138429"/>
                <a:gd name="connsiteX1036" fmla="*/ 894080 w 4940931"/>
                <a:gd name="connsiteY1036" fmla="*/ 95250 h 138429"/>
                <a:gd name="connsiteX1037" fmla="*/ 901065 w 4940931"/>
                <a:gd name="connsiteY1037" fmla="*/ 96520 h 138429"/>
                <a:gd name="connsiteX1038" fmla="*/ 906145 w 4940931"/>
                <a:gd name="connsiteY1038" fmla="*/ 96520 h 138429"/>
                <a:gd name="connsiteX1039" fmla="*/ 910590 w 4940931"/>
                <a:gd name="connsiteY1039" fmla="*/ 95250 h 138429"/>
                <a:gd name="connsiteX1040" fmla="*/ 914400 w 4940931"/>
                <a:gd name="connsiteY1040" fmla="*/ 93345 h 138429"/>
                <a:gd name="connsiteX1041" fmla="*/ 918845 w 4940931"/>
                <a:gd name="connsiteY1041" fmla="*/ 90805 h 138429"/>
                <a:gd name="connsiteX1042" fmla="*/ 927735 w 4940931"/>
                <a:gd name="connsiteY1042" fmla="*/ 100330 h 138429"/>
                <a:gd name="connsiteX1043" fmla="*/ 922020 w 4940931"/>
                <a:gd name="connsiteY1043" fmla="*/ 104775 h 138429"/>
                <a:gd name="connsiteX1044" fmla="*/ 916305 w 4940931"/>
                <a:gd name="connsiteY1044" fmla="*/ 107950 h 138429"/>
                <a:gd name="connsiteX1045" fmla="*/ 909320 w 4940931"/>
                <a:gd name="connsiteY1045" fmla="*/ 109855 h 138429"/>
                <a:gd name="connsiteX1046" fmla="*/ 900430 w 4940931"/>
                <a:gd name="connsiteY1046" fmla="*/ 110490 h 138429"/>
                <a:gd name="connsiteX1047" fmla="*/ 890905 w 4940931"/>
                <a:gd name="connsiteY1047" fmla="*/ 109220 h 138429"/>
                <a:gd name="connsiteX1048" fmla="*/ 883285 w 4940931"/>
                <a:gd name="connsiteY1048" fmla="*/ 105410 h 138429"/>
                <a:gd name="connsiteX1049" fmla="*/ 876935 w 4940931"/>
                <a:gd name="connsiteY1049" fmla="*/ 100330 h 138429"/>
                <a:gd name="connsiteX1050" fmla="*/ 871855 w 4940931"/>
                <a:gd name="connsiteY1050" fmla="*/ 92710 h 138429"/>
                <a:gd name="connsiteX1051" fmla="*/ 868045 w 4940931"/>
                <a:gd name="connsiteY1051" fmla="*/ 82550 h 138429"/>
                <a:gd name="connsiteX1052" fmla="*/ 866775 w 4940931"/>
                <a:gd name="connsiteY1052" fmla="*/ 69850 h 138429"/>
                <a:gd name="connsiteX1053" fmla="*/ 869315 w 4940931"/>
                <a:gd name="connsiteY1053" fmla="*/ 52070 h 138429"/>
                <a:gd name="connsiteX1054" fmla="*/ 876300 w 4940931"/>
                <a:gd name="connsiteY1054" fmla="*/ 39370 h 138429"/>
                <a:gd name="connsiteX1055" fmla="*/ 887095 w 4940931"/>
                <a:gd name="connsiteY1055" fmla="*/ 31750 h 138429"/>
                <a:gd name="connsiteX1056" fmla="*/ 901065 w 4940931"/>
                <a:gd name="connsiteY1056" fmla="*/ 29210 h 138429"/>
                <a:gd name="connsiteX1057" fmla="*/ 668656 w 4940931"/>
                <a:gd name="connsiteY1057" fmla="*/ 29210 h 138429"/>
                <a:gd name="connsiteX1058" fmla="*/ 676275 w 4940931"/>
                <a:gd name="connsiteY1058" fmla="*/ 29845 h 138429"/>
                <a:gd name="connsiteX1059" fmla="*/ 681991 w 4940931"/>
                <a:gd name="connsiteY1059" fmla="*/ 32385 h 138429"/>
                <a:gd name="connsiteX1060" fmla="*/ 678181 w 4940931"/>
                <a:gd name="connsiteY1060" fmla="*/ 46990 h 138429"/>
                <a:gd name="connsiteX1061" fmla="*/ 676910 w 4940931"/>
                <a:gd name="connsiteY1061" fmla="*/ 46990 h 138429"/>
                <a:gd name="connsiteX1062" fmla="*/ 671830 w 4940931"/>
                <a:gd name="connsiteY1062" fmla="*/ 45085 h 138429"/>
                <a:gd name="connsiteX1063" fmla="*/ 665480 w 4940931"/>
                <a:gd name="connsiteY1063" fmla="*/ 44450 h 138429"/>
                <a:gd name="connsiteX1064" fmla="*/ 654050 w 4940931"/>
                <a:gd name="connsiteY1064" fmla="*/ 49530 h 138429"/>
                <a:gd name="connsiteX1065" fmla="*/ 650240 w 4940931"/>
                <a:gd name="connsiteY1065" fmla="*/ 64770 h 138429"/>
                <a:gd name="connsiteX1066" fmla="*/ 650240 w 4940931"/>
                <a:gd name="connsiteY1066" fmla="*/ 109220 h 138429"/>
                <a:gd name="connsiteX1067" fmla="*/ 635000 w 4940931"/>
                <a:gd name="connsiteY1067" fmla="*/ 109220 h 138429"/>
                <a:gd name="connsiteX1068" fmla="*/ 635000 w 4940931"/>
                <a:gd name="connsiteY1068" fmla="*/ 31115 h 138429"/>
                <a:gd name="connsiteX1069" fmla="*/ 650240 w 4940931"/>
                <a:gd name="connsiteY1069" fmla="*/ 31115 h 138429"/>
                <a:gd name="connsiteX1070" fmla="*/ 650240 w 4940931"/>
                <a:gd name="connsiteY1070" fmla="*/ 38735 h 138429"/>
                <a:gd name="connsiteX1071" fmla="*/ 653416 w 4940931"/>
                <a:gd name="connsiteY1071" fmla="*/ 34925 h 138429"/>
                <a:gd name="connsiteX1072" fmla="*/ 657861 w 4940931"/>
                <a:gd name="connsiteY1072" fmla="*/ 31750 h 138429"/>
                <a:gd name="connsiteX1073" fmla="*/ 662940 w 4940931"/>
                <a:gd name="connsiteY1073" fmla="*/ 29845 h 138429"/>
                <a:gd name="connsiteX1074" fmla="*/ 668656 w 4940931"/>
                <a:gd name="connsiteY1074" fmla="*/ 29210 h 138429"/>
                <a:gd name="connsiteX1075" fmla="*/ 586739 w 4940931"/>
                <a:gd name="connsiteY1075" fmla="*/ 29210 h 138429"/>
                <a:gd name="connsiteX1076" fmla="*/ 601344 w 4940931"/>
                <a:gd name="connsiteY1076" fmla="*/ 32385 h 138429"/>
                <a:gd name="connsiteX1077" fmla="*/ 611504 w 4940931"/>
                <a:gd name="connsiteY1077" fmla="*/ 40640 h 138429"/>
                <a:gd name="connsiteX1078" fmla="*/ 617854 w 4940931"/>
                <a:gd name="connsiteY1078" fmla="*/ 53340 h 138429"/>
                <a:gd name="connsiteX1079" fmla="*/ 619759 w 4940931"/>
                <a:gd name="connsiteY1079" fmla="*/ 68580 h 138429"/>
                <a:gd name="connsiteX1080" fmla="*/ 618489 w 4940931"/>
                <a:gd name="connsiteY1080" fmla="*/ 68580 h 138429"/>
                <a:gd name="connsiteX1081" fmla="*/ 618489 w 4940931"/>
                <a:gd name="connsiteY1081" fmla="*/ 72390 h 138429"/>
                <a:gd name="connsiteX1082" fmla="*/ 618489 w 4940931"/>
                <a:gd name="connsiteY1082" fmla="*/ 75565 h 138429"/>
                <a:gd name="connsiteX1083" fmla="*/ 567054 w 4940931"/>
                <a:gd name="connsiteY1083" fmla="*/ 75565 h 138429"/>
                <a:gd name="connsiteX1084" fmla="*/ 569594 w 4940931"/>
                <a:gd name="connsiteY1084" fmla="*/ 85090 h 138429"/>
                <a:gd name="connsiteX1085" fmla="*/ 574039 w 4940931"/>
                <a:gd name="connsiteY1085" fmla="*/ 91440 h 138429"/>
                <a:gd name="connsiteX1086" fmla="*/ 579754 w 4940931"/>
                <a:gd name="connsiteY1086" fmla="*/ 95250 h 138429"/>
                <a:gd name="connsiteX1087" fmla="*/ 586739 w 4940931"/>
                <a:gd name="connsiteY1087" fmla="*/ 96520 h 138429"/>
                <a:gd name="connsiteX1088" fmla="*/ 591819 w 4940931"/>
                <a:gd name="connsiteY1088" fmla="*/ 96520 h 138429"/>
                <a:gd name="connsiteX1089" fmla="*/ 596264 w 4940931"/>
                <a:gd name="connsiteY1089" fmla="*/ 95250 h 138429"/>
                <a:gd name="connsiteX1090" fmla="*/ 600074 w 4940931"/>
                <a:gd name="connsiteY1090" fmla="*/ 93345 h 138429"/>
                <a:gd name="connsiteX1091" fmla="*/ 604519 w 4940931"/>
                <a:gd name="connsiteY1091" fmla="*/ 90805 h 138429"/>
                <a:gd name="connsiteX1092" fmla="*/ 613409 w 4940931"/>
                <a:gd name="connsiteY1092" fmla="*/ 100330 h 138429"/>
                <a:gd name="connsiteX1093" fmla="*/ 607694 w 4940931"/>
                <a:gd name="connsiteY1093" fmla="*/ 104775 h 138429"/>
                <a:gd name="connsiteX1094" fmla="*/ 601979 w 4940931"/>
                <a:gd name="connsiteY1094" fmla="*/ 107950 h 138429"/>
                <a:gd name="connsiteX1095" fmla="*/ 594994 w 4940931"/>
                <a:gd name="connsiteY1095" fmla="*/ 109855 h 138429"/>
                <a:gd name="connsiteX1096" fmla="*/ 586104 w 4940931"/>
                <a:gd name="connsiteY1096" fmla="*/ 110490 h 138429"/>
                <a:gd name="connsiteX1097" fmla="*/ 576579 w 4940931"/>
                <a:gd name="connsiteY1097" fmla="*/ 109220 h 138429"/>
                <a:gd name="connsiteX1098" fmla="*/ 568959 w 4940931"/>
                <a:gd name="connsiteY1098" fmla="*/ 105410 h 138429"/>
                <a:gd name="connsiteX1099" fmla="*/ 562609 w 4940931"/>
                <a:gd name="connsiteY1099" fmla="*/ 100330 h 138429"/>
                <a:gd name="connsiteX1100" fmla="*/ 557529 w 4940931"/>
                <a:gd name="connsiteY1100" fmla="*/ 92710 h 138429"/>
                <a:gd name="connsiteX1101" fmla="*/ 553719 w 4940931"/>
                <a:gd name="connsiteY1101" fmla="*/ 82550 h 138429"/>
                <a:gd name="connsiteX1102" fmla="*/ 552449 w 4940931"/>
                <a:gd name="connsiteY1102" fmla="*/ 69850 h 138429"/>
                <a:gd name="connsiteX1103" fmla="*/ 554989 w 4940931"/>
                <a:gd name="connsiteY1103" fmla="*/ 52070 h 138429"/>
                <a:gd name="connsiteX1104" fmla="*/ 561974 w 4940931"/>
                <a:gd name="connsiteY1104" fmla="*/ 39370 h 138429"/>
                <a:gd name="connsiteX1105" fmla="*/ 572769 w 4940931"/>
                <a:gd name="connsiteY1105" fmla="*/ 31750 h 138429"/>
                <a:gd name="connsiteX1106" fmla="*/ 586739 w 4940931"/>
                <a:gd name="connsiteY1106" fmla="*/ 29210 h 138429"/>
                <a:gd name="connsiteX1107" fmla="*/ 400050 w 4940931"/>
                <a:gd name="connsiteY1107" fmla="*/ 29210 h 138429"/>
                <a:gd name="connsiteX1108" fmla="*/ 414655 w 4940931"/>
                <a:gd name="connsiteY1108" fmla="*/ 32385 h 138429"/>
                <a:gd name="connsiteX1109" fmla="*/ 424815 w 4940931"/>
                <a:gd name="connsiteY1109" fmla="*/ 40640 h 138429"/>
                <a:gd name="connsiteX1110" fmla="*/ 431165 w 4940931"/>
                <a:gd name="connsiteY1110" fmla="*/ 53340 h 138429"/>
                <a:gd name="connsiteX1111" fmla="*/ 433070 w 4940931"/>
                <a:gd name="connsiteY1111" fmla="*/ 68580 h 138429"/>
                <a:gd name="connsiteX1112" fmla="*/ 431800 w 4940931"/>
                <a:gd name="connsiteY1112" fmla="*/ 68580 h 138429"/>
                <a:gd name="connsiteX1113" fmla="*/ 431800 w 4940931"/>
                <a:gd name="connsiteY1113" fmla="*/ 72390 h 138429"/>
                <a:gd name="connsiteX1114" fmla="*/ 431800 w 4940931"/>
                <a:gd name="connsiteY1114" fmla="*/ 75565 h 138429"/>
                <a:gd name="connsiteX1115" fmla="*/ 380365 w 4940931"/>
                <a:gd name="connsiteY1115" fmla="*/ 75565 h 138429"/>
                <a:gd name="connsiteX1116" fmla="*/ 382905 w 4940931"/>
                <a:gd name="connsiteY1116" fmla="*/ 85090 h 138429"/>
                <a:gd name="connsiteX1117" fmla="*/ 387350 w 4940931"/>
                <a:gd name="connsiteY1117" fmla="*/ 91440 h 138429"/>
                <a:gd name="connsiteX1118" fmla="*/ 393065 w 4940931"/>
                <a:gd name="connsiteY1118" fmla="*/ 95250 h 138429"/>
                <a:gd name="connsiteX1119" fmla="*/ 400050 w 4940931"/>
                <a:gd name="connsiteY1119" fmla="*/ 96520 h 138429"/>
                <a:gd name="connsiteX1120" fmla="*/ 405130 w 4940931"/>
                <a:gd name="connsiteY1120" fmla="*/ 96520 h 138429"/>
                <a:gd name="connsiteX1121" fmla="*/ 409575 w 4940931"/>
                <a:gd name="connsiteY1121" fmla="*/ 95250 h 138429"/>
                <a:gd name="connsiteX1122" fmla="*/ 413385 w 4940931"/>
                <a:gd name="connsiteY1122" fmla="*/ 93345 h 138429"/>
                <a:gd name="connsiteX1123" fmla="*/ 417830 w 4940931"/>
                <a:gd name="connsiteY1123" fmla="*/ 90805 h 138429"/>
                <a:gd name="connsiteX1124" fmla="*/ 426720 w 4940931"/>
                <a:gd name="connsiteY1124" fmla="*/ 100330 h 138429"/>
                <a:gd name="connsiteX1125" fmla="*/ 421005 w 4940931"/>
                <a:gd name="connsiteY1125" fmla="*/ 104775 h 138429"/>
                <a:gd name="connsiteX1126" fmla="*/ 415290 w 4940931"/>
                <a:gd name="connsiteY1126" fmla="*/ 107950 h 138429"/>
                <a:gd name="connsiteX1127" fmla="*/ 408305 w 4940931"/>
                <a:gd name="connsiteY1127" fmla="*/ 109855 h 138429"/>
                <a:gd name="connsiteX1128" fmla="*/ 399415 w 4940931"/>
                <a:gd name="connsiteY1128" fmla="*/ 110490 h 138429"/>
                <a:gd name="connsiteX1129" fmla="*/ 389890 w 4940931"/>
                <a:gd name="connsiteY1129" fmla="*/ 109220 h 138429"/>
                <a:gd name="connsiteX1130" fmla="*/ 382270 w 4940931"/>
                <a:gd name="connsiteY1130" fmla="*/ 105410 h 138429"/>
                <a:gd name="connsiteX1131" fmla="*/ 375920 w 4940931"/>
                <a:gd name="connsiteY1131" fmla="*/ 100330 h 138429"/>
                <a:gd name="connsiteX1132" fmla="*/ 370840 w 4940931"/>
                <a:gd name="connsiteY1132" fmla="*/ 92710 h 138429"/>
                <a:gd name="connsiteX1133" fmla="*/ 367030 w 4940931"/>
                <a:gd name="connsiteY1133" fmla="*/ 82550 h 138429"/>
                <a:gd name="connsiteX1134" fmla="*/ 365760 w 4940931"/>
                <a:gd name="connsiteY1134" fmla="*/ 69850 h 138429"/>
                <a:gd name="connsiteX1135" fmla="*/ 368300 w 4940931"/>
                <a:gd name="connsiteY1135" fmla="*/ 52070 h 138429"/>
                <a:gd name="connsiteX1136" fmla="*/ 375285 w 4940931"/>
                <a:gd name="connsiteY1136" fmla="*/ 39370 h 138429"/>
                <a:gd name="connsiteX1137" fmla="*/ 386080 w 4940931"/>
                <a:gd name="connsiteY1137" fmla="*/ 31750 h 138429"/>
                <a:gd name="connsiteX1138" fmla="*/ 400050 w 4940931"/>
                <a:gd name="connsiteY1138" fmla="*/ 29210 h 138429"/>
                <a:gd name="connsiteX1139" fmla="*/ 201930 w 4940931"/>
                <a:gd name="connsiteY1139" fmla="*/ 29210 h 138429"/>
                <a:gd name="connsiteX1140" fmla="*/ 216535 w 4940931"/>
                <a:gd name="connsiteY1140" fmla="*/ 32385 h 138429"/>
                <a:gd name="connsiteX1141" fmla="*/ 226695 w 4940931"/>
                <a:gd name="connsiteY1141" fmla="*/ 40640 h 138429"/>
                <a:gd name="connsiteX1142" fmla="*/ 233045 w 4940931"/>
                <a:gd name="connsiteY1142" fmla="*/ 53340 h 138429"/>
                <a:gd name="connsiteX1143" fmla="*/ 234950 w 4940931"/>
                <a:gd name="connsiteY1143" fmla="*/ 68580 h 138429"/>
                <a:gd name="connsiteX1144" fmla="*/ 233680 w 4940931"/>
                <a:gd name="connsiteY1144" fmla="*/ 68580 h 138429"/>
                <a:gd name="connsiteX1145" fmla="*/ 233680 w 4940931"/>
                <a:gd name="connsiteY1145" fmla="*/ 72390 h 138429"/>
                <a:gd name="connsiteX1146" fmla="*/ 233680 w 4940931"/>
                <a:gd name="connsiteY1146" fmla="*/ 75565 h 138429"/>
                <a:gd name="connsiteX1147" fmla="*/ 182245 w 4940931"/>
                <a:gd name="connsiteY1147" fmla="*/ 75565 h 138429"/>
                <a:gd name="connsiteX1148" fmla="*/ 184785 w 4940931"/>
                <a:gd name="connsiteY1148" fmla="*/ 85090 h 138429"/>
                <a:gd name="connsiteX1149" fmla="*/ 189230 w 4940931"/>
                <a:gd name="connsiteY1149" fmla="*/ 91440 h 138429"/>
                <a:gd name="connsiteX1150" fmla="*/ 194945 w 4940931"/>
                <a:gd name="connsiteY1150" fmla="*/ 95250 h 138429"/>
                <a:gd name="connsiteX1151" fmla="*/ 201930 w 4940931"/>
                <a:gd name="connsiteY1151" fmla="*/ 96520 h 138429"/>
                <a:gd name="connsiteX1152" fmla="*/ 207010 w 4940931"/>
                <a:gd name="connsiteY1152" fmla="*/ 96520 h 138429"/>
                <a:gd name="connsiteX1153" fmla="*/ 211455 w 4940931"/>
                <a:gd name="connsiteY1153" fmla="*/ 95250 h 138429"/>
                <a:gd name="connsiteX1154" fmla="*/ 215265 w 4940931"/>
                <a:gd name="connsiteY1154" fmla="*/ 93345 h 138429"/>
                <a:gd name="connsiteX1155" fmla="*/ 219710 w 4940931"/>
                <a:gd name="connsiteY1155" fmla="*/ 90805 h 138429"/>
                <a:gd name="connsiteX1156" fmla="*/ 228600 w 4940931"/>
                <a:gd name="connsiteY1156" fmla="*/ 100330 h 138429"/>
                <a:gd name="connsiteX1157" fmla="*/ 222885 w 4940931"/>
                <a:gd name="connsiteY1157" fmla="*/ 104775 h 138429"/>
                <a:gd name="connsiteX1158" fmla="*/ 217170 w 4940931"/>
                <a:gd name="connsiteY1158" fmla="*/ 107950 h 138429"/>
                <a:gd name="connsiteX1159" fmla="*/ 210185 w 4940931"/>
                <a:gd name="connsiteY1159" fmla="*/ 109855 h 138429"/>
                <a:gd name="connsiteX1160" fmla="*/ 201295 w 4940931"/>
                <a:gd name="connsiteY1160" fmla="*/ 110490 h 138429"/>
                <a:gd name="connsiteX1161" fmla="*/ 191770 w 4940931"/>
                <a:gd name="connsiteY1161" fmla="*/ 109220 h 138429"/>
                <a:gd name="connsiteX1162" fmla="*/ 184150 w 4940931"/>
                <a:gd name="connsiteY1162" fmla="*/ 105410 h 138429"/>
                <a:gd name="connsiteX1163" fmla="*/ 177800 w 4940931"/>
                <a:gd name="connsiteY1163" fmla="*/ 100330 h 138429"/>
                <a:gd name="connsiteX1164" fmla="*/ 172720 w 4940931"/>
                <a:gd name="connsiteY1164" fmla="*/ 92710 h 138429"/>
                <a:gd name="connsiteX1165" fmla="*/ 168910 w 4940931"/>
                <a:gd name="connsiteY1165" fmla="*/ 82550 h 138429"/>
                <a:gd name="connsiteX1166" fmla="*/ 167640 w 4940931"/>
                <a:gd name="connsiteY1166" fmla="*/ 69850 h 138429"/>
                <a:gd name="connsiteX1167" fmla="*/ 170180 w 4940931"/>
                <a:gd name="connsiteY1167" fmla="*/ 52070 h 138429"/>
                <a:gd name="connsiteX1168" fmla="*/ 177165 w 4940931"/>
                <a:gd name="connsiteY1168" fmla="*/ 39370 h 138429"/>
                <a:gd name="connsiteX1169" fmla="*/ 187960 w 4940931"/>
                <a:gd name="connsiteY1169" fmla="*/ 31750 h 138429"/>
                <a:gd name="connsiteX1170" fmla="*/ 201930 w 4940931"/>
                <a:gd name="connsiteY1170" fmla="*/ 29210 h 138429"/>
                <a:gd name="connsiteX1171" fmla="*/ 4664706 w 4940931"/>
                <a:gd name="connsiteY1171" fmla="*/ 28574 h 138429"/>
                <a:gd name="connsiteX1172" fmla="*/ 4678676 w 4940931"/>
                <a:gd name="connsiteY1172" fmla="*/ 31749 h 138429"/>
                <a:gd name="connsiteX1173" fmla="*/ 4689471 w 4940931"/>
                <a:gd name="connsiteY1173" fmla="*/ 40004 h 138429"/>
                <a:gd name="connsiteX1174" fmla="*/ 4696456 w 4940931"/>
                <a:gd name="connsiteY1174" fmla="*/ 52704 h 138429"/>
                <a:gd name="connsiteX1175" fmla="*/ 4698996 w 4940931"/>
                <a:gd name="connsiteY1175" fmla="*/ 69214 h 138429"/>
                <a:gd name="connsiteX1176" fmla="*/ 4699631 w 4940931"/>
                <a:gd name="connsiteY1176" fmla="*/ 69214 h 138429"/>
                <a:gd name="connsiteX1177" fmla="*/ 4697091 w 4940931"/>
                <a:gd name="connsiteY1177" fmla="*/ 86359 h 138429"/>
                <a:gd name="connsiteX1178" fmla="*/ 4689471 w 4940931"/>
                <a:gd name="connsiteY1178" fmla="*/ 99059 h 138429"/>
                <a:gd name="connsiteX1179" fmla="*/ 4678041 w 4940931"/>
                <a:gd name="connsiteY1179" fmla="*/ 107314 h 138429"/>
                <a:gd name="connsiteX1180" fmla="*/ 4664071 w 4940931"/>
                <a:gd name="connsiteY1180" fmla="*/ 109854 h 138429"/>
                <a:gd name="connsiteX1181" fmla="*/ 4650101 w 4940931"/>
                <a:gd name="connsiteY1181" fmla="*/ 106679 h 138429"/>
                <a:gd name="connsiteX1182" fmla="*/ 4639306 w 4940931"/>
                <a:gd name="connsiteY1182" fmla="*/ 98424 h 138429"/>
                <a:gd name="connsiteX1183" fmla="*/ 4632321 w 4940931"/>
                <a:gd name="connsiteY1183" fmla="*/ 85724 h 138429"/>
                <a:gd name="connsiteX1184" fmla="*/ 4629781 w 4940931"/>
                <a:gd name="connsiteY1184" fmla="*/ 69214 h 138429"/>
                <a:gd name="connsiteX1185" fmla="*/ 4632321 w 4940931"/>
                <a:gd name="connsiteY1185" fmla="*/ 52069 h 138429"/>
                <a:gd name="connsiteX1186" fmla="*/ 4639941 w 4940931"/>
                <a:gd name="connsiteY1186" fmla="*/ 39369 h 138429"/>
                <a:gd name="connsiteX1187" fmla="*/ 4650736 w 4940931"/>
                <a:gd name="connsiteY1187" fmla="*/ 31114 h 138429"/>
                <a:gd name="connsiteX1188" fmla="*/ 4664706 w 4940931"/>
                <a:gd name="connsiteY1188" fmla="*/ 28574 h 138429"/>
                <a:gd name="connsiteX1189" fmla="*/ 4264655 w 4940931"/>
                <a:gd name="connsiteY1189" fmla="*/ 28574 h 138429"/>
                <a:gd name="connsiteX1190" fmla="*/ 4278625 w 4940931"/>
                <a:gd name="connsiteY1190" fmla="*/ 31749 h 138429"/>
                <a:gd name="connsiteX1191" fmla="*/ 4289420 w 4940931"/>
                <a:gd name="connsiteY1191" fmla="*/ 40004 h 138429"/>
                <a:gd name="connsiteX1192" fmla="*/ 4296405 w 4940931"/>
                <a:gd name="connsiteY1192" fmla="*/ 52704 h 138429"/>
                <a:gd name="connsiteX1193" fmla="*/ 4298945 w 4940931"/>
                <a:gd name="connsiteY1193" fmla="*/ 69214 h 138429"/>
                <a:gd name="connsiteX1194" fmla="*/ 4299580 w 4940931"/>
                <a:gd name="connsiteY1194" fmla="*/ 69214 h 138429"/>
                <a:gd name="connsiteX1195" fmla="*/ 4297040 w 4940931"/>
                <a:gd name="connsiteY1195" fmla="*/ 86359 h 138429"/>
                <a:gd name="connsiteX1196" fmla="*/ 4289420 w 4940931"/>
                <a:gd name="connsiteY1196" fmla="*/ 99059 h 138429"/>
                <a:gd name="connsiteX1197" fmla="*/ 4277990 w 4940931"/>
                <a:gd name="connsiteY1197" fmla="*/ 107314 h 138429"/>
                <a:gd name="connsiteX1198" fmla="*/ 4264020 w 4940931"/>
                <a:gd name="connsiteY1198" fmla="*/ 109854 h 138429"/>
                <a:gd name="connsiteX1199" fmla="*/ 4250050 w 4940931"/>
                <a:gd name="connsiteY1199" fmla="*/ 106679 h 138429"/>
                <a:gd name="connsiteX1200" fmla="*/ 4239255 w 4940931"/>
                <a:gd name="connsiteY1200" fmla="*/ 98424 h 138429"/>
                <a:gd name="connsiteX1201" fmla="*/ 4232270 w 4940931"/>
                <a:gd name="connsiteY1201" fmla="*/ 85724 h 138429"/>
                <a:gd name="connsiteX1202" fmla="*/ 4229730 w 4940931"/>
                <a:gd name="connsiteY1202" fmla="*/ 69214 h 138429"/>
                <a:gd name="connsiteX1203" fmla="*/ 4232270 w 4940931"/>
                <a:gd name="connsiteY1203" fmla="*/ 52069 h 138429"/>
                <a:gd name="connsiteX1204" fmla="*/ 4239890 w 4940931"/>
                <a:gd name="connsiteY1204" fmla="*/ 39369 h 138429"/>
                <a:gd name="connsiteX1205" fmla="*/ 4250685 w 4940931"/>
                <a:gd name="connsiteY1205" fmla="*/ 31114 h 138429"/>
                <a:gd name="connsiteX1206" fmla="*/ 4264655 w 4940931"/>
                <a:gd name="connsiteY1206" fmla="*/ 28574 h 138429"/>
                <a:gd name="connsiteX1207" fmla="*/ 1420495 w 4940931"/>
                <a:gd name="connsiteY1207" fmla="*/ 28574 h 138429"/>
                <a:gd name="connsiteX1208" fmla="*/ 1434465 w 4940931"/>
                <a:gd name="connsiteY1208" fmla="*/ 31749 h 138429"/>
                <a:gd name="connsiteX1209" fmla="*/ 1445260 w 4940931"/>
                <a:gd name="connsiteY1209" fmla="*/ 40004 h 138429"/>
                <a:gd name="connsiteX1210" fmla="*/ 1452245 w 4940931"/>
                <a:gd name="connsiteY1210" fmla="*/ 52704 h 138429"/>
                <a:gd name="connsiteX1211" fmla="*/ 1454785 w 4940931"/>
                <a:gd name="connsiteY1211" fmla="*/ 69214 h 138429"/>
                <a:gd name="connsiteX1212" fmla="*/ 1455420 w 4940931"/>
                <a:gd name="connsiteY1212" fmla="*/ 69214 h 138429"/>
                <a:gd name="connsiteX1213" fmla="*/ 1452880 w 4940931"/>
                <a:gd name="connsiteY1213" fmla="*/ 86359 h 138429"/>
                <a:gd name="connsiteX1214" fmla="*/ 1445260 w 4940931"/>
                <a:gd name="connsiteY1214" fmla="*/ 99059 h 138429"/>
                <a:gd name="connsiteX1215" fmla="*/ 1433830 w 4940931"/>
                <a:gd name="connsiteY1215" fmla="*/ 107314 h 138429"/>
                <a:gd name="connsiteX1216" fmla="*/ 1419860 w 4940931"/>
                <a:gd name="connsiteY1216" fmla="*/ 109854 h 138429"/>
                <a:gd name="connsiteX1217" fmla="*/ 1405890 w 4940931"/>
                <a:gd name="connsiteY1217" fmla="*/ 106679 h 138429"/>
                <a:gd name="connsiteX1218" fmla="*/ 1395095 w 4940931"/>
                <a:gd name="connsiteY1218" fmla="*/ 98424 h 138429"/>
                <a:gd name="connsiteX1219" fmla="*/ 1388110 w 4940931"/>
                <a:gd name="connsiteY1219" fmla="*/ 85724 h 138429"/>
                <a:gd name="connsiteX1220" fmla="*/ 1385570 w 4940931"/>
                <a:gd name="connsiteY1220" fmla="*/ 69214 h 138429"/>
                <a:gd name="connsiteX1221" fmla="*/ 1388110 w 4940931"/>
                <a:gd name="connsiteY1221" fmla="*/ 52069 h 138429"/>
                <a:gd name="connsiteX1222" fmla="*/ 1395730 w 4940931"/>
                <a:gd name="connsiteY1222" fmla="*/ 39369 h 138429"/>
                <a:gd name="connsiteX1223" fmla="*/ 1406525 w 4940931"/>
                <a:gd name="connsiteY1223" fmla="*/ 31114 h 138429"/>
                <a:gd name="connsiteX1224" fmla="*/ 1420495 w 4940931"/>
                <a:gd name="connsiteY1224" fmla="*/ 28574 h 138429"/>
                <a:gd name="connsiteX1225" fmla="*/ 3143245 w 4940931"/>
                <a:gd name="connsiteY1225" fmla="*/ 5079 h 138429"/>
                <a:gd name="connsiteX1226" fmla="*/ 3219445 w 4940931"/>
                <a:gd name="connsiteY1226" fmla="*/ 5079 h 138429"/>
                <a:gd name="connsiteX1227" fmla="*/ 3219445 w 4940931"/>
                <a:gd name="connsiteY1227" fmla="*/ 20319 h 138429"/>
                <a:gd name="connsiteX1228" fmla="*/ 3188965 w 4940931"/>
                <a:gd name="connsiteY1228" fmla="*/ 20319 h 138429"/>
                <a:gd name="connsiteX1229" fmla="*/ 3188965 w 4940931"/>
                <a:gd name="connsiteY1229" fmla="*/ 108584 h 138429"/>
                <a:gd name="connsiteX1230" fmla="*/ 3173090 w 4940931"/>
                <a:gd name="connsiteY1230" fmla="*/ 108584 h 138429"/>
                <a:gd name="connsiteX1231" fmla="*/ 3173090 w 4940931"/>
                <a:gd name="connsiteY1231" fmla="*/ 20319 h 138429"/>
                <a:gd name="connsiteX1232" fmla="*/ 3143245 w 4940931"/>
                <a:gd name="connsiteY1232" fmla="*/ 20319 h 138429"/>
                <a:gd name="connsiteX1233" fmla="*/ 1628774 w 4940931"/>
                <a:gd name="connsiteY1233" fmla="*/ 5079 h 138429"/>
                <a:gd name="connsiteX1234" fmla="*/ 1704970 w 4940931"/>
                <a:gd name="connsiteY1234" fmla="*/ 5079 h 138429"/>
                <a:gd name="connsiteX1235" fmla="*/ 1704970 w 4940931"/>
                <a:gd name="connsiteY1235" fmla="*/ 20319 h 138429"/>
                <a:gd name="connsiteX1236" fmla="*/ 1675129 w 4940931"/>
                <a:gd name="connsiteY1236" fmla="*/ 20319 h 138429"/>
                <a:gd name="connsiteX1237" fmla="*/ 1675129 w 4940931"/>
                <a:gd name="connsiteY1237" fmla="*/ 108584 h 138429"/>
                <a:gd name="connsiteX1238" fmla="*/ 1659255 w 4940931"/>
                <a:gd name="connsiteY1238" fmla="*/ 108584 h 138429"/>
                <a:gd name="connsiteX1239" fmla="*/ 1659255 w 4940931"/>
                <a:gd name="connsiteY1239" fmla="*/ 20319 h 138429"/>
                <a:gd name="connsiteX1240" fmla="*/ 1628774 w 4940931"/>
                <a:gd name="connsiteY1240" fmla="*/ 20319 h 138429"/>
                <a:gd name="connsiteX1241" fmla="*/ 0 w 4940931"/>
                <a:gd name="connsiteY1241" fmla="*/ 5079 h 138429"/>
                <a:gd name="connsiteX1242" fmla="*/ 76200 w 4940931"/>
                <a:gd name="connsiteY1242" fmla="*/ 5079 h 138429"/>
                <a:gd name="connsiteX1243" fmla="*/ 76200 w 4940931"/>
                <a:gd name="connsiteY1243" fmla="*/ 20319 h 138429"/>
                <a:gd name="connsiteX1244" fmla="*/ 45720 w 4940931"/>
                <a:gd name="connsiteY1244" fmla="*/ 20319 h 138429"/>
                <a:gd name="connsiteX1245" fmla="*/ 45720 w 4940931"/>
                <a:gd name="connsiteY1245" fmla="*/ 108584 h 138429"/>
                <a:gd name="connsiteX1246" fmla="*/ 29845 w 4940931"/>
                <a:gd name="connsiteY1246" fmla="*/ 108584 h 138429"/>
                <a:gd name="connsiteX1247" fmla="*/ 29845 w 4940931"/>
                <a:gd name="connsiteY1247" fmla="*/ 20319 h 138429"/>
                <a:gd name="connsiteX1248" fmla="*/ 0 w 4940931"/>
                <a:gd name="connsiteY1248" fmla="*/ 20319 h 138429"/>
                <a:gd name="connsiteX1249" fmla="*/ 1362075 w 4940931"/>
                <a:gd name="connsiteY1249" fmla="*/ 1269 h 138429"/>
                <a:gd name="connsiteX1250" fmla="*/ 1365885 w 4940931"/>
                <a:gd name="connsiteY1250" fmla="*/ 1904 h 138429"/>
                <a:gd name="connsiteX1251" fmla="*/ 1369060 w 4940931"/>
                <a:gd name="connsiteY1251" fmla="*/ 3809 h 138429"/>
                <a:gd name="connsiteX1252" fmla="*/ 1370965 w 4940931"/>
                <a:gd name="connsiteY1252" fmla="*/ 6984 h 138429"/>
                <a:gd name="connsiteX1253" fmla="*/ 1371600 w 4940931"/>
                <a:gd name="connsiteY1253" fmla="*/ 10794 h 138429"/>
                <a:gd name="connsiteX1254" fmla="*/ 1370965 w 4940931"/>
                <a:gd name="connsiteY1254" fmla="*/ 14604 h 138429"/>
                <a:gd name="connsiteX1255" fmla="*/ 1369060 w 4940931"/>
                <a:gd name="connsiteY1255" fmla="*/ 17779 h 138429"/>
                <a:gd name="connsiteX1256" fmla="*/ 1365885 w 4940931"/>
                <a:gd name="connsiteY1256" fmla="*/ 19684 h 138429"/>
                <a:gd name="connsiteX1257" fmla="*/ 1362075 w 4940931"/>
                <a:gd name="connsiteY1257" fmla="*/ 20319 h 138429"/>
                <a:gd name="connsiteX1258" fmla="*/ 1358265 w 4940931"/>
                <a:gd name="connsiteY1258" fmla="*/ 19684 h 138429"/>
                <a:gd name="connsiteX1259" fmla="*/ 1355090 w 4940931"/>
                <a:gd name="connsiteY1259" fmla="*/ 17779 h 138429"/>
                <a:gd name="connsiteX1260" fmla="*/ 1353185 w 4940931"/>
                <a:gd name="connsiteY1260" fmla="*/ 14604 h 138429"/>
                <a:gd name="connsiteX1261" fmla="*/ 1352550 w 4940931"/>
                <a:gd name="connsiteY1261" fmla="*/ 10794 h 138429"/>
                <a:gd name="connsiteX1262" fmla="*/ 1353185 w 4940931"/>
                <a:gd name="connsiteY1262" fmla="*/ 6984 h 138429"/>
                <a:gd name="connsiteX1263" fmla="*/ 1355090 w 4940931"/>
                <a:gd name="connsiteY1263" fmla="*/ 3809 h 138429"/>
                <a:gd name="connsiteX1264" fmla="*/ 1358265 w 4940931"/>
                <a:gd name="connsiteY1264" fmla="*/ 1904 h 138429"/>
                <a:gd name="connsiteX1265" fmla="*/ 1362075 w 4940931"/>
                <a:gd name="connsiteY1265" fmla="*/ 1269 h 138429"/>
                <a:gd name="connsiteX1266" fmla="*/ 4789801 w 4940931"/>
                <a:gd name="connsiteY1266" fmla="*/ 634 h 138429"/>
                <a:gd name="connsiteX1267" fmla="*/ 4789801 w 4940931"/>
                <a:gd name="connsiteY1267" fmla="*/ 65404 h 138429"/>
                <a:gd name="connsiteX1268" fmla="*/ 4814566 w 4940931"/>
                <a:gd name="connsiteY1268" fmla="*/ 31114 h 138429"/>
                <a:gd name="connsiteX1269" fmla="*/ 4831711 w 4940931"/>
                <a:gd name="connsiteY1269" fmla="*/ 31114 h 138429"/>
                <a:gd name="connsiteX1270" fmla="*/ 4812026 w 4940931"/>
                <a:gd name="connsiteY1270" fmla="*/ 57149 h 138429"/>
                <a:gd name="connsiteX1271" fmla="*/ 4835521 w 4940931"/>
                <a:gd name="connsiteY1271" fmla="*/ 108584 h 138429"/>
                <a:gd name="connsiteX1272" fmla="*/ 4819011 w 4940931"/>
                <a:gd name="connsiteY1272" fmla="*/ 108584 h 138429"/>
                <a:gd name="connsiteX1273" fmla="*/ 4801866 w 4940931"/>
                <a:gd name="connsiteY1273" fmla="*/ 69849 h 138429"/>
                <a:gd name="connsiteX1274" fmla="*/ 4789801 w 4940931"/>
                <a:gd name="connsiteY1274" fmla="*/ 85724 h 138429"/>
                <a:gd name="connsiteX1275" fmla="*/ 4789801 w 4940931"/>
                <a:gd name="connsiteY1275" fmla="*/ 108584 h 138429"/>
                <a:gd name="connsiteX1276" fmla="*/ 4774561 w 4940931"/>
                <a:gd name="connsiteY1276" fmla="*/ 108584 h 138429"/>
                <a:gd name="connsiteX1277" fmla="*/ 4774561 w 4940931"/>
                <a:gd name="connsiteY1277" fmla="*/ 8889 h 138429"/>
                <a:gd name="connsiteX1278" fmla="*/ 4472301 w 4940931"/>
                <a:gd name="connsiteY1278" fmla="*/ 634 h 138429"/>
                <a:gd name="connsiteX1279" fmla="*/ 4472301 w 4940931"/>
                <a:gd name="connsiteY1279" fmla="*/ 109219 h 138429"/>
                <a:gd name="connsiteX1280" fmla="*/ 4457061 w 4940931"/>
                <a:gd name="connsiteY1280" fmla="*/ 109219 h 138429"/>
                <a:gd name="connsiteX1281" fmla="*/ 4457696 w 4940931"/>
                <a:gd name="connsiteY1281" fmla="*/ 108584 h 138429"/>
                <a:gd name="connsiteX1282" fmla="*/ 4457696 w 4940931"/>
                <a:gd name="connsiteY1282" fmla="*/ 100964 h 138429"/>
                <a:gd name="connsiteX1283" fmla="*/ 4453251 w 4940931"/>
                <a:gd name="connsiteY1283" fmla="*/ 104774 h 138429"/>
                <a:gd name="connsiteX1284" fmla="*/ 4448171 w 4940931"/>
                <a:gd name="connsiteY1284" fmla="*/ 107949 h 138429"/>
                <a:gd name="connsiteX1285" fmla="*/ 4443091 w 4940931"/>
                <a:gd name="connsiteY1285" fmla="*/ 109854 h 138429"/>
                <a:gd name="connsiteX1286" fmla="*/ 4437376 w 4940931"/>
                <a:gd name="connsiteY1286" fmla="*/ 109854 h 138429"/>
                <a:gd name="connsiteX1287" fmla="*/ 4425946 w 4940931"/>
                <a:gd name="connsiteY1287" fmla="*/ 107314 h 138429"/>
                <a:gd name="connsiteX1288" fmla="*/ 4416421 w 4940931"/>
                <a:gd name="connsiteY1288" fmla="*/ 99694 h 138429"/>
                <a:gd name="connsiteX1289" fmla="*/ 4410071 w 4940931"/>
                <a:gd name="connsiteY1289" fmla="*/ 86994 h 138429"/>
                <a:gd name="connsiteX1290" fmla="*/ 4407531 w 4940931"/>
                <a:gd name="connsiteY1290" fmla="*/ 67944 h 138429"/>
                <a:gd name="connsiteX1291" fmla="*/ 4410071 w 4940931"/>
                <a:gd name="connsiteY1291" fmla="*/ 50799 h 138429"/>
                <a:gd name="connsiteX1292" fmla="*/ 4417056 w 4940931"/>
                <a:gd name="connsiteY1292" fmla="*/ 38734 h 138429"/>
                <a:gd name="connsiteX1293" fmla="*/ 4426581 w 4940931"/>
                <a:gd name="connsiteY1293" fmla="*/ 31749 h 138429"/>
                <a:gd name="connsiteX1294" fmla="*/ 4438011 w 4940931"/>
                <a:gd name="connsiteY1294" fmla="*/ 29209 h 138429"/>
                <a:gd name="connsiteX1295" fmla="*/ 4443726 w 4940931"/>
                <a:gd name="connsiteY1295" fmla="*/ 29844 h 138429"/>
                <a:gd name="connsiteX1296" fmla="*/ 4448806 w 4940931"/>
                <a:gd name="connsiteY1296" fmla="*/ 31749 h 138429"/>
                <a:gd name="connsiteX1297" fmla="*/ 4453251 w 4940931"/>
                <a:gd name="connsiteY1297" fmla="*/ 34924 h 138429"/>
                <a:gd name="connsiteX1298" fmla="*/ 4457061 w 4940931"/>
                <a:gd name="connsiteY1298" fmla="*/ 38099 h 138429"/>
                <a:gd name="connsiteX1299" fmla="*/ 4457061 w 4940931"/>
                <a:gd name="connsiteY1299" fmla="*/ 8254 h 138429"/>
                <a:gd name="connsiteX1300" fmla="*/ 4390385 w 4940931"/>
                <a:gd name="connsiteY1300" fmla="*/ 634 h 138429"/>
                <a:gd name="connsiteX1301" fmla="*/ 4390385 w 4940931"/>
                <a:gd name="connsiteY1301" fmla="*/ 108584 h 138429"/>
                <a:gd name="connsiteX1302" fmla="*/ 4375145 w 4940931"/>
                <a:gd name="connsiteY1302" fmla="*/ 108584 h 138429"/>
                <a:gd name="connsiteX1303" fmla="*/ 4375145 w 4940931"/>
                <a:gd name="connsiteY1303" fmla="*/ 8889 h 138429"/>
                <a:gd name="connsiteX1304" fmla="*/ 3946521 w 4940931"/>
                <a:gd name="connsiteY1304" fmla="*/ 634 h 138429"/>
                <a:gd name="connsiteX1305" fmla="*/ 3946521 w 4940931"/>
                <a:gd name="connsiteY1305" fmla="*/ 38099 h 138429"/>
                <a:gd name="connsiteX1306" fmla="*/ 3950331 w 4940931"/>
                <a:gd name="connsiteY1306" fmla="*/ 34289 h 138429"/>
                <a:gd name="connsiteX1307" fmla="*/ 3954776 w 4940931"/>
                <a:gd name="connsiteY1307" fmla="*/ 31114 h 138429"/>
                <a:gd name="connsiteX1308" fmla="*/ 3960491 w 4940931"/>
                <a:gd name="connsiteY1308" fmla="*/ 29209 h 138429"/>
                <a:gd name="connsiteX1309" fmla="*/ 3966206 w 4940931"/>
                <a:gd name="connsiteY1309" fmla="*/ 29209 h 138429"/>
                <a:gd name="connsiteX1310" fmla="*/ 3978271 w 4940931"/>
                <a:gd name="connsiteY1310" fmla="*/ 31749 h 138429"/>
                <a:gd name="connsiteX1311" fmla="*/ 3987161 w 4940931"/>
                <a:gd name="connsiteY1311" fmla="*/ 38099 h 138429"/>
                <a:gd name="connsiteX1312" fmla="*/ 3992241 w 4940931"/>
                <a:gd name="connsiteY1312" fmla="*/ 49529 h 138429"/>
                <a:gd name="connsiteX1313" fmla="*/ 3994146 w 4940931"/>
                <a:gd name="connsiteY1313" fmla="*/ 64134 h 138429"/>
                <a:gd name="connsiteX1314" fmla="*/ 3994146 w 4940931"/>
                <a:gd name="connsiteY1314" fmla="*/ 108584 h 138429"/>
                <a:gd name="connsiteX1315" fmla="*/ 3978906 w 4940931"/>
                <a:gd name="connsiteY1315" fmla="*/ 108584 h 138429"/>
                <a:gd name="connsiteX1316" fmla="*/ 3978271 w 4940931"/>
                <a:gd name="connsiteY1316" fmla="*/ 108584 h 138429"/>
                <a:gd name="connsiteX1317" fmla="*/ 3978271 w 4940931"/>
                <a:gd name="connsiteY1317" fmla="*/ 64769 h 138429"/>
                <a:gd name="connsiteX1318" fmla="*/ 3974461 w 4940931"/>
                <a:gd name="connsiteY1318" fmla="*/ 48894 h 138429"/>
                <a:gd name="connsiteX1319" fmla="*/ 3962396 w 4940931"/>
                <a:gd name="connsiteY1319" fmla="*/ 43814 h 138429"/>
                <a:gd name="connsiteX1320" fmla="*/ 3956046 w 4940931"/>
                <a:gd name="connsiteY1320" fmla="*/ 45084 h 138429"/>
                <a:gd name="connsiteX1321" fmla="*/ 3950966 w 4940931"/>
                <a:gd name="connsiteY1321" fmla="*/ 48894 h 138429"/>
                <a:gd name="connsiteX1322" fmla="*/ 3947791 w 4940931"/>
                <a:gd name="connsiteY1322" fmla="*/ 55244 h 138429"/>
                <a:gd name="connsiteX1323" fmla="*/ 3946521 w 4940931"/>
                <a:gd name="connsiteY1323" fmla="*/ 63499 h 138429"/>
                <a:gd name="connsiteX1324" fmla="*/ 3946521 w 4940931"/>
                <a:gd name="connsiteY1324" fmla="*/ 109219 h 138429"/>
                <a:gd name="connsiteX1325" fmla="*/ 3931281 w 4940931"/>
                <a:gd name="connsiteY1325" fmla="*/ 109219 h 138429"/>
                <a:gd name="connsiteX1326" fmla="*/ 3931281 w 4940931"/>
                <a:gd name="connsiteY1326" fmla="*/ 8889 h 138429"/>
                <a:gd name="connsiteX1327" fmla="*/ 3248021 w 4940931"/>
                <a:gd name="connsiteY1327" fmla="*/ 634 h 138429"/>
                <a:gd name="connsiteX1328" fmla="*/ 3248021 w 4940931"/>
                <a:gd name="connsiteY1328" fmla="*/ 38099 h 138429"/>
                <a:gd name="connsiteX1329" fmla="*/ 3251831 w 4940931"/>
                <a:gd name="connsiteY1329" fmla="*/ 34289 h 138429"/>
                <a:gd name="connsiteX1330" fmla="*/ 3256276 w 4940931"/>
                <a:gd name="connsiteY1330" fmla="*/ 31114 h 138429"/>
                <a:gd name="connsiteX1331" fmla="*/ 3261991 w 4940931"/>
                <a:gd name="connsiteY1331" fmla="*/ 29209 h 138429"/>
                <a:gd name="connsiteX1332" fmla="*/ 3267706 w 4940931"/>
                <a:gd name="connsiteY1332" fmla="*/ 29209 h 138429"/>
                <a:gd name="connsiteX1333" fmla="*/ 3279771 w 4940931"/>
                <a:gd name="connsiteY1333" fmla="*/ 31749 h 138429"/>
                <a:gd name="connsiteX1334" fmla="*/ 3288661 w 4940931"/>
                <a:gd name="connsiteY1334" fmla="*/ 38099 h 138429"/>
                <a:gd name="connsiteX1335" fmla="*/ 3293741 w 4940931"/>
                <a:gd name="connsiteY1335" fmla="*/ 49529 h 138429"/>
                <a:gd name="connsiteX1336" fmla="*/ 3295646 w 4940931"/>
                <a:gd name="connsiteY1336" fmla="*/ 64134 h 138429"/>
                <a:gd name="connsiteX1337" fmla="*/ 3295646 w 4940931"/>
                <a:gd name="connsiteY1337" fmla="*/ 108584 h 138429"/>
                <a:gd name="connsiteX1338" fmla="*/ 3280406 w 4940931"/>
                <a:gd name="connsiteY1338" fmla="*/ 108584 h 138429"/>
                <a:gd name="connsiteX1339" fmla="*/ 3279771 w 4940931"/>
                <a:gd name="connsiteY1339" fmla="*/ 108584 h 138429"/>
                <a:gd name="connsiteX1340" fmla="*/ 3279771 w 4940931"/>
                <a:gd name="connsiteY1340" fmla="*/ 64769 h 138429"/>
                <a:gd name="connsiteX1341" fmla="*/ 3275961 w 4940931"/>
                <a:gd name="connsiteY1341" fmla="*/ 48894 h 138429"/>
                <a:gd name="connsiteX1342" fmla="*/ 3263896 w 4940931"/>
                <a:gd name="connsiteY1342" fmla="*/ 43814 h 138429"/>
                <a:gd name="connsiteX1343" fmla="*/ 3257546 w 4940931"/>
                <a:gd name="connsiteY1343" fmla="*/ 45084 h 138429"/>
                <a:gd name="connsiteX1344" fmla="*/ 3252466 w 4940931"/>
                <a:gd name="connsiteY1344" fmla="*/ 48894 h 138429"/>
                <a:gd name="connsiteX1345" fmla="*/ 3249291 w 4940931"/>
                <a:gd name="connsiteY1345" fmla="*/ 55244 h 138429"/>
                <a:gd name="connsiteX1346" fmla="*/ 3248021 w 4940931"/>
                <a:gd name="connsiteY1346" fmla="*/ 63499 h 138429"/>
                <a:gd name="connsiteX1347" fmla="*/ 3248021 w 4940931"/>
                <a:gd name="connsiteY1347" fmla="*/ 109219 h 138429"/>
                <a:gd name="connsiteX1348" fmla="*/ 3232781 w 4940931"/>
                <a:gd name="connsiteY1348" fmla="*/ 109219 h 138429"/>
                <a:gd name="connsiteX1349" fmla="*/ 3232781 w 4940931"/>
                <a:gd name="connsiteY1349" fmla="*/ 8889 h 138429"/>
                <a:gd name="connsiteX1350" fmla="*/ 2432681 w 4940931"/>
                <a:gd name="connsiteY1350" fmla="*/ 634 h 138429"/>
                <a:gd name="connsiteX1351" fmla="*/ 2432681 w 4940931"/>
                <a:gd name="connsiteY1351" fmla="*/ 38099 h 138429"/>
                <a:gd name="connsiteX1352" fmla="*/ 2436491 w 4940931"/>
                <a:gd name="connsiteY1352" fmla="*/ 34289 h 138429"/>
                <a:gd name="connsiteX1353" fmla="*/ 2440936 w 4940931"/>
                <a:gd name="connsiteY1353" fmla="*/ 31114 h 138429"/>
                <a:gd name="connsiteX1354" fmla="*/ 2446651 w 4940931"/>
                <a:gd name="connsiteY1354" fmla="*/ 29209 h 138429"/>
                <a:gd name="connsiteX1355" fmla="*/ 2452366 w 4940931"/>
                <a:gd name="connsiteY1355" fmla="*/ 29209 h 138429"/>
                <a:gd name="connsiteX1356" fmla="*/ 2464431 w 4940931"/>
                <a:gd name="connsiteY1356" fmla="*/ 31749 h 138429"/>
                <a:gd name="connsiteX1357" fmla="*/ 2473321 w 4940931"/>
                <a:gd name="connsiteY1357" fmla="*/ 38099 h 138429"/>
                <a:gd name="connsiteX1358" fmla="*/ 2478401 w 4940931"/>
                <a:gd name="connsiteY1358" fmla="*/ 49529 h 138429"/>
                <a:gd name="connsiteX1359" fmla="*/ 2480306 w 4940931"/>
                <a:gd name="connsiteY1359" fmla="*/ 64134 h 138429"/>
                <a:gd name="connsiteX1360" fmla="*/ 2480306 w 4940931"/>
                <a:gd name="connsiteY1360" fmla="*/ 108584 h 138429"/>
                <a:gd name="connsiteX1361" fmla="*/ 2465066 w 4940931"/>
                <a:gd name="connsiteY1361" fmla="*/ 108584 h 138429"/>
                <a:gd name="connsiteX1362" fmla="*/ 2464431 w 4940931"/>
                <a:gd name="connsiteY1362" fmla="*/ 108584 h 138429"/>
                <a:gd name="connsiteX1363" fmla="*/ 2464431 w 4940931"/>
                <a:gd name="connsiteY1363" fmla="*/ 64769 h 138429"/>
                <a:gd name="connsiteX1364" fmla="*/ 2460621 w 4940931"/>
                <a:gd name="connsiteY1364" fmla="*/ 48894 h 138429"/>
                <a:gd name="connsiteX1365" fmla="*/ 2448556 w 4940931"/>
                <a:gd name="connsiteY1365" fmla="*/ 43814 h 138429"/>
                <a:gd name="connsiteX1366" fmla="*/ 2442206 w 4940931"/>
                <a:gd name="connsiteY1366" fmla="*/ 45084 h 138429"/>
                <a:gd name="connsiteX1367" fmla="*/ 2437126 w 4940931"/>
                <a:gd name="connsiteY1367" fmla="*/ 48894 h 138429"/>
                <a:gd name="connsiteX1368" fmla="*/ 2433951 w 4940931"/>
                <a:gd name="connsiteY1368" fmla="*/ 55244 h 138429"/>
                <a:gd name="connsiteX1369" fmla="*/ 2432681 w 4940931"/>
                <a:gd name="connsiteY1369" fmla="*/ 63499 h 138429"/>
                <a:gd name="connsiteX1370" fmla="*/ 2432681 w 4940931"/>
                <a:gd name="connsiteY1370" fmla="*/ 109219 h 138429"/>
                <a:gd name="connsiteX1371" fmla="*/ 2417441 w 4940931"/>
                <a:gd name="connsiteY1371" fmla="*/ 109219 h 138429"/>
                <a:gd name="connsiteX1372" fmla="*/ 2417441 w 4940931"/>
                <a:gd name="connsiteY1372" fmla="*/ 8889 h 138429"/>
                <a:gd name="connsiteX1373" fmla="*/ 1734181 w 4940931"/>
                <a:gd name="connsiteY1373" fmla="*/ 634 h 138429"/>
                <a:gd name="connsiteX1374" fmla="*/ 1734181 w 4940931"/>
                <a:gd name="connsiteY1374" fmla="*/ 38099 h 138429"/>
                <a:gd name="connsiteX1375" fmla="*/ 1737991 w 4940931"/>
                <a:gd name="connsiteY1375" fmla="*/ 34289 h 138429"/>
                <a:gd name="connsiteX1376" fmla="*/ 1742436 w 4940931"/>
                <a:gd name="connsiteY1376" fmla="*/ 31114 h 138429"/>
                <a:gd name="connsiteX1377" fmla="*/ 1748151 w 4940931"/>
                <a:gd name="connsiteY1377" fmla="*/ 29209 h 138429"/>
                <a:gd name="connsiteX1378" fmla="*/ 1753866 w 4940931"/>
                <a:gd name="connsiteY1378" fmla="*/ 29209 h 138429"/>
                <a:gd name="connsiteX1379" fmla="*/ 1765931 w 4940931"/>
                <a:gd name="connsiteY1379" fmla="*/ 31749 h 138429"/>
                <a:gd name="connsiteX1380" fmla="*/ 1774821 w 4940931"/>
                <a:gd name="connsiteY1380" fmla="*/ 38099 h 138429"/>
                <a:gd name="connsiteX1381" fmla="*/ 1779901 w 4940931"/>
                <a:gd name="connsiteY1381" fmla="*/ 49529 h 138429"/>
                <a:gd name="connsiteX1382" fmla="*/ 1781806 w 4940931"/>
                <a:gd name="connsiteY1382" fmla="*/ 64134 h 138429"/>
                <a:gd name="connsiteX1383" fmla="*/ 1781806 w 4940931"/>
                <a:gd name="connsiteY1383" fmla="*/ 108584 h 138429"/>
                <a:gd name="connsiteX1384" fmla="*/ 1766566 w 4940931"/>
                <a:gd name="connsiteY1384" fmla="*/ 108584 h 138429"/>
                <a:gd name="connsiteX1385" fmla="*/ 1765931 w 4940931"/>
                <a:gd name="connsiteY1385" fmla="*/ 108584 h 138429"/>
                <a:gd name="connsiteX1386" fmla="*/ 1765931 w 4940931"/>
                <a:gd name="connsiteY1386" fmla="*/ 64769 h 138429"/>
                <a:gd name="connsiteX1387" fmla="*/ 1762121 w 4940931"/>
                <a:gd name="connsiteY1387" fmla="*/ 48894 h 138429"/>
                <a:gd name="connsiteX1388" fmla="*/ 1750056 w 4940931"/>
                <a:gd name="connsiteY1388" fmla="*/ 43814 h 138429"/>
                <a:gd name="connsiteX1389" fmla="*/ 1743706 w 4940931"/>
                <a:gd name="connsiteY1389" fmla="*/ 45084 h 138429"/>
                <a:gd name="connsiteX1390" fmla="*/ 1738626 w 4940931"/>
                <a:gd name="connsiteY1390" fmla="*/ 48894 h 138429"/>
                <a:gd name="connsiteX1391" fmla="*/ 1735451 w 4940931"/>
                <a:gd name="connsiteY1391" fmla="*/ 55244 h 138429"/>
                <a:gd name="connsiteX1392" fmla="*/ 1734181 w 4940931"/>
                <a:gd name="connsiteY1392" fmla="*/ 63499 h 138429"/>
                <a:gd name="connsiteX1393" fmla="*/ 1734181 w 4940931"/>
                <a:gd name="connsiteY1393" fmla="*/ 109219 h 138429"/>
                <a:gd name="connsiteX1394" fmla="*/ 1718941 w 4940931"/>
                <a:gd name="connsiteY1394" fmla="*/ 109219 h 138429"/>
                <a:gd name="connsiteX1395" fmla="*/ 1718941 w 4940931"/>
                <a:gd name="connsiteY1395" fmla="*/ 8889 h 138429"/>
                <a:gd name="connsiteX1396" fmla="*/ 803275 w 4940931"/>
                <a:gd name="connsiteY1396" fmla="*/ 634 h 138429"/>
                <a:gd name="connsiteX1397" fmla="*/ 803275 w 4940931"/>
                <a:gd name="connsiteY1397" fmla="*/ 38099 h 138429"/>
                <a:gd name="connsiteX1398" fmla="*/ 807085 w 4940931"/>
                <a:gd name="connsiteY1398" fmla="*/ 34289 h 138429"/>
                <a:gd name="connsiteX1399" fmla="*/ 811530 w 4940931"/>
                <a:gd name="connsiteY1399" fmla="*/ 31114 h 138429"/>
                <a:gd name="connsiteX1400" fmla="*/ 817245 w 4940931"/>
                <a:gd name="connsiteY1400" fmla="*/ 29209 h 138429"/>
                <a:gd name="connsiteX1401" fmla="*/ 822960 w 4940931"/>
                <a:gd name="connsiteY1401" fmla="*/ 29209 h 138429"/>
                <a:gd name="connsiteX1402" fmla="*/ 835025 w 4940931"/>
                <a:gd name="connsiteY1402" fmla="*/ 31749 h 138429"/>
                <a:gd name="connsiteX1403" fmla="*/ 843915 w 4940931"/>
                <a:gd name="connsiteY1403" fmla="*/ 38099 h 138429"/>
                <a:gd name="connsiteX1404" fmla="*/ 848995 w 4940931"/>
                <a:gd name="connsiteY1404" fmla="*/ 49529 h 138429"/>
                <a:gd name="connsiteX1405" fmla="*/ 850900 w 4940931"/>
                <a:gd name="connsiteY1405" fmla="*/ 64134 h 138429"/>
                <a:gd name="connsiteX1406" fmla="*/ 850900 w 4940931"/>
                <a:gd name="connsiteY1406" fmla="*/ 108584 h 138429"/>
                <a:gd name="connsiteX1407" fmla="*/ 835660 w 4940931"/>
                <a:gd name="connsiteY1407" fmla="*/ 108584 h 138429"/>
                <a:gd name="connsiteX1408" fmla="*/ 835025 w 4940931"/>
                <a:gd name="connsiteY1408" fmla="*/ 108584 h 138429"/>
                <a:gd name="connsiteX1409" fmla="*/ 835025 w 4940931"/>
                <a:gd name="connsiteY1409" fmla="*/ 64769 h 138429"/>
                <a:gd name="connsiteX1410" fmla="*/ 831215 w 4940931"/>
                <a:gd name="connsiteY1410" fmla="*/ 48894 h 138429"/>
                <a:gd name="connsiteX1411" fmla="*/ 819150 w 4940931"/>
                <a:gd name="connsiteY1411" fmla="*/ 43814 h 138429"/>
                <a:gd name="connsiteX1412" fmla="*/ 812800 w 4940931"/>
                <a:gd name="connsiteY1412" fmla="*/ 45084 h 138429"/>
                <a:gd name="connsiteX1413" fmla="*/ 807720 w 4940931"/>
                <a:gd name="connsiteY1413" fmla="*/ 48894 h 138429"/>
                <a:gd name="connsiteX1414" fmla="*/ 804545 w 4940931"/>
                <a:gd name="connsiteY1414" fmla="*/ 55244 h 138429"/>
                <a:gd name="connsiteX1415" fmla="*/ 803275 w 4940931"/>
                <a:gd name="connsiteY1415" fmla="*/ 63499 h 138429"/>
                <a:gd name="connsiteX1416" fmla="*/ 803275 w 4940931"/>
                <a:gd name="connsiteY1416" fmla="*/ 109219 h 138429"/>
                <a:gd name="connsiteX1417" fmla="*/ 788035 w 4940931"/>
                <a:gd name="connsiteY1417" fmla="*/ 109219 h 138429"/>
                <a:gd name="connsiteX1418" fmla="*/ 788035 w 4940931"/>
                <a:gd name="connsiteY1418" fmla="*/ 8889 h 138429"/>
                <a:gd name="connsiteX1419" fmla="*/ 104774 w 4940931"/>
                <a:gd name="connsiteY1419" fmla="*/ 634 h 138429"/>
                <a:gd name="connsiteX1420" fmla="*/ 104774 w 4940931"/>
                <a:gd name="connsiteY1420" fmla="*/ 38099 h 138429"/>
                <a:gd name="connsiteX1421" fmla="*/ 108584 w 4940931"/>
                <a:gd name="connsiteY1421" fmla="*/ 34289 h 138429"/>
                <a:gd name="connsiteX1422" fmla="*/ 113029 w 4940931"/>
                <a:gd name="connsiteY1422" fmla="*/ 31114 h 138429"/>
                <a:gd name="connsiteX1423" fmla="*/ 118744 w 4940931"/>
                <a:gd name="connsiteY1423" fmla="*/ 29209 h 138429"/>
                <a:gd name="connsiteX1424" fmla="*/ 124459 w 4940931"/>
                <a:gd name="connsiteY1424" fmla="*/ 29209 h 138429"/>
                <a:gd name="connsiteX1425" fmla="*/ 136524 w 4940931"/>
                <a:gd name="connsiteY1425" fmla="*/ 31749 h 138429"/>
                <a:gd name="connsiteX1426" fmla="*/ 145414 w 4940931"/>
                <a:gd name="connsiteY1426" fmla="*/ 38099 h 138429"/>
                <a:gd name="connsiteX1427" fmla="*/ 150494 w 4940931"/>
                <a:gd name="connsiteY1427" fmla="*/ 49529 h 138429"/>
                <a:gd name="connsiteX1428" fmla="*/ 152399 w 4940931"/>
                <a:gd name="connsiteY1428" fmla="*/ 64134 h 138429"/>
                <a:gd name="connsiteX1429" fmla="*/ 152399 w 4940931"/>
                <a:gd name="connsiteY1429" fmla="*/ 108584 h 138429"/>
                <a:gd name="connsiteX1430" fmla="*/ 137159 w 4940931"/>
                <a:gd name="connsiteY1430" fmla="*/ 108584 h 138429"/>
                <a:gd name="connsiteX1431" fmla="*/ 136524 w 4940931"/>
                <a:gd name="connsiteY1431" fmla="*/ 108584 h 138429"/>
                <a:gd name="connsiteX1432" fmla="*/ 136524 w 4940931"/>
                <a:gd name="connsiteY1432" fmla="*/ 64769 h 138429"/>
                <a:gd name="connsiteX1433" fmla="*/ 132714 w 4940931"/>
                <a:gd name="connsiteY1433" fmla="*/ 48894 h 138429"/>
                <a:gd name="connsiteX1434" fmla="*/ 120649 w 4940931"/>
                <a:gd name="connsiteY1434" fmla="*/ 43814 h 138429"/>
                <a:gd name="connsiteX1435" fmla="*/ 114299 w 4940931"/>
                <a:gd name="connsiteY1435" fmla="*/ 45084 h 138429"/>
                <a:gd name="connsiteX1436" fmla="*/ 109219 w 4940931"/>
                <a:gd name="connsiteY1436" fmla="*/ 48894 h 138429"/>
                <a:gd name="connsiteX1437" fmla="*/ 106044 w 4940931"/>
                <a:gd name="connsiteY1437" fmla="*/ 55244 h 138429"/>
                <a:gd name="connsiteX1438" fmla="*/ 104774 w 4940931"/>
                <a:gd name="connsiteY1438" fmla="*/ 63499 h 138429"/>
                <a:gd name="connsiteX1439" fmla="*/ 104774 w 4940931"/>
                <a:gd name="connsiteY1439" fmla="*/ 109219 h 138429"/>
                <a:gd name="connsiteX1440" fmla="*/ 89534 w 4940931"/>
                <a:gd name="connsiteY1440" fmla="*/ 109219 h 138429"/>
                <a:gd name="connsiteX1441" fmla="*/ 89534 w 4940931"/>
                <a:gd name="connsiteY1441" fmla="*/ 8889 h 138429"/>
                <a:gd name="connsiteX1442" fmla="*/ 3894450 w 4940931"/>
                <a:gd name="connsiteY1442" fmla="*/ 0 h 138429"/>
                <a:gd name="connsiteX1443" fmla="*/ 3894450 w 4940931"/>
                <a:gd name="connsiteY1443" fmla="*/ 30480 h 138429"/>
                <a:gd name="connsiteX1444" fmla="*/ 3913500 w 4940931"/>
                <a:gd name="connsiteY1444" fmla="*/ 30480 h 138429"/>
                <a:gd name="connsiteX1445" fmla="*/ 3913500 w 4940931"/>
                <a:gd name="connsiteY1445" fmla="*/ 44450 h 138429"/>
                <a:gd name="connsiteX1446" fmla="*/ 3894450 w 4940931"/>
                <a:gd name="connsiteY1446" fmla="*/ 44450 h 138429"/>
                <a:gd name="connsiteX1447" fmla="*/ 3894450 w 4940931"/>
                <a:gd name="connsiteY1447" fmla="*/ 86995 h 138429"/>
                <a:gd name="connsiteX1448" fmla="*/ 3894450 w 4940931"/>
                <a:gd name="connsiteY1448" fmla="*/ 91440 h 138429"/>
                <a:gd name="connsiteX1449" fmla="*/ 3895720 w 4940931"/>
                <a:gd name="connsiteY1449" fmla="*/ 94615 h 138429"/>
                <a:gd name="connsiteX1450" fmla="*/ 3898260 w 4940931"/>
                <a:gd name="connsiteY1450" fmla="*/ 95885 h 138429"/>
                <a:gd name="connsiteX1451" fmla="*/ 3902070 w 4940931"/>
                <a:gd name="connsiteY1451" fmla="*/ 95885 h 138429"/>
                <a:gd name="connsiteX1452" fmla="*/ 3908420 w 4940931"/>
                <a:gd name="connsiteY1452" fmla="*/ 95250 h 138429"/>
                <a:gd name="connsiteX1453" fmla="*/ 3913500 w 4940931"/>
                <a:gd name="connsiteY1453" fmla="*/ 93345 h 138429"/>
                <a:gd name="connsiteX1454" fmla="*/ 3911595 w 4940931"/>
                <a:gd name="connsiteY1454" fmla="*/ 106680 h 138429"/>
                <a:gd name="connsiteX1455" fmla="*/ 3905245 w 4940931"/>
                <a:gd name="connsiteY1455" fmla="*/ 109220 h 138429"/>
                <a:gd name="connsiteX1456" fmla="*/ 3896990 w 4940931"/>
                <a:gd name="connsiteY1456" fmla="*/ 110490 h 138429"/>
                <a:gd name="connsiteX1457" fmla="*/ 3890005 w 4940931"/>
                <a:gd name="connsiteY1457" fmla="*/ 109220 h 138429"/>
                <a:gd name="connsiteX1458" fmla="*/ 3884290 w 4940931"/>
                <a:gd name="connsiteY1458" fmla="*/ 105410 h 138429"/>
                <a:gd name="connsiteX1459" fmla="*/ 3880480 w 4940931"/>
                <a:gd name="connsiteY1459" fmla="*/ 99060 h 138429"/>
                <a:gd name="connsiteX1460" fmla="*/ 3879210 w 4940931"/>
                <a:gd name="connsiteY1460" fmla="*/ 89535 h 138429"/>
                <a:gd name="connsiteX1461" fmla="*/ 3879210 w 4940931"/>
                <a:gd name="connsiteY1461" fmla="*/ 44450 h 138429"/>
                <a:gd name="connsiteX1462" fmla="*/ 3868415 w 4940931"/>
                <a:gd name="connsiteY1462" fmla="*/ 44450 h 138429"/>
                <a:gd name="connsiteX1463" fmla="*/ 3868415 w 4940931"/>
                <a:gd name="connsiteY1463" fmla="*/ 30480 h 138429"/>
                <a:gd name="connsiteX1464" fmla="*/ 3879210 w 4940931"/>
                <a:gd name="connsiteY1464" fmla="*/ 30480 h 138429"/>
                <a:gd name="connsiteX1465" fmla="*/ 3879210 w 4940931"/>
                <a:gd name="connsiteY1465" fmla="*/ 8255 h 138429"/>
                <a:gd name="connsiteX1466" fmla="*/ 3664581 w 4940931"/>
                <a:gd name="connsiteY1466" fmla="*/ 0 h 138429"/>
                <a:gd name="connsiteX1467" fmla="*/ 3664581 w 4940931"/>
                <a:gd name="connsiteY1467" fmla="*/ 30480 h 138429"/>
                <a:gd name="connsiteX1468" fmla="*/ 3683631 w 4940931"/>
                <a:gd name="connsiteY1468" fmla="*/ 30480 h 138429"/>
                <a:gd name="connsiteX1469" fmla="*/ 3683631 w 4940931"/>
                <a:gd name="connsiteY1469" fmla="*/ 44450 h 138429"/>
                <a:gd name="connsiteX1470" fmla="*/ 3664581 w 4940931"/>
                <a:gd name="connsiteY1470" fmla="*/ 44450 h 138429"/>
                <a:gd name="connsiteX1471" fmla="*/ 3664581 w 4940931"/>
                <a:gd name="connsiteY1471" fmla="*/ 86995 h 138429"/>
                <a:gd name="connsiteX1472" fmla="*/ 3664581 w 4940931"/>
                <a:gd name="connsiteY1472" fmla="*/ 91440 h 138429"/>
                <a:gd name="connsiteX1473" fmla="*/ 3665851 w 4940931"/>
                <a:gd name="connsiteY1473" fmla="*/ 94615 h 138429"/>
                <a:gd name="connsiteX1474" fmla="*/ 3668391 w 4940931"/>
                <a:gd name="connsiteY1474" fmla="*/ 95885 h 138429"/>
                <a:gd name="connsiteX1475" fmla="*/ 3672201 w 4940931"/>
                <a:gd name="connsiteY1475" fmla="*/ 95885 h 138429"/>
                <a:gd name="connsiteX1476" fmla="*/ 3678551 w 4940931"/>
                <a:gd name="connsiteY1476" fmla="*/ 95250 h 138429"/>
                <a:gd name="connsiteX1477" fmla="*/ 3683631 w 4940931"/>
                <a:gd name="connsiteY1477" fmla="*/ 93345 h 138429"/>
                <a:gd name="connsiteX1478" fmla="*/ 3681726 w 4940931"/>
                <a:gd name="connsiteY1478" fmla="*/ 106680 h 138429"/>
                <a:gd name="connsiteX1479" fmla="*/ 3675376 w 4940931"/>
                <a:gd name="connsiteY1479" fmla="*/ 109220 h 138429"/>
                <a:gd name="connsiteX1480" fmla="*/ 3667121 w 4940931"/>
                <a:gd name="connsiteY1480" fmla="*/ 110490 h 138429"/>
                <a:gd name="connsiteX1481" fmla="*/ 3660136 w 4940931"/>
                <a:gd name="connsiteY1481" fmla="*/ 109220 h 138429"/>
                <a:gd name="connsiteX1482" fmla="*/ 3654421 w 4940931"/>
                <a:gd name="connsiteY1482" fmla="*/ 105410 h 138429"/>
                <a:gd name="connsiteX1483" fmla="*/ 3650611 w 4940931"/>
                <a:gd name="connsiteY1483" fmla="*/ 99060 h 138429"/>
                <a:gd name="connsiteX1484" fmla="*/ 3649341 w 4940931"/>
                <a:gd name="connsiteY1484" fmla="*/ 89535 h 138429"/>
                <a:gd name="connsiteX1485" fmla="*/ 3649341 w 4940931"/>
                <a:gd name="connsiteY1485" fmla="*/ 44450 h 138429"/>
                <a:gd name="connsiteX1486" fmla="*/ 3638546 w 4940931"/>
                <a:gd name="connsiteY1486" fmla="*/ 44450 h 138429"/>
                <a:gd name="connsiteX1487" fmla="*/ 3638546 w 4940931"/>
                <a:gd name="connsiteY1487" fmla="*/ 30480 h 138429"/>
                <a:gd name="connsiteX1488" fmla="*/ 3649341 w 4940931"/>
                <a:gd name="connsiteY1488" fmla="*/ 30480 h 138429"/>
                <a:gd name="connsiteX1489" fmla="*/ 3649341 w 4940931"/>
                <a:gd name="connsiteY1489" fmla="*/ 8255 h 138429"/>
                <a:gd name="connsiteX1490" fmla="*/ 3610605 w 4940931"/>
                <a:gd name="connsiteY1490" fmla="*/ 0 h 138429"/>
                <a:gd name="connsiteX1491" fmla="*/ 3610605 w 4940931"/>
                <a:gd name="connsiteY1491" fmla="*/ 30480 h 138429"/>
                <a:gd name="connsiteX1492" fmla="*/ 3629655 w 4940931"/>
                <a:gd name="connsiteY1492" fmla="*/ 30480 h 138429"/>
                <a:gd name="connsiteX1493" fmla="*/ 3629655 w 4940931"/>
                <a:gd name="connsiteY1493" fmla="*/ 44450 h 138429"/>
                <a:gd name="connsiteX1494" fmla="*/ 3610605 w 4940931"/>
                <a:gd name="connsiteY1494" fmla="*/ 44450 h 138429"/>
                <a:gd name="connsiteX1495" fmla="*/ 3610605 w 4940931"/>
                <a:gd name="connsiteY1495" fmla="*/ 86995 h 138429"/>
                <a:gd name="connsiteX1496" fmla="*/ 3610605 w 4940931"/>
                <a:gd name="connsiteY1496" fmla="*/ 91440 h 138429"/>
                <a:gd name="connsiteX1497" fmla="*/ 3611875 w 4940931"/>
                <a:gd name="connsiteY1497" fmla="*/ 94615 h 138429"/>
                <a:gd name="connsiteX1498" fmla="*/ 3614415 w 4940931"/>
                <a:gd name="connsiteY1498" fmla="*/ 95885 h 138429"/>
                <a:gd name="connsiteX1499" fmla="*/ 3618225 w 4940931"/>
                <a:gd name="connsiteY1499" fmla="*/ 95885 h 138429"/>
                <a:gd name="connsiteX1500" fmla="*/ 3624575 w 4940931"/>
                <a:gd name="connsiteY1500" fmla="*/ 95250 h 138429"/>
                <a:gd name="connsiteX1501" fmla="*/ 3629655 w 4940931"/>
                <a:gd name="connsiteY1501" fmla="*/ 93345 h 138429"/>
                <a:gd name="connsiteX1502" fmla="*/ 3627750 w 4940931"/>
                <a:gd name="connsiteY1502" fmla="*/ 106680 h 138429"/>
                <a:gd name="connsiteX1503" fmla="*/ 3621400 w 4940931"/>
                <a:gd name="connsiteY1503" fmla="*/ 109220 h 138429"/>
                <a:gd name="connsiteX1504" fmla="*/ 3613145 w 4940931"/>
                <a:gd name="connsiteY1504" fmla="*/ 110490 h 138429"/>
                <a:gd name="connsiteX1505" fmla="*/ 3606160 w 4940931"/>
                <a:gd name="connsiteY1505" fmla="*/ 109220 h 138429"/>
                <a:gd name="connsiteX1506" fmla="*/ 3600445 w 4940931"/>
                <a:gd name="connsiteY1506" fmla="*/ 105410 h 138429"/>
                <a:gd name="connsiteX1507" fmla="*/ 3596635 w 4940931"/>
                <a:gd name="connsiteY1507" fmla="*/ 99060 h 138429"/>
                <a:gd name="connsiteX1508" fmla="*/ 3595365 w 4940931"/>
                <a:gd name="connsiteY1508" fmla="*/ 89535 h 138429"/>
                <a:gd name="connsiteX1509" fmla="*/ 3595365 w 4940931"/>
                <a:gd name="connsiteY1509" fmla="*/ 44450 h 138429"/>
                <a:gd name="connsiteX1510" fmla="*/ 3584570 w 4940931"/>
                <a:gd name="connsiteY1510" fmla="*/ 44450 h 138429"/>
                <a:gd name="connsiteX1511" fmla="*/ 3584570 w 4940931"/>
                <a:gd name="connsiteY1511" fmla="*/ 30480 h 138429"/>
                <a:gd name="connsiteX1512" fmla="*/ 3595365 w 4940931"/>
                <a:gd name="connsiteY1512" fmla="*/ 30480 h 138429"/>
                <a:gd name="connsiteX1513" fmla="*/ 3595365 w 4940931"/>
                <a:gd name="connsiteY1513" fmla="*/ 8255 h 138429"/>
                <a:gd name="connsiteX1514" fmla="*/ 3445505 w 4940931"/>
                <a:gd name="connsiteY1514" fmla="*/ 0 h 138429"/>
                <a:gd name="connsiteX1515" fmla="*/ 3445505 w 4940931"/>
                <a:gd name="connsiteY1515" fmla="*/ 37465 h 138429"/>
                <a:gd name="connsiteX1516" fmla="*/ 3449950 w 4940931"/>
                <a:gd name="connsiteY1516" fmla="*/ 33655 h 138429"/>
                <a:gd name="connsiteX1517" fmla="*/ 3453760 w 4940931"/>
                <a:gd name="connsiteY1517" fmla="*/ 31115 h 138429"/>
                <a:gd name="connsiteX1518" fmla="*/ 3458840 w 4940931"/>
                <a:gd name="connsiteY1518" fmla="*/ 29210 h 138429"/>
                <a:gd name="connsiteX1519" fmla="*/ 3465825 w 4940931"/>
                <a:gd name="connsiteY1519" fmla="*/ 28575 h 138429"/>
                <a:gd name="connsiteX1520" fmla="*/ 3477890 w 4940931"/>
                <a:gd name="connsiteY1520" fmla="*/ 31115 h 138429"/>
                <a:gd name="connsiteX1521" fmla="*/ 3487415 w 4940931"/>
                <a:gd name="connsiteY1521" fmla="*/ 38735 h 138429"/>
                <a:gd name="connsiteX1522" fmla="*/ 3493765 w 4940931"/>
                <a:gd name="connsiteY1522" fmla="*/ 51435 h 138429"/>
                <a:gd name="connsiteX1523" fmla="*/ 3496305 w 4940931"/>
                <a:gd name="connsiteY1523" fmla="*/ 70485 h 138429"/>
                <a:gd name="connsiteX1524" fmla="*/ 3495670 w 4940931"/>
                <a:gd name="connsiteY1524" fmla="*/ 71120 h 138429"/>
                <a:gd name="connsiteX1525" fmla="*/ 3493130 w 4940931"/>
                <a:gd name="connsiteY1525" fmla="*/ 88265 h 138429"/>
                <a:gd name="connsiteX1526" fmla="*/ 3486145 w 4940931"/>
                <a:gd name="connsiteY1526" fmla="*/ 100330 h 138429"/>
                <a:gd name="connsiteX1527" fmla="*/ 3476620 w 4940931"/>
                <a:gd name="connsiteY1527" fmla="*/ 107315 h 138429"/>
                <a:gd name="connsiteX1528" fmla="*/ 3465190 w 4940931"/>
                <a:gd name="connsiteY1528" fmla="*/ 109855 h 138429"/>
                <a:gd name="connsiteX1529" fmla="*/ 3454395 w 4940931"/>
                <a:gd name="connsiteY1529" fmla="*/ 107315 h 138429"/>
                <a:gd name="connsiteX1530" fmla="*/ 3445505 w 4940931"/>
                <a:gd name="connsiteY1530" fmla="*/ 100965 h 138429"/>
                <a:gd name="connsiteX1531" fmla="*/ 3445505 w 4940931"/>
                <a:gd name="connsiteY1531" fmla="*/ 107950 h 138429"/>
                <a:gd name="connsiteX1532" fmla="*/ 3430265 w 4940931"/>
                <a:gd name="connsiteY1532" fmla="*/ 107950 h 138429"/>
                <a:gd name="connsiteX1533" fmla="*/ 3430265 w 4940931"/>
                <a:gd name="connsiteY1533" fmla="*/ 7620 h 138429"/>
                <a:gd name="connsiteX1534" fmla="*/ 2380611 w 4940931"/>
                <a:gd name="connsiteY1534" fmla="*/ 0 h 138429"/>
                <a:gd name="connsiteX1535" fmla="*/ 2380611 w 4940931"/>
                <a:gd name="connsiteY1535" fmla="*/ 30480 h 138429"/>
                <a:gd name="connsiteX1536" fmla="*/ 2399661 w 4940931"/>
                <a:gd name="connsiteY1536" fmla="*/ 30480 h 138429"/>
                <a:gd name="connsiteX1537" fmla="*/ 2399661 w 4940931"/>
                <a:gd name="connsiteY1537" fmla="*/ 44450 h 138429"/>
                <a:gd name="connsiteX1538" fmla="*/ 2380611 w 4940931"/>
                <a:gd name="connsiteY1538" fmla="*/ 44450 h 138429"/>
                <a:gd name="connsiteX1539" fmla="*/ 2380611 w 4940931"/>
                <a:gd name="connsiteY1539" fmla="*/ 86995 h 138429"/>
                <a:gd name="connsiteX1540" fmla="*/ 2380611 w 4940931"/>
                <a:gd name="connsiteY1540" fmla="*/ 91440 h 138429"/>
                <a:gd name="connsiteX1541" fmla="*/ 2381881 w 4940931"/>
                <a:gd name="connsiteY1541" fmla="*/ 94615 h 138429"/>
                <a:gd name="connsiteX1542" fmla="*/ 2384421 w 4940931"/>
                <a:gd name="connsiteY1542" fmla="*/ 95885 h 138429"/>
                <a:gd name="connsiteX1543" fmla="*/ 2388231 w 4940931"/>
                <a:gd name="connsiteY1543" fmla="*/ 95885 h 138429"/>
                <a:gd name="connsiteX1544" fmla="*/ 2394581 w 4940931"/>
                <a:gd name="connsiteY1544" fmla="*/ 95250 h 138429"/>
                <a:gd name="connsiteX1545" fmla="*/ 2399661 w 4940931"/>
                <a:gd name="connsiteY1545" fmla="*/ 93345 h 138429"/>
                <a:gd name="connsiteX1546" fmla="*/ 2397756 w 4940931"/>
                <a:gd name="connsiteY1546" fmla="*/ 106680 h 138429"/>
                <a:gd name="connsiteX1547" fmla="*/ 2391406 w 4940931"/>
                <a:gd name="connsiteY1547" fmla="*/ 109220 h 138429"/>
                <a:gd name="connsiteX1548" fmla="*/ 2383151 w 4940931"/>
                <a:gd name="connsiteY1548" fmla="*/ 110490 h 138429"/>
                <a:gd name="connsiteX1549" fmla="*/ 2376166 w 4940931"/>
                <a:gd name="connsiteY1549" fmla="*/ 109220 h 138429"/>
                <a:gd name="connsiteX1550" fmla="*/ 2370451 w 4940931"/>
                <a:gd name="connsiteY1550" fmla="*/ 105410 h 138429"/>
                <a:gd name="connsiteX1551" fmla="*/ 2366641 w 4940931"/>
                <a:gd name="connsiteY1551" fmla="*/ 99060 h 138429"/>
                <a:gd name="connsiteX1552" fmla="*/ 2365371 w 4940931"/>
                <a:gd name="connsiteY1552" fmla="*/ 89535 h 138429"/>
                <a:gd name="connsiteX1553" fmla="*/ 2365371 w 4940931"/>
                <a:gd name="connsiteY1553" fmla="*/ 44450 h 138429"/>
                <a:gd name="connsiteX1554" fmla="*/ 2354576 w 4940931"/>
                <a:gd name="connsiteY1554" fmla="*/ 44450 h 138429"/>
                <a:gd name="connsiteX1555" fmla="*/ 2354576 w 4940931"/>
                <a:gd name="connsiteY1555" fmla="*/ 30480 h 138429"/>
                <a:gd name="connsiteX1556" fmla="*/ 2365371 w 4940931"/>
                <a:gd name="connsiteY1556" fmla="*/ 30480 h 138429"/>
                <a:gd name="connsiteX1557" fmla="*/ 2365371 w 4940931"/>
                <a:gd name="connsiteY1557" fmla="*/ 8255 h 138429"/>
                <a:gd name="connsiteX1558" fmla="*/ 2150741 w 4940931"/>
                <a:gd name="connsiteY1558" fmla="*/ 0 h 138429"/>
                <a:gd name="connsiteX1559" fmla="*/ 2150741 w 4940931"/>
                <a:gd name="connsiteY1559" fmla="*/ 30480 h 138429"/>
                <a:gd name="connsiteX1560" fmla="*/ 2169791 w 4940931"/>
                <a:gd name="connsiteY1560" fmla="*/ 30480 h 138429"/>
                <a:gd name="connsiteX1561" fmla="*/ 2169791 w 4940931"/>
                <a:gd name="connsiteY1561" fmla="*/ 44450 h 138429"/>
                <a:gd name="connsiteX1562" fmla="*/ 2150741 w 4940931"/>
                <a:gd name="connsiteY1562" fmla="*/ 44450 h 138429"/>
                <a:gd name="connsiteX1563" fmla="*/ 2150741 w 4940931"/>
                <a:gd name="connsiteY1563" fmla="*/ 86995 h 138429"/>
                <a:gd name="connsiteX1564" fmla="*/ 2150741 w 4940931"/>
                <a:gd name="connsiteY1564" fmla="*/ 91440 h 138429"/>
                <a:gd name="connsiteX1565" fmla="*/ 2152011 w 4940931"/>
                <a:gd name="connsiteY1565" fmla="*/ 94615 h 138429"/>
                <a:gd name="connsiteX1566" fmla="*/ 2154551 w 4940931"/>
                <a:gd name="connsiteY1566" fmla="*/ 95885 h 138429"/>
                <a:gd name="connsiteX1567" fmla="*/ 2158361 w 4940931"/>
                <a:gd name="connsiteY1567" fmla="*/ 95885 h 138429"/>
                <a:gd name="connsiteX1568" fmla="*/ 2164711 w 4940931"/>
                <a:gd name="connsiteY1568" fmla="*/ 95250 h 138429"/>
                <a:gd name="connsiteX1569" fmla="*/ 2169791 w 4940931"/>
                <a:gd name="connsiteY1569" fmla="*/ 93345 h 138429"/>
                <a:gd name="connsiteX1570" fmla="*/ 2167886 w 4940931"/>
                <a:gd name="connsiteY1570" fmla="*/ 106680 h 138429"/>
                <a:gd name="connsiteX1571" fmla="*/ 2161536 w 4940931"/>
                <a:gd name="connsiteY1571" fmla="*/ 109220 h 138429"/>
                <a:gd name="connsiteX1572" fmla="*/ 2153281 w 4940931"/>
                <a:gd name="connsiteY1572" fmla="*/ 110490 h 138429"/>
                <a:gd name="connsiteX1573" fmla="*/ 2146296 w 4940931"/>
                <a:gd name="connsiteY1573" fmla="*/ 109220 h 138429"/>
                <a:gd name="connsiteX1574" fmla="*/ 2140581 w 4940931"/>
                <a:gd name="connsiteY1574" fmla="*/ 105410 h 138429"/>
                <a:gd name="connsiteX1575" fmla="*/ 2136771 w 4940931"/>
                <a:gd name="connsiteY1575" fmla="*/ 99060 h 138429"/>
                <a:gd name="connsiteX1576" fmla="*/ 2135501 w 4940931"/>
                <a:gd name="connsiteY1576" fmla="*/ 89535 h 138429"/>
                <a:gd name="connsiteX1577" fmla="*/ 2135501 w 4940931"/>
                <a:gd name="connsiteY1577" fmla="*/ 44450 h 138429"/>
                <a:gd name="connsiteX1578" fmla="*/ 2124706 w 4940931"/>
                <a:gd name="connsiteY1578" fmla="*/ 44450 h 138429"/>
                <a:gd name="connsiteX1579" fmla="*/ 2124706 w 4940931"/>
                <a:gd name="connsiteY1579" fmla="*/ 30480 h 138429"/>
                <a:gd name="connsiteX1580" fmla="*/ 2135501 w 4940931"/>
                <a:gd name="connsiteY1580" fmla="*/ 30480 h 138429"/>
                <a:gd name="connsiteX1581" fmla="*/ 2135501 w 4940931"/>
                <a:gd name="connsiteY1581" fmla="*/ 8255 h 138429"/>
                <a:gd name="connsiteX1582" fmla="*/ 2096131 w 4940931"/>
                <a:gd name="connsiteY1582" fmla="*/ 0 h 138429"/>
                <a:gd name="connsiteX1583" fmla="*/ 2096131 w 4940931"/>
                <a:gd name="connsiteY1583" fmla="*/ 30480 h 138429"/>
                <a:gd name="connsiteX1584" fmla="*/ 2115181 w 4940931"/>
                <a:gd name="connsiteY1584" fmla="*/ 30480 h 138429"/>
                <a:gd name="connsiteX1585" fmla="*/ 2115181 w 4940931"/>
                <a:gd name="connsiteY1585" fmla="*/ 44450 h 138429"/>
                <a:gd name="connsiteX1586" fmla="*/ 2096131 w 4940931"/>
                <a:gd name="connsiteY1586" fmla="*/ 44450 h 138429"/>
                <a:gd name="connsiteX1587" fmla="*/ 2096131 w 4940931"/>
                <a:gd name="connsiteY1587" fmla="*/ 86995 h 138429"/>
                <a:gd name="connsiteX1588" fmla="*/ 2096131 w 4940931"/>
                <a:gd name="connsiteY1588" fmla="*/ 91440 h 138429"/>
                <a:gd name="connsiteX1589" fmla="*/ 2097401 w 4940931"/>
                <a:gd name="connsiteY1589" fmla="*/ 94615 h 138429"/>
                <a:gd name="connsiteX1590" fmla="*/ 2099941 w 4940931"/>
                <a:gd name="connsiteY1590" fmla="*/ 95885 h 138429"/>
                <a:gd name="connsiteX1591" fmla="*/ 2103751 w 4940931"/>
                <a:gd name="connsiteY1591" fmla="*/ 95885 h 138429"/>
                <a:gd name="connsiteX1592" fmla="*/ 2110101 w 4940931"/>
                <a:gd name="connsiteY1592" fmla="*/ 95250 h 138429"/>
                <a:gd name="connsiteX1593" fmla="*/ 2115181 w 4940931"/>
                <a:gd name="connsiteY1593" fmla="*/ 93345 h 138429"/>
                <a:gd name="connsiteX1594" fmla="*/ 2113276 w 4940931"/>
                <a:gd name="connsiteY1594" fmla="*/ 106680 h 138429"/>
                <a:gd name="connsiteX1595" fmla="*/ 2106926 w 4940931"/>
                <a:gd name="connsiteY1595" fmla="*/ 109220 h 138429"/>
                <a:gd name="connsiteX1596" fmla="*/ 2098671 w 4940931"/>
                <a:gd name="connsiteY1596" fmla="*/ 110490 h 138429"/>
                <a:gd name="connsiteX1597" fmla="*/ 2091686 w 4940931"/>
                <a:gd name="connsiteY1597" fmla="*/ 109220 h 138429"/>
                <a:gd name="connsiteX1598" fmla="*/ 2085971 w 4940931"/>
                <a:gd name="connsiteY1598" fmla="*/ 105410 h 138429"/>
                <a:gd name="connsiteX1599" fmla="*/ 2082161 w 4940931"/>
                <a:gd name="connsiteY1599" fmla="*/ 99060 h 138429"/>
                <a:gd name="connsiteX1600" fmla="*/ 2080891 w 4940931"/>
                <a:gd name="connsiteY1600" fmla="*/ 89535 h 138429"/>
                <a:gd name="connsiteX1601" fmla="*/ 2080891 w 4940931"/>
                <a:gd name="connsiteY1601" fmla="*/ 44450 h 138429"/>
                <a:gd name="connsiteX1602" fmla="*/ 2070096 w 4940931"/>
                <a:gd name="connsiteY1602" fmla="*/ 44450 h 138429"/>
                <a:gd name="connsiteX1603" fmla="*/ 2070096 w 4940931"/>
                <a:gd name="connsiteY1603" fmla="*/ 30480 h 138429"/>
                <a:gd name="connsiteX1604" fmla="*/ 2080891 w 4940931"/>
                <a:gd name="connsiteY1604" fmla="*/ 30480 h 138429"/>
                <a:gd name="connsiteX1605" fmla="*/ 2080891 w 4940931"/>
                <a:gd name="connsiteY1605" fmla="*/ 8255 h 138429"/>
                <a:gd name="connsiteX1606" fmla="*/ 1931665 w 4940931"/>
                <a:gd name="connsiteY1606" fmla="*/ 0 h 138429"/>
                <a:gd name="connsiteX1607" fmla="*/ 1931665 w 4940931"/>
                <a:gd name="connsiteY1607" fmla="*/ 37465 h 138429"/>
                <a:gd name="connsiteX1608" fmla="*/ 1936110 w 4940931"/>
                <a:gd name="connsiteY1608" fmla="*/ 33655 h 138429"/>
                <a:gd name="connsiteX1609" fmla="*/ 1939920 w 4940931"/>
                <a:gd name="connsiteY1609" fmla="*/ 31115 h 138429"/>
                <a:gd name="connsiteX1610" fmla="*/ 1945000 w 4940931"/>
                <a:gd name="connsiteY1610" fmla="*/ 29210 h 138429"/>
                <a:gd name="connsiteX1611" fmla="*/ 1951985 w 4940931"/>
                <a:gd name="connsiteY1611" fmla="*/ 28575 h 138429"/>
                <a:gd name="connsiteX1612" fmla="*/ 1964050 w 4940931"/>
                <a:gd name="connsiteY1612" fmla="*/ 31115 h 138429"/>
                <a:gd name="connsiteX1613" fmla="*/ 1973575 w 4940931"/>
                <a:gd name="connsiteY1613" fmla="*/ 38735 h 138429"/>
                <a:gd name="connsiteX1614" fmla="*/ 1979925 w 4940931"/>
                <a:gd name="connsiteY1614" fmla="*/ 51435 h 138429"/>
                <a:gd name="connsiteX1615" fmla="*/ 1982465 w 4940931"/>
                <a:gd name="connsiteY1615" fmla="*/ 70485 h 138429"/>
                <a:gd name="connsiteX1616" fmla="*/ 1981830 w 4940931"/>
                <a:gd name="connsiteY1616" fmla="*/ 71120 h 138429"/>
                <a:gd name="connsiteX1617" fmla="*/ 1979290 w 4940931"/>
                <a:gd name="connsiteY1617" fmla="*/ 88265 h 138429"/>
                <a:gd name="connsiteX1618" fmla="*/ 1972305 w 4940931"/>
                <a:gd name="connsiteY1618" fmla="*/ 100330 h 138429"/>
                <a:gd name="connsiteX1619" fmla="*/ 1962780 w 4940931"/>
                <a:gd name="connsiteY1619" fmla="*/ 107315 h 138429"/>
                <a:gd name="connsiteX1620" fmla="*/ 1951350 w 4940931"/>
                <a:gd name="connsiteY1620" fmla="*/ 109855 h 138429"/>
                <a:gd name="connsiteX1621" fmla="*/ 1940555 w 4940931"/>
                <a:gd name="connsiteY1621" fmla="*/ 107315 h 138429"/>
                <a:gd name="connsiteX1622" fmla="*/ 1931665 w 4940931"/>
                <a:gd name="connsiteY1622" fmla="*/ 100965 h 138429"/>
                <a:gd name="connsiteX1623" fmla="*/ 1931665 w 4940931"/>
                <a:gd name="connsiteY1623" fmla="*/ 107950 h 138429"/>
                <a:gd name="connsiteX1624" fmla="*/ 1916425 w 4940931"/>
                <a:gd name="connsiteY1624" fmla="*/ 107950 h 138429"/>
                <a:gd name="connsiteX1625" fmla="*/ 1916425 w 4940931"/>
                <a:gd name="connsiteY1625" fmla="*/ 7620 h 138429"/>
                <a:gd name="connsiteX1626" fmla="*/ 1316991 w 4940931"/>
                <a:gd name="connsiteY1626" fmla="*/ 0 h 138429"/>
                <a:gd name="connsiteX1627" fmla="*/ 1316991 w 4940931"/>
                <a:gd name="connsiteY1627" fmla="*/ 30480 h 138429"/>
                <a:gd name="connsiteX1628" fmla="*/ 1336041 w 4940931"/>
                <a:gd name="connsiteY1628" fmla="*/ 30480 h 138429"/>
                <a:gd name="connsiteX1629" fmla="*/ 1336041 w 4940931"/>
                <a:gd name="connsiteY1629" fmla="*/ 44450 h 138429"/>
                <a:gd name="connsiteX1630" fmla="*/ 1316991 w 4940931"/>
                <a:gd name="connsiteY1630" fmla="*/ 44450 h 138429"/>
                <a:gd name="connsiteX1631" fmla="*/ 1316991 w 4940931"/>
                <a:gd name="connsiteY1631" fmla="*/ 86995 h 138429"/>
                <a:gd name="connsiteX1632" fmla="*/ 1316991 w 4940931"/>
                <a:gd name="connsiteY1632" fmla="*/ 91440 h 138429"/>
                <a:gd name="connsiteX1633" fmla="*/ 1318261 w 4940931"/>
                <a:gd name="connsiteY1633" fmla="*/ 94615 h 138429"/>
                <a:gd name="connsiteX1634" fmla="*/ 1320801 w 4940931"/>
                <a:gd name="connsiteY1634" fmla="*/ 95885 h 138429"/>
                <a:gd name="connsiteX1635" fmla="*/ 1324611 w 4940931"/>
                <a:gd name="connsiteY1635" fmla="*/ 95885 h 138429"/>
                <a:gd name="connsiteX1636" fmla="*/ 1330961 w 4940931"/>
                <a:gd name="connsiteY1636" fmla="*/ 95250 h 138429"/>
                <a:gd name="connsiteX1637" fmla="*/ 1336041 w 4940931"/>
                <a:gd name="connsiteY1637" fmla="*/ 93345 h 138429"/>
                <a:gd name="connsiteX1638" fmla="*/ 1334136 w 4940931"/>
                <a:gd name="connsiteY1638" fmla="*/ 106680 h 138429"/>
                <a:gd name="connsiteX1639" fmla="*/ 1327786 w 4940931"/>
                <a:gd name="connsiteY1639" fmla="*/ 109220 h 138429"/>
                <a:gd name="connsiteX1640" fmla="*/ 1319531 w 4940931"/>
                <a:gd name="connsiteY1640" fmla="*/ 110490 h 138429"/>
                <a:gd name="connsiteX1641" fmla="*/ 1312546 w 4940931"/>
                <a:gd name="connsiteY1641" fmla="*/ 109220 h 138429"/>
                <a:gd name="connsiteX1642" fmla="*/ 1306831 w 4940931"/>
                <a:gd name="connsiteY1642" fmla="*/ 105410 h 138429"/>
                <a:gd name="connsiteX1643" fmla="*/ 1303021 w 4940931"/>
                <a:gd name="connsiteY1643" fmla="*/ 99060 h 138429"/>
                <a:gd name="connsiteX1644" fmla="*/ 1301751 w 4940931"/>
                <a:gd name="connsiteY1644" fmla="*/ 89535 h 138429"/>
                <a:gd name="connsiteX1645" fmla="*/ 1301751 w 4940931"/>
                <a:gd name="connsiteY1645" fmla="*/ 44450 h 138429"/>
                <a:gd name="connsiteX1646" fmla="*/ 1290956 w 4940931"/>
                <a:gd name="connsiteY1646" fmla="*/ 44450 h 138429"/>
                <a:gd name="connsiteX1647" fmla="*/ 1290956 w 4940931"/>
                <a:gd name="connsiteY1647" fmla="*/ 30480 h 138429"/>
                <a:gd name="connsiteX1648" fmla="*/ 1301751 w 4940931"/>
                <a:gd name="connsiteY1648" fmla="*/ 30480 h 138429"/>
                <a:gd name="connsiteX1649" fmla="*/ 1301751 w 4940931"/>
                <a:gd name="connsiteY1649" fmla="*/ 8255 h 138429"/>
                <a:gd name="connsiteX1650" fmla="*/ 751206 w 4940931"/>
                <a:gd name="connsiteY1650" fmla="*/ 0 h 138429"/>
                <a:gd name="connsiteX1651" fmla="*/ 751206 w 4940931"/>
                <a:gd name="connsiteY1651" fmla="*/ 30480 h 138429"/>
                <a:gd name="connsiteX1652" fmla="*/ 770256 w 4940931"/>
                <a:gd name="connsiteY1652" fmla="*/ 30480 h 138429"/>
                <a:gd name="connsiteX1653" fmla="*/ 770256 w 4940931"/>
                <a:gd name="connsiteY1653" fmla="*/ 44450 h 138429"/>
                <a:gd name="connsiteX1654" fmla="*/ 751206 w 4940931"/>
                <a:gd name="connsiteY1654" fmla="*/ 44450 h 138429"/>
                <a:gd name="connsiteX1655" fmla="*/ 751206 w 4940931"/>
                <a:gd name="connsiteY1655" fmla="*/ 86995 h 138429"/>
                <a:gd name="connsiteX1656" fmla="*/ 751206 w 4940931"/>
                <a:gd name="connsiteY1656" fmla="*/ 91440 h 138429"/>
                <a:gd name="connsiteX1657" fmla="*/ 752476 w 4940931"/>
                <a:gd name="connsiteY1657" fmla="*/ 94615 h 138429"/>
                <a:gd name="connsiteX1658" fmla="*/ 755016 w 4940931"/>
                <a:gd name="connsiteY1658" fmla="*/ 95885 h 138429"/>
                <a:gd name="connsiteX1659" fmla="*/ 758826 w 4940931"/>
                <a:gd name="connsiteY1659" fmla="*/ 95885 h 138429"/>
                <a:gd name="connsiteX1660" fmla="*/ 765176 w 4940931"/>
                <a:gd name="connsiteY1660" fmla="*/ 95250 h 138429"/>
                <a:gd name="connsiteX1661" fmla="*/ 770256 w 4940931"/>
                <a:gd name="connsiteY1661" fmla="*/ 93345 h 138429"/>
                <a:gd name="connsiteX1662" fmla="*/ 768351 w 4940931"/>
                <a:gd name="connsiteY1662" fmla="*/ 106680 h 138429"/>
                <a:gd name="connsiteX1663" fmla="*/ 762001 w 4940931"/>
                <a:gd name="connsiteY1663" fmla="*/ 109220 h 138429"/>
                <a:gd name="connsiteX1664" fmla="*/ 753746 w 4940931"/>
                <a:gd name="connsiteY1664" fmla="*/ 110490 h 138429"/>
                <a:gd name="connsiteX1665" fmla="*/ 746761 w 4940931"/>
                <a:gd name="connsiteY1665" fmla="*/ 109220 h 138429"/>
                <a:gd name="connsiteX1666" fmla="*/ 741045 w 4940931"/>
                <a:gd name="connsiteY1666" fmla="*/ 105410 h 138429"/>
                <a:gd name="connsiteX1667" fmla="*/ 737236 w 4940931"/>
                <a:gd name="connsiteY1667" fmla="*/ 99060 h 138429"/>
                <a:gd name="connsiteX1668" fmla="*/ 735966 w 4940931"/>
                <a:gd name="connsiteY1668" fmla="*/ 89535 h 138429"/>
                <a:gd name="connsiteX1669" fmla="*/ 735966 w 4940931"/>
                <a:gd name="connsiteY1669" fmla="*/ 44450 h 138429"/>
                <a:gd name="connsiteX1670" fmla="*/ 725171 w 4940931"/>
                <a:gd name="connsiteY1670" fmla="*/ 44450 h 138429"/>
                <a:gd name="connsiteX1671" fmla="*/ 725171 w 4940931"/>
                <a:gd name="connsiteY1671" fmla="*/ 30480 h 138429"/>
                <a:gd name="connsiteX1672" fmla="*/ 735966 w 4940931"/>
                <a:gd name="connsiteY1672" fmla="*/ 30480 h 138429"/>
                <a:gd name="connsiteX1673" fmla="*/ 735966 w 4940931"/>
                <a:gd name="connsiteY1673" fmla="*/ 8255 h 138429"/>
                <a:gd name="connsiteX1674" fmla="*/ 521335 w 4940931"/>
                <a:gd name="connsiteY1674" fmla="*/ 0 h 138429"/>
                <a:gd name="connsiteX1675" fmla="*/ 521335 w 4940931"/>
                <a:gd name="connsiteY1675" fmla="*/ 30480 h 138429"/>
                <a:gd name="connsiteX1676" fmla="*/ 540385 w 4940931"/>
                <a:gd name="connsiteY1676" fmla="*/ 30480 h 138429"/>
                <a:gd name="connsiteX1677" fmla="*/ 540385 w 4940931"/>
                <a:gd name="connsiteY1677" fmla="*/ 44450 h 138429"/>
                <a:gd name="connsiteX1678" fmla="*/ 521335 w 4940931"/>
                <a:gd name="connsiteY1678" fmla="*/ 44450 h 138429"/>
                <a:gd name="connsiteX1679" fmla="*/ 521335 w 4940931"/>
                <a:gd name="connsiteY1679" fmla="*/ 86995 h 138429"/>
                <a:gd name="connsiteX1680" fmla="*/ 521335 w 4940931"/>
                <a:gd name="connsiteY1680" fmla="*/ 91440 h 138429"/>
                <a:gd name="connsiteX1681" fmla="*/ 522605 w 4940931"/>
                <a:gd name="connsiteY1681" fmla="*/ 94615 h 138429"/>
                <a:gd name="connsiteX1682" fmla="*/ 525145 w 4940931"/>
                <a:gd name="connsiteY1682" fmla="*/ 95885 h 138429"/>
                <a:gd name="connsiteX1683" fmla="*/ 528955 w 4940931"/>
                <a:gd name="connsiteY1683" fmla="*/ 95885 h 138429"/>
                <a:gd name="connsiteX1684" fmla="*/ 535305 w 4940931"/>
                <a:gd name="connsiteY1684" fmla="*/ 95250 h 138429"/>
                <a:gd name="connsiteX1685" fmla="*/ 540385 w 4940931"/>
                <a:gd name="connsiteY1685" fmla="*/ 93345 h 138429"/>
                <a:gd name="connsiteX1686" fmla="*/ 538480 w 4940931"/>
                <a:gd name="connsiteY1686" fmla="*/ 106680 h 138429"/>
                <a:gd name="connsiteX1687" fmla="*/ 532130 w 4940931"/>
                <a:gd name="connsiteY1687" fmla="*/ 109220 h 138429"/>
                <a:gd name="connsiteX1688" fmla="*/ 523875 w 4940931"/>
                <a:gd name="connsiteY1688" fmla="*/ 110490 h 138429"/>
                <a:gd name="connsiteX1689" fmla="*/ 516890 w 4940931"/>
                <a:gd name="connsiteY1689" fmla="*/ 109220 h 138429"/>
                <a:gd name="connsiteX1690" fmla="*/ 511175 w 4940931"/>
                <a:gd name="connsiteY1690" fmla="*/ 105410 h 138429"/>
                <a:gd name="connsiteX1691" fmla="*/ 507365 w 4940931"/>
                <a:gd name="connsiteY1691" fmla="*/ 99060 h 138429"/>
                <a:gd name="connsiteX1692" fmla="*/ 506095 w 4940931"/>
                <a:gd name="connsiteY1692" fmla="*/ 89535 h 138429"/>
                <a:gd name="connsiteX1693" fmla="*/ 506095 w 4940931"/>
                <a:gd name="connsiteY1693" fmla="*/ 44450 h 138429"/>
                <a:gd name="connsiteX1694" fmla="*/ 495300 w 4940931"/>
                <a:gd name="connsiteY1694" fmla="*/ 44450 h 138429"/>
                <a:gd name="connsiteX1695" fmla="*/ 495300 w 4940931"/>
                <a:gd name="connsiteY1695" fmla="*/ 30480 h 138429"/>
                <a:gd name="connsiteX1696" fmla="*/ 506095 w 4940931"/>
                <a:gd name="connsiteY1696" fmla="*/ 30480 h 138429"/>
                <a:gd name="connsiteX1697" fmla="*/ 506095 w 4940931"/>
                <a:gd name="connsiteY1697" fmla="*/ 8255 h 138429"/>
                <a:gd name="connsiteX1698" fmla="*/ 466724 w 4940931"/>
                <a:gd name="connsiteY1698" fmla="*/ 0 h 138429"/>
                <a:gd name="connsiteX1699" fmla="*/ 466724 w 4940931"/>
                <a:gd name="connsiteY1699" fmla="*/ 30480 h 138429"/>
                <a:gd name="connsiteX1700" fmla="*/ 485774 w 4940931"/>
                <a:gd name="connsiteY1700" fmla="*/ 30480 h 138429"/>
                <a:gd name="connsiteX1701" fmla="*/ 485774 w 4940931"/>
                <a:gd name="connsiteY1701" fmla="*/ 44450 h 138429"/>
                <a:gd name="connsiteX1702" fmla="*/ 466724 w 4940931"/>
                <a:gd name="connsiteY1702" fmla="*/ 44450 h 138429"/>
                <a:gd name="connsiteX1703" fmla="*/ 466724 w 4940931"/>
                <a:gd name="connsiteY1703" fmla="*/ 86995 h 138429"/>
                <a:gd name="connsiteX1704" fmla="*/ 466724 w 4940931"/>
                <a:gd name="connsiteY1704" fmla="*/ 91440 h 138429"/>
                <a:gd name="connsiteX1705" fmla="*/ 467994 w 4940931"/>
                <a:gd name="connsiteY1705" fmla="*/ 94615 h 138429"/>
                <a:gd name="connsiteX1706" fmla="*/ 470534 w 4940931"/>
                <a:gd name="connsiteY1706" fmla="*/ 95885 h 138429"/>
                <a:gd name="connsiteX1707" fmla="*/ 474344 w 4940931"/>
                <a:gd name="connsiteY1707" fmla="*/ 95885 h 138429"/>
                <a:gd name="connsiteX1708" fmla="*/ 480694 w 4940931"/>
                <a:gd name="connsiteY1708" fmla="*/ 95250 h 138429"/>
                <a:gd name="connsiteX1709" fmla="*/ 485774 w 4940931"/>
                <a:gd name="connsiteY1709" fmla="*/ 93345 h 138429"/>
                <a:gd name="connsiteX1710" fmla="*/ 483869 w 4940931"/>
                <a:gd name="connsiteY1710" fmla="*/ 106680 h 138429"/>
                <a:gd name="connsiteX1711" fmla="*/ 477519 w 4940931"/>
                <a:gd name="connsiteY1711" fmla="*/ 109220 h 138429"/>
                <a:gd name="connsiteX1712" fmla="*/ 469264 w 4940931"/>
                <a:gd name="connsiteY1712" fmla="*/ 110490 h 138429"/>
                <a:gd name="connsiteX1713" fmla="*/ 462279 w 4940931"/>
                <a:gd name="connsiteY1713" fmla="*/ 109220 h 138429"/>
                <a:gd name="connsiteX1714" fmla="*/ 456564 w 4940931"/>
                <a:gd name="connsiteY1714" fmla="*/ 105410 h 138429"/>
                <a:gd name="connsiteX1715" fmla="*/ 452754 w 4940931"/>
                <a:gd name="connsiteY1715" fmla="*/ 99060 h 138429"/>
                <a:gd name="connsiteX1716" fmla="*/ 451484 w 4940931"/>
                <a:gd name="connsiteY1716" fmla="*/ 89535 h 138429"/>
                <a:gd name="connsiteX1717" fmla="*/ 451484 w 4940931"/>
                <a:gd name="connsiteY1717" fmla="*/ 44450 h 138429"/>
                <a:gd name="connsiteX1718" fmla="*/ 440689 w 4940931"/>
                <a:gd name="connsiteY1718" fmla="*/ 44450 h 138429"/>
                <a:gd name="connsiteX1719" fmla="*/ 440689 w 4940931"/>
                <a:gd name="connsiteY1719" fmla="*/ 30480 h 138429"/>
                <a:gd name="connsiteX1720" fmla="*/ 451484 w 4940931"/>
                <a:gd name="connsiteY1720" fmla="*/ 30480 h 138429"/>
                <a:gd name="connsiteX1721" fmla="*/ 451484 w 4940931"/>
                <a:gd name="connsiteY1721" fmla="*/ 8255 h 138429"/>
                <a:gd name="connsiteX1722" fmla="*/ 302259 w 4940931"/>
                <a:gd name="connsiteY1722" fmla="*/ 0 h 138429"/>
                <a:gd name="connsiteX1723" fmla="*/ 302259 w 4940931"/>
                <a:gd name="connsiteY1723" fmla="*/ 37465 h 138429"/>
                <a:gd name="connsiteX1724" fmla="*/ 306704 w 4940931"/>
                <a:gd name="connsiteY1724" fmla="*/ 33655 h 138429"/>
                <a:gd name="connsiteX1725" fmla="*/ 310514 w 4940931"/>
                <a:gd name="connsiteY1725" fmla="*/ 31115 h 138429"/>
                <a:gd name="connsiteX1726" fmla="*/ 315594 w 4940931"/>
                <a:gd name="connsiteY1726" fmla="*/ 29210 h 138429"/>
                <a:gd name="connsiteX1727" fmla="*/ 322579 w 4940931"/>
                <a:gd name="connsiteY1727" fmla="*/ 28575 h 138429"/>
                <a:gd name="connsiteX1728" fmla="*/ 334644 w 4940931"/>
                <a:gd name="connsiteY1728" fmla="*/ 31115 h 138429"/>
                <a:gd name="connsiteX1729" fmla="*/ 344169 w 4940931"/>
                <a:gd name="connsiteY1729" fmla="*/ 38735 h 138429"/>
                <a:gd name="connsiteX1730" fmla="*/ 350519 w 4940931"/>
                <a:gd name="connsiteY1730" fmla="*/ 51435 h 138429"/>
                <a:gd name="connsiteX1731" fmla="*/ 353059 w 4940931"/>
                <a:gd name="connsiteY1731" fmla="*/ 70485 h 138429"/>
                <a:gd name="connsiteX1732" fmla="*/ 352424 w 4940931"/>
                <a:gd name="connsiteY1732" fmla="*/ 71120 h 138429"/>
                <a:gd name="connsiteX1733" fmla="*/ 349884 w 4940931"/>
                <a:gd name="connsiteY1733" fmla="*/ 88265 h 138429"/>
                <a:gd name="connsiteX1734" fmla="*/ 342899 w 4940931"/>
                <a:gd name="connsiteY1734" fmla="*/ 100330 h 138429"/>
                <a:gd name="connsiteX1735" fmla="*/ 333374 w 4940931"/>
                <a:gd name="connsiteY1735" fmla="*/ 107315 h 138429"/>
                <a:gd name="connsiteX1736" fmla="*/ 321944 w 4940931"/>
                <a:gd name="connsiteY1736" fmla="*/ 109855 h 138429"/>
                <a:gd name="connsiteX1737" fmla="*/ 311149 w 4940931"/>
                <a:gd name="connsiteY1737" fmla="*/ 107315 h 138429"/>
                <a:gd name="connsiteX1738" fmla="*/ 302259 w 4940931"/>
                <a:gd name="connsiteY1738" fmla="*/ 100965 h 138429"/>
                <a:gd name="connsiteX1739" fmla="*/ 302259 w 4940931"/>
                <a:gd name="connsiteY1739" fmla="*/ 107950 h 138429"/>
                <a:gd name="connsiteX1740" fmla="*/ 287019 w 4940931"/>
                <a:gd name="connsiteY1740" fmla="*/ 107950 h 138429"/>
                <a:gd name="connsiteX1741" fmla="*/ 287019 w 4940931"/>
                <a:gd name="connsiteY1741" fmla="*/ 7620 h 138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Lst>
              <a:rect l="l" t="t" r="r" b="b"/>
              <a:pathLst>
                <a:path w="4940931" h="138429">
                  <a:moveTo>
                    <a:pt x="1032512" y="137477"/>
                  </a:moveTo>
                  <a:lnTo>
                    <a:pt x="1032512" y="137794"/>
                  </a:lnTo>
                  <a:lnTo>
                    <a:pt x="1030607" y="138429"/>
                  </a:lnTo>
                  <a:close/>
                  <a:moveTo>
                    <a:pt x="4929501" y="87629"/>
                  </a:moveTo>
                  <a:cubicBezTo>
                    <a:pt x="4930771" y="87629"/>
                    <a:pt x="4932676" y="87629"/>
                    <a:pt x="4933946" y="88264"/>
                  </a:cubicBezTo>
                  <a:cubicBezTo>
                    <a:pt x="4935216" y="88264"/>
                    <a:pt x="4936486" y="89534"/>
                    <a:pt x="4937756" y="90804"/>
                  </a:cubicBezTo>
                  <a:cubicBezTo>
                    <a:pt x="4939026" y="92074"/>
                    <a:pt x="4939661" y="93344"/>
                    <a:pt x="4940296" y="94614"/>
                  </a:cubicBezTo>
                  <a:cubicBezTo>
                    <a:pt x="4940296" y="95884"/>
                    <a:pt x="4940931" y="97789"/>
                    <a:pt x="4940931" y="99059"/>
                  </a:cubicBezTo>
                  <a:cubicBezTo>
                    <a:pt x="4940931" y="99059"/>
                    <a:pt x="4940931" y="102234"/>
                    <a:pt x="4940296" y="103504"/>
                  </a:cubicBezTo>
                  <a:cubicBezTo>
                    <a:pt x="4940296" y="104774"/>
                    <a:pt x="4939026" y="106044"/>
                    <a:pt x="4937756" y="107314"/>
                  </a:cubicBezTo>
                  <a:cubicBezTo>
                    <a:pt x="4936486" y="108584"/>
                    <a:pt x="4935216" y="109219"/>
                    <a:pt x="4933946" y="109854"/>
                  </a:cubicBezTo>
                  <a:cubicBezTo>
                    <a:pt x="4932676" y="109854"/>
                    <a:pt x="4930771" y="110489"/>
                    <a:pt x="4929501" y="110489"/>
                  </a:cubicBezTo>
                  <a:cubicBezTo>
                    <a:pt x="4928231" y="110489"/>
                    <a:pt x="4926326" y="110489"/>
                    <a:pt x="4925056" y="109854"/>
                  </a:cubicBezTo>
                  <a:cubicBezTo>
                    <a:pt x="4923786" y="109854"/>
                    <a:pt x="4922516" y="108584"/>
                    <a:pt x="4921246" y="107314"/>
                  </a:cubicBezTo>
                  <a:cubicBezTo>
                    <a:pt x="4919976" y="106044"/>
                    <a:pt x="4919341" y="104774"/>
                    <a:pt x="4918706" y="103504"/>
                  </a:cubicBezTo>
                  <a:cubicBezTo>
                    <a:pt x="4918706" y="102234"/>
                    <a:pt x="4918071" y="100329"/>
                    <a:pt x="4918071" y="99059"/>
                  </a:cubicBezTo>
                  <a:cubicBezTo>
                    <a:pt x="4918071" y="97789"/>
                    <a:pt x="4918071" y="95884"/>
                    <a:pt x="4918706" y="94614"/>
                  </a:cubicBezTo>
                  <a:cubicBezTo>
                    <a:pt x="4918706" y="93344"/>
                    <a:pt x="4919976" y="92074"/>
                    <a:pt x="4921246" y="90804"/>
                  </a:cubicBezTo>
                  <a:cubicBezTo>
                    <a:pt x="4922516" y="89534"/>
                    <a:pt x="4923786" y="88899"/>
                    <a:pt x="4925056" y="88264"/>
                  </a:cubicBezTo>
                  <a:cubicBezTo>
                    <a:pt x="4926326" y="88264"/>
                    <a:pt x="4928231" y="87629"/>
                    <a:pt x="4929501" y="87629"/>
                  </a:cubicBezTo>
                  <a:close/>
                  <a:moveTo>
                    <a:pt x="3079110" y="87629"/>
                  </a:moveTo>
                  <a:cubicBezTo>
                    <a:pt x="3080380" y="87629"/>
                    <a:pt x="3082285" y="87629"/>
                    <a:pt x="3083555" y="88264"/>
                  </a:cubicBezTo>
                  <a:cubicBezTo>
                    <a:pt x="3084825" y="88264"/>
                    <a:pt x="3086095" y="89534"/>
                    <a:pt x="3087365" y="90804"/>
                  </a:cubicBezTo>
                  <a:cubicBezTo>
                    <a:pt x="3088635" y="92074"/>
                    <a:pt x="3089270" y="93344"/>
                    <a:pt x="3089905" y="94614"/>
                  </a:cubicBezTo>
                  <a:cubicBezTo>
                    <a:pt x="3089905" y="95884"/>
                    <a:pt x="3090540" y="97789"/>
                    <a:pt x="3090540" y="99059"/>
                  </a:cubicBezTo>
                  <a:cubicBezTo>
                    <a:pt x="3090540" y="99059"/>
                    <a:pt x="3090540" y="102234"/>
                    <a:pt x="3089905" y="103504"/>
                  </a:cubicBezTo>
                  <a:cubicBezTo>
                    <a:pt x="3089905" y="104774"/>
                    <a:pt x="3088635" y="106044"/>
                    <a:pt x="3087365" y="107314"/>
                  </a:cubicBezTo>
                  <a:cubicBezTo>
                    <a:pt x="3086095" y="108584"/>
                    <a:pt x="3084825" y="109219"/>
                    <a:pt x="3083555" y="109854"/>
                  </a:cubicBezTo>
                  <a:cubicBezTo>
                    <a:pt x="3082285" y="109854"/>
                    <a:pt x="3080380" y="110489"/>
                    <a:pt x="3079110" y="110489"/>
                  </a:cubicBezTo>
                  <a:cubicBezTo>
                    <a:pt x="3077840" y="110489"/>
                    <a:pt x="3075935" y="110489"/>
                    <a:pt x="3074665" y="109854"/>
                  </a:cubicBezTo>
                  <a:cubicBezTo>
                    <a:pt x="3073395" y="109854"/>
                    <a:pt x="3072125" y="108584"/>
                    <a:pt x="3070855" y="107314"/>
                  </a:cubicBezTo>
                  <a:cubicBezTo>
                    <a:pt x="3069585" y="106044"/>
                    <a:pt x="3068950" y="104774"/>
                    <a:pt x="3068315" y="103504"/>
                  </a:cubicBezTo>
                  <a:cubicBezTo>
                    <a:pt x="3068315" y="102234"/>
                    <a:pt x="3067680" y="100329"/>
                    <a:pt x="3067680" y="99059"/>
                  </a:cubicBezTo>
                  <a:cubicBezTo>
                    <a:pt x="3067680" y="97789"/>
                    <a:pt x="3067680" y="95884"/>
                    <a:pt x="3068315" y="94614"/>
                  </a:cubicBezTo>
                  <a:cubicBezTo>
                    <a:pt x="3068315" y="93344"/>
                    <a:pt x="3069585" y="92074"/>
                    <a:pt x="3070855" y="90804"/>
                  </a:cubicBezTo>
                  <a:cubicBezTo>
                    <a:pt x="3072125" y="89534"/>
                    <a:pt x="3073395" y="88899"/>
                    <a:pt x="3074665" y="88264"/>
                  </a:cubicBezTo>
                  <a:cubicBezTo>
                    <a:pt x="3075935" y="88264"/>
                    <a:pt x="3077840" y="87629"/>
                    <a:pt x="3079110" y="87629"/>
                  </a:cubicBezTo>
                  <a:close/>
                  <a:moveTo>
                    <a:pt x="1565275" y="87629"/>
                  </a:moveTo>
                  <a:cubicBezTo>
                    <a:pt x="1566545" y="87629"/>
                    <a:pt x="1568450" y="87629"/>
                    <a:pt x="1569720" y="88264"/>
                  </a:cubicBezTo>
                  <a:cubicBezTo>
                    <a:pt x="1570990" y="88264"/>
                    <a:pt x="1572260" y="89534"/>
                    <a:pt x="1573529" y="90804"/>
                  </a:cubicBezTo>
                  <a:cubicBezTo>
                    <a:pt x="1574800" y="92074"/>
                    <a:pt x="1575435" y="93344"/>
                    <a:pt x="1576069" y="94614"/>
                  </a:cubicBezTo>
                  <a:cubicBezTo>
                    <a:pt x="1576069" y="95884"/>
                    <a:pt x="1576705" y="97789"/>
                    <a:pt x="1576705" y="99059"/>
                  </a:cubicBezTo>
                  <a:cubicBezTo>
                    <a:pt x="1576705" y="99059"/>
                    <a:pt x="1576705" y="102234"/>
                    <a:pt x="1576069" y="103504"/>
                  </a:cubicBezTo>
                  <a:cubicBezTo>
                    <a:pt x="1576069" y="104774"/>
                    <a:pt x="1574800" y="106044"/>
                    <a:pt x="1573529" y="107314"/>
                  </a:cubicBezTo>
                  <a:cubicBezTo>
                    <a:pt x="1572260" y="108584"/>
                    <a:pt x="1570990" y="109219"/>
                    <a:pt x="1569720" y="109854"/>
                  </a:cubicBezTo>
                  <a:cubicBezTo>
                    <a:pt x="1568450" y="109854"/>
                    <a:pt x="1566545" y="110489"/>
                    <a:pt x="1565275" y="110489"/>
                  </a:cubicBezTo>
                  <a:cubicBezTo>
                    <a:pt x="1564005" y="110489"/>
                    <a:pt x="1562099" y="110489"/>
                    <a:pt x="1560830" y="109854"/>
                  </a:cubicBezTo>
                  <a:cubicBezTo>
                    <a:pt x="1559559" y="109854"/>
                    <a:pt x="1558289" y="108584"/>
                    <a:pt x="1557020" y="107314"/>
                  </a:cubicBezTo>
                  <a:cubicBezTo>
                    <a:pt x="1555750" y="106044"/>
                    <a:pt x="1555114" y="104774"/>
                    <a:pt x="1554479" y="103504"/>
                  </a:cubicBezTo>
                  <a:cubicBezTo>
                    <a:pt x="1554479" y="102234"/>
                    <a:pt x="1553844" y="100329"/>
                    <a:pt x="1553844" y="99059"/>
                  </a:cubicBezTo>
                  <a:cubicBezTo>
                    <a:pt x="1553844" y="97789"/>
                    <a:pt x="1553844" y="95884"/>
                    <a:pt x="1554479" y="94614"/>
                  </a:cubicBezTo>
                  <a:cubicBezTo>
                    <a:pt x="1554479" y="93344"/>
                    <a:pt x="1555750" y="92074"/>
                    <a:pt x="1557020" y="90804"/>
                  </a:cubicBezTo>
                  <a:cubicBezTo>
                    <a:pt x="1558289" y="89534"/>
                    <a:pt x="1559559" y="88899"/>
                    <a:pt x="1560830" y="88264"/>
                  </a:cubicBezTo>
                  <a:cubicBezTo>
                    <a:pt x="1562099" y="88264"/>
                    <a:pt x="1564005" y="87629"/>
                    <a:pt x="1565275" y="87629"/>
                  </a:cubicBezTo>
                  <a:close/>
                  <a:moveTo>
                    <a:pt x="2642230" y="73024"/>
                  </a:moveTo>
                  <a:cubicBezTo>
                    <a:pt x="2637150" y="73024"/>
                    <a:pt x="2633340" y="74294"/>
                    <a:pt x="2630800" y="76199"/>
                  </a:cubicBezTo>
                  <a:cubicBezTo>
                    <a:pt x="2627625" y="78104"/>
                    <a:pt x="2626355" y="81279"/>
                    <a:pt x="2626355" y="84454"/>
                  </a:cubicBezTo>
                  <a:cubicBezTo>
                    <a:pt x="2626355" y="86994"/>
                    <a:pt x="2626355" y="88899"/>
                    <a:pt x="2627625" y="90169"/>
                  </a:cubicBezTo>
                  <a:cubicBezTo>
                    <a:pt x="2628260" y="92074"/>
                    <a:pt x="2629530" y="93344"/>
                    <a:pt x="2630800" y="93979"/>
                  </a:cubicBezTo>
                  <a:cubicBezTo>
                    <a:pt x="2632070" y="95249"/>
                    <a:pt x="2633340" y="95884"/>
                    <a:pt x="2635245" y="96519"/>
                  </a:cubicBezTo>
                  <a:cubicBezTo>
                    <a:pt x="2637150" y="96519"/>
                    <a:pt x="2639055" y="97154"/>
                    <a:pt x="2641595" y="97154"/>
                  </a:cubicBezTo>
                  <a:cubicBezTo>
                    <a:pt x="2643500" y="97154"/>
                    <a:pt x="2645405" y="97154"/>
                    <a:pt x="2647310" y="96519"/>
                  </a:cubicBezTo>
                  <a:cubicBezTo>
                    <a:pt x="2649215" y="96519"/>
                    <a:pt x="2651120" y="95249"/>
                    <a:pt x="2652390" y="93979"/>
                  </a:cubicBezTo>
                  <a:cubicBezTo>
                    <a:pt x="2654295" y="93344"/>
                    <a:pt x="2655565" y="92074"/>
                    <a:pt x="2656835" y="90804"/>
                  </a:cubicBezTo>
                  <a:cubicBezTo>
                    <a:pt x="2658105" y="89534"/>
                    <a:pt x="2659375" y="88264"/>
                    <a:pt x="2660010" y="86994"/>
                  </a:cubicBezTo>
                  <a:lnTo>
                    <a:pt x="2660010" y="75564"/>
                  </a:lnTo>
                  <a:cubicBezTo>
                    <a:pt x="2660010" y="75564"/>
                    <a:pt x="2657470" y="74294"/>
                    <a:pt x="2656200" y="74294"/>
                  </a:cubicBezTo>
                  <a:cubicBezTo>
                    <a:pt x="2654930" y="74294"/>
                    <a:pt x="2653660" y="73659"/>
                    <a:pt x="2652390" y="73659"/>
                  </a:cubicBezTo>
                  <a:cubicBezTo>
                    <a:pt x="2651120" y="73659"/>
                    <a:pt x="2649850" y="73659"/>
                    <a:pt x="2647945" y="73024"/>
                  </a:cubicBezTo>
                  <a:cubicBezTo>
                    <a:pt x="2646040" y="73024"/>
                    <a:pt x="2644135" y="73024"/>
                    <a:pt x="2642230" y="73024"/>
                  </a:cubicBezTo>
                  <a:close/>
                  <a:moveTo>
                    <a:pt x="4664706" y="43814"/>
                  </a:moveTo>
                  <a:cubicBezTo>
                    <a:pt x="4661531" y="43814"/>
                    <a:pt x="4658991" y="43814"/>
                    <a:pt x="4657086" y="45719"/>
                  </a:cubicBezTo>
                  <a:cubicBezTo>
                    <a:pt x="4654546" y="46989"/>
                    <a:pt x="4652641" y="48894"/>
                    <a:pt x="4651371" y="50799"/>
                  </a:cubicBezTo>
                  <a:cubicBezTo>
                    <a:pt x="4649466" y="53339"/>
                    <a:pt x="4648831" y="55879"/>
                    <a:pt x="4647561" y="59054"/>
                  </a:cubicBezTo>
                  <a:cubicBezTo>
                    <a:pt x="4646926" y="62229"/>
                    <a:pt x="4646291" y="65404"/>
                    <a:pt x="4646291" y="69849"/>
                  </a:cubicBezTo>
                  <a:cubicBezTo>
                    <a:pt x="4646291" y="74294"/>
                    <a:pt x="4646291" y="78104"/>
                    <a:pt x="4647561" y="81279"/>
                  </a:cubicBezTo>
                  <a:cubicBezTo>
                    <a:pt x="4648196" y="84454"/>
                    <a:pt x="4650101" y="87629"/>
                    <a:pt x="4651371" y="89534"/>
                  </a:cubicBezTo>
                  <a:cubicBezTo>
                    <a:pt x="4653276" y="92074"/>
                    <a:pt x="4655181" y="93344"/>
                    <a:pt x="4657721" y="94614"/>
                  </a:cubicBezTo>
                  <a:cubicBezTo>
                    <a:pt x="4660261" y="95884"/>
                    <a:pt x="4662801" y="96519"/>
                    <a:pt x="4665341" y="96519"/>
                  </a:cubicBezTo>
                  <a:cubicBezTo>
                    <a:pt x="4667881" y="96519"/>
                    <a:pt x="4671056" y="95884"/>
                    <a:pt x="4672961" y="94614"/>
                  </a:cubicBezTo>
                  <a:cubicBezTo>
                    <a:pt x="4675501" y="93344"/>
                    <a:pt x="4677406" y="91439"/>
                    <a:pt x="4678676" y="88899"/>
                  </a:cubicBezTo>
                  <a:cubicBezTo>
                    <a:pt x="4680581" y="86359"/>
                    <a:pt x="4681851" y="83819"/>
                    <a:pt x="4682486" y="80644"/>
                  </a:cubicBezTo>
                  <a:cubicBezTo>
                    <a:pt x="4683121" y="77469"/>
                    <a:pt x="4683756" y="74294"/>
                    <a:pt x="4683756" y="70484"/>
                  </a:cubicBezTo>
                  <a:lnTo>
                    <a:pt x="4684391" y="69849"/>
                  </a:lnTo>
                  <a:cubicBezTo>
                    <a:pt x="4684391" y="66039"/>
                    <a:pt x="4684391" y="62229"/>
                    <a:pt x="4683121" y="59054"/>
                  </a:cubicBezTo>
                  <a:cubicBezTo>
                    <a:pt x="4682486" y="55879"/>
                    <a:pt x="4680581" y="53339"/>
                    <a:pt x="4679311" y="50799"/>
                  </a:cubicBezTo>
                  <a:cubicBezTo>
                    <a:pt x="4677406" y="48259"/>
                    <a:pt x="4675501" y="46989"/>
                    <a:pt x="4672961" y="45719"/>
                  </a:cubicBezTo>
                  <a:cubicBezTo>
                    <a:pt x="4670421" y="44449"/>
                    <a:pt x="4667881" y="43814"/>
                    <a:pt x="4664706" y="43814"/>
                  </a:cubicBezTo>
                  <a:close/>
                  <a:moveTo>
                    <a:pt x="4264020" y="43814"/>
                  </a:moveTo>
                  <a:cubicBezTo>
                    <a:pt x="4260845" y="43814"/>
                    <a:pt x="4258305" y="43814"/>
                    <a:pt x="4256400" y="45719"/>
                  </a:cubicBezTo>
                  <a:cubicBezTo>
                    <a:pt x="4253860" y="46989"/>
                    <a:pt x="4251955" y="48894"/>
                    <a:pt x="4250685" y="50799"/>
                  </a:cubicBezTo>
                  <a:cubicBezTo>
                    <a:pt x="4248780" y="53339"/>
                    <a:pt x="4247510" y="55879"/>
                    <a:pt x="4246875" y="59054"/>
                  </a:cubicBezTo>
                  <a:cubicBezTo>
                    <a:pt x="4246240" y="62229"/>
                    <a:pt x="4245605" y="65404"/>
                    <a:pt x="4245605" y="69849"/>
                  </a:cubicBezTo>
                  <a:cubicBezTo>
                    <a:pt x="4245605" y="74294"/>
                    <a:pt x="4245605" y="78104"/>
                    <a:pt x="4246875" y="81279"/>
                  </a:cubicBezTo>
                  <a:cubicBezTo>
                    <a:pt x="4247510" y="84454"/>
                    <a:pt x="4249415" y="87629"/>
                    <a:pt x="4250685" y="89534"/>
                  </a:cubicBezTo>
                  <a:cubicBezTo>
                    <a:pt x="4252590" y="92074"/>
                    <a:pt x="4254495" y="93344"/>
                    <a:pt x="4257035" y="94614"/>
                  </a:cubicBezTo>
                  <a:cubicBezTo>
                    <a:pt x="4259575" y="95884"/>
                    <a:pt x="4262115" y="96519"/>
                    <a:pt x="4264655" y="96519"/>
                  </a:cubicBezTo>
                  <a:cubicBezTo>
                    <a:pt x="4267195" y="96519"/>
                    <a:pt x="4270370" y="95884"/>
                    <a:pt x="4272275" y="94614"/>
                  </a:cubicBezTo>
                  <a:cubicBezTo>
                    <a:pt x="4274815" y="93344"/>
                    <a:pt x="4276720" y="91439"/>
                    <a:pt x="4277990" y="88899"/>
                  </a:cubicBezTo>
                  <a:cubicBezTo>
                    <a:pt x="4279895" y="86359"/>
                    <a:pt x="4281165" y="83819"/>
                    <a:pt x="4281800" y="80644"/>
                  </a:cubicBezTo>
                  <a:cubicBezTo>
                    <a:pt x="4282435" y="77469"/>
                    <a:pt x="4283070" y="74294"/>
                    <a:pt x="4283070" y="70484"/>
                  </a:cubicBezTo>
                  <a:lnTo>
                    <a:pt x="4283705" y="69849"/>
                  </a:lnTo>
                  <a:cubicBezTo>
                    <a:pt x="4283705" y="66039"/>
                    <a:pt x="4283705" y="62229"/>
                    <a:pt x="4282435" y="59054"/>
                  </a:cubicBezTo>
                  <a:cubicBezTo>
                    <a:pt x="4281800" y="55879"/>
                    <a:pt x="4279895" y="53339"/>
                    <a:pt x="4278625" y="50799"/>
                  </a:cubicBezTo>
                  <a:cubicBezTo>
                    <a:pt x="4276720" y="48259"/>
                    <a:pt x="4274815" y="46989"/>
                    <a:pt x="4272275" y="45719"/>
                  </a:cubicBezTo>
                  <a:cubicBezTo>
                    <a:pt x="4269735" y="44449"/>
                    <a:pt x="4267195" y="43814"/>
                    <a:pt x="4264020" y="43814"/>
                  </a:cubicBezTo>
                  <a:close/>
                  <a:moveTo>
                    <a:pt x="1420495" y="43814"/>
                  </a:moveTo>
                  <a:cubicBezTo>
                    <a:pt x="1417320" y="43814"/>
                    <a:pt x="1414780" y="43814"/>
                    <a:pt x="1412875" y="45719"/>
                  </a:cubicBezTo>
                  <a:cubicBezTo>
                    <a:pt x="1410335" y="46989"/>
                    <a:pt x="1408430" y="48894"/>
                    <a:pt x="1407160" y="50799"/>
                  </a:cubicBezTo>
                  <a:cubicBezTo>
                    <a:pt x="1405255" y="53339"/>
                    <a:pt x="1403985" y="55879"/>
                    <a:pt x="1403350" y="59054"/>
                  </a:cubicBezTo>
                  <a:cubicBezTo>
                    <a:pt x="1402715" y="62229"/>
                    <a:pt x="1402080" y="65404"/>
                    <a:pt x="1402080" y="69849"/>
                  </a:cubicBezTo>
                  <a:cubicBezTo>
                    <a:pt x="1402080" y="74294"/>
                    <a:pt x="1402080" y="78104"/>
                    <a:pt x="1403350" y="81279"/>
                  </a:cubicBezTo>
                  <a:cubicBezTo>
                    <a:pt x="1403985" y="84454"/>
                    <a:pt x="1405890" y="87629"/>
                    <a:pt x="1407160" y="89534"/>
                  </a:cubicBezTo>
                  <a:cubicBezTo>
                    <a:pt x="1409065" y="92074"/>
                    <a:pt x="1410970" y="93344"/>
                    <a:pt x="1413510" y="94614"/>
                  </a:cubicBezTo>
                  <a:cubicBezTo>
                    <a:pt x="1416050" y="95884"/>
                    <a:pt x="1418590" y="96519"/>
                    <a:pt x="1421130" y="96519"/>
                  </a:cubicBezTo>
                  <a:cubicBezTo>
                    <a:pt x="1423670" y="96519"/>
                    <a:pt x="1426845" y="95884"/>
                    <a:pt x="1428750" y="94614"/>
                  </a:cubicBezTo>
                  <a:cubicBezTo>
                    <a:pt x="1431290" y="93344"/>
                    <a:pt x="1433195" y="91439"/>
                    <a:pt x="1434465" y="88899"/>
                  </a:cubicBezTo>
                  <a:cubicBezTo>
                    <a:pt x="1436370" y="86359"/>
                    <a:pt x="1437640" y="83819"/>
                    <a:pt x="1438275" y="80644"/>
                  </a:cubicBezTo>
                  <a:cubicBezTo>
                    <a:pt x="1438910" y="77469"/>
                    <a:pt x="1439545" y="74294"/>
                    <a:pt x="1439545" y="70484"/>
                  </a:cubicBezTo>
                  <a:lnTo>
                    <a:pt x="1440180" y="69849"/>
                  </a:lnTo>
                  <a:cubicBezTo>
                    <a:pt x="1440180" y="66039"/>
                    <a:pt x="1440180" y="62229"/>
                    <a:pt x="1438910" y="59054"/>
                  </a:cubicBezTo>
                  <a:cubicBezTo>
                    <a:pt x="1438275" y="55879"/>
                    <a:pt x="1436370" y="53339"/>
                    <a:pt x="1435100" y="50799"/>
                  </a:cubicBezTo>
                  <a:cubicBezTo>
                    <a:pt x="1433195" y="48259"/>
                    <a:pt x="1431290" y="46989"/>
                    <a:pt x="1428750" y="45719"/>
                  </a:cubicBezTo>
                  <a:cubicBezTo>
                    <a:pt x="1426210" y="44449"/>
                    <a:pt x="1423670" y="43814"/>
                    <a:pt x="1420495" y="43814"/>
                  </a:cubicBezTo>
                  <a:close/>
                  <a:moveTo>
                    <a:pt x="4041770" y="43180"/>
                  </a:moveTo>
                  <a:cubicBezTo>
                    <a:pt x="4039230" y="43180"/>
                    <a:pt x="4036690" y="43180"/>
                    <a:pt x="4034785" y="44450"/>
                  </a:cubicBezTo>
                  <a:cubicBezTo>
                    <a:pt x="4032880" y="45085"/>
                    <a:pt x="4030975" y="46355"/>
                    <a:pt x="4029705" y="48260"/>
                  </a:cubicBezTo>
                  <a:cubicBezTo>
                    <a:pt x="4028435" y="50165"/>
                    <a:pt x="4027165" y="52070"/>
                    <a:pt x="4025895" y="54610"/>
                  </a:cubicBezTo>
                  <a:cubicBezTo>
                    <a:pt x="4025260" y="57150"/>
                    <a:pt x="4023990" y="59690"/>
                    <a:pt x="4023990" y="62865"/>
                  </a:cubicBezTo>
                  <a:lnTo>
                    <a:pt x="4060185" y="62865"/>
                  </a:lnTo>
                  <a:cubicBezTo>
                    <a:pt x="4060185" y="62865"/>
                    <a:pt x="4059550" y="57785"/>
                    <a:pt x="4058915" y="55245"/>
                  </a:cubicBezTo>
                  <a:cubicBezTo>
                    <a:pt x="4058280" y="52705"/>
                    <a:pt x="4057010" y="50800"/>
                    <a:pt x="4055740" y="48895"/>
                  </a:cubicBezTo>
                  <a:cubicBezTo>
                    <a:pt x="4054470" y="46990"/>
                    <a:pt x="4052565" y="45720"/>
                    <a:pt x="4050025" y="44450"/>
                  </a:cubicBezTo>
                  <a:cubicBezTo>
                    <a:pt x="4047485" y="43180"/>
                    <a:pt x="4044945" y="43180"/>
                    <a:pt x="4041770" y="43180"/>
                  </a:cubicBezTo>
                  <a:close/>
                  <a:moveTo>
                    <a:pt x="3728081" y="43180"/>
                  </a:moveTo>
                  <a:cubicBezTo>
                    <a:pt x="3725541" y="43180"/>
                    <a:pt x="3723001" y="43180"/>
                    <a:pt x="3721096" y="44450"/>
                  </a:cubicBezTo>
                  <a:cubicBezTo>
                    <a:pt x="3719191" y="45085"/>
                    <a:pt x="3717286" y="46355"/>
                    <a:pt x="3716016" y="48260"/>
                  </a:cubicBezTo>
                  <a:cubicBezTo>
                    <a:pt x="3714746" y="50165"/>
                    <a:pt x="3713476" y="52070"/>
                    <a:pt x="3712206" y="54610"/>
                  </a:cubicBezTo>
                  <a:cubicBezTo>
                    <a:pt x="3711571" y="57150"/>
                    <a:pt x="3710301" y="59690"/>
                    <a:pt x="3710301" y="62865"/>
                  </a:cubicBezTo>
                  <a:lnTo>
                    <a:pt x="3746496" y="62865"/>
                  </a:lnTo>
                  <a:cubicBezTo>
                    <a:pt x="3746496" y="62865"/>
                    <a:pt x="3745861" y="57785"/>
                    <a:pt x="3745226" y="55245"/>
                  </a:cubicBezTo>
                  <a:cubicBezTo>
                    <a:pt x="3744591" y="52705"/>
                    <a:pt x="3743321" y="50800"/>
                    <a:pt x="3742051" y="48895"/>
                  </a:cubicBezTo>
                  <a:cubicBezTo>
                    <a:pt x="3740781" y="46990"/>
                    <a:pt x="3738876" y="45720"/>
                    <a:pt x="3736336" y="44450"/>
                  </a:cubicBezTo>
                  <a:cubicBezTo>
                    <a:pt x="3733796" y="43180"/>
                    <a:pt x="3731256" y="43180"/>
                    <a:pt x="3728081" y="43180"/>
                  </a:cubicBezTo>
                  <a:close/>
                  <a:moveTo>
                    <a:pt x="3541391" y="43180"/>
                  </a:moveTo>
                  <a:cubicBezTo>
                    <a:pt x="3538851" y="43180"/>
                    <a:pt x="3536311" y="43180"/>
                    <a:pt x="3534406" y="44450"/>
                  </a:cubicBezTo>
                  <a:cubicBezTo>
                    <a:pt x="3532501" y="45085"/>
                    <a:pt x="3530596" y="46355"/>
                    <a:pt x="3529326" y="48260"/>
                  </a:cubicBezTo>
                  <a:cubicBezTo>
                    <a:pt x="3528056" y="50165"/>
                    <a:pt x="3526786" y="52070"/>
                    <a:pt x="3525516" y="54610"/>
                  </a:cubicBezTo>
                  <a:cubicBezTo>
                    <a:pt x="3524881" y="57150"/>
                    <a:pt x="3524246" y="59690"/>
                    <a:pt x="3523611" y="62865"/>
                  </a:cubicBezTo>
                  <a:lnTo>
                    <a:pt x="3559806" y="62865"/>
                  </a:lnTo>
                  <a:cubicBezTo>
                    <a:pt x="3559806" y="62865"/>
                    <a:pt x="3559171" y="57785"/>
                    <a:pt x="3558536" y="55245"/>
                  </a:cubicBezTo>
                  <a:cubicBezTo>
                    <a:pt x="3557901" y="52705"/>
                    <a:pt x="3556631" y="50800"/>
                    <a:pt x="3555361" y="48895"/>
                  </a:cubicBezTo>
                  <a:cubicBezTo>
                    <a:pt x="3554091" y="46990"/>
                    <a:pt x="3552186" y="45720"/>
                    <a:pt x="3549646" y="44450"/>
                  </a:cubicBezTo>
                  <a:cubicBezTo>
                    <a:pt x="3547106" y="43180"/>
                    <a:pt x="3544566" y="43180"/>
                    <a:pt x="3541391" y="43180"/>
                  </a:cubicBezTo>
                  <a:close/>
                  <a:moveTo>
                    <a:pt x="3463285" y="43180"/>
                  </a:moveTo>
                  <a:cubicBezTo>
                    <a:pt x="3461380" y="43180"/>
                    <a:pt x="3459475" y="43180"/>
                    <a:pt x="3458205" y="43815"/>
                  </a:cubicBezTo>
                  <a:cubicBezTo>
                    <a:pt x="3456300" y="43815"/>
                    <a:pt x="3455030" y="45085"/>
                    <a:pt x="3453125" y="45720"/>
                  </a:cubicBezTo>
                  <a:cubicBezTo>
                    <a:pt x="3451855" y="46355"/>
                    <a:pt x="3449950" y="47625"/>
                    <a:pt x="3448680" y="48895"/>
                  </a:cubicBezTo>
                  <a:cubicBezTo>
                    <a:pt x="3447410" y="50165"/>
                    <a:pt x="3446140" y="51435"/>
                    <a:pt x="3445505" y="52705"/>
                  </a:cubicBezTo>
                  <a:lnTo>
                    <a:pt x="3445505" y="85725"/>
                  </a:lnTo>
                  <a:cubicBezTo>
                    <a:pt x="3445505" y="85725"/>
                    <a:pt x="3447410" y="88265"/>
                    <a:pt x="3448680" y="89535"/>
                  </a:cubicBezTo>
                  <a:cubicBezTo>
                    <a:pt x="3449950" y="90805"/>
                    <a:pt x="3451220" y="92075"/>
                    <a:pt x="3453125" y="92710"/>
                  </a:cubicBezTo>
                  <a:cubicBezTo>
                    <a:pt x="3455030" y="93980"/>
                    <a:pt x="3456300" y="94615"/>
                    <a:pt x="3458205" y="95250"/>
                  </a:cubicBezTo>
                  <a:cubicBezTo>
                    <a:pt x="3460110" y="95250"/>
                    <a:pt x="3462015" y="95885"/>
                    <a:pt x="3463920" y="95885"/>
                  </a:cubicBezTo>
                  <a:cubicBezTo>
                    <a:pt x="3469635" y="95885"/>
                    <a:pt x="3473445" y="93980"/>
                    <a:pt x="3476620" y="89535"/>
                  </a:cubicBezTo>
                  <a:cubicBezTo>
                    <a:pt x="3479795" y="85090"/>
                    <a:pt x="3481065" y="79375"/>
                    <a:pt x="3481065" y="71120"/>
                  </a:cubicBezTo>
                  <a:lnTo>
                    <a:pt x="3480430" y="71755"/>
                  </a:lnTo>
                  <a:cubicBezTo>
                    <a:pt x="3480430" y="62230"/>
                    <a:pt x="3479160" y="54610"/>
                    <a:pt x="3475985" y="50165"/>
                  </a:cubicBezTo>
                  <a:cubicBezTo>
                    <a:pt x="3472810" y="45720"/>
                    <a:pt x="3468365" y="43180"/>
                    <a:pt x="3463285" y="43180"/>
                  </a:cubicBezTo>
                  <a:close/>
                  <a:moveTo>
                    <a:pt x="3343271" y="43180"/>
                  </a:moveTo>
                  <a:cubicBezTo>
                    <a:pt x="3340731" y="43180"/>
                    <a:pt x="3338191" y="43180"/>
                    <a:pt x="3336286" y="44450"/>
                  </a:cubicBezTo>
                  <a:cubicBezTo>
                    <a:pt x="3334381" y="45085"/>
                    <a:pt x="3332476" y="46355"/>
                    <a:pt x="3331206" y="48260"/>
                  </a:cubicBezTo>
                  <a:cubicBezTo>
                    <a:pt x="3329936" y="50165"/>
                    <a:pt x="3328666" y="52070"/>
                    <a:pt x="3327396" y="54610"/>
                  </a:cubicBezTo>
                  <a:cubicBezTo>
                    <a:pt x="3326761" y="57150"/>
                    <a:pt x="3326126" y="59690"/>
                    <a:pt x="3325491" y="62865"/>
                  </a:cubicBezTo>
                  <a:lnTo>
                    <a:pt x="3361686" y="62865"/>
                  </a:lnTo>
                  <a:cubicBezTo>
                    <a:pt x="3361686" y="62865"/>
                    <a:pt x="3361051" y="57785"/>
                    <a:pt x="3360416" y="55245"/>
                  </a:cubicBezTo>
                  <a:cubicBezTo>
                    <a:pt x="3359781" y="52705"/>
                    <a:pt x="3358511" y="50800"/>
                    <a:pt x="3357241" y="48895"/>
                  </a:cubicBezTo>
                  <a:cubicBezTo>
                    <a:pt x="3355971" y="46990"/>
                    <a:pt x="3354066" y="45720"/>
                    <a:pt x="3351526" y="44450"/>
                  </a:cubicBezTo>
                  <a:cubicBezTo>
                    <a:pt x="3348986" y="43180"/>
                    <a:pt x="3346446" y="43180"/>
                    <a:pt x="3343271" y="43180"/>
                  </a:cubicBezTo>
                  <a:close/>
                  <a:moveTo>
                    <a:pt x="2976876" y="43180"/>
                  </a:moveTo>
                  <a:cubicBezTo>
                    <a:pt x="2974336" y="43180"/>
                    <a:pt x="2971796" y="43180"/>
                    <a:pt x="2969891" y="44450"/>
                  </a:cubicBezTo>
                  <a:cubicBezTo>
                    <a:pt x="2967986" y="45085"/>
                    <a:pt x="2966081" y="46355"/>
                    <a:pt x="2964811" y="48260"/>
                  </a:cubicBezTo>
                  <a:cubicBezTo>
                    <a:pt x="2963541" y="50165"/>
                    <a:pt x="2962271" y="52070"/>
                    <a:pt x="2961001" y="54610"/>
                  </a:cubicBezTo>
                  <a:cubicBezTo>
                    <a:pt x="2960366" y="57150"/>
                    <a:pt x="2959731" y="59690"/>
                    <a:pt x="2959096" y="62865"/>
                  </a:cubicBezTo>
                  <a:lnTo>
                    <a:pt x="2995291" y="62865"/>
                  </a:lnTo>
                  <a:cubicBezTo>
                    <a:pt x="2995291" y="62865"/>
                    <a:pt x="2994656" y="57785"/>
                    <a:pt x="2994021" y="55245"/>
                  </a:cubicBezTo>
                  <a:cubicBezTo>
                    <a:pt x="2993386" y="52705"/>
                    <a:pt x="2992116" y="50800"/>
                    <a:pt x="2990846" y="48895"/>
                  </a:cubicBezTo>
                  <a:cubicBezTo>
                    <a:pt x="2989576" y="46990"/>
                    <a:pt x="2987671" y="45720"/>
                    <a:pt x="2985131" y="44450"/>
                  </a:cubicBezTo>
                  <a:cubicBezTo>
                    <a:pt x="2982591" y="43180"/>
                    <a:pt x="2980051" y="43180"/>
                    <a:pt x="2976876" y="43180"/>
                  </a:cubicBezTo>
                  <a:close/>
                  <a:moveTo>
                    <a:pt x="2527930" y="43180"/>
                  </a:moveTo>
                  <a:cubicBezTo>
                    <a:pt x="2525390" y="43180"/>
                    <a:pt x="2522850" y="43180"/>
                    <a:pt x="2520945" y="44450"/>
                  </a:cubicBezTo>
                  <a:cubicBezTo>
                    <a:pt x="2519040" y="45085"/>
                    <a:pt x="2517135" y="46355"/>
                    <a:pt x="2515865" y="48260"/>
                  </a:cubicBezTo>
                  <a:cubicBezTo>
                    <a:pt x="2514595" y="50165"/>
                    <a:pt x="2513325" y="52070"/>
                    <a:pt x="2512055" y="54610"/>
                  </a:cubicBezTo>
                  <a:cubicBezTo>
                    <a:pt x="2511420" y="57150"/>
                    <a:pt x="2510150" y="59690"/>
                    <a:pt x="2510150" y="62865"/>
                  </a:cubicBezTo>
                  <a:lnTo>
                    <a:pt x="2546345" y="62865"/>
                  </a:lnTo>
                  <a:cubicBezTo>
                    <a:pt x="2546345" y="62865"/>
                    <a:pt x="2545710" y="57785"/>
                    <a:pt x="2545075" y="55245"/>
                  </a:cubicBezTo>
                  <a:cubicBezTo>
                    <a:pt x="2544440" y="52705"/>
                    <a:pt x="2543170" y="50800"/>
                    <a:pt x="2541900" y="48895"/>
                  </a:cubicBezTo>
                  <a:cubicBezTo>
                    <a:pt x="2540630" y="46990"/>
                    <a:pt x="2538725" y="45720"/>
                    <a:pt x="2536185" y="44450"/>
                  </a:cubicBezTo>
                  <a:cubicBezTo>
                    <a:pt x="2533645" y="43180"/>
                    <a:pt x="2531105" y="43180"/>
                    <a:pt x="2527930" y="43180"/>
                  </a:cubicBezTo>
                  <a:close/>
                  <a:moveTo>
                    <a:pt x="2214240" y="43180"/>
                  </a:moveTo>
                  <a:cubicBezTo>
                    <a:pt x="2211700" y="43180"/>
                    <a:pt x="2209160" y="43180"/>
                    <a:pt x="2207255" y="44450"/>
                  </a:cubicBezTo>
                  <a:cubicBezTo>
                    <a:pt x="2205350" y="45085"/>
                    <a:pt x="2203445" y="46355"/>
                    <a:pt x="2202175" y="48260"/>
                  </a:cubicBezTo>
                  <a:cubicBezTo>
                    <a:pt x="2200905" y="50165"/>
                    <a:pt x="2199635" y="52070"/>
                    <a:pt x="2198365" y="54610"/>
                  </a:cubicBezTo>
                  <a:cubicBezTo>
                    <a:pt x="2197730" y="57150"/>
                    <a:pt x="2196460" y="59690"/>
                    <a:pt x="2196460" y="62865"/>
                  </a:cubicBezTo>
                  <a:lnTo>
                    <a:pt x="2232655" y="62865"/>
                  </a:lnTo>
                  <a:cubicBezTo>
                    <a:pt x="2232655" y="62865"/>
                    <a:pt x="2232020" y="57785"/>
                    <a:pt x="2231385" y="55245"/>
                  </a:cubicBezTo>
                  <a:cubicBezTo>
                    <a:pt x="2230750" y="52705"/>
                    <a:pt x="2229480" y="50800"/>
                    <a:pt x="2228210" y="48895"/>
                  </a:cubicBezTo>
                  <a:cubicBezTo>
                    <a:pt x="2226940" y="46990"/>
                    <a:pt x="2225035" y="45720"/>
                    <a:pt x="2222495" y="44450"/>
                  </a:cubicBezTo>
                  <a:cubicBezTo>
                    <a:pt x="2219955" y="43180"/>
                    <a:pt x="2217415" y="43180"/>
                    <a:pt x="2214240" y="43180"/>
                  </a:cubicBezTo>
                  <a:close/>
                  <a:moveTo>
                    <a:pt x="2027551" y="43180"/>
                  </a:moveTo>
                  <a:cubicBezTo>
                    <a:pt x="2025011" y="43180"/>
                    <a:pt x="2022471" y="43180"/>
                    <a:pt x="2020566" y="44450"/>
                  </a:cubicBezTo>
                  <a:cubicBezTo>
                    <a:pt x="2018661" y="45085"/>
                    <a:pt x="2016756" y="46355"/>
                    <a:pt x="2015486" y="48260"/>
                  </a:cubicBezTo>
                  <a:cubicBezTo>
                    <a:pt x="2014216" y="50165"/>
                    <a:pt x="2012946" y="52070"/>
                    <a:pt x="2011676" y="54610"/>
                  </a:cubicBezTo>
                  <a:cubicBezTo>
                    <a:pt x="2011041" y="57150"/>
                    <a:pt x="2010406" y="59690"/>
                    <a:pt x="2009771" y="62865"/>
                  </a:cubicBezTo>
                  <a:lnTo>
                    <a:pt x="2045966" y="62865"/>
                  </a:lnTo>
                  <a:cubicBezTo>
                    <a:pt x="2045966" y="62865"/>
                    <a:pt x="2045331" y="57785"/>
                    <a:pt x="2044696" y="55245"/>
                  </a:cubicBezTo>
                  <a:cubicBezTo>
                    <a:pt x="2044061" y="52705"/>
                    <a:pt x="2042791" y="50800"/>
                    <a:pt x="2041521" y="48895"/>
                  </a:cubicBezTo>
                  <a:cubicBezTo>
                    <a:pt x="2040251" y="46990"/>
                    <a:pt x="2038346" y="45720"/>
                    <a:pt x="2035806" y="44450"/>
                  </a:cubicBezTo>
                  <a:cubicBezTo>
                    <a:pt x="2033266" y="43180"/>
                    <a:pt x="2030726" y="43180"/>
                    <a:pt x="2027551" y="43180"/>
                  </a:cubicBezTo>
                  <a:close/>
                  <a:moveTo>
                    <a:pt x="1949445" y="43180"/>
                  </a:moveTo>
                  <a:cubicBezTo>
                    <a:pt x="1947540" y="43180"/>
                    <a:pt x="1945635" y="43180"/>
                    <a:pt x="1944365" y="43815"/>
                  </a:cubicBezTo>
                  <a:cubicBezTo>
                    <a:pt x="1942460" y="43815"/>
                    <a:pt x="1941190" y="45085"/>
                    <a:pt x="1939285" y="45720"/>
                  </a:cubicBezTo>
                  <a:cubicBezTo>
                    <a:pt x="1938015" y="46355"/>
                    <a:pt x="1936110" y="47625"/>
                    <a:pt x="1934840" y="48895"/>
                  </a:cubicBezTo>
                  <a:cubicBezTo>
                    <a:pt x="1933570" y="50165"/>
                    <a:pt x="1932300" y="51435"/>
                    <a:pt x="1931665" y="52705"/>
                  </a:cubicBezTo>
                  <a:lnTo>
                    <a:pt x="1931665" y="85725"/>
                  </a:lnTo>
                  <a:cubicBezTo>
                    <a:pt x="1931665" y="85725"/>
                    <a:pt x="1933570" y="88265"/>
                    <a:pt x="1934840" y="89535"/>
                  </a:cubicBezTo>
                  <a:cubicBezTo>
                    <a:pt x="1936110" y="90805"/>
                    <a:pt x="1937380" y="92075"/>
                    <a:pt x="1939285" y="92710"/>
                  </a:cubicBezTo>
                  <a:cubicBezTo>
                    <a:pt x="1941190" y="93980"/>
                    <a:pt x="1942460" y="94615"/>
                    <a:pt x="1944365" y="95250"/>
                  </a:cubicBezTo>
                  <a:cubicBezTo>
                    <a:pt x="1946270" y="95250"/>
                    <a:pt x="1948175" y="95885"/>
                    <a:pt x="1950080" y="95885"/>
                  </a:cubicBezTo>
                  <a:cubicBezTo>
                    <a:pt x="1955795" y="95885"/>
                    <a:pt x="1959605" y="93980"/>
                    <a:pt x="1962780" y="89535"/>
                  </a:cubicBezTo>
                  <a:cubicBezTo>
                    <a:pt x="1965955" y="85090"/>
                    <a:pt x="1967225" y="79375"/>
                    <a:pt x="1967225" y="71120"/>
                  </a:cubicBezTo>
                  <a:lnTo>
                    <a:pt x="1966590" y="71755"/>
                  </a:lnTo>
                  <a:cubicBezTo>
                    <a:pt x="1966590" y="62230"/>
                    <a:pt x="1965320" y="54610"/>
                    <a:pt x="1962145" y="50165"/>
                  </a:cubicBezTo>
                  <a:cubicBezTo>
                    <a:pt x="1958970" y="45720"/>
                    <a:pt x="1954525" y="43180"/>
                    <a:pt x="1949445" y="43180"/>
                  </a:cubicBezTo>
                  <a:close/>
                  <a:moveTo>
                    <a:pt x="1829431" y="43180"/>
                  </a:moveTo>
                  <a:cubicBezTo>
                    <a:pt x="1826891" y="43180"/>
                    <a:pt x="1824351" y="43180"/>
                    <a:pt x="1822446" y="44450"/>
                  </a:cubicBezTo>
                  <a:cubicBezTo>
                    <a:pt x="1820541" y="45085"/>
                    <a:pt x="1818636" y="46355"/>
                    <a:pt x="1817366" y="48260"/>
                  </a:cubicBezTo>
                  <a:cubicBezTo>
                    <a:pt x="1816096" y="50165"/>
                    <a:pt x="1814826" y="52070"/>
                    <a:pt x="1813556" y="54610"/>
                  </a:cubicBezTo>
                  <a:cubicBezTo>
                    <a:pt x="1812921" y="57150"/>
                    <a:pt x="1811651" y="59690"/>
                    <a:pt x="1811651" y="62865"/>
                  </a:cubicBezTo>
                  <a:lnTo>
                    <a:pt x="1847846" y="62865"/>
                  </a:lnTo>
                  <a:cubicBezTo>
                    <a:pt x="1847846" y="62865"/>
                    <a:pt x="1847211" y="57785"/>
                    <a:pt x="1846576" y="55245"/>
                  </a:cubicBezTo>
                  <a:cubicBezTo>
                    <a:pt x="1845941" y="52705"/>
                    <a:pt x="1844671" y="50800"/>
                    <a:pt x="1843401" y="48895"/>
                  </a:cubicBezTo>
                  <a:cubicBezTo>
                    <a:pt x="1842131" y="46990"/>
                    <a:pt x="1840226" y="45720"/>
                    <a:pt x="1837686" y="44450"/>
                  </a:cubicBezTo>
                  <a:cubicBezTo>
                    <a:pt x="1835146" y="43180"/>
                    <a:pt x="1832606" y="43180"/>
                    <a:pt x="1829431" y="43180"/>
                  </a:cubicBezTo>
                  <a:close/>
                  <a:moveTo>
                    <a:pt x="1178561" y="43180"/>
                  </a:moveTo>
                  <a:cubicBezTo>
                    <a:pt x="1176021" y="43180"/>
                    <a:pt x="1173481" y="43180"/>
                    <a:pt x="1171576" y="44450"/>
                  </a:cubicBezTo>
                  <a:cubicBezTo>
                    <a:pt x="1169671" y="45085"/>
                    <a:pt x="1167766" y="46355"/>
                    <a:pt x="1166496" y="48260"/>
                  </a:cubicBezTo>
                  <a:cubicBezTo>
                    <a:pt x="1165226" y="50165"/>
                    <a:pt x="1163956" y="52070"/>
                    <a:pt x="1162686" y="54610"/>
                  </a:cubicBezTo>
                  <a:cubicBezTo>
                    <a:pt x="1162051" y="57150"/>
                    <a:pt x="1160781" y="59690"/>
                    <a:pt x="1160781" y="62865"/>
                  </a:cubicBezTo>
                  <a:lnTo>
                    <a:pt x="1196976" y="62865"/>
                  </a:lnTo>
                  <a:cubicBezTo>
                    <a:pt x="1196976" y="62865"/>
                    <a:pt x="1196341" y="57785"/>
                    <a:pt x="1195706" y="55245"/>
                  </a:cubicBezTo>
                  <a:cubicBezTo>
                    <a:pt x="1195071" y="52705"/>
                    <a:pt x="1193801" y="50800"/>
                    <a:pt x="1192531" y="48895"/>
                  </a:cubicBezTo>
                  <a:cubicBezTo>
                    <a:pt x="1191261" y="46990"/>
                    <a:pt x="1189356" y="45720"/>
                    <a:pt x="1186816" y="44450"/>
                  </a:cubicBezTo>
                  <a:cubicBezTo>
                    <a:pt x="1184276" y="43180"/>
                    <a:pt x="1181736" y="43180"/>
                    <a:pt x="1178561" y="43180"/>
                  </a:cubicBezTo>
                  <a:close/>
                  <a:moveTo>
                    <a:pt x="898525" y="43180"/>
                  </a:moveTo>
                  <a:cubicBezTo>
                    <a:pt x="895985" y="43180"/>
                    <a:pt x="893445" y="43180"/>
                    <a:pt x="891540" y="44450"/>
                  </a:cubicBezTo>
                  <a:cubicBezTo>
                    <a:pt x="889635" y="45085"/>
                    <a:pt x="887730" y="46355"/>
                    <a:pt x="886460" y="48260"/>
                  </a:cubicBezTo>
                  <a:cubicBezTo>
                    <a:pt x="885190" y="50165"/>
                    <a:pt x="883920" y="52070"/>
                    <a:pt x="882650" y="54610"/>
                  </a:cubicBezTo>
                  <a:cubicBezTo>
                    <a:pt x="882015" y="57150"/>
                    <a:pt x="881380" y="59690"/>
                    <a:pt x="880745" y="62865"/>
                  </a:cubicBezTo>
                  <a:lnTo>
                    <a:pt x="916940" y="62865"/>
                  </a:lnTo>
                  <a:cubicBezTo>
                    <a:pt x="916940" y="62865"/>
                    <a:pt x="916305" y="57785"/>
                    <a:pt x="915670" y="55245"/>
                  </a:cubicBezTo>
                  <a:cubicBezTo>
                    <a:pt x="915035" y="52705"/>
                    <a:pt x="913765" y="50800"/>
                    <a:pt x="912495" y="48895"/>
                  </a:cubicBezTo>
                  <a:cubicBezTo>
                    <a:pt x="911225" y="46990"/>
                    <a:pt x="909320" y="45720"/>
                    <a:pt x="906780" y="44450"/>
                  </a:cubicBezTo>
                  <a:cubicBezTo>
                    <a:pt x="904240" y="43180"/>
                    <a:pt x="901700" y="43180"/>
                    <a:pt x="898525" y="43180"/>
                  </a:cubicBezTo>
                  <a:close/>
                  <a:moveTo>
                    <a:pt x="584834" y="43180"/>
                  </a:moveTo>
                  <a:cubicBezTo>
                    <a:pt x="582294" y="43180"/>
                    <a:pt x="579754" y="43180"/>
                    <a:pt x="577849" y="44450"/>
                  </a:cubicBezTo>
                  <a:cubicBezTo>
                    <a:pt x="575944" y="45085"/>
                    <a:pt x="574039" y="46355"/>
                    <a:pt x="572769" y="48260"/>
                  </a:cubicBezTo>
                  <a:cubicBezTo>
                    <a:pt x="571499" y="50165"/>
                    <a:pt x="570229" y="52070"/>
                    <a:pt x="568959" y="54610"/>
                  </a:cubicBezTo>
                  <a:cubicBezTo>
                    <a:pt x="568324" y="57150"/>
                    <a:pt x="567689" y="59690"/>
                    <a:pt x="567054" y="62865"/>
                  </a:cubicBezTo>
                  <a:lnTo>
                    <a:pt x="603249" y="62865"/>
                  </a:lnTo>
                  <a:cubicBezTo>
                    <a:pt x="603249" y="62865"/>
                    <a:pt x="602614" y="57785"/>
                    <a:pt x="601979" y="55245"/>
                  </a:cubicBezTo>
                  <a:cubicBezTo>
                    <a:pt x="601344" y="52705"/>
                    <a:pt x="600074" y="50800"/>
                    <a:pt x="598804" y="48895"/>
                  </a:cubicBezTo>
                  <a:cubicBezTo>
                    <a:pt x="597534" y="46990"/>
                    <a:pt x="595629" y="45720"/>
                    <a:pt x="593089" y="44450"/>
                  </a:cubicBezTo>
                  <a:cubicBezTo>
                    <a:pt x="590549" y="43180"/>
                    <a:pt x="588009" y="43180"/>
                    <a:pt x="584834" y="43180"/>
                  </a:cubicBezTo>
                  <a:close/>
                  <a:moveTo>
                    <a:pt x="398145" y="43180"/>
                  </a:moveTo>
                  <a:cubicBezTo>
                    <a:pt x="395605" y="43180"/>
                    <a:pt x="393065" y="43180"/>
                    <a:pt x="391160" y="44450"/>
                  </a:cubicBezTo>
                  <a:cubicBezTo>
                    <a:pt x="389255" y="45085"/>
                    <a:pt x="387350" y="46355"/>
                    <a:pt x="386080" y="48260"/>
                  </a:cubicBezTo>
                  <a:cubicBezTo>
                    <a:pt x="384810" y="50165"/>
                    <a:pt x="383540" y="52070"/>
                    <a:pt x="382270" y="54610"/>
                  </a:cubicBezTo>
                  <a:cubicBezTo>
                    <a:pt x="381635" y="57150"/>
                    <a:pt x="380365" y="59690"/>
                    <a:pt x="380365" y="62865"/>
                  </a:cubicBezTo>
                  <a:lnTo>
                    <a:pt x="416560" y="62865"/>
                  </a:lnTo>
                  <a:cubicBezTo>
                    <a:pt x="416560" y="62865"/>
                    <a:pt x="415925" y="57785"/>
                    <a:pt x="415290" y="55245"/>
                  </a:cubicBezTo>
                  <a:cubicBezTo>
                    <a:pt x="414655" y="52705"/>
                    <a:pt x="413385" y="50800"/>
                    <a:pt x="412115" y="48895"/>
                  </a:cubicBezTo>
                  <a:cubicBezTo>
                    <a:pt x="410845" y="46990"/>
                    <a:pt x="408940" y="45720"/>
                    <a:pt x="406400" y="44450"/>
                  </a:cubicBezTo>
                  <a:cubicBezTo>
                    <a:pt x="403860" y="43180"/>
                    <a:pt x="401320" y="43180"/>
                    <a:pt x="398145" y="43180"/>
                  </a:cubicBezTo>
                  <a:close/>
                  <a:moveTo>
                    <a:pt x="320039" y="43180"/>
                  </a:moveTo>
                  <a:cubicBezTo>
                    <a:pt x="318134" y="43180"/>
                    <a:pt x="316229" y="43180"/>
                    <a:pt x="314959" y="43815"/>
                  </a:cubicBezTo>
                  <a:cubicBezTo>
                    <a:pt x="313054" y="43815"/>
                    <a:pt x="311784" y="45085"/>
                    <a:pt x="309879" y="45720"/>
                  </a:cubicBezTo>
                  <a:cubicBezTo>
                    <a:pt x="308609" y="46355"/>
                    <a:pt x="306704" y="47625"/>
                    <a:pt x="305434" y="48895"/>
                  </a:cubicBezTo>
                  <a:cubicBezTo>
                    <a:pt x="304164" y="50165"/>
                    <a:pt x="302894" y="51435"/>
                    <a:pt x="302259" y="52705"/>
                  </a:cubicBezTo>
                  <a:lnTo>
                    <a:pt x="302259" y="85725"/>
                  </a:lnTo>
                  <a:cubicBezTo>
                    <a:pt x="302259" y="85725"/>
                    <a:pt x="304164" y="88265"/>
                    <a:pt x="305434" y="89535"/>
                  </a:cubicBezTo>
                  <a:cubicBezTo>
                    <a:pt x="306704" y="90805"/>
                    <a:pt x="307974" y="92075"/>
                    <a:pt x="309879" y="92710"/>
                  </a:cubicBezTo>
                  <a:cubicBezTo>
                    <a:pt x="311784" y="93980"/>
                    <a:pt x="313054" y="94615"/>
                    <a:pt x="314959" y="95250"/>
                  </a:cubicBezTo>
                  <a:cubicBezTo>
                    <a:pt x="316864" y="95250"/>
                    <a:pt x="318769" y="95885"/>
                    <a:pt x="320674" y="95885"/>
                  </a:cubicBezTo>
                  <a:cubicBezTo>
                    <a:pt x="326389" y="95885"/>
                    <a:pt x="330199" y="93980"/>
                    <a:pt x="333374" y="89535"/>
                  </a:cubicBezTo>
                  <a:cubicBezTo>
                    <a:pt x="336549" y="85090"/>
                    <a:pt x="337819" y="79375"/>
                    <a:pt x="337819" y="71120"/>
                  </a:cubicBezTo>
                  <a:lnTo>
                    <a:pt x="337184" y="71755"/>
                  </a:lnTo>
                  <a:cubicBezTo>
                    <a:pt x="337184" y="62230"/>
                    <a:pt x="335914" y="54610"/>
                    <a:pt x="332739" y="50165"/>
                  </a:cubicBezTo>
                  <a:cubicBezTo>
                    <a:pt x="329564" y="45720"/>
                    <a:pt x="325119" y="43180"/>
                    <a:pt x="320039" y="43180"/>
                  </a:cubicBezTo>
                  <a:close/>
                  <a:moveTo>
                    <a:pt x="200025" y="43180"/>
                  </a:moveTo>
                  <a:cubicBezTo>
                    <a:pt x="197485" y="43180"/>
                    <a:pt x="194945" y="43180"/>
                    <a:pt x="193040" y="44450"/>
                  </a:cubicBezTo>
                  <a:cubicBezTo>
                    <a:pt x="191135" y="45085"/>
                    <a:pt x="189230" y="46355"/>
                    <a:pt x="187960" y="48260"/>
                  </a:cubicBezTo>
                  <a:cubicBezTo>
                    <a:pt x="186690" y="50165"/>
                    <a:pt x="185420" y="52070"/>
                    <a:pt x="184150" y="54610"/>
                  </a:cubicBezTo>
                  <a:cubicBezTo>
                    <a:pt x="183515" y="57150"/>
                    <a:pt x="182880" y="59690"/>
                    <a:pt x="182245" y="62865"/>
                  </a:cubicBezTo>
                  <a:lnTo>
                    <a:pt x="218440" y="62865"/>
                  </a:lnTo>
                  <a:cubicBezTo>
                    <a:pt x="218440" y="62865"/>
                    <a:pt x="217805" y="57785"/>
                    <a:pt x="217170" y="55245"/>
                  </a:cubicBezTo>
                  <a:cubicBezTo>
                    <a:pt x="216535" y="52705"/>
                    <a:pt x="215265" y="50800"/>
                    <a:pt x="213995" y="48895"/>
                  </a:cubicBezTo>
                  <a:cubicBezTo>
                    <a:pt x="212725" y="46990"/>
                    <a:pt x="210820" y="45720"/>
                    <a:pt x="208280" y="44450"/>
                  </a:cubicBezTo>
                  <a:cubicBezTo>
                    <a:pt x="205740" y="43180"/>
                    <a:pt x="203200" y="43180"/>
                    <a:pt x="200025" y="43180"/>
                  </a:cubicBezTo>
                  <a:close/>
                  <a:moveTo>
                    <a:pt x="4439281" y="43179"/>
                  </a:moveTo>
                  <a:cubicBezTo>
                    <a:pt x="4433566" y="43179"/>
                    <a:pt x="4429756" y="45084"/>
                    <a:pt x="4426581" y="49529"/>
                  </a:cubicBezTo>
                  <a:cubicBezTo>
                    <a:pt x="4423406" y="53974"/>
                    <a:pt x="4422136" y="59689"/>
                    <a:pt x="4422136" y="67944"/>
                  </a:cubicBezTo>
                  <a:cubicBezTo>
                    <a:pt x="4422136" y="73024"/>
                    <a:pt x="4422136" y="76834"/>
                    <a:pt x="4423406" y="80644"/>
                  </a:cubicBezTo>
                  <a:cubicBezTo>
                    <a:pt x="4424041" y="84454"/>
                    <a:pt x="4425311" y="86994"/>
                    <a:pt x="4426581" y="89534"/>
                  </a:cubicBezTo>
                  <a:cubicBezTo>
                    <a:pt x="4427851" y="92074"/>
                    <a:pt x="4429756" y="93344"/>
                    <a:pt x="4432296" y="94614"/>
                  </a:cubicBezTo>
                  <a:cubicBezTo>
                    <a:pt x="4434201" y="95884"/>
                    <a:pt x="4436741" y="96519"/>
                    <a:pt x="4439916" y="96519"/>
                  </a:cubicBezTo>
                  <a:cubicBezTo>
                    <a:pt x="4441821" y="96519"/>
                    <a:pt x="4443726" y="96519"/>
                    <a:pt x="4444996" y="95884"/>
                  </a:cubicBezTo>
                  <a:cubicBezTo>
                    <a:pt x="4446901" y="95884"/>
                    <a:pt x="4448171" y="94614"/>
                    <a:pt x="4450076" y="93344"/>
                  </a:cubicBezTo>
                  <a:cubicBezTo>
                    <a:pt x="4451346" y="92709"/>
                    <a:pt x="4453251" y="91439"/>
                    <a:pt x="4454521" y="90169"/>
                  </a:cubicBezTo>
                  <a:cubicBezTo>
                    <a:pt x="4455791" y="88899"/>
                    <a:pt x="4457061" y="87629"/>
                    <a:pt x="4457696" y="86359"/>
                  </a:cubicBezTo>
                  <a:lnTo>
                    <a:pt x="4457696" y="53339"/>
                  </a:lnTo>
                  <a:cubicBezTo>
                    <a:pt x="4457696" y="53339"/>
                    <a:pt x="4455791" y="50799"/>
                    <a:pt x="4454521" y="49529"/>
                  </a:cubicBezTo>
                  <a:cubicBezTo>
                    <a:pt x="4453251" y="48259"/>
                    <a:pt x="4451981" y="46989"/>
                    <a:pt x="4450076" y="46354"/>
                  </a:cubicBezTo>
                  <a:cubicBezTo>
                    <a:pt x="4448806" y="45084"/>
                    <a:pt x="4446901" y="44449"/>
                    <a:pt x="4444996" y="43814"/>
                  </a:cubicBezTo>
                  <a:cubicBezTo>
                    <a:pt x="4443091" y="43814"/>
                    <a:pt x="4441186" y="43179"/>
                    <a:pt x="4439281" y="43179"/>
                  </a:cubicBezTo>
                  <a:close/>
                  <a:moveTo>
                    <a:pt x="1014731" y="43179"/>
                  </a:moveTo>
                  <a:cubicBezTo>
                    <a:pt x="1009016" y="43179"/>
                    <a:pt x="1005206" y="45084"/>
                    <a:pt x="1002032" y="49529"/>
                  </a:cubicBezTo>
                  <a:cubicBezTo>
                    <a:pt x="998856" y="53974"/>
                    <a:pt x="997587" y="59689"/>
                    <a:pt x="997587" y="67944"/>
                  </a:cubicBezTo>
                  <a:cubicBezTo>
                    <a:pt x="997587" y="77469"/>
                    <a:pt x="998856" y="84454"/>
                    <a:pt x="1002032" y="88899"/>
                  </a:cubicBezTo>
                  <a:cubicBezTo>
                    <a:pt x="1005206" y="93979"/>
                    <a:pt x="1009016" y="95884"/>
                    <a:pt x="1015367" y="95884"/>
                  </a:cubicBezTo>
                  <a:cubicBezTo>
                    <a:pt x="1018541" y="95884"/>
                    <a:pt x="1022352" y="95249"/>
                    <a:pt x="1024891" y="93344"/>
                  </a:cubicBezTo>
                  <a:cubicBezTo>
                    <a:pt x="1028067" y="91439"/>
                    <a:pt x="1030607" y="88899"/>
                    <a:pt x="1033147" y="86359"/>
                  </a:cubicBezTo>
                  <a:lnTo>
                    <a:pt x="1033147" y="53339"/>
                  </a:lnTo>
                  <a:cubicBezTo>
                    <a:pt x="1033147" y="53339"/>
                    <a:pt x="1031242" y="50799"/>
                    <a:pt x="1029971" y="49529"/>
                  </a:cubicBezTo>
                  <a:cubicBezTo>
                    <a:pt x="1028702" y="48259"/>
                    <a:pt x="1027431" y="46989"/>
                    <a:pt x="1025526" y="46354"/>
                  </a:cubicBezTo>
                  <a:cubicBezTo>
                    <a:pt x="1023621" y="45084"/>
                    <a:pt x="1022352" y="44449"/>
                    <a:pt x="1020446" y="43814"/>
                  </a:cubicBezTo>
                  <a:cubicBezTo>
                    <a:pt x="1018541" y="43179"/>
                    <a:pt x="1016636" y="43179"/>
                    <a:pt x="1014731" y="43179"/>
                  </a:cubicBezTo>
                  <a:close/>
                  <a:moveTo>
                    <a:pt x="4524370" y="31114"/>
                  </a:moveTo>
                  <a:lnTo>
                    <a:pt x="4538975" y="31114"/>
                  </a:lnTo>
                  <a:lnTo>
                    <a:pt x="4552310" y="84454"/>
                  </a:lnTo>
                  <a:lnTo>
                    <a:pt x="4566915" y="31114"/>
                  </a:lnTo>
                  <a:lnTo>
                    <a:pt x="4579615" y="31114"/>
                  </a:lnTo>
                  <a:lnTo>
                    <a:pt x="4594220" y="84454"/>
                  </a:lnTo>
                  <a:lnTo>
                    <a:pt x="4606920" y="31114"/>
                  </a:lnTo>
                  <a:lnTo>
                    <a:pt x="4622160" y="31114"/>
                  </a:lnTo>
                  <a:lnTo>
                    <a:pt x="4600570" y="108584"/>
                  </a:lnTo>
                  <a:lnTo>
                    <a:pt x="4587235" y="108584"/>
                  </a:lnTo>
                  <a:lnTo>
                    <a:pt x="4572630" y="54609"/>
                  </a:lnTo>
                  <a:lnTo>
                    <a:pt x="4558660" y="108584"/>
                  </a:lnTo>
                  <a:lnTo>
                    <a:pt x="4545325" y="108584"/>
                  </a:lnTo>
                  <a:close/>
                  <a:moveTo>
                    <a:pt x="4123686" y="31114"/>
                  </a:moveTo>
                  <a:lnTo>
                    <a:pt x="4138926" y="31114"/>
                  </a:lnTo>
                  <a:lnTo>
                    <a:pt x="4152261" y="84454"/>
                  </a:lnTo>
                  <a:lnTo>
                    <a:pt x="4166866" y="31114"/>
                  </a:lnTo>
                  <a:lnTo>
                    <a:pt x="4178931" y="31114"/>
                  </a:lnTo>
                  <a:lnTo>
                    <a:pt x="4193536" y="84454"/>
                  </a:lnTo>
                  <a:lnTo>
                    <a:pt x="4206871" y="31114"/>
                  </a:lnTo>
                  <a:lnTo>
                    <a:pt x="4222111" y="31114"/>
                  </a:lnTo>
                  <a:lnTo>
                    <a:pt x="4200521" y="108584"/>
                  </a:lnTo>
                  <a:lnTo>
                    <a:pt x="4187186" y="108584"/>
                  </a:lnTo>
                  <a:lnTo>
                    <a:pt x="4172581" y="54609"/>
                  </a:lnTo>
                  <a:lnTo>
                    <a:pt x="4157976" y="108584"/>
                  </a:lnTo>
                  <a:lnTo>
                    <a:pt x="4145276" y="108584"/>
                  </a:lnTo>
                  <a:close/>
                  <a:moveTo>
                    <a:pt x="2837811" y="31114"/>
                  </a:moveTo>
                  <a:lnTo>
                    <a:pt x="2852416" y="31114"/>
                  </a:lnTo>
                  <a:lnTo>
                    <a:pt x="2865751" y="84454"/>
                  </a:lnTo>
                  <a:lnTo>
                    <a:pt x="2880356" y="31114"/>
                  </a:lnTo>
                  <a:lnTo>
                    <a:pt x="2893056" y="31114"/>
                  </a:lnTo>
                  <a:lnTo>
                    <a:pt x="2907661" y="84454"/>
                  </a:lnTo>
                  <a:lnTo>
                    <a:pt x="2920361" y="31114"/>
                  </a:lnTo>
                  <a:lnTo>
                    <a:pt x="2935601" y="31114"/>
                  </a:lnTo>
                  <a:lnTo>
                    <a:pt x="2914011" y="108584"/>
                  </a:lnTo>
                  <a:lnTo>
                    <a:pt x="2900676" y="108584"/>
                  </a:lnTo>
                  <a:lnTo>
                    <a:pt x="2886706" y="54609"/>
                  </a:lnTo>
                  <a:lnTo>
                    <a:pt x="2872101" y="108584"/>
                  </a:lnTo>
                  <a:lnTo>
                    <a:pt x="2858766" y="108584"/>
                  </a:lnTo>
                  <a:close/>
                  <a:moveTo>
                    <a:pt x="1354455" y="31114"/>
                  </a:moveTo>
                  <a:lnTo>
                    <a:pt x="1369695" y="31114"/>
                  </a:lnTo>
                  <a:lnTo>
                    <a:pt x="1369695" y="109219"/>
                  </a:lnTo>
                  <a:lnTo>
                    <a:pt x="1354455" y="109219"/>
                  </a:lnTo>
                  <a:close/>
                  <a:moveTo>
                    <a:pt x="2646040" y="29844"/>
                  </a:moveTo>
                  <a:cubicBezTo>
                    <a:pt x="2650485" y="29844"/>
                    <a:pt x="2654295" y="29844"/>
                    <a:pt x="2658105" y="31749"/>
                  </a:cubicBezTo>
                  <a:cubicBezTo>
                    <a:pt x="2661915" y="33019"/>
                    <a:pt x="2665090" y="34289"/>
                    <a:pt x="2667630" y="36829"/>
                  </a:cubicBezTo>
                  <a:cubicBezTo>
                    <a:pt x="2670170" y="38734"/>
                    <a:pt x="2672075" y="41909"/>
                    <a:pt x="2673345" y="45084"/>
                  </a:cubicBezTo>
                  <a:cubicBezTo>
                    <a:pt x="2674615" y="48259"/>
                    <a:pt x="2675250" y="52069"/>
                    <a:pt x="2675250" y="56514"/>
                  </a:cubicBezTo>
                  <a:lnTo>
                    <a:pt x="2675250" y="109854"/>
                  </a:lnTo>
                  <a:lnTo>
                    <a:pt x="2660010" y="109854"/>
                  </a:lnTo>
                  <a:lnTo>
                    <a:pt x="2660010" y="108584"/>
                  </a:lnTo>
                  <a:lnTo>
                    <a:pt x="2660010" y="100964"/>
                  </a:lnTo>
                  <a:cubicBezTo>
                    <a:pt x="2660010" y="100964"/>
                    <a:pt x="2656200" y="104139"/>
                    <a:pt x="2654930" y="104774"/>
                  </a:cubicBezTo>
                  <a:cubicBezTo>
                    <a:pt x="2653660" y="105409"/>
                    <a:pt x="2652390" y="106679"/>
                    <a:pt x="2651120" y="107314"/>
                  </a:cubicBezTo>
                  <a:cubicBezTo>
                    <a:pt x="2649850" y="107949"/>
                    <a:pt x="2647945" y="108584"/>
                    <a:pt x="2646040" y="109219"/>
                  </a:cubicBezTo>
                  <a:cubicBezTo>
                    <a:pt x="2644135" y="109219"/>
                    <a:pt x="2641595" y="109854"/>
                    <a:pt x="2639055" y="109854"/>
                  </a:cubicBezTo>
                  <a:cubicBezTo>
                    <a:pt x="2635880" y="109854"/>
                    <a:pt x="2632705" y="109854"/>
                    <a:pt x="2629530" y="108584"/>
                  </a:cubicBezTo>
                  <a:cubicBezTo>
                    <a:pt x="2626355" y="107949"/>
                    <a:pt x="2623180" y="106044"/>
                    <a:pt x="2620640" y="104139"/>
                  </a:cubicBezTo>
                  <a:cubicBezTo>
                    <a:pt x="2618100" y="102234"/>
                    <a:pt x="2616195" y="99059"/>
                    <a:pt x="2614290" y="95884"/>
                  </a:cubicBezTo>
                  <a:cubicBezTo>
                    <a:pt x="2612385" y="92709"/>
                    <a:pt x="2611750" y="88264"/>
                    <a:pt x="2611750" y="83819"/>
                  </a:cubicBezTo>
                  <a:cubicBezTo>
                    <a:pt x="2611750" y="79374"/>
                    <a:pt x="2612385" y="75564"/>
                    <a:pt x="2614290" y="72389"/>
                  </a:cubicBezTo>
                  <a:cubicBezTo>
                    <a:pt x="2615560" y="69214"/>
                    <a:pt x="2618100" y="66674"/>
                    <a:pt x="2620640" y="64769"/>
                  </a:cubicBezTo>
                  <a:cubicBezTo>
                    <a:pt x="2623180" y="62864"/>
                    <a:pt x="2626990" y="60959"/>
                    <a:pt x="2630800" y="60324"/>
                  </a:cubicBezTo>
                  <a:cubicBezTo>
                    <a:pt x="2634610" y="59054"/>
                    <a:pt x="2638420" y="59054"/>
                    <a:pt x="2642865" y="59054"/>
                  </a:cubicBezTo>
                  <a:cubicBezTo>
                    <a:pt x="2646675" y="59054"/>
                    <a:pt x="2650485" y="59054"/>
                    <a:pt x="2653025" y="59689"/>
                  </a:cubicBezTo>
                  <a:cubicBezTo>
                    <a:pt x="2655565" y="59689"/>
                    <a:pt x="2658105" y="60959"/>
                    <a:pt x="2660010" y="61594"/>
                  </a:cubicBezTo>
                  <a:lnTo>
                    <a:pt x="2660010" y="55879"/>
                  </a:lnTo>
                  <a:cubicBezTo>
                    <a:pt x="2660010" y="51434"/>
                    <a:pt x="2658740" y="48259"/>
                    <a:pt x="2656200" y="46354"/>
                  </a:cubicBezTo>
                  <a:cubicBezTo>
                    <a:pt x="2653660" y="43814"/>
                    <a:pt x="2649850" y="43179"/>
                    <a:pt x="2645405" y="43179"/>
                  </a:cubicBezTo>
                  <a:cubicBezTo>
                    <a:pt x="2641595" y="43179"/>
                    <a:pt x="2637785" y="43179"/>
                    <a:pt x="2634610" y="44449"/>
                  </a:cubicBezTo>
                  <a:cubicBezTo>
                    <a:pt x="2631435" y="45084"/>
                    <a:pt x="2628260" y="46354"/>
                    <a:pt x="2625085" y="48259"/>
                  </a:cubicBezTo>
                  <a:lnTo>
                    <a:pt x="2619370" y="36829"/>
                  </a:lnTo>
                  <a:cubicBezTo>
                    <a:pt x="2623180" y="34289"/>
                    <a:pt x="2626990" y="33019"/>
                    <a:pt x="2631435" y="31749"/>
                  </a:cubicBezTo>
                  <a:cubicBezTo>
                    <a:pt x="2635880" y="30479"/>
                    <a:pt x="2640325" y="29844"/>
                    <a:pt x="2646040" y="29844"/>
                  </a:cubicBezTo>
                  <a:close/>
                  <a:moveTo>
                    <a:pt x="1114426" y="29844"/>
                  </a:moveTo>
                  <a:lnTo>
                    <a:pt x="1129666" y="29844"/>
                  </a:lnTo>
                  <a:lnTo>
                    <a:pt x="1129666" y="107949"/>
                  </a:lnTo>
                  <a:lnTo>
                    <a:pt x="1114426" y="107949"/>
                  </a:lnTo>
                  <a:lnTo>
                    <a:pt x="1114426" y="100964"/>
                  </a:lnTo>
                  <a:cubicBezTo>
                    <a:pt x="1114426" y="100964"/>
                    <a:pt x="1109981" y="106044"/>
                    <a:pt x="1106171" y="107314"/>
                  </a:cubicBezTo>
                  <a:cubicBezTo>
                    <a:pt x="1102996" y="109219"/>
                    <a:pt x="1098551" y="109854"/>
                    <a:pt x="1094741" y="109854"/>
                  </a:cubicBezTo>
                  <a:cubicBezTo>
                    <a:pt x="1085851" y="109854"/>
                    <a:pt x="1078866" y="106679"/>
                    <a:pt x="1073786" y="100964"/>
                  </a:cubicBezTo>
                  <a:cubicBezTo>
                    <a:pt x="1069341" y="95249"/>
                    <a:pt x="1066800" y="86359"/>
                    <a:pt x="1066800" y="74929"/>
                  </a:cubicBezTo>
                  <a:lnTo>
                    <a:pt x="1066800" y="30479"/>
                  </a:lnTo>
                  <a:lnTo>
                    <a:pt x="1082040" y="30479"/>
                  </a:lnTo>
                  <a:lnTo>
                    <a:pt x="1082040" y="74294"/>
                  </a:lnTo>
                  <a:cubicBezTo>
                    <a:pt x="1082040" y="81279"/>
                    <a:pt x="1083311" y="86994"/>
                    <a:pt x="1085851" y="90169"/>
                  </a:cubicBezTo>
                  <a:cubicBezTo>
                    <a:pt x="1088390" y="93979"/>
                    <a:pt x="1092201" y="95249"/>
                    <a:pt x="1097916" y="95249"/>
                  </a:cubicBezTo>
                  <a:cubicBezTo>
                    <a:pt x="1102996" y="95249"/>
                    <a:pt x="1106806" y="93344"/>
                    <a:pt x="1109981" y="90169"/>
                  </a:cubicBezTo>
                  <a:cubicBezTo>
                    <a:pt x="1112521" y="86994"/>
                    <a:pt x="1114426" y="81914"/>
                    <a:pt x="1114426" y="75564"/>
                  </a:cubicBezTo>
                  <a:close/>
                  <a:moveTo>
                    <a:pt x="1011556" y="29844"/>
                  </a:moveTo>
                  <a:cubicBezTo>
                    <a:pt x="1013461" y="29844"/>
                    <a:pt x="1015367" y="29844"/>
                    <a:pt x="1017272" y="30479"/>
                  </a:cubicBezTo>
                  <a:cubicBezTo>
                    <a:pt x="1019176" y="30479"/>
                    <a:pt x="1021081" y="31749"/>
                    <a:pt x="1022352" y="32384"/>
                  </a:cubicBezTo>
                  <a:cubicBezTo>
                    <a:pt x="1024257" y="33019"/>
                    <a:pt x="1025526" y="34289"/>
                    <a:pt x="1026797" y="35559"/>
                  </a:cubicBezTo>
                  <a:cubicBezTo>
                    <a:pt x="1028067" y="36829"/>
                    <a:pt x="1029336" y="37464"/>
                    <a:pt x="1030607" y="38734"/>
                  </a:cubicBezTo>
                  <a:lnTo>
                    <a:pt x="1030607" y="31749"/>
                  </a:lnTo>
                  <a:lnTo>
                    <a:pt x="1045847" y="31749"/>
                  </a:lnTo>
                  <a:lnTo>
                    <a:pt x="1045847" y="130809"/>
                  </a:lnTo>
                  <a:lnTo>
                    <a:pt x="1032512" y="137477"/>
                  </a:lnTo>
                  <a:lnTo>
                    <a:pt x="1032512" y="101599"/>
                  </a:lnTo>
                  <a:cubicBezTo>
                    <a:pt x="1032512" y="101599"/>
                    <a:pt x="1026797" y="106679"/>
                    <a:pt x="1022986" y="107949"/>
                  </a:cubicBezTo>
                  <a:cubicBezTo>
                    <a:pt x="1019812" y="109854"/>
                    <a:pt x="1016001" y="110489"/>
                    <a:pt x="1011556" y="110489"/>
                  </a:cubicBezTo>
                  <a:cubicBezTo>
                    <a:pt x="1007111" y="110489"/>
                    <a:pt x="1003301" y="109854"/>
                    <a:pt x="999491" y="107949"/>
                  </a:cubicBezTo>
                  <a:cubicBezTo>
                    <a:pt x="995681" y="106679"/>
                    <a:pt x="992506" y="104139"/>
                    <a:pt x="989966" y="100329"/>
                  </a:cubicBezTo>
                  <a:cubicBezTo>
                    <a:pt x="987426" y="97154"/>
                    <a:pt x="984886" y="92709"/>
                    <a:pt x="983616" y="87629"/>
                  </a:cubicBezTo>
                  <a:cubicBezTo>
                    <a:pt x="982346" y="82549"/>
                    <a:pt x="981076" y="76199"/>
                    <a:pt x="981076" y="68579"/>
                  </a:cubicBezTo>
                  <a:cubicBezTo>
                    <a:pt x="981076" y="61594"/>
                    <a:pt x="981711" y="55879"/>
                    <a:pt x="983616" y="51434"/>
                  </a:cubicBezTo>
                  <a:cubicBezTo>
                    <a:pt x="985521" y="46354"/>
                    <a:pt x="987426" y="42544"/>
                    <a:pt x="990601" y="39369"/>
                  </a:cubicBezTo>
                  <a:cubicBezTo>
                    <a:pt x="993142" y="36194"/>
                    <a:pt x="996951" y="33654"/>
                    <a:pt x="1000126" y="32384"/>
                  </a:cubicBezTo>
                  <a:cubicBezTo>
                    <a:pt x="1003937" y="31114"/>
                    <a:pt x="1007746" y="29844"/>
                    <a:pt x="1011556" y="29844"/>
                  </a:cubicBezTo>
                  <a:close/>
                  <a:moveTo>
                    <a:pt x="4871716" y="29210"/>
                  </a:moveTo>
                  <a:cubicBezTo>
                    <a:pt x="4876796" y="29210"/>
                    <a:pt x="4881241" y="29845"/>
                    <a:pt x="4885686" y="31750"/>
                  </a:cubicBezTo>
                  <a:cubicBezTo>
                    <a:pt x="4890131" y="33655"/>
                    <a:pt x="4894576" y="35560"/>
                    <a:pt x="4897751" y="38100"/>
                  </a:cubicBezTo>
                  <a:lnTo>
                    <a:pt x="4899021" y="38100"/>
                  </a:lnTo>
                  <a:lnTo>
                    <a:pt x="4892036" y="50165"/>
                  </a:lnTo>
                  <a:cubicBezTo>
                    <a:pt x="4888861" y="47625"/>
                    <a:pt x="4885686" y="46355"/>
                    <a:pt x="4882511" y="45085"/>
                  </a:cubicBezTo>
                  <a:cubicBezTo>
                    <a:pt x="4879336" y="43815"/>
                    <a:pt x="4875526" y="43180"/>
                    <a:pt x="4872351" y="43180"/>
                  </a:cubicBezTo>
                  <a:cubicBezTo>
                    <a:pt x="4869176" y="43180"/>
                    <a:pt x="4866001" y="43815"/>
                    <a:pt x="4864096" y="45085"/>
                  </a:cubicBezTo>
                  <a:cubicBezTo>
                    <a:pt x="4862191" y="46355"/>
                    <a:pt x="4861556" y="48260"/>
                    <a:pt x="4861556" y="50165"/>
                  </a:cubicBezTo>
                  <a:cubicBezTo>
                    <a:pt x="4861556" y="51435"/>
                    <a:pt x="4861556" y="52070"/>
                    <a:pt x="4861556" y="52705"/>
                  </a:cubicBezTo>
                  <a:cubicBezTo>
                    <a:pt x="4861556" y="53340"/>
                    <a:pt x="4862826" y="54610"/>
                    <a:pt x="4863461" y="55245"/>
                  </a:cubicBezTo>
                  <a:cubicBezTo>
                    <a:pt x="4864731" y="55880"/>
                    <a:pt x="4866001" y="57150"/>
                    <a:pt x="4867906" y="57785"/>
                  </a:cubicBezTo>
                  <a:cubicBezTo>
                    <a:pt x="4869811" y="59055"/>
                    <a:pt x="4872351" y="59690"/>
                    <a:pt x="4874891" y="60960"/>
                  </a:cubicBezTo>
                  <a:cubicBezTo>
                    <a:pt x="4879336" y="62865"/>
                    <a:pt x="4883146" y="64135"/>
                    <a:pt x="4886321" y="66040"/>
                  </a:cubicBezTo>
                  <a:cubicBezTo>
                    <a:pt x="4889496" y="67310"/>
                    <a:pt x="4892036" y="69215"/>
                    <a:pt x="4894576" y="71120"/>
                  </a:cubicBezTo>
                  <a:cubicBezTo>
                    <a:pt x="4896481" y="73025"/>
                    <a:pt x="4898386" y="75565"/>
                    <a:pt x="4899656" y="78105"/>
                  </a:cubicBezTo>
                  <a:cubicBezTo>
                    <a:pt x="4900926" y="80645"/>
                    <a:pt x="4901561" y="83820"/>
                    <a:pt x="4901561" y="87630"/>
                  </a:cubicBezTo>
                  <a:cubicBezTo>
                    <a:pt x="4901561" y="92075"/>
                    <a:pt x="4900926" y="95250"/>
                    <a:pt x="4899021" y="98425"/>
                  </a:cubicBezTo>
                  <a:cubicBezTo>
                    <a:pt x="4897116" y="101600"/>
                    <a:pt x="4895211" y="103505"/>
                    <a:pt x="4892671" y="105410"/>
                  </a:cubicBezTo>
                  <a:cubicBezTo>
                    <a:pt x="4890131" y="107315"/>
                    <a:pt x="4886956" y="108585"/>
                    <a:pt x="4883146" y="109220"/>
                  </a:cubicBezTo>
                  <a:cubicBezTo>
                    <a:pt x="4879336" y="109855"/>
                    <a:pt x="4876161" y="110490"/>
                    <a:pt x="4872351" y="110490"/>
                  </a:cubicBezTo>
                  <a:cubicBezTo>
                    <a:pt x="4867271" y="110490"/>
                    <a:pt x="4862191" y="109855"/>
                    <a:pt x="4857111" y="107950"/>
                  </a:cubicBezTo>
                  <a:cubicBezTo>
                    <a:pt x="4851396" y="106045"/>
                    <a:pt x="4846951" y="103505"/>
                    <a:pt x="4842506" y="100965"/>
                  </a:cubicBezTo>
                  <a:lnTo>
                    <a:pt x="4849491" y="89535"/>
                  </a:lnTo>
                  <a:cubicBezTo>
                    <a:pt x="4853301" y="92075"/>
                    <a:pt x="4857111" y="93980"/>
                    <a:pt x="4860921" y="95250"/>
                  </a:cubicBezTo>
                  <a:cubicBezTo>
                    <a:pt x="4864731" y="96520"/>
                    <a:pt x="4868541" y="97155"/>
                    <a:pt x="4872351" y="97155"/>
                  </a:cubicBezTo>
                  <a:cubicBezTo>
                    <a:pt x="4877431" y="97155"/>
                    <a:pt x="4880606" y="96520"/>
                    <a:pt x="4883146" y="94615"/>
                  </a:cubicBezTo>
                  <a:cubicBezTo>
                    <a:pt x="4885686" y="93345"/>
                    <a:pt x="4886321" y="90805"/>
                    <a:pt x="4886321" y="88265"/>
                  </a:cubicBezTo>
                  <a:cubicBezTo>
                    <a:pt x="4886321" y="86995"/>
                    <a:pt x="4886321" y="85725"/>
                    <a:pt x="4885051" y="84455"/>
                  </a:cubicBezTo>
                  <a:cubicBezTo>
                    <a:pt x="4884416" y="83185"/>
                    <a:pt x="4883146" y="82550"/>
                    <a:pt x="4881241" y="81280"/>
                  </a:cubicBezTo>
                  <a:cubicBezTo>
                    <a:pt x="4879971" y="80010"/>
                    <a:pt x="4878066" y="79375"/>
                    <a:pt x="4875526" y="78105"/>
                  </a:cubicBezTo>
                  <a:cubicBezTo>
                    <a:pt x="4872986" y="77470"/>
                    <a:pt x="4871081" y="76200"/>
                    <a:pt x="4867906" y="74930"/>
                  </a:cubicBezTo>
                  <a:cubicBezTo>
                    <a:pt x="4863461" y="73025"/>
                    <a:pt x="4860286" y="71755"/>
                    <a:pt x="4857111" y="69850"/>
                  </a:cubicBezTo>
                  <a:cubicBezTo>
                    <a:pt x="4853936" y="67945"/>
                    <a:pt x="4852031" y="66675"/>
                    <a:pt x="4850126" y="64770"/>
                  </a:cubicBezTo>
                  <a:cubicBezTo>
                    <a:pt x="4848221" y="62865"/>
                    <a:pt x="4846951" y="60960"/>
                    <a:pt x="4846316" y="58420"/>
                  </a:cubicBezTo>
                  <a:cubicBezTo>
                    <a:pt x="4845681" y="55880"/>
                    <a:pt x="4845046" y="53340"/>
                    <a:pt x="4845046" y="50165"/>
                  </a:cubicBezTo>
                  <a:cubicBezTo>
                    <a:pt x="4845046" y="46990"/>
                    <a:pt x="4845681" y="43815"/>
                    <a:pt x="4846951" y="40640"/>
                  </a:cubicBezTo>
                  <a:cubicBezTo>
                    <a:pt x="4848221" y="38100"/>
                    <a:pt x="4850126" y="35560"/>
                    <a:pt x="4852666" y="34290"/>
                  </a:cubicBezTo>
                  <a:cubicBezTo>
                    <a:pt x="4855206" y="32385"/>
                    <a:pt x="4857746" y="31115"/>
                    <a:pt x="4860921" y="30480"/>
                  </a:cubicBezTo>
                  <a:cubicBezTo>
                    <a:pt x="4864096" y="29845"/>
                    <a:pt x="4867906" y="29210"/>
                    <a:pt x="4871716" y="29210"/>
                  </a:cubicBezTo>
                  <a:close/>
                  <a:moveTo>
                    <a:pt x="4749796" y="29210"/>
                  </a:moveTo>
                  <a:cubicBezTo>
                    <a:pt x="4752971" y="29210"/>
                    <a:pt x="4755511" y="29210"/>
                    <a:pt x="4757416" y="29845"/>
                  </a:cubicBezTo>
                  <a:cubicBezTo>
                    <a:pt x="4759321" y="30480"/>
                    <a:pt x="4761226" y="31115"/>
                    <a:pt x="4763131" y="32385"/>
                  </a:cubicBezTo>
                  <a:lnTo>
                    <a:pt x="4759321" y="46990"/>
                  </a:lnTo>
                  <a:lnTo>
                    <a:pt x="4758051" y="46990"/>
                  </a:lnTo>
                  <a:cubicBezTo>
                    <a:pt x="4758051" y="46990"/>
                    <a:pt x="4754876" y="45085"/>
                    <a:pt x="4752971" y="45085"/>
                  </a:cubicBezTo>
                  <a:cubicBezTo>
                    <a:pt x="4751066" y="45085"/>
                    <a:pt x="4749161" y="44450"/>
                    <a:pt x="4746621" y="44450"/>
                  </a:cubicBezTo>
                  <a:cubicBezTo>
                    <a:pt x="4741541" y="44450"/>
                    <a:pt x="4737731" y="46355"/>
                    <a:pt x="4735191" y="49530"/>
                  </a:cubicBezTo>
                  <a:cubicBezTo>
                    <a:pt x="4732651" y="52705"/>
                    <a:pt x="4731381" y="57785"/>
                    <a:pt x="4731381" y="64770"/>
                  </a:cubicBezTo>
                  <a:lnTo>
                    <a:pt x="4731381" y="109220"/>
                  </a:lnTo>
                  <a:lnTo>
                    <a:pt x="4716141" y="109220"/>
                  </a:lnTo>
                  <a:lnTo>
                    <a:pt x="4716141" y="31115"/>
                  </a:lnTo>
                  <a:lnTo>
                    <a:pt x="4731381" y="31115"/>
                  </a:lnTo>
                  <a:lnTo>
                    <a:pt x="4731381" y="38735"/>
                  </a:lnTo>
                  <a:cubicBezTo>
                    <a:pt x="4731381" y="38735"/>
                    <a:pt x="4733286" y="36195"/>
                    <a:pt x="4734556" y="34925"/>
                  </a:cubicBezTo>
                  <a:cubicBezTo>
                    <a:pt x="4735826" y="33655"/>
                    <a:pt x="4737096" y="33020"/>
                    <a:pt x="4739001" y="31750"/>
                  </a:cubicBezTo>
                  <a:cubicBezTo>
                    <a:pt x="4740271" y="31115"/>
                    <a:pt x="4742176" y="30480"/>
                    <a:pt x="4744081" y="29845"/>
                  </a:cubicBezTo>
                  <a:cubicBezTo>
                    <a:pt x="4745986" y="29845"/>
                    <a:pt x="4747891" y="29210"/>
                    <a:pt x="4749796" y="29210"/>
                  </a:cubicBezTo>
                  <a:close/>
                  <a:moveTo>
                    <a:pt x="4349110" y="29210"/>
                  </a:moveTo>
                  <a:cubicBezTo>
                    <a:pt x="4352285" y="29210"/>
                    <a:pt x="4354825" y="29210"/>
                    <a:pt x="4356730" y="29845"/>
                  </a:cubicBezTo>
                  <a:cubicBezTo>
                    <a:pt x="4358635" y="29845"/>
                    <a:pt x="4360540" y="31115"/>
                    <a:pt x="4362445" y="32385"/>
                  </a:cubicBezTo>
                  <a:lnTo>
                    <a:pt x="4358635" y="46990"/>
                  </a:lnTo>
                  <a:lnTo>
                    <a:pt x="4357365" y="46990"/>
                  </a:lnTo>
                  <a:cubicBezTo>
                    <a:pt x="4357365" y="46990"/>
                    <a:pt x="4354190" y="45085"/>
                    <a:pt x="4352285" y="45085"/>
                  </a:cubicBezTo>
                  <a:cubicBezTo>
                    <a:pt x="4350380" y="45085"/>
                    <a:pt x="4348475" y="44450"/>
                    <a:pt x="4345935" y="44450"/>
                  </a:cubicBezTo>
                  <a:cubicBezTo>
                    <a:pt x="4340855" y="44450"/>
                    <a:pt x="4337045" y="46355"/>
                    <a:pt x="4334505" y="49530"/>
                  </a:cubicBezTo>
                  <a:cubicBezTo>
                    <a:pt x="4331965" y="52705"/>
                    <a:pt x="4330695" y="57785"/>
                    <a:pt x="4330695" y="64770"/>
                  </a:cubicBezTo>
                  <a:lnTo>
                    <a:pt x="4330695" y="109220"/>
                  </a:lnTo>
                  <a:lnTo>
                    <a:pt x="4315455" y="109220"/>
                  </a:lnTo>
                  <a:lnTo>
                    <a:pt x="4315455" y="31115"/>
                  </a:lnTo>
                  <a:lnTo>
                    <a:pt x="4330695" y="31115"/>
                  </a:lnTo>
                  <a:lnTo>
                    <a:pt x="4330695" y="38735"/>
                  </a:lnTo>
                  <a:cubicBezTo>
                    <a:pt x="4330695" y="38735"/>
                    <a:pt x="4332600" y="36195"/>
                    <a:pt x="4333870" y="34925"/>
                  </a:cubicBezTo>
                  <a:cubicBezTo>
                    <a:pt x="4335140" y="33655"/>
                    <a:pt x="4336410" y="33020"/>
                    <a:pt x="4338315" y="31750"/>
                  </a:cubicBezTo>
                  <a:cubicBezTo>
                    <a:pt x="4339585" y="31115"/>
                    <a:pt x="4341490" y="30480"/>
                    <a:pt x="4343395" y="29845"/>
                  </a:cubicBezTo>
                  <a:cubicBezTo>
                    <a:pt x="4345300" y="29845"/>
                    <a:pt x="4347205" y="29210"/>
                    <a:pt x="4349110" y="29210"/>
                  </a:cubicBezTo>
                  <a:close/>
                  <a:moveTo>
                    <a:pt x="4044310" y="29210"/>
                  </a:moveTo>
                  <a:cubicBezTo>
                    <a:pt x="4050025" y="29210"/>
                    <a:pt x="4054470" y="30480"/>
                    <a:pt x="4058915" y="32385"/>
                  </a:cubicBezTo>
                  <a:cubicBezTo>
                    <a:pt x="4062725" y="34290"/>
                    <a:pt x="4066535" y="37465"/>
                    <a:pt x="4069075" y="40640"/>
                  </a:cubicBezTo>
                  <a:cubicBezTo>
                    <a:pt x="4071615" y="44450"/>
                    <a:pt x="4073520" y="48260"/>
                    <a:pt x="4075425" y="53340"/>
                  </a:cubicBezTo>
                  <a:cubicBezTo>
                    <a:pt x="4076695" y="57785"/>
                    <a:pt x="4077330" y="62865"/>
                    <a:pt x="4077330" y="68580"/>
                  </a:cubicBezTo>
                  <a:lnTo>
                    <a:pt x="4076060" y="68580"/>
                  </a:lnTo>
                  <a:cubicBezTo>
                    <a:pt x="4076060" y="68580"/>
                    <a:pt x="4076060" y="71120"/>
                    <a:pt x="4076060" y="72390"/>
                  </a:cubicBezTo>
                  <a:cubicBezTo>
                    <a:pt x="4076060" y="73660"/>
                    <a:pt x="4076060" y="74295"/>
                    <a:pt x="4076060" y="75565"/>
                  </a:cubicBezTo>
                  <a:lnTo>
                    <a:pt x="4024625" y="75565"/>
                  </a:lnTo>
                  <a:cubicBezTo>
                    <a:pt x="4024625" y="79375"/>
                    <a:pt x="4025895" y="82550"/>
                    <a:pt x="4027165" y="85090"/>
                  </a:cubicBezTo>
                  <a:cubicBezTo>
                    <a:pt x="4028435" y="87630"/>
                    <a:pt x="4029705" y="90170"/>
                    <a:pt x="4031610" y="91440"/>
                  </a:cubicBezTo>
                  <a:cubicBezTo>
                    <a:pt x="4033515" y="93345"/>
                    <a:pt x="4035420" y="94615"/>
                    <a:pt x="4037325" y="95250"/>
                  </a:cubicBezTo>
                  <a:cubicBezTo>
                    <a:pt x="4039230" y="95885"/>
                    <a:pt x="4041770" y="96520"/>
                    <a:pt x="4044310" y="96520"/>
                  </a:cubicBezTo>
                  <a:cubicBezTo>
                    <a:pt x="4046215" y="96520"/>
                    <a:pt x="4047485" y="96520"/>
                    <a:pt x="4049390" y="96520"/>
                  </a:cubicBezTo>
                  <a:cubicBezTo>
                    <a:pt x="4050660" y="96520"/>
                    <a:pt x="4052565" y="95885"/>
                    <a:pt x="4053835" y="95250"/>
                  </a:cubicBezTo>
                  <a:cubicBezTo>
                    <a:pt x="4055105" y="95250"/>
                    <a:pt x="4056375" y="93980"/>
                    <a:pt x="4057645" y="93345"/>
                  </a:cubicBezTo>
                  <a:cubicBezTo>
                    <a:pt x="4058915" y="93345"/>
                    <a:pt x="4060185" y="92075"/>
                    <a:pt x="4062090" y="90805"/>
                  </a:cubicBezTo>
                  <a:lnTo>
                    <a:pt x="4070980" y="100330"/>
                  </a:lnTo>
                  <a:cubicBezTo>
                    <a:pt x="4070980" y="100330"/>
                    <a:pt x="4067170" y="103505"/>
                    <a:pt x="4065265" y="104775"/>
                  </a:cubicBezTo>
                  <a:cubicBezTo>
                    <a:pt x="4063360" y="106045"/>
                    <a:pt x="4061455" y="106680"/>
                    <a:pt x="4059550" y="107950"/>
                  </a:cubicBezTo>
                  <a:cubicBezTo>
                    <a:pt x="4057645" y="108585"/>
                    <a:pt x="4055105" y="109855"/>
                    <a:pt x="4052565" y="109855"/>
                  </a:cubicBezTo>
                  <a:cubicBezTo>
                    <a:pt x="4050025" y="109855"/>
                    <a:pt x="4046850" y="110490"/>
                    <a:pt x="4043675" y="110490"/>
                  </a:cubicBezTo>
                  <a:cubicBezTo>
                    <a:pt x="4040500" y="110490"/>
                    <a:pt x="4037325" y="110490"/>
                    <a:pt x="4034150" y="109220"/>
                  </a:cubicBezTo>
                  <a:cubicBezTo>
                    <a:pt x="4030975" y="108585"/>
                    <a:pt x="4028435" y="107315"/>
                    <a:pt x="4026530" y="105410"/>
                  </a:cubicBezTo>
                  <a:cubicBezTo>
                    <a:pt x="4023990" y="104140"/>
                    <a:pt x="4022085" y="102235"/>
                    <a:pt x="4020180" y="100330"/>
                  </a:cubicBezTo>
                  <a:cubicBezTo>
                    <a:pt x="4018275" y="98425"/>
                    <a:pt x="4016370" y="95885"/>
                    <a:pt x="4015100" y="92710"/>
                  </a:cubicBezTo>
                  <a:cubicBezTo>
                    <a:pt x="4013195" y="89535"/>
                    <a:pt x="4011925" y="86360"/>
                    <a:pt x="4011290" y="82550"/>
                  </a:cubicBezTo>
                  <a:cubicBezTo>
                    <a:pt x="4010655" y="78740"/>
                    <a:pt x="4010020" y="74295"/>
                    <a:pt x="4010020" y="69850"/>
                  </a:cubicBezTo>
                  <a:cubicBezTo>
                    <a:pt x="4010020" y="63500"/>
                    <a:pt x="4010655" y="57150"/>
                    <a:pt x="4012560" y="52070"/>
                  </a:cubicBezTo>
                  <a:cubicBezTo>
                    <a:pt x="4014465" y="46990"/>
                    <a:pt x="4016370" y="42545"/>
                    <a:pt x="4019545" y="39370"/>
                  </a:cubicBezTo>
                  <a:cubicBezTo>
                    <a:pt x="4022720" y="36195"/>
                    <a:pt x="4025895" y="33020"/>
                    <a:pt x="4030340" y="31750"/>
                  </a:cubicBezTo>
                  <a:cubicBezTo>
                    <a:pt x="4034785" y="29845"/>
                    <a:pt x="4039230" y="29210"/>
                    <a:pt x="4044310" y="29210"/>
                  </a:cubicBezTo>
                  <a:close/>
                  <a:moveTo>
                    <a:pt x="3811900" y="29210"/>
                  </a:moveTo>
                  <a:cubicBezTo>
                    <a:pt x="3815075" y="29210"/>
                    <a:pt x="3817615" y="29210"/>
                    <a:pt x="3819520" y="29845"/>
                  </a:cubicBezTo>
                  <a:cubicBezTo>
                    <a:pt x="3821425" y="29845"/>
                    <a:pt x="3823330" y="31115"/>
                    <a:pt x="3825235" y="32385"/>
                  </a:cubicBezTo>
                  <a:lnTo>
                    <a:pt x="3821425" y="46990"/>
                  </a:lnTo>
                  <a:lnTo>
                    <a:pt x="3820155" y="46990"/>
                  </a:lnTo>
                  <a:cubicBezTo>
                    <a:pt x="3820155" y="46990"/>
                    <a:pt x="3816980" y="45085"/>
                    <a:pt x="3815075" y="45085"/>
                  </a:cubicBezTo>
                  <a:cubicBezTo>
                    <a:pt x="3813170" y="45085"/>
                    <a:pt x="3811265" y="44450"/>
                    <a:pt x="3808725" y="44450"/>
                  </a:cubicBezTo>
                  <a:cubicBezTo>
                    <a:pt x="3803645" y="44450"/>
                    <a:pt x="3799835" y="46355"/>
                    <a:pt x="3797295" y="49530"/>
                  </a:cubicBezTo>
                  <a:cubicBezTo>
                    <a:pt x="3794755" y="52705"/>
                    <a:pt x="3793485" y="57785"/>
                    <a:pt x="3793485" y="64770"/>
                  </a:cubicBezTo>
                  <a:lnTo>
                    <a:pt x="3793485" y="109220"/>
                  </a:lnTo>
                  <a:lnTo>
                    <a:pt x="3778245" y="109220"/>
                  </a:lnTo>
                  <a:lnTo>
                    <a:pt x="3778245" y="31115"/>
                  </a:lnTo>
                  <a:lnTo>
                    <a:pt x="3793485" y="31115"/>
                  </a:lnTo>
                  <a:lnTo>
                    <a:pt x="3793485" y="38735"/>
                  </a:lnTo>
                  <a:cubicBezTo>
                    <a:pt x="3793485" y="38735"/>
                    <a:pt x="3795390" y="36195"/>
                    <a:pt x="3796660" y="34925"/>
                  </a:cubicBezTo>
                  <a:cubicBezTo>
                    <a:pt x="3797930" y="33655"/>
                    <a:pt x="3799200" y="33020"/>
                    <a:pt x="3801105" y="31750"/>
                  </a:cubicBezTo>
                  <a:cubicBezTo>
                    <a:pt x="3802375" y="31115"/>
                    <a:pt x="3804280" y="30480"/>
                    <a:pt x="3806185" y="29845"/>
                  </a:cubicBezTo>
                  <a:cubicBezTo>
                    <a:pt x="3808090" y="29845"/>
                    <a:pt x="3809995" y="29210"/>
                    <a:pt x="3811900" y="29210"/>
                  </a:cubicBezTo>
                  <a:close/>
                  <a:moveTo>
                    <a:pt x="3729986" y="29210"/>
                  </a:moveTo>
                  <a:cubicBezTo>
                    <a:pt x="3735701" y="29210"/>
                    <a:pt x="3740146" y="30480"/>
                    <a:pt x="3744591" y="32385"/>
                  </a:cubicBezTo>
                  <a:cubicBezTo>
                    <a:pt x="3748401" y="34290"/>
                    <a:pt x="3752211" y="37465"/>
                    <a:pt x="3754751" y="40640"/>
                  </a:cubicBezTo>
                  <a:cubicBezTo>
                    <a:pt x="3757291" y="44450"/>
                    <a:pt x="3759196" y="48260"/>
                    <a:pt x="3761101" y="53340"/>
                  </a:cubicBezTo>
                  <a:cubicBezTo>
                    <a:pt x="3762371" y="57785"/>
                    <a:pt x="3763006" y="62865"/>
                    <a:pt x="3763006" y="68580"/>
                  </a:cubicBezTo>
                  <a:lnTo>
                    <a:pt x="3761736" y="68580"/>
                  </a:lnTo>
                  <a:cubicBezTo>
                    <a:pt x="3761736" y="68580"/>
                    <a:pt x="3761736" y="71120"/>
                    <a:pt x="3761736" y="72390"/>
                  </a:cubicBezTo>
                  <a:cubicBezTo>
                    <a:pt x="3761736" y="73660"/>
                    <a:pt x="3761736" y="74295"/>
                    <a:pt x="3761736" y="75565"/>
                  </a:cubicBezTo>
                  <a:lnTo>
                    <a:pt x="3710301" y="75565"/>
                  </a:lnTo>
                  <a:cubicBezTo>
                    <a:pt x="3710301" y="79375"/>
                    <a:pt x="3711571" y="82550"/>
                    <a:pt x="3712841" y="85090"/>
                  </a:cubicBezTo>
                  <a:cubicBezTo>
                    <a:pt x="3714111" y="87630"/>
                    <a:pt x="3715381" y="90170"/>
                    <a:pt x="3717286" y="91440"/>
                  </a:cubicBezTo>
                  <a:cubicBezTo>
                    <a:pt x="3719191" y="93345"/>
                    <a:pt x="3721096" y="94615"/>
                    <a:pt x="3723001" y="95250"/>
                  </a:cubicBezTo>
                  <a:cubicBezTo>
                    <a:pt x="3724906" y="95885"/>
                    <a:pt x="3727446" y="96520"/>
                    <a:pt x="3729986" y="96520"/>
                  </a:cubicBezTo>
                  <a:cubicBezTo>
                    <a:pt x="3731891" y="96520"/>
                    <a:pt x="3733161" y="96520"/>
                    <a:pt x="3735066" y="96520"/>
                  </a:cubicBezTo>
                  <a:cubicBezTo>
                    <a:pt x="3736336" y="96520"/>
                    <a:pt x="3738241" y="95885"/>
                    <a:pt x="3739511" y="95250"/>
                  </a:cubicBezTo>
                  <a:cubicBezTo>
                    <a:pt x="3740781" y="95250"/>
                    <a:pt x="3742051" y="93980"/>
                    <a:pt x="3743321" y="93345"/>
                  </a:cubicBezTo>
                  <a:cubicBezTo>
                    <a:pt x="3744591" y="93345"/>
                    <a:pt x="3745861" y="92075"/>
                    <a:pt x="3747766" y="90805"/>
                  </a:cubicBezTo>
                  <a:lnTo>
                    <a:pt x="3756656" y="100330"/>
                  </a:lnTo>
                  <a:cubicBezTo>
                    <a:pt x="3756656" y="100330"/>
                    <a:pt x="3752846" y="103505"/>
                    <a:pt x="3750941" y="104775"/>
                  </a:cubicBezTo>
                  <a:cubicBezTo>
                    <a:pt x="3749036" y="106045"/>
                    <a:pt x="3747131" y="106680"/>
                    <a:pt x="3745226" y="107950"/>
                  </a:cubicBezTo>
                  <a:cubicBezTo>
                    <a:pt x="3743321" y="108585"/>
                    <a:pt x="3740781" y="109855"/>
                    <a:pt x="3738241" y="109855"/>
                  </a:cubicBezTo>
                  <a:cubicBezTo>
                    <a:pt x="3735701" y="109855"/>
                    <a:pt x="3732526" y="110490"/>
                    <a:pt x="3729351" y="110490"/>
                  </a:cubicBezTo>
                  <a:cubicBezTo>
                    <a:pt x="3726176" y="110490"/>
                    <a:pt x="3723001" y="110490"/>
                    <a:pt x="3719826" y="109220"/>
                  </a:cubicBezTo>
                  <a:cubicBezTo>
                    <a:pt x="3716651" y="108585"/>
                    <a:pt x="3714111" y="107315"/>
                    <a:pt x="3712206" y="105410"/>
                  </a:cubicBezTo>
                  <a:cubicBezTo>
                    <a:pt x="3709666" y="104140"/>
                    <a:pt x="3707761" y="102235"/>
                    <a:pt x="3705856" y="100330"/>
                  </a:cubicBezTo>
                  <a:cubicBezTo>
                    <a:pt x="3703951" y="98425"/>
                    <a:pt x="3702046" y="95885"/>
                    <a:pt x="3700776" y="92710"/>
                  </a:cubicBezTo>
                  <a:cubicBezTo>
                    <a:pt x="3698871" y="89535"/>
                    <a:pt x="3697601" y="86360"/>
                    <a:pt x="3696966" y="82550"/>
                  </a:cubicBezTo>
                  <a:cubicBezTo>
                    <a:pt x="3696331" y="78740"/>
                    <a:pt x="3695696" y="74295"/>
                    <a:pt x="3695696" y="69850"/>
                  </a:cubicBezTo>
                  <a:cubicBezTo>
                    <a:pt x="3695696" y="63500"/>
                    <a:pt x="3696331" y="57150"/>
                    <a:pt x="3698236" y="52070"/>
                  </a:cubicBezTo>
                  <a:cubicBezTo>
                    <a:pt x="3700141" y="46990"/>
                    <a:pt x="3702046" y="42545"/>
                    <a:pt x="3705221" y="39370"/>
                  </a:cubicBezTo>
                  <a:cubicBezTo>
                    <a:pt x="3708396" y="36195"/>
                    <a:pt x="3711571" y="33020"/>
                    <a:pt x="3716016" y="31750"/>
                  </a:cubicBezTo>
                  <a:cubicBezTo>
                    <a:pt x="3720461" y="29845"/>
                    <a:pt x="3724906" y="29210"/>
                    <a:pt x="3729986" y="29210"/>
                  </a:cubicBezTo>
                  <a:close/>
                  <a:moveTo>
                    <a:pt x="3543296" y="29210"/>
                  </a:moveTo>
                  <a:cubicBezTo>
                    <a:pt x="3549011" y="29210"/>
                    <a:pt x="3553456" y="30480"/>
                    <a:pt x="3557901" y="32385"/>
                  </a:cubicBezTo>
                  <a:cubicBezTo>
                    <a:pt x="3561711" y="34290"/>
                    <a:pt x="3565521" y="37465"/>
                    <a:pt x="3568061" y="40640"/>
                  </a:cubicBezTo>
                  <a:cubicBezTo>
                    <a:pt x="3570601" y="44450"/>
                    <a:pt x="3572506" y="48260"/>
                    <a:pt x="3574411" y="53340"/>
                  </a:cubicBezTo>
                  <a:cubicBezTo>
                    <a:pt x="3575681" y="57785"/>
                    <a:pt x="3576316" y="62865"/>
                    <a:pt x="3576316" y="68580"/>
                  </a:cubicBezTo>
                  <a:lnTo>
                    <a:pt x="3575046" y="68580"/>
                  </a:lnTo>
                  <a:cubicBezTo>
                    <a:pt x="3575046" y="68580"/>
                    <a:pt x="3575046" y="71120"/>
                    <a:pt x="3575046" y="72390"/>
                  </a:cubicBezTo>
                  <a:cubicBezTo>
                    <a:pt x="3575046" y="73660"/>
                    <a:pt x="3575046" y="74295"/>
                    <a:pt x="3575046" y="75565"/>
                  </a:cubicBezTo>
                  <a:lnTo>
                    <a:pt x="3523611" y="75565"/>
                  </a:lnTo>
                  <a:cubicBezTo>
                    <a:pt x="3523611" y="79375"/>
                    <a:pt x="3524881" y="82550"/>
                    <a:pt x="3526151" y="85090"/>
                  </a:cubicBezTo>
                  <a:cubicBezTo>
                    <a:pt x="3527421" y="87630"/>
                    <a:pt x="3528691" y="90170"/>
                    <a:pt x="3530596" y="91440"/>
                  </a:cubicBezTo>
                  <a:cubicBezTo>
                    <a:pt x="3532501" y="93345"/>
                    <a:pt x="3534406" y="94615"/>
                    <a:pt x="3536311" y="95250"/>
                  </a:cubicBezTo>
                  <a:cubicBezTo>
                    <a:pt x="3538216" y="95885"/>
                    <a:pt x="3540756" y="96520"/>
                    <a:pt x="3543296" y="96520"/>
                  </a:cubicBezTo>
                  <a:cubicBezTo>
                    <a:pt x="3545201" y="96520"/>
                    <a:pt x="3546471" y="96520"/>
                    <a:pt x="3548376" y="96520"/>
                  </a:cubicBezTo>
                  <a:cubicBezTo>
                    <a:pt x="3549646" y="96520"/>
                    <a:pt x="3551551" y="95885"/>
                    <a:pt x="3552821" y="95250"/>
                  </a:cubicBezTo>
                  <a:cubicBezTo>
                    <a:pt x="3554091" y="95250"/>
                    <a:pt x="3555361" y="93980"/>
                    <a:pt x="3556631" y="93345"/>
                  </a:cubicBezTo>
                  <a:cubicBezTo>
                    <a:pt x="3557901" y="93345"/>
                    <a:pt x="3559171" y="92075"/>
                    <a:pt x="3561076" y="90805"/>
                  </a:cubicBezTo>
                  <a:lnTo>
                    <a:pt x="3569966" y="100330"/>
                  </a:lnTo>
                  <a:cubicBezTo>
                    <a:pt x="3569966" y="100330"/>
                    <a:pt x="3566156" y="103505"/>
                    <a:pt x="3564251" y="104775"/>
                  </a:cubicBezTo>
                  <a:cubicBezTo>
                    <a:pt x="3562346" y="106045"/>
                    <a:pt x="3560441" y="106680"/>
                    <a:pt x="3558536" y="107950"/>
                  </a:cubicBezTo>
                  <a:cubicBezTo>
                    <a:pt x="3556631" y="108585"/>
                    <a:pt x="3554091" y="109855"/>
                    <a:pt x="3551551" y="109855"/>
                  </a:cubicBezTo>
                  <a:cubicBezTo>
                    <a:pt x="3549011" y="109855"/>
                    <a:pt x="3545836" y="110490"/>
                    <a:pt x="3542661" y="110490"/>
                  </a:cubicBezTo>
                  <a:cubicBezTo>
                    <a:pt x="3539486" y="110490"/>
                    <a:pt x="3536311" y="110490"/>
                    <a:pt x="3533136" y="109220"/>
                  </a:cubicBezTo>
                  <a:cubicBezTo>
                    <a:pt x="3529961" y="108585"/>
                    <a:pt x="3527421" y="107315"/>
                    <a:pt x="3525516" y="105410"/>
                  </a:cubicBezTo>
                  <a:cubicBezTo>
                    <a:pt x="3522976" y="104140"/>
                    <a:pt x="3521071" y="102235"/>
                    <a:pt x="3519166" y="100330"/>
                  </a:cubicBezTo>
                  <a:cubicBezTo>
                    <a:pt x="3517261" y="98425"/>
                    <a:pt x="3515356" y="95885"/>
                    <a:pt x="3514086" y="92710"/>
                  </a:cubicBezTo>
                  <a:cubicBezTo>
                    <a:pt x="3512181" y="89535"/>
                    <a:pt x="3510911" y="86360"/>
                    <a:pt x="3510276" y="82550"/>
                  </a:cubicBezTo>
                  <a:cubicBezTo>
                    <a:pt x="3509641" y="78740"/>
                    <a:pt x="3509006" y="74295"/>
                    <a:pt x="3509006" y="69850"/>
                  </a:cubicBezTo>
                  <a:cubicBezTo>
                    <a:pt x="3509006" y="63500"/>
                    <a:pt x="3509641" y="57150"/>
                    <a:pt x="3511546" y="52070"/>
                  </a:cubicBezTo>
                  <a:cubicBezTo>
                    <a:pt x="3513451" y="46990"/>
                    <a:pt x="3515356" y="42545"/>
                    <a:pt x="3518531" y="39370"/>
                  </a:cubicBezTo>
                  <a:cubicBezTo>
                    <a:pt x="3521706" y="36195"/>
                    <a:pt x="3524881" y="33020"/>
                    <a:pt x="3529326" y="31750"/>
                  </a:cubicBezTo>
                  <a:cubicBezTo>
                    <a:pt x="3533771" y="29845"/>
                    <a:pt x="3538216" y="29210"/>
                    <a:pt x="3543296" y="29210"/>
                  </a:cubicBezTo>
                  <a:close/>
                  <a:moveTo>
                    <a:pt x="3345176" y="29210"/>
                  </a:moveTo>
                  <a:cubicBezTo>
                    <a:pt x="3350891" y="29210"/>
                    <a:pt x="3355336" y="30480"/>
                    <a:pt x="3359781" y="32385"/>
                  </a:cubicBezTo>
                  <a:cubicBezTo>
                    <a:pt x="3363591" y="34290"/>
                    <a:pt x="3367401" y="37465"/>
                    <a:pt x="3369941" y="40640"/>
                  </a:cubicBezTo>
                  <a:cubicBezTo>
                    <a:pt x="3372481" y="44450"/>
                    <a:pt x="3374386" y="48260"/>
                    <a:pt x="3376291" y="53340"/>
                  </a:cubicBezTo>
                  <a:cubicBezTo>
                    <a:pt x="3377561" y="57785"/>
                    <a:pt x="3378196" y="62865"/>
                    <a:pt x="3378196" y="68580"/>
                  </a:cubicBezTo>
                  <a:lnTo>
                    <a:pt x="3376926" y="68580"/>
                  </a:lnTo>
                  <a:cubicBezTo>
                    <a:pt x="3376926" y="68580"/>
                    <a:pt x="3376926" y="71120"/>
                    <a:pt x="3376926" y="72390"/>
                  </a:cubicBezTo>
                  <a:cubicBezTo>
                    <a:pt x="3376926" y="73660"/>
                    <a:pt x="3376926" y="74295"/>
                    <a:pt x="3376926" y="75565"/>
                  </a:cubicBezTo>
                  <a:lnTo>
                    <a:pt x="3325491" y="75565"/>
                  </a:lnTo>
                  <a:cubicBezTo>
                    <a:pt x="3325491" y="79375"/>
                    <a:pt x="3326761" y="82550"/>
                    <a:pt x="3328031" y="85090"/>
                  </a:cubicBezTo>
                  <a:cubicBezTo>
                    <a:pt x="3329301" y="87630"/>
                    <a:pt x="3330571" y="90170"/>
                    <a:pt x="3332476" y="91440"/>
                  </a:cubicBezTo>
                  <a:cubicBezTo>
                    <a:pt x="3334381" y="93345"/>
                    <a:pt x="3336286" y="94615"/>
                    <a:pt x="3338191" y="95250"/>
                  </a:cubicBezTo>
                  <a:cubicBezTo>
                    <a:pt x="3340096" y="95885"/>
                    <a:pt x="3342636" y="96520"/>
                    <a:pt x="3345176" y="96520"/>
                  </a:cubicBezTo>
                  <a:cubicBezTo>
                    <a:pt x="3347081" y="96520"/>
                    <a:pt x="3348351" y="96520"/>
                    <a:pt x="3350256" y="96520"/>
                  </a:cubicBezTo>
                  <a:cubicBezTo>
                    <a:pt x="3351526" y="96520"/>
                    <a:pt x="3353431" y="95885"/>
                    <a:pt x="3354701" y="95250"/>
                  </a:cubicBezTo>
                  <a:cubicBezTo>
                    <a:pt x="3355971" y="95250"/>
                    <a:pt x="3357241" y="93980"/>
                    <a:pt x="3358511" y="93345"/>
                  </a:cubicBezTo>
                  <a:cubicBezTo>
                    <a:pt x="3359781" y="93345"/>
                    <a:pt x="3361051" y="92075"/>
                    <a:pt x="3362956" y="90805"/>
                  </a:cubicBezTo>
                  <a:lnTo>
                    <a:pt x="3371846" y="100330"/>
                  </a:lnTo>
                  <a:cubicBezTo>
                    <a:pt x="3371846" y="100330"/>
                    <a:pt x="3368036" y="103505"/>
                    <a:pt x="3366131" y="104775"/>
                  </a:cubicBezTo>
                  <a:cubicBezTo>
                    <a:pt x="3364226" y="106045"/>
                    <a:pt x="3362321" y="106680"/>
                    <a:pt x="3360416" y="107950"/>
                  </a:cubicBezTo>
                  <a:cubicBezTo>
                    <a:pt x="3358511" y="108585"/>
                    <a:pt x="3355971" y="109855"/>
                    <a:pt x="3353431" y="109855"/>
                  </a:cubicBezTo>
                  <a:cubicBezTo>
                    <a:pt x="3350891" y="109855"/>
                    <a:pt x="3347716" y="110490"/>
                    <a:pt x="3344541" y="110490"/>
                  </a:cubicBezTo>
                  <a:cubicBezTo>
                    <a:pt x="3341366" y="110490"/>
                    <a:pt x="3338191" y="110490"/>
                    <a:pt x="3335016" y="109220"/>
                  </a:cubicBezTo>
                  <a:cubicBezTo>
                    <a:pt x="3331841" y="108585"/>
                    <a:pt x="3329301" y="107315"/>
                    <a:pt x="3327396" y="105410"/>
                  </a:cubicBezTo>
                  <a:cubicBezTo>
                    <a:pt x="3324856" y="104140"/>
                    <a:pt x="3322951" y="102235"/>
                    <a:pt x="3321046" y="100330"/>
                  </a:cubicBezTo>
                  <a:cubicBezTo>
                    <a:pt x="3319141" y="98425"/>
                    <a:pt x="3317236" y="95885"/>
                    <a:pt x="3315966" y="92710"/>
                  </a:cubicBezTo>
                  <a:cubicBezTo>
                    <a:pt x="3314061" y="89535"/>
                    <a:pt x="3312791" y="86360"/>
                    <a:pt x="3312156" y="82550"/>
                  </a:cubicBezTo>
                  <a:cubicBezTo>
                    <a:pt x="3311521" y="78740"/>
                    <a:pt x="3310886" y="74295"/>
                    <a:pt x="3310886" y="69850"/>
                  </a:cubicBezTo>
                  <a:cubicBezTo>
                    <a:pt x="3310886" y="63500"/>
                    <a:pt x="3311521" y="57150"/>
                    <a:pt x="3313426" y="52070"/>
                  </a:cubicBezTo>
                  <a:cubicBezTo>
                    <a:pt x="3315331" y="46990"/>
                    <a:pt x="3317236" y="42545"/>
                    <a:pt x="3320411" y="39370"/>
                  </a:cubicBezTo>
                  <a:cubicBezTo>
                    <a:pt x="3323586" y="36195"/>
                    <a:pt x="3326761" y="33020"/>
                    <a:pt x="3331206" y="31750"/>
                  </a:cubicBezTo>
                  <a:cubicBezTo>
                    <a:pt x="3335651" y="29845"/>
                    <a:pt x="3340096" y="29210"/>
                    <a:pt x="3345176" y="29210"/>
                  </a:cubicBezTo>
                  <a:close/>
                  <a:moveTo>
                    <a:pt x="3060696" y="29210"/>
                  </a:moveTo>
                  <a:cubicBezTo>
                    <a:pt x="3063871" y="29210"/>
                    <a:pt x="3066411" y="29210"/>
                    <a:pt x="3068316" y="29845"/>
                  </a:cubicBezTo>
                  <a:cubicBezTo>
                    <a:pt x="3070221" y="29845"/>
                    <a:pt x="3072126" y="31115"/>
                    <a:pt x="3074031" y="32385"/>
                  </a:cubicBezTo>
                  <a:lnTo>
                    <a:pt x="3070221" y="46990"/>
                  </a:lnTo>
                  <a:lnTo>
                    <a:pt x="3068951" y="46990"/>
                  </a:lnTo>
                  <a:cubicBezTo>
                    <a:pt x="3068951" y="46990"/>
                    <a:pt x="3065776" y="45085"/>
                    <a:pt x="3063871" y="45085"/>
                  </a:cubicBezTo>
                  <a:cubicBezTo>
                    <a:pt x="3061966" y="45085"/>
                    <a:pt x="3060061" y="44450"/>
                    <a:pt x="3057521" y="44450"/>
                  </a:cubicBezTo>
                  <a:cubicBezTo>
                    <a:pt x="3052441" y="44450"/>
                    <a:pt x="3048631" y="46355"/>
                    <a:pt x="3046091" y="49530"/>
                  </a:cubicBezTo>
                  <a:cubicBezTo>
                    <a:pt x="3043551" y="52705"/>
                    <a:pt x="3042281" y="57785"/>
                    <a:pt x="3042281" y="64770"/>
                  </a:cubicBezTo>
                  <a:lnTo>
                    <a:pt x="3042281" y="109220"/>
                  </a:lnTo>
                  <a:lnTo>
                    <a:pt x="3027041" y="109220"/>
                  </a:lnTo>
                  <a:lnTo>
                    <a:pt x="3027041" y="31115"/>
                  </a:lnTo>
                  <a:lnTo>
                    <a:pt x="3042281" y="31115"/>
                  </a:lnTo>
                  <a:lnTo>
                    <a:pt x="3042281" y="38735"/>
                  </a:lnTo>
                  <a:cubicBezTo>
                    <a:pt x="3042281" y="38735"/>
                    <a:pt x="3044186" y="36195"/>
                    <a:pt x="3045456" y="34925"/>
                  </a:cubicBezTo>
                  <a:cubicBezTo>
                    <a:pt x="3046726" y="33655"/>
                    <a:pt x="3047996" y="33020"/>
                    <a:pt x="3049901" y="31750"/>
                  </a:cubicBezTo>
                  <a:cubicBezTo>
                    <a:pt x="3051171" y="31115"/>
                    <a:pt x="3053076" y="30480"/>
                    <a:pt x="3054981" y="29845"/>
                  </a:cubicBezTo>
                  <a:cubicBezTo>
                    <a:pt x="3056886" y="29845"/>
                    <a:pt x="3058791" y="29210"/>
                    <a:pt x="3060696" y="29210"/>
                  </a:cubicBezTo>
                  <a:close/>
                  <a:moveTo>
                    <a:pt x="2978781" y="29210"/>
                  </a:moveTo>
                  <a:cubicBezTo>
                    <a:pt x="2984496" y="29210"/>
                    <a:pt x="2988941" y="30480"/>
                    <a:pt x="2993386" y="32385"/>
                  </a:cubicBezTo>
                  <a:cubicBezTo>
                    <a:pt x="2997196" y="34290"/>
                    <a:pt x="3001006" y="37465"/>
                    <a:pt x="3003546" y="40640"/>
                  </a:cubicBezTo>
                  <a:cubicBezTo>
                    <a:pt x="3006086" y="44450"/>
                    <a:pt x="3007991" y="48260"/>
                    <a:pt x="3009896" y="53340"/>
                  </a:cubicBezTo>
                  <a:cubicBezTo>
                    <a:pt x="3011166" y="57785"/>
                    <a:pt x="3011801" y="62865"/>
                    <a:pt x="3011801" y="68580"/>
                  </a:cubicBezTo>
                  <a:lnTo>
                    <a:pt x="3010531" y="68580"/>
                  </a:lnTo>
                  <a:cubicBezTo>
                    <a:pt x="3010531" y="68580"/>
                    <a:pt x="3010531" y="71120"/>
                    <a:pt x="3010531" y="72390"/>
                  </a:cubicBezTo>
                  <a:cubicBezTo>
                    <a:pt x="3010531" y="73660"/>
                    <a:pt x="3010531" y="74295"/>
                    <a:pt x="3010531" y="75565"/>
                  </a:cubicBezTo>
                  <a:lnTo>
                    <a:pt x="2959096" y="75565"/>
                  </a:lnTo>
                  <a:cubicBezTo>
                    <a:pt x="2959096" y="79375"/>
                    <a:pt x="2960366" y="82550"/>
                    <a:pt x="2961636" y="85090"/>
                  </a:cubicBezTo>
                  <a:cubicBezTo>
                    <a:pt x="2962906" y="87630"/>
                    <a:pt x="2964176" y="90170"/>
                    <a:pt x="2966081" y="91440"/>
                  </a:cubicBezTo>
                  <a:cubicBezTo>
                    <a:pt x="2967986" y="93345"/>
                    <a:pt x="2969891" y="94615"/>
                    <a:pt x="2971796" y="95250"/>
                  </a:cubicBezTo>
                  <a:cubicBezTo>
                    <a:pt x="2974336" y="95885"/>
                    <a:pt x="2976241" y="96520"/>
                    <a:pt x="2978781" y="96520"/>
                  </a:cubicBezTo>
                  <a:cubicBezTo>
                    <a:pt x="2980686" y="96520"/>
                    <a:pt x="2981956" y="96520"/>
                    <a:pt x="2983861" y="96520"/>
                  </a:cubicBezTo>
                  <a:cubicBezTo>
                    <a:pt x="2985131" y="96520"/>
                    <a:pt x="2987036" y="95885"/>
                    <a:pt x="2988306" y="95250"/>
                  </a:cubicBezTo>
                  <a:cubicBezTo>
                    <a:pt x="2989576" y="95250"/>
                    <a:pt x="2990846" y="93980"/>
                    <a:pt x="2992116" y="93345"/>
                  </a:cubicBezTo>
                  <a:cubicBezTo>
                    <a:pt x="2993386" y="93345"/>
                    <a:pt x="2994656" y="92075"/>
                    <a:pt x="2996561" y="90805"/>
                  </a:cubicBezTo>
                  <a:lnTo>
                    <a:pt x="3005451" y="100330"/>
                  </a:lnTo>
                  <a:cubicBezTo>
                    <a:pt x="3005451" y="100330"/>
                    <a:pt x="3001641" y="103505"/>
                    <a:pt x="2999736" y="104775"/>
                  </a:cubicBezTo>
                  <a:cubicBezTo>
                    <a:pt x="2997831" y="106045"/>
                    <a:pt x="2995926" y="106680"/>
                    <a:pt x="2994021" y="107950"/>
                  </a:cubicBezTo>
                  <a:cubicBezTo>
                    <a:pt x="2992116" y="108585"/>
                    <a:pt x="2989576" y="109855"/>
                    <a:pt x="2987036" y="109855"/>
                  </a:cubicBezTo>
                  <a:cubicBezTo>
                    <a:pt x="2984496" y="109855"/>
                    <a:pt x="2981321" y="110490"/>
                    <a:pt x="2978146" y="110490"/>
                  </a:cubicBezTo>
                  <a:cubicBezTo>
                    <a:pt x="2974971" y="110490"/>
                    <a:pt x="2971796" y="110490"/>
                    <a:pt x="2968621" y="109220"/>
                  </a:cubicBezTo>
                  <a:cubicBezTo>
                    <a:pt x="2965446" y="108585"/>
                    <a:pt x="2962906" y="107315"/>
                    <a:pt x="2961001" y="105410"/>
                  </a:cubicBezTo>
                  <a:cubicBezTo>
                    <a:pt x="2958461" y="104140"/>
                    <a:pt x="2956556" y="102235"/>
                    <a:pt x="2954651" y="100330"/>
                  </a:cubicBezTo>
                  <a:cubicBezTo>
                    <a:pt x="2952746" y="98425"/>
                    <a:pt x="2950841" y="95885"/>
                    <a:pt x="2949571" y="92710"/>
                  </a:cubicBezTo>
                  <a:cubicBezTo>
                    <a:pt x="2947666" y="89535"/>
                    <a:pt x="2946396" y="86360"/>
                    <a:pt x="2945761" y="82550"/>
                  </a:cubicBezTo>
                  <a:cubicBezTo>
                    <a:pt x="2945126" y="78740"/>
                    <a:pt x="2944491" y="74295"/>
                    <a:pt x="2944491" y="69850"/>
                  </a:cubicBezTo>
                  <a:cubicBezTo>
                    <a:pt x="2944491" y="63500"/>
                    <a:pt x="2945126" y="57150"/>
                    <a:pt x="2947031" y="52070"/>
                  </a:cubicBezTo>
                  <a:cubicBezTo>
                    <a:pt x="2948936" y="46990"/>
                    <a:pt x="2950841" y="42545"/>
                    <a:pt x="2954016" y="39370"/>
                  </a:cubicBezTo>
                  <a:cubicBezTo>
                    <a:pt x="2957191" y="36195"/>
                    <a:pt x="2960366" y="33020"/>
                    <a:pt x="2964811" y="31750"/>
                  </a:cubicBezTo>
                  <a:cubicBezTo>
                    <a:pt x="2969256" y="29845"/>
                    <a:pt x="2973701" y="29210"/>
                    <a:pt x="2978781" y="29210"/>
                  </a:cubicBezTo>
                  <a:close/>
                  <a:moveTo>
                    <a:pt x="2798440" y="29210"/>
                  </a:moveTo>
                  <a:cubicBezTo>
                    <a:pt x="2803520" y="29210"/>
                    <a:pt x="2807965" y="29845"/>
                    <a:pt x="2813045" y="31750"/>
                  </a:cubicBezTo>
                  <a:cubicBezTo>
                    <a:pt x="2817490" y="33655"/>
                    <a:pt x="2821935" y="35560"/>
                    <a:pt x="2825110" y="38100"/>
                  </a:cubicBezTo>
                  <a:lnTo>
                    <a:pt x="2827015" y="38100"/>
                  </a:lnTo>
                  <a:lnTo>
                    <a:pt x="2820030" y="50165"/>
                  </a:lnTo>
                  <a:cubicBezTo>
                    <a:pt x="2816855" y="47625"/>
                    <a:pt x="2813680" y="46355"/>
                    <a:pt x="2810505" y="45085"/>
                  </a:cubicBezTo>
                  <a:cubicBezTo>
                    <a:pt x="2807330" y="43815"/>
                    <a:pt x="2803520" y="43180"/>
                    <a:pt x="2799710" y="43180"/>
                  </a:cubicBezTo>
                  <a:cubicBezTo>
                    <a:pt x="2795900" y="43180"/>
                    <a:pt x="2793360" y="43815"/>
                    <a:pt x="2791455" y="45085"/>
                  </a:cubicBezTo>
                  <a:cubicBezTo>
                    <a:pt x="2789550" y="46355"/>
                    <a:pt x="2788915" y="48260"/>
                    <a:pt x="2788915" y="50165"/>
                  </a:cubicBezTo>
                  <a:cubicBezTo>
                    <a:pt x="2788915" y="51435"/>
                    <a:pt x="2788915" y="52070"/>
                    <a:pt x="2788915" y="52705"/>
                  </a:cubicBezTo>
                  <a:cubicBezTo>
                    <a:pt x="2788915" y="53340"/>
                    <a:pt x="2790185" y="54610"/>
                    <a:pt x="2790820" y="55245"/>
                  </a:cubicBezTo>
                  <a:cubicBezTo>
                    <a:pt x="2792090" y="55880"/>
                    <a:pt x="2793360" y="57150"/>
                    <a:pt x="2795265" y="57785"/>
                  </a:cubicBezTo>
                  <a:cubicBezTo>
                    <a:pt x="2797170" y="59055"/>
                    <a:pt x="2799710" y="59690"/>
                    <a:pt x="2802250" y="60960"/>
                  </a:cubicBezTo>
                  <a:cubicBezTo>
                    <a:pt x="2806695" y="62865"/>
                    <a:pt x="2810505" y="64135"/>
                    <a:pt x="2813680" y="66040"/>
                  </a:cubicBezTo>
                  <a:cubicBezTo>
                    <a:pt x="2816855" y="67310"/>
                    <a:pt x="2819395" y="69215"/>
                    <a:pt x="2821935" y="71120"/>
                  </a:cubicBezTo>
                  <a:cubicBezTo>
                    <a:pt x="2823840" y="73025"/>
                    <a:pt x="2825745" y="75565"/>
                    <a:pt x="2827015" y="78105"/>
                  </a:cubicBezTo>
                  <a:cubicBezTo>
                    <a:pt x="2828285" y="80645"/>
                    <a:pt x="2828920" y="83820"/>
                    <a:pt x="2828920" y="87630"/>
                  </a:cubicBezTo>
                  <a:cubicBezTo>
                    <a:pt x="2828920" y="92075"/>
                    <a:pt x="2828285" y="95250"/>
                    <a:pt x="2826380" y="98425"/>
                  </a:cubicBezTo>
                  <a:cubicBezTo>
                    <a:pt x="2824475" y="101600"/>
                    <a:pt x="2822570" y="103505"/>
                    <a:pt x="2820030" y="105410"/>
                  </a:cubicBezTo>
                  <a:cubicBezTo>
                    <a:pt x="2817490" y="107315"/>
                    <a:pt x="2814315" y="108585"/>
                    <a:pt x="2810505" y="109220"/>
                  </a:cubicBezTo>
                  <a:cubicBezTo>
                    <a:pt x="2806695" y="109855"/>
                    <a:pt x="2803520" y="110490"/>
                    <a:pt x="2799710" y="110490"/>
                  </a:cubicBezTo>
                  <a:cubicBezTo>
                    <a:pt x="2794630" y="110490"/>
                    <a:pt x="2789550" y="109855"/>
                    <a:pt x="2783835" y="107950"/>
                  </a:cubicBezTo>
                  <a:cubicBezTo>
                    <a:pt x="2778120" y="106045"/>
                    <a:pt x="2773675" y="103505"/>
                    <a:pt x="2769230" y="100965"/>
                  </a:cubicBezTo>
                  <a:lnTo>
                    <a:pt x="2776215" y="89535"/>
                  </a:lnTo>
                  <a:cubicBezTo>
                    <a:pt x="2780025" y="92075"/>
                    <a:pt x="2783835" y="93980"/>
                    <a:pt x="2787645" y="95250"/>
                  </a:cubicBezTo>
                  <a:cubicBezTo>
                    <a:pt x="2791455" y="96520"/>
                    <a:pt x="2795265" y="97155"/>
                    <a:pt x="2799075" y="97155"/>
                  </a:cubicBezTo>
                  <a:cubicBezTo>
                    <a:pt x="2804155" y="97155"/>
                    <a:pt x="2807330" y="96520"/>
                    <a:pt x="2809870" y="94615"/>
                  </a:cubicBezTo>
                  <a:cubicBezTo>
                    <a:pt x="2812410" y="93345"/>
                    <a:pt x="2813045" y="90805"/>
                    <a:pt x="2813045" y="88265"/>
                  </a:cubicBezTo>
                  <a:cubicBezTo>
                    <a:pt x="2813045" y="86995"/>
                    <a:pt x="2813045" y="85725"/>
                    <a:pt x="2811775" y="84455"/>
                  </a:cubicBezTo>
                  <a:cubicBezTo>
                    <a:pt x="2811140" y="83185"/>
                    <a:pt x="2809870" y="82550"/>
                    <a:pt x="2807965" y="81280"/>
                  </a:cubicBezTo>
                  <a:cubicBezTo>
                    <a:pt x="2806695" y="80010"/>
                    <a:pt x="2804790" y="79375"/>
                    <a:pt x="2802250" y="78105"/>
                  </a:cubicBezTo>
                  <a:cubicBezTo>
                    <a:pt x="2800345" y="77470"/>
                    <a:pt x="2797805" y="76200"/>
                    <a:pt x="2794630" y="74930"/>
                  </a:cubicBezTo>
                  <a:cubicBezTo>
                    <a:pt x="2790185" y="73025"/>
                    <a:pt x="2787010" y="71755"/>
                    <a:pt x="2783835" y="69850"/>
                  </a:cubicBezTo>
                  <a:cubicBezTo>
                    <a:pt x="2780660" y="67945"/>
                    <a:pt x="2778755" y="66675"/>
                    <a:pt x="2776850" y="64770"/>
                  </a:cubicBezTo>
                  <a:cubicBezTo>
                    <a:pt x="2774945" y="62865"/>
                    <a:pt x="2773675" y="60960"/>
                    <a:pt x="2773040" y="58420"/>
                  </a:cubicBezTo>
                  <a:cubicBezTo>
                    <a:pt x="2772405" y="55880"/>
                    <a:pt x="2771770" y="53340"/>
                    <a:pt x="2771770" y="50165"/>
                  </a:cubicBezTo>
                  <a:cubicBezTo>
                    <a:pt x="2771770" y="46990"/>
                    <a:pt x="2772405" y="43815"/>
                    <a:pt x="2773675" y="40640"/>
                  </a:cubicBezTo>
                  <a:cubicBezTo>
                    <a:pt x="2774945" y="38100"/>
                    <a:pt x="2776850" y="35560"/>
                    <a:pt x="2779390" y="34290"/>
                  </a:cubicBezTo>
                  <a:cubicBezTo>
                    <a:pt x="2781930" y="32385"/>
                    <a:pt x="2784470" y="31115"/>
                    <a:pt x="2787645" y="30480"/>
                  </a:cubicBezTo>
                  <a:cubicBezTo>
                    <a:pt x="2790820" y="29845"/>
                    <a:pt x="2794630" y="29210"/>
                    <a:pt x="2798440" y="29210"/>
                  </a:cubicBezTo>
                  <a:close/>
                  <a:moveTo>
                    <a:pt x="2723510" y="29210"/>
                  </a:moveTo>
                  <a:cubicBezTo>
                    <a:pt x="2725415" y="29210"/>
                    <a:pt x="2727320" y="29210"/>
                    <a:pt x="2729225" y="29210"/>
                  </a:cubicBezTo>
                  <a:cubicBezTo>
                    <a:pt x="2733670" y="29210"/>
                    <a:pt x="2738115" y="29845"/>
                    <a:pt x="2741290" y="31750"/>
                  </a:cubicBezTo>
                  <a:cubicBezTo>
                    <a:pt x="2744465" y="33020"/>
                    <a:pt x="2747640" y="35560"/>
                    <a:pt x="2750180" y="38100"/>
                  </a:cubicBezTo>
                  <a:cubicBezTo>
                    <a:pt x="2752720" y="41275"/>
                    <a:pt x="2753990" y="44450"/>
                    <a:pt x="2755260" y="48895"/>
                  </a:cubicBezTo>
                  <a:cubicBezTo>
                    <a:pt x="2756530" y="53340"/>
                    <a:pt x="2757165" y="58420"/>
                    <a:pt x="2757165" y="64135"/>
                  </a:cubicBezTo>
                  <a:lnTo>
                    <a:pt x="2757165" y="108585"/>
                  </a:lnTo>
                  <a:lnTo>
                    <a:pt x="2741925" y="108585"/>
                  </a:lnTo>
                  <a:lnTo>
                    <a:pt x="2741290" y="108585"/>
                  </a:lnTo>
                  <a:lnTo>
                    <a:pt x="2741290" y="64770"/>
                  </a:lnTo>
                  <a:cubicBezTo>
                    <a:pt x="2741290" y="57785"/>
                    <a:pt x="2740020" y="52070"/>
                    <a:pt x="2737480" y="48895"/>
                  </a:cubicBezTo>
                  <a:cubicBezTo>
                    <a:pt x="2734940" y="45085"/>
                    <a:pt x="2731130" y="43180"/>
                    <a:pt x="2725415" y="43180"/>
                  </a:cubicBezTo>
                  <a:cubicBezTo>
                    <a:pt x="2722875" y="43180"/>
                    <a:pt x="2720970" y="43180"/>
                    <a:pt x="2718430" y="44450"/>
                  </a:cubicBezTo>
                  <a:cubicBezTo>
                    <a:pt x="2716525" y="45085"/>
                    <a:pt x="2714620" y="46990"/>
                    <a:pt x="2713350" y="48260"/>
                  </a:cubicBezTo>
                  <a:cubicBezTo>
                    <a:pt x="2712080" y="50165"/>
                    <a:pt x="2710810" y="52070"/>
                    <a:pt x="2710175" y="54610"/>
                  </a:cubicBezTo>
                  <a:cubicBezTo>
                    <a:pt x="2710175" y="57150"/>
                    <a:pt x="2709540" y="59690"/>
                    <a:pt x="2709540" y="62865"/>
                  </a:cubicBezTo>
                  <a:lnTo>
                    <a:pt x="2709540" y="108585"/>
                  </a:lnTo>
                  <a:lnTo>
                    <a:pt x="2694300" y="108585"/>
                  </a:lnTo>
                  <a:lnTo>
                    <a:pt x="2694300" y="30480"/>
                  </a:lnTo>
                  <a:lnTo>
                    <a:pt x="2709540" y="30480"/>
                  </a:lnTo>
                  <a:lnTo>
                    <a:pt x="2709540" y="38100"/>
                  </a:lnTo>
                  <a:cubicBezTo>
                    <a:pt x="2709540" y="38100"/>
                    <a:pt x="2711445" y="35560"/>
                    <a:pt x="2713350" y="34290"/>
                  </a:cubicBezTo>
                  <a:cubicBezTo>
                    <a:pt x="2714620" y="33020"/>
                    <a:pt x="2716525" y="32385"/>
                    <a:pt x="2717795" y="31115"/>
                  </a:cubicBezTo>
                  <a:cubicBezTo>
                    <a:pt x="2719700" y="30480"/>
                    <a:pt x="2721605" y="29845"/>
                    <a:pt x="2723510" y="29210"/>
                  </a:cubicBezTo>
                  <a:close/>
                  <a:moveTo>
                    <a:pt x="2530470" y="29210"/>
                  </a:moveTo>
                  <a:cubicBezTo>
                    <a:pt x="2536185" y="29210"/>
                    <a:pt x="2540630" y="30480"/>
                    <a:pt x="2545075" y="32385"/>
                  </a:cubicBezTo>
                  <a:cubicBezTo>
                    <a:pt x="2548885" y="34290"/>
                    <a:pt x="2552695" y="37465"/>
                    <a:pt x="2555235" y="40640"/>
                  </a:cubicBezTo>
                  <a:cubicBezTo>
                    <a:pt x="2557775" y="44450"/>
                    <a:pt x="2559680" y="48260"/>
                    <a:pt x="2561585" y="53340"/>
                  </a:cubicBezTo>
                  <a:cubicBezTo>
                    <a:pt x="2562855" y="57785"/>
                    <a:pt x="2563490" y="62865"/>
                    <a:pt x="2563490" y="68580"/>
                  </a:cubicBezTo>
                  <a:lnTo>
                    <a:pt x="2562220" y="68580"/>
                  </a:lnTo>
                  <a:cubicBezTo>
                    <a:pt x="2562220" y="68580"/>
                    <a:pt x="2562220" y="71120"/>
                    <a:pt x="2562220" y="72390"/>
                  </a:cubicBezTo>
                  <a:cubicBezTo>
                    <a:pt x="2562220" y="73660"/>
                    <a:pt x="2562220" y="74295"/>
                    <a:pt x="2562220" y="75565"/>
                  </a:cubicBezTo>
                  <a:lnTo>
                    <a:pt x="2510785" y="75565"/>
                  </a:lnTo>
                  <a:cubicBezTo>
                    <a:pt x="2510785" y="79375"/>
                    <a:pt x="2512055" y="82550"/>
                    <a:pt x="2513325" y="85090"/>
                  </a:cubicBezTo>
                  <a:cubicBezTo>
                    <a:pt x="2514595" y="87630"/>
                    <a:pt x="2515865" y="90170"/>
                    <a:pt x="2517770" y="91440"/>
                  </a:cubicBezTo>
                  <a:cubicBezTo>
                    <a:pt x="2519675" y="93345"/>
                    <a:pt x="2521580" y="94615"/>
                    <a:pt x="2523485" y="95250"/>
                  </a:cubicBezTo>
                  <a:cubicBezTo>
                    <a:pt x="2525390" y="95885"/>
                    <a:pt x="2527930" y="96520"/>
                    <a:pt x="2530470" y="96520"/>
                  </a:cubicBezTo>
                  <a:cubicBezTo>
                    <a:pt x="2532375" y="96520"/>
                    <a:pt x="2533645" y="96520"/>
                    <a:pt x="2535550" y="96520"/>
                  </a:cubicBezTo>
                  <a:cubicBezTo>
                    <a:pt x="2536820" y="96520"/>
                    <a:pt x="2538725" y="95885"/>
                    <a:pt x="2539995" y="95250"/>
                  </a:cubicBezTo>
                  <a:cubicBezTo>
                    <a:pt x="2541265" y="95250"/>
                    <a:pt x="2542535" y="93980"/>
                    <a:pt x="2543805" y="93345"/>
                  </a:cubicBezTo>
                  <a:cubicBezTo>
                    <a:pt x="2545075" y="93345"/>
                    <a:pt x="2546345" y="92075"/>
                    <a:pt x="2548250" y="90805"/>
                  </a:cubicBezTo>
                  <a:lnTo>
                    <a:pt x="2557140" y="100330"/>
                  </a:lnTo>
                  <a:cubicBezTo>
                    <a:pt x="2557140" y="100330"/>
                    <a:pt x="2553330" y="103505"/>
                    <a:pt x="2551425" y="104775"/>
                  </a:cubicBezTo>
                  <a:cubicBezTo>
                    <a:pt x="2549520" y="106045"/>
                    <a:pt x="2547615" y="106680"/>
                    <a:pt x="2545710" y="107950"/>
                  </a:cubicBezTo>
                  <a:cubicBezTo>
                    <a:pt x="2543805" y="108585"/>
                    <a:pt x="2541265" y="109855"/>
                    <a:pt x="2538725" y="109855"/>
                  </a:cubicBezTo>
                  <a:cubicBezTo>
                    <a:pt x="2536185" y="109855"/>
                    <a:pt x="2533010" y="110490"/>
                    <a:pt x="2529835" y="110490"/>
                  </a:cubicBezTo>
                  <a:cubicBezTo>
                    <a:pt x="2526660" y="110490"/>
                    <a:pt x="2523485" y="110490"/>
                    <a:pt x="2520310" y="109220"/>
                  </a:cubicBezTo>
                  <a:cubicBezTo>
                    <a:pt x="2517135" y="108585"/>
                    <a:pt x="2514595" y="107315"/>
                    <a:pt x="2512690" y="105410"/>
                  </a:cubicBezTo>
                  <a:cubicBezTo>
                    <a:pt x="2510785" y="103505"/>
                    <a:pt x="2508245" y="102235"/>
                    <a:pt x="2506340" y="100330"/>
                  </a:cubicBezTo>
                  <a:cubicBezTo>
                    <a:pt x="2504435" y="98425"/>
                    <a:pt x="2502530" y="95885"/>
                    <a:pt x="2501260" y="92710"/>
                  </a:cubicBezTo>
                  <a:cubicBezTo>
                    <a:pt x="2499355" y="89535"/>
                    <a:pt x="2498085" y="86360"/>
                    <a:pt x="2497450" y="82550"/>
                  </a:cubicBezTo>
                  <a:cubicBezTo>
                    <a:pt x="2496815" y="78740"/>
                    <a:pt x="2496180" y="74295"/>
                    <a:pt x="2496180" y="69850"/>
                  </a:cubicBezTo>
                  <a:cubicBezTo>
                    <a:pt x="2496180" y="63500"/>
                    <a:pt x="2496815" y="57150"/>
                    <a:pt x="2498720" y="52070"/>
                  </a:cubicBezTo>
                  <a:cubicBezTo>
                    <a:pt x="2500625" y="46990"/>
                    <a:pt x="2502530" y="42545"/>
                    <a:pt x="2505705" y="39370"/>
                  </a:cubicBezTo>
                  <a:cubicBezTo>
                    <a:pt x="2508880" y="36195"/>
                    <a:pt x="2512055" y="33020"/>
                    <a:pt x="2516500" y="31750"/>
                  </a:cubicBezTo>
                  <a:cubicBezTo>
                    <a:pt x="2520945" y="29845"/>
                    <a:pt x="2525390" y="29210"/>
                    <a:pt x="2530470" y="29210"/>
                  </a:cubicBezTo>
                  <a:close/>
                  <a:moveTo>
                    <a:pt x="2298061" y="29210"/>
                  </a:moveTo>
                  <a:cubicBezTo>
                    <a:pt x="2301236" y="29210"/>
                    <a:pt x="2303776" y="29210"/>
                    <a:pt x="2305681" y="29845"/>
                  </a:cubicBezTo>
                  <a:cubicBezTo>
                    <a:pt x="2307586" y="29845"/>
                    <a:pt x="2309491" y="31115"/>
                    <a:pt x="2311396" y="32385"/>
                  </a:cubicBezTo>
                  <a:lnTo>
                    <a:pt x="2307586" y="46990"/>
                  </a:lnTo>
                  <a:lnTo>
                    <a:pt x="2306316" y="46990"/>
                  </a:lnTo>
                  <a:cubicBezTo>
                    <a:pt x="2306316" y="46990"/>
                    <a:pt x="2303141" y="45085"/>
                    <a:pt x="2301236" y="45085"/>
                  </a:cubicBezTo>
                  <a:cubicBezTo>
                    <a:pt x="2299331" y="45085"/>
                    <a:pt x="2297426" y="44450"/>
                    <a:pt x="2294886" y="44450"/>
                  </a:cubicBezTo>
                  <a:cubicBezTo>
                    <a:pt x="2289806" y="44450"/>
                    <a:pt x="2285996" y="46355"/>
                    <a:pt x="2283456" y="49530"/>
                  </a:cubicBezTo>
                  <a:cubicBezTo>
                    <a:pt x="2280916" y="52705"/>
                    <a:pt x="2279646" y="57785"/>
                    <a:pt x="2279646" y="64770"/>
                  </a:cubicBezTo>
                  <a:lnTo>
                    <a:pt x="2279646" y="109220"/>
                  </a:lnTo>
                  <a:lnTo>
                    <a:pt x="2264406" y="109220"/>
                  </a:lnTo>
                  <a:lnTo>
                    <a:pt x="2264406" y="31115"/>
                  </a:lnTo>
                  <a:lnTo>
                    <a:pt x="2279646" y="31115"/>
                  </a:lnTo>
                  <a:lnTo>
                    <a:pt x="2279646" y="38735"/>
                  </a:lnTo>
                  <a:cubicBezTo>
                    <a:pt x="2279646" y="38735"/>
                    <a:pt x="2281551" y="36195"/>
                    <a:pt x="2282821" y="34925"/>
                  </a:cubicBezTo>
                  <a:cubicBezTo>
                    <a:pt x="2284091" y="33655"/>
                    <a:pt x="2285361" y="33020"/>
                    <a:pt x="2287266" y="31750"/>
                  </a:cubicBezTo>
                  <a:cubicBezTo>
                    <a:pt x="2288536" y="31115"/>
                    <a:pt x="2290441" y="30480"/>
                    <a:pt x="2292346" y="29845"/>
                  </a:cubicBezTo>
                  <a:cubicBezTo>
                    <a:pt x="2294251" y="29845"/>
                    <a:pt x="2296156" y="29210"/>
                    <a:pt x="2298061" y="29210"/>
                  </a:cubicBezTo>
                  <a:close/>
                  <a:moveTo>
                    <a:pt x="2216145" y="29210"/>
                  </a:moveTo>
                  <a:cubicBezTo>
                    <a:pt x="2221860" y="29210"/>
                    <a:pt x="2226305" y="30480"/>
                    <a:pt x="2230750" y="32385"/>
                  </a:cubicBezTo>
                  <a:cubicBezTo>
                    <a:pt x="2234560" y="34290"/>
                    <a:pt x="2238370" y="37465"/>
                    <a:pt x="2240910" y="40640"/>
                  </a:cubicBezTo>
                  <a:cubicBezTo>
                    <a:pt x="2243450" y="44450"/>
                    <a:pt x="2245355" y="48260"/>
                    <a:pt x="2247260" y="53340"/>
                  </a:cubicBezTo>
                  <a:cubicBezTo>
                    <a:pt x="2248530" y="57785"/>
                    <a:pt x="2249165" y="62865"/>
                    <a:pt x="2249165" y="68580"/>
                  </a:cubicBezTo>
                  <a:lnTo>
                    <a:pt x="2247895" y="68580"/>
                  </a:lnTo>
                  <a:cubicBezTo>
                    <a:pt x="2247895" y="68580"/>
                    <a:pt x="2247895" y="71120"/>
                    <a:pt x="2247895" y="72390"/>
                  </a:cubicBezTo>
                  <a:cubicBezTo>
                    <a:pt x="2247895" y="73660"/>
                    <a:pt x="2247895" y="74295"/>
                    <a:pt x="2247895" y="75565"/>
                  </a:cubicBezTo>
                  <a:lnTo>
                    <a:pt x="2196460" y="75565"/>
                  </a:lnTo>
                  <a:cubicBezTo>
                    <a:pt x="2196460" y="79375"/>
                    <a:pt x="2197730" y="82550"/>
                    <a:pt x="2199000" y="85090"/>
                  </a:cubicBezTo>
                  <a:cubicBezTo>
                    <a:pt x="2200270" y="87630"/>
                    <a:pt x="2201540" y="90170"/>
                    <a:pt x="2203445" y="91440"/>
                  </a:cubicBezTo>
                  <a:cubicBezTo>
                    <a:pt x="2205350" y="93345"/>
                    <a:pt x="2207255" y="94615"/>
                    <a:pt x="2209160" y="95250"/>
                  </a:cubicBezTo>
                  <a:cubicBezTo>
                    <a:pt x="2211065" y="95885"/>
                    <a:pt x="2213605" y="96520"/>
                    <a:pt x="2216145" y="96520"/>
                  </a:cubicBezTo>
                  <a:cubicBezTo>
                    <a:pt x="2218050" y="96520"/>
                    <a:pt x="2219320" y="96520"/>
                    <a:pt x="2221225" y="96520"/>
                  </a:cubicBezTo>
                  <a:cubicBezTo>
                    <a:pt x="2222495" y="96520"/>
                    <a:pt x="2224400" y="95885"/>
                    <a:pt x="2225670" y="95250"/>
                  </a:cubicBezTo>
                  <a:cubicBezTo>
                    <a:pt x="2226940" y="95250"/>
                    <a:pt x="2228210" y="93980"/>
                    <a:pt x="2229480" y="93345"/>
                  </a:cubicBezTo>
                  <a:cubicBezTo>
                    <a:pt x="2230750" y="93345"/>
                    <a:pt x="2232020" y="92075"/>
                    <a:pt x="2233925" y="90805"/>
                  </a:cubicBezTo>
                  <a:lnTo>
                    <a:pt x="2242815" y="100330"/>
                  </a:lnTo>
                  <a:cubicBezTo>
                    <a:pt x="2242815" y="100330"/>
                    <a:pt x="2239005" y="103505"/>
                    <a:pt x="2237100" y="104775"/>
                  </a:cubicBezTo>
                  <a:cubicBezTo>
                    <a:pt x="2235195" y="106045"/>
                    <a:pt x="2233290" y="106680"/>
                    <a:pt x="2231385" y="107950"/>
                  </a:cubicBezTo>
                  <a:cubicBezTo>
                    <a:pt x="2229480" y="108585"/>
                    <a:pt x="2226940" y="109855"/>
                    <a:pt x="2224400" y="109855"/>
                  </a:cubicBezTo>
                  <a:cubicBezTo>
                    <a:pt x="2221860" y="109855"/>
                    <a:pt x="2218685" y="110490"/>
                    <a:pt x="2215510" y="110490"/>
                  </a:cubicBezTo>
                  <a:cubicBezTo>
                    <a:pt x="2212335" y="110490"/>
                    <a:pt x="2209160" y="110490"/>
                    <a:pt x="2205985" y="109220"/>
                  </a:cubicBezTo>
                  <a:cubicBezTo>
                    <a:pt x="2202810" y="108585"/>
                    <a:pt x="2200270" y="107315"/>
                    <a:pt x="2198365" y="105410"/>
                  </a:cubicBezTo>
                  <a:cubicBezTo>
                    <a:pt x="2195825" y="104140"/>
                    <a:pt x="2193920" y="102235"/>
                    <a:pt x="2192015" y="100330"/>
                  </a:cubicBezTo>
                  <a:cubicBezTo>
                    <a:pt x="2190110" y="98425"/>
                    <a:pt x="2188205" y="95885"/>
                    <a:pt x="2186935" y="92710"/>
                  </a:cubicBezTo>
                  <a:cubicBezTo>
                    <a:pt x="2185030" y="89535"/>
                    <a:pt x="2183760" y="86360"/>
                    <a:pt x="2183125" y="82550"/>
                  </a:cubicBezTo>
                  <a:cubicBezTo>
                    <a:pt x="2182490" y="78740"/>
                    <a:pt x="2181855" y="74295"/>
                    <a:pt x="2181855" y="69850"/>
                  </a:cubicBezTo>
                  <a:cubicBezTo>
                    <a:pt x="2181855" y="63500"/>
                    <a:pt x="2182490" y="57150"/>
                    <a:pt x="2184395" y="52070"/>
                  </a:cubicBezTo>
                  <a:cubicBezTo>
                    <a:pt x="2186300" y="46990"/>
                    <a:pt x="2188205" y="42545"/>
                    <a:pt x="2191380" y="39370"/>
                  </a:cubicBezTo>
                  <a:cubicBezTo>
                    <a:pt x="2194555" y="36195"/>
                    <a:pt x="2197730" y="33020"/>
                    <a:pt x="2202175" y="31750"/>
                  </a:cubicBezTo>
                  <a:cubicBezTo>
                    <a:pt x="2206620" y="29845"/>
                    <a:pt x="2211065" y="29210"/>
                    <a:pt x="2216145" y="29210"/>
                  </a:cubicBezTo>
                  <a:close/>
                  <a:moveTo>
                    <a:pt x="2029456" y="29210"/>
                  </a:moveTo>
                  <a:cubicBezTo>
                    <a:pt x="2035171" y="29210"/>
                    <a:pt x="2039616" y="30480"/>
                    <a:pt x="2044061" y="32385"/>
                  </a:cubicBezTo>
                  <a:cubicBezTo>
                    <a:pt x="2047871" y="34290"/>
                    <a:pt x="2051681" y="37465"/>
                    <a:pt x="2054221" y="40640"/>
                  </a:cubicBezTo>
                  <a:cubicBezTo>
                    <a:pt x="2056761" y="44450"/>
                    <a:pt x="2058666" y="48260"/>
                    <a:pt x="2060571" y="53340"/>
                  </a:cubicBezTo>
                  <a:cubicBezTo>
                    <a:pt x="2061841" y="57785"/>
                    <a:pt x="2062476" y="62865"/>
                    <a:pt x="2062476" y="68580"/>
                  </a:cubicBezTo>
                  <a:lnTo>
                    <a:pt x="2061206" y="68580"/>
                  </a:lnTo>
                  <a:cubicBezTo>
                    <a:pt x="2061206" y="68580"/>
                    <a:pt x="2061206" y="71120"/>
                    <a:pt x="2061206" y="72390"/>
                  </a:cubicBezTo>
                  <a:cubicBezTo>
                    <a:pt x="2061206" y="73660"/>
                    <a:pt x="2061206" y="74295"/>
                    <a:pt x="2061206" y="75565"/>
                  </a:cubicBezTo>
                  <a:lnTo>
                    <a:pt x="2009771" y="75565"/>
                  </a:lnTo>
                  <a:cubicBezTo>
                    <a:pt x="2009771" y="79375"/>
                    <a:pt x="2011041" y="82550"/>
                    <a:pt x="2012311" y="85090"/>
                  </a:cubicBezTo>
                  <a:cubicBezTo>
                    <a:pt x="2013581" y="87630"/>
                    <a:pt x="2014851" y="90170"/>
                    <a:pt x="2016756" y="91440"/>
                  </a:cubicBezTo>
                  <a:cubicBezTo>
                    <a:pt x="2018661" y="93345"/>
                    <a:pt x="2020566" y="94615"/>
                    <a:pt x="2022471" y="95250"/>
                  </a:cubicBezTo>
                  <a:cubicBezTo>
                    <a:pt x="2024376" y="95885"/>
                    <a:pt x="2026916" y="96520"/>
                    <a:pt x="2029456" y="96520"/>
                  </a:cubicBezTo>
                  <a:cubicBezTo>
                    <a:pt x="2031361" y="96520"/>
                    <a:pt x="2032631" y="96520"/>
                    <a:pt x="2034536" y="96520"/>
                  </a:cubicBezTo>
                  <a:cubicBezTo>
                    <a:pt x="2035806" y="96520"/>
                    <a:pt x="2037711" y="95885"/>
                    <a:pt x="2038981" y="95250"/>
                  </a:cubicBezTo>
                  <a:cubicBezTo>
                    <a:pt x="2040251" y="95250"/>
                    <a:pt x="2041521" y="93980"/>
                    <a:pt x="2042791" y="93345"/>
                  </a:cubicBezTo>
                  <a:cubicBezTo>
                    <a:pt x="2044061" y="93345"/>
                    <a:pt x="2045331" y="92075"/>
                    <a:pt x="2047236" y="90805"/>
                  </a:cubicBezTo>
                  <a:lnTo>
                    <a:pt x="2056126" y="100330"/>
                  </a:lnTo>
                  <a:cubicBezTo>
                    <a:pt x="2056126" y="100330"/>
                    <a:pt x="2052316" y="103505"/>
                    <a:pt x="2050411" y="104775"/>
                  </a:cubicBezTo>
                  <a:cubicBezTo>
                    <a:pt x="2048506" y="106045"/>
                    <a:pt x="2046601" y="106680"/>
                    <a:pt x="2044696" y="107950"/>
                  </a:cubicBezTo>
                  <a:cubicBezTo>
                    <a:pt x="2042791" y="108585"/>
                    <a:pt x="2040251" y="109855"/>
                    <a:pt x="2037711" y="109855"/>
                  </a:cubicBezTo>
                  <a:cubicBezTo>
                    <a:pt x="2035171" y="109855"/>
                    <a:pt x="2031996" y="110490"/>
                    <a:pt x="2028821" y="110490"/>
                  </a:cubicBezTo>
                  <a:cubicBezTo>
                    <a:pt x="2025646" y="110490"/>
                    <a:pt x="2022471" y="110490"/>
                    <a:pt x="2019296" y="109220"/>
                  </a:cubicBezTo>
                  <a:cubicBezTo>
                    <a:pt x="2016121" y="108585"/>
                    <a:pt x="2013581" y="107315"/>
                    <a:pt x="2011676" y="105410"/>
                  </a:cubicBezTo>
                  <a:cubicBezTo>
                    <a:pt x="2009136" y="104140"/>
                    <a:pt x="2007231" y="102235"/>
                    <a:pt x="2005326" y="100330"/>
                  </a:cubicBezTo>
                  <a:cubicBezTo>
                    <a:pt x="2003421" y="98425"/>
                    <a:pt x="2001516" y="95885"/>
                    <a:pt x="2000246" y="92710"/>
                  </a:cubicBezTo>
                  <a:cubicBezTo>
                    <a:pt x="1998341" y="89535"/>
                    <a:pt x="1997071" y="86360"/>
                    <a:pt x="1996436" y="82550"/>
                  </a:cubicBezTo>
                  <a:cubicBezTo>
                    <a:pt x="1995801" y="78740"/>
                    <a:pt x="1995166" y="74295"/>
                    <a:pt x="1995166" y="69850"/>
                  </a:cubicBezTo>
                  <a:cubicBezTo>
                    <a:pt x="1995166" y="63500"/>
                    <a:pt x="1995801" y="57150"/>
                    <a:pt x="1997706" y="52070"/>
                  </a:cubicBezTo>
                  <a:cubicBezTo>
                    <a:pt x="1999611" y="46990"/>
                    <a:pt x="2001516" y="42545"/>
                    <a:pt x="2004691" y="39370"/>
                  </a:cubicBezTo>
                  <a:cubicBezTo>
                    <a:pt x="2007866" y="36195"/>
                    <a:pt x="2011041" y="33020"/>
                    <a:pt x="2015486" y="31750"/>
                  </a:cubicBezTo>
                  <a:cubicBezTo>
                    <a:pt x="2019931" y="29845"/>
                    <a:pt x="2024376" y="29210"/>
                    <a:pt x="2029456" y="29210"/>
                  </a:cubicBezTo>
                  <a:close/>
                  <a:moveTo>
                    <a:pt x="1831336" y="29210"/>
                  </a:moveTo>
                  <a:cubicBezTo>
                    <a:pt x="1837051" y="29210"/>
                    <a:pt x="1841496" y="30480"/>
                    <a:pt x="1845941" y="32385"/>
                  </a:cubicBezTo>
                  <a:cubicBezTo>
                    <a:pt x="1849751" y="34290"/>
                    <a:pt x="1853561" y="37465"/>
                    <a:pt x="1856101" y="40640"/>
                  </a:cubicBezTo>
                  <a:cubicBezTo>
                    <a:pt x="1858641" y="44450"/>
                    <a:pt x="1860546" y="48260"/>
                    <a:pt x="1862451" y="53340"/>
                  </a:cubicBezTo>
                  <a:cubicBezTo>
                    <a:pt x="1863721" y="57785"/>
                    <a:pt x="1864356" y="62865"/>
                    <a:pt x="1864356" y="68580"/>
                  </a:cubicBezTo>
                  <a:lnTo>
                    <a:pt x="1863086" y="68580"/>
                  </a:lnTo>
                  <a:cubicBezTo>
                    <a:pt x="1863086" y="68580"/>
                    <a:pt x="1863086" y="71120"/>
                    <a:pt x="1863086" y="72390"/>
                  </a:cubicBezTo>
                  <a:cubicBezTo>
                    <a:pt x="1863086" y="73660"/>
                    <a:pt x="1863086" y="74295"/>
                    <a:pt x="1863086" y="75565"/>
                  </a:cubicBezTo>
                  <a:lnTo>
                    <a:pt x="1811651" y="75565"/>
                  </a:lnTo>
                  <a:cubicBezTo>
                    <a:pt x="1811651" y="79375"/>
                    <a:pt x="1812921" y="82550"/>
                    <a:pt x="1814191" y="85090"/>
                  </a:cubicBezTo>
                  <a:cubicBezTo>
                    <a:pt x="1815461" y="87630"/>
                    <a:pt x="1816731" y="90170"/>
                    <a:pt x="1818636" y="91440"/>
                  </a:cubicBezTo>
                  <a:cubicBezTo>
                    <a:pt x="1820541" y="93345"/>
                    <a:pt x="1822446" y="94615"/>
                    <a:pt x="1824351" y="95250"/>
                  </a:cubicBezTo>
                  <a:cubicBezTo>
                    <a:pt x="1826256" y="95885"/>
                    <a:pt x="1828796" y="96520"/>
                    <a:pt x="1831336" y="96520"/>
                  </a:cubicBezTo>
                  <a:cubicBezTo>
                    <a:pt x="1833241" y="96520"/>
                    <a:pt x="1834511" y="96520"/>
                    <a:pt x="1836416" y="96520"/>
                  </a:cubicBezTo>
                  <a:cubicBezTo>
                    <a:pt x="1837686" y="96520"/>
                    <a:pt x="1839591" y="95885"/>
                    <a:pt x="1840861" y="95250"/>
                  </a:cubicBezTo>
                  <a:cubicBezTo>
                    <a:pt x="1842131" y="95250"/>
                    <a:pt x="1843401" y="93980"/>
                    <a:pt x="1844671" y="93345"/>
                  </a:cubicBezTo>
                  <a:cubicBezTo>
                    <a:pt x="1845941" y="93345"/>
                    <a:pt x="1847211" y="92075"/>
                    <a:pt x="1849116" y="90805"/>
                  </a:cubicBezTo>
                  <a:lnTo>
                    <a:pt x="1858006" y="100330"/>
                  </a:lnTo>
                  <a:cubicBezTo>
                    <a:pt x="1858006" y="100330"/>
                    <a:pt x="1854196" y="103505"/>
                    <a:pt x="1852291" y="104775"/>
                  </a:cubicBezTo>
                  <a:cubicBezTo>
                    <a:pt x="1850386" y="106045"/>
                    <a:pt x="1848481" y="106680"/>
                    <a:pt x="1846576" y="107950"/>
                  </a:cubicBezTo>
                  <a:cubicBezTo>
                    <a:pt x="1844671" y="108585"/>
                    <a:pt x="1842131" y="109855"/>
                    <a:pt x="1839591" y="109855"/>
                  </a:cubicBezTo>
                  <a:cubicBezTo>
                    <a:pt x="1837051" y="109855"/>
                    <a:pt x="1833876" y="110490"/>
                    <a:pt x="1830701" y="110490"/>
                  </a:cubicBezTo>
                  <a:cubicBezTo>
                    <a:pt x="1827526" y="110490"/>
                    <a:pt x="1824351" y="110490"/>
                    <a:pt x="1821176" y="109220"/>
                  </a:cubicBezTo>
                  <a:cubicBezTo>
                    <a:pt x="1818001" y="108585"/>
                    <a:pt x="1815461" y="107315"/>
                    <a:pt x="1813556" y="105410"/>
                  </a:cubicBezTo>
                  <a:cubicBezTo>
                    <a:pt x="1811016" y="104140"/>
                    <a:pt x="1809111" y="102235"/>
                    <a:pt x="1807206" y="100330"/>
                  </a:cubicBezTo>
                  <a:cubicBezTo>
                    <a:pt x="1805301" y="98425"/>
                    <a:pt x="1803396" y="95885"/>
                    <a:pt x="1802126" y="92710"/>
                  </a:cubicBezTo>
                  <a:cubicBezTo>
                    <a:pt x="1800221" y="89535"/>
                    <a:pt x="1798951" y="86360"/>
                    <a:pt x="1798316" y="82550"/>
                  </a:cubicBezTo>
                  <a:cubicBezTo>
                    <a:pt x="1797681" y="78740"/>
                    <a:pt x="1797046" y="74295"/>
                    <a:pt x="1797046" y="69850"/>
                  </a:cubicBezTo>
                  <a:cubicBezTo>
                    <a:pt x="1797046" y="63500"/>
                    <a:pt x="1797681" y="57150"/>
                    <a:pt x="1799586" y="52070"/>
                  </a:cubicBezTo>
                  <a:cubicBezTo>
                    <a:pt x="1801491" y="46990"/>
                    <a:pt x="1803396" y="42545"/>
                    <a:pt x="1806571" y="39370"/>
                  </a:cubicBezTo>
                  <a:cubicBezTo>
                    <a:pt x="1809746" y="36195"/>
                    <a:pt x="1812921" y="33020"/>
                    <a:pt x="1817366" y="31750"/>
                  </a:cubicBezTo>
                  <a:cubicBezTo>
                    <a:pt x="1821811" y="29845"/>
                    <a:pt x="1826256" y="29210"/>
                    <a:pt x="1831336" y="29210"/>
                  </a:cubicBezTo>
                  <a:close/>
                  <a:moveTo>
                    <a:pt x="1501140" y="29210"/>
                  </a:moveTo>
                  <a:cubicBezTo>
                    <a:pt x="1503046" y="29210"/>
                    <a:pt x="1504951" y="29210"/>
                    <a:pt x="1506856" y="29210"/>
                  </a:cubicBezTo>
                  <a:cubicBezTo>
                    <a:pt x="1511301" y="29210"/>
                    <a:pt x="1515746" y="29845"/>
                    <a:pt x="1518920" y="31750"/>
                  </a:cubicBezTo>
                  <a:cubicBezTo>
                    <a:pt x="1522096" y="33020"/>
                    <a:pt x="1525271" y="35560"/>
                    <a:pt x="1527811" y="38100"/>
                  </a:cubicBezTo>
                  <a:cubicBezTo>
                    <a:pt x="1530351" y="41275"/>
                    <a:pt x="1531621" y="44450"/>
                    <a:pt x="1532891" y="48895"/>
                  </a:cubicBezTo>
                  <a:cubicBezTo>
                    <a:pt x="1534161" y="53340"/>
                    <a:pt x="1534796" y="58420"/>
                    <a:pt x="1534796" y="64135"/>
                  </a:cubicBezTo>
                  <a:lnTo>
                    <a:pt x="1534796" y="108585"/>
                  </a:lnTo>
                  <a:lnTo>
                    <a:pt x="1519556" y="108585"/>
                  </a:lnTo>
                  <a:lnTo>
                    <a:pt x="1518920" y="108585"/>
                  </a:lnTo>
                  <a:lnTo>
                    <a:pt x="1518920" y="64770"/>
                  </a:lnTo>
                  <a:cubicBezTo>
                    <a:pt x="1518920" y="57785"/>
                    <a:pt x="1517651" y="52070"/>
                    <a:pt x="1515111" y="48895"/>
                  </a:cubicBezTo>
                  <a:cubicBezTo>
                    <a:pt x="1512571" y="45085"/>
                    <a:pt x="1508761" y="43180"/>
                    <a:pt x="1503046" y="43180"/>
                  </a:cubicBezTo>
                  <a:cubicBezTo>
                    <a:pt x="1500506" y="43180"/>
                    <a:pt x="1498601" y="43180"/>
                    <a:pt x="1496061" y="44450"/>
                  </a:cubicBezTo>
                  <a:cubicBezTo>
                    <a:pt x="1494156" y="45085"/>
                    <a:pt x="1492250" y="46990"/>
                    <a:pt x="1490981" y="48260"/>
                  </a:cubicBezTo>
                  <a:cubicBezTo>
                    <a:pt x="1489711" y="50165"/>
                    <a:pt x="1488441" y="52070"/>
                    <a:pt x="1487806" y="54610"/>
                  </a:cubicBezTo>
                  <a:cubicBezTo>
                    <a:pt x="1487806" y="57150"/>
                    <a:pt x="1487170" y="59690"/>
                    <a:pt x="1487170" y="62865"/>
                  </a:cubicBezTo>
                  <a:lnTo>
                    <a:pt x="1487170" y="108585"/>
                  </a:lnTo>
                  <a:lnTo>
                    <a:pt x="1471931" y="108585"/>
                  </a:lnTo>
                  <a:lnTo>
                    <a:pt x="1471931" y="30480"/>
                  </a:lnTo>
                  <a:lnTo>
                    <a:pt x="1487170" y="30480"/>
                  </a:lnTo>
                  <a:lnTo>
                    <a:pt x="1487170" y="38100"/>
                  </a:lnTo>
                  <a:cubicBezTo>
                    <a:pt x="1487170" y="38100"/>
                    <a:pt x="1489076" y="35560"/>
                    <a:pt x="1490981" y="34290"/>
                  </a:cubicBezTo>
                  <a:cubicBezTo>
                    <a:pt x="1492250" y="33020"/>
                    <a:pt x="1494156" y="32385"/>
                    <a:pt x="1495426" y="31115"/>
                  </a:cubicBezTo>
                  <a:cubicBezTo>
                    <a:pt x="1497331" y="30480"/>
                    <a:pt x="1499236" y="29845"/>
                    <a:pt x="1501140" y="29210"/>
                  </a:cubicBezTo>
                  <a:close/>
                  <a:moveTo>
                    <a:pt x="1250316" y="29210"/>
                  </a:moveTo>
                  <a:cubicBezTo>
                    <a:pt x="1255396" y="29210"/>
                    <a:pt x="1259841" y="29845"/>
                    <a:pt x="1264286" y="31750"/>
                  </a:cubicBezTo>
                  <a:cubicBezTo>
                    <a:pt x="1268731" y="33655"/>
                    <a:pt x="1273176" y="35560"/>
                    <a:pt x="1276350" y="38100"/>
                  </a:cubicBezTo>
                  <a:lnTo>
                    <a:pt x="1278256" y="38100"/>
                  </a:lnTo>
                  <a:lnTo>
                    <a:pt x="1271271" y="50165"/>
                  </a:lnTo>
                  <a:cubicBezTo>
                    <a:pt x="1268095" y="47625"/>
                    <a:pt x="1264921" y="46355"/>
                    <a:pt x="1261746" y="45085"/>
                  </a:cubicBezTo>
                  <a:cubicBezTo>
                    <a:pt x="1258570" y="43815"/>
                    <a:pt x="1254761" y="43180"/>
                    <a:pt x="1250951" y="43180"/>
                  </a:cubicBezTo>
                  <a:cubicBezTo>
                    <a:pt x="1247141" y="43180"/>
                    <a:pt x="1244601" y="43815"/>
                    <a:pt x="1242696" y="45085"/>
                  </a:cubicBezTo>
                  <a:cubicBezTo>
                    <a:pt x="1240791" y="46355"/>
                    <a:pt x="1240156" y="48260"/>
                    <a:pt x="1240156" y="50165"/>
                  </a:cubicBezTo>
                  <a:cubicBezTo>
                    <a:pt x="1240156" y="51435"/>
                    <a:pt x="1240156" y="52070"/>
                    <a:pt x="1240156" y="52705"/>
                  </a:cubicBezTo>
                  <a:cubicBezTo>
                    <a:pt x="1240156" y="53340"/>
                    <a:pt x="1241426" y="54610"/>
                    <a:pt x="1242061" y="55245"/>
                  </a:cubicBezTo>
                  <a:cubicBezTo>
                    <a:pt x="1243331" y="55880"/>
                    <a:pt x="1244601" y="57150"/>
                    <a:pt x="1246506" y="57785"/>
                  </a:cubicBezTo>
                  <a:cubicBezTo>
                    <a:pt x="1248411" y="59055"/>
                    <a:pt x="1250951" y="59690"/>
                    <a:pt x="1253491" y="60960"/>
                  </a:cubicBezTo>
                  <a:cubicBezTo>
                    <a:pt x="1257936" y="62865"/>
                    <a:pt x="1261746" y="64135"/>
                    <a:pt x="1264921" y="66040"/>
                  </a:cubicBezTo>
                  <a:cubicBezTo>
                    <a:pt x="1268095" y="67310"/>
                    <a:pt x="1270635" y="69215"/>
                    <a:pt x="1273176" y="71120"/>
                  </a:cubicBezTo>
                  <a:cubicBezTo>
                    <a:pt x="1275080" y="73025"/>
                    <a:pt x="1276985" y="75565"/>
                    <a:pt x="1278256" y="78105"/>
                  </a:cubicBezTo>
                  <a:cubicBezTo>
                    <a:pt x="1279525" y="80645"/>
                    <a:pt x="1280161" y="83820"/>
                    <a:pt x="1280161" y="87630"/>
                  </a:cubicBezTo>
                  <a:cubicBezTo>
                    <a:pt x="1280161" y="92075"/>
                    <a:pt x="1279525" y="95250"/>
                    <a:pt x="1277621" y="98425"/>
                  </a:cubicBezTo>
                  <a:cubicBezTo>
                    <a:pt x="1275716" y="101600"/>
                    <a:pt x="1273811" y="103505"/>
                    <a:pt x="1271271" y="105410"/>
                  </a:cubicBezTo>
                  <a:cubicBezTo>
                    <a:pt x="1268731" y="107315"/>
                    <a:pt x="1265556" y="108585"/>
                    <a:pt x="1261746" y="109220"/>
                  </a:cubicBezTo>
                  <a:cubicBezTo>
                    <a:pt x="1257936" y="109855"/>
                    <a:pt x="1254761" y="110490"/>
                    <a:pt x="1250951" y="110490"/>
                  </a:cubicBezTo>
                  <a:cubicBezTo>
                    <a:pt x="1245871" y="110490"/>
                    <a:pt x="1240791" y="109855"/>
                    <a:pt x="1235711" y="107950"/>
                  </a:cubicBezTo>
                  <a:cubicBezTo>
                    <a:pt x="1229996" y="106045"/>
                    <a:pt x="1225551" y="103505"/>
                    <a:pt x="1221106" y="100965"/>
                  </a:cubicBezTo>
                  <a:lnTo>
                    <a:pt x="1228091" y="89535"/>
                  </a:lnTo>
                  <a:cubicBezTo>
                    <a:pt x="1231901" y="92075"/>
                    <a:pt x="1235711" y="93980"/>
                    <a:pt x="1239521" y="95250"/>
                  </a:cubicBezTo>
                  <a:cubicBezTo>
                    <a:pt x="1243331" y="96520"/>
                    <a:pt x="1247141" y="97155"/>
                    <a:pt x="1250951" y="97155"/>
                  </a:cubicBezTo>
                  <a:cubicBezTo>
                    <a:pt x="1256031" y="97155"/>
                    <a:pt x="1259205" y="96520"/>
                    <a:pt x="1261746" y="94615"/>
                  </a:cubicBezTo>
                  <a:cubicBezTo>
                    <a:pt x="1264286" y="93345"/>
                    <a:pt x="1264921" y="90805"/>
                    <a:pt x="1264921" y="88265"/>
                  </a:cubicBezTo>
                  <a:cubicBezTo>
                    <a:pt x="1264921" y="86995"/>
                    <a:pt x="1264921" y="85725"/>
                    <a:pt x="1263650" y="84455"/>
                  </a:cubicBezTo>
                  <a:cubicBezTo>
                    <a:pt x="1263015" y="83185"/>
                    <a:pt x="1261746" y="82550"/>
                    <a:pt x="1259841" y="81280"/>
                  </a:cubicBezTo>
                  <a:cubicBezTo>
                    <a:pt x="1258570" y="80010"/>
                    <a:pt x="1256666" y="79375"/>
                    <a:pt x="1254125" y="78105"/>
                  </a:cubicBezTo>
                  <a:cubicBezTo>
                    <a:pt x="1252221" y="77470"/>
                    <a:pt x="1249681" y="76200"/>
                    <a:pt x="1246506" y="74930"/>
                  </a:cubicBezTo>
                  <a:cubicBezTo>
                    <a:pt x="1242061" y="73025"/>
                    <a:pt x="1238886" y="71755"/>
                    <a:pt x="1235711" y="69850"/>
                  </a:cubicBezTo>
                  <a:cubicBezTo>
                    <a:pt x="1232536" y="67945"/>
                    <a:pt x="1230631" y="66675"/>
                    <a:pt x="1228726" y="64770"/>
                  </a:cubicBezTo>
                  <a:cubicBezTo>
                    <a:pt x="1226821" y="62865"/>
                    <a:pt x="1225551" y="60960"/>
                    <a:pt x="1224916" y="58420"/>
                  </a:cubicBezTo>
                  <a:cubicBezTo>
                    <a:pt x="1224281" y="55880"/>
                    <a:pt x="1223646" y="53340"/>
                    <a:pt x="1223646" y="50165"/>
                  </a:cubicBezTo>
                  <a:cubicBezTo>
                    <a:pt x="1223646" y="46990"/>
                    <a:pt x="1224281" y="43815"/>
                    <a:pt x="1225551" y="40640"/>
                  </a:cubicBezTo>
                  <a:cubicBezTo>
                    <a:pt x="1226821" y="38100"/>
                    <a:pt x="1228726" y="35560"/>
                    <a:pt x="1231266" y="34290"/>
                  </a:cubicBezTo>
                  <a:cubicBezTo>
                    <a:pt x="1233806" y="32385"/>
                    <a:pt x="1236346" y="31115"/>
                    <a:pt x="1239521" y="30480"/>
                  </a:cubicBezTo>
                  <a:cubicBezTo>
                    <a:pt x="1242696" y="29845"/>
                    <a:pt x="1246506" y="29210"/>
                    <a:pt x="1250316" y="29210"/>
                  </a:cubicBezTo>
                  <a:close/>
                  <a:moveTo>
                    <a:pt x="1180466" y="29210"/>
                  </a:moveTo>
                  <a:cubicBezTo>
                    <a:pt x="1186181" y="29210"/>
                    <a:pt x="1190626" y="30480"/>
                    <a:pt x="1195071" y="32385"/>
                  </a:cubicBezTo>
                  <a:cubicBezTo>
                    <a:pt x="1198881" y="34290"/>
                    <a:pt x="1202691" y="37465"/>
                    <a:pt x="1205231" y="40640"/>
                  </a:cubicBezTo>
                  <a:cubicBezTo>
                    <a:pt x="1207771" y="44450"/>
                    <a:pt x="1209676" y="48260"/>
                    <a:pt x="1211581" y="53340"/>
                  </a:cubicBezTo>
                  <a:cubicBezTo>
                    <a:pt x="1212851" y="57785"/>
                    <a:pt x="1213486" y="62865"/>
                    <a:pt x="1213486" y="68580"/>
                  </a:cubicBezTo>
                  <a:lnTo>
                    <a:pt x="1212216" y="68580"/>
                  </a:lnTo>
                  <a:cubicBezTo>
                    <a:pt x="1212216" y="68580"/>
                    <a:pt x="1212216" y="71120"/>
                    <a:pt x="1212216" y="72390"/>
                  </a:cubicBezTo>
                  <a:cubicBezTo>
                    <a:pt x="1212216" y="73660"/>
                    <a:pt x="1212216" y="74295"/>
                    <a:pt x="1212216" y="75565"/>
                  </a:cubicBezTo>
                  <a:lnTo>
                    <a:pt x="1160781" y="75565"/>
                  </a:lnTo>
                  <a:cubicBezTo>
                    <a:pt x="1160781" y="79375"/>
                    <a:pt x="1162051" y="82550"/>
                    <a:pt x="1163321" y="85090"/>
                  </a:cubicBezTo>
                  <a:cubicBezTo>
                    <a:pt x="1164591" y="87630"/>
                    <a:pt x="1165861" y="90170"/>
                    <a:pt x="1167766" y="91440"/>
                  </a:cubicBezTo>
                  <a:cubicBezTo>
                    <a:pt x="1169671" y="93345"/>
                    <a:pt x="1171576" y="94615"/>
                    <a:pt x="1173481" y="95250"/>
                  </a:cubicBezTo>
                  <a:cubicBezTo>
                    <a:pt x="1175386" y="95885"/>
                    <a:pt x="1177926" y="96520"/>
                    <a:pt x="1180466" y="96520"/>
                  </a:cubicBezTo>
                  <a:cubicBezTo>
                    <a:pt x="1182371" y="96520"/>
                    <a:pt x="1183641" y="96520"/>
                    <a:pt x="1185546" y="96520"/>
                  </a:cubicBezTo>
                  <a:cubicBezTo>
                    <a:pt x="1186816" y="96520"/>
                    <a:pt x="1188721" y="95885"/>
                    <a:pt x="1189991" y="95250"/>
                  </a:cubicBezTo>
                  <a:cubicBezTo>
                    <a:pt x="1191261" y="95250"/>
                    <a:pt x="1192531" y="93980"/>
                    <a:pt x="1193801" y="93345"/>
                  </a:cubicBezTo>
                  <a:cubicBezTo>
                    <a:pt x="1195071" y="93345"/>
                    <a:pt x="1196341" y="92075"/>
                    <a:pt x="1198246" y="90805"/>
                  </a:cubicBezTo>
                  <a:lnTo>
                    <a:pt x="1207136" y="100330"/>
                  </a:lnTo>
                  <a:cubicBezTo>
                    <a:pt x="1207136" y="100330"/>
                    <a:pt x="1203326" y="103505"/>
                    <a:pt x="1201421" y="104775"/>
                  </a:cubicBezTo>
                  <a:cubicBezTo>
                    <a:pt x="1199516" y="106045"/>
                    <a:pt x="1197611" y="106680"/>
                    <a:pt x="1195706" y="107950"/>
                  </a:cubicBezTo>
                  <a:cubicBezTo>
                    <a:pt x="1193801" y="108585"/>
                    <a:pt x="1191261" y="109855"/>
                    <a:pt x="1188721" y="109855"/>
                  </a:cubicBezTo>
                  <a:cubicBezTo>
                    <a:pt x="1186181" y="109855"/>
                    <a:pt x="1183006" y="110490"/>
                    <a:pt x="1179831" y="110490"/>
                  </a:cubicBezTo>
                  <a:cubicBezTo>
                    <a:pt x="1176656" y="110490"/>
                    <a:pt x="1173481" y="110490"/>
                    <a:pt x="1170306" y="109220"/>
                  </a:cubicBezTo>
                  <a:cubicBezTo>
                    <a:pt x="1167131" y="108585"/>
                    <a:pt x="1164591" y="107315"/>
                    <a:pt x="1162686" y="105410"/>
                  </a:cubicBezTo>
                  <a:cubicBezTo>
                    <a:pt x="1160781" y="103505"/>
                    <a:pt x="1158241" y="102235"/>
                    <a:pt x="1156336" y="100330"/>
                  </a:cubicBezTo>
                  <a:cubicBezTo>
                    <a:pt x="1154431" y="98425"/>
                    <a:pt x="1152526" y="95885"/>
                    <a:pt x="1151256" y="92710"/>
                  </a:cubicBezTo>
                  <a:cubicBezTo>
                    <a:pt x="1149351" y="89535"/>
                    <a:pt x="1148081" y="86360"/>
                    <a:pt x="1147446" y="82550"/>
                  </a:cubicBezTo>
                  <a:cubicBezTo>
                    <a:pt x="1146811" y="78740"/>
                    <a:pt x="1146176" y="74295"/>
                    <a:pt x="1146176" y="69850"/>
                  </a:cubicBezTo>
                  <a:cubicBezTo>
                    <a:pt x="1146176" y="63500"/>
                    <a:pt x="1146811" y="57150"/>
                    <a:pt x="1148716" y="52070"/>
                  </a:cubicBezTo>
                  <a:cubicBezTo>
                    <a:pt x="1150621" y="46990"/>
                    <a:pt x="1152526" y="42545"/>
                    <a:pt x="1155701" y="39370"/>
                  </a:cubicBezTo>
                  <a:cubicBezTo>
                    <a:pt x="1158876" y="36195"/>
                    <a:pt x="1162051" y="33020"/>
                    <a:pt x="1166496" y="31750"/>
                  </a:cubicBezTo>
                  <a:cubicBezTo>
                    <a:pt x="1170941" y="29845"/>
                    <a:pt x="1175386" y="29210"/>
                    <a:pt x="1180466" y="29210"/>
                  </a:cubicBezTo>
                  <a:close/>
                  <a:moveTo>
                    <a:pt x="901065" y="29210"/>
                  </a:moveTo>
                  <a:cubicBezTo>
                    <a:pt x="906780" y="29210"/>
                    <a:pt x="911225" y="30480"/>
                    <a:pt x="915670" y="32385"/>
                  </a:cubicBezTo>
                  <a:cubicBezTo>
                    <a:pt x="919480" y="34290"/>
                    <a:pt x="923290" y="37465"/>
                    <a:pt x="925830" y="40640"/>
                  </a:cubicBezTo>
                  <a:cubicBezTo>
                    <a:pt x="928370" y="44450"/>
                    <a:pt x="930275" y="48260"/>
                    <a:pt x="932180" y="53340"/>
                  </a:cubicBezTo>
                  <a:cubicBezTo>
                    <a:pt x="933450" y="57785"/>
                    <a:pt x="934085" y="62865"/>
                    <a:pt x="934085" y="68580"/>
                  </a:cubicBezTo>
                  <a:lnTo>
                    <a:pt x="932815" y="68580"/>
                  </a:lnTo>
                  <a:cubicBezTo>
                    <a:pt x="932815" y="68580"/>
                    <a:pt x="932815" y="71120"/>
                    <a:pt x="932815" y="72390"/>
                  </a:cubicBezTo>
                  <a:cubicBezTo>
                    <a:pt x="932815" y="73660"/>
                    <a:pt x="932815" y="74295"/>
                    <a:pt x="932815" y="75565"/>
                  </a:cubicBezTo>
                  <a:lnTo>
                    <a:pt x="881380" y="75565"/>
                  </a:lnTo>
                  <a:cubicBezTo>
                    <a:pt x="881380" y="79375"/>
                    <a:pt x="882650" y="82550"/>
                    <a:pt x="883920" y="85090"/>
                  </a:cubicBezTo>
                  <a:cubicBezTo>
                    <a:pt x="885190" y="87630"/>
                    <a:pt x="886460" y="90170"/>
                    <a:pt x="888365" y="91440"/>
                  </a:cubicBezTo>
                  <a:cubicBezTo>
                    <a:pt x="890270" y="93345"/>
                    <a:pt x="892175" y="94615"/>
                    <a:pt x="894080" y="95250"/>
                  </a:cubicBezTo>
                  <a:cubicBezTo>
                    <a:pt x="895985" y="95885"/>
                    <a:pt x="898525" y="96520"/>
                    <a:pt x="901065" y="96520"/>
                  </a:cubicBezTo>
                  <a:cubicBezTo>
                    <a:pt x="902970" y="96520"/>
                    <a:pt x="904240" y="96520"/>
                    <a:pt x="906145" y="96520"/>
                  </a:cubicBezTo>
                  <a:cubicBezTo>
                    <a:pt x="907415" y="96520"/>
                    <a:pt x="909320" y="95885"/>
                    <a:pt x="910590" y="95250"/>
                  </a:cubicBezTo>
                  <a:cubicBezTo>
                    <a:pt x="911860" y="95250"/>
                    <a:pt x="913130" y="93980"/>
                    <a:pt x="914400" y="93345"/>
                  </a:cubicBezTo>
                  <a:cubicBezTo>
                    <a:pt x="915670" y="93345"/>
                    <a:pt x="916940" y="92075"/>
                    <a:pt x="918845" y="90805"/>
                  </a:cubicBezTo>
                  <a:lnTo>
                    <a:pt x="927735" y="100330"/>
                  </a:lnTo>
                  <a:cubicBezTo>
                    <a:pt x="927735" y="100330"/>
                    <a:pt x="923925" y="103505"/>
                    <a:pt x="922020" y="104775"/>
                  </a:cubicBezTo>
                  <a:cubicBezTo>
                    <a:pt x="920115" y="106045"/>
                    <a:pt x="918210" y="106680"/>
                    <a:pt x="916305" y="107950"/>
                  </a:cubicBezTo>
                  <a:cubicBezTo>
                    <a:pt x="914400" y="108585"/>
                    <a:pt x="911860" y="109855"/>
                    <a:pt x="909320" y="109855"/>
                  </a:cubicBezTo>
                  <a:cubicBezTo>
                    <a:pt x="906780" y="109855"/>
                    <a:pt x="903605" y="110490"/>
                    <a:pt x="900430" y="110490"/>
                  </a:cubicBezTo>
                  <a:cubicBezTo>
                    <a:pt x="897255" y="110490"/>
                    <a:pt x="894080" y="110490"/>
                    <a:pt x="890905" y="109220"/>
                  </a:cubicBezTo>
                  <a:cubicBezTo>
                    <a:pt x="887730" y="108585"/>
                    <a:pt x="885190" y="107315"/>
                    <a:pt x="883285" y="105410"/>
                  </a:cubicBezTo>
                  <a:cubicBezTo>
                    <a:pt x="881380" y="103505"/>
                    <a:pt x="878840" y="102235"/>
                    <a:pt x="876935" y="100330"/>
                  </a:cubicBezTo>
                  <a:cubicBezTo>
                    <a:pt x="875030" y="98425"/>
                    <a:pt x="873125" y="95885"/>
                    <a:pt x="871855" y="92710"/>
                  </a:cubicBezTo>
                  <a:cubicBezTo>
                    <a:pt x="869950" y="89535"/>
                    <a:pt x="868680" y="86360"/>
                    <a:pt x="868045" y="82550"/>
                  </a:cubicBezTo>
                  <a:cubicBezTo>
                    <a:pt x="867410" y="78740"/>
                    <a:pt x="866775" y="74295"/>
                    <a:pt x="866775" y="69850"/>
                  </a:cubicBezTo>
                  <a:cubicBezTo>
                    <a:pt x="866775" y="63500"/>
                    <a:pt x="867410" y="57150"/>
                    <a:pt x="869315" y="52070"/>
                  </a:cubicBezTo>
                  <a:cubicBezTo>
                    <a:pt x="871220" y="46990"/>
                    <a:pt x="873125" y="42545"/>
                    <a:pt x="876300" y="39370"/>
                  </a:cubicBezTo>
                  <a:cubicBezTo>
                    <a:pt x="879475" y="36195"/>
                    <a:pt x="882650" y="33020"/>
                    <a:pt x="887095" y="31750"/>
                  </a:cubicBezTo>
                  <a:cubicBezTo>
                    <a:pt x="891540" y="29845"/>
                    <a:pt x="895985" y="29210"/>
                    <a:pt x="901065" y="29210"/>
                  </a:cubicBezTo>
                  <a:close/>
                  <a:moveTo>
                    <a:pt x="668656" y="29210"/>
                  </a:moveTo>
                  <a:cubicBezTo>
                    <a:pt x="671830" y="29210"/>
                    <a:pt x="674370" y="29210"/>
                    <a:pt x="676275" y="29845"/>
                  </a:cubicBezTo>
                  <a:cubicBezTo>
                    <a:pt x="678181" y="29845"/>
                    <a:pt x="680086" y="31115"/>
                    <a:pt x="681991" y="32385"/>
                  </a:cubicBezTo>
                  <a:lnTo>
                    <a:pt x="678181" y="46990"/>
                  </a:lnTo>
                  <a:lnTo>
                    <a:pt x="676910" y="46990"/>
                  </a:lnTo>
                  <a:cubicBezTo>
                    <a:pt x="676910" y="46990"/>
                    <a:pt x="673736" y="45085"/>
                    <a:pt x="671830" y="45085"/>
                  </a:cubicBezTo>
                  <a:cubicBezTo>
                    <a:pt x="669925" y="45085"/>
                    <a:pt x="668020" y="44450"/>
                    <a:pt x="665480" y="44450"/>
                  </a:cubicBezTo>
                  <a:cubicBezTo>
                    <a:pt x="660400" y="44450"/>
                    <a:pt x="656590" y="46355"/>
                    <a:pt x="654050" y="49530"/>
                  </a:cubicBezTo>
                  <a:cubicBezTo>
                    <a:pt x="651510" y="52705"/>
                    <a:pt x="650240" y="57785"/>
                    <a:pt x="650240" y="64770"/>
                  </a:cubicBezTo>
                  <a:lnTo>
                    <a:pt x="650240" y="109220"/>
                  </a:lnTo>
                  <a:lnTo>
                    <a:pt x="635000" y="109220"/>
                  </a:lnTo>
                  <a:lnTo>
                    <a:pt x="635000" y="31115"/>
                  </a:lnTo>
                  <a:lnTo>
                    <a:pt x="650240" y="31115"/>
                  </a:lnTo>
                  <a:lnTo>
                    <a:pt x="650240" y="38735"/>
                  </a:lnTo>
                  <a:cubicBezTo>
                    <a:pt x="650240" y="38735"/>
                    <a:pt x="652145" y="36195"/>
                    <a:pt x="653416" y="34925"/>
                  </a:cubicBezTo>
                  <a:cubicBezTo>
                    <a:pt x="654685" y="33655"/>
                    <a:pt x="655955" y="33020"/>
                    <a:pt x="657861" y="31750"/>
                  </a:cubicBezTo>
                  <a:cubicBezTo>
                    <a:pt x="659130" y="31115"/>
                    <a:pt x="661035" y="30480"/>
                    <a:pt x="662940" y="29845"/>
                  </a:cubicBezTo>
                  <a:cubicBezTo>
                    <a:pt x="664845" y="29845"/>
                    <a:pt x="666751" y="29210"/>
                    <a:pt x="668656" y="29210"/>
                  </a:cubicBezTo>
                  <a:close/>
                  <a:moveTo>
                    <a:pt x="586739" y="29210"/>
                  </a:moveTo>
                  <a:cubicBezTo>
                    <a:pt x="592454" y="29210"/>
                    <a:pt x="596899" y="30480"/>
                    <a:pt x="601344" y="32385"/>
                  </a:cubicBezTo>
                  <a:cubicBezTo>
                    <a:pt x="605154" y="34290"/>
                    <a:pt x="608964" y="37465"/>
                    <a:pt x="611504" y="40640"/>
                  </a:cubicBezTo>
                  <a:cubicBezTo>
                    <a:pt x="614044" y="44450"/>
                    <a:pt x="615949" y="48260"/>
                    <a:pt x="617854" y="53340"/>
                  </a:cubicBezTo>
                  <a:cubicBezTo>
                    <a:pt x="619124" y="57785"/>
                    <a:pt x="619759" y="62865"/>
                    <a:pt x="619759" y="68580"/>
                  </a:cubicBezTo>
                  <a:lnTo>
                    <a:pt x="618489" y="68580"/>
                  </a:lnTo>
                  <a:cubicBezTo>
                    <a:pt x="618489" y="68580"/>
                    <a:pt x="618489" y="71120"/>
                    <a:pt x="618489" y="72390"/>
                  </a:cubicBezTo>
                  <a:cubicBezTo>
                    <a:pt x="618489" y="73660"/>
                    <a:pt x="618489" y="74295"/>
                    <a:pt x="618489" y="75565"/>
                  </a:cubicBezTo>
                  <a:lnTo>
                    <a:pt x="567054" y="75565"/>
                  </a:lnTo>
                  <a:cubicBezTo>
                    <a:pt x="567054" y="79375"/>
                    <a:pt x="568324" y="82550"/>
                    <a:pt x="569594" y="85090"/>
                  </a:cubicBezTo>
                  <a:cubicBezTo>
                    <a:pt x="570864" y="87630"/>
                    <a:pt x="572134" y="90170"/>
                    <a:pt x="574039" y="91440"/>
                  </a:cubicBezTo>
                  <a:cubicBezTo>
                    <a:pt x="575944" y="93345"/>
                    <a:pt x="577849" y="94615"/>
                    <a:pt x="579754" y="95250"/>
                  </a:cubicBezTo>
                  <a:cubicBezTo>
                    <a:pt x="581659" y="95885"/>
                    <a:pt x="584199" y="96520"/>
                    <a:pt x="586739" y="96520"/>
                  </a:cubicBezTo>
                  <a:cubicBezTo>
                    <a:pt x="588644" y="96520"/>
                    <a:pt x="589914" y="96520"/>
                    <a:pt x="591819" y="96520"/>
                  </a:cubicBezTo>
                  <a:cubicBezTo>
                    <a:pt x="593089" y="96520"/>
                    <a:pt x="594994" y="95885"/>
                    <a:pt x="596264" y="95250"/>
                  </a:cubicBezTo>
                  <a:cubicBezTo>
                    <a:pt x="597534" y="95250"/>
                    <a:pt x="598804" y="93980"/>
                    <a:pt x="600074" y="93345"/>
                  </a:cubicBezTo>
                  <a:cubicBezTo>
                    <a:pt x="601344" y="93345"/>
                    <a:pt x="602614" y="92075"/>
                    <a:pt x="604519" y="90805"/>
                  </a:cubicBezTo>
                  <a:lnTo>
                    <a:pt x="613409" y="100330"/>
                  </a:lnTo>
                  <a:cubicBezTo>
                    <a:pt x="613409" y="100330"/>
                    <a:pt x="609599" y="103505"/>
                    <a:pt x="607694" y="104775"/>
                  </a:cubicBezTo>
                  <a:cubicBezTo>
                    <a:pt x="605789" y="106045"/>
                    <a:pt x="603884" y="106680"/>
                    <a:pt x="601979" y="107950"/>
                  </a:cubicBezTo>
                  <a:cubicBezTo>
                    <a:pt x="600074" y="108585"/>
                    <a:pt x="597534" y="109855"/>
                    <a:pt x="594994" y="109855"/>
                  </a:cubicBezTo>
                  <a:cubicBezTo>
                    <a:pt x="592454" y="109855"/>
                    <a:pt x="589279" y="110490"/>
                    <a:pt x="586104" y="110490"/>
                  </a:cubicBezTo>
                  <a:cubicBezTo>
                    <a:pt x="582929" y="110490"/>
                    <a:pt x="579754" y="110490"/>
                    <a:pt x="576579" y="109220"/>
                  </a:cubicBezTo>
                  <a:cubicBezTo>
                    <a:pt x="573404" y="108585"/>
                    <a:pt x="570864" y="107315"/>
                    <a:pt x="568959" y="105410"/>
                  </a:cubicBezTo>
                  <a:cubicBezTo>
                    <a:pt x="566419" y="104140"/>
                    <a:pt x="564514" y="102235"/>
                    <a:pt x="562609" y="100330"/>
                  </a:cubicBezTo>
                  <a:cubicBezTo>
                    <a:pt x="560704" y="98425"/>
                    <a:pt x="558799" y="95885"/>
                    <a:pt x="557529" y="92710"/>
                  </a:cubicBezTo>
                  <a:cubicBezTo>
                    <a:pt x="555624" y="89535"/>
                    <a:pt x="554354" y="86360"/>
                    <a:pt x="553719" y="82550"/>
                  </a:cubicBezTo>
                  <a:cubicBezTo>
                    <a:pt x="553084" y="78740"/>
                    <a:pt x="552449" y="74295"/>
                    <a:pt x="552449" y="69850"/>
                  </a:cubicBezTo>
                  <a:cubicBezTo>
                    <a:pt x="552449" y="63500"/>
                    <a:pt x="553084" y="57150"/>
                    <a:pt x="554989" y="52070"/>
                  </a:cubicBezTo>
                  <a:cubicBezTo>
                    <a:pt x="556894" y="46990"/>
                    <a:pt x="558799" y="42545"/>
                    <a:pt x="561974" y="39370"/>
                  </a:cubicBezTo>
                  <a:cubicBezTo>
                    <a:pt x="565149" y="36195"/>
                    <a:pt x="568324" y="33020"/>
                    <a:pt x="572769" y="31750"/>
                  </a:cubicBezTo>
                  <a:cubicBezTo>
                    <a:pt x="577214" y="29845"/>
                    <a:pt x="581659" y="29210"/>
                    <a:pt x="586739" y="29210"/>
                  </a:cubicBezTo>
                  <a:close/>
                  <a:moveTo>
                    <a:pt x="400050" y="29210"/>
                  </a:moveTo>
                  <a:cubicBezTo>
                    <a:pt x="405765" y="29210"/>
                    <a:pt x="410210" y="30480"/>
                    <a:pt x="414655" y="32385"/>
                  </a:cubicBezTo>
                  <a:cubicBezTo>
                    <a:pt x="418465" y="34290"/>
                    <a:pt x="422275" y="37465"/>
                    <a:pt x="424815" y="40640"/>
                  </a:cubicBezTo>
                  <a:cubicBezTo>
                    <a:pt x="427355" y="44450"/>
                    <a:pt x="429260" y="48260"/>
                    <a:pt x="431165" y="53340"/>
                  </a:cubicBezTo>
                  <a:cubicBezTo>
                    <a:pt x="432435" y="57785"/>
                    <a:pt x="433070" y="62865"/>
                    <a:pt x="433070" y="68580"/>
                  </a:cubicBezTo>
                  <a:lnTo>
                    <a:pt x="431800" y="68580"/>
                  </a:lnTo>
                  <a:cubicBezTo>
                    <a:pt x="431800" y="68580"/>
                    <a:pt x="431800" y="71120"/>
                    <a:pt x="431800" y="72390"/>
                  </a:cubicBezTo>
                  <a:cubicBezTo>
                    <a:pt x="431800" y="73660"/>
                    <a:pt x="431800" y="74295"/>
                    <a:pt x="431800" y="75565"/>
                  </a:cubicBezTo>
                  <a:lnTo>
                    <a:pt x="380365" y="75565"/>
                  </a:lnTo>
                  <a:cubicBezTo>
                    <a:pt x="380365" y="79375"/>
                    <a:pt x="381635" y="82550"/>
                    <a:pt x="382905" y="85090"/>
                  </a:cubicBezTo>
                  <a:cubicBezTo>
                    <a:pt x="384175" y="87630"/>
                    <a:pt x="385445" y="90170"/>
                    <a:pt x="387350" y="91440"/>
                  </a:cubicBezTo>
                  <a:cubicBezTo>
                    <a:pt x="389255" y="93345"/>
                    <a:pt x="391160" y="94615"/>
                    <a:pt x="393065" y="95250"/>
                  </a:cubicBezTo>
                  <a:cubicBezTo>
                    <a:pt x="394970" y="95885"/>
                    <a:pt x="397510" y="96520"/>
                    <a:pt x="400050" y="96520"/>
                  </a:cubicBezTo>
                  <a:cubicBezTo>
                    <a:pt x="401955" y="96520"/>
                    <a:pt x="403225" y="96520"/>
                    <a:pt x="405130" y="96520"/>
                  </a:cubicBezTo>
                  <a:cubicBezTo>
                    <a:pt x="406400" y="96520"/>
                    <a:pt x="408305" y="95885"/>
                    <a:pt x="409575" y="95250"/>
                  </a:cubicBezTo>
                  <a:cubicBezTo>
                    <a:pt x="410845" y="95250"/>
                    <a:pt x="412115" y="93980"/>
                    <a:pt x="413385" y="93345"/>
                  </a:cubicBezTo>
                  <a:cubicBezTo>
                    <a:pt x="414655" y="93345"/>
                    <a:pt x="415925" y="92075"/>
                    <a:pt x="417830" y="90805"/>
                  </a:cubicBezTo>
                  <a:lnTo>
                    <a:pt x="426720" y="100330"/>
                  </a:lnTo>
                  <a:cubicBezTo>
                    <a:pt x="426720" y="100330"/>
                    <a:pt x="422910" y="103505"/>
                    <a:pt x="421005" y="104775"/>
                  </a:cubicBezTo>
                  <a:cubicBezTo>
                    <a:pt x="419100" y="106045"/>
                    <a:pt x="417195" y="106680"/>
                    <a:pt x="415290" y="107950"/>
                  </a:cubicBezTo>
                  <a:cubicBezTo>
                    <a:pt x="413385" y="108585"/>
                    <a:pt x="410845" y="109855"/>
                    <a:pt x="408305" y="109855"/>
                  </a:cubicBezTo>
                  <a:cubicBezTo>
                    <a:pt x="405765" y="109855"/>
                    <a:pt x="402590" y="110490"/>
                    <a:pt x="399415" y="110490"/>
                  </a:cubicBezTo>
                  <a:cubicBezTo>
                    <a:pt x="396240" y="110490"/>
                    <a:pt x="393065" y="110490"/>
                    <a:pt x="389890" y="109220"/>
                  </a:cubicBezTo>
                  <a:cubicBezTo>
                    <a:pt x="386715" y="108585"/>
                    <a:pt x="384175" y="107315"/>
                    <a:pt x="382270" y="105410"/>
                  </a:cubicBezTo>
                  <a:cubicBezTo>
                    <a:pt x="380365" y="103505"/>
                    <a:pt x="377825" y="102235"/>
                    <a:pt x="375920" y="100330"/>
                  </a:cubicBezTo>
                  <a:cubicBezTo>
                    <a:pt x="374015" y="98425"/>
                    <a:pt x="372110" y="95885"/>
                    <a:pt x="370840" y="92710"/>
                  </a:cubicBezTo>
                  <a:cubicBezTo>
                    <a:pt x="368935" y="89535"/>
                    <a:pt x="367665" y="86360"/>
                    <a:pt x="367030" y="82550"/>
                  </a:cubicBezTo>
                  <a:cubicBezTo>
                    <a:pt x="366395" y="78740"/>
                    <a:pt x="365760" y="74295"/>
                    <a:pt x="365760" y="69850"/>
                  </a:cubicBezTo>
                  <a:cubicBezTo>
                    <a:pt x="365760" y="63500"/>
                    <a:pt x="366395" y="57150"/>
                    <a:pt x="368300" y="52070"/>
                  </a:cubicBezTo>
                  <a:cubicBezTo>
                    <a:pt x="370205" y="46990"/>
                    <a:pt x="372110" y="42545"/>
                    <a:pt x="375285" y="39370"/>
                  </a:cubicBezTo>
                  <a:cubicBezTo>
                    <a:pt x="378460" y="36195"/>
                    <a:pt x="381635" y="33020"/>
                    <a:pt x="386080" y="31750"/>
                  </a:cubicBezTo>
                  <a:cubicBezTo>
                    <a:pt x="390525" y="29845"/>
                    <a:pt x="394970" y="29210"/>
                    <a:pt x="400050" y="29210"/>
                  </a:cubicBezTo>
                  <a:close/>
                  <a:moveTo>
                    <a:pt x="201930" y="29210"/>
                  </a:moveTo>
                  <a:cubicBezTo>
                    <a:pt x="207645" y="29210"/>
                    <a:pt x="212090" y="30480"/>
                    <a:pt x="216535" y="32385"/>
                  </a:cubicBezTo>
                  <a:cubicBezTo>
                    <a:pt x="220345" y="34290"/>
                    <a:pt x="224155" y="37465"/>
                    <a:pt x="226695" y="40640"/>
                  </a:cubicBezTo>
                  <a:cubicBezTo>
                    <a:pt x="229235" y="44450"/>
                    <a:pt x="231140" y="48260"/>
                    <a:pt x="233045" y="53340"/>
                  </a:cubicBezTo>
                  <a:cubicBezTo>
                    <a:pt x="234315" y="57785"/>
                    <a:pt x="234950" y="62865"/>
                    <a:pt x="234950" y="68580"/>
                  </a:cubicBezTo>
                  <a:lnTo>
                    <a:pt x="233680" y="68580"/>
                  </a:lnTo>
                  <a:cubicBezTo>
                    <a:pt x="233680" y="68580"/>
                    <a:pt x="233680" y="71120"/>
                    <a:pt x="233680" y="72390"/>
                  </a:cubicBezTo>
                  <a:cubicBezTo>
                    <a:pt x="233680" y="73660"/>
                    <a:pt x="233680" y="74295"/>
                    <a:pt x="233680" y="75565"/>
                  </a:cubicBezTo>
                  <a:lnTo>
                    <a:pt x="182245" y="75565"/>
                  </a:lnTo>
                  <a:cubicBezTo>
                    <a:pt x="182245" y="79375"/>
                    <a:pt x="183515" y="82550"/>
                    <a:pt x="184785" y="85090"/>
                  </a:cubicBezTo>
                  <a:cubicBezTo>
                    <a:pt x="186055" y="87630"/>
                    <a:pt x="187325" y="90170"/>
                    <a:pt x="189230" y="91440"/>
                  </a:cubicBezTo>
                  <a:cubicBezTo>
                    <a:pt x="191135" y="93345"/>
                    <a:pt x="193040" y="94615"/>
                    <a:pt x="194945" y="95250"/>
                  </a:cubicBezTo>
                  <a:cubicBezTo>
                    <a:pt x="196850" y="95885"/>
                    <a:pt x="199390" y="96520"/>
                    <a:pt x="201930" y="96520"/>
                  </a:cubicBezTo>
                  <a:cubicBezTo>
                    <a:pt x="203835" y="96520"/>
                    <a:pt x="205105" y="96520"/>
                    <a:pt x="207010" y="96520"/>
                  </a:cubicBezTo>
                  <a:cubicBezTo>
                    <a:pt x="208280" y="96520"/>
                    <a:pt x="210185" y="95885"/>
                    <a:pt x="211455" y="95250"/>
                  </a:cubicBezTo>
                  <a:cubicBezTo>
                    <a:pt x="212725" y="95250"/>
                    <a:pt x="213995" y="93980"/>
                    <a:pt x="215265" y="93345"/>
                  </a:cubicBezTo>
                  <a:cubicBezTo>
                    <a:pt x="216535" y="93345"/>
                    <a:pt x="217805" y="92075"/>
                    <a:pt x="219710" y="90805"/>
                  </a:cubicBezTo>
                  <a:lnTo>
                    <a:pt x="228600" y="100330"/>
                  </a:lnTo>
                  <a:cubicBezTo>
                    <a:pt x="228600" y="100330"/>
                    <a:pt x="224790" y="103505"/>
                    <a:pt x="222885" y="104775"/>
                  </a:cubicBezTo>
                  <a:cubicBezTo>
                    <a:pt x="220980" y="106045"/>
                    <a:pt x="219075" y="106680"/>
                    <a:pt x="217170" y="107950"/>
                  </a:cubicBezTo>
                  <a:cubicBezTo>
                    <a:pt x="215265" y="108585"/>
                    <a:pt x="212725" y="109855"/>
                    <a:pt x="210185" y="109855"/>
                  </a:cubicBezTo>
                  <a:cubicBezTo>
                    <a:pt x="207645" y="109855"/>
                    <a:pt x="204470" y="110490"/>
                    <a:pt x="201295" y="110490"/>
                  </a:cubicBezTo>
                  <a:cubicBezTo>
                    <a:pt x="198120" y="110490"/>
                    <a:pt x="194945" y="110490"/>
                    <a:pt x="191770" y="109220"/>
                  </a:cubicBezTo>
                  <a:cubicBezTo>
                    <a:pt x="188595" y="108585"/>
                    <a:pt x="186055" y="107315"/>
                    <a:pt x="184150" y="105410"/>
                  </a:cubicBezTo>
                  <a:cubicBezTo>
                    <a:pt x="181610" y="104140"/>
                    <a:pt x="179705" y="102235"/>
                    <a:pt x="177800" y="100330"/>
                  </a:cubicBezTo>
                  <a:cubicBezTo>
                    <a:pt x="175895" y="98425"/>
                    <a:pt x="173990" y="95885"/>
                    <a:pt x="172720" y="92710"/>
                  </a:cubicBezTo>
                  <a:cubicBezTo>
                    <a:pt x="170815" y="89535"/>
                    <a:pt x="169545" y="86360"/>
                    <a:pt x="168910" y="82550"/>
                  </a:cubicBezTo>
                  <a:cubicBezTo>
                    <a:pt x="168275" y="78740"/>
                    <a:pt x="167640" y="74295"/>
                    <a:pt x="167640" y="69850"/>
                  </a:cubicBezTo>
                  <a:cubicBezTo>
                    <a:pt x="167640" y="63500"/>
                    <a:pt x="168275" y="57150"/>
                    <a:pt x="170180" y="52070"/>
                  </a:cubicBezTo>
                  <a:cubicBezTo>
                    <a:pt x="172085" y="46990"/>
                    <a:pt x="173990" y="42545"/>
                    <a:pt x="177165" y="39370"/>
                  </a:cubicBezTo>
                  <a:cubicBezTo>
                    <a:pt x="180340" y="36195"/>
                    <a:pt x="183515" y="33020"/>
                    <a:pt x="187960" y="31750"/>
                  </a:cubicBezTo>
                  <a:cubicBezTo>
                    <a:pt x="192405" y="29845"/>
                    <a:pt x="196850" y="29210"/>
                    <a:pt x="201930" y="29210"/>
                  </a:cubicBezTo>
                  <a:close/>
                  <a:moveTo>
                    <a:pt x="4664706" y="28574"/>
                  </a:moveTo>
                  <a:cubicBezTo>
                    <a:pt x="4669786" y="28574"/>
                    <a:pt x="4674231" y="29209"/>
                    <a:pt x="4678676" y="31749"/>
                  </a:cubicBezTo>
                  <a:cubicBezTo>
                    <a:pt x="4683121" y="33654"/>
                    <a:pt x="4686296" y="36194"/>
                    <a:pt x="4689471" y="40004"/>
                  </a:cubicBezTo>
                  <a:cubicBezTo>
                    <a:pt x="4692646" y="43814"/>
                    <a:pt x="4695186" y="47624"/>
                    <a:pt x="4696456" y="52704"/>
                  </a:cubicBezTo>
                  <a:cubicBezTo>
                    <a:pt x="4698361" y="57784"/>
                    <a:pt x="4698996" y="63499"/>
                    <a:pt x="4698996" y="69214"/>
                  </a:cubicBezTo>
                  <a:lnTo>
                    <a:pt x="4699631" y="69214"/>
                  </a:lnTo>
                  <a:cubicBezTo>
                    <a:pt x="4699631" y="75564"/>
                    <a:pt x="4698996" y="81279"/>
                    <a:pt x="4697091" y="86359"/>
                  </a:cubicBezTo>
                  <a:cubicBezTo>
                    <a:pt x="4695186" y="91439"/>
                    <a:pt x="4692646" y="95884"/>
                    <a:pt x="4689471" y="99059"/>
                  </a:cubicBezTo>
                  <a:cubicBezTo>
                    <a:pt x="4686296" y="102869"/>
                    <a:pt x="4682486" y="105409"/>
                    <a:pt x="4678041" y="107314"/>
                  </a:cubicBezTo>
                  <a:cubicBezTo>
                    <a:pt x="4673596" y="109219"/>
                    <a:pt x="4669151" y="109854"/>
                    <a:pt x="4664071" y="109854"/>
                  </a:cubicBezTo>
                  <a:cubicBezTo>
                    <a:pt x="4658991" y="109854"/>
                    <a:pt x="4654546" y="108584"/>
                    <a:pt x="4650101" y="106679"/>
                  </a:cubicBezTo>
                  <a:cubicBezTo>
                    <a:pt x="4645656" y="104774"/>
                    <a:pt x="4642481" y="102234"/>
                    <a:pt x="4639306" y="98424"/>
                  </a:cubicBezTo>
                  <a:cubicBezTo>
                    <a:pt x="4636131" y="94614"/>
                    <a:pt x="4633591" y="90804"/>
                    <a:pt x="4632321" y="85724"/>
                  </a:cubicBezTo>
                  <a:cubicBezTo>
                    <a:pt x="4630416" y="80644"/>
                    <a:pt x="4629781" y="74929"/>
                    <a:pt x="4629781" y="69214"/>
                  </a:cubicBezTo>
                  <a:cubicBezTo>
                    <a:pt x="4629781" y="63499"/>
                    <a:pt x="4630416" y="57149"/>
                    <a:pt x="4632321" y="52069"/>
                  </a:cubicBezTo>
                  <a:cubicBezTo>
                    <a:pt x="4634226" y="46989"/>
                    <a:pt x="4636766" y="42544"/>
                    <a:pt x="4639941" y="39369"/>
                  </a:cubicBezTo>
                  <a:cubicBezTo>
                    <a:pt x="4643116" y="35559"/>
                    <a:pt x="4646926" y="33019"/>
                    <a:pt x="4650736" y="31114"/>
                  </a:cubicBezTo>
                  <a:cubicBezTo>
                    <a:pt x="4655181" y="29209"/>
                    <a:pt x="4659626" y="28574"/>
                    <a:pt x="4664706" y="28574"/>
                  </a:cubicBezTo>
                  <a:close/>
                  <a:moveTo>
                    <a:pt x="4264655" y="28574"/>
                  </a:moveTo>
                  <a:cubicBezTo>
                    <a:pt x="4269735" y="28574"/>
                    <a:pt x="4274180" y="29209"/>
                    <a:pt x="4278625" y="31749"/>
                  </a:cubicBezTo>
                  <a:cubicBezTo>
                    <a:pt x="4283070" y="33654"/>
                    <a:pt x="4286245" y="36194"/>
                    <a:pt x="4289420" y="40004"/>
                  </a:cubicBezTo>
                  <a:cubicBezTo>
                    <a:pt x="4292595" y="43814"/>
                    <a:pt x="4295135" y="47624"/>
                    <a:pt x="4296405" y="52704"/>
                  </a:cubicBezTo>
                  <a:cubicBezTo>
                    <a:pt x="4298310" y="57784"/>
                    <a:pt x="4298945" y="63499"/>
                    <a:pt x="4298945" y="69214"/>
                  </a:cubicBezTo>
                  <a:lnTo>
                    <a:pt x="4299580" y="69214"/>
                  </a:lnTo>
                  <a:cubicBezTo>
                    <a:pt x="4299580" y="75564"/>
                    <a:pt x="4298945" y="81279"/>
                    <a:pt x="4297040" y="86359"/>
                  </a:cubicBezTo>
                  <a:cubicBezTo>
                    <a:pt x="4295135" y="91439"/>
                    <a:pt x="4292595" y="95884"/>
                    <a:pt x="4289420" y="99059"/>
                  </a:cubicBezTo>
                  <a:cubicBezTo>
                    <a:pt x="4286245" y="102869"/>
                    <a:pt x="4282435" y="105409"/>
                    <a:pt x="4277990" y="107314"/>
                  </a:cubicBezTo>
                  <a:cubicBezTo>
                    <a:pt x="4273545" y="109219"/>
                    <a:pt x="4269100" y="109854"/>
                    <a:pt x="4264020" y="109854"/>
                  </a:cubicBezTo>
                  <a:cubicBezTo>
                    <a:pt x="4258940" y="109854"/>
                    <a:pt x="4254495" y="108584"/>
                    <a:pt x="4250050" y="106679"/>
                  </a:cubicBezTo>
                  <a:cubicBezTo>
                    <a:pt x="4245605" y="104774"/>
                    <a:pt x="4242430" y="102234"/>
                    <a:pt x="4239255" y="98424"/>
                  </a:cubicBezTo>
                  <a:cubicBezTo>
                    <a:pt x="4236080" y="94614"/>
                    <a:pt x="4233540" y="90804"/>
                    <a:pt x="4232270" y="85724"/>
                  </a:cubicBezTo>
                  <a:cubicBezTo>
                    <a:pt x="4230365" y="80644"/>
                    <a:pt x="4229730" y="74929"/>
                    <a:pt x="4229730" y="69214"/>
                  </a:cubicBezTo>
                  <a:cubicBezTo>
                    <a:pt x="4229730" y="63499"/>
                    <a:pt x="4230365" y="57149"/>
                    <a:pt x="4232270" y="52069"/>
                  </a:cubicBezTo>
                  <a:cubicBezTo>
                    <a:pt x="4234175" y="46989"/>
                    <a:pt x="4236715" y="42544"/>
                    <a:pt x="4239890" y="39369"/>
                  </a:cubicBezTo>
                  <a:cubicBezTo>
                    <a:pt x="4243065" y="35559"/>
                    <a:pt x="4246875" y="33019"/>
                    <a:pt x="4250685" y="31114"/>
                  </a:cubicBezTo>
                  <a:cubicBezTo>
                    <a:pt x="4255130" y="29209"/>
                    <a:pt x="4259575" y="28574"/>
                    <a:pt x="4264655" y="28574"/>
                  </a:cubicBezTo>
                  <a:close/>
                  <a:moveTo>
                    <a:pt x="1420495" y="28574"/>
                  </a:moveTo>
                  <a:cubicBezTo>
                    <a:pt x="1425575" y="28574"/>
                    <a:pt x="1430020" y="29209"/>
                    <a:pt x="1434465" y="31749"/>
                  </a:cubicBezTo>
                  <a:cubicBezTo>
                    <a:pt x="1438910" y="33654"/>
                    <a:pt x="1442085" y="36194"/>
                    <a:pt x="1445260" y="40004"/>
                  </a:cubicBezTo>
                  <a:cubicBezTo>
                    <a:pt x="1448435" y="43814"/>
                    <a:pt x="1450975" y="47624"/>
                    <a:pt x="1452245" y="52704"/>
                  </a:cubicBezTo>
                  <a:cubicBezTo>
                    <a:pt x="1454150" y="57784"/>
                    <a:pt x="1454785" y="63499"/>
                    <a:pt x="1454785" y="69214"/>
                  </a:cubicBezTo>
                  <a:lnTo>
                    <a:pt x="1455420" y="69214"/>
                  </a:lnTo>
                  <a:cubicBezTo>
                    <a:pt x="1455420" y="75564"/>
                    <a:pt x="1454785" y="81279"/>
                    <a:pt x="1452880" y="86359"/>
                  </a:cubicBezTo>
                  <a:cubicBezTo>
                    <a:pt x="1450975" y="91439"/>
                    <a:pt x="1448435" y="95884"/>
                    <a:pt x="1445260" y="99059"/>
                  </a:cubicBezTo>
                  <a:cubicBezTo>
                    <a:pt x="1442085" y="102869"/>
                    <a:pt x="1438275" y="105409"/>
                    <a:pt x="1433830" y="107314"/>
                  </a:cubicBezTo>
                  <a:cubicBezTo>
                    <a:pt x="1429385" y="109219"/>
                    <a:pt x="1424940" y="109854"/>
                    <a:pt x="1419860" y="109854"/>
                  </a:cubicBezTo>
                  <a:cubicBezTo>
                    <a:pt x="1414780" y="109854"/>
                    <a:pt x="1410335" y="108584"/>
                    <a:pt x="1405890" y="106679"/>
                  </a:cubicBezTo>
                  <a:cubicBezTo>
                    <a:pt x="1401444" y="104774"/>
                    <a:pt x="1398270" y="102234"/>
                    <a:pt x="1395095" y="98424"/>
                  </a:cubicBezTo>
                  <a:cubicBezTo>
                    <a:pt x="1391920" y="94614"/>
                    <a:pt x="1389380" y="90804"/>
                    <a:pt x="1388110" y="85724"/>
                  </a:cubicBezTo>
                  <a:cubicBezTo>
                    <a:pt x="1386205" y="80644"/>
                    <a:pt x="1385570" y="74929"/>
                    <a:pt x="1385570" y="69214"/>
                  </a:cubicBezTo>
                  <a:cubicBezTo>
                    <a:pt x="1385570" y="63499"/>
                    <a:pt x="1386205" y="57149"/>
                    <a:pt x="1388110" y="52069"/>
                  </a:cubicBezTo>
                  <a:cubicBezTo>
                    <a:pt x="1390015" y="46989"/>
                    <a:pt x="1392555" y="42544"/>
                    <a:pt x="1395730" y="39369"/>
                  </a:cubicBezTo>
                  <a:cubicBezTo>
                    <a:pt x="1398905" y="35559"/>
                    <a:pt x="1402715" y="33019"/>
                    <a:pt x="1406525" y="31114"/>
                  </a:cubicBezTo>
                  <a:cubicBezTo>
                    <a:pt x="1410970" y="29209"/>
                    <a:pt x="1415415" y="28574"/>
                    <a:pt x="1420495" y="28574"/>
                  </a:cubicBezTo>
                  <a:close/>
                  <a:moveTo>
                    <a:pt x="3143245" y="5079"/>
                  </a:moveTo>
                  <a:lnTo>
                    <a:pt x="3219445" y="5079"/>
                  </a:lnTo>
                  <a:lnTo>
                    <a:pt x="3219445" y="20319"/>
                  </a:lnTo>
                  <a:lnTo>
                    <a:pt x="3188965" y="20319"/>
                  </a:lnTo>
                  <a:lnTo>
                    <a:pt x="3188965" y="108584"/>
                  </a:lnTo>
                  <a:lnTo>
                    <a:pt x="3173090" y="108584"/>
                  </a:lnTo>
                  <a:lnTo>
                    <a:pt x="3173090" y="20319"/>
                  </a:lnTo>
                  <a:lnTo>
                    <a:pt x="3143245" y="20319"/>
                  </a:lnTo>
                  <a:close/>
                  <a:moveTo>
                    <a:pt x="1628774" y="5079"/>
                  </a:moveTo>
                  <a:lnTo>
                    <a:pt x="1704970" y="5079"/>
                  </a:lnTo>
                  <a:lnTo>
                    <a:pt x="1704970" y="20319"/>
                  </a:lnTo>
                  <a:lnTo>
                    <a:pt x="1675129" y="20319"/>
                  </a:lnTo>
                  <a:lnTo>
                    <a:pt x="1675129" y="108584"/>
                  </a:lnTo>
                  <a:lnTo>
                    <a:pt x="1659255" y="108584"/>
                  </a:lnTo>
                  <a:lnTo>
                    <a:pt x="1659255" y="20319"/>
                  </a:lnTo>
                  <a:lnTo>
                    <a:pt x="1628774" y="20319"/>
                  </a:lnTo>
                  <a:close/>
                  <a:moveTo>
                    <a:pt x="0" y="5079"/>
                  </a:moveTo>
                  <a:lnTo>
                    <a:pt x="76200" y="5079"/>
                  </a:lnTo>
                  <a:lnTo>
                    <a:pt x="76200" y="20319"/>
                  </a:lnTo>
                  <a:lnTo>
                    <a:pt x="45720" y="20319"/>
                  </a:lnTo>
                  <a:lnTo>
                    <a:pt x="45720" y="108584"/>
                  </a:lnTo>
                  <a:lnTo>
                    <a:pt x="29845" y="108584"/>
                  </a:lnTo>
                  <a:lnTo>
                    <a:pt x="29845" y="20319"/>
                  </a:lnTo>
                  <a:lnTo>
                    <a:pt x="0" y="20319"/>
                  </a:lnTo>
                  <a:close/>
                  <a:moveTo>
                    <a:pt x="1362075" y="1269"/>
                  </a:moveTo>
                  <a:cubicBezTo>
                    <a:pt x="1363345" y="1269"/>
                    <a:pt x="1364615" y="1269"/>
                    <a:pt x="1365885" y="1904"/>
                  </a:cubicBezTo>
                  <a:cubicBezTo>
                    <a:pt x="1367155" y="1904"/>
                    <a:pt x="1367790" y="3174"/>
                    <a:pt x="1369060" y="3809"/>
                  </a:cubicBezTo>
                  <a:cubicBezTo>
                    <a:pt x="1369695" y="4444"/>
                    <a:pt x="1370965" y="5714"/>
                    <a:pt x="1370965" y="6984"/>
                  </a:cubicBezTo>
                  <a:cubicBezTo>
                    <a:pt x="1370965" y="8254"/>
                    <a:pt x="1371600" y="9524"/>
                    <a:pt x="1371600" y="10794"/>
                  </a:cubicBezTo>
                  <a:cubicBezTo>
                    <a:pt x="1371600" y="10794"/>
                    <a:pt x="1371600" y="13334"/>
                    <a:pt x="1370965" y="14604"/>
                  </a:cubicBezTo>
                  <a:cubicBezTo>
                    <a:pt x="1370965" y="15874"/>
                    <a:pt x="1369695" y="17144"/>
                    <a:pt x="1369060" y="17779"/>
                  </a:cubicBezTo>
                  <a:cubicBezTo>
                    <a:pt x="1368425" y="18414"/>
                    <a:pt x="1367155" y="19684"/>
                    <a:pt x="1365885" y="19684"/>
                  </a:cubicBezTo>
                  <a:cubicBezTo>
                    <a:pt x="1364615" y="19684"/>
                    <a:pt x="1363345" y="20319"/>
                    <a:pt x="1362075" y="20319"/>
                  </a:cubicBezTo>
                  <a:cubicBezTo>
                    <a:pt x="1360805" y="20319"/>
                    <a:pt x="1359535" y="20319"/>
                    <a:pt x="1358265" y="19684"/>
                  </a:cubicBezTo>
                  <a:cubicBezTo>
                    <a:pt x="1356995" y="19684"/>
                    <a:pt x="1355725" y="18414"/>
                    <a:pt x="1355090" y="17779"/>
                  </a:cubicBezTo>
                  <a:cubicBezTo>
                    <a:pt x="1354455" y="17144"/>
                    <a:pt x="1353185" y="15874"/>
                    <a:pt x="1353185" y="14604"/>
                  </a:cubicBezTo>
                  <a:cubicBezTo>
                    <a:pt x="1353185" y="13334"/>
                    <a:pt x="1352550" y="12064"/>
                    <a:pt x="1352550" y="10794"/>
                  </a:cubicBezTo>
                  <a:cubicBezTo>
                    <a:pt x="1352550" y="9524"/>
                    <a:pt x="1352550" y="8254"/>
                    <a:pt x="1353185" y="6984"/>
                  </a:cubicBezTo>
                  <a:cubicBezTo>
                    <a:pt x="1353185" y="5714"/>
                    <a:pt x="1354455" y="4444"/>
                    <a:pt x="1355090" y="3809"/>
                  </a:cubicBezTo>
                  <a:cubicBezTo>
                    <a:pt x="1355725" y="3174"/>
                    <a:pt x="1356995" y="1904"/>
                    <a:pt x="1358265" y="1904"/>
                  </a:cubicBezTo>
                  <a:cubicBezTo>
                    <a:pt x="1359535" y="1904"/>
                    <a:pt x="1360805" y="1269"/>
                    <a:pt x="1362075" y="1269"/>
                  </a:cubicBezTo>
                  <a:close/>
                  <a:moveTo>
                    <a:pt x="4789801" y="634"/>
                  </a:moveTo>
                  <a:lnTo>
                    <a:pt x="4789801" y="65404"/>
                  </a:lnTo>
                  <a:lnTo>
                    <a:pt x="4814566" y="31114"/>
                  </a:lnTo>
                  <a:lnTo>
                    <a:pt x="4831711" y="31114"/>
                  </a:lnTo>
                  <a:lnTo>
                    <a:pt x="4812026" y="57149"/>
                  </a:lnTo>
                  <a:lnTo>
                    <a:pt x="4835521" y="108584"/>
                  </a:lnTo>
                  <a:lnTo>
                    <a:pt x="4819011" y="108584"/>
                  </a:lnTo>
                  <a:lnTo>
                    <a:pt x="4801866" y="69849"/>
                  </a:lnTo>
                  <a:lnTo>
                    <a:pt x="4789801" y="85724"/>
                  </a:lnTo>
                  <a:lnTo>
                    <a:pt x="4789801" y="108584"/>
                  </a:lnTo>
                  <a:lnTo>
                    <a:pt x="4774561" y="108584"/>
                  </a:lnTo>
                  <a:lnTo>
                    <a:pt x="4774561" y="8889"/>
                  </a:lnTo>
                  <a:close/>
                  <a:moveTo>
                    <a:pt x="4472301" y="634"/>
                  </a:moveTo>
                  <a:lnTo>
                    <a:pt x="4472301" y="109219"/>
                  </a:lnTo>
                  <a:lnTo>
                    <a:pt x="4457061" y="109219"/>
                  </a:lnTo>
                  <a:lnTo>
                    <a:pt x="4457696" y="108584"/>
                  </a:lnTo>
                  <a:lnTo>
                    <a:pt x="4457696" y="100964"/>
                  </a:lnTo>
                  <a:cubicBezTo>
                    <a:pt x="4457696" y="100964"/>
                    <a:pt x="4454521" y="103504"/>
                    <a:pt x="4453251" y="104774"/>
                  </a:cubicBezTo>
                  <a:cubicBezTo>
                    <a:pt x="4451981" y="106044"/>
                    <a:pt x="4450076" y="106679"/>
                    <a:pt x="4448171" y="107949"/>
                  </a:cubicBezTo>
                  <a:cubicBezTo>
                    <a:pt x="4446266" y="108584"/>
                    <a:pt x="4444361" y="109219"/>
                    <a:pt x="4443091" y="109854"/>
                  </a:cubicBezTo>
                  <a:cubicBezTo>
                    <a:pt x="4441186" y="109854"/>
                    <a:pt x="4439281" y="109854"/>
                    <a:pt x="4437376" y="109854"/>
                  </a:cubicBezTo>
                  <a:cubicBezTo>
                    <a:pt x="4432931" y="109854"/>
                    <a:pt x="4429121" y="109219"/>
                    <a:pt x="4425946" y="107314"/>
                  </a:cubicBezTo>
                  <a:cubicBezTo>
                    <a:pt x="4422136" y="106044"/>
                    <a:pt x="4418961" y="103504"/>
                    <a:pt x="4416421" y="99694"/>
                  </a:cubicBezTo>
                  <a:cubicBezTo>
                    <a:pt x="4413881" y="96519"/>
                    <a:pt x="4411341" y="92074"/>
                    <a:pt x="4410071" y="86994"/>
                  </a:cubicBezTo>
                  <a:cubicBezTo>
                    <a:pt x="4408801" y="81914"/>
                    <a:pt x="4407531" y="75564"/>
                    <a:pt x="4407531" y="67944"/>
                  </a:cubicBezTo>
                  <a:cubicBezTo>
                    <a:pt x="4407531" y="61594"/>
                    <a:pt x="4408166" y="55244"/>
                    <a:pt x="4410071" y="50799"/>
                  </a:cubicBezTo>
                  <a:cubicBezTo>
                    <a:pt x="4411976" y="45719"/>
                    <a:pt x="4413881" y="41909"/>
                    <a:pt x="4417056" y="38734"/>
                  </a:cubicBezTo>
                  <a:cubicBezTo>
                    <a:pt x="4419596" y="35559"/>
                    <a:pt x="4423406" y="33019"/>
                    <a:pt x="4426581" y="31749"/>
                  </a:cubicBezTo>
                  <a:cubicBezTo>
                    <a:pt x="4430391" y="29844"/>
                    <a:pt x="4434201" y="29209"/>
                    <a:pt x="4438011" y="29209"/>
                  </a:cubicBezTo>
                  <a:cubicBezTo>
                    <a:pt x="4439916" y="29209"/>
                    <a:pt x="4441821" y="29209"/>
                    <a:pt x="4443726" y="29844"/>
                  </a:cubicBezTo>
                  <a:cubicBezTo>
                    <a:pt x="4445631" y="29844"/>
                    <a:pt x="4447536" y="31114"/>
                    <a:pt x="4448806" y="31749"/>
                  </a:cubicBezTo>
                  <a:cubicBezTo>
                    <a:pt x="4450711" y="32384"/>
                    <a:pt x="4451981" y="33654"/>
                    <a:pt x="4453251" y="34924"/>
                  </a:cubicBezTo>
                  <a:cubicBezTo>
                    <a:pt x="4454521" y="36194"/>
                    <a:pt x="4455791" y="36829"/>
                    <a:pt x="4457061" y="38099"/>
                  </a:cubicBezTo>
                  <a:lnTo>
                    <a:pt x="4457061" y="8254"/>
                  </a:lnTo>
                  <a:close/>
                  <a:moveTo>
                    <a:pt x="4390385" y="634"/>
                  </a:moveTo>
                  <a:lnTo>
                    <a:pt x="4390385" y="108584"/>
                  </a:lnTo>
                  <a:lnTo>
                    <a:pt x="4375145" y="108584"/>
                  </a:lnTo>
                  <a:lnTo>
                    <a:pt x="4375145" y="8889"/>
                  </a:lnTo>
                  <a:close/>
                  <a:moveTo>
                    <a:pt x="3946521" y="634"/>
                  </a:moveTo>
                  <a:lnTo>
                    <a:pt x="3946521" y="38099"/>
                  </a:lnTo>
                  <a:cubicBezTo>
                    <a:pt x="3946521" y="38099"/>
                    <a:pt x="3948426" y="35559"/>
                    <a:pt x="3950331" y="34289"/>
                  </a:cubicBezTo>
                  <a:cubicBezTo>
                    <a:pt x="3951601" y="33019"/>
                    <a:pt x="3953506" y="32384"/>
                    <a:pt x="3954776" y="31114"/>
                  </a:cubicBezTo>
                  <a:cubicBezTo>
                    <a:pt x="3956681" y="30479"/>
                    <a:pt x="3958586" y="29844"/>
                    <a:pt x="3960491" y="29209"/>
                  </a:cubicBezTo>
                  <a:cubicBezTo>
                    <a:pt x="3962396" y="29209"/>
                    <a:pt x="3964301" y="29209"/>
                    <a:pt x="3966206" y="29209"/>
                  </a:cubicBezTo>
                  <a:cubicBezTo>
                    <a:pt x="3970651" y="29209"/>
                    <a:pt x="3975096" y="29844"/>
                    <a:pt x="3978271" y="31749"/>
                  </a:cubicBezTo>
                  <a:cubicBezTo>
                    <a:pt x="3981446" y="33019"/>
                    <a:pt x="3984621" y="35559"/>
                    <a:pt x="3987161" y="38099"/>
                  </a:cubicBezTo>
                  <a:cubicBezTo>
                    <a:pt x="3989701" y="41274"/>
                    <a:pt x="3990971" y="44449"/>
                    <a:pt x="3992241" y="49529"/>
                  </a:cubicBezTo>
                  <a:cubicBezTo>
                    <a:pt x="3993511" y="53974"/>
                    <a:pt x="3994146" y="59054"/>
                    <a:pt x="3994146" y="64134"/>
                  </a:cubicBezTo>
                  <a:lnTo>
                    <a:pt x="3994146" y="108584"/>
                  </a:lnTo>
                  <a:lnTo>
                    <a:pt x="3978906" y="108584"/>
                  </a:lnTo>
                  <a:lnTo>
                    <a:pt x="3978271" y="108584"/>
                  </a:lnTo>
                  <a:lnTo>
                    <a:pt x="3978271" y="64769"/>
                  </a:lnTo>
                  <a:cubicBezTo>
                    <a:pt x="3978271" y="57784"/>
                    <a:pt x="3977001" y="52069"/>
                    <a:pt x="3974461" y="48894"/>
                  </a:cubicBezTo>
                  <a:cubicBezTo>
                    <a:pt x="3971921" y="45084"/>
                    <a:pt x="3968111" y="43814"/>
                    <a:pt x="3962396" y="43814"/>
                  </a:cubicBezTo>
                  <a:cubicBezTo>
                    <a:pt x="3959856" y="43814"/>
                    <a:pt x="3957951" y="43814"/>
                    <a:pt x="3956046" y="45084"/>
                  </a:cubicBezTo>
                  <a:cubicBezTo>
                    <a:pt x="3954141" y="45719"/>
                    <a:pt x="3952236" y="46989"/>
                    <a:pt x="3950966" y="48894"/>
                  </a:cubicBezTo>
                  <a:cubicBezTo>
                    <a:pt x="3949696" y="50799"/>
                    <a:pt x="3948426" y="52704"/>
                    <a:pt x="3947791" y="55244"/>
                  </a:cubicBezTo>
                  <a:cubicBezTo>
                    <a:pt x="3947156" y="57784"/>
                    <a:pt x="3946521" y="60324"/>
                    <a:pt x="3946521" y="63499"/>
                  </a:cubicBezTo>
                  <a:lnTo>
                    <a:pt x="3946521" y="109219"/>
                  </a:lnTo>
                  <a:lnTo>
                    <a:pt x="3931281" y="109219"/>
                  </a:lnTo>
                  <a:lnTo>
                    <a:pt x="3931281" y="8889"/>
                  </a:lnTo>
                  <a:close/>
                  <a:moveTo>
                    <a:pt x="3248021" y="634"/>
                  </a:moveTo>
                  <a:lnTo>
                    <a:pt x="3248021" y="38099"/>
                  </a:lnTo>
                  <a:cubicBezTo>
                    <a:pt x="3248021" y="38099"/>
                    <a:pt x="3249926" y="35559"/>
                    <a:pt x="3251831" y="34289"/>
                  </a:cubicBezTo>
                  <a:cubicBezTo>
                    <a:pt x="3253101" y="33019"/>
                    <a:pt x="3255006" y="32384"/>
                    <a:pt x="3256276" y="31114"/>
                  </a:cubicBezTo>
                  <a:cubicBezTo>
                    <a:pt x="3258181" y="30479"/>
                    <a:pt x="3260086" y="29844"/>
                    <a:pt x="3261991" y="29209"/>
                  </a:cubicBezTo>
                  <a:cubicBezTo>
                    <a:pt x="3263896" y="29209"/>
                    <a:pt x="3265801" y="29209"/>
                    <a:pt x="3267706" y="29209"/>
                  </a:cubicBezTo>
                  <a:cubicBezTo>
                    <a:pt x="3272151" y="29209"/>
                    <a:pt x="3276596" y="29844"/>
                    <a:pt x="3279771" y="31749"/>
                  </a:cubicBezTo>
                  <a:cubicBezTo>
                    <a:pt x="3282946" y="33019"/>
                    <a:pt x="3286121" y="35559"/>
                    <a:pt x="3288661" y="38099"/>
                  </a:cubicBezTo>
                  <a:cubicBezTo>
                    <a:pt x="3291201" y="41274"/>
                    <a:pt x="3292471" y="44449"/>
                    <a:pt x="3293741" y="49529"/>
                  </a:cubicBezTo>
                  <a:cubicBezTo>
                    <a:pt x="3295011" y="53974"/>
                    <a:pt x="3295646" y="59054"/>
                    <a:pt x="3295646" y="64134"/>
                  </a:cubicBezTo>
                  <a:lnTo>
                    <a:pt x="3295646" y="108584"/>
                  </a:lnTo>
                  <a:lnTo>
                    <a:pt x="3280406" y="108584"/>
                  </a:lnTo>
                  <a:lnTo>
                    <a:pt x="3279771" y="108584"/>
                  </a:lnTo>
                  <a:lnTo>
                    <a:pt x="3279771" y="64769"/>
                  </a:lnTo>
                  <a:cubicBezTo>
                    <a:pt x="3279771" y="57784"/>
                    <a:pt x="3278501" y="52069"/>
                    <a:pt x="3275961" y="48894"/>
                  </a:cubicBezTo>
                  <a:cubicBezTo>
                    <a:pt x="3273421" y="45084"/>
                    <a:pt x="3269611" y="43814"/>
                    <a:pt x="3263896" y="43814"/>
                  </a:cubicBezTo>
                  <a:cubicBezTo>
                    <a:pt x="3261356" y="43814"/>
                    <a:pt x="3259451" y="43814"/>
                    <a:pt x="3257546" y="45084"/>
                  </a:cubicBezTo>
                  <a:cubicBezTo>
                    <a:pt x="3255641" y="45719"/>
                    <a:pt x="3253736" y="46989"/>
                    <a:pt x="3252466" y="48894"/>
                  </a:cubicBezTo>
                  <a:cubicBezTo>
                    <a:pt x="3251196" y="50799"/>
                    <a:pt x="3249926" y="52704"/>
                    <a:pt x="3249291" y="55244"/>
                  </a:cubicBezTo>
                  <a:cubicBezTo>
                    <a:pt x="3248656" y="57784"/>
                    <a:pt x="3248021" y="60324"/>
                    <a:pt x="3248021" y="63499"/>
                  </a:cubicBezTo>
                  <a:lnTo>
                    <a:pt x="3248021" y="109219"/>
                  </a:lnTo>
                  <a:lnTo>
                    <a:pt x="3232781" y="109219"/>
                  </a:lnTo>
                  <a:lnTo>
                    <a:pt x="3232781" y="8889"/>
                  </a:lnTo>
                  <a:close/>
                  <a:moveTo>
                    <a:pt x="2432681" y="634"/>
                  </a:moveTo>
                  <a:lnTo>
                    <a:pt x="2432681" y="38099"/>
                  </a:lnTo>
                  <a:cubicBezTo>
                    <a:pt x="2432681" y="38099"/>
                    <a:pt x="2434586" y="35559"/>
                    <a:pt x="2436491" y="34289"/>
                  </a:cubicBezTo>
                  <a:cubicBezTo>
                    <a:pt x="2437761" y="33019"/>
                    <a:pt x="2439666" y="32384"/>
                    <a:pt x="2440936" y="31114"/>
                  </a:cubicBezTo>
                  <a:cubicBezTo>
                    <a:pt x="2442841" y="30479"/>
                    <a:pt x="2444746" y="29844"/>
                    <a:pt x="2446651" y="29209"/>
                  </a:cubicBezTo>
                  <a:cubicBezTo>
                    <a:pt x="2448556" y="29209"/>
                    <a:pt x="2450461" y="29209"/>
                    <a:pt x="2452366" y="29209"/>
                  </a:cubicBezTo>
                  <a:cubicBezTo>
                    <a:pt x="2456811" y="29209"/>
                    <a:pt x="2461256" y="29844"/>
                    <a:pt x="2464431" y="31749"/>
                  </a:cubicBezTo>
                  <a:cubicBezTo>
                    <a:pt x="2467606" y="33019"/>
                    <a:pt x="2470781" y="35559"/>
                    <a:pt x="2473321" y="38099"/>
                  </a:cubicBezTo>
                  <a:cubicBezTo>
                    <a:pt x="2475861" y="41274"/>
                    <a:pt x="2477131" y="44449"/>
                    <a:pt x="2478401" y="49529"/>
                  </a:cubicBezTo>
                  <a:cubicBezTo>
                    <a:pt x="2479671" y="53974"/>
                    <a:pt x="2480306" y="59054"/>
                    <a:pt x="2480306" y="64134"/>
                  </a:cubicBezTo>
                  <a:lnTo>
                    <a:pt x="2480306" y="108584"/>
                  </a:lnTo>
                  <a:lnTo>
                    <a:pt x="2465066" y="108584"/>
                  </a:lnTo>
                  <a:lnTo>
                    <a:pt x="2464431" y="108584"/>
                  </a:lnTo>
                  <a:lnTo>
                    <a:pt x="2464431" y="64769"/>
                  </a:lnTo>
                  <a:cubicBezTo>
                    <a:pt x="2464431" y="57784"/>
                    <a:pt x="2463161" y="52069"/>
                    <a:pt x="2460621" y="48894"/>
                  </a:cubicBezTo>
                  <a:cubicBezTo>
                    <a:pt x="2458081" y="45084"/>
                    <a:pt x="2454271" y="43814"/>
                    <a:pt x="2448556" y="43814"/>
                  </a:cubicBezTo>
                  <a:cubicBezTo>
                    <a:pt x="2446016" y="43814"/>
                    <a:pt x="2444111" y="43814"/>
                    <a:pt x="2442206" y="45084"/>
                  </a:cubicBezTo>
                  <a:cubicBezTo>
                    <a:pt x="2440301" y="45719"/>
                    <a:pt x="2438396" y="46989"/>
                    <a:pt x="2437126" y="48894"/>
                  </a:cubicBezTo>
                  <a:cubicBezTo>
                    <a:pt x="2435856" y="50799"/>
                    <a:pt x="2434586" y="52704"/>
                    <a:pt x="2433951" y="55244"/>
                  </a:cubicBezTo>
                  <a:cubicBezTo>
                    <a:pt x="2433316" y="57784"/>
                    <a:pt x="2432681" y="60324"/>
                    <a:pt x="2432681" y="63499"/>
                  </a:cubicBezTo>
                  <a:lnTo>
                    <a:pt x="2432681" y="109219"/>
                  </a:lnTo>
                  <a:lnTo>
                    <a:pt x="2417441" y="109219"/>
                  </a:lnTo>
                  <a:lnTo>
                    <a:pt x="2417441" y="8889"/>
                  </a:lnTo>
                  <a:close/>
                  <a:moveTo>
                    <a:pt x="1734181" y="634"/>
                  </a:moveTo>
                  <a:lnTo>
                    <a:pt x="1734181" y="38099"/>
                  </a:lnTo>
                  <a:cubicBezTo>
                    <a:pt x="1734181" y="38099"/>
                    <a:pt x="1736086" y="35559"/>
                    <a:pt x="1737991" y="34289"/>
                  </a:cubicBezTo>
                  <a:cubicBezTo>
                    <a:pt x="1739261" y="33019"/>
                    <a:pt x="1741166" y="32384"/>
                    <a:pt x="1742436" y="31114"/>
                  </a:cubicBezTo>
                  <a:cubicBezTo>
                    <a:pt x="1744341" y="30479"/>
                    <a:pt x="1746246" y="29844"/>
                    <a:pt x="1748151" y="29209"/>
                  </a:cubicBezTo>
                  <a:cubicBezTo>
                    <a:pt x="1750056" y="29209"/>
                    <a:pt x="1751961" y="29209"/>
                    <a:pt x="1753866" y="29209"/>
                  </a:cubicBezTo>
                  <a:cubicBezTo>
                    <a:pt x="1758311" y="29209"/>
                    <a:pt x="1762756" y="29844"/>
                    <a:pt x="1765931" y="31749"/>
                  </a:cubicBezTo>
                  <a:cubicBezTo>
                    <a:pt x="1769106" y="33019"/>
                    <a:pt x="1772281" y="35559"/>
                    <a:pt x="1774821" y="38099"/>
                  </a:cubicBezTo>
                  <a:cubicBezTo>
                    <a:pt x="1777361" y="41274"/>
                    <a:pt x="1778631" y="44449"/>
                    <a:pt x="1779901" y="49529"/>
                  </a:cubicBezTo>
                  <a:cubicBezTo>
                    <a:pt x="1781171" y="53974"/>
                    <a:pt x="1781806" y="59054"/>
                    <a:pt x="1781806" y="64134"/>
                  </a:cubicBezTo>
                  <a:lnTo>
                    <a:pt x="1781806" y="108584"/>
                  </a:lnTo>
                  <a:lnTo>
                    <a:pt x="1766566" y="108584"/>
                  </a:lnTo>
                  <a:lnTo>
                    <a:pt x="1765931" y="108584"/>
                  </a:lnTo>
                  <a:lnTo>
                    <a:pt x="1765931" y="64769"/>
                  </a:lnTo>
                  <a:cubicBezTo>
                    <a:pt x="1765931" y="57784"/>
                    <a:pt x="1764661" y="52069"/>
                    <a:pt x="1762121" y="48894"/>
                  </a:cubicBezTo>
                  <a:cubicBezTo>
                    <a:pt x="1759581" y="45084"/>
                    <a:pt x="1755771" y="43814"/>
                    <a:pt x="1750056" y="43814"/>
                  </a:cubicBezTo>
                  <a:cubicBezTo>
                    <a:pt x="1747516" y="43814"/>
                    <a:pt x="1745611" y="43814"/>
                    <a:pt x="1743706" y="45084"/>
                  </a:cubicBezTo>
                  <a:cubicBezTo>
                    <a:pt x="1741801" y="45719"/>
                    <a:pt x="1739896" y="46989"/>
                    <a:pt x="1738626" y="48894"/>
                  </a:cubicBezTo>
                  <a:cubicBezTo>
                    <a:pt x="1737356" y="50799"/>
                    <a:pt x="1736086" y="52704"/>
                    <a:pt x="1735451" y="55244"/>
                  </a:cubicBezTo>
                  <a:cubicBezTo>
                    <a:pt x="1734816" y="57784"/>
                    <a:pt x="1734181" y="60324"/>
                    <a:pt x="1734181" y="63499"/>
                  </a:cubicBezTo>
                  <a:lnTo>
                    <a:pt x="1734181" y="109219"/>
                  </a:lnTo>
                  <a:lnTo>
                    <a:pt x="1718941" y="109219"/>
                  </a:lnTo>
                  <a:lnTo>
                    <a:pt x="1718941" y="8889"/>
                  </a:lnTo>
                  <a:close/>
                  <a:moveTo>
                    <a:pt x="803275" y="634"/>
                  </a:moveTo>
                  <a:lnTo>
                    <a:pt x="803275" y="38099"/>
                  </a:lnTo>
                  <a:cubicBezTo>
                    <a:pt x="803275" y="38099"/>
                    <a:pt x="805180" y="35559"/>
                    <a:pt x="807085" y="34289"/>
                  </a:cubicBezTo>
                  <a:cubicBezTo>
                    <a:pt x="808355" y="33019"/>
                    <a:pt x="810260" y="32384"/>
                    <a:pt x="811530" y="31114"/>
                  </a:cubicBezTo>
                  <a:cubicBezTo>
                    <a:pt x="813435" y="30479"/>
                    <a:pt x="815340" y="29844"/>
                    <a:pt x="817245" y="29209"/>
                  </a:cubicBezTo>
                  <a:cubicBezTo>
                    <a:pt x="819150" y="29209"/>
                    <a:pt x="821055" y="29209"/>
                    <a:pt x="822960" y="29209"/>
                  </a:cubicBezTo>
                  <a:cubicBezTo>
                    <a:pt x="827405" y="29209"/>
                    <a:pt x="831850" y="29844"/>
                    <a:pt x="835025" y="31749"/>
                  </a:cubicBezTo>
                  <a:cubicBezTo>
                    <a:pt x="838200" y="33019"/>
                    <a:pt x="841375" y="35559"/>
                    <a:pt x="843915" y="38099"/>
                  </a:cubicBezTo>
                  <a:cubicBezTo>
                    <a:pt x="846455" y="41274"/>
                    <a:pt x="847725" y="44449"/>
                    <a:pt x="848995" y="49529"/>
                  </a:cubicBezTo>
                  <a:cubicBezTo>
                    <a:pt x="850265" y="53974"/>
                    <a:pt x="850900" y="59054"/>
                    <a:pt x="850900" y="64134"/>
                  </a:cubicBezTo>
                  <a:lnTo>
                    <a:pt x="850900" y="108584"/>
                  </a:lnTo>
                  <a:lnTo>
                    <a:pt x="835660" y="108584"/>
                  </a:lnTo>
                  <a:lnTo>
                    <a:pt x="835025" y="108584"/>
                  </a:lnTo>
                  <a:lnTo>
                    <a:pt x="835025" y="64769"/>
                  </a:lnTo>
                  <a:cubicBezTo>
                    <a:pt x="835025" y="57784"/>
                    <a:pt x="833755" y="52069"/>
                    <a:pt x="831215" y="48894"/>
                  </a:cubicBezTo>
                  <a:cubicBezTo>
                    <a:pt x="828675" y="45084"/>
                    <a:pt x="824865" y="43814"/>
                    <a:pt x="819150" y="43814"/>
                  </a:cubicBezTo>
                  <a:cubicBezTo>
                    <a:pt x="816610" y="43814"/>
                    <a:pt x="814705" y="43814"/>
                    <a:pt x="812800" y="45084"/>
                  </a:cubicBezTo>
                  <a:cubicBezTo>
                    <a:pt x="810895" y="45719"/>
                    <a:pt x="808990" y="46989"/>
                    <a:pt x="807720" y="48894"/>
                  </a:cubicBezTo>
                  <a:cubicBezTo>
                    <a:pt x="806450" y="50799"/>
                    <a:pt x="805180" y="52704"/>
                    <a:pt x="804545" y="55244"/>
                  </a:cubicBezTo>
                  <a:cubicBezTo>
                    <a:pt x="803910" y="57784"/>
                    <a:pt x="803275" y="60324"/>
                    <a:pt x="803275" y="63499"/>
                  </a:cubicBezTo>
                  <a:lnTo>
                    <a:pt x="803275" y="109219"/>
                  </a:lnTo>
                  <a:lnTo>
                    <a:pt x="788035" y="109219"/>
                  </a:lnTo>
                  <a:lnTo>
                    <a:pt x="788035" y="8889"/>
                  </a:lnTo>
                  <a:close/>
                  <a:moveTo>
                    <a:pt x="104774" y="634"/>
                  </a:moveTo>
                  <a:lnTo>
                    <a:pt x="104774" y="38099"/>
                  </a:lnTo>
                  <a:cubicBezTo>
                    <a:pt x="104774" y="38099"/>
                    <a:pt x="106679" y="35559"/>
                    <a:pt x="108584" y="34289"/>
                  </a:cubicBezTo>
                  <a:cubicBezTo>
                    <a:pt x="109854" y="33019"/>
                    <a:pt x="111759" y="32384"/>
                    <a:pt x="113029" y="31114"/>
                  </a:cubicBezTo>
                  <a:cubicBezTo>
                    <a:pt x="114934" y="30479"/>
                    <a:pt x="116839" y="29844"/>
                    <a:pt x="118744" y="29209"/>
                  </a:cubicBezTo>
                  <a:cubicBezTo>
                    <a:pt x="120649" y="29209"/>
                    <a:pt x="122554" y="29209"/>
                    <a:pt x="124459" y="29209"/>
                  </a:cubicBezTo>
                  <a:cubicBezTo>
                    <a:pt x="128904" y="29209"/>
                    <a:pt x="133349" y="29844"/>
                    <a:pt x="136524" y="31749"/>
                  </a:cubicBezTo>
                  <a:cubicBezTo>
                    <a:pt x="139699" y="33019"/>
                    <a:pt x="142874" y="35559"/>
                    <a:pt x="145414" y="38099"/>
                  </a:cubicBezTo>
                  <a:cubicBezTo>
                    <a:pt x="147954" y="41274"/>
                    <a:pt x="149224" y="44449"/>
                    <a:pt x="150494" y="49529"/>
                  </a:cubicBezTo>
                  <a:cubicBezTo>
                    <a:pt x="151764" y="53974"/>
                    <a:pt x="152399" y="59054"/>
                    <a:pt x="152399" y="64134"/>
                  </a:cubicBezTo>
                  <a:lnTo>
                    <a:pt x="152399" y="108584"/>
                  </a:lnTo>
                  <a:lnTo>
                    <a:pt x="137159" y="108584"/>
                  </a:lnTo>
                  <a:lnTo>
                    <a:pt x="136524" y="108584"/>
                  </a:lnTo>
                  <a:lnTo>
                    <a:pt x="136524" y="64769"/>
                  </a:lnTo>
                  <a:cubicBezTo>
                    <a:pt x="136524" y="57784"/>
                    <a:pt x="135254" y="52069"/>
                    <a:pt x="132714" y="48894"/>
                  </a:cubicBezTo>
                  <a:cubicBezTo>
                    <a:pt x="130174" y="45084"/>
                    <a:pt x="126364" y="43814"/>
                    <a:pt x="120649" y="43814"/>
                  </a:cubicBezTo>
                  <a:cubicBezTo>
                    <a:pt x="118109" y="43814"/>
                    <a:pt x="116204" y="43814"/>
                    <a:pt x="114299" y="45084"/>
                  </a:cubicBezTo>
                  <a:cubicBezTo>
                    <a:pt x="112394" y="45719"/>
                    <a:pt x="110489" y="46989"/>
                    <a:pt x="109219" y="48894"/>
                  </a:cubicBezTo>
                  <a:cubicBezTo>
                    <a:pt x="107949" y="50799"/>
                    <a:pt x="106679" y="52704"/>
                    <a:pt x="106044" y="55244"/>
                  </a:cubicBezTo>
                  <a:cubicBezTo>
                    <a:pt x="105409" y="57784"/>
                    <a:pt x="104774" y="60324"/>
                    <a:pt x="104774" y="63499"/>
                  </a:cubicBezTo>
                  <a:lnTo>
                    <a:pt x="104774" y="109219"/>
                  </a:lnTo>
                  <a:lnTo>
                    <a:pt x="89534" y="109219"/>
                  </a:lnTo>
                  <a:lnTo>
                    <a:pt x="89534" y="8889"/>
                  </a:lnTo>
                  <a:close/>
                  <a:moveTo>
                    <a:pt x="3894450" y="0"/>
                  </a:moveTo>
                  <a:lnTo>
                    <a:pt x="3894450" y="30480"/>
                  </a:lnTo>
                  <a:lnTo>
                    <a:pt x="3913500" y="30480"/>
                  </a:lnTo>
                  <a:lnTo>
                    <a:pt x="3913500" y="44450"/>
                  </a:lnTo>
                  <a:lnTo>
                    <a:pt x="3894450" y="44450"/>
                  </a:lnTo>
                  <a:lnTo>
                    <a:pt x="3894450" y="86995"/>
                  </a:lnTo>
                  <a:cubicBezTo>
                    <a:pt x="3894450" y="86995"/>
                    <a:pt x="3894450" y="90170"/>
                    <a:pt x="3894450" y="91440"/>
                  </a:cubicBezTo>
                  <a:cubicBezTo>
                    <a:pt x="3894450" y="92710"/>
                    <a:pt x="3895085" y="93345"/>
                    <a:pt x="3895720" y="94615"/>
                  </a:cubicBezTo>
                  <a:cubicBezTo>
                    <a:pt x="3896355" y="95250"/>
                    <a:pt x="3896990" y="95885"/>
                    <a:pt x="3898260" y="95885"/>
                  </a:cubicBezTo>
                  <a:cubicBezTo>
                    <a:pt x="3899530" y="95885"/>
                    <a:pt x="3900800" y="95885"/>
                    <a:pt x="3902070" y="95885"/>
                  </a:cubicBezTo>
                  <a:cubicBezTo>
                    <a:pt x="3903975" y="95885"/>
                    <a:pt x="3905880" y="95885"/>
                    <a:pt x="3908420" y="95250"/>
                  </a:cubicBezTo>
                  <a:cubicBezTo>
                    <a:pt x="3910325" y="94615"/>
                    <a:pt x="3912230" y="93980"/>
                    <a:pt x="3913500" y="93345"/>
                  </a:cubicBezTo>
                  <a:lnTo>
                    <a:pt x="3911595" y="106680"/>
                  </a:lnTo>
                  <a:cubicBezTo>
                    <a:pt x="3911595" y="106680"/>
                    <a:pt x="3907785" y="108585"/>
                    <a:pt x="3905245" y="109220"/>
                  </a:cubicBezTo>
                  <a:cubicBezTo>
                    <a:pt x="3902705" y="109855"/>
                    <a:pt x="3900165" y="110490"/>
                    <a:pt x="3896990" y="110490"/>
                  </a:cubicBezTo>
                  <a:cubicBezTo>
                    <a:pt x="3894450" y="110490"/>
                    <a:pt x="3891910" y="110490"/>
                    <a:pt x="3890005" y="109220"/>
                  </a:cubicBezTo>
                  <a:cubicBezTo>
                    <a:pt x="3888100" y="108585"/>
                    <a:pt x="3886195" y="107315"/>
                    <a:pt x="3884290" y="105410"/>
                  </a:cubicBezTo>
                  <a:cubicBezTo>
                    <a:pt x="3882385" y="103505"/>
                    <a:pt x="3881115" y="101600"/>
                    <a:pt x="3880480" y="99060"/>
                  </a:cubicBezTo>
                  <a:cubicBezTo>
                    <a:pt x="3879845" y="96520"/>
                    <a:pt x="3879210" y="93345"/>
                    <a:pt x="3879210" y="89535"/>
                  </a:cubicBezTo>
                  <a:lnTo>
                    <a:pt x="3879210" y="44450"/>
                  </a:lnTo>
                  <a:lnTo>
                    <a:pt x="3868415" y="44450"/>
                  </a:lnTo>
                  <a:lnTo>
                    <a:pt x="3868415" y="30480"/>
                  </a:lnTo>
                  <a:lnTo>
                    <a:pt x="3879210" y="30480"/>
                  </a:lnTo>
                  <a:lnTo>
                    <a:pt x="3879210" y="8255"/>
                  </a:lnTo>
                  <a:close/>
                  <a:moveTo>
                    <a:pt x="3664581" y="0"/>
                  </a:moveTo>
                  <a:lnTo>
                    <a:pt x="3664581" y="30480"/>
                  </a:lnTo>
                  <a:lnTo>
                    <a:pt x="3683631" y="30480"/>
                  </a:lnTo>
                  <a:lnTo>
                    <a:pt x="3683631" y="44450"/>
                  </a:lnTo>
                  <a:lnTo>
                    <a:pt x="3664581" y="44450"/>
                  </a:lnTo>
                  <a:lnTo>
                    <a:pt x="3664581" y="86995"/>
                  </a:lnTo>
                  <a:cubicBezTo>
                    <a:pt x="3664581" y="86995"/>
                    <a:pt x="3664581" y="90170"/>
                    <a:pt x="3664581" y="91440"/>
                  </a:cubicBezTo>
                  <a:cubicBezTo>
                    <a:pt x="3664581" y="92710"/>
                    <a:pt x="3665216" y="93345"/>
                    <a:pt x="3665851" y="94615"/>
                  </a:cubicBezTo>
                  <a:cubicBezTo>
                    <a:pt x="3666486" y="95250"/>
                    <a:pt x="3667121" y="95885"/>
                    <a:pt x="3668391" y="95885"/>
                  </a:cubicBezTo>
                  <a:cubicBezTo>
                    <a:pt x="3669661" y="95885"/>
                    <a:pt x="3670931" y="95885"/>
                    <a:pt x="3672201" y="95885"/>
                  </a:cubicBezTo>
                  <a:cubicBezTo>
                    <a:pt x="3674106" y="95885"/>
                    <a:pt x="3676011" y="95885"/>
                    <a:pt x="3678551" y="95250"/>
                  </a:cubicBezTo>
                  <a:cubicBezTo>
                    <a:pt x="3680456" y="94615"/>
                    <a:pt x="3682361" y="93980"/>
                    <a:pt x="3683631" y="93345"/>
                  </a:cubicBezTo>
                  <a:lnTo>
                    <a:pt x="3681726" y="106680"/>
                  </a:lnTo>
                  <a:cubicBezTo>
                    <a:pt x="3681726" y="106680"/>
                    <a:pt x="3677916" y="108585"/>
                    <a:pt x="3675376" y="109220"/>
                  </a:cubicBezTo>
                  <a:cubicBezTo>
                    <a:pt x="3672836" y="109855"/>
                    <a:pt x="3670296" y="110490"/>
                    <a:pt x="3667121" y="110490"/>
                  </a:cubicBezTo>
                  <a:cubicBezTo>
                    <a:pt x="3664581" y="110490"/>
                    <a:pt x="3662041" y="110490"/>
                    <a:pt x="3660136" y="109220"/>
                  </a:cubicBezTo>
                  <a:cubicBezTo>
                    <a:pt x="3658231" y="108585"/>
                    <a:pt x="3656326" y="107315"/>
                    <a:pt x="3654421" y="105410"/>
                  </a:cubicBezTo>
                  <a:cubicBezTo>
                    <a:pt x="3652516" y="103505"/>
                    <a:pt x="3651246" y="101600"/>
                    <a:pt x="3650611" y="99060"/>
                  </a:cubicBezTo>
                  <a:cubicBezTo>
                    <a:pt x="3649976" y="96520"/>
                    <a:pt x="3649341" y="93345"/>
                    <a:pt x="3649341" y="89535"/>
                  </a:cubicBezTo>
                  <a:lnTo>
                    <a:pt x="3649341" y="44450"/>
                  </a:lnTo>
                  <a:lnTo>
                    <a:pt x="3638546" y="44450"/>
                  </a:lnTo>
                  <a:lnTo>
                    <a:pt x="3638546" y="30480"/>
                  </a:lnTo>
                  <a:lnTo>
                    <a:pt x="3649341" y="30480"/>
                  </a:lnTo>
                  <a:lnTo>
                    <a:pt x="3649341" y="8255"/>
                  </a:lnTo>
                  <a:close/>
                  <a:moveTo>
                    <a:pt x="3610605" y="0"/>
                  </a:moveTo>
                  <a:lnTo>
                    <a:pt x="3610605" y="30480"/>
                  </a:lnTo>
                  <a:lnTo>
                    <a:pt x="3629655" y="30480"/>
                  </a:lnTo>
                  <a:lnTo>
                    <a:pt x="3629655" y="44450"/>
                  </a:lnTo>
                  <a:lnTo>
                    <a:pt x="3610605" y="44450"/>
                  </a:lnTo>
                  <a:lnTo>
                    <a:pt x="3610605" y="86995"/>
                  </a:lnTo>
                  <a:cubicBezTo>
                    <a:pt x="3610605" y="86995"/>
                    <a:pt x="3610605" y="90170"/>
                    <a:pt x="3610605" y="91440"/>
                  </a:cubicBezTo>
                  <a:cubicBezTo>
                    <a:pt x="3610605" y="92710"/>
                    <a:pt x="3611240" y="93345"/>
                    <a:pt x="3611875" y="94615"/>
                  </a:cubicBezTo>
                  <a:cubicBezTo>
                    <a:pt x="3612510" y="95250"/>
                    <a:pt x="3613145" y="95885"/>
                    <a:pt x="3614415" y="95885"/>
                  </a:cubicBezTo>
                  <a:cubicBezTo>
                    <a:pt x="3615685" y="95885"/>
                    <a:pt x="3616955" y="95885"/>
                    <a:pt x="3618225" y="95885"/>
                  </a:cubicBezTo>
                  <a:cubicBezTo>
                    <a:pt x="3620130" y="95885"/>
                    <a:pt x="3622035" y="95885"/>
                    <a:pt x="3624575" y="95250"/>
                  </a:cubicBezTo>
                  <a:cubicBezTo>
                    <a:pt x="3626480" y="94615"/>
                    <a:pt x="3628385" y="93980"/>
                    <a:pt x="3629655" y="93345"/>
                  </a:cubicBezTo>
                  <a:lnTo>
                    <a:pt x="3627750" y="106680"/>
                  </a:lnTo>
                  <a:cubicBezTo>
                    <a:pt x="3627750" y="106680"/>
                    <a:pt x="3623940" y="108585"/>
                    <a:pt x="3621400" y="109220"/>
                  </a:cubicBezTo>
                  <a:cubicBezTo>
                    <a:pt x="3618860" y="109855"/>
                    <a:pt x="3616320" y="110490"/>
                    <a:pt x="3613145" y="110490"/>
                  </a:cubicBezTo>
                  <a:cubicBezTo>
                    <a:pt x="3610605" y="110490"/>
                    <a:pt x="3608065" y="110490"/>
                    <a:pt x="3606160" y="109220"/>
                  </a:cubicBezTo>
                  <a:cubicBezTo>
                    <a:pt x="3604255" y="108585"/>
                    <a:pt x="3602350" y="107315"/>
                    <a:pt x="3600445" y="105410"/>
                  </a:cubicBezTo>
                  <a:cubicBezTo>
                    <a:pt x="3598540" y="103505"/>
                    <a:pt x="3597270" y="101600"/>
                    <a:pt x="3596635" y="99060"/>
                  </a:cubicBezTo>
                  <a:cubicBezTo>
                    <a:pt x="3596000" y="96520"/>
                    <a:pt x="3595365" y="93345"/>
                    <a:pt x="3595365" y="89535"/>
                  </a:cubicBezTo>
                  <a:lnTo>
                    <a:pt x="3595365" y="44450"/>
                  </a:lnTo>
                  <a:lnTo>
                    <a:pt x="3584570" y="44450"/>
                  </a:lnTo>
                  <a:lnTo>
                    <a:pt x="3584570" y="30480"/>
                  </a:lnTo>
                  <a:lnTo>
                    <a:pt x="3595365" y="30480"/>
                  </a:lnTo>
                  <a:lnTo>
                    <a:pt x="3595365" y="8255"/>
                  </a:lnTo>
                  <a:close/>
                  <a:moveTo>
                    <a:pt x="3445505" y="0"/>
                  </a:moveTo>
                  <a:lnTo>
                    <a:pt x="3445505" y="37465"/>
                  </a:lnTo>
                  <a:cubicBezTo>
                    <a:pt x="3445505" y="37465"/>
                    <a:pt x="3448680" y="34925"/>
                    <a:pt x="3449950" y="33655"/>
                  </a:cubicBezTo>
                  <a:cubicBezTo>
                    <a:pt x="3451220" y="33020"/>
                    <a:pt x="3452490" y="31750"/>
                    <a:pt x="3453760" y="31115"/>
                  </a:cubicBezTo>
                  <a:cubicBezTo>
                    <a:pt x="3455030" y="30480"/>
                    <a:pt x="3456935" y="29845"/>
                    <a:pt x="3458840" y="29210"/>
                  </a:cubicBezTo>
                  <a:cubicBezTo>
                    <a:pt x="3460745" y="29210"/>
                    <a:pt x="3463285" y="28575"/>
                    <a:pt x="3465825" y="28575"/>
                  </a:cubicBezTo>
                  <a:cubicBezTo>
                    <a:pt x="3470270" y="28575"/>
                    <a:pt x="3474080" y="29210"/>
                    <a:pt x="3477890" y="31115"/>
                  </a:cubicBezTo>
                  <a:cubicBezTo>
                    <a:pt x="3481700" y="32385"/>
                    <a:pt x="3484875" y="34925"/>
                    <a:pt x="3487415" y="38735"/>
                  </a:cubicBezTo>
                  <a:cubicBezTo>
                    <a:pt x="3489955" y="41910"/>
                    <a:pt x="3492495" y="46355"/>
                    <a:pt x="3493765" y="51435"/>
                  </a:cubicBezTo>
                  <a:cubicBezTo>
                    <a:pt x="3495035" y="56515"/>
                    <a:pt x="3496305" y="62865"/>
                    <a:pt x="3496305" y="70485"/>
                  </a:cubicBezTo>
                  <a:lnTo>
                    <a:pt x="3495670" y="71120"/>
                  </a:lnTo>
                  <a:cubicBezTo>
                    <a:pt x="3495670" y="77470"/>
                    <a:pt x="3495035" y="83820"/>
                    <a:pt x="3493130" y="88265"/>
                  </a:cubicBezTo>
                  <a:cubicBezTo>
                    <a:pt x="3491225" y="93345"/>
                    <a:pt x="3489320" y="97155"/>
                    <a:pt x="3486145" y="100330"/>
                  </a:cubicBezTo>
                  <a:cubicBezTo>
                    <a:pt x="3483605" y="103505"/>
                    <a:pt x="3479795" y="106045"/>
                    <a:pt x="3476620" y="107315"/>
                  </a:cubicBezTo>
                  <a:cubicBezTo>
                    <a:pt x="3472810" y="109220"/>
                    <a:pt x="3469000" y="109855"/>
                    <a:pt x="3465190" y="109855"/>
                  </a:cubicBezTo>
                  <a:cubicBezTo>
                    <a:pt x="3461380" y="109855"/>
                    <a:pt x="3457570" y="109220"/>
                    <a:pt x="3454395" y="107315"/>
                  </a:cubicBezTo>
                  <a:cubicBezTo>
                    <a:pt x="3450585" y="105410"/>
                    <a:pt x="3448045" y="103505"/>
                    <a:pt x="3445505" y="100965"/>
                  </a:cubicBezTo>
                  <a:lnTo>
                    <a:pt x="3445505" y="107950"/>
                  </a:lnTo>
                  <a:lnTo>
                    <a:pt x="3430265" y="107950"/>
                  </a:lnTo>
                  <a:lnTo>
                    <a:pt x="3430265" y="7620"/>
                  </a:lnTo>
                  <a:close/>
                  <a:moveTo>
                    <a:pt x="2380611" y="0"/>
                  </a:moveTo>
                  <a:lnTo>
                    <a:pt x="2380611" y="30480"/>
                  </a:lnTo>
                  <a:lnTo>
                    <a:pt x="2399661" y="30480"/>
                  </a:lnTo>
                  <a:lnTo>
                    <a:pt x="2399661" y="44450"/>
                  </a:lnTo>
                  <a:lnTo>
                    <a:pt x="2380611" y="44450"/>
                  </a:lnTo>
                  <a:lnTo>
                    <a:pt x="2380611" y="86995"/>
                  </a:lnTo>
                  <a:cubicBezTo>
                    <a:pt x="2380611" y="86995"/>
                    <a:pt x="2380611" y="90170"/>
                    <a:pt x="2380611" y="91440"/>
                  </a:cubicBezTo>
                  <a:cubicBezTo>
                    <a:pt x="2380611" y="92710"/>
                    <a:pt x="2381246" y="93345"/>
                    <a:pt x="2381881" y="94615"/>
                  </a:cubicBezTo>
                  <a:cubicBezTo>
                    <a:pt x="2382516" y="95250"/>
                    <a:pt x="2383151" y="95885"/>
                    <a:pt x="2384421" y="95885"/>
                  </a:cubicBezTo>
                  <a:cubicBezTo>
                    <a:pt x="2385691" y="95885"/>
                    <a:pt x="2386961" y="95885"/>
                    <a:pt x="2388231" y="95885"/>
                  </a:cubicBezTo>
                  <a:cubicBezTo>
                    <a:pt x="2390136" y="95885"/>
                    <a:pt x="2392041" y="95885"/>
                    <a:pt x="2394581" y="95250"/>
                  </a:cubicBezTo>
                  <a:cubicBezTo>
                    <a:pt x="2396486" y="94615"/>
                    <a:pt x="2398391" y="93980"/>
                    <a:pt x="2399661" y="93345"/>
                  </a:cubicBezTo>
                  <a:lnTo>
                    <a:pt x="2397756" y="106680"/>
                  </a:lnTo>
                  <a:cubicBezTo>
                    <a:pt x="2397756" y="106680"/>
                    <a:pt x="2393946" y="108585"/>
                    <a:pt x="2391406" y="109220"/>
                  </a:cubicBezTo>
                  <a:cubicBezTo>
                    <a:pt x="2388866" y="109855"/>
                    <a:pt x="2386326" y="110490"/>
                    <a:pt x="2383151" y="110490"/>
                  </a:cubicBezTo>
                  <a:cubicBezTo>
                    <a:pt x="2380611" y="110490"/>
                    <a:pt x="2378071" y="110490"/>
                    <a:pt x="2376166" y="109220"/>
                  </a:cubicBezTo>
                  <a:cubicBezTo>
                    <a:pt x="2374261" y="108585"/>
                    <a:pt x="2372356" y="107315"/>
                    <a:pt x="2370451" y="105410"/>
                  </a:cubicBezTo>
                  <a:cubicBezTo>
                    <a:pt x="2368546" y="103505"/>
                    <a:pt x="2367276" y="101600"/>
                    <a:pt x="2366641" y="99060"/>
                  </a:cubicBezTo>
                  <a:cubicBezTo>
                    <a:pt x="2366006" y="96520"/>
                    <a:pt x="2365371" y="93345"/>
                    <a:pt x="2365371" y="89535"/>
                  </a:cubicBezTo>
                  <a:lnTo>
                    <a:pt x="2365371" y="44450"/>
                  </a:lnTo>
                  <a:lnTo>
                    <a:pt x="2354576" y="44450"/>
                  </a:lnTo>
                  <a:lnTo>
                    <a:pt x="2354576" y="30480"/>
                  </a:lnTo>
                  <a:lnTo>
                    <a:pt x="2365371" y="30480"/>
                  </a:lnTo>
                  <a:lnTo>
                    <a:pt x="2365371" y="8255"/>
                  </a:lnTo>
                  <a:close/>
                  <a:moveTo>
                    <a:pt x="2150741" y="0"/>
                  </a:moveTo>
                  <a:lnTo>
                    <a:pt x="2150741" y="30480"/>
                  </a:lnTo>
                  <a:lnTo>
                    <a:pt x="2169791" y="30480"/>
                  </a:lnTo>
                  <a:lnTo>
                    <a:pt x="2169791" y="44450"/>
                  </a:lnTo>
                  <a:lnTo>
                    <a:pt x="2150741" y="44450"/>
                  </a:lnTo>
                  <a:lnTo>
                    <a:pt x="2150741" y="86995"/>
                  </a:lnTo>
                  <a:cubicBezTo>
                    <a:pt x="2150741" y="86995"/>
                    <a:pt x="2150741" y="90170"/>
                    <a:pt x="2150741" y="91440"/>
                  </a:cubicBezTo>
                  <a:cubicBezTo>
                    <a:pt x="2150741" y="92710"/>
                    <a:pt x="2151376" y="93345"/>
                    <a:pt x="2152011" y="94615"/>
                  </a:cubicBezTo>
                  <a:cubicBezTo>
                    <a:pt x="2152646" y="95250"/>
                    <a:pt x="2153281" y="95885"/>
                    <a:pt x="2154551" y="95885"/>
                  </a:cubicBezTo>
                  <a:cubicBezTo>
                    <a:pt x="2155821" y="95885"/>
                    <a:pt x="2157091" y="95885"/>
                    <a:pt x="2158361" y="95885"/>
                  </a:cubicBezTo>
                  <a:cubicBezTo>
                    <a:pt x="2160266" y="95885"/>
                    <a:pt x="2162171" y="95885"/>
                    <a:pt x="2164711" y="95250"/>
                  </a:cubicBezTo>
                  <a:cubicBezTo>
                    <a:pt x="2166616" y="94615"/>
                    <a:pt x="2168521" y="93980"/>
                    <a:pt x="2169791" y="93345"/>
                  </a:cubicBezTo>
                  <a:lnTo>
                    <a:pt x="2167886" y="106680"/>
                  </a:lnTo>
                  <a:cubicBezTo>
                    <a:pt x="2167886" y="106680"/>
                    <a:pt x="2164076" y="108585"/>
                    <a:pt x="2161536" y="109220"/>
                  </a:cubicBezTo>
                  <a:cubicBezTo>
                    <a:pt x="2158996" y="109855"/>
                    <a:pt x="2156456" y="110490"/>
                    <a:pt x="2153281" y="110490"/>
                  </a:cubicBezTo>
                  <a:cubicBezTo>
                    <a:pt x="2150741" y="110490"/>
                    <a:pt x="2148201" y="110490"/>
                    <a:pt x="2146296" y="109220"/>
                  </a:cubicBezTo>
                  <a:cubicBezTo>
                    <a:pt x="2144391" y="108585"/>
                    <a:pt x="2142486" y="107315"/>
                    <a:pt x="2140581" y="105410"/>
                  </a:cubicBezTo>
                  <a:cubicBezTo>
                    <a:pt x="2138676" y="103505"/>
                    <a:pt x="2137406" y="101600"/>
                    <a:pt x="2136771" y="99060"/>
                  </a:cubicBezTo>
                  <a:cubicBezTo>
                    <a:pt x="2136136" y="96520"/>
                    <a:pt x="2135501" y="93345"/>
                    <a:pt x="2135501" y="89535"/>
                  </a:cubicBezTo>
                  <a:lnTo>
                    <a:pt x="2135501" y="44450"/>
                  </a:lnTo>
                  <a:lnTo>
                    <a:pt x="2124706" y="44450"/>
                  </a:lnTo>
                  <a:lnTo>
                    <a:pt x="2124706" y="30480"/>
                  </a:lnTo>
                  <a:lnTo>
                    <a:pt x="2135501" y="30480"/>
                  </a:lnTo>
                  <a:lnTo>
                    <a:pt x="2135501" y="8255"/>
                  </a:lnTo>
                  <a:close/>
                  <a:moveTo>
                    <a:pt x="2096131" y="0"/>
                  </a:moveTo>
                  <a:lnTo>
                    <a:pt x="2096131" y="30480"/>
                  </a:lnTo>
                  <a:lnTo>
                    <a:pt x="2115181" y="30480"/>
                  </a:lnTo>
                  <a:lnTo>
                    <a:pt x="2115181" y="44450"/>
                  </a:lnTo>
                  <a:lnTo>
                    <a:pt x="2096131" y="44450"/>
                  </a:lnTo>
                  <a:lnTo>
                    <a:pt x="2096131" y="86995"/>
                  </a:lnTo>
                  <a:cubicBezTo>
                    <a:pt x="2096131" y="86995"/>
                    <a:pt x="2096131" y="90170"/>
                    <a:pt x="2096131" y="91440"/>
                  </a:cubicBezTo>
                  <a:cubicBezTo>
                    <a:pt x="2096131" y="92710"/>
                    <a:pt x="2096766" y="93345"/>
                    <a:pt x="2097401" y="94615"/>
                  </a:cubicBezTo>
                  <a:cubicBezTo>
                    <a:pt x="2098036" y="95250"/>
                    <a:pt x="2098671" y="95885"/>
                    <a:pt x="2099941" y="95885"/>
                  </a:cubicBezTo>
                  <a:cubicBezTo>
                    <a:pt x="2101211" y="95885"/>
                    <a:pt x="2102481" y="95885"/>
                    <a:pt x="2103751" y="95885"/>
                  </a:cubicBezTo>
                  <a:cubicBezTo>
                    <a:pt x="2105656" y="95885"/>
                    <a:pt x="2107561" y="95885"/>
                    <a:pt x="2110101" y="95250"/>
                  </a:cubicBezTo>
                  <a:cubicBezTo>
                    <a:pt x="2112006" y="94615"/>
                    <a:pt x="2113911" y="93980"/>
                    <a:pt x="2115181" y="93345"/>
                  </a:cubicBezTo>
                  <a:lnTo>
                    <a:pt x="2113276" y="106680"/>
                  </a:lnTo>
                  <a:cubicBezTo>
                    <a:pt x="2113276" y="106680"/>
                    <a:pt x="2109466" y="108585"/>
                    <a:pt x="2106926" y="109220"/>
                  </a:cubicBezTo>
                  <a:cubicBezTo>
                    <a:pt x="2104386" y="109855"/>
                    <a:pt x="2101846" y="110490"/>
                    <a:pt x="2098671" y="110490"/>
                  </a:cubicBezTo>
                  <a:cubicBezTo>
                    <a:pt x="2096131" y="110490"/>
                    <a:pt x="2093591" y="110490"/>
                    <a:pt x="2091686" y="109220"/>
                  </a:cubicBezTo>
                  <a:cubicBezTo>
                    <a:pt x="2089781" y="108585"/>
                    <a:pt x="2087876" y="107315"/>
                    <a:pt x="2085971" y="105410"/>
                  </a:cubicBezTo>
                  <a:cubicBezTo>
                    <a:pt x="2084066" y="103505"/>
                    <a:pt x="2082796" y="101600"/>
                    <a:pt x="2082161" y="99060"/>
                  </a:cubicBezTo>
                  <a:cubicBezTo>
                    <a:pt x="2081526" y="96520"/>
                    <a:pt x="2080891" y="93345"/>
                    <a:pt x="2080891" y="89535"/>
                  </a:cubicBezTo>
                  <a:lnTo>
                    <a:pt x="2080891" y="44450"/>
                  </a:lnTo>
                  <a:lnTo>
                    <a:pt x="2070096" y="44450"/>
                  </a:lnTo>
                  <a:lnTo>
                    <a:pt x="2070096" y="30480"/>
                  </a:lnTo>
                  <a:lnTo>
                    <a:pt x="2080891" y="30480"/>
                  </a:lnTo>
                  <a:lnTo>
                    <a:pt x="2080891" y="8255"/>
                  </a:lnTo>
                  <a:close/>
                  <a:moveTo>
                    <a:pt x="1931665" y="0"/>
                  </a:moveTo>
                  <a:lnTo>
                    <a:pt x="1931665" y="37465"/>
                  </a:lnTo>
                  <a:cubicBezTo>
                    <a:pt x="1931665" y="37465"/>
                    <a:pt x="1934840" y="34925"/>
                    <a:pt x="1936110" y="33655"/>
                  </a:cubicBezTo>
                  <a:cubicBezTo>
                    <a:pt x="1937380" y="33020"/>
                    <a:pt x="1938650" y="31750"/>
                    <a:pt x="1939920" y="31115"/>
                  </a:cubicBezTo>
                  <a:cubicBezTo>
                    <a:pt x="1941190" y="30480"/>
                    <a:pt x="1943095" y="29845"/>
                    <a:pt x="1945000" y="29210"/>
                  </a:cubicBezTo>
                  <a:cubicBezTo>
                    <a:pt x="1946905" y="29210"/>
                    <a:pt x="1949445" y="28575"/>
                    <a:pt x="1951985" y="28575"/>
                  </a:cubicBezTo>
                  <a:cubicBezTo>
                    <a:pt x="1956430" y="28575"/>
                    <a:pt x="1960240" y="29210"/>
                    <a:pt x="1964050" y="31115"/>
                  </a:cubicBezTo>
                  <a:cubicBezTo>
                    <a:pt x="1967860" y="32385"/>
                    <a:pt x="1971035" y="34925"/>
                    <a:pt x="1973575" y="38735"/>
                  </a:cubicBezTo>
                  <a:cubicBezTo>
                    <a:pt x="1976115" y="41910"/>
                    <a:pt x="1978655" y="46355"/>
                    <a:pt x="1979925" y="51435"/>
                  </a:cubicBezTo>
                  <a:cubicBezTo>
                    <a:pt x="1981195" y="56515"/>
                    <a:pt x="1982465" y="62865"/>
                    <a:pt x="1982465" y="70485"/>
                  </a:cubicBezTo>
                  <a:lnTo>
                    <a:pt x="1981830" y="71120"/>
                  </a:lnTo>
                  <a:cubicBezTo>
                    <a:pt x="1981830" y="77470"/>
                    <a:pt x="1981195" y="83820"/>
                    <a:pt x="1979290" y="88265"/>
                  </a:cubicBezTo>
                  <a:cubicBezTo>
                    <a:pt x="1977385" y="93345"/>
                    <a:pt x="1975480" y="97155"/>
                    <a:pt x="1972305" y="100330"/>
                  </a:cubicBezTo>
                  <a:cubicBezTo>
                    <a:pt x="1969765" y="103505"/>
                    <a:pt x="1965955" y="106045"/>
                    <a:pt x="1962780" y="107315"/>
                  </a:cubicBezTo>
                  <a:cubicBezTo>
                    <a:pt x="1958970" y="109220"/>
                    <a:pt x="1955160" y="109855"/>
                    <a:pt x="1951350" y="109855"/>
                  </a:cubicBezTo>
                  <a:cubicBezTo>
                    <a:pt x="1947540" y="109855"/>
                    <a:pt x="1943730" y="109220"/>
                    <a:pt x="1940555" y="107315"/>
                  </a:cubicBezTo>
                  <a:cubicBezTo>
                    <a:pt x="1936745" y="105410"/>
                    <a:pt x="1934205" y="103505"/>
                    <a:pt x="1931665" y="100965"/>
                  </a:cubicBezTo>
                  <a:lnTo>
                    <a:pt x="1931665" y="107950"/>
                  </a:lnTo>
                  <a:lnTo>
                    <a:pt x="1916425" y="107950"/>
                  </a:lnTo>
                  <a:lnTo>
                    <a:pt x="1916425" y="7620"/>
                  </a:lnTo>
                  <a:close/>
                  <a:moveTo>
                    <a:pt x="1316991" y="0"/>
                  </a:moveTo>
                  <a:lnTo>
                    <a:pt x="1316991" y="30480"/>
                  </a:lnTo>
                  <a:lnTo>
                    <a:pt x="1336041" y="30480"/>
                  </a:lnTo>
                  <a:lnTo>
                    <a:pt x="1336041" y="44450"/>
                  </a:lnTo>
                  <a:lnTo>
                    <a:pt x="1316991" y="44450"/>
                  </a:lnTo>
                  <a:lnTo>
                    <a:pt x="1316991" y="86995"/>
                  </a:lnTo>
                  <a:cubicBezTo>
                    <a:pt x="1316991" y="86995"/>
                    <a:pt x="1316991" y="90170"/>
                    <a:pt x="1316991" y="91440"/>
                  </a:cubicBezTo>
                  <a:cubicBezTo>
                    <a:pt x="1316991" y="92710"/>
                    <a:pt x="1317627" y="93345"/>
                    <a:pt x="1318261" y="94615"/>
                  </a:cubicBezTo>
                  <a:cubicBezTo>
                    <a:pt x="1318896" y="95250"/>
                    <a:pt x="1319531" y="95885"/>
                    <a:pt x="1320801" y="95885"/>
                  </a:cubicBezTo>
                  <a:cubicBezTo>
                    <a:pt x="1322072" y="95885"/>
                    <a:pt x="1323341" y="95885"/>
                    <a:pt x="1324611" y="95885"/>
                  </a:cubicBezTo>
                  <a:cubicBezTo>
                    <a:pt x="1326516" y="95885"/>
                    <a:pt x="1328422" y="95885"/>
                    <a:pt x="1330961" y="95250"/>
                  </a:cubicBezTo>
                  <a:cubicBezTo>
                    <a:pt x="1332867" y="94615"/>
                    <a:pt x="1334772" y="93980"/>
                    <a:pt x="1336041" y="93345"/>
                  </a:cubicBezTo>
                  <a:lnTo>
                    <a:pt x="1334136" y="106680"/>
                  </a:lnTo>
                  <a:cubicBezTo>
                    <a:pt x="1334136" y="106680"/>
                    <a:pt x="1330326" y="108585"/>
                    <a:pt x="1327786" y="109220"/>
                  </a:cubicBezTo>
                  <a:cubicBezTo>
                    <a:pt x="1325246" y="109855"/>
                    <a:pt x="1322706" y="110490"/>
                    <a:pt x="1319531" y="110490"/>
                  </a:cubicBezTo>
                  <a:cubicBezTo>
                    <a:pt x="1316991" y="110490"/>
                    <a:pt x="1314451" y="110490"/>
                    <a:pt x="1312546" y="109220"/>
                  </a:cubicBezTo>
                  <a:cubicBezTo>
                    <a:pt x="1310641" y="108585"/>
                    <a:pt x="1308736" y="107315"/>
                    <a:pt x="1306831" y="105410"/>
                  </a:cubicBezTo>
                  <a:cubicBezTo>
                    <a:pt x="1304926" y="103505"/>
                    <a:pt x="1303656" y="101600"/>
                    <a:pt x="1303021" y="99060"/>
                  </a:cubicBezTo>
                  <a:cubicBezTo>
                    <a:pt x="1302386" y="96520"/>
                    <a:pt x="1301751" y="93345"/>
                    <a:pt x="1301751" y="89535"/>
                  </a:cubicBezTo>
                  <a:lnTo>
                    <a:pt x="1301751" y="44450"/>
                  </a:lnTo>
                  <a:lnTo>
                    <a:pt x="1290956" y="44450"/>
                  </a:lnTo>
                  <a:lnTo>
                    <a:pt x="1290956" y="30480"/>
                  </a:lnTo>
                  <a:lnTo>
                    <a:pt x="1301751" y="30480"/>
                  </a:lnTo>
                  <a:lnTo>
                    <a:pt x="1301751" y="8255"/>
                  </a:lnTo>
                  <a:close/>
                  <a:moveTo>
                    <a:pt x="751206" y="0"/>
                  </a:moveTo>
                  <a:lnTo>
                    <a:pt x="751206" y="30480"/>
                  </a:lnTo>
                  <a:lnTo>
                    <a:pt x="770256" y="30480"/>
                  </a:lnTo>
                  <a:lnTo>
                    <a:pt x="770256" y="44450"/>
                  </a:lnTo>
                  <a:lnTo>
                    <a:pt x="751206" y="44450"/>
                  </a:lnTo>
                  <a:lnTo>
                    <a:pt x="751206" y="86995"/>
                  </a:lnTo>
                  <a:cubicBezTo>
                    <a:pt x="751206" y="86995"/>
                    <a:pt x="751206" y="90170"/>
                    <a:pt x="751206" y="91440"/>
                  </a:cubicBezTo>
                  <a:cubicBezTo>
                    <a:pt x="751206" y="92710"/>
                    <a:pt x="751841" y="93345"/>
                    <a:pt x="752476" y="94615"/>
                  </a:cubicBezTo>
                  <a:cubicBezTo>
                    <a:pt x="753111" y="95250"/>
                    <a:pt x="753746" y="95885"/>
                    <a:pt x="755016" y="95885"/>
                  </a:cubicBezTo>
                  <a:cubicBezTo>
                    <a:pt x="756286" y="95885"/>
                    <a:pt x="757556" y="95885"/>
                    <a:pt x="758826" y="95885"/>
                  </a:cubicBezTo>
                  <a:cubicBezTo>
                    <a:pt x="760731" y="95885"/>
                    <a:pt x="762636" y="95885"/>
                    <a:pt x="765176" y="95250"/>
                  </a:cubicBezTo>
                  <a:cubicBezTo>
                    <a:pt x="767081" y="94615"/>
                    <a:pt x="768986" y="93980"/>
                    <a:pt x="770256" y="93345"/>
                  </a:cubicBezTo>
                  <a:lnTo>
                    <a:pt x="768351" y="106680"/>
                  </a:lnTo>
                  <a:cubicBezTo>
                    <a:pt x="768351" y="106680"/>
                    <a:pt x="764541" y="108585"/>
                    <a:pt x="762001" y="109220"/>
                  </a:cubicBezTo>
                  <a:cubicBezTo>
                    <a:pt x="759461" y="109855"/>
                    <a:pt x="756921" y="110490"/>
                    <a:pt x="753746" y="110490"/>
                  </a:cubicBezTo>
                  <a:cubicBezTo>
                    <a:pt x="751206" y="110490"/>
                    <a:pt x="748666" y="110490"/>
                    <a:pt x="746761" y="109220"/>
                  </a:cubicBezTo>
                  <a:cubicBezTo>
                    <a:pt x="744856" y="108585"/>
                    <a:pt x="742951" y="107315"/>
                    <a:pt x="741045" y="105410"/>
                  </a:cubicBezTo>
                  <a:cubicBezTo>
                    <a:pt x="739141" y="103505"/>
                    <a:pt x="737871" y="101600"/>
                    <a:pt x="737236" y="99060"/>
                  </a:cubicBezTo>
                  <a:cubicBezTo>
                    <a:pt x="736600" y="96520"/>
                    <a:pt x="735966" y="93345"/>
                    <a:pt x="735966" y="89535"/>
                  </a:cubicBezTo>
                  <a:lnTo>
                    <a:pt x="735966" y="44450"/>
                  </a:lnTo>
                  <a:lnTo>
                    <a:pt x="725171" y="44450"/>
                  </a:lnTo>
                  <a:lnTo>
                    <a:pt x="725171" y="30480"/>
                  </a:lnTo>
                  <a:lnTo>
                    <a:pt x="735966" y="30480"/>
                  </a:lnTo>
                  <a:lnTo>
                    <a:pt x="735966" y="8255"/>
                  </a:lnTo>
                  <a:close/>
                  <a:moveTo>
                    <a:pt x="521335" y="0"/>
                  </a:moveTo>
                  <a:lnTo>
                    <a:pt x="521335" y="30480"/>
                  </a:lnTo>
                  <a:lnTo>
                    <a:pt x="540385" y="30480"/>
                  </a:lnTo>
                  <a:lnTo>
                    <a:pt x="540385" y="44450"/>
                  </a:lnTo>
                  <a:lnTo>
                    <a:pt x="521335" y="44450"/>
                  </a:lnTo>
                  <a:lnTo>
                    <a:pt x="521335" y="86995"/>
                  </a:lnTo>
                  <a:cubicBezTo>
                    <a:pt x="521335" y="86995"/>
                    <a:pt x="521335" y="90170"/>
                    <a:pt x="521335" y="91440"/>
                  </a:cubicBezTo>
                  <a:cubicBezTo>
                    <a:pt x="521335" y="92710"/>
                    <a:pt x="521970" y="93345"/>
                    <a:pt x="522605" y="94615"/>
                  </a:cubicBezTo>
                  <a:cubicBezTo>
                    <a:pt x="523240" y="95250"/>
                    <a:pt x="523875" y="95885"/>
                    <a:pt x="525145" y="95885"/>
                  </a:cubicBezTo>
                  <a:cubicBezTo>
                    <a:pt x="526415" y="95885"/>
                    <a:pt x="527685" y="95885"/>
                    <a:pt x="528955" y="95885"/>
                  </a:cubicBezTo>
                  <a:cubicBezTo>
                    <a:pt x="530860" y="95885"/>
                    <a:pt x="532765" y="95885"/>
                    <a:pt x="535305" y="95250"/>
                  </a:cubicBezTo>
                  <a:cubicBezTo>
                    <a:pt x="537210" y="94615"/>
                    <a:pt x="539115" y="93980"/>
                    <a:pt x="540385" y="93345"/>
                  </a:cubicBezTo>
                  <a:lnTo>
                    <a:pt x="538480" y="106680"/>
                  </a:lnTo>
                  <a:cubicBezTo>
                    <a:pt x="538480" y="106680"/>
                    <a:pt x="534670" y="108585"/>
                    <a:pt x="532130" y="109220"/>
                  </a:cubicBezTo>
                  <a:cubicBezTo>
                    <a:pt x="529590" y="109855"/>
                    <a:pt x="527050" y="110490"/>
                    <a:pt x="523875" y="110490"/>
                  </a:cubicBezTo>
                  <a:cubicBezTo>
                    <a:pt x="521335" y="110490"/>
                    <a:pt x="518795" y="110490"/>
                    <a:pt x="516890" y="109220"/>
                  </a:cubicBezTo>
                  <a:cubicBezTo>
                    <a:pt x="514985" y="108585"/>
                    <a:pt x="513080" y="107315"/>
                    <a:pt x="511175" y="105410"/>
                  </a:cubicBezTo>
                  <a:cubicBezTo>
                    <a:pt x="509270" y="103505"/>
                    <a:pt x="508000" y="101600"/>
                    <a:pt x="507365" y="99060"/>
                  </a:cubicBezTo>
                  <a:cubicBezTo>
                    <a:pt x="506730" y="96520"/>
                    <a:pt x="506095" y="93345"/>
                    <a:pt x="506095" y="89535"/>
                  </a:cubicBezTo>
                  <a:lnTo>
                    <a:pt x="506095" y="44450"/>
                  </a:lnTo>
                  <a:lnTo>
                    <a:pt x="495300" y="44450"/>
                  </a:lnTo>
                  <a:lnTo>
                    <a:pt x="495300" y="30480"/>
                  </a:lnTo>
                  <a:lnTo>
                    <a:pt x="506095" y="30480"/>
                  </a:lnTo>
                  <a:lnTo>
                    <a:pt x="506095" y="8255"/>
                  </a:lnTo>
                  <a:close/>
                  <a:moveTo>
                    <a:pt x="466724" y="0"/>
                  </a:moveTo>
                  <a:lnTo>
                    <a:pt x="466724" y="30480"/>
                  </a:lnTo>
                  <a:lnTo>
                    <a:pt x="485774" y="30480"/>
                  </a:lnTo>
                  <a:lnTo>
                    <a:pt x="485774" y="44450"/>
                  </a:lnTo>
                  <a:lnTo>
                    <a:pt x="466724" y="44450"/>
                  </a:lnTo>
                  <a:lnTo>
                    <a:pt x="466724" y="86995"/>
                  </a:lnTo>
                  <a:cubicBezTo>
                    <a:pt x="466724" y="86995"/>
                    <a:pt x="466724" y="90170"/>
                    <a:pt x="466724" y="91440"/>
                  </a:cubicBezTo>
                  <a:cubicBezTo>
                    <a:pt x="466724" y="92710"/>
                    <a:pt x="467359" y="93345"/>
                    <a:pt x="467994" y="94615"/>
                  </a:cubicBezTo>
                  <a:cubicBezTo>
                    <a:pt x="468629" y="95250"/>
                    <a:pt x="469264" y="95885"/>
                    <a:pt x="470534" y="95885"/>
                  </a:cubicBezTo>
                  <a:cubicBezTo>
                    <a:pt x="471804" y="95885"/>
                    <a:pt x="473074" y="95885"/>
                    <a:pt x="474344" y="95885"/>
                  </a:cubicBezTo>
                  <a:cubicBezTo>
                    <a:pt x="476249" y="95885"/>
                    <a:pt x="478154" y="95885"/>
                    <a:pt x="480694" y="95250"/>
                  </a:cubicBezTo>
                  <a:cubicBezTo>
                    <a:pt x="482599" y="94615"/>
                    <a:pt x="484504" y="93980"/>
                    <a:pt x="485774" y="93345"/>
                  </a:cubicBezTo>
                  <a:lnTo>
                    <a:pt x="483869" y="106680"/>
                  </a:lnTo>
                  <a:cubicBezTo>
                    <a:pt x="483869" y="106680"/>
                    <a:pt x="480059" y="108585"/>
                    <a:pt x="477519" y="109220"/>
                  </a:cubicBezTo>
                  <a:cubicBezTo>
                    <a:pt x="474979" y="109855"/>
                    <a:pt x="472439" y="110490"/>
                    <a:pt x="469264" y="110490"/>
                  </a:cubicBezTo>
                  <a:cubicBezTo>
                    <a:pt x="466724" y="110490"/>
                    <a:pt x="464184" y="110490"/>
                    <a:pt x="462279" y="109220"/>
                  </a:cubicBezTo>
                  <a:cubicBezTo>
                    <a:pt x="460374" y="108585"/>
                    <a:pt x="458469" y="107315"/>
                    <a:pt x="456564" y="105410"/>
                  </a:cubicBezTo>
                  <a:cubicBezTo>
                    <a:pt x="454659" y="103505"/>
                    <a:pt x="453389" y="101600"/>
                    <a:pt x="452754" y="99060"/>
                  </a:cubicBezTo>
                  <a:cubicBezTo>
                    <a:pt x="452119" y="96520"/>
                    <a:pt x="451484" y="93345"/>
                    <a:pt x="451484" y="89535"/>
                  </a:cubicBezTo>
                  <a:lnTo>
                    <a:pt x="451484" y="44450"/>
                  </a:lnTo>
                  <a:lnTo>
                    <a:pt x="440689" y="44450"/>
                  </a:lnTo>
                  <a:lnTo>
                    <a:pt x="440689" y="30480"/>
                  </a:lnTo>
                  <a:lnTo>
                    <a:pt x="451484" y="30480"/>
                  </a:lnTo>
                  <a:lnTo>
                    <a:pt x="451484" y="8255"/>
                  </a:lnTo>
                  <a:close/>
                  <a:moveTo>
                    <a:pt x="302259" y="0"/>
                  </a:moveTo>
                  <a:lnTo>
                    <a:pt x="302259" y="37465"/>
                  </a:lnTo>
                  <a:cubicBezTo>
                    <a:pt x="302259" y="37465"/>
                    <a:pt x="305434" y="34925"/>
                    <a:pt x="306704" y="33655"/>
                  </a:cubicBezTo>
                  <a:cubicBezTo>
                    <a:pt x="307974" y="33020"/>
                    <a:pt x="309244" y="31750"/>
                    <a:pt x="310514" y="31115"/>
                  </a:cubicBezTo>
                  <a:cubicBezTo>
                    <a:pt x="311784" y="30480"/>
                    <a:pt x="313689" y="29845"/>
                    <a:pt x="315594" y="29210"/>
                  </a:cubicBezTo>
                  <a:cubicBezTo>
                    <a:pt x="317499" y="29210"/>
                    <a:pt x="320039" y="28575"/>
                    <a:pt x="322579" y="28575"/>
                  </a:cubicBezTo>
                  <a:cubicBezTo>
                    <a:pt x="327024" y="28575"/>
                    <a:pt x="330834" y="29210"/>
                    <a:pt x="334644" y="31115"/>
                  </a:cubicBezTo>
                  <a:cubicBezTo>
                    <a:pt x="338454" y="32385"/>
                    <a:pt x="341629" y="34925"/>
                    <a:pt x="344169" y="38735"/>
                  </a:cubicBezTo>
                  <a:cubicBezTo>
                    <a:pt x="346709" y="41910"/>
                    <a:pt x="349249" y="46355"/>
                    <a:pt x="350519" y="51435"/>
                  </a:cubicBezTo>
                  <a:cubicBezTo>
                    <a:pt x="351789" y="56515"/>
                    <a:pt x="353059" y="62865"/>
                    <a:pt x="353059" y="70485"/>
                  </a:cubicBezTo>
                  <a:lnTo>
                    <a:pt x="352424" y="71120"/>
                  </a:lnTo>
                  <a:cubicBezTo>
                    <a:pt x="352424" y="77470"/>
                    <a:pt x="351789" y="83820"/>
                    <a:pt x="349884" y="88265"/>
                  </a:cubicBezTo>
                  <a:cubicBezTo>
                    <a:pt x="347979" y="93345"/>
                    <a:pt x="346074" y="97155"/>
                    <a:pt x="342899" y="100330"/>
                  </a:cubicBezTo>
                  <a:cubicBezTo>
                    <a:pt x="340359" y="103505"/>
                    <a:pt x="336549" y="106045"/>
                    <a:pt x="333374" y="107315"/>
                  </a:cubicBezTo>
                  <a:cubicBezTo>
                    <a:pt x="329564" y="109220"/>
                    <a:pt x="325754" y="109855"/>
                    <a:pt x="321944" y="109855"/>
                  </a:cubicBezTo>
                  <a:cubicBezTo>
                    <a:pt x="318134" y="109855"/>
                    <a:pt x="314324" y="109220"/>
                    <a:pt x="311149" y="107315"/>
                  </a:cubicBezTo>
                  <a:cubicBezTo>
                    <a:pt x="307339" y="105410"/>
                    <a:pt x="304799" y="103505"/>
                    <a:pt x="302259" y="100965"/>
                  </a:cubicBezTo>
                  <a:lnTo>
                    <a:pt x="302259" y="107950"/>
                  </a:lnTo>
                  <a:lnTo>
                    <a:pt x="287019" y="107950"/>
                  </a:lnTo>
                  <a:lnTo>
                    <a:pt x="287019" y="7620"/>
                  </a:lnTo>
                  <a:close/>
                </a:path>
              </a:pathLst>
            </a:custGeom>
            <a:solidFill>
              <a:srgbClr val="FFFFFF"/>
            </a:solidFill>
            <a:ln w="63500" cap="flat">
              <a:noFill/>
              <a:prstDash val="solid"/>
              <a:miter/>
            </a:ln>
          </p:spPr>
          <p:txBody>
            <a:bodyPr rtlCol="0" anchor="ctr"/>
            <a:lstStyle/>
            <a:p>
              <a:endParaRPr lang="en-US"/>
            </a:p>
          </p:txBody>
        </p:sp>
      </p:grpSp>
      <p:grpSp>
        <p:nvGrpSpPr>
          <p:cNvPr id="4" name="Group 3">
            <a:extLst>
              <a:ext uri="{FF2B5EF4-FFF2-40B4-BE49-F238E27FC236}">
                <a16:creationId xmlns:a16="http://schemas.microsoft.com/office/drawing/2014/main" id="{41140D12-1777-AADD-5351-B92F135ED633}"/>
              </a:ext>
            </a:extLst>
          </p:cNvPr>
          <p:cNvGrpSpPr/>
          <p:nvPr userDrawn="1"/>
        </p:nvGrpSpPr>
        <p:grpSpPr>
          <a:xfrm>
            <a:off x="485774" y="1291008"/>
            <a:ext cx="5706110" cy="4360545"/>
            <a:chOff x="485774" y="1291008"/>
            <a:chExt cx="5706110" cy="4360545"/>
          </a:xfrm>
        </p:grpSpPr>
        <p:sp>
          <p:nvSpPr>
            <p:cNvPr id="299" name="Freeform 298">
              <a:extLst>
                <a:ext uri="{FF2B5EF4-FFF2-40B4-BE49-F238E27FC236}">
                  <a16:creationId xmlns:a16="http://schemas.microsoft.com/office/drawing/2014/main" id="{70589FC3-4491-BD75-2C16-660DF0B71BBC}"/>
                </a:ext>
              </a:extLst>
            </p:cNvPr>
            <p:cNvSpPr/>
            <p:nvPr/>
          </p:nvSpPr>
          <p:spPr>
            <a:xfrm>
              <a:off x="485774" y="5549953"/>
              <a:ext cx="508000" cy="101600"/>
            </a:xfrm>
            <a:custGeom>
              <a:avLst/>
              <a:gdLst>
                <a:gd name="connsiteX0" fmla="*/ 406400 w 508000"/>
                <a:gd name="connsiteY0" fmla="*/ 0 h 101600"/>
                <a:gd name="connsiteX1" fmla="*/ 508000 w 508000"/>
                <a:gd name="connsiteY1" fmla="*/ 0 h 101600"/>
                <a:gd name="connsiteX2" fmla="*/ 508000 w 508000"/>
                <a:gd name="connsiteY2" fmla="*/ 101600 h 101600"/>
                <a:gd name="connsiteX3" fmla="*/ 406400 w 508000"/>
                <a:gd name="connsiteY3" fmla="*/ 101600 h 101600"/>
                <a:gd name="connsiteX4" fmla="*/ 203200 w 508000"/>
                <a:gd name="connsiteY4" fmla="*/ 0 h 101600"/>
                <a:gd name="connsiteX5" fmla="*/ 304800 w 508000"/>
                <a:gd name="connsiteY5" fmla="*/ 0 h 101600"/>
                <a:gd name="connsiteX6" fmla="*/ 304800 w 508000"/>
                <a:gd name="connsiteY6" fmla="*/ 101600 h 101600"/>
                <a:gd name="connsiteX7" fmla="*/ 203200 w 508000"/>
                <a:gd name="connsiteY7" fmla="*/ 101600 h 101600"/>
                <a:gd name="connsiteX8" fmla="*/ 0 w 508000"/>
                <a:gd name="connsiteY8" fmla="*/ 0 h 101600"/>
                <a:gd name="connsiteX9" fmla="*/ 101600 w 508000"/>
                <a:gd name="connsiteY9" fmla="*/ 0 h 101600"/>
                <a:gd name="connsiteX10" fmla="*/ 101600 w 508000"/>
                <a:gd name="connsiteY10" fmla="*/ 101600 h 101600"/>
                <a:gd name="connsiteX11" fmla="*/ 0 w 508000"/>
                <a:gd name="connsiteY11" fmla="*/ 101600 h 10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8000" h="101600">
                  <a:moveTo>
                    <a:pt x="406400" y="0"/>
                  </a:moveTo>
                  <a:lnTo>
                    <a:pt x="508000" y="0"/>
                  </a:lnTo>
                  <a:lnTo>
                    <a:pt x="508000" y="101600"/>
                  </a:lnTo>
                  <a:lnTo>
                    <a:pt x="406400" y="101600"/>
                  </a:lnTo>
                  <a:close/>
                  <a:moveTo>
                    <a:pt x="203200" y="0"/>
                  </a:moveTo>
                  <a:lnTo>
                    <a:pt x="304800" y="0"/>
                  </a:lnTo>
                  <a:lnTo>
                    <a:pt x="304800" y="101600"/>
                  </a:lnTo>
                  <a:lnTo>
                    <a:pt x="203200" y="101600"/>
                  </a:lnTo>
                  <a:close/>
                  <a:moveTo>
                    <a:pt x="0" y="0"/>
                  </a:moveTo>
                  <a:lnTo>
                    <a:pt x="101600" y="0"/>
                  </a:lnTo>
                  <a:lnTo>
                    <a:pt x="101600" y="101600"/>
                  </a:lnTo>
                  <a:lnTo>
                    <a:pt x="0" y="101600"/>
                  </a:lnTo>
                  <a:close/>
                </a:path>
              </a:pathLst>
            </a:custGeom>
            <a:solidFill>
              <a:schemeClr val="tx2"/>
            </a:solidFill>
            <a:ln w="63500" cap="flat">
              <a:noFill/>
              <a:prstDash val="solid"/>
              <a:miter/>
            </a:ln>
          </p:spPr>
          <p:txBody>
            <a:bodyPr rtlCol="0" anchor="ctr"/>
            <a:lstStyle/>
            <a:p>
              <a:endParaRPr lang="en-US"/>
            </a:p>
          </p:txBody>
        </p:sp>
        <p:sp>
          <p:nvSpPr>
            <p:cNvPr id="293" name="Freeform 292">
              <a:extLst>
                <a:ext uri="{FF2B5EF4-FFF2-40B4-BE49-F238E27FC236}">
                  <a16:creationId xmlns:a16="http://schemas.microsoft.com/office/drawing/2014/main" id="{B00DB918-F11D-F855-5478-ECB25A1AC3D1}"/>
                </a:ext>
              </a:extLst>
            </p:cNvPr>
            <p:cNvSpPr/>
            <p:nvPr/>
          </p:nvSpPr>
          <p:spPr>
            <a:xfrm>
              <a:off x="485775" y="1291008"/>
              <a:ext cx="5706109" cy="4359275"/>
            </a:xfrm>
            <a:custGeom>
              <a:avLst/>
              <a:gdLst>
                <a:gd name="connsiteX0" fmla="*/ 0 w 5706109"/>
                <a:gd name="connsiteY0" fmla="*/ 4157346 h 4359275"/>
                <a:gd name="connsiteX1" fmla="*/ 101600 w 5706109"/>
                <a:gd name="connsiteY1" fmla="*/ 4157346 h 4359275"/>
                <a:gd name="connsiteX2" fmla="*/ 101600 w 5706109"/>
                <a:gd name="connsiteY2" fmla="*/ 1075055 h 4359275"/>
                <a:gd name="connsiteX3" fmla="*/ 101600 w 5706109"/>
                <a:gd name="connsiteY3" fmla="*/ 1075055 h 4359275"/>
                <a:gd name="connsiteX4" fmla="*/ 191770 w 5706109"/>
                <a:gd name="connsiteY4" fmla="*/ 1059180 h 4359275"/>
                <a:gd name="connsiteX5" fmla="*/ 861060 w 5706109"/>
                <a:gd name="connsiteY5" fmla="*/ 942975 h 4359275"/>
                <a:gd name="connsiteX6" fmla="*/ 1195705 w 5706109"/>
                <a:gd name="connsiteY6" fmla="*/ 885190 h 4359275"/>
                <a:gd name="connsiteX7" fmla="*/ 1362710 w 5706109"/>
                <a:gd name="connsiteY7" fmla="*/ 855980 h 4359275"/>
                <a:gd name="connsiteX8" fmla="*/ 1529715 w 5706109"/>
                <a:gd name="connsiteY8" fmla="*/ 826770 h 4359275"/>
                <a:gd name="connsiteX9" fmla="*/ 1864360 w 5706109"/>
                <a:gd name="connsiteY9" fmla="*/ 768985 h 4359275"/>
                <a:gd name="connsiteX10" fmla="*/ 2031365 w 5706109"/>
                <a:gd name="connsiteY10" fmla="*/ 739775 h 4359275"/>
                <a:gd name="connsiteX11" fmla="*/ 2198370 w 5706109"/>
                <a:gd name="connsiteY11" fmla="*/ 710565 h 4359275"/>
                <a:gd name="connsiteX12" fmla="*/ 2365375 w 5706109"/>
                <a:gd name="connsiteY12" fmla="*/ 681355 h 4359275"/>
                <a:gd name="connsiteX13" fmla="*/ 2532380 w 5706109"/>
                <a:gd name="connsiteY13" fmla="*/ 652145 h 4359275"/>
                <a:gd name="connsiteX14" fmla="*/ 2699385 w 5706109"/>
                <a:gd name="connsiteY14" fmla="*/ 622935 h 4359275"/>
                <a:gd name="connsiteX15" fmla="*/ 2866390 w 5706109"/>
                <a:gd name="connsiteY15" fmla="*/ 593725 h 4359275"/>
                <a:gd name="connsiteX16" fmla="*/ 5461000 w 5706109"/>
                <a:gd name="connsiteY16" fmla="*/ 144145 h 4359275"/>
                <a:gd name="connsiteX17" fmla="*/ 5602605 w 5706109"/>
                <a:gd name="connsiteY17" fmla="*/ 119380 h 4359275"/>
                <a:gd name="connsiteX18" fmla="*/ 5602605 w 5706109"/>
                <a:gd name="connsiteY18" fmla="*/ 119380 h 4359275"/>
                <a:gd name="connsiteX19" fmla="*/ 5602605 w 5706109"/>
                <a:gd name="connsiteY19" fmla="*/ 4257676 h 4359275"/>
                <a:gd name="connsiteX20" fmla="*/ 609600 w 5706109"/>
                <a:gd name="connsiteY20" fmla="*/ 4257676 h 4359275"/>
                <a:gd name="connsiteX21" fmla="*/ 609600 w 5706109"/>
                <a:gd name="connsiteY21" fmla="*/ 4359276 h 4359275"/>
                <a:gd name="connsiteX22" fmla="*/ 5706110 w 5706109"/>
                <a:gd name="connsiteY22" fmla="*/ 4359276 h 4359275"/>
                <a:gd name="connsiteX23" fmla="*/ 5706110 w 5706109"/>
                <a:gd name="connsiteY23" fmla="*/ 0 h 4359275"/>
                <a:gd name="connsiteX24" fmla="*/ 5704840 w 5706109"/>
                <a:gd name="connsiteY24" fmla="*/ 0 h 4359275"/>
                <a:gd name="connsiteX25" fmla="*/ 5445760 w 5706109"/>
                <a:gd name="connsiteY25" fmla="*/ 45085 h 4359275"/>
                <a:gd name="connsiteX26" fmla="*/ 2851150 w 5706109"/>
                <a:gd name="connsiteY26" fmla="*/ 494665 h 4359275"/>
                <a:gd name="connsiteX27" fmla="*/ 2684145 w 5706109"/>
                <a:gd name="connsiteY27" fmla="*/ 523875 h 4359275"/>
                <a:gd name="connsiteX28" fmla="*/ 2517140 w 5706109"/>
                <a:gd name="connsiteY28" fmla="*/ 553085 h 4359275"/>
                <a:gd name="connsiteX29" fmla="*/ 2350135 w 5706109"/>
                <a:gd name="connsiteY29" fmla="*/ 582295 h 4359275"/>
                <a:gd name="connsiteX30" fmla="*/ 2183130 w 5706109"/>
                <a:gd name="connsiteY30" fmla="*/ 611505 h 4359275"/>
                <a:gd name="connsiteX31" fmla="*/ 2016125 w 5706109"/>
                <a:gd name="connsiteY31" fmla="*/ 640715 h 4359275"/>
                <a:gd name="connsiteX32" fmla="*/ 1849120 w 5706109"/>
                <a:gd name="connsiteY32" fmla="*/ 669925 h 4359275"/>
                <a:gd name="connsiteX33" fmla="*/ 1514475 w 5706109"/>
                <a:gd name="connsiteY33" fmla="*/ 727710 h 4359275"/>
                <a:gd name="connsiteX34" fmla="*/ 1347470 w 5706109"/>
                <a:gd name="connsiteY34" fmla="*/ 756920 h 4359275"/>
                <a:gd name="connsiteX35" fmla="*/ 1180465 w 5706109"/>
                <a:gd name="connsiteY35" fmla="*/ 786130 h 4359275"/>
                <a:gd name="connsiteX36" fmla="*/ 845820 w 5706109"/>
                <a:gd name="connsiteY36" fmla="*/ 843915 h 4359275"/>
                <a:gd name="connsiteX37" fmla="*/ 176530 w 5706109"/>
                <a:gd name="connsiteY37" fmla="*/ 960120 h 4359275"/>
                <a:gd name="connsiteX38" fmla="*/ 3175 w 5706109"/>
                <a:gd name="connsiteY38" fmla="*/ 989965 h 4359275"/>
                <a:gd name="connsiteX39" fmla="*/ 1905 w 5706109"/>
                <a:gd name="connsiteY39" fmla="*/ 989965 h 4359275"/>
                <a:gd name="connsiteX40" fmla="*/ 1905 w 5706109"/>
                <a:gd name="connsiteY40" fmla="*/ 4158616 h 4359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5706109" h="4359275">
                  <a:moveTo>
                    <a:pt x="0" y="4157346"/>
                  </a:moveTo>
                  <a:lnTo>
                    <a:pt x="101600" y="4157346"/>
                  </a:lnTo>
                  <a:lnTo>
                    <a:pt x="101600" y="1075055"/>
                  </a:lnTo>
                  <a:lnTo>
                    <a:pt x="101600" y="1075055"/>
                  </a:lnTo>
                  <a:lnTo>
                    <a:pt x="191770" y="1059180"/>
                  </a:lnTo>
                  <a:lnTo>
                    <a:pt x="861060" y="942975"/>
                  </a:lnTo>
                  <a:lnTo>
                    <a:pt x="1195705" y="885190"/>
                  </a:lnTo>
                  <a:lnTo>
                    <a:pt x="1362710" y="855980"/>
                  </a:lnTo>
                  <a:lnTo>
                    <a:pt x="1529715" y="826770"/>
                  </a:lnTo>
                  <a:lnTo>
                    <a:pt x="1864360" y="768985"/>
                  </a:lnTo>
                  <a:lnTo>
                    <a:pt x="2031365" y="739775"/>
                  </a:lnTo>
                  <a:lnTo>
                    <a:pt x="2198370" y="710565"/>
                  </a:lnTo>
                  <a:lnTo>
                    <a:pt x="2365375" y="681355"/>
                  </a:lnTo>
                  <a:lnTo>
                    <a:pt x="2532380" y="652145"/>
                  </a:lnTo>
                  <a:lnTo>
                    <a:pt x="2699385" y="622935"/>
                  </a:lnTo>
                  <a:lnTo>
                    <a:pt x="2866390" y="593725"/>
                  </a:lnTo>
                  <a:cubicBezTo>
                    <a:pt x="3731260" y="443865"/>
                    <a:pt x="4596130" y="294005"/>
                    <a:pt x="5461000" y="144145"/>
                  </a:cubicBezTo>
                  <a:lnTo>
                    <a:pt x="5602605" y="119380"/>
                  </a:lnTo>
                  <a:lnTo>
                    <a:pt x="5602605" y="119380"/>
                  </a:lnTo>
                  <a:lnTo>
                    <a:pt x="5602605" y="4257676"/>
                  </a:lnTo>
                  <a:lnTo>
                    <a:pt x="609600" y="4257676"/>
                  </a:lnTo>
                  <a:lnTo>
                    <a:pt x="609600" y="4359276"/>
                  </a:lnTo>
                  <a:lnTo>
                    <a:pt x="5706110" y="4359276"/>
                  </a:lnTo>
                  <a:lnTo>
                    <a:pt x="5706110" y="0"/>
                  </a:lnTo>
                  <a:lnTo>
                    <a:pt x="5704840" y="0"/>
                  </a:lnTo>
                  <a:cubicBezTo>
                    <a:pt x="5618480" y="15240"/>
                    <a:pt x="5532120" y="30480"/>
                    <a:pt x="5445760" y="45085"/>
                  </a:cubicBezTo>
                  <a:cubicBezTo>
                    <a:pt x="4580890" y="194945"/>
                    <a:pt x="3716020" y="344805"/>
                    <a:pt x="2851150" y="494665"/>
                  </a:cubicBezTo>
                  <a:lnTo>
                    <a:pt x="2684145" y="523875"/>
                  </a:lnTo>
                  <a:lnTo>
                    <a:pt x="2517140" y="553085"/>
                  </a:lnTo>
                  <a:lnTo>
                    <a:pt x="2350135" y="582295"/>
                  </a:lnTo>
                  <a:lnTo>
                    <a:pt x="2183130" y="611505"/>
                  </a:lnTo>
                  <a:lnTo>
                    <a:pt x="2016125" y="640715"/>
                  </a:lnTo>
                  <a:lnTo>
                    <a:pt x="1849120" y="669925"/>
                  </a:lnTo>
                  <a:lnTo>
                    <a:pt x="1514475" y="727710"/>
                  </a:lnTo>
                  <a:lnTo>
                    <a:pt x="1347470" y="756920"/>
                  </a:lnTo>
                  <a:lnTo>
                    <a:pt x="1180465" y="786130"/>
                  </a:lnTo>
                  <a:lnTo>
                    <a:pt x="845820" y="843915"/>
                  </a:lnTo>
                  <a:lnTo>
                    <a:pt x="176530" y="960120"/>
                  </a:lnTo>
                  <a:lnTo>
                    <a:pt x="3175" y="989965"/>
                  </a:lnTo>
                  <a:lnTo>
                    <a:pt x="1905" y="989965"/>
                  </a:lnTo>
                  <a:lnTo>
                    <a:pt x="1905" y="4158616"/>
                  </a:lnTo>
                  <a:close/>
                </a:path>
              </a:pathLst>
            </a:custGeom>
            <a:gradFill flip="none" rotWithShape="1">
              <a:gsLst>
                <a:gs pos="46000">
                  <a:srgbClr val="FFE600"/>
                </a:gs>
                <a:gs pos="66000">
                  <a:srgbClr val="FF32FF"/>
                </a:gs>
                <a:gs pos="100000">
                  <a:srgbClr val="32FFFF"/>
                </a:gs>
              </a:gsLst>
              <a:lin ang="18600000" scaled="0"/>
              <a:tileRect/>
            </a:gradFill>
            <a:ln w="8181" cap="flat">
              <a:noFill/>
              <a:prstDash val="solid"/>
              <a:miter/>
            </a:ln>
          </p:spPr>
          <p:txBody>
            <a:bodyPr rtlCol="0" anchor="ctr"/>
            <a:lstStyle/>
            <a:p>
              <a:pPr lvl="0"/>
              <a:endParaRPr lang="en-US"/>
            </a:p>
          </p:txBody>
        </p:sp>
      </p:grpSp>
      <p:sp>
        <p:nvSpPr>
          <p:cNvPr id="274" name="Subtitle 2">
            <a:extLst>
              <a:ext uri="{FF2B5EF4-FFF2-40B4-BE49-F238E27FC236}">
                <a16:creationId xmlns:a16="http://schemas.microsoft.com/office/drawing/2014/main" id="{74103396-CF0A-A808-BF1B-463C3EF7376E}"/>
              </a:ext>
            </a:extLst>
          </p:cNvPr>
          <p:cNvSpPr>
            <a:spLocks noGrp="1"/>
          </p:cNvSpPr>
          <p:nvPr>
            <p:ph type="subTitle" idx="1" hasCustomPrompt="1"/>
          </p:nvPr>
        </p:nvSpPr>
        <p:spPr>
          <a:xfrm>
            <a:off x="889762" y="4436485"/>
            <a:ext cx="4907628" cy="511939"/>
          </a:xfrm>
        </p:spPr>
        <p:txBody>
          <a:bodyPr wrap="square">
            <a:noAutofit/>
          </a:bodyPr>
          <a:lstStyle>
            <a:lvl1pPr marL="0" indent="0" algn="l">
              <a:buNone/>
              <a:defRPr sz="1600">
                <a:solidFill>
                  <a:schemeClr val="tx1"/>
                </a:solidFill>
                <a:latin typeface="EYInterstate Regular" panose="02000503020000020004"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275" name="Title 4">
            <a:extLst>
              <a:ext uri="{FF2B5EF4-FFF2-40B4-BE49-F238E27FC236}">
                <a16:creationId xmlns:a16="http://schemas.microsoft.com/office/drawing/2014/main" id="{B57CD4DB-AED0-4F7E-41BA-02CA96598AEC}"/>
              </a:ext>
            </a:extLst>
          </p:cNvPr>
          <p:cNvSpPr>
            <a:spLocks noGrp="1"/>
          </p:cNvSpPr>
          <p:nvPr>
            <p:ph type="title"/>
          </p:nvPr>
        </p:nvSpPr>
        <p:spPr>
          <a:xfrm>
            <a:off x="889762" y="2698751"/>
            <a:ext cx="4906009" cy="1654043"/>
          </a:xfrm>
        </p:spPr>
        <p:txBody>
          <a:bodyPr anchor="t">
            <a:noAutofit/>
          </a:bodyPr>
          <a:lstStyle>
            <a:lvl1pPr>
              <a:defRPr sz="4200" b="1" i="0">
                <a:solidFill>
                  <a:schemeClr val="tx1"/>
                </a:solidFill>
                <a:latin typeface="EYInterstate Regular" panose="02000503020000020004" pitchFamily="2" charset="0"/>
              </a:defRPr>
            </a:lvl1pPr>
          </a:lstStyle>
          <a:p>
            <a:r>
              <a:rPr lang="en-GB"/>
              <a:t>Click to edit Master title style</a:t>
            </a:r>
            <a:endParaRPr lang="en-US"/>
          </a:p>
        </p:txBody>
      </p:sp>
      <p:sp>
        <p:nvSpPr>
          <p:cNvPr id="289" name="Text Placeholder 288">
            <a:extLst>
              <a:ext uri="{FF2B5EF4-FFF2-40B4-BE49-F238E27FC236}">
                <a16:creationId xmlns:a16="http://schemas.microsoft.com/office/drawing/2014/main" id="{31D45A6D-135C-8C27-4F13-A3BC79AB3ED3}"/>
              </a:ext>
            </a:extLst>
          </p:cNvPr>
          <p:cNvSpPr>
            <a:spLocks noGrp="1"/>
          </p:cNvSpPr>
          <p:nvPr>
            <p:ph type="body" sz="quarter" idx="10"/>
          </p:nvPr>
        </p:nvSpPr>
        <p:spPr>
          <a:xfrm>
            <a:off x="889762" y="5047485"/>
            <a:ext cx="4906010" cy="246221"/>
          </a:xfrm>
        </p:spPr>
        <p:txBody>
          <a:bodyPr wrap="square">
            <a:spAutoFit/>
          </a:bodyPr>
          <a:lstStyle>
            <a:lvl1pPr marL="0" indent="0">
              <a:buNone/>
              <a:defRPr sz="1600" b="1">
                <a:solidFill>
                  <a:schemeClr val="tx1"/>
                </a:solidFill>
                <a:latin typeface="EYInterstate Regular" panose="02000503020000020004" pitchFamily="2" charset="0"/>
              </a:defRPr>
            </a:lvl1pPr>
            <a:lvl2pPr marL="252000" indent="0">
              <a:buNone/>
              <a:defRPr sz="1600" b="1">
                <a:latin typeface="+mj-lt"/>
              </a:defRPr>
            </a:lvl2pPr>
            <a:lvl3pPr marL="504000" indent="0">
              <a:buNone/>
              <a:defRPr sz="1600" b="1">
                <a:latin typeface="+mj-lt"/>
              </a:defRPr>
            </a:lvl3pPr>
            <a:lvl4pPr marL="756000" indent="0">
              <a:buNone/>
              <a:defRPr sz="1600" b="1">
                <a:latin typeface="+mj-lt"/>
              </a:defRPr>
            </a:lvl4pPr>
            <a:lvl5pPr marL="1008000" indent="0">
              <a:buNone/>
              <a:defRPr sz="1600" b="1">
                <a:latin typeface="+mj-lt"/>
              </a:defRPr>
            </a:lvl5pPr>
          </a:lstStyle>
          <a:p>
            <a:pPr lvl="0"/>
            <a:r>
              <a:rPr lang="en-GB"/>
              <a:t>Click to edit Master text styles</a:t>
            </a:r>
          </a:p>
        </p:txBody>
      </p:sp>
      <p:grpSp>
        <p:nvGrpSpPr>
          <p:cNvPr id="9" name="Group 8">
            <a:extLst>
              <a:ext uri="{FF2B5EF4-FFF2-40B4-BE49-F238E27FC236}">
                <a16:creationId xmlns:a16="http://schemas.microsoft.com/office/drawing/2014/main" id="{53F57181-8F7C-581D-8E8B-8B2B0CB05181}"/>
              </a:ext>
            </a:extLst>
          </p:cNvPr>
          <p:cNvGrpSpPr>
            <a:grpSpLocks noChangeAspect="1"/>
          </p:cNvGrpSpPr>
          <p:nvPr userDrawn="1"/>
        </p:nvGrpSpPr>
        <p:grpSpPr>
          <a:xfrm>
            <a:off x="10562024" y="5167683"/>
            <a:ext cx="1220400" cy="1285398"/>
            <a:chOff x="3913438" y="-99392"/>
            <a:chExt cx="6512821" cy="6859693"/>
          </a:xfrm>
        </p:grpSpPr>
        <p:sp>
          <p:nvSpPr>
            <p:cNvPr id="10" name="Freeform: Shape 9">
              <a:extLst>
                <a:ext uri="{FF2B5EF4-FFF2-40B4-BE49-F238E27FC236}">
                  <a16:creationId xmlns:a16="http://schemas.microsoft.com/office/drawing/2014/main" id="{DE8A127C-FDD5-21E9-1FD6-D9B4A7D554FA}"/>
                </a:ext>
              </a:extLst>
            </p:cNvPr>
            <p:cNvSpPr/>
            <p:nvPr/>
          </p:nvSpPr>
          <p:spPr>
            <a:xfrm>
              <a:off x="5319751" y="-99392"/>
              <a:ext cx="4303606" cy="1570696"/>
            </a:xfrm>
            <a:custGeom>
              <a:avLst/>
              <a:gdLst>
                <a:gd name="connsiteX0" fmla="*/ 4303607 w 4303606"/>
                <a:gd name="connsiteY0" fmla="*/ 0 h 1570696"/>
                <a:gd name="connsiteX1" fmla="*/ 0 w 4303606"/>
                <a:gd name="connsiteY1" fmla="*/ 1570697 h 1570696"/>
                <a:gd name="connsiteX2" fmla="*/ 4303607 w 4303606"/>
                <a:gd name="connsiteY2" fmla="*/ 810521 h 1570696"/>
                <a:gd name="connsiteX3" fmla="*/ 4303607 w 4303606"/>
                <a:gd name="connsiteY3" fmla="*/ 0 h 1570696"/>
              </a:gdLst>
              <a:ahLst/>
              <a:cxnLst>
                <a:cxn ang="0">
                  <a:pos x="connsiteX0" y="connsiteY0"/>
                </a:cxn>
                <a:cxn ang="0">
                  <a:pos x="connsiteX1" y="connsiteY1"/>
                </a:cxn>
                <a:cxn ang="0">
                  <a:pos x="connsiteX2" y="connsiteY2"/>
                </a:cxn>
                <a:cxn ang="0">
                  <a:pos x="connsiteX3" y="connsiteY3"/>
                </a:cxn>
              </a:cxnLst>
              <a:rect l="l" t="t" r="r" b="b"/>
              <a:pathLst>
                <a:path w="4303606" h="1570696">
                  <a:moveTo>
                    <a:pt x="4303607" y="0"/>
                  </a:moveTo>
                  <a:lnTo>
                    <a:pt x="0" y="1570697"/>
                  </a:lnTo>
                  <a:lnTo>
                    <a:pt x="4303607" y="810521"/>
                  </a:lnTo>
                  <a:lnTo>
                    <a:pt x="4303607" y="0"/>
                  </a:lnTo>
                  <a:close/>
                </a:path>
              </a:pathLst>
            </a:custGeom>
            <a:solidFill>
              <a:srgbClr val="FFE600"/>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sp>
          <p:nvSpPr>
            <p:cNvPr id="11" name="Freeform: Shape 10">
              <a:extLst>
                <a:ext uri="{FF2B5EF4-FFF2-40B4-BE49-F238E27FC236}">
                  <a16:creationId xmlns:a16="http://schemas.microsoft.com/office/drawing/2014/main" id="{0F35FD06-DC07-383C-ACE2-7933BCD22180}"/>
                </a:ext>
              </a:extLst>
            </p:cNvPr>
            <p:cNvSpPr/>
            <p:nvPr/>
          </p:nvSpPr>
          <p:spPr>
            <a:xfrm>
              <a:off x="5357395" y="2124345"/>
              <a:ext cx="3613052" cy="2176910"/>
            </a:xfrm>
            <a:custGeom>
              <a:avLst/>
              <a:gdLst>
                <a:gd name="connsiteX0" fmla="*/ 652845 w 3613052"/>
                <a:gd name="connsiteY0" fmla="*/ 1676205 h 2176910"/>
                <a:gd name="connsiteX1" fmla="*/ 1741463 w 3613052"/>
                <a:gd name="connsiteY1" fmla="*/ 1676205 h 2176910"/>
                <a:gd name="connsiteX2" fmla="*/ 1741463 w 3613052"/>
                <a:gd name="connsiteY2" fmla="*/ 2176910 h 2176910"/>
                <a:gd name="connsiteX3" fmla="*/ 0 w 3613052"/>
                <a:gd name="connsiteY3" fmla="*/ 2176910 h 2176910"/>
                <a:gd name="connsiteX4" fmla="*/ 0 w 3613052"/>
                <a:gd name="connsiteY4" fmla="*/ 0 h 2176910"/>
                <a:gd name="connsiteX5" fmla="*/ 1234766 w 3613052"/>
                <a:gd name="connsiteY5" fmla="*/ 0 h 2176910"/>
                <a:gd name="connsiteX6" fmla="*/ 1523675 w 3613052"/>
                <a:gd name="connsiteY6" fmla="*/ 500706 h 2176910"/>
                <a:gd name="connsiteX7" fmla="*/ 652910 w 3613052"/>
                <a:gd name="connsiteY7" fmla="*/ 500706 h 2176910"/>
                <a:gd name="connsiteX8" fmla="*/ 652910 w 3613052"/>
                <a:gd name="connsiteY8" fmla="*/ 859953 h 2176910"/>
                <a:gd name="connsiteX9" fmla="*/ 1440050 w 3613052"/>
                <a:gd name="connsiteY9" fmla="*/ 859953 h 2176910"/>
                <a:gd name="connsiteX10" fmla="*/ 1440050 w 3613052"/>
                <a:gd name="connsiteY10" fmla="*/ 1317022 h 2176910"/>
                <a:gd name="connsiteX11" fmla="*/ 652910 w 3613052"/>
                <a:gd name="connsiteY11" fmla="*/ 1317022 h 2176910"/>
                <a:gd name="connsiteX12" fmla="*/ 652910 w 3613052"/>
                <a:gd name="connsiteY12" fmla="*/ 1676205 h 2176910"/>
                <a:gd name="connsiteX13" fmla="*/ 2900485 w 3613052"/>
                <a:gd name="connsiteY13" fmla="*/ 0 h 2176910"/>
                <a:gd name="connsiteX14" fmla="*/ 2530687 w 3613052"/>
                <a:gd name="connsiteY14" fmla="*/ 710418 h 2176910"/>
                <a:gd name="connsiteX15" fmla="*/ 2161801 w 3613052"/>
                <a:gd name="connsiteY15" fmla="*/ 0 h 2176910"/>
                <a:gd name="connsiteX16" fmla="*/ 1439985 w 3613052"/>
                <a:gd name="connsiteY16" fmla="*/ 0 h 2176910"/>
                <a:gd name="connsiteX17" fmla="*/ 2200552 w 3613052"/>
                <a:gd name="connsiteY17" fmla="*/ 1317022 h 2176910"/>
                <a:gd name="connsiteX18" fmla="*/ 2200552 w 3613052"/>
                <a:gd name="connsiteY18" fmla="*/ 2176910 h 2176910"/>
                <a:gd name="connsiteX19" fmla="*/ 2851443 w 3613052"/>
                <a:gd name="connsiteY19" fmla="*/ 2176910 h 2176910"/>
                <a:gd name="connsiteX20" fmla="*/ 2851443 w 3613052"/>
                <a:gd name="connsiteY20" fmla="*/ 1317022 h 2176910"/>
                <a:gd name="connsiteX21" fmla="*/ 3613053 w 3613052"/>
                <a:gd name="connsiteY21" fmla="*/ 0 h 2176910"/>
                <a:gd name="connsiteX22" fmla="*/ 2900485 w 3613052"/>
                <a:gd name="connsiteY22" fmla="*/ 0 h 2176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613052" h="2176910">
                  <a:moveTo>
                    <a:pt x="652845" y="1676205"/>
                  </a:moveTo>
                  <a:lnTo>
                    <a:pt x="1741463" y="1676205"/>
                  </a:lnTo>
                  <a:lnTo>
                    <a:pt x="1741463" y="2176910"/>
                  </a:lnTo>
                  <a:lnTo>
                    <a:pt x="0" y="2176910"/>
                  </a:lnTo>
                  <a:lnTo>
                    <a:pt x="0" y="0"/>
                  </a:lnTo>
                  <a:lnTo>
                    <a:pt x="1234766" y="0"/>
                  </a:lnTo>
                  <a:lnTo>
                    <a:pt x="1523675" y="500706"/>
                  </a:lnTo>
                  <a:lnTo>
                    <a:pt x="652910" y="500706"/>
                  </a:lnTo>
                  <a:lnTo>
                    <a:pt x="652910" y="859953"/>
                  </a:lnTo>
                  <a:lnTo>
                    <a:pt x="1440050" y="859953"/>
                  </a:lnTo>
                  <a:lnTo>
                    <a:pt x="1440050" y="1317022"/>
                  </a:lnTo>
                  <a:lnTo>
                    <a:pt x="652910" y="1317022"/>
                  </a:lnTo>
                  <a:lnTo>
                    <a:pt x="652910" y="1676205"/>
                  </a:lnTo>
                  <a:close/>
                  <a:moveTo>
                    <a:pt x="2900485" y="0"/>
                  </a:moveTo>
                  <a:lnTo>
                    <a:pt x="2530687" y="710418"/>
                  </a:lnTo>
                  <a:lnTo>
                    <a:pt x="2161801" y="0"/>
                  </a:lnTo>
                  <a:lnTo>
                    <a:pt x="1439985" y="0"/>
                  </a:lnTo>
                  <a:lnTo>
                    <a:pt x="2200552" y="1317022"/>
                  </a:lnTo>
                  <a:lnTo>
                    <a:pt x="2200552" y="2176910"/>
                  </a:lnTo>
                  <a:lnTo>
                    <a:pt x="2851443" y="2176910"/>
                  </a:lnTo>
                  <a:lnTo>
                    <a:pt x="2851443" y="1317022"/>
                  </a:lnTo>
                  <a:lnTo>
                    <a:pt x="3613053" y="0"/>
                  </a:lnTo>
                  <a:lnTo>
                    <a:pt x="2900485" y="0"/>
                  </a:lnTo>
                  <a:close/>
                </a:path>
              </a:pathLst>
            </a:custGeom>
            <a:solidFill>
              <a:srgbClr val="FFFFFF"/>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sp>
          <p:nvSpPr>
            <p:cNvPr id="12" name="Freeform: Shape 11">
              <a:extLst>
                <a:ext uri="{FF2B5EF4-FFF2-40B4-BE49-F238E27FC236}">
                  <a16:creationId xmlns:a16="http://schemas.microsoft.com/office/drawing/2014/main" id="{A455015A-145D-7CF9-4597-672713F8B4A9}"/>
                </a:ext>
              </a:extLst>
            </p:cNvPr>
            <p:cNvSpPr/>
            <p:nvPr/>
          </p:nvSpPr>
          <p:spPr>
            <a:xfrm>
              <a:off x="3913438" y="5111711"/>
              <a:ext cx="6512821" cy="1648590"/>
            </a:xfrm>
            <a:custGeom>
              <a:avLst/>
              <a:gdLst>
                <a:gd name="connsiteX0" fmla="*/ 5071143 w 6512821"/>
                <a:gd name="connsiteY0" fmla="*/ 1396740 h 1648590"/>
                <a:gd name="connsiteX1" fmla="*/ 5069124 w 6512821"/>
                <a:gd name="connsiteY1" fmla="*/ 1438552 h 1648590"/>
                <a:gd name="connsiteX2" fmla="*/ 4777545 w 6512821"/>
                <a:gd name="connsiteY2" fmla="*/ 1438552 h 1648590"/>
                <a:gd name="connsiteX3" fmla="*/ 4880513 w 6512821"/>
                <a:gd name="connsiteY3" fmla="*/ 1533378 h 1648590"/>
                <a:gd name="connsiteX4" fmla="*/ 4964137 w 6512821"/>
                <a:gd name="connsiteY4" fmla="*/ 1499707 h 1648590"/>
                <a:gd name="connsiteX5" fmla="*/ 5049781 w 6512821"/>
                <a:gd name="connsiteY5" fmla="*/ 1572065 h 1648590"/>
                <a:gd name="connsiteX6" fmla="*/ 4875433 w 6512821"/>
                <a:gd name="connsiteY6" fmla="*/ 1648525 h 1648590"/>
                <a:gd name="connsiteX7" fmla="*/ 4654192 w 6512821"/>
                <a:gd name="connsiteY7" fmla="*/ 1398759 h 1648590"/>
                <a:gd name="connsiteX8" fmla="*/ 4867292 w 6512821"/>
                <a:gd name="connsiteY8" fmla="*/ 1146908 h 1648590"/>
                <a:gd name="connsiteX9" fmla="*/ 5071208 w 6512821"/>
                <a:gd name="connsiteY9" fmla="*/ 1396675 h 1648590"/>
                <a:gd name="connsiteX10" fmla="*/ 4779564 w 6512821"/>
                <a:gd name="connsiteY10" fmla="*/ 1344767 h 1648590"/>
                <a:gd name="connsiteX11" fmla="*/ 4950851 w 6512821"/>
                <a:gd name="connsiteY11" fmla="*/ 1344767 h 1648590"/>
                <a:gd name="connsiteX12" fmla="*/ 4863189 w 6512821"/>
                <a:gd name="connsiteY12" fmla="*/ 1254044 h 1648590"/>
                <a:gd name="connsiteX13" fmla="*/ 4779564 w 6512821"/>
                <a:gd name="connsiteY13" fmla="*/ 1344767 h 1648590"/>
                <a:gd name="connsiteX14" fmla="*/ 6512756 w 6512821"/>
                <a:gd name="connsiteY14" fmla="*/ 1396740 h 1648590"/>
                <a:gd name="connsiteX15" fmla="*/ 6510737 w 6512821"/>
                <a:gd name="connsiteY15" fmla="*/ 1438552 h 1648590"/>
                <a:gd name="connsiteX16" fmla="*/ 6219158 w 6512821"/>
                <a:gd name="connsiteY16" fmla="*/ 1438552 h 1648590"/>
                <a:gd name="connsiteX17" fmla="*/ 6322126 w 6512821"/>
                <a:gd name="connsiteY17" fmla="*/ 1533378 h 1648590"/>
                <a:gd name="connsiteX18" fmla="*/ 6405751 w 6512821"/>
                <a:gd name="connsiteY18" fmla="*/ 1499707 h 1648590"/>
                <a:gd name="connsiteX19" fmla="*/ 6491394 w 6512821"/>
                <a:gd name="connsiteY19" fmla="*/ 1572065 h 1648590"/>
                <a:gd name="connsiteX20" fmla="*/ 6317046 w 6512821"/>
                <a:gd name="connsiteY20" fmla="*/ 1648525 h 1648590"/>
                <a:gd name="connsiteX21" fmla="*/ 6095805 w 6512821"/>
                <a:gd name="connsiteY21" fmla="*/ 1398759 h 1648590"/>
                <a:gd name="connsiteX22" fmla="*/ 6308905 w 6512821"/>
                <a:gd name="connsiteY22" fmla="*/ 1146908 h 1648590"/>
                <a:gd name="connsiteX23" fmla="*/ 6512821 w 6512821"/>
                <a:gd name="connsiteY23" fmla="*/ 1396675 h 1648590"/>
                <a:gd name="connsiteX24" fmla="*/ 6221177 w 6512821"/>
                <a:gd name="connsiteY24" fmla="*/ 1344767 h 1648590"/>
                <a:gd name="connsiteX25" fmla="*/ 6392465 w 6512821"/>
                <a:gd name="connsiteY25" fmla="*/ 1344767 h 1648590"/>
                <a:gd name="connsiteX26" fmla="*/ 6304802 w 6512821"/>
                <a:gd name="connsiteY26" fmla="*/ 1254044 h 1648590"/>
                <a:gd name="connsiteX27" fmla="*/ 6221177 w 6512821"/>
                <a:gd name="connsiteY27" fmla="*/ 1344767 h 1648590"/>
                <a:gd name="connsiteX28" fmla="*/ 5978509 w 6512821"/>
                <a:gd name="connsiteY28" fmla="*/ 1467143 h 1648590"/>
                <a:gd name="connsiteX29" fmla="*/ 6058031 w 6512821"/>
                <a:gd name="connsiteY29" fmla="*/ 1542561 h 1648590"/>
                <a:gd name="connsiteX30" fmla="*/ 5866359 w 6512821"/>
                <a:gd name="connsiteY30" fmla="*/ 1648590 h 1648590"/>
                <a:gd name="connsiteX31" fmla="*/ 5637954 w 6512821"/>
                <a:gd name="connsiteY31" fmla="*/ 1398823 h 1648590"/>
                <a:gd name="connsiteX32" fmla="*/ 5868378 w 6512821"/>
                <a:gd name="connsiteY32" fmla="*/ 1146973 h 1648590"/>
                <a:gd name="connsiteX33" fmla="*/ 6056989 w 6512821"/>
                <a:gd name="connsiteY33" fmla="*/ 1250983 h 1648590"/>
                <a:gd name="connsiteX34" fmla="*/ 5975448 w 6512821"/>
                <a:gd name="connsiteY34" fmla="*/ 1333565 h 1648590"/>
                <a:gd name="connsiteX35" fmla="*/ 5867401 w 6512821"/>
                <a:gd name="connsiteY35" fmla="*/ 1266288 h 1648590"/>
                <a:gd name="connsiteX36" fmla="*/ 5766452 w 6512821"/>
                <a:gd name="connsiteY36" fmla="*/ 1396804 h 1648590"/>
                <a:gd name="connsiteX37" fmla="*/ 5868378 w 6512821"/>
                <a:gd name="connsiteY37" fmla="*/ 1528299 h 1648590"/>
                <a:gd name="connsiteX38" fmla="*/ 5978509 w 6512821"/>
                <a:gd name="connsiteY38" fmla="*/ 1467143 h 1648590"/>
                <a:gd name="connsiteX39" fmla="*/ 4869246 w 6512821"/>
                <a:gd name="connsiteY39" fmla="*/ 667825 h 1648590"/>
                <a:gd name="connsiteX40" fmla="*/ 4750973 w 6512821"/>
                <a:gd name="connsiteY40" fmla="*/ 667825 h 1648590"/>
                <a:gd name="connsiteX41" fmla="*/ 4750973 w 6512821"/>
                <a:gd name="connsiteY41" fmla="*/ 634153 h 1648590"/>
                <a:gd name="connsiteX42" fmla="*/ 4638822 w 6512821"/>
                <a:gd name="connsiteY42" fmla="*/ 677984 h 1648590"/>
                <a:gd name="connsiteX43" fmla="*/ 4467535 w 6512821"/>
                <a:gd name="connsiteY43" fmla="*/ 458763 h 1648590"/>
                <a:gd name="connsiteX44" fmla="*/ 4467535 w 6512821"/>
                <a:gd name="connsiteY44" fmla="*/ 186527 h 1648590"/>
                <a:gd name="connsiteX45" fmla="*/ 4587827 w 6512821"/>
                <a:gd name="connsiteY45" fmla="*/ 186527 h 1648590"/>
                <a:gd name="connsiteX46" fmla="*/ 4587827 w 6512821"/>
                <a:gd name="connsiteY46" fmla="*/ 448538 h 1648590"/>
                <a:gd name="connsiteX47" fmla="*/ 4668390 w 6512821"/>
                <a:gd name="connsiteY47" fmla="*/ 562708 h 1648590"/>
                <a:gd name="connsiteX48" fmla="*/ 4748954 w 6512821"/>
                <a:gd name="connsiteY48" fmla="*/ 452576 h 1648590"/>
                <a:gd name="connsiteX49" fmla="*/ 4748954 w 6512821"/>
                <a:gd name="connsiteY49" fmla="*/ 186462 h 1648590"/>
                <a:gd name="connsiteX50" fmla="*/ 4869246 w 6512821"/>
                <a:gd name="connsiteY50" fmla="*/ 186462 h 1648590"/>
                <a:gd name="connsiteX51" fmla="*/ 4869246 w 6512821"/>
                <a:gd name="connsiteY51" fmla="*/ 667695 h 1648590"/>
                <a:gd name="connsiteX52" fmla="*/ 5244449 w 6512821"/>
                <a:gd name="connsiteY52" fmla="*/ 527083 h 1648590"/>
                <a:gd name="connsiteX53" fmla="*/ 5227125 w 6512821"/>
                <a:gd name="connsiteY53" fmla="*/ 649458 h 1648590"/>
                <a:gd name="connsiteX54" fmla="*/ 5128261 w 6512821"/>
                <a:gd name="connsiteY54" fmla="*/ 677984 h 1648590"/>
                <a:gd name="connsiteX55" fmla="*/ 4997744 w 6512821"/>
                <a:gd name="connsiteY55" fmla="*/ 535224 h 1648590"/>
                <a:gd name="connsiteX56" fmla="*/ 4997744 w 6512821"/>
                <a:gd name="connsiteY56" fmla="*/ 301739 h 1648590"/>
                <a:gd name="connsiteX57" fmla="*/ 4928447 w 6512821"/>
                <a:gd name="connsiteY57" fmla="*/ 301739 h 1648590"/>
                <a:gd name="connsiteX58" fmla="*/ 4928447 w 6512821"/>
                <a:gd name="connsiteY58" fmla="*/ 186527 h 1648590"/>
                <a:gd name="connsiteX59" fmla="*/ 4997744 w 6512821"/>
                <a:gd name="connsiteY59" fmla="*/ 186527 h 1648590"/>
                <a:gd name="connsiteX60" fmla="*/ 4997744 w 6512821"/>
                <a:gd name="connsiteY60" fmla="*/ 61155 h 1648590"/>
                <a:gd name="connsiteX61" fmla="*/ 5118035 w 6512821"/>
                <a:gd name="connsiteY61" fmla="*/ 0 h 1648590"/>
                <a:gd name="connsiteX62" fmla="*/ 5118035 w 6512821"/>
                <a:gd name="connsiteY62" fmla="*/ 186592 h 1648590"/>
                <a:gd name="connsiteX63" fmla="*/ 5232205 w 6512821"/>
                <a:gd name="connsiteY63" fmla="*/ 186592 h 1648590"/>
                <a:gd name="connsiteX64" fmla="*/ 5232205 w 6512821"/>
                <a:gd name="connsiteY64" fmla="*/ 301804 h 1648590"/>
                <a:gd name="connsiteX65" fmla="*/ 5118035 w 6512821"/>
                <a:gd name="connsiteY65" fmla="*/ 301804 h 1648590"/>
                <a:gd name="connsiteX66" fmla="*/ 5118035 w 6512821"/>
                <a:gd name="connsiteY66" fmla="*/ 503701 h 1648590"/>
                <a:gd name="connsiteX67" fmla="*/ 5164928 w 6512821"/>
                <a:gd name="connsiteY67" fmla="*/ 560819 h 1648590"/>
                <a:gd name="connsiteX68" fmla="*/ 5244449 w 6512821"/>
                <a:gd name="connsiteY68" fmla="*/ 527148 h 1648590"/>
                <a:gd name="connsiteX69" fmla="*/ 3417407 w 6512821"/>
                <a:gd name="connsiteY69" fmla="*/ 667825 h 1648590"/>
                <a:gd name="connsiteX70" fmla="*/ 3297116 w 6512821"/>
                <a:gd name="connsiteY70" fmla="*/ 667825 h 1648590"/>
                <a:gd name="connsiteX71" fmla="*/ 3297116 w 6512821"/>
                <a:gd name="connsiteY71" fmla="*/ 405814 h 1648590"/>
                <a:gd name="connsiteX72" fmla="*/ 3215575 w 6512821"/>
                <a:gd name="connsiteY72" fmla="*/ 292621 h 1648590"/>
                <a:gd name="connsiteX73" fmla="*/ 3132993 w 6512821"/>
                <a:gd name="connsiteY73" fmla="*/ 402753 h 1648590"/>
                <a:gd name="connsiteX74" fmla="*/ 3132993 w 6512821"/>
                <a:gd name="connsiteY74" fmla="*/ 667825 h 1648590"/>
                <a:gd name="connsiteX75" fmla="*/ 3012701 w 6512821"/>
                <a:gd name="connsiteY75" fmla="*/ 667825 h 1648590"/>
                <a:gd name="connsiteX76" fmla="*/ 3012701 w 6512821"/>
                <a:gd name="connsiteY76" fmla="*/ 61221 h 1648590"/>
                <a:gd name="connsiteX77" fmla="*/ 3132993 w 6512821"/>
                <a:gd name="connsiteY77" fmla="*/ 65 h 1648590"/>
                <a:gd name="connsiteX78" fmla="*/ 3132993 w 6512821"/>
                <a:gd name="connsiteY78" fmla="*/ 220264 h 1648590"/>
                <a:gd name="connsiteX79" fmla="*/ 3246186 w 6512821"/>
                <a:gd name="connsiteY79" fmla="*/ 176432 h 1648590"/>
                <a:gd name="connsiteX80" fmla="*/ 3417473 w 6512821"/>
                <a:gd name="connsiteY80" fmla="*/ 396631 h 1648590"/>
                <a:gd name="connsiteX81" fmla="*/ 3417473 w 6512821"/>
                <a:gd name="connsiteY81" fmla="*/ 667825 h 1648590"/>
                <a:gd name="connsiteX82" fmla="*/ 5564554 w 6512821"/>
                <a:gd name="connsiteY82" fmla="*/ 1638365 h 1648590"/>
                <a:gd name="connsiteX83" fmla="*/ 5440160 w 6512821"/>
                <a:gd name="connsiteY83" fmla="*/ 1638365 h 1648590"/>
                <a:gd name="connsiteX84" fmla="*/ 5440160 w 6512821"/>
                <a:gd name="connsiteY84" fmla="*/ 1376355 h 1648590"/>
                <a:gd name="connsiteX85" fmla="*/ 5357577 w 6512821"/>
                <a:gd name="connsiteY85" fmla="*/ 1264204 h 1648590"/>
                <a:gd name="connsiteX86" fmla="*/ 5273952 w 6512821"/>
                <a:gd name="connsiteY86" fmla="*/ 1373293 h 1648590"/>
                <a:gd name="connsiteX87" fmla="*/ 5273952 w 6512821"/>
                <a:gd name="connsiteY87" fmla="*/ 1638365 h 1648590"/>
                <a:gd name="connsiteX88" fmla="*/ 5149558 w 6512821"/>
                <a:gd name="connsiteY88" fmla="*/ 1638365 h 1648590"/>
                <a:gd name="connsiteX89" fmla="*/ 5149558 w 6512821"/>
                <a:gd name="connsiteY89" fmla="*/ 1157133 h 1648590"/>
                <a:gd name="connsiteX90" fmla="*/ 5273952 w 6512821"/>
                <a:gd name="connsiteY90" fmla="*/ 1157133 h 1648590"/>
                <a:gd name="connsiteX91" fmla="*/ 5273952 w 6512821"/>
                <a:gd name="connsiteY91" fmla="*/ 1189762 h 1648590"/>
                <a:gd name="connsiteX92" fmla="*/ 5391183 w 6512821"/>
                <a:gd name="connsiteY92" fmla="*/ 1146973 h 1648590"/>
                <a:gd name="connsiteX93" fmla="*/ 5564490 w 6512821"/>
                <a:gd name="connsiteY93" fmla="*/ 1366195 h 1648590"/>
                <a:gd name="connsiteX94" fmla="*/ 5564490 w 6512821"/>
                <a:gd name="connsiteY94" fmla="*/ 1638430 h 1648590"/>
                <a:gd name="connsiteX95" fmla="*/ 4008772 w 6512821"/>
                <a:gd name="connsiteY95" fmla="*/ 1115386 h 1648590"/>
                <a:gd name="connsiteX96" fmla="*/ 4080152 w 6512821"/>
                <a:gd name="connsiteY96" fmla="*/ 1044005 h 1648590"/>
                <a:gd name="connsiteX97" fmla="*/ 4008772 w 6512821"/>
                <a:gd name="connsiteY97" fmla="*/ 972624 h 1648590"/>
                <a:gd name="connsiteX98" fmla="*/ 3937391 w 6512821"/>
                <a:gd name="connsiteY98" fmla="*/ 1044005 h 1648590"/>
                <a:gd name="connsiteX99" fmla="*/ 4008772 w 6512821"/>
                <a:gd name="connsiteY99" fmla="*/ 1115386 h 1648590"/>
                <a:gd name="connsiteX100" fmla="*/ 829864 w 6512821"/>
                <a:gd name="connsiteY100" fmla="*/ 1115386 h 1648590"/>
                <a:gd name="connsiteX101" fmla="*/ 901244 w 6512821"/>
                <a:gd name="connsiteY101" fmla="*/ 1044005 h 1648590"/>
                <a:gd name="connsiteX102" fmla="*/ 829864 w 6512821"/>
                <a:gd name="connsiteY102" fmla="*/ 972624 h 1648590"/>
                <a:gd name="connsiteX103" fmla="*/ 758483 w 6512821"/>
                <a:gd name="connsiteY103" fmla="*/ 1044005 h 1648590"/>
                <a:gd name="connsiteX104" fmla="*/ 829864 w 6512821"/>
                <a:gd name="connsiteY104" fmla="*/ 1115386 h 1648590"/>
                <a:gd name="connsiteX105" fmla="*/ 6512756 w 6512821"/>
                <a:gd name="connsiteY105" fmla="*/ 426134 h 1648590"/>
                <a:gd name="connsiteX106" fmla="*/ 6510737 w 6512821"/>
                <a:gd name="connsiteY106" fmla="*/ 467946 h 1648590"/>
                <a:gd name="connsiteX107" fmla="*/ 6219158 w 6512821"/>
                <a:gd name="connsiteY107" fmla="*/ 467946 h 1648590"/>
                <a:gd name="connsiteX108" fmla="*/ 6322126 w 6512821"/>
                <a:gd name="connsiteY108" fmla="*/ 562773 h 1648590"/>
                <a:gd name="connsiteX109" fmla="*/ 6405751 w 6512821"/>
                <a:gd name="connsiteY109" fmla="*/ 529102 h 1648590"/>
                <a:gd name="connsiteX110" fmla="*/ 6491394 w 6512821"/>
                <a:gd name="connsiteY110" fmla="*/ 601459 h 1648590"/>
                <a:gd name="connsiteX111" fmla="*/ 6317046 w 6512821"/>
                <a:gd name="connsiteY111" fmla="*/ 677919 h 1648590"/>
                <a:gd name="connsiteX112" fmla="*/ 6095805 w 6512821"/>
                <a:gd name="connsiteY112" fmla="*/ 428153 h 1648590"/>
                <a:gd name="connsiteX113" fmla="*/ 6308905 w 6512821"/>
                <a:gd name="connsiteY113" fmla="*/ 176302 h 1648590"/>
                <a:gd name="connsiteX114" fmla="*/ 6512821 w 6512821"/>
                <a:gd name="connsiteY114" fmla="*/ 426069 h 1648590"/>
                <a:gd name="connsiteX115" fmla="*/ 6221177 w 6512821"/>
                <a:gd name="connsiteY115" fmla="*/ 374162 h 1648590"/>
                <a:gd name="connsiteX116" fmla="*/ 6392465 w 6512821"/>
                <a:gd name="connsiteY116" fmla="*/ 374162 h 1648590"/>
                <a:gd name="connsiteX117" fmla="*/ 6304802 w 6512821"/>
                <a:gd name="connsiteY117" fmla="*/ 283438 h 1648590"/>
                <a:gd name="connsiteX118" fmla="*/ 6221177 w 6512821"/>
                <a:gd name="connsiteY118" fmla="*/ 374162 h 1648590"/>
                <a:gd name="connsiteX119" fmla="*/ 5702235 w 6512821"/>
                <a:gd name="connsiteY119" fmla="*/ 667825 h 1648590"/>
                <a:gd name="connsiteX120" fmla="*/ 5583963 w 6512821"/>
                <a:gd name="connsiteY120" fmla="*/ 667825 h 1648590"/>
                <a:gd name="connsiteX121" fmla="*/ 5583963 w 6512821"/>
                <a:gd name="connsiteY121" fmla="*/ 634153 h 1648590"/>
                <a:gd name="connsiteX122" fmla="*/ 5471812 w 6512821"/>
                <a:gd name="connsiteY122" fmla="*/ 677984 h 1648590"/>
                <a:gd name="connsiteX123" fmla="*/ 5300525 w 6512821"/>
                <a:gd name="connsiteY123" fmla="*/ 458763 h 1648590"/>
                <a:gd name="connsiteX124" fmla="*/ 5300525 w 6512821"/>
                <a:gd name="connsiteY124" fmla="*/ 186527 h 1648590"/>
                <a:gd name="connsiteX125" fmla="*/ 5420817 w 6512821"/>
                <a:gd name="connsiteY125" fmla="*/ 186527 h 1648590"/>
                <a:gd name="connsiteX126" fmla="*/ 5420817 w 6512821"/>
                <a:gd name="connsiteY126" fmla="*/ 448538 h 1648590"/>
                <a:gd name="connsiteX127" fmla="*/ 5501380 w 6512821"/>
                <a:gd name="connsiteY127" fmla="*/ 562708 h 1648590"/>
                <a:gd name="connsiteX128" fmla="*/ 5581944 w 6512821"/>
                <a:gd name="connsiteY128" fmla="*/ 452576 h 1648590"/>
                <a:gd name="connsiteX129" fmla="*/ 5581944 w 6512821"/>
                <a:gd name="connsiteY129" fmla="*/ 186462 h 1648590"/>
                <a:gd name="connsiteX130" fmla="*/ 5702235 w 6512821"/>
                <a:gd name="connsiteY130" fmla="*/ 186462 h 1648590"/>
                <a:gd name="connsiteX131" fmla="*/ 5702235 w 6512821"/>
                <a:gd name="connsiteY131" fmla="*/ 667695 h 1648590"/>
                <a:gd name="connsiteX132" fmla="*/ 3895579 w 6512821"/>
                <a:gd name="connsiteY132" fmla="*/ 426134 h 1648590"/>
                <a:gd name="connsiteX133" fmla="*/ 3893560 w 6512821"/>
                <a:gd name="connsiteY133" fmla="*/ 467946 h 1648590"/>
                <a:gd name="connsiteX134" fmla="*/ 3601981 w 6512821"/>
                <a:gd name="connsiteY134" fmla="*/ 467946 h 1648590"/>
                <a:gd name="connsiteX135" fmla="*/ 3704949 w 6512821"/>
                <a:gd name="connsiteY135" fmla="*/ 562773 h 1648590"/>
                <a:gd name="connsiteX136" fmla="*/ 3788573 w 6512821"/>
                <a:gd name="connsiteY136" fmla="*/ 529102 h 1648590"/>
                <a:gd name="connsiteX137" fmla="*/ 3874217 w 6512821"/>
                <a:gd name="connsiteY137" fmla="*/ 601459 h 1648590"/>
                <a:gd name="connsiteX138" fmla="*/ 3699868 w 6512821"/>
                <a:gd name="connsiteY138" fmla="*/ 677919 h 1648590"/>
                <a:gd name="connsiteX139" fmla="*/ 3478628 w 6512821"/>
                <a:gd name="connsiteY139" fmla="*/ 428153 h 1648590"/>
                <a:gd name="connsiteX140" fmla="*/ 3691727 w 6512821"/>
                <a:gd name="connsiteY140" fmla="*/ 176302 h 1648590"/>
                <a:gd name="connsiteX141" fmla="*/ 3895644 w 6512821"/>
                <a:gd name="connsiteY141" fmla="*/ 426069 h 1648590"/>
                <a:gd name="connsiteX142" fmla="*/ 3604000 w 6512821"/>
                <a:gd name="connsiteY142" fmla="*/ 374162 h 1648590"/>
                <a:gd name="connsiteX143" fmla="*/ 3775287 w 6512821"/>
                <a:gd name="connsiteY143" fmla="*/ 374162 h 1648590"/>
                <a:gd name="connsiteX144" fmla="*/ 3687624 w 6512821"/>
                <a:gd name="connsiteY144" fmla="*/ 283438 h 1648590"/>
                <a:gd name="connsiteX145" fmla="*/ 3604000 w 6512821"/>
                <a:gd name="connsiteY145" fmla="*/ 374162 h 1648590"/>
                <a:gd name="connsiteX146" fmla="*/ 4579686 w 6512821"/>
                <a:gd name="connsiteY146" fmla="*/ 1638365 h 1648590"/>
                <a:gd name="connsiteX147" fmla="*/ 4455291 w 6512821"/>
                <a:gd name="connsiteY147" fmla="*/ 1638365 h 1648590"/>
                <a:gd name="connsiteX148" fmla="*/ 4455291 w 6512821"/>
                <a:gd name="connsiteY148" fmla="*/ 1606778 h 1648590"/>
                <a:gd name="connsiteX149" fmla="*/ 4346201 w 6512821"/>
                <a:gd name="connsiteY149" fmla="*/ 1648590 h 1648590"/>
                <a:gd name="connsiteX150" fmla="*/ 4148406 w 6512821"/>
                <a:gd name="connsiteY150" fmla="*/ 1393678 h 1648590"/>
                <a:gd name="connsiteX151" fmla="*/ 4343140 w 6512821"/>
                <a:gd name="connsiteY151" fmla="*/ 1146973 h 1648590"/>
                <a:gd name="connsiteX152" fmla="*/ 4455291 w 6512821"/>
                <a:gd name="connsiteY152" fmla="*/ 1185724 h 1648590"/>
                <a:gd name="connsiteX153" fmla="*/ 4455291 w 6512821"/>
                <a:gd name="connsiteY153" fmla="*/ 1031761 h 1648590"/>
                <a:gd name="connsiteX154" fmla="*/ 4579686 w 6512821"/>
                <a:gd name="connsiteY154" fmla="*/ 969564 h 1648590"/>
                <a:gd name="connsiteX155" fmla="*/ 4579686 w 6512821"/>
                <a:gd name="connsiteY155" fmla="*/ 1638365 h 1648590"/>
                <a:gd name="connsiteX156" fmla="*/ 4455356 w 6512821"/>
                <a:gd name="connsiteY156" fmla="*/ 1489547 h 1648590"/>
                <a:gd name="connsiteX157" fmla="*/ 4455356 w 6512821"/>
                <a:gd name="connsiteY157" fmla="*/ 1306016 h 1648590"/>
                <a:gd name="connsiteX158" fmla="*/ 4368670 w 6512821"/>
                <a:gd name="connsiteY158" fmla="*/ 1264204 h 1648590"/>
                <a:gd name="connsiteX159" fmla="*/ 4278924 w 6512821"/>
                <a:gd name="connsiteY159" fmla="*/ 1389575 h 1648590"/>
                <a:gd name="connsiteX160" fmla="*/ 4371731 w 6512821"/>
                <a:gd name="connsiteY160" fmla="*/ 1531294 h 1648590"/>
                <a:gd name="connsiteX161" fmla="*/ 4455356 w 6512821"/>
                <a:gd name="connsiteY161" fmla="*/ 1489482 h 1648590"/>
                <a:gd name="connsiteX162" fmla="*/ 3945532 w 6512821"/>
                <a:gd name="connsiteY162" fmla="*/ 1157198 h 1648590"/>
                <a:gd name="connsiteX163" fmla="*/ 3945532 w 6512821"/>
                <a:gd name="connsiteY163" fmla="*/ 1638430 h 1648590"/>
                <a:gd name="connsiteX164" fmla="*/ 4069927 w 6512821"/>
                <a:gd name="connsiteY164" fmla="*/ 1638430 h 1648590"/>
                <a:gd name="connsiteX165" fmla="*/ 4069927 w 6512821"/>
                <a:gd name="connsiteY165" fmla="*/ 1157198 h 1648590"/>
                <a:gd name="connsiteX166" fmla="*/ 3945532 w 6512821"/>
                <a:gd name="connsiteY166" fmla="*/ 1157198 h 1648590"/>
                <a:gd name="connsiteX167" fmla="*/ 3873175 w 6512821"/>
                <a:gd name="connsiteY167" fmla="*/ 985911 h 1648590"/>
                <a:gd name="connsiteX168" fmla="*/ 3873175 w 6512821"/>
                <a:gd name="connsiteY168" fmla="*/ 1085817 h 1648590"/>
                <a:gd name="connsiteX169" fmla="*/ 3812019 w 6512821"/>
                <a:gd name="connsiteY169" fmla="*/ 1076634 h 1648590"/>
                <a:gd name="connsiteX170" fmla="*/ 3760047 w 6512821"/>
                <a:gd name="connsiteY170" fmla="*/ 1118447 h 1648590"/>
                <a:gd name="connsiteX171" fmla="*/ 3760047 w 6512821"/>
                <a:gd name="connsiteY171" fmla="*/ 1157198 h 1648590"/>
                <a:gd name="connsiteX172" fmla="*/ 3863015 w 6512821"/>
                <a:gd name="connsiteY172" fmla="*/ 1157198 h 1648590"/>
                <a:gd name="connsiteX173" fmla="*/ 3863015 w 6512821"/>
                <a:gd name="connsiteY173" fmla="*/ 1273452 h 1648590"/>
                <a:gd name="connsiteX174" fmla="*/ 3760047 w 6512821"/>
                <a:gd name="connsiteY174" fmla="*/ 1273452 h 1648590"/>
                <a:gd name="connsiteX175" fmla="*/ 3760047 w 6512821"/>
                <a:gd name="connsiteY175" fmla="*/ 1638430 h 1648590"/>
                <a:gd name="connsiteX176" fmla="*/ 3635652 w 6512821"/>
                <a:gd name="connsiteY176" fmla="*/ 1638430 h 1648590"/>
                <a:gd name="connsiteX177" fmla="*/ 3635652 w 6512821"/>
                <a:gd name="connsiteY177" fmla="*/ 1273452 h 1648590"/>
                <a:gd name="connsiteX178" fmla="*/ 3568375 w 6512821"/>
                <a:gd name="connsiteY178" fmla="*/ 1273452 h 1648590"/>
                <a:gd name="connsiteX179" fmla="*/ 3568375 w 6512821"/>
                <a:gd name="connsiteY179" fmla="*/ 1157198 h 1648590"/>
                <a:gd name="connsiteX180" fmla="*/ 3635652 w 6512821"/>
                <a:gd name="connsiteY180" fmla="*/ 1157198 h 1648590"/>
                <a:gd name="connsiteX181" fmla="*/ 3635652 w 6512821"/>
                <a:gd name="connsiteY181" fmla="*/ 1099104 h 1648590"/>
                <a:gd name="connsiteX182" fmla="*/ 3782451 w 6512821"/>
                <a:gd name="connsiteY182" fmla="*/ 972690 h 1648590"/>
                <a:gd name="connsiteX183" fmla="*/ 3873175 w 6512821"/>
                <a:gd name="connsiteY183" fmla="*/ 985976 h 1648590"/>
                <a:gd name="connsiteX184" fmla="*/ 3507154 w 6512821"/>
                <a:gd name="connsiteY184" fmla="*/ 1638365 h 1648590"/>
                <a:gd name="connsiteX185" fmla="*/ 3382759 w 6512821"/>
                <a:gd name="connsiteY185" fmla="*/ 1638365 h 1648590"/>
                <a:gd name="connsiteX186" fmla="*/ 3382759 w 6512821"/>
                <a:gd name="connsiteY186" fmla="*/ 1376355 h 1648590"/>
                <a:gd name="connsiteX187" fmla="*/ 3300177 w 6512821"/>
                <a:gd name="connsiteY187" fmla="*/ 1264204 h 1648590"/>
                <a:gd name="connsiteX188" fmla="*/ 3216552 w 6512821"/>
                <a:gd name="connsiteY188" fmla="*/ 1373293 h 1648590"/>
                <a:gd name="connsiteX189" fmla="*/ 3216552 w 6512821"/>
                <a:gd name="connsiteY189" fmla="*/ 1638365 h 1648590"/>
                <a:gd name="connsiteX190" fmla="*/ 3092157 w 6512821"/>
                <a:gd name="connsiteY190" fmla="*/ 1638365 h 1648590"/>
                <a:gd name="connsiteX191" fmla="*/ 3092157 w 6512821"/>
                <a:gd name="connsiteY191" fmla="*/ 1157133 h 1648590"/>
                <a:gd name="connsiteX192" fmla="*/ 3216552 w 6512821"/>
                <a:gd name="connsiteY192" fmla="*/ 1157133 h 1648590"/>
                <a:gd name="connsiteX193" fmla="*/ 3216552 w 6512821"/>
                <a:gd name="connsiteY193" fmla="*/ 1189762 h 1648590"/>
                <a:gd name="connsiteX194" fmla="*/ 3333783 w 6512821"/>
                <a:gd name="connsiteY194" fmla="*/ 1146973 h 1648590"/>
                <a:gd name="connsiteX195" fmla="*/ 3507089 w 6512821"/>
                <a:gd name="connsiteY195" fmla="*/ 1366195 h 1648590"/>
                <a:gd name="connsiteX196" fmla="*/ 3507089 w 6512821"/>
                <a:gd name="connsiteY196" fmla="*/ 1638430 h 1648590"/>
                <a:gd name="connsiteX197" fmla="*/ 2792437 w 6512821"/>
                <a:gd name="connsiteY197" fmla="*/ 1146973 h 1648590"/>
                <a:gd name="connsiteX198" fmla="*/ 2567094 w 6512821"/>
                <a:gd name="connsiteY198" fmla="*/ 1397782 h 1648590"/>
                <a:gd name="connsiteX199" fmla="*/ 2792437 w 6512821"/>
                <a:gd name="connsiteY199" fmla="*/ 1648590 h 1648590"/>
                <a:gd name="connsiteX200" fmla="*/ 3017781 w 6512821"/>
                <a:gd name="connsiteY200" fmla="*/ 1397782 h 1648590"/>
                <a:gd name="connsiteX201" fmla="*/ 2792437 w 6512821"/>
                <a:gd name="connsiteY201" fmla="*/ 1146973 h 1648590"/>
                <a:gd name="connsiteX202" fmla="*/ 2792437 w 6512821"/>
                <a:gd name="connsiteY202" fmla="*/ 1528299 h 1648590"/>
                <a:gd name="connsiteX203" fmla="*/ 2695592 w 6512821"/>
                <a:gd name="connsiteY203" fmla="*/ 1397782 h 1648590"/>
                <a:gd name="connsiteX204" fmla="*/ 2792437 w 6512821"/>
                <a:gd name="connsiteY204" fmla="*/ 1266288 h 1648590"/>
                <a:gd name="connsiteX205" fmla="*/ 2889283 w 6512821"/>
                <a:gd name="connsiteY205" fmla="*/ 1397782 h 1648590"/>
                <a:gd name="connsiteX206" fmla="*/ 2792437 w 6512821"/>
                <a:gd name="connsiteY206" fmla="*/ 1528299 h 1648590"/>
                <a:gd name="connsiteX207" fmla="*/ 2446802 w 6512821"/>
                <a:gd name="connsiteY207" fmla="*/ 1467143 h 1648590"/>
                <a:gd name="connsiteX208" fmla="*/ 2526323 w 6512821"/>
                <a:gd name="connsiteY208" fmla="*/ 1542561 h 1648590"/>
                <a:gd name="connsiteX209" fmla="*/ 2334651 w 6512821"/>
                <a:gd name="connsiteY209" fmla="*/ 1648590 h 1648590"/>
                <a:gd name="connsiteX210" fmla="*/ 2106246 w 6512821"/>
                <a:gd name="connsiteY210" fmla="*/ 1398823 h 1648590"/>
                <a:gd name="connsiteX211" fmla="*/ 2336670 w 6512821"/>
                <a:gd name="connsiteY211" fmla="*/ 1146973 h 1648590"/>
                <a:gd name="connsiteX212" fmla="*/ 2525281 w 6512821"/>
                <a:gd name="connsiteY212" fmla="*/ 1250983 h 1648590"/>
                <a:gd name="connsiteX213" fmla="*/ 2443741 w 6512821"/>
                <a:gd name="connsiteY213" fmla="*/ 1333565 h 1648590"/>
                <a:gd name="connsiteX214" fmla="*/ 2335693 w 6512821"/>
                <a:gd name="connsiteY214" fmla="*/ 1266288 h 1648590"/>
                <a:gd name="connsiteX215" fmla="*/ 2234744 w 6512821"/>
                <a:gd name="connsiteY215" fmla="*/ 1396804 h 1648590"/>
                <a:gd name="connsiteX216" fmla="*/ 2336670 w 6512821"/>
                <a:gd name="connsiteY216" fmla="*/ 1528299 h 1648590"/>
                <a:gd name="connsiteX217" fmla="*/ 2446802 w 6512821"/>
                <a:gd name="connsiteY217" fmla="*/ 1467143 h 1648590"/>
                <a:gd name="connsiteX218" fmla="*/ 1803530 w 6512821"/>
                <a:gd name="connsiteY218" fmla="*/ 1638365 h 1648590"/>
                <a:gd name="connsiteX219" fmla="*/ 1679135 w 6512821"/>
                <a:gd name="connsiteY219" fmla="*/ 1638365 h 1648590"/>
                <a:gd name="connsiteX220" fmla="*/ 1679135 w 6512821"/>
                <a:gd name="connsiteY220" fmla="*/ 1376355 h 1648590"/>
                <a:gd name="connsiteX221" fmla="*/ 1596553 w 6512821"/>
                <a:gd name="connsiteY221" fmla="*/ 1264204 h 1648590"/>
                <a:gd name="connsiteX222" fmla="*/ 1511951 w 6512821"/>
                <a:gd name="connsiteY222" fmla="*/ 1373293 h 1648590"/>
                <a:gd name="connsiteX223" fmla="*/ 1511951 w 6512821"/>
                <a:gd name="connsiteY223" fmla="*/ 1638365 h 1648590"/>
                <a:gd name="connsiteX224" fmla="*/ 1387557 w 6512821"/>
                <a:gd name="connsiteY224" fmla="*/ 1638365 h 1648590"/>
                <a:gd name="connsiteX225" fmla="*/ 1387557 w 6512821"/>
                <a:gd name="connsiteY225" fmla="*/ 1031761 h 1648590"/>
                <a:gd name="connsiteX226" fmla="*/ 1511951 w 6512821"/>
                <a:gd name="connsiteY226" fmla="*/ 969564 h 1648590"/>
                <a:gd name="connsiteX227" fmla="*/ 1511951 w 6512821"/>
                <a:gd name="connsiteY227" fmla="*/ 1189762 h 1648590"/>
                <a:gd name="connsiteX228" fmla="*/ 1632243 w 6512821"/>
                <a:gd name="connsiteY228" fmla="*/ 1146973 h 1648590"/>
                <a:gd name="connsiteX229" fmla="*/ 1803530 w 6512821"/>
                <a:gd name="connsiteY229" fmla="*/ 1366195 h 1648590"/>
                <a:gd name="connsiteX230" fmla="*/ 1803530 w 6512821"/>
                <a:gd name="connsiteY230" fmla="*/ 1638430 h 1648590"/>
                <a:gd name="connsiteX231" fmla="*/ 1311031 w 6512821"/>
                <a:gd name="connsiteY231" fmla="*/ 1493650 h 1648590"/>
                <a:gd name="connsiteX232" fmla="*/ 1292665 w 6512821"/>
                <a:gd name="connsiteY232" fmla="*/ 1619022 h 1648590"/>
                <a:gd name="connsiteX233" fmla="*/ 1173350 w 6512821"/>
                <a:gd name="connsiteY233" fmla="*/ 1648590 h 1648590"/>
                <a:gd name="connsiteX234" fmla="*/ 1043875 w 6512821"/>
                <a:gd name="connsiteY234" fmla="*/ 1504852 h 1648590"/>
                <a:gd name="connsiteX235" fmla="*/ 1043875 w 6512821"/>
                <a:gd name="connsiteY235" fmla="*/ 1273387 h 1648590"/>
                <a:gd name="connsiteX236" fmla="*/ 960250 w 6512821"/>
                <a:gd name="connsiteY236" fmla="*/ 1273387 h 1648590"/>
                <a:gd name="connsiteX237" fmla="*/ 960250 w 6512821"/>
                <a:gd name="connsiteY237" fmla="*/ 1157133 h 1648590"/>
                <a:gd name="connsiteX238" fmla="*/ 1043875 w 6512821"/>
                <a:gd name="connsiteY238" fmla="*/ 1157133 h 1648590"/>
                <a:gd name="connsiteX239" fmla="*/ 1043875 w 6512821"/>
                <a:gd name="connsiteY239" fmla="*/ 1031761 h 1648590"/>
                <a:gd name="connsiteX240" fmla="*/ 1168270 w 6512821"/>
                <a:gd name="connsiteY240" fmla="*/ 969564 h 1648590"/>
                <a:gd name="connsiteX241" fmla="*/ 1168270 w 6512821"/>
                <a:gd name="connsiteY241" fmla="*/ 1157133 h 1648590"/>
                <a:gd name="connsiteX242" fmla="*/ 1308947 w 6512821"/>
                <a:gd name="connsiteY242" fmla="*/ 1157133 h 1648590"/>
                <a:gd name="connsiteX243" fmla="*/ 1308947 w 6512821"/>
                <a:gd name="connsiteY243" fmla="*/ 1273387 h 1648590"/>
                <a:gd name="connsiteX244" fmla="*/ 1168270 w 6512821"/>
                <a:gd name="connsiteY244" fmla="*/ 1273387 h 1648590"/>
                <a:gd name="connsiteX245" fmla="*/ 1168270 w 6512821"/>
                <a:gd name="connsiteY245" fmla="*/ 1471181 h 1648590"/>
                <a:gd name="connsiteX246" fmla="*/ 1214120 w 6512821"/>
                <a:gd name="connsiteY246" fmla="*/ 1529275 h 1648590"/>
                <a:gd name="connsiteX247" fmla="*/ 1310966 w 6512821"/>
                <a:gd name="connsiteY247" fmla="*/ 1493585 h 1648590"/>
                <a:gd name="connsiteX248" fmla="*/ 767666 w 6512821"/>
                <a:gd name="connsiteY248" fmla="*/ 1157198 h 1648590"/>
                <a:gd name="connsiteX249" fmla="*/ 767666 w 6512821"/>
                <a:gd name="connsiteY249" fmla="*/ 1638430 h 1648590"/>
                <a:gd name="connsiteX250" fmla="*/ 892061 w 6512821"/>
                <a:gd name="connsiteY250" fmla="*/ 1638430 h 1648590"/>
                <a:gd name="connsiteX251" fmla="*/ 892061 w 6512821"/>
                <a:gd name="connsiteY251" fmla="*/ 1157198 h 1648590"/>
                <a:gd name="connsiteX252" fmla="*/ 767666 w 6512821"/>
                <a:gd name="connsiteY252" fmla="*/ 1157198 h 1648590"/>
                <a:gd name="connsiteX253" fmla="*/ 702408 w 6512821"/>
                <a:gd name="connsiteY253" fmla="*/ 1157198 h 1648590"/>
                <a:gd name="connsiteX254" fmla="*/ 550529 w 6512821"/>
                <a:gd name="connsiteY254" fmla="*/ 1638430 h 1648590"/>
                <a:gd name="connsiteX255" fmla="*/ 436359 w 6512821"/>
                <a:gd name="connsiteY255" fmla="*/ 1638430 h 1648590"/>
                <a:gd name="connsiteX256" fmla="*/ 354819 w 6512821"/>
                <a:gd name="connsiteY256" fmla="*/ 1345809 h 1648590"/>
                <a:gd name="connsiteX257" fmla="*/ 272236 w 6512821"/>
                <a:gd name="connsiteY257" fmla="*/ 1638430 h 1648590"/>
                <a:gd name="connsiteX258" fmla="*/ 158066 w 6512821"/>
                <a:gd name="connsiteY258" fmla="*/ 1638430 h 1648590"/>
                <a:gd name="connsiteX259" fmla="*/ 7099 w 6512821"/>
                <a:gd name="connsiteY259" fmla="*/ 1157198 h 1648590"/>
                <a:gd name="connsiteX260" fmla="*/ 145757 w 6512821"/>
                <a:gd name="connsiteY260" fmla="*/ 1157198 h 1648590"/>
                <a:gd name="connsiteX261" fmla="*/ 218114 w 6512821"/>
                <a:gd name="connsiteY261" fmla="*/ 1436533 h 1648590"/>
                <a:gd name="connsiteX262" fmla="*/ 299655 w 6512821"/>
                <a:gd name="connsiteY262" fmla="*/ 1157198 h 1648590"/>
                <a:gd name="connsiteX263" fmla="*/ 412848 w 6512821"/>
                <a:gd name="connsiteY263" fmla="*/ 1157198 h 1648590"/>
                <a:gd name="connsiteX264" fmla="*/ 494388 w 6512821"/>
                <a:gd name="connsiteY264" fmla="*/ 1436533 h 1648590"/>
                <a:gd name="connsiteX265" fmla="*/ 567788 w 6512821"/>
                <a:gd name="connsiteY265" fmla="*/ 1157198 h 1648590"/>
                <a:gd name="connsiteX266" fmla="*/ 702343 w 6512821"/>
                <a:gd name="connsiteY266" fmla="*/ 1157198 h 1648590"/>
                <a:gd name="connsiteX267" fmla="*/ 4436990 w 6512821"/>
                <a:gd name="connsiteY267" fmla="*/ 16282 h 1648590"/>
                <a:gd name="connsiteX268" fmla="*/ 4436990 w 6512821"/>
                <a:gd name="connsiteY268" fmla="*/ 115147 h 1648590"/>
                <a:gd name="connsiteX269" fmla="*/ 4374792 w 6512821"/>
                <a:gd name="connsiteY269" fmla="*/ 104921 h 1648590"/>
                <a:gd name="connsiteX270" fmla="*/ 4322820 w 6512821"/>
                <a:gd name="connsiteY270" fmla="*/ 144715 h 1648590"/>
                <a:gd name="connsiteX271" fmla="*/ 4322820 w 6512821"/>
                <a:gd name="connsiteY271" fmla="*/ 186527 h 1648590"/>
                <a:gd name="connsiteX272" fmla="*/ 4404361 w 6512821"/>
                <a:gd name="connsiteY272" fmla="*/ 186527 h 1648590"/>
                <a:gd name="connsiteX273" fmla="*/ 4404361 w 6512821"/>
                <a:gd name="connsiteY273" fmla="*/ 302781 h 1648590"/>
                <a:gd name="connsiteX274" fmla="*/ 4322820 w 6512821"/>
                <a:gd name="connsiteY274" fmla="*/ 302781 h 1648590"/>
                <a:gd name="connsiteX275" fmla="*/ 4322820 w 6512821"/>
                <a:gd name="connsiteY275" fmla="*/ 667759 h 1648590"/>
                <a:gd name="connsiteX276" fmla="*/ 4202528 w 6512821"/>
                <a:gd name="connsiteY276" fmla="*/ 667759 h 1648590"/>
                <a:gd name="connsiteX277" fmla="*/ 4202528 w 6512821"/>
                <a:gd name="connsiteY277" fmla="*/ 302781 h 1648590"/>
                <a:gd name="connsiteX278" fmla="*/ 4143392 w 6512821"/>
                <a:gd name="connsiteY278" fmla="*/ 302781 h 1648590"/>
                <a:gd name="connsiteX279" fmla="*/ 4143392 w 6512821"/>
                <a:gd name="connsiteY279" fmla="*/ 186527 h 1648590"/>
                <a:gd name="connsiteX280" fmla="*/ 4202528 w 6512821"/>
                <a:gd name="connsiteY280" fmla="*/ 186527 h 1648590"/>
                <a:gd name="connsiteX281" fmla="*/ 4202528 w 6512821"/>
                <a:gd name="connsiteY281" fmla="*/ 128433 h 1648590"/>
                <a:gd name="connsiteX282" fmla="*/ 4348350 w 6512821"/>
                <a:gd name="connsiteY282" fmla="*/ 2019 h 1648590"/>
                <a:gd name="connsiteX283" fmla="*/ 4437055 w 6512821"/>
                <a:gd name="connsiteY283" fmla="*/ 16282 h 1648590"/>
                <a:gd name="connsiteX284" fmla="*/ 2957602 w 6512821"/>
                <a:gd name="connsiteY284" fmla="*/ 527083 h 1648590"/>
                <a:gd name="connsiteX285" fmla="*/ 2940278 w 6512821"/>
                <a:gd name="connsiteY285" fmla="*/ 649458 h 1648590"/>
                <a:gd name="connsiteX286" fmla="*/ 2843433 w 6512821"/>
                <a:gd name="connsiteY286" fmla="*/ 677984 h 1648590"/>
                <a:gd name="connsiteX287" fmla="*/ 2712916 w 6512821"/>
                <a:gd name="connsiteY287" fmla="*/ 535224 h 1648590"/>
                <a:gd name="connsiteX288" fmla="*/ 2712916 w 6512821"/>
                <a:gd name="connsiteY288" fmla="*/ 301739 h 1648590"/>
                <a:gd name="connsiteX289" fmla="*/ 2629291 w 6512821"/>
                <a:gd name="connsiteY289" fmla="*/ 301739 h 1648590"/>
                <a:gd name="connsiteX290" fmla="*/ 2629291 w 6512821"/>
                <a:gd name="connsiteY290" fmla="*/ 186527 h 1648590"/>
                <a:gd name="connsiteX291" fmla="*/ 2712916 w 6512821"/>
                <a:gd name="connsiteY291" fmla="*/ 186527 h 1648590"/>
                <a:gd name="connsiteX292" fmla="*/ 2712916 w 6512821"/>
                <a:gd name="connsiteY292" fmla="*/ 61155 h 1648590"/>
                <a:gd name="connsiteX293" fmla="*/ 2833208 w 6512821"/>
                <a:gd name="connsiteY293" fmla="*/ 0 h 1648590"/>
                <a:gd name="connsiteX294" fmla="*/ 2833208 w 6512821"/>
                <a:gd name="connsiteY294" fmla="*/ 186592 h 1648590"/>
                <a:gd name="connsiteX295" fmla="*/ 2945358 w 6512821"/>
                <a:gd name="connsiteY295" fmla="*/ 186592 h 1648590"/>
                <a:gd name="connsiteX296" fmla="*/ 2945358 w 6512821"/>
                <a:gd name="connsiteY296" fmla="*/ 301804 h 1648590"/>
                <a:gd name="connsiteX297" fmla="*/ 2833208 w 6512821"/>
                <a:gd name="connsiteY297" fmla="*/ 301804 h 1648590"/>
                <a:gd name="connsiteX298" fmla="*/ 2833208 w 6512821"/>
                <a:gd name="connsiteY298" fmla="*/ 503701 h 1648590"/>
                <a:gd name="connsiteX299" fmla="*/ 2880100 w 6512821"/>
                <a:gd name="connsiteY299" fmla="*/ 560819 h 1648590"/>
                <a:gd name="connsiteX300" fmla="*/ 2957602 w 6512821"/>
                <a:gd name="connsiteY300" fmla="*/ 527148 h 1648590"/>
                <a:gd name="connsiteX301" fmla="*/ 2397891 w 6512821"/>
                <a:gd name="connsiteY301" fmla="*/ 426134 h 1648590"/>
                <a:gd name="connsiteX302" fmla="*/ 2395872 w 6512821"/>
                <a:gd name="connsiteY302" fmla="*/ 467946 h 1648590"/>
                <a:gd name="connsiteX303" fmla="*/ 2114453 w 6512821"/>
                <a:gd name="connsiteY303" fmla="*/ 467946 h 1648590"/>
                <a:gd name="connsiteX304" fmla="*/ 2218462 w 6512821"/>
                <a:gd name="connsiteY304" fmla="*/ 562773 h 1648590"/>
                <a:gd name="connsiteX305" fmla="*/ 2301045 w 6512821"/>
                <a:gd name="connsiteY305" fmla="*/ 529102 h 1648590"/>
                <a:gd name="connsiteX306" fmla="*/ 2386689 w 6512821"/>
                <a:gd name="connsiteY306" fmla="*/ 601459 h 1648590"/>
                <a:gd name="connsiteX307" fmla="*/ 2210321 w 6512821"/>
                <a:gd name="connsiteY307" fmla="*/ 677919 h 1648590"/>
                <a:gd name="connsiteX308" fmla="*/ 1991100 w 6512821"/>
                <a:gd name="connsiteY308" fmla="*/ 429130 h 1648590"/>
                <a:gd name="connsiteX309" fmla="*/ 2205176 w 6512821"/>
                <a:gd name="connsiteY309" fmla="*/ 176302 h 1648590"/>
                <a:gd name="connsiteX310" fmla="*/ 2397891 w 6512821"/>
                <a:gd name="connsiteY310" fmla="*/ 426069 h 1648590"/>
                <a:gd name="connsiteX311" fmla="*/ 2116472 w 6512821"/>
                <a:gd name="connsiteY311" fmla="*/ 374162 h 1648590"/>
                <a:gd name="connsiteX312" fmla="*/ 2287759 w 6512821"/>
                <a:gd name="connsiteY312" fmla="*/ 374162 h 1648590"/>
                <a:gd name="connsiteX313" fmla="*/ 2199054 w 6512821"/>
                <a:gd name="connsiteY313" fmla="*/ 283438 h 1648590"/>
                <a:gd name="connsiteX314" fmla="*/ 2116472 w 6512821"/>
                <a:gd name="connsiteY314" fmla="*/ 374162 h 1648590"/>
                <a:gd name="connsiteX315" fmla="*/ 1933982 w 6512821"/>
                <a:gd name="connsiteY315" fmla="*/ 428218 h 1648590"/>
                <a:gd name="connsiteX316" fmla="*/ 1746413 w 6512821"/>
                <a:gd name="connsiteY316" fmla="*/ 677984 h 1648590"/>
                <a:gd name="connsiteX317" fmla="*/ 1639342 w 6512821"/>
                <a:gd name="connsiteY317" fmla="*/ 638191 h 1648590"/>
                <a:gd name="connsiteX318" fmla="*/ 1639342 w 6512821"/>
                <a:gd name="connsiteY318" fmla="*/ 784990 h 1648590"/>
                <a:gd name="connsiteX319" fmla="*/ 1519050 w 6512821"/>
                <a:gd name="connsiteY319" fmla="*/ 845169 h 1648590"/>
                <a:gd name="connsiteX320" fmla="*/ 1519050 w 6512821"/>
                <a:gd name="connsiteY320" fmla="*/ 186527 h 1648590"/>
                <a:gd name="connsiteX321" fmla="*/ 1639342 w 6512821"/>
                <a:gd name="connsiteY321" fmla="*/ 186527 h 1648590"/>
                <a:gd name="connsiteX322" fmla="*/ 1639342 w 6512821"/>
                <a:gd name="connsiteY322" fmla="*/ 219157 h 1648590"/>
                <a:gd name="connsiteX323" fmla="*/ 1748432 w 6512821"/>
                <a:gd name="connsiteY323" fmla="*/ 176367 h 1648590"/>
                <a:gd name="connsiteX324" fmla="*/ 1933982 w 6512821"/>
                <a:gd name="connsiteY324" fmla="*/ 428218 h 1648590"/>
                <a:gd name="connsiteX325" fmla="*/ 1809587 w 6512821"/>
                <a:gd name="connsiteY325" fmla="*/ 434340 h 1648590"/>
                <a:gd name="connsiteX326" fmla="*/ 1718864 w 6512821"/>
                <a:gd name="connsiteY326" fmla="*/ 292621 h 1648590"/>
                <a:gd name="connsiteX327" fmla="*/ 1639342 w 6512821"/>
                <a:gd name="connsiteY327" fmla="*/ 335410 h 1648590"/>
                <a:gd name="connsiteX328" fmla="*/ 1639342 w 6512821"/>
                <a:gd name="connsiteY328" fmla="*/ 518942 h 1648590"/>
                <a:gd name="connsiteX329" fmla="*/ 1726028 w 6512821"/>
                <a:gd name="connsiteY329" fmla="*/ 562773 h 1648590"/>
                <a:gd name="connsiteX330" fmla="*/ 1809652 w 6512821"/>
                <a:gd name="connsiteY330" fmla="*/ 434340 h 1648590"/>
                <a:gd name="connsiteX331" fmla="*/ 1435426 w 6512821"/>
                <a:gd name="connsiteY331" fmla="*/ 667825 h 1648590"/>
                <a:gd name="connsiteX332" fmla="*/ 1315134 w 6512821"/>
                <a:gd name="connsiteY332" fmla="*/ 667825 h 1648590"/>
                <a:gd name="connsiteX333" fmla="*/ 1315134 w 6512821"/>
                <a:gd name="connsiteY333" fmla="*/ 634153 h 1648590"/>
                <a:gd name="connsiteX334" fmla="*/ 1202983 w 6512821"/>
                <a:gd name="connsiteY334" fmla="*/ 677984 h 1648590"/>
                <a:gd name="connsiteX335" fmla="*/ 1033715 w 6512821"/>
                <a:gd name="connsiteY335" fmla="*/ 510800 h 1648590"/>
                <a:gd name="connsiteX336" fmla="*/ 1221284 w 6512821"/>
                <a:gd name="connsiteY336" fmla="*/ 348696 h 1648590"/>
                <a:gd name="connsiteX337" fmla="*/ 1315069 w 6512821"/>
                <a:gd name="connsiteY337" fmla="*/ 368040 h 1648590"/>
                <a:gd name="connsiteX338" fmla="*/ 1315069 w 6512821"/>
                <a:gd name="connsiteY338" fmla="*/ 342574 h 1648590"/>
                <a:gd name="connsiteX339" fmla="*/ 1232486 w 6512821"/>
                <a:gd name="connsiteY339" fmla="*/ 279335 h 1648590"/>
                <a:gd name="connsiteX340" fmla="*/ 1121378 w 6512821"/>
                <a:gd name="connsiteY340" fmla="*/ 310922 h 1648590"/>
                <a:gd name="connsiteX341" fmla="*/ 1073443 w 6512821"/>
                <a:gd name="connsiteY341" fmla="*/ 225278 h 1648590"/>
                <a:gd name="connsiteX342" fmla="*/ 1239650 w 6512821"/>
                <a:gd name="connsiteY342" fmla="*/ 176367 h 1648590"/>
                <a:gd name="connsiteX343" fmla="*/ 1435426 w 6512821"/>
                <a:gd name="connsiteY343" fmla="*/ 344593 h 1648590"/>
                <a:gd name="connsiteX344" fmla="*/ 1435426 w 6512821"/>
                <a:gd name="connsiteY344" fmla="*/ 667759 h 1648590"/>
                <a:gd name="connsiteX345" fmla="*/ 1315134 w 6512821"/>
                <a:gd name="connsiteY345" fmla="*/ 527083 h 1648590"/>
                <a:gd name="connsiteX346" fmla="*/ 1315134 w 6512821"/>
                <a:gd name="connsiteY346" fmla="*/ 465927 h 1648590"/>
                <a:gd name="connsiteX347" fmla="*/ 1234570 w 6512821"/>
                <a:gd name="connsiteY347" fmla="*/ 445542 h 1648590"/>
                <a:gd name="connsiteX348" fmla="*/ 1156091 w 6512821"/>
                <a:gd name="connsiteY348" fmla="*/ 507740 h 1648590"/>
                <a:gd name="connsiteX349" fmla="*/ 1224410 w 6512821"/>
                <a:gd name="connsiteY349" fmla="*/ 574040 h 1648590"/>
                <a:gd name="connsiteX350" fmla="*/ 1315134 w 6512821"/>
                <a:gd name="connsiteY350" fmla="*/ 527148 h 1648590"/>
                <a:gd name="connsiteX351" fmla="*/ 967480 w 6512821"/>
                <a:gd name="connsiteY351" fmla="*/ 667825 h 1648590"/>
                <a:gd name="connsiteX352" fmla="*/ 847188 w 6512821"/>
                <a:gd name="connsiteY352" fmla="*/ 667825 h 1648590"/>
                <a:gd name="connsiteX353" fmla="*/ 847188 w 6512821"/>
                <a:gd name="connsiteY353" fmla="*/ 405814 h 1648590"/>
                <a:gd name="connsiteX354" fmla="*/ 765647 w 6512821"/>
                <a:gd name="connsiteY354" fmla="*/ 292621 h 1648590"/>
                <a:gd name="connsiteX355" fmla="*/ 683065 w 6512821"/>
                <a:gd name="connsiteY355" fmla="*/ 402753 h 1648590"/>
                <a:gd name="connsiteX356" fmla="*/ 683065 w 6512821"/>
                <a:gd name="connsiteY356" fmla="*/ 667825 h 1648590"/>
                <a:gd name="connsiteX357" fmla="*/ 562773 w 6512821"/>
                <a:gd name="connsiteY357" fmla="*/ 667825 h 1648590"/>
                <a:gd name="connsiteX358" fmla="*/ 562773 w 6512821"/>
                <a:gd name="connsiteY358" fmla="*/ 61221 h 1648590"/>
                <a:gd name="connsiteX359" fmla="*/ 683065 w 6512821"/>
                <a:gd name="connsiteY359" fmla="*/ 65 h 1648590"/>
                <a:gd name="connsiteX360" fmla="*/ 683065 w 6512821"/>
                <a:gd name="connsiteY360" fmla="*/ 220264 h 1648590"/>
                <a:gd name="connsiteX361" fmla="*/ 796258 w 6512821"/>
                <a:gd name="connsiteY361" fmla="*/ 176432 h 1648590"/>
                <a:gd name="connsiteX362" fmla="*/ 967545 w 6512821"/>
                <a:gd name="connsiteY362" fmla="*/ 396631 h 1648590"/>
                <a:gd name="connsiteX363" fmla="*/ 967545 w 6512821"/>
                <a:gd name="connsiteY363" fmla="*/ 667825 h 1648590"/>
                <a:gd name="connsiteX364" fmla="*/ 496472 w 6512821"/>
                <a:gd name="connsiteY364" fmla="*/ 475110 h 1648590"/>
                <a:gd name="connsiteX365" fmla="*/ 255889 w 6512821"/>
                <a:gd name="connsiteY365" fmla="*/ 677984 h 1648590"/>
                <a:gd name="connsiteX366" fmla="*/ 0 w 6512821"/>
                <a:gd name="connsiteY366" fmla="*/ 562773 h 1648590"/>
                <a:gd name="connsiteX367" fmla="*/ 89747 w 6512821"/>
                <a:gd name="connsiteY367" fmla="*/ 483251 h 1648590"/>
                <a:gd name="connsiteX368" fmla="*/ 252893 w 6512821"/>
                <a:gd name="connsiteY368" fmla="*/ 556651 h 1648590"/>
                <a:gd name="connsiteX369" fmla="*/ 367063 w 6512821"/>
                <a:gd name="connsiteY369" fmla="*/ 478171 h 1648590"/>
                <a:gd name="connsiteX370" fmla="*/ 329353 w 6512821"/>
                <a:gd name="connsiteY370" fmla="*/ 426199 h 1648590"/>
                <a:gd name="connsiteX371" fmla="*/ 225344 w 6512821"/>
                <a:gd name="connsiteY371" fmla="*/ 394612 h 1648590"/>
                <a:gd name="connsiteX372" fmla="*/ 79522 w 6512821"/>
                <a:gd name="connsiteY372" fmla="*/ 335475 h 1648590"/>
                <a:gd name="connsiteX373" fmla="*/ 24488 w 6512821"/>
                <a:gd name="connsiteY373" fmla="*/ 207042 h 1648590"/>
                <a:gd name="connsiteX374" fmla="*/ 254912 w 6512821"/>
                <a:gd name="connsiteY374" fmla="*/ 16412 h 1648590"/>
                <a:gd name="connsiteX375" fmla="*/ 482274 w 6512821"/>
                <a:gd name="connsiteY375" fmla="*/ 115277 h 1648590"/>
                <a:gd name="connsiteX376" fmla="*/ 392528 w 6512821"/>
                <a:gd name="connsiteY376" fmla="*/ 202939 h 1648590"/>
                <a:gd name="connsiteX377" fmla="*/ 246706 w 6512821"/>
                <a:gd name="connsiteY377" fmla="*/ 137681 h 1648590"/>
                <a:gd name="connsiteX378" fmla="*/ 152921 w 6512821"/>
                <a:gd name="connsiteY378" fmla="*/ 199878 h 1648590"/>
                <a:gd name="connsiteX379" fmla="*/ 179428 w 6512821"/>
                <a:gd name="connsiteY379" fmla="*/ 243710 h 1648590"/>
                <a:gd name="connsiteX380" fmla="*/ 282396 w 6512821"/>
                <a:gd name="connsiteY380" fmla="*/ 277381 h 1648590"/>
                <a:gd name="connsiteX381" fmla="*/ 438378 w 6512821"/>
                <a:gd name="connsiteY381" fmla="*/ 341598 h 1648590"/>
                <a:gd name="connsiteX382" fmla="*/ 496472 w 6512821"/>
                <a:gd name="connsiteY382" fmla="*/ 475176 h 1648590"/>
                <a:gd name="connsiteX383" fmla="*/ 6100885 w 6512821"/>
                <a:gd name="connsiteY383" fmla="*/ 208996 h 1648590"/>
                <a:gd name="connsiteX384" fmla="*/ 6051778 w 6512821"/>
                <a:gd name="connsiteY384" fmla="*/ 329288 h 1648590"/>
                <a:gd name="connsiteX385" fmla="*/ 5982482 w 6512821"/>
                <a:gd name="connsiteY385" fmla="*/ 299720 h 1648590"/>
                <a:gd name="connsiteX386" fmla="*/ 5911232 w 6512821"/>
                <a:gd name="connsiteY386" fmla="*/ 405749 h 1648590"/>
                <a:gd name="connsiteX387" fmla="*/ 5911232 w 6512821"/>
                <a:gd name="connsiteY387" fmla="*/ 667759 h 1648590"/>
                <a:gd name="connsiteX388" fmla="*/ 5790940 w 6512821"/>
                <a:gd name="connsiteY388" fmla="*/ 667759 h 1648590"/>
                <a:gd name="connsiteX389" fmla="*/ 5790940 w 6512821"/>
                <a:gd name="connsiteY389" fmla="*/ 186527 h 1648590"/>
                <a:gd name="connsiteX390" fmla="*/ 5911232 w 6512821"/>
                <a:gd name="connsiteY390" fmla="*/ 186527 h 1648590"/>
                <a:gd name="connsiteX391" fmla="*/ 5911232 w 6512821"/>
                <a:gd name="connsiteY391" fmla="*/ 220198 h 1648590"/>
                <a:gd name="connsiteX392" fmla="*/ 6012181 w 6512821"/>
                <a:gd name="connsiteY392" fmla="*/ 176367 h 1648590"/>
                <a:gd name="connsiteX393" fmla="*/ 6100885 w 6512821"/>
                <a:gd name="connsiteY393" fmla="*/ 208996 h 16485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Lst>
              <a:rect l="l" t="t" r="r" b="b"/>
              <a:pathLst>
                <a:path w="6512821" h="1648590">
                  <a:moveTo>
                    <a:pt x="5071143" y="1396740"/>
                  </a:moveTo>
                  <a:cubicBezTo>
                    <a:pt x="5071143" y="1412045"/>
                    <a:pt x="5070101" y="1431388"/>
                    <a:pt x="5069124" y="1438552"/>
                  </a:cubicBezTo>
                  <a:lnTo>
                    <a:pt x="4777545" y="1438552"/>
                  </a:lnTo>
                  <a:cubicBezTo>
                    <a:pt x="4782625" y="1505829"/>
                    <a:pt x="4828541" y="1533378"/>
                    <a:pt x="4880513" y="1533378"/>
                  </a:cubicBezTo>
                  <a:cubicBezTo>
                    <a:pt x="4911123" y="1533378"/>
                    <a:pt x="4939649" y="1524196"/>
                    <a:pt x="4964137" y="1499707"/>
                  </a:cubicBezTo>
                  <a:lnTo>
                    <a:pt x="5049781" y="1572065"/>
                  </a:lnTo>
                  <a:cubicBezTo>
                    <a:pt x="5004908" y="1628140"/>
                    <a:pt x="4936588" y="1648525"/>
                    <a:pt x="4875433" y="1648525"/>
                  </a:cubicBezTo>
                  <a:cubicBezTo>
                    <a:pt x="4734756" y="1648525"/>
                    <a:pt x="4654192" y="1540478"/>
                    <a:pt x="4654192" y="1398759"/>
                  </a:cubicBezTo>
                  <a:cubicBezTo>
                    <a:pt x="4654192" y="1244795"/>
                    <a:pt x="4749019" y="1146908"/>
                    <a:pt x="4867292" y="1146908"/>
                  </a:cubicBezTo>
                  <a:cubicBezTo>
                    <a:pt x="4993706" y="1146908"/>
                    <a:pt x="5071208" y="1258016"/>
                    <a:pt x="5071208" y="1396675"/>
                  </a:cubicBezTo>
                  <a:close/>
                  <a:moveTo>
                    <a:pt x="4779564" y="1344767"/>
                  </a:moveTo>
                  <a:lnTo>
                    <a:pt x="4950851" y="1344767"/>
                  </a:lnTo>
                  <a:cubicBezTo>
                    <a:pt x="4946748" y="1290711"/>
                    <a:pt x="4912100" y="1254044"/>
                    <a:pt x="4863189" y="1254044"/>
                  </a:cubicBezTo>
                  <a:cubicBezTo>
                    <a:pt x="4805094" y="1254044"/>
                    <a:pt x="4782625" y="1305039"/>
                    <a:pt x="4779564" y="1344767"/>
                  </a:cubicBezTo>
                  <a:close/>
                  <a:moveTo>
                    <a:pt x="6512756" y="1396740"/>
                  </a:moveTo>
                  <a:cubicBezTo>
                    <a:pt x="6512756" y="1412045"/>
                    <a:pt x="6511714" y="1431388"/>
                    <a:pt x="6510737" y="1438552"/>
                  </a:cubicBezTo>
                  <a:lnTo>
                    <a:pt x="6219158" y="1438552"/>
                  </a:lnTo>
                  <a:cubicBezTo>
                    <a:pt x="6224238" y="1505829"/>
                    <a:pt x="6270154" y="1533378"/>
                    <a:pt x="6322126" y="1533378"/>
                  </a:cubicBezTo>
                  <a:cubicBezTo>
                    <a:pt x="6352736" y="1533378"/>
                    <a:pt x="6381262" y="1524196"/>
                    <a:pt x="6405751" y="1499707"/>
                  </a:cubicBezTo>
                  <a:lnTo>
                    <a:pt x="6491394" y="1572065"/>
                  </a:lnTo>
                  <a:cubicBezTo>
                    <a:pt x="6446521" y="1628140"/>
                    <a:pt x="6378201" y="1648525"/>
                    <a:pt x="6317046" y="1648525"/>
                  </a:cubicBezTo>
                  <a:cubicBezTo>
                    <a:pt x="6176369" y="1648525"/>
                    <a:pt x="6095805" y="1540478"/>
                    <a:pt x="6095805" y="1398759"/>
                  </a:cubicBezTo>
                  <a:cubicBezTo>
                    <a:pt x="6095805" y="1244795"/>
                    <a:pt x="6190632" y="1146908"/>
                    <a:pt x="6308905" y="1146908"/>
                  </a:cubicBezTo>
                  <a:cubicBezTo>
                    <a:pt x="6435319" y="1146908"/>
                    <a:pt x="6512821" y="1258016"/>
                    <a:pt x="6512821" y="1396675"/>
                  </a:cubicBezTo>
                  <a:close/>
                  <a:moveTo>
                    <a:pt x="6221177" y="1344767"/>
                  </a:moveTo>
                  <a:lnTo>
                    <a:pt x="6392465" y="1344767"/>
                  </a:lnTo>
                  <a:cubicBezTo>
                    <a:pt x="6388361" y="1290711"/>
                    <a:pt x="6353713" y="1254044"/>
                    <a:pt x="6304802" y="1254044"/>
                  </a:cubicBezTo>
                  <a:cubicBezTo>
                    <a:pt x="6246708" y="1254044"/>
                    <a:pt x="6224238" y="1305039"/>
                    <a:pt x="6221177" y="1344767"/>
                  </a:cubicBezTo>
                  <a:close/>
                  <a:moveTo>
                    <a:pt x="5978509" y="1467143"/>
                  </a:moveTo>
                  <a:lnTo>
                    <a:pt x="6058031" y="1542561"/>
                  </a:lnTo>
                  <a:cubicBezTo>
                    <a:pt x="6017261" y="1594534"/>
                    <a:pt x="5961185" y="1648590"/>
                    <a:pt x="5866359" y="1648590"/>
                  </a:cubicBezTo>
                  <a:cubicBezTo>
                    <a:pt x="5734865" y="1648590"/>
                    <a:pt x="5637954" y="1543604"/>
                    <a:pt x="5637954" y="1398823"/>
                  </a:cubicBezTo>
                  <a:cubicBezTo>
                    <a:pt x="5637954" y="1266288"/>
                    <a:pt x="5718518" y="1146973"/>
                    <a:pt x="5868378" y="1146973"/>
                  </a:cubicBezTo>
                  <a:cubicBezTo>
                    <a:pt x="5954021" y="1146973"/>
                    <a:pt x="6013157" y="1185724"/>
                    <a:pt x="6056989" y="1250983"/>
                  </a:cubicBezTo>
                  <a:lnTo>
                    <a:pt x="5975448" y="1333565"/>
                  </a:lnTo>
                  <a:cubicBezTo>
                    <a:pt x="5946922" y="1295856"/>
                    <a:pt x="5916312" y="1266288"/>
                    <a:pt x="5867401" y="1266288"/>
                  </a:cubicBezTo>
                  <a:cubicBezTo>
                    <a:pt x="5801100" y="1266288"/>
                    <a:pt x="5766452" y="1322363"/>
                    <a:pt x="5766452" y="1396804"/>
                  </a:cubicBezTo>
                  <a:cubicBezTo>
                    <a:pt x="5766452" y="1466101"/>
                    <a:pt x="5797062" y="1528299"/>
                    <a:pt x="5868378" y="1528299"/>
                  </a:cubicBezTo>
                  <a:cubicBezTo>
                    <a:pt x="5912209" y="1528299"/>
                    <a:pt x="5948941" y="1504852"/>
                    <a:pt x="5978509" y="1467143"/>
                  </a:cubicBezTo>
                  <a:close/>
                  <a:moveTo>
                    <a:pt x="4869246" y="667825"/>
                  </a:moveTo>
                  <a:lnTo>
                    <a:pt x="4750973" y="667825"/>
                  </a:lnTo>
                  <a:lnTo>
                    <a:pt x="4750973" y="634153"/>
                  </a:lnTo>
                  <a:cubicBezTo>
                    <a:pt x="4724466" y="663721"/>
                    <a:pt x="4681676" y="677984"/>
                    <a:pt x="4638822" y="677984"/>
                  </a:cubicBezTo>
                  <a:cubicBezTo>
                    <a:pt x="4514427" y="677984"/>
                    <a:pt x="4467535" y="588238"/>
                    <a:pt x="4467535" y="458763"/>
                  </a:cubicBezTo>
                  <a:lnTo>
                    <a:pt x="4467535" y="186527"/>
                  </a:lnTo>
                  <a:lnTo>
                    <a:pt x="4587827" y="186527"/>
                  </a:lnTo>
                  <a:lnTo>
                    <a:pt x="4587827" y="448538"/>
                  </a:lnTo>
                  <a:cubicBezTo>
                    <a:pt x="4587827" y="513797"/>
                    <a:pt x="4601113" y="562708"/>
                    <a:pt x="4668390" y="562708"/>
                  </a:cubicBezTo>
                  <a:cubicBezTo>
                    <a:pt x="4735668" y="562708"/>
                    <a:pt x="4748954" y="511712"/>
                    <a:pt x="4748954" y="452576"/>
                  </a:cubicBezTo>
                  <a:lnTo>
                    <a:pt x="4748954" y="186462"/>
                  </a:lnTo>
                  <a:lnTo>
                    <a:pt x="4869246" y="186462"/>
                  </a:lnTo>
                  <a:lnTo>
                    <a:pt x="4869246" y="667695"/>
                  </a:lnTo>
                  <a:close/>
                  <a:moveTo>
                    <a:pt x="5244449" y="527083"/>
                  </a:moveTo>
                  <a:lnTo>
                    <a:pt x="5227125" y="649458"/>
                  </a:lnTo>
                  <a:cubicBezTo>
                    <a:pt x="5202637" y="668802"/>
                    <a:pt x="5157829" y="677984"/>
                    <a:pt x="5128261" y="677984"/>
                  </a:cubicBezTo>
                  <a:cubicBezTo>
                    <a:pt x="5054861" y="677984"/>
                    <a:pt x="4997744" y="622951"/>
                    <a:pt x="4997744" y="535224"/>
                  </a:cubicBezTo>
                  <a:lnTo>
                    <a:pt x="4997744" y="301739"/>
                  </a:lnTo>
                  <a:lnTo>
                    <a:pt x="4928447" y="301739"/>
                  </a:lnTo>
                  <a:lnTo>
                    <a:pt x="4928447" y="186527"/>
                  </a:lnTo>
                  <a:lnTo>
                    <a:pt x="4997744" y="186527"/>
                  </a:lnTo>
                  <a:lnTo>
                    <a:pt x="4997744" y="61155"/>
                  </a:lnTo>
                  <a:lnTo>
                    <a:pt x="5118035" y="0"/>
                  </a:lnTo>
                  <a:lnTo>
                    <a:pt x="5118035" y="186592"/>
                  </a:lnTo>
                  <a:lnTo>
                    <a:pt x="5232205" y="186592"/>
                  </a:lnTo>
                  <a:lnTo>
                    <a:pt x="5232205" y="301804"/>
                  </a:lnTo>
                  <a:lnTo>
                    <a:pt x="5118035" y="301804"/>
                  </a:lnTo>
                  <a:lnTo>
                    <a:pt x="5118035" y="503701"/>
                  </a:lnTo>
                  <a:cubicBezTo>
                    <a:pt x="5118035" y="545514"/>
                    <a:pt x="5135360" y="560819"/>
                    <a:pt x="5164928" y="560819"/>
                  </a:cubicBezTo>
                  <a:cubicBezTo>
                    <a:pt x="5194496" y="560819"/>
                    <a:pt x="5225106" y="545514"/>
                    <a:pt x="5244449" y="527148"/>
                  </a:cubicBezTo>
                  <a:close/>
                  <a:moveTo>
                    <a:pt x="3417407" y="667825"/>
                  </a:moveTo>
                  <a:lnTo>
                    <a:pt x="3297116" y="667825"/>
                  </a:lnTo>
                  <a:lnTo>
                    <a:pt x="3297116" y="405814"/>
                  </a:lnTo>
                  <a:cubicBezTo>
                    <a:pt x="3297116" y="340555"/>
                    <a:pt x="3282853" y="292621"/>
                    <a:pt x="3215575" y="292621"/>
                  </a:cubicBezTo>
                  <a:cubicBezTo>
                    <a:pt x="3148298" y="292621"/>
                    <a:pt x="3132993" y="336452"/>
                    <a:pt x="3132993" y="402753"/>
                  </a:cubicBezTo>
                  <a:lnTo>
                    <a:pt x="3132993" y="667825"/>
                  </a:lnTo>
                  <a:lnTo>
                    <a:pt x="3012701" y="667825"/>
                  </a:lnTo>
                  <a:lnTo>
                    <a:pt x="3012701" y="61221"/>
                  </a:lnTo>
                  <a:lnTo>
                    <a:pt x="3132993" y="65"/>
                  </a:lnTo>
                  <a:lnTo>
                    <a:pt x="3132993" y="220264"/>
                  </a:lnTo>
                  <a:cubicBezTo>
                    <a:pt x="3159500" y="193756"/>
                    <a:pt x="3192129" y="176432"/>
                    <a:pt x="3246186" y="176432"/>
                  </a:cubicBezTo>
                  <a:cubicBezTo>
                    <a:pt x="3373641" y="176432"/>
                    <a:pt x="3417473" y="274320"/>
                    <a:pt x="3417473" y="396631"/>
                  </a:cubicBezTo>
                  <a:lnTo>
                    <a:pt x="3417473" y="667825"/>
                  </a:lnTo>
                  <a:close/>
                  <a:moveTo>
                    <a:pt x="5564554" y="1638365"/>
                  </a:moveTo>
                  <a:lnTo>
                    <a:pt x="5440160" y="1638365"/>
                  </a:lnTo>
                  <a:lnTo>
                    <a:pt x="5440160" y="1376355"/>
                  </a:lnTo>
                  <a:cubicBezTo>
                    <a:pt x="5440160" y="1309077"/>
                    <a:pt x="5424855" y="1264204"/>
                    <a:pt x="5357577" y="1264204"/>
                  </a:cubicBezTo>
                  <a:cubicBezTo>
                    <a:pt x="5294337" y="1264204"/>
                    <a:pt x="5273952" y="1301913"/>
                    <a:pt x="5273952" y="1373293"/>
                  </a:cubicBezTo>
                  <a:lnTo>
                    <a:pt x="5273952" y="1638365"/>
                  </a:lnTo>
                  <a:lnTo>
                    <a:pt x="5149558" y="1638365"/>
                  </a:lnTo>
                  <a:lnTo>
                    <a:pt x="5149558" y="1157133"/>
                  </a:lnTo>
                  <a:lnTo>
                    <a:pt x="5273952" y="1157133"/>
                  </a:lnTo>
                  <a:lnTo>
                    <a:pt x="5273952" y="1189762"/>
                  </a:lnTo>
                  <a:cubicBezTo>
                    <a:pt x="5299418" y="1164297"/>
                    <a:pt x="5337192" y="1146973"/>
                    <a:pt x="5391183" y="1146973"/>
                  </a:cubicBezTo>
                  <a:cubicBezTo>
                    <a:pt x="5521700" y="1146973"/>
                    <a:pt x="5564490" y="1247922"/>
                    <a:pt x="5564490" y="1366195"/>
                  </a:cubicBezTo>
                  <a:lnTo>
                    <a:pt x="5564490" y="1638430"/>
                  </a:lnTo>
                  <a:close/>
                  <a:moveTo>
                    <a:pt x="4008772" y="1115386"/>
                  </a:moveTo>
                  <a:cubicBezTo>
                    <a:pt x="4048565" y="1115386"/>
                    <a:pt x="4080152" y="1083798"/>
                    <a:pt x="4080152" y="1044005"/>
                  </a:cubicBezTo>
                  <a:cubicBezTo>
                    <a:pt x="4080152" y="1004212"/>
                    <a:pt x="4048565" y="972624"/>
                    <a:pt x="4008772" y="972624"/>
                  </a:cubicBezTo>
                  <a:cubicBezTo>
                    <a:pt x="3968978" y="972624"/>
                    <a:pt x="3937391" y="1004212"/>
                    <a:pt x="3937391" y="1044005"/>
                  </a:cubicBezTo>
                  <a:cubicBezTo>
                    <a:pt x="3937391" y="1083798"/>
                    <a:pt x="3968978" y="1115386"/>
                    <a:pt x="4008772" y="1115386"/>
                  </a:cubicBezTo>
                  <a:close/>
                  <a:moveTo>
                    <a:pt x="829864" y="1115386"/>
                  </a:moveTo>
                  <a:cubicBezTo>
                    <a:pt x="869657" y="1115386"/>
                    <a:pt x="901244" y="1083798"/>
                    <a:pt x="901244" y="1044005"/>
                  </a:cubicBezTo>
                  <a:cubicBezTo>
                    <a:pt x="901244" y="1004212"/>
                    <a:pt x="869657" y="972624"/>
                    <a:pt x="829864" y="972624"/>
                  </a:cubicBezTo>
                  <a:cubicBezTo>
                    <a:pt x="790070" y="972624"/>
                    <a:pt x="758483" y="1004212"/>
                    <a:pt x="758483" y="1044005"/>
                  </a:cubicBezTo>
                  <a:cubicBezTo>
                    <a:pt x="758483" y="1083798"/>
                    <a:pt x="790070" y="1115386"/>
                    <a:pt x="829864" y="1115386"/>
                  </a:cubicBezTo>
                  <a:close/>
                  <a:moveTo>
                    <a:pt x="6512756" y="426134"/>
                  </a:moveTo>
                  <a:cubicBezTo>
                    <a:pt x="6512756" y="441439"/>
                    <a:pt x="6511714" y="460782"/>
                    <a:pt x="6510737" y="467946"/>
                  </a:cubicBezTo>
                  <a:lnTo>
                    <a:pt x="6219158" y="467946"/>
                  </a:lnTo>
                  <a:cubicBezTo>
                    <a:pt x="6224238" y="535224"/>
                    <a:pt x="6270154" y="562773"/>
                    <a:pt x="6322126" y="562773"/>
                  </a:cubicBezTo>
                  <a:cubicBezTo>
                    <a:pt x="6352736" y="562773"/>
                    <a:pt x="6381262" y="553590"/>
                    <a:pt x="6405751" y="529102"/>
                  </a:cubicBezTo>
                  <a:lnTo>
                    <a:pt x="6491394" y="601459"/>
                  </a:lnTo>
                  <a:cubicBezTo>
                    <a:pt x="6446521" y="657535"/>
                    <a:pt x="6378201" y="677919"/>
                    <a:pt x="6317046" y="677919"/>
                  </a:cubicBezTo>
                  <a:cubicBezTo>
                    <a:pt x="6176369" y="677919"/>
                    <a:pt x="6095805" y="569872"/>
                    <a:pt x="6095805" y="428153"/>
                  </a:cubicBezTo>
                  <a:cubicBezTo>
                    <a:pt x="6095805" y="274190"/>
                    <a:pt x="6190632" y="176302"/>
                    <a:pt x="6308905" y="176302"/>
                  </a:cubicBezTo>
                  <a:cubicBezTo>
                    <a:pt x="6435319" y="176302"/>
                    <a:pt x="6512821" y="287411"/>
                    <a:pt x="6512821" y="426069"/>
                  </a:cubicBezTo>
                  <a:close/>
                  <a:moveTo>
                    <a:pt x="6221177" y="374162"/>
                  </a:moveTo>
                  <a:lnTo>
                    <a:pt x="6392465" y="374162"/>
                  </a:lnTo>
                  <a:cubicBezTo>
                    <a:pt x="6388361" y="320105"/>
                    <a:pt x="6353713" y="283438"/>
                    <a:pt x="6304802" y="283438"/>
                  </a:cubicBezTo>
                  <a:cubicBezTo>
                    <a:pt x="6246708" y="283438"/>
                    <a:pt x="6224238" y="334433"/>
                    <a:pt x="6221177" y="374162"/>
                  </a:cubicBezTo>
                  <a:close/>
                  <a:moveTo>
                    <a:pt x="5702235" y="667825"/>
                  </a:moveTo>
                  <a:lnTo>
                    <a:pt x="5583963" y="667825"/>
                  </a:lnTo>
                  <a:lnTo>
                    <a:pt x="5583963" y="634153"/>
                  </a:lnTo>
                  <a:cubicBezTo>
                    <a:pt x="5557456" y="663721"/>
                    <a:pt x="5514666" y="677984"/>
                    <a:pt x="5471812" y="677984"/>
                  </a:cubicBezTo>
                  <a:cubicBezTo>
                    <a:pt x="5347417" y="677984"/>
                    <a:pt x="5300525" y="588238"/>
                    <a:pt x="5300525" y="458763"/>
                  </a:cubicBezTo>
                  <a:lnTo>
                    <a:pt x="5300525" y="186527"/>
                  </a:lnTo>
                  <a:lnTo>
                    <a:pt x="5420817" y="186527"/>
                  </a:lnTo>
                  <a:lnTo>
                    <a:pt x="5420817" y="448538"/>
                  </a:lnTo>
                  <a:cubicBezTo>
                    <a:pt x="5420817" y="513797"/>
                    <a:pt x="5434103" y="562708"/>
                    <a:pt x="5501380" y="562708"/>
                  </a:cubicBezTo>
                  <a:cubicBezTo>
                    <a:pt x="5568657" y="562708"/>
                    <a:pt x="5581944" y="511712"/>
                    <a:pt x="5581944" y="452576"/>
                  </a:cubicBezTo>
                  <a:lnTo>
                    <a:pt x="5581944" y="186462"/>
                  </a:lnTo>
                  <a:lnTo>
                    <a:pt x="5702235" y="186462"/>
                  </a:lnTo>
                  <a:lnTo>
                    <a:pt x="5702235" y="667695"/>
                  </a:lnTo>
                  <a:close/>
                  <a:moveTo>
                    <a:pt x="3895579" y="426134"/>
                  </a:moveTo>
                  <a:cubicBezTo>
                    <a:pt x="3895579" y="441439"/>
                    <a:pt x="3894537" y="460782"/>
                    <a:pt x="3893560" y="467946"/>
                  </a:cubicBezTo>
                  <a:lnTo>
                    <a:pt x="3601981" y="467946"/>
                  </a:lnTo>
                  <a:cubicBezTo>
                    <a:pt x="3607061" y="535224"/>
                    <a:pt x="3652976" y="562773"/>
                    <a:pt x="3704949" y="562773"/>
                  </a:cubicBezTo>
                  <a:cubicBezTo>
                    <a:pt x="3735559" y="562773"/>
                    <a:pt x="3764085" y="553590"/>
                    <a:pt x="3788573" y="529102"/>
                  </a:cubicBezTo>
                  <a:lnTo>
                    <a:pt x="3874217" y="601459"/>
                  </a:lnTo>
                  <a:cubicBezTo>
                    <a:pt x="3829343" y="657535"/>
                    <a:pt x="3761024" y="677919"/>
                    <a:pt x="3699868" y="677919"/>
                  </a:cubicBezTo>
                  <a:cubicBezTo>
                    <a:pt x="3559192" y="677919"/>
                    <a:pt x="3478628" y="569872"/>
                    <a:pt x="3478628" y="428153"/>
                  </a:cubicBezTo>
                  <a:cubicBezTo>
                    <a:pt x="3478628" y="274190"/>
                    <a:pt x="3573455" y="176302"/>
                    <a:pt x="3691727" y="176302"/>
                  </a:cubicBezTo>
                  <a:cubicBezTo>
                    <a:pt x="3818141" y="176302"/>
                    <a:pt x="3895644" y="287411"/>
                    <a:pt x="3895644" y="426069"/>
                  </a:cubicBezTo>
                  <a:close/>
                  <a:moveTo>
                    <a:pt x="3604000" y="374162"/>
                  </a:moveTo>
                  <a:lnTo>
                    <a:pt x="3775287" y="374162"/>
                  </a:lnTo>
                  <a:cubicBezTo>
                    <a:pt x="3771184" y="320105"/>
                    <a:pt x="3736536" y="283438"/>
                    <a:pt x="3687624" y="283438"/>
                  </a:cubicBezTo>
                  <a:cubicBezTo>
                    <a:pt x="3629530" y="283438"/>
                    <a:pt x="3607061" y="334433"/>
                    <a:pt x="3604000" y="374162"/>
                  </a:cubicBezTo>
                  <a:close/>
                  <a:moveTo>
                    <a:pt x="4579686" y="1638365"/>
                  </a:moveTo>
                  <a:lnTo>
                    <a:pt x="4455291" y="1638365"/>
                  </a:lnTo>
                  <a:lnTo>
                    <a:pt x="4455291" y="1606778"/>
                  </a:lnTo>
                  <a:cubicBezTo>
                    <a:pt x="4414521" y="1636346"/>
                    <a:pt x="4390032" y="1648590"/>
                    <a:pt x="4346201" y="1648590"/>
                  </a:cubicBezTo>
                  <a:cubicBezTo>
                    <a:pt x="4207543" y="1648590"/>
                    <a:pt x="4148406" y="1528299"/>
                    <a:pt x="4148406" y="1393678"/>
                  </a:cubicBezTo>
                  <a:cubicBezTo>
                    <a:pt x="4148406" y="1247856"/>
                    <a:pt x="4217703" y="1146973"/>
                    <a:pt x="4343140" y="1146973"/>
                  </a:cubicBezTo>
                  <a:cubicBezTo>
                    <a:pt x="4384952" y="1146973"/>
                    <a:pt x="4424681" y="1158175"/>
                    <a:pt x="4455291" y="1185724"/>
                  </a:cubicBezTo>
                  <a:lnTo>
                    <a:pt x="4455291" y="1031761"/>
                  </a:lnTo>
                  <a:lnTo>
                    <a:pt x="4579686" y="969564"/>
                  </a:lnTo>
                  <a:lnTo>
                    <a:pt x="4579686" y="1638365"/>
                  </a:lnTo>
                  <a:close/>
                  <a:moveTo>
                    <a:pt x="4455356" y="1489547"/>
                  </a:moveTo>
                  <a:lnTo>
                    <a:pt x="4455356" y="1306016"/>
                  </a:lnTo>
                  <a:cubicBezTo>
                    <a:pt x="4428849" y="1277490"/>
                    <a:pt x="4403384" y="1264204"/>
                    <a:pt x="4368670" y="1264204"/>
                  </a:cubicBezTo>
                  <a:cubicBezTo>
                    <a:pt x="4296313" y="1264204"/>
                    <a:pt x="4278924" y="1321321"/>
                    <a:pt x="4278924" y="1389575"/>
                  </a:cubicBezTo>
                  <a:cubicBezTo>
                    <a:pt x="4278924" y="1467078"/>
                    <a:pt x="4301328" y="1531294"/>
                    <a:pt x="4371731" y="1531294"/>
                  </a:cubicBezTo>
                  <a:cubicBezTo>
                    <a:pt x="4406380" y="1531294"/>
                    <a:pt x="4430868" y="1515989"/>
                    <a:pt x="4455356" y="1489482"/>
                  </a:cubicBezTo>
                  <a:close/>
                  <a:moveTo>
                    <a:pt x="3945532" y="1157198"/>
                  </a:moveTo>
                  <a:lnTo>
                    <a:pt x="3945532" y="1638430"/>
                  </a:lnTo>
                  <a:lnTo>
                    <a:pt x="4069927" y="1638430"/>
                  </a:lnTo>
                  <a:lnTo>
                    <a:pt x="4069927" y="1157198"/>
                  </a:lnTo>
                  <a:lnTo>
                    <a:pt x="3945532" y="1157198"/>
                  </a:lnTo>
                  <a:close/>
                  <a:moveTo>
                    <a:pt x="3873175" y="985911"/>
                  </a:moveTo>
                  <a:lnTo>
                    <a:pt x="3873175" y="1085817"/>
                  </a:lnTo>
                  <a:cubicBezTo>
                    <a:pt x="3854809" y="1079695"/>
                    <a:pt x="3830386" y="1076634"/>
                    <a:pt x="3812019" y="1076634"/>
                  </a:cubicBezTo>
                  <a:cubicBezTo>
                    <a:pt x="3776329" y="1076634"/>
                    <a:pt x="3760047" y="1087836"/>
                    <a:pt x="3760047" y="1118447"/>
                  </a:cubicBezTo>
                  <a:lnTo>
                    <a:pt x="3760047" y="1157198"/>
                  </a:lnTo>
                  <a:lnTo>
                    <a:pt x="3863015" y="1157198"/>
                  </a:lnTo>
                  <a:lnTo>
                    <a:pt x="3863015" y="1273452"/>
                  </a:lnTo>
                  <a:lnTo>
                    <a:pt x="3760047" y="1273452"/>
                  </a:lnTo>
                  <a:lnTo>
                    <a:pt x="3760047" y="1638430"/>
                  </a:lnTo>
                  <a:lnTo>
                    <a:pt x="3635652" y="1638430"/>
                  </a:lnTo>
                  <a:lnTo>
                    <a:pt x="3635652" y="1273452"/>
                  </a:lnTo>
                  <a:lnTo>
                    <a:pt x="3568375" y="1273452"/>
                  </a:lnTo>
                  <a:lnTo>
                    <a:pt x="3568375" y="1157198"/>
                  </a:lnTo>
                  <a:lnTo>
                    <a:pt x="3635652" y="1157198"/>
                  </a:lnTo>
                  <a:lnTo>
                    <a:pt x="3635652" y="1099104"/>
                  </a:lnTo>
                  <a:cubicBezTo>
                    <a:pt x="3635652" y="1009357"/>
                    <a:pt x="3691727" y="972690"/>
                    <a:pt x="3782451" y="972690"/>
                  </a:cubicBezTo>
                  <a:cubicBezTo>
                    <a:pt x="3808958" y="972690"/>
                    <a:pt x="3847710" y="975751"/>
                    <a:pt x="3873175" y="985976"/>
                  </a:cubicBezTo>
                  <a:close/>
                  <a:moveTo>
                    <a:pt x="3507154" y="1638365"/>
                  </a:moveTo>
                  <a:lnTo>
                    <a:pt x="3382759" y="1638365"/>
                  </a:lnTo>
                  <a:lnTo>
                    <a:pt x="3382759" y="1376355"/>
                  </a:lnTo>
                  <a:cubicBezTo>
                    <a:pt x="3382759" y="1309077"/>
                    <a:pt x="3367454" y="1264204"/>
                    <a:pt x="3300177" y="1264204"/>
                  </a:cubicBezTo>
                  <a:cubicBezTo>
                    <a:pt x="3236937" y="1264204"/>
                    <a:pt x="3216552" y="1301913"/>
                    <a:pt x="3216552" y="1373293"/>
                  </a:cubicBezTo>
                  <a:lnTo>
                    <a:pt x="3216552" y="1638365"/>
                  </a:lnTo>
                  <a:lnTo>
                    <a:pt x="3092157" y="1638365"/>
                  </a:lnTo>
                  <a:lnTo>
                    <a:pt x="3092157" y="1157133"/>
                  </a:lnTo>
                  <a:lnTo>
                    <a:pt x="3216552" y="1157133"/>
                  </a:lnTo>
                  <a:lnTo>
                    <a:pt x="3216552" y="1189762"/>
                  </a:lnTo>
                  <a:cubicBezTo>
                    <a:pt x="3242017" y="1164297"/>
                    <a:pt x="3279792" y="1146973"/>
                    <a:pt x="3333783" y="1146973"/>
                  </a:cubicBezTo>
                  <a:cubicBezTo>
                    <a:pt x="3464300" y="1146973"/>
                    <a:pt x="3507089" y="1247922"/>
                    <a:pt x="3507089" y="1366195"/>
                  </a:cubicBezTo>
                  <a:lnTo>
                    <a:pt x="3507089" y="1638430"/>
                  </a:lnTo>
                  <a:close/>
                  <a:moveTo>
                    <a:pt x="2792437" y="1146973"/>
                  </a:moveTo>
                  <a:cubicBezTo>
                    <a:pt x="2653779" y="1146973"/>
                    <a:pt x="2567094" y="1256063"/>
                    <a:pt x="2567094" y="1397782"/>
                  </a:cubicBezTo>
                  <a:cubicBezTo>
                    <a:pt x="2567094" y="1546665"/>
                    <a:pt x="2661920" y="1648590"/>
                    <a:pt x="2792437" y="1648590"/>
                  </a:cubicBezTo>
                  <a:cubicBezTo>
                    <a:pt x="2922954" y="1648590"/>
                    <a:pt x="3017781" y="1546665"/>
                    <a:pt x="3017781" y="1397782"/>
                  </a:cubicBezTo>
                  <a:cubicBezTo>
                    <a:pt x="3017781" y="1248899"/>
                    <a:pt x="2931095" y="1146973"/>
                    <a:pt x="2792437" y="1146973"/>
                  </a:cubicBezTo>
                  <a:close/>
                  <a:moveTo>
                    <a:pt x="2792437" y="1528299"/>
                  </a:moveTo>
                  <a:cubicBezTo>
                    <a:pt x="2712916" y="1528299"/>
                    <a:pt x="2695592" y="1451838"/>
                    <a:pt x="2695592" y="1397782"/>
                  </a:cubicBezTo>
                  <a:cubicBezTo>
                    <a:pt x="2695592" y="1323340"/>
                    <a:pt x="2726202" y="1266288"/>
                    <a:pt x="2792437" y="1266288"/>
                  </a:cubicBezTo>
                  <a:cubicBezTo>
                    <a:pt x="2858673" y="1266288"/>
                    <a:pt x="2889283" y="1323405"/>
                    <a:pt x="2889283" y="1397782"/>
                  </a:cubicBezTo>
                  <a:cubicBezTo>
                    <a:pt x="2889283" y="1451838"/>
                    <a:pt x="2871959" y="1528299"/>
                    <a:pt x="2792437" y="1528299"/>
                  </a:cubicBezTo>
                  <a:close/>
                  <a:moveTo>
                    <a:pt x="2446802" y="1467143"/>
                  </a:moveTo>
                  <a:lnTo>
                    <a:pt x="2526323" y="1542561"/>
                  </a:lnTo>
                  <a:cubicBezTo>
                    <a:pt x="2485553" y="1594534"/>
                    <a:pt x="2429478" y="1648590"/>
                    <a:pt x="2334651" y="1648590"/>
                  </a:cubicBezTo>
                  <a:cubicBezTo>
                    <a:pt x="2203157" y="1648590"/>
                    <a:pt x="2106246" y="1543604"/>
                    <a:pt x="2106246" y="1398823"/>
                  </a:cubicBezTo>
                  <a:cubicBezTo>
                    <a:pt x="2106246" y="1266288"/>
                    <a:pt x="2186810" y="1146973"/>
                    <a:pt x="2336670" y="1146973"/>
                  </a:cubicBezTo>
                  <a:cubicBezTo>
                    <a:pt x="2422314" y="1146973"/>
                    <a:pt x="2481450" y="1185724"/>
                    <a:pt x="2525281" y="1250983"/>
                  </a:cubicBezTo>
                  <a:lnTo>
                    <a:pt x="2443741" y="1333565"/>
                  </a:lnTo>
                  <a:cubicBezTo>
                    <a:pt x="2415215" y="1295856"/>
                    <a:pt x="2384604" y="1266288"/>
                    <a:pt x="2335693" y="1266288"/>
                  </a:cubicBezTo>
                  <a:cubicBezTo>
                    <a:pt x="2269393" y="1266288"/>
                    <a:pt x="2234744" y="1322363"/>
                    <a:pt x="2234744" y="1396804"/>
                  </a:cubicBezTo>
                  <a:cubicBezTo>
                    <a:pt x="2234744" y="1466101"/>
                    <a:pt x="2265355" y="1528299"/>
                    <a:pt x="2336670" y="1528299"/>
                  </a:cubicBezTo>
                  <a:cubicBezTo>
                    <a:pt x="2380501" y="1528299"/>
                    <a:pt x="2417234" y="1504852"/>
                    <a:pt x="2446802" y="1467143"/>
                  </a:cubicBezTo>
                  <a:close/>
                  <a:moveTo>
                    <a:pt x="1803530" y="1638365"/>
                  </a:moveTo>
                  <a:lnTo>
                    <a:pt x="1679135" y="1638365"/>
                  </a:lnTo>
                  <a:lnTo>
                    <a:pt x="1679135" y="1376355"/>
                  </a:lnTo>
                  <a:cubicBezTo>
                    <a:pt x="1679135" y="1309077"/>
                    <a:pt x="1663830" y="1264204"/>
                    <a:pt x="1596553" y="1264204"/>
                  </a:cubicBezTo>
                  <a:cubicBezTo>
                    <a:pt x="1533314" y="1264204"/>
                    <a:pt x="1511951" y="1301913"/>
                    <a:pt x="1511951" y="1373293"/>
                  </a:cubicBezTo>
                  <a:lnTo>
                    <a:pt x="1511951" y="1638365"/>
                  </a:lnTo>
                  <a:lnTo>
                    <a:pt x="1387557" y="1638365"/>
                  </a:lnTo>
                  <a:lnTo>
                    <a:pt x="1387557" y="1031761"/>
                  </a:lnTo>
                  <a:lnTo>
                    <a:pt x="1511951" y="969564"/>
                  </a:lnTo>
                  <a:lnTo>
                    <a:pt x="1511951" y="1189762"/>
                  </a:lnTo>
                  <a:cubicBezTo>
                    <a:pt x="1535398" y="1161236"/>
                    <a:pt x="1584309" y="1146973"/>
                    <a:pt x="1632243" y="1146973"/>
                  </a:cubicBezTo>
                  <a:cubicBezTo>
                    <a:pt x="1758657" y="1146973"/>
                    <a:pt x="1803530" y="1246880"/>
                    <a:pt x="1803530" y="1366195"/>
                  </a:cubicBezTo>
                  <a:lnTo>
                    <a:pt x="1803530" y="1638430"/>
                  </a:lnTo>
                  <a:close/>
                  <a:moveTo>
                    <a:pt x="1311031" y="1493650"/>
                  </a:moveTo>
                  <a:lnTo>
                    <a:pt x="1292665" y="1619022"/>
                  </a:lnTo>
                  <a:cubicBezTo>
                    <a:pt x="1267200" y="1639407"/>
                    <a:pt x="1205979" y="1648590"/>
                    <a:pt x="1173350" y="1648590"/>
                  </a:cubicBezTo>
                  <a:cubicBezTo>
                    <a:pt x="1097931" y="1648590"/>
                    <a:pt x="1043875" y="1588412"/>
                    <a:pt x="1043875" y="1504852"/>
                  </a:cubicBezTo>
                  <a:lnTo>
                    <a:pt x="1043875" y="1273387"/>
                  </a:lnTo>
                  <a:lnTo>
                    <a:pt x="960250" y="1273387"/>
                  </a:lnTo>
                  <a:lnTo>
                    <a:pt x="960250" y="1157133"/>
                  </a:lnTo>
                  <a:lnTo>
                    <a:pt x="1043875" y="1157133"/>
                  </a:lnTo>
                  <a:lnTo>
                    <a:pt x="1043875" y="1031761"/>
                  </a:lnTo>
                  <a:lnTo>
                    <a:pt x="1168270" y="969564"/>
                  </a:lnTo>
                  <a:lnTo>
                    <a:pt x="1168270" y="1157133"/>
                  </a:lnTo>
                  <a:lnTo>
                    <a:pt x="1308947" y="1157133"/>
                  </a:lnTo>
                  <a:lnTo>
                    <a:pt x="1308947" y="1273387"/>
                  </a:lnTo>
                  <a:lnTo>
                    <a:pt x="1168270" y="1273387"/>
                  </a:lnTo>
                  <a:lnTo>
                    <a:pt x="1168270" y="1471181"/>
                  </a:lnTo>
                  <a:cubicBezTo>
                    <a:pt x="1168270" y="1515012"/>
                    <a:pt x="1184552" y="1529275"/>
                    <a:pt x="1214120" y="1529275"/>
                  </a:cubicBezTo>
                  <a:cubicBezTo>
                    <a:pt x="1243688" y="1529275"/>
                    <a:pt x="1289539" y="1513970"/>
                    <a:pt x="1310966" y="1493585"/>
                  </a:cubicBezTo>
                  <a:close/>
                  <a:moveTo>
                    <a:pt x="767666" y="1157198"/>
                  </a:moveTo>
                  <a:lnTo>
                    <a:pt x="767666" y="1638430"/>
                  </a:lnTo>
                  <a:lnTo>
                    <a:pt x="892061" y="1638430"/>
                  </a:lnTo>
                  <a:lnTo>
                    <a:pt x="892061" y="1157198"/>
                  </a:lnTo>
                  <a:lnTo>
                    <a:pt x="767666" y="1157198"/>
                  </a:lnTo>
                  <a:close/>
                  <a:moveTo>
                    <a:pt x="702408" y="1157198"/>
                  </a:moveTo>
                  <a:lnTo>
                    <a:pt x="550529" y="1638430"/>
                  </a:lnTo>
                  <a:lnTo>
                    <a:pt x="436359" y="1638430"/>
                  </a:lnTo>
                  <a:lnTo>
                    <a:pt x="354819" y="1345809"/>
                  </a:lnTo>
                  <a:lnTo>
                    <a:pt x="272236" y="1638430"/>
                  </a:lnTo>
                  <a:lnTo>
                    <a:pt x="158066" y="1638430"/>
                  </a:lnTo>
                  <a:lnTo>
                    <a:pt x="7099" y="1157198"/>
                  </a:lnTo>
                  <a:lnTo>
                    <a:pt x="145757" y="1157198"/>
                  </a:lnTo>
                  <a:lnTo>
                    <a:pt x="218114" y="1436533"/>
                  </a:lnTo>
                  <a:lnTo>
                    <a:pt x="299655" y="1157198"/>
                  </a:lnTo>
                  <a:lnTo>
                    <a:pt x="412848" y="1157198"/>
                  </a:lnTo>
                  <a:lnTo>
                    <a:pt x="494388" y="1436533"/>
                  </a:lnTo>
                  <a:lnTo>
                    <a:pt x="567788" y="1157198"/>
                  </a:lnTo>
                  <a:lnTo>
                    <a:pt x="702343" y="1157198"/>
                  </a:lnTo>
                  <a:close/>
                  <a:moveTo>
                    <a:pt x="4436990" y="16282"/>
                  </a:moveTo>
                  <a:lnTo>
                    <a:pt x="4436990" y="115147"/>
                  </a:lnTo>
                  <a:cubicBezTo>
                    <a:pt x="4409441" y="107983"/>
                    <a:pt x="4391139" y="104921"/>
                    <a:pt x="4374792" y="104921"/>
                  </a:cubicBezTo>
                  <a:cubicBezTo>
                    <a:pt x="4332003" y="104921"/>
                    <a:pt x="4322820" y="120227"/>
                    <a:pt x="4322820" y="144715"/>
                  </a:cubicBezTo>
                  <a:lnTo>
                    <a:pt x="4322820" y="186527"/>
                  </a:lnTo>
                  <a:lnTo>
                    <a:pt x="4404361" y="186527"/>
                  </a:lnTo>
                  <a:lnTo>
                    <a:pt x="4404361" y="302781"/>
                  </a:lnTo>
                  <a:lnTo>
                    <a:pt x="4322820" y="302781"/>
                  </a:lnTo>
                  <a:lnTo>
                    <a:pt x="4322820" y="667759"/>
                  </a:lnTo>
                  <a:lnTo>
                    <a:pt x="4202528" y="667759"/>
                  </a:lnTo>
                  <a:lnTo>
                    <a:pt x="4202528" y="302781"/>
                  </a:lnTo>
                  <a:lnTo>
                    <a:pt x="4143392" y="302781"/>
                  </a:lnTo>
                  <a:lnTo>
                    <a:pt x="4143392" y="186527"/>
                  </a:lnTo>
                  <a:lnTo>
                    <a:pt x="4202528" y="186527"/>
                  </a:lnTo>
                  <a:lnTo>
                    <a:pt x="4202528" y="128433"/>
                  </a:lnTo>
                  <a:cubicBezTo>
                    <a:pt x="4202528" y="44808"/>
                    <a:pt x="4246360" y="2019"/>
                    <a:pt x="4348350" y="2019"/>
                  </a:cubicBezTo>
                  <a:cubicBezTo>
                    <a:pt x="4380980" y="2019"/>
                    <a:pt x="4407487" y="8141"/>
                    <a:pt x="4437055" y="16282"/>
                  </a:cubicBezTo>
                  <a:close/>
                  <a:moveTo>
                    <a:pt x="2957602" y="527083"/>
                  </a:moveTo>
                  <a:lnTo>
                    <a:pt x="2940278" y="649458"/>
                  </a:lnTo>
                  <a:cubicBezTo>
                    <a:pt x="2915790" y="668802"/>
                    <a:pt x="2873001" y="677984"/>
                    <a:pt x="2843433" y="677984"/>
                  </a:cubicBezTo>
                  <a:cubicBezTo>
                    <a:pt x="2770033" y="677984"/>
                    <a:pt x="2712916" y="622951"/>
                    <a:pt x="2712916" y="535224"/>
                  </a:cubicBezTo>
                  <a:lnTo>
                    <a:pt x="2712916" y="301739"/>
                  </a:lnTo>
                  <a:lnTo>
                    <a:pt x="2629291" y="301739"/>
                  </a:lnTo>
                  <a:lnTo>
                    <a:pt x="2629291" y="186527"/>
                  </a:lnTo>
                  <a:lnTo>
                    <a:pt x="2712916" y="186527"/>
                  </a:lnTo>
                  <a:lnTo>
                    <a:pt x="2712916" y="61155"/>
                  </a:lnTo>
                  <a:lnTo>
                    <a:pt x="2833208" y="0"/>
                  </a:lnTo>
                  <a:lnTo>
                    <a:pt x="2833208" y="186592"/>
                  </a:lnTo>
                  <a:lnTo>
                    <a:pt x="2945358" y="186592"/>
                  </a:lnTo>
                  <a:lnTo>
                    <a:pt x="2945358" y="301804"/>
                  </a:lnTo>
                  <a:lnTo>
                    <a:pt x="2833208" y="301804"/>
                  </a:lnTo>
                  <a:lnTo>
                    <a:pt x="2833208" y="503701"/>
                  </a:lnTo>
                  <a:cubicBezTo>
                    <a:pt x="2833208" y="545514"/>
                    <a:pt x="2850532" y="560819"/>
                    <a:pt x="2880100" y="560819"/>
                  </a:cubicBezTo>
                  <a:cubicBezTo>
                    <a:pt x="2909668" y="560819"/>
                    <a:pt x="2938194" y="545514"/>
                    <a:pt x="2957602" y="527148"/>
                  </a:cubicBezTo>
                  <a:close/>
                  <a:moveTo>
                    <a:pt x="2397891" y="426134"/>
                  </a:moveTo>
                  <a:cubicBezTo>
                    <a:pt x="2397891" y="441439"/>
                    <a:pt x="2396849" y="460782"/>
                    <a:pt x="2395872" y="467946"/>
                  </a:cubicBezTo>
                  <a:lnTo>
                    <a:pt x="2114453" y="467946"/>
                  </a:lnTo>
                  <a:cubicBezTo>
                    <a:pt x="2119533" y="535224"/>
                    <a:pt x="2166425" y="562773"/>
                    <a:pt x="2218462" y="562773"/>
                  </a:cubicBezTo>
                  <a:cubicBezTo>
                    <a:pt x="2249073" y="562773"/>
                    <a:pt x="2276557" y="553590"/>
                    <a:pt x="2301045" y="529102"/>
                  </a:cubicBezTo>
                  <a:lnTo>
                    <a:pt x="2386689" y="601459"/>
                  </a:lnTo>
                  <a:cubicBezTo>
                    <a:pt x="2346895" y="654473"/>
                    <a:pt x="2274538" y="677919"/>
                    <a:pt x="2210321" y="677919"/>
                  </a:cubicBezTo>
                  <a:cubicBezTo>
                    <a:pt x="2072705" y="677919"/>
                    <a:pt x="1991100" y="569872"/>
                    <a:pt x="1991100" y="429130"/>
                  </a:cubicBezTo>
                  <a:cubicBezTo>
                    <a:pt x="1991100" y="288388"/>
                    <a:pt x="2079804" y="176302"/>
                    <a:pt x="2205176" y="176302"/>
                  </a:cubicBezTo>
                  <a:cubicBezTo>
                    <a:pt x="2339731" y="176302"/>
                    <a:pt x="2397891" y="298678"/>
                    <a:pt x="2397891" y="426069"/>
                  </a:cubicBezTo>
                  <a:close/>
                  <a:moveTo>
                    <a:pt x="2116472" y="374162"/>
                  </a:moveTo>
                  <a:lnTo>
                    <a:pt x="2287759" y="374162"/>
                  </a:lnTo>
                  <a:cubicBezTo>
                    <a:pt x="2282679" y="320105"/>
                    <a:pt x="2251027" y="283438"/>
                    <a:pt x="2199054" y="283438"/>
                  </a:cubicBezTo>
                  <a:cubicBezTo>
                    <a:pt x="2144021" y="283438"/>
                    <a:pt x="2119533" y="334433"/>
                    <a:pt x="2116472" y="374162"/>
                  </a:cubicBezTo>
                  <a:close/>
                  <a:moveTo>
                    <a:pt x="1933982" y="428218"/>
                  </a:moveTo>
                  <a:cubicBezTo>
                    <a:pt x="1933982" y="551571"/>
                    <a:pt x="1882987" y="677984"/>
                    <a:pt x="1746413" y="677984"/>
                  </a:cubicBezTo>
                  <a:cubicBezTo>
                    <a:pt x="1693399" y="677984"/>
                    <a:pt x="1660769" y="658642"/>
                    <a:pt x="1639342" y="638191"/>
                  </a:cubicBezTo>
                  <a:lnTo>
                    <a:pt x="1639342" y="784990"/>
                  </a:lnTo>
                  <a:lnTo>
                    <a:pt x="1519050" y="845169"/>
                  </a:lnTo>
                  <a:lnTo>
                    <a:pt x="1519050" y="186527"/>
                  </a:lnTo>
                  <a:lnTo>
                    <a:pt x="1639342" y="186527"/>
                  </a:lnTo>
                  <a:lnTo>
                    <a:pt x="1639342" y="219157"/>
                  </a:lnTo>
                  <a:cubicBezTo>
                    <a:pt x="1670929" y="190630"/>
                    <a:pt x="1703559" y="176367"/>
                    <a:pt x="1748432" y="176367"/>
                  </a:cubicBezTo>
                  <a:cubicBezTo>
                    <a:pt x="1877907" y="176367"/>
                    <a:pt x="1933982" y="298743"/>
                    <a:pt x="1933982" y="428218"/>
                  </a:cubicBezTo>
                  <a:close/>
                  <a:moveTo>
                    <a:pt x="1809587" y="434340"/>
                  </a:moveTo>
                  <a:cubicBezTo>
                    <a:pt x="1809587" y="364002"/>
                    <a:pt x="1791221" y="292621"/>
                    <a:pt x="1718864" y="292621"/>
                  </a:cubicBezTo>
                  <a:cubicBezTo>
                    <a:pt x="1685193" y="292621"/>
                    <a:pt x="1658685" y="307926"/>
                    <a:pt x="1639342" y="335410"/>
                  </a:cubicBezTo>
                  <a:lnTo>
                    <a:pt x="1639342" y="518942"/>
                  </a:lnTo>
                  <a:cubicBezTo>
                    <a:pt x="1658685" y="546491"/>
                    <a:pt x="1691315" y="562773"/>
                    <a:pt x="1726028" y="562773"/>
                  </a:cubicBezTo>
                  <a:cubicBezTo>
                    <a:pt x="1793305" y="562773"/>
                    <a:pt x="1809652" y="501618"/>
                    <a:pt x="1809652" y="434340"/>
                  </a:cubicBezTo>
                  <a:close/>
                  <a:moveTo>
                    <a:pt x="1435426" y="667825"/>
                  </a:moveTo>
                  <a:lnTo>
                    <a:pt x="1315134" y="667825"/>
                  </a:lnTo>
                  <a:lnTo>
                    <a:pt x="1315134" y="634153"/>
                  </a:lnTo>
                  <a:cubicBezTo>
                    <a:pt x="1286608" y="662680"/>
                    <a:pt x="1249876" y="677984"/>
                    <a:pt x="1202983" y="677984"/>
                  </a:cubicBezTo>
                  <a:cubicBezTo>
                    <a:pt x="1108157" y="677984"/>
                    <a:pt x="1033715" y="616829"/>
                    <a:pt x="1033715" y="510800"/>
                  </a:cubicBezTo>
                  <a:cubicBezTo>
                    <a:pt x="1033715" y="404772"/>
                    <a:pt x="1106072" y="348696"/>
                    <a:pt x="1221284" y="348696"/>
                  </a:cubicBezTo>
                  <a:cubicBezTo>
                    <a:pt x="1251894" y="348696"/>
                    <a:pt x="1283482" y="352799"/>
                    <a:pt x="1315069" y="368040"/>
                  </a:cubicBezTo>
                  <a:lnTo>
                    <a:pt x="1315069" y="342574"/>
                  </a:lnTo>
                  <a:cubicBezTo>
                    <a:pt x="1315069" y="297701"/>
                    <a:pt x="1285501" y="279335"/>
                    <a:pt x="1232486" y="279335"/>
                  </a:cubicBezTo>
                  <a:cubicBezTo>
                    <a:pt x="1194777" y="279335"/>
                    <a:pt x="1159087" y="288518"/>
                    <a:pt x="1121378" y="310922"/>
                  </a:cubicBezTo>
                  <a:lnTo>
                    <a:pt x="1073443" y="225278"/>
                  </a:lnTo>
                  <a:cubicBezTo>
                    <a:pt x="1125416" y="192649"/>
                    <a:pt x="1175369" y="176367"/>
                    <a:pt x="1239650" y="176367"/>
                  </a:cubicBezTo>
                  <a:cubicBezTo>
                    <a:pt x="1360984" y="176367"/>
                    <a:pt x="1435426" y="235503"/>
                    <a:pt x="1435426" y="344593"/>
                  </a:cubicBezTo>
                  <a:lnTo>
                    <a:pt x="1435426" y="667759"/>
                  </a:lnTo>
                  <a:close/>
                  <a:moveTo>
                    <a:pt x="1315134" y="527083"/>
                  </a:moveTo>
                  <a:lnTo>
                    <a:pt x="1315134" y="465927"/>
                  </a:lnTo>
                  <a:cubicBezTo>
                    <a:pt x="1290646" y="450622"/>
                    <a:pt x="1259059" y="445542"/>
                    <a:pt x="1234570" y="445542"/>
                  </a:cubicBezTo>
                  <a:cubicBezTo>
                    <a:pt x="1181556" y="445542"/>
                    <a:pt x="1156091" y="468988"/>
                    <a:pt x="1156091" y="507740"/>
                  </a:cubicBezTo>
                  <a:cubicBezTo>
                    <a:pt x="1156091" y="544472"/>
                    <a:pt x="1179537" y="574040"/>
                    <a:pt x="1224410" y="574040"/>
                  </a:cubicBezTo>
                  <a:cubicBezTo>
                    <a:pt x="1247857" y="574040"/>
                    <a:pt x="1288627" y="565899"/>
                    <a:pt x="1315134" y="527148"/>
                  </a:cubicBezTo>
                  <a:close/>
                  <a:moveTo>
                    <a:pt x="967480" y="667825"/>
                  </a:moveTo>
                  <a:lnTo>
                    <a:pt x="847188" y="667825"/>
                  </a:lnTo>
                  <a:lnTo>
                    <a:pt x="847188" y="405814"/>
                  </a:lnTo>
                  <a:cubicBezTo>
                    <a:pt x="847188" y="340555"/>
                    <a:pt x="832925" y="292621"/>
                    <a:pt x="765647" y="292621"/>
                  </a:cubicBezTo>
                  <a:cubicBezTo>
                    <a:pt x="698370" y="292621"/>
                    <a:pt x="683065" y="336452"/>
                    <a:pt x="683065" y="402753"/>
                  </a:cubicBezTo>
                  <a:lnTo>
                    <a:pt x="683065" y="667825"/>
                  </a:lnTo>
                  <a:lnTo>
                    <a:pt x="562773" y="667825"/>
                  </a:lnTo>
                  <a:lnTo>
                    <a:pt x="562773" y="61221"/>
                  </a:lnTo>
                  <a:lnTo>
                    <a:pt x="683065" y="65"/>
                  </a:lnTo>
                  <a:lnTo>
                    <a:pt x="683065" y="220264"/>
                  </a:lnTo>
                  <a:cubicBezTo>
                    <a:pt x="709572" y="193756"/>
                    <a:pt x="742201" y="176432"/>
                    <a:pt x="796258" y="176432"/>
                  </a:cubicBezTo>
                  <a:cubicBezTo>
                    <a:pt x="923713" y="176432"/>
                    <a:pt x="967545" y="274320"/>
                    <a:pt x="967545" y="396631"/>
                  </a:cubicBezTo>
                  <a:lnTo>
                    <a:pt x="967545" y="667825"/>
                  </a:lnTo>
                  <a:close/>
                  <a:moveTo>
                    <a:pt x="496472" y="475110"/>
                  </a:moveTo>
                  <a:cubicBezTo>
                    <a:pt x="496472" y="619890"/>
                    <a:pt x="386341" y="677984"/>
                    <a:pt x="255889" y="677984"/>
                  </a:cubicBezTo>
                  <a:cubicBezTo>
                    <a:pt x="162104" y="677984"/>
                    <a:pt x="58094" y="648416"/>
                    <a:pt x="0" y="562773"/>
                  </a:cubicBezTo>
                  <a:lnTo>
                    <a:pt x="89747" y="483251"/>
                  </a:lnTo>
                  <a:cubicBezTo>
                    <a:pt x="131559" y="533205"/>
                    <a:pt x="191672" y="556651"/>
                    <a:pt x="252893" y="556651"/>
                  </a:cubicBezTo>
                  <a:cubicBezTo>
                    <a:pt x="325250" y="556651"/>
                    <a:pt x="367063" y="524022"/>
                    <a:pt x="367063" y="478171"/>
                  </a:cubicBezTo>
                  <a:cubicBezTo>
                    <a:pt x="367063" y="459805"/>
                    <a:pt x="359899" y="441439"/>
                    <a:pt x="329353" y="426199"/>
                  </a:cubicBezTo>
                  <a:cubicBezTo>
                    <a:pt x="306949" y="414997"/>
                    <a:pt x="279400" y="407833"/>
                    <a:pt x="225344" y="394612"/>
                  </a:cubicBezTo>
                  <a:cubicBezTo>
                    <a:pt x="191672" y="386471"/>
                    <a:pt x="122376" y="370124"/>
                    <a:pt x="79522" y="335475"/>
                  </a:cubicBezTo>
                  <a:cubicBezTo>
                    <a:pt x="36732" y="300827"/>
                    <a:pt x="24488" y="250874"/>
                    <a:pt x="24488" y="207042"/>
                  </a:cubicBezTo>
                  <a:cubicBezTo>
                    <a:pt x="24488" y="71445"/>
                    <a:pt x="140742" y="16412"/>
                    <a:pt x="254912" y="16412"/>
                  </a:cubicBezTo>
                  <a:cubicBezTo>
                    <a:pt x="353776" y="16412"/>
                    <a:pt x="425157" y="57182"/>
                    <a:pt x="482274" y="115277"/>
                  </a:cubicBezTo>
                  <a:lnTo>
                    <a:pt x="392528" y="202939"/>
                  </a:lnTo>
                  <a:cubicBezTo>
                    <a:pt x="350715" y="161127"/>
                    <a:pt x="309945" y="137681"/>
                    <a:pt x="246706" y="137681"/>
                  </a:cubicBezTo>
                  <a:cubicBezTo>
                    <a:pt x="192649" y="137681"/>
                    <a:pt x="152921" y="155005"/>
                    <a:pt x="152921" y="199878"/>
                  </a:cubicBezTo>
                  <a:cubicBezTo>
                    <a:pt x="152921" y="219221"/>
                    <a:pt x="160085" y="232508"/>
                    <a:pt x="179428" y="243710"/>
                  </a:cubicBezTo>
                  <a:cubicBezTo>
                    <a:pt x="201832" y="255954"/>
                    <a:pt x="233485" y="265137"/>
                    <a:pt x="282396" y="277381"/>
                  </a:cubicBezTo>
                  <a:cubicBezTo>
                    <a:pt x="340490" y="292686"/>
                    <a:pt x="394547" y="305907"/>
                    <a:pt x="438378" y="341598"/>
                  </a:cubicBezTo>
                  <a:cubicBezTo>
                    <a:pt x="477129" y="373185"/>
                    <a:pt x="496472" y="414997"/>
                    <a:pt x="496472" y="475176"/>
                  </a:cubicBezTo>
                  <a:close/>
                  <a:moveTo>
                    <a:pt x="6100885" y="208996"/>
                  </a:moveTo>
                  <a:lnTo>
                    <a:pt x="6051778" y="329288"/>
                  </a:lnTo>
                  <a:cubicBezTo>
                    <a:pt x="6033413" y="311964"/>
                    <a:pt x="6011985" y="299720"/>
                    <a:pt x="5982482" y="299720"/>
                  </a:cubicBezTo>
                  <a:cubicBezTo>
                    <a:pt x="5925365" y="299720"/>
                    <a:pt x="5911232" y="347654"/>
                    <a:pt x="5911232" y="405749"/>
                  </a:cubicBezTo>
                  <a:lnTo>
                    <a:pt x="5911232" y="667759"/>
                  </a:lnTo>
                  <a:lnTo>
                    <a:pt x="5790940" y="667759"/>
                  </a:lnTo>
                  <a:lnTo>
                    <a:pt x="5790940" y="186527"/>
                  </a:lnTo>
                  <a:lnTo>
                    <a:pt x="5911232" y="186527"/>
                  </a:lnTo>
                  <a:lnTo>
                    <a:pt x="5911232" y="220198"/>
                  </a:lnTo>
                  <a:cubicBezTo>
                    <a:pt x="5938781" y="192649"/>
                    <a:pt x="5973429" y="176367"/>
                    <a:pt x="6012181" y="176367"/>
                  </a:cubicBezTo>
                  <a:cubicBezTo>
                    <a:pt x="6045852" y="176367"/>
                    <a:pt x="6075420" y="186592"/>
                    <a:pt x="6100885" y="208996"/>
                  </a:cubicBezTo>
                  <a:close/>
                </a:path>
              </a:pathLst>
            </a:custGeom>
            <a:solidFill>
              <a:srgbClr val="FFFFFF"/>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grpSp>
    </p:spTree>
    <p:extLst>
      <p:ext uri="{BB962C8B-B14F-4D97-AF65-F5344CB8AC3E}">
        <p14:creationId xmlns:p14="http://schemas.microsoft.com/office/powerpoint/2010/main" val="55806753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Title Slide Spectrum 2">
    <p:spTree>
      <p:nvGrpSpPr>
        <p:cNvPr id="1" name=""/>
        <p:cNvGrpSpPr/>
        <p:nvPr/>
      </p:nvGrpSpPr>
      <p:grpSpPr>
        <a:xfrm>
          <a:off x="0" y="0"/>
          <a:ext cx="0" cy="0"/>
          <a:chOff x="0" y="0"/>
          <a:chExt cx="0" cy="0"/>
        </a:xfrm>
      </p:grpSpPr>
      <p:pic>
        <p:nvPicPr>
          <p:cNvPr id="6" name="Picture 5" descr="A bright light in the dark&#10;&#10;Description automatically generated">
            <a:extLst>
              <a:ext uri="{FF2B5EF4-FFF2-40B4-BE49-F238E27FC236}">
                <a16:creationId xmlns:a16="http://schemas.microsoft.com/office/drawing/2014/main" id="{963FEC0B-473D-E3B8-1E1E-E29DFA66AD11}"/>
              </a:ext>
            </a:extLst>
          </p:cNvPr>
          <p:cNvPicPr>
            <a:picLocks/>
          </p:cNvPicPr>
          <p:nvPr userDrawn="1"/>
        </p:nvPicPr>
        <p:blipFill>
          <a:blip r:embed="rId2">
            <a:extLst>
              <a:ext uri="{28A0092B-C50C-407E-A947-70E740481C1C}">
                <a14:useLocalDpi xmlns:a14="http://schemas.microsoft.com/office/drawing/2010/main" val="0"/>
              </a:ext>
            </a:extLst>
          </a:blip>
          <a:stretch>
            <a:fillRect/>
          </a:stretch>
        </p:blipFill>
        <p:spPr bwMode="hidden">
          <a:xfrm>
            <a:off x="0" y="0"/>
            <a:ext cx="12193200" cy="6858000"/>
          </a:xfrm>
          <a:prstGeom prst="rect">
            <a:avLst/>
          </a:prstGeom>
        </p:spPr>
      </p:pic>
      <p:grpSp>
        <p:nvGrpSpPr>
          <p:cNvPr id="4" name="Group 3">
            <a:extLst>
              <a:ext uri="{FF2B5EF4-FFF2-40B4-BE49-F238E27FC236}">
                <a16:creationId xmlns:a16="http://schemas.microsoft.com/office/drawing/2014/main" id="{A1220A54-6882-53B1-3380-1A61010197C4}"/>
              </a:ext>
            </a:extLst>
          </p:cNvPr>
          <p:cNvGrpSpPr/>
          <p:nvPr userDrawn="1"/>
        </p:nvGrpSpPr>
        <p:grpSpPr>
          <a:xfrm>
            <a:off x="485775" y="6164633"/>
            <a:ext cx="4940935" cy="318770"/>
            <a:chOff x="485775" y="6164633"/>
            <a:chExt cx="4940935" cy="318770"/>
          </a:xfrm>
        </p:grpSpPr>
        <p:sp>
          <p:nvSpPr>
            <p:cNvPr id="24" name="Freeform 23">
              <a:extLst>
                <a:ext uri="{FF2B5EF4-FFF2-40B4-BE49-F238E27FC236}">
                  <a16:creationId xmlns:a16="http://schemas.microsoft.com/office/drawing/2014/main" id="{4788DF65-E85A-7EA9-F2BB-B439D5C7EB16}"/>
                </a:ext>
              </a:extLst>
            </p:cNvPr>
            <p:cNvSpPr/>
            <p:nvPr userDrawn="1"/>
          </p:nvSpPr>
          <p:spPr>
            <a:xfrm>
              <a:off x="485775" y="6164633"/>
              <a:ext cx="405765" cy="81280"/>
            </a:xfrm>
            <a:custGeom>
              <a:avLst/>
              <a:gdLst>
                <a:gd name="connsiteX0" fmla="*/ 324485 w 405765"/>
                <a:gd name="connsiteY0" fmla="*/ 0 h 81280"/>
                <a:gd name="connsiteX1" fmla="*/ 405765 w 405765"/>
                <a:gd name="connsiteY1" fmla="*/ 0 h 81280"/>
                <a:gd name="connsiteX2" fmla="*/ 405765 w 405765"/>
                <a:gd name="connsiteY2" fmla="*/ 81280 h 81280"/>
                <a:gd name="connsiteX3" fmla="*/ 324485 w 405765"/>
                <a:gd name="connsiteY3" fmla="*/ 81280 h 81280"/>
                <a:gd name="connsiteX4" fmla="*/ 161925 w 405765"/>
                <a:gd name="connsiteY4" fmla="*/ 0 h 81280"/>
                <a:gd name="connsiteX5" fmla="*/ 243205 w 405765"/>
                <a:gd name="connsiteY5" fmla="*/ 0 h 81280"/>
                <a:gd name="connsiteX6" fmla="*/ 243205 w 405765"/>
                <a:gd name="connsiteY6" fmla="*/ 81280 h 81280"/>
                <a:gd name="connsiteX7" fmla="*/ 161925 w 405765"/>
                <a:gd name="connsiteY7" fmla="*/ 81280 h 81280"/>
                <a:gd name="connsiteX8" fmla="*/ 0 w 405765"/>
                <a:gd name="connsiteY8" fmla="*/ 0 h 81280"/>
                <a:gd name="connsiteX9" fmla="*/ 81280 w 405765"/>
                <a:gd name="connsiteY9" fmla="*/ 0 h 81280"/>
                <a:gd name="connsiteX10" fmla="*/ 81280 w 405765"/>
                <a:gd name="connsiteY10" fmla="*/ 81280 h 81280"/>
                <a:gd name="connsiteX11" fmla="*/ 0 w 405765"/>
                <a:gd name="connsiteY11" fmla="*/ 81280 h 81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05765" h="81280">
                  <a:moveTo>
                    <a:pt x="324485" y="0"/>
                  </a:moveTo>
                  <a:lnTo>
                    <a:pt x="405765" y="0"/>
                  </a:lnTo>
                  <a:lnTo>
                    <a:pt x="405765" y="81280"/>
                  </a:lnTo>
                  <a:lnTo>
                    <a:pt x="324485" y="81280"/>
                  </a:lnTo>
                  <a:close/>
                  <a:moveTo>
                    <a:pt x="161925" y="0"/>
                  </a:moveTo>
                  <a:lnTo>
                    <a:pt x="243205" y="0"/>
                  </a:lnTo>
                  <a:lnTo>
                    <a:pt x="243205" y="81280"/>
                  </a:lnTo>
                  <a:lnTo>
                    <a:pt x="161925" y="81280"/>
                  </a:lnTo>
                  <a:close/>
                  <a:moveTo>
                    <a:pt x="0" y="0"/>
                  </a:moveTo>
                  <a:lnTo>
                    <a:pt x="81280" y="0"/>
                  </a:lnTo>
                  <a:lnTo>
                    <a:pt x="81280" y="81280"/>
                  </a:lnTo>
                  <a:lnTo>
                    <a:pt x="0" y="81280"/>
                  </a:lnTo>
                  <a:close/>
                </a:path>
              </a:pathLst>
            </a:custGeom>
            <a:solidFill>
              <a:srgbClr val="FFE600"/>
            </a:solidFill>
            <a:ln w="63500" cap="flat">
              <a:noFill/>
              <a:prstDash val="solid"/>
              <a:miter/>
            </a:ln>
          </p:spPr>
          <p:txBody>
            <a:bodyPr rtlCol="0" anchor="ctr"/>
            <a:lstStyle/>
            <a:p>
              <a:endParaRPr lang="en-US"/>
            </a:p>
          </p:txBody>
        </p:sp>
        <p:sp>
          <p:nvSpPr>
            <p:cNvPr id="25" name="Freeform 24">
              <a:extLst>
                <a:ext uri="{FF2B5EF4-FFF2-40B4-BE49-F238E27FC236}">
                  <a16:creationId xmlns:a16="http://schemas.microsoft.com/office/drawing/2014/main" id="{DB6421F7-1BA7-70C3-4C7B-0694CD3F9A63}"/>
                </a:ext>
              </a:extLst>
            </p:cNvPr>
            <p:cNvSpPr/>
            <p:nvPr userDrawn="1"/>
          </p:nvSpPr>
          <p:spPr bwMode="black">
            <a:xfrm>
              <a:off x="485779" y="6344974"/>
              <a:ext cx="4940931" cy="138429"/>
            </a:xfrm>
            <a:custGeom>
              <a:avLst/>
              <a:gdLst>
                <a:gd name="connsiteX0" fmla="*/ 1032512 w 4940931"/>
                <a:gd name="connsiteY0" fmla="*/ 137477 h 138429"/>
                <a:gd name="connsiteX1" fmla="*/ 1032512 w 4940931"/>
                <a:gd name="connsiteY1" fmla="*/ 137794 h 138429"/>
                <a:gd name="connsiteX2" fmla="*/ 1030607 w 4940931"/>
                <a:gd name="connsiteY2" fmla="*/ 138429 h 138429"/>
                <a:gd name="connsiteX3" fmla="*/ 4929501 w 4940931"/>
                <a:gd name="connsiteY3" fmla="*/ 87629 h 138429"/>
                <a:gd name="connsiteX4" fmla="*/ 4933946 w 4940931"/>
                <a:gd name="connsiteY4" fmla="*/ 88264 h 138429"/>
                <a:gd name="connsiteX5" fmla="*/ 4937756 w 4940931"/>
                <a:gd name="connsiteY5" fmla="*/ 90804 h 138429"/>
                <a:gd name="connsiteX6" fmla="*/ 4940296 w 4940931"/>
                <a:gd name="connsiteY6" fmla="*/ 94614 h 138429"/>
                <a:gd name="connsiteX7" fmla="*/ 4940931 w 4940931"/>
                <a:gd name="connsiteY7" fmla="*/ 99059 h 138429"/>
                <a:gd name="connsiteX8" fmla="*/ 4940296 w 4940931"/>
                <a:gd name="connsiteY8" fmla="*/ 103504 h 138429"/>
                <a:gd name="connsiteX9" fmla="*/ 4937756 w 4940931"/>
                <a:gd name="connsiteY9" fmla="*/ 107314 h 138429"/>
                <a:gd name="connsiteX10" fmla="*/ 4933946 w 4940931"/>
                <a:gd name="connsiteY10" fmla="*/ 109854 h 138429"/>
                <a:gd name="connsiteX11" fmla="*/ 4929501 w 4940931"/>
                <a:gd name="connsiteY11" fmla="*/ 110489 h 138429"/>
                <a:gd name="connsiteX12" fmla="*/ 4925056 w 4940931"/>
                <a:gd name="connsiteY12" fmla="*/ 109854 h 138429"/>
                <a:gd name="connsiteX13" fmla="*/ 4921246 w 4940931"/>
                <a:gd name="connsiteY13" fmla="*/ 107314 h 138429"/>
                <a:gd name="connsiteX14" fmla="*/ 4918706 w 4940931"/>
                <a:gd name="connsiteY14" fmla="*/ 103504 h 138429"/>
                <a:gd name="connsiteX15" fmla="*/ 4918071 w 4940931"/>
                <a:gd name="connsiteY15" fmla="*/ 99059 h 138429"/>
                <a:gd name="connsiteX16" fmla="*/ 4918706 w 4940931"/>
                <a:gd name="connsiteY16" fmla="*/ 94614 h 138429"/>
                <a:gd name="connsiteX17" fmla="*/ 4921246 w 4940931"/>
                <a:gd name="connsiteY17" fmla="*/ 90804 h 138429"/>
                <a:gd name="connsiteX18" fmla="*/ 4925056 w 4940931"/>
                <a:gd name="connsiteY18" fmla="*/ 88264 h 138429"/>
                <a:gd name="connsiteX19" fmla="*/ 4929501 w 4940931"/>
                <a:gd name="connsiteY19" fmla="*/ 87629 h 138429"/>
                <a:gd name="connsiteX20" fmla="*/ 3079110 w 4940931"/>
                <a:gd name="connsiteY20" fmla="*/ 87629 h 138429"/>
                <a:gd name="connsiteX21" fmla="*/ 3083555 w 4940931"/>
                <a:gd name="connsiteY21" fmla="*/ 88264 h 138429"/>
                <a:gd name="connsiteX22" fmla="*/ 3087365 w 4940931"/>
                <a:gd name="connsiteY22" fmla="*/ 90804 h 138429"/>
                <a:gd name="connsiteX23" fmla="*/ 3089905 w 4940931"/>
                <a:gd name="connsiteY23" fmla="*/ 94614 h 138429"/>
                <a:gd name="connsiteX24" fmla="*/ 3090540 w 4940931"/>
                <a:gd name="connsiteY24" fmla="*/ 99059 h 138429"/>
                <a:gd name="connsiteX25" fmla="*/ 3089905 w 4940931"/>
                <a:gd name="connsiteY25" fmla="*/ 103504 h 138429"/>
                <a:gd name="connsiteX26" fmla="*/ 3087365 w 4940931"/>
                <a:gd name="connsiteY26" fmla="*/ 107314 h 138429"/>
                <a:gd name="connsiteX27" fmla="*/ 3083555 w 4940931"/>
                <a:gd name="connsiteY27" fmla="*/ 109854 h 138429"/>
                <a:gd name="connsiteX28" fmla="*/ 3079110 w 4940931"/>
                <a:gd name="connsiteY28" fmla="*/ 110489 h 138429"/>
                <a:gd name="connsiteX29" fmla="*/ 3074665 w 4940931"/>
                <a:gd name="connsiteY29" fmla="*/ 109854 h 138429"/>
                <a:gd name="connsiteX30" fmla="*/ 3070855 w 4940931"/>
                <a:gd name="connsiteY30" fmla="*/ 107314 h 138429"/>
                <a:gd name="connsiteX31" fmla="*/ 3068315 w 4940931"/>
                <a:gd name="connsiteY31" fmla="*/ 103504 h 138429"/>
                <a:gd name="connsiteX32" fmla="*/ 3067680 w 4940931"/>
                <a:gd name="connsiteY32" fmla="*/ 99059 h 138429"/>
                <a:gd name="connsiteX33" fmla="*/ 3068315 w 4940931"/>
                <a:gd name="connsiteY33" fmla="*/ 94614 h 138429"/>
                <a:gd name="connsiteX34" fmla="*/ 3070855 w 4940931"/>
                <a:gd name="connsiteY34" fmla="*/ 90804 h 138429"/>
                <a:gd name="connsiteX35" fmla="*/ 3074665 w 4940931"/>
                <a:gd name="connsiteY35" fmla="*/ 88264 h 138429"/>
                <a:gd name="connsiteX36" fmla="*/ 3079110 w 4940931"/>
                <a:gd name="connsiteY36" fmla="*/ 87629 h 138429"/>
                <a:gd name="connsiteX37" fmla="*/ 1565275 w 4940931"/>
                <a:gd name="connsiteY37" fmla="*/ 87629 h 138429"/>
                <a:gd name="connsiteX38" fmla="*/ 1569720 w 4940931"/>
                <a:gd name="connsiteY38" fmla="*/ 88264 h 138429"/>
                <a:gd name="connsiteX39" fmla="*/ 1573529 w 4940931"/>
                <a:gd name="connsiteY39" fmla="*/ 90804 h 138429"/>
                <a:gd name="connsiteX40" fmla="*/ 1576069 w 4940931"/>
                <a:gd name="connsiteY40" fmla="*/ 94614 h 138429"/>
                <a:gd name="connsiteX41" fmla="*/ 1576705 w 4940931"/>
                <a:gd name="connsiteY41" fmla="*/ 99059 h 138429"/>
                <a:gd name="connsiteX42" fmla="*/ 1576069 w 4940931"/>
                <a:gd name="connsiteY42" fmla="*/ 103504 h 138429"/>
                <a:gd name="connsiteX43" fmla="*/ 1573529 w 4940931"/>
                <a:gd name="connsiteY43" fmla="*/ 107314 h 138429"/>
                <a:gd name="connsiteX44" fmla="*/ 1569720 w 4940931"/>
                <a:gd name="connsiteY44" fmla="*/ 109854 h 138429"/>
                <a:gd name="connsiteX45" fmla="*/ 1565275 w 4940931"/>
                <a:gd name="connsiteY45" fmla="*/ 110489 h 138429"/>
                <a:gd name="connsiteX46" fmla="*/ 1560830 w 4940931"/>
                <a:gd name="connsiteY46" fmla="*/ 109854 h 138429"/>
                <a:gd name="connsiteX47" fmla="*/ 1557020 w 4940931"/>
                <a:gd name="connsiteY47" fmla="*/ 107314 h 138429"/>
                <a:gd name="connsiteX48" fmla="*/ 1554479 w 4940931"/>
                <a:gd name="connsiteY48" fmla="*/ 103504 h 138429"/>
                <a:gd name="connsiteX49" fmla="*/ 1553844 w 4940931"/>
                <a:gd name="connsiteY49" fmla="*/ 99059 h 138429"/>
                <a:gd name="connsiteX50" fmla="*/ 1554479 w 4940931"/>
                <a:gd name="connsiteY50" fmla="*/ 94614 h 138429"/>
                <a:gd name="connsiteX51" fmla="*/ 1557020 w 4940931"/>
                <a:gd name="connsiteY51" fmla="*/ 90804 h 138429"/>
                <a:gd name="connsiteX52" fmla="*/ 1560830 w 4940931"/>
                <a:gd name="connsiteY52" fmla="*/ 88264 h 138429"/>
                <a:gd name="connsiteX53" fmla="*/ 1565275 w 4940931"/>
                <a:gd name="connsiteY53" fmla="*/ 87629 h 138429"/>
                <a:gd name="connsiteX54" fmla="*/ 2642230 w 4940931"/>
                <a:gd name="connsiteY54" fmla="*/ 73024 h 138429"/>
                <a:gd name="connsiteX55" fmla="*/ 2630800 w 4940931"/>
                <a:gd name="connsiteY55" fmla="*/ 76199 h 138429"/>
                <a:gd name="connsiteX56" fmla="*/ 2626355 w 4940931"/>
                <a:gd name="connsiteY56" fmla="*/ 84454 h 138429"/>
                <a:gd name="connsiteX57" fmla="*/ 2627625 w 4940931"/>
                <a:gd name="connsiteY57" fmla="*/ 90169 h 138429"/>
                <a:gd name="connsiteX58" fmla="*/ 2630800 w 4940931"/>
                <a:gd name="connsiteY58" fmla="*/ 93979 h 138429"/>
                <a:gd name="connsiteX59" fmla="*/ 2635245 w 4940931"/>
                <a:gd name="connsiteY59" fmla="*/ 96519 h 138429"/>
                <a:gd name="connsiteX60" fmla="*/ 2641595 w 4940931"/>
                <a:gd name="connsiteY60" fmla="*/ 97154 h 138429"/>
                <a:gd name="connsiteX61" fmla="*/ 2647310 w 4940931"/>
                <a:gd name="connsiteY61" fmla="*/ 96519 h 138429"/>
                <a:gd name="connsiteX62" fmla="*/ 2652390 w 4940931"/>
                <a:gd name="connsiteY62" fmla="*/ 93979 h 138429"/>
                <a:gd name="connsiteX63" fmla="*/ 2656835 w 4940931"/>
                <a:gd name="connsiteY63" fmla="*/ 90804 h 138429"/>
                <a:gd name="connsiteX64" fmla="*/ 2660010 w 4940931"/>
                <a:gd name="connsiteY64" fmla="*/ 86994 h 138429"/>
                <a:gd name="connsiteX65" fmla="*/ 2660010 w 4940931"/>
                <a:gd name="connsiteY65" fmla="*/ 75564 h 138429"/>
                <a:gd name="connsiteX66" fmla="*/ 2656200 w 4940931"/>
                <a:gd name="connsiteY66" fmla="*/ 74294 h 138429"/>
                <a:gd name="connsiteX67" fmla="*/ 2652390 w 4940931"/>
                <a:gd name="connsiteY67" fmla="*/ 73659 h 138429"/>
                <a:gd name="connsiteX68" fmla="*/ 2647945 w 4940931"/>
                <a:gd name="connsiteY68" fmla="*/ 73024 h 138429"/>
                <a:gd name="connsiteX69" fmla="*/ 2642230 w 4940931"/>
                <a:gd name="connsiteY69" fmla="*/ 73024 h 138429"/>
                <a:gd name="connsiteX70" fmla="*/ 4664706 w 4940931"/>
                <a:gd name="connsiteY70" fmla="*/ 43814 h 138429"/>
                <a:gd name="connsiteX71" fmla="*/ 4657086 w 4940931"/>
                <a:gd name="connsiteY71" fmla="*/ 45719 h 138429"/>
                <a:gd name="connsiteX72" fmla="*/ 4651371 w 4940931"/>
                <a:gd name="connsiteY72" fmla="*/ 50799 h 138429"/>
                <a:gd name="connsiteX73" fmla="*/ 4647561 w 4940931"/>
                <a:gd name="connsiteY73" fmla="*/ 59054 h 138429"/>
                <a:gd name="connsiteX74" fmla="*/ 4646291 w 4940931"/>
                <a:gd name="connsiteY74" fmla="*/ 69849 h 138429"/>
                <a:gd name="connsiteX75" fmla="*/ 4647561 w 4940931"/>
                <a:gd name="connsiteY75" fmla="*/ 81279 h 138429"/>
                <a:gd name="connsiteX76" fmla="*/ 4651371 w 4940931"/>
                <a:gd name="connsiteY76" fmla="*/ 89534 h 138429"/>
                <a:gd name="connsiteX77" fmla="*/ 4657721 w 4940931"/>
                <a:gd name="connsiteY77" fmla="*/ 94614 h 138429"/>
                <a:gd name="connsiteX78" fmla="*/ 4665341 w 4940931"/>
                <a:gd name="connsiteY78" fmla="*/ 96519 h 138429"/>
                <a:gd name="connsiteX79" fmla="*/ 4672961 w 4940931"/>
                <a:gd name="connsiteY79" fmla="*/ 94614 h 138429"/>
                <a:gd name="connsiteX80" fmla="*/ 4678676 w 4940931"/>
                <a:gd name="connsiteY80" fmla="*/ 88899 h 138429"/>
                <a:gd name="connsiteX81" fmla="*/ 4682486 w 4940931"/>
                <a:gd name="connsiteY81" fmla="*/ 80644 h 138429"/>
                <a:gd name="connsiteX82" fmla="*/ 4683756 w 4940931"/>
                <a:gd name="connsiteY82" fmla="*/ 70484 h 138429"/>
                <a:gd name="connsiteX83" fmla="*/ 4684391 w 4940931"/>
                <a:gd name="connsiteY83" fmla="*/ 69849 h 138429"/>
                <a:gd name="connsiteX84" fmla="*/ 4683121 w 4940931"/>
                <a:gd name="connsiteY84" fmla="*/ 59054 h 138429"/>
                <a:gd name="connsiteX85" fmla="*/ 4679311 w 4940931"/>
                <a:gd name="connsiteY85" fmla="*/ 50799 h 138429"/>
                <a:gd name="connsiteX86" fmla="*/ 4672961 w 4940931"/>
                <a:gd name="connsiteY86" fmla="*/ 45719 h 138429"/>
                <a:gd name="connsiteX87" fmla="*/ 4664706 w 4940931"/>
                <a:gd name="connsiteY87" fmla="*/ 43814 h 138429"/>
                <a:gd name="connsiteX88" fmla="*/ 4264020 w 4940931"/>
                <a:gd name="connsiteY88" fmla="*/ 43814 h 138429"/>
                <a:gd name="connsiteX89" fmla="*/ 4256400 w 4940931"/>
                <a:gd name="connsiteY89" fmla="*/ 45719 h 138429"/>
                <a:gd name="connsiteX90" fmla="*/ 4250685 w 4940931"/>
                <a:gd name="connsiteY90" fmla="*/ 50799 h 138429"/>
                <a:gd name="connsiteX91" fmla="*/ 4246875 w 4940931"/>
                <a:gd name="connsiteY91" fmla="*/ 59054 h 138429"/>
                <a:gd name="connsiteX92" fmla="*/ 4245605 w 4940931"/>
                <a:gd name="connsiteY92" fmla="*/ 69849 h 138429"/>
                <a:gd name="connsiteX93" fmla="*/ 4246875 w 4940931"/>
                <a:gd name="connsiteY93" fmla="*/ 81279 h 138429"/>
                <a:gd name="connsiteX94" fmla="*/ 4250685 w 4940931"/>
                <a:gd name="connsiteY94" fmla="*/ 89534 h 138429"/>
                <a:gd name="connsiteX95" fmla="*/ 4257035 w 4940931"/>
                <a:gd name="connsiteY95" fmla="*/ 94614 h 138429"/>
                <a:gd name="connsiteX96" fmla="*/ 4264655 w 4940931"/>
                <a:gd name="connsiteY96" fmla="*/ 96519 h 138429"/>
                <a:gd name="connsiteX97" fmla="*/ 4272275 w 4940931"/>
                <a:gd name="connsiteY97" fmla="*/ 94614 h 138429"/>
                <a:gd name="connsiteX98" fmla="*/ 4277990 w 4940931"/>
                <a:gd name="connsiteY98" fmla="*/ 88899 h 138429"/>
                <a:gd name="connsiteX99" fmla="*/ 4281800 w 4940931"/>
                <a:gd name="connsiteY99" fmla="*/ 80644 h 138429"/>
                <a:gd name="connsiteX100" fmla="*/ 4283070 w 4940931"/>
                <a:gd name="connsiteY100" fmla="*/ 70484 h 138429"/>
                <a:gd name="connsiteX101" fmla="*/ 4283705 w 4940931"/>
                <a:gd name="connsiteY101" fmla="*/ 69849 h 138429"/>
                <a:gd name="connsiteX102" fmla="*/ 4282435 w 4940931"/>
                <a:gd name="connsiteY102" fmla="*/ 59054 h 138429"/>
                <a:gd name="connsiteX103" fmla="*/ 4278625 w 4940931"/>
                <a:gd name="connsiteY103" fmla="*/ 50799 h 138429"/>
                <a:gd name="connsiteX104" fmla="*/ 4272275 w 4940931"/>
                <a:gd name="connsiteY104" fmla="*/ 45719 h 138429"/>
                <a:gd name="connsiteX105" fmla="*/ 4264020 w 4940931"/>
                <a:gd name="connsiteY105" fmla="*/ 43814 h 138429"/>
                <a:gd name="connsiteX106" fmla="*/ 1420495 w 4940931"/>
                <a:gd name="connsiteY106" fmla="*/ 43814 h 138429"/>
                <a:gd name="connsiteX107" fmla="*/ 1412875 w 4940931"/>
                <a:gd name="connsiteY107" fmla="*/ 45719 h 138429"/>
                <a:gd name="connsiteX108" fmla="*/ 1407160 w 4940931"/>
                <a:gd name="connsiteY108" fmla="*/ 50799 h 138429"/>
                <a:gd name="connsiteX109" fmla="*/ 1403350 w 4940931"/>
                <a:gd name="connsiteY109" fmla="*/ 59054 h 138429"/>
                <a:gd name="connsiteX110" fmla="*/ 1402080 w 4940931"/>
                <a:gd name="connsiteY110" fmla="*/ 69849 h 138429"/>
                <a:gd name="connsiteX111" fmla="*/ 1403350 w 4940931"/>
                <a:gd name="connsiteY111" fmla="*/ 81279 h 138429"/>
                <a:gd name="connsiteX112" fmla="*/ 1407160 w 4940931"/>
                <a:gd name="connsiteY112" fmla="*/ 89534 h 138429"/>
                <a:gd name="connsiteX113" fmla="*/ 1413510 w 4940931"/>
                <a:gd name="connsiteY113" fmla="*/ 94614 h 138429"/>
                <a:gd name="connsiteX114" fmla="*/ 1421130 w 4940931"/>
                <a:gd name="connsiteY114" fmla="*/ 96519 h 138429"/>
                <a:gd name="connsiteX115" fmla="*/ 1428750 w 4940931"/>
                <a:gd name="connsiteY115" fmla="*/ 94614 h 138429"/>
                <a:gd name="connsiteX116" fmla="*/ 1434465 w 4940931"/>
                <a:gd name="connsiteY116" fmla="*/ 88899 h 138429"/>
                <a:gd name="connsiteX117" fmla="*/ 1438275 w 4940931"/>
                <a:gd name="connsiteY117" fmla="*/ 80644 h 138429"/>
                <a:gd name="connsiteX118" fmla="*/ 1439545 w 4940931"/>
                <a:gd name="connsiteY118" fmla="*/ 70484 h 138429"/>
                <a:gd name="connsiteX119" fmla="*/ 1440180 w 4940931"/>
                <a:gd name="connsiteY119" fmla="*/ 69849 h 138429"/>
                <a:gd name="connsiteX120" fmla="*/ 1438910 w 4940931"/>
                <a:gd name="connsiteY120" fmla="*/ 59054 h 138429"/>
                <a:gd name="connsiteX121" fmla="*/ 1435100 w 4940931"/>
                <a:gd name="connsiteY121" fmla="*/ 50799 h 138429"/>
                <a:gd name="connsiteX122" fmla="*/ 1428750 w 4940931"/>
                <a:gd name="connsiteY122" fmla="*/ 45719 h 138429"/>
                <a:gd name="connsiteX123" fmla="*/ 1420495 w 4940931"/>
                <a:gd name="connsiteY123" fmla="*/ 43814 h 138429"/>
                <a:gd name="connsiteX124" fmla="*/ 4041770 w 4940931"/>
                <a:gd name="connsiteY124" fmla="*/ 43180 h 138429"/>
                <a:gd name="connsiteX125" fmla="*/ 4034785 w 4940931"/>
                <a:gd name="connsiteY125" fmla="*/ 44450 h 138429"/>
                <a:gd name="connsiteX126" fmla="*/ 4029705 w 4940931"/>
                <a:gd name="connsiteY126" fmla="*/ 48260 h 138429"/>
                <a:gd name="connsiteX127" fmla="*/ 4025895 w 4940931"/>
                <a:gd name="connsiteY127" fmla="*/ 54610 h 138429"/>
                <a:gd name="connsiteX128" fmla="*/ 4023990 w 4940931"/>
                <a:gd name="connsiteY128" fmla="*/ 62865 h 138429"/>
                <a:gd name="connsiteX129" fmla="*/ 4060185 w 4940931"/>
                <a:gd name="connsiteY129" fmla="*/ 62865 h 138429"/>
                <a:gd name="connsiteX130" fmla="*/ 4058915 w 4940931"/>
                <a:gd name="connsiteY130" fmla="*/ 55245 h 138429"/>
                <a:gd name="connsiteX131" fmla="*/ 4055740 w 4940931"/>
                <a:gd name="connsiteY131" fmla="*/ 48895 h 138429"/>
                <a:gd name="connsiteX132" fmla="*/ 4050025 w 4940931"/>
                <a:gd name="connsiteY132" fmla="*/ 44450 h 138429"/>
                <a:gd name="connsiteX133" fmla="*/ 4041770 w 4940931"/>
                <a:gd name="connsiteY133" fmla="*/ 43180 h 138429"/>
                <a:gd name="connsiteX134" fmla="*/ 3728081 w 4940931"/>
                <a:gd name="connsiteY134" fmla="*/ 43180 h 138429"/>
                <a:gd name="connsiteX135" fmla="*/ 3721096 w 4940931"/>
                <a:gd name="connsiteY135" fmla="*/ 44450 h 138429"/>
                <a:gd name="connsiteX136" fmla="*/ 3716016 w 4940931"/>
                <a:gd name="connsiteY136" fmla="*/ 48260 h 138429"/>
                <a:gd name="connsiteX137" fmla="*/ 3712206 w 4940931"/>
                <a:gd name="connsiteY137" fmla="*/ 54610 h 138429"/>
                <a:gd name="connsiteX138" fmla="*/ 3710301 w 4940931"/>
                <a:gd name="connsiteY138" fmla="*/ 62865 h 138429"/>
                <a:gd name="connsiteX139" fmla="*/ 3746496 w 4940931"/>
                <a:gd name="connsiteY139" fmla="*/ 62865 h 138429"/>
                <a:gd name="connsiteX140" fmla="*/ 3745226 w 4940931"/>
                <a:gd name="connsiteY140" fmla="*/ 55245 h 138429"/>
                <a:gd name="connsiteX141" fmla="*/ 3742051 w 4940931"/>
                <a:gd name="connsiteY141" fmla="*/ 48895 h 138429"/>
                <a:gd name="connsiteX142" fmla="*/ 3736336 w 4940931"/>
                <a:gd name="connsiteY142" fmla="*/ 44450 h 138429"/>
                <a:gd name="connsiteX143" fmla="*/ 3728081 w 4940931"/>
                <a:gd name="connsiteY143" fmla="*/ 43180 h 138429"/>
                <a:gd name="connsiteX144" fmla="*/ 3541391 w 4940931"/>
                <a:gd name="connsiteY144" fmla="*/ 43180 h 138429"/>
                <a:gd name="connsiteX145" fmla="*/ 3534406 w 4940931"/>
                <a:gd name="connsiteY145" fmla="*/ 44450 h 138429"/>
                <a:gd name="connsiteX146" fmla="*/ 3529326 w 4940931"/>
                <a:gd name="connsiteY146" fmla="*/ 48260 h 138429"/>
                <a:gd name="connsiteX147" fmla="*/ 3525516 w 4940931"/>
                <a:gd name="connsiteY147" fmla="*/ 54610 h 138429"/>
                <a:gd name="connsiteX148" fmla="*/ 3523611 w 4940931"/>
                <a:gd name="connsiteY148" fmla="*/ 62865 h 138429"/>
                <a:gd name="connsiteX149" fmla="*/ 3559806 w 4940931"/>
                <a:gd name="connsiteY149" fmla="*/ 62865 h 138429"/>
                <a:gd name="connsiteX150" fmla="*/ 3558536 w 4940931"/>
                <a:gd name="connsiteY150" fmla="*/ 55245 h 138429"/>
                <a:gd name="connsiteX151" fmla="*/ 3555361 w 4940931"/>
                <a:gd name="connsiteY151" fmla="*/ 48895 h 138429"/>
                <a:gd name="connsiteX152" fmla="*/ 3549646 w 4940931"/>
                <a:gd name="connsiteY152" fmla="*/ 44450 h 138429"/>
                <a:gd name="connsiteX153" fmla="*/ 3541391 w 4940931"/>
                <a:gd name="connsiteY153" fmla="*/ 43180 h 138429"/>
                <a:gd name="connsiteX154" fmla="*/ 3463285 w 4940931"/>
                <a:gd name="connsiteY154" fmla="*/ 43180 h 138429"/>
                <a:gd name="connsiteX155" fmla="*/ 3458205 w 4940931"/>
                <a:gd name="connsiteY155" fmla="*/ 43815 h 138429"/>
                <a:gd name="connsiteX156" fmla="*/ 3453125 w 4940931"/>
                <a:gd name="connsiteY156" fmla="*/ 45720 h 138429"/>
                <a:gd name="connsiteX157" fmla="*/ 3448680 w 4940931"/>
                <a:gd name="connsiteY157" fmla="*/ 48895 h 138429"/>
                <a:gd name="connsiteX158" fmla="*/ 3445505 w 4940931"/>
                <a:gd name="connsiteY158" fmla="*/ 52705 h 138429"/>
                <a:gd name="connsiteX159" fmla="*/ 3445505 w 4940931"/>
                <a:gd name="connsiteY159" fmla="*/ 85725 h 138429"/>
                <a:gd name="connsiteX160" fmla="*/ 3448680 w 4940931"/>
                <a:gd name="connsiteY160" fmla="*/ 89535 h 138429"/>
                <a:gd name="connsiteX161" fmla="*/ 3453125 w 4940931"/>
                <a:gd name="connsiteY161" fmla="*/ 92710 h 138429"/>
                <a:gd name="connsiteX162" fmla="*/ 3458205 w 4940931"/>
                <a:gd name="connsiteY162" fmla="*/ 95250 h 138429"/>
                <a:gd name="connsiteX163" fmla="*/ 3463920 w 4940931"/>
                <a:gd name="connsiteY163" fmla="*/ 95885 h 138429"/>
                <a:gd name="connsiteX164" fmla="*/ 3476620 w 4940931"/>
                <a:gd name="connsiteY164" fmla="*/ 89535 h 138429"/>
                <a:gd name="connsiteX165" fmla="*/ 3481065 w 4940931"/>
                <a:gd name="connsiteY165" fmla="*/ 71120 h 138429"/>
                <a:gd name="connsiteX166" fmla="*/ 3480430 w 4940931"/>
                <a:gd name="connsiteY166" fmla="*/ 71755 h 138429"/>
                <a:gd name="connsiteX167" fmla="*/ 3475985 w 4940931"/>
                <a:gd name="connsiteY167" fmla="*/ 50165 h 138429"/>
                <a:gd name="connsiteX168" fmla="*/ 3463285 w 4940931"/>
                <a:gd name="connsiteY168" fmla="*/ 43180 h 138429"/>
                <a:gd name="connsiteX169" fmla="*/ 3343271 w 4940931"/>
                <a:gd name="connsiteY169" fmla="*/ 43180 h 138429"/>
                <a:gd name="connsiteX170" fmla="*/ 3336286 w 4940931"/>
                <a:gd name="connsiteY170" fmla="*/ 44450 h 138429"/>
                <a:gd name="connsiteX171" fmla="*/ 3331206 w 4940931"/>
                <a:gd name="connsiteY171" fmla="*/ 48260 h 138429"/>
                <a:gd name="connsiteX172" fmla="*/ 3327396 w 4940931"/>
                <a:gd name="connsiteY172" fmla="*/ 54610 h 138429"/>
                <a:gd name="connsiteX173" fmla="*/ 3325491 w 4940931"/>
                <a:gd name="connsiteY173" fmla="*/ 62865 h 138429"/>
                <a:gd name="connsiteX174" fmla="*/ 3361686 w 4940931"/>
                <a:gd name="connsiteY174" fmla="*/ 62865 h 138429"/>
                <a:gd name="connsiteX175" fmla="*/ 3360416 w 4940931"/>
                <a:gd name="connsiteY175" fmla="*/ 55245 h 138429"/>
                <a:gd name="connsiteX176" fmla="*/ 3357241 w 4940931"/>
                <a:gd name="connsiteY176" fmla="*/ 48895 h 138429"/>
                <a:gd name="connsiteX177" fmla="*/ 3351526 w 4940931"/>
                <a:gd name="connsiteY177" fmla="*/ 44450 h 138429"/>
                <a:gd name="connsiteX178" fmla="*/ 3343271 w 4940931"/>
                <a:gd name="connsiteY178" fmla="*/ 43180 h 138429"/>
                <a:gd name="connsiteX179" fmla="*/ 2976876 w 4940931"/>
                <a:gd name="connsiteY179" fmla="*/ 43180 h 138429"/>
                <a:gd name="connsiteX180" fmla="*/ 2969891 w 4940931"/>
                <a:gd name="connsiteY180" fmla="*/ 44450 h 138429"/>
                <a:gd name="connsiteX181" fmla="*/ 2964811 w 4940931"/>
                <a:gd name="connsiteY181" fmla="*/ 48260 h 138429"/>
                <a:gd name="connsiteX182" fmla="*/ 2961001 w 4940931"/>
                <a:gd name="connsiteY182" fmla="*/ 54610 h 138429"/>
                <a:gd name="connsiteX183" fmla="*/ 2959096 w 4940931"/>
                <a:gd name="connsiteY183" fmla="*/ 62865 h 138429"/>
                <a:gd name="connsiteX184" fmla="*/ 2995291 w 4940931"/>
                <a:gd name="connsiteY184" fmla="*/ 62865 h 138429"/>
                <a:gd name="connsiteX185" fmla="*/ 2994021 w 4940931"/>
                <a:gd name="connsiteY185" fmla="*/ 55245 h 138429"/>
                <a:gd name="connsiteX186" fmla="*/ 2990846 w 4940931"/>
                <a:gd name="connsiteY186" fmla="*/ 48895 h 138429"/>
                <a:gd name="connsiteX187" fmla="*/ 2985131 w 4940931"/>
                <a:gd name="connsiteY187" fmla="*/ 44450 h 138429"/>
                <a:gd name="connsiteX188" fmla="*/ 2976876 w 4940931"/>
                <a:gd name="connsiteY188" fmla="*/ 43180 h 138429"/>
                <a:gd name="connsiteX189" fmla="*/ 2527930 w 4940931"/>
                <a:gd name="connsiteY189" fmla="*/ 43180 h 138429"/>
                <a:gd name="connsiteX190" fmla="*/ 2520945 w 4940931"/>
                <a:gd name="connsiteY190" fmla="*/ 44450 h 138429"/>
                <a:gd name="connsiteX191" fmla="*/ 2515865 w 4940931"/>
                <a:gd name="connsiteY191" fmla="*/ 48260 h 138429"/>
                <a:gd name="connsiteX192" fmla="*/ 2512055 w 4940931"/>
                <a:gd name="connsiteY192" fmla="*/ 54610 h 138429"/>
                <a:gd name="connsiteX193" fmla="*/ 2510150 w 4940931"/>
                <a:gd name="connsiteY193" fmla="*/ 62865 h 138429"/>
                <a:gd name="connsiteX194" fmla="*/ 2546345 w 4940931"/>
                <a:gd name="connsiteY194" fmla="*/ 62865 h 138429"/>
                <a:gd name="connsiteX195" fmla="*/ 2545075 w 4940931"/>
                <a:gd name="connsiteY195" fmla="*/ 55245 h 138429"/>
                <a:gd name="connsiteX196" fmla="*/ 2541900 w 4940931"/>
                <a:gd name="connsiteY196" fmla="*/ 48895 h 138429"/>
                <a:gd name="connsiteX197" fmla="*/ 2536185 w 4940931"/>
                <a:gd name="connsiteY197" fmla="*/ 44450 h 138429"/>
                <a:gd name="connsiteX198" fmla="*/ 2527930 w 4940931"/>
                <a:gd name="connsiteY198" fmla="*/ 43180 h 138429"/>
                <a:gd name="connsiteX199" fmla="*/ 2214240 w 4940931"/>
                <a:gd name="connsiteY199" fmla="*/ 43180 h 138429"/>
                <a:gd name="connsiteX200" fmla="*/ 2207255 w 4940931"/>
                <a:gd name="connsiteY200" fmla="*/ 44450 h 138429"/>
                <a:gd name="connsiteX201" fmla="*/ 2202175 w 4940931"/>
                <a:gd name="connsiteY201" fmla="*/ 48260 h 138429"/>
                <a:gd name="connsiteX202" fmla="*/ 2198365 w 4940931"/>
                <a:gd name="connsiteY202" fmla="*/ 54610 h 138429"/>
                <a:gd name="connsiteX203" fmla="*/ 2196460 w 4940931"/>
                <a:gd name="connsiteY203" fmla="*/ 62865 h 138429"/>
                <a:gd name="connsiteX204" fmla="*/ 2232655 w 4940931"/>
                <a:gd name="connsiteY204" fmla="*/ 62865 h 138429"/>
                <a:gd name="connsiteX205" fmla="*/ 2231385 w 4940931"/>
                <a:gd name="connsiteY205" fmla="*/ 55245 h 138429"/>
                <a:gd name="connsiteX206" fmla="*/ 2228210 w 4940931"/>
                <a:gd name="connsiteY206" fmla="*/ 48895 h 138429"/>
                <a:gd name="connsiteX207" fmla="*/ 2222495 w 4940931"/>
                <a:gd name="connsiteY207" fmla="*/ 44450 h 138429"/>
                <a:gd name="connsiteX208" fmla="*/ 2214240 w 4940931"/>
                <a:gd name="connsiteY208" fmla="*/ 43180 h 138429"/>
                <a:gd name="connsiteX209" fmla="*/ 2027551 w 4940931"/>
                <a:gd name="connsiteY209" fmla="*/ 43180 h 138429"/>
                <a:gd name="connsiteX210" fmla="*/ 2020566 w 4940931"/>
                <a:gd name="connsiteY210" fmla="*/ 44450 h 138429"/>
                <a:gd name="connsiteX211" fmla="*/ 2015486 w 4940931"/>
                <a:gd name="connsiteY211" fmla="*/ 48260 h 138429"/>
                <a:gd name="connsiteX212" fmla="*/ 2011676 w 4940931"/>
                <a:gd name="connsiteY212" fmla="*/ 54610 h 138429"/>
                <a:gd name="connsiteX213" fmla="*/ 2009771 w 4940931"/>
                <a:gd name="connsiteY213" fmla="*/ 62865 h 138429"/>
                <a:gd name="connsiteX214" fmla="*/ 2045966 w 4940931"/>
                <a:gd name="connsiteY214" fmla="*/ 62865 h 138429"/>
                <a:gd name="connsiteX215" fmla="*/ 2044696 w 4940931"/>
                <a:gd name="connsiteY215" fmla="*/ 55245 h 138429"/>
                <a:gd name="connsiteX216" fmla="*/ 2041521 w 4940931"/>
                <a:gd name="connsiteY216" fmla="*/ 48895 h 138429"/>
                <a:gd name="connsiteX217" fmla="*/ 2035806 w 4940931"/>
                <a:gd name="connsiteY217" fmla="*/ 44450 h 138429"/>
                <a:gd name="connsiteX218" fmla="*/ 2027551 w 4940931"/>
                <a:gd name="connsiteY218" fmla="*/ 43180 h 138429"/>
                <a:gd name="connsiteX219" fmla="*/ 1949445 w 4940931"/>
                <a:gd name="connsiteY219" fmla="*/ 43180 h 138429"/>
                <a:gd name="connsiteX220" fmla="*/ 1944365 w 4940931"/>
                <a:gd name="connsiteY220" fmla="*/ 43815 h 138429"/>
                <a:gd name="connsiteX221" fmla="*/ 1939285 w 4940931"/>
                <a:gd name="connsiteY221" fmla="*/ 45720 h 138429"/>
                <a:gd name="connsiteX222" fmla="*/ 1934840 w 4940931"/>
                <a:gd name="connsiteY222" fmla="*/ 48895 h 138429"/>
                <a:gd name="connsiteX223" fmla="*/ 1931665 w 4940931"/>
                <a:gd name="connsiteY223" fmla="*/ 52705 h 138429"/>
                <a:gd name="connsiteX224" fmla="*/ 1931665 w 4940931"/>
                <a:gd name="connsiteY224" fmla="*/ 85725 h 138429"/>
                <a:gd name="connsiteX225" fmla="*/ 1934840 w 4940931"/>
                <a:gd name="connsiteY225" fmla="*/ 89535 h 138429"/>
                <a:gd name="connsiteX226" fmla="*/ 1939285 w 4940931"/>
                <a:gd name="connsiteY226" fmla="*/ 92710 h 138429"/>
                <a:gd name="connsiteX227" fmla="*/ 1944365 w 4940931"/>
                <a:gd name="connsiteY227" fmla="*/ 95250 h 138429"/>
                <a:gd name="connsiteX228" fmla="*/ 1950080 w 4940931"/>
                <a:gd name="connsiteY228" fmla="*/ 95885 h 138429"/>
                <a:gd name="connsiteX229" fmla="*/ 1962780 w 4940931"/>
                <a:gd name="connsiteY229" fmla="*/ 89535 h 138429"/>
                <a:gd name="connsiteX230" fmla="*/ 1967225 w 4940931"/>
                <a:gd name="connsiteY230" fmla="*/ 71120 h 138429"/>
                <a:gd name="connsiteX231" fmla="*/ 1966590 w 4940931"/>
                <a:gd name="connsiteY231" fmla="*/ 71755 h 138429"/>
                <a:gd name="connsiteX232" fmla="*/ 1962145 w 4940931"/>
                <a:gd name="connsiteY232" fmla="*/ 50165 h 138429"/>
                <a:gd name="connsiteX233" fmla="*/ 1949445 w 4940931"/>
                <a:gd name="connsiteY233" fmla="*/ 43180 h 138429"/>
                <a:gd name="connsiteX234" fmla="*/ 1829431 w 4940931"/>
                <a:gd name="connsiteY234" fmla="*/ 43180 h 138429"/>
                <a:gd name="connsiteX235" fmla="*/ 1822446 w 4940931"/>
                <a:gd name="connsiteY235" fmla="*/ 44450 h 138429"/>
                <a:gd name="connsiteX236" fmla="*/ 1817366 w 4940931"/>
                <a:gd name="connsiteY236" fmla="*/ 48260 h 138429"/>
                <a:gd name="connsiteX237" fmla="*/ 1813556 w 4940931"/>
                <a:gd name="connsiteY237" fmla="*/ 54610 h 138429"/>
                <a:gd name="connsiteX238" fmla="*/ 1811651 w 4940931"/>
                <a:gd name="connsiteY238" fmla="*/ 62865 h 138429"/>
                <a:gd name="connsiteX239" fmla="*/ 1847846 w 4940931"/>
                <a:gd name="connsiteY239" fmla="*/ 62865 h 138429"/>
                <a:gd name="connsiteX240" fmla="*/ 1846576 w 4940931"/>
                <a:gd name="connsiteY240" fmla="*/ 55245 h 138429"/>
                <a:gd name="connsiteX241" fmla="*/ 1843401 w 4940931"/>
                <a:gd name="connsiteY241" fmla="*/ 48895 h 138429"/>
                <a:gd name="connsiteX242" fmla="*/ 1837686 w 4940931"/>
                <a:gd name="connsiteY242" fmla="*/ 44450 h 138429"/>
                <a:gd name="connsiteX243" fmla="*/ 1829431 w 4940931"/>
                <a:gd name="connsiteY243" fmla="*/ 43180 h 138429"/>
                <a:gd name="connsiteX244" fmla="*/ 1178561 w 4940931"/>
                <a:gd name="connsiteY244" fmla="*/ 43180 h 138429"/>
                <a:gd name="connsiteX245" fmla="*/ 1171576 w 4940931"/>
                <a:gd name="connsiteY245" fmla="*/ 44450 h 138429"/>
                <a:gd name="connsiteX246" fmla="*/ 1166496 w 4940931"/>
                <a:gd name="connsiteY246" fmla="*/ 48260 h 138429"/>
                <a:gd name="connsiteX247" fmla="*/ 1162686 w 4940931"/>
                <a:gd name="connsiteY247" fmla="*/ 54610 h 138429"/>
                <a:gd name="connsiteX248" fmla="*/ 1160781 w 4940931"/>
                <a:gd name="connsiteY248" fmla="*/ 62865 h 138429"/>
                <a:gd name="connsiteX249" fmla="*/ 1196976 w 4940931"/>
                <a:gd name="connsiteY249" fmla="*/ 62865 h 138429"/>
                <a:gd name="connsiteX250" fmla="*/ 1195706 w 4940931"/>
                <a:gd name="connsiteY250" fmla="*/ 55245 h 138429"/>
                <a:gd name="connsiteX251" fmla="*/ 1192531 w 4940931"/>
                <a:gd name="connsiteY251" fmla="*/ 48895 h 138429"/>
                <a:gd name="connsiteX252" fmla="*/ 1186816 w 4940931"/>
                <a:gd name="connsiteY252" fmla="*/ 44450 h 138429"/>
                <a:gd name="connsiteX253" fmla="*/ 1178561 w 4940931"/>
                <a:gd name="connsiteY253" fmla="*/ 43180 h 138429"/>
                <a:gd name="connsiteX254" fmla="*/ 898525 w 4940931"/>
                <a:gd name="connsiteY254" fmla="*/ 43180 h 138429"/>
                <a:gd name="connsiteX255" fmla="*/ 891540 w 4940931"/>
                <a:gd name="connsiteY255" fmla="*/ 44450 h 138429"/>
                <a:gd name="connsiteX256" fmla="*/ 886460 w 4940931"/>
                <a:gd name="connsiteY256" fmla="*/ 48260 h 138429"/>
                <a:gd name="connsiteX257" fmla="*/ 882650 w 4940931"/>
                <a:gd name="connsiteY257" fmla="*/ 54610 h 138429"/>
                <a:gd name="connsiteX258" fmla="*/ 880745 w 4940931"/>
                <a:gd name="connsiteY258" fmla="*/ 62865 h 138429"/>
                <a:gd name="connsiteX259" fmla="*/ 916940 w 4940931"/>
                <a:gd name="connsiteY259" fmla="*/ 62865 h 138429"/>
                <a:gd name="connsiteX260" fmla="*/ 915670 w 4940931"/>
                <a:gd name="connsiteY260" fmla="*/ 55245 h 138429"/>
                <a:gd name="connsiteX261" fmla="*/ 912495 w 4940931"/>
                <a:gd name="connsiteY261" fmla="*/ 48895 h 138429"/>
                <a:gd name="connsiteX262" fmla="*/ 906780 w 4940931"/>
                <a:gd name="connsiteY262" fmla="*/ 44450 h 138429"/>
                <a:gd name="connsiteX263" fmla="*/ 898525 w 4940931"/>
                <a:gd name="connsiteY263" fmla="*/ 43180 h 138429"/>
                <a:gd name="connsiteX264" fmla="*/ 584834 w 4940931"/>
                <a:gd name="connsiteY264" fmla="*/ 43180 h 138429"/>
                <a:gd name="connsiteX265" fmla="*/ 577849 w 4940931"/>
                <a:gd name="connsiteY265" fmla="*/ 44450 h 138429"/>
                <a:gd name="connsiteX266" fmla="*/ 572769 w 4940931"/>
                <a:gd name="connsiteY266" fmla="*/ 48260 h 138429"/>
                <a:gd name="connsiteX267" fmla="*/ 568959 w 4940931"/>
                <a:gd name="connsiteY267" fmla="*/ 54610 h 138429"/>
                <a:gd name="connsiteX268" fmla="*/ 567054 w 4940931"/>
                <a:gd name="connsiteY268" fmla="*/ 62865 h 138429"/>
                <a:gd name="connsiteX269" fmla="*/ 603249 w 4940931"/>
                <a:gd name="connsiteY269" fmla="*/ 62865 h 138429"/>
                <a:gd name="connsiteX270" fmla="*/ 601979 w 4940931"/>
                <a:gd name="connsiteY270" fmla="*/ 55245 h 138429"/>
                <a:gd name="connsiteX271" fmla="*/ 598804 w 4940931"/>
                <a:gd name="connsiteY271" fmla="*/ 48895 h 138429"/>
                <a:gd name="connsiteX272" fmla="*/ 593089 w 4940931"/>
                <a:gd name="connsiteY272" fmla="*/ 44450 h 138429"/>
                <a:gd name="connsiteX273" fmla="*/ 584834 w 4940931"/>
                <a:gd name="connsiteY273" fmla="*/ 43180 h 138429"/>
                <a:gd name="connsiteX274" fmla="*/ 398145 w 4940931"/>
                <a:gd name="connsiteY274" fmla="*/ 43180 h 138429"/>
                <a:gd name="connsiteX275" fmla="*/ 391160 w 4940931"/>
                <a:gd name="connsiteY275" fmla="*/ 44450 h 138429"/>
                <a:gd name="connsiteX276" fmla="*/ 386080 w 4940931"/>
                <a:gd name="connsiteY276" fmla="*/ 48260 h 138429"/>
                <a:gd name="connsiteX277" fmla="*/ 382270 w 4940931"/>
                <a:gd name="connsiteY277" fmla="*/ 54610 h 138429"/>
                <a:gd name="connsiteX278" fmla="*/ 380365 w 4940931"/>
                <a:gd name="connsiteY278" fmla="*/ 62865 h 138429"/>
                <a:gd name="connsiteX279" fmla="*/ 416560 w 4940931"/>
                <a:gd name="connsiteY279" fmla="*/ 62865 h 138429"/>
                <a:gd name="connsiteX280" fmla="*/ 415290 w 4940931"/>
                <a:gd name="connsiteY280" fmla="*/ 55245 h 138429"/>
                <a:gd name="connsiteX281" fmla="*/ 412115 w 4940931"/>
                <a:gd name="connsiteY281" fmla="*/ 48895 h 138429"/>
                <a:gd name="connsiteX282" fmla="*/ 406400 w 4940931"/>
                <a:gd name="connsiteY282" fmla="*/ 44450 h 138429"/>
                <a:gd name="connsiteX283" fmla="*/ 398145 w 4940931"/>
                <a:gd name="connsiteY283" fmla="*/ 43180 h 138429"/>
                <a:gd name="connsiteX284" fmla="*/ 320039 w 4940931"/>
                <a:gd name="connsiteY284" fmla="*/ 43180 h 138429"/>
                <a:gd name="connsiteX285" fmla="*/ 314959 w 4940931"/>
                <a:gd name="connsiteY285" fmla="*/ 43815 h 138429"/>
                <a:gd name="connsiteX286" fmla="*/ 309879 w 4940931"/>
                <a:gd name="connsiteY286" fmla="*/ 45720 h 138429"/>
                <a:gd name="connsiteX287" fmla="*/ 305434 w 4940931"/>
                <a:gd name="connsiteY287" fmla="*/ 48895 h 138429"/>
                <a:gd name="connsiteX288" fmla="*/ 302259 w 4940931"/>
                <a:gd name="connsiteY288" fmla="*/ 52705 h 138429"/>
                <a:gd name="connsiteX289" fmla="*/ 302259 w 4940931"/>
                <a:gd name="connsiteY289" fmla="*/ 85725 h 138429"/>
                <a:gd name="connsiteX290" fmla="*/ 305434 w 4940931"/>
                <a:gd name="connsiteY290" fmla="*/ 89535 h 138429"/>
                <a:gd name="connsiteX291" fmla="*/ 309879 w 4940931"/>
                <a:gd name="connsiteY291" fmla="*/ 92710 h 138429"/>
                <a:gd name="connsiteX292" fmla="*/ 314959 w 4940931"/>
                <a:gd name="connsiteY292" fmla="*/ 95250 h 138429"/>
                <a:gd name="connsiteX293" fmla="*/ 320674 w 4940931"/>
                <a:gd name="connsiteY293" fmla="*/ 95885 h 138429"/>
                <a:gd name="connsiteX294" fmla="*/ 333374 w 4940931"/>
                <a:gd name="connsiteY294" fmla="*/ 89535 h 138429"/>
                <a:gd name="connsiteX295" fmla="*/ 337819 w 4940931"/>
                <a:gd name="connsiteY295" fmla="*/ 71120 h 138429"/>
                <a:gd name="connsiteX296" fmla="*/ 337184 w 4940931"/>
                <a:gd name="connsiteY296" fmla="*/ 71755 h 138429"/>
                <a:gd name="connsiteX297" fmla="*/ 332739 w 4940931"/>
                <a:gd name="connsiteY297" fmla="*/ 50165 h 138429"/>
                <a:gd name="connsiteX298" fmla="*/ 320039 w 4940931"/>
                <a:gd name="connsiteY298" fmla="*/ 43180 h 138429"/>
                <a:gd name="connsiteX299" fmla="*/ 200025 w 4940931"/>
                <a:gd name="connsiteY299" fmla="*/ 43180 h 138429"/>
                <a:gd name="connsiteX300" fmla="*/ 193040 w 4940931"/>
                <a:gd name="connsiteY300" fmla="*/ 44450 h 138429"/>
                <a:gd name="connsiteX301" fmla="*/ 187960 w 4940931"/>
                <a:gd name="connsiteY301" fmla="*/ 48260 h 138429"/>
                <a:gd name="connsiteX302" fmla="*/ 184150 w 4940931"/>
                <a:gd name="connsiteY302" fmla="*/ 54610 h 138429"/>
                <a:gd name="connsiteX303" fmla="*/ 182245 w 4940931"/>
                <a:gd name="connsiteY303" fmla="*/ 62865 h 138429"/>
                <a:gd name="connsiteX304" fmla="*/ 218440 w 4940931"/>
                <a:gd name="connsiteY304" fmla="*/ 62865 h 138429"/>
                <a:gd name="connsiteX305" fmla="*/ 217170 w 4940931"/>
                <a:gd name="connsiteY305" fmla="*/ 55245 h 138429"/>
                <a:gd name="connsiteX306" fmla="*/ 213995 w 4940931"/>
                <a:gd name="connsiteY306" fmla="*/ 48895 h 138429"/>
                <a:gd name="connsiteX307" fmla="*/ 208280 w 4940931"/>
                <a:gd name="connsiteY307" fmla="*/ 44450 h 138429"/>
                <a:gd name="connsiteX308" fmla="*/ 200025 w 4940931"/>
                <a:gd name="connsiteY308" fmla="*/ 43180 h 138429"/>
                <a:gd name="connsiteX309" fmla="*/ 4439281 w 4940931"/>
                <a:gd name="connsiteY309" fmla="*/ 43179 h 138429"/>
                <a:gd name="connsiteX310" fmla="*/ 4426581 w 4940931"/>
                <a:gd name="connsiteY310" fmla="*/ 49529 h 138429"/>
                <a:gd name="connsiteX311" fmla="*/ 4422136 w 4940931"/>
                <a:gd name="connsiteY311" fmla="*/ 67944 h 138429"/>
                <a:gd name="connsiteX312" fmla="*/ 4423406 w 4940931"/>
                <a:gd name="connsiteY312" fmla="*/ 80644 h 138429"/>
                <a:gd name="connsiteX313" fmla="*/ 4426581 w 4940931"/>
                <a:gd name="connsiteY313" fmla="*/ 89534 h 138429"/>
                <a:gd name="connsiteX314" fmla="*/ 4432296 w 4940931"/>
                <a:gd name="connsiteY314" fmla="*/ 94614 h 138429"/>
                <a:gd name="connsiteX315" fmla="*/ 4439916 w 4940931"/>
                <a:gd name="connsiteY315" fmla="*/ 96519 h 138429"/>
                <a:gd name="connsiteX316" fmla="*/ 4444996 w 4940931"/>
                <a:gd name="connsiteY316" fmla="*/ 95884 h 138429"/>
                <a:gd name="connsiteX317" fmla="*/ 4450076 w 4940931"/>
                <a:gd name="connsiteY317" fmla="*/ 93344 h 138429"/>
                <a:gd name="connsiteX318" fmla="*/ 4454521 w 4940931"/>
                <a:gd name="connsiteY318" fmla="*/ 90169 h 138429"/>
                <a:gd name="connsiteX319" fmla="*/ 4457696 w 4940931"/>
                <a:gd name="connsiteY319" fmla="*/ 86359 h 138429"/>
                <a:gd name="connsiteX320" fmla="*/ 4457696 w 4940931"/>
                <a:gd name="connsiteY320" fmla="*/ 53339 h 138429"/>
                <a:gd name="connsiteX321" fmla="*/ 4454521 w 4940931"/>
                <a:gd name="connsiteY321" fmla="*/ 49529 h 138429"/>
                <a:gd name="connsiteX322" fmla="*/ 4450076 w 4940931"/>
                <a:gd name="connsiteY322" fmla="*/ 46354 h 138429"/>
                <a:gd name="connsiteX323" fmla="*/ 4444996 w 4940931"/>
                <a:gd name="connsiteY323" fmla="*/ 43814 h 138429"/>
                <a:gd name="connsiteX324" fmla="*/ 4439281 w 4940931"/>
                <a:gd name="connsiteY324" fmla="*/ 43179 h 138429"/>
                <a:gd name="connsiteX325" fmla="*/ 1014731 w 4940931"/>
                <a:gd name="connsiteY325" fmla="*/ 43179 h 138429"/>
                <a:gd name="connsiteX326" fmla="*/ 1002032 w 4940931"/>
                <a:gd name="connsiteY326" fmla="*/ 49529 h 138429"/>
                <a:gd name="connsiteX327" fmla="*/ 997587 w 4940931"/>
                <a:gd name="connsiteY327" fmla="*/ 67944 h 138429"/>
                <a:gd name="connsiteX328" fmla="*/ 1002032 w 4940931"/>
                <a:gd name="connsiteY328" fmla="*/ 88899 h 138429"/>
                <a:gd name="connsiteX329" fmla="*/ 1015367 w 4940931"/>
                <a:gd name="connsiteY329" fmla="*/ 95884 h 138429"/>
                <a:gd name="connsiteX330" fmla="*/ 1024891 w 4940931"/>
                <a:gd name="connsiteY330" fmla="*/ 93344 h 138429"/>
                <a:gd name="connsiteX331" fmla="*/ 1033147 w 4940931"/>
                <a:gd name="connsiteY331" fmla="*/ 86359 h 138429"/>
                <a:gd name="connsiteX332" fmla="*/ 1033147 w 4940931"/>
                <a:gd name="connsiteY332" fmla="*/ 53339 h 138429"/>
                <a:gd name="connsiteX333" fmla="*/ 1029971 w 4940931"/>
                <a:gd name="connsiteY333" fmla="*/ 49529 h 138429"/>
                <a:gd name="connsiteX334" fmla="*/ 1025526 w 4940931"/>
                <a:gd name="connsiteY334" fmla="*/ 46354 h 138429"/>
                <a:gd name="connsiteX335" fmla="*/ 1020446 w 4940931"/>
                <a:gd name="connsiteY335" fmla="*/ 43814 h 138429"/>
                <a:gd name="connsiteX336" fmla="*/ 1014731 w 4940931"/>
                <a:gd name="connsiteY336" fmla="*/ 43179 h 138429"/>
                <a:gd name="connsiteX337" fmla="*/ 4524370 w 4940931"/>
                <a:gd name="connsiteY337" fmla="*/ 31114 h 138429"/>
                <a:gd name="connsiteX338" fmla="*/ 4538975 w 4940931"/>
                <a:gd name="connsiteY338" fmla="*/ 31114 h 138429"/>
                <a:gd name="connsiteX339" fmla="*/ 4552310 w 4940931"/>
                <a:gd name="connsiteY339" fmla="*/ 84454 h 138429"/>
                <a:gd name="connsiteX340" fmla="*/ 4566915 w 4940931"/>
                <a:gd name="connsiteY340" fmla="*/ 31114 h 138429"/>
                <a:gd name="connsiteX341" fmla="*/ 4579615 w 4940931"/>
                <a:gd name="connsiteY341" fmla="*/ 31114 h 138429"/>
                <a:gd name="connsiteX342" fmla="*/ 4594220 w 4940931"/>
                <a:gd name="connsiteY342" fmla="*/ 84454 h 138429"/>
                <a:gd name="connsiteX343" fmla="*/ 4606920 w 4940931"/>
                <a:gd name="connsiteY343" fmla="*/ 31114 h 138429"/>
                <a:gd name="connsiteX344" fmla="*/ 4622160 w 4940931"/>
                <a:gd name="connsiteY344" fmla="*/ 31114 h 138429"/>
                <a:gd name="connsiteX345" fmla="*/ 4600570 w 4940931"/>
                <a:gd name="connsiteY345" fmla="*/ 108584 h 138429"/>
                <a:gd name="connsiteX346" fmla="*/ 4587235 w 4940931"/>
                <a:gd name="connsiteY346" fmla="*/ 108584 h 138429"/>
                <a:gd name="connsiteX347" fmla="*/ 4572630 w 4940931"/>
                <a:gd name="connsiteY347" fmla="*/ 54609 h 138429"/>
                <a:gd name="connsiteX348" fmla="*/ 4558660 w 4940931"/>
                <a:gd name="connsiteY348" fmla="*/ 108584 h 138429"/>
                <a:gd name="connsiteX349" fmla="*/ 4545325 w 4940931"/>
                <a:gd name="connsiteY349" fmla="*/ 108584 h 138429"/>
                <a:gd name="connsiteX350" fmla="*/ 4123686 w 4940931"/>
                <a:gd name="connsiteY350" fmla="*/ 31114 h 138429"/>
                <a:gd name="connsiteX351" fmla="*/ 4138926 w 4940931"/>
                <a:gd name="connsiteY351" fmla="*/ 31114 h 138429"/>
                <a:gd name="connsiteX352" fmla="*/ 4152261 w 4940931"/>
                <a:gd name="connsiteY352" fmla="*/ 84454 h 138429"/>
                <a:gd name="connsiteX353" fmla="*/ 4166866 w 4940931"/>
                <a:gd name="connsiteY353" fmla="*/ 31114 h 138429"/>
                <a:gd name="connsiteX354" fmla="*/ 4178931 w 4940931"/>
                <a:gd name="connsiteY354" fmla="*/ 31114 h 138429"/>
                <a:gd name="connsiteX355" fmla="*/ 4193536 w 4940931"/>
                <a:gd name="connsiteY355" fmla="*/ 84454 h 138429"/>
                <a:gd name="connsiteX356" fmla="*/ 4206871 w 4940931"/>
                <a:gd name="connsiteY356" fmla="*/ 31114 h 138429"/>
                <a:gd name="connsiteX357" fmla="*/ 4222111 w 4940931"/>
                <a:gd name="connsiteY357" fmla="*/ 31114 h 138429"/>
                <a:gd name="connsiteX358" fmla="*/ 4200521 w 4940931"/>
                <a:gd name="connsiteY358" fmla="*/ 108584 h 138429"/>
                <a:gd name="connsiteX359" fmla="*/ 4187186 w 4940931"/>
                <a:gd name="connsiteY359" fmla="*/ 108584 h 138429"/>
                <a:gd name="connsiteX360" fmla="*/ 4172581 w 4940931"/>
                <a:gd name="connsiteY360" fmla="*/ 54609 h 138429"/>
                <a:gd name="connsiteX361" fmla="*/ 4157976 w 4940931"/>
                <a:gd name="connsiteY361" fmla="*/ 108584 h 138429"/>
                <a:gd name="connsiteX362" fmla="*/ 4145276 w 4940931"/>
                <a:gd name="connsiteY362" fmla="*/ 108584 h 138429"/>
                <a:gd name="connsiteX363" fmla="*/ 2837811 w 4940931"/>
                <a:gd name="connsiteY363" fmla="*/ 31114 h 138429"/>
                <a:gd name="connsiteX364" fmla="*/ 2852416 w 4940931"/>
                <a:gd name="connsiteY364" fmla="*/ 31114 h 138429"/>
                <a:gd name="connsiteX365" fmla="*/ 2865751 w 4940931"/>
                <a:gd name="connsiteY365" fmla="*/ 84454 h 138429"/>
                <a:gd name="connsiteX366" fmla="*/ 2880356 w 4940931"/>
                <a:gd name="connsiteY366" fmla="*/ 31114 h 138429"/>
                <a:gd name="connsiteX367" fmla="*/ 2893056 w 4940931"/>
                <a:gd name="connsiteY367" fmla="*/ 31114 h 138429"/>
                <a:gd name="connsiteX368" fmla="*/ 2907661 w 4940931"/>
                <a:gd name="connsiteY368" fmla="*/ 84454 h 138429"/>
                <a:gd name="connsiteX369" fmla="*/ 2920361 w 4940931"/>
                <a:gd name="connsiteY369" fmla="*/ 31114 h 138429"/>
                <a:gd name="connsiteX370" fmla="*/ 2935601 w 4940931"/>
                <a:gd name="connsiteY370" fmla="*/ 31114 h 138429"/>
                <a:gd name="connsiteX371" fmla="*/ 2914011 w 4940931"/>
                <a:gd name="connsiteY371" fmla="*/ 108584 h 138429"/>
                <a:gd name="connsiteX372" fmla="*/ 2900676 w 4940931"/>
                <a:gd name="connsiteY372" fmla="*/ 108584 h 138429"/>
                <a:gd name="connsiteX373" fmla="*/ 2886706 w 4940931"/>
                <a:gd name="connsiteY373" fmla="*/ 54609 h 138429"/>
                <a:gd name="connsiteX374" fmla="*/ 2872101 w 4940931"/>
                <a:gd name="connsiteY374" fmla="*/ 108584 h 138429"/>
                <a:gd name="connsiteX375" fmla="*/ 2858766 w 4940931"/>
                <a:gd name="connsiteY375" fmla="*/ 108584 h 138429"/>
                <a:gd name="connsiteX376" fmla="*/ 1354455 w 4940931"/>
                <a:gd name="connsiteY376" fmla="*/ 31114 h 138429"/>
                <a:gd name="connsiteX377" fmla="*/ 1369695 w 4940931"/>
                <a:gd name="connsiteY377" fmla="*/ 31114 h 138429"/>
                <a:gd name="connsiteX378" fmla="*/ 1369695 w 4940931"/>
                <a:gd name="connsiteY378" fmla="*/ 109219 h 138429"/>
                <a:gd name="connsiteX379" fmla="*/ 1354455 w 4940931"/>
                <a:gd name="connsiteY379" fmla="*/ 109219 h 138429"/>
                <a:gd name="connsiteX380" fmla="*/ 2646040 w 4940931"/>
                <a:gd name="connsiteY380" fmla="*/ 29844 h 138429"/>
                <a:gd name="connsiteX381" fmla="*/ 2658105 w 4940931"/>
                <a:gd name="connsiteY381" fmla="*/ 31749 h 138429"/>
                <a:gd name="connsiteX382" fmla="*/ 2667630 w 4940931"/>
                <a:gd name="connsiteY382" fmla="*/ 36829 h 138429"/>
                <a:gd name="connsiteX383" fmla="*/ 2673345 w 4940931"/>
                <a:gd name="connsiteY383" fmla="*/ 45084 h 138429"/>
                <a:gd name="connsiteX384" fmla="*/ 2675250 w 4940931"/>
                <a:gd name="connsiteY384" fmla="*/ 56514 h 138429"/>
                <a:gd name="connsiteX385" fmla="*/ 2675250 w 4940931"/>
                <a:gd name="connsiteY385" fmla="*/ 109854 h 138429"/>
                <a:gd name="connsiteX386" fmla="*/ 2660010 w 4940931"/>
                <a:gd name="connsiteY386" fmla="*/ 109854 h 138429"/>
                <a:gd name="connsiteX387" fmla="*/ 2660010 w 4940931"/>
                <a:gd name="connsiteY387" fmla="*/ 108584 h 138429"/>
                <a:gd name="connsiteX388" fmla="*/ 2660010 w 4940931"/>
                <a:gd name="connsiteY388" fmla="*/ 100964 h 138429"/>
                <a:gd name="connsiteX389" fmla="*/ 2654930 w 4940931"/>
                <a:gd name="connsiteY389" fmla="*/ 104774 h 138429"/>
                <a:gd name="connsiteX390" fmla="*/ 2651120 w 4940931"/>
                <a:gd name="connsiteY390" fmla="*/ 107314 h 138429"/>
                <a:gd name="connsiteX391" fmla="*/ 2646040 w 4940931"/>
                <a:gd name="connsiteY391" fmla="*/ 109219 h 138429"/>
                <a:gd name="connsiteX392" fmla="*/ 2639055 w 4940931"/>
                <a:gd name="connsiteY392" fmla="*/ 109854 h 138429"/>
                <a:gd name="connsiteX393" fmla="*/ 2629530 w 4940931"/>
                <a:gd name="connsiteY393" fmla="*/ 108584 h 138429"/>
                <a:gd name="connsiteX394" fmla="*/ 2620640 w 4940931"/>
                <a:gd name="connsiteY394" fmla="*/ 104139 h 138429"/>
                <a:gd name="connsiteX395" fmla="*/ 2614290 w 4940931"/>
                <a:gd name="connsiteY395" fmla="*/ 95884 h 138429"/>
                <a:gd name="connsiteX396" fmla="*/ 2611750 w 4940931"/>
                <a:gd name="connsiteY396" fmla="*/ 83819 h 138429"/>
                <a:gd name="connsiteX397" fmla="*/ 2614290 w 4940931"/>
                <a:gd name="connsiteY397" fmla="*/ 72389 h 138429"/>
                <a:gd name="connsiteX398" fmla="*/ 2620640 w 4940931"/>
                <a:gd name="connsiteY398" fmla="*/ 64769 h 138429"/>
                <a:gd name="connsiteX399" fmla="*/ 2630800 w 4940931"/>
                <a:gd name="connsiteY399" fmla="*/ 60324 h 138429"/>
                <a:gd name="connsiteX400" fmla="*/ 2642865 w 4940931"/>
                <a:gd name="connsiteY400" fmla="*/ 59054 h 138429"/>
                <a:gd name="connsiteX401" fmla="*/ 2653025 w 4940931"/>
                <a:gd name="connsiteY401" fmla="*/ 59689 h 138429"/>
                <a:gd name="connsiteX402" fmla="*/ 2660010 w 4940931"/>
                <a:gd name="connsiteY402" fmla="*/ 61594 h 138429"/>
                <a:gd name="connsiteX403" fmla="*/ 2660010 w 4940931"/>
                <a:gd name="connsiteY403" fmla="*/ 55879 h 138429"/>
                <a:gd name="connsiteX404" fmla="*/ 2656200 w 4940931"/>
                <a:gd name="connsiteY404" fmla="*/ 46354 h 138429"/>
                <a:gd name="connsiteX405" fmla="*/ 2645405 w 4940931"/>
                <a:gd name="connsiteY405" fmla="*/ 43179 h 138429"/>
                <a:gd name="connsiteX406" fmla="*/ 2634610 w 4940931"/>
                <a:gd name="connsiteY406" fmla="*/ 44449 h 138429"/>
                <a:gd name="connsiteX407" fmla="*/ 2625085 w 4940931"/>
                <a:gd name="connsiteY407" fmla="*/ 48259 h 138429"/>
                <a:gd name="connsiteX408" fmla="*/ 2619370 w 4940931"/>
                <a:gd name="connsiteY408" fmla="*/ 36829 h 138429"/>
                <a:gd name="connsiteX409" fmla="*/ 2631435 w 4940931"/>
                <a:gd name="connsiteY409" fmla="*/ 31749 h 138429"/>
                <a:gd name="connsiteX410" fmla="*/ 2646040 w 4940931"/>
                <a:gd name="connsiteY410" fmla="*/ 29844 h 138429"/>
                <a:gd name="connsiteX411" fmla="*/ 1114426 w 4940931"/>
                <a:gd name="connsiteY411" fmla="*/ 29844 h 138429"/>
                <a:gd name="connsiteX412" fmla="*/ 1129666 w 4940931"/>
                <a:gd name="connsiteY412" fmla="*/ 29844 h 138429"/>
                <a:gd name="connsiteX413" fmla="*/ 1129666 w 4940931"/>
                <a:gd name="connsiteY413" fmla="*/ 107949 h 138429"/>
                <a:gd name="connsiteX414" fmla="*/ 1114426 w 4940931"/>
                <a:gd name="connsiteY414" fmla="*/ 107949 h 138429"/>
                <a:gd name="connsiteX415" fmla="*/ 1114426 w 4940931"/>
                <a:gd name="connsiteY415" fmla="*/ 100964 h 138429"/>
                <a:gd name="connsiteX416" fmla="*/ 1106171 w 4940931"/>
                <a:gd name="connsiteY416" fmla="*/ 107314 h 138429"/>
                <a:gd name="connsiteX417" fmla="*/ 1094741 w 4940931"/>
                <a:gd name="connsiteY417" fmla="*/ 109854 h 138429"/>
                <a:gd name="connsiteX418" fmla="*/ 1073786 w 4940931"/>
                <a:gd name="connsiteY418" fmla="*/ 100964 h 138429"/>
                <a:gd name="connsiteX419" fmla="*/ 1066800 w 4940931"/>
                <a:gd name="connsiteY419" fmla="*/ 74929 h 138429"/>
                <a:gd name="connsiteX420" fmla="*/ 1066800 w 4940931"/>
                <a:gd name="connsiteY420" fmla="*/ 30479 h 138429"/>
                <a:gd name="connsiteX421" fmla="*/ 1082040 w 4940931"/>
                <a:gd name="connsiteY421" fmla="*/ 30479 h 138429"/>
                <a:gd name="connsiteX422" fmla="*/ 1082040 w 4940931"/>
                <a:gd name="connsiteY422" fmla="*/ 74294 h 138429"/>
                <a:gd name="connsiteX423" fmla="*/ 1085851 w 4940931"/>
                <a:gd name="connsiteY423" fmla="*/ 90169 h 138429"/>
                <a:gd name="connsiteX424" fmla="*/ 1097916 w 4940931"/>
                <a:gd name="connsiteY424" fmla="*/ 95249 h 138429"/>
                <a:gd name="connsiteX425" fmla="*/ 1109981 w 4940931"/>
                <a:gd name="connsiteY425" fmla="*/ 90169 h 138429"/>
                <a:gd name="connsiteX426" fmla="*/ 1114426 w 4940931"/>
                <a:gd name="connsiteY426" fmla="*/ 75564 h 138429"/>
                <a:gd name="connsiteX427" fmla="*/ 1011556 w 4940931"/>
                <a:gd name="connsiteY427" fmla="*/ 29844 h 138429"/>
                <a:gd name="connsiteX428" fmla="*/ 1017272 w 4940931"/>
                <a:gd name="connsiteY428" fmla="*/ 30479 h 138429"/>
                <a:gd name="connsiteX429" fmla="*/ 1022352 w 4940931"/>
                <a:gd name="connsiteY429" fmla="*/ 32384 h 138429"/>
                <a:gd name="connsiteX430" fmla="*/ 1026797 w 4940931"/>
                <a:gd name="connsiteY430" fmla="*/ 35559 h 138429"/>
                <a:gd name="connsiteX431" fmla="*/ 1030607 w 4940931"/>
                <a:gd name="connsiteY431" fmla="*/ 38734 h 138429"/>
                <a:gd name="connsiteX432" fmla="*/ 1030607 w 4940931"/>
                <a:gd name="connsiteY432" fmla="*/ 31749 h 138429"/>
                <a:gd name="connsiteX433" fmla="*/ 1045847 w 4940931"/>
                <a:gd name="connsiteY433" fmla="*/ 31749 h 138429"/>
                <a:gd name="connsiteX434" fmla="*/ 1045847 w 4940931"/>
                <a:gd name="connsiteY434" fmla="*/ 130809 h 138429"/>
                <a:gd name="connsiteX435" fmla="*/ 1032512 w 4940931"/>
                <a:gd name="connsiteY435" fmla="*/ 137477 h 138429"/>
                <a:gd name="connsiteX436" fmla="*/ 1032512 w 4940931"/>
                <a:gd name="connsiteY436" fmla="*/ 101599 h 138429"/>
                <a:gd name="connsiteX437" fmla="*/ 1022986 w 4940931"/>
                <a:gd name="connsiteY437" fmla="*/ 107949 h 138429"/>
                <a:gd name="connsiteX438" fmla="*/ 1011556 w 4940931"/>
                <a:gd name="connsiteY438" fmla="*/ 110489 h 138429"/>
                <a:gd name="connsiteX439" fmla="*/ 999491 w 4940931"/>
                <a:gd name="connsiteY439" fmla="*/ 107949 h 138429"/>
                <a:gd name="connsiteX440" fmla="*/ 989966 w 4940931"/>
                <a:gd name="connsiteY440" fmla="*/ 100329 h 138429"/>
                <a:gd name="connsiteX441" fmla="*/ 983616 w 4940931"/>
                <a:gd name="connsiteY441" fmla="*/ 87629 h 138429"/>
                <a:gd name="connsiteX442" fmla="*/ 981076 w 4940931"/>
                <a:gd name="connsiteY442" fmla="*/ 68579 h 138429"/>
                <a:gd name="connsiteX443" fmla="*/ 983616 w 4940931"/>
                <a:gd name="connsiteY443" fmla="*/ 51434 h 138429"/>
                <a:gd name="connsiteX444" fmla="*/ 990601 w 4940931"/>
                <a:gd name="connsiteY444" fmla="*/ 39369 h 138429"/>
                <a:gd name="connsiteX445" fmla="*/ 1000126 w 4940931"/>
                <a:gd name="connsiteY445" fmla="*/ 32384 h 138429"/>
                <a:gd name="connsiteX446" fmla="*/ 1011556 w 4940931"/>
                <a:gd name="connsiteY446" fmla="*/ 29844 h 138429"/>
                <a:gd name="connsiteX447" fmla="*/ 4871716 w 4940931"/>
                <a:gd name="connsiteY447" fmla="*/ 29210 h 138429"/>
                <a:gd name="connsiteX448" fmla="*/ 4885686 w 4940931"/>
                <a:gd name="connsiteY448" fmla="*/ 31750 h 138429"/>
                <a:gd name="connsiteX449" fmla="*/ 4897751 w 4940931"/>
                <a:gd name="connsiteY449" fmla="*/ 38100 h 138429"/>
                <a:gd name="connsiteX450" fmla="*/ 4899021 w 4940931"/>
                <a:gd name="connsiteY450" fmla="*/ 38100 h 138429"/>
                <a:gd name="connsiteX451" fmla="*/ 4892036 w 4940931"/>
                <a:gd name="connsiteY451" fmla="*/ 50165 h 138429"/>
                <a:gd name="connsiteX452" fmla="*/ 4882511 w 4940931"/>
                <a:gd name="connsiteY452" fmla="*/ 45085 h 138429"/>
                <a:gd name="connsiteX453" fmla="*/ 4872351 w 4940931"/>
                <a:gd name="connsiteY453" fmla="*/ 43180 h 138429"/>
                <a:gd name="connsiteX454" fmla="*/ 4864096 w 4940931"/>
                <a:gd name="connsiteY454" fmla="*/ 45085 h 138429"/>
                <a:gd name="connsiteX455" fmla="*/ 4861556 w 4940931"/>
                <a:gd name="connsiteY455" fmla="*/ 50165 h 138429"/>
                <a:gd name="connsiteX456" fmla="*/ 4861556 w 4940931"/>
                <a:gd name="connsiteY456" fmla="*/ 52705 h 138429"/>
                <a:gd name="connsiteX457" fmla="*/ 4863461 w 4940931"/>
                <a:gd name="connsiteY457" fmla="*/ 55245 h 138429"/>
                <a:gd name="connsiteX458" fmla="*/ 4867906 w 4940931"/>
                <a:gd name="connsiteY458" fmla="*/ 57785 h 138429"/>
                <a:gd name="connsiteX459" fmla="*/ 4874891 w 4940931"/>
                <a:gd name="connsiteY459" fmla="*/ 60960 h 138429"/>
                <a:gd name="connsiteX460" fmla="*/ 4886321 w 4940931"/>
                <a:gd name="connsiteY460" fmla="*/ 66040 h 138429"/>
                <a:gd name="connsiteX461" fmla="*/ 4894576 w 4940931"/>
                <a:gd name="connsiteY461" fmla="*/ 71120 h 138429"/>
                <a:gd name="connsiteX462" fmla="*/ 4899656 w 4940931"/>
                <a:gd name="connsiteY462" fmla="*/ 78105 h 138429"/>
                <a:gd name="connsiteX463" fmla="*/ 4901561 w 4940931"/>
                <a:gd name="connsiteY463" fmla="*/ 87630 h 138429"/>
                <a:gd name="connsiteX464" fmla="*/ 4899021 w 4940931"/>
                <a:gd name="connsiteY464" fmla="*/ 98425 h 138429"/>
                <a:gd name="connsiteX465" fmla="*/ 4892671 w 4940931"/>
                <a:gd name="connsiteY465" fmla="*/ 105410 h 138429"/>
                <a:gd name="connsiteX466" fmla="*/ 4883146 w 4940931"/>
                <a:gd name="connsiteY466" fmla="*/ 109220 h 138429"/>
                <a:gd name="connsiteX467" fmla="*/ 4872351 w 4940931"/>
                <a:gd name="connsiteY467" fmla="*/ 110490 h 138429"/>
                <a:gd name="connsiteX468" fmla="*/ 4857111 w 4940931"/>
                <a:gd name="connsiteY468" fmla="*/ 107950 h 138429"/>
                <a:gd name="connsiteX469" fmla="*/ 4842506 w 4940931"/>
                <a:gd name="connsiteY469" fmla="*/ 100965 h 138429"/>
                <a:gd name="connsiteX470" fmla="*/ 4849491 w 4940931"/>
                <a:gd name="connsiteY470" fmla="*/ 89535 h 138429"/>
                <a:gd name="connsiteX471" fmla="*/ 4860921 w 4940931"/>
                <a:gd name="connsiteY471" fmla="*/ 95250 h 138429"/>
                <a:gd name="connsiteX472" fmla="*/ 4872351 w 4940931"/>
                <a:gd name="connsiteY472" fmla="*/ 97155 h 138429"/>
                <a:gd name="connsiteX473" fmla="*/ 4883146 w 4940931"/>
                <a:gd name="connsiteY473" fmla="*/ 94615 h 138429"/>
                <a:gd name="connsiteX474" fmla="*/ 4886321 w 4940931"/>
                <a:gd name="connsiteY474" fmla="*/ 88265 h 138429"/>
                <a:gd name="connsiteX475" fmla="*/ 4885051 w 4940931"/>
                <a:gd name="connsiteY475" fmla="*/ 84455 h 138429"/>
                <a:gd name="connsiteX476" fmla="*/ 4881241 w 4940931"/>
                <a:gd name="connsiteY476" fmla="*/ 81280 h 138429"/>
                <a:gd name="connsiteX477" fmla="*/ 4875526 w 4940931"/>
                <a:gd name="connsiteY477" fmla="*/ 78105 h 138429"/>
                <a:gd name="connsiteX478" fmla="*/ 4867906 w 4940931"/>
                <a:gd name="connsiteY478" fmla="*/ 74930 h 138429"/>
                <a:gd name="connsiteX479" fmla="*/ 4857111 w 4940931"/>
                <a:gd name="connsiteY479" fmla="*/ 69850 h 138429"/>
                <a:gd name="connsiteX480" fmla="*/ 4850126 w 4940931"/>
                <a:gd name="connsiteY480" fmla="*/ 64770 h 138429"/>
                <a:gd name="connsiteX481" fmla="*/ 4846316 w 4940931"/>
                <a:gd name="connsiteY481" fmla="*/ 58420 h 138429"/>
                <a:gd name="connsiteX482" fmla="*/ 4845046 w 4940931"/>
                <a:gd name="connsiteY482" fmla="*/ 50165 h 138429"/>
                <a:gd name="connsiteX483" fmla="*/ 4846951 w 4940931"/>
                <a:gd name="connsiteY483" fmla="*/ 40640 h 138429"/>
                <a:gd name="connsiteX484" fmla="*/ 4852666 w 4940931"/>
                <a:gd name="connsiteY484" fmla="*/ 34290 h 138429"/>
                <a:gd name="connsiteX485" fmla="*/ 4860921 w 4940931"/>
                <a:gd name="connsiteY485" fmla="*/ 30480 h 138429"/>
                <a:gd name="connsiteX486" fmla="*/ 4871716 w 4940931"/>
                <a:gd name="connsiteY486" fmla="*/ 29210 h 138429"/>
                <a:gd name="connsiteX487" fmla="*/ 4749796 w 4940931"/>
                <a:gd name="connsiteY487" fmla="*/ 29210 h 138429"/>
                <a:gd name="connsiteX488" fmla="*/ 4757416 w 4940931"/>
                <a:gd name="connsiteY488" fmla="*/ 29845 h 138429"/>
                <a:gd name="connsiteX489" fmla="*/ 4763131 w 4940931"/>
                <a:gd name="connsiteY489" fmla="*/ 32385 h 138429"/>
                <a:gd name="connsiteX490" fmla="*/ 4759321 w 4940931"/>
                <a:gd name="connsiteY490" fmla="*/ 46990 h 138429"/>
                <a:gd name="connsiteX491" fmla="*/ 4758051 w 4940931"/>
                <a:gd name="connsiteY491" fmla="*/ 46990 h 138429"/>
                <a:gd name="connsiteX492" fmla="*/ 4752971 w 4940931"/>
                <a:gd name="connsiteY492" fmla="*/ 45085 h 138429"/>
                <a:gd name="connsiteX493" fmla="*/ 4746621 w 4940931"/>
                <a:gd name="connsiteY493" fmla="*/ 44450 h 138429"/>
                <a:gd name="connsiteX494" fmla="*/ 4735191 w 4940931"/>
                <a:gd name="connsiteY494" fmla="*/ 49530 h 138429"/>
                <a:gd name="connsiteX495" fmla="*/ 4731381 w 4940931"/>
                <a:gd name="connsiteY495" fmla="*/ 64770 h 138429"/>
                <a:gd name="connsiteX496" fmla="*/ 4731381 w 4940931"/>
                <a:gd name="connsiteY496" fmla="*/ 109220 h 138429"/>
                <a:gd name="connsiteX497" fmla="*/ 4716141 w 4940931"/>
                <a:gd name="connsiteY497" fmla="*/ 109220 h 138429"/>
                <a:gd name="connsiteX498" fmla="*/ 4716141 w 4940931"/>
                <a:gd name="connsiteY498" fmla="*/ 31115 h 138429"/>
                <a:gd name="connsiteX499" fmla="*/ 4731381 w 4940931"/>
                <a:gd name="connsiteY499" fmla="*/ 31115 h 138429"/>
                <a:gd name="connsiteX500" fmla="*/ 4731381 w 4940931"/>
                <a:gd name="connsiteY500" fmla="*/ 38735 h 138429"/>
                <a:gd name="connsiteX501" fmla="*/ 4734556 w 4940931"/>
                <a:gd name="connsiteY501" fmla="*/ 34925 h 138429"/>
                <a:gd name="connsiteX502" fmla="*/ 4739001 w 4940931"/>
                <a:gd name="connsiteY502" fmla="*/ 31750 h 138429"/>
                <a:gd name="connsiteX503" fmla="*/ 4744081 w 4940931"/>
                <a:gd name="connsiteY503" fmla="*/ 29845 h 138429"/>
                <a:gd name="connsiteX504" fmla="*/ 4749796 w 4940931"/>
                <a:gd name="connsiteY504" fmla="*/ 29210 h 138429"/>
                <a:gd name="connsiteX505" fmla="*/ 4349110 w 4940931"/>
                <a:gd name="connsiteY505" fmla="*/ 29210 h 138429"/>
                <a:gd name="connsiteX506" fmla="*/ 4356730 w 4940931"/>
                <a:gd name="connsiteY506" fmla="*/ 29845 h 138429"/>
                <a:gd name="connsiteX507" fmla="*/ 4362445 w 4940931"/>
                <a:gd name="connsiteY507" fmla="*/ 32385 h 138429"/>
                <a:gd name="connsiteX508" fmla="*/ 4358635 w 4940931"/>
                <a:gd name="connsiteY508" fmla="*/ 46990 h 138429"/>
                <a:gd name="connsiteX509" fmla="*/ 4357365 w 4940931"/>
                <a:gd name="connsiteY509" fmla="*/ 46990 h 138429"/>
                <a:gd name="connsiteX510" fmla="*/ 4352285 w 4940931"/>
                <a:gd name="connsiteY510" fmla="*/ 45085 h 138429"/>
                <a:gd name="connsiteX511" fmla="*/ 4345935 w 4940931"/>
                <a:gd name="connsiteY511" fmla="*/ 44450 h 138429"/>
                <a:gd name="connsiteX512" fmla="*/ 4334505 w 4940931"/>
                <a:gd name="connsiteY512" fmla="*/ 49530 h 138429"/>
                <a:gd name="connsiteX513" fmla="*/ 4330695 w 4940931"/>
                <a:gd name="connsiteY513" fmla="*/ 64770 h 138429"/>
                <a:gd name="connsiteX514" fmla="*/ 4330695 w 4940931"/>
                <a:gd name="connsiteY514" fmla="*/ 109220 h 138429"/>
                <a:gd name="connsiteX515" fmla="*/ 4315455 w 4940931"/>
                <a:gd name="connsiteY515" fmla="*/ 109220 h 138429"/>
                <a:gd name="connsiteX516" fmla="*/ 4315455 w 4940931"/>
                <a:gd name="connsiteY516" fmla="*/ 31115 h 138429"/>
                <a:gd name="connsiteX517" fmla="*/ 4330695 w 4940931"/>
                <a:gd name="connsiteY517" fmla="*/ 31115 h 138429"/>
                <a:gd name="connsiteX518" fmla="*/ 4330695 w 4940931"/>
                <a:gd name="connsiteY518" fmla="*/ 38735 h 138429"/>
                <a:gd name="connsiteX519" fmla="*/ 4333870 w 4940931"/>
                <a:gd name="connsiteY519" fmla="*/ 34925 h 138429"/>
                <a:gd name="connsiteX520" fmla="*/ 4338315 w 4940931"/>
                <a:gd name="connsiteY520" fmla="*/ 31750 h 138429"/>
                <a:gd name="connsiteX521" fmla="*/ 4343395 w 4940931"/>
                <a:gd name="connsiteY521" fmla="*/ 29845 h 138429"/>
                <a:gd name="connsiteX522" fmla="*/ 4349110 w 4940931"/>
                <a:gd name="connsiteY522" fmla="*/ 29210 h 138429"/>
                <a:gd name="connsiteX523" fmla="*/ 4044310 w 4940931"/>
                <a:gd name="connsiteY523" fmla="*/ 29210 h 138429"/>
                <a:gd name="connsiteX524" fmla="*/ 4058915 w 4940931"/>
                <a:gd name="connsiteY524" fmla="*/ 32385 h 138429"/>
                <a:gd name="connsiteX525" fmla="*/ 4069075 w 4940931"/>
                <a:gd name="connsiteY525" fmla="*/ 40640 h 138429"/>
                <a:gd name="connsiteX526" fmla="*/ 4075425 w 4940931"/>
                <a:gd name="connsiteY526" fmla="*/ 53340 h 138429"/>
                <a:gd name="connsiteX527" fmla="*/ 4077330 w 4940931"/>
                <a:gd name="connsiteY527" fmla="*/ 68580 h 138429"/>
                <a:gd name="connsiteX528" fmla="*/ 4076060 w 4940931"/>
                <a:gd name="connsiteY528" fmla="*/ 68580 h 138429"/>
                <a:gd name="connsiteX529" fmla="*/ 4076060 w 4940931"/>
                <a:gd name="connsiteY529" fmla="*/ 72390 h 138429"/>
                <a:gd name="connsiteX530" fmla="*/ 4076060 w 4940931"/>
                <a:gd name="connsiteY530" fmla="*/ 75565 h 138429"/>
                <a:gd name="connsiteX531" fmla="*/ 4024625 w 4940931"/>
                <a:gd name="connsiteY531" fmla="*/ 75565 h 138429"/>
                <a:gd name="connsiteX532" fmla="*/ 4027165 w 4940931"/>
                <a:gd name="connsiteY532" fmla="*/ 85090 h 138429"/>
                <a:gd name="connsiteX533" fmla="*/ 4031610 w 4940931"/>
                <a:gd name="connsiteY533" fmla="*/ 91440 h 138429"/>
                <a:gd name="connsiteX534" fmla="*/ 4037325 w 4940931"/>
                <a:gd name="connsiteY534" fmla="*/ 95250 h 138429"/>
                <a:gd name="connsiteX535" fmla="*/ 4044310 w 4940931"/>
                <a:gd name="connsiteY535" fmla="*/ 96520 h 138429"/>
                <a:gd name="connsiteX536" fmla="*/ 4049390 w 4940931"/>
                <a:gd name="connsiteY536" fmla="*/ 96520 h 138429"/>
                <a:gd name="connsiteX537" fmla="*/ 4053835 w 4940931"/>
                <a:gd name="connsiteY537" fmla="*/ 95250 h 138429"/>
                <a:gd name="connsiteX538" fmla="*/ 4057645 w 4940931"/>
                <a:gd name="connsiteY538" fmla="*/ 93345 h 138429"/>
                <a:gd name="connsiteX539" fmla="*/ 4062090 w 4940931"/>
                <a:gd name="connsiteY539" fmla="*/ 90805 h 138429"/>
                <a:gd name="connsiteX540" fmla="*/ 4070980 w 4940931"/>
                <a:gd name="connsiteY540" fmla="*/ 100330 h 138429"/>
                <a:gd name="connsiteX541" fmla="*/ 4065265 w 4940931"/>
                <a:gd name="connsiteY541" fmla="*/ 104775 h 138429"/>
                <a:gd name="connsiteX542" fmla="*/ 4059550 w 4940931"/>
                <a:gd name="connsiteY542" fmla="*/ 107950 h 138429"/>
                <a:gd name="connsiteX543" fmla="*/ 4052565 w 4940931"/>
                <a:gd name="connsiteY543" fmla="*/ 109855 h 138429"/>
                <a:gd name="connsiteX544" fmla="*/ 4043675 w 4940931"/>
                <a:gd name="connsiteY544" fmla="*/ 110490 h 138429"/>
                <a:gd name="connsiteX545" fmla="*/ 4034150 w 4940931"/>
                <a:gd name="connsiteY545" fmla="*/ 109220 h 138429"/>
                <a:gd name="connsiteX546" fmla="*/ 4026530 w 4940931"/>
                <a:gd name="connsiteY546" fmla="*/ 105410 h 138429"/>
                <a:gd name="connsiteX547" fmla="*/ 4020180 w 4940931"/>
                <a:gd name="connsiteY547" fmla="*/ 100330 h 138429"/>
                <a:gd name="connsiteX548" fmla="*/ 4015100 w 4940931"/>
                <a:gd name="connsiteY548" fmla="*/ 92710 h 138429"/>
                <a:gd name="connsiteX549" fmla="*/ 4011290 w 4940931"/>
                <a:gd name="connsiteY549" fmla="*/ 82550 h 138429"/>
                <a:gd name="connsiteX550" fmla="*/ 4010020 w 4940931"/>
                <a:gd name="connsiteY550" fmla="*/ 69850 h 138429"/>
                <a:gd name="connsiteX551" fmla="*/ 4012560 w 4940931"/>
                <a:gd name="connsiteY551" fmla="*/ 52070 h 138429"/>
                <a:gd name="connsiteX552" fmla="*/ 4019545 w 4940931"/>
                <a:gd name="connsiteY552" fmla="*/ 39370 h 138429"/>
                <a:gd name="connsiteX553" fmla="*/ 4030340 w 4940931"/>
                <a:gd name="connsiteY553" fmla="*/ 31750 h 138429"/>
                <a:gd name="connsiteX554" fmla="*/ 4044310 w 4940931"/>
                <a:gd name="connsiteY554" fmla="*/ 29210 h 138429"/>
                <a:gd name="connsiteX555" fmla="*/ 3811900 w 4940931"/>
                <a:gd name="connsiteY555" fmla="*/ 29210 h 138429"/>
                <a:gd name="connsiteX556" fmla="*/ 3819520 w 4940931"/>
                <a:gd name="connsiteY556" fmla="*/ 29845 h 138429"/>
                <a:gd name="connsiteX557" fmla="*/ 3825235 w 4940931"/>
                <a:gd name="connsiteY557" fmla="*/ 32385 h 138429"/>
                <a:gd name="connsiteX558" fmla="*/ 3821425 w 4940931"/>
                <a:gd name="connsiteY558" fmla="*/ 46990 h 138429"/>
                <a:gd name="connsiteX559" fmla="*/ 3820155 w 4940931"/>
                <a:gd name="connsiteY559" fmla="*/ 46990 h 138429"/>
                <a:gd name="connsiteX560" fmla="*/ 3815075 w 4940931"/>
                <a:gd name="connsiteY560" fmla="*/ 45085 h 138429"/>
                <a:gd name="connsiteX561" fmla="*/ 3808725 w 4940931"/>
                <a:gd name="connsiteY561" fmla="*/ 44450 h 138429"/>
                <a:gd name="connsiteX562" fmla="*/ 3797295 w 4940931"/>
                <a:gd name="connsiteY562" fmla="*/ 49530 h 138429"/>
                <a:gd name="connsiteX563" fmla="*/ 3793485 w 4940931"/>
                <a:gd name="connsiteY563" fmla="*/ 64770 h 138429"/>
                <a:gd name="connsiteX564" fmla="*/ 3793485 w 4940931"/>
                <a:gd name="connsiteY564" fmla="*/ 109220 h 138429"/>
                <a:gd name="connsiteX565" fmla="*/ 3778245 w 4940931"/>
                <a:gd name="connsiteY565" fmla="*/ 109220 h 138429"/>
                <a:gd name="connsiteX566" fmla="*/ 3778245 w 4940931"/>
                <a:gd name="connsiteY566" fmla="*/ 31115 h 138429"/>
                <a:gd name="connsiteX567" fmla="*/ 3793485 w 4940931"/>
                <a:gd name="connsiteY567" fmla="*/ 31115 h 138429"/>
                <a:gd name="connsiteX568" fmla="*/ 3793485 w 4940931"/>
                <a:gd name="connsiteY568" fmla="*/ 38735 h 138429"/>
                <a:gd name="connsiteX569" fmla="*/ 3796660 w 4940931"/>
                <a:gd name="connsiteY569" fmla="*/ 34925 h 138429"/>
                <a:gd name="connsiteX570" fmla="*/ 3801105 w 4940931"/>
                <a:gd name="connsiteY570" fmla="*/ 31750 h 138429"/>
                <a:gd name="connsiteX571" fmla="*/ 3806185 w 4940931"/>
                <a:gd name="connsiteY571" fmla="*/ 29845 h 138429"/>
                <a:gd name="connsiteX572" fmla="*/ 3811900 w 4940931"/>
                <a:gd name="connsiteY572" fmla="*/ 29210 h 138429"/>
                <a:gd name="connsiteX573" fmla="*/ 3729986 w 4940931"/>
                <a:gd name="connsiteY573" fmla="*/ 29210 h 138429"/>
                <a:gd name="connsiteX574" fmla="*/ 3744591 w 4940931"/>
                <a:gd name="connsiteY574" fmla="*/ 32385 h 138429"/>
                <a:gd name="connsiteX575" fmla="*/ 3754751 w 4940931"/>
                <a:gd name="connsiteY575" fmla="*/ 40640 h 138429"/>
                <a:gd name="connsiteX576" fmla="*/ 3761101 w 4940931"/>
                <a:gd name="connsiteY576" fmla="*/ 53340 h 138429"/>
                <a:gd name="connsiteX577" fmla="*/ 3763006 w 4940931"/>
                <a:gd name="connsiteY577" fmla="*/ 68580 h 138429"/>
                <a:gd name="connsiteX578" fmla="*/ 3761736 w 4940931"/>
                <a:gd name="connsiteY578" fmla="*/ 68580 h 138429"/>
                <a:gd name="connsiteX579" fmla="*/ 3761736 w 4940931"/>
                <a:gd name="connsiteY579" fmla="*/ 72390 h 138429"/>
                <a:gd name="connsiteX580" fmla="*/ 3761736 w 4940931"/>
                <a:gd name="connsiteY580" fmla="*/ 75565 h 138429"/>
                <a:gd name="connsiteX581" fmla="*/ 3710301 w 4940931"/>
                <a:gd name="connsiteY581" fmla="*/ 75565 h 138429"/>
                <a:gd name="connsiteX582" fmla="*/ 3712841 w 4940931"/>
                <a:gd name="connsiteY582" fmla="*/ 85090 h 138429"/>
                <a:gd name="connsiteX583" fmla="*/ 3717286 w 4940931"/>
                <a:gd name="connsiteY583" fmla="*/ 91440 h 138429"/>
                <a:gd name="connsiteX584" fmla="*/ 3723001 w 4940931"/>
                <a:gd name="connsiteY584" fmla="*/ 95250 h 138429"/>
                <a:gd name="connsiteX585" fmla="*/ 3729986 w 4940931"/>
                <a:gd name="connsiteY585" fmla="*/ 96520 h 138429"/>
                <a:gd name="connsiteX586" fmla="*/ 3735066 w 4940931"/>
                <a:gd name="connsiteY586" fmla="*/ 96520 h 138429"/>
                <a:gd name="connsiteX587" fmla="*/ 3739511 w 4940931"/>
                <a:gd name="connsiteY587" fmla="*/ 95250 h 138429"/>
                <a:gd name="connsiteX588" fmla="*/ 3743321 w 4940931"/>
                <a:gd name="connsiteY588" fmla="*/ 93345 h 138429"/>
                <a:gd name="connsiteX589" fmla="*/ 3747766 w 4940931"/>
                <a:gd name="connsiteY589" fmla="*/ 90805 h 138429"/>
                <a:gd name="connsiteX590" fmla="*/ 3756656 w 4940931"/>
                <a:gd name="connsiteY590" fmla="*/ 100330 h 138429"/>
                <a:gd name="connsiteX591" fmla="*/ 3750941 w 4940931"/>
                <a:gd name="connsiteY591" fmla="*/ 104775 h 138429"/>
                <a:gd name="connsiteX592" fmla="*/ 3745226 w 4940931"/>
                <a:gd name="connsiteY592" fmla="*/ 107950 h 138429"/>
                <a:gd name="connsiteX593" fmla="*/ 3738241 w 4940931"/>
                <a:gd name="connsiteY593" fmla="*/ 109855 h 138429"/>
                <a:gd name="connsiteX594" fmla="*/ 3729351 w 4940931"/>
                <a:gd name="connsiteY594" fmla="*/ 110490 h 138429"/>
                <a:gd name="connsiteX595" fmla="*/ 3719826 w 4940931"/>
                <a:gd name="connsiteY595" fmla="*/ 109220 h 138429"/>
                <a:gd name="connsiteX596" fmla="*/ 3712206 w 4940931"/>
                <a:gd name="connsiteY596" fmla="*/ 105410 h 138429"/>
                <a:gd name="connsiteX597" fmla="*/ 3705856 w 4940931"/>
                <a:gd name="connsiteY597" fmla="*/ 100330 h 138429"/>
                <a:gd name="connsiteX598" fmla="*/ 3700776 w 4940931"/>
                <a:gd name="connsiteY598" fmla="*/ 92710 h 138429"/>
                <a:gd name="connsiteX599" fmla="*/ 3696966 w 4940931"/>
                <a:gd name="connsiteY599" fmla="*/ 82550 h 138429"/>
                <a:gd name="connsiteX600" fmla="*/ 3695696 w 4940931"/>
                <a:gd name="connsiteY600" fmla="*/ 69850 h 138429"/>
                <a:gd name="connsiteX601" fmla="*/ 3698236 w 4940931"/>
                <a:gd name="connsiteY601" fmla="*/ 52070 h 138429"/>
                <a:gd name="connsiteX602" fmla="*/ 3705221 w 4940931"/>
                <a:gd name="connsiteY602" fmla="*/ 39370 h 138429"/>
                <a:gd name="connsiteX603" fmla="*/ 3716016 w 4940931"/>
                <a:gd name="connsiteY603" fmla="*/ 31750 h 138429"/>
                <a:gd name="connsiteX604" fmla="*/ 3729986 w 4940931"/>
                <a:gd name="connsiteY604" fmla="*/ 29210 h 138429"/>
                <a:gd name="connsiteX605" fmla="*/ 3543296 w 4940931"/>
                <a:gd name="connsiteY605" fmla="*/ 29210 h 138429"/>
                <a:gd name="connsiteX606" fmla="*/ 3557901 w 4940931"/>
                <a:gd name="connsiteY606" fmla="*/ 32385 h 138429"/>
                <a:gd name="connsiteX607" fmla="*/ 3568061 w 4940931"/>
                <a:gd name="connsiteY607" fmla="*/ 40640 h 138429"/>
                <a:gd name="connsiteX608" fmla="*/ 3574411 w 4940931"/>
                <a:gd name="connsiteY608" fmla="*/ 53340 h 138429"/>
                <a:gd name="connsiteX609" fmla="*/ 3576316 w 4940931"/>
                <a:gd name="connsiteY609" fmla="*/ 68580 h 138429"/>
                <a:gd name="connsiteX610" fmla="*/ 3575046 w 4940931"/>
                <a:gd name="connsiteY610" fmla="*/ 68580 h 138429"/>
                <a:gd name="connsiteX611" fmla="*/ 3575046 w 4940931"/>
                <a:gd name="connsiteY611" fmla="*/ 72390 h 138429"/>
                <a:gd name="connsiteX612" fmla="*/ 3575046 w 4940931"/>
                <a:gd name="connsiteY612" fmla="*/ 75565 h 138429"/>
                <a:gd name="connsiteX613" fmla="*/ 3523611 w 4940931"/>
                <a:gd name="connsiteY613" fmla="*/ 75565 h 138429"/>
                <a:gd name="connsiteX614" fmla="*/ 3526151 w 4940931"/>
                <a:gd name="connsiteY614" fmla="*/ 85090 h 138429"/>
                <a:gd name="connsiteX615" fmla="*/ 3530596 w 4940931"/>
                <a:gd name="connsiteY615" fmla="*/ 91440 h 138429"/>
                <a:gd name="connsiteX616" fmla="*/ 3536311 w 4940931"/>
                <a:gd name="connsiteY616" fmla="*/ 95250 h 138429"/>
                <a:gd name="connsiteX617" fmla="*/ 3543296 w 4940931"/>
                <a:gd name="connsiteY617" fmla="*/ 96520 h 138429"/>
                <a:gd name="connsiteX618" fmla="*/ 3548376 w 4940931"/>
                <a:gd name="connsiteY618" fmla="*/ 96520 h 138429"/>
                <a:gd name="connsiteX619" fmla="*/ 3552821 w 4940931"/>
                <a:gd name="connsiteY619" fmla="*/ 95250 h 138429"/>
                <a:gd name="connsiteX620" fmla="*/ 3556631 w 4940931"/>
                <a:gd name="connsiteY620" fmla="*/ 93345 h 138429"/>
                <a:gd name="connsiteX621" fmla="*/ 3561076 w 4940931"/>
                <a:gd name="connsiteY621" fmla="*/ 90805 h 138429"/>
                <a:gd name="connsiteX622" fmla="*/ 3569966 w 4940931"/>
                <a:gd name="connsiteY622" fmla="*/ 100330 h 138429"/>
                <a:gd name="connsiteX623" fmla="*/ 3564251 w 4940931"/>
                <a:gd name="connsiteY623" fmla="*/ 104775 h 138429"/>
                <a:gd name="connsiteX624" fmla="*/ 3558536 w 4940931"/>
                <a:gd name="connsiteY624" fmla="*/ 107950 h 138429"/>
                <a:gd name="connsiteX625" fmla="*/ 3551551 w 4940931"/>
                <a:gd name="connsiteY625" fmla="*/ 109855 h 138429"/>
                <a:gd name="connsiteX626" fmla="*/ 3542661 w 4940931"/>
                <a:gd name="connsiteY626" fmla="*/ 110490 h 138429"/>
                <a:gd name="connsiteX627" fmla="*/ 3533136 w 4940931"/>
                <a:gd name="connsiteY627" fmla="*/ 109220 h 138429"/>
                <a:gd name="connsiteX628" fmla="*/ 3525516 w 4940931"/>
                <a:gd name="connsiteY628" fmla="*/ 105410 h 138429"/>
                <a:gd name="connsiteX629" fmla="*/ 3519166 w 4940931"/>
                <a:gd name="connsiteY629" fmla="*/ 100330 h 138429"/>
                <a:gd name="connsiteX630" fmla="*/ 3514086 w 4940931"/>
                <a:gd name="connsiteY630" fmla="*/ 92710 h 138429"/>
                <a:gd name="connsiteX631" fmla="*/ 3510276 w 4940931"/>
                <a:gd name="connsiteY631" fmla="*/ 82550 h 138429"/>
                <a:gd name="connsiteX632" fmla="*/ 3509006 w 4940931"/>
                <a:gd name="connsiteY632" fmla="*/ 69850 h 138429"/>
                <a:gd name="connsiteX633" fmla="*/ 3511546 w 4940931"/>
                <a:gd name="connsiteY633" fmla="*/ 52070 h 138429"/>
                <a:gd name="connsiteX634" fmla="*/ 3518531 w 4940931"/>
                <a:gd name="connsiteY634" fmla="*/ 39370 h 138429"/>
                <a:gd name="connsiteX635" fmla="*/ 3529326 w 4940931"/>
                <a:gd name="connsiteY635" fmla="*/ 31750 h 138429"/>
                <a:gd name="connsiteX636" fmla="*/ 3543296 w 4940931"/>
                <a:gd name="connsiteY636" fmla="*/ 29210 h 138429"/>
                <a:gd name="connsiteX637" fmla="*/ 3345176 w 4940931"/>
                <a:gd name="connsiteY637" fmla="*/ 29210 h 138429"/>
                <a:gd name="connsiteX638" fmla="*/ 3359781 w 4940931"/>
                <a:gd name="connsiteY638" fmla="*/ 32385 h 138429"/>
                <a:gd name="connsiteX639" fmla="*/ 3369941 w 4940931"/>
                <a:gd name="connsiteY639" fmla="*/ 40640 h 138429"/>
                <a:gd name="connsiteX640" fmla="*/ 3376291 w 4940931"/>
                <a:gd name="connsiteY640" fmla="*/ 53340 h 138429"/>
                <a:gd name="connsiteX641" fmla="*/ 3378196 w 4940931"/>
                <a:gd name="connsiteY641" fmla="*/ 68580 h 138429"/>
                <a:gd name="connsiteX642" fmla="*/ 3376926 w 4940931"/>
                <a:gd name="connsiteY642" fmla="*/ 68580 h 138429"/>
                <a:gd name="connsiteX643" fmla="*/ 3376926 w 4940931"/>
                <a:gd name="connsiteY643" fmla="*/ 72390 h 138429"/>
                <a:gd name="connsiteX644" fmla="*/ 3376926 w 4940931"/>
                <a:gd name="connsiteY644" fmla="*/ 75565 h 138429"/>
                <a:gd name="connsiteX645" fmla="*/ 3325491 w 4940931"/>
                <a:gd name="connsiteY645" fmla="*/ 75565 h 138429"/>
                <a:gd name="connsiteX646" fmla="*/ 3328031 w 4940931"/>
                <a:gd name="connsiteY646" fmla="*/ 85090 h 138429"/>
                <a:gd name="connsiteX647" fmla="*/ 3332476 w 4940931"/>
                <a:gd name="connsiteY647" fmla="*/ 91440 h 138429"/>
                <a:gd name="connsiteX648" fmla="*/ 3338191 w 4940931"/>
                <a:gd name="connsiteY648" fmla="*/ 95250 h 138429"/>
                <a:gd name="connsiteX649" fmla="*/ 3345176 w 4940931"/>
                <a:gd name="connsiteY649" fmla="*/ 96520 h 138429"/>
                <a:gd name="connsiteX650" fmla="*/ 3350256 w 4940931"/>
                <a:gd name="connsiteY650" fmla="*/ 96520 h 138429"/>
                <a:gd name="connsiteX651" fmla="*/ 3354701 w 4940931"/>
                <a:gd name="connsiteY651" fmla="*/ 95250 h 138429"/>
                <a:gd name="connsiteX652" fmla="*/ 3358511 w 4940931"/>
                <a:gd name="connsiteY652" fmla="*/ 93345 h 138429"/>
                <a:gd name="connsiteX653" fmla="*/ 3362956 w 4940931"/>
                <a:gd name="connsiteY653" fmla="*/ 90805 h 138429"/>
                <a:gd name="connsiteX654" fmla="*/ 3371846 w 4940931"/>
                <a:gd name="connsiteY654" fmla="*/ 100330 h 138429"/>
                <a:gd name="connsiteX655" fmla="*/ 3366131 w 4940931"/>
                <a:gd name="connsiteY655" fmla="*/ 104775 h 138429"/>
                <a:gd name="connsiteX656" fmla="*/ 3360416 w 4940931"/>
                <a:gd name="connsiteY656" fmla="*/ 107950 h 138429"/>
                <a:gd name="connsiteX657" fmla="*/ 3353431 w 4940931"/>
                <a:gd name="connsiteY657" fmla="*/ 109855 h 138429"/>
                <a:gd name="connsiteX658" fmla="*/ 3344541 w 4940931"/>
                <a:gd name="connsiteY658" fmla="*/ 110490 h 138429"/>
                <a:gd name="connsiteX659" fmla="*/ 3335016 w 4940931"/>
                <a:gd name="connsiteY659" fmla="*/ 109220 h 138429"/>
                <a:gd name="connsiteX660" fmla="*/ 3327396 w 4940931"/>
                <a:gd name="connsiteY660" fmla="*/ 105410 h 138429"/>
                <a:gd name="connsiteX661" fmla="*/ 3321046 w 4940931"/>
                <a:gd name="connsiteY661" fmla="*/ 100330 h 138429"/>
                <a:gd name="connsiteX662" fmla="*/ 3315966 w 4940931"/>
                <a:gd name="connsiteY662" fmla="*/ 92710 h 138429"/>
                <a:gd name="connsiteX663" fmla="*/ 3312156 w 4940931"/>
                <a:gd name="connsiteY663" fmla="*/ 82550 h 138429"/>
                <a:gd name="connsiteX664" fmla="*/ 3310886 w 4940931"/>
                <a:gd name="connsiteY664" fmla="*/ 69850 h 138429"/>
                <a:gd name="connsiteX665" fmla="*/ 3313426 w 4940931"/>
                <a:gd name="connsiteY665" fmla="*/ 52070 h 138429"/>
                <a:gd name="connsiteX666" fmla="*/ 3320411 w 4940931"/>
                <a:gd name="connsiteY666" fmla="*/ 39370 h 138429"/>
                <a:gd name="connsiteX667" fmla="*/ 3331206 w 4940931"/>
                <a:gd name="connsiteY667" fmla="*/ 31750 h 138429"/>
                <a:gd name="connsiteX668" fmla="*/ 3345176 w 4940931"/>
                <a:gd name="connsiteY668" fmla="*/ 29210 h 138429"/>
                <a:gd name="connsiteX669" fmla="*/ 3060696 w 4940931"/>
                <a:gd name="connsiteY669" fmla="*/ 29210 h 138429"/>
                <a:gd name="connsiteX670" fmla="*/ 3068316 w 4940931"/>
                <a:gd name="connsiteY670" fmla="*/ 29845 h 138429"/>
                <a:gd name="connsiteX671" fmla="*/ 3074031 w 4940931"/>
                <a:gd name="connsiteY671" fmla="*/ 32385 h 138429"/>
                <a:gd name="connsiteX672" fmla="*/ 3070221 w 4940931"/>
                <a:gd name="connsiteY672" fmla="*/ 46990 h 138429"/>
                <a:gd name="connsiteX673" fmla="*/ 3068951 w 4940931"/>
                <a:gd name="connsiteY673" fmla="*/ 46990 h 138429"/>
                <a:gd name="connsiteX674" fmla="*/ 3063871 w 4940931"/>
                <a:gd name="connsiteY674" fmla="*/ 45085 h 138429"/>
                <a:gd name="connsiteX675" fmla="*/ 3057521 w 4940931"/>
                <a:gd name="connsiteY675" fmla="*/ 44450 h 138429"/>
                <a:gd name="connsiteX676" fmla="*/ 3046091 w 4940931"/>
                <a:gd name="connsiteY676" fmla="*/ 49530 h 138429"/>
                <a:gd name="connsiteX677" fmla="*/ 3042281 w 4940931"/>
                <a:gd name="connsiteY677" fmla="*/ 64770 h 138429"/>
                <a:gd name="connsiteX678" fmla="*/ 3042281 w 4940931"/>
                <a:gd name="connsiteY678" fmla="*/ 109220 h 138429"/>
                <a:gd name="connsiteX679" fmla="*/ 3027041 w 4940931"/>
                <a:gd name="connsiteY679" fmla="*/ 109220 h 138429"/>
                <a:gd name="connsiteX680" fmla="*/ 3027041 w 4940931"/>
                <a:gd name="connsiteY680" fmla="*/ 31115 h 138429"/>
                <a:gd name="connsiteX681" fmla="*/ 3042281 w 4940931"/>
                <a:gd name="connsiteY681" fmla="*/ 31115 h 138429"/>
                <a:gd name="connsiteX682" fmla="*/ 3042281 w 4940931"/>
                <a:gd name="connsiteY682" fmla="*/ 38735 h 138429"/>
                <a:gd name="connsiteX683" fmla="*/ 3045456 w 4940931"/>
                <a:gd name="connsiteY683" fmla="*/ 34925 h 138429"/>
                <a:gd name="connsiteX684" fmla="*/ 3049901 w 4940931"/>
                <a:gd name="connsiteY684" fmla="*/ 31750 h 138429"/>
                <a:gd name="connsiteX685" fmla="*/ 3054981 w 4940931"/>
                <a:gd name="connsiteY685" fmla="*/ 29845 h 138429"/>
                <a:gd name="connsiteX686" fmla="*/ 3060696 w 4940931"/>
                <a:gd name="connsiteY686" fmla="*/ 29210 h 138429"/>
                <a:gd name="connsiteX687" fmla="*/ 2978781 w 4940931"/>
                <a:gd name="connsiteY687" fmla="*/ 29210 h 138429"/>
                <a:gd name="connsiteX688" fmla="*/ 2993386 w 4940931"/>
                <a:gd name="connsiteY688" fmla="*/ 32385 h 138429"/>
                <a:gd name="connsiteX689" fmla="*/ 3003546 w 4940931"/>
                <a:gd name="connsiteY689" fmla="*/ 40640 h 138429"/>
                <a:gd name="connsiteX690" fmla="*/ 3009896 w 4940931"/>
                <a:gd name="connsiteY690" fmla="*/ 53340 h 138429"/>
                <a:gd name="connsiteX691" fmla="*/ 3011801 w 4940931"/>
                <a:gd name="connsiteY691" fmla="*/ 68580 h 138429"/>
                <a:gd name="connsiteX692" fmla="*/ 3010531 w 4940931"/>
                <a:gd name="connsiteY692" fmla="*/ 68580 h 138429"/>
                <a:gd name="connsiteX693" fmla="*/ 3010531 w 4940931"/>
                <a:gd name="connsiteY693" fmla="*/ 72390 h 138429"/>
                <a:gd name="connsiteX694" fmla="*/ 3010531 w 4940931"/>
                <a:gd name="connsiteY694" fmla="*/ 75565 h 138429"/>
                <a:gd name="connsiteX695" fmla="*/ 2959096 w 4940931"/>
                <a:gd name="connsiteY695" fmla="*/ 75565 h 138429"/>
                <a:gd name="connsiteX696" fmla="*/ 2961636 w 4940931"/>
                <a:gd name="connsiteY696" fmla="*/ 85090 h 138429"/>
                <a:gd name="connsiteX697" fmla="*/ 2966081 w 4940931"/>
                <a:gd name="connsiteY697" fmla="*/ 91440 h 138429"/>
                <a:gd name="connsiteX698" fmla="*/ 2971796 w 4940931"/>
                <a:gd name="connsiteY698" fmla="*/ 95250 h 138429"/>
                <a:gd name="connsiteX699" fmla="*/ 2978781 w 4940931"/>
                <a:gd name="connsiteY699" fmla="*/ 96520 h 138429"/>
                <a:gd name="connsiteX700" fmla="*/ 2983861 w 4940931"/>
                <a:gd name="connsiteY700" fmla="*/ 96520 h 138429"/>
                <a:gd name="connsiteX701" fmla="*/ 2988306 w 4940931"/>
                <a:gd name="connsiteY701" fmla="*/ 95250 h 138429"/>
                <a:gd name="connsiteX702" fmla="*/ 2992116 w 4940931"/>
                <a:gd name="connsiteY702" fmla="*/ 93345 h 138429"/>
                <a:gd name="connsiteX703" fmla="*/ 2996561 w 4940931"/>
                <a:gd name="connsiteY703" fmla="*/ 90805 h 138429"/>
                <a:gd name="connsiteX704" fmla="*/ 3005451 w 4940931"/>
                <a:gd name="connsiteY704" fmla="*/ 100330 h 138429"/>
                <a:gd name="connsiteX705" fmla="*/ 2999736 w 4940931"/>
                <a:gd name="connsiteY705" fmla="*/ 104775 h 138429"/>
                <a:gd name="connsiteX706" fmla="*/ 2994021 w 4940931"/>
                <a:gd name="connsiteY706" fmla="*/ 107950 h 138429"/>
                <a:gd name="connsiteX707" fmla="*/ 2987036 w 4940931"/>
                <a:gd name="connsiteY707" fmla="*/ 109855 h 138429"/>
                <a:gd name="connsiteX708" fmla="*/ 2978146 w 4940931"/>
                <a:gd name="connsiteY708" fmla="*/ 110490 h 138429"/>
                <a:gd name="connsiteX709" fmla="*/ 2968621 w 4940931"/>
                <a:gd name="connsiteY709" fmla="*/ 109220 h 138429"/>
                <a:gd name="connsiteX710" fmla="*/ 2961001 w 4940931"/>
                <a:gd name="connsiteY710" fmla="*/ 105410 h 138429"/>
                <a:gd name="connsiteX711" fmla="*/ 2954651 w 4940931"/>
                <a:gd name="connsiteY711" fmla="*/ 100330 h 138429"/>
                <a:gd name="connsiteX712" fmla="*/ 2949571 w 4940931"/>
                <a:gd name="connsiteY712" fmla="*/ 92710 h 138429"/>
                <a:gd name="connsiteX713" fmla="*/ 2945761 w 4940931"/>
                <a:gd name="connsiteY713" fmla="*/ 82550 h 138429"/>
                <a:gd name="connsiteX714" fmla="*/ 2944491 w 4940931"/>
                <a:gd name="connsiteY714" fmla="*/ 69850 h 138429"/>
                <a:gd name="connsiteX715" fmla="*/ 2947031 w 4940931"/>
                <a:gd name="connsiteY715" fmla="*/ 52070 h 138429"/>
                <a:gd name="connsiteX716" fmla="*/ 2954016 w 4940931"/>
                <a:gd name="connsiteY716" fmla="*/ 39370 h 138429"/>
                <a:gd name="connsiteX717" fmla="*/ 2964811 w 4940931"/>
                <a:gd name="connsiteY717" fmla="*/ 31750 h 138429"/>
                <a:gd name="connsiteX718" fmla="*/ 2978781 w 4940931"/>
                <a:gd name="connsiteY718" fmla="*/ 29210 h 138429"/>
                <a:gd name="connsiteX719" fmla="*/ 2798440 w 4940931"/>
                <a:gd name="connsiteY719" fmla="*/ 29210 h 138429"/>
                <a:gd name="connsiteX720" fmla="*/ 2813045 w 4940931"/>
                <a:gd name="connsiteY720" fmla="*/ 31750 h 138429"/>
                <a:gd name="connsiteX721" fmla="*/ 2825110 w 4940931"/>
                <a:gd name="connsiteY721" fmla="*/ 38100 h 138429"/>
                <a:gd name="connsiteX722" fmla="*/ 2827015 w 4940931"/>
                <a:gd name="connsiteY722" fmla="*/ 38100 h 138429"/>
                <a:gd name="connsiteX723" fmla="*/ 2820030 w 4940931"/>
                <a:gd name="connsiteY723" fmla="*/ 50165 h 138429"/>
                <a:gd name="connsiteX724" fmla="*/ 2810505 w 4940931"/>
                <a:gd name="connsiteY724" fmla="*/ 45085 h 138429"/>
                <a:gd name="connsiteX725" fmla="*/ 2799710 w 4940931"/>
                <a:gd name="connsiteY725" fmla="*/ 43180 h 138429"/>
                <a:gd name="connsiteX726" fmla="*/ 2791455 w 4940931"/>
                <a:gd name="connsiteY726" fmla="*/ 45085 h 138429"/>
                <a:gd name="connsiteX727" fmla="*/ 2788915 w 4940931"/>
                <a:gd name="connsiteY727" fmla="*/ 50165 h 138429"/>
                <a:gd name="connsiteX728" fmla="*/ 2788915 w 4940931"/>
                <a:gd name="connsiteY728" fmla="*/ 52705 h 138429"/>
                <a:gd name="connsiteX729" fmla="*/ 2790820 w 4940931"/>
                <a:gd name="connsiteY729" fmla="*/ 55245 h 138429"/>
                <a:gd name="connsiteX730" fmla="*/ 2795265 w 4940931"/>
                <a:gd name="connsiteY730" fmla="*/ 57785 h 138429"/>
                <a:gd name="connsiteX731" fmla="*/ 2802250 w 4940931"/>
                <a:gd name="connsiteY731" fmla="*/ 60960 h 138429"/>
                <a:gd name="connsiteX732" fmla="*/ 2813680 w 4940931"/>
                <a:gd name="connsiteY732" fmla="*/ 66040 h 138429"/>
                <a:gd name="connsiteX733" fmla="*/ 2821935 w 4940931"/>
                <a:gd name="connsiteY733" fmla="*/ 71120 h 138429"/>
                <a:gd name="connsiteX734" fmla="*/ 2827015 w 4940931"/>
                <a:gd name="connsiteY734" fmla="*/ 78105 h 138429"/>
                <a:gd name="connsiteX735" fmla="*/ 2828920 w 4940931"/>
                <a:gd name="connsiteY735" fmla="*/ 87630 h 138429"/>
                <a:gd name="connsiteX736" fmla="*/ 2826380 w 4940931"/>
                <a:gd name="connsiteY736" fmla="*/ 98425 h 138429"/>
                <a:gd name="connsiteX737" fmla="*/ 2820030 w 4940931"/>
                <a:gd name="connsiteY737" fmla="*/ 105410 h 138429"/>
                <a:gd name="connsiteX738" fmla="*/ 2810505 w 4940931"/>
                <a:gd name="connsiteY738" fmla="*/ 109220 h 138429"/>
                <a:gd name="connsiteX739" fmla="*/ 2799710 w 4940931"/>
                <a:gd name="connsiteY739" fmla="*/ 110490 h 138429"/>
                <a:gd name="connsiteX740" fmla="*/ 2783835 w 4940931"/>
                <a:gd name="connsiteY740" fmla="*/ 107950 h 138429"/>
                <a:gd name="connsiteX741" fmla="*/ 2769230 w 4940931"/>
                <a:gd name="connsiteY741" fmla="*/ 100965 h 138429"/>
                <a:gd name="connsiteX742" fmla="*/ 2776215 w 4940931"/>
                <a:gd name="connsiteY742" fmla="*/ 89535 h 138429"/>
                <a:gd name="connsiteX743" fmla="*/ 2787645 w 4940931"/>
                <a:gd name="connsiteY743" fmla="*/ 95250 h 138429"/>
                <a:gd name="connsiteX744" fmla="*/ 2799075 w 4940931"/>
                <a:gd name="connsiteY744" fmla="*/ 97155 h 138429"/>
                <a:gd name="connsiteX745" fmla="*/ 2809870 w 4940931"/>
                <a:gd name="connsiteY745" fmla="*/ 94615 h 138429"/>
                <a:gd name="connsiteX746" fmla="*/ 2813045 w 4940931"/>
                <a:gd name="connsiteY746" fmla="*/ 88265 h 138429"/>
                <a:gd name="connsiteX747" fmla="*/ 2811775 w 4940931"/>
                <a:gd name="connsiteY747" fmla="*/ 84455 h 138429"/>
                <a:gd name="connsiteX748" fmla="*/ 2807965 w 4940931"/>
                <a:gd name="connsiteY748" fmla="*/ 81280 h 138429"/>
                <a:gd name="connsiteX749" fmla="*/ 2802250 w 4940931"/>
                <a:gd name="connsiteY749" fmla="*/ 78105 h 138429"/>
                <a:gd name="connsiteX750" fmla="*/ 2794630 w 4940931"/>
                <a:gd name="connsiteY750" fmla="*/ 74930 h 138429"/>
                <a:gd name="connsiteX751" fmla="*/ 2783835 w 4940931"/>
                <a:gd name="connsiteY751" fmla="*/ 69850 h 138429"/>
                <a:gd name="connsiteX752" fmla="*/ 2776850 w 4940931"/>
                <a:gd name="connsiteY752" fmla="*/ 64770 h 138429"/>
                <a:gd name="connsiteX753" fmla="*/ 2773040 w 4940931"/>
                <a:gd name="connsiteY753" fmla="*/ 58420 h 138429"/>
                <a:gd name="connsiteX754" fmla="*/ 2771770 w 4940931"/>
                <a:gd name="connsiteY754" fmla="*/ 50165 h 138429"/>
                <a:gd name="connsiteX755" fmla="*/ 2773675 w 4940931"/>
                <a:gd name="connsiteY755" fmla="*/ 40640 h 138429"/>
                <a:gd name="connsiteX756" fmla="*/ 2779390 w 4940931"/>
                <a:gd name="connsiteY756" fmla="*/ 34290 h 138429"/>
                <a:gd name="connsiteX757" fmla="*/ 2787645 w 4940931"/>
                <a:gd name="connsiteY757" fmla="*/ 30480 h 138429"/>
                <a:gd name="connsiteX758" fmla="*/ 2798440 w 4940931"/>
                <a:gd name="connsiteY758" fmla="*/ 29210 h 138429"/>
                <a:gd name="connsiteX759" fmla="*/ 2723510 w 4940931"/>
                <a:gd name="connsiteY759" fmla="*/ 29210 h 138429"/>
                <a:gd name="connsiteX760" fmla="*/ 2729225 w 4940931"/>
                <a:gd name="connsiteY760" fmla="*/ 29210 h 138429"/>
                <a:gd name="connsiteX761" fmla="*/ 2741290 w 4940931"/>
                <a:gd name="connsiteY761" fmla="*/ 31750 h 138429"/>
                <a:gd name="connsiteX762" fmla="*/ 2750180 w 4940931"/>
                <a:gd name="connsiteY762" fmla="*/ 38100 h 138429"/>
                <a:gd name="connsiteX763" fmla="*/ 2755260 w 4940931"/>
                <a:gd name="connsiteY763" fmla="*/ 48895 h 138429"/>
                <a:gd name="connsiteX764" fmla="*/ 2757165 w 4940931"/>
                <a:gd name="connsiteY764" fmla="*/ 64135 h 138429"/>
                <a:gd name="connsiteX765" fmla="*/ 2757165 w 4940931"/>
                <a:gd name="connsiteY765" fmla="*/ 108585 h 138429"/>
                <a:gd name="connsiteX766" fmla="*/ 2741925 w 4940931"/>
                <a:gd name="connsiteY766" fmla="*/ 108585 h 138429"/>
                <a:gd name="connsiteX767" fmla="*/ 2741290 w 4940931"/>
                <a:gd name="connsiteY767" fmla="*/ 108585 h 138429"/>
                <a:gd name="connsiteX768" fmla="*/ 2741290 w 4940931"/>
                <a:gd name="connsiteY768" fmla="*/ 64770 h 138429"/>
                <a:gd name="connsiteX769" fmla="*/ 2737480 w 4940931"/>
                <a:gd name="connsiteY769" fmla="*/ 48895 h 138429"/>
                <a:gd name="connsiteX770" fmla="*/ 2725415 w 4940931"/>
                <a:gd name="connsiteY770" fmla="*/ 43180 h 138429"/>
                <a:gd name="connsiteX771" fmla="*/ 2718430 w 4940931"/>
                <a:gd name="connsiteY771" fmla="*/ 44450 h 138429"/>
                <a:gd name="connsiteX772" fmla="*/ 2713350 w 4940931"/>
                <a:gd name="connsiteY772" fmla="*/ 48260 h 138429"/>
                <a:gd name="connsiteX773" fmla="*/ 2710175 w 4940931"/>
                <a:gd name="connsiteY773" fmla="*/ 54610 h 138429"/>
                <a:gd name="connsiteX774" fmla="*/ 2709540 w 4940931"/>
                <a:gd name="connsiteY774" fmla="*/ 62865 h 138429"/>
                <a:gd name="connsiteX775" fmla="*/ 2709540 w 4940931"/>
                <a:gd name="connsiteY775" fmla="*/ 108585 h 138429"/>
                <a:gd name="connsiteX776" fmla="*/ 2694300 w 4940931"/>
                <a:gd name="connsiteY776" fmla="*/ 108585 h 138429"/>
                <a:gd name="connsiteX777" fmla="*/ 2694300 w 4940931"/>
                <a:gd name="connsiteY777" fmla="*/ 30480 h 138429"/>
                <a:gd name="connsiteX778" fmla="*/ 2709540 w 4940931"/>
                <a:gd name="connsiteY778" fmla="*/ 30480 h 138429"/>
                <a:gd name="connsiteX779" fmla="*/ 2709540 w 4940931"/>
                <a:gd name="connsiteY779" fmla="*/ 38100 h 138429"/>
                <a:gd name="connsiteX780" fmla="*/ 2713350 w 4940931"/>
                <a:gd name="connsiteY780" fmla="*/ 34290 h 138429"/>
                <a:gd name="connsiteX781" fmla="*/ 2717795 w 4940931"/>
                <a:gd name="connsiteY781" fmla="*/ 31115 h 138429"/>
                <a:gd name="connsiteX782" fmla="*/ 2723510 w 4940931"/>
                <a:gd name="connsiteY782" fmla="*/ 29210 h 138429"/>
                <a:gd name="connsiteX783" fmla="*/ 2530470 w 4940931"/>
                <a:gd name="connsiteY783" fmla="*/ 29210 h 138429"/>
                <a:gd name="connsiteX784" fmla="*/ 2545075 w 4940931"/>
                <a:gd name="connsiteY784" fmla="*/ 32385 h 138429"/>
                <a:gd name="connsiteX785" fmla="*/ 2555235 w 4940931"/>
                <a:gd name="connsiteY785" fmla="*/ 40640 h 138429"/>
                <a:gd name="connsiteX786" fmla="*/ 2561585 w 4940931"/>
                <a:gd name="connsiteY786" fmla="*/ 53340 h 138429"/>
                <a:gd name="connsiteX787" fmla="*/ 2563490 w 4940931"/>
                <a:gd name="connsiteY787" fmla="*/ 68580 h 138429"/>
                <a:gd name="connsiteX788" fmla="*/ 2562220 w 4940931"/>
                <a:gd name="connsiteY788" fmla="*/ 68580 h 138429"/>
                <a:gd name="connsiteX789" fmla="*/ 2562220 w 4940931"/>
                <a:gd name="connsiteY789" fmla="*/ 72390 h 138429"/>
                <a:gd name="connsiteX790" fmla="*/ 2562220 w 4940931"/>
                <a:gd name="connsiteY790" fmla="*/ 75565 h 138429"/>
                <a:gd name="connsiteX791" fmla="*/ 2510785 w 4940931"/>
                <a:gd name="connsiteY791" fmla="*/ 75565 h 138429"/>
                <a:gd name="connsiteX792" fmla="*/ 2513325 w 4940931"/>
                <a:gd name="connsiteY792" fmla="*/ 85090 h 138429"/>
                <a:gd name="connsiteX793" fmla="*/ 2517770 w 4940931"/>
                <a:gd name="connsiteY793" fmla="*/ 91440 h 138429"/>
                <a:gd name="connsiteX794" fmla="*/ 2523485 w 4940931"/>
                <a:gd name="connsiteY794" fmla="*/ 95250 h 138429"/>
                <a:gd name="connsiteX795" fmla="*/ 2530470 w 4940931"/>
                <a:gd name="connsiteY795" fmla="*/ 96520 h 138429"/>
                <a:gd name="connsiteX796" fmla="*/ 2535550 w 4940931"/>
                <a:gd name="connsiteY796" fmla="*/ 96520 h 138429"/>
                <a:gd name="connsiteX797" fmla="*/ 2539995 w 4940931"/>
                <a:gd name="connsiteY797" fmla="*/ 95250 h 138429"/>
                <a:gd name="connsiteX798" fmla="*/ 2543805 w 4940931"/>
                <a:gd name="connsiteY798" fmla="*/ 93345 h 138429"/>
                <a:gd name="connsiteX799" fmla="*/ 2548250 w 4940931"/>
                <a:gd name="connsiteY799" fmla="*/ 90805 h 138429"/>
                <a:gd name="connsiteX800" fmla="*/ 2557140 w 4940931"/>
                <a:gd name="connsiteY800" fmla="*/ 100330 h 138429"/>
                <a:gd name="connsiteX801" fmla="*/ 2551425 w 4940931"/>
                <a:gd name="connsiteY801" fmla="*/ 104775 h 138429"/>
                <a:gd name="connsiteX802" fmla="*/ 2545710 w 4940931"/>
                <a:gd name="connsiteY802" fmla="*/ 107950 h 138429"/>
                <a:gd name="connsiteX803" fmla="*/ 2538725 w 4940931"/>
                <a:gd name="connsiteY803" fmla="*/ 109855 h 138429"/>
                <a:gd name="connsiteX804" fmla="*/ 2529835 w 4940931"/>
                <a:gd name="connsiteY804" fmla="*/ 110490 h 138429"/>
                <a:gd name="connsiteX805" fmla="*/ 2520310 w 4940931"/>
                <a:gd name="connsiteY805" fmla="*/ 109220 h 138429"/>
                <a:gd name="connsiteX806" fmla="*/ 2512690 w 4940931"/>
                <a:gd name="connsiteY806" fmla="*/ 105410 h 138429"/>
                <a:gd name="connsiteX807" fmla="*/ 2506340 w 4940931"/>
                <a:gd name="connsiteY807" fmla="*/ 100330 h 138429"/>
                <a:gd name="connsiteX808" fmla="*/ 2501260 w 4940931"/>
                <a:gd name="connsiteY808" fmla="*/ 92710 h 138429"/>
                <a:gd name="connsiteX809" fmla="*/ 2497450 w 4940931"/>
                <a:gd name="connsiteY809" fmla="*/ 82550 h 138429"/>
                <a:gd name="connsiteX810" fmla="*/ 2496180 w 4940931"/>
                <a:gd name="connsiteY810" fmla="*/ 69850 h 138429"/>
                <a:gd name="connsiteX811" fmla="*/ 2498720 w 4940931"/>
                <a:gd name="connsiteY811" fmla="*/ 52070 h 138429"/>
                <a:gd name="connsiteX812" fmla="*/ 2505705 w 4940931"/>
                <a:gd name="connsiteY812" fmla="*/ 39370 h 138429"/>
                <a:gd name="connsiteX813" fmla="*/ 2516500 w 4940931"/>
                <a:gd name="connsiteY813" fmla="*/ 31750 h 138429"/>
                <a:gd name="connsiteX814" fmla="*/ 2530470 w 4940931"/>
                <a:gd name="connsiteY814" fmla="*/ 29210 h 138429"/>
                <a:gd name="connsiteX815" fmla="*/ 2298061 w 4940931"/>
                <a:gd name="connsiteY815" fmla="*/ 29210 h 138429"/>
                <a:gd name="connsiteX816" fmla="*/ 2305681 w 4940931"/>
                <a:gd name="connsiteY816" fmla="*/ 29845 h 138429"/>
                <a:gd name="connsiteX817" fmla="*/ 2311396 w 4940931"/>
                <a:gd name="connsiteY817" fmla="*/ 32385 h 138429"/>
                <a:gd name="connsiteX818" fmla="*/ 2307586 w 4940931"/>
                <a:gd name="connsiteY818" fmla="*/ 46990 h 138429"/>
                <a:gd name="connsiteX819" fmla="*/ 2306316 w 4940931"/>
                <a:gd name="connsiteY819" fmla="*/ 46990 h 138429"/>
                <a:gd name="connsiteX820" fmla="*/ 2301236 w 4940931"/>
                <a:gd name="connsiteY820" fmla="*/ 45085 h 138429"/>
                <a:gd name="connsiteX821" fmla="*/ 2294886 w 4940931"/>
                <a:gd name="connsiteY821" fmla="*/ 44450 h 138429"/>
                <a:gd name="connsiteX822" fmla="*/ 2283456 w 4940931"/>
                <a:gd name="connsiteY822" fmla="*/ 49530 h 138429"/>
                <a:gd name="connsiteX823" fmla="*/ 2279646 w 4940931"/>
                <a:gd name="connsiteY823" fmla="*/ 64770 h 138429"/>
                <a:gd name="connsiteX824" fmla="*/ 2279646 w 4940931"/>
                <a:gd name="connsiteY824" fmla="*/ 109220 h 138429"/>
                <a:gd name="connsiteX825" fmla="*/ 2264406 w 4940931"/>
                <a:gd name="connsiteY825" fmla="*/ 109220 h 138429"/>
                <a:gd name="connsiteX826" fmla="*/ 2264406 w 4940931"/>
                <a:gd name="connsiteY826" fmla="*/ 31115 h 138429"/>
                <a:gd name="connsiteX827" fmla="*/ 2279646 w 4940931"/>
                <a:gd name="connsiteY827" fmla="*/ 31115 h 138429"/>
                <a:gd name="connsiteX828" fmla="*/ 2279646 w 4940931"/>
                <a:gd name="connsiteY828" fmla="*/ 38735 h 138429"/>
                <a:gd name="connsiteX829" fmla="*/ 2282821 w 4940931"/>
                <a:gd name="connsiteY829" fmla="*/ 34925 h 138429"/>
                <a:gd name="connsiteX830" fmla="*/ 2287266 w 4940931"/>
                <a:gd name="connsiteY830" fmla="*/ 31750 h 138429"/>
                <a:gd name="connsiteX831" fmla="*/ 2292346 w 4940931"/>
                <a:gd name="connsiteY831" fmla="*/ 29845 h 138429"/>
                <a:gd name="connsiteX832" fmla="*/ 2298061 w 4940931"/>
                <a:gd name="connsiteY832" fmla="*/ 29210 h 138429"/>
                <a:gd name="connsiteX833" fmla="*/ 2216145 w 4940931"/>
                <a:gd name="connsiteY833" fmla="*/ 29210 h 138429"/>
                <a:gd name="connsiteX834" fmla="*/ 2230750 w 4940931"/>
                <a:gd name="connsiteY834" fmla="*/ 32385 h 138429"/>
                <a:gd name="connsiteX835" fmla="*/ 2240910 w 4940931"/>
                <a:gd name="connsiteY835" fmla="*/ 40640 h 138429"/>
                <a:gd name="connsiteX836" fmla="*/ 2247260 w 4940931"/>
                <a:gd name="connsiteY836" fmla="*/ 53340 h 138429"/>
                <a:gd name="connsiteX837" fmla="*/ 2249165 w 4940931"/>
                <a:gd name="connsiteY837" fmla="*/ 68580 h 138429"/>
                <a:gd name="connsiteX838" fmla="*/ 2247895 w 4940931"/>
                <a:gd name="connsiteY838" fmla="*/ 68580 h 138429"/>
                <a:gd name="connsiteX839" fmla="*/ 2247895 w 4940931"/>
                <a:gd name="connsiteY839" fmla="*/ 72390 h 138429"/>
                <a:gd name="connsiteX840" fmla="*/ 2247895 w 4940931"/>
                <a:gd name="connsiteY840" fmla="*/ 75565 h 138429"/>
                <a:gd name="connsiteX841" fmla="*/ 2196460 w 4940931"/>
                <a:gd name="connsiteY841" fmla="*/ 75565 h 138429"/>
                <a:gd name="connsiteX842" fmla="*/ 2199000 w 4940931"/>
                <a:gd name="connsiteY842" fmla="*/ 85090 h 138429"/>
                <a:gd name="connsiteX843" fmla="*/ 2203445 w 4940931"/>
                <a:gd name="connsiteY843" fmla="*/ 91440 h 138429"/>
                <a:gd name="connsiteX844" fmla="*/ 2209160 w 4940931"/>
                <a:gd name="connsiteY844" fmla="*/ 95250 h 138429"/>
                <a:gd name="connsiteX845" fmla="*/ 2216145 w 4940931"/>
                <a:gd name="connsiteY845" fmla="*/ 96520 h 138429"/>
                <a:gd name="connsiteX846" fmla="*/ 2221225 w 4940931"/>
                <a:gd name="connsiteY846" fmla="*/ 96520 h 138429"/>
                <a:gd name="connsiteX847" fmla="*/ 2225670 w 4940931"/>
                <a:gd name="connsiteY847" fmla="*/ 95250 h 138429"/>
                <a:gd name="connsiteX848" fmla="*/ 2229480 w 4940931"/>
                <a:gd name="connsiteY848" fmla="*/ 93345 h 138429"/>
                <a:gd name="connsiteX849" fmla="*/ 2233925 w 4940931"/>
                <a:gd name="connsiteY849" fmla="*/ 90805 h 138429"/>
                <a:gd name="connsiteX850" fmla="*/ 2242815 w 4940931"/>
                <a:gd name="connsiteY850" fmla="*/ 100330 h 138429"/>
                <a:gd name="connsiteX851" fmla="*/ 2237100 w 4940931"/>
                <a:gd name="connsiteY851" fmla="*/ 104775 h 138429"/>
                <a:gd name="connsiteX852" fmla="*/ 2231385 w 4940931"/>
                <a:gd name="connsiteY852" fmla="*/ 107950 h 138429"/>
                <a:gd name="connsiteX853" fmla="*/ 2224400 w 4940931"/>
                <a:gd name="connsiteY853" fmla="*/ 109855 h 138429"/>
                <a:gd name="connsiteX854" fmla="*/ 2215510 w 4940931"/>
                <a:gd name="connsiteY854" fmla="*/ 110490 h 138429"/>
                <a:gd name="connsiteX855" fmla="*/ 2205985 w 4940931"/>
                <a:gd name="connsiteY855" fmla="*/ 109220 h 138429"/>
                <a:gd name="connsiteX856" fmla="*/ 2198365 w 4940931"/>
                <a:gd name="connsiteY856" fmla="*/ 105410 h 138429"/>
                <a:gd name="connsiteX857" fmla="*/ 2192015 w 4940931"/>
                <a:gd name="connsiteY857" fmla="*/ 100330 h 138429"/>
                <a:gd name="connsiteX858" fmla="*/ 2186935 w 4940931"/>
                <a:gd name="connsiteY858" fmla="*/ 92710 h 138429"/>
                <a:gd name="connsiteX859" fmla="*/ 2183125 w 4940931"/>
                <a:gd name="connsiteY859" fmla="*/ 82550 h 138429"/>
                <a:gd name="connsiteX860" fmla="*/ 2181855 w 4940931"/>
                <a:gd name="connsiteY860" fmla="*/ 69850 h 138429"/>
                <a:gd name="connsiteX861" fmla="*/ 2184395 w 4940931"/>
                <a:gd name="connsiteY861" fmla="*/ 52070 h 138429"/>
                <a:gd name="connsiteX862" fmla="*/ 2191380 w 4940931"/>
                <a:gd name="connsiteY862" fmla="*/ 39370 h 138429"/>
                <a:gd name="connsiteX863" fmla="*/ 2202175 w 4940931"/>
                <a:gd name="connsiteY863" fmla="*/ 31750 h 138429"/>
                <a:gd name="connsiteX864" fmla="*/ 2216145 w 4940931"/>
                <a:gd name="connsiteY864" fmla="*/ 29210 h 138429"/>
                <a:gd name="connsiteX865" fmla="*/ 2029456 w 4940931"/>
                <a:gd name="connsiteY865" fmla="*/ 29210 h 138429"/>
                <a:gd name="connsiteX866" fmla="*/ 2044061 w 4940931"/>
                <a:gd name="connsiteY866" fmla="*/ 32385 h 138429"/>
                <a:gd name="connsiteX867" fmla="*/ 2054221 w 4940931"/>
                <a:gd name="connsiteY867" fmla="*/ 40640 h 138429"/>
                <a:gd name="connsiteX868" fmla="*/ 2060571 w 4940931"/>
                <a:gd name="connsiteY868" fmla="*/ 53340 h 138429"/>
                <a:gd name="connsiteX869" fmla="*/ 2062476 w 4940931"/>
                <a:gd name="connsiteY869" fmla="*/ 68580 h 138429"/>
                <a:gd name="connsiteX870" fmla="*/ 2061206 w 4940931"/>
                <a:gd name="connsiteY870" fmla="*/ 68580 h 138429"/>
                <a:gd name="connsiteX871" fmla="*/ 2061206 w 4940931"/>
                <a:gd name="connsiteY871" fmla="*/ 72390 h 138429"/>
                <a:gd name="connsiteX872" fmla="*/ 2061206 w 4940931"/>
                <a:gd name="connsiteY872" fmla="*/ 75565 h 138429"/>
                <a:gd name="connsiteX873" fmla="*/ 2009771 w 4940931"/>
                <a:gd name="connsiteY873" fmla="*/ 75565 h 138429"/>
                <a:gd name="connsiteX874" fmla="*/ 2012311 w 4940931"/>
                <a:gd name="connsiteY874" fmla="*/ 85090 h 138429"/>
                <a:gd name="connsiteX875" fmla="*/ 2016756 w 4940931"/>
                <a:gd name="connsiteY875" fmla="*/ 91440 h 138429"/>
                <a:gd name="connsiteX876" fmla="*/ 2022471 w 4940931"/>
                <a:gd name="connsiteY876" fmla="*/ 95250 h 138429"/>
                <a:gd name="connsiteX877" fmla="*/ 2029456 w 4940931"/>
                <a:gd name="connsiteY877" fmla="*/ 96520 h 138429"/>
                <a:gd name="connsiteX878" fmla="*/ 2034536 w 4940931"/>
                <a:gd name="connsiteY878" fmla="*/ 96520 h 138429"/>
                <a:gd name="connsiteX879" fmla="*/ 2038981 w 4940931"/>
                <a:gd name="connsiteY879" fmla="*/ 95250 h 138429"/>
                <a:gd name="connsiteX880" fmla="*/ 2042791 w 4940931"/>
                <a:gd name="connsiteY880" fmla="*/ 93345 h 138429"/>
                <a:gd name="connsiteX881" fmla="*/ 2047236 w 4940931"/>
                <a:gd name="connsiteY881" fmla="*/ 90805 h 138429"/>
                <a:gd name="connsiteX882" fmla="*/ 2056126 w 4940931"/>
                <a:gd name="connsiteY882" fmla="*/ 100330 h 138429"/>
                <a:gd name="connsiteX883" fmla="*/ 2050411 w 4940931"/>
                <a:gd name="connsiteY883" fmla="*/ 104775 h 138429"/>
                <a:gd name="connsiteX884" fmla="*/ 2044696 w 4940931"/>
                <a:gd name="connsiteY884" fmla="*/ 107950 h 138429"/>
                <a:gd name="connsiteX885" fmla="*/ 2037711 w 4940931"/>
                <a:gd name="connsiteY885" fmla="*/ 109855 h 138429"/>
                <a:gd name="connsiteX886" fmla="*/ 2028821 w 4940931"/>
                <a:gd name="connsiteY886" fmla="*/ 110490 h 138429"/>
                <a:gd name="connsiteX887" fmla="*/ 2019296 w 4940931"/>
                <a:gd name="connsiteY887" fmla="*/ 109220 h 138429"/>
                <a:gd name="connsiteX888" fmla="*/ 2011676 w 4940931"/>
                <a:gd name="connsiteY888" fmla="*/ 105410 h 138429"/>
                <a:gd name="connsiteX889" fmla="*/ 2005326 w 4940931"/>
                <a:gd name="connsiteY889" fmla="*/ 100330 h 138429"/>
                <a:gd name="connsiteX890" fmla="*/ 2000246 w 4940931"/>
                <a:gd name="connsiteY890" fmla="*/ 92710 h 138429"/>
                <a:gd name="connsiteX891" fmla="*/ 1996436 w 4940931"/>
                <a:gd name="connsiteY891" fmla="*/ 82550 h 138429"/>
                <a:gd name="connsiteX892" fmla="*/ 1995166 w 4940931"/>
                <a:gd name="connsiteY892" fmla="*/ 69850 h 138429"/>
                <a:gd name="connsiteX893" fmla="*/ 1997706 w 4940931"/>
                <a:gd name="connsiteY893" fmla="*/ 52070 h 138429"/>
                <a:gd name="connsiteX894" fmla="*/ 2004691 w 4940931"/>
                <a:gd name="connsiteY894" fmla="*/ 39370 h 138429"/>
                <a:gd name="connsiteX895" fmla="*/ 2015486 w 4940931"/>
                <a:gd name="connsiteY895" fmla="*/ 31750 h 138429"/>
                <a:gd name="connsiteX896" fmla="*/ 2029456 w 4940931"/>
                <a:gd name="connsiteY896" fmla="*/ 29210 h 138429"/>
                <a:gd name="connsiteX897" fmla="*/ 1831336 w 4940931"/>
                <a:gd name="connsiteY897" fmla="*/ 29210 h 138429"/>
                <a:gd name="connsiteX898" fmla="*/ 1845941 w 4940931"/>
                <a:gd name="connsiteY898" fmla="*/ 32385 h 138429"/>
                <a:gd name="connsiteX899" fmla="*/ 1856101 w 4940931"/>
                <a:gd name="connsiteY899" fmla="*/ 40640 h 138429"/>
                <a:gd name="connsiteX900" fmla="*/ 1862451 w 4940931"/>
                <a:gd name="connsiteY900" fmla="*/ 53340 h 138429"/>
                <a:gd name="connsiteX901" fmla="*/ 1864356 w 4940931"/>
                <a:gd name="connsiteY901" fmla="*/ 68580 h 138429"/>
                <a:gd name="connsiteX902" fmla="*/ 1863086 w 4940931"/>
                <a:gd name="connsiteY902" fmla="*/ 68580 h 138429"/>
                <a:gd name="connsiteX903" fmla="*/ 1863086 w 4940931"/>
                <a:gd name="connsiteY903" fmla="*/ 72390 h 138429"/>
                <a:gd name="connsiteX904" fmla="*/ 1863086 w 4940931"/>
                <a:gd name="connsiteY904" fmla="*/ 75565 h 138429"/>
                <a:gd name="connsiteX905" fmla="*/ 1811651 w 4940931"/>
                <a:gd name="connsiteY905" fmla="*/ 75565 h 138429"/>
                <a:gd name="connsiteX906" fmla="*/ 1814191 w 4940931"/>
                <a:gd name="connsiteY906" fmla="*/ 85090 h 138429"/>
                <a:gd name="connsiteX907" fmla="*/ 1818636 w 4940931"/>
                <a:gd name="connsiteY907" fmla="*/ 91440 h 138429"/>
                <a:gd name="connsiteX908" fmla="*/ 1824351 w 4940931"/>
                <a:gd name="connsiteY908" fmla="*/ 95250 h 138429"/>
                <a:gd name="connsiteX909" fmla="*/ 1831336 w 4940931"/>
                <a:gd name="connsiteY909" fmla="*/ 96520 h 138429"/>
                <a:gd name="connsiteX910" fmla="*/ 1836416 w 4940931"/>
                <a:gd name="connsiteY910" fmla="*/ 96520 h 138429"/>
                <a:gd name="connsiteX911" fmla="*/ 1840861 w 4940931"/>
                <a:gd name="connsiteY911" fmla="*/ 95250 h 138429"/>
                <a:gd name="connsiteX912" fmla="*/ 1844671 w 4940931"/>
                <a:gd name="connsiteY912" fmla="*/ 93345 h 138429"/>
                <a:gd name="connsiteX913" fmla="*/ 1849116 w 4940931"/>
                <a:gd name="connsiteY913" fmla="*/ 90805 h 138429"/>
                <a:gd name="connsiteX914" fmla="*/ 1858006 w 4940931"/>
                <a:gd name="connsiteY914" fmla="*/ 100330 h 138429"/>
                <a:gd name="connsiteX915" fmla="*/ 1852291 w 4940931"/>
                <a:gd name="connsiteY915" fmla="*/ 104775 h 138429"/>
                <a:gd name="connsiteX916" fmla="*/ 1846576 w 4940931"/>
                <a:gd name="connsiteY916" fmla="*/ 107950 h 138429"/>
                <a:gd name="connsiteX917" fmla="*/ 1839591 w 4940931"/>
                <a:gd name="connsiteY917" fmla="*/ 109855 h 138429"/>
                <a:gd name="connsiteX918" fmla="*/ 1830701 w 4940931"/>
                <a:gd name="connsiteY918" fmla="*/ 110490 h 138429"/>
                <a:gd name="connsiteX919" fmla="*/ 1821176 w 4940931"/>
                <a:gd name="connsiteY919" fmla="*/ 109220 h 138429"/>
                <a:gd name="connsiteX920" fmla="*/ 1813556 w 4940931"/>
                <a:gd name="connsiteY920" fmla="*/ 105410 h 138429"/>
                <a:gd name="connsiteX921" fmla="*/ 1807206 w 4940931"/>
                <a:gd name="connsiteY921" fmla="*/ 100330 h 138429"/>
                <a:gd name="connsiteX922" fmla="*/ 1802126 w 4940931"/>
                <a:gd name="connsiteY922" fmla="*/ 92710 h 138429"/>
                <a:gd name="connsiteX923" fmla="*/ 1798316 w 4940931"/>
                <a:gd name="connsiteY923" fmla="*/ 82550 h 138429"/>
                <a:gd name="connsiteX924" fmla="*/ 1797046 w 4940931"/>
                <a:gd name="connsiteY924" fmla="*/ 69850 h 138429"/>
                <a:gd name="connsiteX925" fmla="*/ 1799586 w 4940931"/>
                <a:gd name="connsiteY925" fmla="*/ 52070 h 138429"/>
                <a:gd name="connsiteX926" fmla="*/ 1806571 w 4940931"/>
                <a:gd name="connsiteY926" fmla="*/ 39370 h 138429"/>
                <a:gd name="connsiteX927" fmla="*/ 1817366 w 4940931"/>
                <a:gd name="connsiteY927" fmla="*/ 31750 h 138429"/>
                <a:gd name="connsiteX928" fmla="*/ 1831336 w 4940931"/>
                <a:gd name="connsiteY928" fmla="*/ 29210 h 138429"/>
                <a:gd name="connsiteX929" fmla="*/ 1501140 w 4940931"/>
                <a:gd name="connsiteY929" fmla="*/ 29210 h 138429"/>
                <a:gd name="connsiteX930" fmla="*/ 1506856 w 4940931"/>
                <a:gd name="connsiteY930" fmla="*/ 29210 h 138429"/>
                <a:gd name="connsiteX931" fmla="*/ 1518920 w 4940931"/>
                <a:gd name="connsiteY931" fmla="*/ 31750 h 138429"/>
                <a:gd name="connsiteX932" fmla="*/ 1527811 w 4940931"/>
                <a:gd name="connsiteY932" fmla="*/ 38100 h 138429"/>
                <a:gd name="connsiteX933" fmla="*/ 1532891 w 4940931"/>
                <a:gd name="connsiteY933" fmla="*/ 48895 h 138429"/>
                <a:gd name="connsiteX934" fmla="*/ 1534796 w 4940931"/>
                <a:gd name="connsiteY934" fmla="*/ 64135 h 138429"/>
                <a:gd name="connsiteX935" fmla="*/ 1534796 w 4940931"/>
                <a:gd name="connsiteY935" fmla="*/ 108585 h 138429"/>
                <a:gd name="connsiteX936" fmla="*/ 1519556 w 4940931"/>
                <a:gd name="connsiteY936" fmla="*/ 108585 h 138429"/>
                <a:gd name="connsiteX937" fmla="*/ 1518920 w 4940931"/>
                <a:gd name="connsiteY937" fmla="*/ 108585 h 138429"/>
                <a:gd name="connsiteX938" fmla="*/ 1518920 w 4940931"/>
                <a:gd name="connsiteY938" fmla="*/ 64770 h 138429"/>
                <a:gd name="connsiteX939" fmla="*/ 1515111 w 4940931"/>
                <a:gd name="connsiteY939" fmla="*/ 48895 h 138429"/>
                <a:gd name="connsiteX940" fmla="*/ 1503046 w 4940931"/>
                <a:gd name="connsiteY940" fmla="*/ 43180 h 138429"/>
                <a:gd name="connsiteX941" fmla="*/ 1496061 w 4940931"/>
                <a:gd name="connsiteY941" fmla="*/ 44450 h 138429"/>
                <a:gd name="connsiteX942" fmla="*/ 1490981 w 4940931"/>
                <a:gd name="connsiteY942" fmla="*/ 48260 h 138429"/>
                <a:gd name="connsiteX943" fmla="*/ 1487806 w 4940931"/>
                <a:gd name="connsiteY943" fmla="*/ 54610 h 138429"/>
                <a:gd name="connsiteX944" fmla="*/ 1487170 w 4940931"/>
                <a:gd name="connsiteY944" fmla="*/ 62865 h 138429"/>
                <a:gd name="connsiteX945" fmla="*/ 1487170 w 4940931"/>
                <a:gd name="connsiteY945" fmla="*/ 108585 h 138429"/>
                <a:gd name="connsiteX946" fmla="*/ 1471931 w 4940931"/>
                <a:gd name="connsiteY946" fmla="*/ 108585 h 138429"/>
                <a:gd name="connsiteX947" fmla="*/ 1471931 w 4940931"/>
                <a:gd name="connsiteY947" fmla="*/ 30480 h 138429"/>
                <a:gd name="connsiteX948" fmla="*/ 1487170 w 4940931"/>
                <a:gd name="connsiteY948" fmla="*/ 30480 h 138429"/>
                <a:gd name="connsiteX949" fmla="*/ 1487170 w 4940931"/>
                <a:gd name="connsiteY949" fmla="*/ 38100 h 138429"/>
                <a:gd name="connsiteX950" fmla="*/ 1490981 w 4940931"/>
                <a:gd name="connsiteY950" fmla="*/ 34290 h 138429"/>
                <a:gd name="connsiteX951" fmla="*/ 1495426 w 4940931"/>
                <a:gd name="connsiteY951" fmla="*/ 31115 h 138429"/>
                <a:gd name="connsiteX952" fmla="*/ 1501140 w 4940931"/>
                <a:gd name="connsiteY952" fmla="*/ 29210 h 138429"/>
                <a:gd name="connsiteX953" fmla="*/ 1250316 w 4940931"/>
                <a:gd name="connsiteY953" fmla="*/ 29210 h 138429"/>
                <a:gd name="connsiteX954" fmla="*/ 1264286 w 4940931"/>
                <a:gd name="connsiteY954" fmla="*/ 31750 h 138429"/>
                <a:gd name="connsiteX955" fmla="*/ 1276350 w 4940931"/>
                <a:gd name="connsiteY955" fmla="*/ 38100 h 138429"/>
                <a:gd name="connsiteX956" fmla="*/ 1278256 w 4940931"/>
                <a:gd name="connsiteY956" fmla="*/ 38100 h 138429"/>
                <a:gd name="connsiteX957" fmla="*/ 1271271 w 4940931"/>
                <a:gd name="connsiteY957" fmla="*/ 50165 h 138429"/>
                <a:gd name="connsiteX958" fmla="*/ 1261746 w 4940931"/>
                <a:gd name="connsiteY958" fmla="*/ 45085 h 138429"/>
                <a:gd name="connsiteX959" fmla="*/ 1250951 w 4940931"/>
                <a:gd name="connsiteY959" fmla="*/ 43180 h 138429"/>
                <a:gd name="connsiteX960" fmla="*/ 1242696 w 4940931"/>
                <a:gd name="connsiteY960" fmla="*/ 45085 h 138429"/>
                <a:gd name="connsiteX961" fmla="*/ 1240156 w 4940931"/>
                <a:gd name="connsiteY961" fmla="*/ 50165 h 138429"/>
                <a:gd name="connsiteX962" fmla="*/ 1240156 w 4940931"/>
                <a:gd name="connsiteY962" fmla="*/ 52705 h 138429"/>
                <a:gd name="connsiteX963" fmla="*/ 1242061 w 4940931"/>
                <a:gd name="connsiteY963" fmla="*/ 55245 h 138429"/>
                <a:gd name="connsiteX964" fmla="*/ 1246506 w 4940931"/>
                <a:gd name="connsiteY964" fmla="*/ 57785 h 138429"/>
                <a:gd name="connsiteX965" fmla="*/ 1253491 w 4940931"/>
                <a:gd name="connsiteY965" fmla="*/ 60960 h 138429"/>
                <a:gd name="connsiteX966" fmla="*/ 1264921 w 4940931"/>
                <a:gd name="connsiteY966" fmla="*/ 66040 h 138429"/>
                <a:gd name="connsiteX967" fmla="*/ 1273176 w 4940931"/>
                <a:gd name="connsiteY967" fmla="*/ 71120 h 138429"/>
                <a:gd name="connsiteX968" fmla="*/ 1278256 w 4940931"/>
                <a:gd name="connsiteY968" fmla="*/ 78105 h 138429"/>
                <a:gd name="connsiteX969" fmla="*/ 1280161 w 4940931"/>
                <a:gd name="connsiteY969" fmla="*/ 87630 h 138429"/>
                <a:gd name="connsiteX970" fmla="*/ 1277621 w 4940931"/>
                <a:gd name="connsiteY970" fmla="*/ 98425 h 138429"/>
                <a:gd name="connsiteX971" fmla="*/ 1271271 w 4940931"/>
                <a:gd name="connsiteY971" fmla="*/ 105410 h 138429"/>
                <a:gd name="connsiteX972" fmla="*/ 1261746 w 4940931"/>
                <a:gd name="connsiteY972" fmla="*/ 109220 h 138429"/>
                <a:gd name="connsiteX973" fmla="*/ 1250951 w 4940931"/>
                <a:gd name="connsiteY973" fmla="*/ 110490 h 138429"/>
                <a:gd name="connsiteX974" fmla="*/ 1235711 w 4940931"/>
                <a:gd name="connsiteY974" fmla="*/ 107950 h 138429"/>
                <a:gd name="connsiteX975" fmla="*/ 1221106 w 4940931"/>
                <a:gd name="connsiteY975" fmla="*/ 100965 h 138429"/>
                <a:gd name="connsiteX976" fmla="*/ 1228091 w 4940931"/>
                <a:gd name="connsiteY976" fmla="*/ 89535 h 138429"/>
                <a:gd name="connsiteX977" fmla="*/ 1239521 w 4940931"/>
                <a:gd name="connsiteY977" fmla="*/ 95250 h 138429"/>
                <a:gd name="connsiteX978" fmla="*/ 1250951 w 4940931"/>
                <a:gd name="connsiteY978" fmla="*/ 97155 h 138429"/>
                <a:gd name="connsiteX979" fmla="*/ 1261746 w 4940931"/>
                <a:gd name="connsiteY979" fmla="*/ 94615 h 138429"/>
                <a:gd name="connsiteX980" fmla="*/ 1264921 w 4940931"/>
                <a:gd name="connsiteY980" fmla="*/ 88265 h 138429"/>
                <a:gd name="connsiteX981" fmla="*/ 1263650 w 4940931"/>
                <a:gd name="connsiteY981" fmla="*/ 84455 h 138429"/>
                <a:gd name="connsiteX982" fmla="*/ 1259841 w 4940931"/>
                <a:gd name="connsiteY982" fmla="*/ 81280 h 138429"/>
                <a:gd name="connsiteX983" fmla="*/ 1254125 w 4940931"/>
                <a:gd name="connsiteY983" fmla="*/ 78105 h 138429"/>
                <a:gd name="connsiteX984" fmla="*/ 1246506 w 4940931"/>
                <a:gd name="connsiteY984" fmla="*/ 74930 h 138429"/>
                <a:gd name="connsiteX985" fmla="*/ 1235711 w 4940931"/>
                <a:gd name="connsiteY985" fmla="*/ 69850 h 138429"/>
                <a:gd name="connsiteX986" fmla="*/ 1228726 w 4940931"/>
                <a:gd name="connsiteY986" fmla="*/ 64770 h 138429"/>
                <a:gd name="connsiteX987" fmla="*/ 1224916 w 4940931"/>
                <a:gd name="connsiteY987" fmla="*/ 58420 h 138429"/>
                <a:gd name="connsiteX988" fmla="*/ 1223646 w 4940931"/>
                <a:gd name="connsiteY988" fmla="*/ 50165 h 138429"/>
                <a:gd name="connsiteX989" fmla="*/ 1225551 w 4940931"/>
                <a:gd name="connsiteY989" fmla="*/ 40640 h 138429"/>
                <a:gd name="connsiteX990" fmla="*/ 1231266 w 4940931"/>
                <a:gd name="connsiteY990" fmla="*/ 34290 h 138429"/>
                <a:gd name="connsiteX991" fmla="*/ 1239521 w 4940931"/>
                <a:gd name="connsiteY991" fmla="*/ 30480 h 138429"/>
                <a:gd name="connsiteX992" fmla="*/ 1250316 w 4940931"/>
                <a:gd name="connsiteY992" fmla="*/ 29210 h 138429"/>
                <a:gd name="connsiteX993" fmla="*/ 1180466 w 4940931"/>
                <a:gd name="connsiteY993" fmla="*/ 29210 h 138429"/>
                <a:gd name="connsiteX994" fmla="*/ 1195071 w 4940931"/>
                <a:gd name="connsiteY994" fmla="*/ 32385 h 138429"/>
                <a:gd name="connsiteX995" fmla="*/ 1205231 w 4940931"/>
                <a:gd name="connsiteY995" fmla="*/ 40640 h 138429"/>
                <a:gd name="connsiteX996" fmla="*/ 1211581 w 4940931"/>
                <a:gd name="connsiteY996" fmla="*/ 53340 h 138429"/>
                <a:gd name="connsiteX997" fmla="*/ 1213486 w 4940931"/>
                <a:gd name="connsiteY997" fmla="*/ 68580 h 138429"/>
                <a:gd name="connsiteX998" fmla="*/ 1212216 w 4940931"/>
                <a:gd name="connsiteY998" fmla="*/ 68580 h 138429"/>
                <a:gd name="connsiteX999" fmla="*/ 1212216 w 4940931"/>
                <a:gd name="connsiteY999" fmla="*/ 72390 h 138429"/>
                <a:gd name="connsiteX1000" fmla="*/ 1212216 w 4940931"/>
                <a:gd name="connsiteY1000" fmla="*/ 75565 h 138429"/>
                <a:gd name="connsiteX1001" fmla="*/ 1160781 w 4940931"/>
                <a:gd name="connsiteY1001" fmla="*/ 75565 h 138429"/>
                <a:gd name="connsiteX1002" fmla="*/ 1163321 w 4940931"/>
                <a:gd name="connsiteY1002" fmla="*/ 85090 h 138429"/>
                <a:gd name="connsiteX1003" fmla="*/ 1167766 w 4940931"/>
                <a:gd name="connsiteY1003" fmla="*/ 91440 h 138429"/>
                <a:gd name="connsiteX1004" fmla="*/ 1173481 w 4940931"/>
                <a:gd name="connsiteY1004" fmla="*/ 95250 h 138429"/>
                <a:gd name="connsiteX1005" fmla="*/ 1180466 w 4940931"/>
                <a:gd name="connsiteY1005" fmla="*/ 96520 h 138429"/>
                <a:gd name="connsiteX1006" fmla="*/ 1185546 w 4940931"/>
                <a:gd name="connsiteY1006" fmla="*/ 96520 h 138429"/>
                <a:gd name="connsiteX1007" fmla="*/ 1189991 w 4940931"/>
                <a:gd name="connsiteY1007" fmla="*/ 95250 h 138429"/>
                <a:gd name="connsiteX1008" fmla="*/ 1193801 w 4940931"/>
                <a:gd name="connsiteY1008" fmla="*/ 93345 h 138429"/>
                <a:gd name="connsiteX1009" fmla="*/ 1198246 w 4940931"/>
                <a:gd name="connsiteY1009" fmla="*/ 90805 h 138429"/>
                <a:gd name="connsiteX1010" fmla="*/ 1207136 w 4940931"/>
                <a:gd name="connsiteY1010" fmla="*/ 100330 h 138429"/>
                <a:gd name="connsiteX1011" fmla="*/ 1201421 w 4940931"/>
                <a:gd name="connsiteY1011" fmla="*/ 104775 h 138429"/>
                <a:gd name="connsiteX1012" fmla="*/ 1195706 w 4940931"/>
                <a:gd name="connsiteY1012" fmla="*/ 107950 h 138429"/>
                <a:gd name="connsiteX1013" fmla="*/ 1188721 w 4940931"/>
                <a:gd name="connsiteY1013" fmla="*/ 109855 h 138429"/>
                <a:gd name="connsiteX1014" fmla="*/ 1179831 w 4940931"/>
                <a:gd name="connsiteY1014" fmla="*/ 110490 h 138429"/>
                <a:gd name="connsiteX1015" fmla="*/ 1170306 w 4940931"/>
                <a:gd name="connsiteY1015" fmla="*/ 109220 h 138429"/>
                <a:gd name="connsiteX1016" fmla="*/ 1162686 w 4940931"/>
                <a:gd name="connsiteY1016" fmla="*/ 105410 h 138429"/>
                <a:gd name="connsiteX1017" fmla="*/ 1156336 w 4940931"/>
                <a:gd name="connsiteY1017" fmla="*/ 100330 h 138429"/>
                <a:gd name="connsiteX1018" fmla="*/ 1151256 w 4940931"/>
                <a:gd name="connsiteY1018" fmla="*/ 92710 h 138429"/>
                <a:gd name="connsiteX1019" fmla="*/ 1147446 w 4940931"/>
                <a:gd name="connsiteY1019" fmla="*/ 82550 h 138429"/>
                <a:gd name="connsiteX1020" fmla="*/ 1146176 w 4940931"/>
                <a:gd name="connsiteY1020" fmla="*/ 69850 h 138429"/>
                <a:gd name="connsiteX1021" fmla="*/ 1148716 w 4940931"/>
                <a:gd name="connsiteY1021" fmla="*/ 52070 h 138429"/>
                <a:gd name="connsiteX1022" fmla="*/ 1155701 w 4940931"/>
                <a:gd name="connsiteY1022" fmla="*/ 39370 h 138429"/>
                <a:gd name="connsiteX1023" fmla="*/ 1166496 w 4940931"/>
                <a:gd name="connsiteY1023" fmla="*/ 31750 h 138429"/>
                <a:gd name="connsiteX1024" fmla="*/ 1180466 w 4940931"/>
                <a:gd name="connsiteY1024" fmla="*/ 29210 h 138429"/>
                <a:gd name="connsiteX1025" fmla="*/ 901065 w 4940931"/>
                <a:gd name="connsiteY1025" fmla="*/ 29210 h 138429"/>
                <a:gd name="connsiteX1026" fmla="*/ 915670 w 4940931"/>
                <a:gd name="connsiteY1026" fmla="*/ 32385 h 138429"/>
                <a:gd name="connsiteX1027" fmla="*/ 925830 w 4940931"/>
                <a:gd name="connsiteY1027" fmla="*/ 40640 h 138429"/>
                <a:gd name="connsiteX1028" fmla="*/ 932180 w 4940931"/>
                <a:gd name="connsiteY1028" fmla="*/ 53340 h 138429"/>
                <a:gd name="connsiteX1029" fmla="*/ 934085 w 4940931"/>
                <a:gd name="connsiteY1029" fmla="*/ 68580 h 138429"/>
                <a:gd name="connsiteX1030" fmla="*/ 932815 w 4940931"/>
                <a:gd name="connsiteY1030" fmla="*/ 68580 h 138429"/>
                <a:gd name="connsiteX1031" fmla="*/ 932815 w 4940931"/>
                <a:gd name="connsiteY1031" fmla="*/ 72390 h 138429"/>
                <a:gd name="connsiteX1032" fmla="*/ 932815 w 4940931"/>
                <a:gd name="connsiteY1032" fmla="*/ 75565 h 138429"/>
                <a:gd name="connsiteX1033" fmla="*/ 881380 w 4940931"/>
                <a:gd name="connsiteY1033" fmla="*/ 75565 h 138429"/>
                <a:gd name="connsiteX1034" fmla="*/ 883920 w 4940931"/>
                <a:gd name="connsiteY1034" fmla="*/ 85090 h 138429"/>
                <a:gd name="connsiteX1035" fmla="*/ 888365 w 4940931"/>
                <a:gd name="connsiteY1035" fmla="*/ 91440 h 138429"/>
                <a:gd name="connsiteX1036" fmla="*/ 894080 w 4940931"/>
                <a:gd name="connsiteY1036" fmla="*/ 95250 h 138429"/>
                <a:gd name="connsiteX1037" fmla="*/ 901065 w 4940931"/>
                <a:gd name="connsiteY1037" fmla="*/ 96520 h 138429"/>
                <a:gd name="connsiteX1038" fmla="*/ 906145 w 4940931"/>
                <a:gd name="connsiteY1038" fmla="*/ 96520 h 138429"/>
                <a:gd name="connsiteX1039" fmla="*/ 910590 w 4940931"/>
                <a:gd name="connsiteY1039" fmla="*/ 95250 h 138429"/>
                <a:gd name="connsiteX1040" fmla="*/ 914400 w 4940931"/>
                <a:gd name="connsiteY1040" fmla="*/ 93345 h 138429"/>
                <a:gd name="connsiteX1041" fmla="*/ 918845 w 4940931"/>
                <a:gd name="connsiteY1041" fmla="*/ 90805 h 138429"/>
                <a:gd name="connsiteX1042" fmla="*/ 927735 w 4940931"/>
                <a:gd name="connsiteY1042" fmla="*/ 100330 h 138429"/>
                <a:gd name="connsiteX1043" fmla="*/ 922020 w 4940931"/>
                <a:gd name="connsiteY1043" fmla="*/ 104775 h 138429"/>
                <a:gd name="connsiteX1044" fmla="*/ 916305 w 4940931"/>
                <a:gd name="connsiteY1044" fmla="*/ 107950 h 138429"/>
                <a:gd name="connsiteX1045" fmla="*/ 909320 w 4940931"/>
                <a:gd name="connsiteY1045" fmla="*/ 109855 h 138429"/>
                <a:gd name="connsiteX1046" fmla="*/ 900430 w 4940931"/>
                <a:gd name="connsiteY1046" fmla="*/ 110490 h 138429"/>
                <a:gd name="connsiteX1047" fmla="*/ 890905 w 4940931"/>
                <a:gd name="connsiteY1047" fmla="*/ 109220 h 138429"/>
                <a:gd name="connsiteX1048" fmla="*/ 883285 w 4940931"/>
                <a:gd name="connsiteY1048" fmla="*/ 105410 h 138429"/>
                <a:gd name="connsiteX1049" fmla="*/ 876935 w 4940931"/>
                <a:gd name="connsiteY1049" fmla="*/ 100330 h 138429"/>
                <a:gd name="connsiteX1050" fmla="*/ 871855 w 4940931"/>
                <a:gd name="connsiteY1050" fmla="*/ 92710 h 138429"/>
                <a:gd name="connsiteX1051" fmla="*/ 868045 w 4940931"/>
                <a:gd name="connsiteY1051" fmla="*/ 82550 h 138429"/>
                <a:gd name="connsiteX1052" fmla="*/ 866775 w 4940931"/>
                <a:gd name="connsiteY1052" fmla="*/ 69850 h 138429"/>
                <a:gd name="connsiteX1053" fmla="*/ 869315 w 4940931"/>
                <a:gd name="connsiteY1053" fmla="*/ 52070 h 138429"/>
                <a:gd name="connsiteX1054" fmla="*/ 876300 w 4940931"/>
                <a:gd name="connsiteY1054" fmla="*/ 39370 h 138429"/>
                <a:gd name="connsiteX1055" fmla="*/ 887095 w 4940931"/>
                <a:gd name="connsiteY1055" fmla="*/ 31750 h 138429"/>
                <a:gd name="connsiteX1056" fmla="*/ 901065 w 4940931"/>
                <a:gd name="connsiteY1056" fmla="*/ 29210 h 138429"/>
                <a:gd name="connsiteX1057" fmla="*/ 668656 w 4940931"/>
                <a:gd name="connsiteY1057" fmla="*/ 29210 h 138429"/>
                <a:gd name="connsiteX1058" fmla="*/ 676275 w 4940931"/>
                <a:gd name="connsiteY1058" fmla="*/ 29845 h 138429"/>
                <a:gd name="connsiteX1059" fmla="*/ 681991 w 4940931"/>
                <a:gd name="connsiteY1059" fmla="*/ 32385 h 138429"/>
                <a:gd name="connsiteX1060" fmla="*/ 678181 w 4940931"/>
                <a:gd name="connsiteY1060" fmla="*/ 46990 h 138429"/>
                <a:gd name="connsiteX1061" fmla="*/ 676910 w 4940931"/>
                <a:gd name="connsiteY1061" fmla="*/ 46990 h 138429"/>
                <a:gd name="connsiteX1062" fmla="*/ 671830 w 4940931"/>
                <a:gd name="connsiteY1062" fmla="*/ 45085 h 138429"/>
                <a:gd name="connsiteX1063" fmla="*/ 665480 w 4940931"/>
                <a:gd name="connsiteY1063" fmla="*/ 44450 h 138429"/>
                <a:gd name="connsiteX1064" fmla="*/ 654050 w 4940931"/>
                <a:gd name="connsiteY1064" fmla="*/ 49530 h 138429"/>
                <a:gd name="connsiteX1065" fmla="*/ 650240 w 4940931"/>
                <a:gd name="connsiteY1065" fmla="*/ 64770 h 138429"/>
                <a:gd name="connsiteX1066" fmla="*/ 650240 w 4940931"/>
                <a:gd name="connsiteY1066" fmla="*/ 109220 h 138429"/>
                <a:gd name="connsiteX1067" fmla="*/ 635000 w 4940931"/>
                <a:gd name="connsiteY1067" fmla="*/ 109220 h 138429"/>
                <a:gd name="connsiteX1068" fmla="*/ 635000 w 4940931"/>
                <a:gd name="connsiteY1068" fmla="*/ 31115 h 138429"/>
                <a:gd name="connsiteX1069" fmla="*/ 650240 w 4940931"/>
                <a:gd name="connsiteY1069" fmla="*/ 31115 h 138429"/>
                <a:gd name="connsiteX1070" fmla="*/ 650240 w 4940931"/>
                <a:gd name="connsiteY1070" fmla="*/ 38735 h 138429"/>
                <a:gd name="connsiteX1071" fmla="*/ 653416 w 4940931"/>
                <a:gd name="connsiteY1071" fmla="*/ 34925 h 138429"/>
                <a:gd name="connsiteX1072" fmla="*/ 657861 w 4940931"/>
                <a:gd name="connsiteY1072" fmla="*/ 31750 h 138429"/>
                <a:gd name="connsiteX1073" fmla="*/ 662940 w 4940931"/>
                <a:gd name="connsiteY1073" fmla="*/ 29845 h 138429"/>
                <a:gd name="connsiteX1074" fmla="*/ 668656 w 4940931"/>
                <a:gd name="connsiteY1074" fmla="*/ 29210 h 138429"/>
                <a:gd name="connsiteX1075" fmla="*/ 586739 w 4940931"/>
                <a:gd name="connsiteY1075" fmla="*/ 29210 h 138429"/>
                <a:gd name="connsiteX1076" fmla="*/ 601344 w 4940931"/>
                <a:gd name="connsiteY1076" fmla="*/ 32385 h 138429"/>
                <a:gd name="connsiteX1077" fmla="*/ 611504 w 4940931"/>
                <a:gd name="connsiteY1077" fmla="*/ 40640 h 138429"/>
                <a:gd name="connsiteX1078" fmla="*/ 617854 w 4940931"/>
                <a:gd name="connsiteY1078" fmla="*/ 53340 h 138429"/>
                <a:gd name="connsiteX1079" fmla="*/ 619759 w 4940931"/>
                <a:gd name="connsiteY1079" fmla="*/ 68580 h 138429"/>
                <a:gd name="connsiteX1080" fmla="*/ 618489 w 4940931"/>
                <a:gd name="connsiteY1080" fmla="*/ 68580 h 138429"/>
                <a:gd name="connsiteX1081" fmla="*/ 618489 w 4940931"/>
                <a:gd name="connsiteY1081" fmla="*/ 72390 h 138429"/>
                <a:gd name="connsiteX1082" fmla="*/ 618489 w 4940931"/>
                <a:gd name="connsiteY1082" fmla="*/ 75565 h 138429"/>
                <a:gd name="connsiteX1083" fmla="*/ 567054 w 4940931"/>
                <a:gd name="connsiteY1083" fmla="*/ 75565 h 138429"/>
                <a:gd name="connsiteX1084" fmla="*/ 569594 w 4940931"/>
                <a:gd name="connsiteY1084" fmla="*/ 85090 h 138429"/>
                <a:gd name="connsiteX1085" fmla="*/ 574039 w 4940931"/>
                <a:gd name="connsiteY1085" fmla="*/ 91440 h 138429"/>
                <a:gd name="connsiteX1086" fmla="*/ 579754 w 4940931"/>
                <a:gd name="connsiteY1086" fmla="*/ 95250 h 138429"/>
                <a:gd name="connsiteX1087" fmla="*/ 586739 w 4940931"/>
                <a:gd name="connsiteY1087" fmla="*/ 96520 h 138429"/>
                <a:gd name="connsiteX1088" fmla="*/ 591819 w 4940931"/>
                <a:gd name="connsiteY1088" fmla="*/ 96520 h 138429"/>
                <a:gd name="connsiteX1089" fmla="*/ 596264 w 4940931"/>
                <a:gd name="connsiteY1089" fmla="*/ 95250 h 138429"/>
                <a:gd name="connsiteX1090" fmla="*/ 600074 w 4940931"/>
                <a:gd name="connsiteY1090" fmla="*/ 93345 h 138429"/>
                <a:gd name="connsiteX1091" fmla="*/ 604519 w 4940931"/>
                <a:gd name="connsiteY1091" fmla="*/ 90805 h 138429"/>
                <a:gd name="connsiteX1092" fmla="*/ 613409 w 4940931"/>
                <a:gd name="connsiteY1092" fmla="*/ 100330 h 138429"/>
                <a:gd name="connsiteX1093" fmla="*/ 607694 w 4940931"/>
                <a:gd name="connsiteY1093" fmla="*/ 104775 h 138429"/>
                <a:gd name="connsiteX1094" fmla="*/ 601979 w 4940931"/>
                <a:gd name="connsiteY1094" fmla="*/ 107950 h 138429"/>
                <a:gd name="connsiteX1095" fmla="*/ 594994 w 4940931"/>
                <a:gd name="connsiteY1095" fmla="*/ 109855 h 138429"/>
                <a:gd name="connsiteX1096" fmla="*/ 586104 w 4940931"/>
                <a:gd name="connsiteY1096" fmla="*/ 110490 h 138429"/>
                <a:gd name="connsiteX1097" fmla="*/ 576579 w 4940931"/>
                <a:gd name="connsiteY1097" fmla="*/ 109220 h 138429"/>
                <a:gd name="connsiteX1098" fmla="*/ 568959 w 4940931"/>
                <a:gd name="connsiteY1098" fmla="*/ 105410 h 138429"/>
                <a:gd name="connsiteX1099" fmla="*/ 562609 w 4940931"/>
                <a:gd name="connsiteY1099" fmla="*/ 100330 h 138429"/>
                <a:gd name="connsiteX1100" fmla="*/ 557529 w 4940931"/>
                <a:gd name="connsiteY1100" fmla="*/ 92710 h 138429"/>
                <a:gd name="connsiteX1101" fmla="*/ 553719 w 4940931"/>
                <a:gd name="connsiteY1101" fmla="*/ 82550 h 138429"/>
                <a:gd name="connsiteX1102" fmla="*/ 552449 w 4940931"/>
                <a:gd name="connsiteY1102" fmla="*/ 69850 h 138429"/>
                <a:gd name="connsiteX1103" fmla="*/ 554989 w 4940931"/>
                <a:gd name="connsiteY1103" fmla="*/ 52070 h 138429"/>
                <a:gd name="connsiteX1104" fmla="*/ 561974 w 4940931"/>
                <a:gd name="connsiteY1104" fmla="*/ 39370 h 138429"/>
                <a:gd name="connsiteX1105" fmla="*/ 572769 w 4940931"/>
                <a:gd name="connsiteY1105" fmla="*/ 31750 h 138429"/>
                <a:gd name="connsiteX1106" fmla="*/ 586739 w 4940931"/>
                <a:gd name="connsiteY1106" fmla="*/ 29210 h 138429"/>
                <a:gd name="connsiteX1107" fmla="*/ 400050 w 4940931"/>
                <a:gd name="connsiteY1107" fmla="*/ 29210 h 138429"/>
                <a:gd name="connsiteX1108" fmla="*/ 414655 w 4940931"/>
                <a:gd name="connsiteY1108" fmla="*/ 32385 h 138429"/>
                <a:gd name="connsiteX1109" fmla="*/ 424815 w 4940931"/>
                <a:gd name="connsiteY1109" fmla="*/ 40640 h 138429"/>
                <a:gd name="connsiteX1110" fmla="*/ 431165 w 4940931"/>
                <a:gd name="connsiteY1110" fmla="*/ 53340 h 138429"/>
                <a:gd name="connsiteX1111" fmla="*/ 433070 w 4940931"/>
                <a:gd name="connsiteY1111" fmla="*/ 68580 h 138429"/>
                <a:gd name="connsiteX1112" fmla="*/ 431800 w 4940931"/>
                <a:gd name="connsiteY1112" fmla="*/ 68580 h 138429"/>
                <a:gd name="connsiteX1113" fmla="*/ 431800 w 4940931"/>
                <a:gd name="connsiteY1113" fmla="*/ 72390 h 138429"/>
                <a:gd name="connsiteX1114" fmla="*/ 431800 w 4940931"/>
                <a:gd name="connsiteY1114" fmla="*/ 75565 h 138429"/>
                <a:gd name="connsiteX1115" fmla="*/ 380365 w 4940931"/>
                <a:gd name="connsiteY1115" fmla="*/ 75565 h 138429"/>
                <a:gd name="connsiteX1116" fmla="*/ 382905 w 4940931"/>
                <a:gd name="connsiteY1116" fmla="*/ 85090 h 138429"/>
                <a:gd name="connsiteX1117" fmla="*/ 387350 w 4940931"/>
                <a:gd name="connsiteY1117" fmla="*/ 91440 h 138429"/>
                <a:gd name="connsiteX1118" fmla="*/ 393065 w 4940931"/>
                <a:gd name="connsiteY1118" fmla="*/ 95250 h 138429"/>
                <a:gd name="connsiteX1119" fmla="*/ 400050 w 4940931"/>
                <a:gd name="connsiteY1119" fmla="*/ 96520 h 138429"/>
                <a:gd name="connsiteX1120" fmla="*/ 405130 w 4940931"/>
                <a:gd name="connsiteY1120" fmla="*/ 96520 h 138429"/>
                <a:gd name="connsiteX1121" fmla="*/ 409575 w 4940931"/>
                <a:gd name="connsiteY1121" fmla="*/ 95250 h 138429"/>
                <a:gd name="connsiteX1122" fmla="*/ 413385 w 4940931"/>
                <a:gd name="connsiteY1122" fmla="*/ 93345 h 138429"/>
                <a:gd name="connsiteX1123" fmla="*/ 417830 w 4940931"/>
                <a:gd name="connsiteY1123" fmla="*/ 90805 h 138429"/>
                <a:gd name="connsiteX1124" fmla="*/ 426720 w 4940931"/>
                <a:gd name="connsiteY1124" fmla="*/ 100330 h 138429"/>
                <a:gd name="connsiteX1125" fmla="*/ 421005 w 4940931"/>
                <a:gd name="connsiteY1125" fmla="*/ 104775 h 138429"/>
                <a:gd name="connsiteX1126" fmla="*/ 415290 w 4940931"/>
                <a:gd name="connsiteY1126" fmla="*/ 107950 h 138429"/>
                <a:gd name="connsiteX1127" fmla="*/ 408305 w 4940931"/>
                <a:gd name="connsiteY1127" fmla="*/ 109855 h 138429"/>
                <a:gd name="connsiteX1128" fmla="*/ 399415 w 4940931"/>
                <a:gd name="connsiteY1128" fmla="*/ 110490 h 138429"/>
                <a:gd name="connsiteX1129" fmla="*/ 389890 w 4940931"/>
                <a:gd name="connsiteY1129" fmla="*/ 109220 h 138429"/>
                <a:gd name="connsiteX1130" fmla="*/ 382270 w 4940931"/>
                <a:gd name="connsiteY1130" fmla="*/ 105410 h 138429"/>
                <a:gd name="connsiteX1131" fmla="*/ 375920 w 4940931"/>
                <a:gd name="connsiteY1131" fmla="*/ 100330 h 138429"/>
                <a:gd name="connsiteX1132" fmla="*/ 370840 w 4940931"/>
                <a:gd name="connsiteY1132" fmla="*/ 92710 h 138429"/>
                <a:gd name="connsiteX1133" fmla="*/ 367030 w 4940931"/>
                <a:gd name="connsiteY1133" fmla="*/ 82550 h 138429"/>
                <a:gd name="connsiteX1134" fmla="*/ 365760 w 4940931"/>
                <a:gd name="connsiteY1134" fmla="*/ 69850 h 138429"/>
                <a:gd name="connsiteX1135" fmla="*/ 368300 w 4940931"/>
                <a:gd name="connsiteY1135" fmla="*/ 52070 h 138429"/>
                <a:gd name="connsiteX1136" fmla="*/ 375285 w 4940931"/>
                <a:gd name="connsiteY1136" fmla="*/ 39370 h 138429"/>
                <a:gd name="connsiteX1137" fmla="*/ 386080 w 4940931"/>
                <a:gd name="connsiteY1137" fmla="*/ 31750 h 138429"/>
                <a:gd name="connsiteX1138" fmla="*/ 400050 w 4940931"/>
                <a:gd name="connsiteY1138" fmla="*/ 29210 h 138429"/>
                <a:gd name="connsiteX1139" fmla="*/ 201930 w 4940931"/>
                <a:gd name="connsiteY1139" fmla="*/ 29210 h 138429"/>
                <a:gd name="connsiteX1140" fmla="*/ 216535 w 4940931"/>
                <a:gd name="connsiteY1140" fmla="*/ 32385 h 138429"/>
                <a:gd name="connsiteX1141" fmla="*/ 226695 w 4940931"/>
                <a:gd name="connsiteY1141" fmla="*/ 40640 h 138429"/>
                <a:gd name="connsiteX1142" fmla="*/ 233045 w 4940931"/>
                <a:gd name="connsiteY1142" fmla="*/ 53340 h 138429"/>
                <a:gd name="connsiteX1143" fmla="*/ 234950 w 4940931"/>
                <a:gd name="connsiteY1143" fmla="*/ 68580 h 138429"/>
                <a:gd name="connsiteX1144" fmla="*/ 233680 w 4940931"/>
                <a:gd name="connsiteY1144" fmla="*/ 68580 h 138429"/>
                <a:gd name="connsiteX1145" fmla="*/ 233680 w 4940931"/>
                <a:gd name="connsiteY1145" fmla="*/ 72390 h 138429"/>
                <a:gd name="connsiteX1146" fmla="*/ 233680 w 4940931"/>
                <a:gd name="connsiteY1146" fmla="*/ 75565 h 138429"/>
                <a:gd name="connsiteX1147" fmla="*/ 182245 w 4940931"/>
                <a:gd name="connsiteY1147" fmla="*/ 75565 h 138429"/>
                <a:gd name="connsiteX1148" fmla="*/ 184785 w 4940931"/>
                <a:gd name="connsiteY1148" fmla="*/ 85090 h 138429"/>
                <a:gd name="connsiteX1149" fmla="*/ 189230 w 4940931"/>
                <a:gd name="connsiteY1149" fmla="*/ 91440 h 138429"/>
                <a:gd name="connsiteX1150" fmla="*/ 194945 w 4940931"/>
                <a:gd name="connsiteY1150" fmla="*/ 95250 h 138429"/>
                <a:gd name="connsiteX1151" fmla="*/ 201930 w 4940931"/>
                <a:gd name="connsiteY1151" fmla="*/ 96520 h 138429"/>
                <a:gd name="connsiteX1152" fmla="*/ 207010 w 4940931"/>
                <a:gd name="connsiteY1152" fmla="*/ 96520 h 138429"/>
                <a:gd name="connsiteX1153" fmla="*/ 211455 w 4940931"/>
                <a:gd name="connsiteY1153" fmla="*/ 95250 h 138429"/>
                <a:gd name="connsiteX1154" fmla="*/ 215265 w 4940931"/>
                <a:gd name="connsiteY1154" fmla="*/ 93345 h 138429"/>
                <a:gd name="connsiteX1155" fmla="*/ 219710 w 4940931"/>
                <a:gd name="connsiteY1155" fmla="*/ 90805 h 138429"/>
                <a:gd name="connsiteX1156" fmla="*/ 228600 w 4940931"/>
                <a:gd name="connsiteY1156" fmla="*/ 100330 h 138429"/>
                <a:gd name="connsiteX1157" fmla="*/ 222885 w 4940931"/>
                <a:gd name="connsiteY1157" fmla="*/ 104775 h 138429"/>
                <a:gd name="connsiteX1158" fmla="*/ 217170 w 4940931"/>
                <a:gd name="connsiteY1158" fmla="*/ 107950 h 138429"/>
                <a:gd name="connsiteX1159" fmla="*/ 210185 w 4940931"/>
                <a:gd name="connsiteY1159" fmla="*/ 109855 h 138429"/>
                <a:gd name="connsiteX1160" fmla="*/ 201295 w 4940931"/>
                <a:gd name="connsiteY1160" fmla="*/ 110490 h 138429"/>
                <a:gd name="connsiteX1161" fmla="*/ 191770 w 4940931"/>
                <a:gd name="connsiteY1161" fmla="*/ 109220 h 138429"/>
                <a:gd name="connsiteX1162" fmla="*/ 184150 w 4940931"/>
                <a:gd name="connsiteY1162" fmla="*/ 105410 h 138429"/>
                <a:gd name="connsiteX1163" fmla="*/ 177800 w 4940931"/>
                <a:gd name="connsiteY1163" fmla="*/ 100330 h 138429"/>
                <a:gd name="connsiteX1164" fmla="*/ 172720 w 4940931"/>
                <a:gd name="connsiteY1164" fmla="*/ 92710 h 138429"/>
                <a:gd name="connsiteX1165" fmla="*/ 168910 w 4940931"/>
                <a:gd name="connsiteY1165" fmla="*/ 82550 h 138429"/>
                <a:gd name="connsiteX1166" fmla="*/ 167640 w 4940931"/>
                <a:gd name="connsiteY1166" fmla="*/ 69850 h 138429"/>
                <a:gd name="connsiteX1167" fmla="*/ 170180 w 4940931"/>
                <a:gd name="connsiteY1167" fmla="*/ 52070 h 138429"/>
                <a:gd name="connsiteX1168" fmla="*/ 177165 w 4940931"/>
                <a:gd name="connsiteY1168" fmla="*/ 39370 h 138429"/>
                <a:gd name="connsiteX1169" fmla="*/ 187960 w 4940931"/>
                <a:gd name="connsiteY1169" fmla="*/ 31750 h 138429"/>
                <a:gd name="connsiteX1170" fmla="*/ 201930 w 4940931"/>
                <a:gd name="connsiteY1170" fmla="*/ 29210 h 138429"/>
                <a:gd name="connsiteX1171" fmla="*/ 4664706 w 4940931"/>
                <a:gd name="connsiteY1171" fmla="*/ 28574 h 138429"/>
                <a:gd name="connsiteX1172" fmla="*/ 4678676 w 4940931"/>
                <a:gd name="connsiteY1172" fmla="*/ 31749 h 138429"/>
                <a:gd name="connsiteX1173" fmla="*/ 4689471 w 4940931"/>
                <a:gd name="connsiteY1173" fmla="*/ 40004 h 138429"/>
                <a:gd name="connsiteX1174" fmla="*/ 4696456 w 4940931"/>
                <a:gd name="connsiteY1174" fmla="*/ 52704 h 138429"/>
                <a:gd name="connsiteX1175" fmla="*/ 4698996 w 4940931"/>
                <a:gd name="connsiteY1175" fmla="*/ 69214 h 138429"/>
                <a:gd name="connsiteX1176" fmla="*/ 4699631 w 4940931"/>
                <a:gd name="connsiteY1176" fmla="*/ 69214 h 138429"/>
                <a:gd name="connsiteX1177" fmla="*/ 4697091 w 4940931"/>
                <a:gd name="connsiteY1177" fmla="*/ 86359 h 138429"/>
                <a:gd name="connsiteX1178" fmla="*/ 4689471 w 4940931"/>
                <a:gd name="connsiteY1178" fmla="*/ 99059 h 138429"/>
                <a:gd name="connsiteX1179" fmla="*/ 4678041 w 4940931"/>
                <a:gd name="connsiteY1179" fmla="*/ 107314 h 138429"/>
                <a:gd name="connsiteX1180" fmla="*/ 4664071 w 4940931"/>
                <a:gd name="connsiteY1180" fmla="*/ 109854 h 138429"/>
                <a:gd name="connsiteX1181" fmla="*/ 4650101 w 4940931"/>
                <a:gd name="connsiteY1181" fmla="*/ 106679 h 138429"/>
                <a:gd name="connsiteX1182" fmla="*/ 4639306 w 4940931"/>
                <a:gd name="connsiteY1182" fmla="*/ 98424 h 138429"/>
                <a:gd name="connsiteX1183" fmla="*/ 4632321 w 4940931"/>
                <a:gd name="connsiteY1183" fmla="*/ 85724 h 138429"/>
                <a:gd name="connsiteX1184" fmla="*/ 4629781 w 4940931"/>
                <a:gd name="connsiteY1184" fmla="*/ 69214 h 138429"/>
                <a:gd name="connsiteX1185" fmla="*/ 4632321 w 4940931"/>
                <a:gd name="connsiteY1185" fmla="*/ 52069 h 138429"/>
                <a:gd name="connsiteX1186" fmla="*/ 4639941 w 4940931"/>
                <a:gd name="connsiteY1186" fmla="*/ 39369 h 138429"/>
                <a:gd name="connsiteX1187" fmla="*/ 4650736 w 4940931"/>
                <a:gd name="connsiteY1187" fmla="*/ 31114 h 138429"/>
                <a:gd name="connsiteX1188" fmla="*/ 4664706 w 4940931"/>
                <a:gd name="connsiteY1188" fmla="*/ 28574 h 138429"/>
                <a:gd name="connsiteX1189" fmla="*/ 4264655 w 4940931"/>
                <a:gd name="connsiteY1189" fmla="*/ 28574 h 138429"/>
                <a:gd name="connsiteX1190" fmla="*/ 4278625 w 4940931"/>
                <a:gd name="connsiteY1190" fmla="*/ 31749 h 138429"/>
                <a:gd name="connsiteX1191" fmla="*/ 4289420 w 4940931"/>
                <a:gd name="connsiteY1191" fmla="*/ 40004 h 138429"/>
                <a:gd name="connsiteX1192" fmla="*/ 4296405 w 4940931"/>
                <a:gd name="connsiteY1192" fmla="*/ 52704 h 138429"/>
                <a:gd name="connsiteX1193" fmla="*/ 4298945 w 4940931"/>
                <a:gd name="connsiteY1193" fmla="*/ 69214 h 138429"/>
                <a:gd name="connsiteX1194" fmla="*/ 4299580 w 4940931"/>
                <a:gd name="connsiteY1194" fmla="*/ 69214 h 138429"/>
                <a:gd name="connsiteX1195" fmla="*/ 4297040 w 4940931"/>
                <a:gd name="connsiteY1195" fmla="*/ 86359 h 138429"/>
                <a:gd name="connsiteX1196" fmla="*/ 4289420 w 4940931"/>
                <a:gd name="connsiteY1196" fmla="*/ 99059 h 138429"/>
                <a:gd name="connsiteX1197" fmla="*/ 4277990 w 4940931"/>
                <a:gd name="connsiteY1197" fmla="*/ 107314 h 138429"/>
                <a:gd name="connsiteX1198" fmla="*/ 4264020 w 4940931"/>
                <a:gd name="connsiteY1198" fmla="*/ 109854 h 138429"/>
                <a:gd name="connsiteX1199" fmla="*/ 4250050 w 4940931"/>
                <a:gd name="connsiteY1199" fmla="*/ 106679 h 138429"/>
                <a:gd name="connsiteX1200" fmla="*/ 4239255 w 4940931"/>
                <a:gd name="connsiteY1200" fmla="*/ 98424 h 138429"/>
                <a:gd name="connsiteX1201" fmla="*/ 4232270 w 4940931"/>
                <a:gd name="connsiteY1201" fmla="*/ 85724 h 138429"/>
                <a:gd name="connsiteX1202" fmla="*/ 4229730 w 4940931"/>
                <a:gd name="connsiteY1202" fmla="*/ 69214 h 138429"/>
                <a:gd name="connsiteX1203" fmla="*/ 4232270 w 4940931"/>
                <a:gd name="connsiteY1203" fmla="*/ 52069 h 138429"/>
                <a:gd name="connsiteX1204" fmla="*/ 4239890 w 4940931"/>
                <a:gd name="connsiteY1204" fmla="*/ 39369 h 138429"/>
                <a:gd name="connsiteX1205" fmla="*/ 4250685 w 4940931"/>
                <a:gd name="connsiteY1205" fmla="*/ 31114 h 138429"/>
                <a:gd name="connsiteX1206" fmla="*/ 4264655 w 4940931"/>
                <a:gd name="connsiteY1206" fmla="*/ 28574 h 138429"/>
                <a:gd name="connsiteX1207" fmla="*/ 1420495 w 4940931"/>
                <a:gd name="connsiteY1207" fmla="*/ 28574 h 138429"/>
                <a:gd name="connsiteX1208" fmla="*/ 1434465 w 4940931"/>
                <a:gd name="connsiteY1208" fmla="*/ 31749 h 138429"/>
                <a:gd name="connsiteX1209" fmla="*/ 1445260 w 4940931"/>
                <a:gd name="connsiteY1209" fmla="*/ 40004 h 138429"/>
                <a:gd name="connsiteX1210" fmla="*/ 1452245 w 4940931"/>
                <a:gd name="connsiteY1210" fmla="*/ 52704 h 138429"/>
                <a:gd name="connsiteX1211" fmla="*/ 1454785 w 4940931"/>
                <a:gd name="connsiteY1211" fmla="*/ 69214 h 138429"/>
                <a:gd name="connsiteX1212" fmla="*/ 1455420 w 4940931"/>
                <a:gd name="connsiteY1212" fmla="*/ 69214 h 138429"/>
                <a:gd name="connsiteX1213" fmla="*/ 1452880 w 4940931"/>
                <a:gd name="connsiteY1213" fmla="*/ 86359 h 138429"/>
                <a:gd name="connsiteX1214" fmla="*/ 1445260 w 4940931"/>
                <a:gd name="connsiteY1214" fmla="*/ 99059 h 138429"/>
                <a:gd name="connsiteX1215" fmla="*/ 1433830 w 4940931"/>
                <a:gd name="connsiteY1215" fmla="*/ 107314 h 138429"/>
                <a:gd name="connsiteX1216" fmla="*/ 1419860 w 4940931"/>
                <a:gd name="connsiteY1216" fmla="*/ 109854 h 138429"/>
                <a:gd name="connsiteX1217" fmla="*/ 1405890 w 4940931"/>
                <a:gd name="connsiteY1217" fmla="*/ 106679 h 138429"/>
                <a:gd name="connsiteX1218" fmla="*/ 1395095 w 4940931"/>
                <a:gd name="connsiteY1218" fmla="*/ 98424 h 138429"/>
                <a:gd name="connsiteX1219" fmla="*/ 1388110 w 4940931"/>
                <a:gd name="connsiteY1219" fmla="*/ 85724 h 138429"/>
                <a:gd name="connsiteX1220" fmla="*/ 1385570 w 4940931"/>
                <a:gd name="connsiteY1220" fmla="*/ 69214 h 138429"/>
                <a:gd name="connsiteX1221" fmla="*/ 1388110 w 4940931"/>
                <a:gd name="connsiteY1221" fmla="*/ 52069 h 138429"/>
                <a:gd name="connsiteX1222" fmla="*/ 1395730 w 4940931"/>
                <a:gd name="connsiteY1222" fmla="*/ 39369 h 138429"/>
                <a:gd name="connsiteX1223" fmla="*/ 1406525 w 4940931"/>
                <a:gd name="connsiteY1223" fmla="*/ 31114 h 138429"/>
                <a:gd name="connsiteX1224" fmla="*/ 1420495 w 4940931"/>
                <a:gd name="connsiteY1224" fmla="*/ 28574 h 138429"/>
                <a:gd name="connsiteX1225" fmla="*/ 3143245 w 4940931"/>
                <a:gd name="connsiteY1225" fmla="*/ 5079 h 138429"/>
                <a:gd name="connsiteX1226" fmla="*/ 3219445 w 4940931"/>
                <a:gd name="connsiteY1226" fmla="*/ 5079 h 138429"/>
                <a:gd name="connsiteX1227" fmla="*/ 3219445 w 4940931"/>
                <a:gd name="connsiteY1227" fmla="*/ 20319 h 138429"/>
                <a:gd name="connsiteX1228" fmla="*/ 3188965 w 4940931"/>
                <a:gd name="connsiteY1228" fmla="*/ 20319 h 138429"/>
                <a:gd name="connsiteX1229" fmla="*/ 3188965 w 4940931"/>
                <a:gd name="connsiteY1229" fmla="*/ 108584 h 138429"/>
                <a:gd name="connsiteX1230" fmla="*/ 3173090 w 4940931"/>
                <a:gd name="connsiteY1230" fmla="*/ 108584 h 138429"/>
                <a:gd name="connsiteX1231" fmla="*/ 3173090 w 4940931"/>
                <a:gd name="connsiteY1231" fmla="*/ 20319 h 138429"/>
                <a:gd name="connsiteX1232" fmla="*/ 3143245 w 4940931"/>
                <a:gd name="connsiteY1232" fmla="*/ 20319 h 138429"/>
                <a:gd name="connsiteX1233" fmla="*/ 1628774 w 4940931"/>
                <a:gd name="connsiteY1233" fmla="*/ 5079 h 138429"/>
                <a:gd name="connsiteX1234" fmla="*/ 1704970 w 4940931"/>
                <a:gd name="connsiteY1234" fmla="*/ 5079 h 138429"/>
                <a:gd name="connsiteX1235" fmla="*/ 1704970 w 4940931"/>
                <a:gd name="connsiteY1235" fmla="*/ 20319 h 138429"/>
                <a:gd name="connsiteX1236" fmla="*/ 1675129 w 4940931"/>
                <a:gd name="connsiteY1236" fmla="*/ 20319 h 138429"/>
                <a:gd name="connsiteX1237" fmla="*/ 1675129 w 4940931"/>
                <a:gd name="connsiteY1237" fmla="*/ 108584 h 138429"/>
                <a:gd name="connsiteX1238" fmla="*/ 1659255 w 4940931"/>
                <a:gd name="connsiteY1238" fmla="*/ 108584 h 138429"/>
                <a:gd name="connsiteX1239" fmla="*/ 1659255 w 4940931"/>
                <a:gd name="connsiteY1239" fmla="*/ 20319 h 138429"/>
                <a:gd name="connsiteX1240" fmla="*/ 1628774 w 4940931"/>
                <a:gd name="connsiteY1240" fmla="*/ 20319 h 138429"/>
                <a:gd name="connsiteX1241" fmla="*/ 0 w 4940931"/>
                <a:gd name="connsiteY1241" fmla="*/ 5079 h 138429"/>
                <a:gd name="connsiteX1242" fmla="*/ 76200 w 4940931"/>
                <a:gd name="connsiteY1242" fmla="*/ 5079 h 138429"/>
                <a:gd name="connsiteX1243" fmla="*/ 76200 w 4940931"/>
                <a:gd name="connsiteY1243" fmla="*/ 20319 h 138429"/>
                <a:gd name="connsiteX1244" fmla="*/ 45720 w 4940931"/>
                <a:gd name="connsiteY1244" fmla="*/ 20319 h 138429"/>
                <a:gd name="connsiteX1245" fmla="*/ 45720 w 4940931"/>
                <a:gd name="connsiteY1245" fmla="*/ 108584 h 138429"/>
                <a:gd name="connsiteX1246" fmla="*/ 29845 w 4940931"/>
                <a:gd name="connsiteY1246" fmla="*/ 108584 h 138429"/>
                <a:gd name="connsiteX1247" fmla="*/ 29845 w 4940931"/>
                <a:gd name="connsiteY1247" fmla="*/ 20319 h 138429"/>
                <a:gd name="connsiteX1248" fmla="*/ 0 w 4940931"/>
                <a:gd name="connsiteY1248" fmla="*/ 20319 h 138429"/>
                <a:gd name="connsiteX1249" fmla="*/ 1362075 w 4940931"/>
                <a:gd name="connsiteY1249" fmla="*/ 1269 h 138429"/>
                <a:gd name="connsiteX1250" fmla="*/ 1365885 w 4940931"/>
                <a:gd name="connsiteY1250" fmla="*/ 1904 h 138429"/>
                <a:gd name="connsiteX1251" fmla="*/ 1369060 w 4940931"/>
                <a:gd name="connsiteY1251" fmla="*/ 3809 h 138429"/>
                <a:gd name="connsiteX1252" fmla="*/ 1370965 w 4940931"/>
                <a:gd name="connsiteY1252" fmla="*/ 6984 h 138429"/>
                <a:gd name="connsiteX1253" fmla="*/ 1371600 w 4940931"/>
                <a:gd name="connsiteY1253" fmla="*/ 10794 h 138429"/>
                <a:gd name="connsiteX1254" fmla="*/ 1370965 w 4940931"/>
                <a:gd name="connsiteY1254" fmla="*/ 14604 h 138429"/>
                <a:gd name="connsiteX1255" fmla="*/ 1369060 w 4940931"/>
                <a:gd name="connsiteY1255" fmla="*/ 17779 h 138429"/>
                <a:gd name="connsiteX1256" fmla="*/ 1365885 w 4940931"/>
                <a:gd name="connsiteY1256" fmla="*/ 19684 h 138429"/>
                <a:gd name="connsiteX1257" fmla="*/ 1362075 w 4940931"/>
                <a:gd name="connsiteY1257" fmla="*/ 20319 h 138429"/>
                <a:gd name="connsiteX1258" fmla="*/ 1358265 w 4940931"/>
                <a:gd name="connsiteY1258" fmla="*/ 19684 h 138429"/>
                <a:gd name="connsiteX1259" fmla="*/ 1355090 w 4940931"/>
                <a:gd name="connsiteY1259" fmla="*/ 17779 h 138429"/>
                <a:gd name="connsiteX1260" fmla="*/ 1353185 w 4940931"/>
                <a:gd name="connsiteY1260" fmla="*/ 14604 h 138429"/>
                <a:gd name="connsiteX1261" fmla="*/ 1352550 w 4940931"/>
                <a:gd name="connsiteY1261" fmla="*/ 10794 h 138429"/>
                <a:gd name="connsiteX1262" fmla="*/ 1353185 w 4940931"/>
                <a:gd name="connsiteY1262" fmla="*/ 6984 h 138429"/>
                <a:gd name="connsiteX1263" fmla="*/ 1355090 w 4940931"/>
                <a:gd name="connsiteY1263" fmla="*/ 3809 h 138429"/>
                <a:gd name="connsiteX1264" fmla="*/ 1358265 w 4940931"/>
                <a:gd name="connsiteY1264" fmla="*/ 1904 h 138429"/>
                <a:gd name="connsiteX1265" fmla="*/ 1362075 w 4940931"/>
                <a:gd name="connsiteY1265" fmla="*/ 1269 h 138429"/>
                <a:gd name="connsiteX1266" fmla="*/ 4789801 w 4940931"/>
                <a:gd name="connsiteY1266" fmla="*/ 634 h 138429"/>
                <a:gd name="connsiteX1267" fmla="*/ 4789801 w 4940931"/>
                <a:gd name="connsiteY1267" fmla="*/ 65404 h 138429"/>
                <a:gd name="connsiteX1268" fmla="*/ 4814566 w 4940931"/>
                <a:gd name="connsiteY1268" fmla="*/ 31114 h 138429"/>
                <a:gd name="connsiteX1269" fmla="*/ 4831711 w 4940931"/>
                <a:gd name="connsiteY1269" fmla="*/ 31114 h 138429"/>
                <a:gd name="connsiteX1270" fmla="*/ 4812026 w 4940931"/>
                <a:gd name="connsiteY1270" fmla="*/ 57149 h 138429"/>
                <a:gd name="connsiteX1271" fmla="*/ 4835521 w 4940931"/>
                <a:gd name="connsiteY1271" fmla="*/ 108584 h 138429"/>
                <a:gd name="connsiteX1272" fmla="*/ 4819011 w 4940931"/>
                <a:gd name="connsiteY1272" fmla="*/ 108584 h 138429"/>
                <a:gd name="connsiteX1273" fmla="*/ 4801866 w 4940931"/>
                <a:gd name="connsiteY1273" fmla="*/ 69849 h 138429"/>
                <a:gd name="connsiteX1274" fmla="*/ 4789801 w 4940931"/>
                <a:gd name="connsiteY1274" fmla="*/ 85724 h 138429"/>
                <a:gd name="connsiteX1275" fmla="*/ 4789801 w 4940931"/>
                <a:gd name="connsiteY1275" fmla="*/ 108584 h 138429"/>
                <a:gd name="connsiteX1276" fmla="*/ 4774561 w 4940931"/>
                <a:gd name="connsiteY1276" fmla="*/ 108584 h 138429"/>
                <a:gd name="connsiteX1277" fmla="*/ 4774561 w 4940931"/>
                <a:gd name="connsiteY1277" fmla="*/ 8889 h 138429"/>
                <a:gd name="connsiteX1278" fmla="*/ 4472301 w 4940931"/>
                <a:gd name="connsiteY1278" fmla="*/ 634 h 138429"/>
                <a:gd name="connsiteX1279" fmla="*/ 4472301 w 4940931"/>
                <a:gd name="connsiteY1279" fmla="*/ 109219 h 138429"/>
                <a:gd name="connsiteX1280" fmla="*/ 4457061 w 4940931"/>
                <a:gd name="connsiteY1280" fmla="*/ 109219 h 138429"/>
                <a:gd name="connsiteX1281" fmla="*/ 4457696 w 4940931"/>
                <a:gd name="connsiteY1281" fmla="*/ 108584 h 138429"/>
                <a:gd name="connsiteX1282" fmla="*/ 4457696 w 4940931"/>
                <a:gd name="connsiteY1282" fmla="*/ 100964 h 138429"/>
                <a:gd name="connsiteX1283" fmla="*/ 4453251 w 4940931"/>
                <a:gd name="connsiteY1283" fmla="*/ 104774 h 138429"/>
                <a:gd name="connsiteX1284" fmla="*/ 4448171 w 4940931"/>
                <a:gd name="connsiteY1284" fmla="*/ 107949 h 138429"/>
                <a:gd name="connsiteX1285" fmla="*/ 4443091 w 4940931"/>
                <a:gd name="connsiteY1285" fmla="*/ 109854 h 138429"/>
                <a:gd name="connsiteX1286" fmla="*/ 4437376 w 4940931"/>
                <a:gd name="connsiteY1286" fmla="*/ 109854 h 138429"/>
                <a:gd name="connsiteX1287" fmla="*/ 4425946 w 4940931"/>
                <a:gd name="connsiteY1287" fmla="*/ 107314 h 138429"/>
                <a:gd name="connsiteX1288" fmla="*/ 4416421 w 4940931"/>
                <a:gd name="connsiteY1288" fmla="*/ 99694 h 138429"/>
                <a:gd name="connsiteX1289" fmla="*/ 4410071 w 4940931"/>
                <a:gd name="connsiteY1289" fmla="*/ 86994 h 138429"/>
                <a:gd name="connsiteX1290" fmla="*/ 4407531 w 4940931"/>
                <a:gd name="connsiteY1290" fmla="*/ 67944 h 138429"/>
                <a:gd name="connsiteX1291" fmla="*/ 4410071 w 4940931"/>
                <a:gd name="connsiteY1291" fmla="*/ 50799 h 138429"/>
                <a:gd name="connsiteX1292" fmla="*/ 4417056 w 4940931"/>
                <a:gd name="connsiteY1292" fmla="*/ 38734 h 138429"/>
                <a:gd name="connsiteX1293" fmla="*/ 4426581 w 4940931"/>
                <a:gd name="connsiteY1293" fmla="*/ 31749 h 138429"/>
                <a:gd name="connsiteX1294" fmla="*/ 4438011 w 4940931"/>
                <a:gd name="connsiteY1294" fmla="*/ 29209 h 138429"/>
                <a:gd name="connsiteX1295" fmla="*/ 4443726 w 4940931"/>
                <a:gd name="connsiteY1295" fmla="*/ 29844 h 138429"/>
                <a:gd name="connsiteX1296" fmla="*/ 4448806 w 4940931"/>
                <a:gd name="connsiteY1296" fmla="*/ 31749 h 138429"/>
                <a:gd name="connsiteX1297" fmla="*/ 4453251 w 4940931"/>
                <a:gd name="connsiteY1297" fmla="*/ 34924 h 138429"/>
                <a:gd name="connsiteX1298" fmla="*/ 4457061 w 4940931"/>
                <a:gd name="connsiteY1298" fmla="*/ 38099 h 138429"/>
                <a:gd name="connsiteX1299" fmla="*/ 4457061 w 4940931"/>
                <a:gd name="connsiteY1299" fmla="*/ 8254 h 138429"/>
                <a:gd name="connsiteX1300" fmla="*/ 4390385 w 4940931"/>
                <a:gd name="connsiteY1300" fmla="*/ 634 h 138429"/>
                <a:gd name="connsiteX1301" fmla="*/ 4390385 w 4940931"/>
                <a:gd name="connsiteY1301" fmla="*/ 108584 h 138429"/>
                <a:gd name="connsiteX1302" fmla="*/ 4375145 w 4940931"/>
                <a:gd name="connsiteY1302" fmla="*/ 108584 h 138429"/>
                <a:gd name="connsiteX1303" fmla="*/ 4375145 w 4940931"/>
                <a:gd name="connsiteY1303" fmla="*/ 8889 h 138429"/>
                <a:gd name="connsiteX1304" fmla="*/ 3946521 w 4940931"/>
                <a:gd name="connsiteY1304" fmla="*/ 634 h 138429"/>
                <a:gd name="connsiteX1305" fmla="*/ 3946521 w 4940931"/>
                <a:gd name="connsiteY1305" fmla="*/ 38099 h 138429"/>
                <a:gd name="connsiteX1306" fmla="*/ 3950331 w 4940931"/>
                <a:gd name="connsiteY1306" fmla="*/ 34289 h 138429"/>
                <a:gd name="connsiteX1307" fmla="*/ 3954776 w 4940931"/>
                <a:gd name="connsiteY1307" fmla="*/ 31114 h 138429"/>
                <a:gd name="connsiteX1308" fmla="*/ 3960491 w 4940931"/>
                <a:gd name="connsiteY1308" fmla="*/ 29209 h 138429"/>
                <a:gd name="connsiteX1309" fmla="*/ 3966206 w 4940931"/>
                <a:gd name="connsiteY1309" fmla="*/ 29209 h 138429"/>
                <a:gd name="connsiteX1310" fmla="*/ 3978271 w 4940931"/>
                <a:gd name="connsiteY1310" fmla="*/ 31749 h 138429"/>
                <a:gd name="connsiteX1311" fmla="*/ 3987161 w 4940931"/>
                <a:gd name="connsiteY1311" fmla="*/ 38099 h 138429"/>
                <a:gd name="connsiteX1312" fmla="*/ 3992241 w 4940931"/>
                <a:gd name="connsiteY1312" fmla="*/ 49529 h 138429"/>
                <a:gd name="connsiteX1313" fmla="*/ 3994146 w 4940931"/>
                <a:gd name="connsiteY1313" fmla="*/ 64134 h 138429"/>
                <a:gd name="connsiteX1314" fmla="*/ 3994146 w 4940931"/>
                <a:gd name="connsiteY1314" fmla="*/ 108584 h 138429"/>
                <a:gd name="connsiteX1315" fmla="*/ 3978906 w 4940931"/>
                <a:gd name="connsiteY1315" fmla="*/ 108584 h 138429"/>
                <a:gd name="connsiteX1316" fmla="*/ 3978271 w 4940931"/>
                <a:gd name="connsiteY1316" fmla="*/ 108584 h 138429"/>
                <a:gd name="connsiteX1317" fmla="*/ 3978271 w 4940931"/>
                <a:gd name="connsiteY1317" fmla="*/ 64769 h 138429"/>
                <a:gd name="connsiteX1318" fmla="*/ 3974461 w 4940931"/>
                <a:gd name="connsiteY1318" fmla="*/ 48894 h 138429"/>
                <a:gd name="connsiteX1319" fmla="*/ 3962396 w 4940931"/>
                <a:gd name="connsiteY1319" fmla="*/ 43814 h 138429"/>
                <a:gd name="connsiteX1320" fmla="*/ 3956046 w 4940931"/>
                <a:gd name="connsiteY1320" fmla="*/ 45084 h 138429"/>
                <a:gd name="connsiteX1321" fmla="*/ 3950966 w 4940931"/>
                <a:gd name="connsiteY1321" fmla="*/ 48894 h 138429"/>
                <a:gd name="connsiteX1322" fmla="*/ 3947791 w 4940931"/>
                <a:gd name="connsiteY1322" fmla="*/ 55244 h 138429"/>
                <a:gd name="connsiteX1323" fmla="*/ 3946521 w 4940931"/>
                <a:gd name="connsiteY1323" fmla="*/ 63499 h 138429"/>
                <a:gd name="connsiteX1324" fmla="*/ 3946521 w 4940931"/>
                <a:gd name="connsiteY1324" fmla="*/ 109219 h 138429"/>
                <a:gd name="connsiteX1325" fmla="*/ 3931281 w 4940931"/>
                <a:gd name="connsiteY1325" fmla="*/ 109219 h 138429"/>
                <a:gd name="connsiteX1326" fmla="*/ 3931281 w 4940931"/>
                <a:gd name="connsiteY1326" fmla="*/ 8889 h 138429"/>
                <a:gd name="connsiteX1327" fmla="*/ 3248021 w 4940931"/>
                <a:gd name="connsiteY1327" fmla="*/ 634 h 138429"/>
                <a:gd name="connsiteX1328" fmla="*/ 3248021 w 4940931"/>
                <a:gd name="connsiteY1328" fmla="*/ 38099 h 138429"/>
                <a:gd name="connsiteX1329" fmla="*/ 3251831 w 4940931"/>
                <a:gd name="connsiteY1329" fmla="*/ 34289 h 138429"/>
                <a:gd name="connsiteX1330" fmla="*/ 3256276 w 4940931"/>
                <a:gd name="connsiteY1330" fmla="*/ 31114 h 138429"/>
                <a:gd name="connsiteX1331" fmla="*/ 3261991 w 4940931"/>
                <a:gd name="connsiteY1331" fmla="*/ 29209 h 138429"/>
                <a:gd name="connsiteX1332" fmla="*/ 3267706 w 4940931"/>
                <a:gd name="connsiteY1332" fmla="*/ 29209 h 138429"/>
                <a:gd name="connsiteX1333" fmla="*/ 3279771 w 4940931"/>
                <a:gd name="connsiteY1333" fmla="*/ 31749 h 138429"/>
                <a:gd name="connsiteX1334" fmla="*/ 3288661 w 4940931"/>
                <a:gd name="connsiteY1334" fmla="*/ 38099 h 138429"/>
                <a:gd name="connsiteX1335" fmla="*/ 3293741 w 4940931"/>
                <a:gd name="connsiteY1335" fmla="*/ 49529 h 138429"/>
                <a:gd name="connsiteX1336" fmla="*/ 3295646 w 4940931"/>
                <a:gd name="connsiteY1336" fmla="*/ 64134 h 138429"/>
                <a:gd name="connsiteX1337" fmla="*/ 3295646 w 4940931"/>
                <a:gd name="connsiteY1337" fmla="*/ 108584 h 138429"/>
                <a:gd name="connsiteX1338" fmla="*/ 3280406 w 4940931"/>
                <a:gd name="connsiteY1338" fmla="*/ 108584 h 138429"/>
                <a:gd name="connsiteX1339" fmla="*/ 3279771 w 4940931"/>
                <a:gd name="connsiteY1339" fmla="*/ 108584 h 138429"/>
                <a:gd name="connsiteX1340" fmla="*/ 3279771 w 4940931"/>
                <a:gd name="connsiteY1340" fmla="*/ 64769 h 138429"/>
                <a:gd name="connsiteX1341" fmla="*/ 3275961 w 4940931"/>
                <a:gd name="connsiteY1341" fmla="*/ 48894 h 138429"/>
                <a:gd name="connsiteX1342" fmla="*/ 3263896 w 4940931"/>
                <a:gd name="connsiteY1342" fmla="*/ 43814 h 138429"/>
                <a:gd name="connsiteX1343" fmla="*/ 3257546 w 4940931"/>
                <a:gd name="connsiteY1343" fmla="*/ 45084 h 138429"/>
                <a:gd name="connsiteX1344" fmla="*/ 3252466 w 4940931"/>
                <a:gd name="connsiteY1344" fmla="*/ 48894 h 138429"/>
                <a:gd name="connsiteX1345" fmla="*/ 3249291 w 4940931"/>
                <a:gd name="connsiteY1345" fmla="*/ 55244 h 138429"/>
                <a:gd name="connsiteX1346" fmla="*/ 3248021 w 4940931"/>
                <a:gd name="connsiteY1346" fmla="*/ 63499 h 138429"/>
                <a:gd name="connsiteX1347" fmla="*/ 3248021 w 4940931"/>
                <a:gd name="connsiteY1347" fmla="*/ 109219 h 138429"/>
                <a:gd name="connsiteX1348" fmla="*/ 3232781 w 4940931"/>
                <a:gd name="connsiteY1348" fmla="*/ 109219 h 138429"/>
                <a:gd name="connsiteX1349" fmla="*/ 3232781 w 4940931"/>
                <a:gd name="connsiteY1349" fmla="*/ 8889 h 138429"/>
                <a:gd name="connsiteX1350" fmla="*/ 2432681 w 4940931"/>
                <a:gd name="connsiteY1350" fmla="*/ 634 h 138429"/>
                <a:gd name="connsiteX1351" fmla="*/ 2432681 w 4940931"/>
                <a:gd name="connsiteY1351" fmla="*/ 38099 h 138429"/>
                <a:gd name="connsiteX1352" fmla="*/ 2436491 w 4940931"/>
                <a:gd name="connsiteY1352" fmla="*/ 34289 h 138429"/>
                <a:gd name="connsiteX1353" fmla="*/ 2440936 w 4940931"/>
                <a:gd name="connsiteY1353" fmla="*/ 31114 h 138429"/>
                <a:gd name="connsiteX1354" fmla="*/ 2446651 w 4940931"/>
                <a:gd name="connsiteY1354" fmla="*/ 29209 h 138429"/>
                <a:gd name="connsiteX1355" fmla="*/ 2452366 w 4940931"/>
                <a:gd name="connsiteY1355" fmla="*/ 29209 h 138429"/>
                <a:gd name="connsiteX1356" fmla="*/ 2464431 w 4940931"/>
                <a:gd name="connsiteY1356" fmla="*/ 31749 h 138429"/>
                <a:gd name="connsiteX1357" fmla="*/ 2473321 w 4940931"/>
                <a:gd name="connsiteY1357" fmla="*/ 38099 h 138429"/>
                <a:gd name="connsiteX1358" fmla="*/ 2478401 w 4940931"/>
                <a:gd name="connsiteY1358" fmla="*/ 49529 h 138429"/>
                <a:gd name="connsiteX1359" fmla="*/ 2480306 w 4940931"/>
                <a:gd name="connsiteY1359" fmla="*/ 64134 h 138429"/>
                <a:gd name="connsiteX1360" fmla="*/ 2480306 w 4940931"/>
                <a:gd name="connsiteY1360" fmla="*/ 108584 h 138429"/>
                <a:gd name="connsiteX1361" fmla="*/ 2465066 w 4940931"/>
                <a:gd name="connsiteY1361" fmla="*/ 108584 h 138429"/>
                <a:gd name="connsiteX1362" fmla="*/ 2464431 w 4940931"/>
                <a:gd name="connsiteY1362" fmla="*/ 108584 h 138429"/>
                <a:gd name="connsiteX1363" fmla="*/ 2464431 w 4940931"/>
                <a:gd name="connsiteY1363" fmla="*/ 64769 h 138429"/>
                <a:gd name="connsiteX1364" fmla="*/ 2460621 w 4940931"/>
                <a:gd name="connsiteY1364" fmla="*/ 48894 h 138429"/>
                <a:gd name="connsiteX1365" fmla="*/ 2448556 w 4940931"/>
                <a:gd name="connsiteY1365" fmla="*/ 43814 h 138429"/>
                <a:gd name="connsiteX1366" fmla="*/ 2442206 w 4940931"/>
                <a:gd name="connsiteY1366" fmla="*/ 45084 h 138429"/>
                <a:gd name="connsiteX1367" fmla="*/ 2437126 w 4940931"/>
                <a:gd name="connsiteY1367" fmla="*/ 48894 h 138429"/>
                <a:gd name="connsiteX1368" fmla="*/ 2433951 w 4940931"/>
                <a:gd name="connsiteY1368" fmla="*/ 55244 h 138429"/>
                <a:gd name="connsiteX1369" fmla="*/ 2432681 w 4940931"/>
                <a:gd name="connsiteY1369" fmla="*/ 63499 h 138429"/>
                <a:gd name="connsiteX1370" fmla="*/ 2432681 w 4940931"/>
                <a:gd name="connsiteY1370" fmla="*/ 109219 h 138429"/>
                <a:gd name="connsiteX1371" fmla="*/ 2417441 w 4940931"/>
                <a:gd name="connsiteY1371" fmla="*/ 109219 h 138429"/>
                <a:gd name="connsiteX1372" fmla="*/ 2417441 w 4940931"/>
                <a:gd name="connsiteY1372" fmla="*/ 8889 h 138429"/>
                <a:gd name="connsiteX1373" fmla="*/ 1734181 w 4940931"/>
                <a:gd name="connsiteY1373" fmla="*/ 634 h 138429"/>
                <a:gd name="connsiteX1374" fmla="*/ 1734181 w 4940931"/>
                <a:gd name="connsiteY1374" fmla="*/ 38099 h 138429"/>
                <a:gd name="connsiteX1375" fmla="*/ 1737991 w 4940931"/>
                <a:gd name="connsiteY1375" fmla="*/ 34289 h 138429"/>
                <a:gd name="connsiteX1376" fmla="*/ 1742436 w 4940931"/>
                <a:gd name="connsiteY1376" fmla="*/ 31114 h 138429"/>
                <a:gd name="connsiteX1377" fmla="*/ 1748151 w 4940931"/>
                <a:gd name="connsiteY1377" fmla="*/ 29209 h 138429"/>
                <a:gd name="connsiteX1378" fmla="*/ 1753866 w 4940931"/>
                <a:gd name="connsiteY1378" fmla="*/ 29209 h 138429"/>
                <a:gd name="connsiteX1379" fmla="*/ 1765931 w 4940931"/>
                <a:gd name="connsiteY1379" fmla="*/ 31749 h 138429"/>
                <a:gd name="connsiteX1380" fmla="*/ 1774821 w 4940931"/>
                <a:gd name="connsiteY1380" fmla="*/ 38099 h 138429"/>
                <a:gd name="connsiteX1381" fmla="*/ 1779901 w 4940931"/>
                <a:gd name="connsiteY1381" fmla="*/ 49529 h 138429"/>
                <a:gd name="connsiteX1382" fmla="*/ 1781806 w 4940931"/>
                <a:gd name="connsiteY1382" fmla="*/ 64134 h 138429"/>
                <a:gd name="connsiteX1383" fmla="*/ 1781806 w 4940931"/>
                <a:gd name="connsiteY1383" fmla="*/ 108584 h 138429"/>
                <a:gd name="connsiteX1384" fmla="*/ 1766566 w 4940931"/>
                <a:gd name="connsiteY1384" fmla="*/ 108584 h 138429"/>
                <a:gd name="connsiteX1385" fmla="*/ 1765931 w 4940931"/>
                <a:gd name="connsiteY1385" fmla="*/ 108584 h 138429"/>
                <a:gd name="connsiteX1386" fmla="*/ 1765931 w 4940931"/>
                <a:gd name="connsiteY1386" fmla="*/ 64769 h 138429"/>
                <a:gd name="connsiteX1387" fmla="*/ 1762121 w 4940931"/>
                <a:gd name="connsiteY1387" fmla="*/ 48894 h 138429"/>
                <a:gd name="connsiteX1388" fmla="*/ 1750056 w 4940931"/>
                <a:gd name="connsiteY1388" fmla="*/ 43814 h 138429"/>
                <a:gd name="connsiteX1389" fmla="*/ 1743706 w 4940931"/>
                <a:gd name="connsiteY1389" fmla="*/ 45084 h 138429"/>
                <a:gd name="connsiteX1390" fmla="*/ 1738626 w 4940931"/>
                <a:gd name="connsiteY1390" fmla="*/ 48894 h 138429"/>
                <a:gd name="connsiteX1391" fmla="*/ 1735451 w 4940931"/>
                <a:gd name="connsiteY1391" fmla="*/ 55244 h 138429"/>
                <a:gd name="connsiteX1392" fmla="*/ 1734181 w 4940931"/>
                <a:gd name="connsiteY1392" fmla="*/ 63499 h 138429"/>
                <a:gd name="connsiteX1393" fmla="*/ 1734181 w 4940931"/>
                <a:gd name="connsiteY1393" fmla="*/ 109219 h 138429"/>
                <a:gd name="connsiteX1394" fmla="*/ 1718941 w 4940931"/>
                <a:gd name="connsiteY1394" fmla="*/ 109219 h 138429"/>
                <a:gd name="connsiteX1395" fmla="*/ 1718941 w 4940931"/>
                <a:gd name="connsiteY1395" fmla="*/ 8889 h 138429"/>
                <a:gd name="connsiteX1396" fmla="*/ 803275 w 4940931"/>
                <a:gd name="connsiteY1396" fmla="*/ 634 h 138429"/>
                <a:gd name="connsiteX1397" fmla="*/ 803275 w 4940931"/>
                <a:gd name="connsiteY1397" fmla="*/ 38099 h 138429"/>
                <a:gd name="connsiteX1398" fmla="*/ 807085 w 4940931"/>
                <a:gd name="connsiteY1398" fmla="*/ 34289 h 138429"/>
                <a:gd name="connsiteX1399" fmla="*/ 811530 w 4940931"/>
                <a:gd name="connsiteY1399" fmla="*/ 31114 h 138429"/>
                <a:gd name="connsiteX1400" fmla="*/ 817245 w 4940931"/>
                <a:gd name="connsiteY1400" fmla="*/ 29209 h 138429"/>
                <a:gd name="connsiteX1401" fmla="*/ 822960 w 4940931"/>
                <a:gd name="connsiteY1401" fmla="*/ 29209 h 138429"/>
                <a:gd name="connsiteX1402" fmla="*/ 835025 w 4940931"/>
                <a:gd name="connsiteY1402" fmla="*/ 31749 h 138429"/>
                <a:gd name="connsiteX1403" fmla="*/ 843915 w 4940931"/>
                <a:gd name="connsiteY1403" fmla="*/ 38099 h 138429"/>
                <a:gd name="connsiteX1404" fmla="*/ 848995 w 4940931"/>
                <a:gd name="connsiteY1404" fmla="*/ 49529 h 138429"/>
                <a:gd name="connsiteX1405" fmla="*/ 850900 w 4940931"/>
                <a:gd name="connsiteY1405" fmla="*/ 64134 h 138429"/>
                <a:gd name="connsiteX1406" fmla="*/ 850900 w 4940931"/>
                <a:gd name="connsiteY1406" fmla="*/ 108584 h 138429"/>
                <a:gd name="connsiteX1407" fmla="*/ 835660 w 4940931"/>
                <a:gd name="connsiteY1407" fmla="*/ 108584 h 138429"/>
                <a:gd name="connsiteX1408" fmla="*/ 835025 w 4940931"/>
                <a:gd name="connsiteY1408" fmla="*/ 108584 h 138429"/>
                <a:gd name="connsiteX1409" fmla="*/ 835025 w 4940931"/>
                <a:gd name="connsiteY1409" fmla="*/ 64769 h 138429"/>
                <a:gd name="connsiteX1410" fmla="*/ 831215 w 4940931"/>
                <a:gd name="connsiteY1410" fmla="*/ 48894 h 138429"/>
                <a:gd name="connsiteX1411" fmla="*/ 819150 w 4940931"/>
                <a:gd name="connsiteY1411" fmla="*/ 43814 h 138429"/>
                <a:gd name="connsiteX1412" fmla="*/ 812800 w 4940931"/>
                <a:gd name="connsiteY1412" fmla="*/ 45084 h 138429"/>
                <a:gd name="connsiteX1413" fmla="*/ 807720 w 4940931"/>
                <a:gd name="connsiteY1413" fmla="*/ 48894 h 138429"/>
                <a:gd name="connsiteX1414" fmla="*/ 804545 w 4940931"/>
                <a:gd name="connsiteY1414" fmla="*/ 55244 h 138429"/>
                <a:gd name="connsiteX1415" fmla="*/ 803275 w 4940931"/>
                <a:gd name="connsiteY1415" fmla="*/ 63499 h 138429"/>
                <a:gd name="connsiteX1416" fmla="*/ 803275 w 4940931"/>
                <a:gd name="connsiteY1416" fmla="*/ 109219 h 138429"/>
                <a:gd name="connsiteX1417" fmla="*/ 788035 w 4940931"/>
                <a:gd name="connsiteY1417" fmla="*/ 109219 h 138429"/>
                <a:gd name="connsiteX1418" fmla="*/ 788035 w 4940931"/>
                <a:gd name="connsiteY1418" fmla="*/ 8889 h 138429"/>
                <a:gd name="connsiteX1419" fmla="*/ 104774 w 4940931"/>
                <a:gd name="connsiteY1419" fmla="*/ 634 h 138429"/>
                <a:gd name="connsiteX1420" fmla="*/ 104774 w 4940931"/>
                <a:gd name="connsiteY1420" fmla="*/ 38099 h 138429"/>
                <a:gd name="connsiteX1421" fmla="*/ 108584 w 4940931"/>
                <a:gd name="connsiteY1421" fmla="*/ 34289 h 138429"/>
                <a:gd name="connsiteX1422" fmla="*/ 113029 w 4940931"/>
                <a:gd name="connsiteY1422" fmla="*/ 31114 h 138429"/>
                <a:gd name="connsiteX1423" fmla="*/ 118744 w 4940931"/>
                <a:gd name="connsiteY1423" fmla="*/ 29209 h 138429"/>
                <a:gd name="connsiteX1424" fmla="*/ 124459 w 4940931"/>
                <a:gd name="connsiteY1424" fmla="*/ 29209 h 138429"/>
                <a:gd name="connsiteX1425" fmla="*/ 136524 w 4940931"/>
                <a:gd name="connsiteY1425" fmla="*/ 31749 h 138429"/>
                <a:gd name="connsiteX1426" fmla="*/ 145414 w 4940931"/>
                <a:gd name="connsiteY1426" fmla="*/ 38099 h 138429"/>
                <a:gd name="connsiteX1427" fmla="*/ 150494 w 4940931"/>
                <a:gd name="connsiteY1427" fmla="*/ 49529 h 138429"/>
                <a:gd name="connsiteX1428" fmla="*/ 152399 w 4940931"/>
                <a:gd name="connsiteY1428" fmla="*/ 64134 h 138429"/>
                <a:gd name="connsiteX1429" fmla="*/ 152399 w 4940931"/>
                <a:gd name="connsiteY1429" fmla="*/ 108584 h 138429"/>
                <a:gd name="connsiteX1430" fmla="*/ 137159 w 4940931"/>
                <a:gd name="connsiteY1430" fmla="*/ 108584 h 138429"/>
                <a:gd name="connsiteX1431" fmla="*/ 136524 w 4940931"/>
                <a:gd name="connsiteY1431" fmla="*/ 108584 h 138429"/>
                <a:gd name="connsiteX1432" fmla="*/ 136524 w 4940931"/>
                <a:gd name="connsiteY1432" fmla="*/ 64769 h 138429"/>
                <a:gd name="connsiteX1433" fmla="*/ 132714 w 4940931"/>
                <a:gd name="connsiteY1433" fmla="*/ 48894 h 138429"/>
                <a:gd name="connsiteX1434" fmla="*/ 120649 w 4940931"/>
                <a:gd name="connsiteY1434" fmla="*/ 43814 h 138429"/>
                <a:gd name="connsiteX1435" fmla="*/ 114299 w 4940931"/>
                <a:gd name="connsiteY1435" fmla="*/ 45084 h 138429"/>
                <a:gd name="connsiteX1436" fmla="*/ 109219 w 4940931"/>
                <a:gd name="connsiteY1436" fmla="*/ 48894 h 138429"/>
                <a:gd name="connsiteX1437" fmla="*/ 106044 w 4940931"/>
                <a:gd name="connsiteY1437" fmla="*/ 55244 h 138429"/>
                <a:gd name="connsiteX1438" fmla="*/ 104774 w 4940931"/>
                <a:gd name="connsiteY1438" fmla="*/ 63499 h 138429"/>
                <a:gd name="connsiteX1439" fmla="*/ 104774 w 4940931"/>
                <a:gd name="connsiteY1439" fmla="*/ 109219 h 138429"/>
                <a:gd name="connsiteX1440" fmla="*/ 89534 w 4940931"/>
                <a:gd name="connsiteY1440" fmla="*/ 109219 h 138429"/>
                <a:gd name="connsiteX1441" fmla="*/ 89534 w 4940931"/>
                <a:gd name="connsiteY1441" fmla="*/ 8889 h 138429"/>
                <a:gd name="connsiteX1442" fmla="*/ 3894450 w 4940931"/>
                <a:gd name="connsiteY1442" fmla="*/ 0 h 138429"/>
                <a:gd name="connsiteX1443" fmla="*/ 3894450 w 4940931"/>
                <a:gd name="connsiteY1443" fmla="*/ 30480 h 138429"/>
                <a:gd name="connsiteX1444" fmla="*/ 3913500 w 4940931"/>
                <a:gd name="connsiteY1444" fmla="*/ 30480 h 138429"/>
                <a:gd name="connsiteX1445" fmla="*/ 3913500 w 4940931"/>
                <a:gd name="connsiteY1445" fmla="*/ 44450 h 138429"/>
                <a:gd name="connsiteX1446" fmla="*/ 3894450 w 4940931"/>
                <a:gd name="connsiteY1446" fmla="*/ 44450 h 138429"/>
                <a:gd name="connsiteX1447" fmla="*/ 3894450 w 4940931"/>
                <a:gd name="connsiteY1447" fmla="*/ 86995 h 138429"/>
                <a:gd name="connsiteX1448" fmla="*/ 3894450 w 4940931"/>
                <a:gd name="connsiteY1448" fmla="*/ 91440 h 138429"/>
                <a:gd name="connsiteX1449" fmla="*/ 3895720 w 4940931"/>
                <a:gd name="connsiteY1449" fmla="*/ 94615 h 138429"/>
                <a:gd name="connsiteX1450" fmla="*/ 3898260 w 4940931"/>
                <a:gd name="connsiteY1450" fmla="*/ 95885 h 138429"/>
                <a:gd name="connsiteX1451" fmla="*/ 3902070 w 4940931"/>
                <a:gd name="connsiteY1451" fmla="*/ 95885 h 138429"/>
                <a:gd name="connsiteX1452" fmla="*/ 3908420 w 4940931"/>
                <a:gd name="connsiteY1452" fmla="*/ 95250 h 138429"/>
                <a:gd name="connsiteX1453" fmla="*/ 3913500 w 4940931"/>
                <a:gd name="connsiteY1453" fmla="*/ 93345 h 138429"/>
                <a:gd name="connsiteX1454" fmla="*/ 3911595 w 4940931"/>
                <a:gd name="connsiteY1454" fmla="*/ 106680 h 138429"/>
                <a:gd name="connsiteX1455" fmla="*/ 3905245 w 4940931"/>
                <a:gd name="connsiteY1455" fmla="*/ 109220 h 138429"/>
                <a:gd name="connsiteX1456" fmla="*/ 3896990 w 4940931"/>
                <a:gd name="connsiteY1456" fmla="*/ 110490 h 138429"/>
                <a:gd name="connsiteX1457" fmla="*/ 3890005 w 4940931"/>
                <a:gd name="connsiteY1457" fmla="*/ 109220 h 138429"/>
                <a:gd name="connsiteX1458" fmla="*/ 3884290 w 4940931"/>
                <a:gd name="connsiteY1458" fmla="*/ 105410 h 138429"/>
                <a:gd name="connsiteX1459" fmla="*/ 3880480 w 4940931"/>
                <a:gd name="connsiteY1459" fmla="*/ 99060 h 138429"/>
                <a:gd name="connsiteX1460" fmla="*/ 3879210 w 4940931"/>
                <a:gd name="connsiteY1460" fmla="*/ 89535 h 138429"/>
                <a:gd name="connsiteX1461" fmla="*/ 3879210 w 4940931"/>
                <a:gd name="connsiteY1461" fmla="*/ 44450 h 138429"/>
                <a:gd name="connsiteX1462" fmla="*/ 3868415 w 4940931"/>
                <a:gd name="connsiteY1462" fmla="*/ 44450 h 138429"/>
                <a:gd name="connsiteX1463" fmla="*/ 3868415 w 4940931"/>
                <a:gd name="connsiteY1463" fmla="*/ 30480 h 138429"/>
                <a:gd name="connsiteX1464" fmla="*/ 3879210 w 4940931"/>
                <a:gd name="connsiteY1464" fmla="*/ 30480 h 138429"/>
                <a:gd name="connsiteX1465" fmla="*/ 3879210 w 4940931"/>
                <a:gd name="connsiteY1465" fmla="*/ 8255 h 138429"/>
                <a:gd name="connsiteX1466" fmla="*/ 3664581 w 4940931"/>
                <a:gd name="connsiteY1466" fmla="*/ 0 h 138429"/>
                <a:gd name="connsiteX1467" fmla="*/ 3664581 w 4940931"/>
                <a:gd name="connsiteY1467" fmla="*/ 30480 h 138429"/>
                <a:gd name="connsiteX1468" fmla="*/ 3683631 w 4940931"/>
                <a:gd name="connsiteY1468" fmla="*/ 30480 h 138429"/>
                <a:gd name="connsiteX1469" fmla="*/ 3683631 w 4940931"/>
                <a:gd name="connsiteY1469" fmla="*/ 44450 h 138429"/>
                <a:gd name="connsiteX1470" fmla="*/ 3664581 w 4940931"/>
                <a:gd name="connsiteY1470" fmla="*/ 44450 h 138429"/>
                <a:gd name="connsiteX1471" fmla="*/ 3664581 w 4940931"/>
                <a:gd name="connsiteY1471" fmla="*/ 86995 h 138429"/>
                <a:gd name="connsiteX1472" fmla="*/ 3664581 w 4940931"/>
                <a:gd name="connsiteY1472" fmla="*/ 91440 h 138429"/>
                <a:gd name="connsiteX1473" fmla="*/ 3665851 w 4940931"/>
                <a:gd name="connsiteY1473" fmla="*/ 94615 h 138429"/>
                <a:gd name="connsiteX1474" fmla="*/ 3668391 w 4940931"/>
                <a:gd name="connsiteY1474" fmla="*/ 95885 h 138429"/>
                <a:gd name="connsiteX1475" fmla="*/ 3672201 w 4940931"/>
                <a:gd name="connsiteY1475" fmla="*/ 95885 h 138429"/>
                <a:gd name="connsiteX1476" fmla="*/ 3678551 w 4940931"/>
                <a:gd name="connsiteY1476" fmla="*/ 95250 h 138429"/>
                <a:gd name="connsiteX1477" fmla="*/ 3683631 w 4940931"/>
                <a:gd name="connsiteY1477" fmla="*/ 93345 h 138429"/>
                <a:gd name="connsiteX1478" fmla="*/ 3681726 w 4940931"/>
                <a:gd name="connsiteY1478" fmla="*/ 106680 h 138429"/>
                <a:gd name="connsiteX1479" fmla="*/ 3675376 w 4940931"/>
                <a:gd name="connsiteY1479" fmla="*/ 109220 h 138429"/>
                <a:gd name="connsiteX1480" fmla="*/ 3667121 w 4940931"/>
                <a:gd name="connsiteY1480" fmla="*/ 110490 h 138429"/>
                <a:gd name="connsiteX1481" fmla="*/ 3660136 w 4940931"/>
                <a:gd name="connsiteY1481" fmla="*/ 109220 h 138429"/>
                <a:gd name="connsiteX1482" fmla="*/ 3654421 w 4940931"/>
                <a:gd name="connsiteY1482" fmla="*/ 105410 h 138429"/>
                <a:gd name="connsiteX1483" fmla="*/ 3650611 w 4940931"/>
                <a:gd name="connsiteY1483" fmla="*/ 99060 h 138429"/>
                <a:gd name="connsiteX1484" fmla="*/ 3649341 w 4940931"/>
                <a:gd name="connsiteY1484" fmla="*/ 89535 h 138429"/>
                <a:gd name="connsiteX1485" fmla="*/ 3649341 w 4940931"/>
                <a:gd name="connsiteY1485" fmla="*/ 44450 h 138429"/>
                <a:gd name="connsiteX1486" fmla="*/ 3638546 w 4940931"/>
                <a:gd name="connsiteY1486" fmla="*/ 44450 h 138429"/>
                <a:gd name="connsiteX1487" fmla="*/ 3638546 w 4940931"/>
                <a:gd name="connsiteY1487" fmla="*/ 30480 h 138429"/>
                <a:gd name="connsiteX1488" fmla="*/ 3649341 w 4940931"/>
                <a:gd name="connsiteY1488" fmla="*/ 30480 h 138429"/>
                <a:gd name="connsiteX1489" fmla="*/ 3649341 w 4940931"/>
                <a:gd name="connsiteY1489" fmla="*/ 8255 h 138429"/>
                <a:gd name="connsiteX1490" fmla="*/ 3610605 w 4940931"/>
                <a:gd name="connsiteY1490" fmla="*/ 0 h 138429"/>
                <a:gd name="connsiteX1491" fmla="*/ 3610605 w 4940931"/>
                <a:gd name="connsiteY1491" fmla="*/ 30480 h 138429"/>
                <a:gd name="connsiteX1492" fmla="*/ 3629655 w 4940931"/>
                <a:gd name="connsiteY1492" fmla="*/ 30480 h 138429"/>
                <a:gd name="connsiteX1493" fmla="*/ 3629655 w 4940931"/>
                <a:gd name="connsiteY1493" fmla="*/ 44450 h 138429"/>
                <a:gd name="connsiteX1494" fmla="*/ 3610605 w 4940931"/>
                <a:gd name="connsiteY1494" fmla="*/ 44450 h 138429"/>
                <a:gd name="connsiteX1495" fmla="*/ 3610605 w 4940931"/>
                <a:gd name="connsiteY1495" fmla="*/ 86995 h 138429"/>
                <a:gd name="connsiteX1496" fmla="*/ 3610605 w 4940931"/>
                <a:gd name="connsiteY1496" fmla="*/ 91440 h 138429"/>
                <a:gd name="connsiteX1497" fmla="*/ 3611875 w 4940931"/>
                <a:gd name="connsiteY1497" fmla="*/ 94615 h 138429"/>
                <a:gd name="connsiteX1498" fmla="*/ 3614415 w 4940931"/>
                <a:gd name="connsiteY1498" fmla="*/ 95885 h 138429"/>
                <a:gd name="connsiteX1499" fmla="*/ 3618225 w 4940931"/>
                <a:gd name="connsiteY1499" fmla="*/ 95885 h 138429"/>
                <a:gd name="connsiteX1500" fmla="*/ 3624575 w 4940931"/>
                <a:gd name="connsiteY1500" fmla="*/ 95250 h 138429"/>
                <a:gd name="connsiteX1501" fmla="*/ 3629655 w 4940931"/>
                <a:gd name="connsiteY1501" fmla="*/ 93345 h 138429"/>
                <a:gd name="connsiteX1502" fmla="*/ 3627750 w 4940931"/>
                <a:gd name="connsiteY1502" fmla="*/ 106680 h 138429"/>
                <a:gd name="connsiteX1503" fmla="*/ 3621400 w 4940931"/>
                <a:gd name="connsiteY1503" fmla="*/ 109220 h 138429"/>
                <a:gd name="connsiteX1504" fmla="*/ 3613145 w 4940931"/>
                <a:gd name="connsiteY1504" fmla="*/ 110490 h 138429"/>
                <a:gd name="connsiteX1505" fmla="*/ 3606160 w 4940931"/>
                <a:gd name="connsiteY1505" fmla="*/ 109220 h 138429"/>
                <a:gd name="connsiteX1506" fmla="*/ 3600445 w 4940931"/>
                <a:gd name="connsiteY1506" fmla="*/ 105410 h 138429"/>
                <a:gd name="connsiteX1507" fmla="*/ 3596635 w 4940931"/>
                <a:gd name="connsiteY1507" fmla="*/ 99060 h 138429"/>
                <a:gd name="connsiteX1508" fmla="*/ 3595365 w 4940931"/>
                <a:gd name="connsiteY1508" fmla="*/ 89535 h 138429"/>
                <a:gd name="connsiteX1509" fmla="*/ 3595365 w 4940931"/>
                <a:gd name="connsiteY1509" fmla="*/ 44450 h 138429"/>
                <a:gd name="connsiteX1510" fmla="*/ 3584570 w 4940931"/>
                <a:gd name="connsiteY1510" fmla="*/ 44450 h 138429"/>
                <a:gd name="connsiteX1511" fmla="*/ 3584570 w 4940931"/>
                <a:gd name="connsiteY1511" fmla="*/ 30480 h 138429"/>
                <a:gd name="connsiteX1512" fmla="*/ 3595365 w 4940931"/>
                <a:gd name="connsiteY1512" fmla="*/ 30480 h 138429"/>
                <a:gd name="connsiteX1513" fmla="*/ 3595365 w 4940931"/>
                <a:gd name="connsiteY1513" fmla="*/ 8255 h 138429"/>
                <a:gd name="connsiteX1514" fmla="*/ 3445505 w 4940931"/>
                <a:gd name="connsiteY1514" fmla="*/ 0 h 138429"/>
                <a:gd name="connsiteX1515" fmla="*/ 3445505 w 4940931"/>
                <a:gd name="connsiteY1515" fmla="*/ 37465 h 138429"/>
                <a:gd name="connsiteX1516" fmla="*/ 3449950 w 4940931"/>
                <a:gd name="connsiteY1516" fmla="*/ 33655 h 138429"/>
                <a:gd name="connsiteX1517" fmla="*/ 3453760 w 4940931"/>
                <a:gd name="connsiteY1517" fmla="*/ 31115 h 138429"/>
                <a:gd name="connsiteX1518" fmla="*/ 3458840 w 4940931"/>
                <a:gd name="connsiteY1518" fmla="*/ 29210 h 138429"/>
                <a:gd name="connsiteX1519" fmla="*/ 3465825 w 4940931"/>
                <a:gd name="connsiteY1519" fmla="*/ 28575 h 138429"/>
                <a:gd name="connsiteX1520" fmla="*/ 3477890 w 4940931"/>
                <a:gd name="connsiteY1520" fmla="*/ 31115 h 138429"/>
                <a:gd name="connsiteX1521" fmla="*/ 3487415 w 4940931"/>
                <a:gd name="connsiteY1521" fmla="*/ 38735 h 138429"/>
                <a:gd name="connsiteX1522" fmla="*/ 3493765 w 4940931"/>
                <a:gd name="connsiteY1522" fmla="*/ 51435 h 138429"/>
                <a:gd name="connsiteX1523" fmla="*/ 3496305 w 4940931"/>
                <a:gd name="connsiteY1523" fmla="*/ 70485 h 138429"/>
                <a:gd name="connsiteX1524" fmla="*/ 3495670 w 4940931"/>
                <a:gd name="connsiteY1524" fmla="*/ 71120 h 138429"/>
                <a:gd name="connsiteX1525" fmla="*/ 3493130 w 4940931"/>
                <a:gd name="connsiteY1525" fmla="*/ 88265 h 138429"/>
                <a:gd name="connsiteX1526" fmla="*/ 3486145 w 4940931"/>
                <a:gd name="connsiteY1526" fmla="*/ 100330 h 138429"/>
                <a:gd name="connsiteX1527" fmla="*/ 3476620 w 4940931"/>
                <a:gd name="connsiteY1527" fmla="*/ 107315 h 138429"/>
                <a:gd name="connsiteX1528" fmla="*/ 3465190 w 4940931"/>
                <a:gd name="connsiteY1528" fmla="*/ 109855 h 138429"/>
                <a:gd name="connsiteX1529" fmla="*/ 3454395 w 4940931"/>
                <a:gd name="connsiteY1529" fmla="*/ 107315 h 138429"/>
                <a:gd name="connsiteX1530" fmla="*/ 3445505 w 4940931"/>
                <a:gd name="connsiteY1530" fmla="*/ 100965 h 138429"/>
                <a:gd name="connsiteX1531" fmla="*/ 3445505 w 4940931"/>
                <a:gd name="connsiteY1531" fmla="*/ 107950 h 138429"/>
                <a:gd name="connsiteX1532" fmla="*/ 3430265 w 4940931"/>
                <a:gd name="connsiteY1532" fmla="*/ 107950 h 138429"/>
                <a:gd name="connsiteX1533" fmla="*/ 3430265 w 4940931"/>
                <a:gd name="connsiteY1533" fmla="*/ 7620 h 138429"/>
                <a:gd name="connsiteX1534" fmla="*/ 2380611 w 4940931"/>
                <a:gd name="connsiteY1534" fmla="*/ 0 h 138429"/>
                <a:gd name="connsiteX1535" fmla="*/ 2380611 w 4940931"/>
                <a:gd name="connsiteY1535" fmla="*/ 30480 h 138429"/>
                <a:gd name="connsiteX1536" fmla="*/ 2399661 w 4940931"/>
                <a:gd name="connsiteY1536" fmla="*/ 30480 h 138429"/>
                <a:gd name="connsiteX1537" fmla="*/ 2399661 w 4940931"/>
                <a:gd name="connsiteY1537" fmla="*/ 44450 h 138429"/>
                <a:gd name="connsiteX1538" fmla="*/ 2380611 w 4940931"/>
                <a:gd name="connsiteY1538" fmla="*/ 44450 h 138429"/>
                <a:gd name="connsiteX1539" fmla="*/ 2380611 w 4940931"/>
                <a:gd name="connsiteY1539" fmla="*/ 86995 h 138429"/>
                <a:gd name="connsiteX1540" fmla="*/ 2380611 w 4940931"/>
                <a:gd name="connsiteY1540" fmla="*/ 91440 h 138429"/>
                <a:gd name="connsiteX1541" fmla="*/ 2381881 w 4940931"/>
                <a:gd name="connsiteY1541" fmla="*/ 94615 h 138429"/>
                <a:gd name="connsiteX1542" fmla="*/ 2384421 w 4940931"/>
                <a:gd name="connsiteY1542" fmla="*/ 95885 h 138429"/>
                <a:gd name="connsiteX1543" fmla="*/ 2388231 w 4940931"/>
                <a:gd name="connsiteY1543" fmla="*/ 95885 h 138429"/>
                <a:gd name="connsiteX1544" fmla="*/ 2394581 w 4940931"/>
                <a:gd name="connsiteY1544" fmla="*/ 95250 h 138429"/>
                <a:gd name="connsiteX1545" fmla="*/ 2399661 w 4940931"/>
                <a:gd name="connsiteY1545" fmla="*/ 93345 h 138429"/>
                <a:gd name="connsiteX1546" fmla="*/ 2397756 w 4940931"/>
                <a:gd name="connsiteY1546" fmla="*/ 106680 h 138429"/>
                <a:gd name="connsiteX1547" fmla="*/ 2391406 w 4940931"/>
                <a:gd name="connsiteY1547" fmla="*/ 109220 h 138429"/>
                <a:gd name="connsiteX1548" fmla="*/ 2383151 w 4940931"/>
                <a:gd name="connsiteY1548" fmla="*/ 110490 h 138429"/>
                <a:gd name="connsiteX1549" fmla="*/ 2376166 w 4940931"/>
                <a:gd name="connsiteY1549" fmla="*/ 109220 h 138429"/>
                <a:gd name="connsiteX1550" fmla="*/ 2370451 w 4940931"/>
                <a:gd name="connsiteY1550" fmla="*/ 105410 h 138429"/>
                <a:gd name="connsiteX1551" fmla="*/ 2366641 w 4940931"/>
                <a:gd name="connsiteY1551" fmla="*/ 99060 h 138429"/>
                <a:gd name="connsiteX1552" fmla="*/ 2365371 w 4940931"/>
                <a:gd name="connsiteY1552" fmla="*/ 89535 h 138429"/>
                <a:gd name="connsiteX1553" fmla="*/ 2365371 w 4940931"/>
                <a:gd name="connsiteY1553" fmla="*/ 44450 h 138429"/>
                <a:gd name="connsiteX1554" fmla="*/ 2354576 w 4940931"/>
                <a:gd name="connsiteY1554" fmla="*/ 44450 h 138429"/>
                <a:gd name="connsiteX1555" fmla="*/ 2354576 w 4940931"/>
                <a:gd name="connsiteY1555" fmla="*/ 30480 h 138429"/>
                <a:gd name="connsiteX1556" fmla="*/ 2365371 w 4940931"/>
                <a:gd name="connsiteY1556" fmla="*/ 30480 h 138429"/>
                <a:gd name="connsiteX1557" fmla="*/ 2365371 w 4940931"/>
                <a:gd name="connsiteY1557" fmla="*/ 8255 h 138429"/>
                <a:gd name="connsiteX1558" fmla="*/ 2150741 w 4940931"/>
                <a:gd name="connsiteY1558" fmla="*/ 0 h 138429"/>
                <a:gd name="connsiteX1559" fmla="*/ 2150741 w 4940931"/>
                <a:gd name="connsiteY1559" fmla="*/ 30480 h 138429"/>
                <a:gd name="connsiteX1560" fmla="*/ 2169791 w 4940931"/>
                <a:gd name="connsiteY1560" fmla="*/ 30480 h 138429"/>
                <a:gd name="connsiteX1561" fmla="*/ 2169791 w 4940931"/>
                <a:gd name="connsiteY1561" fmla="*/ 44450 h 138429"/>
                <a:gd name="connsiteX1562" fmla="*/ 2150741 w 4940931"/>
                <a:gd name="connsiteY1562" fmla="*/ 44450 h 138429"/>
                <a:gd name="connsiteX1563" fmla="*/ 2150741 w 4940931"/>
                <a:gd name="connsiteY1563" fmla="*/ 86995 h 138429"/>
                <a:gd name="connsiteX1564" fmla="*/ 2150741 w 4940931"/>
                <a:gd name="connsiteY1564" fmla="*/ 91440 h 138429"/>
                <a:gd name="connsiteX1565" fmla="*/ 2152011 w 4940931"/>
                <a:gd name="connsiteY1565" fmla="*/ 94615 h 138429"/>
                <a:gd name="connsiteX1566" fmla="*/ 2154551 w 4940931"/>
                <a:gd name="connsiteY1566" fmla="*/ 95885 h 138429"/>
                <a:gd name="connsiteX1567" fmla="*/ 2158361 w 4940931"/>
                <a:gd name="connsiteY1567" fmla="*/ 95885 h 138429"/>
                <a:gd name="connsiteX1568" fmla="*/ 2164711 w 4940931"/>
                <a:gd name="connsiteY1568" fmla="*/ 95250 h 138429"/>
                <a:gd name="connsiteX1569" fmla="*/ 2169791 w 4940931"/>
                <a:gd name="connsiteY1569" fmla="*/ 93345 h 138429"/>
                <a:gd name="connsiteX1570" fmla="*/ 2167886 w 4940931"/>
                <a:gd name="connsiteY1570" fmla="*/ 106680 h 138429"/>
                <a:gd name="connsiteX1571" fmla="*/ 2161536 w 4940931"/>
                <a:gd name="connsiteY1571" fmla="*/ 109220 h 138429"/>
                <a:gd name="connsiteX1572" fmla="*/ 2153281 w 4940931"/>
                <a:gd name="connsiteY1572" fmla="*/ 110490 h 138429"/>
                <a:gd name="connsiteX1573" fmla="*/ 2146296 w 4940931"/>
                <a:gd name="connsiteY1573" fmla="*/ 109220 h 138429"/>
                <a:gd name="connsiteX1574" fmla="*/ 2140581 w 4940931"/>
                <a:gd name="connsiteY1574" fmla="*/ 105410 h 138429"/>
                <a:gd name="connsiteX1575" fmla="*/ 2136771 w 4940931"/>
                <a:gd name="connsiteY1575" fmla="*/ 99060 h 138429"/>
                <a:gd name="connsiteX1576" fmla="*/ 2135501 w 4940931"/>
                <a:gd name="connsiteY1576" fmla="*/ 89535 h 138429"/>
                <a:gd name="connsiteX1577" fmla="*/ 2135501 w 4940931"/>
                <a:gd name="connsiteY1577" fmla="*/ 44450 h 138429"/>
                <a:gd name="connsiteX1578" fmla="*/ 2124706 w 4940931"/>
                <a:gd name="connsiteY1578" fmla="*/ 44450 h 138429"/>
                <a:gd name="connsiteX1579" fmla="*/ 2124706 w 4940931"/>
                <a:gd name="connsiteY1579" fmla="*/ 30480 h 138429"/>
                <a:gd name="connsiteX1580" fmla="*/ 2135501 w 4940931"/>
                <a:gd name="connsiteY1580" fmla="*/ 30480 h 138429"/>
                <a:gd name="connsiteX1581" fmla="*/ 2135501 w 4940931"/>
                <a:gd name="connsiteY1581" fmla="*/ 8255 h 138429"/>
                <a:gd name="connsiteX1582" fmla="*/ 2096131 w 4940931"/>
                <a:gd name="connsiteY1582" fmla="*/ 0 h 138429"/>
                <a:gd name="connsiteX1583" fmla="*/ 2096131 w 4940931"/>
                <a:gd name="connsiteY1583" fmla="*/ 30480 h 138429"/>
                <a:gd name="connsiteX1584" fmla="*/ 2115181 w 4940931"/>
                <a:gd name="connsiteY1584" fmla="*/ 30480 h 138429"/>
                <a:gd name="connsiteX1585" fmla="*/ 2115181 w 4940931"/>
                <a:gd name="connsiteY1585" fmla="*/ 44450 h 138429"/>
                <a:gd name="connsiteX1586" fmla="*/ 2096131 w 4940931"/>
                <a:gd name="connsiteY1586" fmla="*/ 44450 h 138429"/>
                <a:gd name="connsiteX1587" fmla="*/ 2096131 w 4940931"/>
                <a:gd name="connsiteY1587" fmla="*/ 86995 h 138429"/>
                <a:gd name="connsiteX1588" fmla="*/ 2096131 w 4940931"/>
                <a:gd name="connsiteY1588" fmla="*/ 91440 h 138429"/>
                <a:gd name="connsiteX1589" fmla="*/ 2097401 w 4940931"/>
                <a:gd name="connsiteY1589" fmla="*/ 94615 h 138429"/>
                <a:gd name="connsiteX1590" fmla="*/ 2099941 w 4940931"/>
                <a:gd name="connsiteY1590" fmla="*/ 95885 h 138429"/>
                <a:gd name="connsiteX1591" fmla="*/ 2103751 w 4940931"/>
                <a:gd name="connsiteY1591" fmla="*/ 95885 h 138429"/>
                <a:gd name="connsiteX1592" fmla="*/ 2110101 w 4940931"/>
                <a:gd name="connsiteY1592" fmla="*/ 95250 h 138429"/>
                <a:gd name="connsiteX1593" fmla="*/ 2115181 w 4940931"/>
                <a:gd name="connsiteY1593" fmla="*/ 93345 h 138429"/>
                <a:gd name="connsiteX1594" fmla="*/ 2113276 w 4940931"/>
                <a:gd name="connsiteY1594" fmla="*/ 106680 h 138429"/>
                <a:gd name="connsiteX1595" fmla="*/ 2106926 w 4940931"/>
                <a:gd name="connsiteY1595" fmla="*/ 109220 h 138429"/>
                <a:gd name="connsiteX1596" fmla="*/ 2098671 w 4940931"/>
                <a:gd name="connsiteY1596" fmla="*/ 110490 h 138429"/>
                <a:gd name="connsiteX1597" fmla="*/ 2091686 w 4940931"/>
                <a:gd name="connsiteY1597" fmla="*/ 109220 h 138429"/>
                <a:gd name="connsiteX1598" fmla="*/ 2085971 w 4940931"/>
                <a:gd name="connsiteY1598" fmla="*/ 105410 h 138429"/>
                <a:gd name="connsiteX1599" fmla="*/ 2082161 w 4940931"/>
                <a:gd name="connsiteY1599" fmla="*/ 99060 h 138429"/>
                <a:gd name="connsiteX1600" fmla="*/ 2080891 w 4940931"/>
                <a:gd name="connsiteY1600" fmla="*/ 89535 h 138429"/>
                <a:gd name="connsiteX1601" fmla="*/ 2080891 w 4940931"/>
                <a:gd name="connsiteY1601" fmla="*/ 44450 h 138429"/>
                <a:gd name="connsiteX1602" fmla="*/ 2070096 w 4940931"/>
                <a:gd name="connsiteY1602" fmla="*/ 44450 h 138429"/>
                <a:gd name="connsiteX1603" fmla="*/ 2070096 w 4940931"/>
                <a:gd name="connsiteY1603" fmla="*/ 30480 h 138429"/>
                <a:gd name="connsiteX1604" fmla="*/ 2080891 w 4940931"/>
                <a:gd name="connsiteY1604" fmla="*/ 30480 h 138429"/>
                <a:gd name="connsiteX1605" fmla="*/ 2080891 w 4940931"/>
                <a:gd name="connsiteY1605" fmla="*/ 8255 h 138429"/>
                <a:gd name="connsiteX1606" fmla="*/ 1931665 w 4940931"/>
                <a:gd name="connsiteY1606" fmla="*/ 0 h 138429"/>
                <a:gd name="connsiteX1607" fmla="*/ 1931665 w 4940931"/>
                <a:gd name="connsiteY1607" fmla="*/ 37465 h 138429"/>
                <a:gd name="connsiteX1608" fmla="*/ 1936110 w 4940931"/>
                <a:gd name="connsiteY1608" fmla="*/ 33655 h 138429"/>
                <a:gd name="connsiteX1609" fmla="*/ 1939920 w 4940931"/>
                <a:gd name="connsiteY1609" fmla="*/ 31115 h 138429"/>
                <a:gd name="connsiteX1610" fmla="*/ 1945000 w 4940931"/>
                <a:gd name="connsiteY1610" fmla="*/ 29210 h 138429"/>
                <a:gd name="connsiteX1611" fmla="*/ 1951985 w 4940931"/>
                <a:gd name="connsiteY1611" fmla="*/ 28575 h 138429"/>
                <a:gd name="connsiteX1612" fmla="*/ 1964050 w 4940931"/>
                <a:gd name="connsiteY1612" fmla="*/ 31115 h 138429"/>
                <a:gd name="connsiteX1613" fmla="*/ 1973575 w 4940931"/>
                <a:gd name="connsiteY1613" fmla="*/ 38735 h 138429"/>
                <a:gd name="connsiteX1614" fmla="*/ 1979925 w 4940931"/>
                <a:gd name="connsiteY1614" fmla="*/ 51435 h 138429"/>
                <a:gd name="connsiteX1615" fmla="*/ 1982465 w 4940931"/>
                <a:gd name="connsiteY1615" fmla="*/ 70485 h 138429"/>
                <a:gd name="connsiteX1616" fmla="*/ 1981830 w 4940931"/>
                <a:gd name="connsiteY1616" fmla="*/ 71120 h 138429"/>
                <a:gd name="connsiteX1617" fmla="*/ 1979290 w 4940931"/>
                <a:gd name="connsiteY1617" fmla="*/ 88265 h 138429"/>
                <a:gd name="connsiteX1618" fmla="*/ 1972305 w 4940931"/>
                <a:gd name="connsiteY1618" fmla="*/ 100330 h 138429"/>
                <a:gd name="connsiteX1619" fmla="*/ 1962780 w 4940931"/>
                <a:gd name="connsiteY1619" fmla="*/ 107315 h 138429"/>
                <a:gd name="connsiteX1620" fmla="*/ 1951350 w 4940931"/>
                <a:gd name="connsiteY1620" fmla="*/ 109855 h 138429"/>
                <a:gd name="connsiteX1621" fmla="*/ 1940555 w 4940931"/>
                <a:gd name="connsiteY1621" fmla="*/ 107315 h 138429"/>
                <a:gd name="connsiteX1622" fmla="*/ 1931665 w 4940931"/>
                <a:gd name="connsiteY1622" fmla="*/ 100965 h 138429"/>
                <a:gd name="connsiteX1623" fmla="*/ 1931665 w 4940931"/>
                <a:gd name="connsiteY1623" fmla="*/ 107950 h 138429"/>
                <a:gd name="connsiteX1624" fmla="*/ 1916425 w 4940931"/>
                <a:gd name="connsiteY1624" fmla="*/ 107950 h 138429"/>
                <a:gd name="connsiteX1625" fmla="*/ 1916425 w 4940931"/>
                <a:gd name="connsiteY1625" fmla="*/ 7620 h 138429"/>
                <a:gd name="connsiteX1626" fmla="*/ 1316991 w 4940931"/>
                <a:gd name="connsiteY1626" fmla="*/ 0 h 138429"/>
                <a:gd name="connsiteX1627" fmla="*/ 1316991 w 4940931"/>
                <a:gd name="connsiteY1627" fmla="*/ 30480 h 138429"/>
                <a:gd name="connsiteX1628" fmla="*/ 1336041 w 4940931"/>
                <a:gd name="connsiteY1628" fmla="*/ 30480 h 138429"/>
                <a:gd name="connsiteX1629" fmla="*/ 1336041 w 4940931"/>
                <a:gd name="connsiteY1629" fmla="*/ 44450 h 138429"/>
                <a:gd name="connsiteX1630" fmla="*/ 1316991 w 4940931"/>
                <a:gd name="connsiteY1630" fmla="*/ 44450 h 138429"/>
                <a:gd name="connsiteX1631" fmla="*/ 1316991 w 4940931"/>
                <a:gd name="connsiteY1631" fmla="*/ 86995 h 138429"/>
                <a:gd name="connsiteX1632" fmla="*/ 1316991 w 4940931"/>
                <a:gd name="connsiteY1632" fmla="*/ 91440 h 138429"/>
                <a:gd name="connsiteX1633" fmla="*/ 1318261 w 4940931"/>
                <a:gd name="connsiteY1633" fmla="*/ 94615 h 138429"/>
                <a:gd name="connsiteX1634" fmla="*/ 1320801 w 4940931"/>
                <a:gd name="connsiteY1634" fmla="*/ 95885 h 138429"/>
                <a:gd name="connsiteX1635" fmla="*/ 1324611 w 4940931"/>
                <a:gd name="connsiteY1635" fmla="*/ 95885 h 138429"/>
                <a:gd name="connsiteX1636" fmla="*/ 1330961 w 4940931"/>
                <a:gd name="connsiteY1636" fmla="*/ 95250 h 138429"/>
                <a:gd name="connsiteX1637" fmla="*/ 1336041 w 4940931"/>
                <a:gd name="connsiteY1637" fmla="*/ 93345 h 138429"/>
                <a:gd name="connsiteX1638" fmla="*/ 1334136 w 4940931"/>
                <a:gd name="connsiteY1638" fmla="*/ 106680 h 138429"/>
                <a:gd name="connsiteX1639" fmla="*/ 1327786 w 4940931"/>
                <a:gd name="connsiteY1639" fmla="*/ 109220 h 138429"/>
                <a:gd name="connsiteX1640" fmla="*/ 1319531 w 4940931"/>
                <a:gd name="connsiteY1640" fmla="*/ 110490 h 138429"/>
                <a:gd name="connsiteX1641" fmla="*/ 1312546 w 4940931"/>
                <a:gd name="connsiteY1641" fmla="*/ 109220 h 138429"/>
                <a:gd name="connsiteX1642" fmla="*/ 1306831 w 4940931"/>
                <a:gd name="connsiteY1642" fmla="*/ 105410 h 138429"/>
                <a:gd name="connsiteX1643" fmla="*/ 1303021 w 4940931"/>
                <a:gd name="connsiteY1643" fmla="*/ 99060 h 138429"/>
                <a:gd name="connsiteX1644" fmla="*/ 1301751 w 4940931"/>
                <a:gd name="connsiteY1644" fmla="*/ 89535 h 138429"/>
                <a:gd name="connsiteX1645" fmla="*/ 1301751 w 4940931"/>
                <a:gd name="connsiteY1645" fmla="*/ 44450 h 138429"/>
                <a:gd name="connsiteX1646" fmla="*/ 1290956 w 4940931"/>
                <a:gd name="connsiteY1646" fmla="*/ 44450 h 138429"/>
                <a:gd name="connsiteX1647" fmla="*/ 1290956 w 4940931"/>
                <a:gd name="connsiteY1647" fmla="*/ 30480 h 138429"/>
                <a:gd name="connsiteX1648" fmla="*/ 1301751 w 4940931"/>
                <a:gd name="connsiteY1648" fmla="*/ 30480 h 138429"/>
                <a:gd name="connsiteX1649" fmla="*/ 1301751 w 4940931"/>
                <a:gd name="connsiteY1649" fmla="*/ 8255 h 138429"/>
                <a:gd name="connsiteX1650" fmla="*/ 751206 w 4940931"/>
                <a:gd name="connsiteY1650" fmla="*/ 0 h 138429"/>
                <a:gd name="connsiteX1651" fmla="*/ 751206 w 4940931"/>
                <a:gd name="connsiteY1651" fmla="*/ 30480 h 138429"/>
                <a:gd name="connsiteX1652" fmla="*/ 770256 w 4940931"/>
                <a:gd name="connsiteY1652" fmla="*/ 30480 h 138429"/>
                <a:gd name="connsiteX1653" fmla="*/ 770256 w 4940931"/>
                <a:gd name="connsiteY1653" fmla="*/ 44450 h 138429"/>
                <a:gd name="connsiteX1654" fmla="*/ 751206 w 4940931"/>
                <a:gd name="connsiteY1654" fmla="*/ 44450 h 138429"/>
                <a:gd name="connsiteX1655" fmla="*/ 751206 w 4940931"/>
                <a:gd name="connsiteY1655" fmla="*/ 86995 h 138429"/>
                <a:gd name="connsiteX1656" fmla="*/ 751206 w 4940931"/>
                <a:gd name="connsiteY1656" fmla="*/ 91440 h 138429"/>
                <a:gd name="connsiteX1657" fmla="*/ 752476 w 4940931"/>
                <a:gd name="connsiteY1657" fmla="*/ 94615 h 138429"/>
                <a:gd name="connsiteX1658" fmla="*/ 755016 w 4940931"/>
                <a:gd name="connsiteY1658" fmla="*/ 95885 h 138429"/>
                <a:gd name="connsiteX1659" fmla="*/ 758826 w 4940931"/>
                <a:gd name="connsiteY1659" fmla="*/ 95885 h 138429"/>
                <a:gd name="connsiteX1660" fmla="*/ 765176 w 4940931"/>
                <a:gd name="connsiteY1660" fmla="*/ 95250 h 138429"/>
                <a:gd name="connsiteX1661" fmla="*/ 770256 w 4940931"/>
                <a:gd name="connsiteY1661" fmla="*/ 93345 h 138429"/>
                <a:gd name="connsiteX1662" fmla="*/ 768351 w 4940931"/>
                <a:gd name="connsiteY1662" fmla="*/ 106680 h 138429"/>
                <a:gd name="connsiteX1663" fmla="*/ 762001 w 4940931"/>
                <a:gd name="connsiteY1663" fmla="*/ 109220 h 138429"/>
                <a:gd name="connsiteX1664" fmla="*/ 753746 w 4940931"/>
                <a:gd name="connsiteY1664" fmla="*/ 110490 h 138429"/>
                <a:gd name="connsiteX1665" fmla="*/ 746761 w 4940931"/>
                <a:gd name="connsiteY1665" fmla="*/ 109220 h 138429"/>
                <a:gd name="connsiteX1666" fmla="*/ 741045 w 4940931"/>
                <a:gd name="connsiteY1666" fmla="*/ 105410 h 138429"/>
                <a:gd name="connsiteX1667" fmla="*/ 737236 w 4940931"/>
                <a:gd name="connsiteY1667" fmla="*/ 99060 h 138429"/>
                <a:gd name="connsiteX1668" fmla="*/ 735966 w 4940931"/>
                <a:gd name="connsiteY1668" fmla="*/ 89535 h 138429"/>
                <a:gd name="connsiteX1669" fmla="*/ 735966 w 4940931"/>
                <a:gd name="connsiteY1669" fmla="*/ 44450 h 138429"/>
                <a:gd name="connsiteX1670" fmla="*/ 725171 w 4940931"/>
                <a:gd name="connsiteY1670" fmla="*/ 44450 h 138429"/>
                <a:gd name="connsiteX1671" fmla="*/ 725171 w 4940931"/>
                <a:gd name="connsiteY1671" fmla="*/ 30480 h 138429"/>
                <a:gd name="connsiteX1672" fmla="*/ 735966 w 4940931"/>
                <a:gd name="connsiteY1672" fmla="*/ 30480 h 138429"/>
                <a:gd name="connsiteX1673" fmla="*/ 735966 w 4940931"/>
                <a:gd name="connsiteY1673" fmla="*/ 8255 h 138429"/>
                <a:gd name="connsiteX1674" fmla="*/ 521335 w 4940931"/>
                <a:gd name="connsiteY1674" fmla="*/ 0 h 138429"/>
                <a:gd name="connsiteX1675" fmla="*/ 521335 w 4940931"/>
                <a:gd name="connsiteY1675" fmla="*/ 30480 h 138429"/>
                <a:gd name="connsiteX1676" fmla="*/ 540385 w 4940931"/>
                <a:gd name="connsiteY1676" fmla="*/ 30480 h 138429"/>
                <a:gd name="connsiteX1677" fmla="*/ 540385 w 4940931"/>
                <a:gd name="connsiteY1677" fmla="*/ 44450 h 138429"/>
                <a:gd name="connsiteX1678" fmla="*/ 521335 w 4940931"/>
                <a:gd name="connsiteY1678" fmla="*/ 44450 h 138429"/>
                <a:gd name="connsiteX1679" fmla="*/ 521335 w 4940931"/>
                <a:gd name="connsiteY1679" fmla="*/ 86995 h 138429"/>
                <a:gd name="connsiteX1680" fmla="*/ 521335 w 4940931"/>
                <a:gd name="connsiteY1680" fmla="*/ 91440 h 138429"/>
                <a:gd name="connsiteX1681" fmla="*/ 522605 w 4940931"/>
                <a:gd name="connsiteY1681" fmla="*/ 94615 h 138429"/>
                <a:gd name="connsiteX1682" fmla="*/ 525145 w 4940931"/>
                <a:gd name="connsiteY1682" fmla="*/ 95885 h 138429"/>
                <a:gd name="connsiteX1683" fmla="*/ 528955 w 4940931"/>
                <a:gd name="connsiteY1683" fmla="*/ 95885 h 138429"/>
                <a:gd name="connsiteX1684" fmla="*/ 535305 w 4940931"/>
                <a:gd name="connsiteY1684" fmla="*/ 95250 h 138429"/>
                <a:gd name="connsiteX1685" fmla="*/ 540385 w 4940931"/>
                <a:gd name="connsiteY1685" fmla="*/ 93345 h 138429"/>
                <a:gd name="connsiteX1686" fmla="*/ 538480 w 4940931"/>
                <a:gd name="connsiteY1686" fmla="*/ 106680 h 138429"/>
                <a:gd name="connsiteX1687" fmla="*/ 532130 w 4940931"/>
                <a:gd name="connsiteY1687" fmla="*/ 109220 h 138429"/>
                <a:gd name="connsiteX1688" fmla="*/ 523875 w 4940931"/>
                <a:gd name="connsiteY1688" fmla="*/ 110490 h 138429"/>
                <a:gd name="connsiteX1689" fmla="*/ 516890 w 4940931"/>
                <a:gd name="connsiteY1689" fmla="*/ 109220 h 138429"/>
                <a:gd name="connsiteX1690" fmla="*/ 511175 w 4940931"/>
                <a:gd name="connsiteY1690" fmla="*/ 105410 h 138429"/>
                <a:gd name="connsiteX1691" fmla="*/ 507365 w 4940931"/>
                <a:gd name="connsiteY1691" fmla="*/ 99060 h 138429"/>
                <a:gd name="connsiteX1692" fmla="*/ 506095 w 4940931"/>
                <a:gd name="connsiteY1692" fmla="*/ 89535 h 138429"/>
                <a:gd name="connsiteX1693" fmla="*/ 506095 w 4940931"/>
                <a:gd name="connsiteY1693" fmla="*/ 44450 h 138429"/>
                <a:gd name="connsiteX1694" fmla="*/ 495300 w 4940931"/>
                <a:gd name="connsiteY1694" fmla="*/ 44450 h 138429"/>
                <a:gd name="connsiteX1695" fmla="*/ 495300 w 4940931"/>
                <a:gd name="connsiteY1695" fmla="*/ 30480 h 138429"/>
                <a:gd name="connsiteX1696" fmla="*/ 506095 w 4940931"/>
                <a:gd name="connsiteY1696" fmla="*/ 30480 h 138429"/>
                <a:gd name="connsiteX1697" fmla="*/ 506095 w 4940931"/>
                <a:gd name="connsiteY1697" fmla="*/ 8255 h 138429"/>
                <a:gd name="connsiteX1698" fmla="*/ 466724 w 4940931"/>
                <a:gd name="connsiteY1698" fmla="*/ 0 h 138429"/>
                <a:gd name="connsiteX1699" fmla="*/ 466724 w 4940931"/>
                <a:gd name="connsiteY1699" fmla="*/ 30480 h 138429"/>
                <a:gd name="connsiteX1700" fmla="*/ 485774 w 4940931"/>
                <a:gd name="connsiteY1700" fmla="*/ 30480 h 138429"/>
                <a:gd name="connsiteX1701" fmla="*/ 485774 w 4940931"/>
                <a:gd name="connsiteY1701" fmla="*/ 44450 h 138429"/>
                <a:gd name="connsiteX1702" fmla="*/ 466724 w 4940931"/>
                <a:gd name="connsiteY1702" fmla="*/ 44450 h 138429"/>
                <a:gd name="connsiteX1703" fmla="*/ 466724 w 4940931"/>
                <a:gd name="connsiteY1703" fmla="*/ 86995 h 138429"/>
                <a:gd name="connsiteX1704" fmla="*/ 466724 w 4940931"/>
                <a:gd name="connsiteY1704" fmla="*/ 91440 h 138429"/>
                <a:gd name="connsiteX1705" fmla="*/ 467994 w 4940931"/>
                <a:gd name="connsiteY1705" fmla="*/ 94615 h 138429"/>
                <a:gd name="connsiteX1706" fmla="*/ 470534 w 4940931"/>
                <a:gd name="connsiteY1706" fmla="*/ 95885 h 138429"/>
                <a:gd name="connsiteX1707" fmla="*/ 474344 w 4940931"/>
                <a:gd name="connsiteY1707" fmla="*/ 95885 h 138429"/>
                <a:gd name="connsiteX1708" fmla="*/ 480694 w 4940931"/>
                <a:gd name="connsiteY1708" fmla="*/ 95250 h 138429"/>
                <a:gd name="connsiteX1709" fmla="*/ 485774 w 4940931"/>
                <a:gd name="connsiteY1709" fmla="*/ 93345 h 138429"/>
                <a:gd name="connsiteX1710" fmla="*/ 483869 w 4940931"/>
                <a:gd name="connsiteY1710" fmla="*/ 106680 h 138429"/>
                <a:gd name="connsiteX1711" fmla="*/ 477519 w 4940931"/>
                <a:gd name="connsiteY1711" fmla="*/ 109220 h 138429"/>
                <a:gd name="connsiteX1712" fmla="*/ 469264 w 4940931"/>
                <a:gd name="connsiteY1712" fmla="*/ 110490 h 138429"/>
                <a:gd name="connsiteX1713" fmla="*/ 462279 w 4940931"/>
                <a:gd name="connsiteY1713" fmla="*/ 109220 h 138429"/>
                <a:gd name="connsiteX1714" fmla="*/ 456564 w 4940931"/>
                <a:gd name="connsiteY1714" fmla="*/ 105410 h 138429"/>
                <a:gd name="connsiteX1715" fmla="*/ 452754 w 4940931"/>
                <a:gd name="connsiteY1715" fmla="*/ 99060 h 138429"/>
                <a:gd name="connsiteX1716" fmla="*/ 451484 w 4940931"/>
                <a:gd name="connsiteY1716" fmla="*/ 89535 h 138429"/>
                <a:gd name="connsiteX1717" fmla="*/ 451484 w 4940931"/>
                <a:gd name="connsiteY1717" fmla="*/ 44450 h 138429"/>
                <a:gd name="connsiteX1718" fmla="*/ 440689 w 4940931"/>
                <a:gd name="connsiteY1718" fmla="*/ 44450 h 138429"/>
                <a:gd name="connsiteX1719" fmla="*/ 440689 w 4940931"/>
                <a:gd name="connsiteY1719" fmla="*/ 30480 h 138429"/>
                <a:gd name="connsiteX1720" fmla="*/ 451484 w 4940931"/>
                <a:gd name="connsiteY1720" fmla="*/ 30480 h 138429"/>
                <a:gd name="connsiteX1721" fmla="*/ 451484 w 4940931"/>
                <a:gd name="connsiteY1721" fmla="*/ 8255 h 138429"/>
                <a:gd name="connsiteX1722" fmla="*/ 302259 w 4940931"/>
                <a:gd name="connsiteY1722" fmla="*/ 0 h 138429"/>
                <a:gd name="connsiteX1723" fmla="*/ 302259 w 4940931"/>
                <a:gd name="connsiteY1723" fmla="*/ 37465 h 138429"/>
                <a:gd name="connsiteX1724" fmla="*/ 306704 w 4940931"/>
                <a:gd name="connsiteY1724" fmla="*/ 33655 h 138429"/>
                <a:gd name="connsiteX1725" fmla="*/ 310514 w 4940931"/>
                <a:gd name="connsiteY1725" fmla="*/ 31115 h 138429"/>
                <a:gd name="connsiteX1726" fmla="*/ 315594 w 4940931"/>
                <a:gd name="connsiteY1726" fmla="*/ 29210 h 138429"/>
                <a:gd name="connsiteX1727" fmla="*/ 322579 w 4940931"/>
                <a:gd name="connsiteY1727" fmla="*/ 28575 h 138429"/>
                <a:gd name="connsiteX1728" fmla="*/ 334644 w 4940931"/>
                <a:gd name="connsiteY1728" fmla="*/ 31115 h 138429"/>
                <a:gd name="connsiteX1729" fmla="*/ 344169 w 4940931"/>
                <a:gd name="connsiteY1729" fmla="*/ 38735 h 138429"/>
                <a:gd name="connsiteX1730" fmla="*/ 350519 w 4940931"/>
                <a:gd name="connsiteY1730" fmla="*/ 51435 h 138429"/>
                <a:gd name="connsiteX1731" fmla="*/ 353059 w 4940931"/>
                <a:gd name="connsiteY1731" fmla="*/ 70485 h 138429"/>
                <a:gd name="connsiteX1732" fmla="*/ 352424 w 4940931"/>
                <a:gd name="connsiteY1732" fmla="*/ 71120 h 138429"/>
                <a:gd name="connsiteX1733" fmla="*/ 349884 w 4940931"/>
                <a:gd name="connsiteY1733" fmla="*/ 88265 h 138429"/>
                <a:gd name="connsiteX1734" fmla="*/ 342899 w 4940931"/>
                <a:gd name="connsiteY1734" fmla="*/ 100330 h 138429"/>
                <a:gd name="connsiteX1735" fmla="*/ 333374 w 4940931"/>
                <a:gd name="connsiteY1735" fmla="*/ 107315 h 138429"/>
                <a:gd name="connsiteX1736" fmla="*/ 321944 w 4940931"/>
                <a:gd name="connsiteY1736" fmla="*/ 109855 h 138429"/>
                <a:gd name="connsiteX1737" fmla="*/ 311149 w 4940931"/>
                <a:gd name="connsiteY1737" fmla="*/ 107315 h 138429"/>
                <a:gd name="connsiteX1738" fmla="*/ 302259 w 4940931"/>
                <a:gd name="connsiteY1738" fmla="*/ 100965 h 138429"/>
                <a:gd name="connsiteX1739" fmla="*/ 302259 w 4940931"/>
                <a:gd name="connsiteY1739" fmla="*/ 107950 h 138429"/>
                <a:gd name="connsiteX1740" fmla="*/ 287019 w 4940931"/>
                <a:gd name="connsiteY1740" fmla="*/ 107950 h 138429"/>
                <a:gd name="connsiteX1741" fmla="*/ 287019 w 4940931"/>
                <a:gd name="connsiteY1741" fmla="*/ 7620 h 138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Lst>
              <a:rect l="l" t="t" r="r" b="b"/>
              <a:pathLst>
                <a:path w="4940931" h="138429">
                  <a:moveTo>
                    <a:pt x="1032512" y="137477"/>
                  </a:moveTo>
                  <a:lnTo>
                    <a:pt x="1032512" y="137794"/>
                  </a:lnTo>
                  <a:lnTo>
                    <a:pt x="1030607" y="138429"/>
                  </a:lnTo>
                  <a:close/>
                  <a:moveTo>
                    <a:pt x="4929501" y="87629"/>
                  </a:moveTo>
                  <a:cubicBezTo>
                    <a:pt x="4930771" y="87629"/>
                    <a:pt x="4932676" y="87629"/>
                    <a:pt x="4933946" y="88264"/>
                  </a:cubicBezTo>
                  <a:cubicBezTo>
                    <a:pt x="4935216" y="88264"/>
                    <a:pt x="4936486" y="89534"/>
                    <a:pt x="4937756" y="90804"/>
                  </a:cubicBezTo>
                  <a:cubicBezTo>
                    <a:pt x="4939026" y="92074"/>
                    <a:pt x="4939661" y="93344"/>
                    <a:pt x="4940296" y="94614"/>
                  </a:cubicBezTo>
                  <a:cubicBezTo>
                    <a:pt x="4940296" y="95884"/>
                    <a:pt x="4940931" y="97789"/>
                    <a:pt x="4940931" y="99059"/>
                  </a:cubicBezTo>
                  <a:cubicBezTo>
                    <a:pt x="4940931" y="99059"/>
                    <a:pt x="4940931" y="102234"/>
                    <a:pt x="4940296" y="103504"/>
                  </a:cubicBezTo>
                  <a:cubicBezTo>
                    <a:pt x="4940296" y="104774"/>
                    <a:pt x="4939026" y="106044"/>
                    <a:pt x="4937756" y="107314"/>
                  </a:cubicBezTo>
                  <a:cubicBezTo>
                    <a:pt x="4936486" y="108584"/>
                    <a:pt x="4935216" y="109219"/>
                    <a:pt x="4933946" y="109854"/>
                  </a:cubicBezTo>
                  <a:cubicBezTo>
                    <a:pt x="4932676" y="109854"/>
                    <a:pt x="4930771" y="110489"/>
                    <a:pt x="4929501" y="110489"/>
                  </a:cubicBezTo>
                  <a:cubicBezTo>
                    <a:pt x="4928231" y="110489"/>
                    <a:pt x="4926326" y="110489"/>
                    <a:pt x="4925056" y="109854"/>
                  </a:cubicBezTo>
                  <a:cubicBezTo>
                    <a:pt x="4923786" y="109854"/>
                    <a:pt x="4922516" y="108584"/>
                    <a:pt x="4921246" y="107314"/>
                  </a:cubicBezTo>
                  <a:cubicBezTo>
                    <a:pt x="4919976" y="106044"/>
                    <a:pt x="4919341" y="104774"/>
                    <a:pt x="4918706" y="103504"/>
                  </a:cubicBezTo>
                  <a:cubicBezTo>
                    <a:pt x="4918706" y="102234"/>
                    <a:pt x="4918071" y="100329"/>
                    <a:pt x="4918071" y="99059"/>
                  </a:cubicBezTo>
                  <a:cubicBezTo>
                    <a:pt x="4918071" y="97789"/>
                    <a:pt x="4918071" y="95884"/>
                    <a:pt x="4918706" y="94614"/>
                  </a:cubicBezTo>
                  <a:cubicBezTo>
                    <a:pt x="4918706" y="93344"/>
                    <a:pt x="4919976" y="92074"/>
                    <a:pt x="4921246" y="90804"/>
                  </a:cubicBezTo>
                  <a:cubicBezTo>
                    <a:pt x="4922516" y="89534"/>
                    <a:pt x="4923786" y="88899"/>
                    <a:pt x="4925056" y="88264"/>
                  </a:cubicBezTo>
                  <a:cubicBezTo>
                    <a:pt x="4926326" y="88264"/>
                    <a:pt x="4928231" y="87629"/>
                    <a:pt x="4929501" y="87629"/>
                  </a:cubicBezTo>
                  <a:close/>
                  <a:moveTo>
                    <a:pt x="3079110" y="87629"/>
                  </a:moveTo>
                  <a:cubicBezTo>
                    <a:pt x="3080380" y="87629"/>
                    <a:pt x="3082285" y="87629"/>
                    <a:pt x="3083555" y="88264"/>
                  </a:cubicBezTo>
                  <a:cubicBezTo>
                    <a:pt x="3084825" y="88264"/>
                    <a:pt x="3086095" y="89534"/>
                    <a:pt x="3087365" y="90804"/>
                  </a:cubicBezTo>
                  <a:cubicBezTo>
                    <a:pt x="3088635" y="92074"/>
                    <a:pt x="3089270" y="93344"/>
                    <a:pt x="3089905" y="94614"/>
                  </a:cubicBezTo>
                  <a:cubicBezTo>
                    <a:pt x="3089905" y="95884"/>
                    <a:pt x="3090540" y="97789"/>
                    <a:pt x="3090540" y="99059"/>
                  </a:cubicBezTo>
                  <a:cubicBezTo>
                    <a:pt x="3090540" y="99059"/>
                    <a:pt x="3090540" y="102234"/>
                    <a:pt x="3089905" y="103504"/>
                  </a:cubicBezTo>
                  <a:cubicBezTo>
                    <a:pt x="3089905" y="104774"/>
                    <a:pt x="3088635" y="106044"/>
                    <a:pt x="3087365" y="107314"/>
                  </a:cubicBezTo>
                  <a:cubicBezTo>
                    <a:pt x="3086095" y="108584"/>
                    <a:pt x="3084825" y="109219"/>
                    <a:pt x="3083555" y="109854"/>
                  </a:cubicBezTo>
                  <a:cubicBezTo>
                    <a:pt x="3082285" y="109854"/>
                    <a:pt x="3080380" y="110489"/>
                    <a:pt x="3079110" y="110489"/>
                  </a:cubicBezTo>
                  <a:cubicBezTo>
                    <a:pt x="3077840" y="110489"/>
                    <a:pt x="3075935" y="110489"/>
                    <a:pt x="3074665" y="109854"/>
                  </a:cubicBezTo>
                  <a:cubicBezTo>
                    <a:pt x="3073395" y="109854"/>
                    <a:pt x="3072125" y="108584"/>
                    <a:pt x="3070855" y="107314"/>
                  </a:cubicBezTo>
                  <a:cubicBezTo>
                    <a:pt x="3069585" y="106044"/>
                    <a:pt x="3068950" y="104774"/>
                    <a:pt x="3068315" y="103504"/>
                  </a:cubicBezTo>
                  <a:cubicBezTo>
                    <a:pt x="3068315" y="102234"/>
                    <a:pt x="3067680" y="100329"/>
                    <a:pt x="3067680" y="99059"/>
                  </a:cubicBezTo>
                  <a:cubicBezTo>
                    <a:pt x="3067680" y="97789"/>
                    <a:pt x="3067680" y="95884"/>
                    <a:pt x="3068315" y="94614"/>
                  </a:cubicBezTo>
                  <a:cubicBezTo>
                    <a:pt x="3068315" y="93344"/>
                    <a:pt x="3069585" y="92074"/>
                    <a:pt x="3070855" y="90804"/>
                  </a:cubicBezTo>
                  <a:cubicBezTo>
                    <a:pt x="3072125" y="89534"/>
                    <a:pt x="3073395" y="88899"/>
                    <a:pt x="3074665" y="88264"/>
                  </a:cubicBezTo>
                  <a:cubicBezTo>
                    <a:pt x="3075935" y="88264"/>
                    <a:pt x="3077840" y="87629"/>
                    <a:pt x="3079110" y="87629"/>
                  </a:cubicBezTo>
                  <a:close/>
                  <a:moveTo>
                    <a:pt x="1565275" y="87629"/>
                  </a:moveTo>
                  <a:cubicBezTo>
                    <a:pt x="1566545" y="87629"/>
                    <a:pt x="1568450" y="87629"/>
                    <a:pt x="1569720" y="88264"/>
                  </a:cubicBezTo>
                  <a:cubicBezTo>
                    <a:pt x="1570990" y="88264"/>
                    <a:pt x="1572260" y="89534"/>
                    <a:pt x="1573529" y="90804"/>
                  </a:cubicBezTo>
                  <a:cubicBezTo>
                    <a:pt x="1574800" y="92074"/>
                    <a:pt x="1575435" y="93344"/>
                    <a:pt x="1576069" y="94614"/>
                  </a:cubicBezTo>
                  <a:cubicBezTo>
                    <a:pt x="1576069" y="95884"/>
                    <a:pt x="1576705" y="97789"/>
                    <a:pt x="1576705" y="99059"/>
                  </a:cubicBezTo>
                  <a:cubicBezTo>
                    <a:pt x="1576705" y="99059"/>
                    <a:pt x="1576705" y="102234"/>
                    <a:pt x="1576069" y="103504"/>
                  </a:cubicBezTo>
                  <a:cubicBezTo>
                    <a:pt x="1576069" y="104774"/>
                    <a:pt x="1574800" y="106044"/>
                    <a:pt x="1573529" y="107314"/>
                  </a:cubicBezTo>
                  <a:cubicBezTo>
                    <a:pt x="1572260" y="108584"/>
                    <a:pt x="1570990" y="109219"/>
                    <a:pt x="1569720" y="109854"/>
                  </a:cubicBezTo>
                  <a:cubicBezTo>
                    <a:pt x="1568450" y="109854"/>
                    <a:pt x="1566545" y="110489"/>
                    <a:pt x="1565275" y="110489"/>
                  </a:cubicBezTo>
                  <a:cubicBezTo>
                    <a:pt x="1564005" y="110489"/>
                    <a:pt x="1562099" y="110489"/>
                    <a:pt x="1560830" y="109854"/>
                  </a:cubicBezTo>
                  <a:cubicBezTo>
                    <a:pt x="1559559" y="109854"/>
                    <a:pt x="1558289" y="108584"/>
                    <a:pt x="1557020" y="107314"/>
                  </a:cubicBezTo>
                  <a:cubicBezTo>
                    <a:pt x="1555750" y="106044"/>
                    <a:pt x="1555114" y="104774"/>
                    <a:pt x="1554479" y="103504"/>
                  </a:cubicBezTo>
                  <a:cubicBezTo>
                    <a:pt x="1554479" y="102234"/>
                    <a:pt x="1553844" y="100329"/>
                    <a:pt x="1553844" y="99059"/>
                  </a:cubicBezTo>
                  <a:cubicBezTo>
                    <a:pt x="1553844" y="97789"/>
                    <a:pt x="1553844" y="95884"/>
                    <a:pt x="1554479" y="94614"/>
                  </a:cubicBezTo>
                  <a:cubicBezTo>
                    <a:pt x="1554479" y="93344"/>
                    <a:pt x="1555750" y="92074"/>
                    <a:pt x="1557020" y="90804"/>
                  </a:cubicBezTo>
                  <a:cubicBezTo>
                    <a:pt x="1558289" y="89534"/>
                    <a:pt x="1559559" y="88899"/>
                    <a:pt x="1560830" y="88264"/>
                  </a:cubicBezTo>
                  <a:cubicBezTo>
                    <a:pt x="1562099" y="88264"/>
                    <a:pt x="1564005" y="87629"/>
                    <a:pt x="1565275" y="87629"/>
                  </a:cubicBezTo>
                  <a:close/>
                  <a:moveTo>
                    <a:pt x="2642230" y="73024"/>
                  </a:moveTo>
                  <a:cubicBezTo>
                    <a:pt x="2637150" y="73024"/>
                    <a:pt x="2633340" y="74294"/>
                    <a:pt x="2630800" y="76199"/>
                  </a:cubicBezTo>
                  <a:cubicBezTo>
                    <a:pt x="2627625" y="78104"/>
                    <a:pt x="2626355" y="81279"/>
                    <a:pt x="2626355" y="84454"/>
                  </a:cubicBezTo>
                  <a:cubicBezTo>
                    <a:pt x="2626355" y="86994"/>
                    <a:pt x="2626355" y="88899"/>
                    <a:pt x="2627625" y="90169"/>
                  </a:cubicBezTo>
                  <a:cubicBezTo>
                    <a:pt x="2628260" y="92074"/>
                    <a:pt x="2629530" y="93344"/>
                    <a:pt x="2630800" y="93979"/>
                  </a:cubicBezTo>
                  <a:cubicBezTo>
                    <a:pt x="2632070" y="95249"/>
                    <a:pt x="2633340" y="95884"/>
                    <a:pt x="2635245" y="96519"/>
                  </a:cubicBezTo>
                  <a:cubicBezTo>
                    <a:pt x="2637150" y="96519"/>
                    <a:pt x="2639055" y="97154"/>
                    <a:pt x="2641595" y="97154"/>
                  </a:cubicBezTo>
                  <a:cubicBezTo>
                    <a:pt x="2643500" y="97154"/>
                    <a:pt x="2645405" y="97154"/>
                    <a:pt x="2647310" y="96519"/>
                  </a:cubicBezTo>
                  <a:cubicBezTo>
                    <a:pt x="2649215" y="96519"/>
                    <a:pt x="2651120" y="95249"/>
                    <a:pt x="2652390" y="93979"/>
                  </a:cubicBezTo>
                  <a:cubicBezTo>
                    <a:pt x="2654295" y="93344"/>
                    <a:pt x="2655565" y="92074"/>
                    <a:pt x="2656835" y="90804"/>
                  </a:cubicBezTo>
                  <a:cubicBezTo>
                    <a:pt x="2658105" y="89534"/>
                    <a:pt x="2659375" y="88264"/>
                    <a:pt x="2660010" y="86994"/>
                  </a:cubicBezTo>
                  <a:lnTo>
                    <a:pt x="2660010" y="75564"/>
                  </a:lnTo>
                  <a:cubicBezTo>
                    <a:pt x="2660010" y="75564"/>
                    <a:pt x="2657470" y="74294"/>
                    <a:pt x="2656200" y="74294"/>
                  </a:cubicBezTo>
                  <a:cubicBezTo>
                    <a:pt x="2654930" y="74294"/>
                    <a:pt x="2653660" y="73659"/>
                    <a:pt x="2652390" y="73659"/>
                  </a:cubicBezTo>
                  <a:cubicBezTo>
                    <a:pt x="2651120" y="73659"/>
                    <a:pt x="2649850" y="73659"/>
                    <a:pt x="2647945" y="73024"/>
                  </a:cubicBezTo>
                  <a:cubicBezTo>
                    <a:pt x="2646040" y="73024"/>
                    <a:pt x="2644135" y="73024"/>
                    <a:pt x="2642230" y="73024"/>
                  </a:cubicBezTo>
                  <a:close/>
                  <a:moveTo>
                    <a:pt x="4664706" y="43814"/>
                  </a:moveTo>
                  <a:cubicBezTo>
                    <a:pt x="4661531" y="43814"/>
                    <a:pt x="4658991" y="43814"/>
                    <a:pt x="4657086" y="45719"/>
                  </a:cubicBezTo>
                  <a:cubicBezTo>
                    <a:pt x="4654546" y="46989"/>
                    <a:pt x="4652641" y="48894"/>
                    <a:pt x="4651371" y="50799"/>
                  </a:cubicBezTo>
                  <a:cubicBezTo>
                    <a:pt x="4649466" y="53339"/>
                    <a:pt x="4648831" y="55879"/>
                    <a:pt x="4647561" y="59054"/>
                  </a:cubicBezTo>
                  <a:cubicBezTo>
                    <a:pt x="4646926" y="62229"/>
                    <a:pt x="4646291" y="65404"/>
                    <a:pt x="4646291" y="69849"/>
                  </a:cubicBezTo>
                  <a:cubicBezTo>
                    <a:pt x="4646291" y="74294"/>
                    <a:pt x="4646291" y="78104"/>
                    <a:pt x="4647561" y="81279"/>
                  </a:cubicBezTo>
                  <a:cubicBezTo>
                    <a:pt x="4648196" y="84454"/>
                    <a:pt x="4650101" y="87629"/>
                    <a:pt x="4651371" y="89534"/>
                  </a:cubicBezTo>
                  <a:cubicBezTo>
                    <a:pt x="4653276" y="92074"/>
                    <a:pt x="4655181" y="93344"/>
                    <a:pt x="4657721" y="94614"/>
                  </a:cubicBezTo>
                  <a:cubicBezTo>
                    <a:pt x="4660261" y="95884"/>
                    <a:pt x="4662801" y="96519"/>
                    <a:pt x="4665341" y="96519"/>
                  </a:cubicBezTo>
                  <a:cubicBezTo>
                    <a:pt x="4667881" y="96519"/>
                    <a:pt x="4671056" y="95884"/>
                    <a:pt x="4672961" y="94614"/>
                  </a:cubicBezTo>
                  <a:cubicBezTo>
                    <a:pt x="4675501" y="93344"/>
                    <a:pt x="4677406" y="91439"/>
                    <a:pt x="4678676" y="88899"/>
                  </a:cubicBezTo>
                  <a:cubicBezTo>
                    <a:pt x="4680581" y="86359"/>
                    <a:pt x="4681851" y="83819"/>
                    <a:pt x="4682486" y="80644"/>
                  </a:cubicBezTo>
                  <a:cubicBezTo>
                    <a:pt x="4683121" y="77469"/>
                    <a:pt x="4683756" y="74294"/>
                    <a:pt x="4683756" y="70484"/>
                  </a:cubicBezTo>
                  <a:lnTo>
                    <a:pt x="4684391" y="69849"/>
                  </a:lnTo>
                  <a:cubicBezTo>
                    <a:pt x="4684391" y="66039"/>
                    <a:pt x="4684391" y="62229"/>
                    <a:pt x="4683121" y="59054"/>
                  </a:cubicBezTo>
                  <a:cubicBezTo>
                    <a:pt x="4682486" y="55879"/>
                    <a:pt x="4680581" y="53339"/>
                    <a:pt x="4679311" y="50799"/>
                  </a:cubicBezTo>
                  <a:cubicBezTo>
                    <a:pt x="4677406" y="48259"/>
                    <a:pt x="4675501" y="46989"/>
                    <a:pt x="4672961" y="45719"/>
                  </a:cubicBezTo>
                  <a:cubicBezTo>
                    <a:pt x="4670421" y="44449"/>
                    <a:pt x="4667881" y="43814"/>
                    <a:pt x="4664706" y="43814"/>
                  </a:cubicBezTo>
                  <a:close/>
                  <a:moveTo>
                    <a:pt x="4264020" y="43814"/>
                  </a:moveTo>
                  <a:cubicBezTo>
                    <a:pt x="4260845" y="43814"/>
                    <a:pt x="4258305" y="43814"/>
                    <a:pt x="4256400" y="45719"/>
                  </a:cubicBezTo>
                  <a:cubicBezTo>
                    <a:pt x="4253860" y="46989"/>
                    <a:pt x="4251955" y="48894"/>
                    <a:pt x="4250685" y="50799"/>
                  </a:cubicBezTo>
                  <a:cubicBezTo>
                    <a:pt x="4248780" y="53339"/>
                    <a:pt x="4247510" y="55879"/>
                    <a:pt x="4246875" y="59054"/>
                  </a:cubicBezTo>
                  <a:cubicBezTo>
                    <a:pt x="4246240" y="62229"/>
                    <a:pt x="4245605" y="65404"/>
                    <a:pt x="4245605" y="69849"/>
                  </a:cubicBezTo>
                  <a:cubicBezTo>
                    <a:pt x="4245605" y="74294"/>
                    <a:pt x="4245605" y="78104"/>
                    <a:pt x="4246875" y="81279"/>
                  </a:cubicBezTo>
                  <a:cubicBezTo>
                    <a:pt x="4247510" y="84454"/>
                    <a:pt x="4249415" y="87629"/>
                    <a:pt x="4250685" y="89534"/>
                  </a:cubicBezTo>
                  <a:cubicBezTo>
                    <a:pt x="4252590" y="92074"/>
                    <a:pt x="4254495" y="93344"/>
                    <a:pt x="4257035" y="94614"/>
                  </a:cubicBezTo>
                  <a:cubicBezTo>
                    <a:pt x="4259575" y="95884"/>
                    <a:pt x="4262115" y="96519"/>
                    <a:pt x="4264655" y="96519"/>
                  </a:cubicBezTo>
                  <a:cubicBezTo>
                    <a:pt x="4267195" y="96519"/>
                    <a:pt x="4270370" y="95884"/>
                    <a:pt x="4272275" y="94614"/>
                  </a:cubicBezTo>
                  <a:cubicBezTo>
                    <a:pt x="4274815" y="93344"/>
                    <a:pt x="4276720" y="91439"/>
                    <a:pt x="4277990" y="88899"/>
                  </a:cubicBezTo>
                  <a:cubicBezTo>
                    <a:pt x="4279895" y="86359"/>
                    <a:pt x="4281165" y="83819"/>
                    <a:pt x="4281800" y="80644"/>
                  </a:cubicBezTo>
                  <a:cubicBezTo>
                    <a:pt x="4282435" y="77469"/>
                    <a:pt x="4283070" y="74294"/>
                    <a:pt x="4283070" y="70484"/>
                  </a:cubicBezTo>
                  <a:lnTo>
                    <a:pt x="4283705" y="69849"/>
                  </a:lnTo>
                  <a:cubicBezTo>
                    <a:pt x="4283705" y="66039"/>
                    <a:pt x="4283705" y="62229"/>
                    <a:pt x="4282435" y="59054"/>
                  </a:cubicBezTo>
                  <a:cubicBezTo>
                    <a:pt x="4281800" y="55879"/>
                    <a:pt x="4279895" y="53339"/>
                    <a:pt x="4278625" y="50799"/>
                  </a:cubicBezTo>
                  <a:cubicBezTo>
                    <a:pt x="4276720" y="48259"/>
                    <a:pt x="4274815" y="46989"/>
                    <a:pt x="4272275" y="45719"/>
                  </a:cubicBezTo>
                  <a:cubicBezTo>
                    <a:pt x="4269735" y="44449"/>
                    <a:pt x="4267195" y="43814"/>
                    <a:pt x="4264020" y="43814"/>
                  </a:cubicBezTo>
                  <a:close/>
                  <a:moveTo>
                    <a:pt x="1420495" y="43814"/>
                  </a:moveTo>
                  <a:cubicBezTo>
                    <a:pt x="1417320" y="43814"/>
                    <a:pt x="1414780" y="43814"/>
                    <a:pt x="1412875" y="45719"/>
                  </a:cubicBezTo>
                  <a:cubicBezTo>
                    <a:pt x="1410335" y="46989"/>
                    <a:pt x="1408430" y="48894"/>
                    <a:pt x="1407160" y="50799"/>
                  </a:cubicBezTo>
                  <a:cubicBezTo>
                    <a:pt x="1405255" y="53339"/>
                    <a:pt x="1403985" y="55879"/>
                    <a:pt x="1403350" y="59054"/>
                  </a:cubicBezTo>
                  <a:cubicBezTo>
                    <a:pt x="1402715" y="62229"/>
                    <a:pt x="1402080" y="65404"/>
                    <a:pt x="1402080" y="69849"/>
                  </a:cubicBezTo>
                  <a:cubicBezTo>
                    <a:pt x="1402080" y="74294"/>
                    <a:pt x="1402080" y="78104"/>
                    <a:pt x="1403350" y="81279"/>
                  </a:cubicBezTo>
                  <a:cubicBezTo>
                    <a:pt x="1403985" y="84454"/>
                    <a:pt x="1405890" y="87629"/>
                    <a:pt x="1407160" y="89534"/>
                  </a:cubicBezTo>
                  <a:cubicBezTo>
                    <a:pt x="1409065" y="92074"/>
                    <a:pt x="1410970" y="93344"/>
                    <a:pt x="1413510" y="94614"/>
                  </a:cubicBezTo>
                  <a:cubicBezTo>
                    <a:pt x="1416050" y="95884"/>
                    <a:pt x="1418590" y="96519"/>
                    <a:pt x="1421130" y="96519"/>
                  </a:cubicBezTo>
                  <a:cubicBezTo>
                    <a:pt x="1423670" y="96519"/>
                    <a:pt x="1426845" y="95884"/>
                    <a:pt x="1428750" y="94614"/>
                  </a:cubicBezTo>
                  <a:cubicBezTo>
                    <a:pt x="1431290" y="93344"/>
                    <a:pt x="1433195" y="91439"/>
                    <a:pt x="1434465" y="88899"/>
                  </a:cubicBezTo>
                  <a:cubicBezTo>
                    <a:pt x="1436370" y="86359"/>
                    <a:pt x="1437640" y="83819"/>
                    <a:pt x="1438275" y="80644"/>
                  </a:cubicBezTo>
                  <a:cubicBezTo>
                    <a:pt x="1438910" y="77469"/>
                    <a:pt x="1439545" y="74294"/>
                    <a:pt x="1439545" y="70484"/>
                  </a:cubicBezTo>
                  <a:lnTo>
                    <a:pt x="1440180" y="69849"/>
                  </a:lnTo>
                  <a:cubicBezTo>
                    <a:pt x="1440180" y="66039"/>
                    <a:pt x="1440180" y="62229"/>
                    <a:pt x="1438910" y="59054"/>
                  </a:cubicBezTo>
                  <a:cubicBezTo>
                    <a:pt x="1438275" y="55879"/>
                    <a:pt x="1436370" y="53339"/>
                    <a:pt x="1435100" y="50799"/>
                  </a:cubicBezTo>
                  <a:cubicBezTo>
                    <a:pt x="1433195" y="48259"/>
                    <a:pt x="1431290" y="46989"/>
                    <a:pt x="1428750" y="45719"/>
                  </a:cubicBezTo>
                  <a:cubicBezTo>
                    <a:pt x="1426210" y="44449"/>
                    <a:pt x="1423670" y="43814"/>
                    <a:pt x="1420495" y="43814"/>
                  </a:cubicBezTo>
                  <a:close/>
                  <a:moveTo>
                    <a:pt x="4041770" y="43180"/>
                  </a:moveTo>
                  <a:cubicBezTo>
                    <a:pt x="4039230" y="43180"/>
                    <a:pt x="4036690" y="43180"/>
                    <a:pt x="4034785" y="44450"/>
                  </a:cubicBezTo>
                  <a:cubicBezTo>
                    <a:pt x="4032880" y="45085"/>
                    <a:pt x="4030975" y="46355"/>
                    <a:pt x="4029705" y="48260"/>
                  </a:cubicBezTo>
                  <a:cubicBezTo>
                    <a:pt x="4028435" y="50165"/>
                    <a:pt x="4027165" y="52070"/>
                    <a:pt x="4025895" y="54610"/>
                  </a:cubicBezTo>
                  <a:cubicBezTo>
                    <a:pt x="4025260" y="57150"/>
                    <a:pt x="4023990" y="59690"/>
                    <a:pt x="4023990" y="62865"/>
                  </a:cubicBezTo>
                  <a:lnTo>
                    <a:pt x="4060185" y="62865"/>
                  </a:lnTo>
                  <a:cubicBezTo>
                    <a:pt x="4060185" y="62865"/>
                    <a:pt x="4059550" y="57785"/>
                    <a:pt x="4058915" y="55245"/>
                  </a:cubicBezTo>
                  <a:cubicBezTo>
                    <a:pt x="4058280" y="52705"/>
                    <a:pt x="4057010" y="50800"/>
                    <a:pt x="4055740" y="48895"/>
                  </a:cubicBezTo>
                  <a:cubicBezTo>
                    <a:pt x="4054470" y="46990"/>
                    <a:pt x="4052565" y="45720"/>
                    <a:pt x="4050025" y="44450"/>
                  </a:cubicBezTo>
                  <a:cubicBezTo>
                    <a:pt x="4047485" y="43180"/>
                    <a:pt x="4044945" y="43180"/>
                    <a:pt x="4041770" y="43180"/>
                  </a:cubicBezTo>
                  <a:close/>
                  <a:moveTo>
                    <a:pt x="3728081" y="43180"/>
                  </a:moveTo>
                  <a:cubicBezTo>
                    <a:pt x="3725541" y="43180"/>
                    <a:pt x="3723001" y="43180"/>
                    <a:pt x="3721096" y="44450"/>
                  </a:cubicBezTo>
                  <a:cubicBezTo>
                    <a:pt x="3719191" y="45085"/>
                    <a:pt x="3717286" y="46355"/>
                    <a:pt x="3716016" y="48260"/>
                  </a:cubicBezTo>
                  <a:cubicBezTo>
                    <a:pt x="3714746" y="50165"/>
                    <a:pt x="3713476" y="52070"/>
                    <a:pt x="3712206" y="54610"/>
                  </a:cubicBezTo>
                  <a:cubicBezTo>
                    <a:pt x="3711571" y="57150"/>
                    <a:pt x="3710301" y="59690"/>
                    <a:pt x="3710301" y="62865"/>
                  </a:cubicBezTo>
                  <a:lnTo>
                    <a:pt x="3746496" y="62865"/>
                  </a:lnTo>
                  <a:cubicBezTo>
                    <a:pt x="3746496" y="62865"/>
                    <a:pt x="3745861" y="57785"/>
                    <a:pt x="3745226" y="55245"/>
                  </a:cubicBezTo>
                  <a:cubicBezTo>
                    <a:pt x="3744591" y="52705"/>
                    <a:pt x="3743321" y="50800"/>
                    <a:pt x="3742051" y="48895"/>
                  </a:cubicBezTo>
                  <a:cubicBezTo>
                    <a:pt x="3740781" y="46990"/>
                    <a:pt x="3738876" y="45720"/>
                    <a:pt x="3736336" y="44450"/>
                  </a:cubicBezTo>
                  <a:cubicBezTo>
                    <a:pt x="3733796" y="43180"/>
                    <a:pt x="3731256" y="43180"/>
                    <a:pt x="3728081" y="43180"/>
                  </a:cubicBezTo>
                  <a:close/>
                  <a:moveTo>
                    <a:pt x="3541391" y="43180"/>
                  </a:moveTo>
                  <a:cubicBezTo>
                    <a:pt x="3538851" y="43180"/>
                    <a:pt x="3536311" y="43180"/>
                    <a:pt x="3534406" y="44450"/>
                  </a:cubicBezTo>
                  <a:cubicBezTo>
                    <a:pt x="3532501" y="45085"/>
                    <a:pt x="3530596" y="46355"/>
                    <a:pt x="3529326" y="48260"/>
                  </a:cubicBezTo>
                  <a:cubicBezTo>
                    <a:pt x="3528056" y="50165"/>
                    <a:pt x="3526786" y="52070"/>
                    <a:pt x="3525516" y="54610"/>
                  </a:cubicBezTo>
                  <a:cubicBezTo>
                    <a:pt x="3524881" y="57150"/>
                    <a:pt x="3524246" y="59690"/>
                    <a:pt x="3523611" y="62865"/>
                  </a:cubicBezTo>
                  <a:lnTo>
                    <a:pt x="3559806" y="62865"/>
                  </a:lnTo>
                  <a:cubicBezTo>
                    <a:pt x="3559806" y="62865"/>
                    <a:pt x="3559171" y="57785"/>
                    <a:pt x="3558536" y="55245"/>
                  </a:cubicBezTo>
                  <a:cubicBezTo>
                    <a:pt x="3557901" y="52705"/>
                    <a:pt x="3556631" y="50800"/>
                    <a:pt x="3555361" y="48895"/>
                  </a:cubicBezTo>
                  <a:cubicBezTo>
                    <a:pt x="3554091" y="46990"/>
                    <a:pt x="3552186" y="45720"/>
                    <a:pt x="3549646" y="44450"/>
                  </a:cubicBezTo>
                  <a:cubicBezTo>
                    <a:pt x="3547106" y="43180"/>
                    <a:pt x="3544566" y="43180"/>
                    <a:pt x="3541391" y="43180"/>
                  </a:cubicBezTo>
                  <a:close/>
                  <a:moveTo>
                    <a:pt x="3463285" y="43180"/>
                  </a:moveTo>
                  <a:cubicBezTo>
                    <a:pt x="3461380" y="43180"/>
                    <a:pt x="3459475" y="43180"/>
                    <a:pt x="3458205" y="43815"/>
                  </a:cubicBezTo>
                  <a:cubicBezTo>
                    <a:pt x="3456300" y="43815"/>
                    <a:pt x="3455030" y="45085"/>
                    <a:pt x="3453125" y="45720"/>
                  </a:cubicBezTo>
                  <a:cubicBezTo>
                    <a:pt x="3451855" y="46355"/>
                    <a:pt x="3449950" y="47625"/>
                    <a:pt x="3448680" y="48895"/>
                  </a:cubicBezTo>
                  <a:cubicBezTo>
                    <a:pt x="3447410" y="50165"/>
                    <a:pt x="3446140" y="51435"/>
                    <a:pt x="3445505" y="52705"/>
                  </a:cubicBezTo>
                  <a:lnTo>
                    <a:pt x="3445505" y="85725"/>
                  </a:lnTo>
                  <a:cubicBezTo>
                    <a:pt x="3445505" y="85725"/>
                    <a:pt x="3447410" y="88265"/>
                    <a:pt x="3448680" y="89535"/>
                  </a:cubicBezTo>
                  <a:cubicBezTo>
                    <a:pt x="3449950" y="90805"/>
                    <a:pt x="3451220" y="92075"/>
                    <a:pt x="3453125" y="92710"/>
                  </a:cubicBezTo>
                  <a:cubicBezTo>
                    <a:pt x="3455030" y="93980"/>
                    <a:pt x="3456300" y="94615"/>
                    <a:pt x="3458205" y="95250"/>
                  </a:cubicBezTo>
                  <a:cubicBezTo>
                    <a:pt x="3460110" y="95250"/>
                    <a:pt x="3462015" y="95885"/>
                    <a:pt x="3463920" y="95885"/>
                  </a:cubicBezTo>
                  <a:cubicBezTo>
                    <a:pt x="3469635" y="95885"/>
                    <a:pt x="3473445" y="93980"/>
                    <a:pt x="3476620" y="89535"/>
                  </a:cubicBezTo>
                  <a:cubicBezTo>
                    <a:pt x="3479795" y="85090"/>
                    <a:pt x="3481065" y="79375"/>
                    <a:pt x="3481065" y="71120"/>
                  </a:cubicBezTo>
                  <a:lnTo>
                    <a:pt x="3480430" y="71755"/>
                  </a:lnTo>
                  <a:cubicBezTo>
                    <a:pt x="3480430" y="62230"/>
                    <a:pt x="3479160" y="54610"/>
                    <a:pt x="3475985" y="50165"/>
                  </a:cubicBezTo>
                  <a:cubicBezTo>
                    <a:pt x="3472810" y="45720"/>
                    <a:pt x="3468365" y="43180"/>
                    <a:pt x="3463285" y="43180"/>
                  </a:cubicBezTo>
                  <a:close/>
                  <a:moveTo>
                    <a:pt x="3343271" y="43180"/>
                  </a:moveTo>
                  <a:cubicBezTo>
                    <a:pt x="3340731" y="43180"/>
                    <a:pt x="3338191" y="43180"/>
                    <a:pt x="3336286" y="44450"/>
                  </a:cubicBezTo>
                  <a:cubicBezTo>
                    <a:pt x="3334381" y="45085"/>
                    <a:pt x="3332476" y="46355"/>
                    <a:pt x="3331206" y="48260"/>
                  </a:cubicBezTo>
                  <a:cubicBezTo>
                    <a:pt x="3329936" y="50165"/>
                    <a:pt x="3328666" y="52070"/>
                    <a:pt x="3327396" y="54610"/>
                  </a:cubicBezTo>
                  <a:cubicBezTo>
                    <a:pt x="3326761" y="57150"/>
                    <a:pt x="3326126" y="59690"/>
                    <a:pt x="3325491" y="62865"/>
                  </a:cubicBezTo>
                  <a:lnTo>
                    <a:pt x="3361686" y="62865"/>
                  </a:lnTo>
                  <a:cubicBezTo>
                    <a:pt x="3361686" y="62865"/>
                    <a:pt x="3361051" y="57785"/>
                    <a:pt x="3360416" y="55245"/>
                  </a:cubicBezTo>
                  <a:cubicBezTo>
                    <a:pt x="3359781" y="52705"/>
                    <a:pt x="3358511" y="50800"/>
                    <a:pt x="3357241" y="48895"/>
                  </a:cubicBezTo>
                  <a:cubicBezTo>
                    <a:pt x="3355971" y="46990"/>
                    <a:pt x="3354066" y="45720"/>
                    <a:pt x="3351526" y="44450"/>
                  </a:cubicBezTo>
                  <a:cubicBezTo>
                    <a:pt x="3348986" y="43180"/>
                    <a:pt x="3346446" y="43180"/>
                    <a:pt x="3343271" y="43180"/>
                  </a:cubicBezTo>
                  <a:close/>
                  <a:moveTo>
                    <a:pt x="2976876" y="43180"/>
                  </a:moveTo>
                  <a:cubicBezTo>
                    <a:pt x="2974336" y="43180"/>
                    <a:pt x="2971796" y="43180"/>
                    <a:pt x="2969891" y="44450"/>
                  </a:cubicBezTo>
                  <a:cubicBezTo>
                    <a:pt x="2967986" y="45085"/>
                    <a:pt x="2966081" y="46355"/>
                    <a:pt x="2964811" y="48260"/>
                  </a:cubicBezTo>
                  <a:cubicBezTo>
                    <a:pt x="2963541" y="50165"/>
                    <a:pt x="2962271" y="52070"/>
                    <a:pt x="2961001" y="54610"/>
                  </a:cubicBezTo>
                  <a:cubicBezTo>
                    <a:pt x="2960366" y="57150"/>
                    <a:pt x="2959731" y="59690"/>
                    <a:pt x="2959096" y="62865"/>
                  </a:cubicBezTo>
                  <a:lnTo>
                    <a:pt x="2995291" y="62865"/>
                  </a:lnTo>
                  <a:cubicBezTo>
                    <a:pt x="2995291" y="62865"/>
                    <a:pt x="2994656" y="57785"/>
                    <a:pt x="2994021" y="55245"/>
                  </a:cubicBezTo>
                  <a:cubicBezTo>
                    <a:pt x="2993386" y="52705"/>
                    <a:pt x="2992116" y="50800"/>
                    <a:pt x="2990846" y="48895"/>
                  </a:cubicBezTo>
                  <a:cubicBezTo>
                    <a:pt x="2989576" y="46990"/>
                    <a:pt x="2987671" y="45720"/>
                    <a:pt x="2985131" y="44450"/>
                  </a:cubicBezTo>
                  <a:cubicBezTo>
                    <a:pt x="2982591" y="43180"/>
                    <a:pt x="2980051" y="43180"/>
                    <a:pt x="2976876" y="43180"/>
                  </a:cubicBezTo>
                  <a:close/>
                  <a:moveTo>
                    <a:pt x="2527930" y="43180"/>
                  </a:moveTo>
                  <a:cubicBezTo>
                    <a:pt x="2525390" y="43180"/>
                    <a:pt x="2522850" y="43180"/>
                    <a:pt x="2520945" y="44450"/>
                  </a:cubicBezTo>
                  <a:cubicBezTo>
                    <a:pt x="2519040" y="45085"/>
                    <a:pt x="2517135" y="46355"/>
                    <a:pt x="2515865" y="48260"/>
                  </a:cubicBezTo>
                  <a:cubicBezTo>
                    <a:pt x="2514595" y="50165"/>
                    <a:pt x="2513325" y="52070"/>
                    <a:pt x="2512055" y="54610"/>
                  </a:cubicBezTo>
                  <a:cubicBezTo>
                    <a:pt x="2511420" y="57150"/>
                    <a:pt x="2510150" y="59690"/>
                    <a:pt x="2510150" y="62865"/>
                  </a:cubicBezTo>
                  <a:lnTo>
                    <a:pt x="2546345" y="62865"/>
                  </a:lnTo>
                  <a:cubicBezTo>
                    <a:pt x="2546345" y="62865"/>
                    <a:pt x="2545710" y="57785"/>
                    <a:pt x="2545075" y="55245"/>
                  </a:cubicBezTo>
                  <a:cubicBezTo>
                    <a:pt x="2544440" y="52705"/>
                    <a:pt x="2543170" y="50800"/>
                    <a:pt x="2541900" y="48895"/>
                  </a:cubicBezTo>
                  <a:cubicBezTo>
                    <a:pt x="2540630" y="46990"/>
                    <a:pt x="2538725" y="45720"/>
                    <a:pt x="2536185" y="44450"/>
                  </a:cubicBezTo>
                  <a:cubicBezTo>
                    <a:pt x="2533645" y="43180"/>
                    <a:pt x="2531105" y="43180"/>
                    <a:pt x="2527930" y="43180"/>
                  </a:cubicBezTo>
                  <a:close/>
                  <a:moveTo>
                    <a:pt x="2214240" y="43180"/>
                  </a:moveTo>
                  <a:cubicBezTo>
                    <a:pt x="2211700" y="43180"/>
                    <a:pt x="2209160" y="43180"/>
                    <a:pt x="2207255" y="44450"/>
                  </a:cubicBezTo>
                  <a:cubicBezTo>
                    <a:pt x="2205350" y="45085"/>
                    <a:pt x="2203445" y="46355"/>
                    <a:pt x="2202175" y="48260"/>
                  </a:cubicBezTo>
                  <a:cubicBezTo>
                    <a:pt x="2200905" y="50165"/>
                    <a:pt x="2199635" y="52070"/>
                    <a:pt x="2198365" y="54610"/>
                  </a:cubicBezTo>
                  <a:cubicBezTo>
                    <a:pt x="2197730" y="57150"/>
                    <a:pt x="2196460" y="59690"/>
                    <a:pt x="2196460" y="62865"/>
                  </a:cubicBezTo>
                  <a:lnTo>
                    <a:pt x="2232655" y="62865"/>
                  </a:lnTo>
                  <a:cubicBezTo>
                    <a:pt x="2232655" y="62865"/>
                    <a:pt x="2232020" y="57785"/>
                    <a:pt x="2231385" y="55245"/>
                  </a:cubicBezTo>
                  <a:cubicBezTo>
                    <a:pt x="2230750" y="52705"/>
                    <a:pt x="2229480" y="50800"/>
                    <a:pt x="2228210" y="48895"/>
                  </a:cubicBezTo>
                  <a:cubicBezTo>
                    <a:pt x="2226940" y="46990"/>
                    <a:pt x="2225035" y="45720"/>
                    <a:pt x="2222495" y="44450"/>
                  </a:cubicBezTo>
                  <a:cubicBezTo>
                    <a:pt x="2219955" y="43180"/>
                    <a:pt x="2217415" y="43180"/>
                    <a:pt x="2214240" y="43180"/>
                  </a:cubicBezTo>
                  <a:close/>
                  <a:moveTo>
                    <a:pt x="2027551" y="43180"/>
                  </a:moveTo>
                  <a:cubicBezTo>
                    <a:pt x="2025011" y="43180"/>
                    <a:pt x="2022471" y="43180"/>
                    <a:pt x="2020566" y="44450"/>
                  </a:cubicBezTo>
                  <a:cubicBezTo>
                    <a:pt x="2018661" y="45085"/>
                    <a:pt x="2016756" y="46355"/>
                    <a:pt x="2015486" y="48260"/>
                  </a:cubicBezTo>
                  <a:cubicBezTo>
                    <a:pt x="2014216" y="50165"/>
                    <a:pt x="2012946" y="52070"/>
                    <a:pt x="2011676" y="54610"/>
                  </a:cubicBezTo>
                  <a:cubicBezTo>
                    <a:pt x="2011041" y="57150"/>
                    <a:pt x="2010406" y="59690"/>
                    <a:pt x="2009771" y="62865"/>
                  </a:cubicBezTo>
                  <a:lnTo>
                    <a:pt x="2045966" y="62865"/>
                  </a:lnTo>
                  <a:cubicBezTo>
                    <a:pt x="2045966" y="62865"/>
                    <a:pt x="2045331" y="57785"/>
                    <a:pt x="2044696" y="55245"/>
                  </a:cubicBezTo>
                  <a:cubicBezTo>
                    <a:pt x="2044061" y="52705"/>
                    <a:pt x="2042791" y="50800"/>
                    <a:pt x="2041521" y="48895"/>
                  </a:cubicBezTo>
                  <a:cubicBezTo>
                    <a:pt x="2040251" y="46990"/>
                    <a:pt x="2038346" y="45720"/>
                    <a:pt x="2035806" y="44450"/>
                  </a:cubicBezTo>
                  <a:cubicBezTo>
                    <a:pt x="2033266" y="43180"/>
                    <a:pt x="2030726" y="43180"/>
                    <a:pt x="2027551" y="43180"/>
                  </a:cubicBezTo>
                  <a:close/>
                  <a:moveTo>
                    <a:pt x="1949445" y="43180"/>
                  </a:moveTo>
                  <a:cubicBezTo>
                    <a:pt x="1947540" y="43180"/>
                    <a:pt x="1945635" y="43180"/>
                    <a:pt x="1944365" y="43815"/>
                  </a:cubicBezTo>
                  <a:cubicBezTo>
                    <a:pt x="1942460" y="43815"/>
                    <a:pt x="1941190" y="45085"/>
                    <a:pt x="1939285" y="45720"/>
                  </a:cubicBezTo>
                  <a:cubicBezTo>
                    <a:pt x="1938015" y="46355"/>
                    <a:pt x="1936110" y="47625"/>
                    <a:pt x="1934840" y="48895"/>
                  </a:cubicBezTo>
                  <a:cubicBezTo>
                    <a:pt x="1933570" y="50165"/>
                    <a:pt x="1932300" y="51435"/>
                    <a:pt x="1931665" y="52705"/>
                  </a:cubicBezTo>
                  <a:lnTo>
                    <a:pt x="1931665" y="85725"/>
                  </a:lnTo>
                  <a:cubicBezTo>
                    <a:pt x="1931665" y="85725"/>
                    <a:pt x="1933570" y="88265"/>
                    <a:pt x="1934840" y="89535"/>
                  </a:cubicBezTo>
                  <a:cubicBezTo>
                    <a:pt x="1936110" y="90805"/>
                    <a:pt x="1937380" y="92075"/>
                    <a:pt x="1939285" y="92710"/>
                  </a:cubicBezTo>
                  <a:cubicBezTo>
                    <a:pt x="1941190" y="93980"/>
                    <a:pt x="1942460" y="94615"/>
                    <a:pt x="1944365" y="95250"/>
                  </a:cubicBezTo>
                  <a:cubicBezTo>
                    <a:pt x="1946270" y="95250"/>
                    <a:pt x="1948175" y="95885"/>
                    <a:pt x="1950080" y="95885"/>
                  </a:cubicBezTo>
                  <a:cubicBezTo>
                    <a:pt x="1955795" y="95885"/>
                    <a:pt x="1959605" y="93980"/>
                    <a:pt x="1962780" y="89535"/>
                  </a:cubicBezTo>
                  <a:cubicBezTo>
                    <a:pt x="1965955" y="85090"/>
                    <a:pt x="1967225" y="79375"/>
                    <a:pt x="1967225" y="71120"/>
                  </a:cubicBezTo>
                  <a:lnTo>
                    <a:pt x="1966590" y="71755"/>
                  </a:lnTo>
                  <a:cubicBezTo>
                    <a:pt x="1966590" y="62230"/>
                    <a:pt x="1965320" y="54610"/>
                    <a:pt x="1962145" y="50165"/>
                  </a:cubicBezTo>
                  <a:cubicBezTo>
                    <a:pt x="1958970" y="45720"/>
                    <a:pt x="1954525" y="43180"/>
                    <a:pt x="1949445" y="43180"/>
                  </a:cubicBezTo>
                  <a:close/>
                  <a:moveTo>
                    <a:pt x="1829431" y="43180"/>
                  </a:moveTo>
                  <a:cubicBezTo>
                    <a:pt x="1826891" y="43180"/>
                    <a:pt x="1824351" y="43180"/>
                    <a:pt x="1822446" y="44450"/>
                  </a:cubicBezTo>
                  <a:cubicBezTo>
                    <a:pt x="1820541" y="45085"/>
                    <a:pt x="1818636" y="46355"/>
                    <a:pt x="1817366" y="48260"/>
                  </a:cubicBezTo>
                  <a:cubicBezTo>
                    <a:pt x="1816096" y="50165"/>
                    <a:pt x="1814826" y="52070"/>
                    <a:pt x="1813556" y="54610"/>
                  </a:cubicBezTo>
                  <a:cubicBezTo>
                    <a:pt x="1812921" y="57150"/>
                    <a:pt x="1811651" y="59690"/>
                    <a:pt x="1811651" y="62865"/>
                  </a:cubicBezTo>
                  <a:lnTo>
                    <a:pt x="1847846" y="62865"/>
                  </a:lnTo>
                  <a:cubicBezTo>
                    <a:pt x="1847846" y="62865"/>
                    <a:pt x="1847211" y="57785"/>
                    <a:pt x="1846576" y="55245"/>
                  </a:cubicBezTo>
                  <a:cubicBezTo>
                    <a:pt x="1845941" y="52705"/>
                    <a:pt x="1844671" y="50800"/>
                    <a:pt x="1843401" y="48895"/>
                  </a:cubicBezTo>
                  <a:cubicBezTo>
                    <a:pt x="1842131" y="46990"/>
                    <a:pt x="1840226" y="45720"/>
                    <a:pt x="1837686" y="44450"/>
                  </a:cubicBezTo>
                  <a:cubicBezTo>
                    <a:pt x="1835146" y="43180"/>
                    <a:pt x="1832606" y="43180"/>
                    <a:pt x="1829431" y="43180"/>
                  </a:cubicBezTo>
                  <a:close/>
                  <a:moveTo>
                    <a:pt x="1178561" y="43180"/>
                  </a:moveTo>
                  <a:cubicBezTo>
                    <a:pt x="1176021" y="43180"/>
                    <a:pt x="1173481" y="43180"/>
                    <a:pt x="1171576" y="44450"/>
                  </a:cubicBezTo>
                  <a:cubicBezTo>
                    <a:pt x="1169671" y="45085"/>
                    <a:pt x="1167766" y="46355"/>
                    <a:pt x="1166496" y="48260"/>
                  </a:cubicBezTo>
                  <a:cubicBezTo>
                    <a:pt x="1165226" y="50165"/>
                    <a:pt x="1163956" y="52070"/>
                    <a:pt x="1162686" y="54610"/>
                  </a:cubicBezTo>
                  <a:cubicBezTo>
                    <a:pt x="1162051" y="57150"/>
                    <a:pt x="1160781" y="59690"/>
                    <a:pt x="1160781" y="62865"/>
                  </a:cubicBezTo>
                  <a:lnTo>
                    <a:pt x="1196976" y="62865"/>
                  </a:lnTo>
                  <a:cubicBezTo>
                    <a:pt x="1196976" y="62865"/>
                    <a:pt x="1196341" y="57785"/>
                    <a:pt x="1195706" y="55245"/>
                  </a:cubicBezTo>
                  <a:cubicBezTo>
                    <a:pt x="1195071" y="52705"/>
                    <a:pt x="1193801" y="50800"/>
                    <a:pt x="1192531" y="48895"/>
                  </a:cubicBezTo>
                  <a:cubicBezTo>
                    <a:pt x="1191261" y="46990"/>
                    <a:pt x="1189356" y="45720"/>
                    <a:pt x="1186816" y="44450"/>
                  </a:cubicBezTo>
                  <a:cubicBezTo>
                    <a:pt x="1184276" y="43180"/>
                    <a:pt x="1181736" y="43180"/>
                    <a:pt x="1178561" y="43180"/>
                  </a:cubicBezTo>
                  <a:close/>
                  <a:moveTo>
                    <a:pt x="898525" y="43180"/>
                  </a:moveTo>
                  <a:cubicBezTo>
                    <a:pt x="895985" y="43180"/>
                    <a:pt x="893445" y="43180"/>
                    <a:pt x="891540" y="44450"/>
                  </a:cubicBezTo>
                  <a:cubicBezTo>
                    <a:pt x="889635" y="45085"/>
                    <a:pt x="887730" y="46355"/>
                    <a:pt x="886460" y="48260"/>
                  </a:cubicBezTo>
                  <a:cubicBezTo>
                    <a:pt x="885190" y="50165"/>
                    <a:pt x="883920" y="52070"/>
                    <a:pt x="882650" y="54610"/>
                  </a:cubicBezTo>
                  <a:cubicBezTo>
                    <a:pt x="882015" y="57150"/>
                    <a:pt x="881380" y="59690"/>
                    <a:pt x="880745" y="62865"/>
                  </a:cubicBezTo>
                  <a:lnTo>
                    <a:pt x="916940" y="62865"/>
                  </a:lnTo>
                  <a:cubicBezTo>
                    <a:pt x="916940" y="62865"/>
                    <a:pt x="916305" y="57785"/>
                    <a:pt x="915670" y="55245"/>
                  </a:cubicBezTo>
                  <a:cubicBezTo>
                    <a:pt x="915035" y="52705"/>
                    <a:pt x="913765" y="50800"/>
                    <a:pt x="912495" y="48895"/>
                  </a:cubicBezTo>
                  <a:cubicBezTo>
                    <a:pt x="911225" y="46990"/>
                    <a:pt x="909320" y="45720"/>
                    <a:pt x="906780" y="44450"/>
                  </a:cubicBezTo>
                  <a:cubicBezTo>
                    <a:pt x="904240" y="43180"/>
                    <a:pt x="901700" y="43180"/>
                    <a:pt x="898525" y="43180"/>
                  </a:cubicBezTo>
                  <a:close/>
                  <a:moveTo>
                    <a:pt x="584834" y="43180"/>
                  </a:moveTo>
                  <a:cubicBezTo>
                    <a:pt x="582294" y="43180"/>
                    <a:pt x="579754" y="43180"/>
                    <a:pt x="577849" y="44450"/>
                  </a:cubicBezTo>
                  <a:cubicBezTo>
                    <a:pt x="575944" y="45085"/>
                    <a:pt x="574039" y="46355"/>
                    <a:pt x="572769" y="48260"/>
                  </a:cubicBezTo>
                  <a:cubicBezTo>
                    <a:pt x="571499" y="50165"/>
                    <a:pt x="570229" y="52070"/>
                    <a:pt x="568959" y="54610"/>
                  </a:cubicBezTo>
                  <a:cubicBezTo>
                    <a:pt x="568324" y="57150"/>
                    <a:pt x="567689" y="59690"/>
                    <a:pt x="567054" y="62865"/>
                  </a:cubicBezTo>
                  <a:lnTo>
                    <a:pt x="603249" y="62865"/>
                  </a:lnTo>
                  <a:cubicBezTo>
                    <a:pt x="603249" y="62865"/>
                    <a:pt x="602614" y="57785"/>
                    <a:pt x="601979" y="55245"/>
                  </a:cubicBezTo>
                  <a:cubicBezTo>
                    <a:pt x="601344" y="52705"/>
                    <a:pt x="600074" y="50800"/>
                    <a:pt x="598804" y="48895"/>
                  </a:cubicBezTo>
                  <a:cubicBezTo>
                    <a:pt x="597534" y="46990"/>
                    <a:pt x="595629" y="45720"/>
                    <a:pt x="593089" y="44450"/>
                  </a:cubicBezTo>
                  <a:cubicBezTo>
                    <a:pt x="590549" y="43180"/>
                    <a:pt x="588009" y="43180"/>
                    <a:pt x="584834" y="43180"/>
                  </a:cubicBezTo>
                  <a:close/>
                  <a:moveTo>
                    <a:pt x="398145" y="43180"/>
                  </a:moveTo>
                  <a:cubicBezTo>
                    <a:pt x="395605" y="43180"/>
                    <a:pt x="393065" y="43180"/>
                    <a:pt x="391160" y="44450"/>
                  </a:cubicBezTo>
                  <a:cubicBezTo>
                    <a:pt x="389255" y="45085"/>
                    <a:pt x="387350" y="46355"/>
                    <a:pt x="386080" y="48260"/>
                  </a:cubicBezTo>
                  <a:cubicBezTo>
                    <a:pt x="384810" y="50165"/>
                    <a:pt x="383540" y="52070"/>
                    <a:pt x="382270" y="54610"/>
                  </a:cubicBezTo>
                  <a:cubicBezTo>
                    <a:pt x="381635" y="57150"/>
                    <a:pt x="380365" y="59690"/>
                    <a:pt x="380365" y="62865"/>
                  </a:cubicBezTo>
                  <a:lnTo>
                    <a:pt x="416560" y="62865"/>
                  </a:lnTo>
                  <a:cubicBezTo>
                    <a:pt x="416560" y="62865"/>
                    <a:pt x="415925" y="57785"/>
                    <a:pt x="415290" y="55245"/>
                  </a:cubicBezTo>
                  <a:cubicBezTo>
                    <a:pt x="414655" y="52705"/>
                    <a:pt x="413385" y="50800"/>
                    <a:pt x="412115" y="48895"/>
                  </a:cubicBezTo>
                  <a:cubicBezTo>
                    <a:pt x="410845" y="46990"/>
                    <a:pt x="408940" y="45720"/>
                    <a:pt x="406400" y="44450"/>
                  </a:cubicBezTo>
                  <a:cubicBezTo>
                    <a:pt x="403860" y="43180"/>
                    <a:pt x="401320" y="43180"/>
                    <a:pt x="398145" y="43180"/>
                  </a:cubicBezTo>
                  <a:close/>
                  <a:moveTo>
                    <a:pt x="320039" y="43180"/>
                  </a:moveTo>
                  <a:cubicBezTo>
                    <a:pt x="318134" y="43180"/>
                    <a:pt x="316229" y="43180"/>
                    <a:pt x="314959" y="43815"/>
                  </a:cubicBezTo>
                  <a:cubicBezTo>
                    <a:pt x="313054" y="43815"/>
                    <a:pt x="311784" y="45085"/>
                    <a:pt x="309879" y="45720"/>
                  </a:cubicBezTo>
                  <a:cubicBezTo>
                    <a:pt x="308609" y="46355"/>
                    <a:pt x="306704" y="47625"/>
                    <a:pt x="305434" y="48895"/>
                  </a:cubicBezTo>
                  <a:cubicBezTo>
                    <a:pt x="304164" y="50165"/>
                    <a:pt x="302894" y="51435"/>
                    <a:pt x="302259" y="52705"/>
                  </a:cubicBezTo>
                  <a:lnTo>
                    <a:pt x="302259" y="85725"/>
                  </a:lnTo>
                  <a:cubicBezTo>
                    <a:pt x="302259" y="85725"/>
                    <a:pt x="304164" y="88265"/>
                    <a:pt x="305434" y="89535"/>
                  </a:cubicBezTo>
                  <a:cubicBezTo>
                    <a:pt x="306704" y="90805"/>
                    <a:pt x="307974" y="92075"/>
                    <a:pt x="309879" y="92710"/>
                  </a:cubicBezTo>
                  <a:cubicBezTo>
                    <a:pt x="311784" y="93980"/>
                    <a:pt x="313054" y="94615"/>
                    <a:pt x="314959" y="95250"/>
                  </a:cubicBezTo>
                  <a:cubicBezTo>
                    <a:pt x="316864" y="95250"/>
                    <a:pt x="318769" y="95885"/>
                    <a:pt x="320674" y="95885"/>
                  </a:cubicBezTo>
                  <a:cubicBezTo>
                    <a:pt x="326389" y="95885"/>
                    <a:pt x="330199" y="93980"/>
                    <a:pt x="333374" y="89535"/>
                  </a:cubicBezTo>
                  <a:cubicBezTo>
                    <a:pt x="336549" y="85090"/>
                    <a:pt x="337819" y="79375"/>
                    <a:pt x="337819" y="71120"/>
                  </a:cubicBezTo>
                  <a:lnTo>
                    <a:pt x="337184" y="71755"/>
                  </a:lnTo>
                  <a:cubicBezTo>
                    <a:pt x="337184" y="62230"/>
                    <a:pt x="335914" y="54610"/>
                    <a:pt x="332739" y="50165"/>
                  </a:cubicBezTo>
                  <a:cubicBezTo>
                    <a:pt x="329564" y="45720"/>
                    <a:pt x="325119" y="43180"/>
                    <a:pt x="320039" y="43180"/>
                  </a:cubicBezTo>
                  <a:close/>
                  <a:moveTo>
                    <a:pt x="200025" y="43180"/>
                  </a:moveTo>
                  <a:cubicBezTo>
                    <a:pt x="197485" y="43180"/>
                    <a:pt x="194945" y="43180"/>
                    <a:pt x="193040" y="44450"/>
                  </a:cubicBezTo>
                  <a:cubicBezTo>
                    <a:pt x="191135" y="45085"/>
                    <a:pt x="189230" y="46355"/>
                    <a:pt x="187960" y="48260"/>
                  </a:cubicBezTo>
                  <a:cubicBezTo>
                    <a:pt x="186690" y="50165"/>
                    <a:pt x="185420" y="52070"/>
                    <a:pt x="184150" y="54610"/>
                  </a:cubicBezTo>
                  <a:cubicBezTo>
                    <a:pt x="183515" y="57150"/>
                    <a:pt x="182880" y="59690"/>
                    <a:pt x="182245" y="62865"/>
                  </a:cubicBezTo>
                  <a:lnTo>
                    <a:pt x="218440" y="62865"/>
                  </a:lnTo>
                  <a:cubicBezTo>
                    <a:pt x="218440" y="62865"/>
                    <a:pt x="217805" y="57785"/>
                    <a:pt x="217170" y="55245"/>
                  </a:cubicBezTo>
                  <a:cubicBezTo>
                    <a:pt x="216535" y="52705"/>
                    <a:pt x="215265" y="50800"/>
                    <a:pt x="213995" y="48895"/>
                  </a:cubicBezTo>
                  <a:cubicBezTo>
                    <a:pt x="212725" y="46990"/>
                    <a:pt x="210820" y="45720"/>
                    <a:pt x="208280" y="44450"/>
                  </a:cubicBezTo>
                  <a:cubicBezTo>
                    <a:pt x="205740" y="43180"/>
                    <a:pt x="203200" y="43180"/>
                    <a:pt x="200025" y="43180"/>
                  </a:cubicBezTo>
                  <a:close/>
                  <a:moveTo>
                    <a:pt x="4439281" y="43179"/>
                  </a:moveTo>
                  <a:cubicBezTo>
                    <a:pt x="4433566" y="43179"/>
                    <a:pt x="4429756" y="45084"/>
                    <a:pt x="4426581" y="49529"/>
                  </a:cubicBezTo>
                  <a:cubicBezTo>
                    <a:pt x="4423406" y="53974"/>
                    <a:pt x="4422136" y="59689"/>
                    <a:pt x="4422136" y="67944"/>
                  </a:cubicBezTo>
                  <a:cubicBezTo>
                    <a:pt x="4422136" y="73024"/>
                    <a:pt x="4422136" y="76834"/>
                    <a:pt x="4423406" y="80644"/>
                  </a:cubicBezTo>
                  <a:cubicBezTo>
                    <a:pt x="4424041" y="84454"/>
                    <a:pt x="4425311" y="86994"/>
                    <a:pt x="4426581" y="89534"/>
                  </a:cubicBezTo>
                  <a:cubicBezTo>
                    <a:pt x="4427851" y="92074"/>
                    <a:pt x="4429756" y="93344"/>
                    <a:pt x="4432296" y="94614"/>
                  </a:cubicBezTo>
                  <a:cubicBezTo>
                    <a:pt x="4434201" y="95884"/>
                    <a:pt x="4436741" y="96519"/>
                    <a:pt x="4439916" y="96519"/>
                  </a:cubicBezTo>
                  <a:cubicBezTo>
                    <a:pt x="4441821" y="96519"/>
                    <a:pt x="4443726" y="96519"/>
                    <a:pt x="4444996" y="95884"/>
                  </a:cubicBezTo>
                  <a:cubicBezTo>
                    <a:pt x="4446901" y="95884"/>
                    <a:pt x="4448171" y="94614"/>
                    <a:pt x="4450076" y="93344"/>
                  </a:cubicBezTo>
                  <a:cubicBezTo>
                    <a:pt x="4451346" y="92709"/>
                    <a:pt x="4453251" y="91439"/>
                    <a:pt x="4454521" y="90169"/>
                  </a:cubicBezTo>
                  <a:cubicBezTo>
                    <a:pt x="4455791" y="88899"/>
                    <a:pt x="4457061" y="87629"/>
                    <a:pt x="4457696" y="86359"/>
                  </a:cubicBezTo>
                  <a:lnTo>
                    <a:pt x="4457696" y="53339"/>
                  </a:lnTo>
                  <a:cubicBezTo>
                    <a:pt x="4457696" y="53339"/>
                    <a:pt x="4455791" y="50799"/>
                    <a:pt x="4454521" y="49529"/>
                  </a:cubicBezTo>
                  <a:cubicBezTo>
                    <a:pt x="4453251" y="48259"/>
                    <a:pt x="4451981" y="46989"/>
                    <a:pt x="4450076" y="46354"/>
                  </a:cubicBezTo>
                  <a:cubicBezTo>
                    <a:pt x="4448806" y="45084"/>
                    <a:pt x="4446901" y="44449"/>
                    <a:pt x="4444996" y="43814"/>
                  </a:cubicBezTo>
                  <a:cubicBezTo>
                    <a:pt x="4443091" y="43814"/>
                    <a:pt x="4441186" y="43179"/>
                    <a:pt x="4439281" y="43179"/>
                  </a:cubicBezTo>
                  <a:close/>
                  <a:moveTo>
                    <a:pt x="1014731" y="43179"/>
                  </a:moveTo>
                  <a:cubicBezTo>
                    <a:pt x="1009016" y="43179"/>
                    <a:pt x="1005206" y="45084"/>
                    <a:pt x="1002032" y="49529"/>
                  </a:cubicBezTo>
                  <a:cubicBezTo>
                    <a:pt x="998856" y="53974"/>
                    <a:pt x="997587" y="59689"/>
                    <a:pt x="997587" y="67944"/>
                  </a:cubicBezTo>
                  <a:cubicBezTo>
                    <a:pt x="997587" y="77469"/>
                    <a:pt x="998856" y="84454"/>
                    <a:pt x="1002032" y="88899"/>
                  </a:cubicBezTo>
                  <a:cubicBezTo>
                    <a:pt x="1005206" y="93979"/>
                    <a:pt x="1009016" y="95884"/>
                    <a:pt x="1015367" y="95884"/>
                  </a:cubicBezTo>
                  <a:cubicBezTo>
                    <a:pt x="1018541" y="95884"/>
                    <a:pt x="1022352" y="95249"/>
                    <a:pt x="1024891" y="93344"/>
                  </a:cubicBezTo>
                  <a:cubicBezTo>
                    <a:pt x="1028067" y="91439"/>
                    <a:pt x="1030607" y="88899"/>
                    <a:pt x="1033147" y="86359"/>
                  </a:cubicBezTo>
                  <a:lnTo>
                    <a:pt x="1033147" y="53339"/>
                  </a:lnTo>
                  <a:cubicBezTo>
                    <a:pt x="1033147" y="53339"/>
                    <a:pt x="1031242" y="50799"/>
                    <a:pt x="1029971" y="49529"/>
                  </a:cubicBezTo>
                  <a:cubicBezTo>
                    <a:pt x="1028702" y="48259"/>
                    <a:pt x="1027431" y="46989"/>
                    <a:pt x="1025526" y="46354"/>
                  </a:cubicBezTo>
                  <a:cubicBezTo>
                    <a:pt x="1023621" y="45084"/>
                    <a:pt x="1022352" y="44449"/>
                    <a:pt x="1020446" y="43814"/>
                  </a:cubicBezTo>
                  <a:cubicBezTo>
                    <a:pt x="1018541" y="43179"/>
                    <a:pt x="1016636" y="43179"/>
                    <a:pt x="1014731" y="43179"/>
                  </a:cubicBezTo>
                  <a:close/>
                  <a:moveTo>
                    <a:pt x="4524370" y="31114"/>
                  </a:moveTo>
                  <a:lnTo>
                    <a:pt x="4538975" y="31114"/>
                  </a:lnTo>
                  <a:lnTo>
                    <a:pt x="4552310" y="84454"/>
                  </a:lnTo>
                  <a:lnTo>
                    <a:pt x="4566915" y="31114"/>
                  </a:lnTo>
                  <a:lnTo>
                    <a:pt x="4579615" y="31114"/>
                  </a:lnTo>
                  <a:lnTo>
                    <a:pt x="4594220" y="84454"/>
                  </a:lnTo>
                  <a:lnTo>
                    <a:pt x="4606920" y="31114"/>
                  </a:lnTo>
                  <a:lnTo>
                    <a:pt x="4622160" y="31114"/>
                  </a:lnTo>
                  <a:lnTo>
                    <a:pt x="4600570" y="108584"/>
                  </a:lnTo>
                  <a:lnTo>
                    <a:pt x="4587235" y="108584"/>
                  </a:lnTo>
                  <a:lnTo>
                    <a:pt x="4572630" y="54609"/>
                  </a:lnTo>
                  <a:lnTo>
                    <a:pt x="4558660" y="108584"/>
                  </a:lnTo>
                  <a:lnTo>
                    <a:pt x="4545325" y="108584"/>
                  </a:lnTo>
                  <a:close/>
                  <a:moveTo>
                    <a:pt x="4123686" y="31114"/>
                  </a:moveTo>
                  <a:lnTo>
                    <a:pt x="4138926" y="31114"/>
                  </a:lnTo>
                  <a:lnTo>
                    <a:pt x="4152261" y="84454"/>
                  </a:lnTo>
                  <a:lnTo>
                    <a:pt x="4166866" y="31114"/>
                  </a:lnTo>
                  <a:lnTo>
                    <a:pt x="4178931" y="31114"/>
                  </a:lnTo>
                  <a:lnTo>
                    <a:pt x="4193536" y="84454"/>
                  </a:lnTo>
                  <a:lnTo>
                    <a:pt x="4206871" y="31114"/>
                  </a:lnTo>
                  <a:lnTo>
                    <a:pt x="4222111" y="31114"/>
                  </a:lnTo>
                  <a:lnTo>
                    <a:pt x="4200521" y="108584"/>
                  </a:lnTo>
                  <a:lnTo>
                    <a:pt x="4187186" y="108584"/>
                  </a:lnTo>
                  <a:lnTo>
                    <a:pt x="4172581" y="54609"/>
                  </a:lnTo>
                  <a:lnTo>
                    <a:pt x="4157976" y="108584"/>
                  </a:lnTo>
                  <a:lnTo>
                    <a:pt x="4145276" y="108584"/>
                  </a:lnTo>
                  <a:close/>
                  <a:moveTo>
                    <a:pt x="2837811" y="31114"/>
                  </a:moveTo>
                  <a:lnTo>
                    <a:pt x="2852416" y="31114"/>
                  </a:lnTo>
                  <a:lnTo>
                    <a:pt x="2865751" y="84454"/>
                  </a:lnTo>
                  <a:lnTo>
                    <a:pt x="2880356" y="31114"/>
                  </a:lnTo>
                  <a:lnTo>
                    <a:pt x="2893056" y="31114"/>
                  </a:lnTo>
                  <a:lnTo>
                    <a:pt x="2907661" y="84454"/>
                  </a:lnTo>
                  <a:lnTo>
                    <a:pt x="2920361" y="31114"/>
                  </a:lnTo>
                  <a:lnTo>
                    <a:pt x="2935601" y="31114"/>
                  </a:lnTo>
                  <a:lnTo>
                    <a:pt x="2914011" y="108584"/>
                  </a:lnTo>
                  <a:lnTo>
                    <a:pt x="2900676" y="108584"/>
                  </a:lnTo>
                  <a:lnTo>
                    <a:pt x="2886706" y="54609"/>
                  </a:lnTo>
                  <a:lnTo>
                    <a:pt x="2872101" y="108584"/>
                  </a:lnTo>
                  <a:lnTo>
                    <a:pt x="2858766" y="108584"/>
                  </a:lnTo>
                  <a:close/>
                  <a:moveTo>
                    <a:pt x="1354455" y="31114"/>
                  </a:moveTo>
                  <a:lnTo>
                    <a:pt x="1369695" y="31114"/>
                  </a:lnTo>
                  <a:lnTo>
                    <a:pt x="1369695" y="109219"/>
                  </a:lnTo>
                  <a:lnTo>
                    <a:pt x="1354455" y="109219"/>
                  </a:lnTo>
                  <a:close/>
                  <a:moveTo>
                    <a:pt x="2646040" y="29844"/>
                  </a:moveTo>
                  <a:cubicBezTo>
                    <a:pt x="2650485" y="29844"/>
                    <a:pt x="2654295" y="29844"/>
                    <a:pt x="2658105" y="31749"/>
                  </a:cubicBezTo>
                  <a:cubicBezTo>
                    <a:pt x="2661915" y="33019"/>
                    <a:pt x="2665090" y="34289"/>
                    <a:pt x="2667630" y="36829"/>
                  </a:cubicBezTo>
                  <a:cubicBezTo>
                    <a:pt x="2670170" y="38734"/>
                    <a:pt x="2672075" y="41909"/>
                    <a:pt x="2673345" y="45084"/>
                  </a:cubicBezTo>
                  <a:cubicBezTo>
                    <a:pt x="2674615" y="48259"/>
                    <a:pt x="2675250" y="52069"/>
                    <a:pt x="2675250" y="56514"/>
                  </a:cubicBezTo>
                  <a:lnTo>
                    <a:pt x="2675250" y="109854"/>
                  </a:lnTo>
                  <a:lnTo>
                    <a:pt x="2660010" y="109854"/>
                  </a:lnTo>
                  <a:lnTo>
                    <a:pt x="2660010" y="108584"/>
                  </a:lnTo>
                  <a:lnTo>
                    <a:pt x="2660010" y="100964"/>
                  </a:lnTo>
                  <a:cubicBezTo>
                    <a:pt x="2660010" y="100964"/>
                    <a:pt x="2656200" y="104139"/>
                    <a:pt x="2654930" y="104774"/>
                  </a:cubicBezTo>
                  <a:cubicBezTo>
                    <a:pt x="2653660" y="105409"/>
                    <a:pt x="2652390" y="106679"/>
                    <a:pt x="2651120" y="107314"/>
                  </a:cubicBezTo>
                  <a:cubicBezTo>
                    <a:pt x="2649850" y="107949"/>
                    <a:pt x="2647945" y="108584"/>
                    <a:pt x="2646040" y="109219"/>
                  </a:cubicBezTo>
                  <a:cubicBezTo>
                    <a:pt x="2644135" y="109219"/>
                    <a:pt x="2641595" y="109854"/>
                    <a:pt x="2639055" y="109854"/>
                  </a:cubicBezTo>
                  <a:cubicBezTo>
                    <a:pt x="2635880" y="109854"/>
                    <a:pt x="2632705" y="109854"/>
                    <a:pt x="2629530" y="108584"/>
                  </a:cubicBezTo>
                  <a:cubicBezTo>
                    <a:pt x="2626355" y="107949"/>
                    <a:pt x="2623180" y="106044"/>
                    <a:pt x="2620640" y="104139"/>
                  </a:cubicBezTo>
                  <a:cubicBezTo>
                    <a:pt x="2618100" y="102234"/>
                    <a:pt x="2616195" y="99059"/>
                    <a:pt x="2614290" y="95884"/>
                  </a:cubicBezTo>
                  <a:cubicBezTo>
                    <a:pt x="2612385" y="92709"/>
                    <a:pt x="2611750" y="88264"/>
                    <a:pt x="2611750" y="83819"/>
                  </a:cubicBezTo>
                  <a:cubicBezTo>
                    <a:pt x="2611750" y="79374"/>
                    <a:pt x="2612385" y="75564"/>
                    <a:pt x="2614290" y="72389"/>
                  </a:cubicBezTo>
                  <a:cubicBezTo>
                    <a:pt x="2615560" y="69214"/>
                    <a:pt x="2618100" y="66674"/>
                    <a:pt x="2620640" y="64769"/>
                  </a:cubicBezTo>
                  <a:cubicBezTo>
                    <a:pt x="2623180" y="62864"/>
                    <a:pt x="2626990" y="60959"/>
                    <a:pt x="2630800" y="60324"/>
                  </a:cubicBezTo>
                  <a:cubicBezTo>
                    <a:pt x="2634610" y="59054"/>
                    <a:pt x="2638420" y="59054"/>
                    <a:pt x="2642865" y="59054"/>
                  </a:cubicBezTo>
                  <a:cubicBezTo>
                    <a:pt x="2646675" y="59054"/>
                    <a:pt x="2650485" y="59054"/>
                    <a:pt x="2653025" y="59689"/>
                  </a:cubicBezTo>
                  <a:cubicBezTo>
                    <a:pt x="2655565" y="59689"/>
                    <a:pt x="2658105" y="60959"/>
                    <a:pt x="2660010" y="61594"/>
                  </a:cubicBezTo>
                  <a:lnTo>
                    <a:pt x="2660010" y="55879"/>
                  </a:lnTo>
                  <a:cubicBezTo>
                    <a:pt x="2660010" y="51434"/>
                    <a:pt x="2658740" y="48259"/>
                    <a:pt x="2656200" y="46354"/>
                  </a:cubicBezTo>
                  <a:cubicBezTo>
                    <a:pt x="2653660" y="43814"/>
                    <a:pt x="2649850" y="43179"/>
                    <a:pt x="2645405" y="43179"/>
                  </a:cubicBezTo>
                  <a:cubicBezTo>
                    <a:pt x="2641595" y="43179"/>
                    <a:pt x="2637785" y="43179"/>
                    <a:pt x="2634610" y="44449"/>
                  </a:cubicBezTo>
                  <a:cubicBezTo>
                    <a:pt x="2631435" y="45084"/>
                    <a:pt x="2628260" y="46354"/>
                    <a:pt x="2625085" y="48259"/>
                  </a:cubicBezTo>
                  <a:lnTo>
                    <a:pt x="2619370" y="36829"/>
                  </a:lnTo>
                  <a:cubicBezTo>
                    <a:pt x="2623180" y="34289"/>
                    <a:pt x="2626990" y="33019"/>
                    <a:pt x="2631435" y="31749"/>
                  </a:cubicBezTo>
                  <a:cubicBezTo>
                    <a:pt x="2635880" y="30479"/>
                    <a:pt x="2640325" y="29844"/>
                    <a:pt x="2646040" y="29844"/>
                  </a:cubicBezTo>
                  <a:close/>
                  <a:moveTo>
                    <a:pt x="1114426" y="29844"/>
                  </a:moveTo>
                  <a:lnTo>
                    <a:pt x="1129666" y="29844"/>
                  </a:lnTo>
                  <a:lnTo>
                    <a:pt x="1129666" y="107949"/>
                  </a:lnTo>
                  <a:lnTo>
                    <a:pt x="1114426" y="107949"/>
                  </a:lnTo>
                  <a:lnTo>
                    <a:pt x="1114426" y="100964"/>
                  </a:lnTo>
                  <a:cubicBezTo>
                    <a:pt x="1114426" y="100964"/>
                    <a:pt x="1109981" y="106044"/>
                    <a:pt x="1106171" y="107314"/>
                  </a:cubicBezTo>
                  <a:cubicBezTo>
                    <a:pt x="1102996" y="109219"/>
                    <a:pt x="1098551" y="109854"/>
                    <a:pt x="1094741" y="109854"/>
                  </a:cubicBezTo>
                  <a:cubicBezTo>
                    <a:pt x="1085851" y="109854"/>
                    <a:pt x="1078866" y="106679"/>
                    <a:pt x="1073786" y="100964"/>
                  </a:cubicBezTo>
                  <a:cubicBezTo>
                    <a:pt x="1069341" y="95249"/>
                    <a:pt x="1066800" y="86359"/>
                    <a:pt x="1066800" y="74929"/>
                  </a:cubicBezTo>
                  <a:lnTo>
                    <a:pt x="1066800" y="30479"/>
                  </a:lnTo>
                  <a:lnTo>
                    <a:pt x="1082040" y="30479"/>
                  </a:lnTo>
                  <a:lnTo>
                    <a:pt x="1082040" y="74294"/>
                  </a:lnTo>
                  <a:cubicBezTo>
                    <a:pt x="1082040" y="81279"/>
                    <a:pt x="1083311" y="86994"/>
                    <a:pt x="1085851" y="90169"/>
                  </a:cubicBezTo>
                  <a:cubicBezTo>
                    <a:pt x="1088390" y="93979"/>
                    <a:pt x="1092201" y="95249"/>
                    <a:pt x="1097916" y="95249"/>
                  </a:cubicBezTo>
                  <a:cubicBezTo>
                    <a:pt x="1102996" y="95249"/>
                    <a:pt x="1106806" y="93344"/>
                    <a:pt x="1109981" y="90169"/>
                  </a:cubicBezTo>
                  <a:cubicBezTo>
                    <a:pt x="1112521" y="86994"/>
                    <a:pt x="1114426" y="81914"/>
                    <a:pt x="1114426" y="75564"/>
                  </a:cubicBezTo>
                  <a:close/>
                  <a:moveTo>
                    <a:pt x="1011556" y="29844"/>
                  </a:moveTo>
                  <a:cubicBezTo>
                    <a:pt x="1013461" y="29844"/>
                    <a:pt x="1015367" y="29844"/>
                    <a:pt x="1017272" y="30479"/>
                  </a:cubicBezTo>
                  <a:cubicBezTo>
                    <a:pt x="1019176" y="30479"/>
                    <a:pt x="1021081" y="31749"/>
                    <a:pt x="1022352" y="32384"/>
                  </a:cubicBezTo>
                  <a:cubicBezTo>
                    <a:pt x="1024257" y="33019"/>
                    <a:pt x="1025526" y="34289"/>
                    <a:pt x="1026797" y="35559"/>
                  </a:cubicBezTo>
                  <a:cubicBezTo>
                    <a:pt x="1028067" y="36829"/>
                    <a:pt x="1029336" y="37464"/>
                    <a:pt x="1030607" y="38734"/>
                  </a:cubicBezTo>
                  <a:lnTo>
                    <a:pt x="1030607" y="31749"/>
                  </a:lnTo>
                  <a:lnTo>
                    <a:pt x="1045847" y="31749"/>
                  </a:lnTo>
                  <a:lnTo>
                    <a:pt x="1045847" y="130809"/>
                  </a:lnTo>
                  <a:lnTo>
                    <a:pt x="1032512" y="137477"/>
                  </a:lnTo>
                  <a:lnTo>
                    <a:pt x="1032512" y="101599"/>
                  </a:lnTo>
                  <a:cubicBezTo>
                    <a:pt x="1032512" y="101599"/>
                    <a:pt x="1026797" y="106679"/>
                    <a:pt x="1022986" y="107949"/>
                  </a:cubicBezTo>
                  <a:cubicBezTo>
                    <a:pt x="1019812" y="109854"/>
                    <a:pt x="1016001" y="110489"/>
                    <a:pt x="1011556" y="110489"/>
                  </a:cubicBezTo>
                  <a:cubicBezTo>
                    <a:pt x="1007111" y="110489"/>
                    <a:pt x="1003301" y="109854"/>
                    <a:pt x="999491" y="107949"/>
                  </a:cubicBezTo>
                  <a:cubicBezTo>
                    <a:pt x="995681" y="106679"/>
                    <a:pt x="992506" y="104139"/>
                    <a:pt x="989966" y="100329"/>
                  </a:cubicBezTo>
                  <a:cubicBezTo>
                    <a:pt x="987426" y="97154"/>
                    <a:pt x="984886" y="92709"/>
                    <a:pt x="983616" y="87629"/>
                  </a:cubicBezTo>
                  <a:cubicBezTo>
                    <a:pt x="982346" y="82549"/>
                    <a:pt x="981076" y="76199"/>
                    <a:pt x="981076" y="68579"/>
                  </a:cubicBezTo>
                  <a:cubicBezTo>
                    <a:pt x="981076" y="61594"/>
                    <a:pt x="981711" y="55879"/>
                    <a:pt x="983616" y="51434"/>
                  </a:cubicBezTo>
                  <a:cubicBezTo>
                    <a:pt x="985521" y="46354"/>
                    <a:pt x="987426" y="42544"/>
                    <a:pt x="990601" y="39369"/>
                  </a:cubicBezTo>
                  <a:cubicBezTo>
                    <a:pt x="993142" y="36194"/>
                    <a:pt x="996951" y="33654"/>
                    <a:pt x="1000126" y="32384"/>
                  </a:cubicBezTo>
                  <a:cubicBezTo>
                    <a:pt x="1003937" y="31114"/>
                    <a:pt x="1007746" y="29844"/>
                    <a:pt x="1011556" y="29844"/>
                  </a:cubicBezTo>
                  <a:close/>
                  <a:moveTo>
                    <a:pt x="4871716" y="29210"/>
                  </a:moveTo>
                  <a:cubicBezTo>
                    <a:pt x="4876796" y="29210"/>
                    <a:pt x="4881241" y="29845"/>
                    <a:pt x="4885686" y="31750"/>
                  </a:cubicBezTo>
                  <a:cubicBezTo>
                    <a:pt x="4890131" y="33655"/>
                    <a:pt x="4894576" y="35560"/>
                    <a:pt x="4897751" y="38100"/>
                  </a:cubicBezTo>
                  <a:lnTo>
                    <a:pt x="4899021" y="38100"/>
                  </a:lnTo>
                  <a:lnTo>
                    <a:pt x="4892036" y="50165"/>
                  </a:lnTo>
                  <a:cubicBezTo>
                    <a:pt x="4888861" y="47625"/>
                    <a:pt x="4885686" y="46355"/>
                    <a:pt x="4882511" y="45085"/>
                  </a:cubicBezTo>
                  <a:cubicBezTo>
                    <a:pt x="4879336" y="43815"/>
                    <a:pt x="4875526" y="43180"/>
                    <a:pt x="4872351" y="43180"/>
                  </a:cubicBezTo>
                  <a:cubicBezTo>
                    <a:pt x="4869176" y="43180"/>
                    <a:pt x="4866001" y="43815"/>
                    <a:pt x="4864096" y="45085"/>
                  </a:cubicBezTo>
                  <a:cubicBezTo>
                    <a:pt x="4862191" y="46355"/>
                    <a:pt x="4861556" y="48260"/>
                    <a:pt x="4861556" y="50165"/>
                  </a:cubicBezTo>
                  <a:cubicBezTo>
                    <a:pt x="4861556" y="51435"/>
                    <a:pt x="4861556" y="52070"/>
                    <a:pt x="4861556" y="52705"/>
                  </a:cubicBezTo>
                  <a:cubicBezTo>
                    <a:pt x="4861556" y="53340"/>
                    <a:pt x="4862826" y="54610"/>
                    <a:pt x="4863461" y="55245"/>
                  </a:cubicBezTo>
                  <a:cubicBezTo>
                    <a:pt x="4864731" y="55880"/>
                    <a:pt x="4866001" y="57150"/>
                    <a:pt x="4867906" y="57785"/>
                  </a:cubicBezTo>
                  <a:cubicBezTo>
                    <a:pt x="4869811" y="59055"/>
                    <a:pt x="4872351" y="59690"/>
                    <a:pt x="4874891" y="60960"/>
                  </a:cubicBezTo>
                  <a:cubicBezTo>
                    <a:pt x="4879336" y="62865"/>
                    <a:pt x="4883146" y="64135"/>
                    <a:pt x="4886321" y="66040"/>
                  </a:cubicBezTo>
                  <a:cubicBezTo>
                    <a:pt x="4889496" y="67310"/>
                    <a:pt x="4892036" y="69215"/>
                    <a:pt x="4894576" y="71120"/>
                  </a:cubicBezTo>
                  <a:cubicBezTo>
                    <a:pt x="4896481" y="73025"/>
                    <a:pt x="4898386" y="75565"/>
                    <a:pt x="4899656" y="78105"/>
                  </a:cubicBezTo>
                  <a:cubicBezTo>
                    <a:pt x="4900926" y="80645"/>
                    <a:pt x="4901561" y="83820"/>
                    <a:pt x="4901561" y="87630"/>
                  </a:cubicBezTo>
                  <a:cubicBezTo>
                    <a:pt x="4901561" y="92075"/>
                    <a:pt x="4900926" y="95250"/>
                    <a:pt x="4899021" y="98425"/>
                  </a:cubicBezTo>
                  <a:cubicBezTo>
                    <a:pt x="4897116" y="101600"/>
                    <a:pt x="4895211" y="103505"/>
                    <a:pt x="4892671" y="105410"/>
                  </a:cubicBezTo>
                  <a:cubicBezTo>
                    <a:pt x="4890131" y="107315"/>
                    <a:pt x="4886956" y="108585"/>
                    <a:pt x="4883146" y="109220"/>
                  </a:cubicBezTo>
                  <a:cubicBezTo>
                    <a:pt x="4879336" y="109855"/>
                    <a:pt x="4876161" y="110490"/>
                    <a:pt x="4872351" y="110490"/>
                  </a:cubicBezTo>
                  <a:cubicBezTo>
                    <a:pt x="4867271" y="110490"/>
                    <a:pt x="4862191" y="109855"/>
                    <a:pt x="4857111" y="107950"/>
                  </a:cubicBezTo>
                  <a:cubicBezTo>
                    <a:pt x="4851396" y="106045"/>
                    <a:pt x="4846951" y="103505"/>
                    <a:pt x="4842506" y="100965"/>
                  </a:cubicBezTo>
                  <a:lnTo>
                    <a:pt x="4849491" y="89535"/>
                  </a:lnTo>
                  <a:cubicBezTo>
                    <a:pt x="4853301" y="92075"/>
                    <a:pt x="4857111" y="93980"/>
                    <a:pt x="4860921" y="95250"/>
                  </a:cubicBezTo>
                  <a:cubicBezTo>
                    <a:pt x="4864731" y="96520"/>
                    <a:pt x="4868541" y="97155"/>
                    <a:pt x="4872351" y="97155"/>
                  </a:cubicBezTo>
                  <a:cubicBezTo>
                    <a:pt x="4877431" y="97155"/>
                    <a:pt x="4880606" y="96520"/>
                    <a:pt x="4883146" y="94615"/>
                  </a:cubicBezTo>
                  <a:cubicBezTo>
                    <a:pt x="4885686" y="93345"/>
                    <a:pt x="4886321" y="90805"/>
                    <a:pt x="4886321" y="88265"/>
                  </a:cubicBezTo>
                  <a:cubicBezTo>
                    <a:pt x="4886321" y="86995"/>
                    <a:pt x="4886321" y="85725"/>
                    <a:pt x="4885051" y="84455"/>
                  </a:cubicBezTo>
                  <a:cubicBezTo>
                    <a:pt x="4884416" y="83185"/>
                    <a:pt x="4883146" y="82550"/>
                    <a:pt x="4881241" y="81280"/>
                  </a:cubicBezTo>
                  <a:cubicBezTo>
                    <a:pt x="4879971" y="80010"/>
                    <a:pt x="4878066" y="79375"/>
                    <a:pt x="4875526" y="78105"/>
                  </a:cubicBezTo>
                  <a:cubicBezTo>
                    <a:pt x="4872986" y="77470"/>
                    <a:pt x="4871081" y="76200"/>
                    <a:pt x="4867906" y="74930"/>
                  </a:cubicBezTo>
                  <a:cubicBezTo>
                    <a:pt x="4863461" y="73025"/>
                    <a:pt x="4860286" y="71755"/>
                    <a:pt x="4857111" y="69850"/>
                  </a:cubicBezTo>
                  <a:cubicBezTo>
                    <a:pt x="4853936" y="67945"/>
                    <a:pt x="4852031" y="66675"/>
                    <a:pt x="4850126" y="64770"/>
                  </a:cubicBezTo>
                  <a:cubicBezTo>
                    <a:pt x="4848221" y="62865"/>
                    <a:pt x="4846951" y="60960"/>
                    <a:pt x="4846316" y="58420"/>
                  </a:cubicBezTo>
                  <a:cubicBezTo>
                    <a:pt x="4845681" y="55880"/>
                    <a:pt x="4845046" y="53340"/>
                    <a:pt x="4845046" y="50165"/>
                  </a:cubicBezTo>
                  <a:cubicBezTo>
                    <a:pt x="4845046" y="46990"/>
                    <a:pt x="4845681" y="43815"/>
                    <a:pt x="4846951" y="40640"/>
                  </a:cubicBezTo>
                  <a:cubicBezTo>
                    <a:pt x="4848221" y="38100"/>
                    <a:pt x="4850126" y="35560"/>
                    <a:pt x="4852666" y="34290"/>
                  </a:cubicBezTo>
                  <a:cubicBezTo>
                    <a:pt x="4855206" y="32385"/>
                    <a:pt x="4857746" y="31115"/>
                    <a:pt x="4860921" y="30480"/>
                  </a:cubicBezTo>
                  <a:cubicBezTo>
                    <a:pt x="4864096" y="29845"/>
                    <a:pt x="4867906" y="29210"/>
                    <a:pt x="4871716" y="29210"/>
                  </a:cubicBezTo>
                  <a:close/>
                  <a:moveTo>
                    <a:pt x="4749796" y="29210"/>
                  </a:moveTo>
                  <a:cubicBezTo>
                    <a:pt x="4752971" y="29210"/>
                    <a:pt x="4755511" y="29210"/>
                    <a:pt x="4757416" y="29845"/>
                  </a:cubicBezTo>
                  <a:cubicBezTo>
                    <a:pt x="4759321" y="30480"/>
                    <a:pt x="4761226" y="31115"/>
                    <a:pt x="4763131" y="32385"/>
                  </a:cubicBezTo>
                  <a:lnTo>
                    <a:pt x="4759321" y="46990"/>
                  </a:lnTo>
                  <a:lnTo>
                    <a:pt x="4758051" y="46990"/>
                  </a:lnTo>
                  <a:cubicBezTo>
                    <a:pt x="4758051" y="46990"/>
                    <a:pt x="4754876" y="45085"/>
                    <a:pt x="4752971" y="45085"/>
                  </a:cubicBezTo>
                  <a:cubicBezTo>
                    <a:pt x="4751066" y="45085"/>
                    <a:pt x="4749161" y="44450"/>
                    <a:pt x="4746621" y="44450"/>
                  </a:cubicBezTo>
                  <a:cubicBezTo>
                    <a:pt x="4741541" y="44450"/>
                    <a:pt x="4737731" y="46355"/>
                    <a:pt x="4735191" y="49530"/>
                  </a:cubicBezTo>
                  <a:cubicBezTo>
                    <a:pt x="4732651" y="52705"/>
                    <a:pt x="4731381" y="57785"/>
                    <a:pt x="4731381" y="64770"/>
                  </a:cubicBezTo>
                  <a:lnTo>
                    <a:pt x="4731381" y="109220"/>
                  </a:lnTo>
                  <a:lnTo>
                    <a:pt x="4716141" y="109220"/>
                  </a:lnTo>
                  <a:lnTo>
                    <a:pt x="4716141" y="31115"/>
                  </a:lnTo>
                  <a:lnTo>
                    <a:pt x="4731381" y="31115"/>
                  </a:lnTo>
                  <a:lnTo>
                    <a:pt x="4731381" y="38735"/>
                  </a:lnTo>
                  <a:cubicBezTo>
                    <a:pt x="4731381" y="38735"/>
                    <a:pt x="4733286" y="36195"/>
                    <a:pt x="4734556" y="34925"/>
                  </a:cubicBezTo>
                  <a:cubicBezTo>
                    <a:pt x="4735826" y="33655"/>
                    <a:pt x="4737096" y="33020"/>
                    <a:pt x="4739001" y="31750"/>
                  </a:cubicBezTo>
                  <a:cubicBezTo>
                    <a:pt x="4740271" y="31115"/>
                    <a:pt x="4742176" y="30480"/>
                    <a:pt x="4744081" y="29845"/>
                  </a:cubicBezTo>
                  <a:cubicBezTo>
                    <a:pt x="4745986" y="29845"/>
                    <a:pt x="4747891" y="29210"/>
                    <a:pt x="4749796" y="29210"/>
                  </a:cubicBezTo>
                  <a:close/>
                  <a:moveTo>
                    <a:pt x="4349110" y="29210"/>
                  </a:moveTo>
                  <a:cubicBezTo>
                    <a:pt x="4352285" y="29210"/>
                    <a:pt x="4354825" y="29210"/>
                    <a:pt x="4356730" y="29845"/>
                  </a:cubicBezTo>
                  <a:cubicBezTo>
                    <a:pt x="4358635" y="29845"/>
                    <a:pt x="4360540" y="31115"/>
                    <a:pt x="4362445" y="32385"/>
                  </a:cubicBezTo>
                  <a:lnTo>
                    <a:pt x="4358635" y="46990"/>
                  </a:lnTo>
                  <a:lnTo>
                    <a:pt x="4357365" y="46990"/>
                  </a:lnTo>
                  <a:cubicBezTo>
                    <a:pt x="4357365" y="46990"/>
                    <a:pt x="4354190" y="45085"/>
                    <a:pt x="4352285" y="45085"/>
                  </a:cubicBezTo>
                  <a:cubicBezTo>
                    <a:pt x="4350380" y="45085"/>
                    <a:pt x="4348475" y="44450"/>
                    <a:pt x="4345935" y="44450"/>
                  </a:cubicBezTo>
                  <a:cubicBezTo>
                    <a:pt x="4340855" y="44450"/>
                    <a:pt x="4337045" y="46355"/>
                    <a:pt x="4334505" y="49530"/>
                  </a:cubicBezTo>
                  <a:cubicBezTo>
                    <a:pt x="4331965" y="52705"/>
                    <a:pt x="4330695" y="57785"/>
                    <a:pt x="4330695" y="64770"/>
                  </a:cubicBezTo>
                  <a:lnTo>
                    <a:pt x="4330695" y="109220"/>
                  </a:lnTo>
                  <a:lnTo>
                    <a:pt x="4315455" y="109220"/>
                  </a:lnTo>
                  <a:lnTo>
                    <a:pt x="4315455" y="31115"/>
                  </a:lnTo>
                  <a:lnTo>
                    <a:pt x="4330695" y="31115"/>
                  </a:lnTo>
                  <a:lnTo>
                    <a:pt x="4330695" y="38735"/>
                  </a:lnTo>
                  <a:cubicBezTo>
                    <a:pt x="4330695" y="38735"/>
                    <a:pt x="4332600" y="36195"/>
                    <a:pt x="4333870" y="34925"/>
                  </a:cubicBezTo>
                  <a:cubicBezTo>
                    <a:pt x="4335140" y="33655"/>
                    <a:pt x="4336410" y="33020"/>
                    <a:pt x="4338315" y="31750"/>
                  </a:cubicBezTo>
                  <a:cubicBezTo>
                    <a:pt x="4339585" y="31115"/>
                    <a:pt x="4341490" y="30480"/>
                    <a:pt x="4343395" y="29845"/>
                  </a:cubicBezTo>
                  <a:cubicBezTo>
                    <a:pt x="4345300" y="29845"/>
                    <a:pt x="4347205" y="29210"/>
                    <a:pt x="4349110" y="29210"/>
                  </a:cubicBezTo>
                  <a:close/>
                  <a:moveTo>
                    <a:pt x="4044310" y="29210"/>
                  </a:moveTo>
                  <a:cubicBezTo>
                    <a:pt x="4050025" y="29210"/>
                    <a:pt x="4054470" y="30480"/>
                    <a:pt x="4058915" y="32385"/>
                  </a:cubicBezTo>
                  <a:cubicBezTo>
                    <a:pt x="4062725" y="34290"/>
                    <a:pt x="4066535" y="37465"/>
                    <a:pt x="4069075" y="40640"/>
                  </a:cubicBezTo>
                  <a:cubicBezTo>
                    <a:pt x="4071615" y="44450"/>
                    <a:pt x="4073520" y="48260"/>
                    <a:pt x="4075425" y="53340"/>
                  </a:cubicBezTo>
                  <a:cubicBezTo>
                    <a:pt x="4076695" y="57785"/>
                    <a:pt x="4077330" y="62865"/>
                    <a:pt x="4077330" y="68580"/>
                  </a:cubicBezTo>
                  <a:lnTo>
                    <a:pt x="4076060" y="68580"/>
                  </a:lnTo>
                  <a:cubicBezTo>
                    <a:pt x="4076060" y="68580"/>
                    <a:pt x="4076060" y="71120"/>
                    <a:pt x="4076060" y="72390"/>
                  </a:cubicBezTo>
                  <a:cubicBezTo>
                    <a:pt x="4076060" y="73660"/>
                    <a:pt x="4076060" y="74295"/>
                    <a:pt x="4076060" y="75565"/>
                  </a:cubicBezTo>
                  <a:lnTo>
                    <a:pt x="4024625" y="75565"/>
                  </a:lnTo>
                  <a:cubicBezTo>
                    <a:pt x="4024625" y="79375"/>
                    <a:pt x="4025895" y="82550"/>
                    <a:pt x="4027165" y="85090"/>
                  </a:cubicBezTo>
                  <a:cubicBezTo>
                    <a:pt x="4028435" y="87630"/>
                    <a:pt x="4029705" y="90170"/>
                    <a:pt x="4031610" y="91440"/>
                  </a:cubicBezTo>
                  <a:cubicBezTo>
                    <a:pt x="4033515" y="93345"/>
                    <a:pt x="4035420" y="94615"/>
                    <a:pt x="4037325" y="95250"/>
                  </a:cubicBezTo>
                  <a:cubicBezTo>
                    <a:pt x="4039230" y="95885"/>
                    <a:pt x="4041770" y="96520"/>
                    <a:pt x="4044310" y="96520"/>
                  </a:cubicBezTo>
                  <a:cubicBezTo>
                    <a:pt x="4046215" y="96520"/>
                    <a:pt x="4047485" y="96520"/>
                    <a:pt x="4049390" y="96520"/>
                  </a:cubicBezTo>
                  <a:cubicBezTo>
                    <a:pt x="4050660" y="96520"/>
                    <a:pt x="4052565" y="95885"/>
                    <a:pt x="4053835" y="95250"/>
                  </a:cubicBezTo>
                  <a:cubicBezTo>
                    <a:pt x="4055105" y="95250"/>
                    <a:pt x="4056375" y="93980"/>
                    <a:pt x="4057645" y="93345"/>
                  </a:cubicBezTo>
                  <a:cubicBezTo>
                    <a:pt x="4058915" y="93345"/>
                    <a:pt x="4060185" y="92075"/>
                    <a:pt x="4062090" y="90805"/>
                  </a:cubicBezTo>
                  <a:lnTo>
                    <a:pt x="4070980" y="100330"/>
                  </a:lnTo>
                  <a:cubicBezTo>
                    <a:pt x="4070980" y="100330"/>
                    <a:pt x="4067170" y="103505"/>
                    <a:pt x="4065265" y="104775"/>
                  </a:cubicBezTo>
                  <a:cubicBezTo>
                    <a:pt x="4063360" y="106045"/>
                    <a:pt x="4061455" y="106680"/>
                    <a:pt x="4059550" y="107950"/>
                  </a:cubicBezTo>
                  <a:cubicBezTo>
                    <a:pt x="4057645" y="108585"/>
                    <a:pt x="4055105" y="109855"/>
                    <a:pt x="4052565" y="109855"/>
                  </a:cubicBezTo>
                  <a:cubicBezTo>
                    <a:pt x="4050025" y="109855"/>
                    <a:pt x="4046850" y="110490"/>
                    <a:pt x="4043675" y="110490"/>
                  </a:cubicBezTo>
                  <a:cubicBezTo>
                    <a:pt x="4040500" y="110490"/>
                    <a:pt x="4037325" y="110490"/>
                    <a:pt x="4034150" y="109220"/>
                  </a:cubicBezTo>
                  <a:cubicBezTo>
                    <a:pt x="4030975" y="108585"/>
                    <a:pt x="4028435" y="107315"/>
                    <a:pt x="4026530" y="105410"/>
                  </a:cubicBezTo>
                  <a:cubicBezTo>
                    <a:pt x="4023990" y="104140"/>
                    <a:pt x="4022085" y="102235"/>
                    <a:pt x="4020180" y="100330"/>
                  </a:cubicBezTo>
                  <a:cubicBezTo>
                    <a:pt x="4018275" y="98425"/>
                    <a:pt x="4016370" y="95885"/>
                    <a:pt x="4015100" y="92710"/>
                  </a:cubicBezTo>
                  <a:cubicBezTo>
                    <a:pt x="4013195" y="89535"/>
                    <a:pt x="4011925" y="86360"/>
                    <a:pt x="4011290" y="82550"/>
                  </a:cubicBezTo>
                  <a:cubicBezTo>
                    <a:pt x="4010655" y="78740"/>
                    <a:pt x="4010020" y="74295"/>
                    <a:pt x="4010020" y="69850"/>
                  </a:cubicBezTo>
                  <a:cubicBezTo>
                    <a:pt x="4010020" y="63500"/>
                    <a:pt x="4010655" y="57150"/>
                    <a:pt x="4012560" y="52070"/>
                  </a:cubicBezTo>
                  <a:cubicBezTo>
                    <a:pt x="4014465" y="46990"/>
                    <a:pt x="4016370" y="42545"/>
                    <a:pt x="4019545" y="39370"/>
                  </a:cubicBezTo>
                  <a:cubicBezTo>
                    <a:pt x="4022720" y="36195"/>
                    <a:pt x="4025895" y="33020"/>
                    <a:pt x="4030340" y="31750"/>
                  </a:cubicBezTo>
                  <a:cubicBezTo>
                    <a:pt x="4034785" y="29845"/>
                    <a:pt x="4039230" y="29210"/>
                    <a:pt x="4044310" y="29210"/>
                  </a:cubicBezTo>
                  <a:close/>
                  <a:moveTo>
                    <a:pt x="3811900" y="29210"/>
                  </a:moveTo>
                  <a:cubicBezTo>
                    <a:pt x="3815075" y="29210"/>
                    <a:pt x="3817615" y="29210"/>
                    <a:pt x="3819520" y="29845"/>
                  </a:cubicBezTo>
                  <a:cubicBezTo>
                    <a:pt x="3821425" y="29845"/>
                    <a:pt x="3823330" y="31115"/>
                    <a:pt x="3825235" y="32385"/>
                  </a:cubicBezTo>
                  <a:lnTo>
                    <a:pt x="3821425" y="46990"/>
                  </a:lnTo>
                  <a:lnTo>
                    <a:pt x="3820155" y="46990"/>
                  </a:lnTo>
                  <a:cubicBezTo>
                    <a:pt x="3820155" y="46990"/>
                    <a:pt x="3816980" y="45085"/>
                    <a:pt x="3815075" y="45085"/>
                  </a:cubicBezTo>
                  <a:cubicBezTo>
                    <a:pt x="3813170" y="45085"/>
                    <a:pt x="3811265" y="44450"/>
                    <a:pt x="3808725" y="44450"/>
                  </a:cubicBezTo>
                  <a:cubicBezTo>
                    <a:pt x="3803645" y="44450"/>
                    <a:pt x="3799835" y="46355"/>
                    <a:pt x="3797295" y="49530"/>
                  </a:cubicBezTo>
                  <a:cubicBezTo>
                    <a:pt x="3794755" y="52705"/>
                    <a:pt x="3793485" y="57785"/>
                    <a:pt x="3793485" y="64770"/>
                  </a:cubicBezTo>
                  <a:lnTo>
                    <a:pt x="3793485" y="109220"/>
                  </a:lnTo>
                  <a:lnTo>
                    <a:pt x="3778245" y="109220"/>
                  </a:lnTo>
                  <a:lnTo>
                    <a:pt x="3778245" y="31115"/>
                  </a:lnTo>
                  <a:lnTo>
                    <a:pt x="3793485" y="31115"/>
                  </a:lnTo>
                  <a:lnTo>
                    <a:pt x="3793485" y="38735"/>
                  </a:lnTo>
                  <a:cubicBezTo>
                    <a:pt x="3793485" y="38735"/>
                    <a:pt x="3795390" y="36195"/>
                    <a:pt x="3796660" y="34925"/>
                  </a:cubicBezTo>
                  <a:cubicBezTo>
                    <a:pt x="3797930" y="33655"/>
                    <a:pt x="3799200" y="33020"/>
                    <a:pt x="3801105" y="31750"/>
                  </a:cubicBezTo>
                  <a:cubicBezTo>
                    <a:pt x="3802375" y="31115"/>
                    <a:pt x="3804280" y="30480"/>
                    <a:pt x="3806185" y="29845"/>
                  </a:cubicBezTo>
                  <a:cubicBezTo>
                    <a:pt x="3808090" y="29845"/>
                    <a:pt x="3809995" y="29210"/>
                    <a:pt x="3811900" y="29210"/>
                  </a:cubicBezTo>
                  <a:close/>
                  <a:moveTo>
                    <a:pt x="3729986" y="29210"/>
                  </a:moveTo>
                  <a:cubicBezTo>
                    <a:pt x="3735701" y="29210"/>
                    <a:pt x="3740146" y="30480"/>
                    <a:pt x="3744591" y="32385"/>
                  </a:cubicBezTo>
                  <a:cubicBezTo>
                    <a:pt x="3748401" y="34290"/>
                    <a:pt x="3752211" y="37465"/>
                    <a:pt x="3754751" y="40640"/>
                  </a:cubicBezTo>
                  <a:cubicBezTo>
                    <a:pt x="3757291" y="44450"/>
                    <a:pt x="3759196" y="48260"/>
                    <a:pt x="3761101" y="53340"/>
                  </a:cubicBezTo>
                  <a:cubicBezTo>
                    <a:pt x="3762371" y="57785"/>
                    <a:pt x="3763006" y="62865"/>
                    <a:pt x="3763006" y="68580"/>
                  </a:cubicBezTo>
                  <a:lnTo>
                    <a:pt x="3761736" y="68580"/>
                  </a:lnTo>
                  <a:cubicBezTo>
                    <a:pt x="3761736" y="68580"/>
                    <a:pt x="3761736" y="71120"/>
                    <a:pt x="3761736" y="72390"/>
                  </a:cubicBezTo>
                  <a:cubicBezTo>
                    <a:pt x="3761736" y="73660"/>
                    <a:pt x="3761736" y="74295"/>
                    <a:pt x="3761736" y="75565"/>
                  </a:cubicBezTo>
                  <a:lnTo>
                    <a:pt x="3710301" y="75565"/>
                  </a:lnTo>
                  <a:cubicBezTo>
                    <a:pt x="3710301" y="79375"/>
                    <a:pt x="3711571" y="82550"/>
                    <a:pt x="3712841" y="85090"/>
                  </a:cubicBezTo>
                  <a:cubicBezTo>
                    <a:pt x="3714111" y="87630"/>
                    <a:pt x="3715381" y="90170"/>
                    <a:pt x="3717286" y="91440"/>
                  </a:cubicBezTo>
                  <a:cubicBezTo>
                    <a:pt x="3719191" y="93345"/>
                    <a:pt x="3721096" y="94615"/>
                    <a:pt x="3723001" y="95250"/>
                  </a:cubicBezTo>
                  <a:cubicBezTo>
                    <a:pt x="3724906" y="95885"/>
                    <a:pt x="3727446" y="96520"/>
                    <a:pt x="3729986" y="96520"/>
                  </a:cubicBezTo>
                  <a:cubicBezTo>
                    <a:pt x="3731891" y="96520"/>
                    <a:pt x="3733161" y="96520"/>
                    <a:pt x="3735066" y="96520"/>
                  </a:cubicBezTo>
                  <a:cubicBezTo>
                    <a:pt x="3736336" y="96520"/>
                    <a:pt x="3738241" y="95885"/>
                    <a:pt x="3739511" y="95250"/>
                  </a:cubicBezTo>
                  <a:cubicBezTo>
                    <a:pt x="3740781" y="95250"/>
                    <a:pt x="3742051" y="93980"/>
                    <a:pt x="3743321" y="93345"/>
                  </a:cubicBezTo>
                  <a:cubicBezTo>
                    <a:pt x="3744591" y="93345"/>
                    <a:pt x="3745861" y="92075"/>
                    <a:pt x="3747766" y="90805"/>
                  </a:cubicBezTo>
                  <a:lnTo>
                    <a:pt x="3756656" y="100330"/>
                  </a:lnTo>
                  <a:cubicBezTo>
                    <a:pt x="3756656" y="100330"/>
                    <a:pt x="3752846" y="103505"/>
                    <a:pt x="3750941" y="104775"/>
                  </a:cubicBezTo>
                  <a:cubicBezTo>
                    <a:pt x="3749036" y="106045"/>
                    <a:pt x="3747131" y="106680"/>
                    <a:pt x="3745226" y="107950"/>
                  </a:cubicBezTo>
                  <a:cubicBezTo>
                    <a:pt x="3743321" y="108585"/>
                    <a:pt x="3740781" y="109855"/>
                    <a:pt x="3738241" y="109855"/>
                  </a:cubicBezTo>
                  <a:cubicBezTo>
                    <a:pt x="3735701" y="109855"/>
                    <a:pt x="3732526" y="110490"/>
                    <a:pt x="3729351" y="110490"/>
                  </a:cubicBezTo>
                  <a:cubicBezTo>
                    <a:pt x="3726176" y="110490"/>
                    <a:pt x="3723001" y="110490"/>
                    <a:pt x="3719826" y="109220"/>
                  </a:cubicBezTo>
                  <a:cubicBezTo>
                    <a:pt x="3716651" y="108585"/>
                    <a:pt x="3714111" y="107315"/>
                    <a:pt x="3712206" y="105410"/>
                  </a:cubicBezTo>
                  <a:cubicBezTo>
                    <a:pt x="3709666" y="104140"/>
                    <a:pt x="3707761" y="102235"/>
                    <a:pt x="3705856" y="100330"/>
                  </a:cubicBezTo>
                  <a:cubicBezTo>
                    <a:pt x="3703951" y="98425"/>
                    <a:pt x="3702046" y="95885"/>
                    <a:pt x="3700776" y="92710"/>
                  </a:cubicBezTo>
                  <a:cubicBezTo>
                    <a:pt x="3698871" y="89535"/>
                    <a:pt x="3697601" y="86360"/>
                    <a:pt x="3696966" y="82550"/>
                  </a:cubicBezTo>
                  <a:cubicBezTo>
                    <a:pt x="3696331" y="78740"/>
                    <a:pt x="3695696" y="74295"/>
                    <a:pt x="3695696" y="69850"/>
                  </a:cubicBezTo>
                  <a:cubicBezTo>
                    <a:pt x="3695696" y="63500"/>
                    <a:pt x="3696331" y="57150"/>
                    <a:pt x="3698236" y="52070"/>
                  </a:cubicBezTo>
                  <a:cubicBezTo>
                    <a:pt x="3700141" y="46990"/>
                    <a:pt x="3702046" y="42545"/>
                    <a:pt x="3705221" y="39370"/>
                  </a:cubicBezTo>
                  <a:cubicBezTo>
                    <a:pt x="3708396" y="36195"/>
                    <a:pt x="3711571" y="33020"/>
                    <a:pt x="3716016" y="31750"/>
                  </a:cubicBezTo>
                  <a:cubicBezTo>
                    <a:pt x="3720461" y="29845"/>
                    <a:pt x="3724906" y="29210"/>
                    <a:pt x="3729986" y="29210"/>
                  </a:cubicBezTo>
                  <a:close/>
                  <a:moveTo>
                    <a:pt x="3543296" y="29210"/>
                  </a:moveTo>
                  <a:cubicBezTo>
                    <a:pt x="3549011" y="29210"/>
                    <a:pt x="3553456" y="30480"/>
                    <a:pt x="3557901" y="32385"/>
                  </a:cubicBezTo>
                  <a:cubicBezTo>
                    <a:pt x="3561711" y="34290"/>
                    <a:pt x="3565521" y="37465"/>
                    <a:pt x="3568061" y="40640"/>
                  </a:cubicBezTo>
                  <a:cubicBezTo>
                    <a:pt x="3570601" y="44450"/>
                    <a:pt x="3572506" y="48260"/>
                    <a:pt x="3574411" y="53340"/>
                  </a:cubicBezTo>
                  <a:cubicBezTo>
                    <a:pt x="3575681" y="57785"/>
                    <a:pt x="3576316" y="62865"/>
                    <a:pt x="3576316" y="68580"/>
                  </a:cubicBezTo>
                  <a:lnTo>
                    <a:pt x="3575046" y="68580"/>
                  </a:lnTo>
                  <a:cubicBezTo>
                    <a:pt x="3575046" y="68580"/>
                    <a:pt x="3575046" y="71120"/>
                    <a:pt x="3575046" y="72390"/>
                  </a:cubicBezTo>
                  <a:cubicBezTo>
                    <a:pt x="3575046" y="73660"/>
                    <a:pt x="3575046" y="74295"/>
                    <a:pt x="3575046" y="75565"/>
                  </a:cubicBezTo>
                  <a:lnTo>
                    <a:pt x="3523611" y="75565"/>
                  </a:lnTo>
                  <a:cubicBezTo>
                    <a:pt x="3523611" y="79375"/>
                    <a:pt x="3524881" y="82550"/>
                    <a:pt x="3526151" y="85090"/>
                  </a:cubicBezTo>
                  <a:cubicBezTo>
                    <a:pt x="3527421" y="87630"/>
                    <a:pt x="3528691" y="90170"/>
                    <a:pt x="3530596" y="91440"/>
                  </a:cubicBezTo>
                  <a:cubicBezTo>
                    <a:pt x="3532501" y="93345"/>
                    <a:pt x="3534406" y="94615"/>
                    <a:pt x="3536311" y="95250"/>
                  </a:cubicBezTo>
                  <a:cubicBezTo>
                    <a:pt x="3538216" y="95885"/>
                    <a:pt x="3540756" y="96520"/>
                    <a:pt x="3543296" y="96520"/>
                  </a:cubicBezTo>
                  <a:cubicBezTo>
                    <a:pt x="3545201" y="96520"/>
                    <a:pt x="3546471" y="96520"/>
                    <a:pt x="3548376" y="96520"/>
                  </a:cubicBezTo>
                  <a:cubicBezTo>
                    <a:pt x="3549646" y="96520"/>
                    <a:pt x="3551551" y="95885"/>
                    <a:pt x="3552821" y="95250"/>
                  </a:cubicBezTo>
                  <a:cubicBezTo>
                    <a:pt x="3554091" y="95250"/>
                    <a:pt x="3555361" y="93980"/>
                    <a:pt x="3556631" y="93345"/>
                  </a:cubicBezTo>
                  <a:cubicBezTo>
                    <a:pt x="3557901" y="93345"/>
                    <a:pt x="3559171" y="92075"/>
                    <a:pt x="3561076" y="90805"/>
                  </a:cubicBezTo>
                  <a:lnTo>
                    <a:pt x="3569966" y="100330"/>
                  </a:lnTo>
                  <a:cubicBezTo>
                    <a:pt x="3569966" y="100330"/>
                    <a:pt x="3566156" y="103505"/>
                    <a:pt x="3564251" y="104775"/>
                  </a:cubicBezTo>
                  <a:cubicBezTo>
                    <a:pt x="3562346" y="106045"/>
                    <a:pt x="3560441" y="106680"/>
                    <a:pt x="3558536" y="107950"/>
                  </a:cubicBezTo>
                  <a:cubicBezTo>
                    <a:pt x="3556631" y="108585"/>
                    <a:pt x="3554091" y="109855"/>
                    <a:pt x="3551551" y="109855"/>
                  </a:cubicBezTo>
                  <a:cubicBezTo>
                    <a:pt x="3549011" y="109855"/>
                    <a:pt x="3545836" y="110490"/>
                    <a:pt x="3542661" y="110490"/>
                  </a:cubicBezTo>
                  <a:cubicBezTo>
                    <a:pt x="3539486" y="110490"/>
                    <a:pt x="3536311" y="110490"/>
                    <a:pt x="3533136" y="109220"/>
                  </a:cubicBezTo>
                  <a:cubicBezTo>
                    <a:pt x="3529961" y="108585"/>
                    <a:pt x="3527421" y="107315"/>
                    <a:pt x="3525516" y="105410"/>
                  </a:cubicBezTo>
                  <a:cubicBezTo>
                    <a:pt x="3522976" y="104140"/>
                    <a:pt x="3521071" y="102235"/>
                    <a:pt x="3519166" y="100330"/>
                  </a:cubicBezTo>
                  <a:cubicBezTo>
                    <a:pt x="3517261" y="98425"/>
                    <a:pt x="3515356" y="95885"/>
                    <a:pt x="3514086" y="92710"/>
                  </a:cubicBezTo>
                  <a:cubicBezTo>
                    <a:pt x="3512181" y="89535"/>
                    <a:pt x="3510911" y="86360"/>
                    <a:pt x="3510276" y="82550"/>
                  </a:cubicBezTo>
                  <a:cubicBezTo>
                    <a:pt x="3509641" y="78740"/>
                    <a:pt x="3509006" y="74295"/>
                    <a:pt x="3509006" y="69850"/>
                  </a:cubicBezTo>
                  <a:cubicBezTo>
                    <a:pt x="3509006" y="63500"/>
                    <a:pt x="3509641" y="57150"/>
                    <a:pt x="3511546" y="52070"/>
                  </a:cubicBezTo>
                  <a:cubicBezTo>
                    <a:pt x="3513451" y="46990"/>
                    <a:pt x="3515356" y="42545"/>
                    <a:pt x="3518531" y="39370"/>
                  </a:cubicBezTo>
                  <a:cubicBezTo>
                    <a:pt x="3521706" y="36195"/>
                    <a:pt x="3524881" y="33020"/>
                    <a:pt x="3529326" y="31750"/>
                  </a:cubicBezTo>
                  <a:cubicBezTo>
                    <a:pt x="3533771" y="29845"/>
                    <a:pt x="3538216" y="29210"/>
                    <a:pt x="3543296" y="29210"/>
                  </a:cubicBezTo>
                  <a:close/>
                  <a:moveTo>
                    <a:pt x="3345176" y="29210"/>
                  </a:moveTo>
                  <a:cubicBezTo>
                    <a:pt x="3350891" y="29210"/>
                    <a:pt x="3355336" y="30480"/>
                    <a:pt x="3359781" y="32385"/>
                  </a:cubicBezTo>
                  <a:cubicBezTo>
                    <a:pt x="3363591" y="34290"/>
                    <a:pt x="3367401" y="37465"/>
                    <a:pt x="3369941" y="40640"/>
                  </a:cubicBezTo>
                  <a:cubicBezTo>
                    <a:pt x="3372481" y="44450"/>
                    <a:pt x="3374386" y="48260"/>
                    <a:pt x="3376291" y="53340"/>
                  </a:cubicBezTo>
                  <a:cubicBezTo>
                    <a:pt x="3377561" y="57785"/>
                    <a:pt x="3378196" y="62865"/>
                    <a:pt x="3378196" y="68580"/>
                  </a:cubicBezTo>
                  <a:lnTo>
                    <a:pt x="3376926" y="68580"/>
                  </a:lnTo>
                  <a:cubicBezTo>
                    <a:pt x="3376926" y="68580"/>
                    <a:pt x="3376926" y="71120"/>
                    <a:pt x="3376926" y="72390"/>
                  </a:cubicBezTo>
                  <a:cubicBezTo>
                    <a:pt x="3376926" y="73660"/>
                    <a:pt x="3376926" y="74295"/>
                    <a:pt x="3376926" y="75565"/>
                  </a:cubicBezTo>
                  <a:lnTo>
                    <a:pt x="3325491" y="75565"/>
                  </a:lnTo>
                  <a:cubicBezTo>
                    <a:pt x="3325491" y="79375"/>
                    <a:pt x="3326761" y="82550"/>
                    <a:pt x="3328031" y="85090"/>
                  </a:cubicBezTo>
                  <a:cubicBezTo>
                    <a:pt x="3329301" y="87630"/>
                    <a:pt x="3330571" y="90170"/>
                    <a:pt x="3332476" y="91440"/>
                  </a:cubicBezTo>
                  <a:cubicBezTo>
                    <a:pt x="3334381" y="93345"/>
                    <a:pt x="3336286" y="94615"/>
                    <a:pt x="3338191" y="95250"/>
                  </a:cubicBezTo>
                  <a:cubicBezTo>
                    <a:pt x="3340096" y="95885"/>
                    <a:pt x="3342636" y="96520"/>
                    <a:pt x="3345176" y="96520"/>
                  </a:cubicBezTo>
                  <a:cubicBezTo>
                    <a:pt x="3347081" y="96520"/>
                    <a:pt x="3348351" y="96520"/>
                    <a:pt x="3350256" y="96520"/>
                  </a:cubicBezTo>
                  <a:cubicBezTo>
                    <a:pt x="3351526" y="96520"/>
                    <a:pt x="3353431" y="95885"/>
                    <a:pt x="3354701" y="95250"/>
                  </a:cubicBezTo>
                  <a:cubicBezTo>
                    <a:pt x="3355971" y="95250"/>
                    <a:pt x="3357241" y="93980"/>
                    <a:pt x="3358511" y="93345"/>
                  </a:cubicBezTo>
                  <a:cubicBezTo>
                    <a:pt x="3359781" y="93345"/>
                    <a:pt x="3361051" y="92075"/>
                    <a:pt x="3362956" y="90805"/>
                  </a:cubicBezTo>
                  <a:lnTo>
                    <a:pt x="3371846" y="100330"/>
                  </a:lnTo>
                  <a:cubicBezTo>
                    <a:pt x="3371846" y="100330"/>
                    <a:pt x="3368036" y="103505"/>
                    <a:pt x="3366131" y="104775"/>
                  </a:cubicBezTo>
                  <a:cubicBezTo>
                    <a:pt x="3364226" y="106045"/>
                    <a:pt x="3362321" y="106680"/>
                    <a:pt x="3360416" y="107950"/>
                  </a:cubicBezTo>
                  <a:cubicBezTo>
                    <a:pt x="3358511" y="108585"/>
                    <a:pt x="3355971" y="109855"/>
                    <a:pt x="3353431" y="109855"/>
                  </a:cubicBezTo>
                  <a:cubicBezTo>
                    <a:pt x="3350891" y="109855"/>
                    <a:pt x="3347716" y="110490"/>
                    <a:pt x="3344541" y="110490"/>
                  </a:cubicBezTo>
                  <a:cubicBezTo>
                    <a:pt x="3341366" y="110490"/>
                    <a:pt x="3338191" y="110490"/>
                    <a:pt x="3335016" y="109220"/>
                  </a:cubicBezTo>
                  <a:cubicBezTo>
                    <a:pt x="3331841" y="108585"/>
                    <a:pt x="3329301" y="107315"/>
                    <a:pt x="3327396" y="105410"/>
                  </a:cubicBezTo>
                  <a:cubicBezTo>
                    <a:pt x="3324856" y="104140"/>
                    <a:pt x="3322951" y="102235"/>
                    <a:pt x="3321046" y="100330"/>
                  </a:cubicBezTo>
                  <a:cubicBezTo>
                    <a:pt x="3319141" y="98425"/>
                    <a:pt x="3317236" y="95885"/>
                    <a:pt x="3315966" y="92710"/>
                  </a:cubicBezTo>
                  <a:cubicBezTo>
                    <a:pt x="3314061" y="89535"/>
                    <a:pt x="3312791" y="86360"/>
                    <a:pt x="3312156" y="82550"/>
                  </a:cubicBezTo>
                  <a:cubicBezTo>
                    <a:pt x="3311521" y="78740"/>
                    <a:pt x="3310886" y="74295"/>
                    <a:pt x="3310886" y="69850"/>
                  </a:cubicBezTo>
                  <a:cubicBezTo>
                    <a:pt x="3310886" y="63500"/>
                    <a:pt x="3311521" y="57150"/>
                    <a:pt x="3313426" y="52070"/>
                  </a:cubicBezTo>
                  <a:cubicBezTo>
                    <a:pt x="3315331" y="46990"/>
                    <a:pt x="3317236" y="42545"/>
                    <a:pt x="3320411" y="39370"/>
                  </a:cubicBezTo>
                  <a:cubicBezTo>
                    <a:pt x="3323586" y="36195"/>
                    <a:pt x="3326761" y="33020"/>
                    <a:pt x="3331206" y="31750"/>
                  </a:cubicBezTo>
                  <a:cubicBezTo>
                    <a:pt x="3335651" y="29845"/>
                    <a:pt x="3340096" y="29210"/>
                    <a:pt x="3345176" y="29210"/>
                  </a:cubicBezTo>
                  <a:close/>
                  <a:moveTo>
                    <a:pt x="3060696" y="29210"/>
                  </a:moveTo>
                  <a:cubicBezTo>
                    <a:pt x="3063871" y="29210"/>
                    <a:pt x="3066411" y="29210"/>
                    <a:pt x="3068316" y="29845"/>
                  </a:cubicBezTo>
                  <a:cubicBezTo>
                    <a:pt x="3070221" y="29845"/>
                    <a:pt x="3072126" y="31115"/>
                    <a:pt x="3074031" y="32385"/>
                  </a:cubicBezTo>
                  <a:lnTo>
                    <a:pt x="3070221" y="46990"/>
                  </a:lnTo>
                  <a:lnTo>
                    <a:pt x="3068951" y="46990"/>
                  </a:lnTo>
                  <a:cubicBezTo>
                    <a:pt x="3068951" y="46990"/>
                    <a:pt x="3065776" y="45085"/>
                    <a:pt x="3063871" y="45085"/>
                  </a:cubicBezTo>
                  <a:cubicBezTo>
                    <a:pt x="3061966" y="45085"/>
                    <a:pt x="3060061" y="44450"/>
                    <a:pt x="3057521" y="44450"/>
                  </a:cubicBezTo>
                  <a:cubicBezTo>
                    <a:pt x="3052441" y="44450"/>
                    <a:pt x="3048631" y="46355"/>
                    <a:pt x="3046091" y="49530"/>
                  </a:cubicBezTo>
                  <a:cubicBezTo>
                    <a:pt x="3043551" y="52705"/>
                    <a:pt x="3042281" y="57785"/>
                    <a:pt x="3042281" y="64770"/>
                  </a:cubicBezTo>
                  <a:lnTo>
                    <a:pt x="3042281" y="109220"/>
                  </a:lnTo>
                  <a:lnTo>
                    <a:pt x="3027041" y="109220"/>
                  </a:lnTo>
                  <a:lnTo>
                    <a:pt x="3027041" y="31115"/>
                  </a:lnTo>
                  <a:lnTo>
                    <a:pt x="3042281" y="31115"/>
                  </a:lnTo>
                  <a:lnTo>
                    <a:pt x="3042281" y="38735"/>
                  </a:lnTo>
                  <a:cubicBezTo>
                    <a:pt x="3042281" y="38735"/>
                    <a:pt x="3044186" y="36195"/>
                    <a:pt x="3045456" y="34925"/>
                  </a:cubicBezTo>
                  <a:cubicBezTo>
                    <a:pt x="3046726" y="33655"/>
                    <a:pt x="3047996" y="33020"/>
                    <a:pt x="3049901" y="31750"/>
                  </a:cubicBezTo>
                  <a:cubicBezTo>
                    <a:pt x="3051171" y="31115"/>
                    <a:pt x="3053076" y="30480"/>
                    <a:pt x="3054981" y="29845"/>
                  </a:cubicBezTo>
                  <a:cubicBezTo>
                    <a:pt x="3056886" y="29845"/>
                    <a:pt x="3058791" y="29210"/>
                    <a:pt x="3060696" y="29210"/>
                  </a:cubicBezTo>
                  <a:close/>
                  <a:moveTo>
                    <a:pt x="2978781" y="29210"/>
                  </a:moveTo>
                  <a:cubicBezTo>
                    <a:pt x="2984496" y="29210"/>
                    <a:pt x="2988941" y="30480"/>
                    <a:pt x="2993386" y="32385"/>
                  </a:cubicBezTo>
                  <a:cubicBezTo>
                    <a:pt x="2997196" y="34290"/>
                    <a:pt x="3001006" y="37465"/>
                    <a:pt x="3003546" y="40640"/>
                  </a:cubicBezTo>
                  <a:cubicBezTo>
                    <a:pt x="3006086" y="44450"/>
                    <a:pt x="3007991" y="48260"/>
                    <a:pt x="3009896" y="53340"/>
                  </a:cubicBezTo>
                  <a:cubicBezTo>
                    <a:pt x="3011166" y="57785"/>
                    <a:pt x="3011801" y="62865"/>
                    <a:pt x="3011801" y="68580"/>
                  </a:cubicBezTo>
                  <a:lnTo>
                    <a:pt x="3010531" y="68580"/>
                  </a:lnTo>
                  <a:cubicBezTo>
                    <a:pt x="3010531" y="68580"/>
                    <a:pt x="3010531" y="71120"/>
                    <a:pt x="3010531" y="72390"/>
                  </a:cubicBezTo>
                  <a:cubicBezTo>
                    <a:pt x="3010531" y="73660"/>
                    <a:pt x="3010531" y="74295"/>
                    <a:pt x="3010531" y="75565"/>
                  </a:cubicBezTo>
                  <a:lnTo>
                    <a:pt x="2959096" y="75565"/>
                  </a:lnTo>
                  <a:cubicBezTo>
                    <a:pt x="2959096" y="79375"/>
                    <a:pt x="2960366" y="82550"/>
                    <a:pt x="2961636" y="85090"/>
                  </a:cubicBezTo>
                  <a:cubicBezTo>
                    <a:pt x="2962906" y="87630"/>
                    <a:pt x="2964176" y="90170"/>
                    <a:pt x="2966081" y="91440"/>
                  </a:cubicBezTo>
                  <a:cubicBezTo>
                    <a:pt x="2967986" y="93345"/>
                    <a:pt x="2969891" y="94615"/>
                    <a:pt x="2971796" y="95250"/>
                  </a:cubicBezTo>
                  <a:cubicBezTo>
                    <a:pt x="2974336" y="95885"/>
                    <a:pt x="2976241" y="96520"/>
                    <a:pt x="2978781" y="96520"/>
                  </a:cubicBezTo>
                  <a:cubicBezTo>
                    <a:pt x="2980686" y="96520"/>
                    <a:pt x="2981956" y="96520"/>
                    <a:pt x="2983861" y="96520"/>
                  </a:cubicBezTo>
                  <a:cubicBezTo>
                    <a:pt x="2985131" y="96520"/>
                    <a:pt x="2987036" y="95885"/>
                    <a:pt x="2988306" y="95250"/>
                  </a:cubicBezTo>
                  <a:cubicBezTo>
                    <a:pt x="2989576" y="95250"/>
                    <a:pt x="2990846" y="93980"/>
                    <a:pt x="2992116" y="93345"/>
                  </a:cubicBezTo>
                  <a:cubicBezTo>
                    <a:pt x="2993386" y="93345"/>
                    <a:pt x="2994656" y="92075"/>
                    <a:pt x="2996561" y="90805"/>
                  </a:cubicBezTo>
                  <a:lnTo>
                    <a:pt x="3005451" y="100330"/>
                  </a:lnTo>
                  <a:cubicBezTo>
                    <a:pt x="3005451" y="100330"/>
                    <a:pt x="3001641" y="103505"/>
                    <a:pt x="2999736" y="104775"/>
                  </a:cubicBezTo>
                  <a:cubicBezTo>
                    <a:pt x="2997831" y="106045"/>
                    <a:pt x="2995926" y="106680"/>
                    <a:pt x="2994021" y="107950"/>
                  </a:cubicBezTo>
                  <a:cubicBezTo>
                    <a:pt x="2992116" y="108585"/>
                    <a:pt x="2989576" y="109855"/>
                    <a:pt x="2987036" y="109855"/>
                  </a:cubicBezTo>
                  <a:cubicBezTo>
                    <a:pt x="2984496" y="109855"/>
                    <a:pt x="2981321" y="110490"/>
                    <a:pt x="2978146" y="110490"/>
                  </a:cubicBezTo>
                  <a:cubicBezTo>
                    <a:pt x="2974971" y="110490"/>
                    <a:pt x="2971796" y="110490"/>
                    <a:pt x="2968621" y="109220"/>
                  </a:cubicBezTo>
                  <a:cubicBezTo>
                    <a:pt x="2965446" y="108585"/>
                    <a:pt x="2962906" y="107315"/>
                    <a:pt x="2961001" y="105410"/>
                  </a:cubicBezTo>
                  <a:cubicBezTo>
                    <a:pt x="2958461" y="104140"/>
                    <a:pt x="2956556" y="102235"/>
                    <a:pt x="2954651" y="100330"/>
                  </a:cubicBezTo>
                  <a:cubicBezTo>
                    <a:pt x="2952746" y="98425"/>
                    <a:pt x="2950841" y="95885"/>
                    <a:pt x="2949571" y="92710"/>
                  </a:cubicBezTo>
                  <a:cubicBezTo>
                    <a:pt x="2947666" y="89535"/>
                    <a:pt x="2946396" y="86360"/>
                    <a:pt x="2945761" y="82550"/>
                  </a:cubicBezTo>
                  <a:cubicBezTo>
                    <a:pt x="2945126" y="78740"/>
                    <a:pt x="2944491" y="74295"/>
                    <a:pt x="2944491" y="69850"/>
                  </a:cubicBezTo>
                  <a:cubicBezTo>
                    <a:pt x="2944491" y="63500"/>
                    <a:pt x="2945126" y="57150"/>
                    <a:pt x="2947031" y="52070"/>
                  </a:cubicBezTo>
                  <a:cubicBezTo>
                    <a:pt x="2948936" y="46990"/>
                    <a:pt x="2950841" y="42545"/>
                    <a:pt x="2954016" y="39370"/>
                  </a:cubicBezTo>
                  <a:cubicBezTo>
                    <a:pt x="2957191" y="36195"/>
                    <a:pt x="2960366" y="33020"/>
                    <a:pt x="2964811" y="31750"/>
                  </a:cubicBezTo>
                  <a:cubicBezTo>
                    <a:pt x="2969256" y="29845"/>
                    <a:pt x="2973701" y="29210"/>
                    <a:pt x="2978781" y="29210"/>
                  </a:cubicBezTo>
                  <a:close/>
                  <a:moveTo>
                    <a:pt x="2798440" y="29210"/>
                  </a:moveTo>
                  <a:cubicBezTo>
                    <a:pt x="2803520" y="29210"/>
                    <a:pt x="2807965" y="29845"/>
                    <a:pt x="2813045" y="31750"/>
                  </a:cubicBezTo>
                  <a:cubicBezTo>
                    <a:pt x="2817490" y="33655"/>
                    <a:pt x="2821935" y="35560"/>
                    <a:pt x="2825110" y="38100"/>
                  </a:cubicBezTo>
                  <a:lnTo>
                    <a:pt x="2827015" y="38100"/>
                  </a:lnTo>
                  <a:lnTo>
                    <a:pt x="2820030" y="50165"/>
                  </a:lnTo>
                  <a:cubicBezTo>
                    <a:pt x="2816855" y="47625"/>
                    <a:pt x="2813680" y="46355"/>
                    <a:pt x="2810505" y="45085"/>
                  </a:cubicBezTo>
                  <a:cubicBezTo>
                    <a:pt x="2807330" y="43815"/>
                    <a:pt x="2803520" y="43180"/>
                    <a:pt x="2799710" y="43180"/>
                  </a:cubicBezTo>
                  <a:cubicBezTo>
                    <a:pt x="2795900" y="43180"/>
                    <a:pt x="2793360" y="43815"/>
                    <a:pt x="2791455" y="45085"/>
                  </a:cubicBezTo>
                  <a:cubicBezTo>
                    <a:pt x="2789550" y="46355"/>
                    <a:pt x="2788915" y="48260"/>
                    <a:pt x="2788915" y="50165"/>
                  </a:cubicBezTo>
                  <a:cubicBezTo>
                    <a:pt x="2788915" y="51435"/>
                    <a:pt x="2788915" y="52070"/>
                    <a:pt x="2788915" y="52705"/>
                  </a:cubicBezTo>
                  <a:cubicBezTo>
                    <a:pt x="2788915" y="53340"/>
                    <a:pt x="2790185" y="54610"/>
                    <a:pt x="2790820" y="55245"/>
                  </a:cubicBezTo>
                  <a:cubicBezTo>
                    <a:pt x="2792090" y="55880"/>
                    <a:pt x="2793360" y="57150"/>
                    <a:pt x="2795265" y="57785"/>
                  </a:cubicBezTo>
                  <a:cubicBezTo>
                    <a:pt x="2797170" y="59055"/>
                    <a:pt x="2799710" y="59690"/>
                    <a:pt x="2802250" y="60960"/>
                  </a:cubicBezTo>
                  <a:cubicBezTo>
                    <a:pt x="2806695" y="62865"/>
                    <a:pt x="2810505" y="64135"/>
                    <a:pt x="2813680" y="66040"/>
                  </a:cubicBezTo>
                  <a:cubicBezTo>
                    <a:pt x="2816855" y="67310"/>
                    <a:pt x="2819395" y="69215"/>
                    <a:pt x="2821935" y="71120"/>
                  </a:cubicBezTo>
                  <a:cubicBezTo>
                    <a:pt x="2823840" y="73025"/>
                    <a:pt x="2825745" y="75565"/>
                    <a:pt x="2827015" y="78105"/>
                  </a:cubicBezTo>
                  <a:cubicBezTo>
                    <a:pt x="2828285" y="80645"/>
                    <a:pt x="2828920" y="83820"/>
                    <a:pt x="2828920" y="87630"/>
                  </a:cubicBezTo>
                  <a:cubicBezTo>
                    <a:pt x="2828920" y="92075"/>
                    <a:pt x="2828285" y="95250"/>
                    <a:pt x="2826380" y="98425"/>
                  </a:cubicBezTo>
                  <a:cubicBezTo>
                    <a:pt x="2824475" y="101600"/>
                    <a:pt x="2822570" y="103505"/>
                    <a:pt x="2820030" y="105410"/>
                  </a:cubicBezTo>
                  <a:cubicBezTo>
                    <a:pt x="2817490" y="107315"/>
                    <a:pt x="2814315" y="108585"/>
                    <a:pt x="2810505" y="109220"/>
                  </a:cubicBezTo>
                  <a:cubicBezTo>
                    <a:pt x="2806695" y="109855"/>
                    <a:pt x="2803520" y="110490"/>
                    <a:pt x="2799710" y="110490"/>
                  </a:cubicBezTo>
                  <a:cubicBezTo>
                    <a:pt x="2794630" y="110490"/>
                    <a:pt x="2789550" y="109855"/>
                    <a:pt x="2783835" y="107950"/>
                  </a:cubicBezTo>
                  <a:cubicBezTo>
                    <a:pt x="2778120" y="106045"/>
                    <a:pt x="2773675" y="103505"/>
                    <a:pt x="2769230" y="100965"/>
                  </a:cubicBezTo>
                  <a:lnTo>
                    <a:pt x="2776215" y="89535"/>
                  </a:lnTo>
                  <a:cubicBezTo>
                    <a:pt x="2780025" y="92075"/>
                    <a:pt x="2783835" y="93980"/>
                    <a:pt x="2787645" y="95250"/>
                  </a:cubicBezTo>
                  <a:cubicBezTo>
                    <a:pt x="2791455" y="96520"/>
                    <a:pt x="2795265" y="97155"/>
                    <a:pt x="2799075" y="97155"/>
                  </a:cubicBezTo>
                  <a:cubicBezTo>
                    <a:pt x="2804155" y="97155"/>
                    <a:pt x="2807330" y="96520"/>
                    <a:pt x="2809870" y="94615"/>
                  </a:cubicBezTo>
                  <a:cubicBezTo>
                    <a:pt x="2812410" y="93345"/>
                    <a:pt x="2813045" y="90805"/>
                    <a:pt x="2813045" y="88265"/>
                  </a:cubicBezTo>
                  <a:cubicBezTo>
                    <a:pt x="2813045" y="86995"/>
                    <a:pt x="2813045" y="85725"/>
                    <a:pt x="2811775" y="84455"/>
                  </a:cubicBezTo>
                  <a:cubicBezTo>
                    <a:pt x="2811140" y="83185"/>
                    <a:pt x="2809870" y="82550"/>
                    <a:pt x="2807965" y="81280"/>
                  </a:cubicBezTo>
                  <a:cubicBezTo>
                    <a:pt x="2806695" y="80010"/>
                    <a:pt x="2804790" y="79375"/>
                    <a:pt x="2802250" y="78105"/>
                  </a:cubicBezTo>
                  <a:cubicBezTo>
                    <a:pt x="2800345" y="77470"/>
                    <a:pt x="2797805" y="76200"/>
                    <a:pt x="2794630" y="74930"/>
                  </a:cubicBezTo>
                  <a:cubicBezTo>
                    <a:pt x="2790185" y="73025"/>
                    <a:pt x="2787010" y="71755"/>
                    <a:pt x="2783835" y="69850"/>
                  </a:cubicBezTo>
                  <a:cubicBezTo>
                    <a:pt x="2780660" y="67945"/>
                    <a:pt x="2778755" y="66675"/>
                    <a:pt x="2776850" y="64770"/>
                  </a:cubicBezTo>
                  <a:cubicBezTo>
                    <a:pt x="2774945" y="62865"/>
                    <a:pt x="2773675" y="60960"/>
                    <a:pt x="2773040" y="58420"/>
                  </a:cubicBezTo>
                  <a:cubicBezTo>
                    <a:pt x="2772405" y="55880"/>
                    <a:pt x="2771770" y="53340"/>
                    <a:pt x="2771770" y="50165"/>
                  </a:cubicBezTo>
                  <a:cubicBezTo>
                    <a:pt x="2771770" y="46990"/>
                    <a:pt x="2772405" y="43815"/>
                    <a:pt x="2773675" y="40640"/>
                  </a:cubicBezTo>
                  <a:cubicBezTo>
                    <a:pt x="2774945" y="38100"/>
                    <a:pt x="2776850" y="35560"/>
                    <a:pt x="2779390" y="34290"/>
                  </a:cubicBezTo>
                  <a:cubicBezTo>
                    <a:pt x="2781930" y="32385"/>
                    <a:pt x="2784470" y="31115"/>
                    <a:pt x="2787645" y="30480"/>
                  </a:cubicBezTo>
                  <a:cubicBezTo>
                    <a:pt x="2790820" y="29845"/>
                    <a:pt x="2794630" y="29210"/>
                    <a:pt x="2798440" y="29210"/>
                  </a:cubicBezTo>
                  <a:close/>
                  <a:moveTo>
                    <a:pt x="2723510" y="29210"/>
                  </a:moveTo>
                  <a:cubicBezTo>
                    <a:pt x="2725415" y="29210"/>
                    <a:pt x="2727320" y="29210"/>
                    <a:pt x="2729225" y="29210"/>
                  </a:cubicBezTo>
                  <a:cubicBezTo>
                    <a:pt x="2733670" y="29210"/>
                    <a:pt x="2738115" y="29845"/>
                    <a:pt x="2741290" y="31750"/>
                  </a:cubicBezTo>
                  <a:cubicBezTo>
                    <a:pt x="2744465" y="33020"/>
                    <a:pt x="2747640" y="35560"/>
                    <a:pt x="2750180" y="38100"/>
                  </a:cubicBezTo>
                  <a:cubicBezTo>
                    <a:pt x="2752720" y="41275"/>
                    <a:pt x="2753990" y="44450"/>
                    <a:pt x="2755260" y="48895"/>
                  </a:cubicBezTo>
                  <a:cubicBezTo>
                    <a:pt x="2756530" y="53340"/>
                    <a:pt x="2757165" y="58420"/>
                    <a:pt x="2757165" y="64135"/>
                  </a:cubicBezTo>
                  <a:lnTo>
                    <a:pt x="2757165" y="108585"/>
                  </a:lnTo>
                  <a:lnTo>
                    <a:pt x="2741925" y="108585"/>
                  </a:lnTo>
                  <a:lnTo>
                    <a:pt x="2741290" y="108585"/>
                  </a:lnTo>
                  <a:lnTo>
                    <a:pt x="2741290" y="64770"/>
                  </a:lnTo>
                  <a:cubicBezTo>
                    <a:pt x="2741290" y="57785"/>
                    <a:pt x="2740020" y="52070"/>
                    <a:pt x="2737480" y="48895"/>
                  </a:cubicBezTo>
                  <a:cubicBezTo>
                    <a:pt x="2734940" y="45085"/>
                    <a:pt x="2731130" y="43180"/>
                    <a:pt x="2725415" y="43180"/>
                  </a:cubicBezTo>
                  <a:cubicBezTo>
                    <a:pt x="2722875" y="43180"/>
                    <a:pt x="2720970" y="43180"/>
                    <a:pt x="2718430" y="44450"/>
                  </a:cubicBezTo>
                  <a:cubicBezTo>
                    <a:pt x="2716525" y="45085"/>
                    <a:pt x="2714620" y="46990"/>
                    <a:pt x="2713350" y="48260"/>
                  </a:cubicBezTo>
                  <a:cubicBezTo>
                    <a:pt x="2712080" y="50165"/>
                    <a:pt x="2710810" y="52070"/>
                    <a:pt x="2710175" y="54610"/>
                  </a:cubicBezTo>
                  <a:cubicBezTo>
                    <a:pt x="2710175" y="57150"/>
                    <a:pt x="2709540" y="59690"/>
                    <a:pt x="2709540" y="62865"/>
                  </a:cubicBezTo>
                  <a:lnTo>
                    <a:pt x="2709540" y="108585"/>
                  </a:lnTo>
                  <a:lnTo>
                    <a:pt x="2694300" y="108585"/>
                  </a:lnTo>
                  <a:lnTo>
                    <a:pt x="2694300" y="30480"/>
                  </a:lnTo>
                  <a:lnTo>
                    <a:pt x="2709540" y="30480"/>
                  </a:lnTo>
                  <a:lnTo>
                    <a:pt x="2709540" y="38100"/>
                  </a:lnTo>
                  <a:cubicBezTo>
                    <a:pt x="2709540" y="38100"/>
                    <a:pt x="2711445" y="35560"/>
                    <a:pt x="2713350" y="34290"/>
                  </a:cubicBezTo>
                  <a:cubicBezTo>
                    <a:pt x="2714620" y="33020"/>
                    <a:pt x="2716525" y="32385"/>
                    <a:pt x="2717795" y="31115"/>
                  </a:cubicBezTo>
                  <a:cubicBezTo>
                    <a:pt x="2719700" y="30480"/>
                    <a:pt x="2721605" y="29845"/>
                    <a:pt x="2723510" y="29210"/>
                  </a:cubicBezTo>
                  <a:close/>
                  <a:moveTo>
                    <a:pt x="2530470" y="29210"/>
                  </a:moveTo>
                  <a:cubicBezTo>
                    <a:pt x="2536185" y="29210"/>
                    <a:pt x="2540630" y="30480"/>
                    <a:pt x="2545075" y="32385"/>
                  </a:cubicBezTo>
                  <a:cubicBezTo>
                    <a:pt x="2548885" y="34290"/>
                    <a:pt x="2552695" y="37465"/>
                    <a:pt x="2555235" y="40640"/>
                  </a:cubicBezTo>
                  <a:cubicBezTo>
                    <a:pt x="2557775" y="44450"/>
                    <a:pt x="2559680" y="48260"/>
                    <a:pt x="2561585" y="53340"/>
                  </a:cubicBezTo>
                  <a:cubicBezTo>
                    <a:pt x="2562855" y="57785"/>
                    <a:pt x="2563490" y="62865"/>
                    <a:pt x="2563490" y="68580"/>
                  </a:cubicBezTo>
                  <a:lnTo>
                    <a:pt x="2562220" y="68580"/>
                  </a:lnTo>
                  <a:cubicBezTo>
                    <a:pt x="2562220" y="68580"/>
                    <a:pt x="2562220" y="71120"/>
                    <a:pt x="2562220" y="72390"/>
                  </a:cubicBezTo>
                  <a:cubicBezTo>
                    <a:pt x="2562220" y="73660"/>
                    <a:pt x="2562220" y="74295"/>
                    <a:pt x="2562220" y="75565"/>
                  </a:cubicBezTo>
                  <a:lnTo>
                    <a:pt x="2510785" y="75565"/>
                  </a:lnTo>
                  <a:cubicBezTo>
                    <a:pt x="2510785" y="79375"/>
                    <a:pt x="2512055" y="82550"/>
                    <a:pt x="2513325" y="85090"/>
                  </a:cubicBezTo>
                  <a:cubicBezTo>
                    <a:pt x="2514595" y="87630"/>
                    <a:pt x="2515865" y="90170"/>
                    <a:pt x="2517770" y="91440"/>
                  </a:cubicBezTo>
                  <a:cubicBezTo>
                    <a:pt x="2519675" y="93345"/>
                    <a:pt x="2521580" y="94615"/>
                    <a:pt x="2523485" y="95250"/>
                  </a:cubicBezTo>
                  <a:cubicBezTo>
                    <a:pt x="2525390" y="95885"/>
                    <a:pt x="2527930" y="96520"/>
                    <a:pt x="2530470" y="96520"/>
                  </a:cubicBezTo>
                  <a:cubicBezTo>
                    <a:pt x="2532375" y="96520"/>
                    <a:pt x="2533645" y="96520"/>
                    <a:pt x="2535550" y="96520"/>
                  </a:cubicBezTo>
                  <a:cubicBezTo>
                    <a:pt x="2536820" y="96520"/>
                    <a:pt x="2538725" y="95885"/>
                    <a:pt x="2539995" y="95250"/>
                  </a:cubicBezTo>
                  <a:cubicBezTo>
                    <a:pt x="2541265" y="95250"/>
                    <a:pt x="2542535" y="93980"/>
                    <a:pt x="2543805" y="93345"/>
                  </a:cubicBezTo>
                  <a:cubicBezTo>
                    <a:pt x="2545075" y="93345"/>
                    <a:pt x="2546345" y="92075"/>
                    <a:pt x="2548250" y="90805"/>
                  </a:cubicBezTo>
                  <a:lnTo>
                    <a:pt x="2557140" y="100330"/>
                  </a:lnTo>
                  <a:cubicBezTo>
                    <a:pt x="2557140" y="100330"/>
                    <a:pt x="2553330" y="103505"/>
                    <a:pt x="2551425" y="104775"/>
                  </a:cubicBezTo>
                  <a:cubicBezTo>
                    <a:pt x="2549520" y="106045"/>
                    <a:pt x="2547615" y="106680"/>
                    <a:pt x="2545710" y="107950"/>
                  </a:cubicBezTo>
                  <a:cubicBezTo>
                    <a:pt x="2543805" y="108585"/>
                    <a:pt x="2541265" y="109855"/>
                    <a:pt x="2538725" y="109855"/>
                  </a:cubicBezTo>
                  <a:cubicBezTo>
                    <a:pt x="2536185" y="109855"/>
                    <a:pt x="2533010" y="110490"/>
                    <a:pt x="2529835" y="110490"/>
                  </a:cubicBezTo>
                  <a:cubicBezTo>
                    <a:pt x="2526660" y="110490"/>
                    <a:pt x="2523485" y="110490"/>
                    <a:pt x="2520310" y="109220"/>
                  </a:cubicBezTo>
                  <a:cubicBezTo>
                    <a:pt x="2517135" y="108585"/>
                    <a:pt x="2514595" y="107315"/>
                    <a:pt x="2512690" y="105410"/>
                  </a:cubicBezTo>
                  <a:cubicBezTo>
                    <a:pt x="2510785" y="103505"/>
                    <a:pt x="2508245" y="102235"/>
                    <a:pt x="2506340" y="100330"/>
                  </a:cubicBezTo>
                  <a:cubicBezTo>
                    <a:pt x="2504435" y="98425"/>
                    <a:pt x="2502530" y="95885"/>
                    <a:pt x="2501260" y="92710"/>
                  </a:cubicBezTo>
                  <a:cubicBezTo>
                    <a:pt x="2499355" y="89535"/>
                    <a:pt x="2498085" y="86360"/>
                    <a:pt x="2497450" y="82550"/>
                  </a:cubicBezTo>
                  <a:cubicBezTo>
                    <a:pt x="2496815" y="78740"/>
                    <a:pt x="2496180" y="74295"/>
                    <a:pt x="2496180" y="69850"/>
                  </a:cubicBezTo>
                  <a:cubicBezTo>
                    <a:pt x="2496180" y="63500"/>
                    <a:pt x="2496815" y="57150"/>
                    <a:pt x="2498720" y="52070"/>
                  </a:cubicBezTo>
                  <a:cubicBezTo>
                    <a:pt x="2500625" y="46990"/>
                    <a:pt x="2502530" y="42545"/>
                    <a:pt x="2505705" y="39370"/>
                  </a:cubicBezTo>
                  <a:cubicBezTo>
                    <a:pt x="2508880" y="36195"/>
                    <a:pt x="2512055" y="33020"/>
                    <a:pt x="2516500" y="31750"/>
                  </a:cubicBezTo>
                  <a:cubicBezTo>
                    <a:pt x="2520945" y="29845"/>
                    <a:pt x="2525390" y="29210"/>
                    <a:pt x="2530470" y="29210"/>
                  </a:cubicBezTo>
                  <a:close/>
                  <a:moveTo>
                    <a:pt x="2298061" y="29210"/>
                  </a:moveTo>
                  <a:cubicBezTo>
                    <a:pt x="2301236" y="29210"/>
                    <a:pt x="2303776" y="29210"/>
                    <a:pt x="2305681" y="29845"/>
                  </a:cubicBezTo>
                  <a:cubicBezTo>
                    <a:pt x="2307586" y="29845"/>
                    <a:pt x="2309491" y="31115"/>
                    <a:pt x="2311396" y="32385"/>
                  </a:cubicBezTo>
                  <a:lnTo>
                    <a:pt x="2307586" y="46990"/>
                  </a:lnTo>
                  <a:lnTo>
                    <a:pt x="2306316" y="46990"/>
                  </a:lnTo>
                  <a:cubicBezTo>
                    <a:pt x="2306316" y="46990"/>
                    <a:pt x="2303141" y="45085"/>
                    <a:pt x="2301236" y="45085"/>
                  </a:cubicBezTo>
                  <a:cubicBezTo>
                    <a:pt x="2299331" y="45085"/>
                    <a:pt x="2297426" y="44450"/>
                    <a:pt x="2294886" y="44450"/>
                  </a:cubicBezTo>
                  <a:cubicBezTo>
                    <a:pt x="2289806" y="44450"/>
                    <a:pt x="2285996" y="46355"/>
                    <a:pt x="2283456" y="49530"/>
                  </a:cubicBezTo>
                  <a:cubicBezTo>
                    <a:pt x="2280916" y="52705"/>
                    <a:pt x="2279646" y="57785"/>
                    <a:pt x="2279646" y="64770"/>
                  </a:cubicBezTo>
                  <a:lnTo>
                    <a:pt x="2279646" y="109220"/>
                  </a:lnTo>
                  <a:lnTo>
                    <a:pt x="2264406" y="109220"/>
                  </a:lnTo>
                  <a:lnTo>
                    <a:pt x="2264406" y="31115"/>
                  </a:lnTo>
                  <a:lnTo>
                    <a:pt x="2279646" y="31115"/>
                  </a:lnTo>
                  <a:lnTo>
                    <a:pt x="2279646" y="38735"/>
                  </a:lnTo>
                  <a:cubicBezTo>
                    <a:pt x="2279646" y="38735"/>
                    <a:pt x="2281551" y="36195"/>
                    <a:pt x="2282821" y="34925"/>
                  </a:cubicBezTo>
                  <a:cubicBezTo>
                    <a:pt x="2284091" y="33655"/>
                    <a:pt x="2285361" y="33020"/>
                    <a:pt x="2287266" y="31750"/>
                  </a:cubicBezTo>
                  <a:cubicBezTo>
                    <a:pt x="2288536" y="31115"/>
                    <a:pt x="2290441" y="30480"/>
                    <a:pt x="2292346" y="29845"/>
                  </a:cubicBezTo>
                  <a:cubicBezTo>
                    <a:pt x="2294251" y="29845"/>
                    <a:pt x="2296156" y="29210"/>
                    <a:pt x="2298061" y="29210"/>
                  </a:cubicBezTo>
                  <a:close/>
                  <a:moveTo>
                    <a:pt x="2216145" y="29210"/>
                  </a:moveTo>
                  <a:cubicBezTo>
                    <a:pt x="2221860" y="29210"/>
                    <a:pt x="2226305" y="30480"/>
                    <a:pt x="2230750" y="32385"/>
                  </a:cubicBezTo>
                  <a:cubicBezTo>
                    <a:pt x="2234560" y="34290"/>
                    <a:pt x="2238370" y="37465"/>
                    <a:pt x="2240910" y="40640"/>
                  </a:cubicBezTo>
                  <a:cubicBezTo>
                    <a:pt x="2243450" y="44450"/>
                    <a:pt x="2245355" y="48260"/>
                    <a:pt x="2247260" y="53340"/>
                  </a:cubicBezTo>
                  <a:cubicBezTo>
                    <a:pt x="2248530" y="57785"/>
                    <a:pt x="2249165" y="62865"/>
                    <a:pt x="2249165" y="68580"/>
                  </a:cubicBezTo>
                  <a:lnTo>
                    <a:pt x="2247895" y="68580"/>
                  </a:lnTo>
                  <a:cubicBezTo>
                    <a:pt x="2247895" y="68580"/>
                    <a:pt x="2247895" y="71120"/>
                    <a:pt x="2247895" y="72390"/>
                  </a:cubicBezTo>
                  <a:cubicBezTo>
                    <a:pt x="2247895" y="73660"/>
                    <a:pt x="2247895" y="74295"/>
                    <a:pt x="2247895" y="75565"/>
                  </a:cubicBezTo>
                  <a:lnTo>
                    <a:pt x="2196460" y="75565"/>
                  </a:lnTo>
                  <a:cubicBezTo>
                    <a:pt x="2196460" y="79375"/>
                    <a:pt x="2197730" y="82550"/>
                    <a:pt x="2199000" y="85090"/>
                  </a:cubicBezTo>
                  <a:cubicBezTo>
                    <a:pt x="2200270" y="87630"/>
                    <a:pt x="2201540" y="90170"/>
                    <a:pt x="2203445" y="91440"/>
                  </a:cubicBezTo>
                  <a:cubicBezTo>
                    <a:pt x="2205350" y="93345"/>
                    <a:pt x="2207255" y="94615"/>
                    <a:pt x="2209160" y="95250"/>
                  </a:cubicBezTo>
                  <a:cubicBezTo>
                    <a:pt x="2211065" y="95885"/>
                    <a:pt x="2213605" y="96520"/>
                    <a:pt x="2216145" y="96520"/>
                  </a:cubicBezTo>
                  <a:cubicBezTo>
                    <a:pt x="2218050" y="96520"/>
                    <a:pt x="2219320" y="96520"/>
                    <a:pt x="2221225" y="96520"/>
                  </a:cubicBezTo>
                  <a:cubicBezTo>
                    <a:pt x="2222495" y="96520"/>
                    <a:pt x="2224400" y="95885"/>
                    <a:pt x="2225670" y="95250"/>
                  </a:cubicBezTo>
                  <a:cubicBezTo>
                    <a:pt x="2226940" y="95250"/>
                    <a:pt x="2228210" y="93980"/>
                    <a:pt x="2229480" y="93345"/>
                  </a:cubicBezTo>
                  <a:cubicBezTo>
                    <a:pt x="2230750" y="93345"/>
                    <a:pt x="2232020" y="92075"/>
                    <a:pt x="2233925" y="90805"/>
                  </a:cubicBezTo>
                  <a:lnTo>
                    <a:pt x="2242815" y="100330"/>
                  </a:lnTo>
                  <a:cubicBezTo>
                    <a:pt x="2242815" y="100330"/>
                    <a:pt x="2239005" y="103505"/>
                    <a:pt x="2237100" y="104775"/>
                  </a:cubicBezTo>
                  <a:cubicBezTo>
                    <a:pt x="2235195" y="106045"/>
                    <a:pt x="2233290" y="106680"/>
                    <a:pt x="2231385" y="107950"/>
                  </a:cubicBezTo>
                  <a:cubicBezTo>
                    <a:pt x="2229480" y="108585"/>
                    <a:pt x="2226940" y="109855"/>
                    <a:pt x="2224400" y="109855"/>
                  </a:cubicBezTo>
                  <a:cubicBezTo>
                    <a:pt x="2221860" y="109855"/>
                    <a:pt x="2218685" y="110490"/>
                    <a:pt x="2215510" y="110490"/>
                  </a:cubicBezTo>
                  <a:cubicBezTo>
                    <a:pt x="2212335" y="110490"/>
                    <a:pt x="2209160" y="110490"/>
                    <a:pt x="2205985" y="109220"/>
                  </a:cubicBezTo>
                  <a:cubicBezTo>
                    <a:pt x="2202810" y="108585"/>
                    <a:pt x="2200270" y="107315"/>
                    <a:pt x="2198365" y="105410"/>
                  </a:cubicBezTo>
                  <a:cubicBezTo>
                    <a:pt x="2195825" y="104140"/>
                    <a:pt x="2193920" y="102235"/>
                    <a:pt x="2192015" y="100330"/>
                  </a:cubicBezTo>
                  <a:cubicBezTo>
                    <a:pt x="2190110" y="98425"/>
                    <a:pt x="2188205" y="95885"/>
                    <a:pt x="2186935" y="92710"/>
                  </a:cubicBezTo>
                  <a:cubicBezTo>
                    <a:pt x="2185030" y="89535"/>
                    <a:pt x="2183760" y="86360"/>
                    <a:pt x="2183125" y="82550"/>
                  </a:cubicBezTo>
                  <a:cubicBezTo>
                    <a:pt x="2182490" y="78740"/>
                    <a:pt x="2181855" y="74295"/>
                    <a:pt x="2181855" y="69850"/>
                  </a:cubicBezTo>
                  <a:cubicBezTo>
                    <a:pt x="2181855" y="63500"/>
                    <a:pt x="2182490" y="57150"/>
                    <a:pt x="2184395" y="52070"/>
                  </a:cubicBezTo>
                  <a:cubicBezTo>
                    <a:pt x="2186300" y="46990"/>
                    <a:pt x="2188205" y="42545"/>
                    <a:pt x="2191380" y="39370"/>
                  </a:cubicBezTo>
                  <a:cubicBezTo>
                    <a:pt x="2194555" y="36195"/>
                    <a:pt x="2197730" y="33020"/>
                    <a:pt x="2202175" y="31750"/>
                  </a:cubicBezTo>
                  <a:cubicBezTo>
                    <a:pt x="2206620" y="29845"/>
                    <a:pt x="2211065" y="29210"/>
                    <a:pt x="2216145" y="29210"/>
                  </a:cubicBezTo>
                  <a:close/>
                  <a:moveTo>
                    <a:pt x="2029456" y="29210"/>
                  </a:moveTo>
                  <a:cubicBezTo>
                    <a:pt x="2035171" y="29210"/>
                    <a:pt x="2039616" y="30480"/>
                    <a:pt x="2044061" y="32385"/>
                  </a:cubicBezTo>
                  <a:cubicBezTo>
                    <a:pt x="2047871" y="34290"/>
                    <a:pt x="2051681" y="37465"/>
                    <a:pt x="2054221" y="40640"/>
                  </a:cubicBezTo>
                  <a:cubicBezTo>
                    <a:pt x="2056761" y="44450"/>
                    <a:pt x="2058666" y="48260"/>
                    <a:pt x="2060571" y="53340"/>
                  </a:cubicBezTo>
                  <a:cubicBezTo>
                    <a:pt x="2061841" y="57785"/>
                    <a:pt x="2062476" y="62865"/>
                    <a:pt x="2062476" y="68580"/>
                  </a:cubicBezTo>
                  <a:lnTo>
                    <a:pt x="2061206" y="68580"/>
                  </a:lnTo>
                  <a:cubicBezTo>
                    <a:pt x="2061206" y="68580"/>
                    <a:pt x="2061206" y="71120"/>
                    <a:pt x="2061206" y="72390"/>
                  </a:cubicBezTo>
                  <a:cubicBezTo>
                    <a:pt x="2061206" y="73660"/>
                    <a:pt x="2061206" y="74295"/>
                    <a:pt x="2061206" y="75565"/>
                  </a:cubicBezTo>
                  <a:lnTo>
                    <a:pt x="2009771" y="75565"/>
                  </a:lnTo>
                  <a:cubicBezTo>
                    <a:pt x="2009771" y="79375"/>
                    <a:pt x="2011041" y="82550"/>
                    <a:pt x="2012311" y="85090"/>
                  </a:cubicBezTo>
                  <a:cubicBezTo>
                    <a:pt x="2013581" y="87630"/>
                    <a:pt x="2014851" y="90170"/>
                    <a:pt x="2016756" y="91440"/>
                  </a:cubicBezTo>
                  <a:cubicBezTo>
                    <a:pt x="2018661" y="93345"/>
                    <a:pt x="2020566" y="94615"/>
                    <a:pt x="2022471" y="95250"/>
                  </a:cubicBezTo>
                  <a:cubicBezTo>
                    <a:pt x="2024376" y="95885"/>
                    <a:pt x="2026916" y="96520"/>
                    <a:pt x="2029456" y="96520"/>
                  </a:cubicBezTo>
                  <a:cubicBezTo>
                    <a:pt x="2031361" y="96520"/>
                    <a:pt x="2032631" y="96520"/>
                    <a:pt x="2034536" y="96520"/>
                  </a:cubicBezTo>
                  <a:cubicBezTo>
                    <a:pt x="2035806" y="96520"/>
                    <a:pt x="2037711" y="95885"/>
                    <a:pt x="2038981" y="95250"/>
                  </a:cubicBezTo>
                  <a:cubicBezTo>
                    <a:pt x="2040251" y="95250"/>
                    <a:pt x="2041521" y="93980"/>
                    <a:pt x="2042791" y="93345"/>
                  </a:cubicBezTo>
                  <a:cubicBezTo>
                    <a:pt x="2044061" y="93345"/>
                    <a:pt x="2045331" y="92075"/>
                    <a:pt x="2047236" y="90805"/>
                  </a:cubicBezTo>
                  <a:lnTo>
                    <a:pt x="2056126" y="100330"/>
                  </a:lnTo>
                  <a:cubicBezTo>
                    <a:pt x="2056126" y="100330"/>
                    <a:pt x="2052316" y="103505"/>
                    <a:pt x="2050411" y="104775"/>
                  </a:cubicBezTo>
                  <a:cubicBezTo>
                    <a:pt x="2048506" y="106045"/>
                    <a:pt x="2046601" y="106680"/>
                    <a:pt x="2044696" y="107950"/>
                  </a:cubicBezTo>
                  <a:cubicBezTo>
                    <a:pt x="2042791" y="108585"/>
                    <a:pt x="2040251" y="109855"/>
                    <a:pt x="2037711" y="109855"/>
                  </a:cubicBezTo>
                  <a:cubicBezTo>
                    <a:pt x="2035171" y="109855"/>
                    <a:pt x="2031996" y="110490"/>
                    <a:pt x="2028821" y="110490"/>
                  </a:cubicBezTo>
                  <a:cubicBezTo>
                    <a:pt x="2025646" y="110490"/>
                    <a:pt x="2022471" y="110490"/>
                    <a:pt x="2019296" y="109220"/>
                  </a:cubicBezTo>
                  <a:cubicBezTo>
                    <a:pt x="2016121" y="108585"/>
                    <a:pt x="2013581" y="107315"/>
                    <a:pt x="2011676" y="105410"/>
                  </a:cubicBezTo>
                  <a:cubicBezTo>
                    <a:pt x="2009136" y="104140"/>
                    <a:pt x="2007231" y="102235"/>
                    <a:pt x="2005326" y="100330"/>
                  </a:cubicBezTo>
                  <a:cubicBezTo>
                    <a:pt x="2003421" y="98425"/>
                    <a:pt x="2001516" y="95885"/>
                    <a:pt x="2000246" y="92710"/>
                  </a:cubicBezTo>
                  <a:cubicBezTo>
                    <a:pt x="1998341" y="89535"/>
                    <a:pt x="1997071" y="86360"/>
                    <a:pt x="1996436" y="82550"/>
                  </a:cubicBezTo>
                  <a:cubicBezTo>
                    <a:pt x="1995801" y="78740"/>
                    <a:pt x="1995166" y="74295"/>
                    <a:pt x="1995166" y="69850"/>
                  </a:cubicBezTo>
                  <a:cubicBezTo>
                    <a:pt x="1995166" y="63500"/>
                    <a:pt x="1995801" y="57150"/>
                    <a:pt x="1997706" y="52070"/>
                  </a:cubicBezTo>
                  <a:cubicBezTo>
                    <a:pt x="1999611" y="46990"/>
                    <a:pt x="2001516" y="42545"/>
                    <a:pt x="2004691" y="39370"/>
                  </a:cubicBezTo>
                  <a:cubicBezTo>
                    <a:pt x="2007866" y="36195"/>
                    <a:pt x="2011041" y="33020"/>
                    <a:pt x="2015486" y="31750"/>
                  </a:cubicBezTo>
                  <a:cubicBezTo>
                    <a:pt x="2019931" y="29845"/>
                    <a:pt x="2024376" y="29210"/>
                    <a:pt x="2029456" y="29210"/>
                  </a:cubicBezTo>
                  <a:close/>
                  <a:moveTo>
                    <a:pt x="1831336" y="29210"/>
                  </a:moveTo>
                  <a:cubicBezTo>
                    <a:pt x="1837051" y="29210"/>
                    <a:pt x="1841496" y="30480"/>
                    <a:pt x="1845941" y="32385"/>
                  </a:cubicBezTo>
                  <a:cubicBezTo>
                    <a:pt x="1849751" y="34290"/>
                    <a:pt x="1853561" y="37465"/>
                    <a:pt x="1856101" y="40640"/>
                  </a:cubicBezTo>
                  <a:cubicBezTo>
                    <a:pt x="1858641" y="44450"/>
                    <a:pt x="1860546" y="48260"/>
                    <a:pt x="1862451" y="53340"/>
                  </a:cubicBezTo>
                  <a:cubicBezTo>
                    <a:pt x="1863721" y="57785"/>
                    <a:pt x="1864356" y="62865"/>
                    <a:pt x="1864356" y="68580"/>
                  </a:cubicBezTo>
                  <a:lnTo>
                    <a:pt x="1863086" y="68580"/>
                  </a:lnTo>
                  <a:cubicBezTo>
                    <a:pt x="1863086" y="68580"/>
                    <a:pt x="1863086" y="71120"/>
                    <a:pt x="1863086" y="72390"/>
                  </a:cubicBezTo>
                  <a:cubicBezTo>
                    <a:pt x="1863086" y="73660"/>
                    <a:pt x="1863086" y="74295"/>
                    <a:pt x="1863086" y="75565"/>
                  </a:cubicBezTo>
                  <a:lnTo>
                    <a:pt x="1811651" y="75565"/>
                  </a:lnTo>
                  <a:cubicBezTo>
                    <a:pt x="1811651" y="79375"/>
                    <a:pt x="1812921" y="82550"/>
                    <a:pt x="1814191" y="85090"/>
                  </a:cubicBezTo>
                  <a:cubicBezTo>
                    <a:pt x="1815461" y="87630"/>
                    <a:pt x="1816731" y="90170"/>
                    <a:pt x="1818636" y="91440"/>
                  </a:cubicBezTo>
                  <a:cubicBezTo>
                    <a:pt x="1820541" y="93345"/>
                    <a:pt x="1822446" y="94615"/>
                    <a:pt x="1824351" y="95250"/>
                  </a:cubicBezTo>
                  <a:cubicBezTo>
                    <a:pt x="1826256" y="95885"/>
                    <a:pt x="1828796" y="96520"/>
                    <a:pt x="1831336" y="96520"/>
                  </a:cubicBezTo>
                  <a:cubicBezTo>
                    <a:pt x="1833241" y="96520"/>
                    <a:pt x="1834511" y="96520"/>
                    <a:pt x="1836416" y="96520"/>
                  </a:cubicBezTo>
                  <a:cubicBezTo>
                    <a:pt x="1837686" y="96520"/>
                    <a:pt x="1839591" y="95885"/>
                    <a:pt x="1840861" y="95250"/>
                  </a:cubicBezTo>
                  <a:cubicBezTo>
                    <a:pt x="1842131" y="95250"/>
                    <a:pt x="1843401" y="93980"/>
                    <a:pt x="1844671" y="93345"/>
                  </a:cubicBezTo>
                  <a:cubicBezTo>
                    <a:pt x="1845941" y="93345"/>
                    <a:pt x="1847211" y="92075"/>
                    <a:pt x="1849116" y="90805"/>
                  </a:cubicBezTo>
                  <a:lnTo>
                    <a:pt x="1858006" y="100330"/>
                  </a:lnTo>
                  <a:cubicBezTo>
                    <a:pt x="1858006" y="100330"/>
                    <a:pt x="1854196" y="103505"/>
                    <a:pt x="1852291" y="104775"/>
                  </a:cubicBezTo>
                  <a:cubicBezTo>
                    <a:pt x="1850386" y="106045"/>
                    <a:pt x="1848481" y="106680"/>
                    <a:pt x="1846576" y="107950"/>
                  </a:cubicBezTo>
                  <a:cubicBezTo>
                    <a:pt x="1844671" y="108585"/>
                    <a:pt x="1842131" y="109855"/>
                    <a:pt x="1839591" y="109855"/>
                  </a:cubicBezTo>
                  <a:cubicBezTo>
                    <a:pt x="1837051" y="109855"/>
                    <a:pt x="1833876" y="110490"/>
                    <a:pt x="1830701" y="110490"/>
                  </a:cubicBezTo>
                  <a:cubicBezTo>
                    <a:pt x="1827526" y="110490"/>
                    <a:pt x="1824351" y="110490"/>
                    <a:pt x="1821176" y="109220"/>
                  </a:cubicBezTo>
                  <a:cubicBezTo>
                    <a:pt x="1818001" y="108585"/>
                    <a:pt x="1815461" y="107315"/>
                    <a:pt x="1813556" y="105410"/>
                  </a:cubicBezTo>
                  <a:cubicBezTo>
                    <a:pt x="1811016" y="104140"/>
                    <a:pt x="1809111" y="102235"/>
                    <a:pt x="1807206" y="100330"/>
                  </a:cubicBezTo>
                  <a:cubicBezTo>
                    <a:pt x="1805301" y="98425"/>
                    <a:pt x="1803396" y="95885"/>
                    <a:pt x="1802126" y="92710"/>
                  </a:cubicBezTo>
                  <a:cubicBezTo>
                    <a:pt x="1800221" y="89535"/>
                    <a:pt x="1798951" y="86360"/>
                    <a:pt x="1798316" y="82550"/>
                  </a:cubicBezTo>
                  <a:cubicBezTo>
                    <a:pt x="1797681" y="78740"/>
                    <a:pt x="1797046" y="74295"/>
                    <a:pt x="1797046" y="69850"/>
                  </a:cubicBezTo>
                  <a:cubicBezTo>
                    <a:pt x="1797046" y="63500"/>
                    <a:pt x="1797681" y="57150"/>
                    <a:pt x="1799586" y="52070"/>
                  </a:cubicBezTo>
                  <a:cubicBezTo>
                    <a:pt x="1801491" y="46990"/>
                    <a:pt x="1803396" y="42545"/>
                    <a:pt x="1806571" y="39370"/>
                  </a:cubicBezTo>
                  <a:cubicBezTo>
                    <a:pt x="1809746" y="36195"/>
                    <a:pt x="1812921" y="33020"/>
                    <a:pt x="1817366" y="31750"/>
                  </a:cubicBezTo>
                  <a:cubicBezTo>
                    <a:pt x="1821811" y="29845"/>
                    <a:pt x="1826256" y="29210"/>
                    <a:pt x="1831336" y="29210"/>
                  </a:cubicBezTo>
                  <a:close/>
                  <a:moveTo>
                    <a:pt x="1501140" y="29210"/>
                  </a:moveTo>
                  <a:cubicBezTo>
                    <a:pt x="1503046" y="29210"/>
                    <a:pt x="1504951" y="29210"/>
                    <a:pt x="1506856" y="29210"/>
                  </a:cubicBezTo>
                  <a:cubicBezTo>
                    <a:pt x="1511301" y="29210"/>
                    <a:pt x="1515746" y="29845"/>
                    <a:pt x="1518920" y="31750"/>
                  </a:cubicBezTo>
                  <a:cubicBezTo>
                    <a:pt x="1522096" y="33020"/>
                    <a:pt x="1525271" y="35560"/>
                    <a:pt x="1527811" y="38100"/>
                  </a:cubicBezTo>
                  <a:cubicBezTo>
                    <a:pt x="1530351" y="41275"/>
                    <a:pt x="1531621" y="44450"/>
                    <a:pt x="1532891" y="48895"/>
                  </a:cubicBezTo>
                  <a:cubicBezTo>
                    <a:pt x="1534161" y="53340"/>
                    <a:pt x="1534796" y="58420"/>
                    <a:pt x="1534796" y="64135"/>
                  </a:cubicBezTo>
                  <a:lnTo>
                    <a:pt x="1534796" y="108585"/>
                  </a:lnTo>
                  <a:lnTo>
                    <a:pt x="1519556" y="108585"/>
                  </a:lnTo>
                  <a:lnTo>
                    <a:pt x="1518920" y="108585"/>
                  </a:lnTo>
                  <a:lnTo>
                    <a:pt x="1518920" y="64770"/>
                  </a:lnTo>
                  <a:cubicBezTo>
                    <a:pt x="1518920" y="57785"/>
                    <a:pt x="1517651" y="52070"/>
                    <a:pt x="1515111" y="48895"/>
                  </a:cubicBezTo>
                  <a:cubicBezTo>
                    <a:pt x="1512571" y="45085"/>
                    <a:pt x="1508761" y="43180"/>
                    <a:pt x="1503046" y="43180"/>
                  </a:cubicBezTo>
                  <a:cubicBezTo>
                    <a:pt x="1500506" y="43180"/>
                    <a:pt x="1498601" y="43180"/>
                    <a:pt x="1496061" y="44450"/>
                  </a:cubicBezTo>
                  <a:cubicBezTo>
                    <a:pt x="1494156" y="45085"/>
                    <a:pt x="1492250" y="46990"/>
                    <a:pt x="1490981" y="48260"/>
                  </a:cubicBezTo>
                  <a:cubicBezTo>
                    <a:pt x="1489711" y="50165"/>
                    <a:pt x="1488441" y="52070"/>
                    <a:pt x="1487806" y="54610"/>
                  </a:cubicBezTo>
                  <a:cubicBezTo>
                    <a:pt x="1487806" y="57150"/>
                    <a:pt x="1487170" y="59690"/>
                    <a:pt x="1487170" y="62865"/>
                  </a:cubicBezTo>
                  <a:lnTo>
                    <a:pt x="1487170" y="108585"/>
                  </a:lnTo>
                  <a:lnTo>
                    <a:pt x="1471931" y="108585"/>
                  </a:lnTo>
                  <a:lnTo>
                    <a:pt x="1471931" y="30480"/>
                  </a:lnTo>
                  <a:lnTo>
                    <a:pt x="1487170" y="30480"/>
                  </a:lnTo>
                  <a:lnTo>
                    <a:pt x="1487170" y="38100"/>
                  </a:lnTo>
                  <a:cubicBezTo>
                    <a:pt x="1487170" y="38100"/>
                    <a:pt x="1489076" y="35560"/>
                    <a:pt x="1490981" y="34290"/>
                  </a:cubicBezTo>
                  <a:cubicBezTo>
                    <a:pt x="1492250" y="33020"/>
                    <a:pt x="1494156" y="32385"/>
                    <a:pt x="1495426" y="31115"/>
                  </a:cubicBezTo>
                  <a:cubicBezTo>
                    <a:pt x="1497331" y="30480"/>
                    <a:pt x="1499236" y="29845"/>
                    <a:pt x="1501140" y="29210"/>
                  </a:cubicBezTo>
                  <a:close/>
                  <a:moveTo>
                    <a:pt x="1250316" y="29210"/>
                  </a:moveTo>
                  <a:cubicBezTo>
                    <a:pt x="1255396" y="29210"/>
                    <a:pt x="1259841" y="29845"/>
                    <a:pt x="1264286" y="31750"/>
                  </a:cubicBezTo>
                  <a:cubicBezTo>
                    <a:pt x="1268731" y="33655"/>
                    <a:pt x="1273176" y="35560"/>
                    <a:pt x="1276350" y="38100"/>
                  </a:cubicBezTo>
                  <a:lnTo>
                    <a:pt x="1278256" y="38100"/>
                  </a:lnTo>
                  <a:lnTo>
                    <a:pt x="1271271" y="50165"/>
                  </a:lnTo>
                  <a:cubicBezTo>
                    <a:pt x="1268095" y="47625"/>
                    <a:pt x="1264921" y="46355"/>
                    <a:pt x="1261746" y="45085"/>
                  </a:cubicBezTo>
                  <a:cubicBezTo>
                    <a:pt x="1258570" y="43815"/>
                    <a:pt x="1254761" y="43180"/>
                    <a:pt x="1250951" y="43180"/>
                  </a:cubicBezTo>
                  <a:cubicBezTo>
                    <a:pt x="1247141" y="43180"/>
                    <a:pt x="1244601" y="43815"/>
                    <a:pt x="1242696" y="45085"/>
                  </a:cubicBezTo>
                  <a:cubicBezTo>
                    <a:pt x="1240791" y="46355"/>
                    <a:pt x="1240156" y="48260"/>
                    <a:pt x="1240156" y="50165"/>
                  </a:cubicBezTo>
                  <a:cubicBezTo>
                    <a:pt x="1240156" y="51435"/>
                    <a:pt x="1240156" y="52070"/>
                    <a:pt x="1240156" y="52705"/>
                  </a:cubicBezTo>
                  <a:cubicBezTo>
                    <a:pt x="1240156" y="53340"/>
                    <a:pt x="1241426" y="54610"/>
                    <a:pt x="1242061" y="55245"/>
                  </a:cubicBezTo>
                  <a:cubicBezTo>
                    <a:pt x="1243331" y="55880"/>
                    <a:pt x="1244601" y="57150"/>
                    <a:pt x="1246506" y="57785"/>
                  </a:cubicBezTo>
                  <a:cubicBezTo>
                    <a:pt x="1248411" y="59055"/>
                    <a:pt x="1250951" y="59690"/>
                    <a:pt x="1253491" y="60960"/>
                  </a:cubicBezTo>
                  <a:cubicBezTo>
                    <a:pt x="1257936" y="62865"/>
                    <a:pt x="1261746" y="64135"/>
                    <a:pt x="1264921" y="66040"/>
                  </a:cubicBezTo>
                  <a:cubicBezTo>
                    <a:pt x="1268095" y="67310"/>
                    <a:pt x="1270635" y="69215"/>
                    <a:pt x="1273176" y="71120"/>
                  </a:cubicBezTo>
                  <a:cubicBezTo>
                    <a:pt x="1275080" y="73025"/>
                    <a:pt x="1276985" y="75565"/>
                    <a:pt x="1278256" y="78105"/>
                  </a:cubicBezTo>
                  <a:cubicBezTo>
                    <a:pt x="1279525" y="80645"/>
                    <a:pt x="1280161" y="83820"/>
                    <a:pt x="1280161" y="87630"/>
                  </a:cubicBezTo>
                  <a:cubicBezTo>
                    <a:pt x="1280161" y="92075"/>
                    <a:pt x="1279525" y="95250"/>
                    <a:pt x="1277621" y="98425"/>
                  </a:cubicBezTo>
                  <a:cubicBezTo>
                    <a:pt x="1275716" y="101600"/>
                    <a:pt x="1273811" y="103505"/>
                    <a:pt x="1271271" y="105410"/>
                  </a:cubicBezTo>
                  <a:cubicBezTo>
                    <a:pt x="1268731" y="107315"/>
                    <a:pt x="1265556" y="108585"/>
                    <a:pt x="1261746" y="109220"/>
                  </a:cubicBezTo>
                  <a:cubicBezTo>
                    <a:pt x="1257936" y="109855"/>
                    <a:pt x="1254761" y="110490"/>
                    <a:pt x="1250951" y="110490"/>
                  </a:cubicBezTo>
                  <a:cubicBezTo>
                    <a:pt x="1245871" y="110490"/>
                    <a:pt x="1240791" y="109855"/>
                    <a:pt x="1235711" y="107950"/>
                  </a:cubicBezTo>
                  <a:cubicBezTo>
                    <a:pt x="1229996" y="106045"/>
                    <a:pt x="1225551" y="103505"/>
                    <a:pt x="1221106" y="100965"/>
                  </a:cubicBezTo>
                  <a:lnTo>
                    <a:pt x="1228091" y="89535"/>
                  </a:lnTo>
                  <a:cubicBezTo>
                    <a:pt x="1231901" y="92075"/>
                    <a:pt x="1235711" y="93980"/>
                    <a:pt x="1239521" y="95250"/>
                  </a:cubicBezTo>
                  <a:cubicBezTo>
                    <a:pt x="1243331" y="96520"/>
                    <a:pt x="1247141" y="97155"/>
                    <a:pt x="1250951" y="97155"/>
                  </a:cubicBezTo>
                  <a:cubicBezTo>
                    <a:pt x="1256031" y="97155"/>
                    <a:pt x="1259205" y="96520"/>
                    <a:pt x="1261746" y="94615"/>
                  </a:cubicBezTo>
                  <a:cubicBezTo>
                    <a:pt x="1264286" y="93345"/>
                    <a:pt x="1264921" y="90805"/>
                    <a:pt x="1264921" y="88265"/>
                  </a:cubicBezTo>
                  <a:cubicBezTo>
                    <a:pt x="1264921" y="86995"/>
                    <a:pt x="1264921" y="85725"/>
                    <a:pt x="1263650" y="84455"/>
                  </a:cubicBezTo>
                  <a:cubicBezTo>
                    <a:pt x="1263015" y="83185"/>
                    <a:pt x="1261746" y="82550"/>
                    <a:pt x="1259841" y="81280"/>
                  </a:cubicBezTo>
                  <a:cubicBezTo>
                    <a:pt x="1258570" y="80010"/>
                    <a:pt x="1256666" y="79375"/>
                    <a:pt x="1254125" y="78105"/>
                  </a:cubicBezTo>
                  <a:cubicBezTo>
                    <a:pt x="1252221" y="77470"/>
                    <a:pt x="1249681" y="76200"/>
                    <a:pt x="1246506" y="74930"/>
                  </a:cubicBezTo>
                  <a:cubicBezTo>
                    <a:pt x="1242061" y="73025"/>
                    <a:pt x="1238886" y="71755"/>
                    <a:pt x="1235711" y="69850"/>
                  </a:cubicBezTo>
                  <a:cubicBezTo>
                    <a:pt x="1232536" y="67945"/>
                    <a:pt x="1230631" y="66675"/>
                    <a:pt x="1228726" y="64770"/>
                  </a:cubicBezTo>
                  <a:cubicBezTo>
                    <a:pt x="1226821" y="62865"/>
                    <a:pt x="1225551" y="60960"/>
                    <a:pt x="1224916" y="58420"/>
                  </a:cubicBezTo>
                  <a:cubicBezTo>
                    <a:pt x="1224281" y="55880"/>
                    <a:pt x="1223646" y="53340"/>
                    <a:pt x="1223646" y="50165"/>
                  </a:cubicBezTo>
                  <a:cubicBezTo>
                    <a:pt x="1223646" y="46990"/>
                    <a:pt x="1224281" y="43815"/>
                    <a:pt x="1225551" y="40640"/>
                  </a:cubicBezTo>
                  <a:cubicBezTo>
                    <a:pt x="1226821" y="38100"/>
                    <a:pt x="1228726" y="35560"/>
                    <a:pt x="1231266" y="34290"/>
                  </a:cubicBezTo>
                  <a:cubicBezTo>
                    <a:pt x="1233806" y="32385"/>
                    <a:pt x="1236346" y="31115"/>
                    <a:pt x="1239521" y="30480"/>
                  </a:cubicBezTo>
                  <a:cubicBezTo>
                    <a:pt x="1242696" y="29845"/>
                    <a:pt x="1246506" y="29210"/>
                    <a:pt x="1250316" y="29210"/>
                  </a:cubicBezTo>
                  <a:close/>
                  <a:moveTo>
                    <a:pt x="1180466" y="29210"/>
                  </a:moveTo>
                  <a:cubicBezTo>
                    <a:pt x="1186181" y="29210"/>
                    <a:pt x="1190626" y="30480"/>
                    <a:pt x="1195071" y="32385"/>
                  </a:cubicBezTo>
                  <a:cubicBezTo>
                    <a:pt x="1198881" y="34290"/>
                    <a:pt x="1202691" y="37465"/>
                    <a:pt x="1205231" y="40640"/>
                  </a:cubicBezTo>
                  <a:cubicBezTo>
                    <a:pt x="1207771" y="44450"/>
                    <a:pt x="1209676" y="48260"/>
                    <a:pt x="1211581" y="53340"/>
                  </a:cubicBezTo>
                  <a:cubicBezTo>
                    <a:pt x="1212851" y="57785"/>
                    <a:pt x="1213486" y="62865"/>
                    <a:pt x="1213486" y="68580"/>
                  </a:cubicBezTo>
                  <a:lnTo>
                    <a:pt x="1212216" y="68580"/>
                  </a:lnTo>
                  <a:cubicBezTo>
                    <a:pt x="1212216" y="68580"/>
                    <a:pt x="1212216" y="71120"/>
                    <a:pt x="1212216" y="72390"/>
                  </a:cubicBezTo>
                  <a:cubicBezTo>
                    <a:pt x="1212216" y="73660"/>
                    <a:pt x="1212216" y="74295"/>
                    <a:pt x="1212216" y="75565"/>
                  </a:cubicBezTo>
                  <a:lnTo>
                    <a:pt x="1160781" y="75565"/>
                  </a:lnTo>
                  <a:cubicBezTo>
                    <a:pt x="1160781" y="79375"/>
                    <a:pt x="1162051" y="82550"/>
                    <a:pt x="1163321" y="85090"/>
                  </a:cubicBezTo>
                  <a:cubicBezTo>
                    <a:pt x="1164591" y="87630"/>
                    <a:pt x="1165861" y="90170"/>
                    <a:pt x="1167766" y="91440"/>
                  </a:cubicBezTo>
                  <a:cubicBezTo>
                    <a:pt x="1169671" y="93345"/>
                    <a:pt x="1171576" y="94615"/>
                    <a:pt x="1173481" y="95250"/>
                  </a:cubicBezTo>
                  <a:cubicBezTo>
                    <a:pt x="1175386" y="95885"/>
                    <a:pt x="1177926" y="96520"/>
                    <a:pt x="1180466" y="96520"/>
                  </a:cubicBezTo>
                  <a:cubicBezTo>
                    <a:pt x="1182371" y="96520"/>
                    <a:pt x="1183641" y="96520"/>
                    <a:pt x="1185546" y="96520"/>
                  </a:cubicBezTo>
                  <a:cubicBezTo>
                    <a:pt x="1186816" y="96520"/>
                    <a:pt x="1188721" y="95885"/>
                    <a:pt x="1189991" y="95250"/>
                  </a:cubicBezTo>
                  <a:cubicBezTo>
                    <a:pt x="1191261" y="95250"/>
                    <a:pt x="1192531" y="93980"/>
                    <a:pt x="1193801" y="93345"/>
                  </a:cubicBezTo>
                  <a:cubicBezTo>
                    <a:pt x="1195071" y="93345"/>
                    <a:pt x="1196341" y="92075"/>
                    <a:pt x="1198246" y="90805"/>
                  </a:cubicBezTo>
                  <a:lnTo>
                    <a:pt x="1207136" y="100330"/>
                  </a:lnTo>
                  <a:cubicBezTo>
                    <a:pt x="1207136" y="100330"/>
                    <a:pt x="1203326" y="103505"/>
                    <a:pt x="1201421" y="104775"/>
                  </a:cubicBezTo>
                  <a:cubicBezTo>
                    <a:pt x="1199516" y="106045"/>
                    <a:pt x="1197611" y="106680"/>
                    <a:pt x="1195706" y="107950"/>
                  </a:cubicBezTo>
                  <a:cubicBezTo>
                    <a:pt x="1193801" y="108585"/>
                    <a:pt x="1191261" y="109855"/>
                    <a:pt x="1188721" y="109855"/>
                  </a:cubicBezTo>
                  <a:cubicBezTo>
                    <a:pt x="1186181" y="109855"/>
                    <a:pt x="1183006" y="110490"/>
                    <a:pt x="1179831" y="110490"/>
                  </a:cubicBezTo>
                  <a:cubicBezTo>
                    <a:pt x="1176656" y="110490"/>
                    <a:pt x="1173481" y="110490"/>
                    <a:pt x="1170306" y="109220"/>
                  </a:cubicBezTo>
                  <a:cubicBezTo>
                    <a:pt x="1167131" y="108585"/>
                    <a:pt x="1164591" y="107315"/>
                    <a:pt x="1162686" y="105410"/>
                  </a:cubicBezTo>
                  <a:cubicBezTo>
                    <a:pt x="1160781" y="103505"/>
                    <a:pt x="1158241" y="102235"/>
                    <a:pt x="1156336" y="100330"/>
                  </a:cubicBezTo>
                  <a:cubicBezTo>
                    <a:pt x="1154431" y="98425"/>
                    <a:pt x="1152526" y="95885"/>
                    <a:pt x="1151256" y="92710"/>
                  </a:cubicBezTo>
                  <a:cubicBezTo>
                    <a:pt x="1149351" y="89535"/>
                    <a:pt x="1148081" y="86360"/>
                    <a:pt x="1147446" y="82550"/>
                  </a:cubicBezTo>
                  <a:cubicBezTo>
                    <a:pt x="1146811" y="78740"/>
                    <a:pt x="1146176" y="74295"/>
                    <a:pt x="1146176" y="69850"/>
                  </a:cubicBezTo>
                  <a:cubicBezTo>
                    <a:pt x="1146176" y="63500"/>
                    <a:pt x="1146811" y="57150"/>
                    <a:pt x="1148716" y="52070"/>
                  </a:cubicBezTo>
                  <a:cubicBezTo>
                    <a:pt x="1150621" y="46990"/>
                    <a:pt x="1152526" y="42545"/>
                    <a:pt x="1155701" y="39370"/>
                  </a:cubicBezTo>
                  <a:cubicBezTo>
                    <a:pt x="1158876" y="36195"/>
                    <a:pt x="1162051" y="33020"/>
                    <a:pt x="1166496" y="31750"/>
                  </a:cubicBezTo>
                  <a:cubicBezTo>
                    <a:pt x="1170941" y="29845"/>
                    <a:pt x="1175386" y="29210"/>
                    <a:pt x="1180466" y="29210"/>
                  </a:cubicBezTo>
                  <a:close/>
                  <a:moveTo>
                    <a:pt x="901065" y="29210"/>
                  </a:moveTo>
                  <a:cubicBezTo>
                    <a:pt x="906780" y="29210"/>
                    <a:pt x="911225" y="30480"/>
                    <a:pt x="915670" y="32385"/>
                  </a:cubicBezTo>
                  <a:cubicBezTo>
                    <a:pt x="919480" y="34290"/>
                    <a:pt x="923290" y="37465"/>
                    <a:pt x="925830" y="40640"/>
                  </a:cubicBezTo>
                  <a:cubicBezTo>
                    <a:pt x="928370" y="44450"/>
                    <a:pt x="930275" y="48260"/>
                    <a:pt x="932180" y="53340"/>
                  </a:cubicBezTo>
                  <a:cubicBezTo>
                    <a:pt x="933450" y="57785"/>
                    <a:pt x="934085" y="62865"/>
                    <a:pt x="934085" y="68580"/>
                  </a:cubicBezTo>
                  <a:lnTo>
                    <a:pt x="932815" y="68580"/>
                  </a:lnTo>
                  <a:cubicBezTo>
                    <a:pt x="932815" y="68580"/>
                    <a:pt x="932815" y="71120"/>
                    <a:pt x="932815" y="72390"/>
                  </a:cubicBezTo>
                  <a:cubicBezTo>
                    <a:pt x="932815" y="73660"/>
                    <a:pt x="932815" y="74295"/>
                    <a:pt x="932815" y="75565"/>
                  </a:cubicBezTo>
                  <a:lnTo>
                    <a:pt x="881380" y="75565"/>
                  </a:lnTo>
                  <a:cubicBezTo>
                    <a:pt x="881380" y="79375"/>
                    <a:pt x="882650" y="82550"/>
                    <a:pt x="883920" y="85090"/>
                  </a:cubicBezTo>
                  <a:cubicBezTo>
                    <a:pt x="885190" y="87630"/>
                    <a:pt x="886460" y="90170"/>
                    <a:pt x="888365" y="91440"/>
                  </a:cubicBezTo>
                  <a:cubicBezTo>
                    <a:pt x="890270" y="93345"/>
                    <a:pt x="892175" y="94615"/>
                    <a:pt x="894080" y="95250"/>
                  </a:cubicBezTo>
                  <a:cubicBezTo>
                    <a:pt x="895985" y="95885"/>
                    <a:pt x="898525" y="96520"/>
                    <a:pt x="901065" y="96520"/>
                  </a:cubicBezTo>
                  <a:cubicBezTo>
                    <a:pt x="902970" y="96520"/>
                    <a:pt x="904240" y="96520"/>
                    <a:pt x="906145" y="96520"/>
                  </a:cubicBezTo>
                  <a:cubicBezTo>
                    <a:pt x="907415" y="96520"/>
                    <a:pt x="909320" y="95885"/>
                    <a:pt x="910590" y="95250"/>
                  </a:cubicBezTo>
                  <a:cubicBezTo>
                    <a:pt x="911860" y="95250"/>
                    <a:pt x="913130" y="93980"/>
                    <a:pt x="914400" y="93345"/>
                  </a:cubicBezTo>
                  <a:cubicBezTo>
                    <a:pt x="915670" y="93345"/>
                    <a:pt x="916940" y="92075"/>
                    <a:pt x="918845" y="90805"/>
                  </a:cubicBezTo>
                  <a:lnTo>
                    <a:pt x="927735" y="100330"/>
                  </a:lnTo>
                  <a:cubicBezTo>
                    <a:pt x="927735" y="100330"/>
                    <a:pt x="923925" y="103505"/>
                    <a:pt x="922020" y="104775"/>
                  </a:cubicBezTo>
                  <a:cubicBezTo>
                    <a:pt x="920115" y="106045"/>
                    <a:pt x="918210" y="106680"/>
                    <a:pt x="916305" y="107950"/>
                  </a:cubicBezTo>
                  <a:cubicBezTo>
                    <a:pt x="914400" y="108585"/>
                    <a:pt x="911860" y="109855"/>
                    <a:pt x="909320" y="109855"/>
                  </a:cubicBezTo>
                  <a:cubicBezTo>
                    <a:pt x="906780" y="109855"/>
                    <a:pt x="903605" y="110490"/>
                    <a:pt x="900430" y="110490"/>
                  </a:cubicBezTo>
                  <a:cubicBezTo>
                    <a:pt x="897255" y="110490"/>
                    <a:pt x="894080" y="110490"/>
                    <a:pt x="890905" y="109220"/>
                  </a:cubicBezTo>
                  <a:cubicBezTo>
                    <a:pt x="887730" y="108585"/>
                    <a:pt x="885190" y="107315"/>
                    <a:pt x="883285" y="105410"/>
                  </a:cubicBezTo>
                  <a:cubicBezTo>
                    <a:pt x="881380" y="103505"/>
                    <a:pt x="878840" y="102235"/>
                    <a:pt x="876935" y="100330"/>
                  </a:cubicBezTo>
                  <a:cubicBezTo>
                    <a:pt x="875030" y="98425"/>
                    <a:pt x="873125" y="95885"/>
                    <a:pt x="871855" y="92710"/>
                  </a:cubicBezTo>
                  <a:cubicBezTo>
                    <a:pt x="869950" y="89535"/>
                    <a:pt x="868680" y="86360"/>
                    <a:pt x="868045" y="82550"/>
                  </a:cubicBezTo>
                  <a:cubicBezTo>
                    <a:pt x="867410" y="78740"/>
                    <a:pt x="866775" y="74295"/>
                    <a:pt x="866775" y="69850"/>
                  </a:cubicBezTo>
                  <a:cubicBezTo>
                    <a:pt x="866775" y="63500"/>
                    <a:pt x="867410" y="57150"/>
                    <a:pt x="869315" y="52070"/>
                  </a:cubicBezTo>
                  <a:cubicBezTo>
                    <a:pt x="871220" y="46990"/>
                    <a:pt x="873125" y="42545"/>
                    <a:pt x="876300" y="39370"/>
                  </a:cubicBezTo>
                  <a:cubicBezTo>
                    <a:pt x="879475" y="36195"/>
                    <a:pt x="882650" y="33020"/>
                    <a:pt x="887095" y="31750"/>
                  </a:cubicBezTo>
                  <a:cubicBezTo>
                    <a:pt x="891540" y="29845"/>
                    <a:pt x="895985" y="29210"/>
                    <a:pt x="901065" y="29210"/>
                  </a:cubicBezTo>
                  <a:close/>
                  <a:moveTo>
                    <a:pt x="668656" y="29210"/>
                  </a:moveTo>
                  <a:cubicBezTo>
                    <a:pt x="671830" y="29210"/>
                    <a:pt x="674370" y="29210"/>
                    <a:pt x="676275" y="29845"/>
                  </a:cubicBezTo>
                  <a:cubicBezTo>
                    <a:pt x="678181" y="29845"/>
                    <a:pt x="680086" y="31115"/>
                    <a:pt x="681991" y="32385"/>
                  </a:cubicBezTo>
                  <a:lnTo>
                    <a:pt x="678181" y="46990"/>
                  </a:lnTo>
                  <a:lnTo>
                    <a:pt x="676910" y="46990"/>
                  </a:lnTo>
                  <a:cubicBezTo>
                    <a:pt x="676910" y="46990"/>
                    <a:pt x="673736" y="45085"/>
                    <a:pt x="671830" y="45085"/>
                  </a:cubicBezTo>
                  <a:cubicBezTo>
                    <a:pt x="669925" y="45085"/>
                    <a:pt x="668020" y="44450"/>
                    <a:pt x="665480" y="44450"/>
                  </a:cubicBezTo>
                  <a:cubicBezTo>
                    <a:pt x="660400" y="44450"/>
                    <a:pt x="656590" y="46355"/>
                    <a:pt x="654050" y="49530"/>
                  </a:cubicBezTo>
                  <a:cubicBezTo>
                    <a:pt x="651510" y="52705"/>
                    <a:pt x="650240" y="57785"/>
                    <a:pt x="650240" y="64770"/>
                  </a:cubicBezTo>
                  <a:lnTo>
                    <a:pt x="650240" y="109220"/>
                  </a:lnTo>
                  <a:lnTo>
                    <a:pt x="635000" y="109220"/>
                  </a:lnTo>
                  <a:lnTo>
                    <a:pt x="635000" y="31115"/>
                  </a:lnTo>
                  <a:lnTo>
                    <a:pt x="650240" y="31115"/>
                  </a:lnTo>
                  <a:lnTo>
                    <a:pt x="650240" y="38735"/>
                  </a:lnTo>
                  <a:cubicBezTo>
                    <a:pt x="650240" y="38735"/>
                    <a:pt x="652145" y="36195"/>
                    <a:pt x="653416" y="34925"/>
                  </a:cubicBezTo>
                  <a:cubicBezTo>
                    <a:pt x="654685" y="33655"/>
                    <a:pt x="655955" y="33020"/>
                    <a:pt x="657861" y="31750"/>
                  </a:cubicBezTo>
                  <a:cubicBezTo>
                    <a:pt x="659130" y="31115"/>
                    <a:pt x="661035" y="30480"/>
                    <a:pt x="662940" y="29845"/>
                  </a:cubicBezTo>
                  <a:cubicBezTo>
                    <a:pt x="664845" y="29845"/>
                    <a:pt x="666751" y="29210"/>
                    <a:pt x="668656" y="29210"/>
                  </a:cubicBezTo>
                  <a:close/>
                  <a:moveTo>
                    <a:pt x="586739" y="29210"/>
                  </a:moveTo>
                  <a:cubicBezTo>
                    <a:pt x="592454" y="29210"/>
                    <a:pt x="596899" y="30480"/>
                    <a:pt x="601344" y="32385"/>
                  </a:cubicBezTo>
                  <a:cubicBezTo>
                    <a:pt x="605154" y="34290"/>
                    <a:pt x="608964" y="37465"/>
                    <a:pt x="611504" y="40640"/>
                  </a:cubicBezTo>
                  <a:cubicBezTo>
                    <a:pt x="614044" y="44450"/>
                    <a:pt x="615949" y="48260"/>
                    <a:pt x="617854" y="53340"/>
                  </a:cubicBezTo>
                  <a:cubicBezTo>
                    <a:pt x="619124" y="57785"/>
                    <a:pt x="619759" y="62865"/>
                    <a:pt x="619759" y="68580"/>
                  </a:cubicBezTo>
                  <a:lnTo>
                    <a:pt x="618489" y="68580"/>
                  </a:lnTo>
                  <a:cubicBezTo>
                    <a:pt x="618489" y="68580"/>
                    <a:pt x="618489" y="71120"/>
                    <a:pt x="618489" y="72390"/>
                  </a:cubicBezTo>
                  <a:cubicBezTo>
                    <a:pt x="618489" y="73660"/>
                    <a:pt x="618489" y="74295"/>
                    <a:pt x="618489" y="75565"/>
                  </a:cubicBezTo>
                  <a:lnTo>
                    <a:pt x="567054" y="75565"/>
                  </a:lnTo>
                  <a:cubicBezTo>
                    <a:pt x="567054" y="79375"/>
                    <a:pt x="568324" y="82550"/>
                    <a:pt x="569594" y="85090"/>
                  </a:cubicBezTo>
                  <a:cubicBezTo>
                    <a:pt x="570864" y="87630"/>
                    <a:pt x="572134" y="90170"/>
                    <a:pt x="574039" y="91440"/>
                  </a:cubicBezTo>
                  <a:cubicBezTo>
                    <a:pt x="575944" y="93345"/>
                    <a:pt x="577849" y="94615"/>
                    <a:pt x="579754" y="95250"/>
                  </a:cubicBezTo>
                  <a:cubicBezTo>
                    <a:pt x="581659" y="95885"/>
                    <a:pt x="584199" y="96520"/>
                    <a:pt x="586739" y="96520"/>
                  </a:cubicBezTo>
                  <a:cubicBezTo>
                    <a:pt x="588644" y="96520"/>
                    <a:pt x="589914" y="96520"/>
                    <a:pt x="591819" y="96520"/>
                  </a:cubicBezTo>
                  <a:cubicBezTo>
                    <a:pt x="593089" y="96520"/>
                    <a:pt x="594994" y="95885"/>
                    <a:pt x="596264" y="95250"/>
                  </a:cubicBezTo>
                  <a:cubicBezTo>
                    <a:pt x="597534" y="95250"/>
                    <a:pt x="598804" y="93980"/>
                    <a:pt x="600074" y="93345"/>
                  </a:cubicBezTo>
                  <a:cubicBezTo>
                    <a:pt x="601344" y="93345"/>
                    <a:pt x="602614" y="92075"/>
                    <a:pt x="604519" y="90805"/>
                  </a:cubicBezTo>
                  <a:lnTo>
                    <a:pt x="613409" y="100330"/>
                  </a:lnTo>
                  <a:cubicBezTo>
                    <a:pt x="613409" y="100330"/>
                    <a:pt x="609599" y="103505"/>
                    <a:pt x="607694" y="104775"/>
                  </a:cubicBezTo>
                  <a:cubicBezTo>
                    <a:pt x="605789" y="106045"/>
                    <a:pt x="603884" y="106680"/>
                    <a:pt x="601979" y="107950"/>
                  </a:cubicBezTo>
                  <a:cubicBezTo>
                    <a:pt x="600074" y="108585"/>
                    <a:pt x="597534" y="109855"/>
                    <a:pt x="594994" y="109855"/>
                  </a:cubicBezTo>
                  <a:cubicBezTo>
                    <a:pt x="592454" y="109855"/>
                    <a:pt x="589279" y="110490"/>
                    <a:pt x="586104" y="110490"/>
                  </a:cubicBezTo>
                  <a:cubicBezTo>
                    <a:pt x="582929" y="110490"/>
                    <a:pt x="579754" y="110490"/>
                    <a:pt x="576579" y="109220"/>
                  </a:cubicBezTo>
                  <a:cubicBezTo>
                    <a:pt x="573404" y="108585"/>
                    <a:pt x="570864" y="107315"/>
                    <a:pt x="568959" y="105410"/>
                  </a:cubicBezTo>
                  <a:cubicBezTo>
                    <a:pt x="566419" y="104140"/>
                    <a:pt x="564514" y="102235"/>
                    <a:pt x="562609" y="100330"/>
                  </a:cubicBezTo>
                  <a:cubicBezTo>
                    <a:pt x="560704" y="98425"/>
                    <a:pt x="558799" y="95885"/>
                    <a:pt x="557529" y="92710"/>
                  </a:cubicBezTo>
                  <a:cubicBezTo>
                    <a:pt x="555624" y="89535"/>
                    <a:pt x="554354" y="86360"/>
                    <a:pt x="553719" y="82550"/>
                  </a:cubicBezTo>
                  <a:cubicBezTo>
                    <a:pt x="553084" y="78740"/>
                    <a:pt x="552449" y="74295"/>
                    <a:pt x="552449" y="69850"/>
                  </a:cubicBezTo>
                  <a:cubicBezTo>
                    <a:pt x="552449" y="63500"/>
                    <a:pt x="553084" y="57150"/>
                    <a:pt x="554989" y="52070"/>
                  </a:cubicBezTo>
                  <a:cubicBezTo>
                    <a:pt x="556894" y="46990"/>
                    <a:pt x="558799" y="42545"/>
                    <a:pt x="561974" y="39370"/>
                  </a:cubicBezTo>
                  <a:cubicBezTo>
                    <a:pt x="565149" y="36195"/>
                    <a:pt x="568324" y="33020"/>
                    <a:pt x="572769" y="31750"/>
                  </a:cubicBezTo>
                  <a:cubicBezTo>
                    <a:pt x="577214" y="29845"/>
                    <a:pt x="581659" y="29210"/>
                    <a:pt x="586739" y="29210"/>
                  </a:cubicBezTo>
                  <a:close/>
                  <a:moveTo>
                    <a:pt x="400050" y="29210"/>
                  </a:moveTo>
                  <a:cubicBezTo>
                    <a:pt x="405765" y="29210"/>
                    <a:pt x="410210" y="30480"/>
                    <a:pt x="414655" y="32385"/>
                  </a:cubicBezTo>
                  <a:cubicBezTo>
                    <a:pt x="418465" y="34290"/>
                    <a:pt x="422275" y="37465"/>
                    <a:pt x="424815" y="40640"/>
                  </a:cubicBezTo>
                  <a:cubicBezTo>
                    <a:pt x="427355" y="44450"/>
                    <a:pt x="429260" y="48260"/>
                    <a:pt x="431165" y="53340"/>
                  </a:cubicBezTo>
                  <a:cubicBezTo>
                    <a:pt x="432435" y="57785"/>
                    <a:pt x="433070" y="62865"/>
                    <a:pt x="433070" y="68580"/>
                  </a:cubicBezTo>
                  <a:lnTo>
                    <a:pt x="431800" y="68580"/>
                  </a:lnTo>
                  <a:cubicBezTo>
                    <a:pt x="431800" y="68580"/>
                    <a:pt x="431800" y="71120"/>
                    <a:pt x="431800" y="72390"/>
                  </a:cubicBezTo>
                  <a:cubicBezTo>
                    <a:pt x="431800" y="73660"/>
                    <a:pt x="431800" y="74295"/>
                    <a:pt x="431800" y="75565"/>
                  </a:cubicBezTo>
                  <a:lnTo>
                    <a:pt x="380365" y="75565"/>
                  </a:lnTo>
                  <a:cubicBezTo>
                    <a:pt x="380365" y="79375"/>
                    <a:pt x="381635" y="82550"/>
                    <a:pt x="382905" y="85090"/>
                  </a:cubicBezTo>
                  <a:cubicBezTo>
                    <a:pt x="384175" y="87630"/>
                    <a:pt x="385445" y="90170"/>
                    <a:pt x="387350" y="91440"/>
                  </a:cubicBezTo>
                  <a:cubicBezTo>
                    <a:pt x="389255" y="93345"/>
                    <a:pt x="391160" y="94615"/>
                    <a:pt x="393065" y="95250"/>
                  </a:cubicBezTo>
                  <a:cubicBezTo>
                    <a:pt x="394970" y="95885"/>
                    <a:pt x="397510" y="96520"/>
                    <a:pt x="400050" y="96520"/>
                  </a:cubicBezTo>
                  <a:cubicBezTo>
                    <a:pt x="401955" y="96520"/>
                    <a:pt x="403225" y="96520"/>
                    <a:pt x="405130" y="96520"/>
                  </a:cubicBezTo>
                  <a:cubicBezTo>
                    <a:pt x="406400" y="96520"/>
                    <a:pt x="408305" y="95885"/>
                    <a:pt x="409575" y="95250"/>
                  </a:cubicBezTo>
                  <a:cubicBezTo>
                    <a:pt x="410845" y="95250"/>
                    <a:pt x="412115" y="93980"/>
                    <a:pt x="413385" y="93345"/>
                  </a:cubicBezTo>
                  <a:cubicBezTo>
                    <a:pt x="414655" y="93345"/>
                    <a:pt x="415925" y="92075"/>
                    <a:pt x="417830" y="90805"/>
                  </a:cubicBezTo>
                  <a:lnTo>
                    <a:pt x="426720" y="100330"/>
                  </a:lnTo>
                  <a:cubicBezTo>
                    <a:pt x="426720" y="100330"/>
                    <a:pt x="422910" y="103505"/>
                    <a:pt x="421005" y="104775"/>
                  </a:cubicBezTo>
                  <a:cubicBezTo>
                    <a:pt x="419100" y="106045"/>
                    <a:pt x="417195" y="106680"/>
                    <a:pt x="415290" y="107950"/>
                  </a:cubicBezTo>
                  <a:cubicBezTo>
                    <a:pt x="413385" y="108585"/>
                    <a:pt x="410845" y="109855"/>
                    <a:pt x="408305" y="109855"/>
                  </a:cubicBezTo>
                  <a:cubicBezTo>
                    <a:pt x="405765" y="109855"/>
                    <a:pt x="402590" y="110490"/>
                    <a:pt x="399415" y="110490"/>
                  </a:cubicBezTo>
                  <a:cubicBezTo>
                    <a:pt x="396240" y="110490"/>
                    <a:pt x="393065" y="110490"/>
                    <a:pt x="389890" y="109220"/>
                  </a:cubicBezTo>
                  <a:cubicBezTo>
                    <a:pt x="386715" y="108585"/>
                    <a:pt x="384175" y="107315"/>
                    <a:pt x="382270" y="105410"/>
                  </a:cubicBezTo>
                  <a:cubicBezTo>
                    <a:pt x="380365" y="103505"/>
                    <a:pt x="377825" y="102235"/>
                    <a:pt x="375920" y="100330"/>
                  </a:cubicBezTo>
                  <a:cubicBezTo>
                    <a:pt x="374015" y="98425"/>
                    <a:pt x="372110" y="95885"/>
                    <a:pt x="370840" y="92710"/>
                  </a:cubicBezTo>
                  <a:cubicBezTo>
                    <a:pt x="368935" y="89535"/>
                    <a:pt x="367665" y="86360"/>
                    <a:pt x="367030" y="82550"/>
                  </a:cubicBezTo>
                  <a:cubicBezTo>
                    <a:pt x="366395" y="78740"/>
                    <a:pt x="365760" y="74295"/>
                    <a:pt x="365760" y="69850"/>
                  </a:cubicBezTo>
                  <a:cubicBezTo>
                    <a:pt x="365760" y="63500"/>
                    <a:pt x="366395" y="57150"/>
                    <a:pt x="368300" y="52070"/>
                  </a:cubicBezTo>
                  <a:cubicBezTo>
                    <a:pt x="370205" y="46990"/>
                    <a:pt x="372110" y="42545"/>
                    <a:pt x="375285" y="39370"/>
                  </a:cubicBezTo>
                  <a:cubicBezTo>
                    <a:pt x="378460" y="36195"/>
                    <a:pt x="381635" y="33020"/>
                    <a:pt x="386080" y="31750"/>
                  </a:cubicBezTo>
                  <a:cubicBezTo>
                    <a:pt x="390525" y="29845"/>
                    <a:pt x="394970" y="29210"/>
                    <a:pt x="400050" y="29210"/>
                  </a:cubicBezTo>
                  <a:close/>
                  <a:moveTo>
                    <a:pt x="201930" y="29210"/>
                  </a:moveTo>
                  <a:cubicBezTo>
                    <a:pt x="207645" y="29210"/>
                    <a:pt x="212090" y="30480"/>
                    <a:pt x="216535" y="32385"/>
                  </a:cubicBezTo>
                  <a:cubicBezTo>
                    <a:pt x="220345" y="34290"/>
                    <a:pt x="224155" y="37465"/>
                    <a:pt x="226695" y="40640"/>
                  </a:cubicBezTo>
                  <a:cubicBezTo>
                    <a:pt x="229235" y="44450"/>
                    <a:pt x="231140" y="48260"/>
                    <a:pt x="233045" y="53340"/>
                  </a:cubicBezTo>
                  <a:cubicBezTo>
                    <a:pt x="234315" y="57785"/>
                    <a:pt x="234950" y="62865"/>
                    <a:pt x="234950" y="68580"/>
                  </a:cubicBezTo>
                  <a:lnTo>
                    <a:pt x="233680" y="68580"/>
                  </a:lnTo>
                  <a:cubicBezTo>
                    <a:pt x="233680" y="68580"/>
                    <a:pt x="233680" y="71120"/>
                    <a:pt x="233680" y="72390"/>
                  </a:cubicBezTo>
                  <a:cubicBezTo>
                    <a:pt x="233680" y="73660"/>
                    <a:pt x="233680" y="74295"/>
                    <a:pt x="233680" y="75565"/>
                  </a:cubicBezTo>
                  <a:lnTo>
                    <a:pt x="182245" y="75565"/>
                  </a:lnTo>
                  <a:cubicBezTo>
                    <a:pt x="182245" y="79375"/>
                    <a:pt x="183515" y="82550"/>
                    <a:pt x="184785" y="85090"/>
                  </a:cubicBezTo>
                  <a:cubicBezTo>
                    <a:pt x="186055" y="87630"/>
                    <a:pt x="187325" y="90170"/>
                    <a:pt x="189230" y="91440"/>
                  </a:cubicBezTo>
                  <a:cubicBezTo>
                    <a:pt x="191135" y="93345"/>
                    <a:pt x="193040" y="94615"/>
                    <a:pt x="194945" y="95250"/>
                  </a:cubicBezTo>
                  <a:cubicBezTo>
                    <a:pt x="196850" y="95885"/>
                    <a:pt x="199390" y="96520"/>
                    <a:pt x="201930" y="96520"/>
                  </a:cubicBezTo>
                  <a:cubicBezTo>
                    <a:pt x="203835" y="96520"/>
                    <a:pt x="205105" y="96520"/>
                    <a:pt x="207010" y="96520"/>
                  </a:cubicBezTo>
                  <a:cubicBezTo>
                    <a:pt x="208280" y="96520"/>
                    <a:pt x="210185" y="95885"/>
                    <a:pt x="211455" y="95250"/>
                  </a:cubicBezTo>
                  <a:cubicBezTo>
                    <a:pt x="212725" y="95250"/>
                    <a:pt x="213995" y="93980"/>
                    <a:pt x="215265" y="93345"/>
                  </a:cubicBezTo>
                  <a:cubicBezTo>
                    <a:pt x="216535" y="93345"/>
                    <a:pt x="217805" y="92075"/>
                    <a:pt x="219710" y="90805"/>
                  </a:cubicBezTo>
                  <a:lnTo>
                    <a:pt x="228600" y="100330"/>
                  </a:lnTo>
                  <a:cubicBezTo>
                    <a:pt x="228600" y="100330"/>
                    <a:pt x="224790" y="103505"/>
                    <a:pt x="222885" y="104775"/>
                  </a:cubicBezTo>
                  <a:cubicBezTo>
                    <a:pt x="220980" y="106045"/>
                    <a:pt x="219075" y="106680"/>
                    <a:pt x="217170" y="107950"/>
                  </a:cubicBezTo>
                  <a:cubicBezTo>
                    <a:pt x="215265" y="108585"/>
                    <a:pt x="212725" y="109855"/>
                    <a:pt x="210185" y="109855"/>
                  </a:cubicBezTo>
                  <a:cubicBezTo>
                    <a:pt x="207645" y="109855"/>
                    <a:pt x="204470" y="110490"/>
                    <a:pt x="201295" y="110490"/>
                  </a:cubicBezTo>
                  <a:cubicBezTo>
                    <a:pt x="198120" y="110490"/>
                    <a:pt x="194945" y="110490"/>
                    <a:pt x="191770" y="109220"/>
                  </a:cubicBezTo>
                  <a:cubicBezTo>
                    <a:pt x="188595" y="108585"/>
                    <a:pt x="186055" y="107315"/>
                    <a:pt x="184150" y="105410"/>
                  </a:cubicBezTo>
                  <a:cubicBezTo>
                    <a:pt x="181610" y="104140"/>
                    <a:pt x="179705" y="102235"/>
                    <a:pt x="177800" y="100330"/>
                  </a:cubicBezTo>
                  <a:cubicBezTo>
                    <a:pt x="175895" y="98425"/>
                    <a:pt x="173990" y="95885"/>
                    <a:pt x="172720" y="92710"/>
                  </a:cubicBezTo>
                  <a:cubicBezTo>
                    <a:pt x="170815" y="89535"/>
                    <a:pt x="169545" y="86360"/>
                    <a:pt x="168910" y="82550"/>
                  </a:cubicBezTo>
                  <a:cubicBezTo>
                    <a:pt x="168275" y="78740"/>
                    <a:pt x="167640" y="74295"/>
                    <a:pt x="167640" y="69850"/>
                  </a:cubicBezTo>
                  <a:cubicBezTo>
                    <a:pt x="167640" y="63500"/>
                    <a:pt x="168275" y="57150"/>
                    <a:pt x="170180" y="52070"/>
                  </a:cubicBezTo>
                  <a:cubicBezTo>
                    <a:pt x="172085" y="46990"/>
                    <a:pt x="173990" y="42545"/>
                    <a:pt x="177165" y="39370"/>
                  </a:cubicBezTo>
                  <a:cubicBezTo>
                    <a:pt x="180340" y="36195"/>
                    <a:pt x="183515" y="33020"/>
                    <a:pt x="187960" y="31750"/>
                  </a:cubicBezTo>
                  <a:cubicBezTo>
                    <a:pt x="192405" y="29845"/>
                    <a:pt x="196850" y="29210"/>
                    <a:pt x="201930" y="29210"/>
                  </a:cubicBezTo>
                  <a:close/>
                  <a:moveTo>
                    <a:pt x="4664706" y="28574"/>
                  </a:moveTo>
                  <a:cubicBezTo>
                    <a:pt x="4669786" y="28574"/>
                    <a:pt x="4674231" y="29209"/>
                    <a:pt x="4678676" y="31749"/>
                  </a:cubicBezTo>
                  <a:cubicBezTo>
                    <a:pt x="4683121" y="33654"/>
                    <a:pt x="4686296" y="36194"/>
                    <a:pt x="4689471" y="40004"/>
                  </a:cubicBezTo>
                  <a:cubicBezTo>
                    <a:pt x="4692646" y="43814"/>
                    <a:pt x="4695186" y="47624"/>
                    <a:pt x="4696456" y="52704"/>
                  </a:cubicBezTo>
                  <a:cubicBezTo>
                    <a:pt x="4698361" y="57784"/>
                    <a:pt x="4698996" y="63499"/>
                    <a:pt x="4698996" y="69214"/>
                  </a:cubicBezTo>
                  <a:lnTo>
                    <a:pt x="4699631" y="69214"/>
                  </a:lnTo>
                  <a:cubicBezTo>
                    <a:pt x="4699631" y="75564"/>
                    <a:pt x="4698996" y="81279"/>
                    <a:pt x="4697091" y="86359"/>
                  </a:cubicBezTo>
                  <a:cubicBezTo>
                    <a:pt x="4695186" y="91439"/>
                    <a:pt x="4692646" y="95884"/>
                    <a:pt x="4689471" y="99059"/>
                  </a:cubicBezTo>
                  <a:cubicBezTo>
                    <a:pt x="4686296" y="102869"/>
                    <a:pt x="4682486" y="105409"/>
                    <a:pt x="4678041" y="107314"/>
                  </a:cubicBezTo>
                  <a:cubicBezTo>
                    <a:pt x="4673596" y="109219"/>
                    <a:pt x="4669151" y="109854"/>
                    <a:pt x="4664071" y="109854"/>
                  </a:cubicBezTo>
                  <a:cubicBezTo>
                    <a:pt x="4658991" y="109854"/>
                    <a:pt x="4654546" y="108584"/>
                    <a:pt x="4650101" y="106679"/>
                  </a:cubicBezTo>
                  <a:cubicBezTo>
                    <a:pt x="4645656" y="104774"/>
                    <a:pt x="4642481" y="102234"/>
                    <a:pt x="4639306" y="98424"/>
                  </a:cubicBezTo>
                  <a:cubicBezTo>
                    <a:pt x="4636131" y="94614"/>
                    <a:pt x="4633591" y="90804"/>
                    <a:pt x="4632321" y="85724"/>
                  </a:cubicBezTo>
                  <a:cubicBezTo>
                    <a:pt x="4630416" y="80644"/>
                    <a:pt x="4629781" y="74929"/>
                    <a:pt x="4629781" y="69214"/>
                  </a:cubicBezTo>
                  <a:cubicBezTo>
                    <a:pt x="4629781" y="63499"/>
                    <a:pt x="4630416" y="57149"/>
                    <a:pt x="4632321" y="52069"/>
                  </a:cubicBezTo>
                  <a:cubicBezTo>
                    <a:pt x="4634226" y="46989"/>
                    <a:pt x="4636766" y="42544"/>
                    <a:pt x="4639941" y="39369"/>
                  </a:cubicBezTo>
                  <a:cubicBezTo>
                    <a:pt x="4643116" y="35559"/>
                    <a:pt x="4646926" y="33019"/>
                    <a:pt x="4650736" y="31114"/>
                  </a:cubicBezTo>
                  <a:cubicBezTo>
                    <a:pt x="4655181" y="29209"/>
                    <a:pt x="4659626" y="28574"/>
                    <a:pt x="4664706" y="28574"/>
                  </a:cubicBezTo>
                  <a:close/>
                  <a:moveTo>
                    <a:pt x="4264655" y="28574"/>
                  </a:moveTo>
                  <a:cubicBezTo>
                    <a:pt x="4269735" y="28574"/>
                    <a:pt x="4274180" y="29209"/>
                    <a:pt x="4278625" y="31749"/>
                  </a:cubicBezTo>
                  <a:cubicBezTo>
                    <a:pt x="4283070" y="33654"/>
                    <a:pt x="4286245" y="36194"/>
                    <a:pt x="4289420" y="40004"/>
                  </a:cubicBezTo>
                  <a:cubicBezTo>
                    <a:pt x="4292595" y="43814"/>
                    <a:pt x="4295135" y="47624"/>
                    <a:pt x="4296405" y="52704"/>
                  </a:cubicBezTo>
                  <a:cubicBezTo>
                    <a:pt x="4298310" y="57784"/>
                    <a:pt x="4298945" y="63499"/>
                    <a:pt x="4298945" y="69214"/>
                  </a:cubicBezTo>
                  <a:lnTo>
                    <a:pt x="4299580" y="69214"/>
                  </a:lnTo>
                  <a:cubicBezTo>
                    <a:pt x="4299580" y="75564"/>
                    <a:pt x="4298945" y="81279"/>
                    <a:pt x="4297040" y="86359"/>
                  </a:cubicBezTo>
                  <a:cubicBezTo>
                    <a:pt x="4295135" y="91439"/>
                    <a:pt x="4292595" y="95884"/>
                    <a:pt x="4289420" y="99059"/>
                  </a:cubicBezTo>
                  <a:cubicBezTo>
                    <a:pt x="4286245" y="102869"/>
                    <a:pt x="4282435" y="105409"/>
                    <a:pt x="4277990" y="107314"/>
                  </a:cubicBezTo>
                  <a:cubicBezTo>
                    <a:pt x="4273545" y="109219"/>
                    <a:pt x="4269100" y="109854"/>
                    <a:pt x="4264020" y="109854"/>
                  </a:cubicBezTo>
                  <a:cubicBezTo>
                    <a:pt x="4258940" y="109854"/>
                    <a:pt x="4254495" y="108584"/>
                    <a:pt x="4250050" y="106679"/>
                  </a:cubicBezTo>
                  <a:cubicBezTo>
                    <a:pt x="4245605" y="104774"/>
                    <a:pt x="4242430" y="102234"/>
                    <a:pt x="4239255" y="98424"/>
                  </a:cubicBezTo>
                  <a:cubicBezTo>
                    <a:pt x="4236080" y="94614"/>
                    <a:pt x="4233540" y="90804"/>
                    <a:pt x="4232270" y="85724"/>
                  </a:cubicBezTo>
                  <a:cubicBezTo>
                    <a:pt x="4230365" y="80644"/>
                    <a:pt x="4229730" y="74929"/>
                    <a:pt x="4229730" y="69214"/>
                  </a:cubicBezTo>
                  <a:cubicBezTo>
                    <a:pt x="4229730" y="63499"/>
                    <a:pt x="4230365" y="57149"/>
                    <a:pt x="4232270" y="52069"/>
                  </a:cubicBezTo>
                  <a:cubicBezTo>
                    <a:pt x="4234175" y="46989"/>
                    <a:pt x="4236715" y="42544"/>
                    <a:pt x="4239890" y="39369"/>
                  </a:cubicBezTo>
                  <a:cubicBezTo>
                    <a:pt x="4243065" y="35559"/>
                    <a:pt x="4246875" y="33019"/>
                    <a:pt x="4250685" y="31114"/>
                  </a:cubicBezTo>
                  <a:cubicBezTo>
                    <a:pt x="4255130" y="29209"/>
                    <a:pt x="4259575" y="28574"/>
                    <a:pt x="4264655" y="28574"/>
                  </a:cubicBezTo>
                  <a:close/>
                  <a:moveTo>
                    <a:pt x="1420495" y="28574"/>
                  </a:moveTo>
                  <a:cubicBezTo>
                    <a:pt x="1425575" y="28574"/>
                    <a:pt x="1430020" y="29209"/>
                    <a:pt x="1434465" y="31749"/>
                  </a:cubicBezTo>
                  <a:cubicBezTo>
                    <a:pt x="1438910" y="33654"/>
                    <a:pt x="1442085" y="36194"/>
                    <a:pt x="1445260" y="40004"/>
                  </a:cubicBezTo>
                  <a:cubicBezTo>
                    <a:pt x="1448435" y="43814"/>
                    <a:pt x="1450975" y="47624"/>
                    <a:pt x="1452245" y="52704"/>
                  </a:cubicBezTo>
                  <a:cubicBezTo>
                    <a:pt x="1454150" y="57784"/>
                    <a:pt x="1454785" y="63499"/>
                    <a:pt x="1454785" y="69214"/>
                  </a:cubicBezTo>
                  <a:lnTo>
                    <a:pt x="1455420" y="69214"/>
                  </a:lnTo>
                  <a:cubicBezTo>
                    <a:pt x="1455420" y="75564"/>
                    <a:pt x="1454785" y="81279"/>
                    <a:pt x="1452880" y="86359"/>
                  </a:cubicBezTo>
                  <a:cubicBezTo>
                    <a:pt x="1450975" y="91439"/>
                    <a:pt x="1448435" y="95884"/>
                    <a:pt x="1445260" y="99059"/>
                  </a:cubicBezTo>
                  <a:cubicBezTo>
                    <a:pt x="1442085" y="102869"/>
                    <a:pt x="1438275" y="105409"/>
                    <a:pt x="1433830" y="107314"/>
                  </a:cubicBezTo>
                  <a:cubicBezTo>
                    <a:pt x="1429385" y="109219"/>
                    <a:pt x="1424940" y="109854"/>
                    <a:pt x="1419860" y="109854"/>
                  </a:cubicBezTo>
                  <a:cubicBezTo>
                    <a:pt x="1414780" y="109854"/>
                    <a:pt x="1410335" y="108584"/>
                    <a:pt x="1405890" y="106679"/>
                  </a:cubicBezTo>
                  <a:cubicBezTo>
                    <a:pt x="1401444" y="104774"/>
                    <a:pt x="1398270" y="102234"/>
                    <a:pt x="1395095" y="98424"/>
                  </a:cubicBezTo>
                  <a:cubicBezTo>
                    <a:pt x="1391920" y="94614"/>
                    <a:pt x="1389380" y="90804"/>
                    <a:pt x="1388110" y="85724"/>
                  </a:cubicBezTo>
                  <a:cubicBezTo>
                    <a:pt x="1386205" y="80644"/>
                    <a:pt x="1385570" y="74929"/>
                    <a:pt x="1385570" y="69214"/>
                  </a:cubicBezTo>
                  <a:cubicBezTo>
                    <a:pt x="1385570" y="63499"/>
                    <a:pt x="1386205" y="57149"/>
                    <a:pt x="1388110" y="52069"/>
                  </a:cubicBezTo>
                  <a:cubicBezTo>
                    <a:pt x="1390015" y="46989"/>
                    <a:pt x="1392555" y="42544"/>
                    <a:pt x="1395730" y="39369"/>
                  </a:cubicBezTo>
                  <a:cubicBezTo>
                    <a:pt x="1398905" y="35559"/>
                    <a:pt x="1402715" y="33019"/>
                    <a:pt x="1406525" y="31114"/>
                  </a:cubicBezTo>
                  <a:cubicBezTo>
                    <a:pt x="1410970" y="29209"/>
                    <a:pt x="1415415" y="28574"/>
                    <a:pt x="1420495" y="28574"/>
                  </a:cubicBezTo>
                  <a:close/>
                  <a:moveTo>
                    <a:pt x="3143245" y="5079"/>
                  </a:moveTo>
                  <a:lnTo>
                    <a:pt x="3219445" y="5079"/>
                  </a:lnTo>
                  <a:lnTo>
                    <a:pt x="3219445" y="20319"/>
                  </a:lnTo>
                  <a:lnTo>
                    <a:pt x="3188965" y="20319"/>
                  </a:lnTo>
                  <a:lnTo>
                    <a:pt x="3188965" y="108584"/>
                  </a:lnTo>
                  <a:lnTo>
                    <a:pt x="3173090" y="108584"/>
                  </a:lnTo>
                  <a:lnTo>
                    <a:pt x="3173090" y="20319"/>
                  </a:lnTo>
                  <a:lnTo>
                    <a:pt x="3143245" y="20319"/>
                  </a:lnTo>
                  <a:close/>
                  <a:moveTo>
                    <a:pt x="1628774" y="5079"/>
                  </a:moveTo>
                  <a:lnTo>
                    <a:pt x="1704970" y="5079"/>
                  </a:lnTo>
                  <a:lnTo>
                    <a:pt x="1704970" y="20319"/>
                  </a:lnTo>
                  <a:lnTo>
                    <a:pt x="1675129" y="20319"/>
                  </a:lnTo>
                  <a:lnTo>
                    <a:pt x="1675129" y="108584"/>
                  </a:lnTo>
                  <a:lnTo>
                    <a:pt x="1659255" y="108584"/>
                  </a:lnTo>
                  <a:lnTo>
                    <a:pt x="1659255" y="20319"/>
                  </a:lnTo>
                  <a:lnTo>
                    <a:pt x="1628774" y="20319"/>
                  </a:lnTo>
                  <a:close/>
                  <a:moveTo>
                    <a:pt x="0" y="5079"/>
                  </a:moveTo>
                  <a:lnTo>
                    <a:pt x="76200" y="5079"/>
                  </a:lnTo>
                  <a:lnTo>
                    <a:pt x="76200" y="20319"/>
                  </a:lnTo>
                  <a:lnTo>
                    <a:pt x="45720" y="20319"/>
                  </a:lnTo>
                  <a:lnTo>
                    <a:pt x="45720" y="108584"/>
                  </a:lnTo>
                  <a:lnTo>
                    <a:pt x="29845" y="108584"/>
                  </a:lnTo>
                  <a:lnTo>
                    <a:pt x="29845" y="20319"/>
                  </a:lnTo>
                  <a:lnTo>
                    <a:pt x="0" y="20319"/>
                  </a:lnTo>
                  <a:close/>
                  <a:moveTo>
                    <a:pt x="1362075" y="1269"/>
                  </a:moveTo>
                  <a:cubicBezTo>
                    <a:pt x="1363345" y="1269"/>
                    <a:pt x="1364615" y="1269"/>
                    <a:pt x="1365885" y="1904"/>
                  </a:cubicBezTo>
                  <a:cubicBezTo>
                    <a:pt x="1367155" y="1904"/>
                    <a:pt x="1367790" y="3174"/>
                    <a:pt x="1369060" y="3809"/>
                  </a:cubicBezTo>
                  <a:cubicBezTo>
                    <a:pt x="1369695" y="4444"/>
                    <a:pt x="1370965" y="5714"/>
                    <a:pt x="1370965" y="6984"/>
                  </a:cubicBezTo>
                  <a:cubicBezTo>
                    <a:pt x="1370965" y="8254"/>
                    <a:pt x="1371600" y="9524"/>
                    <a:pt x="1371600" y="10794"/>
                  </a:cubicBezTo>
                  <a:cubicBezTo>
                    <a:pt x="1371600" y="10794"/>
                    <a:pt x="1371600" y="13334"/>
                    <a:pt x="1370965" y="14604"/>
                  </a:cubicBezTo>
                  <a:cubicBezTo>
                    <a:pt x="1370965" y="15874"/>
                    <a:pt x="1369695" y="17144"/>
                    <a:pt x="1369060" y="17779"/>
                  </a:cubicBezTo>
                  <a:cubicBezTo>
                    <a:pt x="1368425" y="18414"/>
                    <a:pt x="1367155" y="19684"/>
                    <a:pt x="1365885" y="19684"/>
                  </a:cubicBezTo>
                  <a:cubicBezTo>
                    <a:pt x="1364615" y="19684"/>
                    <a:pt x="1363345" y="20319"/>
                    <a:pt x="1362075" y="20319"/>
                  </a:cubicBezTo>
                  <a:cubicBezTo>
                    <a:pt x="1360805" y="20319"/>
                    <a:pt x="1359535" y="20319"/>
                    <a:pt x="1358265" y="19684"/>
                  </a:cubicBezTo>
                  <a:cubicBezTo>
                    <a:pt x="1356995" y="19684"/>
                    <a:pt x="1355725" y="18414"/>
                    <a:pt x="1355090" y="17779"/>
                  </a:cubicBezTo>
                  <a:cubicBezTo>
                    <a:pt x="1354455" y="17144"/>
                    <a:pt x="1353185" y="15874"/>
                    <a:pt x="1353185" y="14604"/>
                  </a:cubicBezTo>
                  <a:cubicBezTo>
                    <a:pt x="1353185" y="13334"/>
                    <a:pt x="1352550" y="12064"/>
                    <a:pt x="1352550" y="10794"/>
                  </a:cubicBezTo>
                  <a:cubicBezTo>
                    <a:pt x="1352550" y="9524"/>
                    <a:pt x="1352550" y="8254"/>
                    <a:pt x="1353185" y="6984"/>
                  </a:cubicBezTo>
                  <a:cubicBezTo>
                    <a:pt x="1353185" y="5714"/>
                    <a:pt x="1354455" y="4444"/>
                    <a:pt x="1355090" y="3809"/>
                  </a:cubicBezTo>
                  <a:cubicBezTo>
                    <a:pt x="1355725" y="3174"/>
                    <a:pt x="1356995" y="1904"/>
                    <a:pt x="1358265" y="1904"/>
                  </a:cubicBezTo>
                  <a:cubicBezTo>
                    <a:pt x="1359535" y="1904"/>
                    <a:pt x="1360805" y="1269"/>
                    <a:pt x="1362075" y="1269"/>
                  </a:cubicBezTo>
                  <a:close/>
                  <a:moveTo>
                    <a:pt x="4789801" y="634"/>
                  </a:moveTo>
                  <a:lnTo>
                    <a:pt x="4789801" y="65404"/>
                  </a:lnTo>
                  <a:lnTo>
                    <a:pt x="4814566" y="31114"/>
                  </a:lnTo>
                  <a:lnTo>
                    <a:pt x="4831711" y="31114"/>
                  </a:lnTo>
                  <a:lnTo>
                    <a:pt x="4812026" y="57149"/>
                  </a:lnTo>
                  <a:lnTo>
                    <a:pt x="4835521" y="108584"/>
                  </a:lnTo>
                  <a:lnTo>
                    <a:pt x="4819011" y="108584"/>
                  </a:lnTo>
                  <a:lnTo>
                    <a:pt x="4801866" y="69849"/>
                  </a:lnTo>
                  <a:lnTo>
                    <a:pt x="4789801" y="85724"/>
                  </a:lnTo>
                  <a:lnTo>
                    <a:pt x="4789801" y="108584"/>
                  </a:lnTo>
                  <a:lnTo>
                    <a:pt x="4774561" y="108584"/>
                  </a:lnTo>
                  <a:lnTo>
                    <a:pt x="4774561" y="8889"/>
                  </a:lnTo>
                  <a:close/>
                  <a:moveTo>
                    <a:pt x="4472301" y="634"/>
                  </a:moveTo>
                  <a:lnTo>
                    <a:pt x="4472301" y="109219"/>
                  </a:lnTo>
                  <a:lnTo>
                    <a:pt x="4457061" y="109219"/>
                  </a:lnTo>
                  <a:lnTo>
                    <a:pt x="4457696" y="108584"/>
                  </a:lnTo>
                  <a:lnTo>
                    <a:pt x="4457696" y="100964"/>
                  </a:lnTo>
                  <a:cubicBezTo>
                    <a:pt x="4457696" y="100964"/>
                    <a:pt x="4454521" y="103504"/>
                    <a:pt x="4453251" y="104774"/>
                  </a:cubicBezTo>
                  <a:cubicBezTo>
                    <a:pt x="4451981" y="106044"/>
                    <a:pt x="4450076" y="106679"/>
                    <a:pt x="4448171" y="107949"/>
                  </a:cubicBezTo>
                  <a:cubicBezTo>
                    <a:pt x="4446266" y="108584"/>
                    <a:pt x="4444361" y="109219"/>
                    <a:pt x="4443091" y="109854"/>
                  </a:cubicBezTo>
                  <a:cubicBezTo>
                    <a:pt x="4441186" y="109854"/>
                    <a:pt x="4439281" y="109854"/>
                    <a:pt x="4437376" y="109854"/>
                  </a:cubicBezTo>
                  <a:cubicBezTo>
                    <a:pt x="4432931" y="109854"/>
                    <a:pt x="4429121" y="109219"/>
                    <a:pt x="4425946" y="107314"/>
                  </a:cubicBezTo>
                  <a:cubicBezTo>
                    <a:pt x="4422136" y="106044"/>
                    <a:pt x="4418961" y="103504"/>
                    <a:pt x="4416421" y="99694"/>
                  </a:cubicBezTo>
                  <a:cubicBezTo>
                    <a:pt x="4413881" y="96519"/>
                    <a:pt x="4411341" y="92074"/>
                    <a:pt x="4410071" y="86994"/>
                  </a:cubicBezTo>
                  <a:cubicBezTo>
                    <a:pt x="4408801" y="81914"/>
                    <a:pt x="4407531" y="75564"/>
                    <a:pt x="4407531" y="67944"/>
                  </a:cubicBezTo>
                  <a:cubicBezTo>
                    <a:pt x="4407531" y="61594"/>
                    <a:pt x="4408166" y="55244"/>
                    <a:pt x="4410071" y="50799"/>
                  </a:cubicBezTo>
                  <a:cubicBezTo>
                    <a:pt x="4411976" y="45719"/>
                    <a:pt x="4413881" y="41909"/>
                    <a:pt x="4417056" y="38734"/>
                  </a:cubicBezTo>
                  <a:cubicBezTo>
                    <a:pt x="4419596" y="35559"/>
                    <a:pt x="4423406" y="33019"/>
                    <a:pt x="4426581" y="31749"/>
                  </a:cubicBezTo>
                  <a:cubicBezTo>
                    <a:pt x="4430391" y="29844"/>
                    <a:pt x="4434201" y="29209"/>
                    <a:pt x="4438011" y="29209"/>
                  </a:cubicBezTo>
                  <a:cubicBezTo>
                    <a:pt x="4439916" y="29209"/>
                    <a:pt x="4441821" y="29209"/>
                    <a:pt x="4443726" y="29844"/>
                  </a:cubicBezTo>
                  <a:cubicBezTo>
                    <a:pt x="4445631" y="29844"/>
                    <a:pt x="4447536" y="31114"/>
                    <a:pt x="4448806" y="31749"/>
                  </a:cubicBezTo>
                  <a:cubicBezTo>
                    <a:pt x="4450711" y="32384"/>
                    <a:pt x="4451981" y="33654"/>
                    <a:pt x="4453251" y="34924"/>
                  </a:cubicBezTo>
                  <a:cubicBezTo>
                    <a:pt x="4454521" y="36194"/>
                    <a:pt x="4455791" y="36829"/>
                    <a:pt x="4457061" y="38099"/>
                  </a:cubicBezTo>
                  <a:lnTo>
                    <a:pt x="4457061" y="8254"/>
                  </a:lnTo>
                  <a:close/>
                  <a:moveTo>
                    <a:pt x="4390385" y="634"/>
                  </a:moveTo>
                  <a:lnTo>
                    <a:pt x="4390385" y="108584"/>
                  </a:lnTo>
                  <a:lnTo>
                    <a:pt x="4375145" y="108584"/>
                  </a:lnTo>
                  <a:lnTo>
                    <a:pt x="4375145" y="8889"/>
                  </a:lnTo>
                  <a:close/>
                  <a:moveTo>
                    <a:pt x="3946521" y="634"/>
                  </a:moveTo>
                  <a:lnTo>
                    <a:pt x="3946521" y="38099"/>
                  </a:lnTo>
                  <a:cubicBezTo>
                    <a:pt x="3946521" y="38099"/>
                    <a:pt x="3948426" y="35559"/>
                    <a:pt x="3950331" y="34289"/>
                  </a:cubicBezTo>
                  <a:cubicBezTo>
                    <a:pt x="3951601" y="33019"/>
                    <a:pt x="3953506" y="32384"/>
                    <a:pt x="3954776" y="31114"/>
                  </a:cubicBezTo>
                  <a:cubicBezTo>
                    <a:pt x="3956681" y="30479"/>
                    <a:pt x="3958586" y="29844"/>
                    <a:pt x="3960491" y="29209"/>
                  </a:cubicBezTo>
                  <a:cubicBezTo>
                    <a:pt x="3962396" y="29209"/>
                    <a:pt x="3964301" y="29209"/>
                    <a:pt x="3966206" y="29209"/>
                  </a:cubicBezTo>
                  <a:cubicBezTo>
                    <a:pt x="3970651" y="29209"/>
                    <a:pt x="3975096" y="29844"/>
                    <a:pt x="3978271" y="31749"/>
                  </a:cubicBezTo>
                  <a:cubicBezTo>
                    <a:pt x="3981446" y="33019"/>
                    <a:pt x="3984621" y="35559"/>
                    <a:pt x="3987161" y="38099"/>
                  </a:cubicBezTo>
                  <a:cubicBezTo>
                    <a:pt x="3989701" y="41274"/>
                    <a:pt x="3990971" y="44449"/>
                    <a:pt x="3992241" y="49529"/>
                  </a:cubicBezTo>
                  <a:cubicBezTo>
                    <a:pt x="3993511" y="53974"/>
                    <a:pt x="3994146" y="59054"/>
                    <a:pt x="3994146" y="64134"/>
                  </a:cubicBezTo>
                  <a:lnTo>
                    <a:pt x="3994146" y="108584"/>
                  </a:lnTo>
                  <a:lnTo>
                    <a:pt x="3978906" y="108584"/>
                  </a:lnTo>
                  <a:lnTo>
                    <a:pt x="3978271" y="108584"/>
                  </a:lnTo>
                  <a:lnTo>
                    <a:pt x="3978271" y="64769"/>
                  </a:lnTo>
                  <a:cubicBezTo>
                    <a:pt x="3978271" y="57784"/>
                    <a:pt x="3977001" y="52069"/>
                    <a:pt x="3974461" y="48894"/>
                  </a:cubicBezTo>
                  <a:cubicBezTo>
                    <a:pt x="3971921" y="45084"/>
                    <a:pt x="3968111" y="43814"/>
                    <a:pt x="3962396" y="43814"/>
                  </a:cubicBezTo>
                  <a:cubicBezTo>
                    <a:pt x="3959856" y="43814"/>
                    <a:pt x="3957951" y="43814"/>
                    <a:pt x="3956046" y="45084"/>
                  </a:cubicBezTo>
                  <a:cubicBezTo>
                    <a:pt x="3954141" y="45719"/>
                    <a:pt x="3952236" y="46989"/>
                    <a:pt x="3950966" y="48894"/>
                  </a:cubicBezTo>
                  <a:cubicBezTo>
                    <a:pt x="3949696" y="50799"/>
                    <a:pt x="3948426" y="52704"/>
                    <a:pt x="3947791" y="55244"/>
                  </a:cubicBezTo>
                  <a:cubicBezTo>
                    <a:pt x="3947156" y="57784"/>
                    <a:pt x="3946521" y="60324"/>
                    <a:pt x="3946521" y="63499"/>
                  </a:cubicBezTo>
                  <a:lnTo>
                    <a:pt x="3946521" y="109219"/>
                  </a:lnTo>
                  <a:lnTo>
                    <a:pt x="3931281" y="109219"/>
                  </a:lnTo>
                  <a:lnTo>
                    <a:pt x="3931281" y="8889"/>
                  </a:lnTo>
                  <a:close/>
                  <a:moveTo>
                    <a:pt x="3248021" y="634"/>
                  </a:moveTo>
                  <a:lnTo>
                    <a:pt x="3248021" y="38099"/>
                  </a:lnTo>
                  <a:cubicBezTo>
                    <a:pt x="3248021" y="38099"/>
                    <a:pt x="3249926" y="35559"/>
                    <a:pt x="3251831" y="34289"/>
                  </a:cubicBezTo>
                  <a:cubicBezTo>
                    <a:pt x="3253101" y="33019"/>
                    <a:pt x="3255006" y="32384"/>
                    <a:pt x="3256276" y="31114"/>
                  </a:cubicBezTo>
                  <a:cubicBezTo>
                    <a:pt x="3258181" y="30479"/>
                    <a:pt x="3260086" y="29844"/>
                    <a:pt x="3261991" y="29209"/>
                  </a:cubicBezTo>
                  <a:cubicBezTo>
                    <a:pt x="3263896" y="29209"/>
                    <a:pt x="3265801" y="29209"/>
                    <a:pt x="3267706" y="29209"/>
                  </a:cubicBezTo>
                  <a:cubicBezTo>
                    <a:pt x="3272151" y="29209"/>
                    <a:pt x="3276596" y="29844"/>
                    <a:pt x="3279771" y="31749"/>
                  </a:cubicBezTo>
                  <a:cubicBezTo>
                    <a:pt x="3282946" y="33019"/>
                    <a:pt x="3286121" y="35559"/>
                    <a:pt x="3288661" y="38099"/>
                  </a:cubicBezTo>
                  <a:cubicBezTo>
                    <a:pt x="3291201" y="41274"/>
                    <a:pt x="3292471" y="44449"/>
                    <a:pt x="3293741" y="49529"/>
                  </a:cubicBezTo>
                  <a:cubicBezTo>
                    <a:pt x="3295011" y="53974"/>
                    <a:pt x="3295646" y="59054"/>
                    <a:pt x="3295646" y="64134"/>
                  </a:cubicBezTo>
                  <a:lnTo>
                    <a:pt x="3295646" y="108584"/>
                  </a:lnTo>
                  <a:lnTo>
                    <a:pt x="3280406" y="108584"/>
                  </a:lnTo>
                  <a:lnTo>
                    <a:pt x="3279771" y="108584"/>
                  </a:lnTo>
                  <a:lnTo>
                    <a:pt x="3279771" y="64769"/>
                  </a:lnTo>
                  <a:cubicBezTo>
                    <a:pt x="3279771" y="57784"/>
                    <a:pt x="3278501" y="52069"/>
                    <a:pt x="3275961" y="48894"/>
                  </a:cubicBezTo>
                  <a:cubicBezTo>
                    <a:pt x="3273421" y="45084"/>
                    <a:pt x="3269611" y="43814"/>
                    <a:pt x="3263896" y="43814"/>
                  </a:cubicBezTo>
                  <a:cubicBezTo>
                    <a:pt x="3261356" y="43814"/>
                    <a:pt x="3259451" y="43814"/>
                    <a:pt x="3257546" y="45084"/>
                  </a:cubicBezTo>
                  <a:cubicBezTo>
                    <a:pt x="3255641" y="45719"/>
                    <a:pt x="3253736" y="46989"/>
                    <a:pt x="3252466" y="48894"/>
                  </a:cubicBezTo>
                  <a:cubicBezTo>
                    <a:pt x="3251196" y="50799"/>
                    <a:pt x="3249926" y="52704"/>
                    <a:pt x="3249291" y="55244"/>
                  </a:cubicBezTo>
                  <a:cubicBezTo>
                    <a:pt x="3248656" y="57784"/>
                    <a:pt x="3248021" y="60324"/>
                    <a:pt x="3248021" y="63499"/>
                  </a:cubicBezTo>
                  <a:lnTo>
                    <a:pt x="3248021" y="109219"/>
                  </a:lnTo>
                  <a:lnTo>
                    <a:pt x="3232781" y="109219"/>
                  </a:lnTo>
                  <a:lnTo>
                    <a:pt x="3232781" y="8889"/>
                  </a:lnTo>
                  <a:close/>
                  <a:moveTo>
                    <a:pt x="2432681" y="634"/>
                  </a:moveTo>
                  <a:lnTo>
                    <a:pt x="2432681" y="38099"/>
                  </a:lnTo>
                  <a:cubicBezTo>
                    <a:pt x="2432681" y="38099"/>
                    <a:pt x="2434586" y="35559"/>
                    <a:pt x="2436491" y="34289"/>
                  </a:cubicBezTo>
                  <a:cubicBezTo>
                    <a:pt x="2437761" y="33019"/>
                    <a:pt x="2439666" y="32384"/>
                    <a:pt x="2440936" y="31114"/>
                  </a:cubicBezTo>
                  <a:cubicBezTo>
                    <a:pt x="2442841" y="30479"/>
                    <a:pt x="2444746" y="29844"/>
                    <a:pt x="2446651" y="29209"/>
                  </a:cubicBezTo>
                  <a:cubicBezTo>
                    <a:pt x="2448556" y="29209"/>
                    <a:pt x="2450461" y="29209"/>
                    <a:pt x="2452366" y="29209"/>
                  </a:cubicBezTo>
                  <a:cubicBezTo>
                    <a:pt x="2456811" y="29209"/>
                    <a:pt x="2461256" y="29844"/>
                    <a:pt x="2464431" y="31749"/>
                  </a:cubicBezTo>
                  <a:cubicBezTo>
                    <a:pt x="2467606" y="33019"/>
                    <a:pt x="2470781" y="35559"/>
                    <a:pt x="2473321" y="38099"/>
                  </a:cubicBezTo>
                  <a:cubicBezTo>
                    <a:pt x="2475861" y="41274"/>
                    <a:pt x="2477131" y="44449"/>
                    <a:pt x="2478401" y="49529"/>
                  </a:cubicBezTo>
                  <a:cubicBezTo>
                    <a:pt x="2479671" y="53974"/>
                    <a:pt x="2480306" y="59054"/>
                    <a:pt x="2480306" y="64134"/>
                  </a:cubicBezTo>
                  <a:lnTo>
                    <a:pt x="2480306" y="108584"/>
                  </a:lnTo>
                  <a:lnTo>
                    <a:pt x="2465066" y="108584"/>
                  </a:lnTo>
                  <a:lnTo>
                    <a:pt x="2464431" y="108584"/>
                  </a:lnTo>
                  <a:lnTo>
                    <a:pt x="2464431" y="64769"/>
                  </a:lnTo>
                  <a:cubicBezTo>
                    <a:pt x="2464431" y="57784"/>
                    <a:pt x="2463161" y="52069"/>
                    <a:pt x="2460621" y="48894"/>
                  </a:cubicBezTo>
                  <a:cubicBezTo>
                    <a:pt x="2458081" y="45084"/>
                    <a:pt x="2454271" y="43814"/>
                    <a:pt x="2448556" y="43814"/>
                  </a:cubicBezTo>
                  <a:cubicBezTo>
                    <a:pt x="2446016" y="43814"/>
                    <a:pt x="2444111" y="43814"/>
                    <a:pt x="2442206" y="45084"/>
                  </a:cubicBezTo>
                  <a:cubicBezTo>
                    <a:pt x="2440301" y="45719"/>
                    <a:pt x="2438396" y="46989"/>
                    <a:pt x="2437126" y="48894"/>
                  </a:cubicBezTo>
                  <a:cubicBezTo>
                    <a:pt x="2435856" y="50799"/>
                    <a:pt x="2434586" y="52704"/>
                    <a:pt x="2433951" y="55244"/>
                  </a:cubicBezTo>
                  <a:cubicBezTo>
                    <a:pt x="2433316" y="57784"/>
                    <a:pt x="2432681" y="60324"/>
                    <a:pt x="2432681" y="63499"/>
                  </a:cubicBezTo>
                  <a:lnTo>
                    <a:pt x="2432681" y="109219"/>
                  </a:lnTo>
                  <a:lnTo>
                    <a:pt x="2417441" y="109219"/>
                  </a:lnTo>
                  <a:lnTo>
                    <a:pt x="2417441" y="8889"/>
                  </a:lnTo>
                  <a:close/>
                  <a:moveTo>
                    <a:pt x="1734181" y="634"/>
                  </a:moveTo>
                  <a:lnTo>
                    <a:pt x="1734181" y="38099"/>
                  </a:lnTo>
                  <a:cubicBezTo>
                    <a:pt x="1734181" y="38099"/>
                    <a:pt x="1736086" y="35559"/>
                    <a:pt x="1737991" y="34289"/>
                  </a:cubicBezTo>
                  <a:cubicBezTo>
                    <a:pt x="1739261" y="33019"/>
                    <a:pt x="1741166" y="32384"/>
                    <a:pt x="1742436" y="31114"/>
                  </a:cubicBezTo>
                  <a:cubicBezTo>
                    <a:pt x="1744341" y="30479"/>
                    <a:pt x="1746246" y="29844"/>
                    <a:pt x="1748151" y="29209"/>
                  </a:cubicBezTo>
                  <a:cubicBezTo>
                    <a:pt x="1750056" y="29209"/>
                    <a:pt x="1751961" y="29209"/>
                    <a:pt x="1753866" y="29209"/>
                  </a:cubicBezTo>
                  <a:cubicBezTo>
                    <a:pt x="1758311" y="29209"/>
                    <a:pt x="1762756" y="29844"/>
                    <a:pt x="1765931" y="31749"/>
                  </a:cubicBezTo>
                  <a:cubicBezTo>
                    <a:pt x="1769106" y="33019"/>
                    <a:pt x="1772281" y="35559"/>
                    <a:pt x="1774821" y="38099"/>
                  </a:cubicBezTo>
                  <a:cubicBezTo>
                    <a:pt x="1777361" y="41274"/>
                    <a:pt x="1778631" y="44449"/>
                    <a:pt x="1779901" y="49529"/>
                  </a:cubicBezTo>
                  <a:cubicBezTo>
                    <a:pt x="1781171" y="53974"/>
                    <a:pt x="1781806" y="59054"/>
                    <a:pt x="1781806" y="64134"/>
                  </a:cubicBezTo>
                  <a:lnTo>
                    <a:pt x="1781806" y="108584"/>
                  </a:lnTo>
                  <a:lnTo>
                    <a:pt x="1766566" y="108584"/>
                  </a:lnTo>
                  <a:lnTo>
                    <a:pt x="1765931" y="108584"/>
                  </a:lnTo>
                  <a:lnTo>
                    <a:pt x="1765931" y="64769"/>
                  </a:lnTo>
                  <a:cubicBezTo>
                    <a:pt x="1765931" y="57784"/>
                    <a:pt x="1764661" y="52069"/>
                    <a:pt x="1762121" y="48894"/>
                  </a:cubicBezTo>
                  <a:cubicBezTo>
                    <a:pt x="1759581" y="45084"/>
                    <a:pt x="1755771" y="43814"/>
                    <a:pt x="1750056" y="43814"/>
                  </a:cubicBezTo>
                  <a:cubicBezTo>
                    <a:pt x="1747516" y="43814"/>
                    <a:pt x="1745611" y="43814"/>
                    <a:pt x="1743706" y="45084"/>
                  </a:cubicBezTo>
                  <a:cubicBezTo>
                    <a:pt x="1741801" y="45719"/>
                    <a:pt x="1739896" y="46989"/>
                    <a:pt x="1738626" y="48894"/>
                  </a:cubicBezTo>
                  <a:cubicBezTo>
                    <a:pt x="1737356" y="50799"/>
                    <a:pt x="1736086" y="52704"/>
                    <a:pt x="1735451" y="55244"/>
                  </a:cubicBezTo>
                  <a:cubicBezTo>
                    <a:pt x="1734816" y="57784"/>
                    <a:pt x="1734181" y="60324"/>
                    <a:pt x="1734181" y="63499"/>
                  </a:cubicBezTo>
                  <a:lnTo>
                    <a:pt x="1734181" y="109219"/>
                  </a:lnTo>
                  <a:lnTo>
                    <a:pt x="1718941" y="109219"/>
                  </a:lnTo>
                  <a:lnTo>
                    <a:pt x="1718941" y="8889"/>
                  </a:lnTo>
                  <a:close/>
                  <a:moveTo>
                    <a:pt x="803275" y="634"/>
                  </a:moveTo>
                  <a:lnTo>
                    <a:pt x="803275" y="38099"/>
                  </a:lnTo>
                  <a:cubicBezTo>
                    <a:pt x="803275" y="38099"/>
                    <a:pt x="805180" y="35559"/>
                    <a:pt x="807085" y="34289"/>
                  </a:cubicBezTo>
                  <a:cubicBezTo>
                    <a:pt x="808355" y="33019"/>
                    <a:pt x="810260" y="32384"/>
                    <a:pt x="811530" y="31114"/>
                  </a:cubicBezTo>
                  <a:cubicBezTo>
                    <a:pt x="813435" y="30479"/>
                    <a:pt x="815340" y="29844"/>
                    <a:pt x="817245" y="29209"/>
                  </a:cubicBezTo>
                  <a:cubicBezTo>
                    <a:pt x="819150" y="29209"/>
                    <a:pt x="821055" y="29209"/>
                    <a:pt x="822960" y="29209"/>
                  </a:cubicBezTo>
                  <a:cubicBezTo>
                    <a:pt x="827405" y="29209"/>
                    <a:pt x="831850" y="29844"/>
                    <a:pt x="835025" y="31749"/>
                  </a:cubicBezTo>
                  <a:cubicBezTo>
                    <a:pt x="838200" y="33019"/>
                    <a:pt x="841375" y="35559"/>
                    <a:pt x="843915" y="38099"/>
                  </a:cubicBezTo>
                  <a:cubicBezTo>
                    <a:pt x="846455" y="41274"/>
                    <a:pt x="847725" y="44449"/>
                    <a:pt x="848995" y="49529"/>
                  </a:cubicBezTo>
                  <a:cubicBezTo>
                    <a:pt x="850265" y="53974"/>
                    <a:pt x="850900" y="59054"/>
                    <a:pt x="850900" y="64134"/>
                  </a:cubicBezTo>
                  <a:lnTo>
                    <a:pt x="850900" y="108584"/>
                  </a:lnTo>
                  <a:lnTo>
                    <a:pt x="835660" y="108584"/>
                  </a:lnTo>
                  <a:lnTo>
                    <a:pt x="835025" y="108584"/>
                  </a:lnTo>
                  <a:lnTo>
                    <a:pt x="835025" y="64769"/>
                  </a:lnTo>
                  <a:cubicBezTo>
                    <a:pt x="835025" y="57784"/>
                    <a:pt x="833755" y="52069"/>
                    <a:pt x="831215" y="48894"/>
                  </a:cubicBezTo>
                  <a:cubicBezTo>
                    <a:pt x="828675" y="45084"/>
                    <a:pt x="824865" y="43814"/>
                    <a:pt x="819150" y="43814"/>
                  </a:cubicBezTo>
                  <a:cubicBezTo>
                    <a:pt x="816610" y="43814"/>
                    <a:pt x="814705" y="43814"/>
                    <a:pt x="812800" y="45084"/>
                  </a:cubicBezTo>
                  <a:cubicBezTo>
                    <a:pt x="810895" y="45719"/>
                    <a:pt x="808990" y="46989"/>
                    <a:pt x="807720" y="48894"/>
                  </a:cubicBezTo>
                  <a:cubicBezTo>
                    <a:pt x="806450" y="50799"/>
                    <a:pt x="805180" y="52704"/>
                    <a:pt x="804545" y="55244"/>
                  </a:cubicBezTo>
                  <a:cubicBezTo>
                    <a:pt x="803910" y="57784"/>
                    <a:pt x="803275" y="60324"/>
                    <a:pt x="803275" y="63499"/>
                  </a:cubicBezTo>
                  <a:lnTo>
                    <a:pt x="803275" y="109219"/>
                  </a:lnTo>
                  <a:lnTo>
                    <a:pt x="788035" y="109219"/>
                  </a:lnTo>
                  <a:lnTo>
                    <a:pt x="788035" y="8889"/>
                  </a:lnTo>
                  <a:close/>
                  <a:moveTo>
                    <a:pt x="104774" y="634"/>
                  </a:moveTo>
                  <a:lnTo>
                    <a:pt x="104774" y="38099"/>
                  </a:lnTo>
                  <a:cubicBezTo>
                    <a:pt x="104774" y="38099"/>
                    <a:pt x="106679" y="35559"/>
                    <a:pt x="108584" y="34289"/>
                  </a:cubicBezTo>
                  <a:cubicBezTo>
                    <a:pt x="109854" y="33019"/>
                    <a:pt x="111759" y="32384"/>
                    <a:pt x="113029" y="31114"/>
                  </a:cubicBezTo>
                  <a:cubicBezTo>
                    <a:pt x="114934" y="30479"/>
                    <a:pt x="116839" y="29844"/>
                    <a:pt x="118744" y="29209"/>
                  </a:cubicBezTo>
                  <a:cubicBezTo>
                    <a:pt x="120649" y="29209"/>
                    <a:pt x="122554" y="29209"/>
                    <a:pt x="124459" y="29209"/>
                  </a:cubicBezTo>
                  <a:cubicBezTo>
                    <a:pt x="128904" y="29209"/>
                    <a:pt x="133349" y="29844"/>
                    <a:pt x="136524" y="31749"/>
                  </a:cubicBezTo>
                  <a:cubicBezTo>
                    <a:pt x="139699" y="33019"/>
                    <a:pt x="142874" y="35559"/>
                    <a:pt x="145414" y="38099"/>
                  </a:cubicBezTo>
                  <a:cubicBezTo>
                    <a:pt x="147954" y="41274"/>
                    <a:pt x="149224" y="44449"/>
                    <a:pt x="150494" y="49529"/>
                  </a:cubicBezTo>
                  <a:cubicBezTo>
                    <a:pt x="151764" y="53974"/>
                    <a:pt x="152399" y="59054"/>
                    <a:pt x="152399" y="64134"/>
                  </a:cubicBezTo>
                  <a:lnTo>
                    <a:pt x="152399" y="108584"/>
                  </a:lnTo>
                  <a:lnTo>
                    <a:pt x="137159" y="108584"/>
                  </a:lnTo>
                  <a:lnTo>
                    <a:pt x="136524" y="108584"/>
                  </a:lnTo>
                  <a:lnTo>
                    <a:pt x="136524" y="64769"/>
                  </a:lnTo>
                  <a:cubicBezTo>
                    <a:pt x="136524" y="57784"/>
                    <a:pt x="135254" y="52069"/>
                    <a:pt x="132714" y="48894"/>
                  </a:cubicBezTo>
                  <a:cubicBezTo>
                    <a:pt x="130174" y="45084"/>
                    <a:pt x="126364" y="43814"/>
                    <a:pt x="120649" y="43814"/>
                  </a:cubicBezTo>
                  <a:cubicBezTo>
                    <a:pt x="118109" y="43814"/>
                    <a:pt x="116204" y="43814"/>
                    <a:pt x="114299" y="45084"/>
                  </a:cubicBezTo>
                  <a:cubicBezTo>
                    <a:pt x="112394" y="45719"/>
                    <a:pt x="110489" y="46989"/>
                    <a:pt x="109219" y="48894"/>
                  </a:cubicBezTo>
                  <a:cubicBezTo>
                    <a:pt x="107949" y="50799"/>
                    <a:pt x="106679" y="52704"/>
                    <a:pt x="106044" y="55244"/>
                  </a:cubicBezTo>
                  <a:cubicBezTo>
                    <a:pt x="105409" y="57784"/>
                    <a:pt x="104774" y="60324"/>
                    <a:pt x="104774" y="63499"/>
                  </a:cubicBezTo>
                  <a:lnTo>
                    <a:pt x="104774" y="109219"/>
                  </a:lnTo>
                  <a:lnTo>
                    <a:pt x="89534" y="109219"/>
                  </a:lnTo>
                  <a:lnTo>
                    <a:pt x="89534" y="8889"/>
                  </a:lnTo>
                  <a:close/>
                  <a:moveTo>
                    <a:pt x="3894450" y="0"/>
                  </a:moveTo>
                  <a:lnTo>
                    <a:pt x="3894450" y="30480"/>
                  </a:lnTo>
                  <a:lnTo>
                    <a:pt x="3913500" y="30480"/>
                  </a:lnTo>
                  <a:lnTo>
                    <a:pt x="3913500" y="44450"/>
                  </a:lnTo>
                  <a:lnTo>
                    <a:pt x="3894450" y="44450"/>
                  </a:lnTo>
                  <a:lnTo>
                    <a:pt x="3894450" y="86995"/>
                  </a:lnTo>
                  <a:cubicBezTo>
                    <a:pt x="3894450" y="86995"/>
                    <a:pt x="3894450" y="90170"/>
                    <a:pt x="3894450" y="91440"/>
                  </a:cubicBezTo>
                  <a:cubicBezTo>
                    <a:pt x="3894450" y="92710"/>
                    <a:pt x="3895085" y="93345"/>
                    <a:pt x="3895720" y="94615"/>
                  </a:cubicBezTo>
                  <a:cubicBezTo>
                    <a:pt x="3896355" y="95250"/>
                    <a:pt x="3896990" y="95885"/>
                    <a:pt x="3898260" y="95885"/>
                  </a:cubicBezTo>
                  <a:cubicBezTo>
                    <a:pt x="3899530" y="95885"/>
                    <a:pt x="3900800" y="95885"/>
                    <a:pt x="3902070" y="95885"/>
                  </a:cubicBezTo>
                  <a:cubicBezTo>
                    <a:pt x="3903975" y="95885"/>
                    <a:pt x="3905880" y="95885"/>
                    <a:pt x="3908420" y="95250"/>
                  </a:cubicBezTo>
                  <a:cubicBezTo>
                    <a:pt x="3910325" y="94615"/>
                    <a:pt x="3912230" y="93980"/>
                    <a:pt x="3913500" y="93345"/>
                  </a:cubicBezTo>
                  <a:lnTo>
                    <a:pt x="3911595" y="106680"/>
                  </a:lnTo>
                  <a:cubicBezTo>
                    <a:pt x="3911595" y="106680"/>
                    <a:pt x="3907785" y="108585"/>
                    <a:pt x="3905245" y="109220"/>
                  </a:cubicBezTo>
                  <a:cubicBezTo>
                    <a:pt x="3902705" y="109855"/>
                    <a:pt x="3900165" y="110490"/>
                    <a:pt x="3896990" y="110490"/>
                  </a:cubicBezTo>
                  <a:cubicBezTo>
                    <a:pt x="3894450" y="110490"/>
                    <a:pt x="3891910" y="110490"/>
                    <a:pt x="3890005" y="109220"/>
                  </a:cubicBezTo>
                  <a:cubicBezTo>
                    <a:pt x="3888100" y="108585"/>
                    <a:pt x="3886195" y="107315"/>
                    <a:pt x="3884290" y="105410"/>
                  </a:cubicBezTo>
                  <a:cubicBezTo>
                    <a:pt x="3882385" y="103505"/>
                    <a:pt x="3881115" y="101600"/>
                    <a:pt x="3880480" y="99060"/>
                  </a:cubicBezTo>
                  <a:cubicBezTo>
                    <a:pt x="3879845" y="96520"/>
                    <a:pt x="3879210" y="93345"/>
                    <a:pt x="3879210" y="89535"/>
                  </a:cubicBezTo>
                  <a:lnTo>
                    <a:pt x="3879210" y="44450"/>
                  </a:lnTo>
                  <a:lnTo>
                    <a:pt x="3868415" y="44450"/>
                  </a:lnTo>
                  <a:lnTo>
                    <a:pt x="3868415" y="30480"/>
                  </a:lnTo>
                  <a:lnTo>
                    <a:pt x="3879210" y="30480"/>
                  </a:lnTo>
                  <a:lnTo>
                    <a:pt x="3879210" y="8255"/>
                  </a:lnTo>
                  <a:close/>
                  <a:moveTo>
                    <a:pt x="3664581" y="0"/>
                  </a:moveTo>
                  <a:lnTo>
                    <a:pt x="3664581" y="30480"/>
                  </a:lnTo>
                  <a:lnTo>
                    <a:pt x="3683631" y="30480"/>
                  </a:lnTo>
                  <a:lnTo>
                    <a:pt x="3683631" y="44450"/>
                  </a:lnTo>
                  <a:lnTo>
                    <a:pt x="3664581" y="44450"/>
                  </a:lnTo>
                  <a:lnTo>
                    <a:pt x="3664581" y="86995"/>
                  </a:lnTo>
                  <a:cubicBezTo>
                    <a:pt x="3664581" y="86995"/>
                    <a:pt x="3664581" y="90170"/>
                    <a:pt x="3664581" y="91440"/>
                  </a:cubicBezTo>
                  <a:cubicBezTo>
                    <a:pt x="3664581" y="92710"/>
                    <a:pt x="3665216" y="93345"/>
                    <a:pt x="3665851" y="94615"/>
                  </a:cubicBezTo>
                  <a:cubicBezTo>
                    <a:pt x="3666486" y="95250"/>
                    <a:pt x="3667121" y="95885"/>
                    <a:pt x="3668391" y="95885"/>
                  </a:cubicBezTo>
                  <a:cubicBezTo>
                    <a:pt x="3669661" y="95885"/>
                    <a:pt x="3670931" y="95885"/>
                    <a:pt x="3672201" y="95885"/>
                  </a:cubicBezTo>
                  <a:cubicBezTo>
                    <a:pt x="3674106" y="95885"/>
                    <a:pt x="3676011" y="95885"/>
                    <a:pt x="3678551" y="95250"/>
                  </a:cubicBezTo>
                  <a:cubicBezTo>
                    <a:pt x="3680456" y="94615"/>
                    <a:pt x="3682361" y="93980"/>
                    <a:pt x="3683631" y="93345"/>
                  </a:cubicBezTo>
                  <a:lnTo>
                    <a:pt x="3681726" y="106680"/>
                  </a:lnTo>
                  <a:cubicBezTo>
                    <a:pt x="3681726" y="106680"/>
                    <a:pt x="3677916" y="108585"/>
                    <a:pt x="3675376" y="109220"/>
                  </a:cubicBezTo>
                  <a:cubicBezTo>
                    <a:pt x="3672836" y="109855"/>
                    <a:pt x="3670296" y="110490"/>
                    <a:pt x="3667121" y="110490"/>
                  </a:cubicBezTo>
                  <a:cubicBezTo>
                    <a:pt x="3664581" y="110490"/>
                    <a:pt x="3662041" y="110490"/>
                    <a:pt x="3660136" y="109220"/>
                  </a:cubicBezTo>
                  <a:cubicBezTo>
                    <a:pt x="3658231" y="108585"/>
                    <a:pt x="3656326" y="107315"/>
                    <a:pt x="3654421" y="105410"/>
                  </a:cubicBezTo>
                  <a:cubicBezTo>
                    <a:pt x="3652516" y="103505"/>
                    <a:pt x="3651246" y="101600"/>
                    <a:pt x="3650611" y="99060"/>
                  </a:cubicBezTo>
                  <a:cubicBezTo>
                    <a:pt x="3649976" y="96520"/>
                    <a:pt x="3649341" y="93345"/>
                    <a:pt x="3649341" y="89535"/>
                  </a:cubicBezTo>
                  <a:lnTo>
                    <a:pt x="3649341" y="44450"/>
                  </a:lnTo>
                  <a:lnTo>
                    <a:pt x="3638546" y="44450"/>
                  </a:lnTo>
                  <a:lnTo>
                    <a:pt x="3638546" y="30480"/>
                  </a:lnTo>
                  <a:lnTo>
                    <a:pt x="3649341" y="30480"/>
                  </a:lnTo>
                  <a:lnTo>
                    <a:pt x="3649341" y="8255"/>
                  </a:lnTo>
                  <a:close/>
                  <a:moveTo>
                    <a:pt x="3610605" y="0"/>
                  </a:moveTo>
                  <a:lnTo>
                    <a:pt x="3610605" y="30480"/>
                  </a:lnTo>
                  <a:lnTo>
                    <a:pt x="3629655" y="30480"/>
                  </a:lnTo>
                  <a:lnTo>
                    <a:pt x="3629655" y="44450"/>
                  </a:lnTo>
                  <a:lnTo>
                    <a:pt x="3610605" y="44450"/>
                  </a:lnTo>
                  <a:lnTo>
                    <a:pt x="3610605" y="86995"/>
                  </a:lnTo>
                  <a:cubicBezTo>
                    <a:pt x="3610605" y="86995"/>
                    <a:pt x="3610605" y="90170"/>
                    <a:pt x="3610605" y="91440"/>
                  </a:cubicBezTo>
                  <a:cubicBezTo>
                    <a:pt x="3610605" y="92710"/>
                    <a:pt x="3611240" y="93345"/>
                    <a:pt x="3611875" y="94615"/>
                  </a:cubicBezTo>
                  <a:cubicBezTo>
                    <a:pt x="3612510" y="95250"/>
                    <a:pt x="3613145" y="95885"/>
                    <a:pt x="3614415" y="95885"/>
                  </a:cubicBezTo>
                  <a:cubicBezTo>
                    <a:pt x="3615685" y="95885"/>
                    <a:pt x="3616955" y="95885"/>
                    <a:pt x="3618225" y="95885"/>
                  </a:cubicBezTo>
                  <a:cubicBezTo>
                    <a:pt x="3620130" y="95885"/>
                    <a:pt x="3622035" y="95885"/>
                    <a:pt x="3624575" y="95250"/>
                  </a:cubicBezTo>
                  <a:cubicBezTo>
                    <a:pt x="3626480" y="94615"/>
                    <a:pt x="3628385" y="93980"/>
                    <a:pt x="3629655" y="93345"/>
                  </a:cubicBezTo>
                  <a:lnTo>
                    <a:pt x="3627750" y="106680"/>
                  </a:lnTo>
                  <a:cubicBezTo>
                    <a:pt x="3627750" y="106680"/>
                    <a:pt x="3623940" y="108585"/>
                    <a:pt x="3621400" y="109220"/>
                  </a:cubicBezTo>
                  <a:cubicBezTo>
                    <a:pt x="3618860" y="109855"/>
                    <a:pt x="3616320" y="110490"/>
                    <a:pt x="3613145" y="110490"/>
                  </a:cubicBezTo>
                  <a:cubicBezTo>
                    <a:pt x="3610605" y="110490"/>
                    <a:pt x="3608065" y="110490"/>
                    <a:pt x="3606160" y="109220"/>
                  </a:cubicBezTo>
                  <a:cubicBezTo>
                    <a:pt x="3604255" y="108585"/>
                    <a:pt x="3602350" y="107315"/>
                    <a:pt x="3600445" y="105410"/>
                  </a:cubicBezTo>
                  <a:cubicBezTo>
                    <a:pt x="3598540" y="103505"/>
                    <a:pt x="3597270" y="101600"/>
                    <a:pt x="3596635" y="99060"/>
                  </a:cubicBezTo>
                  <a:cubicBezTo>
                    <a:pt x="3596000" y="96520"/>
                    <a:pt x="3595365" y="93345"/>
                    <a:pt x="3595365" y="89535"/>
                  </a:cubicBezTo>
                  <a:lnTo>
                    <a:pt x="3595365" y="44450"/>
                  </a:lnTo>
                  <a:lnTo>
                    <a:pt x="3584570" y="44450"/>
                  </a:lnTo>
                  <a:lnTo>
                    <a:pt x="3584570" y="30480"/>
                  </a:lnTo>
                  <a:lnTo>
                    <a:pt x="3595365" y="30480"/>
                  </a:lnTo>
                  <a:lnTo>
                    <a:pt x="3595365" y="8255"/>
                  </a:lnTo>
                  <a:close/>
                  <a:moveTo>
                    <a:pt x="3445505" y="0"/>
                  </a:moveTo>
                  <a:lnTo>
                    <a:pt x="3445505" y="37465"/>
                  </a:lnTo>
                  <a:cubicBezTo>
                    <a:pt x="3445505" y="37465"/>
                    <a:pt x="3448680" y="34925"/>
                    <a:pt x="3449950" y="33655"/>
                  </a:cubicBezTo>
                  <a:cubicBezTo>
                    <a:pt x="3451220" y="33020"/>
                    <a:pt x="3452490" y="31750"/>
                    <a:pt x="3453760" y="31115"/>
                  </a:cubicBezTo>
                  <a:cubicBezTo>
                    <a:pt x="3455030" y="30480"/>
                    <a:pt x="3456935" y="29845"/>
                    <a:pt x="3458840" y="29210"/>
                  </a:cubicBezTo>
                  <a:cubicBezTo>
                    <a:pt x="3460745" y="29210"/>
                    <a:pt x="3463285" y="28575"/>
                    <a:pt x="3465825" y="28575"/>
                  </a:cubicBezTo>
                  <a:cubicBezTo>
                    <a:pt x="3470270" y="28575"/>
                    <a:pt x="3474080" y="29210"/>
                    <a:pt x="3477890" y="31115"/>
                  </a:cubicBezTo>
                  <a:cubicBezTo>
                    <a:pt x="3481700" y="32385"/>
                    <a:pt x="3484875" y="34925"/>
                    <a:pt x="3487415" y="38735"/>
                  </a:cubicBezTo>
                  <a:cubicBezTo>
                    <a:pt x="3489955" y="41910"/>
                    <a:pt x="3492495" y="46355"/>
                    <a:pt x="3493765" y="51435"/>
                  </a:cubicBezTo>
                  <a:cubicBezTo>
                    <a:pt x="3495035" y="56515"/>
                    <a:pt x="3496305" y="62865"/>
                    <a:pt x="3496305" y="70485"/>
                  </a:cubicBezTo>
                  <a:lnTo>
                    <a:pt x="3495670" y="71120"/>
                  </a:lnTo>
                  <a:cubicBezTo>
                    <a:pt x="3495670" y="77470"/>
                    <a:pt x="3495035" y="83820"/>
                    <a:pt x="3493130" y="88265"/>
                  </a:cubicBezTo>
                  <a:cubicBezTo>
                    <a:pt x="3491225" y="93345"/>
                    <a:pt x="3489320" y="97155"/>
                    <a:pt x="3486145" y="100330"/>
                  </a:cubicBezTo>
                  <a:cubicBezTo>
                    <a:pt x="3483605" y="103505"/>
                    <a:pt x="3479795" y="106045"/>
                    <a:pt x="3476620" y="107315"/>
                  </a:cubicBezTo>
                  <a:cubicBezTo>
                    <a:pt x="3472810" y="109220"/>
                    <a:pt x="3469000" y="109855"/>
                    <a:pt x="3465190" y="109855"/>
                  </a:cubicBezTo>
                  <a:cubicBezTo>
                    <a:pt x="3461380" y="109855"/>
                    <a:pt x="3457570" y="109220"/>
                    <a:pt x="3454395" y="107315"/>
                  </a:cubicBezTo>
                  <a:cubicBezTo>
                    <a:pt x="3450585" y="105410"/>
                    <a:pt x="3448045" y="103505"/>
                    <a:pt x="3445505" y="100965"/>
                  </a:cubicBezTo>
                  <a:lnTo>
                    <a:pt x="3445505" y="107950"/>
                  </a:lnTo>
                  <a:lnTo>
                    <a:pt x="3430265" y="107950"/>
                  </a:lnTo>
                  <a:lnTo>
                    <a:pt x="3430265" y="7620"/>
                  </a:lnTo>
                  <a:close/>
                  <a:moveTo>
                    <a:pt x="2380611" y="0"/>
                  </a:moveTo>
                  <a:lnTo>
                    <a:pt x="2380611" y="30480"/>
                  </a:lnTo>
                  <a:lnTo>
                    <a:pt x="2399661" y="30480"/>
                  </a:lnTo>
                  <a:lnTo>
                    <a:pt x="2399661" y="44450"/>
                  </a:lnTo>
                  <a:lnTo>
                    <a:pt x="2380611" y="44450"/>
                  </a:lnTo>
                  <a:lnTo>
                    <a:pt x="2380611" y="86995"/>
                  </a:lnTo>
                  <a:cubicBezTo>
                    <a:pt x="2380611" y="86995"/>
                    <a:pt x="2380611" y="90170"/>
                    <a:pt x="2380611" y="91440"/>
                  </a:cubicBezTo>
                  <a:cubicBezTo>
                    <a:pt x="2380611" y="92710"/>
                    <a:pt x="2381246" y="93345"/>
                    <a:pt x="2381881" y="94615"/>
                  </a:cubicBezTo>
                  <a:cubicBezTo>
                    <a:pt x="2382516" y="95250"/>
                    <a:pt x="2383151" y="95885"/>
                    <a:pt x="2384421" y="95885"/>
                  </a:cubicBezTo>
                  <a:cubicBezTo>
                    <a:pt x="2385691" y="95885"/>
                    <a:pt x="2386961" y="95885"/>
                    <a:pt x="2388231" y="95885"/>
                  </a:cubicBezTo>
                  <a:cubicBezTo>
                    <a:pt x="2390136" y="95885"/>
                    <a:pt x="2392041" y="95885"/>
                    <a:pt x="2394581" y="95250"/>
                  </a:cubicBezTo>
                  <a:cubicBezTo>
                    <a:pt x="2396486" y="94615"/>
                    <a:pt x="2398391" y="93980"/>
                    <a:pt x="2399661" y="93345"/>
                  </a:cubicBezTo>
                  <a:lnTo>
                    <a:pt x="2397756" y="106680"/>
                  </a:lnTo>
                  <a:cubicBezTo>
                    <a:pt x="2397756" y="106680"/>
                    <a:pt x="2393946" y="108585"/>
                    <a:pt x="2391406" y="109220"/>
                  </a:cubicBezTo>
                  <a:cubicBezTo>
                    <a:pt x="2388866" y="109855"/>
                    <a:pt x="2386326" y="110490"/>
                    <a:pt x="2383151" y="110490"/>
                  </a:cubicBezTo>
                  <a:cubicBezTo>
                    <a:pt x="2380611" y="110490"/>
                    <a:pt x="2378071" y="110490"/>
                    <a:pt x="2376166" y="109220"/>
                  </a:cubicBezTo>
                  <a:cubicBezTo>
                    <a:pt x="2374261" y="108585"/>
                    <a:pt x="2372356" y="107315"/>
                    <a:pt x="2370451" y="105410"/>
                  </a:cubicBezTo>
                  <a:cubicBezTo>
                    <a:pt x="2368546" y="103505"/>
                    <a:pt x="2367276" y="101600"/>
                    <a:pt x="2366641" y="99060"/>
                  </a:cubicBezTo>
                  <a:cubicBezTo>
                    <a:pt x="2366006" y="96520"/>
                    <a:pt x="2365371" y="93345"/>
                    <a:pt x="2365371" y="89535"/>
                  </a:cubicBezTo>
                  <a:lnTo>
                    <a:pt x="2365371" y="44450"/>
                  </a:lnTo>
                  <a:lnTo>
                    <a:pt x="2354576" y="44450"/>
                  </a:lnTo>
                  <a:lnTo>
                    <a:pt x="2354576" y="30480"/>
                  </a:lnTo>
                  <a:lnTo>
                    <a:pt x="2365371" y="30480"/>
                  </a:lnTo>
                  <a:lnTo>
                    <a:pt x="2365371" y="8255"/>
                  </a:lnTo>
                  <a:close/>
                  <a:moveTo>
                    <a:pt x="2150741" y="0"/>
                  </a:moveTo>
                  <a:lnTo>
                    <a:pt x="2150741" y="30480"/>
                  </a:lnTo>
                  <a:lnTo>
                    <a:pt x="2169791" y="30480"/>
                  </a:lnTo>
                  <a:lnTo>
                    <a:pt x="2169791" y="44450"/>
                  </a:lnTo>
                  <a:lnTo>
                    <a:pt x="2150741" y="44450"/>
                  </a:lnTo>
                  <a:lnTo>
                    <a:pt x="2150741" y="86995"/>
                  </a:lnTo>
                  <a:cubicBezTo>
                    <a:pt x="2150741" y="86995"/>
                    <a:pt x="2150741" y="90170"/>
                    <a:pt x="2150741" y="91440"/>
                  </a:cubicBezTo>
                  <a:cubicBezTo>
                    <a:pt x="2150741" y="92710"/>
                    <a:pt x="2151376" y="93345"/>
                    <a:pt x="2152011" y="94615"/>
                  </a:cubicBezTo>
                  <a:cubicBezTo>
                    <a:pt x="2152646" y="95250"/>
                    <a:pt x="2153281" y="95885"/>
                    <a:pt x="2154551" y="95885"/>
                  </a:cubicBezTo>
                  <a:cubicBezTo>
                    <a:pt x="2155821" y="95885"/>
                    <a:pt x="2157091" y="95885"/>
                    <a:pt x="2158361" y="95885"/>
                  </a:cubicBezTo>
                  <a:cubicBezTo>
                    <a:pt x="2160266" y="95885"/>
                    <a:pt x="2162171" y="95885"/>
                    <a:pt x="2164711" y="95250"/>
                  </a:cubicBezTo>
                  <a:cubicBezTo>
                    <a:pt x="2166616" y="94615"/>
                    <a:pt x="2168521" y="93980"/>
                    <a:pt x="2169791" y="93345"/>
                  </a:cubicBezTo>
                  <a:lnTo>
                    <a:pt x="2167886" y="106680"/>
                  </a:lnTo>
                  <a:cubicBezTo>
                    <a:pt x="2167886" y="106680"/>
                    <a:pt x="2164076" y="108585"/>
                    <a:pt x="2161536" y="109220"/>
                  </a:cubicBezTo>
                  <a:cubicBezTo>
                    <a:pt x="2158996" y="109855"/>
                    <a:pt x="2156456" y="110490"/>
                    <a:pt x="2153281" y="110490"/>
                  </a:cubicBezTo>
                  <a:cubicBezTo>
                    <a:pt x="2150741" y="110490"/>
                    <a:pt x="2148201" y="110490"/>
                    <a:pt x="2146296" y="109220"/>
                  </a:cubicBezTo>
                  <a:cubicBezTo>
                    <a:pt x="2144391" y="108585"/>
                    <a:pt x="2142486" y="107315"/>
                    <a:pt x="2140581" y="105410"/>
                  </a:cubicBezTo>
                  <a:cubicBezTo>
                    <a:pt x="2138676" y="103505"/>
                    <a:pt x="2137406" y="101600"/>
                    <a:pt x="2136771" y="99060"/>
                  </a:cubicBezTo>
                  <a:cubicBezTo>
                    <a:pt x="2136136" y="96520"/>
                    <a:pt x="2135501" y="93345"/>
                    <a:pt x="2135501" y="89535"/>
                  </a:cubicBezTo>
                  <a:lnTo>
                    <a:pt x="2135501" y="44450"/>
                  </a:lnTo>
                  <a:lnTo>
                    <a:pt x="2124706" y="44450"/>
                  </a:lnTo>
                  <a:lnTo>
                    <a:pt x="2124706" y="30480"/>
                  </a:lnTo>
                  <a:lnTo>
                    <a:pt x="2135501" y="30480"/>
                  </a:lnTo>
                  <a:lnTo>
                    <a:pt x="2135501" y="8255"/>
                  </a:lnTo>
                  <a:close/>
                  <a:moveTo>
                    <a:pt x="2096131" y="0"/>
                  </a:moveTo>
                  <a:lnTo>
                    <a:pt x="2096131" y="30480"/>
                  </a:lnTo>
                  <a:lnTo>
                    <a:pt x="2115181" y="30480"/>
                  </a:lnTo>
                  <a:lnTo>
                    <a:pt x="2115181" y="44450"/>
                  </a:lnTo>
                  <a:lnTo>
                    <a:pt x="2096131" y="44450"/>
                  </a:lnTo>
                  <a:lnTo>
                    <a:pt x="2096131" y="86995"/>
                  </a:lnTo>
                  <a:cubicBezTo>
                    <a:pt x="2096131" y="86995"/>
                    <a:pt x="2096131" y="90170"/>
                    <a:pt x="2096131" y="91440"/>
                  </a:cubicBezTo>
                  <a:cubicBezTo>
                    <a:pt x="2096131" y="92710"/>
                    <a:pt x="2096766" y="93345"/>
                    <a:pt x="2097401" y="94615"/>
                  </a:cubicBezTo>
                  <a:cubicBezTo>
                    <a:pt x="2098036" y="95250"/>
                    <a:pt x="2098671" y="95885"/>
                    <a:pt x="2099941" y="95885"/>
                  </a:cubicBezTo>
                  <a:cubicBezTo>
                    <a:pt x="2101211" y="95885"/>
                    <a:pt x="2102481" y="95885"/>
                    <a:pt x="2103751" y="95885"/>
                  </a:cubicBezTo>
                  <a:cubicBezTo>
                    <a:pt x="2105656" y="95885"/>
                    <a:pt x="2107561" y="95885"/>
                    <a:pt x="2110101" y="95250"/>
                  </a:cubicBezTo>
                  <a:cubicBezTo>
                    <a:pt x="2112006" y="94615"/>
                    <a:pt x="2113911" y="93980"/>
                    <a:pt x="2115181" y="93345"/>
                  </a:cubicBezTo>
                  <a:lnTo>
                    <a:pt x="2113276" y="106680"/>
                  </a:lnTo>
                  <a:cubicBezTo>
                    <a:pt x="2113276" y="106680"/>
                    <a:pt x="2109466" y="108585"/>
                    <a:pt x="2106926" y="109220"/>
                  </a:cubicBezTo>
                  <a:cubicBezTo>
                    <a:pt x="2104386" y="109855"/>
                    <a:pt x="2101846" y="110490"/>
                    <a:pt x="2098671" y="110490"/>
                  </a:cubicBezTo>
                  <a:cubicBezTo>
                    <a:pt x="2096131" y="110490"/>
                    <a:pt x="2093591" y="110490"/>
                    <a:pt x="2091686" y="109220"/>
                  </a:cubicBezTo>
                  <a:cubicBezTo>
                    <a:pt x="2089781" y="108585"/>
                    <a:pt x="2087876" y="107315"/>
                    <a:pt x="2085971" y="105410"/>
                  </a:cubicBezTo>
                  <a:cubicBezTo>
                    <a:pt x="2084066" y="103505"/>
                    <a:pt x="2082796" y="101600"/>
                    <a:pt x="2082161" y="99060"/>
                  </a:cubicBezTo>
                  <a:cubicBezTo>
                    <a:pt x="2081526" y="96520"/>
                    <a:pt x="2080891" y="93345"/>
                    <a:pt x="2080891" y="89535"/>
                  </a:cubicBezTo>
                  <a:lnTo>
                    <a:pt x="2080891" y="44450"/>
                  </a:lnTo>
                  <a:lnTo>
                    <a:pt x="2070096" y="44450"/>
                  </a:lnTo>
                  <a:lnTo>
                    <a:pt x="2070096" y="30480"/>
                  </a:lnTo>
                  <a:lnTo>
                    <a:pt x="2080891" y="30480"/>
                  </a:lnTo>
                  <a:lnTo>
                    <a:pt x="2080891" y="8255"/>
                  </a:lnTo>
                  <a:close/>
                  <a:moveTo>
                    <a:pt x="1931665" y="0"/>
                  </a:moveTo>
                  <a:lnTo>
                    <a:pt x="1931665" y="37465"/>
                  </a:lnTo>
                  <a:cubicBezTo>
                    <a:pt x="1931665" y="37465"/>
                    <a:pt x="1934840" y="34925"/>
                    <a:pt x="1936110" y="33655"/>
                  </a:cubicBezTo>
                  <a:cubicBezTo>
                    <a:pt x="1937380" y="33020"/>
                    <a:pt x="1938650" y="31750"/>
                    <a:pt x="1939920" y="31115"/>
                  </a:cubicBezTo>
                  <a:cubicBezTo>
                    <a:pt x="1941190" y="30480"/>
                    <a:pt x="1943095" y="29845"/>
                    <a:pt x="1945000" y="29210"/>
                  </a:cubicBezTo>
                  <a:cubicBezTo>
                    <a:pt x="1946905" y="29210"/>
                    <a:pt x="1949445" y="28575"/>
                    <a:pt x="1951985" y="28575"/>
                  </a:cubicBezTo>
                  <a:cubicBezTo>
                    <a:pt x="1956430" y="28575"/>
                    <a:pt x="1960240" y="29210"/>
                    <a:pt x="1964050" y="31115"/>
                  </a:cubicBezTo>
                  <a:cubicBezTo>
                    <a:pt x="1967860" y="32385"/>
                    <a:pt x="1971035" y="34925"/>
                    <a:pt x="1973575" y="38735"/>
                  </a:cubicBezTo>
                  <a:cubicBezTo>
                    <a:pt x="1976115" y="41910"/>
                    <a:pt x="1978655" y="46355"/>
                    <a:pt x="1979925" y="51435"/>
                  </a:cubicBezTo>
                  <a:cubicBezTo>
                    <a:pt x="1981195" y="56515"/>
                    <a:pt x="1982465" y="62865"/>
                    <a:pt x="1982465" y="70485"/>
                  </a:cubicBezTo>
                  <a:lnTo>
                    <a:pt x="1981830" y="71120"/>
                  </a:lnTo>
                  <a:cubicBezTo>
                    <a:pt x="1981830" y="77470"/>
                    <a:pt x="1981195" y="83820"/>
                    <a:pt x="1979290" y="88265"/>
                  </a:cubicBezTo>
                  <a:cubicBezTo>
                    <a:pt x="1977385" y="93345"/>
                    <a:pt x="1975480" y="97155"/>
                    <a:pt x="1972305" y="100330"/>
                  </a:cubicBezTo>
                  <a:cubicBezTo>
                    <a:pt x="1969765" y="103505"/>
                    <a:pt x="1965955" y="106045"/>
                    <a:pt x="1962780" y="107315"/>
                  </a:cubicBezTo>
                  <a:cubicBezTo>
                    <a:pt x="1958970" y="109220"/>
                    <a:pt x="1955160" y="109855"/>
                    <a:pt x="1951350" y="109855"/>
                  </a:cubicBezTo>
                  <a:cubicBezTo>
                    <a:pt x="1947540" y="109855"/>
                    <a:pt x="1943730" y="109220"/>
                    <a:pt x="1940555" y="107315"/>
                  </a:cubicBezTo>
                  <a:cubicBezTo>
                    <a:pt x="1936745" y="105410"/>
                    <a:pt x="1934205" y="103505"/>
                    <a:pt x="1931665" y="100965"/>
                  </a:cubicBezTo>
                  <a:lnTo>
                    <a:pt x="1931665" y="107950"/>
                  </a:lnTo>
                  <a:lnTo>
                    <a:pt x="1916425" y="107950"/>
                  </a:lnTo>
                  <a:lnTo>
                    <a:pt x="1916425" y="7620"/>
                  </a:lnTo>
                  <a:close/>
                  <a:moveTo>
                    <a:pt x="1316991" y="0"/>
                  </a:moveTo>
                  <a:lnTo>
                    <a:pt x="1316991" y="30480"/>
                  </a:lnTo>
                  <a:lnTo>
                    <a:pt x="1336041" y="30480"/>
                  </a:lnTo>
                  <a:lnTo>
                    <a:pt x="1336041" y="44450"/>
                  </a:lnTo>
                  <a:lnTo>
                    <a:pt x="1316991" y="44450"/>
                  </a:lnTo>
                  <a:lnTo>
                    <a:pt x="1316991" y="86995"/>
                  </a:lnTo>
                  <a:cubicBezTo>
                    <a:pt x="1316991" y="86995"/>
                    <a:pt x="1316991" y="90170"/>
                    <a:pt x="1316991" y="91440"/>
                  </a:cubicBezTo>
                  <a:cubicBezTo>
                    <a:pt x="1316991" y="92710"/>
                    <a:pt x="1317627" y="93345"/>
                    <a:pt x="1318261" y="94615"/>
                  </a:cubicBezTo>
                  <a:cubicBezTo>
                    <a:pt x="1318896" y="95250"/>
                    <a:pt x="1319531" y="95885"/>
                    <a:pt x="1320801" y="95885"/>
                  </a:cubicBezTo>
                  <a:cubicBezTo>
                    <a:pt x="1322072" y="95885"/>
                    <a:pt x="1323341" y="95885"/>
                    <a:pt x="1324611" y="95885"/>
                  </a:cubicBezTo>
                  <a:cubicBezTo>
                    <a:pt x="1326516" y="95885"/>
                    <a:pt x="1328422" y="95885"/>
                    <a:pt x="1330961" y="95250"/>
                  </a:cubicBezTo>
                  <a:cubicBezTo>
                    <a:pt x="1332867" y="94615"/>
                    <a:pt x="1334772" y="93980"/>
                    <a:pt x="1336041" y="93345"/>
                  </a:cubicBezTo>
                  <a:lnTo>
                    <a:pt x="1334136" y="106680"/>
                  </a:lnTo>
                  <a:cubicBezTo>
                    <a:pt x="1334136" y="106680"/>
                    <a:pt x="1330326" y="108585"/>
                    <a:pt x="1327786" y="109220"/>
                  </a:cubicBezTo>
                  <a:cubicBezTo>
                    <a:pt x="1325246" y="109855"/>
                    <a:pt x="1322706" y="110490"/>
                    <a:pt x="1319531" y="110490"/>
                  </a:cubicBezTo>
                  <a:cubicBezTo>
                    <a:pt x="1316991" y="110490"/>
                    <a:pt x="1314451" y="110490"/>
                    <a:pt x="1312546" y="109220"/>
                  </a:cubicBezTo>
                  <a:cubicBezTo>
                    <a:pt x="1310641" y="108585"/>
                    <a:pt x="1308736" y="107315"/>
                    <a:pt x="1306831" y="105410"/>
                  </a:cubicBezTo>
                  <a:cubicBezTo>
                    <a:pt x="1304926" y="103505"/>
                    <a:pt x="1303656" y="101600"/>
                    <a:pt x="1303021" y="99060"/>
                  </a:cubicBezTo>
                  <a:cubicBezTo>
                    <a:pt x="1302386" y="96520"/>
                    <a:pt x="1301751" y="93345"/>
                    <a:pt x="1301751" y="89535"/>
                  </a:cubicBezTo>
                  <a:lnTo>
                    <a:pt x="1301751" y="44450"/>
                  </a:lnTo>
                  <a:lnTo>
                    <a:pt x="1290956" y="44450"/>
                  </a:lnTo>
                  <a:lnTo>
                    <a:pt x="1290956" y="30480"/>
                  </a:lnTo>
                  <a:lnTo>
                    <a:pt x="1301751" y="30480"/>
                  </a:lnTo>
                  <a:lnTo>
                    <a:pt x="1301751" y="8255"/>
                  </a:lnTo>
                  <a:close/>
                  <a:moveTo>
                    <a:pt x="751206" y="0"/>
                  </a:moveTo>
                  <a:lnTo>
                    <a:pt x="751206" y="30480"/>
                  </a:lnTo>
                  <a:lnTo>
                    <a:pt x="770256" y="30480"/>
                  </a:lnTo>
                  <a:lnTo>
                    <a:pt x="770256" y="44450"/>
                  </a:lnTo>
                  <a:lnTo>
                    <a:pt x="751206" y="44450"/>
                  </a:lnTo>
                  <a:lnTo>
                    <a:pt x="751206" y="86995"/>
                  </a:lnTo>
                  <a:cubicBezTo>
                    <a:pt x="751206" y="86995"/>
                    <a:pt x="751206" y="90170"/>
                    <a:pt x="751206" y="91440"/>
                  </a:cubicBezTo>
                  <a:cubicBezTo>
                    <a:pt x="751206" y="92710"/>
                    <a:pt x="751841" y="93345"/>
                    <a:pt x="752476" y="94615"/>
                  </a:cubicBezTo>
                  <a:cubicBezTo>
                    <a:pt x="753111" y="95250"/>
                    <a:pt x="753746" y="95885"/>
                    <a:pt x="755016" y="95885"/>
                  </a:cubicBezTo>
                  <a:cubicBezTo>
                    <a:pt x="756286" y="95885"/>
                    <a:pt x="757556" y="95885"/>
                    <a:pt x="758826" y="95885"/>
                  </a:cubicBezTo>
                  <a:cubicBezTo>
                    <a:pt x="760731" y="95885"/>
                    <a:pt x="762636" y="95885"/>
                    <a:pt x="765176" y="95250"/>
                  </a:cubicBezTo>
                  <a:cubicBezTo>
                    <a:pt x="767081" y="94615"/>
                    <a:pt x="768986" y="93980"/>
                    <a:pt x="770256" y="93345"/>
                  </a:cubicBezTo>
                  <a:lnTo>
                    <a:pt x="768351" y="106680"/>
                  </a:lnTo>
                  <a:cubicBezTo>
                    <a:pt x="768351" y="106680"/>
                    <a:pt x="764541" y="108585"/>
                    <a:pt x="762001" y="109220"/>
                  </a:cubicBezTo>
                  <a:cubicBezTo>
                    <a:pt x="759461" y="109855"/>
                    <a:pt x="756921" y="110490"/>
                    <a:pt x="753746" y="110490"/>
                  </a:cubicBezTo>
                  <a:cubicBezTo>
                    <a:pt x="751206" y="110490"/>
                    <a:pt x="748666" y="110490"/>
                    <a:pt x="746761" y="109220"/>
                  </a:cubicBezTo>
                  <a:cubicBezTo>
                    <a:pt x="744856" y="108585"/>
                    <a:pt x="742951" y="107315"/>
                    <a:pt x="741045" y="105410"/>
                  </a:cubicBezTo>
                  <a:cubicBezTo>
                    <a:pt x="739141" y="103505"/>
                    <a:pt x="737871" y="101600"/>
                    <a:pt x="737236" y="99060"/>
                  </a:cubicBezTo>
                  <a:cubicBezTo>
                    <a:pt x="736600" y="96520"/>
                    <a:pt x="735966" y="93345"/>
                    <a:pt x="735966" y="89535"/>
                  </a:cubicBezTo>
                  <a:lnTo>
                    <a:pt x="735966" y="44450"/>
                  </a:lnTo>
                  <a:lnTo>
                    <a:pt x="725171" y="44450"/>
                  </a:lnTo>
                  <a:lnTo>
                    <a:pt x="725171" y="30480"/>
                  </a:lnTo>
                  <a:lnTo>
                    <a:pt x="735966" y="30480"/>
                  </a:lnTo>
                  <a:lnTo>
                    <a:pt x="735966" y="8255"/>
                  </a:lnTo>
                  <a:close/>
                  <a:moveTo>
                    <a:pt x="521335" y="0"/>
                  </a:moveTo>
                  <a:lnTo>
                    <a:pt x="521335" y="30480"/>
                  </a:lnTo>
                  <a:lnTo>
                    <a:pt x="540385" y="30480"/>
                  </a:lnTo>
                  <a:lnTo>
                    <a:pt x="540385" y="44450"/>
                  </a:lnTo>
                  <a:lnTo>
                    <a:pt x="521335" y="44450"/>
                  </a:lnTo>
                  <a:lnTo>
                    <a:pt x="521335" y="86995"/>
                  </a:lnTo>
                  <a:cubicBezTo>
                    <a:pt x="521335" y="86995"/>
                    <a:pt x="521335" y="90170"/>
                    <a:pt x="521335" y="91440"/>
                  </a:cubicBezTo>
                  <a:cubicBezTo>
                    <a:pt x="521335" y="92710"/>
                    <a:pt x="521970" y="93345"/>
                    <a:pt x="522605" y="94615"/>
                  </a:cubicBezTo>
                  <a:cubicBezTo>
                    <a:pt x="523240" y="95250"/>
                    <a:pt x="523875" y="95885"/>
                    <a:pt x="525145" y="95885"/>
                  </a:cubicBezTo>
                  <a:cubicBezTo>
                    <a:pt x="526415" y="95885"/>
                    <a:pt x="527685" y="95885"/>
                    <a:pt x="528955" y="95885"/>
                  </a:cubicBezTo>
                  <a:cubicBezTo>
                    <a:pt x="530860" y="95885"/>
                    <a:pt x="532765" y="95885"/>
                    <a:pt x="535305" y="95250"/>
                  </a:cubicBezTo>
                  <a:cubicBezTo>
                    <a:pt x="537210" y="94615"/>
                    <a:pt x="539115" y="93980"/>
                    <a:pt x="540385" y="93345"/>
                  </a:cubicBezTo>
                  <a:lnTo>
                    <a:pt x="538480" y="106680"/>
                  </a:lnTo>
                  <a:cubicBezTo>
                    <a:pt x="538480" y="106680"/>
                    <a:pt x="534670" y="108585"/>
                    <a:pt x="532130" y="109220"/>
                  </a:cubicBezTo>
                  <a:cubicBezTo>
                    <a:pt x="529590" y="109855"/>
                    <a:pt x="527050" y="110490"/>
                    <a:pt x="523875" y="110490"/>
                  </a:cubicBezTo>
                  <a:cubicBezTo>
                    <a:pt x="521335" y="110490"/>
                    <a:pt x="518795" y="110490"/>
                    <a:pt x="516890" y="109220"/>
                  </a:cubicBezTo>
                  <a:cubicBezTo>
                    <a:pt x="514985" y="108585"/>
                    <a:pt x="513080" y="107315"/>
                    <a:pt x="511175" y="105410"/>
                  </a:cubicBezTo>
                  <a:cubicBezTo>
                    <a:pt x="509270" y="103505"/>
                    <a:pt x="508000" y="101600"/>
                    <a:pt x="507365" y="99060"/>
                  </a:cubicBezTo>
                  <a:cubicBezTo>
                    <a:pt x="506730" y="96520"/>
                    <a:pt x="506095" y="93345"/>
                    <a:pt x="506095" y="89535"/>
                  </a:cubicBezTo>
                  <a:lnTo>
                    <a:pt x="506095" y="44450"/>
                  </a:lnTo>
                  <a:lnTo>
                    <a:pt x="495300" y="44450"/>
                  </a:lnTo>
                  <a:lnTo>
                    <a:pt x="495300" y="30480"/>
                  </a:lnTo>
                  <a:lnTo>
                    <a:pt x="506095" y="30480"/>
                  </a:lnTo>
                  <a:lnTo>
                    <a:pt x="506095" y="8255"/>
                  </a:lnTo>
                  <a:close/>
                  <a:moveTo>
                    <a:pt x="466724" y="0"/>
                  </a:moveTo>
                  <a:lnTo>
                    <a:pt x="466724" y="30480"/>
                  </a:lnTo>
                  <a:lnTo>
                    <a:pt x="485774" y="30480"/>
                  </a:lnTo>
                  <a:lnTo>
                    <a:pt x="485774" y="44450"/>
                  </a:lnTo>
                  <a:lnTo>
                    <a:pt x="466724" y="44450"/>
                  </a:lnTo>
                  <a:lnTo>
                    <a:pt x="466724" y="86995"/>
                  </a:lnTo>
                  <a:cubicBezTo>
                    <a:pt x="466724" y="86995"/>
                    <a:pt x="466724" y="90170"/>
                    <a:pt x="466724" y="91440"/>
                  </a:cubicBezTo>
                  <a:cubicBezTo>
                    <a:pt x="466724" y="92710"/>
                    <a:pt x="467359" y="93345"/>
                    <a:pt x="467994" y="94615"/>
                  </a:cubicBezTo>
                  <a:cubicBezTo>
                    <a:pt x="468629" y="95250"/>
                    <a:pt x="469264" y="95885"/>
                    <a:pt x="470534" y="95885"/>
                  </a:cubicBezTo>
                  <a:cubicBezTo>
                    <a:pt x="471804" y="95885"/>
                    <a:pt x="473074" y="95885"/>
                    <a:pt x="474344" y="95885"/>
                  </a:cubicBezTo>
                  <a:cubicBezTo>
                    <a:pt x="476249" y="95885"/>
                    <a:pt x="478154" y="95885"/>
                    <a:pt x="480694" y="95250"/>
                  </a:cubicBezTo>
                  <a:cubicBezTo>
                    <a:pt x="482599" y="94615"/>
                    <a:pt x="484504" y="93980"/>
                    <a:pt x="485774" y="93345"/>
                  </a:cubicBezTo>
                  <a:lnTo>
                    <a:pt x="483869" y="106680"/>
                  </a:lnTo>
                  <a:cubicBezTo>
                    <a:pt x="483869" y="106680"/>
                    <a:pt x="480059" y="108585"/>
                    <a:pt x="477519" y="109220"/>
                  </a:cubicBezTo>
                  <a:cubicBezTo>
                    <a:pt x="474979" y="109855"/>
                    <a:pt x="472439" y="110490"/>
                    <a:pt x="469264" y="110490"/>
                  </a:cubicBezTo>
                  <a:cubicBezTo>
                    <a:pt x="466724" y="110490"/>
                    <a:pt x="464184" y="110490"/>
                    <a:pt x="462279" y="109220"/>
                  </a:cubicBezTo>
                  <a:cubicBezTo>
                    <a:pt x="460374" y="108585"/>
                    <a:pt x="458469" y="107315"/>
                    <a:pt x="456564" y="105410"/>
                  </a:cubicBezTo>
                  <a:cubicBezTo>
                    <a:pt x="454659" y="103505"/>
                    <a:pt x="453389" y="101600"/>
                    <a:pt x="452754" y="99060"/>
                  </a:cubicBezTo>
                  <a:cubicBezTo>
                    <a:pt x="452119" y="96520"/>
                    <a:pt x="451484" y="93345"/>
                    <a:pt x="451484" y="89535"/>
                  </a:cubicBezTo>
                  <a:lnTo>
                    <a:pt x="451484" y="44450"/>
                  </a:lnTo>
                  <a:lnTo>
                    <a:pt x="440689" y="44450"/>
                  </a:lnTo>
                  <a:lnTo>
                    <a:pt x="440689" y="30480"/>
                  </a:lnTo>
                  <a:lnTo>
                    <a:pt x="451484" y="30480"/>
                  </a:lnTo>
                  <a:lnTo>
                    <a:pt x="451484" y="8255"/>
                  </a:lnTo>
                  <a:close/>
                  <a:moveTo>
                    <a:pt x="302259" y="0"/>
                  </a:moveTo>
                  <a:lnTo>
                    <a:pt x="302259" y="37465"/>
                  </a:lnTo>
                  <a:cubicBezTo>
                    <a:pt x="302259" y="37465"/>
                    <a:pt x="305434" y="34925"/>
                    <a:pt x="306704" y="33655"/>
                  </a:cubicBezTo>
                  <a:cubicBezTo>
                    <a:pt x="307974" y="33020"/>
                    <a:pt x="309244" y="31750"/>
                    <a:pt x="310514" y="31115"/>
                  </a:cubicBezTo>
                  <a:cubicBezTo>
                    <a:pt x="311784" y="30480"/>
                    <a:pt x="313689" y="29845"/>
                    <a:pt x="315594" y="29210"/>
                  </a:cubicBezTo>
                  <a:cubicBezTo>
                    <a:pt x="317499" y="29210"/>
                    <a:pt x="320039" y="28575"/>
                    <a:pt x="322579" y="28575"/>
                  </a:cubicBezTo>
                  <a:cubicBezTo>
                    <a:pt x="327024" y="28575"/>
                    <a:pt x="330834" y="29210"/>
                    <a:pt x="334644" y="31115"/>
                  </a:cubicBezTo>
                  <a:cubicBezTo>
                    <a:pt x="338454" y="32385"/>
                    <a:pt x="341629" y="34925"/>
                    <a:pt x="344169" y="38735"/>
                  </a:cubicBezTo>
                  <a:cubicBezTo>
                    <a:pt x="346709" y="41910"/>
                    <a:pt x="349249" y="46355"/>
                    <a:pt x="350519" y="51435"/>
                  </a:cubicBezTo>
                  <a:cubicBezTo>
                    <a:pt x="351789" y="56515"/>
                    <a:pt x="353059" y="62865"/>
                    <a:pt x="353059" y="70485"/>
                  </a:cubicBezTo>
                  <a:lnTo>
                    <a:pt x="352424" y="71120"/>
                  </a:lnTo>
                  <a:cubicBezTo>
                    <a:pt x="352424" y="77470"/>
                    <a:pt x="351789" y="83820"/>
                    <a:pt x="349884" y="88265"/>
                  </a:cubicBezTo>
                  <a:cubicBezTo>
                    <a:pt x="347979" y="93345"/>
                    <a:pt x="346074" y="97155"/>
                    <a:pt x="342899" y="100330"/>
                  </a:cubicBezTo>
                  <a:cubicBezTo>
                    <a:pt x="340359" y="103505"/>
                    <a:pt x="336549" y="106045"/>
                    <a:pt x="333374" y="107315"/>
                  </a:cubicBezTo>
                  <a:cubicBezTo>
                    <a:pt x="329564" y="109220"/>
                    <a:pt x="325754" y="109855"/>
                    <a:pt x="321944" y="109855"/>
                  </a:cubicBezTo>
                  <a:cubicBezTo>
                    <a:pt x="318134" y="109855"/>
                    <a:pt x="314324" y="109220"/>
                    <a:pt x="311149" y="107315"/>
                  </a:cubicBezTo>
                  <a:cubicBezTo>
                    <a:pt x="307339" y="105410"/>
                    <a:pt x="304799" y="103505"/>
                    <a:pt x="302259" y="100965"/>
                  </a:cubicBezTo>
                  <a:lnTo>
                    <a:pt x="302259" y="107950"/>
                  </a:lnTo>
                  <a:lnTo>
                    <a:pt x="287019" y="107950"/>
                  </a:lnTo>
                  <a:lnTo>
                    <a:pt x="287019" y="7620"/>
                  </a:lnTo>
                  <a:close/>
                </a:path>
              </a:pathLst>
            </a:custGeom>
            <a:solidFill>
              <a:srgbClr val="FFFFFF"/>
            </a:solidFill>
            <a:ln w="63500" cap="flat">
              <a:noFill/>
              <a:prstDash val="solid"/>
              <a:miter/>
            </a:ln>
          </p:spPr>
          <p:txBody>
            <a:bodyPr rtlCol="0" anchor="ctr"/>
            <a:lstStyle/>
            <a:p>
              <a:endParaRPr lang="en-US"/>
            </a:p>
          </p:txBody>
        </p:sp>
      </p:grpSp>
      <p:grpSp>
        <p:nvGrpSpPr>
          <p:cNvPr id="3" name="Group 2">
            <a:extLst>
              <a:ext uri="{FF2B5EF4-FFF2-40B4-BE49-F238E27FC236}">
                <a16:creationId xmlns:a16="http://schemas.microsoft.com/office/drawing/2014/main" id="{068E9B09-FE70-E913-490B-27400CDE026B}"/>
              </a:ext>
            </a:extLst>
          </p:cNvPr>
          <p:cNvGrpSpPr/>
          <p:nvPr userDrawn="1"/>
        </p:nvGrpSpPr>
        <p:grpSpPr>
          <a:xfrm>
            <a:off x="485774" y="1291008"/>
            <a:ext cx="5706110" cy="4360545"/>
            <a:chOff x="485774" y="1291008"/>
            <a:chExt cx="5706110" cy="4360545"/>
          </a:xfrm>
        </p:grpSpPr>
        <p:sp>
          <p:nvSpPr>
            <p:cNvPr id="26" name="Freeform 25">
              <a:extLst>
                <a:ext uri="{FF2B5EF4-FFF2-40B4-BE49-F238E27FC236}">
                  <a16:creationId xmlns:a16="http://schemas.microsoft.com/office/drawing/2014/main" id="{B4038A11-FAB8-DE3A-2D5D-3D1F11925688}"/>
                </a:ext>
              </a:extLst>
            </p:cNvPr>
            <p:cNvSpPr/>
            <p:nvPr userDrawn="1"/>
          </p:nvSpPr>
          <p:spPr>
            <a:xfrm>
              <a:off x="485774" y="5549953"/>
              <a:ext cx="508000" cy="101600"/>
            </a:xfrm>
            <a:custGeom>
              <a:avLst/>
              <a:gdLst>
                <a:gd name="connsiteX0" fmla="*/ 406400 w 508000"/>
                <a:gd name="connsiteY0" fmla="*/ 0 h 101600"/>
                <a:gd name="connsiteX1" fmla="*/ 508000 w 508000"/>
                <a:gd name="connsiteY1" fmla="*/ 0 h 101600"/>
                <a:gd name="connsiteX2" fmla="*/ 508000 w 508000"/>
                <a:gd name="connsiteY2" fmla="*/ 101600 h 101600"/>
                <a:gd name="connsiteX3" fmla="*/ 406400 w 508000"/>
                <a:gd name="connsiteY3" fmla="*/ 101600 h 101600"/>
                <a:gd name="connsiteX4" fmla="*/ 203200 w 508000"/>
                <a:gd name="connsiteY4" fmla="*/ 0 h 101600"/>
                <a:gd name="connsiteX5" fmla="*/ 304800 w 508000"/>
                <a:gd name="connsiteY5" fmla="*/ 0 h 101600"/>
                <a:gd name="connsiteX6" fmla="*/ 304800 w 508000"/>
                <a:gd name="connsiteY6" fmla="*/ 101600 h 101600"/>
                <a:gd name="connsiteX7" fmla="*/ 203200 w 508000"/>
                <a:gd name="connsiteY7" fmla="*/ 101600 h 101600"/>
                <a:gd name="connsiteX8" fmla="*/ 0 w 508000"/>
                <a:gd name="connsiteY8" fmla="*/ 0 h 101600"/>
                <a:gd name="connsiteX9" fmla="*/ 101600 w 508000"/>
                <a:gd name="connsiteY9" fmla="*/ 0 h 101600"/>
                <a:gd name="connsiteX10" fmla="*/ 101600 w 508000"/>
                <a:gd name="connsiteY10" fmla="*/ 101600 h 101600"/>
                <a:gd name="connsiteX11" fmla="*/ 0 w 508000"/>
                <a:gd name="connsiteY11" fmla="*/ 101600 h 10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8000" h="101600">
                  <a:moveTo>
                    <a:pt x="406400" y="0"/>
                  </a:moveTo>
                  <a:lnTo>
                    <a:pt x="508000" y="0"/>
                  </a:lnTo>
                  <a:lnTo>
                    <a:pt x="508000" y="101600"/>
                  </a:lnTo>
                  <a:lnTo>
                    <a:pt x="406400" y="101600"/>
                  </a:lnTo>
                  <a:close/>
                  <a:moveTo>
                    <a:pt x="203200" y="0"/>
                  </a:moveTo>
                  <a:lnTo>
                    <a:pt x="304800" y="0"/>
                  </a:lnTo>
                  <a:lnTo>
                    <a:pt x="304800" y="101600"/>
                  </a:lnTo>
                  <a:lnTo>
                    <a:pt x="203200" y="101600"/>
                  </a:lnTo>
                  <a:close/>
                  <a:moveTo>
                    <a:pt x="0" y="0"/>
                  </a:moveTo>
                  <a:lnTo>
                    <a:pt x="101600" y="0"/>
                  </a:lnTo>
                  <a:lnTo>
                    <a:pt x="101600" y="101600"/>
                  </a:lnTo>
                  <a:lnTo>
                    <a:pt x="0" y="101600"/>
                  </a:lnTo>
                  <a:close/>
                </a:path>
              </a:pathLst>
            </a:custGeom>
            <a:solidFill>
              <a:schemeClr val="tx2"/>
            </a:solidFill>
            <a:ln w="63500" cap="flat">
              <a:noFill/>
              <a:prstDash val="solid"/>
              <a:miter/>
            </a:ln>
          </p:spPr>
          <p:txBody>
            <a:bodyPr rtlCol="0" anchor="ctr"/>
            <a:lstStyle/>
            <a:p>
              <a:endParaRPr lang="en-US">
                <a:solidFill>
                  <a:schemeClr val="tx1"/>
                </a:solidFill>
              </a:endParaRPr>
            </a:p>
          </p:txBody>
        </p:sp>
        <p:sp>
          <p:nvSpPr>
            <p:cNvPr id="27" name="Freeform 26">
              <a:extLst>
                <a:ext uri="{FF2B5EF4-FFF2-40B4-BE49-F238E27FC236}">
                  <a16:creationId xmlns:a16="http://schemas.microsoft.com/office/drawing/2014/main" id="{FD45E8E5-E623-933A-074B-D3B9860ABECB}"/>
                </a:ext>
              </a:extLst>
            </p:cNvPr>
            <p:cNvSpPr/>
            <p:nvPr userDrawn="1"/>
          </p:nvSpPr>
          <p:spPr>
            <a:xfrm>
              <a:off x="485775" y="1291008"/>
              <a:ext cx="5706109" cy="4359275"/>
            </a:xfrm>
            <a:custGeom>
              <a:avLst/>
              <a:gdLst>
                <a:gd name="connsiteX0" fmla="*/ 0 w 5706109"/>
                <a:gd name="connsiteY0" fmla="*/ 4157346 h 4359275"/>
                <a:gd name="connsiteX1" fmla="*/ 101600 w 5706109"/>
                <a:gd name="connsiteY1" fmla="*/ 4157346 h 4359275"/>
                <a:gd name="connsiteX2" fmla="*/ 101600 w 5706109"/>
                <a:gd name="connsiteY2" fmla="*/ 1075055 h 4359275"/>
                <a:gd name="connsiteX3" fmla="*/ 101600 w 5706109"/>
                <a:gd name="connsiteY3" fmla="*/ 1075055 h 4359275"/>
                <a:gd name="connsiteX4" fmla="*/ 191770 w 5706109"/>
                <a:gd name="connsiteY4" fmla="*/ 1059180 h 4359275"/>
                <a:gd name="connsiteX5" fmla="*/ 861060 w 5706109"/>
                <a:gd name="connsiteY5" fmla="*/ 942975 h 4359275"/>
                <a:gd name="connsiteX6" fmla="*/ 1195705 w 5706109"/>
                <a:gd name="connsiteY6" fmla="*/ 885190 h 4359275"/>
                <a:gd name="connsiteX7" fmla="*/ 1362710 w 5706109"/>
                <a:gd name="connsiteY7" fmla="*/ 855980 h 4359275"/>
                <a:gd name="connsiteX8" fmla="*/ 1529715 w 5706109"/>
                <a:gd name="connsiteY8" fmla="*/ 826770 h 4359275"/>
                <a:gd name="connsiteX9" fmla="*/ 1864360 w 5706109"/>
                <a:gd name="connsiteY9" fmla="*/ 768985 h 4359275"/>
                <a:gd name="connsiteX10" fmla="*/ 2031365 w 5706109"/>
                <a:gd name="connsiteY10" fmla="*/ 739775 h 4359275"/>
                <a:gd name="connsiteX11" fmla="*/ 2198370 w 5706109"/>
                <a:gd name="connsiteY11" fmla="*/ 710565 h 4359275"/>
                <a:gd name="connsiteX12" fmla="*/ 2365375 w 5706109"/>
                <a:gd name="connsiteY12" fmla="*/ 681355 h 4359275"/>
                <a:gd name="connsiteX13" fmla="*/ 2532380 w 5706109"/>
                <a:gd name="connsiteY13" fmla="*/ 652145 h 4359275"/>
                <a:gd name="connsiteX14" fmla="*/ 2699385 w 5706109"/>
                <a:gd name="connsiteY14" fmla="*/ 622935 h 4359275"/>
                <a:gd name="connsiteX15" fmla="*/ 2866390 w 5706109"/>
                <a:gd name="connsiteY15" fmla="*/ 593725 h 4359275"/>
                <a:gd name="connsiteX16" fmla="*/ 5461000 w 5706109"/>
                <a:gd name="connsiteY16" fmla="*/ 144145 h 4359275"/>
                <a:gd name="connsiteX17" fmla="*/ 5602605 w 5706109"/>
                <a:gd name="connsiteY17" fmla="*/ 119380 h 4359275"/>
                <a:gd name="connsiteX18" fmla="*/ 5602605 w 5706109"/>
                <a:gd name="connsiteY18" fmla="*/ 119380 h 4359275"/>
                <a:gd name="connsiteX19" fmla="*/ 5602605 w 5706109"/>
                <a:gd name="connsiteY19" fmla="*/ 4257676 h 4359275"/>
                <a:gd name="connsiteX20" fmla="*/ 609600 w 5706109"/>
                <a:gd name="connsiteY20" fmla="*/ 4257676 h 4359275"/>
                <a:gd name="connsiteX21" fmla="*/ 609600 w 5706109"/>
                <a:gd name="connsiteY21" fmla="*/ 4359276 h 4359275"/>
                <a:gd name="connsiteX22" fmla="*/ 5706110 w 5706109"/>
                <a:gd name="connsiteY22" fmla="*/ 4359276 h 4359275"/>
                <a:gd name="connsiteX23" fmla="*/ 5706110 w 5706109"/>
                <a:gd name="connsiteY23" fmla="*/ 0 h 4359275"/>
                <a:gd name="connsiteX24" fmla="*/ 5704840 w 5706109"/>
                <a:gd name="connsiteY24" fmla="*/ 0 h 4359275"/>
                <a:gd name="connsiteX25" fmla="*/ 5445760 w 5706109"/>
                <a:gd name="connsiteY25" fmla="*/ 45085 h 4359275"/>
                <a:gd name="connsiteX26" fmla="*/ 2851150 w 5706109"/>
                <a:gd name="connsiteY26" fmla="*/ 494665 h 4359275"/>
                <a:gd name="connsiteX27" fmla="*/ 2684145 w 5706109"/>
                <a:gd name="connsiteY27" fmla="*/ 523875 h 4359275"/>
                <a:gd name="connsiteX28" fmla="*/ 2517140 w 5706109"/>
                <a:gd name="connsiteY28" fmla="*/ 553085 h 4359275"/>
                <a:gd name="connsiteX29" fmla="*/ 2350135 w 5706109"/>
                <a:gd name="connsiteY29" fmla="*/ 582295 h 4359275"/>
                <a:gd name="connsiteX30" fmla="*/ 2183130 w 5706109"/>
                <a:gd name="connsiteY30" fmla="*/ 611505 h 4359275"/>
                <a:gd name="connsiteX31" fmla="*/ 2016125 w 5706109"/>
                <a:gd name="connsiteY31" fmla="*/ 640715 h 4359275"/>
                <a:gd name="connsiteX32" fmla="*/ 1849120 w 5706109"/>
                <a:gd name="connsiteY32" fmla="*/ 669925 h 4359275"/>
                <a:gd name="connsiteX33" fmla="*/ 1514475 w 5706109"/>
                <a:gd name="connsiteY33" fmla="*/ 727710 h 4359275"/>
                <a:gd name="connsiteX34" fmla="*/ 1347470 w 5706109"/>
                <a:gd name="connsiteY34" fmla="*/ 756920 h 4359275"/>
                <a:gd name="connsiteX35" fmla="*/ 1180465 w 5706109"/>
                <a:gd name="connsiteY35" fmla="*/ 786130 h 4359275"/>
                <a:gd name="connsiteX36" fmla="*/ 845820 w 5706109"/>
                <a:gd name="connsiteY36" fmla="*/ 843915 h 4359275"/>
                <a:gd name="connsiteX37" fmla="*/ 176530 w 5706109"/>
                <a:gd name="connsiteY37" fmla="*/ 960120 h 4359275"/>
                <a:gd name="connsiteX38" fmla="*/ 3175 w 5706109"/>
                <a:gd name="connsiteY38" fmla="*/ 989965 h 4359275"/>
                <a:gd name="connsiteX39" fmla="*/ 1905 w 5706109"/>
                <a:gd name="connsiteY39" fmla="*/ 989965 h 4359275"/>
                <a:gd name="connsiteX40" fmla="*/ 1905 w 5706109"/>
                <a:gd name="connsiteY40" fmla="*/ 4158616 h 4359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5706109" h="4359275">
                  <a:moveTo>
                    <a:pt x="0" y="4157346"/>
                  </a:moveTo>
                  <a:lnTo>
                    <a:pt x="101600" y="4157346"/>
                  </a:lnTo>
                  <a:lnTo>
                    <a:pt x="101600" y="1075055"/>
                  </a:lnTo>
                  <a:lnTo>
                    <a:pt x="101600" y="1075055"/>
                  </a:lnTo>
                  <a:lnTo>
                    <a:pt x="191770" y="1059180"/>
                  </a:lnTo>
                  <a:lnTo>
                    <a:pt x="861060" y="942975"/>
                  </a:lnTo>
                  <a:lnTo>
                    <a:pt x="1195705" y="885190"/>
                  </a:lnTo>
                  <a:lnTo>
                    <a:pt x="1362710" y="855980"/>
                  </a:lnTo>
                  <a:lnTo>
                    <a:pt x="1529715" y="826770"/>
                  </a:lnTo>
                  <a:lnTo>
                    <a:pt x="1864360" y="768985"/>
                  </a:lnTo>
                  <a:lnTo>
                    <a:pt x="2031365" y="739775"/>
                  </a:lnTo>
                  <a:lnTo>
                    <a:pt x="2198370" y="710565"/>
                  </a:lnTo>
                  <a:lnTo>
                    <a:pt x="2365375" y="681355"/>
                  </a:lnTo>
                  <a:lnTo>
                    <a:pt x="2532380" y="652145"/>
                  </a:lnTo>
                  <a:lnTo>
                    <a:pt x="2699385" y="622935"/>
                  </a:lnTo>
                  <a:lnTo>
                    <a:pt x="2866390" y="593725"/>
                  </a:lnTo>
                  <a:cubicBezTo>
                    <a:pt x="3731260" y="443865"/>
                    <a:pt x="4596130" y="294005"/>
                    <a:pt x="5461000" y="144145"/>
                  </a:cubicBezTo>
                  <a:lnTo>
                    <a:pt x="5602605" y="119380"/>
                  </a:lnTo>
                  <a:lnTo>
                    <a:pt x="5602605" y="119380"/>
                  </a:lnTo>
                  <a:lnTo>
                    <a:pt x="5602605" y="4257676"/>
                  </a:lnTo>
                  <a:lnTo>
                    <a:pt x="609600" y="4257676"/>
                  </a:lnTo>
                  <a:lnTo>
                    <a:pt x="609600" y="4359276"/>
                  </a:lnTo>
                  <a:lnTo>
                    <a:pt x="5706110" y="4359276"/>
                  </a:lnTo>
                  <a:lnTo>
                    <a:pt x="5706110" y="0"/>
                  </a:lnTo>
                  <a:lnTo>
                    <a:pt x="5704840" y="0"/>
                  </a:lnTo>
                  <a:cubicBezTo>
                    <a:pt x="5618480" y="15240"/>
                    <a:pt x="5532120" y="30480"/>
                    <a:pt x="5445760" y="45085"/>
                  </a:cubicBezTo>
                  <a:cubicBezTo>
                    <a:pt x="4580890" y="194945"/>
                    <a:pt x="3716020" y="344805"/>
                    <a:pt x="2851150" y="494665"/>
                  </a:cubicBezTo>
                  <a:lnTo>
                    <a:pt x="2684145" y="523875"/>
                  </a:lnTo>
                  <a:lnTo>
                    <a:pt x="2517140" y="553085"/>
                  </a:lnTo>
                  <a:lnTo>
                    <a:pt x="2350135" y="582295"/>
                  </a:lnTo>
                  <a:lnTo>
                    <a:pt x="2183130" y="611505"/>
                  </a:lnTo>
                  <a:lnTo>
                    <a:pt x="2016125" y="640715"/>
                  </a:lnTo>
                  <a:lnTo>
                    <a:pt x="1849120" y="669925"/>
                  </a:lnTo>
                  <a:lnTo>
                    <a:pt x="1514475" y="727710"/>
                  </a:lnTo>
                  <a:lnTo>
                    <a:pt x="1347470" y="756920"/>
                  </a:lnTo>
                  <a:lnTo>
                    <a:pt x="1180465" y="786130"/>
                  </a:lnTo>
                  <a:lnTo>
                    <a:pt x="845820" y="843915"/>
                  </a:lnTo>
                  <a:lnTo>
                    <a:pt x="176530" y="960120"/>
                  </a:lnTo>
                  <a:lnTo>
                    <a:pt x="3175" y="989965"/>
                  </a:lnTo>
                  <a:lnTo>
                    <a:pt x="1905" y="989965"/>
                  </a:lnTo>
                  <a:lnTo>
                    <a:pt x="1905" y="4158616"/>
                  </a:lnTo>
                  <a:close/>
                </a:path>
              </a:pathLst>
            </a:custGeom>
            <a:gradFill flip="none" rotWithShape="1">
              <a:gsLst>
                <a:gs pos="39000">
                  <a:srgbClr val="FFE600"/>
                </a:gs>
                <a:gs pos="68000">
                  <a:srgbClr val="A420F8"/>
                </a:gs>
                <a:gs pos="100000">
                  <a:srgbClr val="5C94F9"/>
                </a:gs>
              </a:gsLst>
              <a:lin ang="18720000" scaled="0"/>
              <a:tileRect/>
            </a:gradFill>
            <a:ln w="818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p>
          </p:txBody>
        </p:sp>
      </p:grpSp>
      <p:sp>
        <p:nvSpPr>
          <p:cNvPr id="28" name="Subtitle 2">
            <a:extLst>
              <a:ext uri="{FF2B5EF4-FFF2-40B4-BE49-F238E27FC236}">
                <a16:creationId xmlns:a16="http://schemas.microsoft.com/office/drawing/2014/main" id="{4CE2B77E-5DDA-CC5C-A575-69779E57947F}"/>
              </a:ext>
            </a:extLst>
          </p:cNvPr>
          <p:cNvSpPr>
            <a:spLocks noGrp="1"/>
          </p:cNvSpPr>
          <p:nvPr>
            <p:ph type="subTitle" idx="1" hasCustomPrompt="1"/>
          </p:nvPr>
        </p:nvSpPr>
        <p:spPr>
          <a:xfrm>
            <a:off x="889762" y="4436485"/>
            <a:ext cx="4907628" cy="511939"/>
          </a:xfrm>
        </p:spPr>
        <p:txBody>
          <a:bodyPr wrap="square">
            <a:noAutofit/>
          </a:bodyPr>
          <a:lstStyle>
            <a:lvl1pPr marL="0" indent="0" algn="l">
              <a:buNone/>
              <a:defRPr lang="en-GB" sz="1600" kern="1200" dirty="0">
                <a:solidFill>
                  <a:schemeClr val="tx1"/>
                </a:solidFill>
                <a:latin typeface="EYInterstate Regular" panose="02000503020000020004" pitchFamily="2" charset="0"/>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29" name="Title 4">
            <a:extLst>
              <a:ext uri="{FF2B5EF4-FFF2-40B4-BE49-F238E27FC236}">
                <a16:creationId xmlns:a16="http://schemas.microsoft.com/office/drawing/2014/main" id="{2C2EB3B4-62C2-DB27-F905-7B5310DF5CFC}"/>
              </a:ext>
            </a:extLst>
          </p:cNvPr>
          <p:cNvSpPr>
            <a:spLocks noGrp="1"/>
          </p:cNvSpPr>
          <p:nvPr>
            <p:ph type="title"/>
          </p:nvPr>
        </p:nvSpPr>
        <p:spPr>
          <a:xfrm>
            <a:off x="889762" y="2698751"/>
            <a:ext cx="4906009" cy="1654043"/>
          </a:xfrm>
        </p:spPr>
        <p:txBody>
          <a:bodyPr anchor="t">
            <a:noAutofit/>
          </a:bodyPr>
          <a:lstStyle>
            <a:lvl1pPr>
              <a:defRPr sz="4200" b="1" i="0">
                <a:solidFill>
                  <a:schemeClr val="tx1"/>
                </a:solidFill>
                <a:latin typeface="EYInterstate Regular" panose="02000503020000020004" pitchFamily="2" charset="0"/>
              </a:defRPr>
            </a:lvl1pPr>
          </a:lstStyle>
          <a:p>
            <a:r>
              <a:rPr lang="en-GB"/>
              <a:t>Click to edit Master title style</a:t>
            </a:r>
            <a:endParaRPr lang="en-US"/>
          </a:p>
        </p:txBody>
      </p:sp>
      <p:sp>
        <p:nvSpPr>
          <p:cNvPr id="30" name="Text Placeholder 288">
            <a:extLst>
              <a:ext uri="{FF2B5EF4-FFF2-40B4-BE49-F238E27FC236}">
                <a16:creationId xmlns:a16="http://schemas.microsoft.com/office/drawing/2014/main" id="{41B1F747-977A-C01C-9182-B92C691E57F0}"/>
              </a:ext>
            </a:extLst>
          </p:cNvPr>
          <p:cNvSpPr>
            <a:spLocks noGrp="1"/>
          </p:cNvSpPr>
          <p:nvPr>
            <p:ph type="body" sz="quarter" idx="10"/>
          </p:nvPr>
        </p:nvSpPr>
        <p:spPr>
          <a:xfrm>
            <a:off x="889762" y="5047485"/>
            <a:ext cx="4906010" cy="246221"/>
          </a:xfrm>
        </p:spPr>
        <p:txBody>
          <a:bodyPr wrap="square">
            <a:spAutoFit/>
          </a:bodyPr>
          <a:lstStyle>
            <a:lvl1pPr marL="0" indent="0">
              <a:buNone/>
              <a:defRPr sz="1600" b="1">
                <a:solidFill>
                  <a:schemeClr val="tx1"/>
                </a:solidFill>
                <a:latin typeface="EYInterstate Regular" panose="02000503020000020004" pitchFamily="2" charset="0"/>
              </a:defRPr>
            </a:lvl1pPr>
            <a:lvl2pPr marL="252000" indent="0">
              <a:buNone/>
              <a:defRPr sz="1600" b="1">
                <a:latin typeface="+mj-lt"/>
              </a:defRPr>
            </a:lvl2pPr>
            <a:lvl3pPr marL="504000" indent="0">
              <a:buNone/>
              <a:defRPr sz="1600" b="1">
                <a:latin typeface="+mj-lt"/>
              </a:defRPr>
            </a:lvl3pPr>
            <a:lvl4pPr marL="756000" indent="0">
              <a:buNone/>
              <a:defRPr sz="1600" b="1">
                <a:latin typeface="+mj-lt"/>
              </a:defRPr>
            </a:lvl4pPr>
            <a:lvl5pPr marL="1008000" indent="0">
              <a:buNone/>
              <a:defRPr sz="1600" b="1">
                <a:latin typeface="+mj-lt"/>
              </a:defRPr>
            </a:lvl5pPr>
          </a:lstStyle>
          <a:p>
            <a:pPr lvl="0"/>
            <a:r>
              <a:rPr lang="en-GB"/>
              <a:t>Click to edit Master text styles</a:t>
            </a:r>
          </a:p>
        </p:txBody>
      </p:sp>
      <p:grpSp>
        <p:nvGrpSpPr>
          <p:cNvPr id="2" name="Group 1">
            <a:extLst>
              <a:ext uri="{FF2B5EF4-FFF2-40B4-BE49-F238E27FC236}">
                <a16:creationId xmlns:a16="http://schemas.microsoft.com/office/drawing/2014/main" id="{A8F9C0FF-258E-8363-A5DF-DBEE8F7DBB39}"/>
              </a:ext>
            </a:extLst>
          </p:cNvPr>
          <p:cNvGrpSpPr>
            <a:grpSpLocks noChangeAspect="1"/>
          </p:cNvGrpSpPr>
          <p:nvPr userDrawn="1"/>
        </p:nvGrpSpPr>
        <p:grpSpPr>
          <a:xfrm>
            <a:off x="10562024" y="5167683"/>
            <a:ext cx="1220400" cy="1285398"/>
            <a:chOff x="3913438" y="-99392"/>
            <a:chExt cx="6512821" cy="6859693"/>
          </a:xfrm>
        </p:grpSpPr>
        <p:sp>
          <p:nvSpPr>
            <p:cNvPr id="5" name="Freeform: Shape 4">
              <a:extLst>
                <a:ext uri="{FF2B5EF4-FFF2-40B4-BE49-F238E27FC236}">
                  <a16:creationId xmlns:a16="http://schemas.microsoft.com/office/drawing/2014/main" id="{9C512783-0C4C-5151-CAE6-146AA9E6F5CD}"/>
                </a:ext>
              </a:extLst>
            </p:cNvPr>
            <p:cNvSpPr/>
            <p:nvPr/>
          </p:nvSpPr>
          <p:spPr>
            <a:xfrm>
              <a:off x="5319751" y="-99392"/>
              <a:ext cx="4303606" cy="1570696"/>
            </a:xfrm>
            <a:custGeom>
              <a:avLst/>
              <a:gdLst>
                <a:gd name="connsiteX0" fmla="*/ 4303607 w 4303606"/>
                <a:gd name="connsiteY0" fmla="*/ 0 h 1570696"/>
                <a:gd name="connsiteX1" fmla="*/ 0 w 4303606"/>
                <a:gd name="connsiteY1" fmla="*/ 1570697 h 1570696"/>
                <a:gd name="connsiteX2" fmla="*/ 4303607 w 4303606"/>
                <a:gd name="connsiteY2" fmla="*/ 810521 h 1570696"/>
                <a:gd name="connsiteX3" fmla="*/ 4303607 w 4303606"/>
                <a:gd name="connsiteY3" fmla="*/ 0 h 1570696"/>
              </a:gdLst>
              <a:ahLst/>
              <a:cxnLst>
                <a:cxn ang="0">
                  <a:pos x="connsiteX0" y="connsiteY0"/>
                </a:cxn>
                <a:cxn ang="0">
                  <a:pos x="connsiteX1" y="connsiteY1"/>
                </a:cxn>
                <a:cxn ang="0">
                  <a:pos x="connsiteX2" y="connsiteY2"/>
                </a:cxn>
                <a:cxn ang="0">
                  <a:pos x="connsiteX3" y="connsiteY3"/>
                </a:cxn>
              </a:cxnLst>
              <a:rect l="l" t="t" r="r" b="b"/>
              <a:pathLst>
                <a:path w="4303606" h="1570696">
                  <a:moveTo>
                    <a:pt x="4303607" y="0"/>
                  </a:moveTo>
                  <a:lnTo>
                    <a:pt x="0" y="1570697"/>
                  </a:lnTo>
                  <a:lnTo>
                    <a:pt x="4303607" y="810521"/>
                  </a:lnTo>
                  <a:lnTo>
                    <a:pt x="4303607" y="0"/>
                  </a:lnTo>
                  <a:close/>
                </a:path>
              </a:pathLst>
            </a:custGeom>
            <a:solidFill>
              <a:srgbClr val="FFE600"/>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sp>
          <p:nvSpPr>
            <p:cNvPr id="7" name="Freeform: Shape 6">
              <a:extLst>
                <a:ext uri="{FF2B5EF4-FFF2-40B4-BE49-F238E27FC236}">
                  <a16:creationId xmlns:a16="http://schemas.microsoft.com/office/drawing/2014/main" id="{C6DF74BF-1D17-9014-1B6E-93895F45C989}"/>
                </a:ext>
              </a:extLst>
            </p:cNvPr>
            <p:cNvSpPr/>
            <p:nvPr/>
          </p:nvSpPr>
          <p:spPr>
            <a:xfrm>
              <a:off x="5357395" y="2124345"/>
              <a:ext cx="3613052" cy="2176910"/>
            </a:xfrm>
            <a:custGeom>
              <a:avLst/>
              <a:gdLst>
                <a:gd name="connsiteX0" fmla="*/ 652845 w 3613052"/>
                <a:gd name="connsiteY0" fmla="*/ 1676205 h 2176910"/>
                <a:gd name="connsiteX1" fmla="*/ 1741463 w 3613052"/>
                <a:gd name="connsiteY1" fmla="*/ 1676205 h 2176910"/>
                <a:gd name="connsiteX2" fmla="*/ 1741463 w 3613052"/>
                <a:gd name="connsiteY2" fmla="*/ 2176910 h 2176910"/>
                <a:gd name="connsiteX3" fmla="*/ 0 w 3613052"/>
                <a:gd name="connsiteY3" fmla="*/ 2176910 h 2176910"/>
                <a:gd name="connsiteX4" fmla="*/ 0 w 3613052"/>
                <a:gd name="connsiteY4" fmla="*/ 0 h 2176910"/>
                <a:gd name="connsiteX5" fmla="*/ 1234766 w 3613052"/>
                <a:gd name="connsiteY5" fmla="*/ 0 h 2176910"/>
                <a:gd name="connsiteX6" fmla="*/ 1523675 w 3613052"/>
                <a:gd name="connsiteY6" fmla="*/ 500706 h 2176910"/>
                <a:gd name="connsiteX7" fmla="*/ 652910 w 3613052"/>
                <a:gd name="connsiteY7" fmla="*/ 500706 h 2176910"/>
                <a:gd name="connsiteX8" fmla="*/ 652910 w 3613052"/>
                <a:gd name="connsiteY8" fmla="*/ 859953 h 2176910"/>
                <a:gd name="connsiteX9" fmla="*/ 1440050 w 3613052"/>
                <a:gd name="connsiteY9" fmla="*/ 859953 h 2176910"/>
                <a:gd name="connsiteX10" fmla="*/ 1440050 w 3613052"/>
                <a:gd name="connsiteY10" fmla="*/ 1317022 h 2176910"/>
                <a:gd name="connsiteX11" fmla="*/ 652910 w 3613052"/>
                <a:gd name="connsiteY11" fmla="*/ 1317022 h 2176910"/>
                <a:gd name="connsiteX12" fmla="*/ 652910 w 3613052"/>
                <a:gd name="connsiteY12" fmla="*/ 1676205 h 2176910"/>
                <a:gd name="connsiteX13" fmla="*/ 2900485 w 3613052"/>
                <a:gd name="connsiteY13" fmla="*/ 0 h 2176910"/>
                <a:gd name="connsiteX14" fmla="*/ 2530687 w 3613052"/>
                <a:gd name="connsiteY14" fmla="*/ 710418 h 2176910"/>
                <a:gd name="connsiteX15" fmla="*/ 2161801 w 3613052"/>
                <a:gd name="connsiteY15" fmla="*/ 0 h 2176910"/>
                <a:gd name="connsiteX16" fmla="*/ 1439985 w 3613052"/>
                <a:gd name="connsiteY16" fmla="*/ 0 h 2176910"/>
                <a:gd name="connsiteX17" fmla="*/ 2200552 w 3613052"/>
                <a:gd name="connsiteY17" fmla="*/ 1317022 h 2176910"/>
                <a:gd name="connsiteX18" fmla="*/ 2200552 w 3613052"/>
                <a:gd name="connsiteY18" fmla="*/ 2176910 h 2176910"/>
                <a:gd name="connsiteX19" fmla="*/ 2851443 w 3613052"/>
                <a:gd name="connsiteY19" fmla="*/ 2176910 h 2176910"/>
                <a:gd name="connsiteX20" fmla="*/ 2851443 w 3613052"/>
                <a:gd name="connsiteY20" fmla="*/ 1317022 h 2176910"/>
                <a:gd name="connsiteX21" fmla="*/ 3613053 w 3613052"/>
                <a:gd name="connsiteY21" fmla="*/ 0 h 2176910"/>
                <a:gd name="connsiteX22" fmla="*/ 2900485 w 3613052"/>
                <a:gd name="connsiteY22" fmla="*/ 0 h 2176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613052" h="2176910">
                  <a:moveTo>
                    <a:pt x="652845" y="1676205"/>
                  </a:moveTo>
                  <a:lnTo>
                    <a:pt x="1741463" y="1676205"/>
                  </a:lnTo>
                  <a:lnTo>
                    <a:pt x="1741463" y="2176910"/>
                  </a:lnTo>
                  <a:lnTo>
                    <a:pt x="0" y="2176910"/>
                  </a:lnTo>
                  <a:lnTo>
                    <a:pt x="0" y="0"/>
                  </a:lnTo>
                  <a:lnTo>
                    <a:pt x="1234766" y="0"/>
                  </a:lnTo>
                  <a:lnTo>
                    <a:pt x="1523675" y="500706"/>
                  </a:lnTo>
                  <a:lnTo>
                    <a:pt x="652910" y="500706"/>
                  </a:lnTo>
                  <a:lnTo>
                    <a:pt x="652910" y="859953"/>
                  </a:lnTo>
                  <a:lnTo>
                    <a:pt x="1440050" y="859953"/>
                  </a:lnTo>
                  <a:lnTo>
                    <a:pt x="1440050" y="1317022"/>
                  </a:lnTo>
                  <a:lnTo>
                    <a:pt x="652910" y="1317022"/>
                  </a:lnTo>
                  <a:lnTo>
                    <a:pt x="652910" y="1676205"/>
                  </a:lnTo>
                  <a:close/>
                  <a:moveTo>
                    <a:pt x="2900485" y="0"/>
                  </a:moveTo>
                  <a:lnTo>
                    <a:pt x="2530687" y="710418"/>
                  </a:lnTo>
                  <a:lnTo>
                    <a:pt x="2161801" y="0"/>
                  </a:lnTo>
                  <a:lnTo>
                    <a:pt x="1439985" y="0"/>
                  </a:lnTo>
                  <a:lnTo>
                    <a:pt x="2200552" y="1317022"/>
                  </a:lnTo>
                  <a:lnTo>
                    <a:pt x="2200552" y="2176910"/>
                  </a:lnTo>
                  <a:lnTo>
                    <a:pt x="2851443" y="2176910"/>
                  </a:lnTo>
                  <a:lnTo>
                    <a:pt x="2851443" y="1317022"/>
                  </a:lnTo>
                  <a:lnTo>
                    <a:pt x="3613053" y="0"/>
                  </a:lnTo>
                  <a:lnTo>
                    <a:pt x="2900485" y="0"/>
                  </a:lnTo>
                  <a:close/>
                </a:path>
              </a:pathLst>
            </a:custGeom>
            <a:solidFill>
              <a:srgbClr val="FFFFFF"/>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sp>
          <p:nvSpPr>
            <p:cNvPr id="8" name="Freeform: Shape 7">
              <a:extLst>
                <a:ext uri="{FF2B5EF4-FFF2-40B4-BE49-F238E27FC236}">
                  <a16:creationId xmlns:a16="http://schemas.microsoft.com/office/drawing/2014/main" id="{8F9AC3AF-EFC6-BFFC-C56B-6DCC6CC17E82}"/>
                </a:ext>
              </a:extLst>
            </p:cNvPr>
            <p:cNvSpPr/>
            <p:nvPr/>
          </p:nvSpPr>
          <p:spPr>
            <a:xfrm>
              <a:off x="3913438" y="5111711"/>
              <a:ext cx="6512821" cy="1648590"/>
            </a:xfrm>
            <a:custGeom>
              <a:avLst/>
              <a:gdLst>
                <a:gd name="connsiteX0" fmla="*/ 5071143 w 6512821"/>
                <a:gd name="connsiteY0" fmla="*/ 1396740 h 1648590"/>
                <a:gd name="connsiteX1" fmla="*/ 5069124 w 6512821"/>
                <a:gd name="connsiteY1" fmla="*/ 1438552 h 1648590"/>
                <a:gd name="connsiteX2" fmla="*/ 4777545 w 6512821"/>
                <a:gd name="connsiteY2" fmla="*/ 1438552 h 1648590"/>
                <a:gd name="connsiteX3" fmla="*/ 4880513 w 6512821"/>
                <a:gd name="connsiteY3" fmla="*/ 1533378 h 1648590"/>
                <a:gd name="connsiteX4" fmla="*/ 4964137 w 6512821"/>
                <a:gd name="connsiteY4" fmla="*/ 1499707 h 1648590"/>
                <a:gd name="connsiteX5" fmla="*/ 5049781 w 6512821"/>
                <a:gd name="connsiteY5" fmla="*/ 1572065 h 1648590"/>
                <a:gd name="connsiteX6" fmla="*/ 4875433 w 6512821"/>
                <a:gd name="connsiteY6" fmla="*/ 1648525 h 1648590"/>
                <a:gd name="connsiteX7" fmla="*/ 4654192 w 6512821"/>
                <a:gd name="connsiteY7" fmla="*/ 1398759 h 1648590"/>
                <a:gd name="connsiteX8" fmla="*/ 4867292 w 6512821"/>
                <a:gd name="connsiteY8" fmla="*/ 1146908 h 1648590"/>
                <a:gd name="connsiteX9" fmla="*/ 5071208 w 6512821"/>
                <a:gd name="connsiteY9" fmla="*/ 1396675 h 1648590"/>
                <a:gd name="connsiteX10" fmla="*/ 4779564 w 6512821"/>
                <a:gd name="connsiteY10" fmla="*/ 1344767 h 1648590"/>
                <a:gd name="connsiteX11" fmla="*/ 4950851 w 6512821"/>
                <a:gd name="connsiteY11" fmla="*/ 1344767 h 1648590"/>
                <a:gd name="connsiteX12" fmla="*/ 4863189 w 6512821"/>
                <a:gd name="connsiteY12" fmla="*/ 1254044 h 1648590"/>
                <a:gd name="connsiteX13" fmla="*/ 4779564 w 6512821"/>
                <a:gd name="connsiteY13" fmla="*/ 1344767 h 1648590"/>
                <a:gd name="connsiteX14" fmla="*/ 6512756 w 6512821"/>
                <a:gd name="connsiteY14" fmla="*/ 1396740 h 1648590"/>
                <a:gd name="connsiteX15" fmla="*/ 6510737 w 6512821"/>
                <a:gd name="connsiteY15" fmla="*/ 1438552 h 1648590"/>
                <a:gd name="connsiteX16" fmla="*/ 6219158 w 6512821"/>
                <a:gd name="connsiteY16" fmla="*/ 1438552 h 1648590"/>
                <a:gd name="connsiteX17" fmla="*/ 6322126 w 6512821"/>
                <a:gd name="connsiteY17" fmla="*/ 1533378 h 1648590"/>
                <a:gd name="connsiteX18" fmla="*/ 6405751 w 6512821"/>
                <a:gd name="connsiteY18" fmla="*/ 1499707 h 1648590"/>
                <a:gd name="connsiteX19" fmla="*/ 6491394 w 6512821"/>
                <a:gd name="connsiteY19" fmla="*/ 1572065 h 1648590"/>
                <a:gd name="connsiteX20" fmla="*/ 6317046 w 6512821"/>
                <a:gd name="connsiteY20" fmla="*/ 1648525 h 1648590"/>
                <a:gd name="connsiteX21" fmla="*/ 6095805 w 6512821"/>
                <a:gd name="connsiteY21" fmla="*/ 1398759 h 1648590"/>
                <a:gd name="connsiteX22" fmla="*/ 6308905 w 6512821"/>
                <a:gd name="connsiteY22" fmla="*/ 1146908 h 1648590"/>
                <a:gd name="connsiteX23" fmla="*/ 6512821 w 6512821"/>
                <a:gd name="connsiteY23" fmla="*/ 1396675 h 1648590"/>
                <a:gd name="connsiteX24" fmla="*/ 6221177 w 6512821"/>
                <a:gd name="connsiteY24" fmla="*/ 1344767 h 1648590"/>
                <a:gd name="connsiteX25" fmla="*/ 6392465 w 6512821"/>
                <a:gd name="connsiteY25" fmla="*/ 1344767 h 1648590"/>
                <a:gd name="connsiteX26" fmla="*/ 6304802 w 6512821"/>
                <a:gd name="connsiteY26" fmla="*/ 1254044 h 1648590"/>
                <a:gd name="connsiteX27" fmla="*/ 6221177 w 6512821"/>
                <a:gd name="connsiteY27" fmla="*/ 1344767 h 1648590"/>
                <a:gd name="connsiteX28" fmla="*/ 5978509 w 6512821"/>
                <a:gd name="connsiteY28" fmla="*/ 1467143 h 1648590"/>
                <a:gd name="connsiteX29" fmla="*/ 6058031 w 6512821"/>
                <a:gd name="connsiteY29" fmla="*/ 1542561 h 1648590"/>
                <a:gd name="connsiteX30" fmla="*/ 5866359 w 6512821"/>
                <a:gd name="connsiteY30" fmla="*/ 1648590 h 1648590"/>
                <a:gd name="connsiteX31" fmla="*/ 5637954 w 6512821"/>
                <a:gd name="connsiteY31" fmla="*/ 1398823 h 1648590"/>
                <a:gd name="connsiteX32" fmla="*/ 5868378 w 6512821"/>
                <a:gd name="connsiteY32" fmla="*/ 1146973 h 1648590"/>
                <a:gd name="connsiteX33" fmla="*/ 6056989 w 6512821"/>
                <a:gd name="connsiteY33" fmla="*/ 1250983 h 1648590"/>
                <a:gd name="connsiteX34" fmla="*/ 5975448 w 6512821"/>
                <a:gd name="connsiteY34" fmla="*/ 1333565 h 1648590"/>
                <a:gd name="connsiteX35" fmla="*/ 5867401 w 6512821"/>
                <a:gd name="connsiteY35" fmla="*/ 1266288 h 1648590"/>
                <a:gd name="connsiteX36" fmla="*/ 5766452 w 6512821"/>
                <a:gd name="connsiteY36" fmla="*/ 1396804 h 1648590"/>
                <a:gd name="connsiteX37" fmla="*/ 5868378 w 6512821"/>
                <a:gd name="connsiteY37" fmla="*/ 1528299 h 1648590"/>
                <a:gd name="connsiteX38" fmla="*/ 5978509 w 6512821"/>
                <a:gd name="connsiteY38" fmla="*/ 1467143 h 1648590"/>
                <a:gd name="connsiteX39" fmla="*/ 4869246 w 6512821"/>
                <a:gd name="connsiteY39" fmla="*/ 667825 h 1648590"/>
                <a:gd name="connsiteX40" fmla="*/ 4750973 w 6512821"/>
                <a:gd name="connsiteY40" fmla="*/ 667825 h 1648590"/>
                <a:gd name="connsiteX41" fmla="*/ 4750973 w 6512821"/>
                <a:gd name="connsiteY41" fmla="*/ 634153 h 1648590"/>
                <a:gd name="connsiteX42" fmla="*/ 4638822 w 6512821"/>
                <a:gd name="connsiteY42" fmla="*/ 677984 h 1648590"/>
                <a:gd name="connsiteX43" fmla="*/ 4467535 w 6512821"/>
                <a:gd name="connsiteY43" fmla="*/ 458763 h 1648590"/>
                <a:gd name="connsiteX44" fmla="*/ 4467535 w 6512821"/>
                <a:gd name="connsiteY44" fmla="*/ 186527 h 1648590"/>
                <a:gd name="connsiteX45" fmla="*/ 4587827 w 6512821"/>
                <a:gd name="connsiteY45" fmla="*/ 186527 h 1648590"/>
                <a:gd name="connsiteX46" fmla="*/ 4587827 w 6512821"/>
                <a:gd name="connsiteY46" fmla="*/ 448538 h 1648590"/>
                <a:gd name="connsiteX47" fmla="*/ 4668390 w 6512821"/>
                <a:gd name="connsiteY47" fmla="*/ 562708 h 1648590"/>
                <a:gd name="connsiteX48" fmla="*/ 4748954 w 6512821"/>
                <a:gd name="connsiteY48" fmla="*/ 452576 h 1648590"/>
                <a:gd name="connsiteX49" fmla="*/ 4748954 w 6512821"/>
                <a:gd name="connsiteY49" fmla="*/ 186462 h 1648590"/>
                <a:gd name="connsiteX50" fmla="*/ 4869246 w 6512821"/>
                <a:gd name="connsiteY50" fmla="*/ 186462 h 1648590"/>
                <a:gd name="connsiteX51" fmla="*/ 4869246 w 6512821"/>
                <a:gd name="connsiteY51" fmla="*/ 667695 h 1648590"/>
                <a:gd name="connsiteX52" fmla="*/ 5244449 w 6512821"/>
                <a:gd name="connsiteY52" fmla="*/ 527083 h 1648590"/>
                <a:gd name="connsiteX53" fmla="*/ 5227125 w 6512821"/>
                <a:gd name="connsiteY53" fmla="*/ 649458 h 1648590"/>
                <a:gd name="connsiteX54" fmla="*/ 5128261 w 6512821"/>
                <a:gd name="connsiteY54" fmla="*/ 677984 h 1648590"/>
                <a:gd name="connsiteX55" fmla="*/ 4997744 w 6512821"/>
                <a:gd name="connsiteY55" fmla="*/ 535224 h 1648590"/>
                <a:gd name="connsiteX56" fmla="*/ 4997744 w 6512821"/>
                <a:gd name="connsiteY56" fmla="*/ 301739 h 1648590"/>
                <a:gd name="connsiteX57" fmla="*/ 4928447 w 6512821"/>
                <a:gd name="connsiteY57" fmla="*/ 301739 h 1648590"/>
                <a:gd name="connsiteX58" fmla="*/ 4928447 w 6512821"/>
                <a:gd name="connsiteY58" fmla="*/ 186527 h 1648590"/>
                <a:gd name="connsiteX59" fmla="*/ 4997744 w 6512821"/>
                <a:gd name="connsiteY59" fmla="*/ 186527 h 1648590"/>
                <a:gd name="connsiteX60" fmla="*/ 4997744 w 6512821"/>
                <a:gd name="connsiteY60" fmla="*/ 61155 h 1648590"/>
                <a:gd name="connsiteX61" fmla="*/ 5118035 w 6512821"/>
                <a:gd name="connsiteY61" fmla="*/ 0 h 1648590"/>
                <a:gd name="connsiteX62" fmla="*/ 5118035 w 6512821"/>
                <a:gd name="connsiteY62" fmla="*/ 186592 h 1648590"/>
                <a:gd name="connsiteX63" fmla="*/ 5232205 w 6512821"/>
                <a:gd name="connsiteY63" fmla="*/ 186592 h 1648590"/>
                <a:gd name="connsiteX64" fmla="*/ 5232205 w 6512821"/>
                <a:gd name="connsiteY64" fmla="*/ 301804 h 1648590"/>
                <a:gd name="connsiteX65" fmla="*/ 5118035 w 6512821"/>
                <a:gd name="connsiteY65" fmla="*/ 301804 h 1648590"/>
                <a:gd name="connsiteX66" fmla="*/ 5118035 w 6512821"/>
                <a:gd name="connsiteY66" fmla="*/ 503701 h 1648590"/>
                <a:gd name="connsiteX67" fmla="*/ 5164928 w 6512821"/>
                <a:gd name="connsiteY67" fmla="*/ 560819 h 1648590"/>
                <a:gd name="connsiteX68" fmla="*/ 5244449 w 6512821"/>
                <a:gd name="connsiteY68" fmla="*/ 527148 h 1648590"/>
                <a:gd name="connsiteX69" fmla="*/ 3417407 w 6512821"/>
                <a:gd name="connsiteY69" fmla="*/ 667825 h 1648590"/>
                <a:gd name="connsiteX70" fmla="*/ 3297116 w 6512821"/>
                <a:gd name="connsiteY70" fmla="*/ 667825 h 1648590"/>
                <a:gd name="connsiteX71" fmla="*/ 3297116 w 6512821"/>
                <a:gd name="connsiteY71" fmla="*/ 405814 h 1648590"/>
                <a:gd name="connsiteX72" fmla="*/ 3215575 w 6512821"/>
                <a:gd name="connsiteY72" fmla="*/ 292621 h 1648590"/>
                <a:gd name="connsiteX73" fmla="*/ 3132993 w 6512821"/>
                <a:gd name="connsiteY73" fmla="*/ 402753 h 1648590"/>
                <a:gd name="connsiteX74" fmla="*/ 3132993 w 6512821"/>
                <a:gd name="connsiteY74" fmla="*/ 667825 h 1648590"/>
                <a:gd name="connsiteX75" fmla="*/ 3012701 w 6512821"/>
                <a:gd name="connsiteY75" fmla="*/ 667825 h 1648590"/>
                <a:gd name="connsiteX76" fmla="*/ 3012701 w 6512821"/>
                <a:gd name="connsiteY76" fmla="*/ 61221 h 1648590"/>
                <a:gd name="connsiteX77" fmla="*/ 3132993 w 6512821"/>
                <a:gd name="connsiteY77" fmla="*/ 65 h 1648590"/>
                <a:gd name="connsiteX78" fmla="*/ 3132993 w 6512821"/>
                <a:gd name="connsiteY78" fmla="*/ 220264 h 1648590"/>
                <a:gd name="connsiteX79" fmla="*/ 3246186 w 6512821"/>
                <a:gd name="connsiteY79" fmla="*/ 176432 h 1648590"/>
                <a:gd name="connsiteX80" fmla="*/ 3417473 w 6512821"/>
                <a:gd name="connsiteY80" fmla="*/ 396631 h 1648590"/>
                <a:gd name="connsiteX81" fmla="*/ 3417473 w 6512821"/>
                <a:gd name="connsiteY81" fmla="*/ 667825 h 1648590"/>
                <a:gd name="connsiteX82" fmla="*/ 5564554 w 6512821"/>
                <a:gd name="connsiteY82" fmla="*/ 1638365 h 1648590"/>
                <a:gd name="connsiteX83" fmla="*/ 5440160 w 6512821"/>
                <a:gd name="connsiteY83" fmla="*/ 1638365 h 1648590"/>
                <a:gd name="connsiteX84" fmla="*/ 5440160 w 6512821"/>
                <a:gd name="connsiteY84" fmla="*/ 1376355 h 1648590"/>
                <a:gd name="connsiteX85" fmla="*/ 5357577 w 6512821"/>
                <a:gd name="connsiteY85" fmla="*/ 1264204 h 1648590"/>
                <a:gd name="connsiteX86" fmla="*/ 5273952 w 6512821"/>
                <a:gd name="connsiteY86" fmla="*/ 1373293 h 1648590"/>
                <a:gd name="connsiteX87" fmla="*/ 5273952 w 6512821"/>
                <a:gd name="connsiteY87" fmla="*/ 1638365 h 1648590"/>
                <a:gd name="connsiteX88" fmla="*/ 5149558 w 6512821"/>
                <a:gd name="connsiteY88" fmla="*/ 1638365 h 1648590"/>
                <a:gd name="connsiteX89" fmla="*/ 5149558 w 6512821"/>
                <a:gd name="connsiteY89" fmla="*/ 1157133 h 1648590"/>
                <a:gd name="connsiteX90" fmla="*/ 5273952 w 6512821"/>
                <a:gd name="connsiteY90" fmla="*/ 1157133 h 1648590"/>
                <a:gd name="connsiteX91" fmla="*/ 5273952 w 6512821"/>
                <a:gd name="connsiteY91" fmla="*/ 1189762 h 1648590"/>
                <a:gd name="connsiteX92" fmla="*/ 5391183 w 6512821"/>
                <a:gd name="connsiteY92" fmla="*/ 1146973 h 1648590"/>
                <a:gd name="connsiteX93" fmla="*/ 5564490 w 6512821"/>
                <a:gd name="connsiteY93" fmla="*/ 1366195 h 1648590"/>
                <a:gd name="connsiteX94" fmla="*/ 5564490 w 6512821"/>
                <a:gd name="connsiteY94" fmla="*/ 1638430 h 1648590"/>
                <a:gd name="connsiteX95" fmla="*/ 4008772 w 6512821"/>
                <a:gd name="connsiteY95" fmla="*/ 1115386 h 1648590"/>
                <a:gd name="connsiteX96" fmla="*/ 4080152 w 6512821"/>
                <a:gd name="connsiteY96" fmla="*/ 1044005 h 1648590"/>
                <a:gd name="connsiteX97" fmla="*/ 4008772 w 6512821"/>
                <a:gd name="connsiteY97" fmla="*/ 972624 h 1648590"/>
                <a:gd name="connsiteX98" fmla="*/ 3937391 w 6512821"/>
                <a:gd name="connsiteY98" fmla="*/ 1044005 h 1648590"/>
                <a:gd name="connsiteX99" fmla="*/ 4008772 w 6512821"/>
                <a:gd name="connsiteY99" fmla="*/ 1115386 h 1648590"/>
                <a:gd name="connsiteX100" fmla="*/ 829864 w 6512821"/>
                <a:gd name="connsiteY100" fmla="*/ 1115386 h 1648590"/>
                <a:gd name="connsiteX101" fmla="*/ 901244 w 6512821"/>
                <a:gd name="connsiteY101" fmla="*/ 1044005 h 1648590"/>
                <a:gd name="connsiteX102" fmla="*/ 829864 w 6512821"/>
                <a:gd name="connsiteY102" fmla="*/ 972624 h 1648590"/>
                <a:gd name="connsiteX103" fmla="*/ 758483 w 6512821"/>
                <a:gd name="connsiteY103" fmla="*/ 1044005 h 1648590"/>
                <a:gd name="connsiteX104" fmla="*/ 829864 w 6512821"/>
                <a:gd name="connsiteY104" fmla="*/ 1115386 h 1648590"/>
                <a:gd name="connsiteX105" fmla="*/ 6512756 w 6512821"/>
                <a:gd name="connsiteY105" fmla="*/ 426134 h 1648590"/>
                <a:gd name="connsiteX106" fmla="*/ 6510737 w 6512821"/>
                <a:gd name="connsiteY106" fmla="*/ 467946 h 1648590"/>
                <a:gd name="connsiteX107" fmla="*/ 6219158 w 6512821"/>
                <a:gd name="connsiteY107" fmla="*/ 467946 h 1648590"/>
                <a:gd name="connsiteX108" fmla="*/ 6322126 w 6512821"/>
                <a:gd name="connsiteY108" fmla="*/ 562773 h 1648590"/>
                <a:gd name="connsiteX109" fmla="*/ 6405751 w 6512821"/>
                <a:gd name="connsiteY109" fmla="*/ 529102 h 1648590"/>
                <a:gd name="connsiteX110" fmla="*/ 6491394 w 6512821"/>
                <a:gd name="connsiteY110" fmla="*/ 601459 h 1648590"/>
                <a:gd name="connsiteX111" fmla="*/ 6317046 w 6512821"/>
                <a:gd name="connsiteY111" fmla="*/ 677919 h 1648590"/>
                <a:gd name="connsiteX112" fmla="*/ 6095805 w 6512821"/>
                <a:gd name="connsiteY112" fmla="*/ 428153 h 1648590"/>
                <a:gd name="connsiteX113" fmla="*/ 6308905 w 6512821"/>
                <a:gd name="connsiteY113" fmla="*/ 176302 h 1648590"/>
                <a:gd name="connsiteX114" fmla="*/ 6512821 w 6512821"/>
                <a:gd name="connsiteY114" fmla="*/ 426069 h 1648590"/>
                <a:gd name="connsiteX115" fmla="*/ 6221177 w 6512821"/>
                <a:gd name="connsiteY115" fmla="*/ 374162 h 1648590"/>
                <a:gd name="connsiteX116" fmla="*/ 6392465 w 6512821"/>
                <a:gd name="connsiteY116" fmla="*/ 374162 h 1648590"/>
                <a:gd name="connsiteX117" fmla="*/ 6304802 w 6512821"/>
                <a:gd name="connsiteY117" fmla="*/ 283438 h 1648590"/>
                <a:gd name="connsiteX118" fmla="*/ 6221177 w 6512821"/>
                <a:gd name="connsiteY118" fmla="*/ 374162 h 1648590"/>
                <a:gd name="connsiteX119" fmla="*/ 5702235 w 6512821"/>
                <a:gd name="connsiteY119" fmla="*/ 667825 h 1648590"/>
                <a:gd name="connsiteX120" fmla="*/ 5583963 w 6512821"/>
                <a:gd name="connsiteY120" fmla="*/ 667825 h 1648590"/>
                <a:gd name="connsiteX121" fmla="*/ 5583963 w 6512821"/>
                <a:gd name="connsiteY121" fmla="*/ 634153 h 1648590"/>
                <a:gd name="connsiteX122" fmla="*/ 5471812 w 6512821"/>
                <a:gd name="connsiteY122" fmla="*/ 677984 h 1648590"/>
                <a:gd name="connsiteX123" fmla="*/ 5300525 w 6512821"/>
                <a:gd name="connsiteY123" fmla="*/ 458763 h 1648590"/>
                <a:gd name="connsiteX124" fmla="*/ 5300525 w 6512821"/>
                <a:gd name="connsiteY124" fmla="*/ 186527 h 1648590"/>
                <a:gd name="connsiteX125" fmla="*/ 5420817 w 6512821"/>
                <a:gd name="connsiteY125" fmla="*/ 186527 h 1648590"/>
                <a:gd name="connsiteX126" fmla="*/ 5420817 w 6512821"/>
                <a:gd name="connsiteY126" fmla="*/ 448538 h 1648590"/>
                <a:gd name="connsiteX127" fmla="*/ 5501380 w 6512821"/>
                <a:gd name="connsiteY127" fmla="*/ 562708 h 1648590"/>
                <a:gd name="connsiteX128" fmla="*/ 5581944 w 6512821"/>
                <a:gd name="connsiteY128" fmla="*/ 452576 h 1648590"/>
                <a:gd name="connsiteX129" fmla="*/ 5581944 w 6512821"/>
                <a:gd name="connsiteY129" fmla="*/ 186462 h 1648590"/>
                <a:gd name="connsiteX130" fmla="*/ 5702235 w 6512821"/>
                <a:gd name="connsiteY130" fmla="*/ 186462 h 1648590"/>
                <a:gd name="connsiteX131" fmla="*/ 5702235 w 6512821"/>
                <a:gd name="connsiteY131" fmla="*/ 667695 h 1648590"/>
                <a:gd name="connsiteX132" fmla="*/ 3895579 w 6512821"/>
                <a:gd name="connsiteY132" fmla="*/ 426134 h 1648590"/>
                <a:gd name="connsiteX133" fmla="*/ 3893560 w 6512821"/>
                <a:gd name="connsiteY133" fmla="*/ 467946 h 1648590"/>
                <a:gd name="connsiteX134" fmla="*/ 3601981 w 6512821"/>
                <a:gd name="connsiteY134" fmla="*/ 467946 h 1648590"/>
                <a:gd name="connsiteX135" fmla="*/ 3704949 w 6512821"/>
                <a:gd name="connsiteY135" fmla="*/ 562773 h 1648590"/>
                <a:gd name="connsiteX136" fmla="*/ 3788573 w 6512821"/>
                <a:gd name="connsiteY136" fmla="*/ 529102 h 1648590"/>
                <a:gd name="connsiteX137" fmla="*/ 3874217 w 6512821"/>
                <a:gd name="connsiteY137" fmla="*/ 601459 h 1648590"/>
                <a:gd name="connsiteX138" fmla="*/ 3699868 w 6512821"/>
                <a:gd name="connsiteY138" fmla="*/ 677919 h 1648590"/>
                <a:gd name="connsiteX139" fmla="*/ 3478628 w 6512821"/>
                <a:gd name="connsiteY139" fmla="*/ 428153 h 1648590"/>
                <a:gd name="connsiteX140" fmla="*/ 3691727 w 6512821"/>
                <a:gd name="connsiteY140" fmla="*/ 176302 h 1648590"/>
                <a:gd name="connsiteX141" fmla="*/ 3895644 w 6512821"/>
                <a:gd name="connsiteY141" fmla="*/ 426069 h 1648590"/>
                <a:gd name="connsiteX142" fmla="*/ 3604000 w 6512821"/>
                <a:gd name="connsiteY142" fmla="*/ 374162 h 1648590"/>
                <a:gd name="connsiteX143" fmla="*/ 3775287 w 6512821"/>
                <a:gd name="connsiteY143" fmla="*/ 374162 h 1648590"/>
                <a:gd name="connsiteX144" fmla="*/ 3687624 w 6512821"/>
                <a:gd name="connsiteY144" fmla="*/ 283438 h 1648590"/>
                <a:gd name="connsiteX145" fmla="*/ 3604000 w 6512821"/>
                <a:gd name="connsiteY145" fmla="*/ 374162 h 1648590"/>
                <a:gd name="connsiteX146" fmla="*/ 4579686 w 6512821"/>
                <a:gd name="connsiteY146" fmla="*/ 1638365 h 1648590"/>
                <a:gd name="connsiteX147" fmla="*/ 4455291 w 6512821"/>
                <a:gd name="connsiteY147" fmla="*/ 1638365 h 1648590"/>
                <a:gd name="connsiteX148" fmla="*/ 4455291 w 6512821"/>
                <a:gd name="connsiteY148" fmla="*/ 1606778 h 1648590"/>
                <a:gd name="connsiteX149" fmla="*/ 4346201 w 6512821"/>
                <a:gd name="connsiteY149" fmla="*/ 1648590 h 1648590"/>
                <a:gd name="connsiteX150" fmla="*/ 4148406 w 6512821"/>
                <a:gd name="connsiteY150" fmla="*/ 1393678 h 1648590"/>
                <a:gd name="connsiteX151" fmla="*/ 4343140 w 6512821"/>
                <a:gd name="connsiteY151" fmla="*/ 1146973 h 1648590"/>
                <a:gd name="connsiteX152" fmla="*/ 4455291 w 6512821"/>
                <a:gd name="connsiteY152" fmla="*/ 1185724 h 1648590"/>
                <a:gd name="connsiteX153" fmla="*/ 4455291 w 6512821"/>
                <a:gd name="connsiteY153" fmla="*/ 1031761 h 1648590"/>
                <a:gd name="connsiteX154" fmla="*/ 4579686 w 6512821"/>
                <a:gd name="connsiteY154" fmla="*/ 969564 h 1648590"/>
                <a:gd name="connsiteX155" fmla="*/ 4579686 w 6512821"/>
                <a:gd name="connsiteY155" fmla="*/ 1638365 h 1648590"/>
                <a:gd name="connsiteX156" fmla="*/ 4455356 w 6512821"/>
                <a:gd name="connsiteY156" fmla="*/ 1489547 h 1648590"/>
                <a:gd name="connsiteX157" fmla="*/ 4455356 w 6512821"/>
                <a:gd name="connsiteY157" fmla="*/ 1306016 h 1648590"/>
                <a:gd name="connsiteX158" fmla="*/ 4368670 w 6512821"/>
                <a:gd name="connsiteY158" fmla="*/ 1264204 h 1648590"/>
                <a:gd name="connsiteX159" fmla="*/ 4278924 w 6512821"/>
                <a:gd name="connsiteY159" fmla="*/ 1389575 h 1648590"/>
                <a:gd name="connsiteX160" fmla="*/ 4371731 w 6512821"/>
                <a:gd name="connsiteY160" fmla="*/ 1531294 h 1648590"/>
                <a:gd name="connsiteX161" fmla="*/ 4455356 w 6512821"/>
                <a:gd name="connsiteY161" fmla="*/ 1489482 h 1648590"/>
                <a:gd name="connsiteX162" fmla="*/ 3945532 w 6512821"/>
                <a:gd name="connsiteY162" fmla="*/ 1157198 h 1648590"/>
                <a:gd name="connsiteX163" fmla="*/ 3945532 w 6512821"/>
                <a:gd name="connsiteY163" fmla="*/ 1638430 h 1648590"/>
                <a:gd name="connsiteX164" fmla="*/ 4069927 w 6512821"/>
                <a:gd name="connsiteY164" fmla="*/ 1638430 h 1648590"/>
                <a:gd name="connsiteX165" fmla="*/ 4069927 w 6512821"/>
                <a:gd name="connsiteY165" fmla="*/ 1157198 h 1648590"/>
                <a:gd name="connsiteX166" fmla="*/ 3945532 w 6512821"/>
                <a:gd name="connsiteY166" fmla="*/ 1157198 h 1648590"/>
                <a:gd name="connsiteX167" fmla="*/ 3873175 w 6512821"/>
                <a:gd name="connsiteY167" fmla="*/ 985911 h 1648590"/>
                <a:gd name="connsiteX168" fmla="*/ 3873175 w 6512821"/>
                <a:gd name="connsiteY168" fmla="*/ 1085817 h 1648590"/>
                <a:gd name="connsiteX169" fmla="*/ 3812019 w 6512821"/>
                <a:gd name="connsiteY169" fmla="*/ 1076634 h 1648590"/>
                <a:gd name="connsiteX170" fmla="*/ 3760047 w 6512821"/>
                <a:gd name="connsiteY170" fmla="*/ 1118447 h 1648590"/>
                <a:gd name="connsiteX171" fmla="*/ 3760047 w 6512821"/>
                <a:gd name="connsiteY171" fmla="*/ 1157198 h 1648590"/>
                <a:gd name="connsiteX172" fmla="*/ 3863015 w 6512821"/>
                <a:gd name="connsiteY172" fmla="*/ 1157198 h 1648590"/>
                <a:gd name="connsiteX173" fmla="*/ 3863015 w 6512821"/>
                <a:gd name="connsiteY173" fmla="*/ 1273452 h 1648590"/>
                <a:gd name="connsiteX174" fmla="*/ 3760047 w 6512821"/>
                <a:gd name="connsiteY174" fmla="*/ 1273452 h 1648590"/>
                <a:gd name="connsiteX175" fmla="*/ 3760047 w 6512821"/>
                <a:gd name="connsiteY175" fmla="*/ 1638430 h 1648590"/>
                <a:gd name="connsiteX176" fmla="*/ 3635652 w 6512821"/>
                <a:gd name="connsiteY176" fmla="*/ 1638430 h 1648590"/>
                <a:gd name="connsiteX177" fmla="*/ 3635652 w 6512821"/>
                <a:gd name="connsiteY177" fmla="*/ 1273452 h 1648590"/>
                <a:gd name="connsiteX178" fmla="*/ 3568375 w 6512821"/>
                <a:gd name="connsiteY178" fmla="*/ 1273452 h 1648590"/>
                <a:gd name="connsiteX179" fmla="*/ 3568375 w 6512821"/>
                <a:gd name="connsiteY179" fmla="*/ 1157198 h 1648590"/>
                <a:gd name="connsiteX180" fmla="*/ 3635652 w 6512821"/>
                <a:gd name="connsiteY180" fmla="*/ 1157198 h 1648590"/>
                <a:gd name="connsiteX181" fmla="*/ 3635652 w 6512821"/>
                <a:gd name="connsiteY181" fmla="*/ 1099104 h 1648590"/>
                <a:gd name="connsiteX182" fmla="*/ 3782451 w 6512821"/>
                <a:gd name="connsiteY182" fmla="*/ 972690 h 1648590"/>
                <a:gd name="connsiteX183" fmla="*/ 3873175 w 6512821"/>
                <a:gd name="connsiteY183" fmla="*/ 985976 h 1648590"/>
                <a:gd name="connsiteX184" fmla="*/ 3507154 w 6512821"/>
                <a:gd name="connsiteY184" fmla="*/ 1638365 h 1648590"/>
                <a:gd name="connsiteX185" fmla="*/ 3382759 w 6512821"/>
                <a:gd name="connsiteY185" fmla="*/ 1638365 h 1648590"/>
                <a:gd name="connsiteX186" fmla="*/ 3382759 w 6512821"/>
                <a:gd name="connsiteY186" fmla="*/ 1376355 h 1648590"/>
                <a:gd name="connsiteX187" fmla="*/ 3300177 w 6512821"/>
                <a:gd name="connsiteY187" fmla="*/ 1264204 h 1648590"/>
                <a:gd name="connsiteX188" fmla="*/ 3216552 w 6512821"/>
                <a:gd name="connsiteY188" fmla="*/ 1373293 h 1648590"/>
                <a:gd name="connsiteX189" fmla="*/ 3216552 w 6512821"/>
                <a:gd name="connsiteY189" fmla="*/ 1638365 h 1648590"/>
                <a:gd name="connsiteX190" fmla="*/ 3092157 w 6512821"/>
                <a:gd name="connsiteY190" fmla="*/ 1638365 h 1648590"/>
                <a:gd name="connsiteX191" fmla="*/ 3092157 w 6512821"/>
                <a:gd name="connsiteY191" fmla="*/ 1157133 h 1648590"/>
                <a:gd name="connsiteX192" fmla="*/ 3216552 w 6512821"/>
                <a:gd name="connsiteY192" fmla="*/ 1157133 h 1648590"/>
                <a:gd name="connsiteX193" fmla="*/ 3216552 w 6512821"/>
                <a:gd name="connsiteY193" fmla="*/ 1189762 h 1648590"/>
                <a:gd name="connsiteX194" fmla="*/ 3333783 w 6512821"/>
                <a:gd name="connsiteY194" fmla="*/ 1146973 h 1648590"/>
                <a:gd name="connsiteX195" fmla="*/ 3507089 w 6512821"/>
                <a:gd name="connsiteY195" fmla="*/ 1366195 h 1648590"/>
                <a:gd name="connsiteX196" fmla="*/ 3507089 w 6512821"/>
                <a:gd name="connsiteY196" fmla="*/ 1638430 h 1648590"/>
                <a:gd name="connsiteX197" fmla="*/ 2792437 w 6512821"/>
                <a:gd name="connsiteY197" fmla="*/ 1146973 h 1648590"/>
                <a:gd name="connsiteX198" fmla="*/ 2567094 w 6512821"/>
                <a:gd name="connsiteY198" fmla="*/ 1397782 h 1648590"/>
                <a:gd name="connsiteX199" fmla="*/ 2792437 w 6512821"/>
                <a:gd name="connsiteY199" fmla="*/ 1648590 h 1648590"/>
                <a:gd name="connsiteX200" fmla="*/ 3017781 w 6512821"/>
                <a:gd name="connsiteY200" fmla="*/ 1397782 h 1648590"/>
                <a:gd name="connsiteX201" fmla="*/ 2792437 w 6512821"/>
                <a:gd name="connsiteY201" fmla="*/ 1146973 h 1648590"/>
                <a:gd name="connsiteX202" fmla="*/ 2792437 w 6512821"/>
                <a:gd name="connsiteY202" fmla="*/ 1528299 h 1648590"/>
                <a:gd name="connsiteX203" fmla="*/ 2695592 w 6512821"/>
                <a:gd name="connsiteY203" fmla="*/ 1397782 h 1648590"/>
                <a:gd name="connsiteX204" fmla="*/ 2792437 w 6512821"/>
                <a:gd name="connsiteY204" fmla="*/ 1266288 h 1648590"/>
                <a:gd name="connsiteX205" fmla="*/ 2889283 w 6512821"/>
                <a:gd name="connsiteY205" fmla="*/ 1397782 h 1648590"/>
                <a:gd name="connsiteX206" fmla="*/ 2792437 w 6512821"/>
                <a:gd name="connsiteY206" fmla="*/ 1528299 h 1648590"/>
                <a:gd name="connsiteX207" fmla="*/ 2446802 w 6512821"/>
                <a:gd name="connsiteY207" fmla="*/ 1467143 h 1648590"/>
                <a:gd name="connsiteX208" fmla="*/ 2526323 w 6512821"/>
                <a:gd name="connsiteY208" fmla="*/ 1542561 h 1648590"/>
                <a:gd name="connsiteX209" fmla="*/ 2334651 w 6512821"/>
                <a:gd name="connsiteY209" fmla="*/ 1648590 h 1648590"/>
                <a:gd name="connsiteX210" fmla="*/ 2106246 w 6512821"/>
                <a:gd name="connsiteY210" fmla="*/ 1398823 h 1648590"/>
                <a:gd name="connsiteX211" fmla="*/ 2336670 w 6512821"/>
                <a:gd name="connsiteY211" fmla="*/ 1146973 h 1648590"/>
                <a:gd name="connsiteX212" fmla="*/ 2525281 w 6512821"/>
                <a:gd name="connsiteY212" fmla="*/ 1250983 h 1648590"/>
                <a:gd name="connsiteX213" fmla="*/ 2443741 w 6512821"/>
                <a:gd name="connsiteY213" fmla="*/ 1333565 h 1648590"/>
                <a:gd name="connsiteX214" fmla="*/ 2335693 w 6512821"/>
                <a:gd name="connsiteY214" fmla="*/ 1266288 h 1648590"/>
                <a:gd name="connsiteX215" fmla="*/ 2234744 w 6512821"/>
                <a:gd name="connsiteY215" fmla="*/ 1396804 h 1648590"/>
                <a:gd name="connsiteX216" fmla="*/ 2336670 w 6512821"/>
                <a:gd name="connsiteY216" fmla="*/ 1528299 h 1648590"/>
                <a:gd name="connsiteX217" fmla="*/ 2446802 w 6512821"/>
                <a:gd name="connsiteY217" fmla="*/ 1467143 h 1648590"/>
                <a:gd name="connsiteX218" fmla="*/ 1803530 w 6512821"/>
                <a:gd name="connsiteY218" fmla="*/ 1638365 h 1648590"/>
                <a:gd name="connsiteX219" fmla="*/ 1679135 w 6512821"/>
                <a:gd name="connsiteY219" fmla="*/ 1638365 h 1648590"/>
                <a:gd name="connsiteX220" fmla="*/ 1679135 w 6512821"/>
                <a:gd name="connsiteY220" fmla="*/ 1376355 h 1648590"/>
                <a:gd name="connsiteX221" fmla="*/ 1596553 w 6512821"/>
                <a:gd name="connsiteY221" fmla="*/ 1264204 h 1648590"/>
                <a:gd name="connsiteX222" fmla="*/ 1511951 w 6512821"/>
                <a:gd name="connsiteY222" fmla="*/ 1373293 h 1648590"/>
                <a:gd name="connsiteX223" fmla="*/ 1511951 w 6512821"/>
                <a:gd name="connsiteY223" fmla="*/ 1638365 h 1648590"/>
                <a:gd name="connsiteX224" fmla="*/ 1387557 w 6512821"/>
                <a:gd name="connsiteY224" fmla="*/ 1638365 h 1648590"/>
                <a:gd name="connsiteX225" fmla="*/ 1387557 w 6512821"/>
                <a:gd name="connsiteY225" fmla="*/ 1031761 h 1648590"/>
                <a:gd name="connsiteX226" fmla="*/ 1511951 w 6512821"/>
                <a:gd name="connsiteY226" fmla="*/ 969564 h 1648590"/>
                <a:gd name="connsiteX227" fmla="*/ 1511951 w 6512821"/>
                <a:gd name="connsiteY227" fmla="*/ 1189762 h 1648590"/>
                <a:gd name="connsiteX228" fmla="*/ 1632243 w 6512821"/>
                <a:gd name="connsiteY228" fmla="*/ 1146973 h 1648590"/>
                <a:gd name="connsiteX229" fmla="*/ 1803530 w 6512821"/>
                <a:gd name="connsiteY229" fmla="*/ 1366195 h 1648590"/>
                <a:gd name="connsiteX230" fmla="*/ 1803530 w 6512821"/>
                <a:gd name="connsiteY230" fmla="*/ 1638430 h 1648590"/>
                <a:gd name="connsiteX231" fmla="*/ 1311031 w 6512821"/>
                <a:gd name="connsiteY231" fmla="*/ 1493650 h 1648590"/>
                <a:gd name="connsiteX232" fmla="*/ 1292665 w 6512821"/>
                <a:gd name="connsiteY232" fmla="*/ 1619022 h 1648590"/>
                <a:gd name="connsiteX233" fmla="*/ 1173350 w 6512821"/>
                <a:gd name="connsiteY233" fmla="*/ 1648590 h 1648590"/>
                <a:gd name="connsiteX234" fmla="*/ 1043875 w 6512821"/>
                <a:gd name="connsiteY234" fmla="*/ 1504852 h 1648590"/>
                <a:gd name="connsiteX235" fmla="*/ 1043875 w 6512821"/>
                <a:gd name="connsiteY235" fmla="*/ 1273387 h 1648590"/>
                <a:gd name="connsiteX236" fmla="*/ 960250 w 6512821"/>
                <a:gd name="connsiteY236" fmla="*/ 1273387 h 1648590"/>
                <a:gd name="connsiteX237" fmla="*/ 960250 w 6512821"/>
                <a:gd name="connsiteY237" fmla="*/ 1157133 h 1648590"/>
                <a:gd name="connsiteX238" fmla="*/ 1043875 w 6512821"/>
                <a:gd name="connsiteY238" fmla="*/ 1157133 h 1648590"/>
                <a:gd name="connsiteX239" fmla="*/ 1043875 w 6512821"/>
                <a:gd name="connsiteY239" fmla="*/ 1031761 h 1648590"/>
                <a:gd name="connsiteX240" fmla="*/ 1168270 w 6512821"/>
                <a:gd name="connsiteY240" fmla="*/ 969564 h 1648590"/>
                <a:gd name="connsiteX241" fmla="*/ 1168270 w 6512821"/>
                <a:gd name="connsiteY241" fmla="*/ 1157133 h 1648590"/>
                <a:gd name="connsiteX242" fmla="*/ 1308947 w 6512821"/>
                <a:gd name="connsiteY242" fmla="*/ 1157133 h 1648590"/>
                <a:gd name="connsiteX243" fmla="*/ 1308947 w 6512821"/>
                <a:gd name="connsiteY243" fmla="*/ 1273387 h 1648590"/>
                <a:gd name="connsiteX244" fmla="*/ 1168270 w 6512821"/>
                <a:gd name="connsiteY244" fmla="*/ 1273387 h 1648590"/>
                <a:gd name="connsiteX245" fmla="*/ 1168270 w 6512821"/>
                <a:gd name="connsiteY245" fmla="*/ 1471181 h 1648590"/>
                <a:gd name="connsiteX246" fmla="*/ 1214120 w 6512821"/>
                <a:gd name="connsiteY246" fmla="*/ 1529275 h 1648590"/>
                <a:gd name="connsiteX247" fmla="*/ 1310966 w 6512821"/>
                <a:gd name="connsiteY247" fmla="*/ 1493585 h 1648590"/>
                <a:gd name="connsiteX248" fmla="*/ 767666 w 6512821"/>
                <a:gd name="connsiteY248" fmla="*/ 1157198 h 1648590"/>
                <a:gd name="connsiteX249" fmla="*/ 767666 w 6512821"/>
                <a:gd name="connsiteY249" fmla="*/ 1638430 h 1648590"/>
                <a:gd name="connsiteX250" fmla="*/ 892061 w 6512821"/>
                <a:gd name="connsiteY250" fmla="*/ 1638430 h 1648590"/>
                <a:gd name="connsiteX251" fmla="*/ 892061 w 6512821"/>
                <a:gd name="connsiteY251" fmla="*/ 1157198 h 1648590"/>
                <a:gd name="connsiteX252" fmla="*/ 767666 w 6512821"/>
                <a:gd name="connsiteY252" fmla="*/ 1157198 h 1648590"/>
                <a:gd name="connsiteX253" fmla="*/ 702408 w 6512821"/>
                <a:gd name="connsiteY253" fmla="*/ 1157198 h 1648590"/>
                <a:gd name="connsiteX254" fmla="*/ 550529 w 6512821"/>
                <a:gd name="connsiteY254" fmla="*/ 1638430 h 1648590"/>
                <a:gd name="connsiteX255" fmla="*/ 436359 w 6512821"/>
                <a:gd name="connsiteY255" fmla="*/ 1638430 h 1648590"/>
                <a:gd name="connsiteX256" fmla="*/ 354819 w 6512821"/>
                <a:gd name="connsiteY256" fmla="*/ 1345809 h 1648590"/>
                <a:gd name="connsiteX257" fmla="*/ 272236 w 6512821"/>
                <a:gd name="connsiteY257" fmla="*/ 1638430 h 1648590"/>
                <a:gd name="connsiteX258" fmla="*/ 158066 w 6512821"/>
                <a:gd name="connsiteY258" fmla="*/ 1638430 h 1648590"/>
                <a:gd name="connsiteX259" fmla="*/ 7099 w 6512821"/>
                <a:gd name="connsiteY259" fmla="*/ 1157198 h 1648590"/>
                <a:gd name="connsiteX260" fmla="*/ 145757 w 6512821"/>
                <a:gd name="connsiteY260" fmla="*/ 1157198 h 1648590"/>
                <a:gd name="connsiteX261" fmla="*/ 218114 w 6512821"/>
                <a:gd name="connsiteY261" fmla="*/ 1436533 h 1648590"/>
                <a:gd name="connsiteX262" fmla="*/ 299655 w 6512821"/>
                <a:gd name="connsiteY262" fmla="*/ 1157198 h 1648590"/>
                <a:gd name="connsiteX263" fmla="*/ 412848 w 6512821"/>
                <a:gd name="connsiteY263" fmla="*/ 1157198 h 1648590"/>
                <a:gd name="connsiteX264" fmla="*/ 494388 w 6512821"/>
                <a:gd name="connsiteY264" fmla="*/ 1436533 h 1648590"/>
                <a:gd name="connsiteX265" fmla="*/ 567788 w 6512821"/>
                <a:gd name="connsiteY265" fmla="*/ 1157198 h 1648590"/>
                <a:gd name="connsiteX266" fmla="*/ 702343 w 6512821"/>
                <a:gd name="connsiteY266" fmla="*/ 1157198 h 1648590"/>
                <a:gd name="connsiteX267" fmla="*/ 4436990 w 6512821"/>
                <a:gd name="connsiteY267" fmla="*/ 16282 h 1648590"/>
                <a:gd name="connsiteX268" fmla="*/ 4436990 w 6512821"/>
                <a:gd name="connsiteY268" fmla="*/ 115147 h 1648590"/>
                <a:gd name="connsiteX269" fmla="*/ 4374792 w 6512821"/>
                <a:gd name="connsiteY269" fmla="*/ 104921 h 1648590"/>
                <a:gd name="connsiteX270" fmla="*/ 4322820 w 6512821"/>
                <a:gd name="connsiteY270" fmla="*/ 144715 h 1648590"/>
                <a:gd name="connsiteX271" fmla="*/ 4322820 w 6512821"/>
                <a:gd name="connsiteY271" fmla="*/ 186527 h 1648590"/>
                <a:gd name="connsiteX272" fmla="*/ 4404361 w 6512821"/>
                <a:gd name="connsiteY272" fmla="*/ 186527 h 1648590"/>
                <a:gd name="connsiteX273" fmla="*/ 4404361 w 6512821"/>
                <a:gd name="connsiteY273" fmla="*/ 302781 h 1648590"/>
                <a:gd name="connsiteX274" fmla="*/ 4322820 w 6512821"/>
                <a:gd name="connsiteY274" fmla="*/ 302781 h 1648590"/>
                <a:gd name="connsiteX275" fmla="*/ 4322820 w 6512821"/>
                <a:gd name="connsiteY275" fmla="*/ 667759 h 1648590"/>
                <a:gd name="connsiteX276" fmla="*/ 4202528 w 6512821"/>
                <a:gd name="connsiteY276" fmla="*/ 667759 h 1648590"/>
                <a:gd name="connsiteX277" fmla="*/ 4202528 w 6512821"/>
                <a:gd name="connsiteY277" fmla="*/ 302781 h 1648590"/>
                <a:gd name="connsiteX278" fmla="*/ 4143392 w 6512821"/>
                <a:gd name="connsiteY278" fmla="*/ 302781 h 1648590"/>
                <a:gd name="connsiteX279" fmla="*/ 4143392 w 6512821"/>
                <a:gd name="connsiteY279" fmla="*/ 186527 h 1648590"/>
                <a:gd name="connsiteX280" fmla="*/ 4202528 w 6512821"/>
                <a:gd name="connsiteY280" fmla="*/ 186527 h 1648590"/>
                <a:gd name="connsiteX281" fmla="*/ 4202528 w 6512821"/>
                <a:gd name="connsiteY281" fmla="*/ 128433 h 1648590"/>
                <a:gd name="connsiteX282" fmla="*/ 4348350 w 6512821"/>
                <a:gd name="connsiteY282" fmla="*/ 2019 h 1648590"/>
                <a:gd name="connsiteX283" fmla="*/ 4437055 w 6512821"/>
                <a:gd name="connsiteY283" fmla="*/ 16282 h 1648590"/>
                <a:gd name="connsiteX284" fmla="*/ 2957602 w 6512821"/>
                <a:gd name="connsiteY284" fmla="*/ 527083 h 1648590"/>
                <a:gd name="connsiteX285" fmla="*/ 2940278 w 6512821"/>
                <a:gd name="connsiteY285" fmla="*/ 649458 h 1648590"/>
                <a:gd name="connsiteX286" fmla="*/ 2843433 w 6512821"/>
                <a:gd name="connsiteY286" fmla="*/ 677984 h 1648590"/>
                <a:gd name="connsiteX287" fmla="*/ 2712916 w 6512821"/>
                <a:gd name="connsiteY287" fmla="*/ 535224 h 1648590"/>
                <a:gd name="connsiteX288" fmla="*/ 2712916 w 6512821"/>
                <a:gd name="connsiteY288" fmla="*/ 301739 h 1648590"/>
                <a:gd name="connsiteX289" fmla="*/ 2629291 w 6512821"/>
                <a:gd name="connsiteY289" fmla="*/ 301739 h 1648590"/>
                <a:gd name="connsiteX290" fmla="*/ 2629291 w 6512821"/>
                <a:gd name="connsiteY290" fmla="*/ 186527 h 1648590"/>
                <a:gd name="connsiteX291" fmla="*/ 2712916 w 6512821"/>
                <a:gd name="connsiteY291" fmla="*/ 186527 h 1648590"/>
                <a:gd name="connsiteX292" fmla="*/ 2712916 w 6512821"/>
                <a:gd name="connsiteY292" fmla="*/ 61155 h 1648590"/>
                <a:gd name="connsiteX293" fmla="*/ 2833208 w 6512821"/>
                <a:gd name="connsiteY293" fmla="*/ 0 h 1648590"/>
                <a:gd name="connsiteX294" fmla="*/ 2833208 w 6512821"/>
                <a:gd name="connsiteY294" fmla="*/ 186592 h 1648590"/>
                <a:gd name="connsiteX295" fmla="*/ 2945358 w 6512821"/>
                <a:gd name="connsiteY295" fmla="*/ 186592 h 1648590"/>
                <a:gd name="connsiteX296" fmla="*/ 2945358 w 6512821"/>
                <a:gd name="connsiteY296" fmla="*/ 301804 h 1648590"/>
                <a:gd name="connsiteX297" fmla="*/ 2833208 w 6512821"/>
                <a:gd name="connsiteY297" fmla="*/ 301804 h 1648590"/>
                <a:gd name="connsiteX298" fmla="*/ 2833208 w 6512821"/>
                <a:gd name="connsiteY298" fmla="*/ 503701 h 1648590"/>
                <a:gd name="connsiteX299" fmla="*/ 2880100 w 6512821"/>
                <a:gd name="connsiteY299" fmla="*/ 560819 h 1648590"/>
                <a:gd name="connsiteX300" fmla="*/ 2957602 w 6512821"/>
                <a:gd name="connsiteY300" fmla="*/ 527148 h 1648590"/>
                <a:gd name="connsiteX301" fmla="*/ 2397891 w 6512821"/>
                <a:gd name="connsiteY301" fmla="*/ 426134 h 1648590"/>
                <a:gd name="connsiteX302" fmla="*/ 2395872 w 6512821"/>
                <a:gd name="connsiteY302" fmla="*/ 467946 h 1648590"/>
                <a:gd name="connsiteX303" fmla="*/ 2114453 w 6512821"/>
                <a:gd name="connsiteY303" fmla="*/ 467946 h 1648590"/>
                <a:gd name="connsiteX304" fmla="*/ 2218462 w 6512821"/>
                <a:gd name="connsiteY304" fmla="*/ 562773 h 1648590"/>
                <a:gd name="connsiteX305" fmla="*/ 2301045 w 6512821"/>
                <a:gd name="connsiteY305" fmla="*/ 529102 h 1648590"/>
                <a:gd name="connsiteX306" fmla="*/ 2386689 w 6512821"/>
                <a:gd name="connsiteY306" fmla="*/ 601459 h 1648590"/>
                <a:gd name="connsiteX307" fmla="*/ 2210321 w 6512821"/>
                <a:gd name="connsiteY307" fmla="*/ 677919 h 1648590"/>
                <a:gd name="connsiteX308" fmla="*/ 1991100 w 6512821"/>
                <a:gd name="connsiteY308" fmla="*/ 429130 h 1648590"/>
                <a:gd name="connsiteX309" fmla="*/ 2205176 w 6512821"/>
                <a:gd name="connsiteY309" fmla="*/ 176302 h 1648590"/>
                <a:gd name="connsiteX310" fmla="*/ 2397891 w 6512821"/>
                <a:gd name="connsiteY310" fmla="*/ 426069 h 1648590"/>
                <a:gd name="connsiteX311" fmla="*/ 2116472 w 6512821"/>
                <a:gd name="connsiteY311" fmla="*/ 374162 h 1648590"/>
                <a:gd name="connsiteX312" fmla="*/ 2287759 w 6512821"/>
                <a:gd name="connsiteY312" fmla="*/ 374162 h 1648590"/>
                <a:gd name="connsiteX313" fmla="*/ 2199054 w 6512821"/>
                <a:gd name="connsiteY313" fmla="*/ 283438 h 1648590"/>
                <a:gd name="connsiteX314" fmla="*/ 2116472 w 6512821"/>
                <a:gd name="connsiteY314" fmla="*/ 374162 h 1648590"/>
                <a:gd name="connsiteX315" fmla="*/ 1933982 w 6512821"/>
                <a:gd name="connsiteY315" fmla="*/ 428218 h 1648590"/>
                <a:gd name="connsiteX316" fmla="*/ 1746413 w 6512821"/>
                <a:gd name="connsiteY316" fmla="*/ 677984 h 1648590"/>
                <a:gd name="connsiteX317" fmla="*/ 1639342 w 6512821"/>
                <a:gd name="connsiteY317" fmla="*/ 638191 h 1648590"/>
                <a:gd name="connsiteX318" fmla="*/ 1639342 w 6512821"/>
                <a:gd name="connsiteY318" fmla="*/ 784990 h 1648590"/>
                <a:gd name="connsiteX319" fmla="*/ 1519050 w 6512821"/>
                <a:gd name="connsiteY319" fmla="*/ 845169 h 1648590"/>
                <a:gd name="connsiteX320" fmla="*/ 1519050 w 6512821"/>
                <a:gd name="connsiteY320" fmla="*/ 186527 h 1648590"/>
                <a:gd name="connsiteX321" fmla="*/ 1639342 w 6512821"/>
                <a:gd name="connsiteY321" fmla="*/ 186527 h 1648590"/>
                <a:gd name="connsiteX322" fmla="*/ 1639342 w 6512821"/>
                <a:gd name="connsiteY322" fmla="*/ 219157 h 1648590"/>
                <a:gd name="connsiteX323" fmla="*/ 1748432 w 6512821"/>
                <a:gd name="connsiteY323" fmla="*/ 176367 h 1648590"/>
                <a:gd name="connsiteX324" fmla="*/ 1933982 w 6512821"/>
                <a:gd name="connsiteY324" fmla="*/ 428218 h 1648590"/>
                <a:gd name="connsiteX325" fmla="*/ 1809587 w 6512821"/>
                <a:gd name="connsiteY325" fmla="*/ 434340 h 1648590"/>
                <a:gd name="connsiteX326" fmla="*/ 1718864 w 6512821"/>
                <a:gd name="connsiteY326" fmla="*/ 292621 h 1648590"/>
                <a:gd name="connsiteX327" fmla="*/ 1639342 w 6512821"/>
                <a:gd name="connsiteY327" fmla="*/ 335410 h 1648590"/>
                <a:gd name="connsiteX328" fmla="*/ 1639342 w 6512821"/>
                <a:gd name="connsiteY328" fmla="*/ 518942 h 1648590"/>
                <a:gd name="connsiteX329" fmla="*/ 1726028 w 6512821"/>
                <a:gd name="connsiteY329" fmla="*/ 562773 h 1648590"/>
                <a:gd name="connsiteX330" fmla="*/ 1809652 w 6512821"/>
                <a:gd name="connsiteY330" fmla="*/ 434340 h 1648590"/>
                <a:gd name="connsiteX331" fmla="*/ 1435426 w 6512821"/>
                <a:gd name="connsiteY331" fmla="*/ 667825 h 1648590"/>
                <a:gd name="connsiteX332" fmla="*/ 1315134 w 6512821"/>
                <a:gd name="connsiteY332" fmla="*/ 667825 h 1648590"/>
                <a:gd name="connsiteX333" fmla="*/ 1315134 w 6512821"/>
                <a:gd name="connsiteY333" fmla="*/ 634153 h 1648590"/>
                <a:gd name="connsiteX334" fmla="*/ 1202983 w 6512821"/>
                <a:gd name="connsiteY334" fmla="*/ 677984 h 1648590"/>
                <a:gd name="connsiteX335" fmla="*/ 1033715 w 6512821"/>
                <a:gd name="connsiteY335" fmla="*/ 510800 h 1648590"/>
                <a:gd name="connsiteX336" fmla="*/ 1221284 w 6512821"/>
                <a:gd name="connsiteY336" fmla="*/ 348696 h 1648590"/>
                <a:gd name="connsiteX337" fmla="*/ 1315069 w 6512821"/>
                <a:gd name="connsiteY337" fmla="*/ 368040 h 1648590"/>
                <a:gd name="connsiteX338" fmla="*/ 1315069 w 6512821"/>
                <a:gd name="connsiteY338" fmla="*/ 342574 h 1648590"/>
                <a:gd name="connsiteX339" fmla="*/ 1232486 w 6512821"/>
                <a:gd name="connsiteY339" fmla="*/ 279335 h 1648590"/>
                <a:gd name="connsiteX340" fmla="*/ 1121378 w 6512821"/>
                <a:gd name="connsiteY340" fmla="*/ 310922 h 1648590"/>
                <a:gd name="connsiteX341" fmla="*/ 1073443 w 6512821"/>
                <a:gd name="connsiteY341" fmla="*/ 225278 h 1648590"/>
                <a:gd name="connsiteX342" fmla="*/ 1239650 w 6512821"/>
                <a:gd name="connsiteY342" fmla="*/ 176367 h 1648590"/>
                <a:gd name="connsiteX343" fmla="*/ 1435426 w 6512821"/>
                <a:gd name="connsiteY343" fmla="*/ 344593 h 1648590"/>
                <a:gd name="connsiteX344" fmla="*/ 1435426 w 6512821"/>
                <a:gd name="connsiteY344" fmla="*/ 667759 h 1648590"/>
                <a:gd name="connsiteX345" fmla="*/ 1315134 w 6512821"/>
                <a:gd name="connsiteY345" fmla="*/ 527083 h 1648590"/>
                <a:gd name="connsiteX346" fmla="*/ 1315134 w 6512821"/>
                <a:gd name="connsiteY346" fmla="*/ 465927 h 1648590"/>
                <a:gd name="connsiteX347" fmla="*/ 1234570 w 6512821"/>
                <a:gd name="connsiteY347" fmla="*/ 445542 h 1648590"/>
                <a:gd name="connsiteX348" fmla="*/ 1156091 w 6512821"/>
                <a:gd name="connsiteY348" fmla="*/ 507740 h 1648590"/>
                <a:gd name="connsiteX349" fmla="*/ 1224410 w 6512821"/>
                <a:gd name="connsiteY349" fmla="*/ 574040 h 1648590"/>
                <a:gd name="connsiteX350" fmla="*/ 1315134 w 6512821"/>
                <a:gd name="connsiteY350" fmla="*/ 527148 h 1648590"/>
                <a:gd name="connsiteX351" fmla="*/ 967480 w 6512821"/>
                <a:gd name="connsiteY351" fmla="*/ 667825 h 1648590"/>
                <a:gd name="connsiteX352" fmla="*/ 847188 w 6512821"/>
                <a:gd name="connsiteY352" fmla="*/ 667825 h 1648590"/>
                <a:gd name="connsiteX353" fmla="*/ 847188 w 6512821"/>
                <a:gd name="connsiteY353" fmla="*/ 405814 h 1648590"/>
                <a:gd name="connsiteX354" fmla="*/ 765647 w 6512821"/>
                <a:gd name="connsiteY354" fmla="*/ 292621 h 1648590"/>
                <a:gd name="connsiteX355" fmla="*/ 683065 w 6512821"/>
                <a:gd name="connsiteY355" fmla="*/ 402753 h 1648590"/>
                <a:gd name="connsiteX356" fmla="*/ 683065 w 6512821"/>
                <a:gd name="connsiteY356" fmla="*/ 667825 h 1648590"/>
                <a:gd name="connsiteX357" fmla="*/ 562773 w 6512821"/>
                <a:gd name="connsiteY357" fmla="*/ 667825 h 1648590"/>
                <a:gd name="connsiteX358" fmla="*/ 562773 w 6512821"/>
                <a:gd name="connsiteY358" fmla="*/ 61221 h 1648590"/>
                <a:gd name="connsiteX359" fmla="*/ 683065 w 6512821"/>
                <a:gd name="connsiteY359" fmla="*/ 65 h 1648590"/>
                <a:gd name="connsiteX360" fmla="*/ 683065 w 6512821"/>
                <a:gd name="connsiteY360" fmla="*/ 220264 h 1648590"/>
                <a:gd name="connsiteX361" fmla="*/ 796258 w 6512821"/>
                <a:gd name="connsiteY361" fmla="*/ 176432 h 1648590"/>
                <a:gd name="connsiteX362" fmla="*/ 967545 w 6512821"/>
                <a:gd name="connsiteY362" fmla="*/ 396631 h 1648590"/>
                <a:gd name="connsiteX363" fmla="*/ 967545 w 6512821"/>
                <a:gd name="connsiteY363" fmla="*/ 667825 h 1648590"/>
                <a:gd name="connsiteX364" fmla="*/ 496472 w 6512821"/>
                <a:gd name="connsiteY364" fmla="*/ 475110 h 1648590"/>
                <a:gd name="connsiteX365" fmla="*/ 255889 w 6512821"/>
                <a:gd name="connsiteY365" fmla="*/ 677984 h 1648590"/>
                <a:gd name="connsiteX366" fmla="*/ 0 w 6512821"/>
                <a:gd name="connsiteY366" fmla="*/ 562773 h 1648590"/>
                <a:gd name="connsiteX367" fmla="*/ 89747 w 6512821"/>
                <a:gd name="connsiteY367" fmla="*/ 483251 h 1648590"/>
                <a:gd name="connsiteX368" fmla="*/ 252893 w 6512821"/>
                <a:gd name="connsiteY368" fmla="*/ 556651 h 1648590"/>
                <a:gd name="connsiteX369" fmla="*/ 367063 w 6512821"/>
                <a:gd name="connsiteY369" fmla="*/ 478171 h 1648590"/>
                <a:gd name="connsiteX370" fmla="*/ 329353 w 6512821"/>
                <a:gd name="connsiteY370" fmla="*/ 426199 h 1648590"/>
                <a:gd name="connsiteX371" fmla="*/ 225344 w 6512821"/>
                <a:gd name="connsiteY371" fmla="*/ 394612 h 1648590"/>
                <a:gd name="connsiteX372" fmla="*/ 79522 w 6512821"/>
                <a:gd name="connsiteY372" fmla="*/ 335475 h 1648590"/>
                <a:gd name="connsiteX373" fmla="*/ 24488 w 6512821"/>
                <a:gd name="connsiteY373" fmla="*/ 207042 h 1648590"/>
                <a:gd name="connsiteX374" fmla="*/ 254912 w 6512821"/>
                <a:gd name="connsiteY374" fmla="*/ 16412 h 1648590"/>
                <a:gd name="connsiteX375" fmla="*/ 482274 w 6512821"/>
                <a:gd name="connsiteY375" fmla="*/ 115277 h 1648590"/>
                <a:gd name="connsiteX376" fmla="*/ 392528 w 6512821"/>
                <a:gd name="connsiteY376" fmla="*/ 202939 h 1648590"/>
                <a:gd name="connsiteX377" fmla="*/ 246706 w 6512821"/>
                <a:gd name="connsiteY377" fmla="*/ 137681 h 1648590"/>
                <a:gd name="connsiteX378" fmla="*/ 152921 w 6512821"/>
                <a:gd name="connsiteY378" fmla="*/ 199878 h 1648590"/>
                <a:gd name="connsiteX379" fmla="*/ 179428 w 6512821"/>
                <a:gd name="connsiteY379" fmla="*/ 243710 h 1648590"/>
                <a:gd name="connsiteX380" fmla="*/ 282396 w 6512821"/>
                <a:gd name="connsiteY380" fmla="*/ 277381 h 1648590"/>
                <a:gd name="connsiteX381" fmla="*/ 438378 w 6512821"/>
                <a:gd name="connsiteY381" fmla="*/ 341598 h 1648590"/>
                <a:gd name="connsiteX382" fmla="*/ 496472 w 6512821"/>
                <a:gd name="connsiteY382" fmla="*/ 475176 h 1648590"/>
                <a:gd name="connsiteX383" fmla="*/ 6100885 w 6512821"/>
                <a:gd name="connsiteY383" fmla="*/ 208996 h 1648590"/>
                <a:gd name="connsiteX384" fmla="*/ 6051778 w 6512821"/>
                <a:gd name="connsiteY384" fmla="*/ 329288 h 1648590"/>
                <a:gd name="connsiteX385" fmla="*/ 5982482 w 6512821"/>
                <a:gd name="connsiteY385" fmla="*/ 299720 h 1648590"/>
                <a:gd name="connsiteX386" fmla="*/ 5911232 w 6512821"/>
                <a:gd name="connsiteY386" fmla="*/ 405749 h 1648590"/>
                <a:gd name="connsiteX387" fmla="*/ 5911232 w 6512821"/>
                <a:gd name="connsiteY387" fmla="*/ 667759 h 1648590"/>
                <a:gd name="connsiteX388" fmla="*/ 5790940 w 6512821"/>
                <a:gd name="connsiteY388" fmla="*/ 667759 h 1648590"/>
                <a:gd name="connsiteX389" fmla="*/ 5790940 w 6512821"/>
                <a:gd name="connsiteY389" fmla="*/ 186527 h 1648590"/>
                <a:gd name="connsiteX390" fmla="*/ 5911232 w 6512821"/>
                <a:gd name="connsiteY390" fmla="*/ 186527 h 1648590"/>
                <a:gd name="connsiteX391" fmla="*/ 5911232 w 6512821"/>
                <a:gd name="connsiteY391" fmla="*/ 220198 h 1648590"/>
                <a:gd name="connsiteX392" fmla="*/ 6012181 w 6512821"/>
                <a:gd name="connsiteY392" fmla="*/ 176367 h 1648590"/>
                <a:gd name="connsiteX393" fmla="*/ 6100885 w 6512821"/>
                <a:gd name="connsiteY393" fmla="*/ 208996 h 16485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Lst>
              <a:rect l="l" t="t" r="r" b="b"/>
              <a:pathLst>
                <a:path w="6512821" h="1648590">
                  <a:moveTo>
                    <a:pt x="5071143" y="1396740"/>
                  </a:moveTo>
                  <a:cubicBezTo>
                    <a:pt x="5071143" y="1412045"/>
                    <a:pt x="5070101" y="1431388"/>
                    <a:pt x="5069124" y="1438552"/>
                  </a:cubicBezTo>
                  <a:lnTo>
                    <a:pt x="4777545" y="1438552"/>
                  </a:lnTo>
                  <a:cubicBezTo>
                    <a:pt x="4782625" y="1505829"/>
                    <a:pt x="4828541" y="1533378"/>
                    <a:pt x="4880513" y="1533378"/>
                  </a:cubicBezTo>
                  <a:cubicBezTo>
                    <a:pt x="4911123" y="1533378"/>
                    <a:pt x="4939649" y="1524196"/>
                    <a:pt x="4964137" y="1499707"/>
                  </a:cubicBezTo>
                  <a:lnTo>
                    <a:pt x="5049781" y="1572065"/>
                  </a:lnTo>
                  <a:cubicBezTo>
                    <a:pt x="5004908" y="1628140"/>
                    <a:pt x="4936588" y="1648525"/>
                    <a:pt x="4875433" y="1648525"/>
                  </a:cubicBezTo>
                  <a:cubicBezTo>
                    <a:pt x="4734756" y="1648525"/>
                    <a:pt x="4654192" y="1540478"/>
                    <a:pt x="4654192" y="1398759"/>
                  </a:cubicBezTo>
                  <a:cubicBezTo>
                    <a:pt x="4654192" y="1244795"/>
                    <a:pt x="4749019" y="1146908"/>
                    <a:pt x="4867292" y="1146908"/>
                  </a:cubicBezTo>
                  <a:cubicBezTo>
                    <a:pt x="4993706" y="1146908"/>
                    <a:pt x="5071208" y="1258016"/>
                    <a:pt x="5071208" y="1396675"/>
                  </a:cubicBezTo>
                  <a:close/>
                  <a:moveTo>
                    <a:pt x="4779564" y="1344767"/>
                  </a:moveTo>
                  <a:lnTo>
                    <a:pt x="4950851" y="1344767"/>
                  </a:lnTo>
                  <a:cubicBezTo>
                    <a:pt x="4946748" y="1290711"/>
                    <a:pt x="4912100" y="1254044"/>
                    <a:pt x="4863189" y="1254044"/>
                  </a:cubicBezTo>
                  <a:cubicBezTo>
                    <a:pt x="4805094" y="1254044"/>
                    <a:pt x="4782625" y="1305039"/>
                    <a:pt x="4779564" y="1344767"/>
                  </a:cubicBezTo>
                  <a:close/>
                  <a:moveTo>
                    <a:pt x="6512756" y="1396740"/>
                  </a:moveTo>
                  <a:cubicBezTo>
                    <a:pt x="6512756" y="1412045"/>
                    <a:pt x="6511714" y="1431388"/>
                    <a:pt x="6510737" y="1438552"/>
                  </a:cubicBezTo>
                  <a:lnTo>
                    <a:pt x="6219158" y="1438552"/>
                  </a:lnTo>
                  <a:cubicBezTo>
                    <a:pt x="6224238" y="1505829"/>
                    <a:pt x="6270154" y="1533378"/>
                    <a:pt x="6322126" y="1533378"/>
                  </a:cubicBezTo>
                  <a:cubicBezTo>
                    <a:pt x="6352736" y="1533378"/>
                    <a:pt x="6381262" y="1524196"/>
                    <a:pt x="6405751" y="1499707"/>
                  </a:cubicBezTo>
                  <a:lnTo>
                    <a:pt x="6491394" y="1572065"/>
                  </a:lnTo>
                  <a:cubicBezTo>
                    <a:pt x="6446521" y="1628140"/>
                    <a:pt x="6378201" y="1648525"/>
                    <a:pt x="6317046" y="1648525"/>
                  </a:cubicBezTo>
                  <a:cubicBezTo>
                    <a:pt x="6176369" y="1648525"/>
                    <a:pt x="6095805" y="1540478"/>
                    <a:pt x="6095805" y="1398759"/>
                  </a:cubicBezTo>
                  <a:cubicBezTo>
                    <a:pt x="6095805" y="1244795"/>
                    <a:pt x="6190632" y="1146908"/>
                    <a:pt x="6308905" y="1146908"/>
                  </a:cubicBezTo>
                  <a:cubicBezTo>
                    <a:pt x="6435319" y="1146908"/>
                    <a:pt x="6512821" y="1258016"/>
                    <a:pt x="6512821" y="1396675"/>
                  </a:cubicBezTo>
                  <a:close/>
                  <a:moveTo>
                    <a:pt x="6221177" y="1344767"/>
                  </a:moveTo>
                  <a:lnTo>
                    <a:pt x="6392465" y="1344767"/>
                  </a:lnTo>
                  <a:cubicBezTo>
                    <a:pt x="6388361" y="1290711"/>
                    <a:pt x="6353713" y="1254044"/>
                    <a:pt x="6304802" y="1254044"/>
                  </a:cubicBezTo>
                  <a:cubicBezTo>
                    <a:pt x="6246708" y="1254044"/>
                    <a:pt x="6224238" y="1305039"/>
                    <a:pt x="6221177" y="1344767"/>
                  </a:cubicBezTo>
                  <a:close/>
                  <a:moveTo>
                    <a:pt x="5978509" y="1467143"/>
                  </a:moveTo>
                  <a:lnTo>
                    <a:pt x="6058031" y="1542561"/>
                  </a:lnTo>
                  <a:cubicBezTo>
                    <a:pt x="6017261" y="1594534"/>
                    <a:pt x="5961185" y="1648590"/>
                    <a:pt x="5866359" y="1648590"/>
                  </a:cubicBezTo>
                  <a:cubicBezTo>
                    <a:pt x="5734865" y="1648590"/>
                    <a:pt x="5637954" y="1543604"/>
                    <a:pt x="5637954" y="1398823"/>
                  </a:cubicBezTo>
                  <a:cubicBezTo>
                    <a:pt x="5637954" y="1266288"/>
                    <a:pt x="5718518" y="1146973"/>
                    <a:pt x="5868378" y="1146973"/>
                  </a:cubicBezTo>
                  <a:cubicBezTo>
                    <a:pt x="5954021" y="1146973"/>
                    <a:pt x="6013157" y="1185724"/>
                    <a:pt x="6056989" y="1250983"/>
                  </a:cubicBezTo>
                  <a:lnTo>
                    <a:pt x="5975448" y="1333565"/>
                  </a:lnTo>
                  <a:cubicBezTo>
                    <a:pt x="5946922" y="1295856"/>
                    <a:pt x="5916312" y="1266288"/>
                    <a:pt x="5867401" y="1266288"/>
                  </a:cubicBezTo>
                  <a:cubicBezTo>
                    <a:pt x="5801100" y="1266288"/>
                    <a:pt x="5766452" y="1322363"/>
                    <a:pt x="5766452" y="1396804"/>
                  </a:cubicBezTo>
                  <a:cubicBezTo>
                    <a:pt x="5766452" y="1466101"/>
                    <a:pt x="5797062" y="1528299"/>
                    <a:pt x="5868378" y="1528299"/>
                  </a:cubicBezTo>
                  <a:cubicBezTo>
                    <a:pt x="5912209" y="1528299"/>
                    <a:pt x="5948941" y="1504852"/>
                    <a:pt x="5978509" y="1467143"/>
                  </a:cubicBezTo>
                  <a:close/>
                  <a:moveTo>
                    <a:pt x="4869246" y="667825"/>
                  </a:moveTo>
                  <a:lnTo>
                    <a:pt x="4750973" y="667825"/>
                  </a:lnTo>
                  <a:lnTo>
                    <a:pt x="4750973" y="634153"/>
                  </a:lnTo>
                  <a:cubicBezTo>
                    <a:pt x="4724466" y="663721"/>
                    <a:pt x="4681676" y="677984"/>
                    <a:pt x="4638822" y="677984"/>
                  </a:cubicBezTo>
                  <a:cubicBezTo>
                    <a:pt x="4514427" y="677984"/>
                    <a:pt x="4467535" y="588238"/>
                    <a:pt x="4467535" y="458763"/>
                  </a:cubicBezTo>
                  <a:lnTo>
                    <a:pt x="4467535" y="186527"/>
                  </a:lnTo>
                  <a:lnTo>
                    <a:pt x="4587827" y="186527"/>
                  </a:lnTo>
                  <a:lnTo>
                    <a:pt x="4587827" y="448538"/>
                  </a:lnTo>
                  <a:cubicBezTo>
                    <a:pt x="4587827" y="513797"/>
                    <a:pt x="4601113" y="562708"/>
                    <a:pt x="4668390" y="562708"/>
                  </a:cubicBezTo>
                  <a:cubicBezTo>
                    <a:pt x="4735668" y="562708"/>
                    <a:pt x="4748954" y="511712"/>
                    <a:pt x="4748954" y="452576"/>
                  </a:cubicBezTo>
                  <a:lnTo>
                    <a:pt x="4748954" y="186462"/>
                  </a:lnTo>
                  <a:lnTo>
                    <a:pt x="4869246" y="186462"/>
                  </a:lnTo>
                  <a:lnTo>
                    <a:pt x="4869246" y="667695"/>
                  </a:lnTo>
                  <a:close/>
                  <a:moveTo>
                    <a:pt x="5244449" y="527083"/>
                  </a:moveTo>
                  <a:lnTo>
                    <a:pt x="5227125" y="649458"/>
                  </a:lnTo>
                  <a:cubicBezTo>
                    <a:pt x="5202637" y="668802"/>
                    <a:pt x="5157829" y="677984"/>
                    <a:pt x="5128261" y="677984"/>
                  </a:cubicBezTo>
                  <a:cubicBezTo>
                    <a:pt x="5054861" y="677984"/>
                    <a:pt x="4997744" y="622951"/>
                    <a:pt x="4997744" y="535224"/>
                  </a:cubicBezTo>
                  <a:lnTo>
                    <a:pt x="4997744" y="301739"/>
                  </a:lnTo>
                  <a:lnTo>
                    <a:pt x="4928447" y="301739"/>
                  </a:lnTo>
                  <a:lnTo>
                    <a:pt x="4928447" y="186527"/>
                  </a:lnTo>
                  <a:lnTo>
                    <a:pt x="4997744" y="186527"/>
                  </a:lnTo>
                  <a:lnTo>
                    <a:pt x="4997744" y="61155"/>
                  </a:lnTo>
                  <a:lnTo>
                    <a:pt x="5118035" y="0"/>
                  </a:lnTo>
                  <a:lnTo>
                    <a:pt x="5118035" y="186592"/>
                  </a:lnTo>
                  <a:lnTo>
                    <a:pt x="5232205" y="186592"/>
                  </a:lnTo>
                  <a:lnTo>
                    <a:pt x="5232205" y="301804"/>
                  </a:lnTo>
                  <a:lnTo>
                    <a:pt x="5118035" y="301804"/>
                  </a:lnTo>
                  <a:lnTo>
                    <a:pt x="5118035" y="503701"/>
                  </a:lnTo>
                  <a:cubicBezTo>
                    <a:pt x="5118035" y="545514"/>
                    <a:pt x="5135360" y="560819"/>
                    <a:pt x="5164928" y="560819"/>
                  </a:cubicBezTo>
                  <a:cubicBezTo>
                    <a:pt x="5194496" y="560819"/>
                    <a:pt x="5225106" y="545514"/>
                    <a:pt x="5244449" y="527148"/>
                  </a:cubicBezTo>
                  <a:close/>
                  <a:moveTo>
                    <a:pt x="3417407" y="667825"/>
                  </a:moveTo>
                  <a:lnTo>
                    <a:pt x="3297116" y="667825"/>
                  </a:lnTo>
                  <a:lnTo>
                    <a:pt x="3297116" y="405814"/>
                  </a:lnTo>
                  <a:cubicBezTo>
                    <a:pt x="3297116" y="340555"/>
                    <a:pt x="3282853" y="292621"/>
                    <a:pt x="3215575" y="292621"/>
                  </a:cubicBezTo>
                  <a:cubicBezTo>
                    <a:pt x="3148298" y="292621"/>
                    <a:pt x="3132993" y="336452"/>
                    <a:pt x="3132993" y="402753"/>
                  </a:cubicBezTo>
                  <a:lnTo>
                    <a:pt x="3132993" y="667825"/>
                  </a:lnTo>
                  <a:lnTo>
                    <a:pt x="3012701" y="667825"/>
                  </a:lnTo>
                  <a:lnTo>
                    <a:pt x="3012701" y="61221"/>
                  </a:lnTo>
                  <a:lnTo>
                    <a:pt x="3132993" y="65"/>
                  </a:lnTo>
                  <a:lnTo>
                    <a:pt x="3132993" y="220264"/>
                  </a:lnTo>
                  <a:cubicBezTo>
                    <a:pt x="3159500" y="193756"/>
                    <a:pt x="3192129" y="176432"/>
                    <a:pt x="3246186" y="176432"/>
                  </a:cubicBezTo>
                  <a:cubicBezTo>
                    <a:pt x="3373641" y="176432"/>
                    <a:pt x="3417473" y="274320"/>
                    <a:pt x="3417473" y="396631"/>
                  </a:cubicBezTo>
                  <a:lnTo>
                    <a:pt x="3417473" y="667825"/>
                  </a:lnTo>
                  <a:close/>
                  <a:moveTo>
                    <a:pt x="5564554" y="1638365"/>
                  </a:moveTo>
                  <a:lnTo>
                    <a:pt x="5440160" y="1638365"/>
                  </a:lnTo>
                  <a:lnTo>
                    <a:pt x="5440160" y="1376355"/>
                  </a:lnTo>
                  <a:cubicBezTo>
                    <a:pt x="5440160" y="1309077"/>
                    <a:pt x="5424855" y="1264204"/>
                    <a:pt x="5357577" y="1264204"/>
                  </a:cubicBezTo>
                  <a:cubicBezTo>
                    <a:pt x="5294337" y="1264204"/>
                    <a:pt x="5273952" y="1301913"/>
                    <a:pt x="5273952" y="1373293"/>
                  </a:cubicBezTo>
                  <a:lnTo>
                    <a:pt x="5273952" y="1638365"/>
                  </a:lnTo>
                  <a:lnTo>
                    <a:pt x="5149558" y="1638365"/>
                  </a:lnTo>
                  <a:lnTo>
                    <a:pt x="5149558" y="1157133"/>
                  </a:lnTo>
                  <a:lnTo>
                    <a:pt x="5273952" y="1157133"/>
                  </a:lnTo>
                  <a:lnTo>
                    <a:pt x="5273952" y="1189762"/>
                  </a:lnTo>
                  <a:cubicBezTo>
                    <a:pt x="5299418" y="1164297"/>
                    <a:pt x="5337192" y="1146973"/>
                    <a:pt x="5391183" y="1146973"/>
                  </a:cubicBezTo>
                  <a:cubicBezTo>
                    <a:pt x="5521700" y="1146973"/>
                    <a:pt x="5564490" y="1247922"/>
                    <a:pt x="5564490" y="1366195"/>
                  </a:cubicBezTo>
                  <a:lnTo>
                    <a:pt x="5564490" y="1638430"/>
                  </a:lnTo>
                  <a:close/>
                  <a:moveTo>
                    <a:pt x="4008772" y="1115386"/>
                  </a:moveTo>
                  <a:cubicBezTo>
                    <a:pt x="4048565" y="1115386"/>
                    <a:pt x="4080152" y="1083798"/>
                    <a:pt x="4080152" y="1044005"/>
                  </a:cubicBezTo>
                  <a:cubicBezTo>
                    <a:pt x="4080152" y="1004212"/>
                    <a:pt x="4048565" y="972624"/>
                    <a:pt x="4008772" y="972624"/>
                  </a:cubicBezTo>
                  <a:cubicBezTo>
                    <a:pt x="3968978" y="972624"/>
                    <a:pt x="3937391" y="1004212"/>
                    <a:pt x="3937391" y="1044005"/>
                  </a:cubicBezTo>
                  <a:cubicBezTo>
                    <a:pt x="3937391" y="1083798"/>
                    <a:pt x="3968978" y="1115386"/>
                    <a:pt x="4008772" y="1115386"/>
                  </a:cubicBezTo>
                  <a:close/>
                  <a:moveTo>
                    <a:pt x="829864" y="1115386"/>
                  </a:moveTo>
                  <a:cubicBezTo>
                    <a:pt x="869657" y="1115386"/>
                    <a:pt x="901244" y="1083798"/>
                    <a:pt x="901244" y="1044005"/>
                  </a:cubicBezTo>
                  <a:cubicBezTo>
                    <a:pt x="901244" y="1004212"/>
                    <a:pt x="869657" y="972624"/>
                    <a:pt x="829864" y="972624"/>
                  </a:cubicBezTo>
                  <a:cubicBezTo>
                    <a:pt x="790070" y="972624"/>
                    <a:pt x="758483" y="1004212"/>
                    <a:pt x="758483" y="1044005"/>
                  </a:cubicBezTo>
                  <a:cubicBezTo>
                    <a:pt x="758483" y="1083798"/>
                    <a:pt x="790070" y="1115386"/>
                    <a:pt x="829864" y="1115386"/>
                  </a:cubicBezTo>
                  <a:close/>
                  <a:moveTo>
                    <a:pt x="6512756" y="426134"/>
                  </a:moveTo>
                  <a:cubicBezTo>
                    <a:pt x="6512756" y="441439"/>
                    <a:pt x="6511714" y="460782"/>
                    <a:pt x="6510737" y="467946"/>
                  </a:cubicBezTo>
                  <a:lnTo>
                    <a:pt x="6219158" y="467946"/>
                  </a:lnTo>
                  <a:cubicBezTo>
                    <a:pt x="6224238" y="535224"/>
                    <a:pt x="6270154" y="562773"/>
                    <a:pt x="6322126" y="562773"/>
                  </a:cubicBezTo>
                  <a:cubicBezTo>
                    <a:pt x="6352736" y="562773"/>
                    <a:pt x="6381262" y="553590"/>
                    <a:pt x="6405751" y="529102"/>
                  </a:cubicBezTo>
                  <a:lnTo>
                    <a:pt x="6491394" y="601459"/>
                  </a:lnTo>
                  <a:cubicBezTo>
                    <a:pt x="6446521" y="657535"/>
                    <a:pt x="6378201" y="677919"/>
                    <a:pt x="6317046" y="677919"/>
                  </a:cubicBezTo>
                  <a:cubicBezTo>
                    <a:pt x="6176369" y="677919"/>
                    <a:pt x="6095805" y="569872"/>
                    <a:pt x="6095805" y="428153"/>
                  </a:cubicBezTo>
                  <a:cubicBezTo>
                    <a:pt x="6095805" y="274190"/>
                    <a:pt x="6190632" y="176302"/>
                    <a:pt x="6308905" y="176302"/>
                  </a:cubicBezTo>
                  <a:cubicBezTo>
                    <a:pt x="6435319" y="176302"/>
                    <a:pt x="6512821" y="287411"/>
                    <a:pt x="6512821" y="426069"/>
                  </a:cubicBezTo>
                  <a:close/>
                  <a:moveTo>
                    <a:pt x="6221177" y="374162"/>
                  </a:moveTo>
                  <a:lnTo>
                    <a:pt x="6392465" y="374162"/>
                  </a:lnTo>
                  <a:cubicBezTo>
                    <a:pt x="6388361" y="320105"/>
                    <a:pt x="6353713" y="283438"/>
                    <a:pt x="6304802" y="283438"/>
                  </a:cubicBezTo>
                  <a:cubicBezTo>
                    <a:pt x="6246708" y="283438"/>
                    <a:pt x="6224238" y="334433"/>
                    <a:pt x="6221177" y="374162"/>
                  </a:cubicBezTo>
                  <a:close/>
                  <a:moveTo>
                    <a:pt x="5702235" y="667825"/>
                  </a:moveTo>
                  <a:lnTo>
                    <a:pt x="5583963" y="667825"/>
                  </a:lnTo>
                  <a:lnTo>
                    <a:pt x="5583963" y="634153"/>
                  </a:lnTo>
                  <a:cubicBezTo>
                    <a:pt x="5557456" y="663721"/>
                    <a:pt x="5514666" y="677984"/>
                    <a:pt x="5471812" y="677984"/>
                  </a:cubicBezTo>
                  <a:cubicBezTo>
                    <a:pt x="5347417" y="677984"/>
                    <a:pt x="5300525" y="588238"/>
                    <a:pt x="5300525" y="458763"/>
                  </a:cubicBezTo>
                  <a:lnTo>
                    <a:pt x="5300525" y="186527"/>
                  </a:lnTo>
                  <a:lnTo>
                    <a:pt x="5420817" y="186527"/>
                  </a:lnTo>
                  <a:lnTo>
                    <a:pt x="5420817" y="448538"/>
                  </a:lnTo>
                  <a:cubicBezTo>
                    <a:pt x="5420817" y="513797"/>
                    <a:pt x="5434103" y="562708"/>
                    <a:pt x="5501380" y="562708"/>
                  </a:cubicBezTo>
                  <a:cubicBezTo>
                    <a:pt x="5568657" y="562708"/>
                    <a:pt x="5581944" y="511712"/>
                    <a:pt x="5581944" y="452576"/>
                  </a:cubicBezTo>
                  <a:lnTo>
                    <a:pt x="5581944" y="186462"/>
                  </a:lnTo>
                  <a:lnTo>
                    <a:pt x="5702235" y="186462"/>
                  </a:lnTo>
                  <a:lnTo>
                    <a:pt x="5702235" y="667695"/>
                  </a:lnTo>
                  <a:close/>
                  <a:moveTo>
                    <a:pt x="3895579" y="426134"/>
                  </a:moveTo>
                  <a:cubicBezTo>
                    <a:pt x="3895579" y="441439"/>
                    <a:pt x="3894537" y="460782"/>
                    <a:pt x="3893560" y="467946"/>
                  </a:cubicBezTo>
                  <a:lnTo>
                    <a:pt x="3601981" y="467946"/>
                  </a:lnTo>
                  <a:cubicBezTo>
                    <a:pt x="3607061" y="535224"/>
                    <a:pt x="3652976" y="562773"/>
                    <a:pt x="3704949" y="562773"/>
                  </a:cubicBezTo>
                  <a:cubicBezTo>
                    <a:pt x="3735559" y="562773"/>
                    <a:pt x="3764085" y="553590"/>
                    <a:pt x="3788573" y="529102"/>
                  </a:cubicBezTo>
                  <a:lnTo>
                    <a:pt x="3874217" y="601459"/>
                  </a:lnTo>
                  <a:cubicBezTo>
                    <a:pt x="3829343" y="657535"/>
                    <a:pt x="3761024" y="677919"/>
                    <a:pt x="3699868" y="677919"/>
                  </a:cubicBezTo>
                  <a:cubicBezTo>
                    <a:pt x="3559192" y="677919"/>
                    <a:pt x="3478628" y="569872"/>
                    <a:pt x="3478628" y="428153"/>
                  </a:cubicBezTo>
                  <a:cubicBezTo>
                    <a:pt x="3478628" y="274190"/>
                    <a:pt x="3573455" y="176302"/>
                    <a:pt x="3691727" y="176302"/>
                  </a:cubicBezTo>
                  <a:cubicBezTo>
                    <a:pt x="3818141" y="176302"/>
                    <a:pt x="3895644" y="287411"/>
                    <a:pt x="3895644" y="426069"/>
                  </a:cubicBezTo>
                  <a:close/>
                  <a:moveTo>
                    <a:pt x="3604000" y="374162"/>
                  </a:moveTo>
                  <a:lnTo>
                    <a:pt x="3775287" y="374162"/>
                  </a:lnTo>
                  <a:cubicBezTo>
                    <a:pt x="3771184" y="320105"/>
                    <a:pt x="3736536" y="283438"/>
                    <a:pt x="3687624" y="283438"/>
                  </a:cubicBezTo>
                  <a:cubicBezTo>
                    <a:pt x="3629530" y="283438"/>
                    <a:pt x="3607061" y="334433"/>
                    <a:pt x="3604000" y="374162"/>
                  </a:cubicBezTo>
                  <a:close/>
                  <a:moveTo>
                    <a:pt x="4579686" y="1638365"/>
                  </a:moveTo>
                  <a:lnTo>
                    <a:pt x="4455291" y="1638365"/>
                  </a:lnTo>
                  <a:lnTo>
                    <a:pt x="4455291" y="1606778"/>
                  </a:lnTo>
                  <a:cubicBezTo>
                    <a:pt x="4414521" y="1636346"/>
                    <a:pt x="4390032" y="1648590"/>
                    <a:pt x="4346201" y="1648590"/>
                  </a:cubicBezTo>
                  <a:cubicBezTo>
                    <a:pt x="4207543" y="1648590"/>
                    <a:pt x="4148406" y="1528299"/>
                    <a:pt x="4148406" y="1393678"/>
                  </a:cubicBezTo>
                  <a:cubicBezTo>
                    <a:pt x="4148406" y="1247856"/>
                    <a:pt x="4217703" y="1146973"/>
                    <a:pt x="4343140" y="1146973"/>
                  </a:cubicBezTo>
                  <a:cubicBezTo>
                    <a:pt x="4384952" y="1146973"/>
                    <a:pt x="4424681" y="1158175"/>
                    <a:pt x="4455291" y="1185724"/>
                  </a:cubicBezTo>
                  <a:lnTo>
                    <a:pt x="4455291" y="1031761"/>
                  </a:lnTo>
                  <a:lnTo>
                    <a:pt x="4579686" y="969564"/>
                  </a:lnTo>
                  <a:lnTo>
                    <a:pt x="4579686" y="1638365"/>
                  </a:lnTo>
                  <a:close/>
                  <a:moveTo>
                    <a:pt x="4455356" y="1489547"/>
                  </a:moveTo>
                  <a:lnTo>
                    <a:pt x="4455356" y="1306016"/>
                  </a:lnTo>
                  <a:cubicBezTo>
                    <a:pt x="4428849" y="1277490"/>
                    <a:pt x="4403384" y="1264204"/>
                    <a:pt x="4368670" y="1264204"/>
                  </a:cubicBezTo>
                  <a:cubicBezTo>
                    <a:pt x="4296313" y="1264204"/>
                    <a:pt x="4278924" y="1321321"/>
                    <a:pt x="4278924" y="1389575"/>
                  </a:cubicBezTo>
                  <a:cubicBezTo>
                    <a:pt x="4278924" y="1467078"/>
                    <a:pt x="4301328" y="1531294"/>
                    <a:pt x="4371731" y="1531294"/>
                  </a:cubicBezTo>
                  <a:cubicBezTo>
                    <a:pt x="4406380" y="1531294"/>
                    <a:pt x="4430868" y="1515989"/>
                    <a:pt x="4455356" y="1489482"/>
                  </a:cubicBezTo>
                  <a:close/>
                  <a:moveTo>
                    <a:pt x="3945532" y="1157198"/>
                  </a:moveTo>
                  <a:lnTo>
                    <a:pt x="3945532" y="1638430"/>
                  </a:lnTo>
                  <a:lnTo>
                    <a:pt x="4069927" y="1638430"/>
                  </a:lnTo>
                  <a:lnTo>
                    <a:pt x="4069927" y="1157198"/>
                  </a:lnTo>
                  <a:lnTo>
                    <a:pt x="3945532" y="1157198"/>
                  </a:lnTo>
                  <a:close/>
                  <a:moveTo>
                    <a:pt x="3873175" y="985911"/>
                  </a:moveTo>
                  <a:lnTo>
                    <a:pt x="3873175" y="1085817"/>
                  </a:lnTo>
                  <a:cubicBezTo>
                    <a:pt x="3854809" y="1079695"/>
                    <a:pt x="3830386" y="1076634"/>
                    <a:pt x="3812019" y="1076634"/>
                  </a:cubicBezTo>
                  <a:cubicBezTo>
                    <a:pt x="3776329" y="1076634"/>
                    <a:pt x="3760047" y="1087836"/>
                    <a:pt x="3760047" y="1118447"/>
                  </a:cubicBezTo>
                  <a:lnTo>
                    <a:pt x="3760047" y="1157198"/>
                  </a:lnTo>
                  <a:lnTo>
                    <a:pt x="3863015" y="1157198"/>
                  </a:lnTo>
                  <a:lnTo>
                    <a:pt x="3863015" y="1273452"/>
                  </a:lnTo>
                  <a:lnTo>
                    <a:pt x="3760047" y="1273452"/>
                  </a:lnTo>
                  <a:lnTo>
                    <a:pt x="3760047" y="1638430"/>
                  </a:lnTo>
                  <a:lnTo>
                    <a:pt x="3635652" y="1638430"/>
                  </a:lnTo>
                  <a:lnTo>
                    <a:pt x="3635652" y="1273452"/>
                  </a:lnTo>
                  <a:lnTo>
                    <a:pt x="3568375" y="1273452"/>
                  </a:lnTo>
                  <a:lnTo>
                    <a:pt x="3568375" y="1157198"/>
                  </a:lnTo>
                  <a:lnTo>
                    <a:pt x="3635652" y="1157198"/>
                  </a:lnTo>
                  <a:lnTo>
                    <a:pt x="3635652" y="1099104"/>
                  </a:lnTo>
                  <a:cubicBezTo>
                    <a:pt x="3635652" y="1009357"/>
                    <a:pt x="3691727" y="972690"/>
                    <a:pt x="3782451" y="972690"/>
                  </a:cubicBezTo>
                  <a:cubicBezTo>
                    <a:pt x="3808958" y="972690"/>
                    <a:pt x="3847710" y="975751"/>
                    <a:pt x="3873175" y="985976"/>
                  </a:cubicBezTo>
                  <a:close/>
                  <a:moveTo>
                    <a:pt x="3507154" y="1638365"/>
                  </a:moveTo>
                  <a:lnTo>
                    <a:pt x="3382759" y="1638365"/>
                  </a:lnTo>
                  <a:lnTo>
                    <a:pt x="3382759" y="1376355"/>
                  </a:lnTo>
                  <a:cubicBezTo>
                    <a:pt x="3382759" y="1309077"/>
                    <a:pt x="3367454" y="1264204"/>
                    <a:pt x="3300177" y="1264204"/>
                  </a:cubicBezTo>
                  <a:cubicBezTo>
                    <a:pt x="3236937" y="1264204"/>
                    <a:pt x="3216552" y="1301913"/>
                    <a:pt x="3216552" y="1373293"/>
                  </a:cubicBezTo>
                  <a:lnTo>
                    <a:pt x="3216552" y="1638365"/>
                  </a:lnTo>
                  <a:lnTo>
                    <a:pt x="3092157" y="1638365"/>
                  </a:lnTo>
                  <a:lnTo>
                    <a:pt x="3092157" y="1157133"/>
                  </a:lnTo>
                  <a:lnTo>
                    <a:pt x="3216552" y="1157133"/>
                  </a:lnTo>
                  <a:lnTo>
                    <a:pt x="3216552" y="1189762"/>
                  </a:lnTo>
                  <a:cubicBezTo>
                    <a:pt x="3242017" y="1164297"/>
                    <a:pt x="3279792" y="1146973"/>
                    <a:pt x="3333783" y="1146973"/>
                  </a:cubicBezTo>
                  <a:cubicBezTo>
                    <a:pt x="3464300" y="1146973"/>
                    <a:pt x="3507089" y="1247922"/>
                    <a:pt x="3507089" y="1366195"/>
                  </a:cubicBezTo>
                  <a:lnTo>
                    <a:pt x="3507089" y="1638430"/>
                  </a:lnTo>
                  <a:close/>
                  <a:moveTo>
                    <a:pt x="2792437" y="1146973"/>
                  </a:moveTo>
                  <a:cubicBezTo>
                    <a:pt x="2653779" y="1146973"/>
                    <a:pt x="2567094" y="1256063"/>
                    <a:pt x="2567094" y="1397782"/>
                  </a:cubicBezTo>
                  <a:cubicBezTo>
                    <a:pt x="2567094" y="1546665"/>
                    <a:pt x="2661920" y="1648590"/>
                    <a:pt x="2792437" y="1648590"/>
                  </a:cubicBezTo>
                  <a:cubicBezTo>
                    <a:pt x="2922954" y="1648590"/>
                    <a:pt x="3017781" y="1546665"/>
                    <a:pt x="3017781" y="1397782"/>
                  </a:cubicBezTo>
                  <a:cubicBezTo>
                    <a:pt x="3017781" y="1248899"/>
                    <a:pt x="2931095" y="1146973"/>
                    <a:pt x="2792437" y="1146973"/>
                  </a:cubicBezTo>
                  <a:close/>
                  <a:moveTo>
                    <a:pt x="2792437" y="1528299"/>
                  </a:moveTo>
                  <a:cubicBezTo>
                    <a:pt x="2712916" y="1528299"/>
                    <a:pt x="2695592" y="1451838"/>
                    <a:pt x="2695592" y="1397782"/>
                  </a:cubicBezTo>
                  <a:cubicBezTo>
                    <a:pt x="2695592" y="1323340"/>
                    <a:pt x="2726202" y="1266288"/>
                    <a:pt x="2792437" y="1266288"/>
                  </a:cubicBezTo>
                  <a:cubicBezTo>
                    <a:pt x="2858673" y="1266288"/>
                    <a:pt x="2889283" y="1323405"/>
                    <a:pt x="2889283" y="1397782"/>
                  </a:cubicBezTo>
                  <a:cubicBezTo>
                    <a:pt x="2889283" y="1451838"/>
                    <a:pt x="2871959" y="1528299"/>
                    <a:pt x="2792437" y="1528299"/>
                  </a:cubicBezTo>
                  <a:close/>
                  <a:moveTo>
                    <a:pt x="2446802" y="1467143"/>
                  </a:moveTo>
                  <a:lnTo>
                    <a:pt x="2526323" y="1542561"/>
                  </a:lnTo>
                  <a:cubicBezTo>
                    <a:pt x="2485553" y="1594534"/>
                    <a:pt x="2429478" y="1648590"/>
                    <a:pt x="2334651" y="1648590"/>
                  </a:cubicBezTo>
                  <a:cubicBezTo>
                    <a:pt x="2203157" y="1648590"/>
                    <a:pt x="2106246" y="1543604"/>
                    <a:pt x="2106246" y="1398823"/>
                  </a:cubicBezTo>
                  <a:cubicBezTo>
                    <a:pt x="2106246" y="1266288"/>
                    <a:pt x="2186810" y="1146973"/>
                    <a:pt x="2336670" y="1146973"/>
                  </a:cubicBezTo>
                  <a:cubicBezTo>
                    <a:pt x="2422314" y="1146973"/>
                    <a:pt x="2481450" y="1185724"/>
                    <a:pt x="2525281" y="1250983"/>
                  </a:cubicBezTo>
                  <a:lnTo>
                    <a:pt x="2443741" y="1333565"/>
                  </a:lnTo>
                  <a:cubicBezTo>
                    <a:pt x="2415215" y="1295856"/>
                    <a:pt x="2384604" y="1266288"/>
                    <a:pt x="2335693" y="1266288"/>
                  </a:cubicBezTo>
                  <a:cubicBezTo>
                    <a:pt x="2269393" y="1266288"/>
                    <a:pt x="2234744" y="1322363"/>
                    <a:pt x="2234744" y="1396804"/>
                  </a:cubicBezTo>
                  <a:cubicBezTo>
                    <a:pt x="2234744" y="1466101"/>
                    <a:pt x="2265355" y="1528299"/>
                    <a:pt x="2336670" y="1528299"/>
                  </a:cubicBezTo>
                  <a:cubicBezTo>
                    <a:pt x="2380501" y="1528299"/>
                    <a:pt x="2417234" y="1504852"/>
                    <a:pt x="2446802" y="1467143"/>
                  </a:cubicBezTo>
                  <a:close/>
                  <a:moveTo>
                    <a:pt x="1803530" y="1638365"/>
                  </a:moveTo>
                  <a:lnTo>
                    <a:pt x="1679135" y="1638365"/>
                  </a:lnTo>
                  <a:lnTo>
                    <a:pt x="1679135" y="1376355"/>
                  </a:lnTo>
                  <a:cubicBezTo>
                    <a:pt x="1679135" y="1309077"/>
                    <a:pt x="1663830" y="1264204"/>
                    <a:pt x="1596553" y="1264204"/>
                  </a:cubicBezTo>
                  <a:cubicBezTo>
                    <a:pt x="1533314" y="1264204"/>
                    <a:pt x="1511951" y="1301913"/>
                    <a:pt x="1511951" y="1373293"/>
                  </a:cubicBezTo>
                  <a:lnTo>
                    <a:pt x="1511951" y="1638365"/>
                  </a:lnTo>
                  <a:lnTo>
                    <a:pt x="1387557" y="1638365"/>
                  </a:lnTo>
                  <a:lnTo>
                    <a:pt x="1387557" y="1031761"/>
                  </a:lnTo>
                  <a:lnTo>
                    <a:pt x="1511951" y="969564"/>
                  </a:lnTo>
                  <a:lnTo>
                    <a:pt x="1511951" y="1189762"/>
                  </a:lnTo>
                  <a:cubicBezTo>
                    <a:pt x="1535398" y="1161236"/>
                    <a:pt x="1584309" y="1146973"/>
                    <a:pt x="1632243" y="1146973"/>
                  </a:cubicBezTo>
                  <a:cubicBezTo>
                    <a:pt x="1758657" y="1146973"/>
                    <a:pt x="1803530" y="1246880"/>
                    <a:pt x="1803530" y="1366195"/>
                  </a:cubicBezTo>
                  <a:lnTo>
                    <a:pt x="1803530" y="1638430"/>
                  </a:lnTo>
                  <a:close/>
                  <a:moveTo>
                    <a:pt x="1311031" y="1493650"/>
                  </a:moveTo>
                  <a:lnTo>
                    <a:pt x="1292665" y="1619022"/>
                  </a:lnTo>
                  <a:cubicBezTo>
                    <a:pt x="1267200" y="1639407"/>
                    <a:pt x="1205979" y="1648590"/>
                    <a:pt x="1173350" y="1648590"/>
                  </a:cubicBezTo>
                  <a:cubicBezTo>
                    <a:pt x="1097931" y="1648590"/>
                    <a:pt x="1043875" y="1588412"/>
                    <a:pt x="1043875" y="1504852"/>
                  </a:cubicBezTo>
                  <a:lnTo>
                    <a:pt x="1043875" y="1273387"/>
                  </a:lnTo>
                  <a:lnTo>
                    <a:pt x="960250" y="1273387"/>
                  </a:lnTo>
                  <a:lnTo>
                    <a:pt x="960250" y="1157133"/>
                  </a:lnTo>
                  <a:lnTo>
                    <a:pt x="1043875" y="1157133"/>
                  </a:lnTo>
                  <a:lnTo>
                    <a:pt x="1043875" y="1031761"/>
                  </a:lnTo>
                  <a:lnTo>
                    <a:pt x="1168270" y="969564"/>
                  </a:lnTo>
                  <a:lnTo>
                    <a:pt x="1168270" y="1157133"/>
                  </a:lnTo>
                  <a:lnTo>
                    <a:pt x="1308947" y="1157133"/>
                  </a:lnTo>
                  <a:lnTo>
                    <a:pt x="1308947" y="1273387"/>
                  </a:lnTo>
                  <a:lnTo>
                    <a:pt x="1168270" y="1273387"/>
                  </a:lnTo>
                  <a:lnTo>
                    <a:pt x="1168270" y="1471181"/>
                  </a:lnTo>
                  <a:cubicBezTo>
                    <a:pt x="1168270" y="1515012"/>
                    <a:pt x="1184552" y="1529275"/>
                    <a:pt x="1214120" y="1529275"/>
                  </a:cubicBezTo>
                  <a:cubicBezTo>
                    <a:pt x="1243688" y="1529275"/>
                    <a:pt x="1289539" y="1513970"/>
                    <a:pt x="1310966" y="1493585"/>
                  </a:cubicBezTo>
                  <a:close/>
                  <a:moveTo>
                    <a:pt x="767666" y="1157198"/>
                  </a:moveTo>
                  <a:lnTo>
                    <a:pt x="767666" y="1638430"/>
                  </a:lnTo>
                  <a:lnTo>
                    <a:pt x="892061" y="1638430"/>
                  </a:lnTo>
                  <a:lnTo>
                    <a:pt x="892061" y="1157198"/>
                  </a:lnTo>
                  <a:lnTo>
                    <a:pt x="767666" y="1157198"/>
                  </a:lnTo>
                  <a:close/>
                  <a:moveTo>
                    <a:pt x="702408" y="1157198"/>
                  </a:moveTo>
                  <a:lnTo>
                    <a:pt x="550529" y="1638430"/>
                  </a:lnTo>
                  <a:lnTo>
                    <a:pt x="436359" y="1638430"/>
                  </a:lnTo>
                  <a:lnTo>
                    <a:pt x="354819" y="1345809"/>
                  </a:lnTo>
                  <a:lnTo>
                    <a:pt x="272236" y="1638430"/>
                  </a:lnTo>
                  <a:lnTo>
                    <a:pt x="158066" y="1638430"/>
                  </a:lnTo>
                  <a:lnTo>
                    <a:pt x="7099" y="1157198"/>
                  </a:lnTo>
                  <a:lnTo>
                    <a:pt x="145757" y="1157198"/>
                  </a:lnTo>
                  <a:lnTo>
                    <a:pt x="218114" y="1436533"/>
                  </a:lnTo>
                  <a:lnTo>
                    <a:pt x="299655" y="1157198"/>
                  </a:lnTo>
                  <a:lnTo>
                    <a:pt x="412848" y="1157198"/>
                  </a:lnTo>
                  <a:lnTo>
                    <a:pt x="494388" y="1436533"/>
                  </a:lnTo>
                  <a:lnTo>
                    <a:pt x="567788" y="1157198"/>
                  </a:lnTo>
                  <a:lnTo>
                    <a:pt x="702343" y="1157198"/>
                  </a:lnTo>
                  <a:close/>
                  <a:moveTo>
                    <a:pt x="4436990" y="16282"/>
                  </a:moveTo>
                  <a:lnTo>
                    <a:pt x="4436990" y="115147"/>
                  </a:lnTo>
                  <a:cubicBezTo>
                    <a:pt x="4409441" y="107983"/>
                    <a:pt x="4391139" y="104921"/>
                    <a:pt x="4374792" y="104921"/>
                  </a:cubicBezTo>
                  <a:cubicBezTo>
                    <a:pt x="4332003" y="104921"/>
                    <a:pt x="4322820" y="120227"/>
                    <a:pt x="4322820" y="144715"/>
                  </a:cubicBezTo>
                  <a:lnTo>
                    <a:pt x="4322820" y="186527"/>
                  </a:lnTo>
                  <a:lnTo>
                    <a:pt x="4404361" y="186527"/>
                  </a:lnTo>
                  <a:lnTo>
                    <a:pt x="4404361" y="302781"/>
                  </a:lnTo>
                  <a:lnTo>
                    <a:pt x="4322820" y="302781"/>
                  </a:lnTo>
                  <a:lnTo>
                    <a:pt x="4322820" y="667759"/>
                  </a:lnTo>
                  <a:lnTo>
                    <a:pt x="4202528" y="667759"/>
                  </a:lnTo>
                  <a:lnTo>
                    <a:pt x="4202528" y="302781"/>
                  </a:lnTo>
                  <a:lnTo>
                    <a:pt x="4143392" y="302781"/>
                  </a:lnTo>
                  <a:lnTo>
                    <a:pt x="4143392" y="186527"/>
                  </a:lnTo>
                  <a:lnTo>
                    <a:pt x="4202528" y="186527"/>
                  </a:lnTo>
                  <a:lnTo>
                    <a:pt x="4202528" y="128433"/>
                  </a:lnTo>
                  <a:cubicBezTo>
                    <a:pt x="4202528" y="44808"/>
                    <a:pt x="4246360" y="2019"/>
                    <a:pt x="4348350" y="2019"/>
                  </a:cubicBezTo>
                  <a:cubicBezTo>
                    <a:pt x="4380980" y="2019"/>
                    <a:pt x="4407487" y="8141"/>
                    <a:pt x="4437055" y="16282"/>
                  </a:cubicBezTo>
                  <a:close/>
                  <a:moveTo>
                    <a:pt x="2957602" y="527083"/>
                  </a:moveTo>
                  <a:lnTo>
                    <a:pt x="2940278" y="649458"/>
                  </a:lnTo>
                  <a:cubicBezTo>
                    <a:pt x="2915790" y="668802"/>
                    <a:pt x="2873001" y="677984"/>
                    <a:pt x="2843433" y="677984"/>
                  </a:cubicBezTo>
                  <a:cubicBezTo>
                    <a:pt x="2770033" y="677984"/>
                    <a:pt x="2712916" y="622951"/>
                    <a:pt x="2712916" y="535224"/>
                  </a:cubicBezTo>
                  <a:lnTo>
                    <a:pt x="2712916" y="301739"/>
                  </a:lnTo>
                  <a:lnTo>
                    <a:pt x="2629291" y="301739"/>
                  </a:lnTo>
                  <a:lnTo>
                    <a:pt x="2629291" y="186527"/>
                  </a:lnTo>
                  <a:lnTo>
                    <a:pt x="2712916" y="186527"/>
                  </a:lnTo>
                  <a:lnTo>
                    <a:pt x="2712916" y="61155"/>
                  </a:lnTo>
                  <a:lnTo>
                    <a:pt x="2833208" y="0"/>
                  </a:lnTo>
                  <a:lnTo>
                    <a:pt x="2833208" y="186592"/>
                  </a:lnTo>
                  <a:lnTo>
                    <a:pt x="2945358" y="186592"/>
                  </a:lnTo>
                  <a:lnTo>
                    <a:pt x="2945358" y="301804"/>
                  </a:lnTo>
                  <a:lnTo>
                    <a:pt x="2833208" y="301804"/>
                  </a:lnTo>
                  <a:lnTo>
                    <a:pt x="2833208" y="503701"/>
                  </a:lnTo>
                  <a:cubicBezTo>
                    <a:pt x="2833208" y="545514"/>
                    <a:pt x="2850532" y="560819"/>
                    <a:pt x="2880100" y="560819"/>
                  </a:cubicBezTo>
                  <a:cubicBezTo>
                    <a:pt x="2909668" y="560819"/>
                    <a:pt x="2938194" y="545514"/>
                    <a:pt x="2957602" y="527148"/>
                  </a:cubicBezTo>
                  <a:close/>
                  <a:moveTo>
                    <a:pt x="2397891" y="426134"/>
                  </a:moveTo>
                  <a:cubicBezTo>
                    <a:pt x="2397891" y="441439"/>
                    <a:pt x="2396849" y="460782"/>
                    <a:pt x="2395872" y="467946"/>
                  </a:cubicBezTo>
                  <a:lnTo>
                    <a:pt x="2114453" y="467946"/>
                  </a:lnTo>
                  <a:cubicBezTo>
                    <a:pt x="2119533" y="535224"/>
                    <a:pt x="2166425" y="562773"/>
                    <a:pt x="2218462" y="562773"/>
                  </a:cubicBezTo>
                  <a:cubicBezTo>
                    <a:pt x="2249073" y="562773"/>
                    <a:pt x="2276557" y="553590"/>
                    <a:pt x="2301045" y="529102"/>
                  </a:cubicBezTo>
                  <a:lnTo>
                    <a:pt x="2386689" y="601459"/>
                  </a:lnTo>
                  <a:cubicBezTo>
                    <a:pt x="2346895" y="654473"/>
                    <a:pt x="2274538" y="677919"/>
                    <a:pt x="2210321" y="677919"/>
                  </a:cubicBezTo>
                  <a:cubicBezTo>
                    <a:pt x="2072705" y="677919"/>
                    <a:pt x="1991100" y="569872"/>
                    <a:pt x="1991100" y="429130"/>
                  </a:cubicBezTo>
                  <a:cubicBezTo>
                    <a:pt x="1991100" y="288388"/>
                    <a:pt x="2079804" y="176302"/>
                    <a:pt x="2205176" y="176302"/>
                  </a:cubicBezTo>
                  <a:cubicBezTo>
                    <a:pt x="2339731" y="176302"/>
                    <a:pt x="2397891" y="298678"/>
                    <a:pt x="2397891" y="426069"/>
                  </a:cubicBezTo>
                  <a:close/>
                  <a:moveTo>
                    <a:pt x="2116472" y="374162"/>
                  </a:moveTo>
                  <a:lnTo>
                    <a:pt x="2287759" y="374162"/>
                  </a:lnTo>
                  <a:cubicBezTo>
                    <a:pt x="2282679" y="320105"/>
                    <a:pt x="2251027" y="283438"/>
                    <a:pt x="2199054" y="283438"/>
                  </a:cubicBezTo>
                  <a:cubicBezTo>
                    <a:pt x="2144021" y="283438"/>
                    <a:pt x="2119533" y="334433"/>
                    <a:pt x="2116472" y="374162"/>
                  </a:cubicBezTo>
                  <a:close/>
                  <a:moveTo>
                    <a:pt x="1933982" y="428218"/>
                  </a:moveTo>
                  <a:cubicBezTo>
                    <a:pt x="1933982" y="551571"/>
                    <a:pt x="1882987" y="677984"/>
                    <a:pt x="1746413" y="677984"/>
                  </a:cubicBezTo>
                  <a:cubicBezTo>
                    <a:pt x="1693399" y="677984"/>
                    <a:pt x="1660769" y="658642"/>
                    <a:pt x="1639342" y="638191"/>
                  </a:cubicBezTo>
                  <a:lnTo>
                    <a:pt x="1639342" y="784990"/>
                  </a:lnTo>
                  <a:lnTo>
                    <a:pt x="1519050" y="845169"/>
                  </a:lnTo>
                  <a:lnTo>
                    <a:pt x="1519050" y="186527"/>
                  </a:lnTo>
                  <a:lnTo>
                    <a:pt x="1639342" y="186527"/>
                  </a:lnTo>
                  <a:lnTo>
                    <a:pt x="1639342" y="219157"/>
                  </a:lnTo>
                  <a:cubicBezTo>
                    <a:pt x="1670929" y="190630"/>
                    <a:pt x="1703559" y="176367"/>
                    <a:pt x="1748432" y="176367"/>
                  </a:cubicBezTo>
                  <a:cubicBezTo>
                    <a:pt x="1877907" y="176367"/>
                    <a:pt x="1933982" y="298743"/>
                    <a:pt x="1933982" y="428218"/>
                  </a:cubicBezTo>
                  <a:close/>
                  <a:moveTo>
                    <a:pt x="1809587" y="434340"/>
                  </a:moveTo>
                  <a:cubicBezTo>
                    <a:pt x="1809587" y="364002"/>
                    <a:pt x="1791221" y="292621"/>
                    <a:pt x="1718864" y="292621"/>
                  </a:cubicBezTo>
                  <a:cubicBezTo>
                    <a:pt x="1685193" y="292621"/>
                    <a:pt x="1658685" y="307926"/>
                    <a:pt x="1639342" y="335410"/>
                  </a:cubicBezTo>
                  <a:lnTo>
                    <a:pt x="1639342" y="518942"/>
                  </a:lnTo>
                  <a:cubicBezTo>
                    <a:pt x="1658685" y="546491"/>
                    <a:pt x="1691315" y="562773"/>
                    <a:pt x="1726028" y="562773"/>
                  </a:cubicBezTo>
                  <a:cubicBezTo>
                    <a:pt x="1793305" y="562773"/>
                    <a:pt x="1809652" y="501618"/>
                    <a:pt x="1809652" y="434340"/>
                  </a:cubicBezTo>
                  <a:close/>
                  <a:moveTo>
                    <a:pt x="1435426" y="667825"/>
                  </a:moveTo>
                  <a:lnTo>
                    <a:pt x="1315134" y="667825"/>
                  </a:lnTo>
                  <a:lnTo>
                    <a:pt x="1315134" y="634153"/>
                  </a:lnTo>
                  <a:cubicBezTo>
                    <a:pt x="1286608" y="662680"/>
                    <a:pt x="1249876" y="677984"/>
                    <a:pt x="1202983" y="677984"/>
                  </a:cubicBezTo>
                  <a:cubicBezTo>
                    <a:pt x="1108157" y="677984"/>
                    <a:pt x="1033715" y="616829"/>
                    <a:pt x="1033715" y="510800"/>
                  </a:cubicBezTo>
                  <a:cubicBezTo>
                    <a:pt x="1033715" y="404772"/>
                    <a:pt x="1106072" y="348696"/>
                    <a:pt x="1221284" y="348696"/>
                  </a:cubicBezTo>
                  <a:cubicBezTo>
                    <a:pt x="1251894" y="348696"/>
                    <a:pt x="1283482" y="352799"/>
                    <a:pt x="1315069" y="368040"/>
                  </a:cubicBezTo>
                  <a:lnTo>
                    <a:pt x="1315069" y="342574"/>
                  </a:lnTo>
                  <a:cubicBezTo>
                    <a:pt x="1315069" y="297701"/>
                    <a:pt x="1285501" y="279335"/>
                    <a:pt x="1232486" y="279335"/>
                  </a:cubicBezTo>
                  <a:cubicBezTo>
                    <a:pt x="1194777" y="279335"/>
                    <a:pt x="1159087" y="288518"/>
                    <a:pt x="1121378" y="310922"/>
                  </a:cubicBezTo>
                  <a:lnTo>
                    <a:pt x="1073443" y="225278"/>
                  </a:lnTo>
                  <a:cubicBezTo>
                    <a:pt x="1125416" y="192649"/>
                    <a:pt x="1175369" y="176367"/>
                    <a:pt x="1239650" y="176367"/>
                  </a:cubicBezTo>
                  <a:cubicBezTo>
                    <a:pt x="1360984" y="176367"/>
                    <a:pt x="1435426" y="235503"/>
                    <a:pt x="1435426" y="344593"/>
                  </a:cubicBezTo>
                  <a:lnTo>
                    <a:pt x="1435426" y="667759"/>
                  </a:lnTo>
                  <a:close/>
                  <a:moveTo>
                    <a:pt x="1315134" y="527083"/>
                  </a:moveTo>
                  <a:lnTo>
                    <a:pt x="1315134" y="465927"/>
                  </a:lnTo>
                  <a:cubicBezTo>
                    <a:pt x="1290646" y="450622"/>
                    <a:pt x="1259059" y="445542"/>
                    <a:pt x="1234570" y="445542"/>
                  </a:cubicBezTo>
                  <a:cubicBezTo>
                    <a:pt x="1181556" y="445542"/>
                    <a:pt x="1156091" y="468988"/>
                    <a:pt x="1156091" y="507740"/>
                  </a:cubicBezTo>
                  <a:cubicBezTo>
                    <a:pt x="1156091" y="544472"/>
                    <a:pt x="1179537" y="574040"/>
                    <a:pt x="1224410" y="574040"/>
                  </a:cubicBezTo>
                  <a:cubicBezTo>
                    <a:pt x="1247857" y="574040"/>
                    <a:pt x="1288627" y="565899"/>
                    <a:pt x="1315134" y="527148"/>
                  </a:cubicBezTo>
                  <a:close/>
                  <a:moveTo>
                    <a:pt x="967480" y="667825"/>
                  </a:moveTo>
                  <a:lnTo>
                    <a:pt x="847188" y="667825"/>
                  </a:lnTo>
                  <a:lnTo>
                    <a:pt x="847188" y="405814"/>
                  </a:lnTo>
                  <a:cubicBezTo>
                    <a:pt x="847188" y="340555"/>
                    <a:pt x="832925" y="292621"/>
                    <a:pt x="765647" y="292621"/>
                  </a:cubicBezTo>
                  <a:cubicBezTo>
                    <a:pt x="698370" y="292621"/>
                    <a:pt x="683065" y="336452"/>
                    <a:pt x="683065" y="402753"/>
                  </a:cubicBezTo>
                  <a:lnTo>
                    <a:pt x="683065" y="667825"/>
                  </a:lnTo>
                  <a:lnTo>
                    <a:pt x="562773" y="667825"/>
                  </a:lnTo>
                  <a:lnTo>
                    <a:pt x="562773" y="61221"/>
                  </a:lnTo>
                  <a:lnTo>
                    <a:pt x="683065" y="65"/>
                  </a:lnTo>
                  <a:lnTo>
                    <a:pt x="683065" y="220264"/>
                  </a:lnTo>
                  <a:cubicBezTo>
                    <a:pt x="709572" y="193756"/>
                    <a:pt x="742201" y="176432"/>
                    <a:pt x="796258" y="176432"/>
                  </a:cubicBezTo>
                  <a:cubicBezTo>
                    <a:pt x="923713" y="176432"/>
                    <a:pt x="967545" y="274320"/>
                    <a:pt x="967545" y="396631"/>
                  </a:cubicBezTo>
                  <a:lnTo>
                    <a:pt x="967545" y="667825"/>
                  </a:lnTo>
                  <a:close/>
                  <a:moveTo>
                    <a:pt x="496472" y="475110"/>
                  </a:moveTo>
                  <a:cubicBezTo>
                    <a:pt x="496472" y="619890"/>
                    <a:pt x="386341" y="677984"/>
                    <a:pt x="255889" y="677984"/>
                  </a:cubicBezTo>
                  <a:cubicBezTo>
                    <a:pt x="162104" y="677984"/>
                    <a:pt x="58094" y="648416"/>
                    <a:pt x="0" y="562773"/>
                  </a:cubicBezTo>
                  <a:lnTo>
                    <a:pt x="89747" y="483251"/>
                  </a:lnTo>
                  <a:cubicBezTo>
                    <a:pt x="131559" y="533205"/>
                    <a:pt x="191672" y="556651"/>
                    <a:pt x="252893" y="556651"/>
                  </a:cubicBezTo>
                  <a:cubicBezTo>
                    <a:pt x="325250" y="556651"/>
                    <a:pt x="367063" y="524022"/>
                    <a:pt x="367063" y="478171"/>
                  </a:cubicBezTo>
                  <a:cubicBezTo>
                    <a:pt x="367063" y="459805"/>
                    <a:pt x="359899" y="441439"/>
                    <a:pt x="329353" y="426199"/>
                  </a:cubicBezTo>
                  <a:cubicBezTo>
                    <a:pt x="306949" y="414997"/>
                    <a:pt x="279400" y="407833"/>
                    <a:pt x="225344" y="394612"/>
                  </a:cubicBezTo>
                  <a:cubicBezTo>
                    <a:pt x="191672" y="386471"/>
                    <a:pt x="122376" y="370124"/>
                    <a:pt x="79522" y="335475"/>
                  </a:cubicBezTo>
                  <a:cubicBezTo>
                    <a:pt x="36732" y="300827"/>
                    <a:pt x="24488" y="250874"/>
                    <a:pt x="24488" y="207042"/>
                  </a:cubicBezTo>
                  <a:cubicBezTo>
                    <a:pt x="24488" y="71445"/>
                    <a:pt x="140742" y="16412"/>
                    <a:pt x="254912" y="16412"/>
                  </a:cubicBezTo>
                  <a:cubicBezTo>
                    <a:pt x="353776" y="16412"/>
                    <a:pt x="425157" y="57182"/>
                    <a:pt x="482274" y="115277"/>
                  </a:cubicBezTo>
                  <a:lnTo>
                    <a:pt x="392528" y="202939"/>
                  </a:lnTo>
                  <a:cubicBezTo>
                    <a:pt x="350715" y="161127"/>
                    <a:pt x="309945" y="137681"/>
                    <a:pt x="246706" y="137681"/>
                  </a:cubicBezTo>
                  <a:cubicBezTo>
                    <a:pt x="192649" y="137681"/>
                    <a:pt x="152921" y="155005"/>
                    <a:pt x="152921" y="199878"/>
                  </a:cubicBezTo>
                  <a:cubicBezTo>
                    <a:pt x="152921" y="219221"/>
                    <a:pt x="160085" y="232508"/>
                    <a:pt x="179428" y="243710"/>
                  </a:cubicBezTo>
                  <a:cubicBezTo>
                    <a:pt x="201832" y="255954"/>
                    <a:pt x="233485" y="265137"/>
                    <a:pt x="282396" y="277381"/>
                  </a:cubicBezTo>
                  <a:cubicBezTo>
                    <a:pt x="340490" y="292686"/>
                    <a:pt x="394547" y="305907"/>
                    <a:pt x="438378" y="341598"/>
                  </a:cubicBezTo>
                  <a:cubicBezTo>
                    <a:pt x="477129" y="373185"/>
                    <a:pt x="496472" y="414997"/>
                    <a:pt x="496472" y="475176"/>
                  </a:cubicBezTo>
                  <a:close/>
                  <a:moveTo>
                    <a:pt x="6100885" y="208996"/>
                  </a:moveTo>
                  <a:lnTo>
                    <a:pt x="6051778" y="329288"/>
                  </a:lnTo>
                  <a:cubicBezTo>
                    <a:pt x="6033413" y="311964"/>
                    <a:pt x="6011985" y="299720"/>
                    <a:pt x="5982482" y="299720"/>
                  </a:cubicBezTo>
                  <a:cubicBezTo>
                    <a:pt x="5925365" y="299720"/>
                    <a:pt x="5911232" y="347654"/>
                    <a:pt x="5911232" y="405749"/>
                  </a:cubicBezTo>
                  <a:lnTo>
                    <a:pt x="5911232" y="667759"/>
                  </a:lnTo>
                  <a:lnTo>
                    <a:pt x="5790940" y="667759"/>
                  </a:lnTo>
                  <a:lnTo>
                    <a:pt x="5790940" y="186527"/>
                  </a:lnTo>
                  <a:lnTo>
                    <a:pt x="5911232" y="186527"/>
                  </a:lnTo>
                  <a:lnTo>
                    <a:pt x="5911232" y="220198"/>
                  </a:lnTo>
                  <a:cubicBezTo>
                    <a:pt x="5938781" y="192649"/>
                    <a:pt x="5973429" y="176367"/>
                    <a:pt x="6012181" y="176367"/>
                  </a:cubicBezTo>
                  <a:cubicBezTo>
                    <a:pt x="6045852" y="176367"/>
                    <a:pt x="6075420" y="186592"/>
                    <a:pt x="6100885" y="208996"/>
                  </a:cubicBezTo>
                  <a:close/>
                </a:path>
              </a:pathLst>
            </a:custGeom>
            <a:solidFill>
              <a:srgbClr val="FFFFFF"/>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grpSp>
    </p:spTree>
    <p:extLst>
      <p:ext uri="{BB962C8B-B14F-4D97-AF65-F5344CB8AC3E}">
        <p14:creationId xmlns:p14="http://schemas.microsoft.com/office/powerpoint/2010/main" val="149630281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Title Slide Spectrum 3">
    <p:spTree>
      <p:nvGrpSpPr>
        <p:cNvPr id="1" name=""/>
        <p:cNvGrpSpPr/>
        <p:nvPr/>
      </p:nvGrpSpPr>
      <p:grpSpPr>
        <a:xfrm>
          <a:off x="0" y="0"/>
          <a:ext cx="0" cy="0"/>
          <a:chOff x="0" y="0"/>
          <a:chExt cx="0" cy="0"/>
        </a:xfrm>
      </p:grpSpPr>
      <p:pic>
        <p:nvPicPr>
          <p:cNvPr id="3" name="Picture 2" descr="A colorful light in the dark&#10;&#10;Description automatically generated">
            <a:extLst>
              <a:ext uri="{FF2B5EF4-FFF2-40B4-BE49-F238E27FC236}">
                <a16:creationId xmlns:a16="http://schemas.microsoft.com/office/drawing/2014/main" id="{76F31E31-25A6-21A9-5DF2-0E1AA48A3DFC}"/>
              </a:ext>
            </a:extLst>
          </p:cNvPr>
          <p:cNvPicPr>
            <a:picLocks/>
          </p:cNvPicPr>
          <p:nvPr userDrawn="1"/>
        </p:nvPicPr>
        <p:blipFill>
          <a:blip r:embed="rId2">
            <a:extLst>
              <a:ext uri="{28A0092B-C50C-407E-A947-70E740481C1C}">
                <a14:useLocalDpi xmlns:a14="http://schemas.microsoft.com/office/drawing/2010/main" val="0"/>
              </a:ext>
            </a:extLst>
          </a:blip>
          <a:stretch>
            <a:fillRect/>
          </a:stretch>
        </p:blipFill>
        <p:spPr bwMode="hidden">
          <a:xfrm>
            <a:off x="0" y="0"/>
            <a:ext cx="12193200" cy="6858000"/>
          </a:xfrm>
          <a:prstGeom prst="rect">
            <a:avLst/>
          </a:prstGeom>
        </p:spPr>
      </p:pic>
      <p:grpSp>
        <p:nvGrpSpPr>
          <p:cNvPr id="4" name="Group 3">
            <a:extLst>
              <a:ext uri="{FF2B5EF4-FFF2-40B4-BE49-F238E27FC236}">
                <a16:creationId xmlns:a16="http://schemas.microsoft.com/office/drawing/2014/main" id="{3450C8DF-4702-5EBD-26CC-DEBD6800743F}"/>
              </a:ext>
            </a:extLst>
          </p:cNvPr>
          <p:cNvGrpSpPr/>
          <p:nvPr userDrawn="1"/>
        </p:nvGrpSpPr>
        <p:grpSpPr>
          <a:xfrm>
            <a:off x="485775" y="6164633"/>
            <a:ext cx="4940935" cy="318770"/>
            <a:chOff x="485775" y="6164633"/>
            <a:chExt cx="4940935" cy="318770"/>
          </a:xfrm>
        </p:grpSpPr>
        <p:sp>
          <p:nvSpPr>
            <p:cNvPr id="24" name="Freeform 23">
              <a:extLst>
                <a:ext uri="{FF2B5EF4-FFF2-40B4-BE49-F238E27FC236}">
                  <a16:creationId xmlns:a16="http://schemas.microsoft.com/office/drawing/2014/main" id="{BDF3ED9A-57E4-25C5-BC4E-AC1C77798191}"/>
                </a:ext>
              </a:extLst>
            </p:cNvPr>
            <p:cNvSpPr/>
            <p:nvPr userDrawn="1"/>
          </p:nvSpPr>
          <p:spPr>
            <a:xfrm>
              <a:off x="485775" y="6164633"/>
              <a:ext cx="405765" cy="81280"/>
            </a:xfrm>
            <a:custGeom>
              <a:avLst/>
              <a:gdLst>
                <a:gd name="connsiteX0" fmla="*/ 324485 w 405765"/>
                <a:gd name="connsiteY0" fmla="*/ 0 h 81280"/>
                <a:gd name="connsiteX1" fmla="*/ 405765 w 405765"/>
                <a:gd name="connsiteY1" fmla="*/ 0 h 81280"/>
                <a:gd name="connsiteX2" fmla="*/ 405765 w 405765"/>
                <a:gd name="connsiteY2" fmla="*/ 81280 h 81280"/>
                <a:gd name="connsiteX3" fmla="*/ 324485 w 405765"/>
                <a:gd name="connsiteY3" fmla="*/ 81280 h 81280"/>
                <a:gd name="connsiteX4" fmla="*/ 161925 w 405765"/>
                <a:gd name="connsiteY4" fmla="*/ 0 h 81280"/>
                <a:gd name="connsiteX5" fmla="*/ 243205 w 405765"/>
                <a:gd name="connsiteY5" fmla="*/ 0 h 81280"/>
                <a:gd name="connsiteX6" fmla="*/ 243205 w 405765"/>
                <a:gd name="connsiteY6" fmla="*/ 81280 h 81280"/>
                <a:gd name="connsiteX7" fmla="*/ 161925 w 405765"/>
                <a:gd name="connsiteY7" fmla="*/ 81280 h 81280"/>
                <a:gd name="connsiteX8" fmla="*/ 0 w 405765"/>
                <a:gd name="connsiteY8" fmla="*/ 0 h 81280"/>
                <a:gd name="connsiteX9" fmla="*/ 81280 w 405765"/>
                <a:gd name="connsiteY9" fmla="*/ 0 h 81280"/>
                <a:gd name="connsiteX10" fmla="*/ 81280 w 405765"/>
                <a:gd name="connsiteY10" fmla="*/ 81280 h 81280"/>
                <a:gd name="connsiteX11" fmla="*/ 0 w 405765"/>
                <a:gd name="connsiteY11" fmla="*/ 81280 h 81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05765" h="81280">
                  <a:moveTo>
                    <a:pt x="324485" y="0"/>
                  </a:moveTo>
                  <a:lnTo>
                    <a:pt x="405765" y="0"/>
                  </a:lnTo>
                  <a:lnTo>
                    <a:pt x="405765" y="81280"/>
                  </a:lnTo>
                  <a:lnTo>
                    <a:pt x="324485" y="81280"/>
                  </a:lnTo>
                  <a:close/>
                  <a:moveTo>
                    <a:pt x="161925" y="0"/>
                  </a:moveTo>
                  <a:lnTo>
                    <a:pt x="243205" y="0"/>
                  </a:lnTo>
                  <a:lnTo>
                    <a:pt x="243205" y="81280"/>
                  </a:lnTo>
                  <a:lnTo>
                    <a:pt x="161925" y="81280"/>
                  </a:lnTo>
                  <a:close/>
                  <a:moveTo>
                    <a:pt x="0" y="0"/>
                  </a:moveTo>
                  <a:lnTo>
                    <a:pt x="81280" y="0"/>
                  </a:lnTo>
                  <a:lnTo>
                    <a:pt x="81280" y="81280"/>
                  </a:lnTo>
                  <a:lnTo>
                    <a:pt x="0" y="81280"/>
                  </a:lnTo>
                  <a:close/>
                </a:path>
              </a:pathLst>
            </a:custGeom>
            <a:solidFill>
              <a:srgbClr val="FFE600"/>
            </a:solidFill>
            <a:ln w="63500" cap="flat">
              <a:noFill/>
              <a:prstDash val="solid"/>
              <a:miter/>
            </a:ln>
          </p:spPr>
          <p:txBody>
            <a:bodyPr rtlCol="0" anchor="ctr"/>
            <a:lstStyle/>
            <a:p>
              <a:endParaRPr lang="en-US"/>
            </a:p>
          </p:txBody>
        </p:sp>
        <p:sp>
          <p:nvSpPr>
            <p:cNvPr id="25" name="Freeform 24">
              <a:extLst>
                <a:ext uri="{FF2B5EF4-FFF2-40B4-BE49-F238E27FC236}">
                  <a16:creationId xmlns:a16="http://schemas.microsoft.com/office/drawing/2014/main" id="{F8AD9B21-63CE-8D03-9802-DB2391C6BC13}"/>
                </a:ext>
              </a:extLst>
            </p:cNvPr>
            <p:cNvSpPr/>
            <p:nvPr userDrawn="1"/>
          </p:nvSpPr>
          <p:spPr bwMode="black">
            <a:xfrm>
              <a:off x="485779" y="6344974"/>
              <a:ext cx="4940931" cy="138429"/>
            </a:xfrm>
            <a:custGeom>
              <a:avLst/>
              <a:gdLst>
                <a:gd name="connsiteX0" fmla="*/ 1032512 w 4940931"/>
                <a:gd name="connsiteY0" fmla="*/ 137477 h 138429"/>
                <a:gd name="connsiteX1" fmla="*/ 1032512 w 4940931"/>
                <a:gd name="connsiteY1" fmla="*/ 137794 h 138429"/>
                <a:gd name="connsiteX2" fmla="*/ 1030607 w 4940931"/>
                <a:gd name="connsiteY2" fmla="*/ 138429 h 138429"/>
                <a:gd name="connsiteX3" fmla="*/ 4929501 w 4940931"/>
                <a:gd name="connsiteY3" fmla="*/ 87629 h 138429"/>
                <a:gd name="connsiteX4" fmla="*/ 4933946 w 4940931"/>
                <a:gd name="connsiteY4" fmla="*/ 88264 h 138429"/>
                <a:gd name="connsiteX5" fmla="*/ 4937756 w 4940931"/>
                <a:gd name="connsiteY5" fmla="*/ 90804 h 138429"/>
                <a:gd name="connsiteX6" fmla="*/ 4940296 w 4940931"/>
                <a:gd name="connsiteY6" fmla="*/ 94614 h 138429"/>
                <a:gd name="connsiteX7" fmla="*/ 4940931 w 4940931"/>
                <a:gd name="connsiteY7" fmla="*/ 99059 h 138429"/>
                <a:gd name="connsiteX8" fmla="*/ 4940296 w 4940931"/>
                <a:gd name="connsiteY8" fmla="*/ 103504 h 138429"/>
                <a:gd name="connsiteX9" fmla="*/ 4937756 w 4940931"/>
                <a:gd name="connsiteY9" fmla="*/ 107314 h 138429"/>
                <a:gd name="connsiteX10" fmla="*/ 4933946 w 4940931"/>
                <a:gd name="connsiteY10" fmla="*/ 109854 h 138429"/>
                <a:gd name="connsiteX11" fmla="*/ 4929501 w 4940931"/>
                <a:gd name="connsiteY11" fmla="*/ 110489 h 138429"/>
                <a:gd name="connsiteX12" fmla="*/ 4925056 w 4940931"/>
                <a:gd name="connsiteY12" fmla="*/ 109854 h 138429"/>
                <a:gd name="connsiteX13" fmla="*/ 4921246 w 4940931"/>
                <a:gd name="connsiteY13" fmla="*/ 107314 h 138429"/>
                <a:gd name="connsiteX14" fmla="*/ 4918706 w 4940931"/>
                <a:gd name="connsiteY14" fmla="*/ 103504 h 138429"/>
                <a:gd name="connsiteX15" fmla="*/ 4918071 w 4940931"/>
                <a:gd name="connsiteY15" fmla="*/ 99059 h 138429"/>
                <a:gd name="connsiteX16" fmla="*/ 4918706 w 4940931"/>
                <a:gd name="connsiteY16" fmla="*/ 94614 h 138429"/>
                <a:gd name="connsiteX17" fmla="*/ 4921246 w 4940931"/>
                <a:gd name="connsiteY17" fmla="*/ 90804 h 138429"/>
                <a:gd name="connsiteX18" fmla="*/ 4925056 w 4940931"/>
                <a:gd name="connsiteY18" fmla="*/ 88264 h 138429"/>
                <a:gd name="connsiteX19" fmla="*/ 4929501 w 4940931"/>
                <a:gd name="connsiteY19" fmla="*/ 87629 h 138429"/>
                <a:gd name="connsiteX20" fmla="*/ 3079110 w 4940931"/>
                <a:gd name="connsiteY20" fmla="*/ 87629 h 138429"/>
                <a:gd name="connsiteX21" fmla="*/ 3083555 w 4940931"/>
                <a:gd name="connsiteY21" fmla="*/ 88264 h 138429"/>
                <a:gd name="connsiteX22" fmla="*/ 3087365 w 4940931"/>
                <a:gd name="connsiteY22" fmla="*/ 90804 h 138429"/>
                <a:gd name="connsiteX23" fmla="*/ 3089905 w 4940931"/>
                <a:gd name="connsiteY23" fmla="*/ 94614 h 138429"/>
                <a:gd name="connsiteX24" fmla="*/ 3090540 w 4940931"/>
                <a:gd name="connsiteY24" fmla="*/ 99059 h 138429"/>
                <a:gd name="connsiteX25" fmla="*/ 3089905 w 4940931"/>
                <a:gd name="connsiteY25" fmla="*/ 103504 h 138429"/>
                <a:gd name="connsiteX26" fmla="*/ 3087365 w 4940931"/>
                <a:gd name="connsiteY26" fmla="*/ 107314 h 138429"/>
                <a:gd name="connsiteX27" fmla="*/ 3083555 w 4940931"/>
                <a:gd name="connsiteY27" fmla="*/ 109854 h 138429"/>
                <a:gd name="connsiteX28" fmla="*/ 3079110 w 4940931"/>
                <a:gd name="connsiteY28" fmla="*/ 110489 h 138429"/>
                <a:gd name="connsiteX29" fmla="*/ 3074665 w 4940931"/>
                <a:gd name="connsiteY29" fmla="*/ 109854 h 138429"/>
                <a:gd name="connsiteX30" fmla="*/ 3070855 w 4940931"/>
                <a:gd name="connsiteY30" fmla="*/ 107314 h 138429"/>
                <a:gd name="connsiteX31" fmla="*/ 3068315 w 4940931"/>
                <a:gd name="connsiteY31" fmla="*/ 103504 h 138429"/>
                <a:gd name="connsiteX32" fmla="*/ 3067680 w 4940931"/>
                <a:gd name="connsiteY32" fmla="*/ 99059 h 138429"/>
                <a:gd name="connsiteX33" fmla="*/ 3068315 w 4940931"/>
                <a:gd name="connsiteY33" fmla="*/ 94614 h 138429"/>
                <a:gd name="connsiteX34" fmla="*/ 3070855 w 4940931"/>
                <a:gd name="connsiteY34" fmla="*/ 90804 h 138429"/>
                <a:gd name="connsiteX35" fmla="*/ 3074665 w 4940931"/>
                <a:gd name="connsiteY35" fmla="*/ 88264 h 138429"/>
                <a:gd name="connsiteX36" fmla="*/ 3079110 w 4940931"/>
                <a:gd name="connsiteY36" fmla="*/ 87629 h 138429"/>
                <a:gd name="connsiteX37" fmla="*/ 1565275 w 4940931"/>
                <a:gd name="connsiteY37" fmla="*/ 87629 h 138429"/>
                <a:gd name="connsiteX38" fmla="*/ 1569720 w 4940931"/>
                <a:gd name="connsiteY38" fmla="*/ 88264 h 138429"/>
                <a:gd name="connsiteX39" fmla="*/ 1573529 w 4940931"/>
                <a:gd name="connsiteY39" fmla="*/ 90804 h 138429"/>
                <a:gd name="connsiteX40" fmla="*/ 1576069 w 4940931"/>
                <a:gd name="connsiteY40" fmla="*/ 94614 h 138429"/>
                <a:gd name="connsiteX41" fmla="*/ 1576705 w 4940931"/>
                <a:gd name="connsiteY41" fmla="*/ 99059 h 138429"/>
                <a:gd name="connsiteX42" fmla="*/ 1576069 w 4940931"/>
                <a:gd name="connsiteY42" fmla="*/ 103504 h 138429"/>
                <a:gd name="connsiteX43" fmla="*/ 1573529 w 4940931"/>
                <a:gd name="connsiteY43" fmla="*/ 107314 h 138429"/>
                <a:gd name="connsiteX44" fmla="*/ 1569720 w 4940931"/>
                <a:gd name="connsiteY44" fmla="*/ 109854 h 138429"/>
                <a:gd name="connsiteX45" fmla="*/ 1565275 w 4940931"/>
                <a:gd name="connsiteY45" fmla="*/ 110489 h 138429"/>
                <a:gd name="connsiteX46" fmla="*/ 1560830 w 4940931"/>
                <a:gd name="connsiteY46" fmla="*/ 109854 h 138429"/>
                <a:gd name="connsiteX47" fmla="*/ 1557020 w 4940931"/>
                <a:gd name="connsiteY47" fmla="*/ 107314 h 138429"/>
                <a:gd name="connsiteX48" fmla="*/ 1554479 w 4940931"/>
                <a:gd name="connsiteY48" fmla="*/ 103504 h 138429"/>
                <a:gd name="connsiteX49" fmla="*/ 1553844 w 4940931"/>
                <a:gd name="connsiteY49" fmla="*/ 99059 h 138429"/>
                <a:gd name="connsiteX50" fmla="*/ 1554479 w 4940931"/>
                <a:gd name="connsiteY50" fmla="*/ 94614 h 138429"/>
                <a:gd name="connsiteX51" fmla="*/ 1557020 w 4940931"/>
                <a:gd name="connsiteY51" fmla="*/ 90804 h 138429"/>
                <a:gd name="connsiteX52" fmla="*/ 1560830 w 4940931"/>
                <a:gd name="connsiteY52" fmla="*/ 88264 h 138429"/>
                <a:gd name="connsiteX53" fmla="*/ 1565275 w 4940931"/>
                <a:gd name="connsiteY53" fmla="*/ 87629 h 138429"/>
                <a:gd name="connsiteX54" fmla="*/ 2642230 w 4940931"/>
                <a:gd name="connsiteY54" fmla="*/ 73024 h 138429"/>
                <a:gd name="connsiteX55" fmla="*/ 2630800 w 4940931"/>
                <a:gd name="connsiteY55" fmla="*/ 76199 h 138429"/>
                <a:gd name="connsiteX56" fmla="*/ 2626355 w 4940931"/>
                <a:gd name="connsiteY56" fmla="*/ 84454 h 138429"/>
                <a:gd name="connsiteX57" fmla="*/ 2627625 w 4940931"/>
                <a:gd name="connsiteY57" fmla="*/ 90169 h 138429"/>
                <a:gd name="connsiteX58" fmla="*/ 2630800 w 4940931"/>
                <a:gd name="connsiteY58" fmla="*/ 93979 h 138429"/>
                <a:gd name="connsiteX59" fmla="*/ 2635245 w 4940931"/>
                <a:gd name="connsiteY59" fmla="*/ 96519 h 138429"/>
                <a:gd name="connsiteX60" fmla="*/ 2641595 w 4940931"/>
                <a:gd name="connsiteY60" fmla="*/ 97154 h 138429"/>
                <a:gd name="connsiteX61" fmla="*/ 2647310 w 4940931"/>
                <a:gd name="connsiteY61" fmla="*/ 96519 h 138429"/>
                <a:gd name="connsiteX62" fmla="*/ 2652390 w 4940931"/>
                <a:gd name="connsiteY62" fmla="*/ 93979 h 138429"/>
                <a:gd name="connsiteX63" fmla="*/ 2656835 w 4940931"/>
                <a:gd name="connsiteY63" fmla="*/ 90804 h 138429"/>
                <a:gd name="connsiteX64" fmla="*/ 2660010 w 4940931"/>
                <a:gd name="connsiteY64" fmla="*/ 86994 h 138429"/>
                <a:gd name="connsiteX65" fmla="*/ 2660010 w 4940931"/>
                <a:gd name="connsiteY65" fmla="*/ 75564 h 138429"/>
                <a:gd name="connsiteX66" fmla="*/ 2656200 w 4940931"/>
                <a:gd name="connsiteY66" fmla="*/ 74294 h 138429"/>
                <a:gd name="connsiteX67" fmla="*/ 2652390 w 4940931"/>
                <a:gd name="connsiteY67" fmla="*/ 73659 h 138429"/>
                <a:gd name="connsiteX68" fmla="*/ 2647945 w 4940931"/>
                <a:gd name="connsiteY68" fmla="*/ 73024 h 138429"/>
                <a:gd name="connsiteX69" fmla="*/ 2642230 w 4940931"/>
                <a:gd name="connsiteY69" fmla="*/ 73024 h 138429"/>
                <a:gd name="connsiteX70" fmla="*/ 4664706 w 4940931"/>
                <a:gd name="connsiteY70" fmla="*/ 43814 h 138429"/>
                <a:gd name="connsiteX71" fmla="*/ 4657086 w 4940931"/>
                <a:gd name="connsiteY71" fmla="*/ 45719 h 138429"/>
                <a:gd name="connsiteX72" fmla="*/ 4651371 w 4940931"/>
                <a:gd name="connsiteY72" fmla="*/ 50799 h 138429"/>
                <a:gd name="connsiteX73" fmla="*/ 4647561 w 4940931"/>
                <a:gd name="connsiteY73" fmla="*/ 59054 h 138429"/>
                <a:gd name="connsiteX74" fmla="*/ 4646291 w 4940931"/>
                <a:gd name="connsiteY74" fmla="*/ 69849 h 138429"/>
                <a:gd name="connsiteX75" fmla="*/ 4647561 w 4940931"/>
                <a:gd name="connsiteY75" fmla="*/ 81279 h 138429"/>
                <a:gd name="connsiteX76" fmla="*/ 4651371 w 4940931"/>
                <a:gd name="connsiteY76" fmla="*/ 89534 h 138429"/>
                <a:gd name="connsiteX77" fmla="*/ 4657721 w 4940931"/>
                <a:gd name="connsiteY77" fmla="*/ 94614 h 138429"/>
                <a:gd name="connsiteX78" fmla="*/ 4665341 w 4940931"/>
                <a:gd name="connsiteY78" fmla="*/ 96519 h 138429"/>
                <a:gd name="connsiteX79" fmla="*/ 4672961 w 4940931"/>
                <a:gd name="connsiteY79" fmla="*/ 94614 h 138429"/>
                <a:gd name="connsiteX80" fmla="*/ 4678676 w 4940931"/>
                <a:gd name="connsiteY80" fmla="*/ 88899 h 138429"/>
                <a:gd name="connsiteX81" fmla="*/ 4682486 w 4940931"/>
                <a:gd name="connsiteY81" fmla="*/ 80644 h 138429"/>
                <a:gd name="connsiteX82" fmla="*/ 4683756 w 4940931"/>
                <a:gd name="connsiteY82" fmla="*/ 70484 h 138429"/>
                <a:gd name="connsiteX83" fmla="*/ 4684391 w 4940931"/>
                <a:gd name="connsiteY83" fmla="*/ 69849 h 138429"/>
                <a:gd name="connsiteX84" fmla="*/ 4683121 w 4940931"/>
                <a:gd name="connsiteY84" fmla="*/ 59054 h 138429"/>
                <a:gd name="connsiteX85" fmla="*/ 4679311 w 4940931"/>
                <a:gd name="connsiteY85" fmla="*/ 50799 h 138429"/>
                <a:gd name="connsiteX86" fmla="*/ 4672961 w 4940931"/>
                <a:gd name="connsiteY86" fmla="*/ 45719 h 138429"/>
                <a:gd name="connsiteX87" fmla="*/ 4664706 w 4940931"/>
                <a:gd name="connsiteY87" fmla="*/ 43814 h 138429"/>
                <a:gd name="connsiteX88" fmla="*/ 4264020 w 4940931"/>
                <a:gd name="connsiteY88" fmla="*/ 43814 h 138429"/>
                <a:gd name="connsiteX89" fmla="*/ 4256400 w 4940931"/>
                <a:gd name="connsiteY89" fmla="*/ 45719 h 138429"/>
                <a:gd name="connsiteX90" fmla="*/ 4250685 w 4940931"/>
                <a:gd name="connsiteY90" fmla="*/ 50799 h 138429"/>
                <a:gd name="connsiteX91" fmla="*/ 4246875 w 4940931"/>
                <a:gd name="connsiteY91" fmla="*/ 59054 h 138429"/>
                <a:gd name="connsiteX92" fmla="*/ 4245605 w 4940931"/>
                <a:gd name="connsiteY92" fmla="*/ 69849 h 138429"/>
                <a:gd name="connsiteX93" fmla="*/ 4246875 w 4940931"/>
                <a:gd name="connsiteY93" fmla="*/ 81279 h 138429"/>
                <a:gd name="connsiteX94" fmla="*/ 4250685 w 4940931"/>
                <a:gd name="connsiteY94" fmla="*/ 89534 h 138429"/>
                <a:gd name="connsiteX95" fmla="*/ 4257035 w 4940931"/>
                <a:gd name="connsiteY95" fmla="*/ 94614 h 138429"/>
                <a:gd name="connsiteX96" fmla="*/ 4264655 w 4940931"/>
                <a:gd name="connsiteY96" fmla="*/ 96519 h 138429"/>
                <a:gd name="connsiteX97" fmla="*/ 4272275 w 4940931"/>
                <a:gd name="connsiteY97" fmla="*/ 94614 h 138429"/>
                <a:gd name="connsiteX98" fmla="*/ 4277990 w 4940931"/>
                <a:gd name="connsiteY98" fmla="*/ 88899 h 138429"/>
                <a:gd name="connsiteX99" fmla="*/ 4281800 w 4940931"/>
                <a:gd name="connsiteY99" fmla="*/ 80644 h 138429"/>
                <a:gd name="connsiteX100" fmla="*/ 4283070 w 4940931"/>
                <a:gd name="connsiteY100" fmla="*/ 70484 h 138429"/>
                <a:gd name="connsiteX101" fmla="*/ 4283705 w 4940931"/>
                <a:gd name="connsiteY101" fmla="*/ 69849 h 138429"/>
                <a:gd name="connsiteX102" fmla="*/ 4282435 w 4940931"/>
                <a:gd name="connsiteY102" fmla="*/ 59054 h 138429"/>
                <a:gd name="connsiteX103" fmla="*/ 4278625 w 4940931"/>
                <a:gd name="connsiteY103" fmla="*/ 50799 h 138429"/>
                <a:gd name="connsiteX104" fmla="*/ 4272275 w 4940931"/>
                <a:gd name="connsiteY104" fmla="*/ 45719 h 138429"/>
                <a:gd name="connsiteX105" fmla="*/ 4264020 w 4940931"/>
                <a:gd name="connsiteY105" fmla="*/ 43814 h 138429"/>
                <a:gd name="connsiteX106" fmla="*/ 1420495 w 4940931"/>
                <a:gd name="connsiteY106" fmla="*/ 43814 h 138429"/>
                <a:gd name="connsiteX107" fmla="*/ 1412875 w 4940931"/>
                <a:gd name="connsiteY107" fmla="*/ 45719 h 138429"/>
                <a:gd name="connsiteX108" fmla="*/ 1407160 w 4940931"/>
                <a:gd name="connsiteY108" fmla="*/ 50799 h 138429"/>
                <a:gd name="connsiteX109" fmla="*/ 1403350 w 4940931"/>
                <a:gd name="connsiteY109" fmla="*/ 59054 h 138429"/>
                <a:gd name="connsiteX110" fmla="*/ 1402080 w 4940931"/>
                <a:gd name="connsiteY110" fmla="*/ 69849 h 138429"/>
                <a:gd name="connsiteX111" fmla="*/ 1403350 w 4940931"/>
                <a:gd name="connsiteY111" fmla="*/ 81279 h 138429"/>
                <a:gd name="connsiteX112" fmla="*/ 1407160 w 4940931"/>
                <a:gd name="connsiteY112" fmla="*/ 89534 h 138429"/>
                <a:gd name="connsiteX113" fmla="*/ 1413510 w 4940931"/>
                <a:gd name="connsiteY113" fmla="*/ 94614 h 138429"/>
                <a:gd name="connsiteX114" fmla="*/ 1421130 w 4940931"/>
                <a:gd name="connsiteY114" fmla="*/ 96519 h 138429"/>
                <a:gd name="connsiteX115" fmla="*/ 1428750 w 4940931"/>
                <a:gd name="connsiteY115" fmla="*/ 94614 h 138429"/>
                <a:gd name="connsiteX116" fmla="*/ 1434465 w 4940931"/>
                <a:gd name="connsiteY116" fmla="*/ 88899 h 138429"/>
                <a:gd name="connsiteX117" fmla="*/ 1438275 w 4940931"/>
                <a:gd name="connsiteY117" fmla="*/ 80644 h 138429"/>
                <a:gd name="connsiteX118" fmla="*/ 1439545 w 4940931"/>
                <a:gd name="connsiteY118" fmla="*/ 70484 h 138429"/>
                <a:gd name="connsiteX119" fmla="*/ 1440180 w 4940931"/>
                <a:gd name="connsiteY119" fmla="*/ 69849 h 138429"/>
                <a:gd name="connsiteX120" fmla="*/ 1438910 w 4940931"/>
                <a:gd name="connsiteY120" fmla="*/ 59054 h 138429"/>
                <a:gd name="connsiteX121" fmla="*/ 1435100 w 4940931"/>
                <a:gd name="connsiteY121" fmla="*/ 50799 h 138429"/>
                <a:gd name="connsiteX122" fmla="*/ 1428750 w 4940931"/>
                <a:gd name="connsiteY122" fmla="*/ 45719 h 138429"/>
                <a:gd name="connsiteX123" fmla="*/ 1420495 w 4940931"/>
                <a:gd name="connsiteY123" fmla="*/ 43814 h 138429"/>
                <a:gd name="connsiteX124" fmla="*/ 4041770 w 4940931"/>
                <a:gd name="connsiteY124" fmla="*/ 43180 h 138429"/>
                <a:gd name="connsiteX125" fmla="*/ 4034785 w 4940931"/>
                <a:gd name="connsiteY125" fmla="*/ 44450 h 138429"/>
                <a:gd name="connsiteX126" fmla="*/ 4029705 w 4940931"/>
                <a:gd name="connsiteY126" fmla="*/ 48260 h 138429"/>
                <a:gd name="connsiteX127" fmla="*/ 4025895 w 4940931"/>
                <a:gd name="connsiteY127" fmla="*/ 54610 h 138429"/>
                <a:gd name="connsiteX128" fmla="*/ 4023990 w 4940931"/>
                <a:gd name="connsiteY128" fmla="*/ 62865 h 138429"/>
                <a:gd name="connsiteX129" fmla="*/ 4060185 w 4940931"/>
                <a:gd name="connsiteY129" fmla="*/ 62865 h 138429"/>
                <a:gd name="connsiteX130" fmla="*/ 4058915 w 4940931"/>
                <a:gd name="connsiteY130" fmla="*/ 55245 h 138429"/>
                <a:gd name="connsiteX131" fmla="*/ 4055740 w 4940931"/>
                <a:gd name="connsiteY131" fmla="*/ 48895 h 138429"/>
                <a:gd name="connsiteX132" fmla="*/ 4050025 w 4940931"/>
                <a:gd name="connsiteY132" fmla="*/ 44450 h 138429"/>
                <a:gd name="connsiteX133" fmla="*/ 4041770 w 4940931"/>
                <a:gd name="connsiteY133" fmla="*/ 43180 h 138429"/>
                <a:gd name="connsiteX134" fmla="*/ 3728081 w 4940931"/>
                <a:gd name="connsiteY134" fmla="*/ 43180 h 138429"/>
                <a:gd name="connsiteX135" fmla="*/ 3721096 w 4940931"/>
                <a:gd name="connsiteY135" fmla="*/ 44450 h 138429"/>
                <a:gd name="connsiteX136" fmla="*/ 3716016 w 4940931"/>
                <a:gd name="connsiteY136" fmla="*/ 48260 h 138429"/>
                <a:gd name="connsiteX137" fmla="*/ 3712206 w 4940931"/>
                <a:gd name="connsiteY137" fmla="*/ 54610 h 138429"/>
                <a:gd name="connsiteX138" fmla="*/ 3710301 w 4940931"/>
                <a:gd name="connsiteY138" fmla="*/ 62865 h 138429"/>
                <a:gd name="connsiteX139" fmla="*/ 3746496 w 4940931"/>
                <a:gd name="connsiteY139" fmla="*/ 62865 h 138429"/>
                <a:gd name="connsiteX140" fmla="*/ 3745226 w 4940931"/>
                <a:gd name="connsiteY140" fmla="*/ 55245 h 138429"/>
                <a:gd name="connsiteX141" fmla="*/ 3742051 w 4940931"/>
                <a:gd name="connsiteY141" fmla="*/ 48895 h 138429"/>
                <a:gd name="connsiteX142" fmla="*/ 3736336 w 4940931"/>
                <a:gd name="connsiteY142" fmla="*/ 44450 h 138429"/>
                <a:gd name="connsiteX143" fmla="*/ 3728081 w 4940931"/>
                <a:gd name="connsiteY143" fmla="*/ 43180 h 138429"/>
                <a:gd name="connsiteX144" fmla="*/ 3541391 w 4940931"/>
                <a:gd name="connsiteY144" fmla="*/ 43180 h 138429"/>
                <a:gd name="connsiteX145" fmla="*/ 3534406 w 4940931"/>
                <a:gd name="connsiteY145" fmla="*/ 44450 h 138429"/>
                <a:gd name="connsiteX146" fmla="*/ 3529326 w 4940931"/>
                <a:gd name="connsiteY146" fmla="*/ 48260 h 138429"/>
                <a:gd name="connsiteX147" fmla="*/ 3525516 w 4940931"/>
                <a:gd name="connsiteY147" fmla="*/ 54610 h 138429"/>
                <a:gd name="connsiteX148" fmla="*/ 3523611 w 4940931"/>
                <a:gd name="connsiteY148" fmla="*/ 62865 h 138429"/>
                <a:gd name="connsiteX149" fmla="*/ 3559806 w 4940931"/>
                <a:gd name="connsiteY149" fmla="*/ 62865 h 138429"/>
                <a:gd name="connsiteX150" fmla="*/ 3558536 w 4940931"/>
                <a:gd name="connsiteY150" fmla="*/ 55245 h 138429"/>
                <a:gd name="connsiteX151" fmla="*/ 3555361 w 4940931"/>
                <a:gd name="connsiteY151" fmla="*/ 48895 h 138429"/>
                <a:gd name="connsiteX152" fmla="*/ 3549646 w 4940931"/>
                <a:gd name="connsiteY152" fmla="*/ 44450 h 138429"/>
                <a:gd name="connsiteX153" fmla="*/ 3541391 w 4940931"/>
                <a:gd name="connsiteY153" fmla="*/ 43180 h 138429"/>
                <a:gd name="connsiteX154" fmla="*/ 3463285 w 4940931"/>
                <a:gd name="connsiteY154" fmla="*/ 43180 h 138429"/>
                <a:gd name="connsiteX155" fmla="*/ 3458205 w 4940931"/>
                <a:gd name="connsiteY155" fmla="*/ 43815 h 138429"/>
                <a:gd name="connsiteX156" fmla="*/ 3453125 w 4940931"/>
                <a:gd name="connsiteY156" fmla="*/ 45720 h 138429"/>
                <a:gd name="connsiteX157" fmla="*/ 3448680 w 4940931"/>
                <a:gd name="connsiteY157" fmla="*/ 48895 h 138429"/>
                <a:gd name="connsiteX158" fmla="*/ 3445505 w 4940931"/>
                <a:gd name="connsiteY158" fmla="*/ 52705 h 138429"/>
                <a:gd name="connsiteX159" fmla="*/ 3445505 w 4940931"/>
                <a:gd name="connsiteY159" fmla="*/ 85725 h 138429"/>
                <a:gd name="connsiteX160" fmla="*/ 3448680 w 4940931"/>
                <a:gd name="connsiteY160" fmla="*/ 89535 h 138429"/>
                <a:gd name="connsiteX161" fmla="*/ 3453125 w 4940931"/>
                <a:gd name="connsiteY161" fmla="*/ 92710 h 138429"/>
                <a:gd name="connsiteX162" fmla="*/ 3458205 w 4940931"/>
                <a:gd name="connsiteY162" fmla="*/ 95250 h 138429"/>
                <a:gd name="connsiteX163" fmla="*/ 3463920 w 4940931"/>
                <a:gd name="connsiteY163" fmla="*/ 95885 h 138429"/>
                <a:gd name="connsiteX164" fmla="*/ 3476620 w 4940931"/>
                <a:gd name="connsiteY164" fmla="*/ 89535 h 138429"/>
                <a:gd name="connsiteX165" fmla="*/ 3481065 w 4940931"/>
                <a:gd name="connsiteY165" fmla="*/ 71120 h 138429"/>
                <a:gd name="connsiteX166" fmla="*/ 3480430 w 4940931"/>
                <a:gd name="connsiteY166" fmla="*/ 71755 h 138429"/>
                <a:gd name="connsiteX167" fmla="*/ 3475985 w 4940931"/>
                <a:gd name="connsiteY167" fmla="*/ 50165 h 138429"/>
                <a:gd name="connsiteX168" fmla="*/ 3463285 w 4940931"/>
                <a:gd name="connsiteY168" fmla="*/ 43180 h 138429"/>
                <a:gd name="connsiteX169" fmla="*/ 3343271 w 4940931"/>
                <a:gd name="connsiteY169" fmla="*/ 43180 h 138429"/>
                <a:gd name="connsiteX170" fmla="*/ 3336286 w 4940931"/>
                <a:gd name="connsiteY170" fmla="*/ 44450 h 138429"/>
                <a:gd name="connsiteX171" fmla="*/ 3331206 w 4940931"/>
                <a:gd name="connsiteY171" fmla="*/ 48260 h 138429"/>
                <a:gd name="connsiteX172" fmla="*/ 3327396 w 4940931"/>
                <a:gd name="connsiteY172" fmla="*/ 54610 h 138429"/>
                <a:gd name="connsiteX173" fmla="*/ 3325491 w 4940931"/>
                <a:gd name="connsiteY173" fmla="*/ 62865 h 138429"/>
                <a:gd name="connsiteX174" fmla="*/ 3361686 w 4940931"/>
                <a:gd name="connsiteY174" fmla="*/ 62865 h 138429"/>
                <a:gd name="connsiteX175" fmla="*/ 3360416 w 4940931"/>
                <a:gd name="connsiteY175" fmla="*/ 55245 h 138429"/>
                <a:gd name="connsiteX176" fmla="*/ 3357241 w 4940931"/>
                <a:gd name="connsiteY176" fmla="*/ 48895 h 138429"/>
                <a:gd name="connsiteX177" fmla="*/ 3351526 w 4940931"/>
                <a:gd name="connsiteY177" fmla="*/ 44450 h 138429"/>
                <a:gd name="connsiteX178" fmla="*/ 3343271 w 4940931"/>
                <a:gd name="connsiteY178" fmla="*/ 43180 h 138429"/>
                <a:gd name="connsiteX179" fmla="*/ 2976876 w 4940931"/>
                <a:gd name="connsiteY179" fmla="*/ 43180 h 138429"/>
                <a:gd name="connsiteX180" fmla="*/ 2969891 w 4940931"/>
                <a:gd name="connsiteY180" fmla="*/ 44450 h 138429"/>
                <a:gd name="connsiteX181" fmla="*/ 2964811 w 4940931"/>
                <a:gd name="connsiteY181" fmla="*/ 48260 h 138429"/>
                <a:gd name="connsiteX182" fmla="*/ 2961001 w 4940931"/>
                <a:gd name="connsiteY182" fmla="*/ 54610 h 138429"/>
                <a:gd name="connsiteX183" fmla="*/ 2959096 w 4940931"/>
                <a:gd name="connsiteY183" fmla="*/ 62865 h 138429"/>
                <a:gd name="connsiteX184" fmla="*/ 2995291 w 4940931"/>
                <a:gd name="connsiteY184" fmla="*/ 62865 h 138429"/>
                <a:gd name="connsiteX185" fmla="*/ 2994021 w 4940931"/>
                <a:gd name="connsiteY185" fmla="*/ 55245 h 138429"/>
                <a:gd name="connsiteX186" fmla="*/ 2990846 w 4940931"/>
                <a:gd name="connsiteY186" fmla="*/ 48895 h 138429"/>
                <a:gd name="connsiteX187" fmla="*/ 2985131 w 4940931"/>
                <a:gd name="connsiteY187" fmla="*/ 44450 h 138429"/>
                <a:gd name="connsiteX188" fmla="*/ 2976876 w 4940931"/>
                <a:gd name="connsiteY188" fmla="*/ 43180 h 138429"/>
                <a:gd name="connsiteX189" fmla="*/ 2527930 w 4940931"/>
                <a:gd name="connsiteY189" fmla="*/ 43180 h 138429"/>
                <a:gd name="connsiteX190" fmla="*/ 2520945 w 4940931"/>
                <a:gd name="connsiteY190" fmla="*/ 44450 h 138429"/>
                <a:gd name="connsiteX191" fmla="*/ 2515865 w 4940931"/>
                <a:gd name="connsiteY191" fmla="*/ 48260 h 138429"/>
                <a:gd name="connsiteX192" fmla="*/ 2512055 w 4940931"/>
                <a:gd name="connsiteY192" fmla="*/ 54610 h 138429"/>
                <a:gd name="connsiteX193" fmla="*/ 2510150 w 4940931"/>
                <a:gd name="connsiteY193" fmla="*/ 62865 h 138429"/>
                <a:gd name="connsiteX194" fmla="*/ 2546345 w 4940931"/>
                <a:gd name="connsiteY194" fmla="*/ 62865 h 138429"/>
                <a:gd name="connsiteX195" fmla="*/ 2545075 w 4940931"/>
                <a:gd name="connsiteY195" fmla="*/ 55245 h 138429"/>
                <a:gd name="connsiteX196" fmla="*/ 2541900 w 4940931"/>
                <a:gd name="connsiteY196" fmla="*/ 48895 h 138429"/>
                <a:gd name="connsiteX197" fmla="*/ 2536185 w 4940931"/>
                <a:gd name="connsiteY197" fmla="*/ 44450 h 138429"/>
                <a:gd name="connsiteX198" fmla="*/ 2527930 w 4940931"/>
                <a:gd name="connsiteY198" fmla="*/ 43180 h 138429"/>
                <a:gd name="connsiteX199" fmla="*/ 2214240 w 4940931"/>
                <a:gd name="connsiteY199" fmla="*/ 43180 h 138429"/>
                <a:gd name="connsiteX200" fmla="*/ 2207255 w 4940931"/>
                <a:gd name="connsiteY200" fmla="*/ 44450 h 138429"/>
                <a:gd name="connsiteX201" fmla="*/ 2202175 w 4940931"/>
                <a:gd name="connsiteY201" fmla="*/ 48260 h 138429"/>
                <a:gd name="connsiteX202" fmla="*/ 2198365 w 4940931"/>
                <a:gd name="connsiteY202" fmla="*/ 54610 h 138429"/>
                <a:gd name="connsiteX203" fmla="*/ 2196460 w 4940931"/>
                <a:gd name="connsiteY203" fmla="*/ 62865 h 138429"/>
                <a:gd name="connsiteX204" fmla="*/ 2232655 w 4940931"/>
                <a:gd name="connsiteY204" fmla="*/ 62865 h 138429"/>
                <a:gd name="connsiteX205" fmla="*/ 2231385 w 4940931"/>
                <a:gd name="connsiteY205" fmla="*/ 55245 h 138429"/>
                <a:gd name="connsiteX206" fmla="*/ 2228210 w 4940931"/>
                <a:gd name="connsiteY206" fmla="*/ 48895 h 138429"/>
                <a:gd name="connsiteX207" fmla="*/ 2222495 w 4940931"/>
                <a:gd name="connsiteY207" fmla="*/ 44450 h 138429"/>
                <a:gd name="connsiteX208" fmla="*/ 2214240 w 4940931"/>
                <a:gd name="connsiteY208" fmla="*/ 43180 h 138429"/>
                <a:gd name="connsiteX209" fmla="*/ 2027551 w 4940931"/>
                <a:gd name="connsiteY209" fmla="*/ 43180 h 138429"/>
                <a:gd name="connsiteX210" fmla="*/ 2020566 w 4940931"/>
                <a:gd name="connsiteY210" fmla="*/ 44450 h 138429"/>
                <a:gd name="connsiteX211" fmla="*/ 2015486 w 4940931"/>
                <a:gd name="connsiteY211" fmla="*/ 48260 h 138429"/>
                <a:gd name="connsiteX212" fmla="*/ 2011676 w 4940931"/>
                <a:gd name="connsiteY212" fmla="*/ 54610 h 138429"/>
                <a:gd name="connsiteX213" fmla="*/ 2009771 w 4940931"/>
                <a:gd name="connsiteY213" fmla="*/ 62865 h 138429"/>
                <a:gd name="connsiteX214" fmla="*/ 2045966 w 4940931"/>
                <a:gd name="connsiteY214" fmla="*/ 62865 h 138429"/>
                <a:gd name="connsiteX215" fmla="*/ 2044696 w 4940931"/>
                <a:gd name="connsiteY215" fmla="*/ 55245 h 138429"/>
                <a:gd name="connsiteX216" fmla="*/ 2041521 w 4940931"/>
                <a:gd name="connsiteY216" fmla="*/ 48895 h 138429"/>
                <a:gd name="connsiteX217" fmla="*/ 2035806 w 4940931"/>
                <a:gd name="connsiteY217" fmla="*/ 44450 h 138429"/>
                <a:gd name="connsiteX218" fmla="*/ 2027551 w 4940931"/>
                <a:gd name="connsiteY218" fmla="*/ 43180 h 138429"/>
                <a:gd name="connsiteX219" fmla="*/ 1949445 w 4940931"/>
                <a:gd name="connsiteY219" fmla="*/ 43180 h 138429"/>
                <a:gd name="connsiteX220" fmla="*/ 1944365 w 4940931"/>
                <a:gd name="connsiteY220" fmla="*/ 43815 h 138429"/>
                <a:gd name="connsiteX221" fmla="*/ 1939285 w 4940931"/>
                <a:gd name="connsiteY221" fmla="*/ 45720 h 138429"/>
                <a:gd name="connsiteX222" fmla="*/ 1934840 w 4940931"/>
                <a:gd name="connsiteY222" fmla="*/ 48895 h 138429"/>
                <a:gd name="connsiteX223" fmla="*/ 1931665 w 4940931"/>
                <a:gd name="connsiteY223" fmla="*/ 52705 h 138429"/>
                <a:gd name="connsiteX224" fmla="*/ 1931665 w 4940931"/>
                <a:gd name="connsiteY224" fmla="*/ 85725 h 138429"/>
                <a:gd name="connsiteX225" fmla="*/ 1934840 w 4940931"/>
                <a:gd name="connsiteY225" fmla="*/ 89535 h 138429"/>
                <a:gd name="connsiteX226" fmla="*/ 1939285 w 4940931"/>
                <a:gd name="connsiteY226" fmla="*/ 92710 h 138429"/>
                <a:gd name="connsiteX227" fmla="*/ 1944365 w 4940931"/>
                <a:gd name="connsiteY227" fmla="*/ 95250 h 138429"/>
                <a:gd name="connsiteX228" fmla="*/ 1950080 w 4940931"/>
                <a:gd name="connsiteY228" fmla="*/ 95885 h 138429"/>
                <a:gd name="connsiteX229" fmla="*/ 1962780 w 4940931"/>
                <a:gd name="connsiteY229" fmla="*/ 89535 h 138429"/>
                <a:gd name="connsiteX230" fmla="*/ 1967225 w 4940931"/>
                <a:gd name="connsiteY230" fmla="*/ 71120 h 138429"/>
                <a:gd name="connsiteX231" fmla="*/ 1966590 w 4940931"/>
                <a:gd name="connsiteY231" fmla="*/ 71755 h 138429"/>
                <a:gd name="connsiteX232" fmla="*/ 1962145 w 4940931"/>
                <a:gd name="connsiteY232" fmla="*/ 50165 h 138429"/>
                <a:gd name="connsiteX233" fmla="*/ 1949445 w 4940931"/>
                <a:gd name="connsiteY233" fmla="*/ 43180 h 138429"/>
                <a:gd name="connsiteX234" fmla="*/ 1829431 w 4940931"/>
                <a:gd name="connsiteY234" fmla="*/ 43180 h 138429"/>
                <a:gd name="connsiteX235" fmla="*/ 1822446 w 4940931"/>
                <a:gd name="connsiteY235" fmla="*/ 44450 h 138429"/>
                <a:gd name="connsiteX236" fmla="*/ 1817366 w 4940931"/>
                <a:gd name="connsiteY236" fmla="*/ 48260 h 138429"/>
                <a:gd name="connsiteX237" fmla="*/ 1813556 w 4940931"/>
                <a:gd name="connsiteY237" fmla="*/ 54610 h 138429"/>
                <a:gd name="connsiteX238" fmla="*/ 1811651 w 4940931"/>
                <a:gd name="connsiteY238" fmla="*/ 62865 h 138429"/>
                <a:gd name="connsiteX239" fmla="*/ 1847846 w 4940931"/>
                <a:gd name="connsiteY239" fmla="*/ 62865 h 138429"/>
                <a:gd name="connsiteX240" fmla="*/ 1846576 w 4940931"/>
                <a:gd name="connsiteY240" fmla="*/ 55245 h 138429"/>
                <a:gd name="connsiteX241" fmla="*/ 1843401 w 4940931"/>
                <a:gd name="connsiteY241" fmla="*/ 48895 h 138429"/>
                <a:gd name="connsiteX242" fmla="*/ 1837686 w 4940931"/>
                <a:gd name="connsiteY242" fmla="*/ 44450 h 138429"/>
                <a:gd name="connsiteX243" fmla="*/ 1829431 w 4940931"/>
                <a:gd name="connsiteY243" fmla="*/ 43180 h 138429"/>
                <a:gd name="connsiteX244" fmla="*/ 1178561 w 4940931"/>
                <a:gd name="connsiteY244" fmla="*/ 43180 h 138429"/>
                <a:gd name="connsiteX245" fmla="*/ 1171576 w 4940931"/>
                <a:gd name="connsiteY245" fmla="*/ 44450 h 138429"/>
                <a:gd name="connsiteX246" fmla="*/ 1166496 w 4940931"/>
                <a:gd name="connsiteY246" fmla="*/ 48260 h 138429"/>
                <a:gd name="connsiteX247" fmla="*/ 1162686 w 4940931"/>
                <a:gd name="connsiteY247" fmla="*/ 54610 h 138429"/>
                <a:gd name="connsiteX248" fmla="*/ 1160781 w 4940931"/>
                <a:gd name="connsiteY248" fmla="*/ 62865 h 138429"/>
                <a:gd name="connsiteX249" fmla="*/ 1196976 w 4940931"/>
                <a:gd name="connsiteY249" fmla="*/ 62865 h 138429"/>
                <a:gd name="connsiteX250" fmla="*/ 1195706 w 4940931"/>
                <a:gd name="connsiteY250" fmla="*/ 55245 h 138429"/>
                <a:gd name="connsiteX251" fmla="*/ 1192531 w 4940931"/>
                <a:gd name="connsiteY251" fmla="*/ 48895 h 138429"/>
                <a:gd name="connsiteX252" fmla="*/ 1186816 w 4940931"/>
                <a:gd name="connsiteY252" fmla="*/ 44450 h 138429"/>
                <a:gd name="connsiteX253" fmla="*/ 1178561 w 4940931"/>
                <a:gd name="connsiteY253" fmla="*/ 43180 h 138429"/>
                <a:gd name="connsiteX254" fmla="*/ 898525 w 4940931"/>
                <a:gd name="connsiteY254" fmla="*/ 43180 h 138429"/>
                <a:gd name="connsiteX255" fmla="*/ 891540 w 4940931"/>
                <a:gd name="connsiteY255" fmla="*/ 44450 h 138429"/>
                <a:gd name="connsiteX256" fmla="*/ 886460 w 4940931"/>
                <a:gd name="connsiteY256" fmla="*/ 48260 h 138429"/>
                <a:gd name="connsiteX257" fmla="*/ 882650 w 4940931"/>
                <a:gd name="connsiteY257" fmla="*/ 54610 h 138429"/>
                <a:gd name="connsiteX258" fmla="*/ 880745 w 4940931"/>
                <a:gd name="connsiteY258" fmla="*/ 62865 h 138429"/>
                <a:gd name="connsiteX259" fmla="*/ 916940 w 4940931"/>
                <a:gd name="connsiteY259" fmla="*/ 62865 h 138429"/>
                <a:gd name="connsiteX260" fmla="*/ 915670 w 4940931"/>
                <a:gd name="connsiteY260" fmla="*/ 55245 h 138429"/>
                <a:gd name="connsiteX261" fmla="*/ 912495 w 4940931"/>
                <a:gd name="connsiteY261" fmla="*/ 48895 h 138429"/>
                <a:gd name="connsiteX262" fmla="*/ 906780 w 4940931"/>
                <a:gd name="connsiteY262" fmla="*/ 44450 h 138429"/>
                <a:gd name="connsiteX263" fmla="*/ 898525 w 4940931"/>
                <a:gd name="connsiteY263" fmla="*/ 43180 h 138429"/>
                <a:gd name="connsiteX264" fmla="*/ 584834 w 4940931"/>
                <a:gd name="connsiteY264" fmla="*/ 43180 h 138429"/>
                <a:gd name="connsiteX265" fmla="*/ 577849 w 4940931"/>
                <a:gd name="connsiteY265" fmla="*/ 44450 h 138429"/>
                <a:gd name="connsiteX266" fmla="*/ 572769 w 4940931"/>
                <a:gd name="connsiteY266" fmla="*/ 48260 h 138429"/>
                <a:gd name="connsiteX267" fmla="*/ 568959 w 4940931"/>
                <a:gd name="connsiteY267" fmla="*/ 54610 h 138429"/>
                <a:gd name="connsiteX268" fmla="*/ 567054 w 4940931"/>
                <a:gd name="connsiteY268" fmla="*/ 62865 h 138429"/>
                <a:gd name="connsiteX269" fmla="*/ 603249 w 4940931"/>
                <a:gd name="connsiteY269" fmla="*/ 62865 h 138429"/>
                <a:gd name="connsiteX270" fmla="*/ 601979 w 4940931"/>
                <a:gd name="connsiteY270" fmla="*/ 55245 h 138429"/>
                <a:gd name="connsiteX271" fmla="*/ 598804 w 4940931"/>
                <a:gd name="connsiteY271" fmla="*/ 48895 h 138429"/>
                <a:gd name="connsiteX272" fmla="*/ 593089 w 4940931"/>
                <a:gd name="connsiteY272" fmla="*/ 44450 h 138429"/>
                <a:gd name="connsiteX273" fmla="*/ 584834 w 4940931"/>
                <a:gd name="connsiteY273" fmla="*/ 43180 h 138429"/>
                <a:gd name="connsiteX274" fmla="*/ 398145 w 4940931"/>
                <a:gd name="connsiteY274" fmla="*/ 43180 h 138429"/>
                <a:gd name="connsiteX275" fmla="*/ 391160 w 4940931"/>
                <a:gd name="connsiteY275" fmla="*/ 44450 h 138429"/>
                <a:gd name="connsiteX276" fmla="*/ 386080 w 4940931"/>
                <a:gd name="connsiteY276" fmla="*/ 48260 h 138429"/>
                <a:gd name="connsiteX277" fmla="*/ 382270 w 4940931"/>
                <a:gd name="connsiteY277" fmla="*/ 54610 h 138429"/>
                <a:gd name="connsiteX278" fmla="*/ 380365 w 4940931"/>
                <a:gd name="connsiteY278" fmla="*/ 62865 h 138429"/>
                <a:gd name="connsiteX279" fmla="*/ 416560 w 4940931"/>
                <a:gd name="connsiteY279" fmla="*/ 62865 h 138429"/>
                <a:gd name="connsiteX280" fmla="*/ 415290 w 4940931"/>
                <a:gd name="connsiteY280" fmla="*/ 55245 h 138429"/>
                <a:gd name="connsiteX281" fmla="*/ 412115 w 4940931"/>
                <a:gd name="connsiteY281" fmla="*/ 48895 h 138429"/>
                <a:gd name="connsiteX282" fmla="*/ 406400 w 4940931"/>
                <a:gd name="connsiteY282" fmla="*/ 44450 h 138429"/>
                <a:gd name="connsiteX283" fmla="*/ 398145 w 4940931"/>
                <a:gd name="connsiteY283" fmla="*/ 43180 h 138429"/>
                <a:gd name="connsiteX284" fmla="*/ 320039 w 4940931"/>
                <a:gd name="connsiteY284" fmla="*/ 43180 h 138429"/>
                <a:gd name="connsiteX285" fmla="*/ 314959 w 4940931"/>
                <a:gd name="connsiteY285" fmla="*/ 43815 h 138429"/>
                <a:gd name="connsiteX286" fmla="*/ 309879 w 4940931"/>
                <a:gd name="connsiteY286" fmla="*/ 45720 h 138429"/>
                <a:gd name="connsiteX287" fmla="*/ 305434 w 4940931"/>
                <a:gd name="connsiteY287" fmla="*/ 48895 h 138429"/>
                <a:gd name="connsiteX288" fmla="*/ 302259 w 4940931"/>
                <a:gd name="connsiteY288" fmla="*/ 52705 h 138429"/>
                <a:gd name="connsiteX289" fmla="*/ 302259 w 4940931"/>
                <a:gd name="connsiteY289" fmla="*/ 85725 h 138429"/>
                <a:gd name="connsiteX290" fmla="*/ 305434 w 4940931"/>
                <a:gd name="connsiteY290" fmla="*/ 89535 h 138429"/>
                <a:gd name="connsiteX291" fmla="*/ 309879 w 4940931"/>
                <a:gd name="connsiteY291" fmla="*/ 92710 h 138429"/>
                <a:gd name="connsiteX292" fmla="*/ 314959 w 4940931"/>
                <a:gd name="connsiteY292" fmla="*/ 95250 h 138429"/>
                <a:gd name="connsiteX293" fmla="*/ 320674 w 4940931"/>
                <a:gd name="connsiteY293" fmla="*/ 95885 h 138429"/>
                <a:gd name="connsiteX294" fmla="*/ 333374 w 4940931"/>
                <a:gd name="connsiteY294" fmla="*/ 89535 h 138429"/>
                <a:gd name="connsiteX295" fmla="*/ 337819 w 4940931"/>
                <a:gd name="connsiteY295" fmla="*/ 71120 h 138429"/>
                <a:gd name="connsiteX296" fmla="*/ 337184 w 4940931"/>
                <a:gd name="connsiteY296" fmla="*/ 71755 h 138429"/>
                <a:gd name="connsiteX297" fmla="*/ 332739 w 4940931"/>
                <a:gd name="connsiteY297" fmla="*/ 50165 h 138429"/>
                <a:gd name="connsiteX298" fmla="*/ 320039 w 4940931"/>
                <a:gd name="connsiteY298" fmla="*/ 43180 h 138429"/>
                <a:gd name="connsiteX299" fmla="*/ 200025 w 4940931"/>
                <a:gd name="connsiteY299" fmla="*/ 43180 h 138429"/>
                <a:gd name="connsiteX300" fmla="*/ 193040 w 4940931"/>
                <a:gd name="connsiteY300" fmla="*/ 44450 h 138429"/>
                <a:gd name="connsiteX301" fmla="*/ 187960 w 4940931"/>
                <a:gd name="connsiteY301" fmla="*/ 48260 h 138429"/>
                <a:gd name="connsiteX302" fmla="*/ 184150 w 4940931"/>
                <a:gd name="connsiteY302" fmla="*/ 54610 h 138429"/>
                <a:gd name="connsiteX303" fmla="*/ 182245 w 4940931"/>
                <a:gd name="connsiteY303" fmla="*/ 62865 h 138429"/>
                <a:gd name="connsiteX304" fmla="*/ 218440 w 4940931"/>
                <a:gd name="connsiteY304" fmla="*/ 62865 h 138429"/>
                <a:gd name="connsiteX305" fmla="*/ 217170 w 4940931"/>
                <a:gd name="connsiteY305" fmla="*/ 55245 h 138429"/>
                <a:gd name="connsiteX306" fmla="*/ 213995 w 4940931"/>
                <a:gd name="connsiteY306" fmla="*/ 48895 h 138429"/>
                <a:gd name="connsiteX307" fmla="*/ 208280 w 4940931"/>
                <a:gd name="connsiteY307" fmla="*/ 44450 h 138429"/>
                <a:gd name="connsiteX308" fmla="*/ 200025 w 4940931"/>
                <a:gd name="connsiteY308" fmla="*/ 43180 h 138429"/>
                <a:gd name="connsiteX309" fmla="*/ 4439281 w 4940931"/>
                <a:gd name="connsiteY309" fmla="*/ 43179 h 138429"/>
                <a:gd name="connsiteX310" fmla="*/ 4426581 w 4940931"/>
                <a:gd name="connsiteY310" fmla="*/ 49529 h 138429"/>
                <a:gd name="connsiteX311" fmla="*/ 4422136 w 4940931"/>
                <a:gd name="connsiteY311" fmla="*/ 67944 h 138429"/>
                <a:gd name="connsiteX312" fmla="*/ 4423406 w 4940931"/>
                <a:gd name="connsiteY312" fmla="*/ 80644 h 138429"/>
                <a:gd name="connsiteX313" fmla="*/ 4426581 w 4940931"/>
                <a:gd name="connsiteY313" fmla="*/ 89534 h 138429"/>
                <a:gd name="connsiteX314" fmla="*/ 4432296 w 4940931"/>
                <a:gd name="connsiteY314" fmla="*/ 94614 h 138429"/>
                <a:gd name="connsiteX315" fmla="*/ 4439916 w 4940931"/>
                <a:gd name="connsiteY315" fmla="*/ 96519 h 138429"/>
                <a:gd name="connsiteX316" fmla="*/ 4444996 w 4940931"/>
                <a:gd name="connsiteY316" fmla="*/ 95884 h 138429"/>
                <a:gd name="connsiteX317" fmla="*/ 4450076 w 4940931"/>
                <a:gd name="connsiteY317" fmla="*/ 93344 h 138429"/>
                <a:gd name="connsiteX318" fmla="*/ 4454521 w 4940931"/>
                <a:gd name="connsiteY318" fmla="*/ 90169 h 138429"/>
                <a:gd name="connsiteX319" fmla="*/ 4457696 w 4940931"/>
                <a:gd name="connsiteY319" fmla="*/ 86359 h 138429"/>
                <a:gd name="connsiteX320" fmla="*/ 4457696 w 4940931"/>
                <a:gd name="connsiteY320" fmla="*/ 53339 h 138429"/>
                <a:gd name="connsiteX321" fmla="*/ 4454521 w 4940931"/>
                <a:gd name="connsiteY321" fmla="*/ 49529 h 138429"/>
                <a:gd name="connsiteX322" fmla="*/ 4450076 w 4940931"/>
                <a:gd name="connsiteY322" fmla="*/ 46354 h 138429"/>
                <a:gd name="connsiteX323" fmla="*/ 4444996 w 4940931"/>
                <a:gd name="connsiteY323" fmla="*/ 43814 h 138429"/>
                <a:gd name="connsiteX324" fmla="*/ 4439281 w 4940931"/>
                <a:gd name="connsiteY324" fmla="*/ 43179 h 138429"/>
                <a:gd name="connsiteX325" fmla="*/ 1014731 w 4940931"/>
                <a:gd name="connsiteY325" fmla="*/ 43179 h 138429"/>
                <a:gd name="connsiteX326" fmla="*/ 1002032 w 4940931"/>
                <a:gd name="connsiteY326" fmla="*/ 49529 h 138429"/>
                <a:gd name="connsiteX327" fmla="*/ 997587 w 4940931"/>
                <a:gd name="connsiteY327" fmla="*/ 67944 h 138429"/>
                <a:gd name="connsiteX328" fmla="*/ 1002032 w 4940931"/>
                <a:gd name="connsiteY328" fmla="*/ 88899 h 138429"/>
                <a:gd name="connsiteX329" fmla="*/ 1015367 w 4940931"/>
                <a:gd name="connsiteY329" fmla="*/ 95884 h 138429"/>
                <a:gd name="connsiteX330" fmla="*/ 1024891 w 4940931"/>
                <a:gd name="connsiteY330" fmla="*/ 93344 h 138429"/>
                <a:gd name="connsiteX331" fmla="*/ 1033147 w 4940931"/>
                <a:gd name="connsiteY331" fmla="*/ 86359 h 138429"/>
                <a:gd name="connsiteX332" fmla="*/ 1033147 w 4940931"/>
                <a:gd name="connsiteY332" fmla="*/ 53339 h 138429"/>
                <a:gd name="connsiteX333" fmla="*/ 1029971 w 4940931"/>
                <a:gd name="connsiteY333" fmla="*/ 49529 h 138429"/>
                <a:gd name="connsiteX334" fmla="*/ 1025526 w 4940931"/>
                <a:gd name="connsiteY334" fmla="*/ 46354 h 138429"/>
                <a:gd name="connsiteX335" fmla="*/ 1020446 w 4940931"/>
                <a:gd name="connsiteY335" fmla="*/ 43814 h 138429"/>
                <a:gd name="connsiteX336" fmla="*/ 1014731 w 4940931"/>
                <a:gd name="connsiteY336" fmla="*/ 43179 h 138429"/>
                <a:gd name="connsiteX337" fmla="*/ 4524370 w 4940931"/>
                <a:gd name="connsiteY337" fmla="*/ 31114 h 138429"/>
                <a:gd name="connsiteX338" fmla="*/ 4538975 w 4940931"/>
                <a:gd name="connsiteY338" fmla="*/ 31114 h 138429"/>
                <a:gd name="connsiteX339" fmla="*/ 4552310 w 4940931"/>
                <a:gd name="connsiteY339" fmla="*/ 84454 h 138429"/>
                <a:gd name="connsiteX340" fmla="*/ 4566915 w 4940931"/>
                <a:gd name="connsiteY340" fmla="*/ 31114 h 138429"/>
                <a:gd name="connsiteX341" fmla="*/ 4579615 w 4940931"/>
                <a:gd name="connsiteY341" fmla="*/ 31114 h 138429"/>
                <a:gd name="connsiteX342" fmla="*/ 4594220 w 4940931"/>
                <a:gd name="connsiteY342" fmla="*/ 84454 h 138429"/>
                <a:gd name="connsiteX343" fmla="*/ 4606920 w 4940931"/>
                <a:gd name="connsiteY343" fmla="*/ 31114 h 138429"/>
                <a:gd name="connsiteX344" fmla="*/ 4622160 w 4940931"/>
                <a:gd name="connsiteY344" fmla="*/ 31114 h 138429"/>
                <a:gd name="connsiteX345" fmla="*/ 4600570 w 4940931"/>
                <a:gd name="connsiteY345" fmla="*/ 108584 h 138429"/>
                <a:gd name="connsiteX346" fmla="*/ 4587235 w 4940931"/>
                <a:gd name="connsiteY346" fmla="*/ 108584 h 138429"/>
                <a:gd name="connsiteX347" fmla="*/ 4572630 w 4940931"/>
                <a:gd name="connsiteY347" fmla="*/ 54609 h 138429"/>
                <a:gd name="connsiteX348" fmla="*/ 4558660 w 4940931"/>
                <a:gd name="connsiteY348" fmla="*/ 108584 h 138429"/>
                <a:gd name="connsiteX349" fmla="*/ 4545325 w 4940931"/>
                <a:gd name="connsiteY349" fmla="*/ 108584 h 138429"/>
                <a:gd name="connsiteX350" fmla="*/ 4123686 w 4940931"/>
                <a:gd name="connsiteY350" fmla="*/ 31114 h 138429"/>
                <a:gd name="connsiteX351" fmla="*/ 4138926 w 4940931"/>
                <a:gd name="connsiteY351" fmla="*/ 31114 h 138429"/>
                <a:gd name="connsiteX352" fmla="*/ 4152261 w 4940931"/>
                <a:gd name="connsiteY352" fmla="*/ 84454 h 138429"/>
                <a:gd name="connsiteX353" fmla="*/ 4166866 w 4940931"/>
                <a:gd name="connsiteY353" fmla="*/ 31114 h 138429"/>
                <a:gd name="connsiteX354" fmla="*/ 4178931 w 4940931"/>
                <a:gd name="connsiteY354" fmla="*/ 31114 h 138429"/>
                <a:gd name="connsiteX355" fmla="*/ 4193536 w 4940931"/>
                <a:gd name="connsiteY355" fmla="*/ 84454 h 138429"/>
                <a:gd name="connsiteX356" fmla="*/ 4206871 w 4940931"/>
                <a:gd name="connsiteY356" fmla="*/ 31114 h 138429"/>
                <a:gd name="connsiteX357" fmla="*/ 4222111 w 4940931"/>
                <a:gd name="connsiteY357" fmla="*/ 31114 h 138429"/>
                <a:gd name="connsiteX358" fmla="*/ 4200521 w 4940931"/>
                <a:gd name="connsiteY358" fmla="*/ 108584 h 138429"/>
                <a:gd name="connsiteX359" fmla="*/ 4187186 w 4940931"/>
                <a:gd name="connsiteY359" fmla="*/ 108584 h 138429"/>
                <a:gd name="connsiteX360" fmla="*/ 4172581 w 4940931"/>
                <a:gd name="connsiteY360" fmla="*/ 54609 h 138429"/>
                <a:gd name="connsiteX361" fmla="*/ 4157976 w 4940931"/>
                <a:gd name="connsiteY361" fmla="*/ 108584 h 138429"/>
                <a:gd name="connsiteX362" fmla="*/ 4145276 w 4940931"/>
                <a:gd name="connsiteY362" fmla="*/ 108584 h 138429"/>
                <a:gd name="connsiteX363" fmla="*/ 2837811 w 4940931"/>
                <a:gd name="connsiteY363" fmla="*/ 31114 h 138429"/>
                <a:gd name="connsiteX364" fmla="*/ 2852416 w 4940931"/>
                <a:gd name="connsiteY364" fmla="*/ 31114 h 138429"/>
                <a:gd name="connsiteX365" fmla="*/ 2865751 w 4940931"/>
                <a:gd name="connsiteY365" fmla="*/ 84454 h 138429"/>
                <a:gd name="connsiteX366" fmla="*/ 2880356 w 4940931"/>
                <a:gd name="connsiteY366" fmla="*/ 31114 h 138429"/>
                <a:gd name="connsiteX367" fmla="*/ 2893056 w 4940931"/>
                <a:gd name="connsiteY367" fmla="*/ 31114 h 138429"/>
                <a:gd name="connsiteX368" fmla="*/ 2907661 w 4940931"/>
                <a:gd name="connsiteY368" fmla="*/ 84454 h 138429"/>
                <a:gd name="connsiteX369" fmla="*/ 2920361 w 4940931"/>
                <a:gd name="connsiteY369" fmla="*/ 31114 h 138429"/>
                <a:gd name="connsiteX370" fmla="*/ 2935601 w 4940931"/>
                <a:gd name="connsiteY370" fmla="*/ 31114 h 138429"/>
                <a:gd name="connsiteX371" fmla="*/ 2914011 w 4940931"/>
                <a:gd name="connsiteY371" fmla="*/ 108584 h 138429"/>
                <a:gd name="connsiteX372" fmla="*/ 2900676 w 4940931"/>
                <a:gd name="connsiteY372" fmla="*/ 108584 h 138429"/>
                <a:gd name="connsiteX373" fmla="*/ 2886706 w 4940931"/>
                <a:gd name="connsiteY373" fmla="*/ 54609 h 138429"/>
                <a:gd name="connsiteX374" fmla="*/ 2872101 w 4940931"/>
                <a:gd name="connsiteY374" fmla="*/ 108584 h 138429"/>
                <a:gd name="connsiteX375" fmla="*/ 2858766 w 4940931"/>
                <a:gd name="connsiteY375" fmla="*/ 108584 h 138429"/>
                <a:gd name="connsiteX376" fmla="*/ 1354455 w 4940931"/>
                <a:gd name="connsiteY376" fmla="*/ 31114 h 138429"/>
                <a:gd name="connsiteX377" fmla="*/ 1369695 w 4940931"/>
                <a:gd name="connsiteY377" fmla="*/ 31114 h 138429"/>
                <a:gd name="connsiteX378" fmla="*/ 1369695 w 4940931"/>
                <a:gd name="connsiteY378" fmla="*/ 109219 h 138429"/>
                <a:gd name="connsiteX379" fmla="*/ 1354455 w 4940931"/>
                <a:gd name="connsiteY379" fmla="*/ 109219 h 138429"/>
                <a:gd name="connsiteX380" fmla="*/ 2646040 w 4940931"/>
                <a:gd name="connsiteY380" fmla="*/ 29844 h 138429"/>
                <a:gd name="connsiteX381" fmla="*/ 2658105 w 4940931"/>
                <a:gd name="connsiteY381" fmla="*/ 31749 h 138429"/>
                <a:gd name="connsiteX382" fmla="*/ 2667630 w 4940931"/>
                <a:gd name="connsiteY382" fmla="*/ 36829 h 138429"/>
                <a:gd name="connsiteX383" fmla="*/ 2673345 w 4940931"/>
                <a:gd name="connsiteY383" fmla="*/ 45084 h 138429"/>
                <a:gd name="connsiteX384" fmla="*/ 2675250 w 4940931"/>
                <a:gd name="connsiteY384" fmla="*/ 56514 h 138429"/>
                <a:gd name="connsiteX385" fmla="*/ 2675250 w 4940931"/>
                <a:gd name="connsiteY385" fmla="*/ 109854 h 138429"/>
                <a:gd name="connsiteX386" fmla="*/ 2660010 w 4940931"/>
                <a:gd name="connsiteY386" fmla="*/ 109854 h 138429"/>
                <a:gd name="connsiteX387" fmla="*/ 2660010 w 4940931"/>
                <a:gd name="connsiteY387" fmla="*/ 108584 h 138429"/>
                <a:gd name="connsiteX388" fmla="*/ 2660010 w 4940931"/>
                <a:gd name="connsiteY388" fmla="*/ 100964 h 138429"/>
                <a:gd name="connsiteX389" fmla="*/ 2654930 w 4940931"/>
                <a:gd name="connsiteY389" fmla="*/ 104774 h 138429"/>
                <a:gd name="connsiteX390" fmla="*/ 2651120 w 4940931"/>
                <a:gd name="connsiteY390" fmla="*/ 107314 h 138429"/>
                <a:gd name="connsiteX391" fmla="*/ 2646040 w 4940931"/>
                <a:gd name="connsiteY391" fmla="*/ 109219 h 138429"/>
                <a:gd name="connsiteX392" fmla="*/ 2639055 w 4940931"/>
                <a:gd name="connsiteY392" fmla="*/ 109854 h 138429"/>
                <a:gd name="connsiteX393" fmla="*/ 2629530 w 4940931"/>
                <a:gd name="connsiteY393" fmla="*/ 108584 h 138429"/>
                <a:gd name="connsiteX394" fmla="*/ 2620640 w 4940931"/>
                <a:gd name="connsiteY394" fmla="*/ 104139 h 138429"/>
                <a:gd name="connsiteX395" fmla="*/ 2614290 w 4940931"/>
                <a:gd name="connsiteY395" fmla="*/ 95884 h 138429"/>
                <a:gd name="connsiteX396" fmla="*/ 2611750 w 4940931"/>
                <a:gd name="connsiteY396" fmla="*/ 83819 h 138429"/>
                <a:gd name="connsiteX397" fmla="*/ 2614290 w 4940931"/>
                <a:gd name="connsiteY397" fmla="*/ 72389 h 138429"/>
                <a:gd name="connsiteX398" fmla="*/ 2620640 w 4940931"/>
                <a:gd name="connsiteY398" fmla="*/ 64769 h 138429"/>
                <a:gd name="connsiteX399" fmla="*/ 2630800 w 4940931"/>
                <a:gd name="connsiteY399" fmla="*/ 60324 h 138429"/>
                <a:gd name="connsiteX400" fmla="*/ 2642865 w 4940931"/>
                <a:gd name="connsiteY400" fmla="*/ 59054 h 138429"/>
                <a:gd name="connsiteX401" fmla="*/ 2653025 w 4940931"/>
                <a:gd name="connsiteY401" fmla="*/ 59689 h 138429"/>
                <a:gd name="connsiteX402" fmla="*/ 2660010 w 4940931"/>
                <a:gd name="connsiteY402" fmla="*/ 61594 h 138429"/>
                <a:gd name="connsiteX403" fmla="*/ 2660010 w 4940931"/>
                <a:gd name="connsiteY403" fmla="*/ 55879 h 138429"/>
                <a:gd name="connsiteX404" fmla="*/ 2656200 w 4940931"/>
                <a:gd name="connsiteY404" fmla="*/ 46354 h 138429"/>
                <a:gd name="connsiteX405" fmla="*/ 2645405 w 4940931"/>
                <a:gd name="connsiteY405" fmla="*/ 43179 h 138429"/>
                <a:gd name="connsiteX406" fmla="*/ 2634610 w 4940931"/>
                <a:gd name="connsiteY406" fmla="*/ 44449 h 138429"/>
                <a:gd name="connsiteX407" fmla="*/ 2625085 w 4940931"/>
                <a:gd name="connsiteY407" fmla="*/ 48259 h 138429"/>
                <a:gd name="connsiteX408" fmla="*/ 2619370 w 4940931"/>
                <a:gd name="connsiteY408" fmla="*/ 36829 h 138429"/>
                <a:gd name="connsiteX409" fmla="*/ 2631435 w 4940931"/>
                <a:gd name="connsiteY409" fmla="*/ 31749 h 138429"/>
                <a:gd name="connsiteX410" fmla="*/ 2646040 w 4940931"/>
                <a:gd name="connsiteY410" fmla="*/ 29844 h 138429"/>
                <a:gd name="connsiteX411" fmla="*/ 1114426 w 4940931"/>
                <a:gd name="connsiteY411" fmla="*/ 29844 h 138429"/>
                <a:gd name="connsiteX412" fmla="*/ 1129666 w 4940931"/>
                <a:gd name="connsiteY412" fmla="*/ 29844 h 138429"/>
                <a:gd name="connsiteX413" fmla="*/ 1129666 w 4940931"/>
                <a:gd name="connsiteY413" fmla="*/ 107949 h 138429"/>
                <a:gd name="connsiteX414" fmla="*/ 1114426 w 4940931"/>
                <a:gd name="connsiteY414" fmla="*/ 107949 h 138429"/>
                <a:gd name="connsiteX415" fmla="*/ 1114426 w 4940931"/>
                <a:gd name="connsiteY415" fmla="*/ 100964 h 138429"/>
                <a:gd name="connsiteX416" fmla="*/ 1106171 w 4940931"/>
                <a:gd name="connsiteY416" fmla="*/ 107314 h 138429"/>
                <a:gd name="connsiteX417" fmla="*/ 1094741 w 4940931"/>
                <a:gd name="connsiteY417" fmla="*/ 109854 h 138429"/>
                <a:gd name="connsiteX418" fmla="*/ 1073786 w 4940931"/>
                <a:gd name="connsiteY418" fmla="*/ 100964 h 138429"/>
                <a:gd name="connsiteX419" fmla="*/ 1066800 w 4940931"/>
                <a:gd name="connsiteY419" fmla="*/ 74929 h 138429"/>
                <a:gd name="connsiteX420" fmla="*/ 1066800 w 4940931"/>
                <a:gd name="connsiteY420" fmla="*/ 30479 h 138429"/>
                <a:gd name="connsiteX421" fmla="*/ 1082040 w 4940931"/>
                <a:gd name="connsiteY421" fmla="*/ 30479 h 138429"/>
                <a:gd name="connsiteX422" fmla="*/ 1082040 w 4940931"/>
                <a:gd name="connsiteY422" fmla="*/ 74294 h 138429"/>
                <a:gd name="connsiteX423" fmla="*/ 1085851 w 4940931"/>
                <a:gd name="connsiteY423" fmla="*/ 90169 h 138429"/>
                <a:gd name="connsiteX424" fmla="*/ 1097916 w 4940931"/>
                <a:gd name="connsiteY424" fmla="*/ 95249 h 138429"/>
                <a:gd name="connsiteX425" fmla="*/ 1109981 w 4940931"/>
                <a:gd name="connsiteY425" fmla="*/ 90169 h 138429"/>
                <a:gd name="connsiteX426" fmla="*/ 1114426 w 4940931"/>
                <a:gd name="connsiteY426" fmla="*/ 75564 h 138429"/>
                <a:gd name="connsiteX427" fmla="*/ 1011556 w 4940931"/>
                <a:gd name="connsiteY427" fmla="*/ 29844 h 138429"/>
                <a:gd name="connsiteX428" fmla="*/ 1017272 w 4940931"/>
                <a:gd name="connsiteY428" fmla="*/ 30479 h 138429"/>
                <a:gd name="connsiteX429" fmla="*/ 1022352 w 4940931"/>
                <a:gd name="connsiteY429" fmla="*/ 32384 h 138429"/>
                <a:gd name="connsiteX430" fmla="*/ 1026797 w 4940931"/>
                <a:gd name="connsiteY430" fmla="*/ 35559 h 138429"/>
                <a:gd name="connsiteX431" fmla="*/ 1030607 w 4940931"/>
                <a:gd name="connsiteY431" fmla="*/ 38734 h 138429"/>
                <a:gd name="connsiteX432" fmla="*/ 1030607 w 4940931"/>
                <a:gd name="connsiteY432" fmla="*/ 31749 h 138429"/>
                <a:gd name="connsiteX433" fmla="*/ 1045847 w 4940931"/>
                <a:gd name="connsiteY433" fmla="*/ 31749 h 138429"/>
                <a:gd name="connsiteX434" fmla="*/ 1045847 w 4940931"/>
                <a:gd name="connsiteY434" fmla="*/ 130809 h 138429"/>
                <a:gd name="connsiteX435" fmla="*/ 1032512 w 4940931"/>
                <a:gd name="connsiteY435" fmla="*/ 137477 h 138429"/>
                <a:gd name="connsiteX436" fmla="*/ 1032512 w 4940931"/>
                <a:gd name="connsiteY436" fmla="*/ 101599 h 138429"/>
                <a:gd name="connsiteX437" fmla="*/ 1022986 w 4940931"/>
                <a:gd name="connsiteY437" fmla="*/ 107949 h 138429"/>
                <a:gd name="connsiteX438" fmla="*/ 1011556 w 4940931"/>
                <a:gd name="connsiteY438" fmla="*/ 110489 h 138429"/>
                <a:gd name="connsiteX439" fmla="*/ 999491 w 4940931"/>
                <a:gd name="connsiteY439" fmla="*/ 107949 h 138429"/>
                <a:gd name="connsiteX440" fmla="*/ 989966 w 4940931"/>
                <a:gd name="connsiteY440" fmla="*/ 100329 h 138429"/>
                <a:gd name="connsiteX441" fmla="*/ 983616 w 4940931"/>
                <a:gd name="connsiteY441" fmla="*/ 87629 h 138429"/>
                <a:gd name="connsiteX442" fmla="*/ 981076 w 4940931"/>
                <a:gd name="connsiteY442" fmla="*/ 68579 h 138429"/>
                <a:gd name="connsiteX443" fmla="*/ 983616 w 4940931"/>
                <a:gd name="connsiteY443" fmla="*/ 51434 h 138429"/>
                <a:gd name="connsiteX444" fmla="*/ 990601 w 4940931"/>
                <a:gd name="connsiteY444" fmla="*/ 39369 h 138429"/>
                <a:gd name="connsiteX445" fmla="*/ 1000126 w 4940931"/>
                <a:gd name="connsiteY445" fmla="*/ 32384 h 138429"/>
                <a:gd name="connsiteX446" fmla="*/ 1011556 w 4940931"/>
                <a:gd name="connsiteY446" fmla="*/ 29844 h 138429"/>
                <a:gd name="connsiteX447" fmla="*/ 4871716 w 4940931"/>
                <a:gd name="connsiteY447" fmla="*/ 29210 h 138429"/>
                <a:gd name="connsiteX448" fmla="*/ 4885686 w 4940931"/>
                <a:gd name="connsiteY448" fmla="*/ 31750 h 138429"/>
                <a:gd name="connsiteX449" fmla="*/ 4897751 w 4940931"/>
                <a:gd name="connsiteY449" fmla="*/ 38100 h 138429"/>
                <a:gd name="connsiteX450" fmla="*/ 4899021 w 4940931"/>
                <a:gd name="connsiteY450" fmla="*/ 38100 h 138429"/>
                <a:gd name="connsiteX451" fmla="*/ 4892036 w 4940931"/>
                <a:gd name="connsiteY451" fmla="*/ 50165 h 138429"/>
                <a:gd name="connsiteX452" fmla="*/ 4882511 w 4940931"/>
                <a:gd name="connsiteY452" fmla="*/ 45085 h 138429"/>
                <a:gd name="connsiteX453" fmla="*/ 4872351 w 4940931"/>
                <a:gd name="connsiteY453" fmla="*/ 43180 h 138429"/>
                <a:gd name="connsiteX454" fmla="*/ 4864096 w 4940931"/>
                <a:gd name="connsiteY454" fmla="*/ 45085 h 138429"/>
                <a:gd name="connsiteX455" fmla="*/ 4861556 w 4940931"/>
                <a:gd name="connsiteY455" fmla="*/ 50165 h 138429"/>
                <a:gd name="connsiteX456" fmla="*/ 4861556 w 4940931"/>
                <a:gd name="connsiteY456" fmla="*/ 52705 h 138429"/>
                <a:gd name="connsiteX457" fmla="*/ 4863461 w 4940931"/>
                <a:gd name="connsiteY457" fmla="*/ 55245 h 138429"/>
                <a:gd name="connsiteX458" fmla="*/ 4867906 w 4940931"/>
                <a:gd name="connsiteY458" fmla="*/ 57785 h 138429"/>
                <a:gd name="connsiteX459" fmla="*/ 4874891 w 4940931"/>
                <a:gd name="connsiteY459" fmla="*/ 60960 h 138429"/>
                <a:gd name="connsiteX460" fmla="*/ 4886321 w 4940931"/>
                <a:gd name="connsiteY460" fmla="*/ 66040 h 138429"/>
                <a:gd name="connsiteX461" fmla="*/ 4894576 w 4940931"/>
                <a:gd name="connsiteY461" fmla="*/ 71120 h 138429"/>
                <a:gd name="connsiteX462" fmla="*/ 4899656 w 4940931"/>
                <a:gd name="connsiteY462" fmla="*/ 78105 h 138429"/>
                <a:gd name="connsiteX463" fmla="*/ 4901561 w 4940931"/>
                <a:gd name="connsiteY463" fmla="*/ 87630 h 138429"/>
                <a:gd name="connsiteX464" fmla="*/ 4899021 w 4940931"/>
                <a:gd name="connsiteY464" fmla="*/ 98425 h 138429"/>
                <a:gd name="connsiteX465" fmla="*/ 4892671 w 4940931"/>
                <a:gd name="connsiteY465" fmla="*/ 105410 h 138429"/>
                <a:gd name="connsiteX466" fmla="*/ 4883146 w 4940931"/>
                <a:gd name="connsiteY466" fmla="*/ 109220 h 138429"/>
                <a:gd name="connsiteX467" fmla="*/ 4872351 w 4940931"/>
                <a:gd name="connsiteY467" fmla="*/ 110490 h 138429"/>
                <a:gd name="connsiteX468" fmla="*/ 4857111 w 4940931"/>
                <a:gd name="connsiteY468" fmla="*/ 107950 h 138429"/>
                <a:gd name="connsiteX469" fmla="*/ 4842506 w 4940931"/>
                <a:gd name="connsiteY469" fmla="*/ 100965 h 138429"/>
                <a:gd name="connsiteX470" fmla="*/ 4849491 w 4940931"/>
                <a:gd name="connsiteY470" fmla="*/ 89535 h 138429"/>
                <a:gd name="connsiteX471" fmla="*/ 4860921 w 4940931"/>
                <a:gd name="connsiteY471" fmla="*/ 95250 h 138429"/>
                <a:gd name="connsiteX472" fmla="*/ 4872351 w 4940931"/>
                <a:gd name="connsiteY472" fmla="*/ 97155 h 138429"/>
                <a:gd name="connsiteX473" fmla="*/ 4883146 w 4940931"/>
                <a:gd name="connsiteY473" fmla="*/ 94615 h 138429"/>
                <a:gd name="connsiteX474" fmla="*/ 4886321 w 4940931"/>
                <a:gd name="connsiteY474" fmla="*/ 88265 h 138429"/>
                <a:gd name="connsiteX475" fmla="*/ 4885051 w 4940931"/>
                <a:gd name="connsiteY475" fmla="*/ 84455 h 138429"/>
                <a:gd name="connsiteX476" fmla="*/ 4881241 w 4940931"/>
                <a:gd name="connsiteY476" fmla="*/ 81280 h 138429"/>
                <a:gd name="connsiteX477" fmla="*/ 4875526 w 4940931"/>
                <a:gd name="connsiteY477" fmla="*/ 78105 h 138429"/>
                <a:gd name="connsiteX478" fmla="*/ 4867906 w 4940931"/>
                <a:gd name="connsiteY478" fmla="*/ 74930 h 138429"/>
                <a:gd name="connsiteX479" fmla="*/ 4857111 w 4940931"/>
                <a:gd name="connsiteY479" fmla="*/ 69850 h 138429"/>
                <a:gd name="connsiteX480" fmla="*/ 4850126 w 4940931"/>
                <a:gd name="connsiteY480" fmla="*/ 64770 h 138429"/>
                <a:gd name="connsiteX481" fmla="*/ 4846316 w 4940931"/>
                <a:gd name="connsiteY481" fmla="*/ 58420 h 138429"/>
                <a:gd name="connsiteX482" fmla="*/ 4845046 w 4940931"/>
                <a:gd name="connsiteY482" fmla="*/ 50165 h 138429"/>
                <a:gd name="connsiteX483" fmla="*/ 4846951 w 4940931"/>
                <a:gd name="connsiteY483" fmla="*/ 40640 h 138429"/>
                <a:gd name="connsiteX484" fmla="*/ 4852666 w 4940931"/>
                <a:gd name="connsiteY484" fmla="*/ 34290 h 138429"/>
                <a:gd name="connsiteX485" fmla="*/ 4860921 w 4940931"/>
                <a:gd name="connsiteY485" fmla="*/ 30480 h 138429"/>
                <a:gd name="connsiteX486" fmla="*/ 4871716 w 4940931"/>
                <a:gd name="connsiteY486" fmla="*/ 29210 h 138429"/>
                <a:gd name="connsiteX487" fmla="*/ 4749796 w 4940931"/>
                <a:gd name="connsiteY487" fmla="*/ 29210 h 138429"/>
                <a:gd name="connsiteX488" fmla="*/ 4757416 w 4940931"/>
                <a:gd name="connsiteY488" fmla="*/ 29845 h 138429"/>
                <a:gd name="connsiteX489" fmla="*/ 4763131 w 4940931"/>
                <a:gd name="connsiteY489" fmla="*/ 32385 h 138429"/>
                <a:gd name="connsiteX490" fmla="*/ 4759321 w 4940931"/>
                <a:gd name="connsiteY490" fmla="*/ 46990 h 138429"/>
                <a:gd name="connsiteX491" fmla="*/ 4758051 w 4940931"/>
                <a:gd name="connsiteY491" fmla="*/ 46990 h 138429"/>
                <a:gd name="connsiteX492" fmla="*/ 4752971 w 4940931"/>
                <a:gd name="connsiteY492" fmla="*/ 45085 h 138429"/>
                <a:gd name="connsiteX493" fmla="*/ 4746621 w 4940931"/>
                <a:gd name="connsiteY493" fmla="*/ 44450 h 138429"/>
                <a:gd name="connsiteX494" fmla="*/ 4735191 w 4940931"/>
                <a:gd name="connsiteY494" fmla="*/ 49530 h 138429"/>
                <a:gd name="connsiteX495" fmla="*/ 4731381 w 4940931"/>
                <a:gd name="connsiteY495" fmla="*/ 64770 h 138429"/>
                <a:gd name="connsiteX496" fmla="*/ 4731381 w 4940931"/>
                <a:gd name="connsiteY496" fmla="*/ 109220 h 138429"/>
                <a:gd name="connsiteX497" fmla="*/ 4716141 w 4940931"/>
                <a:gd name="connsiteY497" fmla="*/ 109220 h 138429"/>
                <a:gd name="connsiteX498" fmla="*/ 4716141 w 4940931"/>
                <a:gd name="connsiteY498" fmla="*/ 31115 h 138429"/>
                <a:gd name="connsiteX499" fmla="*/ 4731381 w 4940931"/>
                <a:gd name="connsiteY499" fmla="*/ 31115 h 138429"/>
                <a:gd name="connsiteX500" fmla="*/ 4731381 w 4940931"/>
                <a:gd name="connsiteY500" fmla="*/ 38735 h 138429"/>
                <a:gd name="connsiteX501" fmla="*/ 4734556 w 4940931"/>
                <a:gd name="connsiteY501" fmla="*/ 34925 h 138429"/>
                <a:gd name="connsiteX502" fmla="*/ 4739001 w 4940931"/>
                <a:gd name="connsiteY502" fmla="*/ 31750 h 138429"/>
                <a:gd name="connsiteX503" fmla="*/ 4744081 w 4940931"/>
                <a:gd name="connsiteY503" fmla="*/ 29845 h 138429"/>
                <a:gd name="connsiteX504" fmla="*/ 4749796 w 4940931"/>
                <a:gd name="connsiteY504" fmla="*/ 29210 h 138429"/>
                <a:gd name="connsiteX505" fmla="*/ 4349110 w 4940931"/>
                <a:gd name="connsiteY505" fmla="*/ 29210 h 138429"/>
                <a:gd name="connsiteX506" fmla="*/ 4356730 w 4940931"/>
                <a:gd name="connsiteY506" fmla="*/ 29845 h 138429"/>
                <a:gd name="connsiteX507" fmla="*/ 4362445 w 4940931"/>
                <a:gd name="connsiteY507" fmla="*/ 32385 h 138429"/>
                <a:gd name="connsiteX508" fmla="*/ 4358635 w 4940931"/>
                <a:gd name="connsiteY508" fmla="*/ 46990 h 138429"/>
                <a:gd name="connsiteX509" fmla="*/ 4357365 w 4940931"/>
                <a:gd name="connsiteY509" fmla="*/ 46990 h 138429"/>
                <a:gd name="connsiteX510" fmla="*/ 4352285 w 4940931"/>
                <a:gd name="connsiteY510" fmla="*/ 45085 h 138429"/>
                <a:gd name="connsiteX511" fmla="*/ 4345935 w 4940931"/>
                <a:gd name="connsiteY511" fmla="*/ 44450 h 138429"/>
                <a:gd name="connsiteX512" fmla="*/ 4334505 w 4940931"/>
                <a:gd name="connsiteY512" fmla="*/ 49530 h 138429"/>
                <a:gd name="connsiteX513" fmla="*/ 4330695 w 4940931"/>
                <a:gd name="connsiteY513" fmla="*/ 64770 h 138429"/>
                <a:gd name="connsiteX514" fmla="*/ 4330695 w 4940931"/>
                <a:gd name="connsiteY514" fmla="*/ 109220 h 138429"/>
                <a:gd name="connsiteX515" fmla="*/ 4315455 w 4940931"/>
                <a:gd name="connsiteY515" fmla="*/ 109220 h 138429"/>
                <a:gd name="connsiteX516" fmla="*/ 4315455 w 4940931"/>
                <a:gd name="connsiteY516" fmla="*/ 31115 h 138429"/>
                <a:gd name="connsiteX517" fmla="*/ 4330695 w 4940931"/>
                <a:gd name="connsiteY517" fmla="*/ 31115 h 138429"/>
                <a:gd name="connsiteX518" fmla="*/ 4330695 w 4940931"/>
                <a:gd name="connsiteY518" fmla="*/ 38735 h 138429"/>
                <a:gd name="connsiteX519" fmla="*/ 4333870 w 4940931"/>
                <a:gd name="connsiteY519" fmla="*/ 34925 h 138429"/>
                <a:gd name="connsiteX520" fmla="*/ 4338315 w 4940931"/>
                <a:gd name="connsiteY520" fmla="*/ 31750 h 138429"/>
                <a:gd name="connsiteX521" fmla="*/ 4343395 w 4940931"/>
                <a:gd name="connsiteY521" fmla="*/ 29845 h 138429"/>
                <a:gd name="connsiteX522" fmla="*/ 4349110 w 4940931"/>
                <a:gd name="connsiteY522" fmla="*/ 29210 h 138429"/>
                <a:gd name="connsiteX523" fmla="*/ 4044310 w 4940931"/>
                <a:gd name="connsiteY523" fmla="*/ 29210 h 138429"/>
                <a:gd name="connsiteX524" fmla="*/ 4058915 w 4940931"/>
                <a:gd name="connsiteY524" fmla="*/ 32385 h 138429"/>
                <a:gd name="connsiteX525" fmla="*/ 4069075 w 4940931"/>
                <a:gd name="connsiteY525" fmla="*/ 40640 h 138429"/>
                <a:gd name="connsiteX526" fmla="*/ 4075425 w 4940931"/>
                <a:gd name="connsiteY526" fmla="*/ 53340 h 138429"/>
                <a:gd name="connsiteX527" fmla="*/ 4077330 w 4940931"/>
                <a:gd name="connsiteY527" fmla="*/ 68580 h 138429"/>
                <a:gd name="connsiteX528" fmla="*/ 4076060 w 4940931"/>
                <a:gd name="connsiteY528" fmla="*/ 68580 h 138429"/>
                <a:gd name="connsiteX529" fmla="*/ 4076060 w 4940931"/>
                <a:gd name="connsiteY529" fmla="*/ 72390 h 138429"/>
                <a:gd name="connsiteX530" fmla="*/ 4076060 w 4940931"/>
                <a:gd name="connsiteY530" fmla="*/ 75565 h 138429"/>
                <a:gd name="connsiteX531" fmla="*/ 4024625 w 4940931"/>
                <a:gd name="connsiteY531" fmla="*/ 75565 h 138429"/>
                <a:gd name="connsiteX532" fmla="*/ 4027165 w 4940931"/>
                <a:gd name="connsiteY532" fmla="*/ 85090 h 138429"/>
                <a:gd name="connsiteX533" fmla="*/ 4031610 w 4940931"/>
                <a:gd name="connsiteY533" fmla="*/ 91440 h 138429"/>
                <a:gd name="connsiteX534" fmla="*/ 4037325 w 4940931"/>
                <a:gd name="connsiteY534" fmla="*/ 95250 h 138429"/>
                <a:gd name="connsiteX535" fmla="*/ 4044310 w 4940931"/>
                <a:gd name="connsiteY535" fmla="*/ 96520 h 138429"/>
                <a:gd name="connsiteX536" fmla="*/ 4049390 w 4940931"/>
                <a:gd name="connsiteY536" fmla="*/ 96520 h 138429"/>
                <a:gd name="connsiteX537" fmla="*/ 4053835 w 4940931"/>
                <a:gd name="connsiteY537" fmla="*/ 95250 h 138429"/>
                <a:gd name="connsiteX538" fmla="*/ 4057645 w 4940931"/>
                <a:gd name="connsiteY538" fmla="*/ 93345 h 138429"/>
                <a:gd name="connsiteX539" fmla="*/ 4062090 w 4940931"/>
                <a:gd name="connsiteY539" fmla="*/ 90805 h 138429"/>
                <a:gd name="connsiteX540" fmla="*/ 4070980 w 4940931"/>
                <a:gd name="connsiteY540" fmla="*/ 100330 h 138429"/>
                <a:gd name="connsiteX541" fmla="*/ 4065265 w 4940931"/>
                <a:gd name="connsiteY541" fmla="*/ 104775 h 138429"/>
                <a:gd name="connsiteX542" fmla="*/ 4059550 w 4940931"/>
                <a:gd name="connsiteY542" fmla="*/ 107950 h 138429"/>
                <a:gd name="connsiteX543" fmla="*/ 4052565 w 4940931"/>
                <a:gd name="connsiteY543" fmla="*/ 109855 h 138429"/>
                <a:gd name="connsiteX544" fmla="*/ 4043675 w 4940931"/>
                <a:gd name="connsiteY544" fmla="*/ 110490 h 138429"/>
                <a:gd name="connsiteX545" fmla="*/ 4034150 w 4940931"/>
                <a:gd name="connsiteY545" fmla="*/ 109220 h 138429"/>
                <a:gd name="connsiteX546" fmla="*/ 4026530 w 4940931"/>
                <a:gd name="connsiteY546" fmla="*/ 105410 h 138429"/>
                <a:gd name="connsiteX547" fmla="*/ 4020180 w 4940931"/>
                <a:gd name="connsiteY547" fmla="*/ 100330 h 138429"/>
                <a:gd name="connsiteX548" fmla="*/ 4015100 w 4940931"/>
                <a:gd name="connsiteY548" fmla="*/ 92710 h 138429"/>
                <a:gd name="connsiteX549" fmla="*/ 4011290 w 4940931"/>
                <a:gd name="connsiteY549" fmla="*/ 82550 h 138429"/>
                <a:gd name="connsiteX550" fmla="*/ 4010020 w 4940931"/>
                <a:gd name="connsiteY550" fmla="*/ 69850 h 138429"/>
                <a:gd name="connsiteX551" fmla="*/ 4012560 w 4940931"/>
                <a:gd name="connsiteY551" fmla="*/ 52070 h 138429"/>
                <a:gd name="connsiteX552" fmla="*/ 4019545 w 4940931"/>
                <a:gd name="connsiteY552" fmla="*/ 39370 h 138429"/>
                <a:gd name="connsiteX553" fmla="*/ 4030340 w 4940931"/>
                <a:gd name="connsiteY553" fmla="*/ 31750 h 138429"/>
                <a:gd name="connsiteX554" fmla="*/ 4044310 w 4940931"/>
                <a:gd name="connsiteY554" fmla="*/ 29210 h 138429"/>
                <a:gd name="connsiteX555" fmla="*/ 3811900 w 4940931"/>
                <a:gd name="connsiteY555" fmla="*/ 29210 h 138429"/>
                <a:gd name="connsiteX556" fmla="*/ 3819520 w 4940931"/>
                <a:gd name="connsiteY556" fmla="*/ 29845 h 138429"/>
                <a:gd name="connsiteX557" fmla="*/ 3825235 w 4940931"/>
                <a:gd name="connsiteY557" fmla="*/ 32385 h 138429"/>
                <a:gd name="connsiteX558" fmla="*/ 3821425 w 4940931"/>
                <a:gd name="connsiteY558" fmla="*/ 46990 h 138429"/>
                <a:gd name="connsiteX559" fmla="*/ 3820155 w 4940931"/>
                <a:gd name="connsiteY559" fmla="*/ 46990 h 138429"/>
                <a:gd name="connsiteX560" fmla="*/ 3815075 w 4940931"/>
                <a:gd name="connsiteY560" fmla="*/ 45085 h 138429"/>
                <a:gd name="connsiteX561" fmla="*/ 3808725 w 4940931"/>
                <a:gd name="connsiteY561" fmla="*/ 44450 h 138429"/>
                <a:gd name="connsiteX562" fmla="*/ 3797295 w 4940931"/>
                <a:gd name="connsiteY562" fmla="*/ 49530 h 138429"/>
                <a:gd name="connsiteX563" fmla="*/ 3793485 w 4940931"/>
                <a:gd name="connsiteY563" fmla="*/ 64770 h 138429"/>
                <a:gd name="connsiteX564" fmla="*/ 3793485 w 4940931"/>
                <a:gd name="connsiteY564" fmla="*/ 109220 h 138429"/>
                <a:gd name="connsiteX565" fmla="*/ 3778245 w 4940931"/>
                <a:gd name="connsiteY565" fmla="*/ 109220 h 138429"/>
                <a:gd name="connsiteX566" fmla="*/ 3778245 w 4940931"/>
                <a:gd name="connsiteY566" fmla="*/ 31115 h 138429"/>
                <a:gd name="connsiteX567" fmla="*/ 3793485 w 4940931"/>
                <a:gd name="connsiteY567" fmla="*/ 31115 h 138429"/>
                <a:gd name="connsiteX568" fmla="*/ 3793485 w 4940931"/>
                <a:gd name="connsiteY568" fmla="*/ 38735 h 138429"/>
                <a:gd name="connsiteX569" fmla="*/ 3796660 w 4940931"/>
                <a:gd name="connsiteY569" fmla="*/ 34925 h 138429"/>
                <a:gd name="connsiteX570" fmla="*/ 3801105 w 4940931"/>
                <a:gd name="connsiteY570" fmla="*/ 31750 h 138429"/>
                <a:gd name="connsiteX571" fmla="*/ 3806185 w 4940931"/>
                <a:gd name="connsiteY571" fmla="*/ 29845 h 138429"/>
                <a:gd name="connsiteX572" fmla="*/ 3811900 w 4940931"/>
                <a:gd name="connsiteY572" fmla="*/ 29210 h 138429"/>
                <a:gd name="connsiteX573" fmla="*/ 3729986 w 4940931"/>
                <a:gd name="connsiteY573" fmla="*/ 29210 h 138429"/>
                <a:gd name="connsiteX574" fmla="*/ 3744591 w 4940931"/>
                <a:gd name="connsiteY574" fmla="*/ 32385 h 138429"/>
                <a:gd name="connsiteX575" fmla="*/ 3754751 w 4940931"/>
                <a:gd name="connsiteY575" fmla="*/ 40640 h 138429"/>
                <a:gd name="connsiteX576" fmla="*/ 3761101 w 4940931"/>
                <a:gd name="connsiteY576" fmla="*/ 53340 h 138429"/>
                <a:gd name="connsiteX577" fmla="*/ 3763006 w 4940931"/>
                <a:gd name="connsiteY577" fmla="*/ 68580 h 138429"/>
                <a:gd name="connsiteX578" fmla="*/ 3761736 w 4940931"/>
                <a:gd name="connsiteY578" fmla="*/ 68580 h 138429"/>
                <a:gd name="connsiteX579" fmla="*/ 3761736 w 4940931"/>
                <a:gd name="connsiteY579" fmla="*/ 72390 h 138429"/>
                <a:gd name="connsiteX580" fmla="*/ 3761736 w 4940931"/>
                <a:gd name="connsiteY580" fmla="*/ 75565 h 138429"/>
                <a:gd name="connsiteX581" fmla="*/ 3710301 w 4940931"/>
                <a:gd name="connsiteY581" fmla="*/ 75565 h 138429"/>
                <a:gd name="connsiteX582" fmla="*/ 3712841 w 4940931"/>
                <a:gd name="connsiteY582" fmla="*/ 85090 h 138429"/>
                <a:gd name="connsiteX583" fmla="*/ 3717286 w 4940931"/>
                <a:gd name="connsiteY583" fmla="*/ 91440 h 138429"/>
                <a:gd name="connsiteX584" fmla="*/ 3723001 w 4940931"/>
                <a:gd name="connsiteY584" fmla="*/ 95250 h 138429"/>
                <a:gd name="connsiteX585" fmla="*/ 3729986 w 4940931"/>
                <a:gd name="connsiteY585" fmla="*/ 96520 h 138429"/>
                <a:gd name="connsiteX586" fmla="*/ 3735066 w 4940931"/>
                <a:gd name="connsiteY586" fmla="*/ 96520 h 138429"/>
                <a:gd name="connsiteX587" fmla="*/ 3739511 w 4940931"/>
                <a:gd name="connsiteY587" fmla="*/ 95250 h 138429"/>
                <a:gd name="connsiteX588" fmla="*/ 3743321 w 4940931"/>
                <a:gd name="connsiteY588" fmla="*/ 93345 h 138429"/>
                <a:gd name="connsiteX589" fmla="*/ 3747766 w 4940931"/>
                <a:gd name="connsiteY589" fmla="*/ 90805 h 138429"/>
                <a:gd name="connsiteX590" fmla="*/ 3756656 w 4940931"/>
                <a:gd name="connsiteY590" fmla="*/ 100330 h 138429"/>
                <a:gd name="connsiteX591" fmla="*/ 3750941 w 4940931"/>
                <a:gd name="connsiteY591" fmla="*/ 104775 h 138429"/>
                <a:gd name="connsiteX592" fmla="*/ 3745226 w 4940931"/>
                <a:gd name="connsiteY592" fmla="*/ 107950 h 138429"/>
                <a:gd name="connsiteX593" fmla="*/ 3738241 w 4940931"/>
                <a:gd name="connsiteY593" fmla="*/ 109855 h 138429"/>
                <a:gd name="connsiteX594" fmla="*/ 3729351 w 4940931"/>
                <a:gd name="connsiteY594" fmla="*/ 110490 h 138429"/>
                <a:gd name="connsiteX595" fmla="*/ 3719826 w 4940931"/>
                <a:gd name="connsiteY595" fmla="*/ 109220 h 138429"/>
                <a:gd name="connsiteX596" fmla="*/ 3712206 w 4940931"/>
                <a:gd name="connsiteY596" fmla="*/ 105410 h 138429"/>
                <a:gd name="connsiteX597" fmla="*/ 3705856 w 4940931"/>
                <a:gd name="connsiteY597" fmla="*/ 100330 h 138429"/>
                <a:gd name="connsiteX598" fmla="*/ 3700776 w 4940931"/>
                <a:gd name="connsiteY598" fmla="*/ 92710 h 138429"/>
                <a:gd name="connsiteX599" fmla="*/ 3696966 w 4940931"/>
                <a:gd name="connsiteY599" fmla="*/ 82550 h 138429"/>
                <a:gd name="connsiteX600" fmla="*/ 3695696 w 4940931"/>
                <a:gd name="connsiteY600" fmla="*/ 69850 h 138429"/>
                <a:gd name="connsiteX601" fmla="*/ 3698236 w 4940931"/>
                <a:gd name="connsiteY601" fmla="*/ 52070 h 138429"/>
                <a:gd name="connsiteX602" fmla="*/ 3705221 w 4940931"/>
                <a:gd name="connsiteY602" fmla="*/ 39370 h 138429"/>
                <a:gd name="connsiteX603" fmla="*/ 3716016 w 4940931"/>
                <a:gd name="connsiteY603" fmla="*/ 31750 h 138429"/>
                <a:gd name="connsiteX604" fmla="*/ 3729986 w 4940931"/>
                <a:gd name="connsiteY604" fmla="*/ 29210 h 138429"/>
                <a:gd name="connsiteX605" fmla="*/ 3543296 w 4940931"/>
                <a:gd name="connsiteY605" fmla="*/ 29210 h 138429"/>
                <a:gd name="connsiteX606" fmla="*/ 3557901 w 4940931"/>
                <a:gd name="connsiteY606" fmla="*/ 32385 h 138429"/>
                <a:gd name="connsiteX607" fmla="*/ 3568061 w 4940931"/>
                <a:gd name="connsiteY607" fmla="*/ 40640 h 138429"/>
                <a:gd name="connsiteX608" fmla="*/ 3574411 w 4940931"/>
                <a:gd name="connsiteY608" fmla="*/ 53340 h 138429"/>
                <a:gd name="connsiteX609" fmla="*/ 3576316 w 4940931"/>
                <a:gd name="connsiteY609" fmla="*/ 68580 h 138429"/>
                <a:gd name="connsiteX610" fmla="*/ 3575046 w 4940931"/>
                <a:gd name="connsiteY610" fmla="*/ 68580 h 138429"/>
                <a:gd name="connsiteX611" fmla="*/ 3575046 w 4940931"/>
                <a:gd name="connsiteY611" fmla="*/ 72390 h 138429"/>
                <a:gd name="connsiteX612" fmla="*/ 3575046 w 4940931"/>
                <a:gd name="connsiteY612" fmla="*/ 75565 h 138429"/>
                <a:gd name="connsiteX613" fmla="*/ 3523611 w 4940931"/>
                <a:gd name="connsiteY613" fmla="*/ 75565 h 138429"/>
                <a:gd name="connsiteX614" fmla="*/ 3526151 w 4940931"/>
                <a:gd name="connsiteY614" fmla="*/ 85090 h 138429"/>
                <a:gd name="connsiteX615" fmla="*/ 3530596 w 4940931"/>
                <a:gd name="connsiteY615" fmla="*/ 91440 h 138429"/>
                <a:gd name="connsiteX616" fmla="*/ 3536311 w 4940931"/>
                <a:gd name="connsiteY616" fmla="*/ 95250 h 138429"/>
                <a:gd name="connsiteX617" fmla="*/ 3543296 w 4940931"/>
                <a:gd name="connsiteY617" fmla="*/ 96520 h 138429"/>
                <a:gd name="connsiteX618" fmla="*/ 3548376 w 4940931"/>
                <a:gd name="connsiteY618" fmla="*/ 96520 h 138429"/>
                <a:gd name="connsiteX619" fmla="*/ 3552821 w 4940931"/>
                <a:gd name="connsiteY619" fmla="*/ 95250 h 138429"/>
                <a:gd name="connsiteX620" fmla="*/ 3556631 w 4940931"/>
                <a:gd name="connsiteY620" fmla="*/ 93345 h 138429"/>
                <a:gd name="connsiteX621" fmla="*/ 3561076 w 4940931"/>
                <a:gd name="connsiteY621" fmla="*/ 90805 h 138429"/>
                <a:gd name="connsiteX622" fmla="*/ 3569966 w 4940931"/>
                <a:gd name="connsiteY622" fmla="*/ 100330 h 138429"/>
                <a:gd name="connsiteX623" fmla="*/ 3564251 w 4940931"/>
                <a:gd name="connsiteY623" fmla="*/ 104775 h 138429"/>
                <a:gd name="connsiteX624" fmla="*/ 3558536 w 4940931"/>
                <a:gd name="connsiteY624" fmla="*/ 107950 h 138429"/>
                <a:gd name="connsiteX625" fmla="*/ 3551551 w 4940931"/>
                <a:gd name="connsiteY625" fmla="*/ 109855 h 138429"/>
                <a:gd name="connsiteX626" fmla="*/ 3542661 w 4940931"/>
                <a:gd name="connsiteY626" fmla="*/ 110490 h 138429"/>
                <a:gd name="connsiteX627" fmla="*/ 3533136 w 4940931"/>
                <a:gd name="connsiteY627" fmla="*/ 109220 h 138429"/>
                <a:gd name="connsiteX628" fmla="*/ 3525516 w 4940931"/>
                <a:gd name="connsiteY628" fmla="*/ 105410 h 138429"/>
                <a:gd name="connsiteX629" fmla="*/ 3519166 w 4940931"/>
                <a:gd name="connsiteY629" fmla="*/ 100330 h 138429"/>
                <a:gd name="connsiteX630" fmla="*/ 3514086 w 4940931"/>
                <a:gd name="connsiteY630" fmla="*/ 92710 h 138429"/>
                <a:gd name="connsiteX631" fmla="*/ 3510276 w 4940931"/>
                <a:gd name="connsiteY631" fmla="*/ 82550 h 138429"/>
                <a:gd name="connsiteX632" fmla="*/ 3509006 w 4940931"/>
                <a:gd name="connsiteY632" fmla="*/ 69850 h 138429"/>
                <a:gd name="connsiteX633" fmla="*/ 3511546 w 4940931"/>
                <a:gd name="connsiteY633" fmla="*/ 52070 h 138429"/>
                <a:gd name="connsiteX634" fmla="*/ 3518531 w 4940931"/>
                <a:gd name="connsiteY634" fmla="*/ 39370 h 138429"/>
                <a:gd name="connsiteX635" fmla="*/ 3529326 w 4940931"/>
                <a:gd name="connsiteY635" fmla="*/ 31750 h 138429"/>
                <a:gd name="connsiteX636" fmla="*/ 3543296 w 4940931"/>
                <a:gd name="connsiteY636" fmla="*/ 29210 h 138429"/>
                <a:gd name="connsiteX637" fmla="*/ 3345176 w 4940931"/>
                <a:gd name="connsiteY637" fmla="*/ 29210 h 138429"/>
                <a:gd name="connsiteX638" fmla="*/ 3359781 w 4940931"/>
                <a:gd name="connsiteY638" fmla="*/ 32385 h 138429"/>
                <a:gd name="connsiteX639" fmla="*/ 3369941 w 4940931"/>
                <a:gd name="connsiteY639" fmla="*/ 40640 h 138429"/>
                <a:gd name="connsiteX640" fmla="*/ 3376291 w 4940931"/>
                <a:gd name="connsiteY640" fmla="*/ 53340 h 138429"/>
                <a:gd name="connsiteX641" fmla="*/ 3378196 w 4940931"/>
                <a:gd name="connsiteY641" fmla="*/ 68580 h 138429"/>
                <a:gd name="connsiteX642" fmla="*/ 3376926 w 4940931"/>
                <a:gd name="connsiteY642" fmla="*/ 68580 h 138429"/>
                <a:gd name="connsiteX643" fmla="*/ 3376926 w 4940931"/>
                <a:gd name="connsiteY643" fmla="*/ 72390 h 138429"/>
                <a:gd name="connsiteX644" fmla="*/ 3376926 w 4940931"/>
                <a:gd name="connsiteY644" fmla="*/ 75565 h 138429"/>
                <a:gd name="connsiteX645" fmla="*/ 3325491 w 4940931"/>
                <a:gd name="connsiteY645" fmla="*/ 75565 h 138429"/>
                <a:gd name="connsiteX646" fmla="*/ 3328031 w 4940931"/>
                <a:gd name="connsiteY646" fmla="*/ 85090 h 138429"/>
                <a:gd name="connsiteX647" fmla="*/ 3332476 w 4940931"/>
                <a:gd name="connsiteY647" fmla="*/ 91440 h 138429"/>
                <a:gd name="connsiteX648" fmla="*/ 3338191 w 4940931"/>
                <a:gd name="connsiteY648" fmla="*/ 95250 h 138429"/>
                <a:gd name="connsiteX649" fmla="*/ 3345176 w 4940931"/>
                <a:gd name="connsiteY649" fmla="*/ 96520 h 138429"/>
                <a:gd name="connsiteX650" fmla="*/ 3350256 w 4940931"/>
                <a:gd name="connsiteY650" fmla="*/ 96520 h 138429"/>
                <a:gd name="connsiteX651" fmla="*/ 3354701 w 4940931"/>
                <a:gd name="connsiteY651" fmla="*/ 95250 h 138429"/>
                <a:gd name="connsiteX652" fmla="*/ 3358511 w 4940931"/>
                <a:gd name="connsiteY652" fmla="*/ 93345 h 138429"/>
                <a:gd name="connsiteX653" fmla="*/ 3362956 w 4940931"/>
                <a:gd name="connsiteY653" fmla="*/ 90805 h 138429"/>
                <a:gd name="connsiteX654" fmla="*/ 3371846 w 4940931"/>
                <a:gd name="connsiteY654" fmla="*/ 100330 h 138429"/>
                <a:gd name="connsiteX655" fmla="*/ 3366131 w 4940931"/>
                <a:gd name="connsiteY655" fmla="*/ 104775 h 138429"/>
                <a:gd name="connsiteX656" fmla="*/ 3360416 w 4940931"/>
                <a:gd name="connsiteY656" fmla="*/ 107950 h 138429"/>
                <a:gd name="connsiteX657" fmla="*/ 3353431 w 4940931"/>
                <a:gd name="connsiteY657" fmla="*/ 109855 h 138429"/>
                <a:gd name="connsiteX658" fmla="*/ 3344541 w 4940931"/>
                <a:gd name="connsiteY658" fmla="*/ 110490 h 138429"/>
                <a:gd name="connsiteX659" fmla="*/ 3335016 w 4940931"/>
                <a:gd name="connsiteY659" fmla="*/ 109220 h 138429"/>
                <a:gd name="connsiteX660" fmla="*/ 3327396 w 4940931"/>
                <a:gd name="connsiteY660" fmla="*/ 105410 h 138429"/>
                <a:gd name="connsiteX661" fmla="*/ 3321046 w 4940931"/>
                <a:gd name="connsiteY661" fmla="*/ 100330 h 138429"/>
                <a:gd name="connsiteX662" fmla="*/ 3315966 w 4940931"/>
                <a:gd name="connsiteY662" fmla="*/ 92710 h 138429"/>
                <a:gd name="connsiteX663" fmla="*/ 3312156 w 4940931"/>
                <a:gd name="connsiteY663" fmla="*/ 82550 h 138429"/>
                <a:gd name="connsiteX664" fmla="*/ 3310886 w 4940931"/>
                <a:gd name="connsiteY664" fmla="*/ 69850 h 138429"/>
                <a:gd name="connsiteX665" fmla="*/ 3313426 w 4940931"/>
                <a:gd name="connsiteY665" fmla="*/ 52070 h 138429"/>
                <a:gd name="connsiteX666" fmla="*/ 3320411 w 4940931"/>
                <a:gd name="connsiteY666" fmla="*/ 39370 h 138429"/>
                <a:gd name="connsiteX667" fmla="*/ 3331206 w 4940931"/>
                <a:gd name="connsiteY667" fmla="*/ 31750 h 138429"/>
                <a:gd name="connsiteX668" fmla="*/ 3345176 w 4940931"/>
                <a:gd name="connsiteY668" fmla="*/ 29210 h 138429"/>
                <a:gd name="connsiteX669" fmla="*/ 3060696 w 4940931"/>
                <a:gd name="connsiteY669" fmla="*/ 29210 h 138429"/>
                <a:gd name="connsiteX670" fmla="*/ 3068316 w 4940931"/>
                <a:gd name="connsiteY670" fmla="*/ 29845 h 138429"/>
                <a:gd name="connsiteX671" fmla="*/ 3074031 w 4940931"/>
                <a:gd name="connsiteY671" fmla="*/ 32385 h 138429"/>
                <a:gd name="connsiteX672" fmla="*/ 3070221 w 4940931"/>
                <a:gd name="connsiteY672" fmla="*/ 46990 h 138429"/>
                <a:gd name="connsiteX673" fmla="*/ 3068951 w 4940931"/>
                <a:gd name="connsiteY673" fmla="*/ 46990 h 138429"/>
                <a:gd name="connsiteX674" fmla="*/ 3063871 w 4940931"/>
                <a:gd name="connsiteY674" fmla="*/ 45085 h 138429"/>
                <a:gd name="connsiteX675" fmla="*/ 3057521 w 4940931"/>
                <a:gd name="connsiteY675" fmla="*/ 44450 h 138429"/>
                <a:gd name="connsiteX676" fmla="*/ 3046091 w 4940931"/>
                <a:gd name="connsiteY676" fmla="*/ 49530 h 138429"/>
                <a:gd name="connsiteX677" fmla="*/ 3042281 w 4940931"/>
                <a:gd name="connsiteY677" fmla="*/ 64770 h 138429"/>
                <a:gd name="connsiteX678" fmla="*/ 3042281 w 4940931"/>
                <a:gd name="connsiteY678" fmla="*/ 109220 h 138429"/>
                <a:gd name="connsiteX679" fmla="*/ 3027041 w 4940931"/>
                <a:gd name="connsiteY679" fmla="*/ 109220 h 138429"/>
                <a:gd name="connsiteX680" fmla="*/ 3027041 w 4940931"/>
                <a:gd name="connsiteY680" fmla="*/ 31115 h 138429"/>
                <a:gd name="connsiteX681" fmla="*/ 3042281 w 4940931"/>
                <a:gd name="connsiteY681" fmla="*/ 31115 h 138429"/>
                <a:gd name="connsiteX682" fmla="*/ 3042281 w 4940931"/>
                <a:gd name="connsiteY682" fmla="*/ 38735 h 138429"/>
                <a:gd name="connsiteX683" fmla="*/ 3045456 w 4940931"/>
                <a:gd name="connsiteY683" fmla="*/ 34925 h 138429"/>
                <a:gd name="connsiteX684" fmla="*/ 3049901 w 4940931"/>
                <a:gd name="connsiteY684" fmla="*/ 31750 h 138429"/>
                <a:gd name="connsiteX685" fmla="*/ 3054981 w 4940931"/>
                <a:gd name="connsiteY685" fmla="*/ 29845 h 138429"/>
                <a:gd name="connsiteX686" fmla="*/ 3060696 w 4940931"/>
                <a:gd name="connsiteY686" fmla="*/ 29210 h 138429"/>
                <a:gd name="connsiteX687" fmla="*/ 2978781 w 4940931"/>
                <a:gd name="connsiteY687" fmla="*/ 29210 h 138429"/>
                <a:gd name="connsiteX688" fmla="*/ 2993386 w 4940931"/>
                <a:gd name="connsiteY688" fmla="*/ 32385 h 138429"/>
                <a:gd name="connsiteX689" fmla="*/ 3003546 w 4940931"/>
                <a:gd name="connsiteY689" fmla="*/ 40640 h 138429"/>
                <a:gd name="connsiteX690" fmla="*/ 3009896 w 4940931"/>
                <a:gd name="connsiteY690" fmla="*/ 53340 h 138429"/>
                <a:gd name="connsiteX691" fmla="*/ 3011801 w 4940931"/>
                <a:gd name="connsiteY691" fmla="*/ 68580 h 138429"/>
                <a:gd name="connsiteX692" fmla="*/ 3010531 w 4940931"/>
                <a:gd name="connsiteY692" fmla="*/ 68580 h 138429"/>
                <a:gd name="connsiteX693" fmla="*/ 3010531 w 4940931"/>
                <a:gd name="connsiteY693" fmla="*/ 72390 h 138429"/>
                <a:gd name="connsiteX694" fmla="*/ 3010531 w 4940931"/>
                <a:gd name="connsiteY694" fmla="*/ 75565 h 138429"/>
                <a:gd name="connsiteX695" fmla="*/ 2959096 w 4940931"/>
                <a:gd name="connsiteY695" fmla="*/ 75565 h 138429"/>
                <a:gd name="connsiteX696" fmla="*/ 2961636 w 4940931"/>
                <a:gd name="connsiteY696" fmla="*/ 85090 h 138429"/>
                <a:gd name="connsiteX697" fmla="*/ 2966081 w 4940931"/>
                <a:gd name="connsiteY697" fmla="*/ 91440 h 138429"/>
                <a:gd name="connsiteX698" fmla="*/ 2971796 w 4940931"/>
                <a:gd name="connsiteY698" fmla="*/ 95250 h 138429"/>
                <a:gd name="connsiteX699" fmla="*/ 2978781 w 4940931"/>
                <a:gd name="connsiteY699" fmla="*/ 96520 h 138429"/>
                <a:gd name="connsiteX700" fmla="*/ 2983861 w 4940931"/>
                <a:gd name="connsiteY700" fmla="*/ 96520 h 138429"/>
                <a:gd name="connsiteX701" fmla="*/ 2988306 w 4940931"/>
                <a:gd name="connsiteY701" fmla="*/ 95250 h 138429"/>
                <a:gd name="connsiteX702" fmla="*/ 2992116 w 4940931"/>
                <a:gd name="connsiteY702" fmla="*/ 93345 h 138429"/>
                <a:gd name="connsiteX703" fmla="*/ 2996561 w 4940931"/>
                <a:gd name="connsiteY703" fmla="*/ 90805 h 138429"/>
                <a:gd name="connsiteX704" fmla="*/ 3005451 w 4940931"/>
                <a:gd name="connsiteY704" fmla="*/ 100330 h 138429"/>
                <a:gd name="connsiteX705" fmla="*/ 2999736 w 4940931"/>
                <a:gd name="connsiteY705" fmla="*/ 104775 h 138429"/>
                <a:gd name="connsiteX706" fmla="*/ 2994021 w 4940931"/>
                <a:gd name="connsiteY706" fmla="*/ 107950 h 138429"/>
                <a:gd name="connsiteX707" fmla="*/ 2987036 w 4940931"/>
                <a:gd name="connsiteY707" fmla="*/ 109855 h 138429"/>
                <a:gd name="connsiteX708" fmla="*/ 2978146 w 4940931"/>
                <a:gd name="connsiteY708" fmla="*/ 110490 h 138429"/>
                <a:gd name="connsiteX709" fmla="*/ 2968621 w 4940931"/>
                <a:gd name="connsiteY709" fmla="*/ 109220 h 138429"/>
                <a:gd name="connsiteX710" fmla="*/ 2961001 w 4940931"/>
                <a:gd name="connsiteY710" fmla="*/ 105410 h 138429"/>
                <a:gd name="connsiteX711" fmla="*/ 2954651 w 4940931"/>
                <a:gd name="connsiteY711" fmla="*/ 100330 h 138429"/>
                <a:gd name="connsiteX712" fmla="*/ 2949571 w 4940931"/>
                <a:gd name="connsiteY712" fmla="*/ 92710 h 138429"/>
                <a:gd name="connsiteX713" fmla="*/ 2945761 w 4940931"/>
                <a:gd name="connsiteY713" fmla="*/ 82550 h 138429"/>
                <a:gd name="connsiteX714" fmla="*/ 2944491 w 4940931"/>
                <a:gd name="connsiteY714" fmla="*/ 69850 h 138429"/>
                <a:gd name="connsiteX715" fmla="*/ 2947031 w 4940931"/>
                <a:gd name="connsiteY715" fmla="*/ 52070 h 138429"/>
                <a:gd name="connsiteX716" fmla="*/ 2954016 w 4940931"/>
                <a:gd name="connsiteY716" fmla="*/ 39370 h 138429"/>
                <a:gd name="connsiteX717" fmla="*/ 2964811 w 4940931"/>
                <a:gd name="connsiteY717" fmla="*/ 31750 h 138429"/>
                <a:gd name="connsiteX718" fmla="*/ 2978781 w 4940931"/>
                <a:gd name="connsiteY718" fmla="*/ 29210 h 138429"/>
                <a:gd name="connsiteX719" fmla="*/ 2798440 w 4940931"/>
                <a:gd name="connsiteY719" fmla="*/ 29210 h 138429"/>
                <a:gd name="connsiteX720" fmla="*/ 2813045 w 4940931"/>
                <a:gd name="connsiteY720" fmla="*/ 31750 h 138429"/>
                <a:gd name="connsiteX721" fmla="*/ 2825110 w 4940931"/>
                <a:gd name="connsiteY721" fmla="*/ 38100 h 138429"/>
                <a:gd name="connsiteX722" fmla="*/ 2827015 w 4940931"/>
                <a:gd name="connsiteY722" fmla="*/ 38100 h 138429"/>
                <a:gd name="connsiteX723" fmla="*/ 2820030 w 4940931"/>
                <a:gd name="connsiteY723" fmla="*/ 50165 h 138429"/>
                <a:gd name="connsiteX724" fmla="*/ 2810505 w 4940931"/>
                <a:gd name="connsiteY724" fmla="*/ 45085 h 138429"/>
                <a:gd name="connsiteX725" fmla="*/ 2799710 w 4940931"/>
                <a:gd name="connsiteY725" fmla="*/ 43180 h 138429"/>
                <a:gd name="connsiteX726" fmla="*/ 2791455 w 4940931"/>
                <a:gd name="connsiteY726" fmla="*/ 45085 h 138429"/>
                <a:gd name="connsiteX727" fmla="*/ 2788915 w 4940931"/>
                <a:gd name="connsiteY727" fmla="*/ 50165 h 138429"/>
                <a:gd name="connsiteX728" fmla="*/ 2788915 w 4940931"/>
                <a:gd name="connsiteY728" fmla="*/ 52705 h 138429"/>
                <a:gd name="connsiteX729" fmla="*/ 2790820 w 4940931"/>
                <a:gd name="connsiteY729" fmla="*/ 55245 h 138429"/>
                <a:gd name="connsiteX730" fmla="*/ 2795265 w 4940931"/>
                <a:gd name="connsiteY730" fmla="*/ 57785 h 138429"/>
                <a:gd name="connsiteX731" fmla="*/ 2802250 w 4940931"/>
                <a:gd name="connsiteY731" fmla="*/ 60960 h 138429"/>
                <a:gd name="connsiteX732" fmla="*/ 2813680 w 4940931"/>
                <a:gd name="connsiteY732" fmla="*/ 66040 h 138429"/>
                <a:gd name="connsiteX733" fmla="*/ 2821935 w 4940931"/>
                <a:gd name="connsiteY733" fmla="*/ 71120 h 138429"/>
                <a:gd name="connsiteX734" fmla="*/ 2827015 w 4940931"/>
                <a:gd name="connsiteY734" fmla="*/ 78105 h 138429"/>
                <a:gd name="connsiteX735" fmla="*/ 2828920 w 4940931"/>
                <a:gd name="connsiteY735" fmla="*/ 87630 h 138429"/>
                <a:gd name="connsiteX736" fmla="*/ 2826380 w 4940931"/>
                <a:gd name="connsiteY736" fmla="*/ 98425 h 138429"/>
                <a:gd name="connsiteX737" fmla="*/ 2820030 w 4940931"/>
                <a:gd name="connsiteY737" fmla="*/ 105410 h 138429"/>
                <a:gd name="connsiteX738" fmla="*/ 2810505 w 4940931"/>
                <a:gd name="connsiteY738" fmla="*/ 109220 h 138429"/>
                <a:gd name="connsiteX739" fmla="*/ 2799710 w 4940931"/>
                <a:gd name="connsiteY739" fmla="*/ 110490 h 138429"/>
                <a:gd name="connsiteX740" fmla="*/ 2783835 w 4940931"/>
                <a:gd name="connsiteY740" fmla="*/ 107950 h 138429"/>
                <a:gd name="connsiteX741" fmla="*/ 2769230 w 4940931"/>
                <a:gd name="connsiteY741" fmla="*/ 100965 h 138429"/>
                <a:gd name="connsiteX742" fmla="*/ 2776215 w 4940931"/>
                <a:gd name="connsiteY742" fmla="*/ 89535 h 138429"/>
                <a:gd name="connsiteX743" fmla="*/ 2787645 w 4940931"/>
                <a:gd name="connsiteY743" fmla="*/ 95250 h 138429"/>
                <a:gd name="connsiteX744" fmla="*/ 2799075 w 4940931"/>
                <a:gd name="connsiteY744" fmla="*/ 97155 h 138429"/>
                <a:gd name="connsiteX745" fmla="*/ 2809870 w 4940931"/>
                <a:gd name="connsiteY745" fmla="*/ 94615 h 138429"/>
                <a:gd name="connsiteX746" fmla="*/ 2813045 w 4940931"/>
                <a:gd name="connsiteY746" fmla="*/ 88265 h 138429"/>
                <a:gd name="connsiteX747" fmla="*/ 2811775 w 4940931"/>
                <a:gd name="connsiteY747" fmla="*/ 84455 h 138429"/>
                <a:gd name="connsiteX748" fmla="*/ 2807965 w 4940931"/>
                <a:gd name="connsiteY748" fmla="*/ 81280 h 138429"/>
                <a:gd name="connsiteX749" fmla="*/ 2802250 w 4940931"/>
                <a:gd name="connsiteY749" fmla="*/ 78105 h 138429"/>
                <a:gd name="connsiteX750" fmla="*/ 2794630 w 4940931"/>
                <a:gd name="connsiteY750" fmla="*/ 74930 h 138429"/>
                <a:gd name="connsiteX751" fmla="*/ 2783835 w 4940931"/>
                <a:gd name="connsiteY751" fmla="*/ 69850 h 138429"/>
                <a:gd name="connsiteX752" fmla="*/ 2776850 w 4940931"/>
                <a:gd name="connsiteY752" fmla="*/ 64770 h 138429"/>
                <a:gd name="connsiteX753" fmla="*/ 2773040 w 4940931"/>
                <a:gd name="connsiteY753" fmla="*/ 58420 h 138429"/>
                <a:gd name="connsiteX754" fmla="*/ 2771770 w 4940931"/>
                <a:gd name="connsiteY754" fmla="*/ 50165 h 138429"/>
                <a:gd name="connsiteX755" fmla="*/ 2773675 w 4940931"/>
                <a:gd name="connsiteY755" fmla="*/ 40640 h 138429"/>
                <a:gd name="connsiteX756" fmla="*/ 2779390 w 4940931"/>
                <a:gd name="connsiteY756" fmla="*/ 34290 h 138429"/>
                <a:gd name="connsiteX757" fmla="*/ 2787645 w 4940931"/>
                <a:gd name="connsiteY757" fmla="*/ 30480 h 138429"/>
                <a:gd name="connsiteX758" fmla="*/ 2798440 w 4940931"/>
                <a:gd name="connsiteY758" fmla="*/ 29210 h 138429"/>
                <a:gd name="connsiteX759" fmla="*/ 2723510 w 4940931"/>
                <a:gd name="connsiteY759" fmla="*/ 29210 h 138429"/>
                <a:gd name="connsiteX760" fmla="*/ 2729225 w 4940931"/>
                <a:gd name="connsiteY760" fmla="*/ 29210 h 138429"/>
                <a:gd name="connsiteX761" fmla="*/ 2741290 w 4940931"/>
                <a:gd name="connsiteY761" fmla="*/ 31750 h 138429"/>
                <a:gd name="connsiteX762" fmla="*/ 2750180 w 4940931"/>
                <a:gd name="connsiteY762" fmla="*/ 38100 h 138429"/>
                <a:gd name="connsiteX763" fmla="*/ 2755260 w 4940931"/>
                <a:gd name="connsiteY763" fmla="*/ 48895 h 138429"/>
                <a:gd name="connsiteX764" fmla="*/ 2757165 w 4940931"/>
                <a:gd name="connsiteY764" fmla="*/ 64135 h 138429"/>
                <a:gd name="connsiteX765" fmla="*/ 2757165 w 4940931"/>
                <a:gd name="connsiteY765" fmla="*/ 108585 h 138429"/>
                <a:gd name="connsiteX766" fmla="*/ 2741925 w 4940931"/>
                <a:gd name="connsiteY766" fmla="*/ 108585 h 138429"/>
                <a:gd name="connsiteX767" fmla="*/ 2741290 w 4940931"/>
                <a:gd name="connsiteY767" fmla="*/ 108585 h 138429"/>
                <a:gd name="connsiteX768" fmla="*/ 2741290 w 4940931"/>
                <a:gd name="connsiteY768" fmla="*/ 64770 h 138429"/>
                <a:gd name="connsiteX769" fmla="*/ 2737480 w 4940931"/>
                <a:gd name="connsiteY769" fmla="*/ 48895 h 138429"/>
                <a:gd name="connsiteX770" fmla="*/ 2725415 w 4940931"/>
                <a:gd name="connsiteY770" fmla="*/ 43180 h 138429"/>
                <a:gd name="connsiteX771" fmla="*/ 2718430 w 4940931"/>
                <a:gd name="connsiteY771" fmla="*/ 44450 h 138429"/>
                <a:gd name="connsiteX772" fmla="*/ 2713350 w 4940931"/>
                <a:gd name="connsiteY772" fmla="*/ 48260 h 138429"/>
                <a:gd name="connsiteX773" fmla="*/ 2710175 w 4940931"/>
                <a:gd name="connsiteY773" fmla="*/ 54610 h 138429"/>
                <a:gd name="connsiteX774" fmla="*/ 2709540 w 4940931"/>
                <a:gd name="connsiteY774" fmla="*/ 62865 h 138429"/>
                <a:gd name="connsiteX775" fmla="*/ 2709540 w 4940931"/>
                <a:gd name="connsiteY775" fmla="*/ 108585 h 138429"/>
                <a:gd name="connsiteX776" fmla="*/ 2694300 w 4940931"/>
                <a:gd name="connsiteY776" fmla="*/ 108585 h 138429"/>
                <a:gd name="connsiteX777" fmla="*/ 2694300 w 4940931"/>
                <a:gd name="connsiteY777" fmla="*/ 30480 h 138429"/>
                <a:gd name="connsiteX778" fmla="*/ 2709540 w 4940931"/>
                <a:gd name="connsiteY778" fmla="*/ 30480 h 138429"/>
                <a:gd name="connsiteX779" fmla="*/ 2709540 w 4940931"/>
                <a:gd name="connsiteY779" fmla="*/ 38100 h 138429"/>
                <a:gd name="connsiteX780" fmla="*/ 2713350 w 4940931"/>
                <a:gd name="connsiteY780" fmla="*/ 34290 h 138429"/>
                <a:gd name="connsiteX781" fmla="*/ 2717795 w 4940931"/>
                <a:gd name="connsiteY781" fmla="*/ 31115 h 138429"/>
                <a:gd name="connsiteX782" fmla="*/ 2723510 w 4940931"/>
                <a:gd name="connsiteY782" fmla="*/ 29210 h 138429"/>
                <a:gd name="connsiteX783" fmla="*/ 2530470 w 4940931"/>
                <a:gd name="connsiteY783" fmla="*/ 29210 h 138429"/>
                <a:gd name="connsiteX784" fmla="*/ 2545075 w 4940931"/>
                <a:gd name="connsiteY784" fmla="*/ 32385 h 138429"/>
                <a:gd name="connsiteX785" fmla="*/ 2555235 w 4940931"/>
                <a:gd name="connsiteY785" fmla="*/ 40640 h 138429"/>
                <a:gd name="connsiteX786" fmla="*/ 2561585 w 4940931"/>
                <a:gd name="connsiteY786" fmla="*/ 53340 h 138429"/>
                <a:gd name="connsiteX787" fmla="*/ 2563490 w 4940931"/>
                <a:gd name="connsiteY787" fmla="*/ 68580 h 138429"/>
                <a:gd name="connsiteX788" fmla="*/ 2562220 w 4940931"/>
                <a:gd name="connsiteY788" fmla="*/ 68580 h 138429"/>
                <a:gd name="connsiteX789" fmla="*/ 2562220 w 4940931"/>
                <a:gd name="connsiteY789" fmla="*/ 72390 h 138429"/>
                <a:gd name="connsiteX790" fmla="*/ 2562220 w 4940931"/>
                <a:gd name="connsiteY790" fmla="*/ 75565 h 138429"/>
                <a:gd name="connsiteX791" fmla="*/ 2510785 w 4940931"/>
                <a:gd name="connsiteY791" fmla="*/ 75565 h 138429"/>
                <a:gd name="connsiteX792" fmla="*/ 2513325 w 4940931"/>
                <a:gd name="connsiteY792" fmla="*/ 85090 h 138429"/>
                <a:gd name="connsiteX793" fmla="*/ 2517770 w 4940931"/>
                <a:gd name="connsiteY793" fmla="*/ 91440 h 138429"/>
                <a:gd name="connsiteX794" fmla="*/ 2523485 w 4940931"/>
                <a:gd name="connsiteY794" fmla="*/ 95250 h 138429"/>
                <a:gd name="connsiteX795" fmla="*/ 2530470 w 4940931"/>
                <a:gd name="connsiteY795" fmla="*/ 96520 h 138429"/>
                <a:gd name="connsiteX796" fmla="*/ 2535550 w 4940931"/>
                <a:gd name="connsiteY796" fmla="*/ 96520 h 138429"/>
                <a:gd name="connsiteX797" fmla="*/ 2539995 w 4940931"/>
                <a:gd name="connsiteY797" fmla="*/ 95250 h 138429"/>
                <a:gd name="connsiteX798" fmla="*/ 2543805 w 4940931"/>
                <a:gd name="connsiteY798" fmla="*/ 93345 h 138429"/>
                <a:gd name="connsiteX799" fmla="*/ 2548250 w 4940931"/>
                <a:gd name="connsiteY799" fmla="*/ 90805 h 138429"/>
                <a:gd name="connsiteX800" fmla="*/ 2557140 w 4940931"/>
                <a:gd name="connsiteY800" fmla="*/ 100330 h 138429"/>
                <a:gd name="connsiteX801" fmla="*/ 2551425 w 4940931"/>
                <a:gd name="connsiteY801" fmla="*/ 104775 h 138429"/>
                <a:gd name="connsiteX802" fmla="*/ 2545710 w 4940931"/>
                <a:gd name="connsiteY802" fmla="*/ 107950 h 138429"/>
                <a:gd name="connsiteX803" fmla="*/ 2538725 w 4940931"/>
                <a:gd name="connsiteY803" fmla="*/ 109855 h 138429"/>
                <a:gd name="connsiteX804" fmla="*/ 2529835 w 4940931"/>
                <a:gd name="connsiteY804" fmla="*/ 110490 h 138429"/>
                <a:gd name="connsiteX805" fmla="*/ 2520310 w 4940931"/>
                <a:gd name="connsiteY805" fmla="*/ 109220 h 138429"/>
                <a:gd name="connsiteX806" fmla="*/ 2512690 w 4940931"/>
                <a:gd name="connsiteY806" fmla="*/ 105410 h 138429"/>
                <a:gd name="connsiteX807" fmla="*/ 2506340 w 4940931"/>
                <a:gd name="connsiteY807" fmla="*/ 100330 h 138429"/>
                <a:gd name="connsiteX808" fmla="*/ 2501260 w 4940931"/>
                <a:gd name="connsiteY808" fmla="*/ 92710 h 138429"/>
                <a:gd name="connsiteX809" fmla="*/ 2497450 w 4940931"/>
                <a:gd name="connsiteY809" fmla="*/ 82550 h 138429"/>
                <a:gd name="connsiteX810" fmla="*/ 2496180 w 4940931"/>
                <a:gd name="connsiteY810" fmla="*/ 69850 h 138429"/>
                <a:gd name="connsiteX811" fmla="*/ 2498720 w 4940931"/>
                <a:gd name="connsiteY811" fmla="*/ 52070 h 138429"/>
                <a:gd name="connsiteX812" fmla="*/ 2505705 w 4940931"/>
                <a:gd name="connsiteY812" fmla="*/ 39370 h 138429"/>
                <a:gd name="connsiteX813" fmla="*/ 2516500 w 4940931"/>
                <a:gd name="connsiteY813" fmla="*/ 31750 h 138429"/>
                <a:gd name="connsiteX814" fmla="*/ 2530470 w 4940931"/>
                <a:gd name="connsiteY814" fmla="*/ 29210 h 138429"/>
                <a:gd name="connsiteX815" fmla="*/ 2298061 w 4940931"/>
                <a:gd name="connsiteY815" fmla="*/ 29210 h 138429"/>
                <a:gd name="connsiteX816" fmla="*/ 2305681 w 4940931"/>
                <a:gd name="connsiteY816" fmla="*/ 29845 h 138429"/>
                <a:gd name="connsiteX817" fmla="*/ 2311396 w 4940931"/>
                <a:gd name="connsiteY817" fmla="*/ 32385 h 138429"/>
                <a:gd name="connsiteX818" fmla="*/ 2307586 w 4940931"/>
                <a:gd name="connsiteY818" fmla="*/ 46990 h 138429"/>
                <a:gd name="connsiteX819" fmla="*/ 2306316 w 4940931"/>
                <a:gd name="connsiteY819" fmla="*/ 46990 h 138429"/>
                <a:gd name="connsiteX820" fmla="*/ 2301236 w 4940931"/>
                <a:gd name="connsiteY820" fmla="*/ 45085 h 138429"/>
                <a:gd name="connsiteX821" fmla="*/ 2294886 w 4940931"/>
                <a:gd name="connsiteY821" fmla="*/ 44450 h 138429"/>
                <a:gd name="connsiteX822" fmla="*/ 2283456 w 4940931"/>
                <a:gd name="connsiteY822" fmla="*/ 49530 h 138429"/>
                <a:gd name="connsiteX823" fmla="*/ 2279646 w 4940931"/>
                <a:gd name="connsiteY823" fmla="*/ 64770 h 138429"/>
                <a:gd name="connsiteX824" fmla="*/ 2279646 w 4940931"/>
                <a:gd name="connsiteY824" fmla="*/ 109220 h 138429"/>
                <a:gd name="connsiteX825" fmla="*/ 2264406 w 4940931"/>
                <a:gd name="connsiteY825" fmla="*/ 109220 h 138429"/>
                <a:gd name="connsiteX826" fmla="*/ 2264406 w 4940931"/>
                <a:gd name="connsiteY826" fmla="*/ 31115 h 138429"/>
                <a:gd name="connsiteX827" fmla="*/ 2279646 w 4940931"/>
                <a:gd name="connsiteY827" fmla="*/ 31115 h 138429"/>
                <a:gd name="connsiteX828" fmla="*/ 2279646 w 4940931"/>
                <a:gd name="connsiteY828" fmla="*/ 38735 h 138429"/>
                <a:gd name="connsiteX829" fmla="*/ 2282821 w 4940931"/>
                <a:gd name="connsiteY829" fmla="*/ 34925 h 138429"/>
                <a:gd name="connsiteX830" fmla="*/ 2287266 w 4940931"/>
                <a:gd name="connsiteY830" fmla="*/ 31750 h 138429"/>
                <a:gd name="connsiteX831" fmla="*/ 2292346 w 4940931"/>
                <a:gd name="connsiteY831" fmla="*/ 29845 h 138429"/>
                <a:gd name="connsiteX832" fmla="*/ 2298061 w 4940931"/>
                <a:gd name="connsiteY832" fmla="*/ 29210 h 138429"/>
                <a:gd name="connsiteX833" fmla="*/ 2216145 w 4940931"/>
                <a:gd name="connsiteY833" fmla="*/ 29210 h 138429"/>
                <a:gd name="connsiteX834" fmla="*/ 2230750 w 4940931"/>
                <a:gd name="connsiteY834" fmla="*/ 32385 h 138429"/>
                <a:gd name="connsiteX835" fmla="*/ 2240910 w 4940931"/>
                <a:gd name="connsiteY835" fmla="*/ 40640 h 138429"/>
                <a:gd name="connsiteX836" fmla="*/ 2247260 w 4940931"/>
                <a:gd name="connsiteY836" fmla="*/ 53340 h 138429"/>
                <a:gd name="connsiteX837" fmla="*/ 2249165 w 4940931"/>
                <a:gd name="connsiteY837" fmla="*/ 68580 h 138429"/>
                <a:gd name="connsiteX838" fmla="*/ 2247895 w 4940931"/>
                <a:gd name="connsiteY838" fmla="*/ 68580 h 138429"/>
                <a:gd name="connsiteX839" fmla="*/ 2247895 w 4940931"/>
                <a:gd name="connsiteY839" fmla="*/ 72390 h 138429"/>
                <a:gd name="connsiteX840" fmla="*/ 2247895 w 4940931"/>
                <a:gd name="connsiteY840" fmla="*/ 75565 h 138429"/>
                <a:gd name="connsiteX841" fmla="*/ 2196460 w 4940931"/>
                <a:gd name="connsiteY841" fmla="*/ 75565 h 138429"/>
                <a:gd name="connsiteX842" fmla="*/ 2199000 w 4940931"/>
                <a:gd name="connsiteY842" fmla="*/ 85090 h 138429"/>
                <a:gd name="connsiteX843" fmla="*/ 2203445 w 4940931"/>
                <a:gd name="connsiteY843" fmla="*/ 91440 h 138429"/>
                <a:gd name="connsiteX844" fmla="*/ 2209160 w 4940931"/>
                <a:gd name="connsiteY844" fmla="*/ 95250 h 138429"/>
                <a:gd name="connsiteX845" fmla="*/ 2216145 w 4940931"/>
                <a:gd name="connsiteY845" fmla="*/ 96520 h 138429"/>
                <a:gd name="connsiteX846" fmla="*/ 2221225 w 4940931"/>
                <a:gd name="connsiteY846" fmla="*/ 96520 h 138429"/>
                <a:gd name="connsiteX847" fmla="*/ 2225670 w 4940931"/>
                <a:gd name="connsiteY847" fmla="*/ 95250 h 138429"/>
                <a:gd name="connsiteX848" fmla="*/ 2229480 w 4940931"/>
                <a:gd name="connsiteY848" fmla="*/ 93345 h 138429"/>
                <a:gd name="connsiteX849" fmla="*/ 2233925 w 4940931"/>
                <a:gd name="connsiteY849" fmla="*/ 90805 h 138429"/>
                <a:gd name="connsiteX850" fmla="*/ 2242815 w 4940931"/>
                <a:gd name="connsiteY850" fmla="*/ 100330 h 138429"/>
                <a:gd name="connsiteX851" fmla="*/ 2237100 w 4940931"/>
                <a:gd name="connsiteY851" fmla="*/ 104775 h 138429"/>
                <a:gd name="connsiteX852" fmla="*/ 2231385 w 4940931"/>
                <a:gd name="connsiteY852" fmla="*/ 107950 h 138429"/>
                <a:gd name="connsiteX853" fmla="*/ 2224400 w 4940931"/>
                <a:gd name="connsiteY853" fmla="*/ 109855 h 138429"/>
                <a:gd name="connsiteX854" fmla="*/ 2215510 w 4940931"/>
                <a:gd name="connsiteY854" fmla="*/ 110490 h 138429"/>
                <a:gd name="connsiteX855" fmla="*/ 2205985 w 4940931"/>
                <a:gd name="connsiteY855" fmla="*/ 109220 h 138429"/>
                <a:gd name="connsiteX856" fmla="*/ 2198365 w 4940931"/>
                <a:gd name="connsiteY856" fmla="*/ 105410 h 138429"/>
                <a:gd name="connsiteX857" fmla="*/ 2192015 w 4940931"/>
                <a:gd name="connsiteY857" fmla="*/ 100330 h 138429"/>
                <a:gd name="connsiteX858" fmla="*/ 2186935 w 4940931"/>
                <a:gd name="connsiteY858" fmla="*/ 92710 h 138429"/>
                <a:gd name="connsiteX859" fmla="*/ 2183125 w 4940931"/>
                <a:gd name="connsiteY859" fmla="*/ 82550 h 138429"/>
                <a:gd name="connsiteX860" fmla="*/ 2181855 w 4940931"/>
                <a:gd name="connsiteY860" fmla="*/ 69850 h 138429"/>
                <a:gd name="connsiteX861" fmla="*/ 2184395 w 4940931"/>
                <a:gd name="connsiteY861" fmla="*/ 52070 h 138429"/>
                <a:gd name="connsiteX862" fmla="*/ 2191380 w 4940931"/>
                <a:gd name="connsiteY862" fmla="*/ 39370 h 138429"/>
                <a:gd name="connsiteX863" fmla="*/ 2202175 w 4940931"/>
                <a:gd name="connsiteY863" fmla="*/ 31750 h 138429"/>
                <a:gd name="connsiteX864" fmla="*/ 2216145 w 4940931"/>
                <a:gd name="connsiteY864" fmla="*/ 29210 h 138429"/>
                <a:gd name="connsiteX865" fmla="*/ 2029456 w 4940931"/>
                <a:gd name="connsiteY865" fmla="*/ 29210 h 138429"/>
                <a:gd name="connsiteX866" fmla="*/ 2044061 w 4940931"/>
                <a:gd name="connsiteY866" fmla="*/ 32385 h 138429"/>
                <a:gd name="connsiteX867" fmla="*/ 2054221 w 4940931"/>
                <a:gd name="connsiteY867" fmla="*/ 40640 h 138429"/>
                <a:gd name="connsiteX868" fmla="*/ 2060571 w 4940931"/>
                <a:gd name="connsiteY868" fmla="*/ 53340 h 138429"/>
                <a:gd name="connsiteX869" fmla="*/ 2062476 w 4940931"/>
                <a:gd name="connsiteY869" fmla="*/ 68580 h 138429"/>
                <a:gd name="connsiteX870" fmla="*/ 2061206 w 4940931"/>
                <a:gd name="connsiteY870" fmla="*/ 68580 h 138429"/>
                <a:gd name="connsiteX871" fmla="*/ 2061206 w 4940931"/>
                <a:gd name="connsiteY871" fmla="*/ 72390 h 138429"/>
                <a:gd name="connsiteX872" fmla="*/ 2061206 w 4940931"/>
                <a:gd name="connsiteY872" fmla="*/ 75565 h 138429"/>
                <a:gd name="connsiteX873" fmla="*/ 2009771 w 4940931"/>
                <a:gd name="connsiteY873" fmla="*/ 75565 h 138429"/>
                <a:gd name="connsiteX874" fmla="*/ 2012311 w 4940931"/>
                <a:gd name="connsiteY874" fmla="*/ 85090 h 138429"/>
                <a:gd name="connsiteX875" fmla="*/ 2016756 w 4940931"/>
                <a:gd name="connsiteY875" fmla="*/ 91440 h 138429"/>
                <a:gd name="connsiteX876" fmla="*/ 2022471 w 4940931"/>
                <a:gd name="connsiteY876" fmla="*/ 95250 h 138429"/>
                <a:gd name="connsiteX877" fmla="*/ 2029456 w 4940931"/>
                <a:gd name="connsiteY877" fmla="*/ 96520 h 138429"/>
                <a:gd name="connsiteX878" fmla="*/ 2034536 w 4940931"/>
                <a:gd name="connsiteY878" fmla="*/ 96520 h 138429"/>
                <a:gd name="connsiteX879" fmla="*/ 2038981 w 4940931"/>
                <a:gd name="connsiteY879" fmla="*/ 95250 h 138429"/>
                <a:gd name="connsiteX880" fmla="*/ 2042791 w 4940931"/>
                <a:gd name="connsiteY880" fmla="*/ 93345 h 138429"/>
                <a:gd name="connsiteX881" fmla="*/ 2047236 w 4940931"/>
                <a:gd name="connsiteY881" fmla="*/ 90805 h 138429"/>
                <a:gd name="connsiteX882" fmla="*/ 2056126 w 4940931"/>
                <a:gd name="connsiteY882" fmla="*/ 100330 h 138429"/>
                <a:gd name="connsiteX883" fmla="*/ 2050411 w 4940931"/>
                <a:gd name="connsiteY883" fmla="*/ 104775 h 138429"/>
                <a:gd name="connsiteX884" fmla="*/ 2044696 w 4940931"/>
                <a:gd name="connsiteY884" fmla="*/ 107950 h 138429"/>
                <a:gd name="connsiteX885" fmla="*/ 2037711 w 4940931"/>
                <a:gd name="connsiteY885" fmla="*/ 109855 h 138429"/>
                <a:gd name="connsiteX886" fmla="*/ 2028821 w 4940931"/>
                <a:gd name="connsiteY886" fmla="*/ 110490 h 138429"/>
                <a:gd name="connsiteX887" fmla="*/ 2019296 w 4940931"/>
                <a:gd name="connsiteY887" fmla="*/ 109220 h 138429"/>
                <a:gd name="connsiteX888" fmla="*/ 2011676 w 4940931"/>
                <a:gd name="connsiteY888" fmla="*/ 105410 h 138429"/>
                <a:gd name="connsiteX889" fmla="*/ 2005326 w 4940931"/>
                <a:gd name="connsiteY889" fmla="*/ 100330 h 138429"/>
                <a:gd name="connsiteX890" fmla="*/ 2000246 w 4940931"/>
                <a:gd name="connsiteY890" fmla="*/ 92710 h 138429"/>
                <a:gd name="connsiteX891" fmla="*/ 1996436 w 4940931"/>
                <a:gd name="connsiteY891" fmla="*/ 82550 h 138429"/>
                <a:gd name="connsiteX892" fmla="*/ 1995166 w 4940931"/>
                <a:gd name="connsiteY892" fmla="*/ 69850 h 138429"/>
                <a:gd name="connsiteX893" fmla="*/ 1997706 w 4940931"/>
                <a:gd name="connsiteY893" fmla="*/ 52070 h 138429"/>
                <a:gd name="connsiteX894" fmla="*/ 2004691 w 4940931"/>
                <a:gd name="connsiteY894" fmla="*/ 39370 h 138429"/>
                <a:gd name="connsiteX895" fmla="*/ 2015486 w 4940931"/>
                <a:gd name="connsiteY895" fmla="*/ 31750 h 138429"/>
                <a:gd name="connsiteX896" fmla="*/ 2029456 w 4940931"/>
                <a:gd name="connsiteY896" fmla="*/ 29210 h 138429"/>
                <a:gd name="connsiteX897" fmla="*/ 1831336 w 4940931"/>
                <a:gd name="connsiteY897" fmla="*/ 29210 h 138429"/>
                <a:gd name="connsiteX898" fmla="*/ 1845941 w 4940931"/>
                <a:gd name="connsiteY898" fmla="*/ 32385 h 138429"/>
                <a:gd name="connsiteX899" fmla="*/ 1856101 w 4940931"/>
                <a:gd name="connsiteY899" fmla="*/ 40640 h 138429"/>
                <a:gd name="connsiteX900" fmla="*/ 1862451 w 4940931"/>
                <a:gd name="connsiteY900" fmla="*/ 53340 h 138429"/>
                <a:gd name="connsiteX901" fmla="*/ 1864356 w 4940931"/>
                <a:gd name="connsiteY901" fmla="*/ 68580 h 138429"/>
                <a:gd name="connsiteX902" fmla="*/ 1863086 w 4940931"/>
                <a:gd name="connsiteY902" fmla="*/ 68580 h 138429"/>
                <a:gd name="connsiteX903" fmla="*/ 1863086 w 4940931"/>
                <a:gd name="connsiteY903" fmla="*/ 72390 h 138429"/>
                <a:gd name="connsiteX904" fmla="*/ 1863086 w 4940931"/>
                <a:gd name="connsiteY904" fmla="*/ 75565 h 138429"/>
                <a:gd name="connsiteX905" fmla="*/ 1811651 w 4940931"/>
                <a:gd name="connsiteY905" fmla="*/ 75565 h 138429"/>
                <a:gd name="connsiteX906" fmla="*/ 1814191 w 4940931"/>
                <a:gd name="connsiteY906" fmla="*/ 85090 h 138429"/>
                <a:gd name="connsiteX907" fmla="*/ 1818636 w 4940931"/>
                <a:gd name="connsiteY907" fmla="*/ 91440 h 138429"/>
                <a:gd name="connsiteX908" fmla="*/ 1824351 w 4940931"/>
                <a:gd name="connsiteY908" fmla="*/ 95250 h 138429"/>
                <a:gd name="connsiteX909" fmla="*/ 1831336 w 4940931"/>
                <a:gd name="connsiteY909" fmla="*/ 96520 h 138429"/>
                <a:gd name="connsiteX910" fmla="*/ 1836416 w 4940931"/>
                <a:gd name="connsiteY910" fmla="*/ 96520 h 138429"/>
                <a:gd name="connsiteX911" fmla="*/ 1840861 w 4940931"/>
                <a:gd name="connsiteY911" fmla="*/ 95250 h 138429"/>
                <a:gd name="connsiteX912" fmla="*/ 1844671 w 4940931"/>
                <a:gd name="connsiteY912" fmla="*/ 93345 h 138429"/>
                <a:gd name="connsiteX913" fmla="*/ 1849116 w 4940931"/>
                <a:gd name="connsiteY913" fmla="*/ 90805 h 138429"/>
                <a:gd name="connsiteX914" fmla="*/ 1858006 w 4940931"/>
                <a:gd name="connsiteY914" fmla="*/ 100330 h 138429"/>
                <a:gd name="connsiteX915" fmla="*/ 1852291 w 4940931"/>
                <a:gd name="connsiteY915" fmla="*/ 104775 h 138429"/>
                <a:gd name="connsiteX916" fmla="*/ 1846576 w 4940931"/>
                <a:gd name="connsiteY916" fmla="*/ 107950 h 138429"/>
                <a:gd name="connsiteX917" fmla="*/ 1839591 w 4940931"/>
                <a:gd name="connsiteY917" fmla="*/ 109855 h 138429"/>
                <a:gd name="connsiteX918" fmla="*/ 1830701 w 4940931"/>
                <a:gd name="connsiteY918" fmla="*/ 110490 h 138429"/>
                <a:gd name="connsiteX919" fmla="*/ 1821176 w 4940931"/>
                <a:gd name="connsiteY919" fmla="*/ 109220 h 138429"/>
                <a:gd name="connsiteX920" fmla="*/ 1813556 w 4940931"/>
                <a:gd name="connsiteY920" fmla="*/ 105410 h 138429"/>
                <a:gd name="connsiteX921" fmla="*/ 1807206 w 4940931"/>
                <a:gd name="connsiteY921" fmla="*/ 100330 h 138429"/>
                <a:gd name="connsiteX922" fmla="*/ 1802126 w 4940931"/>
                <a:gd name="connsiteY922" fmla="*/ 92710 h 138429"/>
                <a:gd name="connsiteX923" fmla="*/ 1798316 w 4940931"/>
                <a:gd name="connsiteY923" fmla="*/ 82550 h 138429"/>
                <a:gd name="connsiteX924" fmla="*/ 1797046 w 4940931"/>
                <a:gd name="connsiteY924" fmla="*/ 69850 h 138429"/>
                <a:gd name="connsiteX925" fmla="*/ 1799586 w 4940931"/>
                <a:gd name="connsiteY925" fmla="*/ 52070 h 138429"/>
                <a:gd name="connsiteX926" fmla="*/ 1806571 w 4940931"/>
                <a:gd name="connsiteY926" fmla="*/ 39370 h 138429"/>
                <a:gd name="connsiteX927" fmla="*/ 1817366 w 4940931"/>
                <a:gd name="connsiteY927" fmla="*/ 31750 h 138429"/>
                <a:gd name="connsiteX928" fmla="*/ 1831336 w 4940931"/>
                <a:gd name="connsiteY928" fmla="*/ 29210 h 138429"/>
                <a:gd name="connsiteX929" fmla="*/ 1501140 w 4940931"/>
                <a:gd name="connsiteY929" fmla="*/ 29210 h 138429"/>
                <a:gd name="connsiteX930" fmla="*/ 1506856 w 4940931"/>
                <a:gd name="connsiteY930" fmla="*/ 29210 h 138429"/>
                <a:gd name="connsiteX931" fmla="*/ 1518920 w 4940931"/>
                <a:gd name="connsiteY931" fmla="*/ 31750 h 138429"/>
                <a:gd name="connsiteX932" fmla="*/ 1527811 w 4940931"/>
                <a:gd name="connsiteY932" fmla="*/ 38100 h 138429"/>
                <a:gd name="connsiteX933" fmla="*/ 1532891 w 4940931"/>
                <a:gd name="connsiteY933" fmla="*/ 48895 h 138429"/>
                <a:gd name="connsiteX934" fmla="*/ 1534796 w 4940931"/>
                <a:gd name="connsiteY934" fmla="*/ 64135 h 138429"/>
                <a:gd name="connsiteX935" fmla="*/ 1534796 w 4940931"/>
                <a:gd name="connsiteY935" fmla="*/ 108585 h 138429"/>
                <a:gd name="connsiteX936" fmla="*/ 1519556 w 4940931"/>
                <a:gd name="connsiteY936" fmla="*/ 108585 h 138429"/>
                <a:gd name="connsiteX937" fmla="*/ 1518920 w 4940931"/>
                <a:gd name="connsiteY937" fmla="*/ 108585 h 138429"/>
                <a:gd name="connsiteX938" fmla="*/ 1518920 w 4940931"/>
                <a:gd name="connsiteY938" fmla="*/ 64770 h 138429"/>
                <a:gd name="connsiteX939" fmla="*/ 1515111 w 4940931"/>
                <a:gd name="connsiteY939" fmla="*/ 48895 h 138429"/>
                <a:gd name="connsiteX940" fmla="*/ 1503046 w 4940931"/>
                <a:gd name="connsiteY940" fmla="*/ 43180 h 138429"/>
                <a:gd name="connsiteX941" fmla="*/ 1496061 w 4940931"/>
                <a:gd name="connsiteY941" fmla="*/ 44450 h 138429"/>
                <a:gd name="connsiteX942" fmla="*/ 1490981 w 4940931"/>
                <a:gd name="connsiteY942" fmla="*/ 48260 h 138429"/>
                <a:gd name="connsiteX943" fmla="*/ 1487806 w 4940931"/>
                <a:gd name="connsiteY943" fmla="*/ 54610 h 138429"/>
                <a:gd name="connsiteX944" fmla="*/ 1487170 w 4940931"/>
                <a:gd name="connsiteY944" fmla="*/ 62865 h 138429"/>
                <a:gd name="connsiteX945" fmla="*/ 1487170 w 4940931"/>
                <a:gd name="connsiteY945" fmla="*/ 108585 h 138429"/>
                <a:gd name="connsiteX946" fmla="*/ 1471931 w 4940931"/>
                <a:gd name="connsiteY946" fmla="*/ 108585 h 138429"/>
                <a:gd name="connsiteX947" fmla="*/ 1471931 w 4940931"/>
                <a:gd name="connsiteY947" fmla="*/ 30480 h 138429"/>
                <a:gd name="connsiteX948" fmla="*/ 1487170 w 4940931"/>
                <a:gd name="connsiteY948" fmla="*/ 30480 h 138429"/>
                <a:gd name="connsiteX949" fmla="*/ 1487170 w 4940931"/>
                <a:gd name="connsiteY949" fmla="*/ 38100 h 138429"/>
                <a:gd name="connsiteX950" fmla="*/ 1490981 w 4940931"/>
                <a:gd name="connsiteY950" fmla="*/ 34290 h 138429"/>
                <a:gd name="connsiteX951" fmla="*/ 1495426 w 4940931"/>
                <a:gd name="connsiteY951" fmla="*/ 31115 h 138429"/>
                <a:gd name="connsiteX952" fmla="*/ 1501140 w 4940931"/>
                <a:gd name="connsiteY952" fmla="*/ 29210 h 138429"/>
                <a:gd name="connsiteX953" fmla="*/ 1250316 w 4940931"/>
                <a:gd name="connsiteY953" fmla="*/ 29210 h 138429"/>
                <a:gd name="connsiteX954" fmla="*/ 1264286 w 4940931"/>
                <a:gd name="connsiteY954" fmla="*/ 31750 h 138429"/>
                <a:gd name="connsiteX955" fmla="*/ 1276350 w 4940931"/>
                <a:gd name="connsiteY955" fmla="*/ 38100 h 138429"/>
                <a:gd name="connsiteX956" fmla="*/ 1278256 w 4940931"/>
                <a:gd name="connsiteY956" fmla="*/ 38100 h 138429"/>
                <a:gd name="connsiteX957" fmla="*/ 1271271 w 4940931"/>
                <a:gd name="connsiteY957" fmla="*/ 50165 h 138429"/>
                <a:gd name="connsiteX958" fmla="*/ 1261746 w 4940931"/>
                <a:gd name="connsiteY958" fmla="*/ 45085 h 138429"/>
                <a:gd name="connsiteX959" fmla="*/ 1250951 w 4940931"/>
                <a:gd name="connsiteY959" fmla="*/ 43180 h 138429"/>
                <a:gd name="connsiteX960" fmla="*/ 1242696 w 4940931"/>
                <a:gd name="connsiteY960" fmla="*/ 45085 h 138429"/>
                <a:gd name="connsiteX961" fmla="*/ 1240156 w 4940931"/>
                <a:gd name="connsiteY961" fmla="*/ 50165 h 138429"/>
                <a:gd name="connsiteX962" fmla="*/ 1240156 w 4940931"/>
                <a:gd name="connsiteY962" fmla="*/ 52705 h 138429"/>
                <a:gd name="connsiteX963" fmla="*/ 1242061 w 4940931"/>
                <a:gd name="connsiteY963" fmla="*/ 55245 h 138429"/>
                <a:gd name="connsiteX964" fmla="*/ 1246506 w 4940931"/>
                <a:gd name="connsiteY964" fmla="*/ 57785 h 138429"/>
                <a:gd name="connsiteX965" fmla="*/ 1253491 w 4940931"/>
                <a:gd name="connsiteY965" fmla="*/ 60960 h 138429"/>
                <a:gd name="connsiteX966" fmla="*/ 1264921 w 4940931"/>
                <a:gd name="connsiteY966" fmla="*/ 66040 h 138429"/>
                <a:gd name="connsiteX967" fmla="*/ 1273176 w 4940931"/>
                <a:gd name="connsiteY967" fmla="*/ 71120 h 138429"/>
                <a:gd name="connsiteX968" fmla="*/ 1278256 w 4940931"/>
                <a:gd name="connsiteY968" fmla="*/ 78105 h 138429"/>
                <a:gd name="connsiteX969" fmla="*/ 1280161 w 4940931"/>
                <a:gd name="connsiteY969" fmla="*/ 87630 h 138429"/>
                <a:gd name="connsiteX970" fmla="*/ 1277621 w 4940931"/>
                <a:gd name="connsiteY970" fmla="*/ 98425 h 138429"/>
                <a:gd name="connsiteX971" fmla="*/ 1271271 w 4940931"/>
                <a:gd name="connsiteY971" fmla="*/ 105410 h 138429"/>
                <a:gd name="connsiteX972" fmla="*/ 1261746 w 4940931"/>
                <a:gd name="connsiteY972" fmla="*/ 109220 h 138429"/>
                <a:gd name="connsiteX973" fmla="*/ 1250951 w 4940931"/>
                <a:gd name="connsiteY973" fmla="*/ 110490 h 138429"/>
                <a:gd name="connsiteX974" fmla="*/ 1235711 w 4940931"/>
                <a:gd name="connsiteY974" fmla="*/ 107950 h 138429"/>
                <a:gd name="connsiteX975" fmla="*/ 1221106 w 4940931"/>
                <a:gd name="connsiteY975" fmla="*/ 100965 h 138429"/>
                <a:gd name="connsiteX976" fmla="*/ 1228091 w 4940931"/>
                <a:gd name="connsiteY976" fmla="*/ 89535 h 138429"/>
                <a:gd name="connsiteX977" fmla="*/ 1239521 w 4940931"/>
                <a:gd name="connsiteY977" fmla="*/ 95250 h 138429"/>
                <a:gd name="connsiteX978" fmla="*/ 1250951 w 4940931"/>
                <a:gd name="connsiteY978" fmla="*/ 97155 h 138429"/>
                <a:gd name="connsiteX979" fmla="*/ 1261746 w 4940931"/>
                <a:gd name="connsiteY979" fmla="*/ 94615 h 138429"/>
                <a:gd name="connsiteX980" fmla="*/ 1264921 w 4940931"/>
                <a:gd name="connsiteY980" fmla="*/ 88265 h 138429"/>
                <a:gd name="connsiteX981" fmla="*/ 1263650 w 4940931"/>
                <a:gd name="connsiteY981" fmla="*/ 84455 h 138429"/>
                <a:gd name="connsiteX982" fmla="*/ 1259841 w 4940931"/>
                <a:gd name="connsiteY982" fmla="*/ 81280 h 138429"/>
                <a:gd name="connsiteX983" fmla="*/ 1254125 w 4940931"/>
                <a:gd name="connsiteY983" fmla="*/ 78105 h 138429"/>
                <a:gd name="connsiteX984" fmla="*/ 1246506 w 4940931"/>
                <a:gd name="connsiteY984" fmla="*/ 74930 h 138429"/>
                <a:gd name="connsiteX985" fmla="*/ 1235711 w 4940931"/>
                <a:gd name="connsiteY985" fmla="*/ 69850 h 138429"/>
                <a:gd name="connsiteX986" fmla="*/ 1228726 w 4940931"/>
                <a:gd name="connsiteY986" fmla="*/ 64770 h 138429"/>
                <a:gd name="connsiteX987" fmla="*/ 1224916 w 4940931"/>
                <a:gd name="connsiteY987" fmla="*/ 58420 h 138429"/>
                <a:gd name="connsiteX988" fmla="*/ 1223646 w 4940931"/>
                <a:gd name="connsiteY988" fmla="*/ 50165 h 138429"/>
                <a:gd name="connsiteX989" fmla="*/ 1225551 w 4940931"/>
                <a:gd name="connsiteY989" fmla="*/ 40640 h 138429"/>
                <a:gd name="connsiteX990" fmla="*/ 1231266 w 4940931"/>
                <a:gd name="connsiteY990" fmla="*/ 34290 h 138429"/>
                <a:gd name="connsiteX991" fmla="*/ 1239521 w 4940931"/>
                <a:gd name="connsiteY991" fmla="*/ 30480 h 138429"/>
                <a:gd name="connsiteX992" fmla="*/ 1250316 w 4940931"/>
                <a:gd name="connsiteY992" fmla="*/ 29210 h 138429"/>
                <a:gd name="connsiteX993" fmla="*/ 1180466 w 4940931"/>
                <a:gd name="connsiteY993" fmla="*/ 29210 h 138429"/>
                <a:gd name="connsiteX994" fmla="*/ 1195071 w 4940931"/>
                <a:gd name="connsiteY994" fmla="*/ 32385 h 138429"/>
                <a:gd name="connsiteX995" fmla="*/ 1205231 w 4940931"/>
                <a:gd name="connsiteY995" fmla="*/ 40640 h 138429"/>
                <a:gd name="connsiteX996" fmla="*/ 1211581 w 4940931"/>
                <a:gd name="connsiteY996" fmla="*/ 53340 h 138429"/>
                <a:gd name="connsiteX997" fmla="*/ 1213486 w 4940931"/>
                <a:gd name="connsiteY997" fmla="*/ 68580 h 138429"/>
                <a:gd name="connsiteX998" fmla="*/ 1212216 w 4940931"/>
                <a:gd name="connsiteY998" fmla="*/ 68580 h 138429"/>
                <a:gd name="connsiteX999" fmla="*/ 1212216 w 4940931"/>
                <a:gd name="connsiteY999" fmla="*/ 72390 h 138429"/>
                <a:gd name="connsiteX1000" fmla="*/ 1212216 w 4940931"/>
                <a:gd name="connsiteY1000" fmla="*/ 75565 h 138429"/>
                <a:gd name="connsiteX1001" fmla="*/ 1160781 w 4940931"/>
                <a:gd name="connsiteY1001" fmla="*/ 75565 h 138429"/>
                <a:gd name="connsiteX1002" fmla="*/ 1163321 w 4940931"/>
                <a:gd name="connsiteY1002" fmla="*/ 85090 h 138429"/>
                <a:gd name="connsiteX1003" fmla="*/ 1167766 w 4940931"/>
                <a:gd name="connsiteY1003" fmla="*/ 91440 h 138429"/>
                <a:gd name="connsiteX1004" fmla="*/ 1173481 w 4940931"/>
                <a:gd name="connsiteY1004" fmla="*/ 95250 h 138429"/>
                <a:gd name="connsiteX1005" fmla="*/ 1180466 w 4940931"/>
                <a:gd name="connsiteY1005" fmla="*/ 96520 h 138429"/>
                <a:gd name="connsiteX1006" fmla="*/ 1185546 w 4940931"/>
                <a:gd name="connsiteY1006" fmla="*/ 96520 h 138429"/>
                <a:gd name="connsiteX1007" fmla="*/ 1189991 w 4940931"/>
                <a:gd name="connsiteY1007" fmla="*/ 95250 h 138429"/>
                <a:gd name="connsiteX1008" fmla="*/ 1193801 w 4940931"/>
                <a:gd name="connsiteY1008" fmla="*/ 93345 h 138429"/>
                <a:gd name="connsiteX1009" fmla="*/ 1198246 w 4940931"/>
                <a:gd name="connsiteY1009" fmla="*/ 90805 h 138429"/>
                <a:gd name="connsiteX1010" fmla="*/ 1207136 w 4940931"/>
                <a:gd name="connsiteY1010" fmla="*/ 100330 h 138429"/>
                <a:gd name="connsiteX1011" fmla="*/ 1201421 w 4940931"/>
                <a:gd name="connsiteY1011" fmla="*/ 104775 h 138429"/>
                <a:gd name="connsiteX1012" fmla="*/ 1195706 w 4940931"/>
                <a:gd name="connsiteY1012" fmla="*/ 107950 h 138429"/>
                <a:gd name="connsiteX1013" fmla="*/ 1188721 w 4940931"/>
                <a:gd name="connsiteY1013" fmla="*/ 109855 h 138429"/>
                <a:gd name="connsiteX1014" fmla="*/ 1179831 w 4940931"/>
                <a:gd name="connsiteY1014" fmla="*/ 110490 h 138429"/>
                <a:gd name="connsiteX1015" fmla="*/ 1170306 w 4940931"/>
                <a:gd name="connsiteY1015" fmla="*/ 109220 h 138429"/>
                <a:gd name="connsiteX1016" fmla="*/ 1162686 w 4940931"/>
                <a:gd name="connsiteY1016" fmla="*/ 105410 h 138429"/>
                <a:gd name="connsiteX1017" fmla="*/ 1156336 w 4940931"/>
                <a:gd name="connsiteY1017" fmla="*/ 100330 h 138429"/>
                <a:gd name="connsiteX1018" fmla="*/ 1151256 w 4940931"/>
                <a:gd name="connsiteY1018" fmla="*/ 92710 h 138429"/>
                <a:gd name="connsiteX1019" fmla="*/ 1147446 w 4940931"/>
                <a:gd name="connsiteY1019" fmla="*/ 82550 h 138429"/>
                <a:gd name="connsiteX1020" fmla="*/ 1146176 w 4940931"/>
                <a:gd name="connsiteY1020" fmla="*/ 69850 h 138429"/>
                <a:gd name="connsiteX1021" fmla="*/ 1148716 w 4940931"/>
                <a:gd name="connsiteY1021" fmla="*/ 52070 h 138429"/>
                <a:gd name="connsiteX1022" fmla="*/ 1155701 w 4940931"/>
                <a:gd name="connsiteY1022" fmla="*/ 39370 h 138429"/>
                <a:gd name="connsiteX1023" fmla="*/ 1166496 w 4940931"/>
                <a:gd name="connsiteY1023" fmla="*/ 31750 h 138429"/>
                <a:gd name="connsiteX1024" fmla="*/ 1180466 w 4940931"/>
                <a:gd name="connsiteY1024" fmla="*/ 29210 h 138429"/>
                <a:gd name="connsiteX1025" fmla="*/ 901065 w 4940931"/>
                <a:gd name="connsiteY1025" fmla="*/ 29210 h 138429"/>
                <a:gd name="connsiteX1026" fmla="*/ 915670 w 4940931"/>
                <a:gd name="connsiteY1026" fmla="*/ 32385 h 138429"/>
                <a:gd name="connsiteX1027" fmla="*/ 925830 w 4940931"/>
                <a:gd name="connsiteY1027" fmla="*/ 40640 h 138429"/>
                <a:gd name="connsiteX1028" fmla="*/ 932180 w 4940931"/>
                <a:gd name="connsiteY1028" fmla="*/ 53340 h 138429"/>
                <a:gd name="connsiteX1029" fmla="*/ 934085 w 4940931"/>
                <a:gd name="connsiteY1029" fmla="*/ 68580 h 138429"/>
                <a:gd name="connsiteX1030" fmla="*/ 932815 w 4940931"/>
                <a:gd name="connsiteY1030" fmla="*/ 68580 h 138429"/>
                <a:gd name="connsiteX1031" fmla="*/ 932815 w 4940931"/>
                <a:gd name="connsiteY1031" fmla="*/ 72390 h 138429"/>
                <a:gd name="connsiteX1032" fmla="*/ 932815 w 4940931"/>
                <a:gd name="connsiteY1032" fmla="*/ 75565 h 138429"/>
                <a:gd name="connsiteX1033" fmla="*/ 881380 w 4940931"/>
                <a:gd name="connsiteY1033" fmla="*/ 75565 h 138429"/>
                <a:gd name="connsiteX1034" fmla="*/ 883920 w 4940931"/>
                <a:gd name="connsiteY1034" fmla="*/ 85090 h 138429"/>
                <a:gd name="connsiteX1035" fmla="*/ 888365 w 4940931"/>
                <a:gd name="connsiteY1035" fmla="*/ 91440 h 138429"/>
                <a:gd name="connsiteX1036" fmla="*/ 894080 w 4940931"/>
                <a:gd name="connsiteY1036" fmla="*/ 95250 h 138429"/>
                <a:gd name="connsiteX1037" fmla="*/ 901065 w 4940931"/>
                <a:gd name="connsiteY1037" fmla="*/ 96520 h 138429"/>
                <a:gd name="connsiteX1038" fmla="*/ 906145 w 4940931"/>
                <a:gd name="connsiteY1038" fmla="*/ 96520 h 138429"/>
                <a:gd name="connsiteX1039" fmla="*/ 910590 w 4940931"/>
                <a:gd name="connsiteY1039" fmla="*/ 95250 h 138429"/>
                <a:gd name="connsiteX1040" fmla="*/ 914400 w 4940931"/>
                <a:gd name="connsiteY1040" fmla="*/ 93345 h 138429"/>
                <a:gd name="connsiteX1041" fmla="*/ 918845 w 4940931"/>
                <a:gd name="connsiteY1041" fmla="*/ 90805 h 138429"/>
                <a:gd name="connsiteX1042" fmla="*/ 927735 w 4940931"/>
                <a:gd name="connsiteY1042" fmla="*/ 100330 h 138429"/>
                <a:gd name="connsiteX1043" fmla="*/ 922020 w 4940931"/>
                <a:gd name="connsiteY1043" fmla="*/ 104775 h 138429"/>
                <a:gd name="connsiteX1044" fmla="*/ 916305 w 4940931"/>
                <a:gd name="connsiteY1044" fmla="*/ 107950 h 138429"/>
                <a:gd name="connsiteX1045" fmla="*/ 909320 w 4940931"/>
                <a:gd name="connsiteY1045" fmla="*/ 109855 h 138429"/>
                <a:gd name="connsiteX1046" fmla="*/ 900430 w 4940931"/>
                <a:gd name="connsiteY1046" fmla="*/ 110490 h 138429"/>
                <a:gd name="connsiteX1047" fmla="*/ 890905 w 4940931"/>
                <a:gd name="connsiteY1047" fmla="*/ 109220 h 138429"/>
                <a:gd name="connsiteX1048" fmla="*/ 883285 w 4940931"/>
                <a:gd name="connsiteY1048" fmla="*/ 105410 h 138429"/>
                <a:gd name="connsiteX1049" fmla="*/ 876935 w 4940931"/>
                <a:gd name="connsiteY1049" fmla="*/ 100330 h 138429"/>
                <a:gd name="connsiteX1050" fmla="*/ 871855 w 4940931"/>
                <a:gd name="connsiteY1050" fmla="*/ 92710 h 138429"/>
                <a:gd name="connsiteX1051" fmla="*/ 868045 w 4940931"/>
                <a:gd name="connsiteY1051" fmla="*/ 82550 h 138429"/>
                <a:gd name="connsiteX1052" fmla="*/ 866775 w 4940931"/>
                <a:gd name="connsiteY1052" fmla="*/ 69850 h 138429"/>
                <a:gd name="connsiteX1053" fmla="*/ 869315 w 4940931"/>
                <a:gd name="connsiteY1053" fmla="*/ 52070 h 138429"/>
                <a:gd name="connsiteX1054" fmla="*/ 876300 w 4940931"/>
                <a:gd name="connsiteY1054" fmla="*/ 39370 h 138429"/>
                <a:gd name="connsiteX1055" fmla="*/ 887095 w 4940931"/>
                <a:gd name="connsiteY1055" fmla="*/ 31750 h 138429"/>
                <a:gd name="connsiteX1056" fmla="*/ 901065 w 4940931"/>
                <a:gd name="connsiteY1056" fmla="*/ 29210 h 138429"/>
                <a:gd name="connsiteX1057" fmla="*/ 668656 w 4940931"/>
                <a:gd name="connsiteY1057" fmla="*/ 29210 h 138429"/>
                <a:gd name="connsiteX1058" fmla="*/ 676275 w 4940931"/>
                <a:gd name="connsiteY1058" fmla="*/ 29845 h 138429"/>
                <a:gd name="connsiteX1059" fmla="*/ 681991 w 4940931"/>
                <a:gd name="connsiteY1059" fmla="*/ 32385 h 138429"/>
                <a:gd name="connsiteX1060" fmla="*/ 678181 w 4940931"/>
                <a:gd name="connsiteY1060" fmla="*/ 46990 h 138429"/>
                <a:gd name="connsiteX1061" fmla="*/ 676910 w 4940931"/>
                <a:gd name="connsiteY1061" fmla="*/ 46990 h 138429"/>
                <a:gd name="connsiteX1062" fmla="*/ 671830 w 4940931"/>
                <a:gd name="connsiteY1062" fmla="*/ 45085 h 138429"/>
                <a:gd name="connsiteX1063" fmla="*/ 665480 w 4940931"/>
                <a:gd name="connsiteY1063" fmla="*/ 44450 h 138429"/>
                <a:gd name="connsiteX1064" fmla="*/ 654050 w 4940931"/>
                <a:gd name="connsiteY1064" fmla="*/ 49530 h 138429"/>
                <a:gd name="connsiteX1065" fmla="*/ 650240 w 4940931"/>
                <a:gd name="connsiteY1065" fmla="*/ 64770 h 138429"/>
                <a:gd name="connsiteX1066" fmla="*/ 650240 w 4940931"/>
                <a:gd name="connsiteY1066" fmla="*/ 109220 h 138429"/>
                <a:gd name="connsiteX1067" fmla="*/ 635000 w 4940931"/>
                <a:gd name="connsiteY1067" fmla="*/ 109220 h 138429"/>
                <a:gd name="connsiteX1068" fmla="*/ 635000 w 4940931"/>
                <a:gd name="connsiteY1068" fmla="*/ 31115 h 138429"/>
                <a:gd name="connsiteX1069" fmla="*/ 650240 w 4940931"/>
                <a:gd name="connsiteY1069" fmla="*/ 31115 h 138429"/>
                <a:gd name="connsiteX1070" fmla="*/ 650240 w 4940931"/>
                <a:gd name="connsiteY1070" fmla="*/ 38735 h 138429"/>
                <a:gd name="connsiteX1071" fmla="*/ 653416 w 4940931"/>
                <a:gd name="connsiteY1071" fmla="*/ 34925 h 138429"/>
                <a:gd name="connsiteX1072" fmla="*/ 657861 w 4940931"/>
                <a:gd name="connsiteY1072" fmla="*/ 31750 h 138429"/>
                <a:gd name="connsiteX1073" fmla="*/ 662940 w 4940931"/>
                <a:gd name="connsiteY1073" fmla="*/ 29845 h 138429"/>
                <a:gd name="connsiteX1074" fmla="*/ 668656 w 4940931"/>
                <a:gd name="connsiteY1074" fmla="*/ 29210 h 138429"/>
                <a:gd name="connsiteX1075" fmla="*/ 586739 w 4940931"/>
                <a:gd name="connsiteY1075" fmla="*/ 29210 h 138429"/>
                <a:gd name="connsiteX1076" fmla="*/ 601344 w 4940931"/>
                <a:gd name="connsiteY1076" fmla="*/ 32385 h 138429"/>
                <a:gd name="connsiteX1077" fmla="*/ 611504 w 4940931"/>
                <a:gd name="connsiteY1077" fmla="*/ 40640 h 138429"/>
                <a:gd name="connsiteX1078" fmla="*/ 617854 w 4940931"/>
                <a:gd name="connsiteY1078" fmla="*/ 53340 h 138429"/>
                <a:gd name="connsiteX1079" fmla="*/ 619759 w 4940931"/>
                <a:gd name="connsiteY1079" fmla="*/ 68580 h 138429"/>
                <a:gd name="connsiteX1080" fmla="*/ 618489 w 4940931"/>
                <a:gd name="connsiteY1080" fmla="*/ 68580 h 138429"/>
                <a:gd name="connsiteX1081" fmla="*/ 618489 w 4940931"/>
                <a:gd name="connsiteY1081" fmla="*/ 72390 h 138429"/>
                <a:gd name="connsiteX1082" fmla="*/ 618489 w 4940931"/>
                <a:gd name="connsiteY1082" fmla="*/ 75565 h 138429"/>
                <a:gd name="connsiteX1083" fmla="*/ 567054 w 4940931"/>
                <a:gd name="connsiteY1083" fmla="*/ 75565 h 138429"/>
                <a:gd name="connsiteX1084" fmla="*/ 569594 w 4940931"/>
                <a:gd name="connsiteY1084" fmla="*/ 85090 h 138429"/>
                <a:gd name="connsiteX1085" fmla="*/ 574039 w 4940931"/>
                <a:gd name="connsiteY1085" fmla="*/ 91440 h 138429"/>
                <a:gd name="connsiteX1086" fmla="*/ 579754 w 4940931"/>
                <a:gd name="connsiteY1086" fmla="*/ 95250 h 138429"/>
                <a:gd name="connsiteX1087" fmla="*/ 586739 w 4940931"/>
                <a:gd name="connsiteY1087" fmla="*/ 96520 h 138429"/>
                <a:gd name="connsiteX1088" fmla="*/ 591819 w 4940931"/>
                <a:gd name="connsiteY1088" fmla="*/ 96520 h 138429"/>
                <a:gd name="connsiteX1089" fmla="*/ 596264 w 4940931"/>
                <a:gd name="connsiteY1089" fmla="*/ 95250 h 138429"/>
                <a:gd name="connsiteX1090" fmla="*/ 600074 w 4940931"/>
                <a:gd name="connsiteY1090" fmla="*/ 93345 h 138429"/>
                <a:gd name="connsiteX1091" fmla="*/ 604519 w 4940931"/>
                <a:gd name="connsiteY1091" fmla="*/ 90805 h 138429"/>
                <a:gd name="connsiteX1092" fmla="*/ 613409 w 4940931"/>
                <a:gd name="connsiteY1092" fmla="*/ 100330 h 138429"/>
                <a:gd name="connsiteX1093" fmla="*/ 607694 w 4940931"/>
                <a:gd name="connsiteY1093" fmla="*/ 104775 h 138429"/>
                <a:gd name="connsiteX1094" fmla="*/ 601979 w 4940931"/>
                <a:gd name="connsiteY1094" fmla="*/ 107950 h 138429"/>
                <a:gd name="connsiteX1095" fmla="*/ 594994 w 4940931"/>
                <a:gd name="connsiteY1095" fmla="*/ 109855 h 138429"/>
                <a:gd name="connsiteX1096" fmla="*/ 586104 w 4940931"/>
                <a:gd name="connsiteY1096" fmla="*/ 110490 h 138429"/>
                <a:gd name="connsiteX1097" fmla="*/ 576579 w 4940931"/>
                <a:gd name="connsiteY1097" fmla="*/ 109220 h 138429"/>
                <a:gd name="connsiteX1098" fmla="*/ 568959 w 4940931"/>
                <a:gd name="connsiteY1098" fmla="*/ 105410 h 138429"/>
                <a:gd name="connsiteX1099" fmla="*/ 562609 w 4940931"/>
                <a:gd name="connsiteY1099" fmla="*/ 100330 h 138429"/>
                <a:gd name="connsiteX1100" fmla="*/ 557529 w 4940931"/>
                <a:gd name="connsiteY1100" fmla="*/ 92710 h 138429"/>
                <a:gd name="connsiteX1101" fmla="*/ 553719 w 4940931"/>
                <a:gd name="connsiteY1101" fmla="*/ 82550 h 138429"/>
                <a:gd name="connsiteX1102" fmla="*/ 552449 w 4940931"/>
                <a:gd name="connsiteY1102" fmla="*/ 69850 h 138429"/>
                <a:gd name="connsiteX1103" fmla="*/ 554989 w 4940931"/>
                <a:gd name="connsiteY1103" fmla="*/ 52070 h 138429"/>
                <a:gd name="connsiteX1104" fmla="*/ 561974 w 4940931"/>
                <a:gd name="connsiteY1104" fmla="*/ 39370 h 138429"/>
                <a:gd name="connsiteX1105" fmla="*/ 572769 w 4940931"/>
                <a:gd name="connsiteY1105" fmla="*/ 31750 h 138429"/>
                <a:gd name="connsiteX1106" fmla="*/ 586739 w 4940931"/>
                <a:gd name="connsiteY1106" fmla="*/ 29210 h 138429"/>
                <a:gd name="connsiteX1107" fmla="*/ 400050 w 4940931"/>
                <a:gd name="connsiteY1107" fmla="*/ 29210 h 138429"/>
                <a:gd name="connsiteX1108" fmla="*/ 414655 w 4940931"/>
                <a:gd name="connsiteY1108" fmla="*/ 32385 h 138429"/>
                <a:gd name="connsiteX1109" fmla="*/ 424815 w 4940931"/>
                <a:gd name="connsiteY1109" fmla="*/ 40640 h 138429"/>
                <a:gd name="connsiteX1110" fmla="*/ 431165 w 4940931"/>
                <a:gd name="connsiteY1110" fmla="*/ 53340 h 138429"/>
                <a:gd name="connsiteX1111" fmla="*/ 433070 w 4940931"/>
                <a:gd name="connsiteY1111" fmla="*/ 68580 h 138429"/>
                <a:gd name="connsiteX1112" fmla="*/ 431800 w 4940931"/>
                <a:gd name="connsiteY1112" fmla="*/ 68580 h 138429"/>
                <a:gd name="connsiteX1113" fmla="*/ 431800 w 4940931"/>
                <a:gd name="connsiteY1113" fmla="*/ 72390 h 138429"/>
                <a:gd name="connsiteX1114" fmla="*/ 431800 w 4940931"/>
                <a:gd name="connsiteY1114" fmla="*/ 75565 h 138429"/>
                <a:gd name="connsiteX1115" fmla="*/ 380365 w 4940931"/>
                <a:gd name="connsiteY1115" fmla="*/ 75565 h 138429"/>
                <a:gd name="connsiteX1116" fmla="*/ 382905 w 4940931"/>
                <a:gd name="connsiteY1116" fmla="*/ 85090 h 138429"/>
                <a:gd name="connsiteX1117" fmla="*/ 387350 w 4940931"/>
                <a:gd name="connsiteY1117" fmla="*/ 91440 h 138429"/>
                <a:gd name="connsiteX1118" fmla="*/ 393065 w 4940931"/>
                <a:gd name="connsiteY1118" fmla="*/ 95250 h 138429"/>
                <a:gd name="connsiteX1119" fmla="*/ 400050 w 4940931"/>
                <a:gd name="connsiteY1119" fmla="*/ 96520 h 138429"/>
                <a:gd name="connsiteX1120" fmla="*/ 405130 w 4940931"/>
                <a:gd name="connsiteY1120" fmla="*/ 96520 h 138429"/>
                <a:gd name="connsiteX1121" fmla="*/ 409575 w 4940931"/>
                <a:gd name="connsiteY1121" fmla="*/ 95250 h 138429"/>
                <a:gd name="connsiteX1122" fmla="*/ 413385 w 4940931"/>
                <a:gd name="connsiteY1122" fmla="*/ 93345 h 138429"/>
                <a:gd name="connsiteX1123" fmla="*/ 417830 w 4940931"/>
                <a:gd name="connsiteY1123" fmla="*/ 90805 h 138429"/>
                <a:gd name="connsiteX1124" fmla="*/ 426720 w 4940931"/>
                <a:gd name="connsiteY1124" fmla="*/ 100330 h 138429"/>
                <a:gd name="connsiteX1125" fmla="*/ 421005 w 4940931"/>
                <a:gd name="connsiteY1125" fmla="*/ 104775 h 138429"/>
                <a:gd name="connsiteX1126" fmla="*/ 415290 w 4940931"/>
                <a:gd name="connsiteY1126" fmla="*/ 107950 h 138429"/>
                <a:gd name="connsiteX1127" fmla="*/ 408305 w 4940931"/>
                <a:gd name="connsiteY1127" fmla="*/ 109855 h 138429"/>
                <a:gd name="connsiteX1128" fmla="*/ 399415 w 4940931"/>
                <a:gd name="connsiteY1128" fmla="*/ 110490 h 138429"/>
                <a:gd name="connsiteX1129" fmla="*/ 389890 w 4940931"/>
                <a:gd name="connsiteY1129" fmla="*/ 109220 h 138429"/>
                <a:gd name="connsiteX1130" fmla="*/ 382270 w 4940931"/>
                <a:gd name="connsiteY1130" fmla="*/ 105410 h 138429"/>
                <a:gd name="connsiteX1131" fmla="*/ 375920 w 4940931"/>
                <a:gd name="connsiteY1131" fmla="*/ 100330 h 138429"/>
                <a:gd name="connsiteX1132" fmla="*/ 370840 w 4940931"/>
                <a:gd name="connsiteY1132" fmla="*/ 92710 h 138429"/>
                <a:gd name="connsiteX1133" fmla="*/ 367030 w 4940931"/>
                <a:gd name="connsiteY1133" fmla="*/ 82550 h 138429"/>
                <a:gd name="connsiteX1134" fmla="*/ 365760 w 4940931"/>
                <a:gd name="connsiteY1134" fmla="*/ 69850 h 138429"/>
                <a:gd name="connsiteX1135" fmla="*/ 368300 w 4940931"/>
                <a:gd name="connsiteY1135" fmla="*/ 52070 h 138429"/>
                <a:gd name="connsiteX1136" fmla="*/ 375285 w 4940931"/>
                <a:gd name="connsiteY1136" fmla="*/ 39370 h 138429"/>
                <a:gd name="connsiteX1137" fmla="*/ 386080 w 4940931"/>
                <a:gd name="connsiteY1137" fmla="*/ 31750 h 138429"/>
                <a:gd name="connsiteX1138" fmla="*/ 400050 w 4940931"/>
                <a:gd name="connsiteY1138" fmla="*/ 29210 h 138429"/>
                <a:gd name="connsiteX1139" fmla="*/ 201930 w 4940931"/>
                <a:gd name="connsiteY1139" fmla="*/ 29210 h 138429"/>
                <a:gd name="connsiteX1140" fmla="*/ 216535 w 4940931"/>
                <a:gd name="connsiteY1140" fmla="*/ 32385 h 138429"/>
                <a:gd name="connsiteX1141" fmla="*/ 226695 w 4940931"/>
                <a:gd name="connsiteY1141" fmla="*/ 40640 h 138429"/>
                <a:gd name="connsiteX1142" fmla="*/ 233045 w 4940931"/>
                <a:gd name="connsiteY1142" fmla="*/ 53340 h 138429"/>
                <a:gd name="connsiteX1143" fmla="*/ 234950 w 4940931"/>
                <a:gd name="connsiteY1143" fmla="*/ 68580 h 138429"/>
                <a:gd name="connsiteX1144" fmla="*/ 233680 w 4940931"/>
                <a:gd name="connsiteY1144" fmla="*/ 68580 h 138429"/>
                <a:gd name="connsiteX1145" fmla="*/ 233680 w 4940931"/>
                <a:gd name="connsiteY1145" fmla="*/ 72390 h 138429"/>
                <a:gd name="connsiteX1146" fmla="*/ 233680 w 4940931"/>
                <a:gd name="connsiteY1146" fmla="*/ 75565 h 138429"/>
                <a:gd name="connsiteX1147" fmla="*/ 182245 w 4940931"/>
                <a:gd name="connsiteY1147" fmla="*/ 75565 h 138429"/>
                <a:gd name="connsiteX1148" fmla="*/ 184785 w 4940931"/>
                <a:gd name="connsiteY1148" fmla="*/ 85090 h 138429"/>
                <a:gd name="connsiteX1149" fmla="*/ 189230 w 4940931"/>
                <a:gd name="connsiteY1149" fmla="*/ 91440 h 138429"/>
                <a:gd name="connsiteX1150" fmla="*/ 194945 w 4940931"/>
                <a:gd name="connsiteY1150" fmla="*/ 95250 h 138429"/>
                <a:gd name="connsiteX1151" fmla="*/ 201930 w 4940931"/>
                <a:gd name="connsiteY1151" fmla="*/ 96520 h 138429"/>
                <a:gd name="connsiteX1152" fmla="*/ 207010 w 4940931"/>
                <a:gd name="connsiteY1152" fmla="*/ 96520 h 138429"/>
                <a:gd name="connsiteX1153" fmla="*/ 211455 w 4940931"/>
                <a:gd name="connsiteY1153" fmla="*/ 95250 h 138429"/>
                <a:gd name="connsiteX1154" fmla="*/ 215265 w 4940931"/>
                <a:gd name="connsiteY1154" fmla="*/ 93345 h 138429"/>
                <a:gd name="connsiteX1155" fmla="*/ 219710 w 4940931"/>
                <a:gd name="connsiteY1155" fmla="*/ 90805 h 138429"/>
                <a:gd name="connsiteX1156" fmla="*/ 228600 w 4940931"/>
                <a:gd name="connsiteY1156" fmla="*/ 100330 h 138429"/>
                <a:gd name="connsiteX1157" fmla="*/ 222885 w 4940931"/>
                <a:gd name="connsiteY1157" fmla="*/ 104775 h 138429"/>
                <a:gd name="connsiteX1158" fmla="*/ 217170 w 4940931"/>
                <a:gd name="connsiteY1158" fmla="*/ 107950 h 138429"/>
                <a:gd name="connsiteX1159" fmla="*/ 210185 w 4940931"/>
                <a:gd name="connsiteY1159" fmla="*/ 109855 h 138429"/>
                <a:gd name="connsiteX1160" fmla="*/ 201295 w 4940931"/>
                <a:gd name="connsiteY1160" fmla="*/ 110490 h 138429"/>
                <a:gd name="connsiteX1161" fmla="*/ 191770 w 4940931"/>
                <a:gd name="connsiteY1161" fmla="*/ 109220 h 138429"/>
                <a:gd name="connsiteX1162" fmla="*/ 184150 w 4940931"/>
                <a:gd name="connsiteY1162" fmla="*/ 105410 h 138429"/>
                <a:gd name="connsiteX1163" fmla="*/ 177800 w 4940931"/>
                <a:gd name="connsiteY1163" fmla="*/ 100330 h 138429"/>
                <a:gd name="connsiteX1164" fmla="*/ 172720 w 4940931"/>
                <a:gd name="connsiteY1164" fmla="*/ 92710 h 138429"/>
                <a:gd name="connsiteX1165" fmla="*/ 168910 w 4940931"/>
                <a:gd name="connsiteY1165" fmla="*/ 82550 h 138429"/>
                <a:gd name="connsiteX1166" fmla="*/ 167640 w 4940931"/>
                <a:gd name="connsiteY1166" fmla="*/ 69850 h 138429"/>
                <a:gd name="connsiteX1167" fmla="*/ 170180 w 4940931"/>
                <a:gd name="connsiteY1167" fmla="*/ 52070 h 138429"/>
                <a:gd name="connsiteX1168" fmla="*/ 177165 w 4940931"/>
                <a:gd name="connsiteY1168" fmla="*/ 39370 h 138429"/>
                <a:gd name="connsiteX1169" fmla="*/ 187960 w 4940931"/>
                <a:gd name="connsiteY1169" fmla="*/ 31750 h 138429"/>
                <a:gd name="connsiteX1170" fmla="*/ 201930 w 4940931"/>
                <a:gd name="connsiteY1170" fmla="*/ 29210 h 138429"/>
                <a:gd name="connsiteX1171" fmla="*/ 4664706 w 4940931"/>
                <a:gd name="connsiteY1171" fmla="*/ 28574 h 138429"/>
                <a:gd name="connsiteX1172" fmla="*/ 4678676 w 4940931"/>
                <a:gd name="connsiteY1172" fmla="*/ 31749 h 138429"/>
                <a:gd name="connsiteX1173" fmla="*/ 4689471 w 4940931"/>
                <a:gd name="connsiteY1173" fmla="*/ 40004 h 138429"/>
                <a:gd name="connsiteX1174" fmla="*/ 4696456 w 4940931"/>
                <a:gd name="connsiteY1174" fmla="*/ 52704 h 138429"/>
                <a:gd name="connsiteX1175" fmla="*/ 4698996 w 4940931"/>
                <a:gd name="connsiteY1175" fmla="*/ 69214 h 138429"/>
                <a:gd name="connsiteX1176" fmla="*/ 4699631 w 4940931"/>
                <a:gd name="connsiteY1176" fmla="*/ 69214 h 138429"/>
                <a:gd name="connsiteX1177" fmla="*/ 4697091 w 4940931"/>
                <a:gd name="connsiteY1177" fmla="*/ 86359 h 138429"/>
                <a:gd name="connsiteX1178" fmla="*/ 4689471 w 4940931"/>
                <a:gd name="connsiteY1178" fmla="*/ 99059 h 138429"/>
                <a:gd name="connsiteX1179" fmla="*/ 4678041 w 4940931"/>
                <a:gd name="connsiteY1179" fmla="*/ 107314 h 138429"/>
                <a:gd name="connsiteX1180" fmla="*/ 4664071 w 4940931"/>
                <a:gd name="connsiteY1180" fmla="*/ 109854 h 138429"/>
                <a:gd name="connsiteX1181" fmla="*/ 4650101 w 4940931"/>
                <a:gd name="connsiteY1181" fmla="*/ 106679 h 138429"/>
                <a:gd name="connsiteX1182" fmla="*/ 4639306 w 4940931"/>
                <a:gd name="connsiteY1182" fmla="*/ 98424 h 138429"/>
                <a:gd name="connsiteX1183" fmla="*/ 4632321 w 4940931"/>
                <a:gd name="connsiteY1183" fmla="*/ 85724 h 138429"/>
                <a:gd name="connsiteX1184" fmla="*/ 4629781 w 4940931"/>
                <a:gd name="connsiteY1184" fmla="*/ 69214 h 138429"/>
                <a:gd name="connsiteX1185" fmla="*/ 4632321 w 4940931"/>
                <a:gd name="connsiteY1185" fmla="*/ 52069 h 138429"/>
                <a:gd name="connsiteX1186" fmla="*/ 4639941 w 4940931"/>
                <a:gd name="connsiteY1186" fmla="*/ 39369 h 138429"/>
                <a:gd name="connsiteX1187" fmla="*/ 4650736 w 4940931"/>
                <a:gd name="connsiteY1187" fmla="*/ 31114 h 138429"/>
                <a:gd name="connsiteX1188" fmla="*/ 4664706 w 4940931"/>
                <a:gd name="connsiteY1188" fmla="*/ 28574 h 138429"/>
                <a:gd name="connsiteX1189" fmla="*/ 4264655 w 4940931"/>
                <a:gd name="connsiteY1189" fmla="*/ 28574 h 138429"/>
                <a:gd name="connsiteX1190" fmla="*/ 4278625 w 4940931"/>
                <a:gd name="connsiteY1190" fmla="*/ 31749 h 138429"/>
                <a:gd name="connsiteX1191" fmla="*/ 4289420 w 4940931"/>
                <a:gd name="connsiteY1191" fmla="*/ 40004 h 138429"/>
                <a:gd name="connsiteX1192" fmla="*/ 4296405 w 4940931"/>
                <a:gd name="connsiteY1192" fmla="*/ 52704 h 138429"/>
                <a:gd name="connsiteX1193" fmla="*/ 4298945 w 4940931"/>
                <a:gd name="connsiteY1193" fmla="*/ 69214 h 138429"/>
                <a:gd name="connsiteX1194" fmla="*/ 4299580 w 4940931"/>
                <a:gd name="connsiteY1194" fmla="*/ 69214 h 138429"/>
                <a:gd name="connsiteX1195" fmla="*/ 4297040 w 4940931"/>
                <a:gd name="connsiteY1195" fmla="*/ 86359 h 138429"/>
                <a:gd name="connsiteX1196" fmla="*/ 4289420 w 4940931"/>
                <a:gd name="connsiteY1196" fmla="*/ 99059 h 138429"/>
                <a:gd name="connsiteX1197" fmla="*/ 4277990 w 4940931"/>
                <a:gd name="connsiteY1197" fmla="*/ 107314 h 138429"/>
                <a:gd name="connsiteX1198" fmla="*/ 4264020 w 4940931"/>
                <a:gd name="connsiteY1198" fmla="*/ 109854 h 138429"/>
                <a:gd name="connsiteX1199" fmla="*/ 4250050 w 4940931"/>
                <a:gd name="connsiteY1199" fmla="*/ 106679 h 138429"/>
                <a:gd name="connsiteX1200" fmla="*/ 4239255 w 4940931"/>
                <a:gd name="connsiteY1200" fmla="*/ 98424 h 138429"/>
                <a:gd name="connsiteX1201" fmla="*/ 4232270 w 4940931"/>
                <a:gd name="connsiteY1201" fmla="*/ 85724 h 138429"/>
                <a:gd name="connsiteX1202" fmla="*/ 4229730 w 4940931"/>
                <a:gd name="connsiteY1202" fmla="*/ 69214 h 138429"/>
                <a:gd name="connsiteX1203" fmla="*/ 4232270 w 4940931"/>
                <a:gd name="connsiteY1203" fmla="*/ 52069 h 138429"/>
                <a:gd name="connsiteX1204" fmla="*/ 4239890 w 4940931"/>
                <a:gd name="connsiteY1204" fmla="*/ 39369 h 138429"/>
                <a:gd name="connsiteX1205" fmla="*/ 4250685 w 4940931"/>
                <a:gd name="connsiteY1205" fmla="*/ 31114 h 138429"/>
                <a:gd name="connsiteX1206" fmla="*/ 4264655 w 4940931"/>
                <a:gd name="connsiteY1206" fmla="*/ 28574 h 138429"/>
                <a:gd name="connsiteX1207" fmla="*/ 1420495 w 4940931"/>
                <a:gd name="connsiteY1207" fmla="*/ 28574 h 138429"/>
                <a:gd name="connsiteX1208" fmla="*/ 1434465 w 4940931"/>
                <a:gd name="connsiteY1208" fmla="*/ 31749 h 138429"/>
                <a:gd name="connsiteX1209" fmla="*/ 1445260 w 4940931"/>
                <a:gd name="connsiteY1209" fmla="*/ 40004 h 138429"/>
                <a:gd name="connsiteX1210" fmla="*/ 1452245 w 4940931"/>
                <a:gd name="connsiteY1210" fmla="*/ 52704 h 138429"/>
                <a:gd name="connsiteX1211" fmla="*/ 1454785 w 4940931"/>
                <a:gd name="connsiteY1211" fmla="*/ 69214 h 138429"/>
                <a:gd name="connsiteX1212" fmla="*/ 1455420 w 4940931"/>
                <a:gd name="connsiteY1212" fmla="*/ 69214 h 138429"/>
                <a:gd name="connsiteX1213" fmla="*/ 1452880 w 4940931"/>
                <a:gd name="connsiteY1213" fmla="*/ 86359 h 138429"/>
                <a:gd name="connsiteX1214" fmla="*/ 1445260 w 4940931"/>
                <a:gd name="connsiteY1214" fmla="*/ 99059 h 138429"/>
                <a:gd name="connsiteX1215" fmla="*/ 1433830 w 4940931"/>
                <a:gd name="connsiteY1215" fmla="*/ 107314 h 138429"/>
                <a:gd name="connsiteX1216" fmla="*/ 1419860 w 4940931"/>
                <a:gd name="connsiteY1216" fmla="*/ 109854 h 138429"/>
                <a:gd name="connsiteX1217" fmla="*/ 1405890 w 4940931"/>
                <a:gd name="connsiteY1217" fmla="*/ 106679 h 138429"/>
                <a:gd name="connsiteX1218" fmla="*/ 1395095 w 4940931"/>
                <a:gd name="connsiteY1218" fmla="*/ 98424 h 138429"/>
                <a:gd name="connsiteX1219" fmla="*/ 1388110 w 4940931"/>
                <a:gd name="connsiteY1219" fmla="*/ 85724 h 138429"/>
                <a:gd name="connsiteX1220" fmla="*/ 1385570 w 4940931"/>
                <a:gd name="connsiteY1220" fmla="*/ 69214 h 138429"/>
                <a:gd name="connsiteX1221" fmla="*/ 1388110 w 4940931"/>
                <a:gd name="connsiteY1221" fmla="*/ 52069 h 138429"/>
                <a:gd name="connsiteX1222" fmla="*/ 1395730 w 4940931"/>
                <a:gd name="connsiteY1222" fmla="*/ 39369 h 138429"/>
                <a:gd name="connsiteX1223" fmla="*/ 1406525 w 4940931"/>
                <a:gd name="connsiteY1223" fmla="*/ 31114 h 138429"/>
                <a:gd name="connsiteX1224" fmla="*/ 1420495 w 4940931"/>
                <a:gd name="connsiteY1224" fmla="*/ 28574 h 138429"/>
                <a:gd name="connsiteX1225" fmla="*/ 3143245 w 4940931"/>
                <a:gd name="connsiteY1225" fmla="*/ 5079 h 138429"/>
                <a:gd name="connsiteX1226" fmla="*/ 3219445 w 4940931"/>
                <a:gd name="connsiteY1226" fmla="*/ 5079 h 138429"/>
                <a:gd name="connsiteX1227" fmla="*/ 3219445 w 4940931"/>
                <a:gd name="connsiteY1227" fmla="*/ 20319 h 138429"/>
                <a:gd name="connsiteX1228" fmla="*/ 3188965 w 4940931"/>
                <a:gd name="connsiteY1228" fmla="*/ 20319 h 138429"/>
                <a:gd name="connsiteX1229" fmla="*/ 3188965 w 4940931"/>
                <a:gd name="connsiteY1229" fmla="*/ 108584 h 138429"/>
                <a:gd name="connsiteX1230" fmla="*/ 3173090 w 4940931"/>
                <a:gd name="connsiteY1230" fmla="*/ 108584 h 138429"/>
                <a:gd name="connsiteX1231" fmla="*/ 3173090 w 4940931"/>
                <a:gd name="connsiteY1231" fmla="*/ 20319 h 138429"/>
                <a:gd name="connsiteX1232" fmla="*/ 3143245 w 4940931"/>
                <a:gd name="connsiteY1232" fmla="*/ 20319 h 138429"/>
                <a:gd name="connsiteX1233" fmla="*/ 1628774 w 4940931"/>
                <a:gd name="connsiteY1233" fmla="*/ 5079 h 138429"/>
                <a:gd name="connsiteX1234" fmla="*/ 1704970 w 4940931"/>
                <a:gd name="connsiteY1234" fmla="*/ 5079 h 138429"/>
                <a:gd name="connsiteX1235" fmla="*/ 1704970 w 4940931"/>
                <a:gd name="connsiteY1235" fmla="*/ 20319 h 138429"/>
                <a:gd name="connsiteX1236" fmla="*/ 1675129 w 4940931"/>
                <a:gd name="connsiteY1236" fmla="*/ 20319 h 138429"/>
                <a:gd name="connsiteX1237" fmla="*/ 1675129 w 4940931"/>
                <a:gd name="connsiteY1237" fmla="*/ 108584 h 138429"/>
                <a:gd name="connsiteX1238" fmla="*/ 1659255 w 4940931"/>
                <a:gd name="connsiteY1238" fmla="*/ 108584 h 138429"/>
                <a:gd name="connsiteX1239" fmla="*/ 1659255 w 4940931"/>
                <a:gd name="connsiteY1239" fmla="*/ 20319 h 138429"/>
                <a:gd name="connsiteX1240" fmla="*/ 1628774 w 4940931"/>
                <a:gd name="connsiteY1240" fmla="*/ 20319 h 138429"/>
                <a:gd name="connsiteX1241" fmla="*/ 0 w 4940931"/>
                <a:gd name="connsiteY1241" fmla="*/ 5079 h 138429"/>
                <a:gd name="connsiteX1242" fmla="*/ 76200 w 4940931"/>
                <a:gd name="connsiteY1242" fmla="*/ 5079 h 138429"/>
                <a:gd name="connsiteX1243" fmla="*/ 76200 w 4940931"/>
                <a:gd name="connsiteY1243" fmla="*/ 20319 h 138429"/>
                <a:gd name="connsiteX1244" fmla="*/ 45720 w 4940931"/>
                <a:gd name="connsiteY1244" fmla="*/ 20319 h 138429"/>
                <a:gd name="connsiteX1245" fmla="*/ 45720 w 4940931"/>
                <a:gd name="connsiteY1245" fmla="*/ 108584 h 138429"/>
                <a:gd name="connsiteX1246" fmla="*/ 29845 w 4940931"/>
                <a:gd name="connsiteY1246" fmla="*/ 108584 h 138429"/>
                <a:gd name="connsiteX1247" fmla="*/ 29845 w 4940931"/>
                <a:gd name="connsiteY1247" fmla="*/ 20319 h 138429"/>
                <a:gd name="connsiteX1248" fmla="*/ 0 w 4940931"/>
                <a:gd name="connsiteY1248" fmla="*/ 20319 h 138429"/>
                <a:gd name="connsiteX1249" fmla="*/ 1362075 w 4940931"/>
                <a:gd name="connsiteY1249" fmla="*/ 1269 h 138429"/>
                <a:gd name="connsiteX1250" fmla="*/ 1365885 w 4940931"/>
                <a:gd name="connsiteY1250" fmla="*/ 1904 h 138429"/>
                <a:gd name="connsiteX1251" fmla="*/ 1369060 w 4940931"/>
                <a:gd name="connsiteY1251" fmla="*/ 3809 h 138429"/>
                <a:gd name="connsiteX1252" fmla="*/ 1370965 w 4940931"/>
                <a:gd name="connsiteY1252" fmla="*/ 6984 h 138429"/>
                <a:gd name="connsiteX1253" fmla="*/ 1371600 w 4940931"/>
                <a:gd name="connsiteY1253" fmla="*/ 10794 h 138429"/>
                <a:gd name="connsiteX1254" fmla="*/ 1370965 w 4940931"/>
                <a:gd name="connsiteY1254" fmla="*/ 14604 h 138429"/>
                <a:gd name="connsiteX1255" fmla="*/ 1369060 w 4940931"/>
                <a:gd name="connsiteY1255" fmla="*/ 17779 h 138429"/>
                <a:gd name="connsiteX1256" fmla="*/ 1365885 w 4940931"/>
                <a:gd name="connsiteY1256" fmla="*/ 19684 h 138429"/>
                <a:gd name="connsiteX1257" fmla="*/ 1362075 w 4940931"/>
                <a:gd name="connsiteY1257" fmla="*/ 20319 h 138429"/>
                <a:gd name="connsiteX1258" fmla="*/ 1358265 w 4940931"/>
                <a:gd name="connsiteY1258" fmla="*/ 19684 h 138429"/>
                <a:gd name="connsiteX1259" fmla="*/ 1355090 w 4940931"/>
                <a:gd name="connsiteY1259" fmla="*/ 17779 h 138429"/>
                <a:gd name="connsiteX1260" fmla="*/ 1353185 w 4940931"/>
                <a:gd name="connsiteY1260" fmla="*/ 14604 h 138429"/>
                <a:gd name="connsiteX1261" fmla="*/ 1352550 w 4940931"/>
                <a:gd name="connsiteY1261" fmla="*/ 10794 h 138429"/>
                <a:gd name="connsiteX1262" fmla="*/ 1353185 w 4940931"/>
                <a:gd name="connsiteY1262" fmla="*/ 6984 h 138429"/>
                <a:gd name="connsiteX1263" fmla="*/ 1355090 w 4940931"/>
                <a:gd name="connsiteY1263" fmla="*/ 3809 h 138429"/>
                <a:gd name="connsiteX1264" fmla="*/ 1358265 w 4940931"/>
                <a:gd name="connsiteY1264" fmla="*/ 1904 h 138429"/>
                <a:gd name="connsiteX1265" fmla="*/ 1362075 w 4940931"/>
                <a:gd name="connsiteY1265" fmla="*/ 1269 h 138429"/>
                <a:gd name="connsiteX1266" fmla="*/ 4789801 w 4940931"/>
                <a:gd name="connsiteY1266" fmla="*/ 634 h 138429"/>
                <a:gd name="connsiteX1267" fmla="*/ 4789801 w 4940931"/>
                <a:gd name="connsiteY1267" fmla="*/ 65404 h 138429"/>
                <a:gd name="connsiteX1268" fmla="*/ 4814566 w 4940931"/>
                <a:gd name="connsiteY1268" fmla="*/ 31114 h 138429"/>
                <a:gd name="connsiteX1269" fmla="*/ 4831711 w 4940931"/>
                <a:gd name="connsiteY1269" fmla="*/ 31114 h 138429"/>
                <a:gd name="connsiteX1270" fmla="*/ 4812026 w 4940931"/>
                <a:gd name="connsiteY1270" fmla="*/ 57149 h 138429"/>
                <a:gd name="connsiteX1271" fmla="*/ 4835521 w 4940931"/>
                <a:gd name="connsiteY1271" fmla="*/ 108584 h 138429"/>
                <a:gd name="connsiteX1272" fmla="*/ 4819011 w 4940931"/>
                <a:gd name="connsiteY1272" fmla="*/ 108584 h 138429"/>
                <a:gd name="connsiteX1273" fmla="*/ 4801866 w 4940931"/>
                <a:gd name="connsiteY1273" fmla="*/ 69849 h 138429"/>
                <a:gd name="connsiteX1274" fmla="*/ 4789801 w 4940931"/>
                <a:gd name="connsiteY1274" fmla="*/ 85724 h 138429"/>
                <a:gd name="connsiteX1275" fmla="*/ 4789801 w 4940931"/>
                <a:gd name="connsiteY1275" fmla="*/ 108584 h 138429"/>
                <a:gd name="connsiteX1276" fmla="*/ 4774561 w 4940931"/>
                <a:gd name="connsiteY1276" fmla="*/ 108584 h 138429"/>
                <a:gd name="connsiteX1277" fmla="*/ 4774561 w 4940931"/>
                <a:gd name="connsiteY1277" fmla="*/ 8889 h 138429"/>
                <a:gd name="connsiteX1278" fmla="*/ 4472301 w 4940931"/>
                <a:gd name="connsiteY1278" fmla="*/ 634 h 138429"/>
                <a:gd name="connsiteX1279" fmla="*/ 4472301 w 4940931"/>
                <a:gd name="connsiteY1279" fmla="*/ 109219 h 138429"/>
                <a:gd name="connsiteX1280" fmla="*/ 4457061 w 4940931"/>
                <a:gd name="connsiteY1280" fmla="*/ 109219 h 138429"/>
                <a:gd name="connsiteX1281" fmla="*/ 4457696 w 4940931"/>
                <a:gd name="connsiteY1281" fmla="*/ 108584 h 138429"/>
                <a:gd name="connsiteX1282" fmla="*/ 4457696 w 4940931"/>
                <a:gd name="connsiteY1282" fmla="*/ 100964 h 138429"/>
                <a:gd name="connsiteX1283" fmla="*/ 4453251 w 4940931"/>
                <a:gd name="connsiteY1283" fmla="*/ 104774 h 138429"/>
                <a:gd name="connsiteX1284" fmla="*/ 4448171 w 4940931"/>
                <a:gd name="connsiteY1284" fmla="*/ 107949 h 138429"/>
                <a:gd name="connsiteX1285" fmla="*/ 4443091 w 4940931"/>
                <a:gd name="connsiteY1285" fmla="*/ 109854 h 138429"/>
                <a:gd name="connsiteX1286" fmla="*/ 4437376 w 4940931"/>
                <a:gd name="connsiteY1286" fmla="*/ 109854 h 138429"/>
                <a:gd name="connsiteX1287" fmla="*/ 4425946 w 4940931"/>
                <a:gd name="connsiteY1287" fmla="*/ 107314 h 138429"/>
                <a:gd name="connsiteX1288" fmla="*/ 4416421 w 4940931"/>
                <a:gd name="connsiteY1288" fmla="*/ 99694 h 138429"/>
                <a:gd name="connsiteX1289" fmla="*/ 4410071 w 4940931"/>
                <a:gd name="connsiteY1289" fmla="*/ 86994 h 138429"/>
                <a:gd name="connsiteX1290" fmla="*/ 4407531 w 4940931"/>
                <a:gd name="connsiteY1290" fmla="*/ 67944 h 138429"/>
                <a:gd name="connsiteX1291" fmla="*/ 4410071 w 4940931"/>
                <a:gd name="connsiteY1291" fmla="*/ 50799 h 138429"/>
                <a:gd name="connsiteX1292" fmla="*/ 4417056 w 4940931"/>
                <a:gd name="connsiteY1292" fmla="*/ 38734 h 138429"/>
                <a:gd name="connsiteX1293" fmla="*/ 4426581 w 4940931"/>
                <a:gd name="connsiteY1293" fmla="*/ 31749 h 138429"/>
                <a:gd name="connsiteX1294" fmla="*/ 4438011 w 4940931"/>
                <a:gd name="connsiteY1294" fmla="*/ 29209 h 138429"/>
                <a:gd name="connsiteX1295" fmla="*/ 4443726 w 4940931"/>
                <a:gd name="connsiteY1295" fmla="*/ 29844 h 138429"/>
                <a:gd name="connsiteX1296" fmla="*/ 4448806 w 4940931"/>
                <a:gd name="connsiteY1296" fmla="*/ 31749 h 138429"/>
                <a:gd name="connsiteX1297" fmla="*/ 4453251 w 4940931"/>
                <a:gd name="connsiteY1297" fmla="*/ 34924 h 138429"/>
                <a:gd name="connsiteX1298" fmla="*/ 4457061 w 4940931"/>
                <a:gd name="connsiteY1298" fmla="*/ 38099 h 138429"/>
                <a:gd name="connsiteX1299" fmla="*/ 4457061 w 4940931"/>
                <a:gd name="connsiteY1299" fmla="*/ 8254 h 138429"/>
                <a:gd name="connsiteX1300" fmla="*/ 4390385 w 4940931"/>
                <a:gd name="connsiteY1300" fmla="*/ 634 h 138429"/>
                <a:gd name="connsiteX1301" fmla="*/ 4390385 w 4940931"/>
                <a:gd name="connsiteY1301" fmla="*/ 108584 h 138429"/>
                <a:gd name="connsiteX1302" fmla="*/ 4375145 w 4940931"/>
                <a:gd name="connsiteY1302" fmla="*/ 108584 h 138429"/>
                <a:gd name="connsiteX1303" fmla="*/ 4375145 w 4940931"/>
                <a:gd name="connsiteY1303" fmla="*/ 8889 h 138429"/>
                <a:gd name="connsiteX1304" fmla="*/ 3946521 w 4940931"/>
                <a:gd name="connsiteY1304" fmla="*/ 634 h 138429"/>
                <a:gd name="connsiteX1305" fmla="*/ 3946521 w 4940931"/>
                <a:gd name="connsiteY1305" fmla="*/ 38099 h 138429"/>
                <a:gd name="connsiteX1306" fmla="*/ 3950331 w 4940931"/>
                <a:gd name="connsiteY1306" fmla="*/ 34289 h 138429"/>
                <a:gd name="connsiteX1307" fmla="*/ 3954776 w 4940931"/>
                <a:gd name="connsiteY1307" fmla="*/ 31114 h 138429"/>
                <a:gd name="connsiteX1308" fmla="*/ 3960491 w 4940931"/>
                <a:gd name="connsiteY1308" fmla="*/ 29209 h 138429"/>
                <a:gd name="connsiteX1309" fmla="*/ 3966206 w 4940931"/>
                <a:gd name="connsiteY1309" fmla="*/ 29209 h 138429"/>
                <a:gd name="connsiteX1310" fmla="*/ 3978271 w 4940931"/>
                <a:gd name="connsiteY1310" fmla="*/ 31749 h 138429"/>
                <a:gd name="connsiteX1311" fmla="*/ 3987161 w 4940931"/>
                <a:gd name="connsiteY1311" fmla="*/ 38099 h 138429"/>
                <a:gd name="connsiteX1312" fmla="*/ 3992241 w 4940931"/>
                <a:gd name="connsiteY1312" fmla="*/ 49529 h 138429"/>
                <a:gd name="connsiteX1313" fmla="*/ 3994146 w 4940931"/>
                <a:gd name="connsiteY1313" fmla="*/ 64134 h 138429"/>
                <a:gd name="connsiteX1314" fmla="*/ 3994146 w 4940931"/>
                <a:gd name="connsiteY1314" fmla="*/ 108584 h 138429"/>
                <a:gd name="connsiteX1315" fmla="*/ 3978906 w 4940931"/>
                <a:gd name="connsiteY1315" fmla="*/ 108584 h 138429"/>
                <a:gd name="connsiteX1316" fmla="*/ 3978271 w 4940931"/>
                <a:gd name="connsiteY1316" fmla="*/ 108584 h 138429"/>
                <a:gd name="connsiteX1317" fmla="*/ 3978271 w 4940931"/>
                <a:gd name="connsiteY1317" fmla="*/ 64769 h 138429"/>
                <a:gd name="connsiteX1318" fmla="*/ 3974461 w 4940931"/>
                <a:gd name="connsiteY1318" fmla="*/ 48894 h 138429"/>
                <a:gd name="connsiteX1319" fmla="*/ 3962396 w 4940931"/>
                <a:gd name="connsiteY1319" fmla="*/ 43814 h 138429"/>
                <a:gd name="connsiteX1320" fmla="*/ 3956046 w 4940931"/>
                <a:gd name="connsiteY1320" fmla="*/ 45084 h 138429"/>
                <a:gd name="connsiteX1321" fmla="*/ 3950966 w 4940931"/>
                <a:gd name="connsiteY1321" fmla="*/ 48894 h 138429"/>
                <a:gd name="connsiteX1322" fmla="*/ 3947791 w 4940931"/>
                <a:gd name="connsiteY1322" fmla="*/ 55244 h 138429"/>
                <a:gd name="connsiteX1323" fmla="*/ 3946521 w 4940931"/>
                <a:gd name="connsiteY1323" fmla="*/ 63499 h 138429"/>
                <a:gd name="connsiteX1324" fmla="*/ 3946521 w 4940931"/>
                <a:gd name="connsiteY1324" fmla="*/ 109219 h 138429"/>
                <a:gd name="connsiteX1325" fmla="*/ 3931281 w 4940931"/>
                <a:gd name="connsiteY1325" fmla="*/ 109219 h 138429"/>
                <a:gd name="connsiteX1326" fmla="*/ 3931281 w 4940931"/>
                <a:gd name="connsiteY1326" fmla="*/ 8889 h 138429"/>
                <a:gd name="connsiteX1327" fmla="*/ 3248021 w 4940931"/>
                <a:gd name="connsiteY1327" fmla="*/ 634 h 138429"/>
                <a:gd name="connsiteX1328" fmla="*/ 3248021 w 4940931"/>
                <a:gd name="connsiteY1328" fmla="*/ 38099 h 138429"/>
                <a:gd name="connsiteX1329" fmla="*/ 3251831 w 4940931"/>
                <a:gd name="connsiteY1329" fmla="*/ 34289 h 138429"/>
                <a:gd name="connsiteX1330" fmla="*/ 3256276 w 4940931"/>
                <a:gd name="connsiteY1330" fmla="*/ 31114 h 138429"/>
                <a:gd name="connsiteX1331" fmla="*/ 3261991 w 4940931"/>
                <a:gd name="connsiteY1331" fmla="*/ 29209 h 138429"/>
                <a:gd name="connsiteX1332" fmla="*/ 3267706 w 4940931"/>
                <a:gd name="connsiteY1332" fmla="*/ 29209 h 138429"/>
                <a:gd name="connsiteX1333" fmla="*/ 3279771 w 4940931"/>
                <a:gd name="connsiteY1333" fmla="*/ 31749 h 138429"/>
                <a:gd name="connsiteX1334" fmla="*/ 3288661 w 4940931"/>
                <a:gd name="connsiteY1334" fmla="*/ 38099 h 138429"/>
                <a:gd name="connsiteX1335" fmla="*/ 3293741 w 4940931"/>
                <a:gd name="connsiteY1335" fmla="*/ 49529 h 138429"/>
                <a:gd name="connsiteX1336" fmla="*/ 3295646 w 4940931"/>
                <a:gd name="connsiteY1336" fmla="*/ 64134 h 138429"/>
                <a:gd name="connsiteX1337" fmla="*/ 3295646 w 4940931"/>
                <a:gd name="connsiteY1337" fmla="*/ 108584 h 138429"/>
                <a:gd name="connsiteX1338" fmla="*/ 3280406 w 4940931"/>
                <a:gd name="connsiteY1338" fmla="*/ 108584 h 138429"/>
                <a:gd name="connsiteX1339" fmla="*/ 3279771 w 4940931"/>
                <a:gd name="connsiteY1339" fmla="*/ 108584 h 138429"/>
                <a:gd name="connsiteX1340" fmla="*/ 3279771 w 4940931"/>
                <a:gd name="connsiteY1340" fmla="*/ 64769 h 138429"/>
                <a:gd name="connsiteX1341" fmla="*/ 3275961 w 4940931"/>
                <a:gd name="connsiteY1341" fmla="*/ 48894 h 138429"/>
                <a:gd name="connsiteX1342" fmla="*/ 3263896 w 4940931"/>
                <a:gd name="connsiteY1342" fmla="*/ 43814 h 138429"/>
                <a:gd name="connsiteX1343" fmla="*/ 3257546 w 4940931"/>
                <a:gd name="connsiteY1343" fmla="*/ 45084 h 138429"/>
                <a:gd name="connsiteX1344" fmla="*/ 3252466 w 4940931"/>
                <a:gd name="connsiteY1344" fmla="*/ 48894 h 138429"/>
                <a:gd name="connsiteX1345" fmla="*/ 3249291 w 4940931"/>
                <a:gd name="connsiteY1345" fmla="*/ 55244 h 138429"/>
                <a:gd name="connsiteX1346" fmla="*/ 3248021 w 4940931"/>
                <a:gd name="connsiteY1346" fmla="*/ 63499 h 138429"/>
                <a:gd name="connsiteX1347" fmla="*/ 3248021 w 4940931"/>
                <a:gd name="connsiteY1347" fmla="*/ 109219 h 138429"/>
                <a:gd name="connsiteX1348" fmla="*/ 3232781 w 4940931"/>
                <a:gd name="connsiteY1348" fmla="*/ 109219 h 138429"/>
                <a:gd name="connsiteX1349" fmla="*/ 3232781 w 4940931"/>
                <a:gd name="connsiteY1349" fmla="*/ 8889 h 138429"/>
                <a:gd name="connsiteX1350" fmla="*/ 2432681 w 4940931"/>
                <a:gd name="connsiteY1350" fmla="*/ 634 h 138429"/>
                <a:gd name="connsiteX1351" fmla="*/ 2432681 w 4940931"/>
                <a:gd name="connsiteY1351" fmla="*/ 38099 h 138429"/>
                <a:gd name="connsiteX1352" fmla="*/ 2436491 w 4940931"/>
                <a:gd name="connsiteY1352" fmla="*/ 34289 h 138429"/>
                <a:gd name="connsiteX1353" fmla="*/ 2440936 w 4940931"/>
                <a:gd name="connsiteY1353" fmla="*/ 31114 h 138429"/>
                <a:gd name="connsiteX1354" fmla="*/ 2446651 w 4940931"/>
                <a:gd name="connsiteY1354" fmla="*/ 29209 h 138429"/>
                <a:gd name="connsiteX1355" fmla="*/ 2452366 w 4940931"/>
                <a:gd name="connsiteY1355" fmla="*/ 29209 h 138429"/>
                <a:gd name="connsiteX1356" fmla="*/ 2464431 w 4940931"/>
                <a:gd name="connsiteY1356" fmla="*/ 31749 h 138429"/>
                <a:gd name="connsiteX1357" fmla="*/ 2473321 w 4940931"/>
                <a:gd name="connsiteY1357" fmla="*/ 38099 h 138429"/>
                <a:gd name="connsiteX1358" fmla="*/ 2478401 w 4940931"/>
                <a:gd name="connsiteY1358" fmla="*/ 49529 h 138429"/>
                <a:gd name="connsiteX1359" fmla="*/ 2480306 w 4940931"/>
                <a:gd name="connsiteY1359" fmla="*/ 64134 h 138429"/>
                <a:gd name="connsiteX1360" fmla="*/ 2480306 w 4940931"/>
                <a:gd name="connsiteY1360" fmla="*/ 108584 h 138429"/>
                <a:gd name="connsiteX1361" fmla="*/ 2465066 w 4940931"/>
                <a:gd name="connsiteY1361" fmla="*/ 108584 h 138429"/>
                <a:gd name="connsiteX1362" fmla="*/ 2464431 w 4940931"/>
                <a:gd name="connsiteY1362" fmla="*/ 108584 h 138429"/>
                <a:gd name="connsiteX1363" fmla="*/ 2464431 w 4940931"/>
                <a:gd name="connsiteY1363" fmla="*/ 64769 h 138429"/>
                <a:gd name="connsiteX1364" fmla="*/ 2460621 w 4940931"/>
                <a:gd name="connsiteY1364" fmla="*/ 48894 h 138429"/>
                <a:gd name="connsiteX1365" fmla="*/ 2448556 w 4940931"/>
                <a:gd name="connsiteY1365" fmla="*/ 43814 h 138429"/>
                <a:gd name="connsiteX1366" fmla="*/ 2442206 w 4940931"/>
                <a:gd name="connsiteY1366" fmla="*/ 45084 h 138429"/>
                <a:gd name="connsiteX1367" fmla="*/ 2437126 w 4940931"/>
                <a:gd name="connsiteY1367" fmla="*/ 48894 h 138429"/>
                <a:gd name="connsiteX1368" fmla="*/ 2433951 w 4940931"/>
                <a:gd name="connsiteY1368" fmla="*/ 55244 h 138429"/>
                <a:gd name="connsiteX1369" fmla="*/ 2432681 w 4940931"/>
                <a:gd name="connsiteY1369" fmla="*/ 63499 h 138429"/>
                <a:gd name="connsiteX1370" fmla="*/ 2432681 w 4940931"/>
                <a:gd name="connsiteY1370" fmla="*/ 109219 h 138429"/>
                <a:gd name="connsiteX1371" fmla="*/ 2417441 w 4940931"/>
                <a:gd name="connsiteY1371" fmla="*/ 109219 h 138429"/>
                <a:gd name="connsiteX1372" fmla="*/ 2417441 w 4940931"/>
                <a:gd name="connsiteY1372" fmla="*/ 8889 h 138429"/>
                <a:gd name="connsiteX1373" fmla="*/ 1734181 w 4940931"/>
                <a:gd name="connsiteY1373" fmla="*/ 634 h 138429"/>
                <a:gd name="connsiteX1374" fmla="*/ 1734181 w 4940931"/>
                <a:gd name="connsiteY1374" fmla="*/ 38099 h 138429"/>
                <a:gd name="connsiteX1375" fmla="*/ 1737991 w 4940931"/>
                <a:gd name="connsiteY1375" fmla="*/ 34289 h 138429"/>
                <a:gd name="connsiteX1376" fmla="*/ 1742436 w 4940931"/>
                <a:gd name="connsiteY1376" fmla="*/ 31114 h 138429"/>
                <a:gd name="connsiteX1377" fmla="*/ 1748151 w 4940931"/>
                <a:gd name="connsiteY1377" fmla="*/ 29209 h 138429"/>
                <a:gd name="connsiteX1378" fmla="*/ 1753866 w 4940931"/>
                <a:gd name="connsiteY1378" fmla="*/ 29209 h 138429"/>
                <a:gd name="connsiteX1379" fmla="*/ 1765931 w 4940931"/>
                <a:gd name="connsiteY1379" fmla="*/ 31749 h 138429"/>
                <a:gd name="connsiteX1380" fmla="*/ 1774821 w 4940931"/>
                <a:gd name="connsiteY1380" fmla="*/ 38099 h 138429"/>
                <a:gd name="connsiteX1381" fmla="*/ 1779901 w 4940931"/>
                <a:gd name="connsiteY1381" fmla="*/ 49529 h 138429"/>
                <a:gd name="connsiteX1382" fmla="*/ 1781806 w 4940931"/>
                <a:gd name="connsiteY1382" fmla="*/ 64134 h 138429"/>
                <a:gd name="connsiteX1383" fmla="*/ 1781806 w 4940931"/>
                <a:gd name="connsiteY1383" fmla="*/ 108584 h 138429"/>
                <a:gd name="connsiteX1384" fmla="*/ 1766566 w 4940931"/>
                <a:gd name="connsiteY1384" fmla="*/ 108584 h 138429"/>
                <a:gd name="connsiteX1385" fmla="*/ 1765931 w 4940931"/>
                <a:gd name="connsiteY1385" fmla="*/ 108584 h 138429"/>
                <a:gd name="connsiteX1386" fmla="*/ 1765931 w 4940931"/>
                <a:gd name="connsiteY1386" fmla="*/ 64769 h 138429"/>
                <a:gd name="connsiteX1387" fmla="*/ 1762121 w 4940931"/>
                <a:gd name="connsiteY1387" fmla="*/ 48894 h 138429"/>
                <a:gd name="connsiteX1388" fmla="*/ 1750056 w 4940931"/>
                <a:gd name="connsiteY1388" fmla="*/ 43814 h 138429"/>
                <a:gd name="connsiteX1389" fmla="*/ 1743706 w 4940931"/>
                <a:gd name="connsiteY1389" fmla="*/ 45084 h 138429"/>
                <a:gd name="connsiteX1390" fmla="*/ 1738626 w 4940931"/>
                <a:gd name="connsiteY1390" fmla="*/ 48894 h 138429"/>
                <a:gd name="connsiteX1391" fmla="*/ 1735451 w 4940931"/>
                <a:gd name="connsiteY1391" fmla="*/ 55244 h 138429"/>
                <a:gd name="connsiteX1392" fmla="*/ 1734181 w 4940931"/>
                <a:gd name="connsiteY1392" fmla="*/ 63499 h 138429"/>
                <a:gd name="connsiteX1393" fmla="*/ 1734181 w 4940931"/>
                <a:gd name="connsiteY1393" fmla="*/ 109219 h 138429"/>
                <a:gd name="connsiteX1394" fmla="*/ 1718941 w 4940931"/>
                <a:gd name="connsiteY1394" fmla="*/ 109219 h 138429"/>
                <a:gd name="connsiteX1395" fmla="*/ 1718941 w 4940931"/>
                <a:gd name="connsiteY1395" fmla="*/ 8889 h 138429"/>
                <a:gd name="connsiteX1396" fmla="*/ 803275 w 4940931"/>
                <a:gd name="connsiteY1396" fmla="*/ 634 h 138429"/>
                <a:gd name="connsiteX1397" fmla="*/ 803275 w 4940931"/>
                <a:gd name="connsiteY1397" fmla="*/ 38099 h 138429"/>
                <a:gd name="connsiteX1398" fmla="*/ 807085 w 4940931"/>
                <a:gd name="connsiteY1398" fmla="*/ 34289 h 138429"/>
                <a:gd name="connsiteX1399" fmla="*/ 811530 w 4940931"/>
                <a:gd name="connsiteY1399" fmla="*/ 31114 h 138429"/>
                <a:gd name="connsiteX1400" fmla="*/ 817245 w 4940931"/>
                <a:gd name="connsiteY1400" fmla="*/ 29209 h 138429"/>
                <a:gd name="connsiteX1401" fmla="*/ 822960 w 4940931"/>
                <a:gd name="connsiteY1401" fmla="*/ 29209 h 138429"/>
                <a:gd name="connsiteX1402" fmla="*/ 835025 w 4940931"/>
                <a:gd name="connsiteY1402" fmla="*/ 31749 h 138429"/>
                <a:gd name="connsiteX1403" fmla="*/ 843915 w 4940931"/>
                <a:gd name="connsiteY1403" fmla="*/ 38099 h 138429"/>
                <a:gd name="connsiteX1404" fmla="*/ 848995 w 4940931"/>
                <a:gd name="connsiteY1404" fmla="*/ 49529 h 138429"/>
                <a:gd name="connsiteX1405" fmla="*/ 850900 w 4940931"/>
                <a:gd name="connsiteY1405" fmla="*/ 64134 h 138429"/>
                <a:gd name="connsiteX1406" fmla="*/ 850900 w 4940931"/>
                <a:gd name="connsiteY1406" fmla="*/ 108584 h 138429"/>
                <a:gd name="connsiteX1407" fmla="*/ 835660 w 4940931"/>
                <a:gd name="connsiteY1407" fmla="*/ 108584 h 138429"/>
                <a:gd name="connsiteX1408" fmla="*/ 835025 w 4940931"/>
                <a:gd name="connsiteY1408" fmla="*/ 108584 h 138429"/>
                <a:gd name="connsiteX1409" fmla="*/ 835025 w 4940931"/>
                <a:gd name="connsiteY1409" fmla="*/ 64769 h 138429"/>
                <a:gd name="connsiteX1410" fmla="*/ 831215 w 4940931"/>
                <a:gd name="connsiteY1410" fmla="*/ 48894 h 138429"/>
                <a:gd name="connsiteX1411" fmla="*/ 819150 w 4940931"/>
                <a:gd name="connsiteY1411" fmla="*/ 43814 h 138429"/>
                <a:gd name="connsiteX1412" fmla="*/ 812800 w 4940931"/>
                <a:gd name="connsiteY1412" fmla="*/ 45084 h 138429"/>
                <a:gd name="connsiteX1413" fmla="*/ 807720 w 4940931"/>
                <a:gd name="connsiteY1413" fmla="*/ 48894 h 138429"/>
                <a:gd name="connsiteX1414" fmla="*/ 804545 w 4940931"/>
                <a:gd name="connsiteY1414" fmla="*/ 55244 h 138429"/>
                <a:gd name="connsiteX1415" fmla="*/ 803275 w 4940931"/>
                <a:gd name="connsiteY1415" fmla="*/ 63499 h 138429"/>
                <a:gd name="connsiteX1416" fmla="*/ 803275 w 4940931"/>
                <a:gd name="connsiteY1416" fmla="*/ 109219 h 138429"/>
                <a:gd name="connsiteX1417" fmla="*/ 788035 w 4940931"/>
                <a:gd name="connsiteY1417" fmla="*/ 109219 h 138429"/>
                <a:gd name="connsiteX1418" fmla="*/ 788035 w 4940931"/>
                <a:gd name="connsiteY1418" fmla="*/ 8889 h 138429"/>
                <a:gd name="connsiteX1419" fmla="*/ 104774 w 4940931"/>
                <a:gd name="connsiteY1419" fmla="*/ 634 h 138429"/>
                <a:gd name="connsiteX1420" fmla="*/ 104774 w 4940931"/>
                <a:gd name="connsiteY1420" fmla="*/ 38099 h 138429"/>
                <a:gd name="connsiteX1421" fmla="*/ 108584 w 4940931"/>
                <a:gd name="connsiteY1421" fmla="*/ 34289 h 138429"/>
                <a:gd name="connsiteX1422" fmla="*/ 113029 w 4940931"/>
                <a:gd name="connsiteY1422" fmla="*/ 31114 h 138429"/>
                <a:gd name="connsiteX1423" fmla="*/ 118744 w 4940931"/>
                <a:gd name="connsiteY1423" fmla="*/ 29209 h 138429"/>
                <a:gd name="connsiteX1424" fmla="*/ 124459 w 4940931"/>
                <a:gd name="connsiteY1424" fmla="*/ 29209 h 138429"/>
                <a:gd name="connsiteX1425" fmla="*/ 136524 w 4940931"/>
                <a:gd name="connsiteY1425" fmla="*/ 31749 h 138429"/>
                <a:gd name="connsiteX1426" fmla="*/ 145414 w 4940931"/>
                <a:gd name="connsiteY1426" fmla="*/ 38099 h 138429"/>
                <a:gd name="connsiteX1427" fmla="*/ 150494 w 4940931"/>
                <a:gd name="connsiteY1427" fmla="*/ 49529 h 138429"/>
                <a:gd name="connsiteX1428" fmla="*/ 152399 w 4940931"/>
                <a:gd name="connsiteY1428" fmla="*/ 64134 h 138429"/>
                <a:gd name="connsiteX1429" fmla="*/ 152399 w 4940931"/>
                <a:gd name="connsiteY1429" fmla="*/ 108584 h 138429"/>
                <a:gd name="connsiteX1430" fmla="*/ 137159 w 4940931"/>
                <a:gd name="connsiteY1430" fmla="*/ 108584 h 138429"/>
                <a:gd name="connsiteX1431" fmla="*/ 136524 w 4940931"/>
                <a:gd name="connsiteY1431" fmla="*/ 108584 h 138429"/>
                <a:gd name="connsiteX1432" fmla="*/ 136524 w 4940931"/>
                <a:gd name="connsiteY1432" fmla="*/ 64769 h 138429"/>
                <a:gd name="connsiteX1433" fmla="*/ 132714 w 4940931"/>
                <a:gd name="connsiteY1433" fmla="*/ 48894 h 138429"/>
                <a:gd name="connsiteX1434" fmla="*/ 120649 w 4940931"/>
                <a:gd name="connsiteY1434" fmla="*/ 43814 h 138429"/>
                <a:gd name="connsiteX1435" fmla="*/ 114299 w 4940931"/>
                <a:gd name="connsiteY1435" fmla="*/ 45084 h 138429"/>
                <a:gd name="connsiteX1436" fmla="*/ 109219 w 4940931"/>
                <a:gd name="connsiteY1436" fmla="*/ 48894 h 138429"/>
                <a:gd name="connsiteX1437" fmla="*/ 106044 w 4940931"/>
                <a:gd name="connsiteY1437" fmla="*/ 55244 h 138429"/>
                <a:gd name="connsiteX1438" fmla="*/ 104774 w 4940931"/>
                <a:gd name="connsiteY1438" fmla="*/ 63499 h 138429"/>
                <a:gd name="connsiteX1439" fmla="*/ 104774 w 4940931"/>
                <a:gd name="connsiteY1439" fmla="*/ 109219 h 138429"/>
                <a:gd name="connsiteX1440" fmla="*/ 89534 w 4940931"/>
                <a:gd name="connsiteY1440" fmla="*/ 109219 h 138429"/>
                <a:gd name="connsiteX1441" fmla="*/ 89534 w 4940931"/>
                <a:gd name="connsiteY1441" fmla="*/ 8889 h 138429"/>
                <a:gd name="connsiteX1442" fmla="*/ 3894450 w 4940931"/>
                <a:gd name="connsiteY1442" fmla="*/ 0 h 138429"/>
                <a:gd name="connsiteX1443" fmla="*/ 3894450 w 4940931"/>
                <a:gd name="connsiteY1443" fmla="*/ 30480 h 138429"/>
                <a:gd name="connsiteX1444" fmla="*/ 3913500 w 4940931"/>
                <a:gd name="connsiteY1444" fmla="*/ 30480 h 138429"/>
                <a:gd name="connsiteX1445" fmla="*/ 3913500 w 4940931"/>
                <a:gd name="connsiteY1445" fmla="*/ 44450 h 138429"/>
                <a:gd name="connsiteX1446" fmla="*/ 3894450 w 4940931"/>
                <a:gd name="connsiteY1446" fmla="*/ 44450 h 138429"/>
                <a:gd name="connsiteX1447" fmla="*/ 3894450 w 4940931"/>
                <a:gd name="connsiteY1447" fmla="*/ 86995 h 138429"/>
                <a:gd name="connsiteX1448" fmla="*/ 3894450 w 4940931"/>
                <a:gd name="connsiteY1448" fmla="*/ 91440 h 138429"/>
                <a:gd name="connsiteX1449" fmla="*/ 3895720 w 4940931"/>
                <a:gd name="connsiteY1449" fmla="*/ 94615 h 138429"/>
                <a:gd name="connsiteX1450" fmla="*/ 3898260 w 4940931"/>
                <a:gd name="connsiteY1450" fmla="*/ 95885 h 138429"/>
                <a:gd name="connsiteX1451" fmla="*/ 3902070 w 4940931"/>
                <a:gd name="connsiteY1451" fmla="*/ 95885 h 138429"/>
                <a:gd name="connsiteX1452" fmla="*/ 3908420 w 4940931"/>
                <a:gd name="connsiteY1452" fmla="*/ 95250 h 138429"/>
                <a:gd name="connsiteX1453" fmla="*/ 3913500 w 4940931"/>
                <a:gd name="connsiteY1453" fmla="*/ 93345 h 138429"/>
                <a:gd name="connsiteX1454" fmla="*/ 3911595 w 4940931"/>
                <a:gd name="connsiteY1454" fmla="*/ 106680 h 138429"/>
                <a:gd name="connsiteX1455" fmla="*/ 3905245 w 4940931"/>
                <a:gd name="connsiteY1455" fmla="*/ 109220 h 138429"/>
                <a:gd name="connsiteX1456" fmla="*/ 3896990 w 4940931"/>
                <a:gd name="connsiteY1456" fmla="*/ 110490 h 138429"/>
                <a:gd name="connsiteX1457" fmla="*/ 3890005 w 4940931"/>
                <a:gd name="connsiteY1457" fmla="*/ 109220 h 138429"/>
                <a:gd name="connsiteX1458" fmla="*/ 3884290 w 4940931"/>
                <a:gd name="connsiteY1458" fmla="*/ 105410 h 138429"/>
                <a:gd name="connsiteX1459" fmla="*/ 3880480 w 4940931"/>
                <a:gd name="connsiteY1459" fmla="*/ 99060 h 138429"/>
                <a:gd name="connsiteX1460" fmla="*/ 3879210 w 4940931"/>
                <a:gd name="connsiteY1460" fmla="*/ 89535 h 138429"/>
                <a:gd name="connsiteX1461" fmla="*/ 3879210 w 4940931"/>
                <a:gd name="connsiteY1461" fmla="*/ 44450 h 138429"/>
                <a:gd name="connsiteX1462" fmla="*/ 3868415 w 4940931"/>
                <a:gd name="connsiteY1462" fmla="*/ 44450 h 138429"/>
                <a:gd name="connsiteX1463" fmla="*/ 3868415 w 4940931"/>
                <a:gd name="connsiteY1463" fmla="*/ 30480 h 138429"/>
                <a:gd name="connsiteX1464" fmla="*/ 3879210 w 4940931"/>
                <a:gd name="connsiteY1464" fmla="*/ 30480 h 138429"/>
                <a:gd name="connsiteX1465" fmla="*/ 3879210 w 4940931"/>
                <a:gd name="connsiteY1465" fmla="*/ 8255 h 138429"/>
                <a:gd name="connsiteX1466" fmla="*/ 3664581 w 4940931"/>
                <a:gd name="connsiteY1466" fmla="*/ 0 h 138429"/>
                <a:gd name="connsiteX1467" fmla="*/ 3664581 w 4940931"/>
                <a:gd name="connsiteY1467" fmla="*/ 30480 h 138429"/>
                <a:gd name="connsiteX1468" fmla="*/ 3683631 w 4940931"/>
                <a:gd name="connsiteY1468" fmla="*/ 30480 h 138429"/>
                <a:gd name="connsiteX1469" fmla="*/ 3683631 w 4940931"/>
                <a:gd name="connsiteY1469" fmla="*/ 44450 h 138429"/>
                <a:gd name="connsiteX1470" fmla="*/ 3664581 w 4940931"/>
                <a:gd name="connsiteY1470" fmla="*/ 44450 h 138429"/>
                <a:gd name="connsiteX1471" fmla="*/ 3664581 w 4940931"/>
                <a:gd name="connsiteY1471" fmla="*/ 86995 h 138429"/>
                <a:gd name="connsiteX1472" fmla="*/ 3664581 w 4940931"/>
                <a:gd name="connsiteY1472" fmla="*/ 91440 h 138429"/>
                <a:gd name="connsiteX1473" fmla="*/ 3665851 w 4940931"/>
                <a:gd name="connsiteY1473" fmla="*/ 94615 h 138429"/>
                <a:gd name="connsiteX1474" fmla="*/ 3668391 w 4940931"/>
                <a:gd name="connsiteY1474" fmla="*/ 95885 h 138429"/>
                <a:gd name="connsiteX1475" fmla="*/ 3672201 w 4940931"/>
                <a:gd name="connsiteY1475" fmla="*/ 95885 h 138429"/>
                <a:gd name="connsiteX1476" fmla="*/ 3678551 w 4940931"/>
                <a:gd name="connsiteY1476" fmla="*/ 95250 h 138429"/>
                <a:gd name="connsiteX1477" fmla="*/ 3683631 w 4940931"/>
                <a:gd name="connsiteY1477" fmla="*/ 93345 h 138429"/>
                <a:gd name="connsiteX1478" fmla="*/ 3681726 w 4940931"/>
                <a:gd name="connsiteY1478" fmla="*/ 106680 h 138429"/>
                <a:gd name="connsiteX1479" fmla="*/ 3675376 w 4940931"/>
                <a:gd name="connsiteY1479" fmla="*/ 109220 h 138429"/>
                <a:gd name="connsiteX1480" fmla="*/ 3667121 w 4940931"/>
                <a:gd name="connsiteY1480" fmla="*/ 110490 h 138429"/>
                <a:gd name="connsiteX1481" fmla="*/ 3660136 w 4940931"/>
                <a:gd name="connsiteY1481" fmla="*/ 109220 h 138429"/>
                <a:gd name="connsiteX1482" fmla="*/ 3654421 w 4940931"/>
                <a:gd name="connsiteY1482" fmla="*/ 105410 h 138429"/>
                <a:gd name="connsiteX1483" fmla="*/ 3650611 w 4940931"/>
                <a:gd name="connsiteY1483" fmla="*/ 99060 h 138429"/>
                <a:gd name="connsiteX1484" fmla="*/ 3649341 w 4940931"/>
                <a:gd name="connsiteY1484" fmla="*/ 89535 h 138429"/>
                <a:gd name="connsiteX1485" fmla="*/ 3649341 w 4940931"/>
                <a:gd name="connsiteY1485" fmla="*/ 44450 h 138429"/>
                <a:gd name="connsiteX1486" fmla="*/ 3638546 w 4940931"/>
                <a:gd name="connsiteY1486" fmla="*/ 44450 h 138429"/>
                <a:gd name="connsiteX1487" fmla="*/ 3638546 w 4940931"/>
                <a:gd name="connsiteY1487" fmla="*/ 30480 h 138429"/>
                <a:gd name="connsiteX1488" fmla="*/ 3649341 w 4940931"/>
                <a:gd name="connsiteY1488" fmla="*/ 30480 h 138429"/>
                <a:gd name="connsiteX1489" fmla="*/ 3649341 w 4940931"/>
                <a:gd name="connsiteY1489" fmla="*/ 8255 h 138429"/>
                <a:gd name="connsiteX1490" fmla="*/ 3610605 w 4940931"/>
                <a:gd name="connsiteY1490" fmla="*/ 0 h 138429"/>
                <a:gd name="connsiteX1491" fmla="*/ 3610605 w 4940931"/>
                <a:gd name="connsiteY1491" fmla="*/ 30480 h 138429"/>
                <a:gd name="connsiteX1492" fmla="*/ 3629655 w 4940931"/>
                <a:gd name="connsiteY1492" fmla="*/ 30480 h 138429"/>
                <a:gd name="connsiteX1493" fmla="*/ 3629655 w 4940931"/>
                <a:gd name="connsiteY1493" fmla="*/ 44450 h 138429"/>
                <a:gd name="connsiteX1494" fmla="*/ 3610605 w 4940931"/>
                <a:gd name="connsiteY1494" fmla="*/ 44450 h 138429"/>
                <a:gd name="connsiteX1495" fmla="*/ 3610605 w 4940931"/>
                <a:gd name="connsiteY1495" fmla="*/ 86995 h 138429"/>
                <a:gd name="connsiteX1496" fmla="*/ 3610605 w 4940931"/>
                <a:gd name="connsiteY1496" fmla="*/ 91440 h 138429"/>
                <a:gd name="connsiteX1497" fmla="*/ 3611875 w 4940931"/>
                <a:gd name="connsiteY1497" fmla="*/ 94615 h 138429"/>
                <a:gd name="connsiteX1498" fmla="*/ 3614415 w 4940931"/>
                <a:gd name="connsiteY1498" fmla="*/ 95885 h 138429"/>
                <a:gd name="connsiteX1499" fmla="*/ 3618225 w 4940931"/>
                <a:gd name="connsiteY1499" fmla="*/ 95885 h 138429"/>
                <a:gd name="connsiteX1500" fmla="*/ 3624575 w 4940931"/>
                <a:gd name="connsiteY1500" fmla="*/ 95250 h 138429"/>
                <a:gd name="connsiteX1501" fmla="*/ 3629655 w 4940931"/>
                <a:gd name="connsiteY1501" fmla="*/ 93345 h 138429"/>
                <a:gd name="connsiteX1502" fmla="*/ 3627750 w 4940931"/>
                <a:gd name="connsiteY1502" fmla="*/ 106680 h 138429"/>
                <a:gd name="connsiteX1503" fmla="*/ 3621400 w 4940931"/>
                <a:gd name="connsiteY1503" fmla="*/ 109220 h 138429"/>
                <a:gd name="connsiteX1504" fmla="*/ 3613145 w 4940931"/>
                <a:gd name="connsiteY1504" fmla="*/ 110490 h 138429"/>
                <a:gd name="connsiteX1505" fmla="*/ 3606160 w 4940931"/>
                <a:gd name="connsiteY1505" fmla="*/ 109220 h 138429"/>
                <a:gd name="connsiteX1506" fmla="*/ 3600445 w 4940931"/>
                <a:gd name="connsiteY1506" fmla="*/ 105410 h 138429"/>
                <a:gd name="connsiteX1507" fmla="*/ 3596635 w 4940931"/>
                <a:gd name="connsiteY1507" fmla="*/ 99060 h 138429"/>
                <a:gd name="connsiteX1508" fmla="*/ 3595365 w 4940931"/>
                <a:gd name="connsiteY1508" fmla="*/ 89535 h 138429"/>
                <a:gd name="connsiteX1509" fmla="*/ 3595365 w 4940931"/>
                <a:gd name="connsiteY1509" fmla="*/ 44450 h 138429"/>
                <a:gd name="connsiteX1510" fmla="*/ 3584570 w 4940931"/>
                <a:gd name="connsiteY1510" fmla="*/ 44450 h 138429"/>
                <a:gd name="connsiteX1511" fmla="*/ 3584570 w 4940931"/>
                <a:gd name="connsiteY1511" fmla="*/ 30480 h 138429"/>
                <a:gd name="connsiteX1512" fmla="*/ 3595365 w 4940931"/>
                <a:gd name="connsiteY1512" fmla="*/ 30480 h 138429"/>
                <a:gd name="connsiteX1513" fmla="*/ 3595365 w 4940931"/>
                <a:gd name="connsiteY1513" fmla="*/ 8255 h 138429"/>
                <a:gd name="connsiteX1514" fmla="*/ 3445505 w 4940931"/>
                <a:gd name="connsiteY1514" fmla="*/ 0 h 138429"/>
                <a:gd name="connsiteX1515" fmla="*/ 3445505 w 4940931"/>
                <a:gd name="connsiteY1515" fmla="*/ 37465 h 138429"/>
                <a:gd name="connsiteX1516" fmla="*/ 3449950 w 4940931"/>
                <a:gd name="connsiteY1516" fmla="*/ 33655 h 138429"/>
                <a:gd name="connsiteX1517" fmla="*/ 3453760 w 4940931"/>
                <a:gd name="connsiteY1517" fmla="*/ 31115 h 138429"/>
                <a:gd name="connsiteX1518" fmla="*/ 3458840 w 4940931"/>
                <a:gd name="connsiteY1518" fmla="*/ 29210 h 138429"/>
                <a:gd name="connsiteX1519" fmla="*/ 3465825 w 4940931"/>
                <a:gd name="connsiteY1519" fmla="*/ 28575 h 138429"/>
                <a:gd name="connsiteX1520" fmla="*/ 3477890 w 4940931"/>
                <a:gd name="connsiteY1520" fmla="*/ 31115 h 138429"/>
                <a:gd name="connsiteX1521" fmla="*/ 3487415 w 4940931"/>
                <a:gd name="connsiteY1521" fmla="*/ 38735 h 138429"/>
                <a:gd name="connsiteX1522" fmla="*/ 3493765 w 4940931"/>
                <a:gd name="connsiteY1522" fmla="*/ 51435 h 138429"/>
                <a:gd name="connsiteX1523" fmla="*/ 3496305 w 4940931"/>
                <a:gd name="connsiteY1523" fmla="*/ 70485 h 138429"/>
                <a:gd name="connsiteX1524" fmla="*/ 3495670 w 4940931"/>
                <a:gd name="connsiteY1524" fmla="*/ 71120 h 138429"/>
                <a:gd name="connsiteX1525" fmla="*/ 3493130 w 4940931"/>
                <a:gd name="connsiteY1525" fmla="*/ 88265 h 138429"/>
                <a:gd name="connsiteX1526" fmla="*/ 3486145 w 4940931"/>
                <a:gd name="connsiteY1526" fmla="*/ 100330 h 138429"/>
                <a:gd name="connsiteX1527" fmla="*/ 3476620 w 4940931"/>
                <a:gd name="connsiteY1527" fmla="*/ 107315 h 138429"/>
                <a:gd name="connsiteX1528" fmla="*/ 3465190 w 4940931"/>
                <a:gd name="connsiteY1528" fmla="*/ 109855 h 138429"/>
                <a:gd name="connsiteX1529" fmla="*/ 3454395 w 4940931"/>
                <a:gd name="connsiteY1529" fmla="*/ 107315 h 138429"/>
                <a:gd name="connsiteX1530" fmla="*/ 3445505 w 4940931"/>
                <a:gd name="connsiteY1530" fmla="*/ 100965 h 138429"/>
                <a:gd name="connsiteX1531" fmla="*/ 3445505 w 4940931"/>
                <a:gd name="connsiteY1531" fmla="*/ 107950 h 138429"/>
                <a:gd name="connsiteX1532" fmla="*/ 3430265 w 4940931"/>
                <a:gd name="connsiteY1532" fmla="*/ 107950 h 138429"/>
                <a:gd name="connsiteX1533" fmla="*/ 3430265 w 4940931"/>
                <a:gd name="connsiteY1533" fmla="*/ 7620 h 138429"/>
                <a:gd name="connsiteX1534" fmla="*/ 2380611 w 4940931"/>
                <a:gd name="connsiteY1534" fmla="*/ 0 h 138429"/>
                <a:gd name="connsiteX1535" fmla="*/ 2380611 w 4940931"/>
                <a:gd name="connsiteY1535" fmla="*/ 30480 h 138429"/>
                <a:gd name="connsiteX1536" fmla="*/ 2399661 w 4940931"/>
                <a:gd name="connsiteY1536" fmla="*/ 30480 h 138429"/>
                <a:gd name="connsiteX1537" fmla="*/ 2399661 w 4940931"/>
                <a:gd name="connsiteY1537" fmla="*/ 44450 h 138429"/>
                <a:gd name="connsiteX1538" fmla="*/ 2380611 w 4940931"/>
                <a:gd name="connsiteY1538" fmla="*/ 44450 h 138429"/>
                <a:gd name="connsiteX1539" fmla="*/ 2380611 w 4940931"/>
                <a:gd name="connsiteY1539" fmla="*/ 86995 h 138429"/>
                <a:gd name="connsiteX1540" fmla="*/ 2380611 w 4940931"/>
                <a:gd name="connsiteY1540" fmla="*/ 91440 h 138429"/>
                <a:gd name="connsiteX1541" fmla="*/ 2381881 w 4940931"/>
                <a:gd name="connsiteY1541" fmla="*/ 94615 h 138429"/>
                <a:gd name="connsiteX1542" fmla="*/ 2384421 w 4940931"/>
                <a:gd name="connsiteY1542" fmla="*/ 95885 h 138429"/>
                <a:gd name="connsiteX1543" fmla="*/ 2388231 w 4940931"/>
                <a:gd name="connsiteY1543" fmla="*/ 95885 h 138429"/>
                <a:gd name="connsiteX1544" fmla="*/ 2394581 w 4940931"/>
                <a:gd name="connsiteY1544" fmla="*/ 95250 h 138429"/>
                <a:gd name="connsiteX1545" fmla="*/ 2399661 w 4940931"/>
                <a:gd name="connsiteY1545" fmla="*/ 93345 h 138429"/>
                <a:gd name="connsiteX1546" fmla="*/ 2397756 w 4940931"/>
                <a:gd name="connsiteY1546" fmla="*/ 106680 h 138429"/>
                <a:gd name="connsiteX1547" fmla="*/ 2391406 w 4940931"/>
                <a:gd name="connsiteY1547" fmla="*/ 109220 h 138429"/>
                <a:gd name="connsiteX1548" fmla="*/ 2383151 w 4940931"/>
                <a:gd name="connsiteY1548" fmla="*/ 110490 h 138429"/>
                <a:gd name="connsiteX1549" fmla="*/ 2376166 w 4940931"/>
                <a:gd name="connsiteY1549" fmla="*/ 109220 h 138429"/>
                <a:gd name="connsiteX1550" fmla="*/ 2370451 w 4940931"/>
                <a:gd name="connsiteY1550" fmla="*/ 105410 h 138429"/>
                <a:gd name="connsiteX1551" fmla="*/ 2366641 w 4940931"/>
                <a:gd name="connsiteY1551" fmla="*/ 99060 h 138429"/>
                <a:gd name="connsiteX1552" fmla="*/ 2365371 w 4940931"/>
                <a:gd name="connsiteY1552" fmla="*/ 89535 h 138429"/>
                <a:gd name="connsiteX1553" fmla="*/ 2365371 w 4940931"/>
                <a:gd name="connsiteY1553" fmla="*/ 44450 h 138429"/>
                <a:gd name="connsiteX1554" fmla="*/ 2354576 w 4940931"/>
                <a:gd name="connsiteY1554" fmla="*/ 44450 h 138429"/>
                <a:gd name="connsiteX1555" fmla="*/ 2354576 w 4940931"/>
                <a:gd name="connsiteY1555" fmla="*/ 30480 h 138429"/>
                <a:gd name="connsiteX1556" fmla="*/ 2365371 w 4940931"/>
                <a:gd name="connsiteY1556" fmla="*/ 30480 h 138429"/>
                <a:gd name="connsiteX1557" fmla="*/ 2365371 w 4940931"/>
                <a:gd name="connsiteY1557" fmla="*/ 8255 h 138429"/>
                <a:gd name="connsiteX1558" fmla="*/ 2150741 w 4940931"/>
                <a:gd name="connsiteY1558" fmla="*/ 0 h 138429"/>
                <a:gd name="connsiteX1559" fmla="*/ 2150741 w 4940931"/>
                <a:gd name="connsiteY1559" fmla="*/ 30480 h 138429"/>
                <a:gd name="connsiteX1560" fmla="*/ 2169791 w 4940931"/>
                <a:gd name="connsiteY1560" fmla="*/ 30480 h 138429"/>
                <a:gd name="connsiteX1561" fmla="*/ 2169791 w 4940931"/>
                <a:gd name="connsiteY1561" fmla="*/ 44450 h 138429"/>
                <a:gd name="connsiteX1562" fmla="*/ 2150741 w 4940931"/>
                <a:gd name="connsiteY1562" fmla="*/ 44450 h 138429"/>
                <a:gd name="connsiteX1563" fmla="*/ 2150741 w 4940931"/>
                <a:gd name="connsiteY1563" fmla="*/ 86995 h 138429"/>
                <a:gd name="connsiteX1564" fmla="*/ 2150741 w 4940931"/>
                <a:gd name="connsiteY1564" fmla="*/ 91440 h 138429"/>
                <a:gd name="connsiteX1565" fmla="*/ 2152011 w 4940931"/>
                <a:gd name="connsiteY1565" fmla="*/ 94615 h 138429"/>
                <a:gd name="connsiteX1566" fmla="*/ 2154551 w 4940931"/>
                <a:gd name="connsiteY1566" fmla="*/ 95885 h 138429"/>
                <a:gd name="connsiteX1567" fmla="*/ 2158361 w 4940931"/>
                <a:gd name="connsiteY1567" fmla="*/ 95885 h 138429"/>
                <a:gd name="connsiteX1568" fmla="*/ 2164711 w 4940931"/>
                <a:gd name="connsiteY1568" fmla="*/ 95250 h 138429"/>
                <a:gd name="connsiteX1569" fmla="*/ 2169791 w 4940931"/>
                <a:gd name="connsiteY1569" fmla="*/ 93345 h 138429"/>
                <a:gd name="connsiteX1570" fmla="*/ 2167886 w 4940931"/>
                <a:gd name="connsiteY1570" fmla="*/ 106680 h 138429"/>
                <a:gd name="connsiteX1571" fmla="*/ 2161536 w 4940931"/>
                <a:gd name="connsiteY1571" fmla="*/ 109220 h 138429"/>
                <a:gd name="connsiteX1572" fmla="*/ 2153281 w 4940931"/>
                <a:gd name="connsiteY1572" fmla="*/ 110490 h 138429"/>
                <a:gd name="connsiteX1573" fmla="*/ 2146296 w 4940931"/>
                <a:gd name="connsiteY1573" fmla="*/ 109220 h 138429"/>
                <a:gd name="connsiteX1574" fmla="*/ 2140581 w 4940931"/>
                <a:gd name="connsiteY1574" fmla="*/ 105410 h 138429"/>
                <a:gd name="connsiteX1575" fmla="*/ 2136771 w 4940931"/>
                <a:gd name="connsiteY1575" fmla="*/ 99060 h 138429"/>
                <a:gd name="connsiteX1576" fmla="*/ 2135501 w 4940931"/>
                <a:gd name="connsiteY1576" fmla="*/ 89535 h 138429"/>
                <a:gd name="connsiteX1577" fmla="*/ 2135501 w 4940931"/>
                <a:gd name="connsiteY1577" fmla="*/ 44450 h 138429"/>
                <a:gd name="connsiteX1578" fmla="*/ 2124706 w 4940931"/>
                <a:gd name="connsiteY1578" fmla="*/ 44450 h 138429"/>
                <a:gd name="connsiteX1579" fmla="*/ 2124706 w 4940931"/>
                <a:gd name="connsiteY1579" fmla="*/ 30480 h 138429"/>
                <a:gd name="connsiteX1580" fmla="*/ 2135501 w 4940931"/>
                <a:gd name="connsiteY1580" fmla="*/ 30480 h 138429"/>
                <a:gd name="connsiteX1581" fmla="*/ 2135501 w 4940931"/>
                <a:gd name="connsiteY1581" fmla="*/ 8255 h 138429"/>
                <a:gd name="connsiteX1582" fmla="*/ 2096131 w 4940931"/>
                <a:gd name="connsiteY1582" fmla="*/ 0 h 138429"/>
                <a:gd name="connsiteX1583" fmla="*/ 2096131 w 4940931"/>
                <a:gd name="connsiteY1583" fmla="*/ 30480 h 138429"/>
                <a:gd name="connsiteX1584" fmla="*/ 2115181 w 4940931"/>
                <a:gd name="connsiteY1584" fmla="*/ 30480 h 138429"/>
                <a:gd name="connsiteX1585" fmla="*/ 2115181 w 4940931"/>
                <a:gd name="connsiteY1585" fmla="*/ 44450 h 138429"/>
                <a:gd name="connsiteX1586" fmla="*/ 2096131 w 4940931"/>
                <a:gd name="connsiteY1586" fmla="*/ 44450 h 138429"/>
                <a:gd name="connsiteX1587" fmla="*/ 2096131 w 4940931"/>
                <a:gd name="connsiteY1587" fmla="*/ 86995 h 138429"/>
                <a:gd name="connsiteX1588" fmla="*/ 2096131 w 4940931"/>
                <a:gd name="connsiteY1588" fmla="*/ 91440 h 138429"/>
                <a:gd name="connsiteX1589" fmla="*/ 2097401 w 4940931"/>
                <a:gd name="connsiteY1589" fmla="*/ 94615 h 138429"/>
                <a:gd name="connsiteX1590" fmla="*/ 2099941 w 4940931"/>
                <a:gd name="connsiteY1590" fmla="*/ 95885 h 138429"/>
                <a:gd name="connsiteX1591" fmla="*/ 2103751 w 4940931"/>
                <a:gd name="connsiteY1591" fmla="*/ 95885 h 138429"/>
                <a:gd name="connsiteX1592" fmla="*/ 2110101 w 4940931"/>
                <a:gd name="connsiteY1592" fmla="*/ 95250 h 138429"/>
                <a:gd name="connsiteX1593" fmla="*/ 2115181 w 4940931"/>
                <a:gd name="connsiteY1593" fmla="*/ 93345 h 138429"/>
                <a:gd name="connsiteX1594" fmla="*/ 2113276 w 4940931"/>
                <a:gd name="connsiteY1594" fmla="*/ 106680 h 138429"/>
                <a:gd name="connsiteX1595" fmla="*/ 2106926 w 4940931"/>
                <a:gd name="connsiteY1595" fmla="*/ 109220 h 138429"/>
                <a:gd name="connsiteX1596" fmla="*/ 2098671 w 4940931"/>
                <a:gd name="connsiteY1596" fmla="*/ 110490 h 138429"/>
                <a:gd name="connsiteX1597" fmla="*/ 2091686 w 4940931"/>
                <a:gd name="connsiteY1597" fmla="*/ 109220 h 138429"/>
                <a:gd name="connsiteX1598" fmla="*/ 2085971 w 4940931"/>
                <a:gd name="connsiteY1598" fmla="*/ 105410 h 138429"/>
                <a:gd name="connsiteX1599" fmla="*/ 2082161 w 4940931"/>
                <a:gd name="connsiteY1599" fmla="*/ 99060 h 138429"/>
                <a:gd name="connsiteX1600" fmla="*/ 2080891 w 4940931"/>
                <a:gd name="connsiteY1600" fmla="*/ 89535 h 138429"/>
                <a:gd name="connsiteX1601" fmla="*/ 2080891 w 4940931"/>
                <a:gd name="connsiteY1601" fmla="*/ 44450 h 138429"/>
                <a:gd name="connsiteX1602" fmla="*/ 2070096 w 4940931"/>
                <a:gd name="connsiteY1602" fmla="*/ 44450 h 138429"/>
                <a:gd name="connsiteX1603" fmla="*/ 2070096 w 4940931"/>
                <a:gd name="connsiteY1603" fmla="*/ 30480 h 138429"/>
                <a:gd name="connsiteX1604" fmla="*/ 2080891 w 4940931"/>
                <a:gd name="connsiteY1604" fmla="*/ 30480 h 138429"/>
                <a:gd name="connsiteX1605" fmla="*/ 2080891 w 4940931"/>
                <a:gd name="connsiteY1605" fmla="*/ 8255 h 138429"/>
                <a:gd name="connsiteX1606" fmla="*/ 1931665 w 4940931"/>
                <a:gd name="connsiteY1606" fmla="*/ 0 h 138429"/>
                <a:gd name="connsiteX1607" fmla="*/ 1931665 w 4940931"/>
                <a:gd name="connsiteY1607" fmla="*/ 37465 h 138429"/>
                <a:gd name="connsiteX1608" fmla="*/ 1936110 w 4940931"/>
                <a:gd name="connsiteY1608" fmla="*/ 33655 h 138429"/>
                <a:gd name="connsiteX1609" fmla="*/ 1939920 w 4940931"/>
                <a:gd name="connsiteY1609" fmla="*/ 31115 h 138429"/>
                <a:gd name="connsiteX1610" fmla="*/ 1945000 w 4940931"/>
                <a:gd name="connsiteY1610" fmla="*/ 29210 h 138429"/>
                <a:gd name="connsiteX1611" fmla="*/ 1951985 w 4940931"/>
                <a:gd name="connsiteY1611" fmla="*/ 28575 h 138429"/>
                <a:gd name="connsiteX1612" fmla="*/ 1964050 w 4940931"/>
                <a:gd name="connsiteY1612" fmla="*/ 31115 h 138429"/>
                <a:gd name="connsiteX1613" fmla="*/ 1973575 w 4940931"/>
                <a:gd name="connsiteY1613" fmla="*/ 38735 h 138429"/>
                <a:gd name="connsiteX1614" fmla="*/ 1979925 w 4940931"/>
                <a:gd name="connsiteY1614" fmla="*/ 51435 h 138429"/>
                <a:gd name="connsiteX1615" fmla="*/ 1982465 w 4940931"/>
                <a:gd name="connsiteY1615" fmla="*/ 70485 h 138429"/>
                <a:gd name="connsiteX1616" fmla="*/ 1981830 w 4940931"/>
                <a:gd name="connsiteY1616" fmla="*/ 71120 h 138429"/>
                <a:gd name="connsiteX1617" fmla="*/ 1979290 w 4940931"/>
                <a:gd name="connsiteY1617" fmla="*/ 88265 h 138429"/>
                <a:gd name="connsiteX1618" fmla="*/ 1972305 w 4940931"/>
                <a:gd name="connsiteY1618" fmla="*/ 100330 h 138429"/>
                <a:gd name="connsiteX1619" fmla="*/ 1962780 w 4940931"/>
                <a:gd name="connsiteY1619" fmla="*/ 107315 h 138429"/>
                <a:gd name="connsiteX1620" fmla="*/ 1951350 w 4940931"/>
                <a:gd name="connsiteY1620" fmla="*/ 109855 h 138429"/>
                <a:gd name="connsiteX1621" fmla="*/ 1940555 w 4940931"/>
                <a:gd name="connsiteY1621" fmla="*/ 107315 h 138429"/>
                <a:gd name="connsiteX1622" fmla="*/ 1931665 w 4940931"/>
                <a:gd name="connsiteY1622" fmla="*/ 100965 h 138429"/>
                <a:gd name="connsiteX1623" fmla="*/ 1931665 w 4940931"/>
                <a:gd name="connsiteY1623" fmla="*/ 107950 h 138429"/>
                <a:gd name="connsiteX1624" fmla="*/ 1916425 w 4940931"/>
                <a:gd name="connsiteY1624" fmla="*/ 107950 h 138429"/>
                <a:gd name="connsiteX1625" fmla="*/ 1916425 w 4940931"/>
                <a:gd name="connsiteY1625" fmla="*/ 7620 h 138429"/>
                <a:gd name="connsiteX1626" fmla="*/ 1316991 w 4940931"/>
                <a:gd name="connsiteY1626" fmla="*/ 0 h 138429"/>
                <a:gd name="connsiteX1627" fmla="*/ 1316991 w 4940931"/>
                <a:gd name="connsiteY1627" fmla="*/ 30480 h 138429"/>
                <a:gd name="connsiteX1628" fmla="*/ 1336041 w 4940931"/>
                <a:gd name="connsiteY1628" fmla="*/ 30480 h 138429"/>
                <a:gd name="connsiteX1629" fmla="*/ 1336041 w 4940931"/>
                <a:gd name="connsiteY1629" fmla="*/ 44450 h 138429"/>
                <a:gd name="connsiteX1630" fmla="*/ 1316991 w 4940931"/>
                <a:gd name="connsiteY1630" fmla="*/ 44450 h 138429"/>
                <a:gd name="connsiteX1631" fmla="*/ 1316991 w 4940931"/>
                <a:gd name="connsiteY1631" fmla="*/ 86995 h 138429"/>
                <a:gd name="connsiteX1632" fmla="*/ 1316991 w 4940931"/>
                <a:gd name="connsiteY1632" fmla="*/ 91440 h 138429"/>
                <a:gd name="connsiteX1633" fmla="*/ 1318261 w 4940931"/>
                <a:gd name="connsiteY1633" fmla="*/ 94615 h 138429"/>
                <a:gd name="connsiteX1634" fmla="*/ 1320801 w 4940931"/>
                <a:gd name="connsiteY1634" fmla="*/ 95885 h 138429"/>
                <a:gd name="connsiteX1635" fmla="*/ 1324611 w 4940931"/>
                <a:gd name="connsiteY1635" fmla="*/ 95885 h 138429"/>
                <a:gd name="connsiteX1636" fmla="*/ 1330961 w 4940931"/>
                <a:gd name="connsiteY1636" fmla="*/ 95250 h 138429"/>
                <a:gd name="connsiteX1637" fmla="*/ 1336041 w 4940931"/>
                <a:gd name="connsiteY1637" fmla="*/ 93345 h 138429"/>
                <a:gd name="connsiteX1638" fmla="*/ 1334136 w 4940931"/>
                <a:gd name="connsiteY1638" fmla="*/ 106680 h 138429"/>
                <a:gd name="connsiteX1639" fmla="*/ 1327786 w 4940931"/>
                <a:gd name="connsiteY1639" fmla="*/ 109220 h 138429"/>
                <a:gd name="connsiteX1640" fmla="*/ 1319531 w 4940931"/>
                <a:gd name="connsiteY1640" fmla="*/ 110490 h 138429"/>
                <a:gd name="connsiteX1641" fmla="*/ 1312546 w 4940931"/>
                <a:gd name="connsiteY1641" fmla="*/ 109220 h 138429"/>
                <a:gd name="connsiteX1642" fmla="*/ 1306831 w 4940931"/>
                <a:gd name="connsiteY1642" fmla="*/ 105410 h 138429"/>
                <a:gd name="connsiteX1643" fmla="*/ 1303021 w 4940931"/>
                <a:gd name="connsiteY1643" fmla="*/ 99060 h 138429"/>
                <a:gd name="connsiteX1644" fmla="*/ 1301751 w 4940931"/>
                <a:gd name="connsiteY1644" fmla="*/ 89535 h 138429"/>
                <a:gd name="connsiteX1645" fmla="*/ 1301751 w 4940931"/>
                <a:gd name="connsiteY1645" fmla="*/ 44450 h 138429"/>
                <a:gd name="connsiteX1646" fmla="*/ 1290956 w 4940931"/>
                <a:gd name="connsiteY1646" fmla="*/ 44450 h 138429"/>
                <a:gd name="connsiteX1647" fmla="*/ 1290956 w 4940931"/>
                <a:gd name="connsiteY1647" fmla="*/ 30480 h 138429"/>
                <a:gd name="connsiteX1648" fmla="*/ 1301751 w 4940931"/>
                <a:gd name="connsiteY1648" fmla="*/ 30480 h 138429"/>
                <a:gd name="connsiteX1649" fmla="*/ 1301751 w 4940931"/>
                <a:gd name="connsiteY1649" fmla="*/ 8255 h 138429"/>
                <a:gd name="connsiteX1650" fmla="*/ 751206 w 4940931"/>
                <a:gd name="connsiteY1650" fmla="*/ 0 h 138429"/>
                <a:gd name="connsiteX1651" fmla="*/ 751206 w 4940931"/>
                <a:gd name="connsiteY1651" fmla="*/ 30480 h 138429"/>
                <a:gd name="connsiteX1652" fmla="*/ 770256 w 4940931"/>
                <a:gd name="connsiteY1652" fmla="*/ 30480 h 138429"/>
                <a:gd name="connsiteX1653" fmla="*/ 770256 w 4940931"/>
                <a:gd name="connsiteY1653" fmla="*/ 44450 h 138429"/>
                <a:gd name="connsiteX1654" fmla="*/ 751206 w 4940931"/>
                <a:gd name="connsiteY1654" fmla="*/ 44450 h 138429"/>
                <a:gd name="connsiteX1655" fmla="*/ 751206 w 4940931"/>
                <a:gd name="connsiteY1655" fmla="*/ 86995 h 138429"/>
                <a:gd name="connsiteX1656" fmla="*/ 751206 w 4940931"/>
                <a:gd name="connsiteY1656" fmla="*/ 91440 h 138429"/>
                <a:gd name="connsiteX1657" fmla="*/ 752476 w 4940931"/>
                <a:gd name="connsiteY1657" fmla="*/ 94615 h 138429"/>
                <a:gd name="connsiteX1658" fmla="*/ 755016 w 4940931"/>
                <a:gd name="connsiteY1658" fmla="*/ 95885 h 138429"/>
                <a:gd name="connsiteX1659" fmla="*/ 758826 w 4940931"/>
                <a:gd name="connsiteY1659" fmla="*/ 95885 h 138429"/>
                <a:gd name="connsiteX1660" fmla="*/ 765176 w 4940931"/>
                <a:gd name="connsiteY1660" fmla="*/ 95250 h 138429"/>
                <a:gd name="connsiteX1661" fmla="*/ 770256 w 4940931"/>
                <a:gd name="connsiteY1661" fmla="*/ 93345 h 138429"/>
                <a:gd name="connsiteX1662" fmla="*/ 768351 w 4940931"/>
                <a:gd name="connsiteY1662" fmla="*/ 106680 h 138429"/>
                <a:gd name="connsiteX1663" fmla="*/ 762001 w 4940931"/>
                <a:gd name="connsiteY1663" fmla="*/ 109220 h 138429"/>
                <a:gd name="connsiteX1664" fmla="*/ 753746 w 4940931"/>
                <a:gd name="connsiteY1664" fmla="*/ 110490 h 138429"/>
                <a:gd name="connsiteX1665" fmla="*/ 746761 w 4940931"/>
                <a:gd name="connsiteY1665" fmla="*/ 109220 h 138429"/>
                <a:gd name="connsiteX1666" fmla="*/ 741045 w 4940931"/>
                <a:gd name="connsiteY1666" fmla="*/ 105410 h 138429"/>
                <a:gd name="connsiteX1667" fmla="*/ 737236 w 4940931"/>
                <a:gd name="connsiteY1667" fmla="*/ 99060 h 138429"/>
                <a:gd name="connsiteX1668" fmla="*/ 735966 w 4940931"/>
                <a:gd name="connsiteY1668" fmla="*/ 89535 h 138429"/>
                <a:gd name="connsiteX1669" fmla="*/ 735966 w 4940931"/>
                <a:gd name="connsiteY1669" fmla="*/ 44450 h 138429"/>
                <a:gd name="connsiteX1670" fmla="*/ 725171 w 4940931"/>
                <a:gd name="connsiteY1670" fmla="*/ 44450 h 138429"/>
                <a:gd name="connsiteX1671" fmla="*/ 725171 w 4940931"/>
                <a:gd name="connsiteY1671" fmla="*/ 30480 h 138429"/>
                <a:gd name="connsiteX1672" fmla="*/ 735966 w 4940931"/>
                <a:gd name="connsiteY1672" fmla="*/ 30480 h 138429"/>
                <a:gd name="connsiteX1673" fmla="*/ 735966 w 4940931"/>
                <a:gd name="connsiteY1673" fmla="*/ 8255 h 138429"/>
                <a:gd name="connsiteX1674" fmla="*/ 521335 w 4940931"/>
                <a:gd name="connsiteY1674" fmla="*/ 0 h 138429"/>
                <a:gd name="connsiteX1675" fmla="*/ 521335 w 4940931"/>
                <a:gd name="connsiteY1675" fmla="*/ 30480 h 138429"/>
                <a:gd name="connsiteX1676" fmla="*/ 540385 w 4940931"/>
                <a:gd name="connsiteY1676" fmla="*/ 30480 h 138429"/>
                <a:gd name="connsiteX1677" fmla="*/ 540385 w 4940931"/>
                <a:gd name="connsiteY1677" fmla="*/ 44450 h 138429"/>
                <a:gd name="connsiteX1678" fmla="*/ 521335 w 4940931"/>
                <a:gd name="connsiteY1678" fmla="*/ 44450 h 138429"/>
                <a:gd name="connsiteX1679" fmla="*/ 521335 w 4940931"/>
                <a:gd name="connsiteY1679" fmla="*/ 86995 h 138429"/>
                <a:gd name="connsiteX1680" fmla="*/ 521335 w 4940931"/>
                <a:gd name="connsiteY1680" fmla="*/ 91440 h 138429"/>
                <a:gd name="connsiteX1681" fmla="*/ 522605 w 4940931"/>
                <a:gd name="connsiteY1681" fmla="*/ 94615 h 138429"/>
                <a:gd name="connsiteX1682" fmla="*/ 525145 w 4940931"/>
                <a:gd name="connsiteY1682" fmla="*/ 95885 h 138429"/>
                <a:gd name="connsiteX1683" fmla="*/ 528955 w 4940931"/>
                <a:gd name="connsiteY1683" fmla="*/ 95885 h 138429"/>
                <a:gd name="connsiteX1684" fmla="*/ 535305 w 4940931"/>
                <a:gd name="connsiteY1684" fmla="*/ 95250 h 138429"/>
                <a:gd name="connsiteX1685" fmla="*/ 540385 w 4940931"/>
                <a:gd name="connsiteY1685" fmla="*/ 93345 h 138429"/>
                <a:gd name="connsiteX1686" fmla="*/ 538480 w 4940931"/>
                <a:gd name="connsiteY1686" fmla="*/ 106680 h 138429"/>
                <a:gd name="connsiteX1687" fmla="*/ 532130 w 4940931"/>
                <a:gd name="connsiteY1687" fmla="*/ 109220 h 138429"/>
                <a:gd name="connsiteX1688" fmla="*/ 523875 w 4940931"/>
                <a:gd name="connsiteY1688" fmla="*/ 110490 h 138429"/>
                <a:gd name="connsiteX1689" fmla="*/ 516890 w 4940931"/>
                <a:gd name="connsiteY1689" fmla="*/ 109220 h 138429"/>
                <a:gd name="connsiteX1690" fmla="*/ 511175 w 4940931"/>
                <a:gd name="connsiteY1690" fmla="*/ 105410 h 138429"/>
                <a:gd name="connsiteX1691" fmla="*/ 507365 w 4940931"/>
                <a:gd name="connsiteY1691" fmla="*/ 99060 h 138429"/>
                <a:gd name="connsiteX1692" fmla="*/ 506095 w 4940931"/>
                <a:gd name="connsiteY1692" fmla="*/ 89535 h 138429"/>
                <a:gd name="connsiteX1693" fmla="*/ 506095 w 4940931"/>
                <a:gd name="connsiteY1693" fmla="*/ 44450 h 138429"/>
                <a:gd name="connsiteX1694" fmla="*/ 495300 w 4940931"/>
                <a:gd name="connsiteY1694" fmla="*/ 44450 h 138429"/>
                <a:gd name="connsiteX1695" fmla="*/ 495300 w 4940931"/>
                <a:gd name="connsiteY1695" fmla="*/ 30480 h 138429"/>
                <a:gd name="connsiteX1696" fmla="*/ 506095 w 4940931"/>
                <a:gd name="connsiteY1696" fmla="*/ 30480 h 138429"/>
                <a:gd name="connsiteX1697" fmla="*/ 506095 w 4940931"/>
                <a:gd name="connsiteY1697" fmla="*/ 8255 h 138429"/>
                <a:gd name="connsiteX1698" fmla="*/ 466724 w 4940931"/>
                <a:gd name="connsiteY1698" fmla="*/ 0 h 138429"/>
                <a:gd name="connsiteX1699" fmla="*/ 466724 w 4940931"/>
                <a:gd name="connsiteY1699" fmla="*/ 30480 h 138429"/>
                <a:gd name="connsiteX1700" fmla="*/ 485774 w 4940931"/>
                <a:gd name="connsiteY1700" fmla="*/ 30480 h 138429"/>
                <a:gd name="connsiteX1701" fmla="*/ 485774 w 4940931"/>
                <a:gd name="connsiteY1701" fmla="*/ 44450 h 138429"/>
                <a:gd name="connsiteX1702" fmla="*/ 466724 w 4940931"/>
                <a:gd name="connsiteY1702" fmla="*/ 44450 h 138429"/>
                <a:gd name="connsiteX1703" fmla="*/ 466724 w 4940931"/>
                <a:gd name="connsiteY1703" fmla="*/ 86995 h 138429"/>
                <a:gd name="connsiteX1704" fmla="*/ 466724 w 4940931"/>
                <a:gd name="connsiteY1704" fmla="*/ 91440 h 138429"/>
                <a:gd name="connsiteX1705" fmla="*/ 467994 w 4940931"/>
                <a:gd name="connsiteY1705" fmla="*/ 94615 h 138429"/>
                <a:gd name="connsiteX1706" fmla="*/ 470534 w 4940931"/>
                <a:gd name="connsiteY1706" fmla="*/ 95885 h 138429"/>
                <a:gd name="connsiteX1707" fmla="*/ 474344 w 4940931"/>
                <a:gd name="connsiteY1707" fmla="*/ 95885 h 138429"/>
                <a:gd name="connsiteX1708" fmla="*/ 480694 w 4940931"/>
                <a:gd name="connsiteY1708" fmla="*/ 95250 h 138429"/>
                <a:gd name="connsiteX1709" fmla="*/ 485774 w 4940931"/>
                <a:gd name="connsiteY1709" fmla="*/ 93345 h 138429"/>
                <a:gd name="connsiteX1710" fmla="*/ 483869 w 4940931"/>
                <a:gd name="connsiteY1710" fmla="*/ 106680 h 138429"/>
                <a:gd name="connsiteX1711" fmla="*/ 477519 w 4940931"/>
                <a:gd name="connsiteY1711" fmla="*/ 109220 h 138429"/>
                <a:gd name="connsiteX1712" fmla="*/ 469264 w 4940931"/>
                <a:gd name="connsiteY1712" fmla="*/ 110490 h 138429"/>
                <a:gd name="connsiteX1713" fmla="*/ 462279 w 4940931"/>
                <a:gd name="connsiteY1713" fmla="*/ 109220 h 138429"/>
                <a:gd name="connsiteX1714" fmla="*/ 456564 w 4940931"/>
                <a:gd name="connsiteY1714" fmla="*/ 105410 h 138429"/>
                <a:gd name="connsiteX1715" fmla="*/ 452754 w 4940931"/>
                <a:gd name="connsiteY1715" fmla="*/ 99060 h 138429"/>
                <a:gd name="connsiteX1716" fmla="*/ 451484 w 4940931"/>
                <a:gd name="connsiteY1716" fmla="*/ 89535 h 138429"/>
                <a:gd name="connsiteX1717" fmla="*/ 451484 w 4940931"/>
                <a:gd name="connsiteY1717" fmla="*/ 44450 h 138429"/>
                <a:gd name="connsiteX1718" fmla="*/ 440689 w 4940931"/>
                <a:gd name="connsiteY1718" fmla="*/ 44450 h 138429"/>
                <a:gd name="connsiteX1719" fmla="*/ 440689 w 4940931"/>
                <a:gd name="connsiteY1719" fmla="*/ 30480 h 138429"/>
                <a:gd name="connsiteX1720" fmla="*/ 451484 w 4940931"/>
                <a:gd name="connsiteY1720" fmla="*/ 30480 h 138429"/>
                <a:gd name="connsiteX1721" fmla="*/ 451484 w 4940931"/>
                <a:gd name="connsiteY1721" fmla="*/ 8255 h 138429"/>
                <a:gd name="connsiteX1722" fmla="*/ 302259 w 4940931"/>
                <a:gd name="connsiteY1722" fmla="*/ 0 h 138429"/>
                <a:gd name="connsiteX1723" fmla="*/ 302259 w 4940931"/>
                <a:gd name="connsiteY1723" fmla="*/ 37465 h 138429"/>
                <a:gd name="connsiteX1724" fmla="*/ 306704 w 4940931"/>
                <a:gd name="connsiteY1724" fmla="*/ 33655 h 138429"/>
                <a:gd name="connsiteX1725" fmla="*/ 310514 w 4940931"/>
                <a:gd name="connsiteY1725" fmla="*/ 31115 h 138429"/>
                <a:gd name="connsiteX1726" fmla="*/ 315594 w 4940931"/>
                <a:gd name="connsiteY1726" fmla="*/ 29210 h 138429"/>
                <a:gd name="connsiteX1727" fmla="*/ 322579 w 4940931"/>
                <a:gd name="connsiteY1727" fmla="*/ 28575 h 138429"/>
                <a:gd name="connsiteX1728" fmla="*/ 334644 w 4940931"/>
                <a:gd name="connsiteY1728" fmla="*/ 31115 h 138429"/>
                <a:gd name="connsiteX1729" fmla="*/ 344169 w 4940931"/>
                <a:gd name="connsiteY1729" fmla="*/ 38735 h 138429"/>
                <a:gd name="connsiteX1730" fmla="*/ 350519 w 4940931"/>
                <a:gd name="connsiteY1730" fmla="*/ 51435 h 138429"/>
                <a:gd name="connsiteX1731" fmla="*/ 353059 w 4940931"/>
                <a:gd name="connsiteY1731" fmla="*/ 70485 h 138429"/>
                <a:gd name="connsiteX1732" fmla="*/ 352424 w 4940931"/>
                <a:gd name="connsiteY1732" fmla="*/ 71120 h 138429"/>
                <a:gd name="connsiteX1733" fmla="*/ 349884 w 4940931"/>
                <a:gd name="connsiteY1733" fmla="*/ 88265 h 138429"/>
                <a:gd name="connsiteX1734" fmla="*/ 342899 w 4940931"/>
                <a:gd name="connsiteY1734" fmla="*/ 100330 h 138429"/>
                <a:gd name="connsiteX1735" fmla="*/ 333374 w 4940931"/>
                <a:gd name="connsiteY1735" fmla="*/ 107315 h 138429"/>
                <a:gd name="connsiteX1736" fmla="*/ 321944 w 4940931"/>
                <a:gd name="connsiteY1736" fmla="*/ 109855 h 138429"/>
                <a:gd name="connsiteX1737" fmla="*/ 311149 w 4940931"/>
                <a:gd name="connsiteY1737" fmla="*/ 107315 h 138429"/>
                <a:gd name="connsiteX1738" fmla="*/ 302259 w 4940931"/>
                <a:gd name="connsiteY1738" fmla="*/ 100965 h 138429"/>
                <a:gd name="connsiteX1739" fmla="*/ 302259 w 4940931"/>
                <a:gd name="connsiteY1739" fmla="*/ 107950 h 138429"/>
                <a:gd name="connsiteX1740" fmla="*/ 287019 w 4940931"/>
                <a:gd name="connsiteY1740" fmla="*/ 107950 h 138429"/>
                <a:gd name="connsiteX1741" fmla="*/ 287019 w 4940931"/>
                <a:gd name="connsiteY1741" fmla="*/ 7620 h 138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Lst>
              <a:rect l="l" t="t" r="r" b="b"/>
              <a:pathLst>
                <a:path w="4940931" h="138429">
                  <a:moveTo>
                    <a:pt x="1032512" y="137477"/>
                  </a:moveTo>
                  <a:lnTo>
                    <a:pt x="1032512" y="137794"/>
                  </a:lnTo>
                  <a:lnTo>
                    <a:pt x="1030607" y="138429"/>
                  </a:lnTo>
                  <a:close/>
                  <a:moveTo>
                    <a:pt x="4929501" y="87629"/>
                  </a:moveTo>
                  <a:cubicBezTo>
                    <a:pt x="4930771" y="87629"/>
                    <a:pt x="4932676" y="87629"/>
                    <a:pt x="4933946" y="88264"/>
                  </a:cubicBezTo>
                  <a:cubicBezTo>
                    <a:pt x="4935216" y="88264"/>
                    <a:pt x="4936486" y="89534"/>
                    <a:pt x="4937756" y="90804"/>
                  </a:cubicBezTo>
                  <a:cubicBezTo>
                    <a:pt x="4939026" y="92074"/>
                    <a:pt x="4939661" y="93344"/>
                    <a:pt x="4940296" y="94614"/>
                  </a:cubicBezTo>
                  <a:cubicBezTo>
                    <a:pt x="4940296" y="95884"/>
                    <a:pt x="4940931" y="97789"/>
                    <a:pt x="4940931" y="99059"/>
                  </a:cubicBezTo>
                  <a:cubicBezTo>
                    <a:pt x="4940931" y="99059"/>
                    <a:pt x="4940931" y="102234"/>
                    <a:pt x="4940296" y="103504"/>
                  </a:cubicBezTo>
                  <a:cubicBezTo>
                    <a:pt x="4940296" y="104774"/>
                    <a:pt x="4939026" y="106044"/>
                    <a:pt x="4937756" y="107314"/>
                  </a:cubicBezTo>
                  <a:cubicBezTo>
                    <a:pt x="4936486" y="108584"/>
                    <a:pt x="4935216" y="109219"/>
                    <a:pt x="4933946" y="109854"/>
                  </a:cubicBezTo>
                  <a:cubicBezTo>
                    <a:pt x="4932676" y="109854"/>
                    <a:pt x="4930771" y="110489"/>
                    <a:pt x="4929501" y="110489"/>
                  </a:cubicBezTo>
                  <a:cubicBezTo>
                    <a:pt x="4928231" y="110489"/>
                    <a:pt x="4926326" y="110489"/>
                    <a:pt x="4925056" y="109854"/>
                  </a:cubicBezTo>
                  <a:cubicBezTo>
                    <a:pt x="4923786" y="109854"/>
                    <a:pt x="4922516" y="108584"/>
                    <a:pt x="4921246" y="107314"/>
                  </a:cubicBezTo>
                  <a:cubicBezTo>
                    <a:pt x="4919976" y="106044"/>
                    <a:pt x="4919341" y="104774"/>
                    <a:pt x="4918706" y="103504"/>
                  </a:cubicBezTo>
                  <a:cubicBezTo>
                    <a:pt x="4918706" y="102234"/>
                    <a:pt x="4918071" y="100329"/>
                    <a:pt x="4918071" y="99059"/>
                  </a:cubicBezTo>
                  <a:cubicBezTo>
                    <a:pt x="4918071" y="97789"/>
                    <a:pt x="4918071" y="95884"/>
                    <a:pt x="4918706" y="94614"/>
                  </a:cubicBezTo>
                  <a:cubicBezTo>
                    <a:pt x="4918706" y="93344"/>
                    <a:pt x="4919976" y="92074"/>
                    <a:pt x="4921246" y="90804"/>
                  </a:cubicBezTo>
                  <a:cubicBezTo>
                    <a:pt x="4922516" y="89534"/>
                    <a:pt x="4923786" y="88899"/>
                    <a:pt x="4925056" y="88264"/>
                  </a:cubicBezTo>
                  <a:cubicBezTo>
                    <a:pt x="4926326" y="88264"/>
                    <a:pt x="4928231" y="87629"/>
                    <a:pt x="4929501" y="87629"/>
                  </a:cubicBezTo>
                  <a:close/>
                  <a:moveTo>
                    <a:pt x="3079110" y="87629"/>
                  </a:moveTo>
                  <a:cubicBezTo>
                    <a:pt x="3080380" y="87629"/>
                    <a:pt x="3082285" y="87629"/>
                    <a:pt x="3083555" y="88264"/>
                  </a:cubicBezTo>
                  <a:cubicBezTo>
                    <a:pt x="3084825" y="88264"/>
                    <a:pt x="3086095" y="89534"/>
                    <a:pt x="3087365" y="90804"/>
                  </a:cubicBezTo>
                  <a:cubicBezTo>
                    <a:pt x="3088635" y="92074"/>
                    <a:pt x="3089270" y="93344"/>
                    <a:pt x="3089905" y="94614"/>
                  </a:cubicBezTo>
                  <a:cubicBezTo>
                    <a:pt x="3089905" y="95884"/>
                    <a:pt x="3090540" y="97789"/>
                    <a:pt x="3090540" y="99059"/>
                  </a:cubicBezTo>
                  <a:cubicBezTo>
                    <a:pt x="3090540" y="99059"/>
                    <a:pt x="3090540" y="102234"/>
                    <a:pt x="3089905" y="103504"/>
                  </a:cubicBezTo>
                  <a:cubicBezTo>
                    <a:pt x="3089905" y="104774"/>
                    <a:pt x="3088635" y="106044"/>
                    <a:pt x="3087365" y="107314"/>
                  </a:cubicBezTo>
                  <a:cubicBezTo>
                    <a:pt x="3086095" y="108584"/>
                    <a:pt x="3084825" y="109219"/>
                    <a:pt x="3083555" y="109854"/>
                  </a:cubicBezTo>
                  <a:cubicBezTo>
                    <a:pt x="3082285" y="109854"/>
                    <a:pt x="3080380" y="110489"/>
                    <a:pt x="3079110" y="110489"/>
                  </a:cubicBezTo>
                  <a:cubicBezTo>
                    <a:pt x="3077840" y="110489"/>
                    <a:pt x="3075935" y="110489"/>
                    <a:pt x="3074665" y="109854"/>
                  </a:cubicBezTo>
                  <a:cubicBezTo>
                    <a:pt x="3073395" y="109854"/>
                    <a:pt x="3072125" y="108584"/>
                    <a:pt x="3070855" y="107314"/>
                  </a:cubicBezTo>
                  <a:cubicBezTo>
                    <a:pt x="3069585" y="106044"/>
                    <a:pt x="3068950" y="104774"/>
                    <a:pt x="3068315" y="103504"/>
                  </a:cubicBezTo>
                  <a:cubicBezTo>
                    <a:pt x="3068315" y="102234"/>
                    <a:pt x="3067680" y="100329"/>
                    <a:pt x="3067680" y="99059"/>
                  </a:cubicBezTo>
                  <a:cubicBezTo>
                    <a:pt x="3067680" y="97789"/>
                    <a:pt x="3067680" y="95884"/>
                    <a:pt x="3068315" y="94614"/>
                  </a:cubicBezTo>
                  <a:cubicBezTo>
                    <a:pt x="3068315" y="93344"/>
                    <a:pt x="3069585" y="92074"/>
                    <a:pt x="3070855" y="90804"/>
                  </a:cubicBezTo>
                  <a:cubicBezTo>
                    <a:pt x="3072125" y="89534"/>
                    <a:pt x="3073395" y="88899"/>
                    <a:pt x="3074665" y="88264"/>
                  </a:cubicBezTo>
                  <a:cubicBezTo>
                    <a:pt x="3075935" y="88264"/>
                    <a:pt x="3077840" y="87629"/>
                    <a:pt x="3079110" y="87629"/>
                  </a:cubicBezTo>
                  <a:close/>
                  <a:moveTo>
                    <a:pt x="1565275" y="87629"/>
                  </a:moveTo>
                  <a:cubicBezTo>
                    <a:pt x="1566545" y="87629"/>
                    <a:pt x="1568450" y="87629"/>
                    <a:pt x="1569720" y="88264"/>
                  </a:cubicBezTo>
                  <a:cubicBezTo>
                    <a:pt x="1570990" y="88264"/>
                    <a:pt x="1572260" y="89534"/>
                    <a:pt x="1573529" y="90804"/>
                  </a:cubicBezTo>
                  <a:cubicBezTo>
                    <a:pt x="1574800" y="92074"/>
                    <a:pt x="1575435" y="93344"/>
                    <a:pt x="1576069" y="94614"/>
                  </a:cubicBezTo>
                  <a:cubicBezTo>
                    <a:pt x="1576069" y="95884"/>
                    <a:pt x="1576705" y="97789"/>
                    <a:pt x="1576705" y="99059"/>
                  </a:cubicBezTo>
                  <a:cubicBezTo>
                    <a:pt x="1576705" y="99059"/>
                    <a:pt x="1576705" y="102234"/>
                    <a:pt x="1576069" y="103504"/>
                  </a:cubicBezTo>
                  <a:cubicBezTo>
                    <a:pt x="1576069" y="104774"/>
                    <a:pt x="1574800" y="106044"/>
                    <a:pt x="1573529" y="107314"/>
                  </a:cubicBezTo>
                  <a:cubicBezTo>
                    <a:pt x="1572260" y="108584"/>
                    <a:pt x="1570990" y="109219"/>
                    <a:pt x="1569720" y="109854"/>
                  </a:cubicBezTo>
                  <a:cubicBezTo>
                    <a:pt x="1568450" y="109854"/>
                    <a:pt x="1566545" y="110489"/>
                    <a:pt x="1565275" y="110489"/>
                  </a:cubicBezTo>
                  <a:cubicBezTo>
                    <a:pt x="1564005" y="110489"/>
                    <a:pt x="1562099" y="110489"/>
                    <a:pt x="1560830" y="109854"/>
                  </a:cubicBezTo>
                  <a:cubicBezTo>
                    <a:pt x="1559559" y="109854"/>
                    <a:pt x="1558289" y="108584"/>
                    <a:pt x="1557020" y="107314"/>
                  </a:cubicBezTo>
                  <a:cubicBezTo>
                    <a:pt x="1555750" y="106044"/>
                    <a:pt x="1555114" y="104774"/>
                    <a:pt x="1554479" y="103504"/>
                  </a:cubicBezTo>
                  <a:cubicBezTo>
                    <a:pt x="1554479" y="102234"/>
                    <a:pt x="1553844" y="100329"/>
                    <a:pt x="1553844" y="99059"/>
                  </a:cubicBezTo>
                  <a:cubicBezTo>
                    <a:pt x="1553844" y="97789"/>
                    <a:pt x="1553844" y="95884"/>
                    <a:pt x="1554479" y="94614"/>
                  </a:cubicBezTo>
                  <a:cubicBezTo>
                    <a:pt x="1554479" y="93344"/>
                    <a:pt x="1555750" y="92074"/>
                    <a:pt x="1557020" y="90804"/>
                  </a:cubicBezTo>
                  <a:cubicBezTo>
                    <a:pt x="1558289" y="89534"/>
                    <a:pt x="1559559" y="88899"/>
                    <a:pt x="1560830" y="88264"/>
                  </a:cubicBezTo>
                  <a:cubicBezTo>
                    <a:pt x="1562099" y="88264"/>
                    <a:pt x="1564005" y="87629"/>
                    <a:pt x="1565275" y="87629"/>
                  </a:cubicBezTo>
                  <a:close/>
                  <a:moveTo>
                    <a:pt x="2642230" y="73024"/>
                  </a:moveTo>
                  <a:cubicBezTo>
                    <a:pt x="2637150" y="73024"/>
                    <a:pt x="2633340" y="74294"/>
                    <a:pt x="2630800" y="76199"/>
                  </a:cubicBezTo>
                  <a:cubicBezTo>
                    <a:pt x="2627625" y="78104"/>
                    <a:pt x="2626355" y="81279"/>
                    <a:pt x="2626355" y="84454"/>
                  </a:cubicBezTo>
                  <a:cubicBezTo>
                    <a:pt x="2626355" y="86994"/>
                    <a:pt x="2626355" y="88899"/>
                    <a:pt x="2627625" y="90169"/>
                  </a:cubicBezTo>
                  <a:cubicBezTo>
                    <a:pt x="2628260" y="92074"/>
                    <a:pt x="2629530" y="93344"/>
                    <a:pt x="2630800" y="93979"/>
                  </a:cubicBezTo>
                  <a:cubicBezTo>
                    <a:pt x="2632070" y="95249"/>
                    <a:pt x="2633340" y="95884"/>
                    <a:pt x="2635245" y="96519"/>
                  </a:cubicBezTo>
                  <a:cubicBezTo>
                    <a:pt x="2637150" y="96519"/>
                    <a:pt x="2639055" y="97154"/>
                    <a:pt x="2641595" y="97154"/>
                  </a:cubicBezTo>
                  <a:cubicBezTo>
                    <a:pt x="2643500" y="97154"/>
                    <a:pt x="2645405" y="97154"/>
                    <a:pt x="2647310" y="96519"/>
                  </a:cubicBezTo>
                  <a:cubicBezTo>
                    <a:pt x="2649215" y="96519"/>
                    <a:pt x="2651120" y="95249"/>
                    <a:pt x="2652390" y="93979"/>
                  </a:cubicBezTo>
                  <a:cubicBezTo>
                    <a:pt x="2654295" y="93344"/>
                    <a:pt x="2655565" y="92074"/>
                    <a:pt x="2656835" y="90804"/>
                  </a:cubicBezTo>
                  <a:cubicBezTo>
                    <a:pt x="2658105" y="89534"/>
                    <a:pt x="2659375" y="88264"/>
                    <a:pt x="2660010" y="86994"/>
                  </a:cubicBezTo>
                  <a:lnTo>
                    <a:pt x="2660010" y="75564"/>
                  </a:lnTo>
                  <a:cubicBezTo>
                    <a:pt x="2660010" y="75564"/>
                    <a:pt x="2657470" y="74294"/>
                    <a:pt x="2656200" y="74294"/>
                  </a:cubicBezTo>
                  <a:cubicBezTo>
                    <a:pt x="2654930" y="74294"/>
                    <a:pt x="2653660" y="73659"/>
                    <a:pt x="2652390" y="73659"/>
                  </a:cubicBezTo>
                  <a:cubicBezTo>
                    <a:pt x="2651120" y="73659"/>
                    <a:pt x="2649850" y="73659"/>
                    <a:pt x="2647945" y="73024"/>
                  </a:cubicBezTo>
                  <a:cubicBezTo>
                    <a:pt x="2646040" y="73024"/>
                    <a:pt x="2644135" y="73024"/>
                    <a:pt x="2642230" y="73024"/>
                  </a:cubicBezTo>
                  <a:close/>
                  <a:moveTo>
                    <a:pt x="4664706" y="43814"/>
                  </a:moveTo>
                  <a:cubicBezTo>
                    <a:pt x="4661531" y="43814"/>
                    <a:pt x="4658991" y="43814"/>
                    <a:pt x="4657086" y="45719"/>
                  </a:cubicBezTo>
                  <a:cubicBezTo>
                    <a:pt x="4654546" y="46989"/>
                    <a:pt x="4652641" y="48894"/>
                    <a:pt x="4651371" y="50799"/>
                  </a:cubicBezTo>
                  <a:cubicBezTo>
                    <a:pt x="4649466" y="53339"/>
                    <a:pt x="4648831" y="55879"/>
                    <a:pt x="4647561" y="59054"/>
                  </a:cubicBezTo>
                  <a:cubicBezTo>
                    <a:pt x="4646926" y="62229"/>
                    <a:pt x="4646291" y="65404"/>
                    <a:pt x="4646291" y="69849"/>
                  </a:cubicBezTo>
                  <a:cubicBezTo>
                    <a:pt x="4646291" y="74294"/>
                    <a:pt x="4646291" y="78104"/>
                    <a:pt x="4647561" y="81279"/>
                  </a:cubicBezTo>
                  <a:cubicBezTo>
                    <a:pt x="4648196" y="84454"/>
                    <a:pt x="4650101" y="87629"/>
                    <a:pt x="4651371" y="89534"/>
                  </a:cubicBezTo>
                  <a:cubicBezTo>
                    <a:pt x="4653276" y="92074"/>
                    <a:pt x="4655181" y="93344"/>
                    <a:pt x="4657721" y="94614"/>
                  </a:cubicBezTo>
                  <a:cubicBezTo>
                    <a:pt x="4660261" y="95884"/>
                    <a:pt x="4662801" y="96519"/>
                    <a:pt x="4665341" y="96519"/>
                  </a:cubicBezTo>
                  <a:cubicBezTo>
                    <a:pt x="4667881" y="96519"/>
                    <a:pt x="4671056" y="95884"/>
                    <a:pt x="4672961" y="94614"/>
                  </a:cubicBezTo>
                  <a:cubicBezTo>
                    <a:pt x="4675501" y="93344"/>
                    <a:pt x="4677406" y="91439"/>
                    <a:pt x="4678676" y="88899"/>
                  </a:cubicBezTo>
                  <a:cubicBezTo>
                    <a:pt x="4680581" y="86359"/>
                    <a:pt x="4681851" y="83819"/>
                    <a:pt x="4682486" y="80644"/>
                  </a:cubicBezTo>
                  <a:cubicBezTo>
                    <a:pt x="4683121" y="77469"/>
                    <a:pt x="4683756" y="74294"/>
                    <a:pt x="4683756" y="70484"/>
                  </a:cubicBezTo>
                  <a:lnTo>
                    <a:pt x="4684391" y="69849"/>
                  </a:lnTo>
                  <a:cubicBezTo>
                    <a:pt x="4684391" y="66039"/>
                    <a:pt x="4684391" y="62229"/>
                    <a:pt x="4683121" y="59054"/>
                  </a:cubicBezTo>
                  <a:cubicBezTo>
                    <a:pt x="4682486" y="55879"/>
                    <a:pt x="4680581" y="53339"/>
                    <a:pt x="4679311" y="50799"/>
                  </a:cubicBezTo>
                  <a:cubicBezTo>
                    <a:pt x="4677406" y="48259"/>
                    <a:pt x="4675501" y="46989"/>
                    <a:pt x="4672961" y="45719"/>
                  </a:cubicBezTo>
                  <a:cubicBezTo>
                    <a:pt x="4670421" y="44449"/>
                    <a:pt x="4667881" y="43814"/>
                    <a:pt x="4664706" y="43814"/>
                  </a:cubicBezTo>
                  <a:close/>
                  <a:moveTo>
                    <a:pt x="4264020" y="43814"/>
                  </a:moveTo>
                  <a:cubicBezTo>
                    <a:pt x="4260845" y="43814"/>
                    <a:pt x="4258305" y="43814"/>
                    <a:pt x="4256400" y="45719"/>
                  </a:cubicBezTo>
                  <a:cubicBezTo>
                    <a:pt x="4253860" y="46989"/>
                    <a:pt x="4251955" y="48894"/>
                    <a:pt x="4250685" y="50799"/>
                  </a:cubicBezTo>
                  <a:cubicBezTo>
                    <a:pt x="4248780" y="53339"/>
                    <a:pt x="4247510" y="55879"/>
                    <a:pt x="4246875" y="59054"/>
                  </a:cubicBezTo>
                  <a:cubicBezTo>
                    <a:pt x="4246240" y="62229"/>
                    <a:pt x="4245605" y="65404"/>
                    <a:pt x="4245605" y="69849"/>
                  </a:cubicBezTo>
                  <a:cubicBezTo>
                    <a:pt x="4245605" y="74294"/>
                    <a:pt x="4245605" y="78104"/>
                    <a:pt x="4246875" y="81279"/>
                  </a:cubicBezTo>
                  <a:cubicBezTo>
                    <a:pt x="4247510" y="84454"/>
                    <a:pt x="4249415" y="87629"/>
                    <a:pt x="4250685" y="89534"/>
                  </a:cubicBezTo>
                  <a:cubicBezTo>
                    <a:pt x="4252590" y="92074"/>
                    <a:pt x="4254495" y="93344"/>
                    <a:pt x="4257035" y="94614"/>
                  </a:cubicBezTo>
                  <a:cubicBezTo>
                    <a:pt x="4259575" y="95884"/>
                    <a:pt x="4262115" y="96519"/>
                    <a:pt x="4264655" y="96519"/>
                  </a:cubicBezTo>
                  <a:cubicBezTo>
                    <a:pt x="4267195" y="96519"/>
                    <a:pt x="4270370" y="95884"/>
                    <a:pt x="4272275" y="94614"/>
                  </a:cubicBezTo>
                  <a:cubicBezTo>
                    <a:pt x="4274815" y="93344"/>
                    <a:pt x="4276720" y="91439"/>
                    <a:pt x="4277990" y="88899"/>
                  </a:cubicBezTo>
                  <a:cubicBezTo>
                    <a:pt x="4279895" y="86359"/>
                    <a:pt x="4281165" y="83819"/>
                    <a:pt x="4281800" y="80644"/>
                  </a:cubicBezTo>
                  <a:cubicBezTo>
                    <a:pt x="4282435" y="77469"/>
                    <a:pt x="4283070" y="74294"/>
                    <a:pt x="4283070" y="70484"/>
                  </a:cubicBezTo>
                  <a:lnTo>
                    <a:pt x="4283705" y="69849"/>
                  </a:lnTo>
                  <a:cubicBezTo>
                    <a:pt x="4283705" y="66039"/>
                    <a:pt x="4283705" y="62229"/>
                    <a:pt x="4282435" y="59054"/>
                  </a:cubicBezTo>
                  <a:cubicBezTo>
                    <a:pt x="4281800" y="55879"/>
                    <a:pt x="4279895" y="53339"/>
                    <a:pt x="4278625" y="50799"/>
                  </a:cubicBezTo>
                  <a:cubicBezTo>
                    <a:pt x="4276720" y="48259"/>
                    <a:pt x="4274815" y="46989"/>
                    <a:pt x="4272275" y="45719"/>
                  </a:cubicBezTo>
                  <a:cubicBezTo>
                    <a:pt x="4269735" y="44449"/>
                    <a:pt x="4267195" y="43814"/>
                    <a:pt x="4264020" y="43814"/>
                  </a:cubicBezTo>
                  <a:close/>
                  <a:moveTo>
                    <a:pt x="1420495" y="43814"/>
                  </a:moveTo>
                  <a:cubicBezTo>
                    <a:pt x="1417320" y="43814"/>
                    <a:pt x="1414780" y="43814"/>
                    <a:pt x="1412875" y="45719"/>
                  </a:cubicBezTo>
                  <a:cubicBezTo>
                    <a:pt x="1410335" y="46989"/>
                    <a:pt x="1408430" y="48894"/>
                    <a:pt x="1407160" y="50799"/>
                  </a:cubicBezTo>
                  <a:cubicBezTo>
                    <a:pt x="1405255" y="53339"/>
                    <a:pt x="1403985" y="55879"/>
                    <a:pt x="1403350" y="59054"/>
                  </a:cubicBezTo>
                  <a:cubicBezTo>
                    <a:pt x="1402715" y="62229"/>
                    <a:pt x="1402080" y="65404"/>
                    <a:pt x="1402080" y="69849"/>
                  </a:cubicBezTo>
                  <a:cubicBezTo>
                    <a:pt x="1402080" y="74294"/>
                    <a:pt x="1402080" y="78104"/>
                    <a:pt x="1403350" y="81279"/>
                  </a:cubicBezTo>
                  <a:cubicBezTo>
                    <a:pt x="1403985" y="84454"/>
                    <a:pt x="1405890" y="87629"/>
                    <a:pt x="1407160" y="89534"/>
                  </a:cubicBezTo>
                  <a:cubicBezTo>
                    <a:pt x="1409065" y="92074"/>
                    <a:pt x="1410970" y="93344"/>
                    <a:pt x="1413510" y="94614"/>
                  </a:cubicBezTo>
                  <a:cubicBezTo>
                    <a:pt x="1416050" y="95884"/>
                    <a:pt x="1418590" y="96519"/>
                    <a:pt x="1421130" y="96519"/>
                  </a:cubicBezTo>
                  <a:cubicBezTo>
                    <a:pt x="1423670" y="96519"/>
                    <a:pt x="1426845" y="95884"/>
                    <a:pt x="1428750" y="94614"/>
                  </a:cubicBezTo>
                  <a:cubicBezTo>
                    <a:pt x="1431290" y="93344"/>
                    <a:pt x="1433195" y="91439"/>
                    <a:pt x="1434465" y="88899"/>
                  </a:cubicBezTo>
                  <a:cubicBezTo>
                    <a:pt x="1436370" y="86359"/>
                    <a:pt x="1437640" y="83819"/>
                    <a:pt x="1438275" y="80644"/>
                  </a:cubicBezTo>
                  <a:cubicBezTo>
                    <a:pt x="1438910" y="77469"/>
                    <a:pt x="1439545" y="74294"/>
                    <a:pt x="1439545" y="70484"/>
                  </a:cubicBezTo>
                  <a:lnTo>
                    <a:pt x="1440180" y="69849"/>
                  </a:lnTo>
                  <a:cubicBezTo>
                    <a:pt x="1440180" y="66039"/>
                    <a:pt x="1440180" y="62229"/>
                    <a:pt x="1438910" y="59054"/>
                  </a:cubicBezTo>
                  <a:cubicBezTo>
                    <a:pt x="1438275" y="55879"/>
                    <a:pt x="1436370" y="53339"/>
                    <a:pt x="1435100" y="50799"/>
                  </a:cubicBezTo>
                  <a:cubicBezTo>
                    <a:pt x="1433195" y="48259"/>
                    <a:pt x="1431290" y="46989"/>
                    <a:pt x="1428750" y="45719"/>
                  </a:cubicBezTo>
                  <a:cubicBezTo>
                    <a:pt x="1426210" y="44449"/>
                    <a:pt x="1423670" y="43814"/>
                    <a:pt x="1420495" y="43814"/>
                  </a:cubicBezTo>
                  <a:close/>
                  <a:moveTo>
                    <a:pt x="4041770" y="43180"/>
                  </a:moveTo>
                  <a:cubicBezTo>
                    <a:pt x="4039230" y="43180"/>
                    <a:pt x="4036690" y="43180"/>
                    <a:pt x="4034785" y="44450"/>
                  </a:cubicBezTo>
                  <a:cubicBezTo>
                    <a:pt x="4032880" y="45085"/>
                    <a:pt x="4030975" y="46355"/>
                    <a:pt x="4029705" y="48260"/>
                  </a:cubicBezTo>
                  <a:cubicBezTo>
                    <a:pt x="4028435" y="50165"/>
                    <a:pt x="4027165" y="52070"/>
                    <a:pt x="4025895" y="54610"/>
                  </a:cubicBezTo>
                  <a:cubicBezTo>
                    <a:pt x="4025260" y="57150"/>
                    <a:pt x="4023990" y="59690"/>
                    <a:pt x="4023990" y="62865"/>
                  </a:cubicBezTo>
                  <a:lnTo>
                    <a:pt x="4060185" y="62865"/>
                  </a:lnTo>
                  <a:cubicBezTo>
                    <a:pt x="4060185" y="62865"/>
                    <a:pt x="4059550" y="57785"/>
                    <a:pt x="4058915" y="55245"/>
                  </a:cubicBezTo>
                  <a:cubicBezTo>
                    <a:pt x="4058280" y="52705"/>
                    <a:pt x="4057010" y="50800"/>
                    <a:pt x="4055740" y="48895"/>
                  </a:cubicBezTo>
                  <a:cubicBezTo>
                    <a:pt x="4054470" y="46990"/>
                    <a:pt x="4052565" y="45720"/>
                    <a:pt x="4050025" y="44450"/>
                  </a:cubicBezTo>
                  <a:cubicBezTo>
                    <a:pt x="4047485" y="43180"/>
                    <a:pt x="4044945" y="43180"/>
                    <a:pt x="4041770" y="43180"/>
                  </a:cubicBezTo>
                  <a:close/>
                  <a:moveTo>
                    <a:pt x="3728081" y="43180"/>
                  </a:moveTo>
                  <a:cubicBezTo>
                    <a:pt x="3725541" y="43180"/>
                    <a:pt x="3723001" y="43180"/>
                    <a:pt x="3721096" y="44450"/>
                  </a:cubicBezTo>
                  <a:cubicBezTo>
                    <a:pt x="3719191" y="45085"/>
                    <a:pt x="3717286" y="46355"/>
                    <a:pt x="3716016" y="48260"/>
                  </a:cubicBezTo>
                  <a:cubicBezTo>
                    <a:pt x="3714746" y="50165"/>
                    <a:pt x="3713476" y="52070"/>
                    <a:pt x="3712206" y="54610"/>
                  </a:cubicBezTo>
                  <a:cubicBezTo>
                    <a:pt x="3711571" y="57150"/>
                    <a:pt x="3710301" y="59690"/>
                    <a:pt x="3710301" y="62865"/>
                  </a:cubicBezTo>
                  <a:lnTo>
                    <a:pt x="3746496" y="62865"/>
                  </a:lnTo>
                  <a:cubicBezTo>
                    <a:pt x="3746496" y="62865"/>
                    <a:pt x="3745861" y="57785"/>
                    <a:pt x="3745226" y="55245"/>
                  </a:cubicBezTo>
                  <a:cubicBezTo>
                    <a:pt x="3744591" y="52705"/>
                    <a:pt x="3743321" y="50800"/>
                    <a:pt x="3742051" y="48895"/>
                  </a:cubicBezTo>
                  <a:cubicBezTo>
                    <a:pt x="3740781" y="46990"/>
                    <a:pt x="3738876" y="45720"/>
                    <a:pt x="3736336" y="44450"/>
                  </a:cubicBezTo>
                  <a:cubicBezTo>
                    <a:pt x="3733796" y="43180"/>
                    <a:pt x="3731256" y="43180"/>
                    <a:pt x="3728081" y="43180"/>
                  </a:cubicBezTo>
                  <a:close/>
                  <a:moveTo>
                    <a:pt x="3541391" y="43180"/>
                  </a:moveTo>
                  <a:cubicBezTo>
                    <a:pt x="3538851" y="43180"/>
                    <a:pt x="3536311" y="43180"/>
                    <a:pt x="3534406" y="44450"/>
                  </a:cubicBezTo>
                  <a:cubicBezTo>
                    <a:pt x="3532501" y="45085"/>
                    <a:pt x="3530596" y="46355"/>
                    <a:pt x="3529326" y="48260"/>
                  </a:cubicBezTo>
                  <a:cubicBezTo>
                    <a:pt x="3528056" y="50165"/>
                    <a:pt x="3526786" y="52070"/>
                    <a:pt x="3525516" y="54610"/>
                  </a:cubicBezTo>
                  <a:cubicBezTo>
                    <a:pt x="3524881" y="57150"/>
                    <a:pt x="3524246" y="59690"/>
                    <a:pt x="3523611" y="62865"/>
                  </a:cubicBezTo>
                  <a:lnTo>
                    <a:pt x="3559806" y="62865"/>
                  </a:lnTo>
                  <a:cubicBezTo>
                    <a:pt x="3559806" y="62865"/>
                    <a:pt x="3559171" y="57785"/>
                    <a:pt x="3558536" y="55245"/>
                  </a:cubicBezTo>
                  <a:cubicBezTo>
                    <a:pt x="3557901" y="52705"/>
                    <a:pt x="3556631" y="50800"/>
                    <a:pt x="3555361" y="48895"/>
                  </a:cubicBezTo>
                  <a:cubicBezTo>
                    <a:pt x="3554091" y="46990"/>
                    <a:pt x="3552186" y="45720"/>
                    <a:pt x="3549646" y="44450"/>
                  </a:cubicBezTo>
                  <a:cubicBezTo>
                    <a:pt x="3547106" y="43180"/>
                    <a:pt x="3544566" y="43180"/>
                    <a:pt x="3541391" y="43180"/>
                  </a:cubicBezTo>
                  <a:close/>
                  <a:moveTo>
                    <a:pt x="3463285" y="43180"/>
                  </a:moveTo>
                  <a:cubicBezTo>
                    <a:pt x="3461380" y="43180"/>
                    <a:pt x="3459475" y="43180"/>
                    <a:pt x="3458205" y="43815"/>
                  </a:cubicBezTo>
                  <a:cubicBezTo>
                    <a:pt x="3456300" y="43815"/>
                    <a:pt x="3455030" y="45085"/>
                    <a:pt x="3453125" y="45720"/>
                  </a:cubicBezTo>
                  <a:cubicBezTo>
                    <a:pt x="3451855" y="46355"/>
                    <a:pt x="3449950" y="47625"/>
                    <a:pt x="3448680" y="48895"/>
                  </a:cubicBezTo>
                  <a:cubicBezTo>
                    <a:pt x="3447410" y="50165"/>
                    <a:pt x="3446140" y="51435"/>
                    <a:pt x="3445505" y="52705"/>
                  </a:cubicBezTo>
                  <a:lnTo>
                    <a:pt x="3445505" y="85725"/>
                  </a:lnTo>
                  <a:cubicBezTo>
                    <a:pt x="3445505" y="85725"/>
                    <a:pt x="3447410" y="88265"/>
                    <a:pt x="3448680" y="89535"/>
                  </a:cubicBezTo>
                  <a:cubicBezTo>
                    <a:pt x="3449950" y="90805"/>
                    <a:pt x="3451220" y="92075"/>
                    <a:pt x="3453125" y="92710"/>
                  </a:cubicBezTo>
                  <a:cubicBezTo>
                    <a:pt x="3455030" y="93980"/>
                    <a:pt x="3456300" y="94615"/>
                    <a:pt x="3458205" y="95250"/>
                  </a:cubicBezTo>
                  <a:cubicBezTo>
                    <a:pt x="3460110" y="95250"/>
                    <a:pt x="3462015" y="95885"/>
                    <a:pt x="3463920" y="95885"/>
                  </a:cubicBezTo>
                  <a:cubicBezTo>
                    <a:pt x="3469635" y="95885"/>
                    <a:pt x="3473445" y="93980"/>
                    <a:pt x="3476620" y="89535"/>
                  </a:cubicBezTo>
                  <a:cubicBezTo>
                    <a:pt x="3479795" y="85090"/>
                    <a:pt x="3481065" y="79375"/>
                    <a:pt x="3481065" y="71120"/>
                  </a:cubicBezTo>
                  <a:lnTo>
                    <a:pt x="3480430" y="71755"/>
                  </a:lnTo>
                  <a:cubicBezTo>
                    <a:pt x="3480430" y="62230"/>
                    <a:pt x="3479160" y="54610"/>
                    <a:pt x="3475985" y="50165"/>
                  </a:cubicBezTo>
                  <a:cubicBezTo>
                    <a:pt x="3472810" y="45720"/>
                    <a:pt x="3468365" y="43180"/>
                    <a:pt x="3463285" y="43180"/>
                  </a:cubicBezTo>
                  <a:close/>
                  <a:moveTo>
                    <a:pt x="3343271" y="43180"/>
                  </a:moveTo>
                  <a:cubicBezTo>
                    <a:pt x="3340731" y="43180"/>
                    <a:pt x="3338191" y="43180"/>
                    <a:pt x="3336286" y="44450"/>
                  </a:cubicBezTo>
                  <a:cubicBezTo>
                    <a:pt x="3334381" y="45085"/>
                    <a:pt x="3332476" y="46355"/>
                    <a:pt x="3331206" y="48260"/>
                  </a:cubicBezTo>
                  <a:cubicBezTo>
                    <a:pt x="3329936" y="50165"/>
                    <a:pt x="3328666" y="52070"/>
                    <a:pt x="3327396" y="54610"/>
                  </a:cubicBezTo>
                  <a:cubicBezTo>
                    <a:pt x="3326761" y="57150"/>
                    <a:pt x="3326126" y="59690"/>
                    <a:pt x="3325491" y="62865"/>
                  </a:cubicBezTo>
                  <a:lnTo>
                    <a:pt x="3361686" y="62865"/>
                  </a:lnTo>
                  <a:cubicBezTo>
                    <a:pt x="3361686" y="62865"/>
                    <a:pt x="3361051" y="57785"/>
                    <a:pt x="3360416" y="55245"/>
                  </a:cubicBezTo>
                  <a:cubicBezTo>
                    <a:pt x="3359781" y="52705"/>
                    <a:pt x="3358511" y="50800"/>
                    <a:pt x="3357241" y="48895"/>
                  </a:cubicBezTo>
                  <a:cubicBezTo>
                    <a:pt x="3355971" y="46990"/>
                    <a:pt x="3354066" y="45720"/>
                    <a:pt x="3351526" y="44450"/>
                  </a:cubicBezTo>
                  <a:cubicBezTo>
                    <a:pt x="3348986" y="43180"/>
                    <a:pt x="3346446" y="43180"/>
                    <a:pt x="3343271" y="43180"/>
                  </a:cubicBezTo>
                  <a:close/>
                  <a:moveTo>
                    <a:pt x="2976876" y="43180"/>
                  </a:moveTo>
                  <a:cubicBezTo>
                    <a:pt x="2974336" y="43180"/>
                    <a:pt x="2971796" y="43180"/>
                    <a:pt x="2969891" y="44450"/>
                  </a:cubicBezTo>
                  <a:cubicBezTo>
                    <a:pt x="2967986" y="45085"/>
                    <a:pt x="2966081" y="46355"/>
                    <a:pt x="2964811" y="48260"/>
                  </a:cubicBezTo>
                  <a:cubicBezTo>
                    <a:pt x="2963541" y="50165"/>
                    <a:pt x="2962271" y="52070"/>
                    <a:pt x="2961001" y="54610"/>
                  </a:cubicBezTo>
                  <a:cubicBezTo>
                    <a:pt x="2960366" y="57150"/>
                    <a:pt x="2959731" y="59690"/>
                    <a:pt x="2959096" y="62865"/>
                  </a:cubicBezTo>
                  <a:lnTo>
                    <a:pt x="2995291" y="62865"/>
                  </a:lnTo>
                  <a:cubicBezTo>
                    <a:pt x="2995291" y="62865"/>
                    <a:pt x="2994656" y="57785"/>
                    <a:pt x="2994021" y="55245"/>
                  </a:cubicBezTo>
                  <a:cubicBezTo>
                    <a:pt x="2993386" y="52705"/>
                    <a:pt x="2992116" y="50800"/>
                    <a:pt x="2990846" y="48895"/>
                  </a:cubicBezTo>
                  <a:cubicBezTo>
                    <a:pt x="2989576" y="46990"/>
                    <a:pt x="2987671" y="45720"/>
                    <a:pt x="2985131" y="44450"/>
                  </a:cubicBezTo>
                  <a:cubicBezTo>
                    <a:pt x="2982591" y="43180"/>
                    <a:pt x="2980051" y="43180"/>
                    <a:pt x="2976876" y="43180"/>
                  </a:cubicBezTo>
                  <a:close/>
                  <a:moveTo>
                    <a:pt x="2527930" y="43180"/>
                  </a:moveTo>
                  <a:cubicBezTo>
                    <a:pt x="2525390" y="43180"/>
                    <a:pt x="2522850" y="43180"/>
                    <a:pt x="2520945" y="44450"/>
                  </a:cubicBezTo>
                  <a:cubicBezTo>
                    <a:pt x="2519040" y="45085"/>
                    <a:pt x="2517135" y="46355"/>
                    <a:pt x="2515865" y="48260"/>
                  </a:cubicBezTo>
                  <a:cubicBezTo>
                    <a:pt x="2514595" y="50165"/>
                    <a:pt x="2513325" y="52070"/>
                    <a:pt x="2512055" y="54610"/>
                  </a:cubicBezTo>
                  <a:cubicBezTo>
                    <a:pt x="2511420" y="57150"/>
                    <a:pt x="2510150" y="59690"/>
                    <a:pt x="2510150" y="62865"/>
                  </a:cubicBezTo>
                  <a:lnTo>
                    <a:pt x="2546345" y="62865"/>
                  </a:lnTo>
                  <a:cubicBezTo>
                    <a:pt x="2546345" y="62865"/>
                    <a:pt x="2545710" y="57785"/>
                    <a:pt x="2545075" y="55245"/>
                  </a:cubicBezTo>
                  <a:cubicBezTo>
                    <a:pt x="2544440" y="52705"/>
                    <a:pt x="2543170" y="50800"/>
                    <a:pt x="2541900" y="48895"/>
                  </a:cubicBezTo>
                  <a:cubicBezTo>
                    <a:pt x="2540630" y="46990"/>
                    <a:pt x="2538725" y="45720"/>
                    <a:pt x="2536185" y="44450"/>
                  </a:cubicBezTo>
                  <a:cubicBezTo>
                    <a:pt x="2533645" y="43180"/>
                    <a:pt x="2531105" y="43180"/>
                    <a:pt x="2527930" y="43180"/>
                  </a:cubicBezTo>
                  <a:close/>
                  <a:moveTo>
                    <a:pt x="2214240" y="43180"/>
                  </a:moveTo>
                  <a:cubicBezTo>
                    <a:pt x="2211700" y="43180"/>
                    <a:pt x="2209160" y="43180"/>
                    <a:pt x="2207255" y="44450"/>
                  </a:cubicBezTo>
                  <a:cubicBezTo>
                    <a:pt x="2205350" y="45085"/>
                    <a:pt x="2203445" y="46355"/>
                    <a:pt x="2202175" y="48260"/>
                  </a:cubicBezTo>
                  <a:cubicBezTo>
                    <a:pt x="2200905" y="50165"/>
                    <a:pt x="2199635" y="52070"/>
                    <a:pt x="2198365" y="54610"/>
                  </a:cubicBezTo>
                  <a:cubicBezTo>
                    <a:pt x="2197730" y="57150"/>
                    <a:pt x="2196460" y="59690"/>
                    <a:pt x="2196460" y="62865"/>
                  </a:cubicBezTo>
                  <a:lnTo>
                    <a:pt x="2232655" y="62865"/>
                  </a:lnTo>
                  <a:cubicBezTo>
                    <a:pt x="2232655" y="62865"/>
                    <a:pt x="2232020" y="57785"/>
                    <a:pt x="2231385" y="55245"/>
                  </a:cubicBezTo>
                  <a:cubicBezTo>
                    <a:pt x="2230750" y="52705"/>
                    <a:pt x="2229480" y="50800"/>
                    <a:pt x="2228210" y="48895"/>
                  </a:cubicBezTo>
                  <a:cubicBezTo>
                    <a:pt x="2226940" y="46990"/>
                    <a:pt x="2225035" y="45720"/>
                    <a:pt x="2222495" y="44450"/>
                  </a:cubicBezTo>
                  <a:cubicBezTo>
                    <a:pt x="2219955" y="43180"/>
                    <a:pt x="2217415" y="43180"/>
                    <a:pt x="2214240" y="43180"/>
                  </a:cubicBezTo>
                  <a:close/>
                  <a:moveTo>
                    <a:pt x="2027551" y="43180"/>
                  </a:moveTo>
                  <a:cubicBezTo>
                    <a:pt x="2025011" y="43180"/>
                    <a:pt x="2022471" y="43180"/>
                    <a:pt x="2020566" y="44450"/>
                  </a:cubicBezTo>
                  <a:cubicBezTo>
                    <a:pt x="2018661" y="45085"/>
                    <a:pt x="2016756" y="46355"/>
                    <a:pt x="2015486" y="48260"/>
                  </a:cubicBezTo>
                  <a:cubicBezTo>
                    <a:pt x="2014216" y="50165"/>
                    <a:pt x="2012946" y="52070"/>
                    <a:pt x="2011676" y="54610"/>
                  </a:cubicBezTo>
                  <a:cubicBezTo>
                    <a:pt x="2011041" y="57150"/>
                    <a:pt x="2010406" y="59690"/>
                    <a:pt x="2009771" y="62865"/>
                  </a:cubicBezTo>
                  <a:lnTo>
                    <a:pt x="2045966" y="62865"/>
                  </a:lnTo>
                  <a:cubicBezTo>
                    <a:pt x="2045966" y="62865"/>
                    <a:pt x="2045331" y="57785"/>
                    <a:pt x="2044696" y="55245"/>
                  </a:cubicBezTo>
                  <a:cubicBezTo>
                    <a:pt x="2044061" y="52705"/>
                    <a:pt x="2042791" y="50800"/>
                    <a:pt x="2041521" y="48895"/>
                  </a:cubicBezTo>
                  <a:cubicBezTo>
                    <a:pt x="2040251" y="46990"/>
                    <a:pt x="2038346" y="45720"/>
                    <a:pt x="2035806" y="44450"/>
                  </a:cubicBezTo>
                  <a:cubicBezTo>
                    <a:pt x="2033266" y="43180"/>
                    <a:pt x="2030726" y="43180"/>
                    <a:pt x="2027551" y="43180"/>
                  </a:cubicBezTo>
                  <a:close/>
                  <a:moveTo>
                    <a:pt x="1949445" y="43180"/>
                  </a:moveTo>
                  <a:cubicBezTo>
                    <a:pt x="1947540" y="43180"/>
                    <a:pt x="1945635" y="43180"/>
                    <a:pt x="1944365" y="43815"/>
                  </a:cubicBezTo>
                  <a:cubicBezTo>
                    <a:pt x="1942460" y="43815"/>
                    <a:pt x="1941190" y="45085"/>
                    <a:pt x="1939285" y="45720"/>
                  </a:cubicBezTo>
                  <a:cubicBezTo>
                    <a:pt x="1938015" y="46355"/>
                    <a:pt x="1936110" y="47625"/>
                    <a:pt x="1934840" y="48895"/>
                  </a:cubicBezTo>
                  <a:cubicBezTo>
                    <a:pt x="1933570" y="50165"/>
                    <a:pt x="1932300" y="51435"/>
                    <a:pt x="1931665" y="52705"/>
                  </a:cubicBezTo>
                  <a:lnTo>
                    <a:pt x="1931665" y="85725"/>
                  </a:lnTo>
                  <a:cubicBezTo>
                    <a:pt x="1931665" y="85725"/>
                    <a:pt x="1933570" y="88265"/>
                    <a:pt x="1934840" y="89535"/>
                  </a:cubicBezTo>
                  <a:cubicBezTo>
                    <a:pt x="1936110" y="90805"/>
                    <a:pt x="1937380" y="92075"/>
                    <a:pt x="1939285" y="92710"/>
                  </a:cubicBezTo>
                  <a:cubicBezTo>
                    <a:pt x="1941190" y="93980"/>
                    <a:pt x="1942460" y="94615"/>
                    <a:pt x="1944365" y="95250"/>
                  </a:cubicBezTo>
                  <a:cubicBezTo>
                    <a:pt x="1946270" y="95250"/>
                    <a:pt x="1948175" y="95885"/>
                    <a:pt x="1950080" y="95885"/>
                  </a:cubicBezTo>
                  <a:cubicBezTo>
                    <a:pt x="1955795" y="95885"/>
                    <a:pt x="1959605" y="93980"/>
                    <a:pt x="1962780" y="89535"/>
                  </a:cubicBezTo>
                  <a:cubicBezTo>
                    <a:pt x="1965955" y="85090"/>
                    <a:pt x="1967225" y="79375"/>
                    <a:pt x="1967225" y="71120"/>
                  </a:cubicBezTo>
                  <a:lnTo>
                    <a:pt x="1966590" y="71755"/>
                  </a:lnTo>
                  <a:cubicBezTo>
                    <a:pt x="1966590" y="62230"/>
                    <a:pt x="1965320" y="54610"/>
                    <a:pt x="1962145" y="50165"/>
                  </a:cubicBezTo>
                  <a:cubicBezTo>
                    <a:pt x="1958970" y="45720"/>
                    <a:pt x="1954525" y="43180"/>
                    <a:pt x="1949445" y="43180"/>
                  </a:cubicBezTo>
                  <a:close/>
                  <a:moveTo>
                    <a:pt x="1829431" y="43180"/>
                  </a:moveTo>
                  <a:cubicBezTo>
                    <a:pt x="1826891" y="43180"/>
                    <a:pt x="1824351" y="43180"/>
                    <a:pt x="1822446" y="44450"/>
                  </a:cubicBezTo>
                  <a:cubicBezTo>
                    <a:pt x="1820541" y="45085"/>
                    <a:pt x="1818636" y="46355"/>
                    <a:pt x="1817366" y="48260"/>
                  </a:cubicBezTo>
                  <a:cubicBezTo>
                    <a:pt x="1816096" y="50165"/>
                    <a:pt x="1814826" y="52070"/>
                    <a:pt x="1813556" y="54610"/>
                  </a:cubicBezTo>
                  <a:cubicBezTo>
                    <a:pt x="1812921" y="57150"/>
                    <a:pt x="1811651" y="59690"/>
                    <a:pt x="1811651" y="62865"/>
                  </a:cubicBezTo>
                  <a:lnTo>
                    <a:pt x="1847846" y="62865"/>
                  </a:lnTo>
                  <a:cubicBezTo>
                    <a:pt x="1847846" y="62865"/>
                    <a:pt x="1847211" y="57785"/>
                    <a:pt x="1846576" y="55245"/>
                  </a:cubicBezTo>
                  <a:cubicBezTo>
                    <a:pt x="1845941" y="52705"/>
                    <a:pt x="1844671" y="50800"/>
                    <a:pt x="1843401" y="48895"/>
                  </a:cubicBezTo>
                  <a:cubicBezTo>
                    <a:pt x="1842131" y="46990"/>
                    <a:pt x="1840226" y="45720"/>
                    <a:pt x="1837686" y="44450"/>
                  </a:cubicBezTo>
                  <a:cubicBezTo>
                    <a:pt x="1835146" y="43180"/>
                    <a:pt x="1832606" y="43180"/>
                    <a:pt x="1829431" y="43180"/>
                  </a:cubicBezTo>
                  <a:close/>
                  <a:moveTo>
                    <a:pt x="1178561" y="43180"/>
                  </a:moveTo>
                  <a:cubicBezTo>
                    <a:pt x="1176021" y="43180"/>
                    <a:pt x="1173481" y="43180"/>
                    <a:pt x="1171576" y="44450"/>
                  </a:cubicBezTo>
                  <a:cubicBezTo>
                    <a:pt x="1169671" y="45085"/>
                    <a:pt x="1167766" y="46355"/>
                    <a:pt x="1166496" y="48260"/>
                  </a:cubicBezTo>
                  <a:cubicBezTo>
                    <a:pt x="1165226" y="50165"/>
                    <a:pt x="1163956" y="52070"/>
                    <a:pt x="1162686" y="54610"/>
                  </a:cubicBezTo>
                  <a:cubicBezTo>
                    <a:pt x="1162051" y="57150"/>
                    <a:pt x="1160781" y="59690"/>
                    <a:pt x="1160781" y="62865"/>
                  </a:cubicBezTo>
                  <a:lnTo>
                    <a:pt x="1196976" y="62865"/>
                  </a:lnTo>
                  <a:cubicBezTo>
                    <a:pt x="1196976" y="62865"/>
                    <a:pt x="1196341" y="57785"/>
                    <a:pt x="1195706" y="55245"/>
                  </a:cubicBezTo>
                  <a:cubicBezTo>
                    <a:pt x="1195071" y="52705"/>
                    <a:pt x="1193801" y="50800"/>
                    <a:pt x="1192531" y="48895"/>
                  </a:cubicBezTo>
                  <a:cubicBezTo>
                    <a:pt x="1191261" y="46990"/>
                    <a:pt x="1189356" y="45720"/>
                    <a:pt x="1186816" y="44450"/>
                  </a:cubicBezTo>
                  <a:cubicBezTo>
                    <a:pt x="1184276" y="43180"/>
                    <a:pt x="1181736" y="43180"/>
                    <a:pt x="1178561" y="43180"/>
                  </a:cubicBezTo>
                  <a:close/>
                  <a:moveTo>
                    <a:pt x="898525" y="43180"/>
                  </a:moveTo>
                  <a:cubicBezTo>
                    <a:pt x="895985" y="43180"/>
                    <a:pt x="893445" y="43180"/>
                    <a:pt x="891540" y="44450"/>
                  </a:cubicBezTo>
                  <a:cubicBezTo>
                    <a:pt x="889635" y="45085"/>
                    <a:pt x="887730" y="46355"/>
                    <a:pt x="886460" y="48260"/>
                  </a:cubicBezTo>
                  <a:cubicBezTo>
                    <a:pt x="885190" y="50165"/>
                    <a:pt x="883920" y="52070"/>
                    <a:pt x="882650" y="54610"/>
                  </a:cubicBezTo>
                  <a:cubicBezTo>
                    <a:pt x="882015" y="57150"/>
                    <a:pt x="881380" y="59690"/>
                    <a:pt x="880745" y="62865"/>
                  </a:cubicBezTo>
                  <a:lnTo>
                    <a:pt x="916940" y="62865"/>
                  </a:lnTo>
                  <a:cubicBezTo>
                    <a:pt x="916940" y="62865"/>
                    <a:pt x="916305" y="57785"/>
                    <a:pt x="915670" y="55245"/>
                  </a:cubicBezTo>
                  <a:cubicBezTo>
                    <a:pt x="915035" y="52705"/>
                    <a:pt x="913765" y="50800"/>
                    <a:pt x="912495" y="48895"/>
                  </a:cubicBezTo>
                  <a:cubicBezTo>
                    <a:pt x="911225" y="46990"/>
                    <a:pt x="909320" y="45720"/>
                    <a:pt x="906780" y="44450"/>
                  </a:cubicBezTo>
                  <a:cubicBezTo>
                    <a:pt x="904240" y="43180"/>
                    <a:pt x="901700" y="43180"/>
                    <a:pt x="898525" y="43180"/>
                  </a:cubicBezTo>
                  <a:close/>
                  <a:moveTo>
                    <a:pt x="584834" y="43180"/>
                  </a:moveTo>
                  <a:cubicBezTo>
                    <a:pt x="582294" y="43180"/>
                    <a:pt x="579754" y="43180"/>
                    <a:pt x="577849" y="44450"/>
                  </a:cubicBezTo>
                  <a:cubicBezTo>
                    <a:pt x="575944" y="45085"/>
                    <a:pt x="574039" y="46355"/>
                    <a:pt x="572769" y="48260"/>
                  </a:cubicBezTo>
                  <a:cubicBezTo>
                    <a:pt x="571499" y="50165"/>
                    <a:pt x="570229" y="52070"/>
                    <a:pt x="568959" y="54610"/>
                  </a:cubicBezTo>
                  <a:cubicBezTo>
                    <a:pt x="568324" y="57150"/>
                    <a:pt x="567689" y="59690"/>
                    <a:pt x="567054" y="62865"/>
                  </a:cubicBezTo>
                  <a:lnTo>
                    <a:pt x="603249" y="62865"/>
                  </a:lnTo>
                  <a:cubicBezTo>
                    <a:pt x="603249" y="62865"/>
                    <a:pt x="602614" y="57785"/>
                    <a:pt x="601979" y="55245"/>
                  </a:cubicBezTo>
                  <a:cubicBezTo>
                    <a:pt x="601344" y="52705"/>
                    <a:pt x="600074" y="50800"/>
                    <a:pt x="598804" y="48895"/>
                  </a:cubicBezTo>
                  <a:cubicBezTo>
                    <a:pt x="597534" y="46990"/>
                    <a:pt x="595629" y="45720"/>
                    <a:pt x="593089" y="44450"/>
                  </a:cubicBezTo>
                  <a:cubicBezTo>
                    <a:pt x="590549" y="43180"/>
                    <a:pt x="588009" y="43180"/>
                    <a:pt x="584834" y="43180"/>
                  </a:cubicBezTo>
                  <a:close/>
                  <a:moveTo>
                    <a:pt x="398145" y="43180"/>
                  </a:moveTo>
                  <a:cubicBezTo>
                    <a:pt x="395605" y="43180"/>
                    <a:pt x="393065" y="43180"/>
                    <a:pt x="391160" y="44450"/>
                  </a:cubicBezTo>
                  <a:cubicBezTo>
                    <a:pt x="389255" y="45085"/>
                    <a:pt x="387350" y="46355"/>
                    <a:pt x="386080" y="48260"/>
                  </a:cubicBezTo>
                  <a:cubicBezTo>
                    <a:pt x="384810" y="50165"/>
                    <a:pt x="383540" y="52070"/>
                    <a:pt x="382270" y="54610"/>
                  </a:cubicBezTo>
                  <a:cubicBezTo>
                    <a:pt x="381635" y="57150"/>
                    <a:pt x="380365" y="59690"/>
                    <a:pt x="380365" y="62865"/>
                  </a:cubicBezTo>
                  <a:lnTo>
                    <a:pt x="416560" y="62865"/>
                  </a:lnTo>
                  <a:cubicBezTo>
                    <a:pt x="416560" y="62865"/>
                    <a:pt x="415925" y="57785"/>
                    <a:pt x="415290" y="55245"/>
                  </a:cubicBezTo>
                  <a:cubicBezTo>
                    <a:pt x="414655" y="52705"/>
                    <a:pt x="413385" y="50800"/>
                    <a:pt x="412115" y="48895"/>
                  </a:cubicBezTo>
                  <a:cubicBezTo>
                    <a:pt x="410845" y="46990"/>
                    <a:pt x="408940" y="45720"/>
                    <a:pt x="406400" y="44450"/>
                  </a:cubicBezTo>
                  <a:cubicBezTo>
                    <a:pt x="403860" y="43180"/>
                    <a:pt x="401320" y="43180"/>
                    <a:pt x="398145" y="43180"/>
                  </a:cubicBezTo>
                  <a:close/>
                  <a:moveTo>
                    <a:pt x="320039" y="43180"/>
                  </a:moveTo>
                  <a:cubicBezTo>
                    <a:pt x="318134" y="43180"/>
                    <a:pt x="316229" y="43180"/>
                    <a:pt x="314959" y="43815"/>
                  </a:cubicBezTo>
                  <a:cubicBezTo>
                    <a:pt x="313054" y="43815"/>
                    <a:pt x="311784" y="45085"/>
                    <a:pt x="309879" y="45720"/>
                  </a:cubicBezTo>
                  <a:cubicBezTo>
                    <a:pt x="308609" y="46355"/>
                    <a:pt x="306704" y="47625"/>
                    <a:pt x="305434" y="48895"/>
                  </a:cubicBezTo>
                  <a:cubicBezTo>
                    <a:pt x="304164" y="50165"/>
                    <a:pt x="302894" y="51435"/>
                    <a:pt x="302259" y="52705"/>
                  </a:cubicBezTo>
                  <a:lnTo>
                    <a:pt x="302259" y="85725"/>
                  </a:lnTo>
                  <a:cubicBezTo>
                    <a:pt x="302259" y="85725"/>
                    <a:pt x="304164" y="88265"/>
                    <a:pt x="305434" y="89535"/>
                  </a:cubicBezTo>
                  <a:cubicBezTo>
                    <a:pt x="306704" y="90805"/>
                    <a:pt x="307974" y="92075"/>
                    <a:pt x="309879" y="92710"/>
                  </a:cubicBezTo>
                  <a:cubicBezTo>
                    <a:pt x="311784" y="93980"/>
                    <a:pt x="313054" y="94615"/>
                    <a:pt x="314959" y="95250"/>
                  </a:cubicBezTo>
                  <a:cubicBezTo>
                    <a:pt x="316864" y="95250"/>
                    <a:pt x="318769" y="95885"/>
                    <a:pt x="320674" y="95885"/>
                  </a:cubicBezTo>
                  <a:cubicBezTo>
                    <a:pt x="326389" y="95885"/>
                    <a:pt x="330199" y="93980"/>
                    <a:pt x="333374" y="89535"/>
                  </a:cubicBezTo>
                  <a:cubicBezTo>
                    <a:pt x="336549" y="85090"/>
                    <a:pt x="337819" y="79375"/>
                    <a:pt x="337819" y="71120"/>
                  </a:cubicBezTo>
                  <a:lnTo>
                    <a:pt x="337184" y="71755"/>
                  </a:lnTo>
                  <a:cubicBezTo>
                    <a:pt x="337184" y="62230"/>
                    <a:pt x="335914" y="54610"/>
                    <a:pt x="332739" y="50165"/>
                  </a:cubicBezTo>
                  <a:cubicBezTo>
                    <a:pt x="329564" y="45720"/>
                    <a:pt x="325119" y="43180"/>
                    <a:pt x="320039" y="43180"/>
                  </a:cubicBezTo>
                  <a:close/>
                  <a:moveTo>
                    <a:pt x="200025" y="43180"/>
                  </a:moveTo>
                  <a:cubicBezTo>
                    <a:pt x="197485" y="43180"/>
                    <a:pt x="194945" y="43180"/>
                    <a:pt x="193040" y="44450"/>
                  </a:cubicBezTo>
                  <a:cubicBezTo>
                    <a:pt x="191135" y="45085"/>
                    <a:pt x="189230" y="46355"/>
                    <a:pt x="187960" y="48260"/>
                  </a:cubicBezTo>
                  <a:cubicBezTo>
                    <a:pt x="186690" y="50165"/>
                    <a:pt x="185420" y="52070"/>
                    <a:pt x="184150" y="54610"/>
                  </a:cubicBezTo>
                  <a:cubicBezTo>
                    <a:pt x="183515" y="57150"/>
                    <a:pt x="182880" y="59690"/>
                    <a:pt x="182245" y="62865"/>
                  </a:cubicBezTo>
                  <a:lnTo>
                    <a:pt x="218440" y="62865"/>
                  </a:lnTo>
                  <a:cubicBezTo>
                    <a:pt x="218440" y="62865"/>
                    <a:pt x="217805" y="57785"/>
                    <a:pt x="217170" y="55245"/>
                  </a:cubicBezTo>
                  <a:cubicBezTo>
                    <a:pt x="216535" y="52705"/>
                    <a:pt x="215265" y="50800"/>
                    <a:pt x="213995" y="48895"/>
                  </a:cubicBezTo>
                  <a:cubicBezTo>
                    <a:pt x="212725" y="46990"/>
                    <a:pt x="210820" y="45720"/>
                    <a:pt x="208280" y="44450"/>
                  </a:cubicBezTo>
                  <a:cubicBezTo>
                    <a:pt x="205740" y="43180"/>
                    <a:pt x="203200" y="43180"/>
                    <a:pt x="200025" y="43180"/>
                  </a:cubicBezTo>
                  <a:close/>
                  <a:moveTo>
                    <a:pt x="4439281" y="43179"/>
                  </a:moveTo>
                  <a:cubicBezTo>
                    <a:pt x="4433566" y="43179"/>
                    <a:pt x="4429756" y="45084"/>
                    <a:pt x="4426581" y="49529"/>
                  </a:cubicBezTo>
                  <a:cubicBezTo>
                    <a:pt x="4423406" y="53974"/>
                    <a:pt x="4422136" y="59689"/>
                    <a:pt x="4422136" y="67944"/>
                  </a:cubicBezTo>
                  <a:cubicBezTo>
                    <a:pt x="4422136" y="73024"/>
                    <a:pt x="4422136" y="76834"/>
                    <a:pt x="4423406" y="80644"/>
                  </a:cubicBezTo>
                  <a:cubicBezTo>
                    <a:pt x="4424041" y="84454"/>
                    <a:pt x="4425311" y="86994"/>
                    <a:pt x="4426581" y="89534"/>
                  </a:cubicBezTo>
                  <a:cubicBezTo>
                    <a:pt x="4427851" y="92074"/>
                    <a:pt x="4429756" y="93344"/>
                    <a:pt x="4432296" y="94614"/>
                  </a:cubicBezTo>
                  <a:cubicBezTo>
                    <a:pt x="4434201" y="95884"/>
                    <a:pt x="4436741" y="96519"/>
                    <a:pt x="4439916" y="96519"/>
                  </a:cubicBezTo>
                  <a:cubicBezTo>
                    <a:pt x="4441821" y="96519"/>
                    <a:pt x="4443726" y="96519"/>
                    <a:pt x="4444996" y="95884"/>
                  </a:cubicBezTo>
                  <a:cubicBezTo>
                    <a:pt x="4446901" y="95884"/>
                    <a:pt x="4448171" y="94614"/>
                    <a:pt x="4450076" y="93344"/>
                  </a:cubicBezTo>
                  <a:cubicBezTo>
                    <a:pt x="4451346" y="92709"/>
                    <a:pt x="4453251" y="91439"/>
                    <a:pt x="4454521" y="90169"/>
                  </a:cubicBezTo>
                  <a:cubicBezTo>
                    <a:pt x="4455791" y="88899"/>
                    <a:pt x="4457061" y="87629"/>
                    <a:pt x="4457696" y="86359"/>
                  </a:cubicBezTo>
                  <a:lnTo>
                    <a:pt x="4457696" y="53339"/>
                  </a:lnTo>
                  <a:cubicBezTo>
                    <a:pt x="4457696" y="53339"/>
                    <a:pt x="4455791" y="50799"/>
                    <a:pt x="4454521" y="49529"/>
                  </a:cubicBezTo>
                  <a:cubicBezTo>
                    <a:pt x="4453251" y="48259"/>
                    <a:pt x="4451981" y="46989"/>
                    <a:pt x="4450076" y="46354"/>
                  </a:cubicBezTo>
                  <a:cubicBezTo>
                    <a:pt x="4448806" y="45084"/>
                    <a:pt x="4446901" y="44449"/>
                    <a:pt x="4444996" y="43814"/>
                  </a:cubicBezTo>
                  <a:cubicBezTo>
                    <a:pt x="4443091" y="43814"/>
                    <a:pt x="4441186" y="43179"/>
                    <a:pt x="4439281" y="43179"/>
                  </a:cubicBezTo>
                  <a:close/>
                  <a:moveTo>
                    <a:pt x="1014731" y="43179"/>
                  </a:moveTo>
                  <a:cubicBezTo>
                    <a:pt x="1009016" y="43179"/>
                    <a:pt x="1005206" y="45084"/>
                    <a:pt x="1002032" y="49529"/>
                  </a:cubicBezTo>
                  <a:cubicBezTo>
                    <a:pt x="998856" y="53974"/>
                    <a:pt x="997587" y="59689"/>
                    <a:pt x="997587" y="67944"/>
                  </a:cubicBezTo>
                  <a:cubicBezTo>
                    <a:pt x="997587" y="77469"/>
                    <a:pt x="998856" y="84454"/>
                    <a:pt x="1002032" y="88899"/>
                  </a:cubicBezTo>
                  <a:cubicBezTo>
                    <a:pt x="1005206" y="93979"/>
                    <a:pt x="1009016" y="95884"/>
                    <a:pt x="1015367" y="95884"/>
                  </a:cubicBezTo>
                  <a:cubicBezTo>
                    <a:pt x="1018541" y="95884"/>
                    <a:pt x="1022352" y="95249"/>
                    <a:pt x="1024891" y="93344"/>
                  </a:cubicBezTo>
                  <a:cubicBezTo>
                    <a:pt x="1028067" y="91439"/>
                    <a:pt x="1030607" y="88899"/>
                    <a:pt x="1033147" y="86359"/>
                  </a:cubicBezTo>
                  <a:lnTo>
                    <a:pt x="1033147" y="53339"/>
                  </a:lnTo>
                  <a:cubicBezTo>
                    <a:pt x="1033147" y="53339"/>
                    <a:pt x="1031242" y="50799"/>
                    <a:pt x="1029971" y="49529"/>
                  </a:cubicBezTo>
                  <a:cubicBezTo>
                    <a:pt x="1028702" y="48259"/>
                    <a:pt x="1027431" y="46989"/>
                    <a:pt x="1025526" y="46354"/>
                  </a:cubicBezTo>
                  <a:cubicBezTo>
                    <a:pt x="1023621" y="45084"/>
                    <a:pt x="1022352" y="44449"/>
                    <a:pt x="1020446" y="43814"/>
                  </a:cubicBezTo>
                  <a:cubicBezTo>
                    <a:pt x="1018541" y="43179"/>
                    <a:pt x="1016636" y="43179"/>
                    <a:pt x="1014731" y="43179"/>
                  </a:cubicBezTo>
                  <a:close/>
                  <a:moveTo>
                    <a:pt x="4524370" y="31114"/>
                  </a:moveTo>
                  <a:lnTo>
                    <a:pt x="4538975" y="31114"/>
                  </a:lnTo>
                  <a:lnTo>
                    <a:pt x="4552310" y="84454"/>
                  </a:lnTo>
                  <a:lnTo>
                    <a:pt x="4566915" y="31114"/>
                  </a:lnTo>
                  <a:lnTo>
                    <a:pt x="4579615" y="31114"/>
                  </a:lnTo>
                  <a:lnTo>
                    <a:pt x="4594220" y="84454"/>
                  </a:lnTo>
                  <a:lnTo>
                    <a:pt x="4606920" y="31114"/>
                  </a:lnTo>
                  <a:lnTo>
                    <a:pt x="4622160" y="31114"/>
                  </a:lnTo>
                  <a:lnTo>
                    <a:pt x="4600570" y="108584"/>
                  </a:lnTo>
                  <a:lnTo>
                    <a:pt x="4587235" y="108584"/>
                  </a:lnTo>
                  <a:lnTo>
                    <a:pt x="4572630" y="54609"/>
                  </a:lnTo>
                  <a:lnTo>
                    <a:pt x="4558660" y="108584"/>
                  </a:lnTo>
                  <a:lnTo>
                    <a:pt x="4545325" y="108584"/>
                  </a:lnTo>
                  <a:close/>
                  <a:moveTo>
                    <a:pt x="4123686" y="31114"/>
                  </a:moveTo>
                  <a:lnTo>
                    <a:pt x="4138926" y="31114"/>
                  </a:lnTo>
                  <a:lnTo>
                    <a:pt x="4152261" y="84454"/>
                  </a:lnTo>
                  <a:lnTo>
                    <a:pt x="4166866" y="31114"/>
                  </a:lnTo>
                  <a:lnTo>
                    <a:pt x="4178931" y="31114"/>
                  </a:lnTo>
                  <a:lnTo>
                    <a:pt x="4193536" y="84454"/>
                  </a:lnTo>
                  <a:lnTo>
                    <a:pt x="4206871" y="31114"/>
                  </a:lnTo>
                  <a:lnTo>
                    <a:pt x="4222111" y="31114"/>
                  </a:lnTo>
                  <a:lnTo>
                    <a:pt x="4200521" y="108584"/>
                  </a:lnTo>
                  <a:lnTo>
                    <a:pt x="4187186" y="108584"/>
                  </a:lnTo>
                  <a:lnTo>
                    <a:pt x="4172581" y="54609"/>
                  </a:lnTo>
                  <a:lnTo>
                    <a:pt x="4157976" y="108584"/>
                  </a:lnTo>
                  <a:lnTo>
                    <a:pt x="4145276" y="108584"/>
                  </a:lnTo>
                  <a:close/>
                  <a:moveTo>
                    <a:pt x="2837811" y="31114"/>
                  </a:moveTo>
                  <a:lnTo>
                    <a:pt x="2852416" y="31114"/>
                  </a:lnTo>
                  <a:lnTo>
                    <a:pt x="2865751" y="84454"/>
                  </a:lnTo>
                  <a:lnTo>
                    <a:pt x="2880356" y="31114"/>
                  </a:lnTo>
                  <a:lnTo>
                    <a:pt x="2893056" y="31114"/>
                  </a:lnTo>
                  <a:lnTo>
                    <a:pt x="2907661" y="84454"/>
                  </a:lnTo>
                  <a:lnTo>
                    <a:pt x="2920361" y="31114"/>
                  </a:lnTo>
                  <a:lnTo>
                    <a:pt x="2935601" y="31114"/>
                  </a:lnTo>
                  <a:lnTo>
                    <a:pt x="2914011" y="108584"/>
                  </a:lnTo>
                  <a:lnTo>
                    <a:pt x="2900676" y="108584"/>
                  </a:lnTo>
                  <a:lnTo>
                    <a:pt x="2886706" y="54609"/>
                  </a:lnTo>
                  <a:lnTo>
                    <a:pt x="2872101" y="108584"/>
                  </a:lnTo>
                  <a:lnTo>
                    <a:pt x="2858766" y="108584"/>
                  </a:lnTo>
                  <a:close/>
                  <a:moveTo>
                    <a:pt x="1354455" y="31114"/>
                  </a:moveTo>
                  <a:lnTo>
                    <a:pt x="1369695" y="31114"/>
                  </a:lnTo>
                  <a:lnTo>
                    <a:pt x="1369695" y="109219"/>
                  </a:lnTo>
                  <a:lnTo>
                    <a:pt x="1354455" y="109219"/>
                  </a:lnTo>
                  <a:close/>
                  <a:moveTo>
                    <a:pt x="2646040" y="29844"/>
                  </a:moveTo>
                  <a:cubicBezTo>
                    <a:pt x="2650485" y="29844"/>
                    <a:pt x="2654295" y="29844"/>
                    <a:pt x="2658105" y="31749"/>
                  </a:cubicBezTo>
                  <a:cubicBezTo>
                    <a:pt x="2661915" y="33019"/>
                    <a:pt x="2665090" y="34289"/>
                    <a:pt x="2667630" y="36829"/>
                  </a:cubicBezTo>
                  <a:cubicBezTo>
                    <a:pt x="2670170" y="38734"/>
                    <a:pt x="2672075" y="41909"/>
                    <a:pt x="2673345" y="45084"/>
                  </a:cubicBezTo>
                  <a:cubicBezTo>
                    <a:pt x="2674615" y="48259"/>
                    <a:pt x="2675250" y="52069"/>
                    <a:pt x="2675250" y="56514"/>
                  </a:cubicBezTo>
                  <a:lnTo>
                    <a:pt x="2675250" y="109854"/>
                  </a:lnTo>
                  <a:lnTo>
                    <a:pt x="2660010" y="109854"/>
                  </a:lnTo>
                  <a:lnTo>
                    <a:pt x="2660010" y="108584"/>
                  </a:lnTo>
                  <a:lnTo>
                    <a:pt x="2660010" y="100964"/>
                  </a:lnTo>
                  <a:cubicBezTo>
                    <a:pt x="2660010" y="100964"/>
                    <a:pt x="2656200" y="104139"/>
                    <a:pt x="2654930" y="104774"/>
                  </a:cubicBezTo>
                  <a:cubicBezTo>
                    <a:pt x="2653660" y="105409"/>
                    <a:pt x="2652390" y="106679"/>
                    <a:pt x="2651120" y="107314"/>
                  </a:cubicBezTo>
                  <a:cubicBezTo>
                    <a:pt x="2649850" y="107949"/>
                    <a:pt x="2647945" y="108584"/>
                    <a:pt x="2646040" y="109219"/>
                  </a:cubicBezTo>
                  <a:cubicBezTo>
                    <a:pt x="2644135" y="109219"/>
                    <a:pt x="2641595" y="109854"/>
                    <a:pt x="2639055" y="109854"/>
                  </a:cubicBezTo>
                  <a:cubicBezTo>
                    <a:pt x="2635880" y="109854"/>
                    <a:pt x="2632705" y="109854"/>
                    <a:pt x="2629530" y="108584"/>
                  </a:cubicBezTo>
                  <a:cubicBezTo>
                    <a:pt x="2626355" y="107949"/>
                    <a:pt x="2623180" y="106044"/>
                    <a:pt x="2620640" y="104139"/>
                  </a:cubicBezTo>
                  <a:cubicBezTo>
                    <a:pt x="2618100" y="102234"/>
                    <a:pt x="2616195" y="99059"/>
                    <a:pt x="2614290" y="95884"/>
                  </a:cubicBezTo>
                  <a:cubicBezTo>
                    <a:pt x="2612385" y="92709"/>
                    <a:pt x="2611750" y="88264"/>
                    <a:pt x="2611750" y="83819"/>
                  </a:cubicBezTo>
                  <a:cubicBezTo>
                    <a:pt x="2611750" y="79374"/>
                    <a:pt x="2612385" y="75564"/>
                    <a:pt x="2614290" y="72389"/>
                  </a:cubicBezTo>
                  <a:cubicBezTo>
                    <a:pt x="2615560" y="69214"/>
                    <a:pt x="2618100" y="66674"/>
                    <a:pt x="2620640" y="64769"/>
                  </a:cubicBezTo>
                  <a:cubicBezTo>
                    <a:pt x="2623180" y="62864"/>
                    <a:pt x="2626990" y="60959"/>
                    <a:pt x="2630800" y="60324"/>
                  </a:cubicBezTo>
                  <a:cubicBezTo>
                    <a:pt x="2634610" y="59054"/>
                    <a:pt x="2638420" y="59054"/>
                    <a:pt x="2642865" y="59054"/>
                  </a:cubicBezTo>
                  <a:cubicBezTo>
                    <a:pt x="2646675" y="59054"/>
                    <a:pt x="2650485" y="59054"/>
                    <a:pt x="2653025" y="59689"/>
                  </a:cubicBezTo>
                  <a:cubicBezTo>
                    <a:pt x="2655565" y="59689"/>
                    <a:pt x="2658105" y="60959"/>
                    <a:pt x="2660010" y="61594"/>
                  </a:cubicBezTo>
                  <a:lnTo>
                    <a:pt x="2660010" y="55879"/>
                  </a:lnTo>
                  <a:cubicBezTo>
                    <a:pt x="2660010" y="51434"/>
                    <a:pt x="2658740" y="48259"/>
                    <a:pt x="2656200" y="46354"/>
                  </a:cubicBezTo>
                  <a:cubicBezTo>
                    <a:pt x="2653660" y="43814"/>
                    <a:pt x="2649850" y="43179"/>
                    <a:pt x="2645405" y="43179"/>
                  </a:cubicBezTo>
                  <a:cubicBezTo>
                    <a:pt x="2641595" y="43179"/>
                    <a:pt x="2637785" y="43179"/>
                    <a:pt x="2634610" y="44449"/>
                  </a:cubicBezTo>
                  <a:cubicBezTo>
                    <a:pt x="2631435" y="45084"/>
                    <a:pt x="2628260" y="46354"/>
                    <a:pt x="2625085" y="48259"/>
                  </a:cubicBezTo>
                  <a:lnTo>
                    <a:pt x="2619370" y="36829"/>
                  </a:lnTo>
                  <a:cubicBezTo>
                    <a:pt x="2623180" y="34289"/>
                    <a:pt x="2626990" y="33019"/>
                    <a:pt x="2631435" y="31749"/>
                  </a:cubicBezTo>
                  <a:cubicBezTo>
                    <a:pt x="2635880" y="30479"/>
                    <a:pt x="2640325" y="29844"/>
                    <a:pt x="2646040" y="29844"/>
                  </a:cubicBezTo>
                  <a:close/>
                  <a:moveTo>
                    <a:pt x="1114426" y="29844"/>
                  </a:moveTo>
                  <a:lnTo>
                    <a:pt x="1129666" y="29844"/>
                  </a:lnTo>
                  <a:lnTo>
                    <a:pt x="1129666" y="107949"/>
                  </a:lnTo>
                  <a:lnTo>
                    <a:pt x="1114426" y="107949"/>
                  </a:lnTo>
                  <a:lnTo>
                    <a:pt x="1114426" y="100964"/>
                  </a:lnTo>
                  <a:cubicBezTo>
                    <a:pt x="1114426" y="100964"/>
                    <a:pt x="1109981" y="106044"/>
                    <a:pt x="1106171" y="107314"/>
                  </a:cubicBezTo>
                  <a:cubicBezTo>
                    <a:pt x="1102996" y="109219"/>
                    <a:pt x="1098551" y="109854"/>
                    <a:pt x="1094741" y="109854"/>
                  </a:cubicBezTo>
                  <a:cubicBezTo>
                    <a:pt x="1085851" y="109854"/>
                    <a:pt x="1078866" y="106679"/>
                    <a:pt x="1073786" y="100964"/>
                  </a:cubicBezTo>
                  <a:cubicBezTo>
                    <a:pt x="1069341" y="95249"/>
                    <a:pt x="1066800" y="86359"/>
                    <a:pt x="1066800" y="74929"/>
                  </a:cubicBezTo>
                  <a:lnTo>
                    <a:pt x="1066800" y="30479"/>
                  </a:lnTo>
                  <a:lnTo>
                    <a:pt x="1082040" y="30479"/>
                  </a:lnTo>
                  <a:lnTo>
                    <a:pt x="1082040" y="74294"/>
                  </a:lnTo>
                  <a:cubicBezTo>
                    <a:pt x="1082040" y="81279"/>
                    <a:pt x="1083311" y="86994"/>
                    <a:pt x="1085851" y="90169"/>
                  </a:cubicBezTo>
                  <a:cubicBezTo>
                    <a:pt x="1088390" y="93979"/>
                    <a:pt x="1092201" y="95249"/>
                    <a:pt x="1097916" y="95249"/>
                  </a:cubicBezTo>
                  <a:cubicBezTo>
                    <a:pt x="1102996" y="95249"/>
                    <a:pt x="1106806" y="93344"/>
                    <a:pt x="1109981" y="90169"/>
                  </a:cubicBezTo>
                  <a:cubicBezTo>
                    <a:pt x="1112521" y="86994"/>
                    <a:pt x="1114426" y="81914"/>
                    <a:pt x="1114426" y="75564"/>
                  </a:cubicBezTo>
                  <a:close/>
                  <a:moveTo>
                    <a:pt x="1011556" y="29844"/>
                  </a:moveTo>
                  <a:cubicBezTo>
                    <a:pt x="1013461" y="29844"/>
                    <a:pt x="1015367" y="29844"/>
                    <a:pt x="1017272" y="30479"/>
                  </a:cubicBezTo>
                  <a:cubicBezTo>
                    <a:pt x="1019176" y="30479"/>
                    <a:pt x="1021081" y="31749"/>
                    <a:pt x="1022352" y="32384"/>
                  </a:cubicBezTo>
                  <a:cubicBezTo>
                    <a:pt x="1024257" y="33019"/>
                    <a:pt x="1025526" y="34289"/>
                    <a:pt x="1026797" y="35559"/>
                  </a:cubicBezTo>
                  <a:cubicBezTo>
                    <a:pt x="1028067" y="36829"/>
                    <a:pt x="1029336" y="37464"/>
                    <a:pt x="1030607" y="38734"/>
                  </a:cubicBezTo>
                  <a:lnTo>
                    <a:pt x="1030607" y="31749"/>
                  </a:lnTo>
                  <a:lnTo>
                    <a:pt x="1045847" y="31749"/>
                  </a:lnTo>
                  <a:lnTo>
                    <a:pt x="1045847" y="130809"/>
                  </a:lnTo>
                  <a:lnTo>
                    <a:pt x="1032512" y="137477"/>
                  </a:lnTo>
                  <a:lnTo>
                    <a:pt x="1032512" y="101599"/>
                  </a:lnTo>
                  <a:cubicBezTo>
                    <a:pt x="1032512" y="101599"/>
                    <a:pt x="1026797" y="106679"/>
                    <a:pt x="1022986" y="107949"/>
                  </a:cubicBezTo>
                  <a:cubicBezTo>
                    <a:pt x="1019812" y="109854"/>
                    <a:pt x="1016001" y="110489"/>
                    <a:pt x="1011556" y="110489"/>
                  </a:cubicBezTo>
                  <a:cubicBezTo>
                    <a:pt x="1007111" y="110489"/>
                    <a:pt x="1003301" y="109854"/>
                    <a:pt x="999491" y="107949"/>
                  </a:cubicBezTo>
                  <a:cubicBezTo>
                    <a:pt x="995681" y="106679"/>
                    <a:pt x="992506" y="104139"/>
                    <a:pt x="989966" y="100329"/>
                  </a:cubicBezTo>
                  <a:cubicBezTo>
                    <a:pt x="987426" y="97154"/>
                    <a:pt x="984886" y="92709"/>
                    <a:pt x="983616" y="87629"/>
                  </a:cubicBezTo>
                  <a:cubicBezTo>
                    <a:pt x="982346" y="82549"/>
                    <a:pt x="981076" y="76199"/>
                    <a:pt x="981076" y="68579"/>
                  </a:cubicBezTo>
                  <a:cubicBezTo>
                    <a:pt x="981076" y="61594"/>
                    <a:pt x="981711" y="55879"/>
                    <a:pt x="983616" y="51434"/>
                  </a:cubicBezTo>
                  <a:cubicBezTo>
                    <a:pt x="985521" y="46354"/>
                    <a:pt x="987426" y="42544"/>
                    <a:pt x="990601" y="39369"/>
                  </a:cubicBezTo>
                  <a:cubicBezTo>
                    <a:pt x="993142" y="36194"/>
                    <a:pt x="996951" y="33654"/>
                    <a:pt x="1000126" y="32384"/>
                  </a:cubicBezTo>
                  <a:cubicBezTo>
                    <a:pt x="1003937" y="31114"/>
                    <a:pt x="1007746" y="29844"/>
                    <a:pt x="1011556" y="29844"/>
                  </a:cubicBezTo>
                  <a:close/>
                  <a:moveTo>
                    <a:pt x="4871716" y="29210"/>
                  </a:moveTo>
                  <a:cubicBezTo>
                    <a:pt x="4876796" y="29210"/>
                    <a:pt x="4881241" y="29845"/>
                    <a:pt x="4885686" y="31750"/>
                  </a:cubicBezTo>
                  <a:cubicBezTo>
                    <a:pt x="4890131" y="33655"/>
                    <a:pt x="4894576" y="35560"/>
                    <a:pt x="4897751" y="38100"/>
                  </a:cubicBezTo>
                  <a:lnTo>
                    <a:pt x="4899021" y="38100"/>
                  </a:lnTo>
                  <a:lnTo>
                    <a:pt x="4892036" y="50165"/>
                  </a:lnTo>
                  <a:cubicBezTo>
                    <a:pt x="4888861" y="47625"/>
                    <a:pt x="4885686" y="46355"/>
                    <a:pt x="4882511" y="45085"/>
                  </a:cubicBezTo>
                  <a:cubicBezTo>
                    <a:pt x="4879336" y="43815"/>
                    <a:pt x="4875526" y="43180"/>
                    <a:pt x="4872351" y="43180"/>
                  </a:cubicBezTo>
                  <a:cubicBezTo>
                    <a:pt x="4869176" y="43180"/>
                    <a:pt x="4866001" y="43815"/>
                    <a:pt x="4864096" y="45085"/>
                  </a:cubicBezTo>
                  <a:cubicBezTo>
                    <a:pt x="4862191" y="46355"/>
                    <a:pt x="4861556" y="48260"/>
                    <a:pt x="4861556" y="50165"/>
                  </a:cubicBezTo>
                  <a:cubicBezTo>
                    <a:pt x="4861556" y="51435"/>
                    <a:pt x="4861556" y="52070"/>
                    <a:pt x="4861556" y="52705"/>
                  </a:cubicBezTo>
                  <a:cubicBezTo>
                    <a:pt x="4861556" y="53340"/>
                    <a:pt x="4862826" y="54610"/>
                    <a:pt x="4863461" y="55245"/>
                  </a:cubicBezTo>
                  <a:cubicBezTo>
                    <a:pt x="4864731" y="55880"/>
                    <a:pt x="4866001" y="57150"/>
                    <a:pt x="4867906" y="57785"/>
                  </a:cubicBezTo>
                  <a:cubicBezTo>
                    <a:pt x="4869811" y="59055"/>
                    <a:pt x="4872351" y="59690"/>
                    <a:pt x="4874891" y="60960"/>
                  </a:cubicBezTo>
                  <a:cubicBezTo>
                    <a:pt x="4879336" y="62865"/>
                    <a:pt x="4883146" y="64135"/>
                    <a:pt x="4886321" y="66040"/>
                  </a:cubicBezTo>
                  <a:cubicBezTo>
                    <a:pt x="4889496" y="67310"/>
                    <a:pt x="4892036" y="69215"/>
                    <a:pt x="4894576" y="71120"/>
                  </a:cubicBezTo>
                  <a:cubicBezTo>
                    <a:pt x="4896481" y="73025"/>
                    <a:pt x="4898386" y="75565"/>
                    <a:pt x="4899656" y="78105"/>
                  </a:cubicBezTo>
                  <a:cubicBezTo>
                    <a:pt x="4900926" y="80645"/>
                    <a:pt x="4901561" y="83820"/>
                    <a:pt x="4901561" y="87630"/>
                  </a:cubicBezTo>
                  <a:cubicBezTo>
                    <a:pt x="4901561" y="92075"/>
                    <a:pt x="4900926" y="95250"/>
                    <a:pt x="4899021" y="98425"/>
                  </a:cubicBezTo>
                  <a:cubicBezTo>
                    <a:pt x="4897116" y="101600"/>
                    <a:pt x="4895211" y="103505"/>
                    <a:pt x="4892671" y="105410"/>
                  </a:cubicBezTo>
                  <a:cubicBezTo>
                    <a:pt x="4890131" y="107315"/>
                    <a:pt x="4886956" y="108585"/>
                    <a:pt x="4883146" y="109220"/>
                  </a:cubicBezTo>
                  <a:cubicBezTo>
                    <a:pt x="4879336" y="109855"/>
                    <a:pt x="4876161" y="110490"/>
                    <a:pt x="4872351" y="110490"/>
                  </a:cubicBezTo>
                  <a:cubicBezTo>
                    <a:pt x="4867271" y="110490"/>
                    <a:pt x="4862191" y="109855"/>
                    <a:pt x="4857111" y="107950"/>
                  </a:cubicBezTo>
                  <a:cubicBezTo>
                    <a:pt x="4851396" y="106045"/>
                    <a:pt x="4846951" y="103505"/>
                    <a:pt x="4842506" y="100965"/>
                  </a:cubicBezTo>
                  <a:lnTo>
                    <a:pt x="4849491" y="89535"/>
                  </a:lnTo>
                  <a:cubicBezTo>
                    <a:pt x="4853301" y="92075"/>
                    <a:pt x="4857111" y="93980"/>
                    <a:pt x="4860921" y="95250"/>
                  </a:cubicBezTo>
                  <a:cubicBezTo>
                    <a:pt x="4864731" y="96520"/>
                    <a:pt x="4868541" y="97155"/>
                    <a:pt x="4872351" y="97155"/>
                  </a:cubicBezTo>
                  <a:cubicBezTo>
                    <a:pt x="4877431" y="97155"/>
                    <a:pt x="4880606" y="96520"/>
                    <a:pt x="4883146" y="94615"/>
                  </a:cubicBezTo>
                  <a:cubicBezTo>
                    <a:pt x="4885686" y="93345"/>
                    <a:pt x="4886321" y="90805"/>
                    <a:pt x="4886321" y="88265"/>
                  </a:cubicBezTo>
                  <a:cubicBezTo>
                    <a:pt x="4886321" y="86995"/>
                    <a:pt x="4886321" y="85725"/>
                    <a:pt x="4885051" y="84455"/>
                  </a:cubicBezTo>
                  <a:cubicBezTo>
                    <a:pt x="4884416" y="83185"/>
                    <a:pt x="4883146" y="82550"/>
                    <a:pt x="4881241" y="81280"/>
                  </a:cubicBezTo>
                  <a:cubicBezTo>
                    <a:pt x="4879971" y="80010"/>
                    <a:pt x="4878066" y="79375"/>
                    <a:pt x="4875526" y="78105"/>
                  </a:cubicBezTo>
                  <a:cubicBezTo>
                    <a:pt x="4872986" y="77470"/>
                    <a:pt x="4871081" y="76200"/>
                    <a:pt x="4867906" y="74930"/>
                  </a:cubicBezTo>
                  <a:cubicBezTo>
                    <a:pt x="4863461" y="73025"/>
                    <a:pt x="4860286" y="71755"/>
                    <a:pt x="4857111" y="69850"/>
                  </a:cubicBezTo>
                  <a:cubicBezTo>
                    <a:pt x="4853936" y="67945"/>
                    <a:pt x="4852031" y="66675"/>
                    <a:pt x="4850126" y="64770"/>
                  </a:cubicBezTo>
                  <a:cubicBezTo>
                    <a:pt x="4848221" y="62865"/>
                    <a:pt x="4846951" y="60960"/>
                    <a:pt x="4846316" y="58420"/>
                  </a:cubicBezTo>
                  <a:cubicBezTo>
                    <a:pt x="4845681" y="55880"/>
                    <a:pt x="4845046" y="53340"/>
                    <a:pt x="4845046" y="50165"/>
                  </a:cubicBezTo>
                  <a:cubicBezTo>
                    <a:pt x="4845046" y="46990"/>
                    <a:pt x="4845681" y="43815"/>
                    <a:pt x="4846951" y="40640"/>
                  </a:cubicBezTo>
                  <a:cubicBezTo>
                    <a:pt x="4848221" y="38100"/>
                    <a:pt x="4850126" y="35560"/>
                    <a:pt x="4852666" y="34290"/>
                  </a:cubicBezTo>
                  <a:cubicBezTo>
                    <a:pt x="4855206" y="32385"/>
                    <a:pt x="4857746" y="31115"/>
                    <a:pt x="4860921" y="30480"/>
                  </a:cubicBezTo>
                  <a:cubicBezTo>
                    <a:pt x="4864096" y="29845"/>
                    <a:pt x="4867906" y="29210"/>
                    <a:pt x="4871716" y="29210"/>
                  </a:cubicBezTo>
                  <a:close/>
                  <a:moveTo>
                    <a:pt x="4749796" y="29210"/>
                  </a:moveTo>
                  <a:cubicBezTo>
                    <a:pt x="4752971" y="29210"/>
                    <a:pt x="4755511" y="29210"/>
                    <a:pt x="4757416" y="29845"/>
                  </a:cubicBezTo>
                  <a:cubicBezTo>
                    <a:pt x="4759321" y="30480"/>
                    <a:pt x="4761226" y="31115"/>
                    <a:pt x="4763131" y="32385"/>
                  </a:cubicBezTo>
                  <a:lnTo>
                    <a:pt x="4759321" y="46990"/>
                  </a:lnTo>
                  <a:lnTo>
                    <a:pt x="4758051" y="46990"/>
                  </a:lnTo>
                  <a:cubicBezTo>
                    <a:pt x="4758051" y="46990"/>
                    <a:pt x="4754876" y="45085"/>
                    <a:pt x="4752971" y="45085"/>
                  </a:cubicBezTo>
                  <a:cubicBezTo>
                    <a:pt x="4751066" y="45085"/>
                    <a:pt x="4749161" y="44450"/>
                    <a:pt x="4746621" y="44450"/>
                  </a:cubicBezTo>
                  <a:cubicBezTo>
                    <a:pt x="4741541" y="44450"/>
                    <a:pt x="4737731" y="46355"/>
                    <a:pt x="4735191" y="49530"/>
                  </a:cubicBezTo>
                  <a:cubicBezTo>
                    <a:pt x="4732651" y="52705"/>
                    <a:pt x="4731381" y="57785"/>
                    <a:pt x="4731381" y="64770"/>
                  </a:cubicBezTo>
                  <a:lnTo>
                    <a:pt x="4731381" y="109220"/>
                  </a:lnTo>
                  <a:lnTo>
                    <a:pt x="4716141" y="109220"/>
                  </a:lnTo>
                  <a:lnTo>
                    <a:pt x="4716141" y="31115"/>
                  </a:lnTo>
                  <a:lnTo>
                    <a:pt x="4731381" y="31115"/>
                  </a:lnTo>
                  <a:lnTo>
                    <a:pt x="4731381" y="38735"/>
                  </a:lnTo>
                  <a:cubicBezTo>
                    <a:pt x="4731381" y="38735"/>
                    <a:pt x="4733286" y="36195"/>
                    <a:pt x="4734556" y="34925"/>
                  </a:cubicBezTo>
                  <a:cubicBezTo>
                    <a:pt x="4735826" y="33655"/>
                    <a:pt x="4737096" y="33020"/>
                    <a:pt x="4739001" y="31750"/>
                  </a:cubicBezTo>
                  <a:cubicBezTo>
                    <a:pt x="4740271" y="31115"/>
                    <a:pt x="4742176" y="30480"/>
                    <a:pt x="4744081" y="29845"/>
                  </a:cubicBezTo>
                  <a:cubicBezTo>
                    <a:pt x="4745986" y="29845"/>
                    <a:pt x="4747891" y="29210"/>
                    <a:pt x="4749796" y="29210"/>
                  </a:cubicBezTo>
                  <a:close/>
                  <a:moveTo>
                    <a:pt x="4349110" y="29210"/>
                  </a:moveTo>
                  <a:cubicBezTo>
                    <a:pt x="4352285" y="29210"/>
                    <a:pt x="4354825" y="29210"/>
                    <a:pt x="4356730" y="29845"/>
                  </a:cubicBezTo>
                  <a:cubicBezTo>
                    <a:pt x="4358635" y="29845"/>
                    <a:pt x="4360540" y="31115"/>
                    <a:pt x="4362445" y="32385"/>
                  </a:cubicBezTo>
                  <a:lnTo>
                    <a:pt x="4358635" y="46990"/>
                  </a:lnTo>
                  <a:lnTo>
                    <a:pt x="4357365" y="46990"/>
                  </a:lnTo>
                  <a:cubicBezTo>
                    <a:pt x="4357365" y="46990"/>
                    <a:pt x="4354190" y="45085"/>
                    <a:pt x="4352285" y="45085"/>
                  </a:cubicBezTo>
                  <a:cubicBezTo>
                    <a:pt x="4350380" y="45085"/>
                    <a:pt x="4348475" y="44450"/>
                    <a:pt x="4345935" y="44450"/>
                  </a:cubicBezTo>
                  <a:cubicBezTo>
                    <a:pt x="4340855" y="44450"/>
                    <a:pt x="4337045" y="46355"/>
                    <a:pt x="4334505" y="49530"/>
                  </a:cubicBezTo>
                  <a:cubicBezTo>
                    <a:pt x="4331965" y="52705"/>
                    <a:pt x="4330695" y="57785"/>
                    <a:pt x="4330695" y="64770"/>
                  </a:cubicBezTo>
                  <a:lnTo>
                    <a:pt x="4330695" y="109220"/>
                  </a:lnTo>
                  <a:lnTo>
                    <a:pt x="4315455" y="109220"/>
                  </a:lnTo>
                  <a:lnTo>
                    <a:pt x="4315455" y="31115"/>
                  </a:lnTo>
                  <a:lnTo>
                    <a:pt x="4330695" y="31115"/>
                  </a:lnTo>
                  <a:lnTo>
                    <a:pt x="4330695" y="38735"/>
                  </a:lnTo>
                  <a:cubicBezTo>
                    <a:pt x="4330695" y="38735"/>
                    <a:pt x="4332600" y="36195"/>
                    <a:pt x="4333870" y="34925"/>
                  </a:cubicBezTo>
                  <a:cubicBezTo>
                    <a:pt x="4335140" y="33655"/>
                    <a:pt x="4336410" y="33020"/>
                    <a:pt x="4338315" y="31750"/>
                  </a:cubicBezTo>
                  <a:cubicBezTo>
                    <a:pt x="4339585" y="31115"/>
                    <a:pt x="4341490" y="30480"/>
                    <a:pt x="4343395" y="29845"/>
                  </a:cubicBezTo>
                  <a:cubicBezTo>
                    <a:pt x="4345300" y="29845"/>
                    <a:pt x="4347205" y="29210"/>
                    <a:pt x="4349110" y="29210"/>
                  </a:cubicBezTo>
                  <a:close/>
                  <a:moveTo>
                    <a:pt x="4044310" y="29210"/>
                  </a:moveTo>
                  <a:cubicBezTo>
                    <a:pt x="4050025" y="29210"/>
                    <a:pt x="4054470" y="30480"/>
                    <a:pt x="4058915" y="32385"/>
                  </a:cubicBezTo>
                  <a:cubicBezTo>
                    <a:pt x="4062725" y="34290"/>
                    <a:pt x="4066535" y="37465"/>
                    <a:pt x="4069075" y="40640"/>
                  </a:cubicBezTo>
                  <a:cubicBezTo>
                    <a:pt x="4071615" y="44450"/>
                    <a:pt x="4073520" y="48260"/>
                    <a:pt x="4075425" y="53340"/>
                  </a:cubicBezTo>
                  <a:cubicBezTo>
                    <a:pt x="4076695" y="57785"/>
                    <a:pt x="4077330" y="62865"/>
                    <a:pt x="4077330" y="68580"/>
                  </a:cubicBezTo>
                  <a:lnTo>
                    <a:pt x="4076060" y="68580"/>
                  </a:lnTo>
                  <a:cubicBezTo>
                    <a:pt x="4076060" y="68580"/>
                    <a:pt x="4076060" y="71120"/>
                    <a:pt x="4076060" y="72390"/>
                  </a:cubicBezTo>
                  <a:cubicBezTo>
                    <a:pt x="4076060" y="73660"/>
                    <a:pt x="4076060" y="74295"/>
                    <a:pt x="4076060" y="75565"/>
                  </a:cubicBezTo>
                  <a:lnTo>
                    <a:pt x="4024625" y="75565"/>
                  </a:lnTo>
                  <a:cubicBezTo>
                    <a:pt x="4024625" y="79375"/>
                    <a:pt x="4025895" y="82550"/>
                    <a:pt x="4027165" y="85090"/>
                  </a:cubicBezTo>
                  <a:cubicBezTo>
                    <a:pt x="4028435" y="87630"/>
                    <a:pt x="4029705" y="90170"/>
                    <a:pt x="4031610" y="91440"/>
                  </a:cubicBezTo>
                  <a:cubicBezTo>
                    <a:pt x="4033515" y="93345"/>
                    <a:pt x="4035420" y="94615"/>
                    <a:pt x="4037325" y="95250"/>
                  </a:cubicBezTo>
                  <a:cubicBezTo>
                    <a:pt x="4039230" y="95885"/>
                    <a:pt x="4041770" y="96520"/>
                    <a:pt x="4044310" y="96520"/>
                  </a:cubicBezTo>
                  <a:cubicBezTo>
                    <a:pt x="4046215" y="96520"/>
                    <a:pt x="4047485" y="96520"/>
                    <a:pt x="4049390" y="96520"/>
                  </a:cubicBezTo>
                  <a:cubicBezTo>
                    <a:pt x="4050660" y="96520"/>
                    <a:pt x="4052565" y="95885"/>
                    <a:pt x="4053835" y="95250"/>
                  </a:cubicBezTo>
                  <a:cubicBezTo>
                    <a:pt x="4055105" y="95250"/>
                    <a:pt x="4056375" y="93980"/>
                    <a:pt x="4057645" y="93345"/>
                  </a:cubicBezTo>
                  <a:cubicBezTo>
                    <a:pt x="4058915" y="93345"/>
                    <a:pt x="4060185" y="92075"/>
                    <a:pt x="4062090" y="90805"/>
                  </a:cubicBezTo>
                  <a:lnTo>
                    <a:pt x="4070980" y="100330"/>
                  </a:lnTo>
                  <a:cubicBezTo>
                    <a:pt x="4070980" y="100330"/>
                    <a:pt x="4067170" y="103505"/>
                    <a:pt x="4065265" y="104775"/>
                  </a:cubicBezTo>
                  <a:cubicBezTo>
                    <a:pt x="4063360" y="106045"/>
                    <a:pt x="4061455" y="106680"/>
                    <a:pt x="4059550" y="107950"/>
                  </a:cubicBezTo>
                  <a:cubicBezTo>
                    <a:pt x="4057645" y="108585"/>
                    <a:pt x="4055105" y="109855"/>
                    <a:pt x="4052565" y="109855"/>
                  </a:cubicBezTo>
                  <a:cubicBezTo>
                    <a:pt x="4050025" y="109855"/>
                    <a:pt x="4046850" y="110490"/>
                    <a:pt x="4043675" y="110490"/>
                  </a:cubicBezTo>
                  <a:cubicBezTo>
                    <a:pt x="4040500" y="110490"/>
                    <a:pt x="4037325" y="110490"/>
                    <a:pt x="4034150" y="109220"/>
                  </a:cubicBezTo>
                  <a:cubicBezTo>
                    <a:pt x="4030975" y="108585"/>
                    <a:pt x="4028435" y="107315"/>
                    <a:pt x="4026530" y="105410"/>
                  </a:cubicBezTo>
                  <a:cubicBezTo>
                    <a:pt x="4023990" y="104140"/>
                    <a:pt x="4022085" y="102235"/>
                    <a:pt x="4020180" y="100330"/>
                  </a:cubicBezTo>
                  <a:cubicBezTo>
                    <a:pt x="4018275" y="98425"/>
                    <a:pt x="4016370" y="95885"/>
                    <a:pt x="4015100" y="92710"/>
                  </a:cubicBezTo>
                  <a:cubicBezTo>
                    <a:pt x="4013195" y="89535"/>
                    <a:pt x="4011925" y="86360"/>
                    <a:pt x="4011290" y="82550"/>
                  </a:cubicBezTo>
                  <a:cubicBezTo>
                    <a:pt x="4010655" y="78740"/>
                    <a:pt x="4010020" y="74295"/>
                    <a:pt x="4010020" y="69850"/>
                  </a:cubicBezTo>
                  <a:cubicBezTo>
                    <a:pt x="4010020" y="63500"/>
                    <a:pt x="4010655" y="57150"/>
                    <a:pt x="4012560" y="52070"/>
                  </a:cubicBezTo>
                  <a:cubicBezTo>
                    <a:pt x="4014465" y="46990"/>
                    <a:pt x="4016370" y="42545"/>
                    <a:pt x="4019545" y="39370"/>
                  </a:cubicBezTo>
                  <a:cubicBezTo>
                    <a:pt x="4022720" y="36195"/>
                    <a:pt x="4025895" y="33020"/>
                    <a:pt x="4030340" y="31750"/>
                  </a:cubicBezTo>
                  <a:cubicBezTo>
                    <a:pt x="4034785" y="29845"/>
                    <a:pt x="4039230" y="29210"/>
                    <a:pt x="4044310" y="29210"/>
                  </a:cubicBezTo>
                  <a:close/>
                  <a:moveTo>
                    <a:pt x="3811900" y="29210"/>
                  </a:moveTo>
                  <a:cubicBezTo>
                    <a:pt x="3815075" y="29210"/>
                    <a:pt x="3817615" y="29210"/>
                    <a:pt x="3819520" y="29845"/>
                  </a:cubicBezTo>
                  <a:cubicBezTo>
                    <a:pt x="3821425" y="29845"/>
                    <a:pt x="3823330" y="31115"/>
                    <a:pt x="3825235" y="32385"/>
                  </a:cubicBezTo>
                  <a:lnTo>
                    <a:pt x="3821425" y="46990"/>
                  </a:lnTo>
                  <a:lnTo>
                    <a:pt x="3820155" y="46990"/>
                  </a:lnTo>
                  <a:cubicBezTo>
                    <a:pt x="3820155" y="46990"/>
                    <a:pt x="3816980" y="45085"/>
                    <a:pt x="3815075" y="45085"/>
                  </a:cubicBezTo>
                  <a:cubicBezTo>
                    <a:pt x="3813170" y="45085"/>
                    <a:pt x="3811265" y="44450"/>
                    <a:pt x="3808725" y="44450"/>
                  </a:cubicBezTo>
                  <a:cubicBezTo>
                    <a:pt x="3803645" y="44450"/>
                    <a:pt x="3799835" y="46355"/>
                    <a:pt x="3797295" y="49530"/>
                  </a:cubicBezTo>
                  <a:cubicBezTo>
                    <a:pt x="3794755" y="52705"/>
                    <a:pt x="3793485" y="57785"/>
                    <a:pt x="3793485" y="64770"/>
                  </a:cubicBezTo>
                  <a:lnTo>
                    <a:pt x="3793485" y="109220"/>
                  </a:lnTo>
                  <a:lnTo>
                    <a:pt x="3778245" y="109220"/>
                  </a:lnTo>
                  <a:lnTo>
                    <a:pt x="3778245" y="31115"/>
                  </a:lnTo>
                  <a:lnTo>
                    <a:pt x="3793485" y="31115"/>
                  </a:lnTo>
                  <a:lnTo>
                    <a:pt x="3793485" y="38735"/>
                  </a:lnTo>
                  <a:cubicBezTo>
                    <a:pt x="3793485" y="38735"/>
                    <a:pt x="3795390" y="36195"/>
                    <a:pt x="3796660" y="34925"/>
                  </a:cubicBezTo>
                  <a:cubicBezTo>
                    <a:pt x="3797930" y="33655"/>
                    <a:pt x="3799200" y="33020"/>
                    <a:pt x="3801105" y="31750"/>
                  </a:cubicBezTo>
                  <a:cubicBezTo>
                    <a:pt x="3802375" y="31115"/>
                    <a:pt x="3804280" y="30480"/>
                    <a:pt x="3806185" y="29845"/>
                  </a:cubicBezTo>
                  <a:cubicBezTo>
                    <a:pt x="3808090" y="29845"/>
                    <a:pt x="3809995" y="29210"/>
                    <a:pt x="3811900" y="29210"/>
                  </a:cubicBezTo>
                  <a:close/>
                  <a:moveTo>
                    <a:pt x="3729986" y="29210"/>
                  </a:moveTo>
                  <a:cubicBezTo>
                    <a:pt x="3735701" y="29210"/>
                    <a:pt x="3740146" y="30480"/>
                    <a:pt x="3744591" y="32385"/>
                  </a:cubicBezTo>
                  <a:cubicBezTo>
                    <a:pt x="3748401" y="34290"/>
                    <a:pt x="3752211" y="37465"/>
                    <a:pt x="3754751" y="40640"/>
                  </a:cubicBezTo>
                  <a:cubicBezTo>
                    <a:pt x="3757291" y="44450"/>
                    <a:pt x="3759196" y="48260"/>
                    <a:pt x="3761101" y="53340"/>
                  </a:cubicBezTo>
                  <a:cubicBezTo>
                    <a:pt x="3762371" y="57785"/>
                    <a:pt x="3763006" y="62865"/>
                    <a:pt x="3763006" y="68580"/>
                  </a:cubicBezTo>
                  <a:lnTo>
                    <a:pt x="3761736" y="68580"/>
                  </a:lnTo>
                  <a:cubicBezTo>
                    <a:pt x="3761736" y="68580"/>
                    <a:pt x="3761736" y="71120"/>
                    <a:pt x="3761736" y="72390"/>
                  </a:cubicBezTo>
                  <a:cubicBezTo>
                    <a:pt x="3761736" y="73660"/>
                    <a:pt x="3761736" y="74295"/>
                    <a:pt x="3761736" y="75565"/>
                  </a:cubicBezTo>
                  <a:lnTo>
                    <a:pt x="3710301" y="75565"/>
                  </a:lnTo>
                  <a:cubicBezTo>
                    <a:pt x="3710301" y="79375"/>
                    <a:pt x="3711571" y="82550"/>
                    <a:pt x="3712841" y="85090"/>
                  </a:cubicBezTo>
                  <a:cubicBezTo>
                    <a:pt x="3714111" y="87630"/>
                    <a:pt x="3715381" y="90170"/>
                    <a:pt x="3717286" y="91440"/>
                  </a:cubicBezTo>
                  <a:cubicBezTo>
                    <a:pt x="3719191" y="93345"/>
                    <a:pt x="3721096" y="94615"/>
                    <a:pt x="3723001" y="95250"/>
                  </a:cubicBezTo>
                  <a:cubicBezTo>
                    <a:pt x="3724906" y="95885"/>
                    <a:pt x="3727446" y="96520"/>
                    <a:pt x="3729986" y="96520"/>
                  </a:cubicBezTo>
                  <a:cubicBezTo>
                    <a:pt x="3731891" y="96520"/>
                    <a:pt x="3733161" y="96520"/>
                    <a:pt x="3735066" y="96520"/>
                  </a:cubicBezTo>
                  <a:cubicBezTo>
                    <a:pt x="3736336" y="96520"/>
                    <a:pt x="3738241" y="95885"/>
                    <a:pt x="3739511" y="95250"/>
                  </a:cubicBezTo>
                  <a:cubicBezTo>
                    <a:pt x="3740781" y="95250"/>
                    <a:pt x="3742051" y="93980"/>
                    <a:pt x="3743321" y="93345"/>
                  </a:cubicBezTo>
                  <a:cubicBezTo>
                    <a:pt x="3744591" y="93345"/>
                    <a:pt x="3745861" y="92075"/>
                    <a:pt x="3747766" y="90805"/>
                  </a:cubicBezTo>
                  <a:lnTo>
                    <a:pt x="3756656" y="100330"/>
                  </a:lnTo>
                  <a:cubicBezTo>
                    <a:pt x="3756656" y="100330"/>
                    <a:pt x="3752846" y="103505"/>
                    <a:pt x="3750941" y="104775"/>
                  </a:cubicBezTo>
                  <a:cubicBezTo>
                    <a:pt x="3749036" y="106045"/>
                    <a:pt x="3747131" y="106680"/>
                    <a:pt x="3745226" y="107950"/>
                  </a:cubicBezTo>
                  <a:cubicBezTo>
                    <a:pt x="3743321" y="108585"/>
                    <a:pt x="3740781" y="109855"/>
                    <a:pt x="3738241" y="109855"/>
                  </a:cubicBezTo>
                  <a:cubicBezTo>
                    <a:pt x="3735701" y="109855"/>
                    <a:pt x="3732526" y="110490"/>
                    <a:pt x="3729351" y="110490"/>
                  </a:cubicBezTo>
                  <a:cubicBezTo>
                    <a:pt x="3726176" y="110490"/>
                    <a:pt x="3723001" y="110490"/>
                    <a:pt x="3719826" y="109220"/>
                  </a:cubicBezTo>
                  <a:cubicBezTo>
                    <a:pt x="3716651" y="108585"/>
                    <a:pt x="3714111" y="107315"/>
                    <a:pt x="3712206" y="105410"/>
                  </a:cubicBezTo>
                  <a:cubicBezTo>
                    <a:pt x="3709666" y="104140"/>
                    <a:pt x="3707761" y="102235"/>
                    <a:pt x="3705856" y="100330"/>
                  </a:cubicBezTo>
                  <a:cubicBezTo>
                    <a:pt x="3703951" y="98425"/>
                    <a:pt x="3702046" y="95885"/>
                    <a:pt x="3700776" y="92710"/>
                  </a:cubicBezTo>
                  <a:cubicBezTo>
                    <a:pt x="3698871" y="89535"/>
                    <a:pt x="3697601" y="86360"/>
                    <a:pt x="3696966" y="82550"/>
                  </a:cubicBezTo>
                  <a:cubicBezTo>
                    <a:pt x="3696331" y="78740"/>
                    <a:pt x="3695696" y="74295"/>
                    <a:pt x="3695696" y="69850"/>
                  </a:cubicBezTo>
                  <a:cubicBezTo>
                    <a:pt x="3695696" y="63500"/>
                    <a:pt x="3696331" y="57150"/>
                    <a:pt x="3698236" y="52070"/>
                  </a:cubicBezTo>
                  <a:cubicBezTo>
                    <a:pt x="3700141" y="46990"/>
                    <a:pt x="3702046" y="42545"/>
                    <a:pt x="3705221" y="39370"/>
                  </a:cubicBezTo>
                  <a:cubicBezTo>
                    <a:pt x="3708396" y="36195"/>
                    <a:pt x="3711571" y="33020"/>
                    <a:pt x="3716016" y="31750"/>
                  </a:cubicBezTo>
                  <a:cubicBezTo>
                    <a:pt x="3720461" y="29845"/>
                    <a:pt x="3724906" y="29210"/>
                    <a:pt x="3729986" y="29210"/>
                  </a:cubicBezTo>
                  <a:close/>
                  <a:moveTo>
                    <a:pt x="3543296" y="29210"/>
                  </a:moveTo>
                  <a:cubicBezTo>
                    <a:pt x="3549011" y="29210"/>
                    <a:pt x="3553456" y="30480"/>
                    <a:pt x="3557901" y="32385"/>
                  </a:cubicBezTo>
                  <a:cubicBezTo>
                    <a:pt x="3561711" y="34290"/>
                    <a:pt x="3565521" y="37465"/>
                    <a:pt x="3568061" y="40640"/>
                  </a:cubicBezTo>
                  <a:cubicBezTo>
                    <a:pt x="3570601" y="44450"/>
                    <a:pt x="3572506" y="48260"/>
                    <a:pt x="3574411" y="53340"/>
                  </a:cubicBezTo>
                  <a:cubicBezTo>
                    <a:pt x="3575681" y="57785"/>
                    <a:pt x="3576316" y="62865"/>
                    <a:pt x="3576316" y="68580"/>
                  </a:cubicBezTo>
                  <a:lnTo>
                    <a:pt x="3575046" y="68580"/>
                  </a:lnTo>
                  <a:cubicBezTo>
                    <a:pt x="3575046" y="68580"/>
                    <a:pt x="3575046" y="71120"/>
                    <a:pt x="3575046" y="72390"/>
                  </a:cubicBezTo>
                  <a:cubicBezTo>
                    <a:pt x="3575046" y="73660"/>
                    <a:pt x="3575046" y="74295"/>
                    <a:pt x="3575046" y="75565"/>
                  </a:cubicBezTo>
                  <a:lnTo>
                    <a:pt x="3523611" y="75565"/>
                  </a:lnTo>
                  <a:cubicBezTo>
                    <a:pt x="3523611" y="79375"/>
                    <a:pt x="3524881" y="82550"/>
                    <a:pt x="3526151" y="85090"/>
                  </a:cubicBezTo>
                  <a:cubicBezTo>
                    <a:pt x="3527421" y="87630"/>
                    <a:pt x="3528691" y="90170"/>
                    <a:pt x="3530596" y="91440"/>
                  </a:cubicBezTo>
                  <a:cubicBezTo>
                    <a:pt x="3532501" y="93345"/>
                    <a:pt x="3534406" y="94615"/>
                    <a:pt x="3536311" y="95250"/>
                  </a:cubicBezTo>
                  <a:cubicBezTo>
                    <a:pt x="3538216" y="95885"/>
                    <a:pt x="3540756" y="96520"/>
                    <a:pt x="3543296" y="96520"/>
                  </a:cubicBezTo>
                  <a:cubicBezTo>
                    <a:pt x="3545201" y="96520"/>
                    <a:pt x="3546471" y="96520"/>
                    <a:pt x="3548376" y="96520"/>
                  </a:cubicBezTo>
                  <a:cubicBezTo>
                    <a:pt x="3549646" y="96520"/>
                    <a:pt x="3551551" y="95885"/>
                    <a:pt x="3552821" y="95250"/>
                  </a:cubicBezTo>
                  <a:cubicBezTo>
                    <a:pt x="3554091" y="95250"/>
                    <a:pt x="3555361" y="93980"/>
                    <a:pt x="3556631" y="93345"/>
                  </a:cubicBezTo>
                  <a:cubicBezTo>
                    <a:pt x="3557901" y="93345"/>
                    <a:pt x="3559171" y="92075"/>
                    <a:pt x="3561076" y="90805"/>
                  </a:cubicBezTo>
                  <a:lnTo>
                    <a:pt x="3569966" y="100330"/>
                  </a:lnTo>
                  <a:cubicBezTo>
                    <a:pt x="3569966" y="100330"/>
                    <a:pt x="3566156" y="103505"/>
                    <a:pt x="3564251" y="104775"/>
                  </a:cubicBezTo>
                  <a:cubicBezTo>
                    <a:pt x="3562346" y="106045"/>
                    <a:pt x="3560441" y="106680"/>
                    <a:pt x="3558536" y="107950"/>
                  </a:cubicBezTo>
                  <a:cubicBezTo>
                    <a:pt x="3556631" y="108585"/>
                    <a:pt x="3554091" y="109855"/>
                    <a:pt x="3551551" y="109855"/>
                  </a:cubicBezTo>
                  <a:cubicBezTo>
                    <a:pt x="3549011" y="109855"/>
                    <a:pt x="3545836" y="110490"/>
                    <a:pt x="3542661" y="110490"/>
                  </a:cubicBezTo>
                  <a:cubicBezTo>
                    <a:pt x="3539486" y="110490"/>
                    <a:pt x="3536311" y="110490"/>
                    <a:pt x="3533136" y="109220"/>
                  </a:cubicBezTo>
                  <a:cubicBezTo>
                    <a:pt x="3529961" y="108585"/>
                    <a:pt x="3527421" y="107315"/>
                    <a:pt x="3525516" y="105410"/>
                  </a:cubicBezTo>
                  <a:cubicBezTo>
                    <a:pt x="3522976" y="104140"/>
                    <a:pt x="3521071" y="102235"/>
                    <a:pt x="3519166" y="100330"/>
                  </a:cubicBezTo>
                  <a:cubicBezTo>
                    <a:pt x="3517261" y="98425"/>
                    <a:pt x="3515356" y="95885"/>
                    <a:pt x="3514086" y="92710"/>
                  </a:cubicBezTo>
                  <a:cubicBezTo>
                    <a:pt x="3512181" y="89535"/>
                    <a:pt x="3510911" y="86360"/>
                    <a:pt x="3510276" y="82550"/>
                  </a:cubicBezTo>
                  <a:cubicBezTo>
                    <a:pt x="3509641" y="78740"/>
                    <a:pt x="3509006" y="74295"/>
                    <a:pt x="3509006" y="69850"/>
                  </a:cubicBezTo>
                  <a:cubicBezTo>
                    <a:pt x="3509006" y="63500"/>
                    <a:pt x="3509641" y="57150"/>
                    <a:pt x="3511546" y="52070"/>
                  </a:cubicBezTo>
                  <a:cubicBezTo>
                    <a:pt x="3513451" y="46990"/>
                    <a:pt x="3515356" y="42545"/>
                    <a:pt x="3518531" y="39370"/>
                  </a:cubicBezTo>
                  <a:cubicBezTo>
                    <a:pt x="3521706" y="36195"/>
                    <a:pt x="3524881" y="33020"/>
                    <a:pt x="3529326" y="31750"/>
                  </a:cubicBezTo>
                  <a:cubicBezTo>
                    <a:pt x="3533771" y="29845"/>
                    <a:pt x="3538216" y="29210"/>
                    <a:pt x="3543296" y="29210"/>
                  </a:cubicBezTo>
                  <a:close/>
                  <a:moveTo>
                    <a:pt x="3345176" y="29210"/>
                  </a:moveTo>
                  <a:cubicBezTo>
                    <a:pt x="3350891" y="29210"/>
                    <a:pt x="3355336" y="30480"/>
                    <a:pt x="3359781" y="32385"/>
                  </a:cubicBezTo>
                  <a:cubicBezTo>
                    <a:pt x="3363591" y="34290"/>
                    <a:pt x="3367401" y="37465"/>
                    <a:pt x="3369941" y="40640"/>
                  </a:cubicBezTo>
                  <a:cubicBezTo>
                    <a:pt x="3372481" y="44450"/>
                    <a:pt x="3374386" y="48260"/>
                    <a:pt x="3376291" y="53340"/>
                  </a:cubicBezTo>
                  <a:cubicBezTo>
                    <a:pt x="3377561" y="57785"/>
                    <a:pt x="3378196" y="62865"/>
                    <a:pt x="3378196" y="68580"/>
                  </a:cubicBezTo>
                  <a:lnTo>
                    <a:pt x="3376926" y="68580"/>
                  </a:lnTo>
                  <a:cubicBezTo>
                    <a:pt x="3376926" y="68580"/>
                    <a:pt x="3376926" y="71120"/>
                    <a:pt x="3376926" y="72390"/>
                  </a:cubicBezTo>
                  <a:cubicBezTo>
                    <a:pt x="3376926" y="73660"/>
                    <a:pt x="3376926" y="74295"/>
                    <a:pt x="3376926" y="75565"/>
                  </a:cubicBezTo>
                  <a:lnTo>
                    <a:pt x="3325491" y="75565"/>
                  </a:lnTo>
                  <a:cubicBezTo>
                    <a:pt x="3325491" y="79375"/>
                    <a:pt x="3326761" y="82550"/>
                    <a:pt x="3328031" y="85090"/>
                  </a:cubicBezTo>
                  <a:cubicBezTo>
                    <a:pt x="3329301" y="87630"/>
                    <a:pt x="3330571" y="90170"/>
                    <a:pt x="3332476" y="91440"/>
                  </a:cubicBezTo>
                  <a:cubicBezTo>
                    <a:pt x="3334381" y="93345"/>
                    <a:pt x="3336286" y="94615"/>
                    <a:pt x="3338191" y="95250"/>
                  </a:cubicBezTo>
                  <a:cubicBezTo>
                    <a:pt x="3340096" y="95885"/>
                    <a:pt x="3342636" y="96520"/>
                    <a:pt x="3345176" y="96520"/>
                  </a:cubicBezTo>
                  <a:cubicBezTo>
                    <a:pt x="3347081" y="96520"/>
                    <a:pt x="3348351" y="96520"/>
                    <a:pt x="3350256" y="96520"/>
                  </a:cubicBezTo>
                  <a:cubicBezTo>
                    <a:pt x="3351526" y="96520"/>
                    <a:pt x="3353431" y="95885"/>
                    <a:pt x="3354701" y="95250"/>
                  </a:cubicBezTo>
                  <a:cubicBezTo>
                    <a:pt x="3355971" y="95250"/>
                    <a:pt x="3357241" y="93980"/>
                    <a:pt x="3358511" y="93345"/>
                  </a:cubicBezTo>
                  <a:cubicBezTo>
                    <a:pt x="3359781" y="93345"/>
                    <a:pt x="3361051" y="92075"/>
                    <a:pt x="3362956" y="90805"/>
                  </a:cubicBezTo>
                  <a:lnTo>
                    <a:pt x="3371846" y="100330"/>
                  </a:lnTo>
                  <a:cubicBezTo>
                    <a:pt x="3371846" y="100330"/>
                    <a:pt x="3368036" y="103505"/>
                    <a:pt x="3366131" y="104775"/>
                  </a:cubicBezTo>
                  <a:cubicBezTo>
                    <a:pt x="3364226" y="106045"/>
                    <a:pt x="3362321" y="106680"/>
                    <a:pt x="3360416" y="107950"/>
                  </a:cubicBezTo>
                  <a:cubicBezTo>
                    <a:pt x="3358511" y="108585"/>
                    <a:pt x="3355971" y="109855"/>
                    <a:pt x="3353431" y="109855"/>
                  </a:cubicBezTo>
                  <a:cubicBezTo>
                    <a:pt x="3350891" y="109855"/>
                    <a:pt x="3347716" y="110490"/>
                    <a:pt x="3344541" y="110490"/>
                  </a:cubicBezTo>
                  <a:cubicBezTo>
                    <a:pt x="3341366" y="110490"/>
                    <a:pt x="3338191" y="110490"/>
                    <a:pt x="3335016" y="109220"/>
                  </a:cubicBezTo>
                  <a:cubicBezTo>
                    <a:pt x="3331841" y="108585"/>
                    <a:pt x="3329301" y="107315"/>
                    <a:pt x="3327396" y="105410"/>
                  </a:cubicBezTo>
                  <a:cubicBezTo>
                    <a:pt x="3324856" y="104140"/>
                    <a:pt x="3322951" y="102235"/>
                    <a:pt x="3321046" y="100330"/>
                  </a:cubicBezTo>
                  <a:cubicBezTo>
                    <a:pt x="3319141" y="98425"/>
                    <a:pt x="3317236" y="95885"/>
                    <a:pt x="3315966" y="92710"/>
                  </a:cubicBezTo>
                  <a:cubicBezTo>
                    <a:pt x="3314061" y="89535"/>
                    <a:pt x="3312791" y="86360"/>
                    <a:pt x="3312156" y="82550"/>
                  </a:cubicBezTo>
                  <a:cubicBezTo>
                    <a:pt x="3311521" y="78740"/>
                    <a:pt x="3310886" y="74295"/>
                    <a:pt x="3310886" y="69850"/>
                  </a:cubicBezTo>
                  <a:cubicBezTo>
                    <a:pt x="3310886" y="63500"/>
                    <a:pt x="3311521" y="57150"/>
                    <a:pt x="3313426" y="52070"/>
                  </a:cubicBezTo>
                  <a:cubicBezTo>
                    <a:pt x="3315331" y="46990"/>
                    <a:pt x="3317236" y="42545"/>
                    <a:pt x="3320411" y="39370"/>
                  </a:cubicBezTo>
                  <a:cubicBezTo>
                    <a:pt x="3323586" y="36195"/>
                    <a:pt x="3326761" y="33020"/>
                    <a:pt x="3331206" y="31750"/>
                  </a:cubicBezTo>
                  <a:cubicBezTo>
                    <a:pt x="3335651" y="29845"/>
                    <a:pt x="3340096" y="29210"/>
                    <a:pt x="3345176" y="29210"/>
                  </a:cubicBezTo>
                  <a:close/>
                  <a:moveTo>
                    <a:pt x="3060696" y="29210"/>
                  </a:moveTo>
                  <a:cubicBezTo>
                    <a:pt x="3063871" y="29210"/>
                    <a:pt x="3066411" y="29210"/>
                    <a:pt x="3068316" y="29845"/>
                  </a:cubicBezTo>
                  <a:cubicBezTo>
                    <a:pt x="3070221" y="29845"/>
                    <a:pt x="3072126" y="31115"/>
                    <a:pt x="3074031" y="32385"/>
                  </a:cubicBezTo>
                  <a:lnTo>
                    <a:pt x="3070221" y="46990"/>
                  </a:lnTo>
                  <a:lnTo>
                    <a:pt x="3068951" y="46990"/>
                  </a:lnTo>
                  <a:cubicBezTo>
                    <a:pt x="3068951" y="46990"/>
                    <a:pt x="3065776" y="45085"/>
                    <a:pt x="3063871" y="45085"/>
                  </a:cubicBezTo>
                  <a:cubicBezTo>
                    <a:pt x="3061966" y="45085"/>
                    <a:pt x="3060061" y="44450"/>
                    <a:pt x="3057521" y="44450"/>
                  </a:cubicBezTo>
                  <a:cubicBezTo>
                    <a:pt x="3052441" y="44450"/>
                    <a:pt x="3048631" y="46355"/>
                    <a:pt x="3046091" y="49530"/>
                  </a:cubicBezTo>
                  <a:cubicBezTo>
                    <a:pt x="3043551" y="52705"/>
                    <a:pt x="3042281" y="57785"/>
                    <a:pt x="3042281" y="64770"/>
                  </a:cubicBezTo>
                  <a:lnTo>
                    <a:pt x="3042281" y="109220"/>
                  </a:lnTo>
                  <a:lnTo>
                    <a:pt x="3027041" y="109220"/>
                  </a:lnTo>
                  <a:lnTo>
                    <a:pt x="3027041" y="31115"/>
                  </a:lnTo>
                  <a:lnTo>
                    <a:pt x="3042281" y="31115"/>
                  </a:lnTo>
                  <a:lnTo>
                    <a:pt x="3042281" y="38735"/>
                  </a:lnTo>
                  <a:cubicBezTo>
                    <a:pt x="3042281" y="38735"/>
                    <a:pt x="3044186" y="36195"/>
                    <a:pt x="3045456" y="34925"/>
                  </a:cubicBezTo>
                  <a:cubicBezTo>
                    <a:pt x="3046726" y="33655"/>
                    <a:pt x="3047996" y="33020"/>
                    <a:pt x="3049901" y="31750"/>
                  </a:cubicBezTo>
                  <a:cubicBezTo>
                    <a:pt x="3051171" y="31115"/>
                    <a:pt x="3053076" y="30480"/>
                    <a:pt x="3054981" y="29845"/>
                  </a:cubicBezTo>
                  <a:cubicBezTo>
                    <a:pt x="3056886" y="29845"/>
                    <a:pt x="3058791" y="29210"/>
                    <a:pt x="3060696" y="29210"/>
                  </a:cubicBezTo>
                  <a:close/>
                  <a:moveTo>
                    <a:pt x="2978781" y="29210"/>
                  </a:moveTo>
                  <a:cubicBezTo>
                    <a:pt x="2984496" y="29210"/>
                    <a:pt x="2988941" y="30480"/>
                    <a:pt x="2993386" y="32385"/>
                  </a:cubicBezTo>
                  <a:cubicBezTo>
                    <a:pt x="2997196" y="34290"/>
                    <a:pt x="3001006" y="37465"/>
                    <a:pt x="3003546" y="40640"/>
                  </a:cubicBezTo>
                  <a:cubicBezTo>
                    <a:pt x="3006086" y="44450"/>
                    <a:pt x="3007991" y="48260"/>
                    <a:pt x="3009896" y="53340"/>
                  </a:cubicBezTo>
                  <a:cubicBezTo>
                    <a:pt x="3011166" y="57785"/>
                    <a:pt x="3011801" y="62865"/>
                    <a:pt x="3011801" y="68580"/>
                  </a:cubicBezTo>
                  <a:lnTo>
                    <a:pt x="3010531" y="68580"/>
                  </a:lnTo>
                  <a:cubicBezTo>
                    <a:pt x="3010531" y="68580"/>
                    <a:pt x="3010531" y="71120"/>
                    <a:pt x="3010531" y="72390"/>
                  </a:cubicBezTo>
                  <a:cubicBezTo>
                    <a:pt x="3010531" y="73660"/>
                    <a:pt x="3010531" y="74295"/>
                    <a:pt x="3010531" y="75565"/>
                  </a:cubicBezTo>
                  <a:lnTo>
                    <a:pt x="2959096" y="75565"/>
                  </a:lnTo>
                  <a:cubicBezTo>
                    <a:pt x="2959096" y="79375"/>
                    <a:pt x="2960366" y="82550"/>
                    <a:pt x="2961636" y="85090"/>
                  </a:cubicBezTo>
                  <a:cubicBezTo>
                    <a:pt x="2962906" y="87630"/>
                    <a:pt x="2964176" y="90170"/>
                    <a:pt x="2966081" y="91440"/>
                  </a:cubicBezTo>
                  <a:cubicBezTo>
                    <a:pt x="2967986" y="93345"/>
                    <a:pt x="2969891" y="94615"/>
                    <a:pt x="2971796" y="95250"/>
                  </a:cubicBezTo>
                  <a:cubicBezTo>
                    <a:pt x="2974336" y="95885"/>
                    <a:pt x="2976241" y="96520"/>
                    <a:pt x="2978781" y="96520"/>
                  </a:cubicBezTo>
                  <a:cubicBezTo>
                    <a:pt x="2980686" y="96520"/>
                    <a:pt x="2981956" y="96520"/>
                    <a:pt x="2983861" y="96520"/>
                  </a:cubicBezTo>
                  <a:cubicBezTo>
                    <a:pt x="2985131" y="96520"/>
                    <a:pt x="2987036" y="95885"/>
                    <a:pt x="2988306" y="95250"/>
                  </a:cubicBezTo>
                  <a:cubicBezTo>
                    <a:pt x="2989576" y="95250"/>
                    <a:pt x="2990846" y="93980"/>
                    <a:pt x="2992116" y="93345"/>
                  </a:cubicBezTo>
                  <a:cubicBezTo>
                    <a:pt x="2993386" y="93345"/>
                    <a:pt x="2994656" y="92075"/>
                    <a:pt x="2996561" y="90805"/>
                  </a:cubicBezTo>
                  <a:lnTo>
                    <a:pt x="3005451" y="100330"/>
                  </a:lnTo>
                  <a:cubicBezTo>
                    <a:pt x="3005451" y="100330"/>
                    <a:pt x="3001641" y="103505"/>
                    <a:pt x="2999736" y="104775"/>
                  </a:cubicBezTo>
                  <a:cubicBezTo>
                    <a:pt x="2997831" y="106045"/>
                    <a:pt x="2995926" y="106680"/>
                    <a:pt x="2994021" y="107950"/>
                  </a:cubicBezTo>
                  <a:cubicBezTo>
                    <a:pt x="2992116" y="108585"/>
                    <a:pt x="2989576" y="109855"/>
                    <a:pt x="2987036" y="109855"/>
                  </a:cubicBezTo>
                  <a:cubicBezTo>
                    <a:pt x="2984496" y="109855"/>
                    <a:pt x="2981321" y="110490"/>
                    <a:pt x="2978146" y="110490"/>
                  </a:cubicBezTo>
                  <a:cubicBezTo>
                    <a:pt x="2974971" y="110490"/>
                    <a:pt x="2971796" y="110490"/>
                    <a:pt x="2968621" y="109220"/>
                  </a:cubicBezTo>
                  <a:cubicBezTo>
                    <a:pt x="2965446" y="108585"/>
                    <a:pt x="2962906" y="107315"/>
                    <a:pt x="2961001" y="105410"/>
                  </a:cubicBezTo>
                  <a:cubicBezTo>
                    <a:pt x="2958461" y="104140"/>
                    <a:pt x="2956556" y="102235"/>
                    <a:pt x="2954651" y="100330"/>
                  </a:cubicBezTo>
                  <a:cubicBezTo>
                    <a:pt x="2952746" y="98425"/>
                    <a:pt x="2950841" y="95885"/>
                    <a:pt x="2949571" y="92710"/>
                  </a:cubicBezTo>
                  <a:cubicBezTo>
                    <a:pt x="2947666" y="89535"/>
                    <a:pt x="2946396" y="86360"/>
                    <a:pt x="2945761" y="82550"/>
                  </a:cubicBezTo>
                  <a:cubicBezTo>
                    <a:pt x="2945126" y="78740"/>
                    <a:pt x="2944491" y="74295"/>
                    <a:pt x="2944491" y="69850"/>
                  </a:cubicBezTo>
                  <a:cubicBezTo>
                    <a:pt x="2944491" y="63500"/>
                    <a:pt x="2945126" y="57150"/>
                    <a:pt x="2947031" y="52070"/>
                  </a:cubicBezTo>
                  <a:cubicBezTo>
                    <a:pt x="2948936" y="46990"/>
                    <a:pt x="2950841" y="42545"/>
                    <a:pt x="2954016" y="39370"/>
                  </a:cubicBezTo>
                  <a:cubicBezTo>
                    <a:pt x="2957191" y="36195"/>
                    <a:pt x="2960366" y="33020"/>
                    <a:pt x="2964811" y="31750"/>
                  </a:cubicBezTo>
                  <a:cubicBezTo>
                    <a:pt x="2969256" y="29845"/>
                    <a:pt x="2973701" y="29210"/>
                    <a:pt x="2978781" y="29210"/>
                  </a:cubicBezTo>
                  <a:close/>
                  <a:moveTo>
                    <a:pt x="2798440" y="29210"/>
                  </a:moveTo>
                  <a:cubicBezTo>
                    <a:pt x="2803520" y="29210"/>
                    <a:pt x="2807965" y="29845"/>
                    <a:pt x="2813045" y="31750"/>
                  </a:cubicBezTo>
                  <a:cubicBezTo>
                    <a:pt x="2817490" y="33655"/>
                    <a:pt x="2821935" y="35560"/>
                    <a:pt x="2825110" y="38100"/>
                  </a:cubicBezTo>
                  <a:lnTo>
                    <a:pt x="2827015" y="38100"/>
                  </a:lnTo>
                  <a:lnTo>
                    <a:pt x="2820030" y="50165"/>
                  </a:lnTo>
                  <a:cubicBezTo>
                    <a:pt x="2816855" y="47625"/>
                    <a:pt x="2813680" y="46355"/>
                    <a:pt x="2810505" y="45085"/>
                  </a:cubicBezTo>
                  <a:cubicBezTo>
                    <a:pt x="2807330" y="43815"/>
                    <a:pt x="2803520" y="43180"/>
                    <a:pt x="2799710" y="43180"/>
                  </a:cubicBezTo>
                  <a:cubicBezTo>
                    <a:pt x="2795900" y="43180"/>
                    <a:pt x="2793360" y="43815"/>
                    <a:pt x="2791455" y="45085"/>
                  </a:cubicBezTo>
                  <a:cubicBezTo>
                    <a:pt x="2789550" y="46355"/>
                    <a:pt x="2788915" y="48260"/>
                    <a:pt x="2788915" y="50165"/>
                  </a:cubicBezTo>
                  <a:cubicBezTo>
                    <a:pt x="2788915" y="51435"/>
                    <a:pt x="2788915" y="52070"/>
                    <a:pt x="2788915" y="52705"/>
                  </a:cubicBezTo>
                  <a:cubicBezTo>
                    <a:pt x="2788915" y="53340"/>
                    <a:pt x="2790185" y="54610"/>
                    <a:pt x="2790820" y="55245"/>
                  </a:cubicBezTo>
                  <a:cubicBezTo>
                    <a:pt x="2792090" y="55880"/>
                    <a:pt x="2793360" y="57150"/>
                    <a:pt x="2795265" y="57785"/>
                  </a:cubicBezTo>
                  <a:cubicBezTo>
                    <a:pt x="2797170" y="59055"/>
                    <a:pt x="2799710" y="59690"/>
                    <a:pt x="2802250" y="60960"/>
                  </a:cubicBezTo>
                  <a:cubicBezTo>
                    <a:pt x="2806695" y="62865"/>
                    <a:pt x="2810505" y="64135"/>
                    <a:pt x="2813680" y="66040"/>
                  </a:cubicBezTo>
                  <a:cubicBezTo>
                    <a:pt x="2816855" y="67310"/>
                    <a:pt x="2819395" y="69215"/>
                    <a:pt x="2821935" y="71120"/>
                  </a:cubicBezTo>
                  <a:cubicBezTo>
                    <a:pt x="2823840" y="73025"/>
                    <a:pt x="2825745" y="75565"/>
                    <a:pt x="2827015" y="78105"/>
                  </a:cubicBezTo>
                  <a:cubicBezTo>
                    <a:pt x="2828285" y="80645"/>
                    <a:pt x="2828920" y="83820"/>
                    <a:pt x="2828920" y="87630"/>
                  </a:cubicBezTo>
                  <a:cubicBezTo>
                    <a:pt x="2828920" y="92075"/>
                    <a:pt x="2828285" y="95250"/>
                    <a:pt x="2826380" y="98425"/>
                  </a:cubicBezTo>
                  <a:cubicBezTo>
                    <a:pt x="2824475" y="101600"/>
                    <a:pt x="2822570" y="103505"/>
                    <a:pt x="2820030" y="105410"/>
                  </a:cubicBezTo>
                  <a:cubicBezTo>
                    <a:pt x="2817490" y="107315"/>
                    <a:pt x="2814315" y="108585"/>
                    <a:pt x="2810505" y="109220"/>
                  </a:cubicBezTo>
                  <a:cubicBezTo>
                    <a:pt x="2806695" y="109855"/>
                    <a:pt x="2803520" y="110490"/>
                    <a:pt x="2799710" y="110490"/>
                  </a:cubicBezTo>
                  <a:cubicBezTo>
                    <a:pt x="2794630" y="110490"/>
                    <a:pt x="2789550" y="109855"/>
                    <a:pt x="2783835" y="107950"/>
                  </a:cubicBezTo>
                  <a:cubicBezTo>
                    <a:pt x="2778120" y="106045"/>
                    <a:pt x="2773675" y="103505"/>
                    <a:pt x="2769230" y="100965"/>
                  </a:cubicBezTo>
                  <a:lnTo>
                    <a:pt x="2776215" y="89535"/>
                  </a:lnTo>
                  <a:cubicBezTo>
                    <a:pt x="2780025" y="92075"/>
                    <a:pt x="2783835" y="93980"/>
                    <a:pt x="2787645" y="95250"/>
                  </a:cubicBezTo>
                  <a:cubicBezTo>
                    <a:pt x="2791455" y="96520"/>
                    <a:pt x="2795265" y="97155"/>
                    <a:pt x="2799075" y="97155"/>
                  </a:cubicBezTo>
                  <a:cubicBezTo>
                    <a:pt x="2804155" y="97155"/>
                    <a:pt x="2807330" y="96520"/>
                    <a:pt x="2809870" y="94615"/>
                  </a:cubicBezTo>
                  <a:cubicBezTo>
                    <a:pt x="2812410" y="93345"/>
                    <a:pt x="2813045" y="90805"/>
                    <a:pt x="2813045" y="88265"/>
                  </a:cubicBezTo>
                  <a:cubicBezTo>
                    <a:pt x="2813045" y="86995"/>
                    <a:pt x="2813045" y="85725"/>
                    <a:pt x="2811775" y="84455"/>
                  </a:cubicBezTo>
                  <a:cubicBezTo>
                    <a:pt x="2811140" y="83185"/>
                    <a:pt x="2809870" y="82550"/>
                    <a:pt x="2807965" y="81280"/>
                  </a:cubicBezTo>
                  <a:cubicBezTo>
                    <a:pt x="2806695" y="80010"/>
                    <a:pt x="2804790" y="79375"/>
                    <a:pt x="2802250" y="78105"/>
                  </a:cubicBezTo>
                  <a:cubicBezTo>
                    <a:pt x="2800345" y="77470"/>
                    <a:pt x="2797805" y="76200"/>
                    <a:pt x="2794630" y="74930"/>
                  </a:cubicBezTo>
                  <a:cubicBezTo>
                    <a:pt x="2790185" y="73025"/>
                    <a:pt x="2787010" y="71755"/>
                    <a:pt x="2783835" y="69850"/>
                  </a:cubicBezTo>
                  <a:cubicBezTo>
                    <a:pt x="2780660" y="67945"/>
                    <a:pt x="2778755" y="66675"/>
                    <a:pt x="2776850" y="64770"/>
                  </a:cubicBezTo>
                  <a:cubicBezTo>
                    <a:pt x="2774945" y="62865"/>
                    <a:pt x="2773675" y="60960"/>
                    <a:pt x="2773040" y="58420"/>
                  </a:cubicBezTo>
                  <a:cubicBezTo>
                    <a:pt x="2772405" y="55880"/>
                    <a:pt x="2771770" y="53340"/>
                    <a:pt x="2771770" y="50165"/>
                  </a:cubicBezTo>
                  <a:cubicBezTo>
                    <a:pt x="2771770" y="46990"/>
                    <a:pt x="2772405" y="43815"/>
                    <a:pt x="2773675" y="40640"/>
                  </a:cubicBezTo>
                  <a:cubicBezTo>
                    <a:pt x="2774945" y="38100"/>
                    <a:pt x="2776850" y="35560"/>
                    <a:pt x="2779390" y="34290"/>
                  </a:cubicBezTo>
                  <a:cubicBezTo>
                    <a:pt x="2781930" y="32385"/>
                    <a:pt x="2784470" y="31115"/>
                    <a:pt x="2787645" y="30480"/>
                  </a:cubicBezTo>
                  <a:cubicBezTo>
                    <a:pt x="2790820" y="29845"/>
                    <a:pt x="2794630" y="29210"/>
                    <a:pt x="2798440" y="29210"/>
                  </a:cubicBezTo>
                  <a:close/>
                  <a:moveTo>
                    <a:pt x="2723510" y="29210"/>
                  </a:moveTo>
                  <a:cubicBezTo>
                    <a:pt x="2725415" y="29210"/>
                    <a:pt x="2727320" y="29210"/>
                    <a:pt x="2729225" y="29210"/>
                  </a:cubicBezTo>
                  <a:cubicBezTo>
                    <a:pt x="2733670" y="29210"/>
                    <a:pt x="2738115" y="29845"/>
                    <a:pt x="2741290" y="31750"/>
                  </a:cubicBezTo>
                  <a:cubicBezTo>
                    <a:pt x="2744465" y="33020"/>
                    <a:pt x="2747640" y="35560"/>
                    <a:pt x="2750180" y="38100"/>
                  </a:cubicBezTo>
                  <a:cubicBezTo>
                    <a:pt x="2752720" y="41275"/>
                    <a:pt x="2753990" y="44450"/>
                    <a:pt x="2755260" y="48895"/>
                  </a:cubicBezTo>
                  <a:cubicBezTo>
                    <a:pt x="2756530" y="53340"/>
                    <a:pt x="2757165" y="58420"/>
                    <a:pt x="2757165" y="64135"/>
                  </a:cubicBezTo>
                  <a:lnTo>
                    <a:pt x="2757165" y="108585"/>
                  </a:lnTo>
                  <a:lnTo>
                    <a:pt x="2741925" y="108585"/>
                  </a:lnTo>
                  <a:lnTo>
                    <a:pt x="2741290" y="108585"/>
                  </a:lnTo>
                  <a:lnTo>
                    <a:pt x="2741290" y="64770"/>
                  </a:lnTo>
                  <a:cubicBezTo>
                    <a:pt x="2741290" y="57785"/>
                    <a:pt x="2740020" y="52070"/>
                    <a:pt x="2737480" y="48895"/>
                  </a:cubicBezTo>
                  <a:cubicBezTo>
                    <a:pt x="2734940" y="45085"/>
                    <a:pt x="2731130" y="43180"/>
                    <a:pt x="2725415" y="43180"/>
                  </a:cubicBezTo>
                  <a:cubicBezTo>
                    <a:pt x="2722875" y="43180"/>
                    <a:pt x="2720970" y="43180"/>
                    <a:pt x="2718430" y="44450"/>
                  </a:cubicBezTo>
                  <a:cubicBezTo>
                    <a:pt x="2716525" y="45085"/>
                    <a:pt x="2714620" y="46990"/>
                    <a:pt x="2713350" y="48260"/>
                  </a:cubicBezTo>
                  <a:cubicBezTo>
                    <a:pt x="2712080" y="50165"/>
                    <a:pt x="2710810" y="52070"/>
                    <a:pt x="2710175" y="54610"/>
                  </a:cubicBezTo>
                  <a:cubicBezTo>
                    <a:pt x="2710175" y="57150"/>
                    <a:pt x="2709540" y="59690"/>
                    <a:pt x="2709540" y="62865"/>
                  </a:cubicBezTo>
                  <a:lnTo>
                    <a:pt x="2709540" y="108585"/>
                  </a:lnTo>
                  <a:lnTo>
                    <a:pt x="2694300" y="108585"/>
                  </a:lnTo>
                  <a:lnTo>
                    <a:pt x="2694300" y="30480"/>
                  </a:lnTo>
                  <a:lnTo>
                    <a:pt x="2709540" y="30480"/>
                  </a:lnTo>
                  <a:lnTo>
                    <a:pt x="2709540" y="38100"/>
                  </a:lnTo>
                  <a:cubicBezTo>
                    <a:pt x="2709540" y="38100"/>
                    <a:pt x="2711445" y="35560"/>
                    <a:pt x="2713350" y="34290"/>
                  </a:cubicBezTo>
                  <a:cubicBezTo>
                    <a:pt x="2714620" y="33020"/>
                    <a:pt x="2716525" y="32385"/>
                    <a:pt x="2717795" y="31115"/>
                  </a:cubicBezTo>
                  <a:cubicBezTo>
                    <a:pt x="2719700" y="30480"/>
                    <a:pt x="2721605" y="29845"/>
                    <a:pt x="2723510" y="29210"/>
                  </a:cubicBezTo>
                  <a:close/>
                  <a:moveTo>
                    <a:pt x="2530470" y="29210"/>
                  </a:moveTo>
                  <a:cubicBezTo>
                    <a:pt x="2536185" y="29210"/>
                    <a:pt x="2540630" y="30480"/>
                    <a:pt x="2545075" y="32385"/>
                  </a:cubicBezTo>
                  <a:cubicBezTo>
                    <a:pt x="2548885" y="34290"/>
                    <a:pt x="2552695" y="37465"/>
                    <a:pt x="2555235" y="40640"/>
                  </a:cubicBezTo>
                  <a:cubicBezTo>
                    <a:pt x="2557775" y="44450"/>
                    <a:pt x="2559680" y="48260"/>
                    <a:pt x="2561585" y="53340"/>
                  </a:cubicBezTo>
                  <a:cubicBezTo>
                    <a:pt x="2562855" y="57785"/>
                    <a:pt x="2563490" y="62865"/>
                    <a:pt x="2563490" y="68580"/>
                  </a:cubicBezTo>
                  <a:lnTo>
                    <a:pt x="2562220" y="68580"/>
                  </a:lnTo>
                  <a:cubicBezTo>
                    <a:pt x="2562220" y="68580"/>
                    <a:pt x="2562220" y="71120"/>
                    <a:pt x="2562220" y="72390"/>
                  </a:cubicBezTo>
                  <a:cubicBezTo>
                    <a:pt x="2562220" y="73660"/>
                    <a:pt x="2562220" y="74295"/>
                    <a:pt x="2562220" y="75565"/>
                  </a:cubicBezTo>
                  <a:lnTo>
                    <a:pt x="2510785" y="75565"/>
                  </a:lnTo>
                  <a:cubicBezTo>
                    <a:pt x="2510785" y="79375"/>
                    <a:pt x="2512055" y="82550"/>
                    <a:pt x="2513325" y="85090"/>
                  </a:cubicBezTo>
                  <a:cubicBezTo>
                    <a:pt x="2514595" y="87630"/>
                    <a:pt x="2515865" y="90170"/>
                    <a:pt x="2517770" y="91440"/>
                  </a:cubicBezTo>
                  <a:cubicBezTo>
                    <a:pt x="2519675" y="93345"/>
                    <a:pt x="2521580" y="94615"/>
                    <a:pt x="2523485" y="95250"/>
                  </a:cubicBezTo>
                  <a:cubicBezTo>
                    <a:pt x="2525390" y="95885"/>
                    <a:pt x="2527930" y="96520"/>
                    <a:pt x="2530470" y="96520"/>
                  </a:cubicBezTo>
                  <a:cubicBezTo>
                    <a:pt x="2532375" y="96520"/>
                    <a:pt x="2533645" y="96520"/>
                    <a:pt x="2535550" y="96520"/>
                  </a:cubicBezTo>
                  <a:cubicBezTo>
                    <a:pt x="2536820" y="96520"/>
                    <a:pt x="2538725" y="95885"/>
                    <a:pt x="2539995" y="95250"/>
                  </a:cubicBezTo>
                  <a:cubicBezTo>
                    <a:pt x="2541265" y="95250"/>
                    <a:pt x="2542535" y="93980"/>
                    <a:pt x="2543805" y="93345"/>
                  </a:cubicBezTo>
                  <a:cubicBezTo>
                    <a:pt x="2545075" y="93345"/>
                    <a:pt x="2546345" y="92075"/>
                    <a:pt x="2548250" y="90805"/>
                  </a:cubicBezTo>
                  <a:lnTo>
                    <a:pt x="2557140" y="100330"/>
                  </a:lnTo>
                  <a:cubicBezTo>
                    <a:pt x="2557140" y="100330"/>
                    <a:pt x="2553330" y="103505"/>
                    <a:pt x="2551425" y="104775"/>
                  </a:cubicBezTo>
                  <a:cubicBezTo>
                    <a:pt x="2549520" y="106045"/>
                    <a:pt x="2547615" y="106680"/>
                    <a:pt x="2545710" y="107950"/>
                  </a:cubicBezTo>
                  <a:cubicBezTo>
                    <a:pt x="2543805" y="108585"/>
                    <a:pt x="2541265" y="109855"/>
                    <a:pt x="2538725" y="109855"/>
                  </a:cubicBezTo>
                  <a:cubicBezTo>
                    <a:pt x="2536185" y="109855"/>
                    <a:pt x="2533010" y="110490"/>
                    <a:pt x="2529835" y="110490"/>
                  </a:cubicBezTo>
                  <a:cubicBezTo>
                    <a:pt x="2526660" y="110490"/>
                    <a:pt x="2523485" y="110490"/>
                    <a:pt x="2520310" y="109220"/>
                  </a:cubicBezTo>
                  <a:cubicBezTo>
                    <a:pt x="2517135" y="108585"/>
                    <a:pt x="2514595" y="107315"/>
                    <a:pt x="2512690" y="105410"/>
                  </a:cubicBezTo>
                  <a:cubicBezTo>
                    <a:pt x="2510785" y="103505"/>
                    <a:pt x="2508245" y="102235"/>
                    <a:pt x="2506340" y="100330"/>
                  </a:cubicBezTo>
                  <a:cubicBezTo>
                    <a:pt x="2504435" y="98425"/>
                    <a:pt x="2502530" y="95885"/>
                    <a:pt x="2501260" y="92710"/>
                  </a:cubicBezTo>
                  <a:cubicBezTo>
                    <a:pt x="2499355" y="89535"/>
                    <a:pt x="2498085" y="86360"/>
                    <a:pt x="2497450" y="82550"/>
                  </a:cubicBezTo>
                  <a:cubicBezTo>
                    <a:pt x="2496815" y="78740"/>
                    <a:pt x="2496180" y="74295"/>
                    <a:pt x="2496180" y="69850"/>
                  </a:cubicBezTo>
                  <a:cubicBezTo>
                    <a:pt x="2496180" y="63500"/>
                    <a:pt x="2496815" y="57150"/>
                    <a:pt x="2498720" y="52070"/>
                  </a:cubicBezTo>
                  <a:cubicBezTo>
                    <a:pt x="2500625" y="46990"/>
                    <a:pt x="2502530" y="42545"/>
                    <a:pt x="2505705" y="39370"/>
                  </a:cubicBezTo>
                  <a:cubicBezTo>
                    <a:pt x="2508880" y="36195"/>
                    <a:pt x="2512055" y="33020"/>
                    <a:pt x="2516500" y="31750"/>
                  </a:cubicBezTo>
                  <a:cubicBezTo>
                    <a:pt x="2520945" y="29845"/>
                    <a:pt x="2525390" y="29210"/>
                    <a:pt x="2530470" y="29210"/>
                  </a:cubicBezTo>
                  <a:close/>
                  <a:moveTo>
                    <a:pt x="2298061" y="29210"/>
                  </a:moveTo>
                  <a:cubicBezTo>
                    <a:pt x="2301236" y="29210"/>
                    <a:pt x="2303776" y="29210"/>
                    <a:pt x="2305681" y="29845"/>
                  </a:cubicBezTo>
                  <a:cubicBezTo>
                    <a:pt x="2307586" y="29845"/>
                    <a:pt x="2309491" y="31115"/>
                    <a:pt x="2311396" y="32385"/>
                  </a:cubicBezTo>
                  <a:lnTo>
                    <a:pt x="2307586" y="46990"/>
                  </a:lnTo>
                  <a:lnTo>
                    <a:pt x="2306316" y="46990"/>
                  </a:lnTo>
                  <a:cubicBezTo>
                    <a:pt x="2306316" y="46990"/>
                    <a:pt x="2303141" y="45085"/>
                    <a:pt x="2301236" y="45085"/>
                  </a:cubicBezTo>
                  <a:cubicBezTo>
                    <a:pt x="2299331" y="45085"/>
                    <a:pt x="2297426" y="44450"/>
                    <a:pt x="2294886" y="44450"/>
                  </a:cubicBezTo>
                  <a:cubicBezTo>
                    <a:pt x="2289806" y="44450"/>
                    <a:pt x="2285996" y="46355"/>
                    <a:pt x="2283456" y="49530"/>
                  </a:cubicBezTo>
                  <a:cubicBezTo>
                    <a:pt x="2280916" y="52705"/>
                    <a:pt x="2279646" y="57785"/>
                    <a:pt x="2279646" y="64770"/>
                  </a:cubicBezTo>
                  <a:lnTo>
                    <a:pt x="2279646" y="109220"/>
                  </a:lnTo>
                  <a:lnTo>
                    <a:pt x="2264406" y="109220"/>
                  </a:lnTo>
                  <a:lnTo>
                    <a:pt x="2264406" y="31115"/>
                  </a:lnTo>
                  <a:lnTo>
                    <a:pt x="2279646" y="31115"/>
                  </a:lnTo>
                  <a:lnTo>
                    <a:pt x="2279646" y="38735"/>
                  </a:lnTo>
                  <a:cubicBezTo>
                    <a:pt x="2279646" y="38735"/>
                    <a:pt x="2281551" y="36195"/>
                    <a:pt x="2282821" y="34925"/>
                  </a:cubicBezTo>
                  <a:cubicBezTo>
                    <a:pt x="2284091" y="33655"/>
                    <a:pt x="2285361" y="33020"/>
                    <a:pt x="2287266" y="31750"/>
                  </a:cubicBezTo>
                  <a:cubicBezTo>
                    <a:pt x="2288536" y="31115"/>
                    <a:pt x="2290441" y="30480"/>
                    <a:pt x="2292346" y="29845"/>
                  </a:cubicBezTo>
                  <a:cubicBezTo>
                    <a:pt x="2294251" y="29845"/>
                    <a:pt x="2296156" y="29210"/>
                    <a:pt x="2298061" y="29210"/>
                  </a:cubicBezTo>
                  <a:close/>
                  <a:moveTo>
                    <a:pt x="2216145" y="29210"/>
                  </a:moveTo>
                  <a:cubicBezTo>
                    <a:pt x="2221860" y="29210"/>
                    <a:pt x="2226305" y="30480"/>
                    <a:pt x="2230750" y="32385"/>
                  </a:cubicBezTo>
                  <a:cubicBezTo>
                    <a:pt x="2234560" y="34290"/>
                    <a:pt x="2238370" y="37465"/>
                    <a:pt x="2240910" y="40640"/>
                  </a:cubicBezTo>
                  <a:cubicBezTo>
                    <a:pt x="2243450" y="44450"/>
                    <a:pt x="2245355" y="48260"/>
                    <a:pt x="2247260" y="53340"/>
                  </a:cubicBezTo>
                  <a:cubicBezTo>
                    <a:pt x="2248530" y="57785"/>
                    <a:pt x="2249165" y="62865"/>
                    <a:pt x="2249165" y="68580"/>
                  </a:cubicBezTo>
                  <a:lnTo>
                    <a:pt x="2247895" y="68580"/>
                  </a:lnTo>
                  <a:cubicBezTo>
                    <a:pt x="2247895" y="68580"/>
                    <a:pt x="2247895" y="71120"/>
                    <a:pt x="2247895" y="72390"/>
                  </a:cubicBezTo>
                  <a:cubicBezTo>
                    <a:pt x="2247895" y="73660"/>
                    <a:pt x="2247895" y="74295"/>
                    <a:pt x="2247895" y="75565"/>
                  </a:cubicBezTo>
                  <a:lnTo>
                    <a:pt x="2196460" y="75565"/>
                  </a:lnTo>
                  <a:cubicBezTo>
                    <a:pt x="2196460" y="79375"/>
                    <a:pt x="2197730" y="82550"/>
                    <a:pt x="2199000" y="85090"/>
                  </a:cubicBezTo>
                  <a:cubicBezTo>
                    <a:pt x="2200270" y="87630"/>
                    <a:pt x="2201540" y="90170"/>
                    <a:pt x="2203445" y="91440"/>
                  </a:cubicBezTo>
                  <a:cubicBezTo>
                    <a:pt x="2205350" y="93345"/>
                    <a:pt x="2207255" y="94615"/>
                    <a:pt x="2209160" y="95250"/>
                  </a:cubicBezTo>
                  <a:cubicBezTo>
                    <a:pt x="2211065" y="95885"/>
                    <a:pt x="2213605" y="96520"/>
                    <a:pt x="2216145" y="96520"/>
                  </a:cubicBezTo>
                  <a:cubicBezTo>
                    <a:pt x="2218050" y="96520"/>
                    <a:pt x="2219320" y="96520"/>
                    <a:pt x="2221225" y="96520"/>
                  </a:cubicBezTo>
                  <a:cubicBezTo>
                    <a:pt x="2222495" y="96520"/>
                    <a:pt x="2224400" y="95885"/>
                    <a:pt x="2225670" y="95250"/>
                  </a:cubicBezTo>
                  <a:cubicBezTo>
                    <a:pt x="2226940" y="95250"/>
                    <a:pt x="2228210" y="93980"/>
                    <a:pt x="2229480" y="93345"/>
                  </a:cubicBezTo>
                  <a:cubicBezTo>
                    <a:pt x="2230750" y="93345"/>
                    <a:pt x="2232020" y="92075"/>
                    <a:pt x="2233925" y="90805"/>
                  </a:cubicBezTo>
                  <a:lnTo>
                    <a:pt x="2242815" y="100330"/>
                  </a:lnTo>
                  <a:cubicBezTo>
                    <a:pt x="2242815" y="100330"/>
                    <a:pt x="2239005" y="103505"/>
                    <a:pt x="2237100" y="104775"/>
                  </a:cubicBezTo>
                  <a:cubicBezTo>
                    <a:pt x="2235195" y="106045"/>
                    <a:pt x="2233290" y="106680"/>
                    <a:pt x="2231385" y="107950"/>
                  </a:cubicBezTo>
                  <a:cubicBezTo>
                    <a:pt x="2229480" y="108585"/>
                    <a:pt x="2226940" y="109855"/>
                    <a:pt x="2224400" y="109855"/>
                  </a:cubicBezTo>
                  <a:cubicBezTo>
                    <a:pt x="2221860" y="109855"/>
                    <a:pt x="2218685" y="110490"/>
                    <a:pt x="2215510" y="110490"/>
                  </a:cubicBezTo>
                  <a:cubicBezTo>
                    <a:pt x="2212335" y="110490"/>
                    <a:pt x="2209160" y="110490"/>
                    <a:pt x="2205985" y="109220"/>
                  </a:cubicBezTo>
                  <a:cubicBezTo>
                    <a:pt x="2202810" y="108585"/>
                    <a:pt x="2200270" y="107315"/>
                    <a:pt x="2198365" y="105410"/>
                  </a:cubicBezTo>
                  <a:cubicBezTo>
                    <a:pt x="2195825" y="104140"/>
                    <a:pt x="2193920" y="102235"/>
                    <a:pt x="2192015" y="100330"/>
                  </a:cubicBezTo>
                  <a:cubicBezTo>
                    <a:pt x="2190110" y="98425"/>
                    <a:pt x="2188205" y="95885"/>
                    <a:pt x="2186935" y="92710"/>
                  </a:cubicBezTo>
                  <a:cubicBezTo>
                    <a:pt x="2185030" y="89535"/>
                    <a:pt x="2183760" y="86360"/>
                    <a:pt x="2183125" y="82550"/>
                  </a:cubicBezTo>
                  <a:cubicBezTo>
                    <a:pt x="2182490" y="78740"/>
                    <a:pt x="2181855" y="74295"/>
                    <a:pt x="2181855" y="69850"/>
                  </a:cubicBezTo>
                  <a:cubicBezTo>
                    <a:pt x="2181855" y="63500"/>
                    <a:pt x="2182490" y="57150"/>
                    <a:pt x="2184395" y="52070"/>
                  </a:cubicBezTo>
                  <a:cubicBezTo>
                    <a:pt x="2186300" y="46990"/>
                    <a:pt x="2188205" y="42545"/>
                    <a:pt x="2191380" y="39370"/>
                  </a:cubicBezTo>
                  <a:cubicBezTo>
                    <a:pt x="2194555" y="36195"/>
                    <a:pt x="2197730" y="33020"/>
                    <a:pt x="2202175" y="31750"/>
                  </a:cubicBezTo>
                  <a:cubicBezTo>
                    <a:pt x="2206620" y="29845"/>
                    <a:pt x="2211065" y="29210"/>
                    <a:pt x="2216145" y="29210"/>
                  </a:cubicBezTo>
                  <a:close/>
                  <a:moveTo>
                    <a:pt x="2029456" y="29210"/>
                  </a:moveTo>
                  <a:cubicBezTo>
                    <a:pt x="2035171" y="29210"/>
                    <a:pt x="2039616" y="30480"/>
                    <a:pt x="2044061" y="32385"/>
                  </a:cubicBezTo>
                  <a:cubicBezTo>
                    <a:pt x="2047871" y="34290"/>
                    <a:pt x="2051681" y="37465"/>
                    <a:pt x="2054221" y="40640"/>
                  </a:cubicBezTo>
                  <a:cubicBezTo>
                    <a:pt x="2056761" y="44450"/>
                    <a:pt x="2058666" y="48260"/>
                    <a:pt x="2060571" y="53340"/>
                  </a:cubicBezTo>
                  <a:cubicBezTo>
                    <a:pt x="2061841" y="57785"/>
                    <a:pt x="2062476" y="62865"/>
                    <a:pt x="2062476" y="68580"/>
                  </a:cubicBezTo>
                  <a:lnTo>
                    <a:pt x="2061206" y="68580"/>
                  </a:lnTo>
                  <a:cubicBezTo>
                    <a:pt x="2061206" y="68580"/>
                    <a:pt x="2061206" y="71120"/>
                    <a:pt x="2061206" y="72390"/>
                  </a:cubicBezTo>
                  <a:cubicBezTo>
                    <a:pt x="2061206" y="73660"/>
                    <a:pt x="2061206" y="74295"/>
                    <a:pt x="2061206" y="75565"/>
                  </a:cubicBezTo>
                  <a:lnTo>
                    <a:pt x="2009771" y="75565"/>
                  </a:lnTo>
                  <a:cubicBezTo>
                    <a:pt x="2009771" y="79375"/>
                    <a:pt x="2011041" y="82550"/>
                    <a:pt x="2012311" y="85090"/>
                  </a:cubicBezTo>
                  <a:cubicBezTo>
                    <a:pt x="2013581" y="87630"/>
                    <a:pt x="2014851" y="90170"/>
                    <a:pt x="2016756" y="91440"/>
                  </a:cubicBezTo>
                  <a:cubicBezTo>
                    <a:pt x="2018661" y="93345"/>
                    <a:pt x="2020566" y="94615"/>
                    <a:pt x="2022471" y="95250"/>
                  </a:cubicBezTo>
                  <a:cubicBezTo>
                    <a:pt x="2024376" y="95885"/>
                    <a:pt x="2026916" y="96520"/>
                    <a:pt x="2029456" y="96520"/>
                  </a:cubicBezTo>
                  <a:cubicBezTo>
                    <a:pt x="2031361" y="96520"/>
                    <a:pt x="2032631" y="96520"/>
                    <a:pt x="2034536" y="96520"/>
                  </a:cubicBezTo>
                  <a:cubicBezTo>
                    <a:pt x="2035806" y="96520"/>
                    <a:pt x="2037711" y="95885"/>
                    <a:pt x="2038981" y="95250"/>
                  </a:cubicBezTo>
                  <a:cubicBezTo>
                    <a:pt x="2040251" y="95250"/>
                    <a:pt x="2041521" y="93980"/>
                    <a:pt x="2042791" y="93345"/>
                  </a:cubicBezTo>
                  <a:cubicBezTo>
                    <a:pt x="2044061" y="93345"/>
                    <a:pt x="2045331" y="92075"/>
                    <a:pt x="2047236" y="90805"/>
                  </a:cubicBezTo>
                  <a:lnTo>
                    <a:pt x="2056126" y="100330"/>
                  </a:lnTo>
                  <a:cubicBezTo>
                    <a:pt x="2056126" y="100330"/>
                    <a:pt x="2052316" y="103505"/>
                    <a:pt x="2050411" y="104775"/>
                  </a:cubicBezTo>
                  <a:cubicBezTo>
                    <a:pt x="2048506" y="106045"/>
                    <a:pt x="2046601" y="106680"/>
                    <a:pt x="2044696" y="107950"/>
                  </a:cubicBezTo>
                  <a:cubicBezTo>
                    <a:pt x="2042791" y="108585"/>
                    <a:pt x="2040251" y="109855"/>
                    <a:pt x="2037711" y="109855"/>
                  </a:cubicBezTo>
                  <a:cubicBezTo>
                    <a:pt x="2035171" y="109855"/>
                    <a:pt x="2031996" y="110490"/>
                    <a:pt x="2028821" y="110490"/>
                  </a:cubicBezTo>
                  <a:cubicBezTo>
                    <a:pt x="2025646" y="110490"/>
                    <a:pt x="2022471" y="110490"/>
                    <a:pt x="2019296" y="109220"/>
                  </a:cubicBezTo>
                  <a:cubicBezTo>
                    <a:pt x="2016121" y="108585"/>
                    <a:pt x="2013581" y="107315"/>
                    <a:pt x="2011676" y="105410"/>
                  </a:cubicBezTo>
                  <a:cubicBezTo>
                    <a:pt x="2009136" y="104140"/>
                    <a:pt x="2007231" y="102235"/>
                    <a:pt x="2005326" y="100330"/>
                  </a:cubicBezTo>
                  <a:cubicBezTo>
                    <a:pt x="2003421" y="98425"/>
                    <a:pt x="2001516" y="95885"/>
                    <a:pt x="2000246" y="92710"/>
                  </a:cubicBezTo>
                  <a:cubicBezTo>
                    <a:pt x="1998341" y="89535"/>
                    <a:pt x="1997071" y="86360"/>
                    <a:pt x="1996436" y="82550"/>
                  </a:cubicBezTo>
                  <a:cubicBezTo>
                    <a:pt x="1995801" y="78740"/>
                    <a:pt x="1995166" y="74295"/>
                    <a:pt x="1995166" y="69850"/>
                  </a:cubicBezTo>
                  <a:cubicBezTo>
                    <a:pt x="1995166" y="63500"/>
                    <a:pt x="1995801" y="57150"/>
                    <a:pt x="1997706" y="52070"/>
                  </a:cubicBezTo>
                  <a:cubicBezTo>
                    <a:pt x="1999611" y="46990"/>
                    <a:pt x="2001516" y="42545"/>
                    <a:pt x="2004691" y="39370"/>
                  </a:cubicBezTo>
                  <a:cubicBezTo>
                    <a:pt x="2007866" y="36195"/>
                    <a:pt x="2011041" y="33020"/>
                    <a:pt x="2015486" y="31750"/>
                  </a:cubicBezTo>
                  <a:cubicBezTo>
                    <a:pt x="2019931" y="29845"/>
                    <a:pt x="2024376" y="29210"/>
                    <a:pt x="2029456" y="29210"/>
                  </a:cubicBezTo>
                  <a:close/>
                  <a:moveTo>
                    <a:pt x="1831336" y="29210"/>
                  </a:moveTo>
                  <a:cubicBezTo>
                    <a:pt x="1837051" y="29210"/>
                    <a:pt x="1841496" y="30480"/>
                    <a:pt x="1845941" y="32385"/>
                  </a:cubicBezTo>
                  <a:cubicBezTo>
                    <a:pt x="1849751" y="34290"/>
                    <a:pt x="1853561" y="37465"/>
                    <a:pt x="1856101" y="40640"/>
                  </a:cubicBezTo>
                  <a:cubicBezTo>
                    <a:pt x="1858641" y="44450"/>
                    <a:pt x="1860546" y="48260"/>
                    <a:pt x="1862451" y="53340"/>
                  </a:cubicBezTo>
                  <a:cubicBezTo>
                    <a:pt x="1863721" y="57785"/>
                    <a:pt x="1864356" y="62865"/>
                    <a:pt x="1864356" y="68580"/>
                  </a:cubicBezTo>
                  <a:lnTo>
                    <a:pt x="1863086" y="68580"/>
                  </a:lnTo>
                  <a:cubicBezTo>
                    <a:pt x="1863086" y="68580"/>
                    <a:pt x="1863086" y="71120"/>
                    <a:pt x="1863086" y="72390"/>
                  </a:cubicBezTo>
                  <a:cubicBezTo>
                    <a:pt x="1863086" y="73660"/>
                    <a:pt x="1863086" y="74295"/>
                    <a:pt x="1863086" y="75565"/>
                  </a:cubicBezTo>
                  <a:lnTo>
                    <a:pt x="1811651" y="75565"/>
                  </a:lnTo>
                  <a:cubicBezTo>
                    <a:pt x="1811651" y="79375"/>
                    <a:pt x="1812921" y="82550"/>
                    <a:pt x="1814191" y="85090"/>
                  </a:cubicBezTo>
                  <a:cubicBezTo>
                    <a:pt x="1815461" y="87630"/>
                    <a:pt x="1816731" y="90170"/>
                    <a:pt x="1818636" y="91440"/>
                  </a:cubicBezTo>
                  <a:cubicBezTo>
                    <a:pt x="1820541" y="93345"/>
                    <a:pt x="1822446" y="94615"/>
                    <a:pt x="1824351" y="95250"/>
                  </a:cubicBezTo>
                  <a:cubicBezTo>
                    <a:pt x="1826256" y="95885"/>
                    <a:pt x="1828796" y="96520"/>
                    <a:pt x="1831336" y="96520"/>
                  </a:cubicBezTo>
                  <a:cubicBezTo>
                    <a:pt x="1833241" y="96520"/>
                    <a:pt x="1834511" y="96520"/>
                    <a:pt x="1836416" y="96520"/>
                  </a:cubicBezTo>
                  <a:cubicBezTo>
                    <a:pt x="1837686" y="96520"/>
                    <a:pt x="1839591" y="95885"/>
                    <a:pt x="1840861" y="95250"/>
                  </a:cubicBezTo>
                  <a:cubicBezTo>
                    <a:pt x="1842131" y="95250"/>
                    <a:pt x="1843401" y="93980"/>
                    <a:pt x="1844671" y="93345"/>
                  </a:cubicBezTo>
                  <a:cubicBezTo>
                    <a:pt x="1845941" y="93345"/>
                    <a:pt x="1847211" y="92075"/>
                    <a:pt x="1849116" y="90805"/>
                  </a:cubicBezTo>
                  <a:lnTo>
                    <a:pt x="1858006" y="100330"/>
                  </a:lnTo>
                  <a:cubicBezTo>
                    <a:pt x="1858006" y="100330"/>
                    <a:pt x="1854196" y="103505"/>
                    <a:pt x="1852291" y="104775"/>
                  </a:cubicBezTo>
                  <a:cubicBezTo>
                    <a:pt x="1850386" y="106045"/>
                    <a:pt x="1848481" y="106680"/>
                    <a:pt x="1846576" y="107950"/>
                  </a:cubicBezTo>
                  <a:cubicBezTo>
                    <a:pt x="1844671" y="108585"/>
                    <a:pt x="1842131" y="109855"/>
                    <a:pt x="1839591" y="109855"/>
                  </a:cubicBezTo>
                  <a:cubicBezTo>
                    <a:pt x="1837051" y="109855"/>
                    <a:pt x="1833876" y="110490"/>
                    <a:pt x="1830701" y="110490"/>
                  </a:cubicBezTo>
                  <a:cubicBezTo>
                    <a:pt x="1827526" y="110490"/>
                    <a:pt x="1824351" y="110490"/>
                    <a:pt x="1821176" y="109220"/>
                  </a:cubicBezTo>
                  <a:cubicBezTo>
                    <a:pt x="1818001" y="108585"/>
                    <a:pt x="1815461" y="107315"/>
                    <a:pt x="1813556" y="105410"/>
                  </a:cubicBezTo>
                  <a:cubicBezTo>
                    <a:pt x="1811016" y="104140"/>
                    <a:pt x="1809111" y="102235"/>
                    <a:pt x="1807206" y="100330"/>
                  </a:cubicBezTo>
                  <a:cubicBezTo>
                    <a:pt x="1805301" y="98425"/>
                    <a:pt x="1803396" y="95885"/>
                    <a:pt x="1802126" y="92710"/>
                  </a:cubicBezTo>
                  <a:cubicBezTo>
                    <a:pt x="1800221" y="89535"/>
                    <a:pt x="1798951" y="86360"/>
                    <a:pt x="1798316" y="82550"/>
                  </a:cubicBezTo>
                  <a:cubicBezTo>
                    <a:pt x="1797681" y="78740"/>
                    <a:pt x="1797046" y="74295"/>
                    <a:pt x="1797046" y="69850"/>
                  </a:cubicBezTo>
                  <a:cubicBezTo>
                    <a:pt x="1797046" y="63500"/>
                    <a:pt x="1797681" y="57150"/>
                    <a:pt x="1799586" y="52070"/>
                  </a:cubicBezTo>
                  <a:cubicBezTo>
                    <a:pt x="1801491" y="46990"/>
                    <a:pt x="1803396" y="42545"/>
                    <a:pt x="1806571" y="39370"/>
                  </a:cubicBezTo>
                  <a:cubicBezTo>
                    <a:pt x="1809746" y="36195"/>
                    <a:pt x="1812921" y="33020"/>
                    <a:pt x="1817366" y="31750"/>
                  </a:cubicBezTo>
                  <a:cubicBezTo>
                    <a:pt x="1821811" y="29845"/>
                    <a:pt x="1826256" y="29210"/>
                    <a:pt x="1831336" y="29210"/>
                  </a:cubicBezTo>
                  <a:close/>
                  <a:moveTo>
                    <a:pt x="1501140" y="29210"/>
                  </a:moveTo>
                  <a:cubicBezTo>
                    <a:pt x="1503046" y="29210"/>
                    <a:pt x="1504951" y="29210"/>
                    <a:pt x="1506856" y="29210"/>
                  </a:cubicBezTo>
                  <a:cubicBezTo>
                    <a:pt x="1511301" y="29210"/>
                    <a:pt x="1515746" y="29845"/>
                    <a:pt x="1518920" y="31750"/>
                  </a:cubicBezTo>
                  <a:cubicBezTo>
                    <a:pt x="1522096" y="33020"/>
                    <a:pt x="1525271" y="35560"/>
                    <a:pt x="1527811" y="38100"/>
                  </a:cubicBezTo>
                  <a:cubicBezTo>
                    <a:pt x="1530351" y="41275"/>
                    <a:pt x="1531621" y="44450"/>
                    <a:pt x="1532891" y="48895"/>
                  </a:cubicBezTo>
                  <a:cubicBezTo>
                    <a:pt x="1534161" y="53340"/>
                    <a:pt x="1534796" y="58420"/>
                    <a:pt x="1534796" y="64135"/>
                  </a:cubicBezTo>
                  <a:lnTo>
                    <a:pt x="1534796" y="108585"/>
                  </a:lnTo>
                  <a:lnTo>
                    <a:pt x="1519556" y="108585"/>
                  </a:lnTo>
                  <a:lnTo>
                    <a:pt x="1518920" y="108585"/>
                  </a:lnTo>
                  <a:lnTo>
                    <a:pt x="1518920" y="64770"/>
                  </a:lnTo>
                  <a:cubicBezTo>
                    <a:pt x="1518920" y="57785"/>
                    <a:pt x="1517651" y="52070"/>
                    <a:pt x="1515111" y="48895"/>
                  </a:cubicBezTo>
                  <a:cubicBezTo>
                    <a:pt x="1512571" y="45085"/>
                    <a:pt x="1508761" y="43180"/>
                    <a:pt x="1503046" y="43180"/>
                  </a:cubicBezTo>
                  <a:cubicBezTo>
                    <a:pt x="1500506" y="43180"/>
                    <a:pt x="1498601" y="43180"/>
                    <a:pt x="1496061" y="44450"/>
                  </a:cubicBezTo>
                  <a:cubicBezTo>
                    <a:pt x="1494156" y="45085"/>
                    <a:pt x="1492250" y="46990"/>
                    <a:pt x="1490981" y="48260"/>
                  </a:cubicBezTo>
                  <a:cubicBezTo>
                    <a:pt x="1489711" y="50165"/>
                    <a:pt x="1488441" y="52070"/>
                    <a:pt x="1487806" y="54610"/>
                  </a:cubicBezTo>
                  <a:cubicBezTo>
                    <a:pt x="1487806" y="57150"/>
                    <a:pt x="1487170" y="59690"/>
                    <a:pt x="1487170" y="62865"/>
                  </a:cubicBezTo>
                  <a:lnTo>
                    <a:pt x="1487170" y="108585"/>
                  </a:lnTo>
                  <a:lnTo>
                    <a:pt x="1471931" y="108585"/>
                  </a:lnTo>
                  <a:lnTo>
                    <a:pt x="1471931" y="30480"/>
                  </a:lnTo>
                  <a:lnTo>
                    <a:pt x="1487170" y="30480"/>
                  </a:lnTo>
                  <a:lnTo>
                    <a:pt x="1487170" y="38100"/>
                  </a:lnTo>
                  <a:cubicBezTo>
                    <a:pt x="1487170" y="38100"/>
                    <a:pt x="1489076" y="35560"/>
                    <a:pt x="1490981" y="34290"/>
                  </a:cubicBezTo>
                  <a:cubicBezTo>
                    <a:pt x="1492250" y="33020"/>
                    <a:pt x="1494156" y="32385"/>
                    <a:pt x="1495426" y="31115"/>
                  </a:cubicBezTo>
                  <a:cubicBezTo>
                    <a:pt x="1497331" y="30480"/>
                    <a:pt x="1499236" y="29845"/>
                    <a:pt x="1501140" y="29210"/>
                  </a:cubicBezTo>
                  <a:close/>
                  <a:moveTo>
                    <a:pt x="1250316" y="29210"/>
                  </a:moveTo>
                  <a:cubicBezTo>
                    <a:pt x="1255396" y="29210"/>
                    <a:pt x="1259841" y="29845"/>
                    <a:pt x="1264286" y="31750"/>
                  </a:cubicBezTo>
                  <a:cubicBezTo>
                    <a:pt x="1268731" y="33655"/>
                    <a:pt x="1273176" y="35560"/>
                    <a:pt x="1276350" y="38100"/>
                  </a:cubicBezTo>
                  <a:lnTo>
                    <a:pt x="1278256" y="38100"/>
                  </a:lnTo>
                  <a:lnTo>
                    <a:pt x="1271271" y="50165"/>
                  </a:lnTo>
                  <a:cubicBezTo>
                    <a:pt x="1268095" y="47625"/>
                    <a:pt x="1264921" y="46355"/>
                    <a:pt x="1261746" y="45085"/>
                  </a:cubicBezTo>
                  <a:cubicBezTo>
                    <a:pt x="1258570" y="43815"/>
                    <a:pt x="1254761" y="43180"/>
                    <a:pt x="1250951" y="43180"/>
                  </a:cubicBezTo>
                  <a:cubicBezTo>
                    <a:pt x="1247141" y="43180"/>
                    <a:pt x="1244601" y="43815"/>
                    <a:pt x="1242696" y="45085"/>
                  </a:cubicBezTo>
                  <a:cubicBezTo>
                    <a:pt x="1240791" y="46355"/>
                    <a:pt x="1240156" y="48260"/>
                    <a:pt x="1240156" y="50165"/>
                  </a:cubicBezTo>
                  <a:cubicBezTo>
                    <a:pt x="1240156" y="51435"/>
                    <a:pt x="1240156" y="52070"/>
                    <a:pt x="1240156" y="52705"/>
                  </a:cubicBezTo>
                  <a:cubicBezTo>
                    <a:pt x="1240156" y="53340"/>
                    <a:pt x="1241426" y="54610"/>
                    <a:pt x="1242061" y="55245"/>
                  </a:cubicBezTo>
                  <a:cubicBezTo>
                    <a:pt x="1243331" y="55880"/>
                    <a:pt x="1244601" y="57150"/>
                    <a:pt x="1246506" y="57785"/>
                  </a:cubicBezTo>
                  <a:cubicBezTo>
                    <a:pt x="1248411" y="59055"/>
                    <a:pt x="1250951" y="59690"/>
                    <a:pt x="1253491" y="60960"/>
                  </a:cubicBezTo>
                  <a:cubicBezTo>
                    <a:pt x="1257936" y="62865"/>
                    <a:pt x="1261746" y="64135"/>
                    <a:pt x="1264921" y="66040"/>
                  </a:cubicBezTo>
                  <a:cubicBezTo>
                    <a:pt x="1268095" y="67310"/>
                    <a:pt x="1270635" y="69215"/>
                    <a:pt x="1273176" y="71120"/>
                  </a:cubicBezTo>
                  <a:cubicBezTo>
                    <a:pt x="1275080" y="73025"/>
                    <a:pt x="1276985" y="75565"/>
                    <a:pt x="1278256" y="78105"/>
                  </a:cubicBezTo>
                  <a:cubicBezTo>
                    <a:pt x="1279525" y="80645"/>
                    <a:pt x="1280161" y="83820"/>
                    <a:pt x="1280161" y="87630"/>
                  </a:cubicBezTo>
                  <a:cubicBezTo>
                    <a:pt x="1280161" y="92075"/>
                    <a:pt x="1279525" y="95250"/>
                    <a:pt x="1277621" y="98425"/>
                  </a:cubicBezTo>
                  <a:cubicBezTo>
                    <a:pt x="1275716" y="101600"/>
                    <a:pt x="1273811" y="103505"/>
                    <a:pt x="1271271" y="105410"/>
                  </a:cubicBezTo>
                  <a:cubicBezTo>
                    <a:pt x="1268731" y="107315"/>
                    <a:pt x="1265556" y="108585"/>
                    <a:pt x="1261746" y="109220"/>
                  </a:cubicBezTo>
                  <a:cubicBezTo>
                    <a:pt x="1257936" y="109855"/>
                    <a:pt x="1254761" y="110490"/>
                    <a:pt x="1250951" y="110490"/>
                  </a:cubicBezTo>
                  <a:cubicBezTo>
                    <a:pt x="1245871" y="110490"/>
                    <a:pt x="1240791" y="109855"/>
                    <a:pt x="1235711" y="107950"/>
                  </a:cubicBezTo>
                  <a:cubicBezTo>
                    <a:pt x="1229996" y="106045"/>
                    <a:pt x="1225551" y="103505"/>
                    <a:pt x="1221106" y="100965"/>
                  </a:cubicBezTo>
                  <a:lnTo>
                    <a:pt x="1228091" y="89535"/>
                  </a:lnTo>
                  <a:cubicBezTo>
                    <a:pt x="1231901" y="92075"/>
                    <a:pt x="1235711" y="93980"/>
                    <a:pt x="1239521" y="95250"/>
                  </a:cubicBezTo>
                  <a:cubicBezTo>
                    <a:pt x="1243331" y="96520"/>
                    <a:pt x="1247141" y="97155"/>
                    <a:pt x="1250951" y="97155"/>
                  </a:cubicBezTo>
                  <a:cubicBezTo>
                    <a:pt x="1256031" y="97155"/>
                    <a:pt x="1259205" y="96520"/>
                    <a:pt x="1261746" y="94615"/>
                  </a:cubicBezTo>
                  <a:cubicBezTo>
                    <a:pt x="1264286" y="93345"/>
                    <a:pt x="1264921" y="90805"/>
                    <a:pt x="1264921" y="88265"/>
                  </a:cubicBezTo>
                  <a:cubicBezTo>
                    <a:pt x="1264921" y="86995"/>
                    <a:pt x="1264921" y="85725"/>
                    <a:pt x="1263650" y="84455"/>
                  </a:cubicBezTo>
                  <a:cubicBezTo>
                    <a:pt x="1263015" y="83185"/>
                    <a:pt x="1261746" y="82550"/>
                    <a:pt x="1259841" y="81280"/>
                  </a:cubicBezTo>
                  <a:cubicBezTo>
                    <a:pt x="1258570" y="80010"/>
                    <a:pt x="1256666" y="79375"/>
                    <a:pt x="1254125" y="78105"/>
                  </a:cubicBezTo>
                  <a:cubicBezTo>
                    <a:pt x="1252221" y="77470"/>
                    <a:pt x="1249681" y="76200"/>
                    <a:pt x="1246506" y="74930"/>
                  </a:cubicBezTo>
                  <a:cubicBezTo>
                    <a:pt x="1242061" y="73025"/>
                    <a:pt x="1238886" y="71755"/>
                    <a:pt x="1235711" y="69850"/>
                  </a:cubicBezTo>
                  <a:cubicBezTo>
                    <a:pt x="1232536" y="67945"/>
                    <a:pt x="1230631" y="66675"/>
                    <a:pt x="1228726" y="64770"/>
                  </a:cubicBezTo>
                  <a:cubicBezTo>
                    <a:pt x="1226821" y="62865"/>
                    <a:pt x="1225551" y="60960"/>
                    <a:pt x="1224916" y="58420"/>
                  </a:cubicBezTo>
                  <a:cubicBezTo>
                    <a:pt x="1224281" y="55880"/>
                    <a:pt x="1223646" y="53340"/>
                    <a:pt x="1223646" y="50165"/>
                  </a:cubicBezTo>
                  <a:cubicBezTo>
                    <a:pt x="1223646" y="46990"/>
                    <a:pt x="1224281" y="43815"/>
                    <a:pt x="1225551" y="40640"/>
                  </a:cubicBezTo>
                  <a:cubicBezTo>
                    <a:pt x="1226821" y="38100"/>
                    <a:pt x="1228726" y="35560"/>
                    <a:pt x="1231266" y="34290"/>
                  </a:cubicBezTo>
                  <a:cubicBezTo>
                    <a:pt x="1233806" y="32385"/>
                    <a:pt x="1236346" y="31115"/>
                    <a:pt x="1239521" y="30480"/>
                  </a:cubicBezTo>
                  <a:cubicBezTo>
                    <a:pt x="1242696" y="29845"/>
                    <a:pt x="1246506" y="29210"/>
                    <a:pt x="1250316" y="29210"/>
                  </a:cubicBezTo>
                  <a:close/>
                  <a:moveTo>
                    <a:pt x="1180466" y="29210"/>
                  </a:moveTo>
                  <a:cubicBezTo>
                    <a:pt x="1186181" y="29210"/>
                    <a:pt x="1190626" y="30480"/>
                    <a:pt x="1195071" y="32385"/>
                  </a:cubicBezTo>
                  <a:cubicBezTo>
                    <a:pt x="1198881" y="34290"/>
                    <a:pt x="1202691" y="37465"/>
                    <a:pt x="1205231" y="40640"/>
                  </a:cubicBezTo>
                  <a:cubicBezTo>
                    <a:pt x="1207771" y="44450"/>
                    <a:pt x="1209676" y="48260"/>
                    <a:pt x="1211581" y="53340"/>
                  </a:cubicBezTo>
                  <a:cubicBezTo>
                    <a:pt x="1212851" y="57785"/>
                    <a:pt x="1213486" y="62865"/>
                    <a:pt x="1213486" y="68580"/>
                  </a:cubicBezTo>
                  <a:lnTo>
                    <a:pt x="1212216" y="68580"/>
                  </a:lnTo>
                  <a:cubicBezTo>
                    <a:pt x="1212216" y="68580"/>
                    <a:pt x="1212216" y="71120"/>
                    <a:pt x="1212216" y="72390"/>
                  </a:cubicBezTo>
                  <a:cubicBezTo>
                    <a:pt x="1212216" y="73660"/>
                    <a:pt x="1212216" y="74295"/>
                    <a:pt x="1212216" y="75565"/>
                  </a:cubicBezTo>
                  <a:lnTo>
                    <a:pt x="1160781" y="75565"/>
                  </a:lnTo>
                  <a:cubicBezTo>
                    <a:pt x="1160781" y="79375"/>
                    <a:pt x="1162051" y="82550"/>
                    <a:pt x="1163321" y="85090"/>
                  </a:cubicBezTo>
                  <a:cubicBezTo>
                    <a:pt x="1164591" y="87630"/>
                    <a:pt x="1165861" y="90170"/>
                    <a:pt x="1167766" y="91440"/>
                  </a:cubicBezTo>
                  <a:cubicBezTo>
                    <a:pt x="1169671" y="93345"/>
                    <a:pt x="1171576" y="94615"/>
                    <a:pt x="1173481" y="95250"/>
                  </a:cubicBezTo>
                  <a:cubicBezTo>
                    <a:pt x="1175386" y="95885"/>
                    <a:pt x="1177926" y="96520"/>
                    <a:pt x="1180466" y="96520"/>
                  </a:cubicBezTo>
                  <a:cubicBezTo>
                    <a:pt x="1182371" y="96520"/>
                    <a:pt x="1183641" y="96520"/>
                    <a:pt x="1185546" y="96520"/>
                  </a:cubicBezTo>
                  <a:cubicBezTo>
                    <a:pt x="1186816" y="96520"/>
                    <a:pt x="1188721" y="95885"/>
                    <a:pt x="1189991" y="95250"/>
                  </a:cubicBezTo>
                  <a:cubicBezTo>
                    <a:pt x="1191261" y="95250"/>
                    <a:pt x="1192531" y="93980"/>
                    <a:pt x="1193801" y="93345"/>
                  </a:cubicBezTo>
                  <a:cubicBezTo>
                    <a:pt x="1195071" y="93345"/>
                    <a:pt x="1196341" y="92075"/>
                    <a:pt x="1198246" y="90805"/>
                  </a:cubicBezTo>
                  <a:lnTo>
                    <a:pt x="1207136" y="100330"/>
                  </a:lnTo>
                  <a:cubicBezTo>
                    <a:pt x="1207136" y="100330"/>
                    <a:pt x="1203326" y="103505"/>
                    <a:pt x="1201421" y="104775"/>
                  </a:cubicBezTo>
                  <a:cubicBezTo>
                    <a:pt x="1199516" y="106045"/>
                    <a:pt x="1197611" y="106680"/>
                    <a:pt x="1195706" y="107950"/>
                  </a:cubicBezTo>
                  <a:cubicBezTo>
                    <a:pt x="1193801" y="108585"/>
                    <a:pt x="1191261" y="109855"/>
                    <a:pt x="1188721" y="109855"/>
                  </a:cubicBezTo>
                  <a:cubicBezTo>
                    <a:pt x="1186181" y="109855"/>
                    <a:pt x="1183006" y="110490"/>
                    <a:pt x="1179831" y="110490"/>
                  </a:cubicBezTo>
                  <a:cubicBezTo>
                    <a:pt x="1176656" y="110490"/>
                    <a:pt x="1173481" y="110490"/>
                    <a:pt x="1170306" y="109220"/>
                  </a:cubicBezTo>
                  <a:cubicBezTo>
                    <a:pt x="1167131" y="108585"/>
                    <a:pt x="1164591" y="107315"/>
                    <a:pt x="1162686" y="105410"/>
                  </a:cubicBezTo>
                  <a:cubicBezTo>
                    <a:pt x="1160781" y="103505"/>
                    <a:pt x="1158241" y="102235"/>
                    <a:pt x="1156336" y="100330"/>
                  </a:cubicBezTo>
                  <a:cubicBezTo>
                    <a:pt x="1154431" y="98425"/>
                    <a:pt x="1152526" y="95885"/>
                    <a:pt x="1151256" y="92710"/>
                  </a:cubicBezTo>
                  <a:cubicBezTo>
                    <a:pt x="1149351" y="89535"/>
                    <a:pt x="1148081" y="86360"/>
                    <a:pt x="1147446" y="82550"/>
                  </a:cubicBezTo>
                  <a:cubicBezTo>
                    <a:pt x="1146811" y="78740"/>
                    <a:pt x="1146176" y="74295"/>
                    <a:pt x="1146176" y="69850"/>
                  </a:cubicBezTo>
                  <a:cubicBezTo>
                    <a:pt x="1146176" y="63500"/>
                    <a:pt x="1146811" y="57150"/>
                    <a:pt x="1148716" y="52070"/>
                  </a:cubicBezTo>
                  <a:cubicBezTo>
                    <a:pt x="1150621" y="46990"/>
                    <a:pt x="1152526" y="42545"/>
                    <a:pt x="1155701" y="39370"/>
                  </a:cubicBezTo>
                  <a:cubicBezTo>
                    <a:pt x="1158876" y="36195"/>
                    <a:pt x="1162051" y="33020"/>
                    <a:pt x="1166496" y="31750"/>
                  </a:cubicBezTo>
                  <a:cubicBezTo>
                    <a:pt x="1170941" y="29845"/>
                    <a:pt x="1175386" y="29210"/>
                    <a:pt x="1180466" y="29210"/>
                  </a:cubicBezTo>
                  <a:close/>
                  <a:moveTo>
                    <a:pt x="901065" y="29210"/>
                  </a:moveTo>
                  <a:cubicBezTo>
                    <a:pt x="906780" y="29210"/>
                    <a:pt x="911225" y="30480"/>
                    <a:pt x="915670" y="32385"/>
                  </a:cubicBezTo>
                  <a:cubicBezTo>
                    <a:pt x="919480" y="34290"/>
                    <a:pt x="923290" y="37465"/>
                    <a:pt x="925830" y="40640"/>
                  </a:cubicBezTo>
                  <a:cubicBezTo>
                    <a:pt x="928370" y="44450"/>
                    <a:pt x="930275" y="48260"/>
                    <a:pt x="932180" y="53340"/>
                  </a:cubicBezTo>
                  <a:cubicBezTo>
                    <a:pt x="933450" y="57785"/>
                    <a:pt x="934085" y="62865"/>
                    <a:pt x="934085" y="68580"/>
                  </a:cubicBezTo>
                  <a:lnTo>
                    <a:pt x="932815" y="68580"/>
                  </a:lnTo>
                  <a:cubicBezTo>
                    <a:pt x="932815" y="68580"/>
                    <a:pt x="932815" y="71120"/>
                    <a:pt x="932815" y="72390"/>
                  </a:cubicBezTo>
                  <a:cubicBezTo>
                    <a:pt x="932815" y="73660"/>
                    <a:pt x="932815" y="74295"/>
                    <a:pt x="932815" y="75565"/>
                  </a:cubicBezTo>
                  <a:lnTo>
                    <a:pt x="881380" y="75565"/>
                  </a:lnTo>
                  <a:cubicBezTo>
                    <a:pt x="881380" y="79375"/>
                    <a:pt x="882650" y="82550"/>
                    <a:pt x="883920" y="85090"/>
                  </a:cubicBezTo>
                  <a:cubicBezTo>
                    <a:pt x="885190" y="87630"/>
                    <a:pt x="886460" y="90170"/>
                    <a:pt x="888365" y="91440"/>
                  </a:cubicBezTo>
                  <a:cubicBezTo>
                    <a:pt x="890270" y="93345"/>
                    <a:pt x="892175" y="94615"/>
                    <a:pt x="894080" y="95250"/>
                  </a:cubicBezTo>
                  <a:cubicBezTo>
                    <a:pt x="895985" y="95885"/>
                    <a:pt x="898525" y="96520"/>
                    <a:pt x="901065" y="96520"/>
                  </a:cubicBezTo>
                  <a:cubicBezTo>
                    <a:pt x="902970" y="96520"/>
                    <a:pt x="904240" y="96520"/>
                    <a:pt x="906145" y="96520"/>
                  </a:cubicBezTo>
                  <a:cubicBezTo>
                    <a:pt x="907415" y="96520"/>
                    <a:pt x="909320" y="95885"/>
                    <a:pt x="910590" y="95250"/>
                  </a:cubicBezTo>
                  <a:cubicBezTo>
                    <a:pt x="911860" y="95250"/>
                    <a:pt x="913130" y="93980"/>
                    <a:pt x="914400" y="93345"/>
                  </a:cubicBezTo>
                  <a:cubicBezTo>
                    <a:pt x="915670" y="93345"/>
                    <a:pt x="916940" y="92075"/>
                    <a:pt x="918845" y="90805"/>
                  </a:cubicBezTo>
                  <a:lnTo>
                    <a:pt x="927735" y="100330"/>
                  </a:lnTo>
                  <a:cubicBezTo>
                    <a:pt x="927735" y="100330"/>
                    <a:pt x="923925" y="103505"/>
                    <a:pt x="922020" y="104775"/>
                  </a:cubicBezTo>
                  <a:cubicBezTo>
                    <a:pt x="920115" y="106045"/>
                    <a:pt x="918210" y="106680"/>
                    <a:pt x="916305" y="107950"/>
                  </a:cubicBezTo>
                  <a:cubicBezTo>
                    <a:pt x="914400" y="108585"/>
                    <a:pt x="911860" y="109855"/>
                    <a:pt x="909320" y="109855"/>
                  </a:cubicBezTo>
                  <a:cubicBezTo>
                    <a:pt x="906780" y="109855"/>
                    <a:pt x="903605" y="110490"/>
                    <a:pt x="900430" y="110490"/>
                  </a:cubicBezTo>
                  <a:cubicBezTo>
                    <a:pt x="897255" y="110490"/>
                    <a:pt x="894080" y="110490"/>
                    <a:pt x="890905" y="109220"/>
                  </a:cubicBezTo>
                  <a:cubicBezTo>
                    <a:pt x="887730" y="108585"/>
                    <a:pt x="885190" y="107315"/>
                    <a:pt x="883285" y="105410"/>
                  </a:cubicBezTo>
                  <a:cubicBezTo>
                    <a:pt x="881380" y="103505"/>
                    <a:pt x="878840" y="102235"/>
                    <a:pt x="876935" y="100330"/>
                  </a:cubicBezTo>
                  <a:cubicBezTo>
                    <a:pt x="875030" y="98425"/>
                    <a:pt x="873125" y="95885"/>
                    <a:pt x="871855" y="92710"/>
                  </a:cubicBezTo>
                  <a:cubicBezTo>
                    <a:pt x="869950" y="89535"/>
                    <a:pt x="868680" y="86360"/>
                    <a:pt x="868045" y="82550"/>
                  </a:cubicBezTo>
                  <a:cubicBezTo>
                    <a:pt x="867410" y="78740"/>
                    <a:pt x="866775" y="74295"/>
                    <a:pt x="866775" y="69850"/>
                  </a:cubicBezTo>
                  <a:cubicBezTo>
                    <a:pt x="866775" y="63500"/>
                    <a:pt x="867410" y="57150"/>
                    <a:pt x="869315" y="52070"/>
                  </a:cubicBezTo>
                  <a:cubicBezTo>
                    <a:pt x="871220" y="46990"/>
                    <a:pt x="873125" y="42545"/>
                    <a:pt x="876300" y="39370"/>
                  </a:cubicBezTo>
                  <a:cubicBezTo>
                    <a:pt x="879475" y="36195"/>
                    <a:pt x="882650" y="33020"/>
                    <a:pt x="887095" y="31750"/>
                  </a:cubicBezTo>
                  <a:cubicBezTo>
                    <a:pt x="891540" y="29845"/>
                    <a:pt x="895985" y="29210"/>
                    <a:pt x="901065" y="29210"/>
                  </a:cubicBezTo>
                  <a:close/>
                  <a:moveTo>
                    <a:pt x="668656" y="29210"/>
                  </a:moveTo>
                  <a:cubicBezTo>
                    <a:pt x="671830" y="29210"/>
                    <a:pt x="674370" y="29210"/>
                    <a:pt x="676275" y="29845"/>
                  </a:cubicBezTo>
                  <a:cubicBezTo>
                    <a:pt x="678181" y="29845"/>
                    <a:pt x="680086" y="31115"/>
                    <a:pt x="681991" y="32385"/>
                  </a:cubicBezTo>
                  <a:lnTo>
                    <a:pt x="678181" y="46990"/>
                  </a:lnTo>
                  <a:lnTo>
                    <a:pt x="676910" y="46990"/>
                  </a:lnTo>
                  <a:cubicBezTo>
                    <a:pt x="676910" y="46990"/>
                    <a:pt x="673736" y="45085"/>
                    <a:pt x="671830" y="45085"/>
                  </a:cubicBezTo>
                  <a:cubicBezTo>
                    <a:pt x="669925" y="45085"/>
                    <a:pt x="668020" y="44450"/>
                    <a:pt x="665480" y="44450"/>
                  </a:cubicBezTo>
                  <a:cubicBezTo>
                    <a:pt x="660400" y="44450"/>
                    <a:pt x="656590" y="46355"/>
                    <a:pt x="654050" y="49530"/>
                  </a:cubicBezTo>
                  <a:cubicBezTo>
                    <a:pt x="651510" y="52705"/>
                    <a:pt x="650240" y="57785"/>
                    <a:pt x="650240" y="64770"/>
                  </a:cubicBezTo>
                  <a:lnTo>
                    <a:pt x="650240" y="109220"/>
                  </a:lnTo>
                  <a:lnTo>
                    <a:pt x="635000" y="109220"/>
                  </a:lnTo>
                  <a:lnTo>
                    <a:pt x="635000" y="31115"/>
                  </a:lnTo>
                  <a:lnTo>
                    <a:pt x="650240" y="31115"/>
                  </a:lnTo>
                  <a:lnTo>
                    <a:pt x="650240" y="38735"/>
                  </a:lnTo>
                  <a:cubicBezTo>
                    <a:pt x="650240" y="38735"/>
                    <a:pt x="652145" y="36195"/>
                    <a:pt x="653416" y="34925"/>
                  </a:cubicBezTo>
                  <a:cubicBezTo>
                    <a:pt x="654685" y="33655"/>
                    <a:pt x="655955" y="33020"/>
                    <a:pt x="657861" y="31750"/>
                  </a:cubicBezTo>
                  <a:cubicBezTo>
                    <a:pt x="659130" y="31115"/>
                    <a:pt x="661035" y="30480"/>
                    <a:pt x="662940" y="29845"/>
                  </a:cubicBezTo>
                  <a:cubicBezTo>
                    <a:pt x="664845" y="29845"/>
                    <a:pt x="666751" y="29210"/>
                    <a:pt x="668656" y="29210"/>
                  </a:cubicBezTo>
                  <a:close/>
                  <a:moveTo>
                    <a:pt x="586739" y="29210"/>
                  </a:moveTo>
                  <a:cubicBezTo>
                    <a:pt x="592454" y="29210"/>
                    <a:pt x="596899" y="30480"/>
                    <a:pt x="601344" y="32385"/>
                  </a:cubicBezTo>
                  <a:cubicBezTo>
                    <a:pt x="605154" y="34290"/>
                    <a:pt x="608964" y="37465"/>
                    <a:pt x="611504" y="40640"/>
                  </a:cubicBezTo>
                  <a:cubicBezTo>
                    <a:pt x="614044" y="44450"/>
                    <a:pt x="615949" y="48260"/>
                    <a:pt x="617854" y="53340"/>
                  </a:cubicBezTo>
                  <a:cubicBezTo>
                    <a:pt x="619124" y="57785"/>
                    <a:pt x="619759" y="62865"/>
                    <a:pt x="619759" y="68580"/>
                  </a:cubicBezTo>
                  <a:lnTo>
                    <a:pt x="618489" y="68580"/>
                  </a:lnTo>
                  <a:cubicBezTo>
                    <a:pt x="618489" y="68580"/>
                    <a:pt x="618489" y="71120"/>
                    <a:pt x="618489" y="72390"/>
                  </a:cubicBezTo>
                  <a:cubicBezTo>
                    <a:pt x="618489" y="73660"/>
                    <a:pt x="618489" y="74295"/>
                    <a:pt x="618489" y="75565"/>
                  </a:cubicBezTo>
                  <a:lnTo>
                    <a:pt x="567054" y="75565"/>
                  </a:lnTo>
                  <a:cubicBezTo>
                    <a:pt x="567054" y="79375"/>
                    <a:pt x="568324" y="82550"/>
                    <a:pt x="569594" y="85090"/>
                  </a:cubicBezTo>
                  <a:cubicBezTo>
                    <a:pt x="570864" y="87630"/>
                    <a:pt x="572134" y="90170"/>
                    <a:pt x="574039" y="91440"/>
                  </a:cubicBezTo>
                  <a:cubicBezTo>
                    <a:pt x="575944" y="93345"/>
                    <a:pt x="577849" y="94615"/>
                    <a:pt x="579754" y="95250"/>
                  </a:cubicBezTo>
                  <a:cubicBezTo>
                    <a:pt x="581659" y="95885"/>
                    <a:pt x="584199" y="96520"/>
                    <a:pt x="586739" y="96520"/>
                  </a:cubicBezTo>
                  <a:cubicBezTo>
                    <a:pt x="588644" y="96520"/>
                    <a:pt x="589914" y="96520"/>
                    <a:pt x="591819" y="96520"/>
                  </a:cubicBezTo>
                  <a:cubicBezTo>
                    <a:pt x="593089" y="96520"/>
                    <a:pt x="594994" y="95885"/>
                    <a:pt x="596264" y="95250"/>
                  </a:cubicBezTo>
                  <a:cubicBezTo>
                    <a:pt x="597534" y="95250"/>
                    <a:pt x="598804" y="93980"/>
                    <a:pt x="600074" y="93345"/>
                  </a:cubicBezTo>
                  <a:cubicBezTo>
                    <a:pt x="601344" y="93345"/>
                    <a:pt x="602614" y="92075"/>
                    <a:pt x="604519" y="90805"/>
                  </a:cubicBezTo>
                  <a:lnTo>
                    <a:pt x="613409" y="100330"/>
                  </a:lnTo>
                  <a:cubicBezTo>
                    <a:pt x="613409" y="100330"/>
                    <a:pt x="609599" y="103505"/>
                    <a:pt x="607694" y="104775"/>
                  </a:cubicBezTo>
                  <a:cubicBezTo>
                    <a:pt x="605789" y="106045"/>
                    <a:pt x="603884" y="106680"/>
                    <a:pt x="601979" y="107950"/>
                  </a:cubicBezTo>
                  <a:cubicBezTo>
                    <a:pt x="600074" y="108585"/>
                    <a:pt x="597534" y="109855"/>
                    <a:pt x="594994" y="109855"/>
                  </a:cubicBezTo>
                  <a:cubicBezTo>
                    <a:pt x="592454" y="109855"/>
                    <a:pt x="589279" y="110490"/>
                    <a:pt x="586104" y="110490"/>
                  </a:cubicBezTo>
                  <a:cubicBezTo>
                    <a:pt x="582929" y="110490"/>
                    <a:pt x="579754" y="110490"/>
                    <a:pt x="576579" y="109220"/>
                  </a:cubicBezTo>
                  <a:cubicBezTo>
                    <a:pt x="573404" y="108585"/>
                    <a:pt x="570864" y="107315"/>
                    <a:pt x="568959" y="105410"/>
                  </a:cubicBezTo>
                  <a:cubicBezTo>
                    <a:pt x="566419" y="104140"/>
                    <a:pt x="564514" y="102235"/>
                    <a:pt x="562609" y="100330"/>
                  </a:cubicBezTo>
                  <a:cubicBezTo>
                    <a:pt x="560704" y="98425"/>
                    <a:pt x="558799" y="95885"/>
                    <a:pt x="557529" y="92710"/>
                  </a:cubicBezTo>
                  <a:cubicBezTo>
                    <a:pt x="555624" y="89535"/>
                    <a:pt x="554354" y="86360"/>
                    <a:pt x="553719" y="82550"/>
                  </a:cubicBezTo>
                  <a:cubicBezTo>
                    <a:pt x="553084" y="78740"/>
                    <a:pt x="552449" y="74295"/>
                    <a:pt x="552449" y="69850"/>
                  </a:cubicBezTo>
                  <a:cubicBezTo>
                    <a:pt x="552449" y="63500"/>
                    <a:pt x="553084" y="57150"/>
                    <a:pt x="554989" y="52070"/>
                  </a:cubicBezTo>
                  <a:cubicBezTo>
                    <a:pt x="556894" y="46990"/>
                    <a:pt x="558799" y="42545"/>
                    <a:pt x="561974" y="39370"/>
                  </a:cubicBezTo>
                  <a:cubicBezTo>
                    <a:pt x="565149" y="36195"/>
                    <a:pt x="568324" y="33020"/>
                    <a:pt x="572769" y="31750"/>
                  </a:cubicBezTo>
                  <a:cubicBezTo>
                    <a:pt x="577214" y="29845"/>
                    <a:pt x="581659" y="29210"/>
                    <a:pt x="586739" y="29210"/>
                  </a:cubicBezTo>
                  <a:close/>
                  <a:moveTo>
                    <a:pt x="400050" y="29210"/>
                  </a:moveTo>
                  <a:cubicBezTo>
                    <a:pt x="405765" y="29210"/>
                    <a:pt x="410210" y="30480"/>
                    <a:pt x="414655" y="32385"/>
                  </a:cubicBezTo>
                  <a:cubicBezTo>
                    <a:pt x="418465" y="34290"/>
                    <a:pt x="422275" y="37465"/>
                    <a:pt x="424815" y="40640"/>
                  </a:cubicBezTo>
                  <a:cubicBezTo>
                    <a:pt x="427355" y="44450"/>
                    <a:pt x="429260" y="48260"/>
                    <a:pt x="431165" y="53340"/>
                  </a:cubicBezTo>
                  <a:cubicBezTo>
                    <a:pt x="432435" y="57785"/>
                    <a:pt x="433070" y="62865"/>
                    <a:pt x="433070" y="68580"/>
                  </a:cubicBezTo>
                  <a:lnTo>
                    <a:pt x="431800" y="68580"/>
                  </a:lnTo>
                  <a:cubicBezTo>
                    <a:pt x="431800" y="68580"/>
                    <a:pt x="431800" y="71120"/>
                    <a:pt x="431800" y="72390"/>
                  </a:cubicBezTo>
                  <a:cubicBezTo>
                    <a:pt x="431800" y="73660"/>
                    <a:pt x="431800" y="74295"/>
                    <a:pt x="431800" y="75565"/>
                  </a:cubicBezTo>
                  <a:lnTo>
                    <a:pt x="380365" y="75565"/>
                  </a:lnTo>
                  <a:cubicBezTo>
                    <a:pt x="380365" y="79375"/>
                    <a:pt x="381635" y="82550"/>
                    <a:pt x="382905" y="85090"/>
                  </a:cubicBezTo>
                  <a:cubicBezTo>
                    <a:pt x="384175" y="87630"/>
                    <a:pt x="385445" y="90170"/>
                    <a:pt x="387350" y="91440"/>
                  </a:cubicBezTo>
                  <a:cubicBezTo>
                    <a:pt x="389255" y="93345"/>
                    <a:pt x="391160" y="94615"/>
                    <a:pt x="393065" y="95250"/>
                  </a:cubicBezTo>
                  <a:cubicBezTo>
                    <a:pt x="394970" y="95885"/>
                    <a:pt x="397510" y="96520"/>
                    <a:pt x="400050" y="96520"/>
                  </a:cubicBezTo>
                  <a:cubicBezTo>
                    <a:pt x="401955" y="96520"/>
                    <a:pt x="403225" y="96520"/>
                    <a:pt x="405130" y="96520"/>
                  </a:cubicBezTo>
                  <a:cubicBezTo>
                    <a:pt x="406400" y="96520"/>
                    <a:pt x="408305" y="95885"/>
                    <a:pt x="409575" y="95250"/>
                  </a:cubicBezTo>
                  <a:cubicBezTo>
                    <a:pt x="410845" y="95250"/>
                    <a:pt x="412115" y="93980"/>
                    <a:pt x="413385" y="93345"/>
                  </a:cubicBezTo>
                  <a:cubicBezTo>
                    <a:pt x="414655" y="93345"/>
                    <a:pt x="415925" y="92075"/>
                    <a:pt x="417830" y="90805"/>
                  </a:cubicBezTo>
                  <a:lnTo>
                    <a:pt x="426720" y="100330"/>
                  </a:lnTo>
                  <a:cubicBezTo>
                    <a:pt x="426720" y="100330"/>
                    <a:pt x="422910" y="103505"/>
                    <a:pt x="421005" y="104775"/>
                  </a:cubicBezTo>
                  <a:cubicBezTo>
                    <a:pt x="419100" y="106045"/>
                    <a:pt x="417195" y="106680"/>
                    <a:pt x="415290" y="107950"/>
                  </a:cubicBezTo>
                  <a:cubicBezTo>
                    <a:pt x="413385" y="108585"/>
                    <a:pt x="410845" y="109855"/>
                    <a:pt x="408305" y="109855"/>
                  </a:cubicBezTo>
                  <a:cubicBezTo>
                    <a:pt x="405765" y="109855"/>
                    <a:pt x="402590" y="110490"/>
                    <a:pt x="399415" y="110490"/>
                  </a:cubicBezTo>
                  <a:cubicBezTo>
                    <a:pt x="396240" y="110490"/>
                    <a:pt x="393065" y="110490"/>
                    <a:pt x="389890" y="109220"/>
                  </a:cubicBezTo>
                  <a:cubicBezTo>
                    <a:pt x="386715" y="108585"/>
                    <a:pt x="384175" y="107315"/>
                    <a:pt x="382270" y="105410"/>
                  </a:cubicBezTo>
                  <a:cubicBezTo>
                    <a:pt x="380365" y="103505"/>
                    <a:pt x="377825" y="102235"/>
                    <a:pt x="375920" y="100330"/>
                  </a:cubicBezTo>
                  <a:cubicBezTo>
                    <a:pt x="374015" y="98425"/>
                    <a:pt x="372110" y="95885"/>
                    <a:pt x="370840" y="92710"/>
                  </a:cubicBezTo>
                  <a:cubicBezTo>
                    <a:pt x="368935" y="89535"/>
                    <a:pt x="367665" y="86360"/>
                    <a:pt x="367030" y="82550"/>
                  </a:cubicBezTo>
                  <a:cubicBezTo>
                    <a:pt x="366395" y="78740"/>
                    <a:pt x="365760" y="74295"/>
                    <a:pt x="365760" y="69850"/>
                  </a:cubicBezTo>
                  <a:cubicBezTo>
                    <a:pt x="365760" y="63500"/>
                    <a:pt x="366395" y="57150"/>
                    <a:pt x="368300" y="52070"/>
                  </a:cubicBezTo>
                  <a:cubicBezTo>
                    <a:pt x="370205" y="46990"/>
                    <a:pt x="372110" y="42545"/>
                    <a:pt x="375285" y="39370"/>
                  </a:cubicBezTo>
                  <a:cubicBezTo>
                    <a:pt x="378460" y="36195"/>
                    <a:pt x="381635" y="33020"/>
                    <a:pt x="386080" y="31750"/>
                  </a:cubicBezTo>
                  <a:cubicBezTo>
                    <a:pt x="390525" y="29845"/>
                    <a:pt x="394970" y="29210"/>
                    <a:pt x="400050" y="29210"/>
                  </a:cubicBezTo>
                  <a:close/>
                  <a:moveTo>
                    <a:pt x="201930" y="29210"/>
                  </a:moveTo>
                  <a:cubicBezTo>
                    <a:pt x="207645" y="29210"/>
                    <a:pt x="212090" y="30480"/>
                    <a:pt x="216535" y="32385"/>
                  </a:cubicBezTo>
                  <a:cubicBezTo>
                    <a:pt x="220345" y="34290"/>
                    <a:pt x="224155" y="37465"/>
                    <a:pt x="226695" y="40640"/>
                  </a:cubicBezTo>
                  <a:cubicBezTo>
                    <a:pt x="229235" y="44450"/>
                    <a:pt x="231140" y="48260"/>
                    <a:pt x="233045" y="53340"/>
                  </a:cubicBezTo>
                  <a:cubicBezTo>
                    <a:pt x="234315" y="57785"/>
                    <a:pt x="234950" y="62865"/>
                    <a:pt x="234950" y="68580"/>
                  </a:cubicBezTo>
                  <a:lnTo>
                    <a:pt x="233680" y="68580"/>
                  </a:lnTo>
                  <a:cubicBezTo>
                    <a:pt x="233680" y="68580"/>
                    <a:pt x="233680" y="71120"/>
                    <a:pt x="233680" y="72390"/>
                  </a:cubicBezTo>
                  <a:cubicBezTo>
                    <a:pt x="233680" y="73660"/>
                    <a:pt x="233680" y="74295"/>
                    <a:pt x="233680" y="75565"/>
                  </a:cubicBezTo>
                  <a:lnTo>
                    <a:pt x="182245" y="75565"/>
                  </a:lnTo>
                  <a:cubicBezTo>
                    <a:pt x="182245" y="79375"/>
                    <a:pt x="183515" y="82550"/>
                    <a:pt x="184785" y="85090"/>
                  </a:cubicBezTo>
                  <a:cubicBezTo>
                    <a:pt x="186055" y="87630"/>
                    <a:pt x="187325" y="90170"/>
                    <a:pt x="189230" y="91440"/>
                  </a:cubicBezTo>
                  <a:cubicBezTo>
                    <a:pt x="191135" y="93345"/>
                    <a:pt x="193040" y="94615"/>
                    <a:pt x="194945" y="95250"/>
                  </a:cubicBezTo>
                  <a:cubicBezTo>
                    <a:pt x="196850" y="95885"/>
                    <a:pt x="199390" y="96520"/>
                    <a:pt x="201930" y="96520"/>
                  </a:cubicBezTo>
                  <a:cubicBezTo>
                    <a:pt x="203835" y="96520"/>
                    <a:pt x="205105" y="96520"/>
                    <a:pt x="207010" y="96520"/>
                  </a:cubicBezTo>
                  <a:cubicBezTo>
                    <a:pt x="208280" y="96520"/>
                    <a:pt x="210185" y="95885"/>
                    <a:pt x="211455" y="95250"/>
                  </a:cubicBezTo>
                  <a:cubicBezTo>
                    <a:pt x="212725" y="95250"/>
                    <a:pt x="213995" y="93980"/>
                    <a:pt x="215265" y="93345"/>
                  </a:cubicBezTo>
                  <a:cubicBezTo>
                    <a:pt x="216535" y="93345"/>
                    <a:pt x="217805" y="92075"/>
                    <a:pt x="219710" y="90805"/>
                  </a:cubicBezTo>
                  <a:lnTo>
                    <a:pt x="228600" y="100330"/>
                  </a:lnTo>
                  <a:cubicBezTo>
                    <a:pt x="228600" y="100330"/>
                    <a:pt x="224790" y="103505"/>
                    <a:pt x="222885" y="104775"/>
                  </a:cubicBezTo>
                  <a:cubicBezTo>
                    <a:pt x="220980" y="106045"/>
                    <a:pt x="219075" y="106680"/>
                    <a:pt x="217170" y="107950"/>
                  </a:cubicBezTo>
                  <a:cubicBezTo>
                    <a:pt x="215265" y="108585"/>
                    <a:pt x="212725" y="109855"/>
                    <a:pt x="210185" y="109855"/>
                  </a:cubicBezTo>
                  <a:cubicBezTo>
                    <a:pt x="207645" y="109855"/>
                    <a:pt x="204470" y="110490"/>
                    <a:pt x="201295" y="110490"/>
                  </a:cubicBezTo>
                  <a:cubicBezTo>
                    <a:pt x="198120" y="110490"/>
                    <a:pt x="194945" y="110490"/>
                    <a:pt x="191770" y="109220"/>
                  </a:cubicBezTo>
                  <a:cubicBezTo>
                    <a:pt x="188595" y="108585"/>
                    <a:pt x="186055" y="107315"/>
                    <a:pt x="184150" y="105410"/>
                  </a:cubicBezTo>
                  <a:cubicBezTo>
                    <a:pt x="181610" y="104140"/>
                    <a:pt x="179705" y="102235"/>
                    <a:pt x="177800" y="100330"/>
                  </a:cubicBezTo>
                  <a:cubicBezTo>
                    <a:pt x="175895" y="98425"/>
                    <a:pt x="173990" y="95885"/>
                    <a:pt x="172720" y="92710"/>
                  </a:cubicBezTo>
                  <a:cubicBezTo>
                    <a:pt x="170815" y="89535"/>
                    <a:pt x="169545" y="86360"/>
                    <a:pt x="168910" y="82550"/>
                  </a:cubicBezTo>
                  <a:cubicBezTo>
                    <a:pt x="168275" y="78740"/>
                    <a:pt x="167640" y="74295"/>
                    <a:pt x="167640" y="69850"/>
                  </a:cubicBezTo>
                  <a:cubicBezTo>
                    <a:pt x="167640" y="63500"/>
                    <a:pt x="168275" y="57150"/>
                    <a:pt x="170180" y="52070"/>
                  </a:cubicBezTo>
                  <a:cubicBezTo>
                    <a:pt x="172085" y="46990"/>
                    <a:pt x="173990" y="42545"/>
                    <a:pt x="177165" y="39370"/>
                  </a:cubicBezTo>
                  <a:cubicBezTo>
                    <a:pt x="180340" y="36195"/>
                    <a:pt x="183515" y="33020"/>
                    <a:pt x="187960" y="31750"/>
                  </a:cubicBezTo>
                  <a:cubicBezTo>
                    <a:pt x="192405" y="29845"/>
                    <a:pt x="196850" y="29210"/>
                    <a:pt x="201930" y="29210"/>
                  </a:cubicBezTo>
                  <a:close/>
                  <a:moveTo>
                    <a:pt x="4664706" y="28574"/>
                  </a:moveTo>
                  <a:cubicBezTo>
                    <a:pt x="4669786" y="28574"/>
                    <a:pt x="4674231" y="29209"/>
                    <a:pt x="4678676" y="31749"/>
                  </a:cubicBezTo>
                  <a:cubicBezTo>
                    <a:pt x="4683121" y="33654"/>
                    <a:pt x="4686296" y="36194"/>
                    <a:pt x="4689471" y="40004"/>
                  </a:cubicBezTo>
                  <a:cubicBezTo>
                    <a:pt x="4692646" y="43814"/>
                    <a:pt x="4695186" y="47624"/>
                    <a:pt x="4696456" y="52704"/>
                  </a:cubicBezTo>
                  <a:cubicBezTo>
                    <a:pt x="4698361" y="57784"/>
                    <a:pt x="4698996" y="63499"/>
                    <a:pt x="4698996" y="69214"/>
                  </a:cubicBezTo>
                  <a:lnTo>
                    <a:pt x="4699631" y="69214"/>
                  </a:lnTo>
                  <a:cubicBezTo>
                    <a:pt x="4699631" y="75564"/>
                    <a:pt x="4698996" y="81279"/>
                    <a:pt x="4697091" y="86359"/>
                  </a:cubicBezTo>
                  <a:cubicBezTo>
                    <a:pt x="4695186" y="91439"/>
                    <a:pt x="4692646" y="95884"/>
                    <a:pt x="4689471" y="99059"/>
                  </a:cubicBezTo>
                  <a:cubicBezTo>
                    <a:pt x="4686296" y="102869"/>
                    <a:pt x="4682486" y="105409"/>
                    <a:pt x="4678041" y="107314"/>
                  </a:cubicBezTo>
                  <a:cubicBezTo>
                    <a:pt x="4673596" y="109219"/>
                    <a:pt x="4669151" y="109854"/>
                    <a:pt x="4664071" y="109854"/>
                  </a:cubicBezTo>
                  <a:cubicBezTo>
                    <a:pt x="4658991" y="109854"/>
                    <a:pt x="4654546" y="108584"/>
                    <a:pt x="4650101" y="106679"/>
                  </a:cubicBezTo>
                  <a:cubicBezTo>
                    <a:pt x="4645656" y="104774"/>
                    <a:pt x="4642481" y="102234"/>
                    <a:pt x="4639306" y="98424"/>
                  </a:cubicBezTo>
                  <a:cubicBezTo>
                    <a:pt x="4636131" y="94614"/>
                    <a:pt x="4633591" y="90804"/>
                    <a:pt x="4632321" y="85724"/>
                  </a:cubicBezTo>
                  <a:cubicBezTo>
                    <a:pt x="4630416" y="80644"/>
                    <a:pt x="4629781" y="74929"/>
                    <a:pt x="4629781" y="69214"/>
                  </a:cubicBezTo>
                  <a:cubicBezTo>
                    <a:pt x="4629781" y="63499"/>
                    <a:pt x="4630416" y="57149"/>
                    <a:pt x="4632321" y="52069"/>
                  </a:cubicBezTo>
                  <a:cubicBezTo>
                    <a:pt x="4634226" y="46989"/>
                    <a:pt x="4636766" y="42544"/>
                    <a:pt x="4639941" y="39369"/>
                  </a:cubicBezTo>
                  <a:cubicBezTo>
                    <a:pt x="4643116" y="35559"/>
                    <a:pt x="4646926" y="33019"/>
                    <a:pt x="4650736" y="31114"/>
                  </a:cubicBezTo>
                  <a:cubicBezTo>
                    <a:pt x="4655181" y="29209"/>
                    <a:pt x="4659626" y="28574"/>
                    <a:pt x="4664706" y="28574"/>
                  </a:cubicBezTo>
                  <a:close/>
                  <a:moveTo>
                    <a:pt x="4264655" y="28574"/>
                  </a:moveTo>
                  <a:cubicBezTo>
                    <a:pt x="4269735" y="28574"/>
                    <a:pt x="4274180" y="29209"/>
                    <a:pt x="4278625" y="31749"/>
                  </a:cubicBezTo>
                  <a:cubicBezTo>
                    <a:pt x="4283070" y="33654"/>
                    <a:pt x="4286245" y="36194"/>
                    <a:pt x="4289420" y="40004"/>
                  </a:cubicBezTo>
                  <a:cubicBezTo>
                    <a:pt x="4292595" y="43814"/>
                    <a:pt x="4295135" y="47624"/>
                    <a:pt x="4296405" y="52704"/>
                  </a:cubicBezTo>
                  <a:cubicBezTo>
                    <a:pt x="4298310" y="57784"/>
                    <a:pt x="4298945" y="63499"/>
                    <a:pt x="4298945" y="69214"/>
                  </a:cubicBezTo>
                  <a:lnTo>
                    <a:pt x="4299580" y="69214"/>
                  </a:lnTo>
                  <a:cubicBezTo>
                    <a:pt x="4299580" y="75564"/>
                    <a:pt x="4298945" y="81279"/>
                    <a:pt x="4297040" y="86359"/>
                  </a:cubicBezTo>
                  <a:cubicBezTo>
                    <a:pt x="4295135" y="91439"/>
                    <a:pt x="4292595" y="95884"/>
                    <a:pt x="4289420" y="99059"/>
                  </a:cubicBezTo>
                  <a:cubicBezTo>
                    <a:pt x="4286245" y="102869"/>
                    <a:pt x="4282435" y="105409"/>
                    <a:pt x="4277990" y="107314"/>
                  </a:cubicBezTo>
                  <a:cubicBezTo>
                    <a:pt x="4273545" y="109219"/>
                    <a:pt x="4269100" y="109854"/>
                    <a:pt x="4264020" y="109854"/>
                  </a:cubicBezTo>
                  <a:cubicBezTo>
                    <a:pt x="4258940" y="109854"/>
                    <a:pt x="4254495" y="108584"/>
                    <a:pt x="4250050" y="106679"/>
                  </a:cubicBezTo>
                  <a:cubicBezTo>
                    <a:pt x="4245605" y="104774"/>
                    <a:pt x="4242430" y="102234"/>
                    <a:pt x="4239255" y="98424"/>
                  </a:cubicBezTo>
                  <a:cubicBezTo>
                    <a:pt x="4236080" y="94614"/>
                    <a:pt x="4233540" y="90804"/>
                    <a:pt x="4232270" y="85724"/>
                  </a:cubicBezTo>
                  <a:cubicBezTo>
                    <a:pt x="4230365" y="80644"/>
                    <a:pt x="4229730" y="74929"/>
                    <a:pt x="4229730" y="69214"/>
                  </a:cubicBezTo>
                  <a:cubicBezTo>
                    <a:pt x="4229730" y="63499"/>
                    <a:pt x="4230365" y="57149"/>
                    <a:pt x="4232270" y="52069"/>
                  </a:cubicBezTo>
                  <a:cubicBezTo>
                    <a:pt x="4234175" y="46989"/>
                    <a:pt x="4236715" y="42544"/>
                    <a:pt x="4239890" y="39369"/>
                  </a:cubicBezTo>
                  <a:cubicBezTo>
                    <a:pt x="4243065" y="35559"/>
                    <a:pt x="4246875" y="33019"/>
                    <a:pt x="4250685" y="31114"/>
                  </a:cubicBezTo>
                  <a:cubicBezTo>
                    <a:pt x="4255130" y="29209"/>
                    <a:pt x="4259575" y="28574"/>
                    <a:pt x="4264655" y="28574"/>
                  </a:cubicBezTo>
                  <a:close/>
                  <a:moveTo>
                    <a:pt x="1420495" y="28574"/>
                  </a:moveTo>
                  <a:cubicBezTo>
                    <a:pt x="1425575" y="28574"/>
                    <a:pt x="1430020" y="29209"/>
                    <a:pt x="1434465" y="31749"/>
                  </a:cubicBezTo>
                  <a:cubicBezTo>
                    <a:pt x="1438910" y="33654"/>
                    <a:pt x="1442085" y="36194"/>
                    <a:pt x="1445260" y="40004"/>
                  </a:cubicBezTo>
                  <a:cubicBezTo>
                    <a:pt x="1448435" y="43814"/>
                    <a:pt x="1450975" y="47624"/>
                    <a:pt x="1452245" y="52704"/>
                  </a:cubicBezTo>
                  <a:cubicBezTo>
                    <a:pt x="1454150" y="57784"/>
                    <a:pt x="1454785" y="63499"/>
                    <a:pt x="1454785" y="69214"/>
                  </a:cubicBezTo>
                  <a:lnTo>
                    <a:pt x="1455420" y="69214"/>
                  </a:lnTo>
                  <a:cubicBezTo>
                    <a:pt x="1455420" y="75564"/>
                    <a:pt x="1454785" y="81279"/>
                    <a:pt x="1452880" y="86359"/>
                  </a:cubicBezTo>
                  <a:cubicBezTo>
                    <a:pt x="1450975" y="91439"/>
                    <a:pt x="1448435" y="95884"/>
                    <a:pt x="1445260" y="99059"/>
                  </a:cubicBezTo>
                  <a:cubicBezTo>
                    <a:pt x="1442085" y="102869"/>
                    <a:pt x="1438275" y="105409"/>
                    <a:pt x="1433830" y="107314"/>
                  </a:cubicBezTo>
                  <a:cubicBezTo>
                    <a:pt x="1429385" y="109219"/>
                    <a:pt x="1424940" y="109854"/>
                    <a:pt x="1419860" y="109854"/>
                  </a:cubicBezTo>
                  <a:cubicBezTo>
                    <a:pt x="1414780" y="109854"/>
                    <a:pt x="1410335" y="108584"/>
                    <a:pt x="1405890" y="106679"/>
                  </a:cubicBezTo>
                  <a:cubicBezTo>
                    <a:pt x="1401444" y="104774"/>
                    <a:pt x="1398270" y="102234"/>
                    <a:pt x="1395095" y="98424"/>
                  </a:cubicBezTo>
                  <a:cubicBezTo>
                    <a:pt x="1391920" y="94614"/>
                    <a:pt x="1389380" y="90804"/>
                    <a:pt x="1388110" y="85724"/>
                  </a:cubicBezTo>
                  <a:cubicBezTo>
                    <a:pt x="1386205" y="80644"/>
                    <a:pt x="1385570" y="74929"/>
                    <a:pt x="1385570" y="69214"/>
                  </a:cubicBezTo>
                  <a:cubicBezTo>
                    <a:pt x="1385570" y="63499"/>
                    <a:pt x="1386205" y="57149"/>
                    <a:pt x="1388110" y="52069"/>
                  </a:cubicBezTo>
                  <a:cubicBezTo>
                    <a:pt x="1390015" y="46989"/>
                    <a:pt x="1392555" y="42544"/>
                    <a:pt x="1395730" y="39369"/>
                  </a:cubicBezTo>
                  <a:cubicBezTo>
                    <a:pt x="1398905" y="35559"/>
                    <a:pt x="1402715" y="33019"/>
                    <a:pt x="1406525" y="31114"/>
                  </a:cubicBezTo>
                  <a:cubicBezTo>
                    <a:pt x="1410970" y="29209"/>
                    <a:pt x="1415415" y="28574"/>
                    <a:pt x="1420495" y="28574"/>
                  </a:cubicBezTo>
                  <a:close/>
                  <a:moveTo>
                    <a:pt x="3143245" y="5079"/>
                  </a:moveTo>
                  <a:lnTo>
                    <a:pt x="3219445" y="5079"/>
                  </a:lnTo>
                  <a:lnTo>
                    <a:pt x="3219445" y="20319"/>
                  </a:lnTo>
                  <a:lnTo>
                    <a:pt x="3188965" y="20319"/>
                  </a:lnTo>
                  <a:lnTo>
                    <a:pt x="3188965" y="108584"/>
                  </a:lnTo>
                  <a:lnTo>
                    <a:pt x="3173090" y="108584"/>
                  </a:lnTo>
                  <a:lnTo>
                    <a:pt x="3173090" y="20319"/>
                  </a:lnTo>
                  <a:lnTo>
                    <a:pt x="3143245" y="20319"/>
                  </a:lnTo>
                  <a:close/>
                  <a:moveTo>
                    <a:pt x="1628774" y="5079"/>
                  </a:moveTo>
                  <a:lnTo>
                    <a:pt x="1704970" y="5079"/>
                  </a:lnTo>
                  <a:lnTo>
                    <a:pt x="1704970" y="20319"/>
                  </a:lnTo>
                  <a:lnTo>
                    <a:pt x="1675129" y="20319"/>
                  </a:lnTo>
                  <a:lnTo>
                    <a:pt x="1675129" y="108584"/>
                  </a:lnTo>
                  <a:lnTo>
                    <a:pt x="1659255" y="108584"/>
                  </a:lnTo>
                  <a:lnTo>
                    <a:pt x="1659255" y="20319"/>
                  </a:lnTo>
                  <a:lnTo>
                    <a:pt x="1628774" y="20319"/>
                  </a:lnTo>
                  <a:close/>
                  <a:moveTo>
                    <a:pt x="0" y="5079"/>
                  </a:moveTo>
                  <a:lnTo>
                    <a:pt x="76200" y="5079"/>
                  </a:lnTo>
                  <a:lnTo>
                    <a:pt x="76200" y="20319"/>
                  </a:lnTo>
                  <a:lnTo>
                    <a:pt x="45720" y="20319"/>
                  </a:lnTo>
                  <a:lnTo>
                    <a:pt x="45720" y="108584"/>
                  </a:lnTo>
                  <a:lnTo>
                    <a:pt x="29845" y="108584"/>
                  </a:lnTo>
                  <a:lnTo>
                    <a:pt x="29845" y="20319"/>
                  </a:lnTo>
                  <a:lnTo>
                    <a:pt x="0" y="20319"/>
                  </a:lnTo>
                  <a:close/>
                  <a:moveTo>
                    <a:pt x="1362075" y="1269"/>
                  </a:moveTo>
                  <a:cubicBezTo>
                    <a:pt x="1363345" y="1269"/>
                    <a:pt x="1364615" y="1269"/>
                    <a:pt x="1365885" y="1904"/>
                  </a:cubicBezTo>
                  <a:cubicBezTo>
                    <a:pt x="1367155" y="1904"/>
                    <a:pt x="1367790" y="3174"/>
                    <a:pt x="1369060" y="3809"/>
                  </a:cubicBezTo>
                  <a:cubicBezTo>
                    <a:pt x="1369695" y="4444"/>
                    <a:pt x="1370965" y="5714"/>
                    <a:pt x="1370965" y="6984"/>
                  </a:cubicBezTo>
                  <a:cubicBezTo>
                    <a:pt x="1370965" y="8254"/>
                    <a:pt x="1371600" y="9524"/>
                    <a:pt x="1371600" y="10794"/>
                  </a:cubicBezTo>
                  <a:cubicBezTo>
                    <a:pt x="1371600" y="10794"/>
                    <a:pt x="1371600" y="13334"/>
                    <a:pt x="1370965" y="14604"/>
                  </a:cubicBezTo>
                  <a:cubicBezTo>
                    <a:pt x="1370965" y="15874"/>
                    <a:pt x="1369695" y="17144"/>
                    <a:pt x="1369060" y="17779"/>
                  </a:cubicBezTo>
                  <a:cubicBezTo>
                    <a:pt x="1368425" y="18414"/>
                    <a:pt x="1367155" y="19684"/>
                    <a:pt x="1365885" y="19684"/>
                  </a:cubicBezTo>
                  <a:cubicBezTo>
                    <a:pt x="1364615" y="19684"/>
                    <a:pt x="1363345" y="20319"/>
                    <a:pt x="1362075" y="20319"/>
                  </a:cubicBezTo>
                  <a:cubicBezTo>
                    <a:pt x="1360805" y="20319"/>
                    <a:pt x="1359535" y="20319"/>
                    <a:pt x="1358265" y="19684"/>
                  </a:cubicBezTo>
                  <a:cubicBezTo>
                    <a:pt x="1356995" y="19684"/>
                    <a:pt x="1355725" y="18414"/>
                    <a:pt x="1355090" y="17779"/>
                  </a:cubicBezTo>
                  <a:cubicBezTo>
                    <a:pt x="1354455" y="17144"/>
                    <a:pt x="1353185" y="15874"/>
                    <a:pt x="1353185" y="14604"/>
                  </a:cubicBezTo>
                  <a:cubicBezTo>
                    <a:pt x="1353185" y="13334"/>
                    <a:pt x="1352550" y="12064"/>
                    <a:pt x="1352550" y="10794"/>
                  </a:cubicBezTo>
                  <a:cubicBezTo>
                    <a:pt x="1352550" y="9524"/>
                    <a:pt x="1352550" y="8254"/>
                    <a:pt x="1353185" y="6984"/>
                  </a:cubicBezTo>
                  <a:cubicBezTo>
                    <a:pt x="1353185" y="5714"/>
                    <a:pt x="1354455" y="4444"/>
                    <a:pt x="1355090" y="3809"/>
                  </a:cubicBezTo>
                  <a:cubicBezTo>
                    <a:pt x="1355725" y="3174"/>
                    <a:pt x="1356995" y="1904"/>
                    <a:pt x="1358265" y="1904"/>
                  </a:cubicBezTo>
                  <a:cubicBezTo>
                    <a:pt x="1359535" y="1904"/>
                    <a:pt x="1360805" y="1269"/>
                    <a:pt x="1362075" y="1269"/>
                  </a:cubicBezTo>
                  <a:close/>
                  <a:moveTo>
                    <a:pt x="4789801" y="634"/>
                  </a:moveTo>
                  <a:lnTo>
                    <a:pt x="4789801" y="65404"/>
                  </a:lnTo>
                  <a:lnTo>
                    <a:pt x="4814566" y="31114"/>
                  </a:lnTo>
                  <a:lnTo>
                    <a:pt x="4831711" y="31114"/>
                  </a:lnTo>
                  <a:lnTo>
                    <a:pt x="4812026" y="57149"/>
                  </a:lnTo>
                  <a:lnTo>
                    <a:pt x="4835521" y="108584"/>
                  </a:lnTo>
                  <a:lnTo>
                    <a:pt x="4819011" y="108584"/>
                  </a:lnTo>
                  <a:lnTo>
                    <a:pt x="4801866" y="69849"/>
                  </a:lnTo>
                  <a:lnTo>
                    <a:pt x="4789801" y="85724"/>
                  </a:lnTo>
                  <a:lnTo>
                    <a:pt x="4789801" y="108584"/>
                  </a:lnTo>
                  <a:lnTo>
                    <a:pt x="4774561" y="108584"/>
                  </a:lnTo>
                  <a:lnTo>
                    <a:pt x="4774561" y="8889"/>
                  </a:lnTo>
                  <a:close/>
                  <a:moveTo>
                    <a:pt x="4472301" y="634"/>
                  </a:moveTo>
                  <a:lnTo>
                    <a:pt x="4472301" y="109219"/>
                  </a:lnTo>
                  <a:lnTo>
                    <a:pt x="4457061" y="109219"/>
                  </a:lnTo>
                  <a:lnTo>
                    <a:pt x="4457696" y="108584"/>
                  </a:lnTo>
                  <a:lnTo>
                    <a:pt x="4457696" y="100964"/>
                  </a:lnTo>
                  <a:cubicBezTo>
                    <a:pt x="4457696" y="100964"/>
                    <a:pt x="4454521" y="103504"/>
                    <a:pt x="4453251" y="104774"/>
                  </a:cubicBezTo>
                  <a:cubicBezTo>
                    <a:pt x="4451981" y="106044"/>
                    <a:pt x="4450076" y="106679"/>
                    <a:pt x="4448171" y="107949"/>
                  </a:cubicBezTo>
                  <a:cubicBezTo>
                    <a:pt x="4446266" y="108584"/>
                    <a:pt x="4444361" y="109219"/>
                    <a:pt x="4443091" y="109854"/>
                  </a:cubicBezTo>
                  <a:cubicBezTo>
                    <a:pt x="4441186" y="109854"/>
                    <a:pt x="4439281" y="109854"/>
                    <a:pt x="4437376" y="109854"/>
                  </a:cubicBezTo>
                  <a:cubicBezTo>
                    <a:pt x="4432931" y="109854"/>
                    <a:pt x="4429121" y="109219"/>
                    <a:pt x="4425946" y="107314"/>
                  </a:cubicBezTo>
                  <a:cubicBezTo>
                    <a:pt x="4422136" y="106044"/>
                    <a:pt x="4418961" y="103504"/>
                    <a:pt x="4416421" y="99694"/>
                  </a:cubicBezTo>
                  <a:cubicBezTo>
                    <a:pt x="4413881" y="96519"/>
                    <a:pt x="4411341" y="92074"/>
                    <a:pt x="4410071" y="86994"/>
                  </a:cubicBezTo>
                  <a:cubicBezTo>
                    <a:pt x="4408801" y="81914"/>
                    <a:pt x="4407531" y="75564"/>
                    <a:pt x="4407531" y="67944"/>
                  </a:cubicBezTo>
                  <a:cubicBezTo>
                    <a:pt x="4407531" y="61594"/>
                    <a:pt x="4408166" y="55244"/>
                    <a:pt x="4410071" y="50799"/>
                  </a:cubicBezTo>
                  <a:cubicBezTo>
                    <a:pt x="4411976" y="45719"/>
                    <a:pt x="4413881" y="41909"/>
                    <a:pt x="4417056" y="38734"/>
                  </a:cubicBezTo>
                  <a:cubicBezTo>
                    <a:pt x="4419596" y="35559"/>
                    <a:pt x="4423406" y="33019"/>
                    <a:pt x="4426581" y="31749"/>
                  </a:cubicBezTo>
                  <a:cubicBezTo>
                    <a:pt x="4430391" y="29844"/>
                    <a:pt x="4434201" y="29209"/>
                    <a:pt x="4438011" y="29209"/>
                  </a:cubicBezTo>
                  <a:cubicBezTo>
                    <a:pt x="4439916" y="29209"/>
                    <a:pt x="4441821" y="29209"/>
                    <a:pt x="4443726" y="29844"/>
                  </a:cubicBezTo>
                  <a:cubicBezTo>
                    <a:pt x="4445631" y="29844"/>
                    <a:pt x="4447536" y="31114"/>
                    <a:pt x="4448806" y="31749"/>
                  </a:cubicBezTo>
                  <a:cubicBezTo>
                    <a:pt x="4450711" y="32384"/>
                    <a:pt x="4451981" y="33654"/>
                    <a:pt x="4453251" y="34924"/>
                  </a:cubicBezTo>
                  <a:cubicBezTo>
                    <a:pt x="4454521" y="36194"/>
                    <a:pt x="4455791" y="36829"/>
                    <a:pt x="4457061" y="38099"/>
                  </a:cubicBezTo>
                  <a:lnTo>
                    <a:pt x="4457061" y="8254"/>
                  </a:lnTo>
                  <a:close/>
                  <a:moveTo>
                    <a:pt x="4390385" y="634"/>
                  </a:moveTo>
                  <a:lnTo>
                    <a:pt x="4390385" y="108584"/>
                  </a:lnTo>
                  <a:lnTo>
                    <a:pt x="4375145" y="108584"/>
                  </a:lnTo>
                  <a:lnTo>
                    <a:pt x="4375145" y="8889"/>
                  </a:lnTo>
                  <a:close/>
                  <a:moveTo>
                    <a:pt x="3946521" y="634"/>
                  </a:moveTo>
                  <a:lnTo>
                    <a:pt x="3946521" y="38099"/>
                  </a:lnTo>
                  <a:cubicBezTo>
                    <a:pt x="3946521" y="38099"/>
                    <a:pt x="3948426" y="35559"/>
                    <a:pt x="3950331" y="34289"/>
                  </a:cubicBezTo>
                  <a:cubicBezTo>
                    <a:pt x="3951601" y="33019"/>
                    <a:pt x="3953506" y="32384"/>
                    <a:pt x="3954776" y="31114"/>
                  </a:cubicBezTo>
                  <a:cubicBezTo>
                    <a:pt x="3956681" y="30479"/>
                    <a:pt x="3958586" y="29844"/>
                    <a:pt x="3960491" y="29209"/>
                  </a:cubicBezTo>
                  <a:cubicBezTo>
                    <a:pt x="3962396" y="29209"/>
                    <a:pt x="3964301" y="29209"/>
                    <a:pt x="3966206" y="29209"/>
                  </a:cubicBezTo>
                  <a:cubicBezTo>
                    <a:pt x="3970651" y="29209"/>
                    <a:pt x="3975096" y="29844"/>
                    <a:pt x="3978271" y="31749"/>
                  </a:cubicBezTo>
                  <a:cubicBezTo>
                    <a:pt x="3981446" y="33019"/>
                    <a:pt x="3984621" y="35559"/>
                    <a:pt x="3987161" y="38099"/>
                  </a:cubicBezTo>
                  <a:cubicBezTo>
                    <a:pt x="3989701" y="41274"/>
                    <a:pt x="3990971" y="44449"/>
                    <a:pt x="3992241" y="49529"/>
                  </a:cubicBezTo>
                  <a:cubicBezTo>
                    <a:pt x="3993511" y="53974"/>
                    <a:pt x="3994146" y="59054"/>
                    <a:pt x="3994146" y="64134"/>
                  </a:cubicBezTo>
                  <a:lnTo>
                    <a:pt x="3994146" y="108584"/>
                  </a:lnTo>
                  <a:lnTo>
                    <a:pt x="3978906" y="108584"/>
                  </a:lnTo>
                  <a:lnTo>
                    <a:pt x="3978271" y="108584"/>
                  </a:lnTo>
                  <a:lnTo>
                    <a:pt x="3978271" y="64769"/>
                  </a:lnTo>
                  <a:cubicBezTo>
                    <a:pt x="3978271" y="57784"/>
                    <a:pt x="3977001" y="52069"/>
                    <a:pt x="3974461" y="48894"/>
                  </a:cubicBezTo>
                  <a:cubicBezTo>
                    <a:pt x="3971921" y="45084"/>
                    <a:pt x="3968111" y="43814"/>
                    <a:pt x="3962396" y="43814"/>
                  </a:cubicBezTo>
                  <a:cubicBezTo>
                    <a:pt x="3959856" y="43814"/>
                    <a:pt x="3957951" y="43814"/>
                    <a:pt x="3956046" y="45084"/>
                  </a:cubicBezTo>
                  <a:cubicBezTo>
                    <a:pt x="3954141" y="45719"/>
                    <a:pt x="3952236" y="46989"/>
                    <a:pt x="3950966" y="48894"/>
                  </a:cubicBezTo>
                  <a:cubicBezTo>
                    <a:pt x="3949696" y="50799"/>
                    <a:pt x="3948426" y="52704"/>
                    <a:pt x="3947791" y="55244"/>
                  </a:cubicBezTo>
                  <a:cubicBezTo>
                    <a:pt x="3947156" y="57784"/>
                    <a:pt x="3946521" y="60324"/>
                    <a:pt x="3946521" y="63499"/>
                  </a:cubicBezTo>
                  <a:lnTo>
                    <a:pt x="3946521" y="109219"/>
                  </a:lnTo>
                  <a:lnTo>
                    <a:pt x="3931281" y="109219"/>
                  </a:lnTo>
                  <a:lnTo>
                    <a:pt x="3931281" y="8889"/>
                  </a:lnTo>
                  <a:close/>
                  <a:moveTo>
                    <a:pt x="3248021" y="634"/>
                  </a:moveTo>
                  <a:lnTo>
                    <a:pt x="3248021" y="38099"/>
                  </a:lnTo>
                  <a:cubicBezTo>
                    <a:pt x="3248021" y="38099"/>
                    <a:pt x="3249926" y="35559"/>
                    <a:pt x="3251831" y="34289"/>
                  </a:cubicBezTo>
                  <a:cubicBezTo>
                    <a:pt x="3253101" y="33019"/>
                    <a:pt x="3255006" y="32384"/>
                    <a:pt x="3256276" y="31114"/>
                  </a:cubicBezTo>
                  <a:cubicBezTo>
                    <a:pt x="3258181" y="30479"/>
                    <a:pt x="3260086" y="29844"/>
                    <a:pt x="3261991" y="29209"/>
                  </a:cubicBezTo>
                  <a:cubicBezTo>
                    <a:pt x="3263896" y="29209"/>
                    <a:pt x="3265801" y="29209"/>
                    <a:pt x="3267706" y="29209"/>
                  </a:cubicBezTo>
                  <a:cubicBezTo>
                    <a:pt x="3272151" y="29209"/>
                    <a:pt x="3276596" y="29844"/>
                    <a:pt x="3279771" y="31749"/>
                  </a:cubicBezTo>
                  <a:cubicBezTo>
                    <a:pt x="3282946" y="33019"/>
                    <a:pt x="3286121" y="35559"/>
                    <a:pt x="3288661" y="38099"/>
                  </a:cubicBezTo>
                  <a:cubicBezTo>
                    <a:pt x="3291201" y="41274"/>
                    <a:pt x="3292471" y="44449"/>
                    <a:pt x="3293741" y="49529"/>
                  </a:cubicBezTo>
                  <a:cubicBezTo>
                    <a:pt x="3295011" y="53974"/>
                    <a:pt x="3295646" y="59054"/>
                    <a:pt x="3295646" y="64134"/>
                  </a:cubicBezTo>
                  <a:lnTo>
                    <a:pt x="3295646" y="108584"/>
                  </a:lnTo>
                  <a:lnTo>
                    <a:pt x="3280406" y="108584"/>
                  </a:lnTo>
                  <a:lnTo>
                    <a:pt x="3279771" y="108584"/>
                  </a:lnTo>
                  <a:lnTo>
                    <a:pt x="3279771" y="64769"/>
                  </a:lnTo>
                  <a:cubicBezTo>
                    <a:pt x="3279771" y="57784"/>
                    <a:pt x="3278501" y="52069"/>
                    <a:pt x="3275961" y="48894"/>
                  </a:cubicBezTo>
                  <a:cubicBezTo>
                    <a:pt x="3273421" y="45084"/>
                    <a:pt x="3269611" y="43814"/>
                    <a:pt x="3263896" y="43814"/>
                  </a:cubicBezTo>
                  <a:cubicBezTo>
                    <a:pt x="3261356" y="43814"/>
                    <a:pt x="3259451" y="43814"/>
                    <a:pt x="3257546" y="45084"/>
                  </a:cubicBezTo>
                  <a:cubicBezTo>
                    <a:pt x="3255641" y="45719"/>
                    <a:pt x="3253736" y="46989"/>
                    <a:pt x="3252466" y="48894"/>
                  </a:cubicBezTo>
                  <a:cubicBezTo>
                    <a:pt x="3251196" y="50799"/>
                    <a:pt x="3249926" y="52704"/>
                    <a:pt x="3249291" y="55244"/>
                  </a:cubicBezTo>
                  <a:cubicBezTo>
                    <a:pt x="3248656" y="57784"/>
                    <a:pt x="3248021" y="60324"/>
                    <a:pt x="3248021" y="63499"/>
                  </a:cubicBezTo>
                  <a:lnTo>
                    <a:pt x="3248021" y="109219"/>
                  </a:lnTo>
                  <a:lnTo>
                    <a:pt x="3232781" y="109219"/>
                  </a:lnTo>
                  <a:lnTo>
                    <a:pt x="3232781" y="8889"/>
                  </a:lnTo>
                  <a:close/>
                  <a:moveTo>
                    <a:pt x="2432681" y="634"/>
                  </a:moveTo>
                  <a:lnTo>
                    <a:pt x="2432681" y="38099"/>
                  </a:lnTo>
                  <a:cubicBezTo>
                    <a:pt x="2432681" y="38099"/>
                    <a:pt x="2434586" y="35559"/>
                    <a:pt x="2436491" y="34289"/>
                  </a:cubicBezTo>
                  <a:cubicBezTo>
                    <a:pt x="2437761" y="33019"/>
                    <a:pt x="2439666" y="32384"/>
                    <a:pt x="2440936" y="31114"/>
                  </a:cubicBezTo>
                  <a:cubicBezTo>
                    <a:pt x="2442841" y="30479"/>
                    <a:pt x="2444746" y="29844"/>
                    <a:pt x="2446651" y="29209"/>
                  </a:cubicBezTo>
                  <a:cubicBezTo>
                    <a:pt x="2448556" y="29209"/>
                    <a:pt x="2450461" y="29209"/>
                    <a:pt x="2452366" y="29209"/>
                  </a:cubicBezTo>
                  <a:cubicBezTo>
                    <a:pt x="2456811" y="29209"/>
                    <a:pt x="2461256" y="29844"/>
                    <a:pt x="2464431" y="31749"/>
                  </a:cubicBezTo>
                  <a:cubicBezTo>
                    <a:pt x="2467606" y="33019"/>
                    <a:pt x="2470781" y="35559"/>
                    <a:pt x="2473321" y="38099"/>
                  </a:cubicBezTo>
                  <a:cubicBezTo>
                    <a:pt x="2475861" y="41274"/>
                    <a:pt x="2477131" y="44449"/>
                    <a:pt x="2478401" y="49529"/>
                  </a:cubicBezTo>
                  <a:cubicBezTo>
                    <a:pt x="2479671" y="53974"/>
                    <a:pt x="2480306" y="59054"/>
                    <a:pt x="2480306" y="64134"/>
                  </a:cubicBezTo>
                  <a:lnTo>
                    <a:pt x="2480306" y="108584"/>
                  </a:lnTo>
                  <a:lnTo>
                    <a:pt x="2465066" y="108584"/>
                  </a:lnTo>
                  <a:lnTo>
                    <a:pt x="2464431" y="108584"/>
                  </a:lnTo>
                  <a:lnTo>
                    <a:pt x="2464431" y="64769"/>
                  </a:lnTo>
                  <a:cubicBezTo>
                    <a:pt x="2464431" y="57784"/>
                    <a:pt x="2463161" y="52069"/>
                    <a:pt x="2460621" y="48894"/>
                  </a:cubicBezTo>
                  <a:cubicBezTo>
                    <a:pt x="2458081" y="45084"/>
                    <a:pt x="2454271" y="43814"/>
                    <a:pt x="2448556" y="43814"/>
                  </a:cubicBezTo>
                  <a:cubicBezTo>
                    <a:pt x="2446016" y="43814"/>
                    <a:pt x="2444111" y="43814"/>
                    <a:pt x="2442206" y="45084"/>
                  </a:cubicBezTo>
                  <a:cubicBezTo>
                    <a:pt x="2440301" y="45719"/>
                    <a:pt x="2438396" y="46989"/>
                    <a:pt x="2437126" y="48894"/>
                  </a:cubicBezTo>
                  <a:cubicBezTo>
                    <a:pt x="2435856" y="50799"/>
                    <a:pt x="2434586" y="52704"/>
                    <a:pt x="2433951" y="55244"/>
                  </a:cubicBezTo>
                  <a:cubicBezTo>
                    <a:pt x="2433316" y="57784"/>
                    <a:pt x="2432681" y="60324"/>
                    <a:pt x="2432681" y="63499"/>
                  </a:cubicBezTo>
                  <a:lnTo>
                    <a:pt x="2432681" y="109219"/>
                  </a:lnTo>
                  <a:lnTo>
                    <a:pt x="2417441" y="109219"/>
                  </a:lnTo>
                  <a:lnTo>
                    <a:pt x="2417441" y="8889"/>
                  </a:lnTo>
                  <a:close/>
                  <a:moveTo>
                    <a:pt x="1734181" y="634"/>
                  </a:moveTo>
                  <a:lnTo>
                    <a:pt x="1734181" y="38099"/>
                  </a:lnTo>
                  <a:cubicBezTo>
                    <a:pt x="1734181" y="38099"/>
                    <a:pt x="1736086" y="35559"/>
                    <a:pt x="1737991" y="34289"/>
                  </a:cubicBezTo>
                  <a:cubicBezTo>
                    <a:pt x="1739261" y="33019"/>
                    <a:pt x="1741166" y="32384"/>
                    <a:pt x="1742436" y="31114"/>
                  </a:cubicBezTo>
                  <a:cubicBezTo>
                    <a:pt x="1744341" y="30479"/>
                    <a:pt x="1746246" y="29844"/>
                    <a:pt x="1748151" y="29209"/>
                  </a:cubicBezTo>
                  <a:cubicBezTo>
                    <a:pt x="1750056" y="29209"/>
                    <a:pt x="1751961" y="29209"/>
                    <a:pt x="1753866" y="29209"/>
                  </a:cubicBezTo>
                  <a:cubicBezTo>
                    <a:pt x="1758311" y="29209"/>
                    <a:pt x="1762756" y="29844"/>
                    <a:pt x="1765931" y="31749"/>
                  </a:cubicBezTo>
                  <a:cubicBezTo>
                    <a:pt x="1769106" y="33019"/>
                    <a:pt x="1772281" y="35559"/>
                    <a:pt x="1774821" y="38099"/>
                  </a:cubicBezTo>
                  <a:cubicBezTo>
                    <a:pt x="1777361" y="41274"/>
                    <a:pt x="1778631" y="44449"/>
                    <a:pt x="1779901" y="49529"/>
                  </a:cubicBezTo>
                  <a:cubicBezTo>
                    <a:pt x="1781171" y="53974"/>
                    <a:pt x="1781806" y="59054"/>
                    <a:pt x="1781806" y="64134"/>
                  </a:cubicBezTo>
                  <a:lnTo>
                    <a:pt x="1781806" y="108584"/>
                  </a:lnTo>
                  <a:lnTo>
                    <a:pt x="1766566" y="108584"/>
                  </a:lnTo>
                  <a:lnTo>
                    <a:pt x="1765931" y="108584"/>
                  </a:lnTo>
                  <a:lnTo>
                    <a:pt x="1765931" y="64769"/>
                  </a:lnTo>
                  <a:cubicBezTo>
                    <a:pt x="1765931" y="57784"/>
                    <a:pt x="1764661" y="52069"/>
                    <a:pt x="1762121" y="48894"/>
                  </a:cubicBezTo>
                  <a:cubicBezTo>
                    <a:pt x="1759581" y="45084"/>
                    <a:pt x="1755771" y="43814"/>
                    <a:pt x="1750056" y="43814"/>
                  </a:cubicBezTo>
                  <a:cubicBezTo>
                    <a:pt x="1747516" y="43814"/>
                    <a:pt x="1745611" y="43814"/>
                    <a:pt x="1743706" y="45084"/>
                  </a:cubicBezTo>
                  <a:cubicBezTo>
                    <a:pt x="1741801" y="45719"/>
                    <a:pt x="1739896" y="46989"/>
                    <a:pt x="1738626" y="48894"/>
                  </a:cubicBezTo>
                  <a:cubicBezTo>
                    <a:pt x="1737356" y="50799"/>
                    <a:pt x="1736086" y="52704"/>
                    <a:pt x="1735451" y="55244"/>
                  </a:cubicBezTo>
                  <a:cubicBezTo>
                    <a:pt x="1734816" y="57784"/>
                    <a:pt x="1734181" y="60324"/>
                    <a:pt x="1734181" y="63499"/>
                  </a:cubicBezTo>
                  <a:lnTo>
                    <a:pt x="1734181" y="109219"/>
                  </a:lnTo>
                  <a:lnTo>
                    <a:pt x="1718941" y="109219"/>
                  </a:lnTo>
                  <a:lnTo>
                    <a:pt x="1718941" y="8889"/>
                  </a:lnTo>
                  <a:close/>
                  <a:moveTo>
                    <a:pt x="803275" y="634"/>
                  </a:moveTo>
                  <a:lnTo>
                    <a:pt x="803275" y="38099"/>
                  </a:lnTo>
                  <a:cubicBezTo>
                    <a:pt x="803275" y="38099"/>
                    <a:pt x="805180" y="35559"/>
                    <a:pt x="807085" y="34289"/>
                  </a:cubicBezTo>
                  <a:cubicBezTo>
                    <a:pt x="808355" y="33019"/>
                    <a:pt x="810260" y="32384"/>
                    <a:pt x="811530" y="31114"/>
                  </a:cubicBezTo>
                  <a:cubicBezTo>
                    <a:pt x="813435" y="30479"/>
                    <a:pt x="815340" y="29844"/>
                    <a:pt x="817245" y="29209"/>
                  </a:cubicBezTo>
                  <a:cubicBezTo>
                    <a:pt x="819150" y="29209"/>
                    <a:pt x="821055" y="29209"/>
                    <a:pt x="822960" y="29209"/>
                  </a:cubicBezTo>
                  <a:cubicBezTo>
                    <a:pt x="827405" y="29209"/>
                    <a:pt x="831850" y="29844"/>
                    <a:pt x="835025" y="31749"/>
                  </a:cubicBezTo>
                  <a:cubicBezTo>
                    <a:pt x="838200" y="33019"/>
                    <a:pt x="841375" y="35559"/>
                    <a:pt x="843915" y="38099"/>
                  </a:cubicBezTo>
                  <a:cubicBezTo>
                    <a:pt x="846455" y="41274"/>
                    <a:pt x="847725" y="44449"/>
                    <a:pt x="848995" y="49529"/>
                  </a:cubicBezTo>
                  <a:cubicBezTo>
                    <a:pt x="850265" y="53974"/>
                    <a:pt x="850900" y="59054"/>
                    <a:pt x="850900" y="64134"/>
                  </a:cubicBezTo>
                  <a:lnTo>
                    <a:pt x="850900" y="108584"/>
                  </a:lnTo>
                  <a:lnTo>
                    <a:pt x="835660" y="108584"/>
                  </a:lnTo>
                  <a:lnTo>
                    <a:pt x="835025" y="108584"/>
                  </a:lnTo>
                  <a:lnTo>
                    <a:pt x="835025" y="64769"/>
                  </a:lnTo>
                  <a:cubicBezTo>
                    <a:pt x="835025" y="57784"/>
                    <a:pt x="833755" y="52069"/>
                    <a:pt x="831215" y="48894"/>
                  </a:cubicBezTo>
                  <a:cubicBezTo>
                    <a:pt x="828675" y="45084"/>
                    <a:pt x="824865" y="43814"/>
                    <a:pt x="819150" y="43814"/>
                  </a:cubicBezTo>
                  <a:cubicBezTo>
                    <a:pt x="816610" y="43814"/>
                    <a:pt x="814705" y="43814"/>
                    <a:pt x="812800" y="45084"/>
                  </a:cubicBezTo>
                  <a:cubicBezTo>
                    <a:pt x="810895" y="45719"/>
                    <a:pt x="808990" y="46989"/>
                    <a:pt x="807720" y="48894"/>
                  </a:cubicBezTo>
                  <a:cubicBezTo>
                    <a:pt x="806450" y="50799"/>
                    <a:pt x="805180" y="52704"/>
                    <a:pt x="804545" y="55244"/>
                  </a:cubicBezTo>
                  <a:cubicBezTo>
                    <a:pt x="803910" y="57784"/>
                    <a:pt x="803275" y="60324"/>
                    <a:pt x="803275" y="63499"/>
                  </a:cubicBezTo>
                  <a:lnTo>
                    <a:pt x="803275" y="109219"/>
                  </a:lnTo>
                  <a:lnTo>
                    <a:pt x="788035" y="109219"/>
                  </a:lnTo>
                  <a:lnTo>
                    <a:pt x="788035" y="8889"/>
                  </a:lnTo>
                  <a:close/>
                  <a:moveTo>
                    <a:pt x="104774" y="634"/>
                  </a:moveTo>
                  <a:lnTo>
                    <a:pt x="104774" y="38099"/>
                  </a:lnTo>
                  <a:cubicBezTo>
                    <a:pt x="104774" y="38099"/>
                    <a:pt x="106679" y="35559"/>
                    <a:pt x="108584" y="34289"/>
                  </a:cubicBezTo>
                  <a:cubicBezTo>
                    <a:pt x="109854" y="33019"/>
                    <a:pt x="111759" y="32384"/>
                    <a:pt x="113029" y="31114"/>
                  </a:cubicBezTo>
                  <a:cubicBezTo>
                    <a:pt x="114934" y="30479"/>
                    <a:pt x="116839" y="29844"/>
                    <a:pt x="118744" y="29209"/>
                  </a:cubicBezTo>
                  <a:cubicBezTo>
                    <a:pt x="120649" y="29209"/>
                    <a:pt x="122554" y="29209"/>
                    <a:pt x="124459" y="29209"/>
                  </a:cubicBezTo>
                  <a:cubicBezTo>
                    <a:pt x="128904" y="29209"/>
                    <a:pt x="133349" y="29844"/>
                    <a:pt x="136524" y="31749"/>
                  </a:cubicBezTo>
                  <a:cubicBezTo>
                    <a:pt x="139699" y="33019"/>
                    <a:pt x="142874" y="35559"/>
                    <a:pt x="145414" y="38099"/>
                  </a:cubicBezTo>
                  <a:cubicBezTo>
                    <a:pt x="147954" y="41274"/>
                    <a:pt x="149224" y="44449"/>
                    <a:pt x="150494" y="49529"/>
                  </a:cubicBezTo>
                  <a:cubicBezTo>
                    <a:pt x="151764" y="53974"/>
                    <a:pt x="152399" y="59054"/>
                    <a:pt x="152399" y="64134"/>
                  </a:cubicBezTo>
                  <a:lnTo>
                    <a:pt x="152399" y="108584"/>
                  </a:lnTo>
                  <a:lnTo>
                    <a:pt x="137159" y="108584"/>
                  </a:lnTo>
                  <a:lnTo>
                    <a:pt x="136524" y="108584"/>
                  </a:lnTo>
                  <a:lnTo>
                    <a:pt x="136524" y="64769"/>
                  </a:lnTo>
                  <a:cubicBezTo>
                    <a:pt x="136524" y="57784"/>
                    <a:pt x="135254" y="52069"/>
                    <a:pt x="132714" y="48894"/>
                  </a:cubicBezTo>
                  <a:cubicBezTo>
                    <a:pt x="130174" y="45084"/>
                    <a:pt x="126364" y="43814"/>
                    <a:pt x="120649" y="43814"/>
                  </a:cubicBezTo>
                  <a:cubicBezTo>
                    <a:pt x="118109" y="43814"/>
                    <a:pt x="116204" y="43814"/>
                    <a:pt x="114299" y="45084"/>
                  </a:cubicBezTo>
                  <a:cubicBezTo>
                    <a:pt x="112394" y="45719"/>
                    <a:pt x="110489" y="46989"/>
                    <a:pt x="109219" y="48894"/>
                  </a:cubicBezTo>
                  <a:cubicBezTo>
                    <a:pt x="107949" y="50799"/>
                    <a:pt x="106679" y="52704"/>
                    <a:pt x="106044" y="55244"/>
                  </a:cubicBezTo>
                  <a:cubicBezTo>
                    <a:pt x="105409" y="57784"/>
                    <a:pt x="104774" y="60324"/>
                    <a:pt x="104774" y="63499"/>
                  </a:cubicBezTo>
                  <a:lnTo>
                    <a:pt x="104774" y="109219"/>
                  </a:lnTo>
                  <a:lnTo>
                    <a:pt x="89534" y="109219"/>
                  </a:lnTo>
                  <a:lnTo>
                    <a:pt x="89534" y="8889"/>
                  </a:lnTo>
                  <a:close/>
                  <a:moveTo>
                    <a:pt x="3894450" y="0"/>
                  </a:moveTo>
                  <a:lnTo>
                    <a:pt x="3894450" y="30480"/>
                  </a:lnTo>
                  <a:lnTo>
                    <a:pt x="3913500" y="30480"/>
                  </a:lnTo>
                  <a:lnTo>
                    <a:pt x="3913500" y="44450"/>
                  </a:lnTo>
                  <a:lnTo>
                    <a:pt x="3894450" y="44450"/>
                  </a:lnTo>
                  <a:lnTo>
                    <a:pt x="3894450" y="86995"/>
                  </a:lnTo>
                  <a:cubicBezTo>
                    <a:pt x="3894450" y="86995"/>
                    <a:pt x="3894450" y="90170"/>
                    <a:pt x="3894450" y="91440"/>
                  </a:cubicBezTo>
                  <a:cubicBezTo>
                    <a:pt x="3894450" y="92710"/>
                    <a:pt x="3895085" y="93345"/>
                    <a:pt x="3895720" y="94615"/>
                  </a:cubicBezTo>
                  <a:cubicBezTo>
                    <a:pt x="3896355" y="95250"/>
                    <a:pt x="3896990" y="95885"/>
                    <a:pt x="3898260" y="95885"/>
                  </a:cubicBezTo>
                  <a:cubicBezTo>
                    <a:pt x="3899530" y="95885"/>
                    <a:pt x="3900800" y="95885"/>
                    <a:pt x="3902070" y="95885"/>
                  </a:cubicBezTo>
                  <a:cubicBezTo>
                    <a:pt x="3903975" y="95885"/>
                    <a:pt x="3905880" y="95885"/>
                    <a:pt x="3908420" y="95250"/>
                  </a:cubicBezTo>
                  <a:cubicBezTo>
                    <a:pt x="3910325" y="94615"/>
                    <a:pt x="3912230" y="93980"/>
                    <a:pt x="3913500" y="93345"/>
                  </a:cubicBezTo>
                  <a:lnTo>
                    <a:pt x="3911595" y="106680"/>
                  </a:lnTo>
                  <a:cubicBezTo>
                    <a:pt x="3911595" y="106680"/>
                    <a:pt x="3907785" y="108585"/>
                    <a:pt x="3905245" y="109220"/>
                  </a:cubicBezTo>
                  <a:cubicBezTo>
                    <a:pt x="3902705" y="109855"/>
                    <a:pt x="3900165" y="110490"/>
                    <a:pt x="3896990" y="110490"/>
                  </a:cubicBezTo>
                  <a:cubicBezTo>
                    <a:pt x="3894450" y="110490"/>
                    <a:pt x="3891910" y="110490"/>
                    <a:pt x="3890005" y="109220"/>
                  </a:cubicBezTo>
                  <a:cubicBezTo>
                    <a:pt x="3888100" y="108585"/>
                    <a:pt x="3886195" y="107315"/>
                    <a:pt x="3884290" y="105410"/>
                  </a:cubicBezTo>
                  <a:cubicBezTo>
                    <a:pt x="3882385" y="103505"/>
                    <a:pt x="3881115" y="101600"/>
                    <a:pt x="3880480" y="99060"/>
                  </a:cubicBezTo>
                  <a:cubicBezTo>
                    <a:pt x="3879845" y="96520"/>
                    <a:pt x="3879210" y="93345"/>
                    <a:pt x="3879210" y="89535"/>
                  </a:cubicBezTo>
                  <a:lnTo>
                    <a:pt x="3879210" y="44450"/>
                  </a:lnTo>
                  <a:lnTo>
                    <a:pt x="3868415" y="44450"/>
                  </a:lnTo>
                  <a:lnTo>
                    <a:pt x="3868415" y="30480"/>
                  </a:lnTo>
                  <a:lnTo>
                    <a:pt x="3879210" y="30480"/>
                  </a:lnTo>
                  <a:lnTo>
                    <a:pt x="3879210" y="8255"/>
                  </a:lnTo>
                  <a:close/>
                  <a:moveTo>
                    <a:pt x="3664581" y="0"/>
                  </a:moveTo>
                  <a:lnTo>
                    <a:pt x="3664581" y="30480"/>
                  </a:lnTo>
                  <a:lnTo>
                    <a:pt x="3683631" y="30480"/>
                  </a:lnTo>
                  <a:lnTo>
                    <a:pt x="3683631" y="44450"/>
                  </a:lnTo>
                  <a:lnTo>
                    <a:pt x="3664581" y="44450"/>
                  </a:lnTo>
                  <a:lnTo>
                    <a:pt x="3664581" y="86995"/>
                  </a:lnTo>
                  <a:cubicBezTo>
                    <a:pt x="3664581" y="86995"/>
                    <a:pt x="3664581" y="90170"/>
                    <a:pt x="3664581" y="91440"/>
                  </a:cubicBezTo>
                  <a:cubicBezTo>
                    <a:pt x="3664581" y="92710"/>
                    <a:pt x="3665216" y="93345"/>
                    <a:pt x="3665851" y="94615"/>
                  </a:cubicBezTo>
                  <a:cubicBezTo>
                    <a:pt x="3666486" y="95250"/>
                    <a:pt x="3667121" y="95885"/>
                    <a:pt x="3668391" y="95885"/>
                  </a:cubicBezTo>
                  <a:cubicBezTo>
                    <a:pt x="3669661" y="95885"/>
                    <a:pt x="3670931" y="95885"/>
                    <a:pt x="3672201" y="95885"/>
                  </a:cubicBezTo>
                  <a:cubicBezTo>
                    <a:pt x="3674106" y="95885"/>
                    <a:pt x="3676011" y="95885"/>
                    <a:pt x="3678551" y="95250"/>
                  </a:cubicBezTo>
                  <a:cubicBezTo>
                    <a:pt x="3680456" y="94615"/>
                    <a:pt x="3682361" y="93980"/>
                    <a:pt x="3683631" y="93345"/>
                  </a:cubicBezTo>
                  <a:lnTo>
                    <a:pt x="3681726" y="106680"/>
                  </a:lnTo>
                  <a:cubicBezTo>
                    <a:pt x="3681726" y="106680"/>
                    <a:pt x="3677916" y="108585"/>
                    <a:pt x="3675376" y="109220"/>
                  </a:cubicBezTo>
                  <a:cubicBezTo>
                    <a:pt x="3672836" y="109855"/>
                    <a:pt x="3670296" y="110490"/>
                    <a:pt x="3667121" y="110490"/>
                  </a:cubicBezTo>
                  <a:cubicBezTo>
                    <a:pt x="3664581" y="110490"/>
                    <a:pt x="3662041" y="110490"/>
                    <a:pt x="3660136" y="109220"/>
                  </a:cubicBezTo>
                  <a:cubicBezTo>
                    <a:pt x="3658231" y="108585"/>
                    <a:pt x="3656326" y="107315"/>
                    <a:pt x="3654421" y="105410"/>
                  </a:cubicBezTo>
                  <a:cubicBezTo>
                    <a:pt x="3652516" y="103505"/>
                    <a:pt x="3651246" y="101600"/>
                    <a:pt x="3650611" y="99060"/>
                  </a:cubicBezTo>
                  <a:cubicBezTo>
                    <a:pt x="3649976" y="96520"/>
                    <a:pt x="3649341" y="93345"/>
                    <a:pt x="3649341" y="89535"/>
                  </a:cubicBezTo>
                  <a:lnTo>
                    <a:pt x="3649341" y="44450"/>
                  </a:lnTo>
                  <a:lnTo>
                    <a:pt x="3638546" y="44450"/>
                  </a:lnTo>
                  <a:lnTo>
                    <a:pt x="3638546" y="30480"/>
                  </a:lnTo>
                  <a:lnTo>
                    <a:pt x="3649341" y="30480"/>
                  </a:lnTo>
                  <a:lnTo>
                    <a:pt x="3649341" y="8255"/>
                  </a:lnTo>
                  <a:close/>
                  <a:moveTo>
                    <a:pt x="3610605" y="0"/>
                  </a:moveTo>
                  <a:lnTo>
                    <a:pt x="3610605" y="30480"/>
                  </a:lnTo>
                  <a:lnTo>
                    <a:pt x="3629655" y="30480"/>
                  </a:lnTo>
                  <a:lnTo>
                    <a:pt x="3629655" y="44450"/>
                  </a:lnTo>
                  <a:lnTo>
                    <a:pt x="3610605" y="44450"/>
                  </a:lnTo>
                  <a:lnTo>
                    <a:pt x="3610605" y="86995"/>
                  </a:lnTo>
                  <a:cubicBezTo>
                    <a:pt x="3610605" y="86995"/>
                    <a:pt x="3610605" y="90170"/>
                    <a:pt x="3610605" y="91440"/>
                  </a:cubicBezTo>
                  <a:cubicBezTo>
                    <a:pt x="3610605" y="92710"/>
                    <a:pt x="3611240" y="93345"/>
                    <a:pt x="3611875" y="94615"/>
                  </a:cubicBezTo>
                  <a:cubicBezTo>
                    <a:pt x="3612510" y="95250"/>
                    <a:pt x="3613145" y="95885"/>
                    <a:pt x="3614415" y="95885"/>
                  </a:cubicBezTo>
                  <a:cubicBezTo>
                    <a:pt x="3615685" y="95885"/>
                    <a:pt x="3616955" y="95885"/>
                    <a:pt x="3618225" y="95885"/>
                  </a:cubicBezTo>
                  <a:cubicBezTo>
                    <a:pt x="3620130" y="95885"/>
                    <a:pt x="3622035" y="95885"/>
                    <a:pt x="3624575" y="95250"/>
                  </a:cubicBezTo>
                  <a:cubicBezTo>
                    <a:pt x="3626480" y="94615"/>
                    <a:pt x="3628385" y="93980"/>
                    <a:pt x="3629655" y="93345"/>
                  </a:cubicBezTo>
                  <a:lnTo>
                    <a:pt x="3627750" y="106680"/>
                  </a:lnTo>
                  <a:cubicBezTo>
                    <a:pt x="3627750" y="106680"/>
                    <a:pt x="3623940" y="108585"/>
                    <a:pt x="3621400" y="109220"/>
                  </a:cubicBezTo>
                  <a:cubicBezTo>
                    <a:pt x="3618860" y="109855"/>
                    <a:pt x="3616320" y="110490"/>
                    <a:pt x="3613145" y="110490"/>
                  </a:cubicBezTo>
                  <a:cubicBezTo>
                    <a:pt x="3610605" y="110490"/>
                    <a:pt x="3608065" y="110490"/>
                    <a:pt x="3606160" y="109220"/>
                  </a:cubicBezTo>
                  <a:cubicBezTo>
                    <a:pt x="3604255" y="108585"/>
                    <a:pt x="3602350" y="107315"/>
                    <a:pt x="3600445" y="105410"/>
                  </a:cubicBezTo>
                  <a:cubicBezTo>
                    <a:pt x="3598540" y="103505"/>
                    <a:pt x="3597270" y="101600"/>
                    <a:pt x="3596635" y="99060"/>
                  </a:cubicBezTo>
                  <a:cubicBezTo>
                    <a:pt x="3596000" y="96520"/>
                    <a:pt x="3595365" y="93345"/>
                    <a:pt x="3595365" y="89535"/>
                  </a:cubicBezTo>
                  <a:lnTo>
                    <a:pt x="3595365" y="44450"/>
                  </a:lnTo>
                  <a:lnTo>
                    <a:pt x="3584570" y="44450"/>
                  </a:lnTo>
                  <a:lnTo>
                    <a:pt x="3584570" y="30480"/>
                  </a:lnTo>
                  <a:lnTo>
                    <a:pt x="3595365" y="30480"/>
                  </a:lnTo>
                  <a:lnTo>
                    <a:pt x="3595365" y="8255"/>
                  </a:lnTo>
                  <a:close/>
                  <a:moveTo>
                    <a:pt x="3445505" y="0"/>
                  </a:moveTo>
                  <a:lnTo>
                    <a:pt x="3445505" y="37465"/>
                  </a:lnTo>
                  <a:cubicBezTo>
                    <a:pt x="3445505" y="37465"/>
                    <a:pt x="3448680" y="34925"/>
                    <a:pt x="3449950" y="33655"/>
                  </a:cubicBezTo>
                  <a:cubicBezTo>
                    <a:pt x="3451220" y="33020"/>
                    <a:pt x="3452490" y="31750"/>
                    <a:pt x="3453760" y="31115"/>
                  </a:cubicBezTo>
                  <a:cubicBezTo>
                    <a:pt x="3455030" y="30480"/>
                    <a:pt x="3456935" y="29845"/>
                    <a:pt x="3458840" y="29210"/>
                  </a:cubicBezTo>
                  <a:cubicBezTo>
                    <a:pt x="3460745" y="29210"/>
                    <a:pt x="3463285" y="28575"/>
                    <a:pt x="3465825" y="28575"/>
                  </a:cubicBezTo>
                  <a:cubicBezTo>
                    <a:pt x="3470270" y="28575"/>
                    <a:pt x="3474080" y="29210"/>
                    <a:pt x="3477890" y="31115"/>
                  </a:cubicBezTo>
                  <a:cubicBezTo>
                    <a:pt x="3481700" y="32385"/>
                    <a:pt x="3484875" y="34925"/>
                    <a:pt x="3487415" y="38735"/>
                  </a:cubicBezTo>
                  <a:cubicBezTo>
                    <a:pt x="3489955" y="41910"/>
                    <a:pt x="3492495" y="46355"/>
                    <a:pt x="3493765" y="51435"/>
                  </a:cubicBezTo>
                  <a:cubicBezTo>
                    <a:pt x="3495035" y="56515"/>
                    <a:pt x="3496305" y="62865"/>
                    <a:pt x="3496305" y="70485"/>
                  </a:cubicBezTo>
                  <a:lnTo>
                    <a:pt x="3495670" y="71120"/>
                  </a:lnTo>
                  <a:cubicBezTo>
                    <a:pt x="3495670" y="77470"/>
                    <a:pt x="3495035" y="83820"/>
                    <a:pt x="3493130" y="88265"/>
                  </a:cubicBezTo>
                  <a:cubicBezTo>
                    <a:pt x="3491225" y="93345"/>
                    <a:pt x="3489320" y="97155"/>
                    <a:pt x="3486145" y="100330"/>
                  </a:cubicBezTo>
                  <a:cubicBezTo>
                    <a:pt x="3483605" y="103505"/>
                    <a:pt x="3479795" y="106045"/>
                    <a:pt x="3476620" y="107315"/>
                  </a:cubicBezTo>
                  <a:cubicBezTo>
                    <a:pt x="3472810" y="109220"/>
                    <a:pt x="3469000" y="109855"/>
                    <a:pt x="3465190" y="109855"/>
                  </a:cubicBezTo>
                  <a:cubicBezTo>
                    <a:pt x="3461380" y="109855"/>
                    <a:pt x="3457570" y="109220"/>
                    <a:pt x="3454395" y="107315"/>
                  </a:cubicBezTo>
                  <a:cubicBezTo>
                    <a:pt x="3450585" y="105410"/>
                    <a:pt x="3448045" y="103505"/>
                    <a:pt x="3445505" y="100965"/>
                  </a:cubicBezTo>
                  <a:lnTo>
                    <a:pt x="3445505" y="107950"/>
                  </a:lnTo>
                  <a:lnTo>
                    <a:pt x="3430265" y="107950"/>
                  </a:lnTo>
                  <a:lnTo>
                    <a:pt x="3430265" y="7620"/>
                  </a:lnTo>
                  <a:close/>
                  <a:moveTo>
                    <a:pt x="2380611" y="0"/>
                  </a:moveTo>
                  <a:lnTo>
                    <a:pt x="2380611" y="30480"/>
                  </a:lnTo>
                  <a:lnTo>
                    <a:pt x="2399661" y="30480"/>
                  </a:lnTo>
                  <a:lnTo>
                    <a:pt x="2399661" y="44450"/>
                  </a:lnTo>
                  <a:lnTo>
                    <a:pt x="2380611" y="44450"/>
                  </a:lnTo>
                  <a:lnTo>
                    <a:pt x="2380611" y="86995"/>
                  </a:lnTo>
                  <a:cubicBezTo>
                    <a:pt x="2380611" y="86995"/>
                    <a:pt x="2380611" y="90170"/>
                    <a:pt x="2380611" y="91440"/>
                  </a:cubicBezTo>
                  <a:cubicBezTo>
                    <a:pt x="2380611" y="92710"/>
                    <a:pt x="2381246" y="93345"/>
                    <a:pt x="2381881" y="94615"/>
                  </a:cubicBezTo>
                  <a:cubicBezTo>
                    <a:pt x="2382516" y="95250"/>
                    <a:pt x="2383151" y="95885"/>
                    <a:pt x="2384421" y="95885"/>
                  </a:cubicBezTo>
                  <a:cubicBezTo>
                    <a:pt x="2385691" y="95885"/>
                    <a:pt x="2386961" y="95885"/>
                    <a:pt x="2388231" y="95885"/>
                  </a:cubicBezTo>
                  <a:cubicBezTo>
                    <a:pt x="2390136" y="95885"/>
                    <a:pt x="2392041" y="95885"/>
                    <a:pt x="2394581" y="95250"/>
                  </a:cubicBezTo>
                  <a:cubicBezTo>
                    <a:pt x="2396486" y="94615"/>
                    <a:pt x="2398391" y="93980"/>
                    <a:pt x="2399661" y="93345"/>
                  </a:cubicBezTo>
                  <a:lnTo>
                    <a:pt x="2397756" y="106680"/>
                  </a:lnTo>
                  <a:cubicBezTo>
                    <a:pt x="2397756" y="106680"/>
                    <a:pt x="2393946" y="108585"/>
                    <a:pt x="2391406" y="109220"/>
                  </a:cubicBezTo>
                  <a:cubicBezTo>
                    <a:pt x="2388866" y="109855"/>
                    <a:pt x="2386326" y="110490"/>
                    <a:pt x="2383151" y="110490"/>
                  </a:cubicBezTo>
                  <a:cubicBezTo>
                    <a:pt x="2380611" y="110490"/>
                    <a:pt x="2378071" y="110490"/>
                    <a:pt x="2376166" y="109220"/>
                  </a:cubicBezTo>
                  <a:cubicBezTo>
                    <a:pt x="2374261" y="108585"/>
                    <a:pt x="2372356" y="107315"/>
                    <a:pt x="2370451" y="105410"/>
                  </a:cubicBezTo>
                  <a:cubicBezTo>
                    <a:pt x="2368546" y="103505"/>
                    <a:pt x="2367276" y="101600"/>
                    <a:pt x="2366641" y="99060"/>
                  </a:cubicBezTo>
                  <a:cubicBezTo>
                    <a:pt x="2366006" y="96520"/>
                    <a:pt x="2365371" y="93345"/>
                    <a:pt x="2365371" y="89535"/>
                  </a:cubicBezTo>
                  <a:lnTo>
                    <a:pt x="2365371" y="44450"/>
                  </a:lnTo>
                  <a:lnTo>
                    <a:pt x="2354576" y="44450"/>
                  </a:lnTo>
                  <a:lnTo>
                    <a:pt x="2354576" y="30480"/>
                  </a:lnTo>
                  <a:lnTo>
                    <a:pt x="2365371" y="30480"/>
                  </a:lnTo>
                  <a:lnTo>
                    <a:pt x="2365371" y="8255"/>
                  </a:lnTo>
                  <a:close/>
                  <a:moveTo>
                    <a:pt x="2150741" y="0"/>
                  </a:moveTo>
                  <a:lnTo>
                    <a:pt x="2150741" y="30480"/>
                  </a:lnTo>
                  <a:lnTo>
                    <a:pt x="2169791" y="30480"/>
                  </a:lnTo>
                  <a:lnTo>
                    <a:pt x="2169791" y="44450"/>
                  </a:lnTo>
                  <a:lnTo>
                    <a:pt x="2150741" y="44450"/>
                  </a:lnTo>
                  <a:lnTo>
                    <a:pt x="2150741" y="86995"/>
                  </a:lnTo>
                  <a:cubicBezTo>
                    <a:pt x="2150741" y="86995"/>
                    <a:pt x="2150741" y="90170"/>
                    <a:pt x="2150741" y="91440"/>
                  </a:cubicBezTo>
                  <a:cubicBezTo>
                    <a:pt x="2150741" y="92710"/>
                    <a:pt x="2151376" y="93345"/>
                    <a:pt x="2152011" y="94615"/>
                  </a:cubicBezTo>
                  <a:cubicBezTo>
                    <a:pt x="2152646" y="95250"/>
                    <a:pt x="2153281" y="95885"/>
                    <a:pt x="2154551" y="95885"/>
                  </a:cubicBezTo>
                  <a:cubicBezTo>
                    <a:pt x="2155821" y="95885"/>
                    <a:pt x="2157091" y="95885"/>
                    <a:pt x="2158361" y="95885"/>
                  </a:cubicBezTo>
                  <a:cubicBezTo>
                    <a:pt x="2160266" y="95885"/>
                    <a:pt x="2162171" y="95885"/>
                    <a:pt x="2164711" y="95250"/>
                  </a:cubicBezTo>
                  <a:cubicBezTo>
                    <a:pt x="2166616" y="94615"/>
                    <a:pt x="2168521" y="93980"/>
                    <a:pt x="2169791" y="93345"/>
                  </a:cubicBezTo>
                  <a:lnTo>
                    <a:pt x="2167886" y="106680"/>
                  </a:lnTo>
                  <a:cubicBezTo>
                    <a:pt x="2167886" y="106680"/>
                    <a:pt x="2164076" y="108585"/>
                    <a:pt x="2161536" y="109220"/>
                  </a:cubicBezTo>
                  <a:cubicBezTo>
                    <a:pt x="2158996" y="109855"/>
                    <a:pt x="2156456" y="110490"/>
                    <a:pt x="2153281" y="110490"/>
                  </a:cubicBezTo>
                  <a:cubicBezTo>
                    <a:pt x="2150741" y="110490"/>
                    <a:pt x="2148201" y="110490"/>
                    <a:pt x="2146296" y="109220"/>
                  </a:cubicBezTo>
                  <a:cubicBezTo>
                    <a:pt x="2144391" y="108585"/>
                    <a:pt x="2142486" y="107315"/>
                    <a:pt x="2140581" y="105410"/>
                  </a:cubicBezTo>
                  <a:cubicBezTo>
                    <a:pt x="2138676" y="103505"/>
                    <a:pt x="2137406" y="101600"/>
                    <a:pt x="2136771" y="99060"/>
                  </a:cubicBezTo>
                  <a:cubicBezTo>
                    <a:pt x="2136136" y="96520"/>
                    <a:pt x="2135501" y="93345"/>
                    <a:pt x="2135501" y="89535"/>
                  </a:cubicBezTo>
                  <a:lnTo>
                    <a:pt x="2135501" y="44450"/>
                  </a:lnTo>
                  <a:lnTo>
                    <a:pt x="2124706" y="44450"/>
                  </a:lnTo>
                  <a:lnTo>
                    <a:pt x="2124706" y="30480"/>
                  </a:lnTo>
                  <a:lnTo>
                    <a:pt x="2135501" y="30480"/>
                  </a:lnTo>
                  <a:lnTo>
                    <a:pt x="2135501" y="8255"/>
                  </a:lnTo>
                  <a:close/>
                  <a:moveTo>
                    <a:pt x="2096131" y="0"/>
                  </a:moveTo>
                  <a:lnTo>
                    <a:pt x="2096131" y="30480"/>
                  </a:lnTo>
                  <a:lnTo>
                    <a:pt x="2115181" y="30480"/>
                  </a:lnTo>
                  <a:lnTo>
                    <a:pt x="2115181" y="44450"/>
                  </a:lnTo>
                  <a:lnTo>
                    <a:pt x="2096131" y="44450"/>
                  </a:lnTo>
                  <a:lnTo>
                    <a:pt x="2096131" y="86995"/>
                  </a:lnTo>
                  <a:cubicBezTo>
                    <a:pt x="2096131" y="86995"/>
                    <a:pt x="2096131" y="90170"/>
                    <a:pt x="2096131" y="91440"/>
                  </a:cubicBezTo>
                  <a:cubicBezTo>
                    <a:pt x="2096131" y="92710"/>
                    <a:pt x="2096766" y="93345"/>
                    <a:pt x="2097401" y="94615"/>
                  </a:cubicBezTo>
                  <a:cubicBezTo>
                    <a:pt x="2098036" y="95250"/>
                    <a:pt x="2098671" y="95885"/>
                    <a:pt x="2099941" y="95885"/>
                  </a:cubicBezTo>
                  <a:cubicBezTo>
                    <a:pt x="2101211" y="95885"/>
                    <a:pt x="2102481" y="95885"/>
                    <a:pt x="2103751" y="95885"/>
                  </a:cubicBezTo>
                  <a:cubicBezTo>
                    <a:pt x="2105656" y="95885"/>
                    <a:pt x="2107561" y="95885"/>
                    <a:pt x="2110101" y="95250"/>
                  </a:cubicBezTo>
                  <a:cubicBezTo>
                    <a:pt x="2112006" y="94615"/>
                    <a:pt x="2113911" y="93980"/>
                    <a:pt x="2115181" y="93345"/>
                  </a:cubicBezTo>
                  <a:lnTo>
                    <a:pt x="2113276" y="106680"/>
                  </a:lnTo>
                  <a:cubicBezTo>
                    <a:pt x="2113276" y="106680"/>
                    <a:pt x="2109466" y="108585"/>
                    <a:pt x="2106926" y="109220"/>
                  </a:cubicBezTo>
                  <a:cubicBezTo>
                    <a:pt x="2104386" y="109855"/>
                    <a:pt x="2101846" y="110490"/>
                    <a:pt x="2098671" y="110490"/>
                  </a:cubicBezTo>
                  <a:cubicBezTo>
                    <a:pt x="2096131" y="110490"/>
                    <a:pt x="2093591" y="110490"/>
                    <a:pt x="2091686" y="109220"/>
                  </a:cubicBezTo>
                  <a:cubicBezTo>
                    <a:pt x="2089781" y="108585"/>
                    <a:pt x="2087876" y="107315"/>
                    <a:pt x="2085971" y="105410"/>
                  </a:cubicBezTo>
                  <a:cubicBezTo>
                    <a:pt x="2084066" y="103505"/>
                    <a:pt x="2082796" y="101600"/>
                    <a:pt x="2082161" y="99060"/>
                  </a:cubicBezTo>
                  <a:cubicBezTo>
                    <a:pt x="2081526" y="96520"/>
                    <a:pt x="2080891" y="93345"/>
                    <a:pt x="2080891" y="89535"/>
                  </a:cubicBezTo>
                  <a:lnTo>
                    <a:pt x="2080891" y="44450"/>
                  </a:lnTo>
                  <a:lnTo>
                    <a:pt x="2070096" y="44450"/>
                  </a:lnTo>
                  <a:lnTo>
                    <a:pt x="2070096" y="30480"/>
                  </a:lnTo>
                  <a:lnTo>
                    <a:pt x="2080891" y="30480"/>
                  </a:lnTo>
                  <a:lnTo>
                    <a:pt x="2080891" y="8255"/>
                  </a:lnTo>
                  <a:close/>
                  <a:moveTo>
                    <a:pt x="1931665" y="0"/>
                  </a:moveTo>
                  <a:lnTo>
                    <a:pt x="1931665" y="37465"/>
                  </a:lnTo>
                  <a:cubicBezTo>
                    <a:pt x="1931665" y="37465"/>
                    <a:pt x="1934840" y="34925"/>
                    <a:pt x="1936110" y="33655"/>
                  </a:cubicBezTo>
                  <a:cubicBezTo>
                    <a:pt x="1937380" y="33020"/>
                    <a:pt x="1938650" y="31750"/>
                    <a:pt x="1939920" y="31115"/>
                  </a:cubicBezTo>
                  <a:cubicBezTo>
                    <a:pt x="1941190" y="30480"/>
                    <a:pt x="1943095" y="29845"/>
                    <a:pt x="1945000" y="29210"/>
                  </a:cubicBezTo>
                  <a:cubicBezTo>
                    <a:pt x="1946905" y="29210"/>
                    <a:pt x="1949445" y="28575"/>
                    <a:pt x="1951985" y="28575"/>
                  </a:cubicBezTo>
                  <a:cubicBezTo>
                    <a:pt x="1956430" y="28575"/>
                    <a:pt x="1960240" y="29210"/>
                    <a:pt x="1964050" y="31115"/>
                  </a:cubicBezTo>
                  <a:cubicBezTo>
                    <a:pt x="1967860" y="32385"/>
                    <a:pt x="1971035" y="34925"/>
                    <a:pt x="1973575" y="38735"/>
                  </a:cubicBezTo>
                  <a:cubicBezTo>
                    <a:pt x="1976115" y="41910"/>
                    <a:pt x="1978655" y="46355"/>
                    <a:pt x="1979925" y="51435"/>
                  </a:cubicBezTo>
                  <a:cubicBezTo>
                    <a:pt x="1981195" y="56515"/>
                    <a:pt x="1982465" y="62865"/>
                    <a:pt x="1982465" y="70485"/>
                  </a:cubicBezTo>
                  <a:lnTo>
                    <a:pt x="1981830" y="71120"/>
                  </a:lnTo>
                  <a:cubicBezTo>
                    <a:pt x="1981830" y="77470"/>
                    <a:pt x="1981195" y="83820"/>
                    <a:pt x="1979290" y="88265"/>
                  </a:cubicBezTo>
                  <a:cubicBezTo>
                    <a:pt x="1977385" y="93345"/>
                    <a:pt x="1975480" y="97155"/>
                    <a:pt x="1972305" y="100330"/>
                  </a:cubicBezTo>
                  <a:cubicBezTo>
                    <a:pt x="1969765" y="103505"/>
                    <a:pt x="1965955" y="106045"/>
                    <a:pt x="1962780" y="107315"/>
                  </a:cubicBezTo>
                  <a:cubicBezTo>
                    <a:pt x="1958970" y="109220"/>
                    <a:pt x="1955160" y="109855"/>
                    <a:pt x="1951350" y="109855"/>
                  </a:cubicBezTo>
                  <a:cubicBezTo>
                    <a:pt x="1947540" y="109855"/>
                    <a:pt x="1943730" y="109220"/>
                    <a:pt x="1940555" y="107315"/>
                  </a:cubicBezTo>
                  <a:cubicBezTo>
                    <a:pt x="1936745" y="105410"/>
                    <a:pt x="1934205" y="103505"/>
                    <a:pt x="1931665" y="100965"/>
                  </a:cubicBezTo>
                  <a:lnTo>
                    <a:pt x="1931665" y="107950"/>
                  </a:lnTo>
                  <a:lnTo>
                    <a:pt x="1916425" y="107950"/>
                  </a:lnTo>
                  <a:lnTo>
                    <a:pt x="1916425" y="7620"/>
                  </a:lnTo>
                  <a:close/>
                  <a:moveTo>
                    <a:pt x="1316991" y="0"/>
                  </a:moveTo>
                  <a:lnTo>
                    <a:pt x="1316991" y="30480"/>
                  </a:lnTo>
                  <a:lnTo>
                    <a:pt x="1336041" y="30480"/>
                  </a:lnTo>
                  <a:lnTo>
                    <a:pt x="1336041" y="44450"/>
                  </a:lnTo>
                  <a:lnTo>
                    <a:pt x="1316991" y="44450"/>
                  </a:lnTo>
                  <a:lnTo>
                    <a:pt x="1316991" y="86995"/>
                  </a:lnTo>
                  <a:cubicBezTo>
                    <a:pt x="1316991" y="86995"/>
                    <a:pt x="1316991" y="90170"/>
                    <a:pt x="1316991" y="91440"/>
                  </a:cubicBezTo>
                  <a:cubicBezTo>
                    <a:pt x="1316991" y="92710"/>
                    <a:pt x="1317627" y="93345"/>
                    <a:pt x="1318261" y="94615"/>
                  </a:cubicBezTo>
                  <a:cubicBezTo>
                    <a:pt x="1318896" y="95250"/>
                    <a:pt x="1319531" y="95885"/>
                    <a:pt x="1320801" y="95885"/>
                  </a:cubicBezTo>
                  <a:cubicBezTo>
                    <a:pt x="1322072" y="95885"/>
                    <a:pt x="1323341" y="95885"/>
                    <a:pt x="1324611" y="95885"/>
                  </a:cubicBezTo>
                  <a:cubicBezTo>
                    <a:pt x="1326516" y="95885"/>
                    <a:pt x="1328422" y="95885"/>
                    <a:pt x="1330961" y="95250"/>
                  </a:cubicBezTo>
                  <a:cubicBezTo>
                    <a:pt x="1332867" y="94615"/>
                    <a:pt x="1334772" y="93980"/>
                    <a:pt x="1336041" y="93345"/>
                  </a:cubicBezTo>
                  <a:lnTo>
                    <a:pt x="1334136" y="106680"/>
                  </a:lnTo>
                  <a:cubicBezTo>
                    <a:pt x="1334136" y="106680"/>
                    <a:pt x="1330326" y="108585"/>
                    <a:pt x="1327786" y="109220"/>
                  </a:cubicBezTo>
                  <a:cubicBezTo>
                    <a:pt x="1325246" y="109855"/>
                    <a:pt x="1322706" y="110490"/>
                    <a:pt x="1319531" y="110490"/>
                  </a:cubicBezTo>
                  <a:cubicBezTo>
                    <a:pt x="1316991" y="110490"/>
                    <a:pt x="1314451" y="110490"/>
                    <a:pt x="1312546" y="109220"/>
                  </a:cubicBezTo>
                  <a:cubicBezTo>
                    <a:pt x="1310641" y="108585"/>
                    <a:pt x="1308736" y="107315"/>
                    <a:pt x="1306831" y="105410"/>
                  </a:cubicBezTo>
                  <a:cubicBezTo>
                    <a:pt x="1304926" y="103505"/>
                    <a:pt x="1303656" y="101600"/>
                    <a:pt x="1303021" y="99060"/>
                  </a:cubicBezTo>
                  <a:cubicBezTo>
                    <a:pt x="1302386" y="96520"/>
                    <a:pt x="1301751" y="93345"/>
                    <a:pt x="1301751" y="89535"/>
                  </a:cubicBezTo>
                  <a:lnTo>
                    <a:pt x="1301751" y="44450"/>
                  </a:lnTo>
                  <a:lnTo>
                    <a:pt x="1290956" y="44450"/>
                  </a:lnTo>
                  <a:lnTo>
                    <a:pt x="1290956" y="30480"/>
                  </a:lnTo>
                  <a:lnTo>
                    <a:pt x="1301751" y="30480"/>
                  </a:lnTo>
                  <a:lnTo>
                    <a:pt x="1301751" y="8255"/>
                  </a:lnTo>
                  <a:close/>
                  <a:moveTo>
                    <a:pt x="751206" y="0"/>
                  </a:moveTo>
                  <a:lnTo>
                    <a:pt x="751206" y="30480"/>
                  </a:lnTo>
                  <a:lnTo>
                    <a:pt x="770256" y="30480"/>
                  </a:lnTo>
                  <a:lnTo>
                    <a:pt x="770256" y="44450"/>
                  </a:lnTo>
                  <a:lnTo>
                    <a:pt x="751206" y="44450"/>
                  </a:lnTo>
                  <a:lnTo>
                    <a:pt x="751206" y="86995"/>
                  </a:lnTo>
                  <a:cubicBezTo>
                    <a:pt x="751206" y="86995"/>
                    <a:pt x="751206" y="90170"/>
                    <a:pt x="751206" y="91440"/>
                  </a:cubicBezTo>
                  <a:cubicBezTo>
                    <a:pt x="751206" y="92710"/>
                    <a:pt x="751841" y="93345"/>
                    <a:pt x="752476" y="94615"/>
                  </a:cubicBezTo>
                  <a:cubicBezTo>
                    <a:pt x="753111" y="95250"/>
                    <a:pt x="753746" y="95885"/>
                    <a:pt x="755016" y="95885"/>
                  </a:cubicBezTo>
                  <a:cubicBezTo>
                    <a:pt x="756286" y="95885"/>
                    <a:pt x="757556" y="95885"/>
                    <a:pt x="758826" y="95885"/>
                  </a:cubicBezTo>
                  <a:cubicBezTo>
                    <a:pt x="760731" y="95885"/>
                    <a:pt x="762636" y="95885"/>
                    <a:pt x="765176" y="95250"/>
                  </a:cubicBezTo>
                  <a:cubicBezTo>
                    <a:pt x="767081" y="94615"/>
                    <a:pt x="768986" y="93980"/>
                    <a:pt x="770256" y="93345"/>
                  </a:cubicBezTo>
                  <a:lnTo>
                    <a:pt x="768351" y="106680"/>
                  </a:lnTo>
                  <a:cubicBezTo>
                    <a:pt x="768351" y="106680"/>
                    <a:pt x="764541" y="108585"/>
                    <a:pt x="762001" y="109220"/>
                  </a:cubicBezTo>
                  <a:cubicBezTo>
                    <a:pt x="759461" y="109855"/>
                    <a:pt x="756921" y="110490"/>
                    <a:pt x="753746" y="110490"/>
                  </a:cubicBezTo>
                  <a:cubicBezTo>
                    <a:pt x="751206" y="110490"/>
                    <a:pt x="748666" y="110490"/>
                    <a:pt x="746761" y="109220"/>
                  </a:cubicBezTo>
                  <a:cubicBezTo>
                    <a:pt x="744856" y="108585"/>
                    <a:pt x="742951" y="107315"/>
                    <a:pt x="741045" y="105410"/>
                  </a:cubicBezTo>
                  <a:cubicBezTo>
                    <a:pt x="739141" y="103505"/>
                    <a:pt x="737871" y="101600"/>
                    <a:pt x="737236" y="99060"/>
                  </a:cubicBezTo>
                  <a:cubicBezTo>
                    <a:pt x="736600" y="96520"/>
                    <a:pt x="735966" y="93345"/>
                    <a:pt x="735966" y="89535"/>
                  </a:cubicBezTo>
                  <a:lnTo>
                    <a:pt x="735966" y="44450"/>
                  </a:lnTo>
                  <a:lnTo>
                    <a:pt x="725171" y="44450"/>
                  </a:lnTo>
                  <a:lnTo>
                    <a:pt x="725171" y="30480"/>
                  </a:lnTo>
                  <a:lnTo>
                    <a:pt x="735966" y="30480"/>
                  </a:lnTo>
                  <a:lnTo>
                    <a:pt x="735966" y="8255"/>
                  </a:lnTo>
                  <a:close/>
                  <a:moveTo>
                    <a:pt x="521335" y="0"/>
                  </a:moveTo>
                  <a:lnTo>
                    <a:pt x="521335" y="30480"/>
                  </a:lnTo>
                  <a:lnTo>
                    <a:pt x="540385" y="30480"/>
                  </a:lnTo>
                  <a:lnTo>
                    <a:pt x="540385" y="44450"/>
                  </a:lnTo>
                  <a:lnTo>
                    <a:pt x="521335" y="44450"/>
                  </a:lnTo>
                  <a:lnTo>
                    <a:pt x="521335" y="86995"/>
                  </a:lnTo>
                  <a:cubicBezTo>
                    <a:pt x="521335" y="86995"/>
                    <a:pt x="521335" y="90170"/>
                    <a:pt x="521335" y="91440"/>
                  </a:cubicBezTo>
                  <a:cubicBezTo>
                    <a:pt x="521335" y="92710"/>
                    <a:pt x="521970" y="93345"/>
                    <a:pt x="522605" y="94615"/>
                  </a:cubicBezTo>
                  <a:cubicBezTo>
                    <a:pt x="523240" y="95250"/>
                    <a:pt x="523875" y="95885"/>
                    <a:pt x="525145" y="95885"/>
                  </a:cubicBezTo>
                  <a:cubicBezTo>
                    <a:pt x="526415" y="95885"/>
                    <a:pt x="527685" y="95885"/>
                    <a:pt x="528955" y="95885"/>
                  </a:cubicBezTo>
                  <a:cubicBezTo>
                    <a:pt x="530860" y="95885"/>
                    <a:pt x="532765" y="95885"/>
                    <a:pt x="535305" y="95250"/>
                  </a:cubicBezTo>
                  <a:cubicBezTo>
                    <a:pt x="537210" y="94615"/>
                    <a:pt x="539115" y="93980"/>
                    <a:pt x="540385" y="93345"/>
                  </a:cubicBezTo>
                  <a:lnTo>
                    <a:pt x="538480" y="106680"/>
                  </a:lnTo>
                  <a:cubicBezTo>
                    <a:pt x="538480" y="106680"/>
                    <a:pt x="534670" y="108585"/>
                    <a:pt x="532130" y="109220"/>
                  </a:cubicBezTo>
                  <a:cubicBezTo>
                    <a:pt x="529590" y="109855"/>
                    <a:pt x="527050" y="110490"/>
                    <a:pt x="523875" y="110490"/>
                  </a:cubicBezTo>
                  <a:cubicBezTo>
                    <a:pt x="521335" y="110490"/>
                    <a:pt x="518795" y="110490"/>
                    <a:pt x="516890" y="109220"/>
                  </a:cubicBezTo>
                  <a:cubicBezTo>
                    <a:pt x="514985" y="108585"/>
                    <a:pt x="513080" y="107315"/>
                    <a:pt x="511175" y="105410"/>
                  </a:cubicBezTo>
                  <a:cubicBezTo>
                    <a:pt x="509270" y="103505"/>
                    <a:pt x="508000" y="101600"/>
                    <a:pt x="507365" y="99060"/>
                  </a:cubicBezTo>
                  <a:cubicBezTo>
                    <a:pt x="506730" y="96520"/>
                    <a:pt x="506095" y="93345"/>
                    <a:pt x="506095" y="89535"/>
                  </a:cubicBezTo>
                  <a:lnTo>
                    <a:pt x="506095" y="44450"/>
                  </a:lnTo>
                  <a:lnTo>
                    <a:pt x="495300" y="44450"/>
                  </a:lnTo>
                  <a:lnTo>
                    <a:pt x="495300" y="30480"/>
                  </a:lnTo>
                  <a:lnTo>
                    <a:pt x="506095" y="30480"/>
                  </a:lnTo>
                  <a:lnTo>
                    <a:pt x="506095" y="8255"/>
                  </a:lnTo>
                  <a:close/>
                  <a:moveTo>
                    <a:pt x="466724" y="0"/>
                  </a:moveTo>
                  <a:lnTo>
                    <a:pt x="466724" y="30480"/>
                  </a:lnTo>
                  <a:lnTo>
                    <a:pt x="485774" y="30480"/>
                  </a:lnTo>
                  <a:lnTo>
                    <a:pt x="485774" y="44450"/>
                  </a:lnTo>
                  <a:lnTo>
                    <a:pt x="466724" y="44450"/>
                  </a:lnTo>
                  <a:lnTo>
                    <a:pt x="466724" y="86995"/>
                  </a:lnTo>
                  <a:cubicBezTo>
                    <a:pt x="466724" y="86995"/>
                    <a:pt x="466724" y="90170"/>
                    <a:pt x="466724" y="91440"/>
                  </a:cubicBezTo>
                  <a:cubicBezTo>
                    <a:pt x="466724" y="92710"/>
                    <a:pt x="467359" y="93345"/>
                    <a:pt x="467994" y="94615"/>
                  </a:cubicBezTo>
                  <a:cubicBezTo>
                    <a:pt x="468629" y="95250"/>
                    <a:pt x="469264" y="95885"/>
                    <a:pt x="470534" y="95885"/>
                  </a:cubicBezTo>
                  <a:cubicBezTo>
                    <a:pt x="471804" y="95885"/>
                    <a:pt x="473074" y="95885"/>
                    <a:pt x="474344" y="95885"/>
                  </a:cubicBezTo>
                  <a:cubicBezTo>
                    <a:pt x="476249" y="95885"/>
                    <a:pt x="478154" y="95885"/>
                    <a:pt x="480694" y="95250"/>
                  </a:cubicBezTo>
                  <a:cubicBezTo>
                    <a:pt x="482599" y="94615"/>
                    <a:pt x="484504" y="93980"/>
                    <a:pt x="485774" y="93345"/>
                  </a:cubicBezTo>
                  <a:lnTo>
                    <a:pt x="483869" y="106680"/>
                  </a:lnTo>
                  <a:cubicBezTo>
                    <a:pt x="483869" y="106680"/>
                    <a:pt x="480059" y="108585"/>
                    <a:pt x="477519" y="109220"/>
                  </a:cubicBezTo>
                  <a:cubicBezTo>
                    <a:pt x="474979" y="109855"/>
                    <a:pt x="472439" y="110490"/>
                    <a:pt x="469264" y="110490"/>
                  </a:cubicBezTo>
                  <a:cubicBezTo>
                    <a:pt x="466724" y="110490"/>
                    <a:pt x="464184" y="110490"/>
                    <a:pt x="462279" y="109220"/>
                  </a:cubicBezTo>
                  <a:cubicBezTo>
                    <a:pt x="460374" y="108585"/>
                    <a:pt x="458469" y="107315"/>
                    <a:pt x="456564" y="105410"/>
                  </a:cubicBezTo>
                  <a:cubicBezTo>
                    <a:pt x="454659" y="103505"/>
                    <a:pt x="453389" y="101600"/>
                    <a:pt x="452754" y="99060"/>
                  </a:cubicBezTo>
                  <a:cubicBezTo>
                    <a:pt x="452119" y="96520"/>
                    <a:pt x="451484" y="93345"/>
                    <a:pt x="451484" y="89535"/>
                  </a:cubicBezTo>
                  <a:lnTo>
                    <a:pt x="451484" y="44450"/>
                  </a:lnTo>
                  <a:lnTo>
                    <a:pt x="440689" y="44450"/>
                  </a:lnTo>
                  <a:lnTo>
                    <a:pt x="440689" y="30480"/>
                  </a:lnTo>
                  <a:lnTo>
                    <a:pt x="451484" y="30480"/>
                  </a:lnTo>
                  <a:lnTo>
                    <a:pt x="451484" y="8255"/>
                  </a:lnTo>
                  <a:close/>
                  <a:moveTo>
                    <a:pt x="302259" y="0"/>
                  </a:moveTo>
                  <a:lnTo>
                    <a:pt x="302259" y="37465"/>
                  </a:lnTo>
                  <a:cubicBezTo>
                    <a:pt x="302259" y="37465"/>
                    <a:pt x="305434" y="34925"/>
                    <a:pt x="306704" y="33655"/>
                  </a:cubicBezTo>
                  <a:cubicBezTo>
                    <a:pt x="307974" y="33020"/>
                    <a:pt x="309244" y="31750"/>
                    <a:pt x="310514" y="31115"/>
                  </a:cubicBezTo>
                  <a:cubicBezTo>
                    <a:pt x="311784" y="30480"/>
                    <a:pt x="313689" y="29845"/>
                    <a:pt x="315594" y="29210"/>
                  </a:cubicBezTo>
                  <a:cubicBezTo>
                    <a:pt x="317499" y="29210"/>
                    <a:pt x="320039" y="28575"/>
                    <a:pt x="322579" y="28575"/>
                  </a:cubicBezTo>
                  <a:cubicBezTo>
                    <a:pt x="327024" y="28575"/>
                    <a:pt x="330834" y="29210"/>
                    <a:pt x="334644" y="31115"/>
                  </a:cubicBezTo>
                  <a:cubicBezTo>
                    <a:pt x="338454" y="32385"/>
                    <a:pt x="341629" y="34925"/>
                    <a:pt x="344169" y="38735"/>
                  </a:cubicBezTo>
                  <a:cubicBezTo>
                    <a:pt x="346709" y="41910"/>
                    <a:pt x="349249" y="46355"/>
                    <a:pt x="350519" y="51435"/>
                  </a:cubicBezTo>
                  <a:cubicBezTo>
                    <a:pt x="351789" y="56515"/>
                    <a:pt x="353059" y="62865"/>
                    <a:pt x="353059" y="70485"/>
                  </a:cubicBezTo>
                  <a:lnTo>
                    <a:pt x="352424" y="71120"/>
                  </a:lnTo>
                  <a:cubicBezTo>
                    <a:pt x="352424" y="77470"/>
                    <a:pt x="351789" y="83820"/>
                    <a:pt x="349884" y="88265"/>
                  </a:cubicBezTo>
                  <a:cubicBezTo>
                    <a:pt x="347979" y="93345"/>
                    <a:pt x="346074" y="97155"/>
                    <a:pt x="342899" y="100330"/>
                  </a:cubicBezTo>
                  <a:cubicBezTo>
                    <a:pt x="340359" y="103505"/>
                    <a:pt x="336549" y="106045"/>
                    <a:pt x="333374" y="107315"/>
                  </a:cubicBezTo>
                  <a:cubicBezTo>
                    <a:pt x="329564" y="109220"/>
                    <a:pt x="325754" y="109855"/>
                    <a:pt x="321944" y="109855"/>
                  </a:cubicBezTo>
                  <a:cubicBezTo>
                    <a:pt x="318134" y="109855"/>
                    <a:pt x="314324" y="109220"/>
                    <a:pt x="311149" y="107315"/>
                  </a:cubicBezTo>
                  <a:cubicBezTo>
                    <a:pt x="307339" y="105410"/>
                    <a:pt x="304799" y="103505"/>
                    <a:pt x="302259" y="100965"/>
                  </a:cubicBezTo>
                  <a:lnTo>
                    <a:pt x="302259" y="107950"/>
                  </a:lnTo>
                  <a:lnTo>
                    <a:pt x="287019" y="107950"/>
                  </a:lnTo>
                  <a:lnTo>
                    <a:pt x="287019" y="7620"/>
                  </a:lnTo>
                  <a:close/>
                </a:path>
              </a:pathLst>
            </a:custGeom>
            <a:solidFill>
              <a:srgbClr val="FFFFFF"/>
            </a:solidFill>
            <a:ln w="63500" cap="flat">
              <a:noFill/>
              <a:prstDash val="solid"/>
              <a:miter/>
            </a:ln>
          </p:spPr>
          <p:txBody>
            <a:bodyPr rtlCol="0" anchor="ctr"/>
            <a:lstStyle/>
            <a:p>
              <a:endParaRPr lang="en-US"/>
            </a:p>
          </p:txBody>
        </p:sp>
      </p:grpSp>
      <p:sp>
        <p:nvSpPr>
          <p:cNvPr id="28" name="Subtitle 2">
            <a:extLst>
              <a:ext uri="{FF2B5EF4-FFF2-40B4-BE49-F238E27FC236}">
                <a16:creationId xmlns:a16="http://schemas.microsoft.com/office/drawing/2014/main" id="{632E76BF-46D5-8E94-88AA-4783DD302E89}"/>
              </a:ext>
            </a:extLst>
          </p:cNvPr>
          <p:cNvSpPr>
            <a:spLocks noGrp="1"/>
          </p:cNvSpPr>
          <p:nvPr>
            <p:ph type="subTitle" idx="1" hasCustomPrompt="1"/>
          </p:nvPr>
        </p:nvSpPr>
        <p:spPr>
          <a:xfrm>
            <a:off x="889762" y="4436485"/>
            <a:ext cx="4907628" cy="511939"/>
          </a:xfrm>
        </p:spPr>
        <p:txBody>
          <a:bodyPr wrap="square">
            <a:noAutofit/>
          </a:bodyPr>
          <a:lstStyle>
            <a:lvl1pPr marL="0" indent="0" algn="l">
              <a:buNone/>
              <a:defRPr lang="en-GB" sz="1600" kern="1200" dirty="0">
                <a:solidFill>
                  <a:schemeClr val="tx1"/>
                </a:solidFill>
                <a:latin typeface="EYInterstate Regular" panose="02000503020000020004" pitchFamily="2" charset="0"/>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29" name="Title 4">
            <a:extLst>
              <a:ext uri="{FF2B5EF4-FFF2-40B4-BE49-F238E27FC236}">
                <a16:creationId xmlns:a16="http://schemas.microsoft.com/office/drawing/2014/main" id="{1F7B1FDC-B90E-6693-A750-B9BA4B535E8A}"/>
              </a:ext>
            </a:extLst>
          </p:cNvPr>
          <p:cNvSpPr>
            <a:spLocks noGrp="1"/>
          </p:cNvSpPr>
          <p:nvPr>
            <p:ph type="title"/>
          </p:nvPr>
        </p:nvSpPr>
        <p:spPr>
          <a:xfrm>
            <a:off x="889762" y="2698751"/>
            <a:ext cx="4906009" cy="1654043"/>
          </a:xfrm>
        </p:spPr>
        <p:txBody>
          <a:bodyPr anchor="t">
            <a:noAutofit/>
          </a:bodyPr>
          <a:lstStyle>
            <a:lvl1pPr>
              <a:defRPr sz="4200" b="1" i="0">
                <a:solidFill>
                  <a:schemeClr val="tx1"/>
                </a:solidFill>
                <a:latin typeface="EYInterstate Regular" panose="02000503020000020004" pitchFamily="2" charset="0"/>
              </a:defRPr>
            </a:lvl1pPr>
          </a:lstStyle>
          <a:p>
            <a:r>
              <a:rPr lang="en-GB"/>
              <a:t>Click to edit Master title style</a:t>
            </a:r>
            <a:endParaRPr lang="en-US"/>
          </a:p>
        </p:txBody>
      </p:sp>
      <p:sp>
        <p:nvSpPr>
          <p:cNvPr id="30" name="Text Placeholder 288">
            <a:extLst>
              <a:ext uri="{FF2B5EF4-FFF2-40B4-BE49-F238E27FC236}">
                <a16:creationId xmlns:a16="http://schemas.microsoft.com/office/drawing/2014/main" id="{1673B89D-F206-B9D2-CDB7-BDE045C7447F}"/>
              </a:ext>
            </a:extLst>
          </p:cNvPr>
          <p:cNvSpPr>
            <a:spLocks noGrp="1"/>
          </p:cNvSpPr>
          <p:nvPr>
            <p:ph type="body" sz="quarter" idx="10"/>
          </p:nvPr>
        </p:nvSpPr>
        <p:spPr>
          <a:xfrm>
            <a:off x="889762" y="5047485"/>
            <a:ext cx="4906010" cy="246221"/>
          </a:xfrm>
        </p:spPr>
        <p:txBody>
          <a:bodyPr wrap="square">
            <a:spAutoFit/>
          </a:bodyPr>
          <a:lstStyle>
            <a:lvl1pPr marL="0" indent="0">
              <a:buNone/>
              <a:defRPr sz="1600" b="1">
                <a:solidFill>
                  <a:schemeClr val="tx1"/>
                </a:solidFill>
                <a:latin typeface="EYInterstate Regular" panose="02000503020000020004" pitchFamily="2" charset="0"/>
              </a:defRPr>
            </a:lvl1pPr>
            <a:lvl2pPr marL="252000" indent="0">
              <a:buNone/>
              <a:defRPr sz="1600" b="1">
                <a:latin typeface="+mj-lt"/>
              </a:defRPr>
            </a:lvl2pPr>
            <a:lvl3pPr marL="504000" indent="0">
              <a:buNone/>
              <a:defRPr sz="1600" b="1">
                <a:latin typeface="+mj-lt"/>
              </a:defRPr>
            </a:lvl3pPr>
            <a:lvl4pPr marL="756000" indent="0">
              <a:buNone/>
              <a:defRPr sz="1600" b="1">
                <a:latin typeface="+mj-lt"/>
              </a:defRPr>
            </a:lvl4pPr>
            <a:lvl5pPr marL="1008000" indent="0">
              <a:buNone/>
              <a:defRPr sz="1600" b="1">
                <a:latin typeface="+mj-lt"/>
              </a:defRPr>
            </a:lvl5pPr>
          </a:lstStyle>
          <a:p>
            <a:pPr lvl="0"/>
            <a:r>
              <a:rPr lang="en-GB"/>
              <a:t>Click to edit Master text styles</a:t>
            </a:r>
          </a:p>
        </p:txBody>
      </p:sp>
      <p:grpSp>
        <p:nvGrpSpPr>
          <p:cNvPr id="5" name="Group 4">
            <a:extLst>
              <a:ext uri="{FF2B5EF4-FFF2-40B4-BE49-F238E27FC236}">
                <a16:creationId xmlns:a16="http://schemas.microsoft.com/office/drawing/2014/main" id="{351712FD-9300-4754-120C-13FA331421AB}"/>
              </a:ext>
            </a:extLst>
          </p:cNvPr>
          <p:cNvGrpSpPr/>
          <p:nvPr userDrawn="1"/>
        </p:nvGrpSpPr>
        <p:grpSpPr>
          <a:xfrm>
            <a:off x="485774" y="1291008"/>
            <a:ext cx="5706110" cy="4360545"/>
            <a:chOff x="485774" y="1291008"/>
            <a:chExt cx="5706110" cy="4360545"/>
          </a:xfrm>
        </p:grpSpPr>
        <p:sp>
          <p:nvSpPr>
            <p:cNvPr id="26" name="Freeform 25">
              <a:extLst>
                <a:ext uri="{FF2B5EF4-FFF2-40B4-BE49-F238E27FC236}">
                  <a16:creationId xmlns:a16="http://schemas.microsoft.com/office/drawing/2014/main" id="{F7E50E80-DFF0-E065-898F-1AFD970459B6}"/>
                </a:ext>
              </a:extLst>
            </p:cNvPr>
            <p:cNvSpPr/>
            <p:nvPr userDrawn="1"/>
          </p:nvSpPr>
          <p:spPr>
            <a:xfrm>
              <a:off x="485774" y="5549953"/>
              <a:ext cx="508000" cy="101600"/>
            </a:xfrm>
            <a:custGeom>
              <a:avLst/>
              <a:gdLst>
                <a:gd name="connsiteX0" fmla="*/ 406400 w 508000"/>
                <a:gd name="connsiteY0" fmla="*/ 0 h 101600"/>
                <a:gd name="connsiteX1" fmla="*/ 508000 w 508000"/>
                <a:gd name="connsiteY1" fmla="*/ 0 h 101600"/>
                <a:gd name="connsiteX2" fmla="*/ 508000 w 508000"/>
                <a:gd name="connsiteY2" fmla="*/ 101600 h 101600"/>
                <a:gd name="connsiteX3" fmla="*/ 406400 w 508000"/>
                <a:gd name="connsiteY3" fmla="*/ 101600 h 101600"/>
                <a:gd name="connsiteX4" fmla="*/ 203200 w 508000"/>
                <a:gd name="connsiteY4" fmla="*/ 0 h 101600"/>
                <a:gd name="connsiteX5" fmla="*/ 304800 w 508000"/>
                <a:gd name="connsiteY5" fmla="*/ 0 h 101600"/>
                <a:gd name="connsiteX6" fmla="*/ 304800 w 508000"/>
                <a:gd name="connsiteY6" fmla="*/ 101600 h 101600"/>
                <a:gd name="connsiteX7" fmla="*/ 203200 w 508000"/>
                <a:gd name="connsiteY7" fmla="*/ 101600 h 101600"/>
                <a:gd name="connsiteX8" fmla="*/ 0 w 508000"/>
                <a:gd name="connsiteY8" fmla="*/ 0 h 101600"/>
                <a:gd name="connsiteX9" fmla="*/ 101600 w 508000"/>
                <a:gd name="connsiteY9" fmla="*/ 0 h 101600"/>
                <a:gd name="connsiteX10" fmla="*/ 101600 w 508000"/>
                <a:gd name="connsiteY10" fmla="*/ 101600 h 101600"/>
                <a:gd name="connsiteX11" fmla="*/ 0 w 508000"/>
                <a:gd name="connsiteY11" fmla="*/ 101600 h 10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8000" h="101600">
                  <a:moveTo>
                    <a:pt x="406400" y="0"/>
                  </a:moveTo>
                  <a:lnTo>
                    <a:pt x="508000" y="0"/>
                  </a:lnTo>
                  <a:lnTo>
                    <a:pt x="508000" y="101600"/>
                  </a:lnTo>
                  <a:lnTo>
                    <a:pt x="406400" y="101600"/>
                  </a:lnTo>
                  <a:close/>
                  <a:moveTo>
                    <a:pt x="203200" y="0"/>
                  </a:moveTo>
                  <a:lnTo>
                    <a:pt x="304800" y="0"/>
                  </a:lnTo>
                  <a:lnTo>
                    <a:pt x="304800" y="101600"/>
                  </a:lnTo>
                  <a:lnTo>
                    <a:pt x="203200" y="101600"/>
                  </a:lnTo>
                  <a:close/>
                  <a:moveTo>
                    <a:pt x="0" y="0"/>
                  </a:moveTo>
                  <a:lnTo>
                    <a:pt x="101600" y="0"/>
                  </a:lnTo>
                  <a:lnTo>
                    <a:pt x="101600" y="101600"/>
                  </a:lnTo>
                  <a:lnTo>
                    <a:pt x="0" y="101600"/>
                  </a:lnTo>
                  <a:close/>
                </a:path>
              </a:pathLst>
            </a:custGeom>
            <a:solidFill>
              <a:schemeClr val="tx2"/>
            </a:solidFill>
            <a:ln w="63500" cap="flat">
              <a:noFill/>
              <a:prstDash val="solid"/>
              <a:miter/>
            </a:ln>
          </p:spPr>
          <p:txBody>
            <a:bodyPr rtlCol="0" anchor="ctr"/>
            <a:lstStyle/>
            <a:p>
              <a:endParaRPr lang="en-US">
                <a:solidFill>
                  <a:schemeClr val="tx1"/>
                </a:solidFill>
              </a:endParaRPr>
            </a:p>
          </p:txBody>
        </p:sp>
        <p:sp>
          <p:nvSpPr>
            <p:cNvPr id="31" name="Freeform 30">
              <a:extLst>
                <a:ext uri="{FF2B5EF4-FFF2-40B4-BE49-F238E27FC236}">
                  <a16:creationId xmlns:a16="http://schemas.microsoft.com/office/drawing/2014/main" id="{90AAC841-3D56-6842-04D1-F0B7D973D86D}"/>
                </a:ext>
              </a:extLst>
            </p:cNvPr>
            <p:cNvSpPr/>
            <p:nvPr userDrawn="1"/>
          </p:nvSpPr>
          <p:spPr>
            <a:xfrm>
              <a:off x="485775" y="1291008"/>
              <a:ext cx="5706109" cy="4359275"/>
            </a:xfrm>
            <a:custGeom>
              <a:avLst/>
              <a:gdLst>
                <a:gd name="connsiteX0" fmla="*/ 0 w 5706109"/>
                <a:gd name="connsiteY0" fmla="*/ 4157346 h 4359275"/>
                <a:gd name="connsiteX1" fmla="*/ 101600 w 5706109"/>
                <a:gd name="connsiteY1" fmla="*/ 4157346 h 4359275"/>
                <a:gd name="connsiteX2" fmla="*/ 101600 w 5706109"/>
                <a:gd name="connsiteY2" fmla="*/ 1075055 h 4359275"/>
                <a:gd name="connsiteX3" fmla="*/ 101600 w 5706109"/>
                <a:gd name="connsiteY3" fmla="*/ 1075055 h 4359275"/>
                <a:gd name="connsiteX4" fmla="*/ 191770 w 5706109"/>
                <a:gd name="connsiteY4" fmla="*/ 1059180 h 4359275"/>
                <a:gd name="connsiteX5" fmla="*/ 861060 w 5706109"/>
                <a:gd name="connsiteY5" fmla="*/ 942975 h 4359275"/>
                <a:gd name="connsiteX6" fmla="*/ 1195705 w 5706109"/>
                <a:gd name="connsiteY6" fmla="*/ 885190 h 4359275"/>
                <a:gd name="connsiteX7" fmla="*/ 1362710 w 5706109"/>
                <a:gd name="connsiteY7" fmla="*/ 855980 h 4359275"/>
                <a:gd name="connsiteX8" fmla="*/ 1529715 w 5706109"/>
                <a:gd name="connsiteY8" fmla="*/ 826770 h 4359275"/>
                <a:gd name="connsiteX9" fmla="*/ 1864360 w 5706109"/>
                <a:gd name="connsiteY9" fmla="*/ 768985 h 4359275"/>
                <a:gd name="connsiteX10" fmla="*/ 2031365 w 5706109"/>
                <a:gd name="connsiteY10" fmla="*/ 739775 h 4359275"/>
                <a:gd name="connsiteX11" fmla="*/ 2198370 w 5706109"/>
                <a:gd name="connsiteY11" fmla="*/ 710565 h 4359275"/>
                <a:gd name="connsiteX12" fmla="*/ 2365375 w 5706109"/>
                <a:gd name="connsiteY12" fmla="*/ 681355 h 4359275"/>
                <a:gd name="connsiteX13" fmla="*/ 2532380 w 5706109"/>
                <a:gd name="connsiteY13" fmla="*/ 652145 h 4359275"/>
                <a:gd name="connsiteX14" fmla="*/ 2699385 w 5706109"/>
                <a:gd name="connsiteY14" fmla="*/ 622935 h 4359275"/>
                <a:gd name="connsiteX15" fmla="*/ 2866390 w 5706109"/>
                <a:gd name="connsiteY15" fmla="*/ 593725 h 4359275"/>
                <a:gd name="connsiteX16" fmla="*/ 5461000 w 5706109"/>
                <a:gd name="connsiteY16" fmla="*/ 144145 h 4359275"/>
                <a:gd name="connsiteX17" fmla="*/ 5602605 w 5706109"/>
                <a:gd name="connsiteY17" fmla="*/ 119380 h 4359275"/>
                <a:gd name="connsiteX18" fmla="*/ 5602605 w 5706109"/>
                <a:gd name="connsiteY18" fmla="*/ 119380 h 4359275"/>
                <a:gd name="connsiteX19" fmla="*/ 5602605 w 5706109"/>
                <a:gd name="connsiteY19" fmla="*/ 4257676 h 4359275"/>
                <a:gd name="connsiteX20" fmla="*/ 609600 w 5706109"/>
                <a:gd name="connsiteY20" fmla="*/ 4257676 h 4359275"/>
                <a:gd name="connsiteX21" fmla="*/ 609600 w 5706109"/>
                <a:gd name="connsiteY21" fmla="*/ 4359276 h 4359275"/>
                <a:gd name="connsiteX22" fmla="*/ 5706110 w 5706109"/>
                <a:gd name="connsiteY22" fmla="*/ 4359276 h 4359275"/>
                <a:gd name="connsiteX23" fmla="*/ 5706110 w 5706109"/>
                <a:gd name="connsiteY23" fmla="*/ 0 h 4359275"/>
                <a:gd name="connsiteX24" fmla="*/ 5704840 w 5706109"/>
                <a:gd name="connsiteY24" fmla="*/ 0 h 4359275"/>
                <a:gd name="connsiteX25" fmla="*/ 5445760 w 5706109"/>
                <a:gd name="connsiteY25" fmla="*/ 45085 h 4359275"/>
                <a:gd name="connsiteX26" fmla="*/ 2851150 w 5706109"/>
                <a:gd name="connsiteY26" fmla="*/ 494665 h 4359275"/>
                <a:gd name="connsiteX27" fmla="*/ 2684145 w 5706109"/>
                <a:gd name="connsiteY27" fmla="*/ 523875 h 4359275"/>
                <a:gd name="connsiteX28" fmla="*/ 2517140 w 5706109"/>
                <a:gd name="connsiteY28" fmla="*/ 553085 h 4359275"/>
                <a:gd name="connsiteX29" fmla="*/ 2350135 w 5706109"/>
                <a:gd name="connsiteY29" fmla="*/ 582295 h 4359275"/>
                <a:gd name="connsiteX30" fmla="*/ 2183130 w 5706109"/>
                <a:gd name="connsiteY30" fmla="*/ 611505 h 4359275"/>
                <a:gd name="connsiteX31" fmla="*/ 2016125 w 5706109"/>
                <a:gd name="connsiteY31" fmla="*/ 640715 h 4359275"/>
                <a:gd name="connsiteX32" fmla="*/ 1849120 w 5706109"/>
                <a:gd name="connsiteY32" fmla="*/ 669925 h 4359275"/>
                <a:gd name="connsiteX33" fmla="*/ 1514475 w 5706109"/>
                <a:gd name="connsiteY33" fmla="*/ 727710 h 4359275"/>
                <a:gd name="connsiteX34" fmla="*/ 1347470 w 5706109"/>
                <a:gd name="connsiteY34" fmla="*/ 756920 h 4359275"/>
                <a:gd name="connsiteX35" fmla="*/ 1180465 w 5706109"/>
                <a:gd name="connsiteY35" fmla="*/ 786130 h 4359275"/>
                <a:gd name="connsiteX36" fmla="*/ 845820 w 5706109"/>
                <a:gd name="connsiteY36" fmla="*/ 843915 h 4359275"/>
                <a:gd name="connsiteX37" fmla="*/ 176530 w 5706109"/>
                <a:gd name="connsiteY37" fmla="*/ 960120 h 4359275"/>
                <a:gd name="connsiteX38" fmla="*/ 3175 w 5706109"/>
                <a:gd name="connsiteY38" fmla="*/ 989965 h 4359275"/>
                <a:gd name="connsiteX39" fmla="*/ 1905 w 5706109"/>
                <a:gd name="connsiteY39" fmla="*/ 989965 h 4359275"/>
                <a:gd name="connsiteX40" fmla="*/ 1905 w 5706109"/>
                <a:gd name="connsiteY40" fmla="*/ 4158616 h 4359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5706109" h="4359275">
                  <a:moveTo>
                    <a:pt x="0" y="4157346"/>
                  </a:moveTo>
                  <a:lnTo>
                    <a:pt x="101600" y="4157346"/>
                  </a:lnTo>
                  <a:lnTo>
                    <a:pt x="101600" y="1075055"/>
                  </a:lnTo>
                  <a:lnTo>
                    <a:pt x="101600" y="1075055"/>
                  </a:lnTo>
                  <a:lnTo>
                    <a:pt x="191770" y="1059180"/>
                  </a:lnTo>
                  <a:lnTo>
                    <a:pt x="861060" y="942975"/>
                  </a:lnTo>
                  <a:lnTo>
                    <a:pt x="1195705" y="885190"/>
                  </a:lnTo>
                  <a:lnTo>
                    <a:pt x="1362710" y="855980"/>
                  </a:lnTo>
                  <a:lnTo>
                    <a:pt x="1529715" y="826770"/>
                  </a:lnTo>
                  <a:lnTo>
                    <a:pt x="1864360" y="768985"/>
                  </a:lnTo>
                  <a:lnTo>
                    <a:pt x="2031365" y="739775"/>
                  </a:lnTo>
                  <a:lnTo>
                    <a:pt x="2198370" y="710565"/>
                  </a:lnTo>
                  <a:lnTo>
                    <a:pt x="2365375" y="681355"/>
                  </a:lnTo>
                  <a:lnTo>
                    <a:pt x="2532380" y="652145"/>
                  </a:lnTo>
                  <a:lnTo>
                    <a:pt x="2699385" y="622935"/>
                  </a:lnTo>
                  <a:lnTo>
                    <a:pt x="2866390" y="593725"/>
                  </a:lnTo>
                  <a:cubicBezTo>
                    <a:pt x="3731260" y="443865"/>
                    <a:pt x="4596130" y="294005"/>
                    <a:pt x="5461000" y="144145"/>
                  </a:cubicBezTo>
                  <a:lnTo>
                    <a:pt x="5602605" y="119380"/>
                  </a:lnTo>
                  <a:lnTo>
                    <a:pt x="5602605" y="119380"/>
                  </a:lnTo>
                  <a:lnTo>
                    <a:pt x="5602605" y="4257676"/>
                  </a:lnTo>
                  <a:lnTo>
                    <a:pt x="609600" y="4257676"/>
                  </a:lnTo>
                  <a:lnTo>
                    <a:pt x="609600" y="4359276"/>
                  </a:lnTo>
                  <a:lnTo>
                    <a:pt x="5706110" y="4359276"/>
                  </a:lnTo>
                  <a:lnTo>
                    <a:pt x="5706110" y="0"/>
                  </a:lnTo>
                  <a:lnTo>
                    <a:pt x="5704840" y="0"/>
                  </a:lnTo>
                  <a:cubicBezTo>
                    <a:pt x="5618480" y="15240"/>
                    <a:pt x="5532120" y="30480"/>
                    <a:pt x="5445760" y="45085"/>
                  </a:cubicBezTo>
                  <a:cubicBezTo>
                    <a:pt x="4580890" y="194945"/>
                    <a:pt x="3716020" y="344805"/>
                    <a:pt x="2851150" y="494665"/>
                  </a:cubicBezTo>
                  <a:lnTo>
                    <a:pt x="2684145" y="523875"/>
                  </a:lnTo>
                  <a:lnTo>
                    <a:pt x="2517140" y="553085"/>
                  </a:lnTo>
                  <a:lnTo>
                    <a:pt x="2350135" y="582295"/>
                  </a:lnTo>
                  <a:lnTo>
                    <a:pt x="2183130" y="611505"/>
                  </a:lnTo>
                  <a:lnTo>
                    <a:pt x="2016125" y="640715"/>
                  </a:lnTo>
                  <a:lnTo>
                    <a:pt x="1849120" y="669925"/>
                  </a:lnTo>
                  <a:lnTo>
                    <a:pt x="1514475" y="727710"/>
                  </a:lnTo>
                  <a:lnTo>
                    <a:pt x="1347470" y="756920"/>
                  </a:lnTo>
                  <a:lnTo>
                    <a:pt x="1180465" y="786130"/>
                  </a:lnTo>
                  <a:lnTo>
                    <a:pt x="845820" y="843915"/>
                  </a:lnTo>
                  <a:lnTo>
                    <a:pt x="176530" y="960120"/>
                  </a:lnTo>
                  <a:lnTo>
                    <a:pt x="3175" y="989965"/>
                  </a:lnTo>
                  <a:lnTo>
                    <a:pt x="1905" y="989965"/>
                  </a:lnTo>
                  <a:lnTo>
                    <a:pt x="1905" y="4158616"/>
                  </a:lnTo>
                  <a:close/>
                </a:path>
              </a:pathLst>
            </a:custGeom>
            <a:gradFill flip="none" rotWithShape="1">
              <a:gsLst>
                <a:gs pos="39000">
                  <a:srgbClr val="FFE600"/>
                </a:gs>
                <a:gs pos="68000">
                  <a:srgbClr val="FF7D1E"/>
                </a:gs>
                <a:gs pos="100000">
                  <a:srgbClr val="FF32FF"/>
                </a:gs>
              </a:gsLst>
              <a:lin ang="18720000" scaled="0"/>
              <a:tileRect/>
            </a:gradFill>
            <a:ln w="8181" cap="flat">
              <a:noFill/>
              <a:prstDash val="solid"/>
              <a:miter/>
            </a:ln>
          </p:spPr>
          <p:txBody>
            <a:bodyPr rtlCol="0" anchor="ctr"/>
            <a:lstStyle/>
            <a:p>
              <a:pPr lvl="0"/>
              <a:endParaRPr lang="en-US"/>
            </a:p>
          </p:txBody>
        </p:sp>
      </p:grpSp>
      <p:grpSp>
        <p:nvGrpSpPr>
          <p:cNvPr id="2" name="Group 1">
            <a:extLst>
              <a:ext uri="{FF2B5EF4-FFF2-40B4-BE49-F238E27FC236}">
                <a16:creationId xmlns:a16="http://schemas.microsoft.com/office/drawing/2014/main" id="{187BB8EC-6C8D-276F-2D5F-057B2E2300DA}"/>
              </a:ext>
            </a:extLst>
          </p:cNvPr>
          <p:cNvGrpSpPr>
            <a:grpSpLocks noChangeAspect="1"/>
          </p:cNvGrpSpPr>
          <p:nvPr userDrawn="1"/>
        </p:nvGrpSpPr>
        <p:grpSpPr>
          <a:xfrm>
            <a:off x="10562024" y="5167683"/>
            <a:ext cx="1220400" cy="1285398"/>
            <a:chOff x="3913438" y="-99392"/>
            <a:chExt cx="6512821" cy="6859693"/>
          </a:xfrm>
        </p:grpSpPr>
        <p:sp>
          <p:nvSpPr>
            <p:cNvPr id="6" name="Freeform: Shape 5">
              <a:extLst>
                <a:ext uri="{FF2B5EF4-FFF2-40B4-BE49-F238E27FC236}">
                  <a16:creationId xmlns:a16="http://schemas.microsoft.com/office/drawing/2014/main" id="{F077F8F2-2AD6-0080-797A-0C80FFAEFEE6}"/>
                </a:ext>
              </a:extLst>
            </p:cNvPr>
            <p:cNvSpPr/>
            <p:nvPr/>
          </p:nvSpPr>
          <p:spPr>
            <a:xfrm>
              <a:off x="5319751" y="-99392"/>
              <a:ext cx="4303606" cy="1570696"/>
            </a:xfrm>
            <a:custGeom>
              <a:avLst/>
              <a:gdLst>
                <a:gd name="connsiteX0" fmla="*/ 4303607 w 4303606"/>
                <a:gd name="connsiteY0" fmla="*/ 0 h 1570696"/>
                <a:gd name="connsiteX1" fmla="*/ 0 w 4303606"/>
                <a:gd name="connsiteY1" fmla="*/ 1570697 h 1570696"/>
                <a:gd name="connsiteX2" fmla="*/ 4303607 w 4303606"/>
                <a:gd name="connsiteY2" fmla="*/ 810521 h 1570696"/>
                <a:gd name="connsiteX3" fmla="*/ 4303607 w 4303606"/>
                <a:gd name="connsiteY3" fmla="*/ 0 h 1570696"/>
              </a:gdLst>
              <a:ahLst/>
              <a:cxnLst>
                <a:cxn ang="0">
                  <a:pos x="connsiteX0" y="connsiteY0"/>
                </a:cxn>
                <a:cxn ang="0">
                  <a:pos x="connsiteX1" y="connsiteY1"/>
                </a:cxn>
                <a:cxn ang="0">
                  <a:pos x="connsiteX2" y="connsiteY2"/>
                </a:cxn>
                <a:cxn ang="0">
                  <a:pos x="connsiteX3" y="connsiteY3"/>
                </a:cxn>
              </a:cxnLst>
              <a:rect l="l" t="t" r="r" b="b"/>
              <a:pathLst>
                <a:path w="4303606" h="1570696">
                  <a:moveTo>
                    <a:pt x="4303607" y="0"/>
                  </a:moveTo>
                  <a:lnTo>
                    <a:pt x="0" y="1570697"/>
                  </a:lnTo>
                  <a:lnTo>
                    <a:pt x="4303607" y="810521"/>
                  </a:lnTo>
                  <a:lnTo>
                    <a:pt x="4303607" y="0"/>
                  </a:lnTo>
                  <a:close/>
                </a:path>
              </a:pathLst>
            </a:custGeom>
            <a:solidFill>
              <a:srgbClr val="FFE600"/>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sp>
          <p:nvSpPr>
            <p:cNvPr id="7" name="Freeform: Shape 6">
              <a:extLst>
                <a:ext uri="{FF2B5EF4-FFF2-40B4-BE49-F238E27FC236}">
                  <a16:creationId xmlns:a16="http://schemas.microsoft.com/office/drawing/2014/main" id="{7447CE8A-37EB-3F17-0CED-93B3FA7CAE98}"/>
                </a:ext>
              </a:extLst>
            </p:cNvPr>
            <p:cNvSpPr/>
            <p:nvPr/>
          </p:nvSpPr>
          <p:spPr>
            <a:xfrm>
              <a:off x="5357395" y="2124345"/>
              <a:ext cx="3613052" cy="2176910"/>
            </a:xfrm>
            <a:custGeom>
              <a:avLst/>
              <a:gdLst>
                <a:gd name="connsiteX0" fmla="*/ 652845 w 3613052"/>
                <a:gd name="connsiteY0" fmla="*/ 1676205 h 2176910"/>
                <a:gd name="connsiteX1" fmla="*/ 1741463 w 3613052"/>
                <a:gd name="connsiteY1" fmla="*/ 1676205 h 2176910"/>
                <a:gd name="connsiteX2" fmla="*/ 1741463 w 3613052"/>
                <a:gd name="connsiteY2" fmla="*/ 2176910 h 2176910"/>
                <a:gd name="connsiteX3" fmla="*/ 0 w 3613052"/>
                <a:gd name="connsiteY3" fmla="*/ 2176910 h 2176910"/>
                <a:gd name="connsiteX4" fmla="*/ 0 w 3613052"/>
                <a:gd name="connsiteY4" fmla="*/ 0 h 2176910"/>
                <a:gd name="connsiteX5" fmla="*/ 1234766 w 3613052"/>
                <a:gd name="connsiteY5" fmla="*/ 0 h 2176910"/>
                <a:gd name="connsiteX6" fmla="*/ 1523675 w 3613052"/>
                <a:gd name="connsiteY6" fmla="*/ 500706 h 2176910"/>
                <a:gd name="connsiteX7" fmla="*/ 652910 w 3613052"/>
                <a:gd name="connsiteY7" fmla="*/ 500706 h 2176910"/>
                <a:gd name="connsiteX8" fmla="*/ 652910 w 3613052"/>
                <a:gd name="connsiteY8" fmla="*/ 859953 h 2176910"/>
                <a:gd name="connsiteX9" fmla="*/ 1440050 w 3613052"/>
                <a:gd name="connsiteY9" fmla="*/ 859953 h 2176910"/>
                <a:gd name="connsiteX10" fmla="*/ 1440050 w 3613052"/>
                <a:gd name="connsiteY10" fmla="*/ 1317022 h 2176910"/>
                <a:gd name="connsiteX11" fmla="*/ 652910 w 3613052"/>
                <a:gd name="connsiteY11" fmla="*/ 1317022 h 2176910"/>
                <a:gd name="connsiteX12" fmla="*/ 652910 w 3613052"/>
                <a:gd name="connsiteY12" fmla="*/ 1676205 h 2176910"/>
                <a:gd name="connsiteX13" fmla="*/ 2900485 w 3613052"/>
                <a:gd name="connsiteY13" fmla="*/ 0 h 2176910"/>
                <a:gd name="connsiteX14" fmla="*/ 2530687 w 3613052"/>
                <a:gd name="connsiteY14" fmla="*/ 710418 h 2176910"/>
                <a:gd name="connsiteX15" fmla="*/ 2161801 w 3613052"/>
                <a:gd name="connsiteY15" fmla="*/ 0 h 2176910"/>
                <a:gd name="connsiteX16" fmla="*/ 1439985 w 3613052"/>
                <a:gd name="connsiteY16" fmla="*/ 0 h 2176910"/>
                <a:gd name="connsiteX17" fmla="*/ 2200552 w 3613052"/>
                <a:gd name="connsiteY17" fmla="*/ 1317022 h 2176910"/>
                <a:gd name="connsiteX18" fmla="*/ 2200552 w 3613052"/>
                <a:gd name="connsiteY18" fmla="*/ 2176910 h 2176910"/>
                <a:gd name="connsiteX19" fmla="*/ 2851443 w 3613052"/>
                <a:gd name="connsiteY19" fmla="*/ 2176910 h 2176910"/>
                <a:gd name="connsiteX20" fmla="*/ 2851443 w 3613052"/>
                <a:gd name="connsiteY20" fmla="*/ 1317022 h 2176910"/>
                <a:gd name="connsiteX21" fmla="*/ 3613053 w 3613052"/>
                <a:gd name="connsiteY21" fmla="*/ 0 h 2176910"/>
                <a:gd name="connsiteX22" fmla="*/ 2900485 w 3613052"/>
                <a:gd name="connsiteY22" fmla="*/ 0 h 2176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613052" h="2176910">
                  <a:moveTo>
                    <a:pt x="652845" y="1676205"/>
                  </a:moveTo>
                  <a:lnTo>
                    <a:pt x="1741463" y="1676205"/>
                  </a:lnTo>
                  <a:lnTo>
                    <a:pt x="1741463" y="2176910"/>
                  </a:lnTo>
                  <a:lnTo>
                    <a:pt x="0" y="2176910"/>
                  </a:lnTo>
                  <a:lnTo>
                    <a:pt x="0" y="0"/>
                  </a:lnTo>
                  <a:lnTo>
                    <a:pt x="1234766" y="0"/>
                  </a:lnTo>
                  <a:lnTo>
                    <a:pt x="1523675" y="500706"/>
                  </a:lnTo>
                  <a:lnTo>
                    <a:pt x="652910" y="500706"/>
                  </a:lnTo>
                  <a:lnTo>
                    <a:pt x="652910" y="859953"/>
                  </a:lnTo>
                  <a:lnTo>
                    <a:pt x="1440050" y="859953"/>
                  </a:lnTo>
                  <a:lnTo>
                    <a:pt x="1440050" y="1317022"/>
                  </a:lnTo>
                  <a:lnTo>
                    <a:pt x="652910" y="1317022"/>
                  </a:lnTo>
                  <a:lnTo>
                    <a:pt x="652910" y="1676205"/>
                  </a:lnTo>
                  <a:close/>
                  <a:moveTo>
                    <a:pt x="2900485" y="0"/>
                  </a:moveTo>
                  <a:lnTo>
                    <a:pt x="2530687" y="710418"/>
                  </a:lnTo>
                  <a:lnTo>
                    <a:pt x="2161801" y="0"/>
                  </a:lnTo>
                  <a:lnTo>
                    <a:pt x="1439985" y="0"/>
                  </a:lnTo>
                  <a:lnTo>
                    <a:pt x="2200552" y="1317022"/>
                  </a:lnTo>
                  <a:lnTo>
                    <a:pt x="2200552" y="2176910"/>
                  </a:lnTo>
                  <a:lnTo>
                    <a:pt x="2851443" y="2176910"/>
                  </a:lnTo>
                  <a:lnTo>
                    <a:pt x="2851443" y="1317022"/>
                  </a:lnTo>
                  <a:lnTo>
                    <a:pt x="3613053" y="0"/>
                  </a:lnTo>
                  <a:lnTo>
                    <a:pt x="2900485" y="0"/>
                  </a:lnTo>
                  <a:close/>
                </a:path>
              </a:pathLst>
            </a:custGeom>
            <a:solidFill>
              <a:srgbClr val="FFFFFF"/>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sp>
          <p:nvSpPr>
            <p:cNvPr id="8" name="Freeform: Shape 7">
              <a:extLst>
                <a:ext uri="{FF2B5EF4-FFF2-40B4-BE49-F238E27FC236}">
                  <a16:creationId xmlns:a16="http://schemas.microsoft.com/office/drawing/2014/main" id="{9A25292E-E104-D48F-8B82-AED824EB6509}"/>
                </a:ext>
              </a:extLst>
            </p:cNvPr>
            <p:cNvSpPr/>
            <p:nvPr/>
          </p:nvSpPr>
          <p:spPr>
            <a:xfrm>
              <a:off x="3913438" y="5111711"/>
              <a:ext cx="6512821" cy="1648590"/>
            </a:xfrm>
            <a:custGeom>
              <a:avLst/>
              <a:gdLst>
                <a:gd name="connsiteX0" fmla="*/ 5071143 w 6512821"/>
                <a:gd name="connsiteY0" fmla="*/ 1396740 h 1648590"/>
                <a:gd name="connsiteX1" fmla="*/ 5069124 w 6512821"/>
                <a:gd name="connsiteY1" fmla="*/ 1438552 h 1648590"/>
                <a:gd name="connsiteX2" fmla="*/ 4777545 w 6512821"/>
                <a:gd name="connsiteY2" fmla="*/ 1438552 h 1648590"/>
                <a:gd name="connsiteX3" fmla="*/ 4880513 w 6512821"/>
                <a:gd name="connsiteY3" fmla="*/ 1533378 h 1648590"/>
                <a:gd name="connsiteX4" fmla="*/ 4964137 w 6512821"/>
                <a:gd name="connsiteY4" fmla="*/ 1499707 h 1648590"/>
                <a:gd name="connsiteX5" fmla="*/ 5049781 w 6512821"/>
                <a:gd name="connsiteY5" fmla="*/ 1572065 h 1648590"/>
                <a:gd name="connsiteX6" fmla="*/ 4875433 w 6512821"/>
                <a:gd name="connsiteY6" fmla="*/ 1648525 h 1648590"/>
                <a:gd name="connsiteX7" fmla="*/ 4654192 w 6512821"/>
                <a:gd name="connsiteY7" fmla="*/ 1398759 h 1648590"/>
                <a:gd name="connsiteX8" fmla="*/ 4867292 w 6512821"/>
                <a:gd name="connsiteY8" fmla="*/ 1146908 h 1648590"/>
                <a:gd name="connsiteX9" fmla="*/ 5071208 w 6512821"/>
                <a:gd name="connsiteY9" fmla="*/ 1396675 h 1648590"/>
                <a:gd name="connsiteX10" fmla="*/ 4779564 w 6512821"/>
                <a:gd name="connsiteY10" fmla="*/ 1344767 h 1648590"/>
                <a:gd name="connsiteX11" fmla="*/ 4950851 w 6512821"/>
                <a:gd name="connsiteY11" fmla="*/ 1344767 h 1648590"/>
                <a:gd name="connsiteX12" fmla="*/ 4863189 w 6512821"/>
                <a:gd name="connsiteY12" fmla="*/ 1254044 h 1648590"/>
                <a:gd name="connsiteX13" fmla="*/ 4779564 w 6512821"/>
                <a:gd name="connsiteY13" fmla="*/ 1344767 h 1648590"/>
                <a:gd name="connsiteX14" fmla="*/ 6512756 w 6512821"/>
                <a:gd name="connsiteY14" fmla="*/ 1396740 h 1648590"/>
                <a:gd name="connsiteX15" fmla="*/ 6510737 w 6512821"/>
                <a:gd name="connsiteY15" fmla="*/ 1438552 h 1648590"/>
                <a:gd name="connsiteX16" fmla="*/ 6219158 w 6512821"/>
                <a:gd name="connsiteY16" fmla="*/ 1438552 h 1648590"/>
                <a:gd name="connsiteX17" fmla="*/ 6322126 w 6512821"/>
                <a:gd name="connsiteY17" fmla="*/ 1533378 h 1648590"/>
                <a:gd name="connsiteX18" fmla="*/ 6405751 w 6512821"/>
                <a:gd name="connsiteY18" fmla="*/ 1499707 h 1648590"/>
                <a:gd name="connsiteX19" fmla="*/ 6491394 w 6512821"/>
                <a:gd name="connsiteY19" fmla="*/ 1572065 h 1648590"/>
                <a:gd name="connsiteX20" fmla="*/ 6317046 w 6512821"/>
                <a:gd name="connsiteY20" fmla="*/ 1648525 h 1648590"/>
                <a:gd name="connsiteX21" fmla="*/ 6095805 w 6512821"/>
                <a:gd name="connsiteY21" fmla="*/ 1398759 h 1648590"/>
                <a:gd name="connsiteX22" fmla="*/ 6308905 w 6512821"/>
                <a:gd name="connsiteY22" fmla="*/ 1146908 h 1648590"/>
                <a:gd name="connsiteX23" fmla="*/ 6512821 w 6512821"/>
                <a:gd name="connsiteY23" fmla="*/ 1396675 h 1648590"/>
                <a:gd name="connsiteX24" fmla="*/ 6221177 w 6512821"/>
                <a:gd name="connsiteY24" fmla="*/ 1344767 h 1648590"/>
                <a:gd name="connsiteX25" fmla="*/ 6392465 w 6512821"/>
                <a:gd name="connsiteY25" fmla="*/ 1344767 h 1648590"/>
                <a:gd name="connsiteX26" fmla="*/ 6304802 w 6512821"/>
                <a:gd name="connsiteY26" fmla="*/ 1254044 h 1648590"/>
                <a:gd name="connsiteX27" fmla="*/ 6221177 w 6512821"/>
                <a:gd name="connsiteY27" fmla="*/ 1344767 h 1648590"/>
                <a:gd name="connsiteX28" fmla="*/ 5978509 w 6512821"/>
                <a:gd name="connsiteY28" fmla="*/ 1467143 h 1648590"/>
                <a:gd name="connsiteX29" fmla="*/ 6058031 w 6512821"/>
                <a:gd name="connsiteY29" fmla="*/ 1542561 h 1648590"/>
                <a:gd name="connsiteX30" fmla="*/ 5866359 w 6512821"/>
                <a:gd name="connsiteY30" fmla="*/ 1648590 h 1648590"/>
                <a:gd name="connsiteX31" fmla="*/ 5637954 w 6512821"/>
                <a:gd name="connsiteY31" fmla="*/ 1398823 h 1648590"/>
                <a:gd name="connsiteX32" fmla="*/ 5868378 w 6512821"/>
                <a:gd name="connsiteY32" fmla="*/ 1146973 h 1648590"/>
                <a:gd name="connsiteX33" fmla="*/ 6056989 w 6512821"/>
                <a:gd name="connsiteY33" fmla="*/ 1250983 h 1648590"/>
                <a:gd name="connsiteX34" fmla="*/ 5975448 w 6512821"/>
                <a:gd name="connsiteY34" fmla="*/ 1333565 h 1648590"/>
                <a:gd name="connsiteX35" fmla="*/ 5867401 w 6512821"/>
                <a:gd name="connsiteY35" fmla="*/ 1266288 h 1648590"/>
                <a:gd name="connsiteX36" fmla="*/ 5766452 w 6512821"/>
                <a:gd name="connsiteY36" fmla="*/ 1396804 h 1648590"/>
                <a:gd name="connsiteX37" fmla="*/ 5868378 w 6512821"/>
                <a:gd name="connsiteY37" fmla="*/ 1528299 h 1648590"/>
                <a:gd name="connsiteX38" fmla="*/ 5978509 w 6512821"/>
                <a:gd name="connsiteY38" fmla="*/ 1467143 h 1648590"/>
                <a:gd name="connsiteX39" fmla="*/ 4869246 w 6512821"/>
                <a:gd name="connsiteY39" fmla="*/ 667825 h 1648590"/>
                <a:gd name="connsiteX40" fmla="*/ 4750973 w 6512821"/>
                <a:gd name="connsiteY40" fmla="*/ 667825 h 1648590"/>
                <a:gd name="connsiteX41" fmla="*/ 4750973 w 6512821"/>
                <a:gd name="connsiteY41" fmla="*/ 634153 h 1648590"/>
                <a:gd name="connsiteX42" fmla="*/ 4638822 w 6512821"/>
                <a:gd name="connsiteY42" fmla="*/ 677984 h 1648590"/>
                <a:gd name="connsiteX43" fmla="*/ 4467535 w 6512821"/>
                <a:gd name="connsiteY43" fmla="*/ 458763 h 1648590"/>
                <a:gd name="connsiteX44" fmla="*/ 4467535 w 6512821"/>
                <a:gd name="connsiteY44" fmla="*/ 186527 h 1648590"/>
                <a:gd name="connsiteX45" fmla="*/ 4587827 w 6512821"/>
                <a:gd name="connsiteY45" fmla="*/ 186527 h 1648590"/>
                <a:gd name="connsiteX46" fmla="*/ 4587827 w 6512821"/>
                <a:gd name="connsiteY46" fmla="*/ 448538 h 1648590"/>
                <a:gd name="connsiteX47" fmla="*/ 4668390 w 6512821"/>
                <a:gd name="connsiteY47" fmla="*/ 562708 h 1648590"/>
                <a:gd name="connsiteX48" fmla="*/ 4748954 w 6512821"/>
                <a:gd name="connsiteY48" fmla="*/ 452576 h 1648590"/>
                <a:gd name="connsiteX49" fmla="*/ 4748954 w 6512821"/>
                <a:gd name="connsiteY49" fmla="*/ 186462 h 1648590"/>
                <a:gd name="connsiteX50" fmla="*/ 4869246 w 6512821"/>
                <a:gd name="connsiteY50" fmla="*/ 186462 h 1648590"/>
                <a:gd name="connsiteX51" fmla="*/ 4869246 w 6512821"/>
                <a:gd name="connsiteY51" fmla="*/ 667695 h 1648590"/>
                <a:gd name="connsiteX52" fmla="*/ 5244449 w 6512821"/>
                <a:gd name="connsiteY52" fmla="*/ 527083 h 1648590"/>
                <a:gd name="connsiteX53" fmla="*/ 5227125 w 6512821"/>
                <a:gd name="connsiteY53" fmla="*/ 649458 h 1648590"/>
                <a:gd name="connsiteX54" fmla="*/ 5128261 w 6512821"/>
                <a:gd name="connsiteY54" fmla="*/ 677984 h 1648590"/>
                <a:gd name="connsiteX55" fmla="*/ 4997744 w 6512821"/>
                <a:gd name="connsiteY55" fmla="*/ 535224 h 1648590"/>
                <a:gd name="connsiteX56" fmla="*/ 4997744 w 6512821"/>
                <a:gd name="connsiteY56" fmla="*/ 301739 h 1648590"/>
                <a:gd name="connsiteX57" fmla="*/ 4928447 w 6512821"/>
                <a:gd name="connsiteY57" fmla="*/ 301739 h 1648590"/>
                <a:gd name="connsiteX58" fmla="*/ 4928447 w 6512821"/>
                <a:gd name="connsiteY58" fmla="*/ 186527 h 1648590"/>
                <a:gd name="connsiteX59" fmla="*/ 4997744 w 6512821"/>
                <a:gd name="connsiteY59" fmla="*/ 186527 h 1648590"/>
                <a:gd name="connsiteX60" fmla="*/ 4997744 w 6512821"/>
                <a:gd name="connsiteY60" fmla="*/ 61155 h 1648590"/>
                <a:gd name="connsiteX61" fmla="*/ 5118035 w 6512821"/>
                <a:gd name="connsiteY61" fmla="*/ 0 h 1648590"/>
                <a:gd name="connsiteX62" fmla="*/ 5118035 w 6512821"/>
                <a:gd name="connsiteY62" fmla="*/ 186592 h 1648590"/>
                <a:gd name="connsiteX63" fmla="*/ 5232205 w 6512821"/>
                <a:gd name="connsiteY63" fmla="*/ 186592 h 1648590"/>
                <a:gd name="connsiteX64" fmla="*/ 5232205 w 6512821"/>
                <a:gd name="connsiteY64" fmla="*/ 301804 h 1648590"/>
                <a:gd name="connsiteX65" fmla="*/ 5118035 w 6512821"/>
                <a:gd name="connsiteY65" fmla="*/ 301804 h 1648590"/>
                <a:gd name="connsiteX66" fmla="*/ 5118035 w 6512821"/>
                <a:gd name="connsiteY66" fmla="*/ 503701 h 1648590"/>
                <a:gd name="connsiteX67" fmla="*/ 5164928 w 6512821"/>
                <a:gd name="connsiteY67" fmla="*/ 560819 h 1648590"/>
                <a:gd name="connsiteX68" fmla="*/ 5244449 w 6512821"/>
                <a:gd name="connsiteY68" fmla="*/ 527148 h 1648590"/>
                <a:gd name="connsiteX69" fmla="*/ 3417407 w 6512821"/>
                <a:gd name="connsiteY69" fmla="*/ 667825 h 1648590"/>
                <a:gd name="connsiteX70" fmla="*/ 3297116 w 6512821"/>
                <a:gd name="connsiteY70" fmla="*/ 667825 h 1648590"/>
                <a:gd name="connsiteX71" fmla="*/ 3297116 w 6512821"/>
                <a:gd name="connsiteY71" fmla="*/ 405814 h 1648590"/>
                <a:gd name="connsiteX72" fmla="*/ 3215575 w 6512821"/>
                <a:gd name="connsiteY72" fmla="*/ 292621 h 1648590"/>
                <a:gd name="connsiteX73" fmla="*/ 3132993 w 6512821"/>
                <a:gd name="connsiteY73" fmla="*/ 402753 h 1648590"/>
                <a:gd name="connsiteX74" fmla="*/ 3132993 w 6512821"/>
                <a:gd name="connsiteY74" fmla="*/ 667825 h 1648590"/>
                <a:gd name="connsiteX75" fmla="*/ 3012701 w 6512821"/>
                <a:gd name="connsiteY75" fmla="*/ 667825 h 1648590"/>
                <a:gd name="connsiteX76" fmla="*/ 3012701 w 6512821"/>
                <a:gd name="connsiteY76" fmla="*/ 61221 h 1648590"/>
                <a:gd name="connsiteX77" fmla="*/ 3132993 w 6512821"/>
                <a:gd name="connsiteY77" fmla="*/ 65 h 1648590"/>
                <a:gd name="connsiteX78" fmla="*/ 3132993 w 6512821"/>
                <a:gd name="connsiteY78" fmla="*/ 220264 h 1648590"/>
                <a:gd name="connsiteX79" fmla="*/ 3246186 w 6512821"/>
                <a:gd name="connsiteY79" fmla="*/ 176432 h 1648590"/>
                <a:gd name="connsiteX80" fmla="*/ 3417473 w 6512821"/>
                <a:gd name="connsiteY80" fmla="*/ 396631 h 1648590"/>
                <a:gd name="connsiteX81" fmla="*/ 3417473 w 6512821"/>
                <a:gd name="connsiteY81" fmla="*/ 667825 h 1648590"/>
                <a:gd name="connsiteX82" fmla="*/ 5564554 w 6512821"/>
                <a:gd name="connsiteY82" fmla="*/ 1638365 h 1648590"/>
                <a:gd name="connsiteX83" fmla="*/ 5440160 w 6512821"/>
                <a:gd name="connsiteY83" fmla="*/ 1638365 h 1648590"/>
                <a:gd name="connsiteX84" fmla="*/ 5440160 w 6512821"/>
                <a:gd name="connsiteY84" fmla="*/ 1376355 h 1648590"/>
                <a:gd name="connsiteX85" fmla="*/ 5357577 w 6512821"/>
                <a:gd name="connsiteY85" fmla="*/ 1264204 h 1648590"/>
                <a:gd name="connsiteX86" fmla="*/ 5273952 w 6512821"/>
                <a:gd name="connsiteY86" fmla="*/ 1373293 h 1648590"/>
                <a:gd name="connsiteX87" fmla="*/ 5273952 w 6512821"/>
                <a:gd name="connsiteY87" fmla="*/ 1638365 h 1648590"/>
                <a:gd name="connsiteX88" fmla="*/ 5149558 w 6512821"/>
                <a:gd name="connsiteY88" fmla="*/ 1638365 h 1648590"/>
                <a:gd name="connsiteX89" fmla="*/ 5149558 w 6512821"/>
                <a:gd name="connsiteY89" fmla="*/ 1157133 h 1648590"/>
                <a:gd name="connsiteX90" fmla="*/ 5273952 w 6512821"/>
                <a:gd name="connsiteY90" fmla="*/ 1157133 h 1648590"/>
                <a:gd name="connsiteX91" fmla="*/ 5273952 w 6512821"/>
                <a:gd name="connsiteY91" fmla="*/ 1189762 h 1648590"/>
                <a:gd name="connsiteX92" fmla="*/ 5391183 w 6512821"/>
                <a:gd name="connsiteY92" fmla="*/ 1146973 h 1648590"/>
                <a:gd name="connsiteX93" fmla="*/ 5564490 w 6512821"/>
                <a:gd name="connsiteY93" fmla="*/ 1366195 h 1648590"/>
                <a:gd name="connsiteX94" fmla="*/ 5564490 w 6512821"/>
                <a:gd name="connsiteY94" fmla="*/ 1638430 h 1648590"/>
                <a:gd name="connsiteX95" fmla="*/ 4008772 w 6512821"/>
                <a:gd name="connsiteY95" fmla="*/ 1115386 h 1648590"/>
                <a:gd name="connsiteX96" fmla="*/ 4080152 w 6512821"/>
                <a:gd name="connsiteY96" fmla="*/ 1044005 h 1648590"/>
                <a:gd name="connsiteX97" fmla="*/ 4008772 w 6512821"/>
                <a:gd name="connsiteY97" fmla="*/ 972624 h 1648590"/>
                <a:gd name="connsiteX98" fmla="*/ 3937391 w 6512821"/>
                <a:gd name="connsiteY98" fmla="*/ 1044005 h 1648590"/>
                <a:gd name="connsiteX99" fmla="*/ 4008772 w 6512821"/>
                <a:gd name="connsiteY99" fmla="*/ 1115386 h 1648590"/>
                <a:gd name="connsiteX100" fmla="*/ 829864 w 6512821"/>
                <a:gd name="connsiteY100" fmla="*/ 1115386 h 1648590"/>
                <a:gd name="connsiteX101" fmla="*/ 901244 w 6512821"/>
                <a:gd name="connsiteY101" fmla="*/ 1044005 h 1648590"/>
                <a:gd name="connsiteX102" fmla="*/ 829864 w 6512821"/>
                <a:gd name="connsiteY102" fmla="*/ 972624 h 1648590"/>
                <a:gd name="connsiteX103" fmla="*/ 758483 w 6512821"/>
                <a:gd name="connsiteY103" fmla="*/ 1044005 h 1648590"/>
                <a:gd name="connsiteX104" fmla="*/ 829864 w 6512821"/>
                <a:gd name="connsiteY104" fmla="*/ 1115386 h 1648590"/>
                <a:gd name="connsiteX105" fmla="*/ 6512756 w 6512821"/>
                <a:gd name="connsiteY105" fmla="*/ 426134 h 1648590"/>
                <a:gd name="connsiteX106" fmla="*/ 6510737 w 6512821"/>
                <a:gd name="connsiteY106" fmla="*/ 467946 h 1648590"/>
                <a:gd name="connsiteX107" fmla="*/ 6219158 w 6512821"/>
                <a:gd name="connsiteY107" fmla="*/ 467946 h 1648590"/>
                <a:gd name="connsiteX108" fmla="*/ 6322126 w 6512821"/>
                <a:gd name="connsiteY108" fmla="*/ 562773 h 1648590"/>
                <a:gd name="connsiteX109" fmla="*/ 6405751 w 6512821"/>
                <a:gd name="connsiteY109" fmla="*/ 529102 h 1648590"/>
                <a:gd name="connsiteX110" fmla="*/ 6491394 w 6512821"/>
                <a:gd name="connsiteY110" fmla="*/ 601459 h 1648590"/>
                <a:gd name="connsiteX111" fmla="*/ 6317046 w 6512821"/>
                <a:gd name="connsiteY111" fmla="*/ 677919 h 1648590"/>
                <a:gd name="connsiteX112" fmla="*/ 6095805 w 6512821"/>
                <a:gd name="connsiteY112" fmla="*/ 428153 h 1648590"/>
                <a:gd name="connsiteX113" fmla="*/ 6308905 w 6512821"/>
                <a:gd name="connsiteY113" fmla="*/ 176302 h 1648590"/>
                <a:gd name="connsiteX114" fmla="*/ 6512821 w 6512821"/>
                <a:gd name="connsiteY114" fmla="*/ 426069 h 1648590"/>
                <a:gd name="connsiteX115" fmla="*/ 6221177 w 6512821"/>
                <a:gd name="connsiteY115" fmla="*/ 374162 h 1648590"/>
                <a:gd name="connsiteX116" fmla="*/ 6392465 w 6512821"/>
                <a:gd name="connsiteY116" fmla="*/ 374162 h 1648590"/>
                <a:gd name="connsiteX117" fmla="*/ 6304802 w 6512821"/>
                <a:gd name="connsiteY117" fmla="*/ 283438 h 1648590"/>
                <a:gd name="connsiteX118" fmla="*/ 6221177 w 6512821"/>
                <a:gd name="connsiteY118" fmla="*/ 374162 h 1648590"/>
                <a:gd name="connsiteX119" fmla="*/ 5702235 w 6512821"/>
                <a:gd name="connsiteY119" fmla="*/ 667825 h 1648590"/>
                <a:gd name="connsiteX120" fmla="*/ 5583963 w 6512821"/>
                <a:gd name="connsiteY120" fmla="*/ 667825 h 1648590"/>
                <a:gd name="connsiteX121" fmla="*/ 5583963 w 6512821"/>
                <a:gd name="connsiteY121" fmla="*/ 634153 h 1648590"/>
                <a:gd name="connsiteX122" fmla="*/ 5471812 w 6512821"/>
                <a:gd name="connsiteY122" fmla="*/ 677984 h 1648590"/>
                <a:gd name="connsiteX123" fmla="*/ 5300525 w 6512821"/>
                <a:gd name="connsiteY123" fmla="*/ 458763 h 1648590"/>
                <a:gd name="connsiteX124" fmla="*/ 5300525 w 6512821"/>
                <a:gd name="connsiteY124" fmla="*/ 186527 h 1648590"/>
                <a:gd name="connsiteX125" fmla="*/ 5420817 w 6512821"/>
                <a:gd name="connsiteY125" fmla="*/ 186527 h 1648590"/>
                <a:gd name="connsiteX126" fmla="*/ 5420817 w 6512821"/>
                <a:gd name="connsiteY126" fmla="*/ 448538 h 1648590"/>
                <a:gd name="connsiteX127" fmla="*/ 5501380 w 6512821"/>
                <a:gd name="connsiteY127" fmla="*/ 562708 h 1648590"/>
                <a:gd name="connsiteX128" fmla="*/ 5581944 w 6512821"/>
                <a:gd name="connsiteY128" fmla="*/ 452576 h 1648590"/>
                <a:gd name="connsiteX129" fmla="*/ 5581944 w 6512821"/>
                <a:gd name="connsiteY129" fmla="*/ 186462 h 1648590"/>
                <a:gd name="connsiteX130" fmla="*/ 5702235 w 6512821"/>
                <a:gd name="connsiteY130" fmla="*/ 186462 h 1648590"/>
                <a:gd name="connsiteX131" fmla="*/ 5702235 w 6512821"/>
                <a:gd name="connsiteY131" fmla="*/ 667695 h 1648590"/>
                <a:gd name="connsiteX132" fmla="*/ 3895579 w 6512821"/>
                <a:gd name="connsiteY132" fmla="*/ 426134 h 1648590"/>
                <a:gd name="connsiteX133" fmla="*/ 3893560 w 6512821"/>
                <a:gd name="connsiteY133" fmla="*/ 467946 h 1648590"/>
                <a:gd name="connsiteX134" fmla="*/ 3601981 w 6512821"/>
                <a:gd name="connsiteY134" fmla="*/ 467946 h 1648590"/>
                <a:gd name="connsiteX135" fmla="*/ 3704949 w 6512821"/>
                <a:gd name="connsiteY135" fmla="*/ 562773 h 1648590"/>
                <a:gd name="connsiteX136" fmla="*/ 3788573 w 6512821"/>
                <a:gd name="connsiteY136" fmla="*/ 529102 h 1648590"/>
                <a:gd name="connsiteX137" fmla="*/ 3874217 w 6512821"/>
                <a:gd name="connsiteY137" fmla="*/ 601459 h 1648590"/>
                <a:gd name="connsiteX138" fmla="*/ 3699868 w 6512821"/>
                <a:gd name="connsiteY138" fmla="*/ 677919 h 1648590"/>
                <a:gd name="connsiteX139" fmla="*/ 3478628 w 6512821"/>
                <a:gd name="connsiteY139" fmla="*/ 428153 h 1648590"/>
                <a:gd name="connsiteX140" fmla="*/ 3691727 w 6512821"/>
                <a:gd name="connsiteY140" fmla="*/ 176302 h 1648590"/>
                <a:gd name="connsiteX141" fmla="*/ 3895644 w 6512821"/>
                <a:gd name="connsiteY141" fmla="*/ 426069 h 1648590"/>
                <a:gd name="connsiteX142" fmla="*/ 3604000 w 6512821"/>
                <a:gd name="connsiteY142" fmla="*/ 374162 h 1648590"/>
                <a:gd name="connsiteX143" fmla="*/ 3775287 w 6512821"/>
                <a:gd name="connsiteY143" fmla="*/ 374162 h 1648590"/>
                <a:gd name="connsiteX144" fmla="*/ 3687624 w 6512821"/>
                <a:gd name="connsiteY144" fmla="*/ 283438 h 1648590"/>
                <a:gd name="connsiteX145" fmla="*/ 3604000 w 6512821"/>
                <a:gd name="connsiteY145" fmla="*/ 374162 h 1648590"/>
                <a:gd name="connsiteX146" fmla="*/ 4579686 w 6512821"/>
                <a:gd name="connsiteY146" fmla="*/ 1638365 h 1648590"/>
                <a:gd name="connsiteX147" fmla="*/ 4455291 w 6512821"/>
                <a:gd name="connsiteY147" fmla="*/ 1638365 h 1648590"/>
                <a:gd name="connsiteX148" fmla="*/ 4455291 w 6512821"/>
                <a:gd name="connsiteY148" fmla="*/ 1606778 h 1648590"/>
                <a:gd name="connsiteX149" fmla="*/ 4346201 w 6512821"/>
                <a:gd name="connsiteY149" fmla="*/ 1648590 h 1648590"/>
                <a:gd name="connsiteX150" fmla="*/ 4148406 w 6512821"/>
                <a:gd name="connsiteY150" fmla="*/ 1393678 h 1648590"/>
                <a:gd name="connsiteX151" fmla="*/ 4343140 w 6512821"/>
                <a:gd name="connsiteY151" fmla="*/ 1146973 h 1648590"/>
                <a:gd name="connsiteX152" fmla="*/ 4455291 w 6512821"/>
                <a:gd name="connsiteY152" fmla="*/ 1185724 h 1648590"/>
                <a:gd name="connsiteX153" fmla="*/ 4455291 w 6512821"/>
                <a:gd name="connsiteY153" fmla="*/ 1031761 h 1648590"/>
                <a:gd name="connsiteX154" fmla="*/ 4579686 w 6512821"/>
                <a:gd name="connsiteY154" fmla="*/ 969564 h 1648590"/>
                <a:gd name="connsiteX155" fmla="*/ 4579686 w 6512821"/>
                <a:gd name="connsiteY155" fmla="*/ 1638365 h 1648590"/>
                <a:gd name="connsiteX156" fmla="*/ 4455356 w 6512821"/>
                <a:gd name="connsiteY156" fmla="*/ 1489547 h 1648590"/>
                <a:gd name="connsiteX157" fmla="*/ 4455356 w 6512821"/>
                <a:gd name="connsiteY157" fmla="*/ 1306016 h 1648590"/>
                <a:gd name="connsiteX158" fmla="*/ 4368670 w 6512821"/>
                <a:gd name="connsiteY158" fmla="*/ 1264204 h 1648590"/>
                <a:gd name="connsiteX159" fmla="*/ 4278924 w 6512821"/>
                <a:gd name="connsiteY159" fmla="*/ 1389575 h 1648590"/>
                <a:gd name="connsiteX160" fmla="*/ 4371731 w 6512821"/>
                <a:gd name="connsiteY160" fmla="*/ 1531294 h 1648590"/>
                <a:gd name="connsiteX161" fmla="*/ 4455356 w 6512821"/>
                <a:gd name="connsiteY161" fmla="*/ 1489482 h 1648590"/>
                <a:gd name="connsiteX162" fmla="*/ 3945532 w 6512821"/>
                <a:gd name="connsiteY162" fmla="*/ 1157198 h 1648590"/>
                <a:gd name="connsiteX163" fmla="*/ 3945532 w 6512821"/>
                <a:gd name="connsiteY163" fmla="*/ 1638430 h 1648590"/>
                <a:gd name="connsiteX164" fmla="*/ 4069927 w 6512821"/>
                <a:gd name="connsiteY164" fmla="*/ 1638430 h 1648590"/>
                <a:gd name="connsiteX165" fmla="*/ 4069927 w 6512821"/>
                <a:gd name="connsiteY165" fmla="*/ 1157198 h 1648590"/>
                <a:gd name="connsiteX166" fmla="*/ 3945532 w 6512821"/>
                <a:gd name="connsiteY166" fmla="*/ 1157198 h 1648590"/>
                <a:gd name="connsiteX167" fmla="*/ 3873175 w 6512821"/>
                <a:gd name="connsiteY167" fmla="*/ 985911 h 1648590"/>
                <a:gd name="connsiteX168" fmla="*/ 3873175 w 6512821"/>
                <a:gd name="connsiteY168" fmla="*/ 1085817 h 1648590"/>
                <a:gd name="connsiteX169" fmla="*/ 3812019 w 6512821"/>
                <a:gd name="connsiteY169" fmla="*/ 1076634 h 1648590"/>
                <a:gd name="connsiteX170" fmla="*/ 3760047 w 6512821"/>
                <a:gd name="connsiteY170" fmla="*/ 1118447 h 1648590"/>
                <a:gd name="connsiteX171" fmla="*/ 3760047 w 6512821"/>
                <a:gd name="connsiteY171" fmla="*/ 1157198 h 1648590"/>
                <a:gd name="connsiteX172" fmla="*/ 3863015 w 6512821"/>
                <a:gd name="connsiteY172" fmla="*/ 1157198 h 1648590"/>
                <a:gd name="connsiteX173" fmla="*/ 3863015 w 6512821"/>
                <a:gd name="connsiteY173" fmla="*/ 1273452 h 1648590"/>
                <a:gd name="connsiteX174" fmla="*/ 3760047 w 6512821"/>
                <a:gd name="connsiteY174" fmla="*/ 1273452 h 1648590"/>
                <a:gd name="connsiteX175" fmla="*/ 3760047 w 6512821"/>
                <a:gd name="connsiteY175" fmla="*/ 1638430 h 1648590"/>
                <a:gd name="connsiteX176" fmla="*/ 3635652 w 6512821"/>
                <a:gd name="connsiteY176" fmla="*/ 1638430 h 1648590"/>
                <a:gd name="connsiteX177" fmla="*/ 3635652 w 6512821"/>
                <a:gd name="connsiteY177" fmla="*/ 1273452 h 1648590"/>
                <a:gd name="connsiteX178" fmla="*/ 3568375 w 6512821"/>
                <a:gd name="connsiteY178" fmla="*/ 1273452 h 1648590"/>
                <a:gd name="connsiteX179" fmla="*/ 3568375 w 6512821"/>
                <a:gd name="connsiteY179" fmla="*/ 1157198 h 1648590"/>
                <a:gd name="connsiteX180" fmla="*/ 3635652 w 6512821"/>
                <a:gd name="connsiteY180" fmla="*/ 1157198 h 1648590"/>
                <a:gd name="connsiteX181" fmla="*/ 3635652 w 6512821"/>
                <a:gd name="connsiteY181" fmla="*/ 1099104 h 1648590"/>
                <a:gd name="connsiteX182" fmla="*/ 3782451 w 6512821"/>
                <a:gd name="connsiteY182" fmla="*/ 972690 h 1648590"/>
                <a:gd name="connsiteX183" fmla="*/ 3873175 w 6512821"/>
                <a:gd name="connsiteY183" fmla="*/ 985976 h 1648590"/>
                <a:gd name="connsiteX184" fmla="*/ 3507154 w 6512821"/>
                <a:gd name="connsiteY184" fmla="*/ 1638365 h 1648590"/>
                <a:gd name="connsiteX185" fmla="*/ 3382759 w 6512821"/>
                <a:gd name="connsiteY185" fmla="*/ 1638365 h 1648590"/>
                <a:gd name="connsiteX186" fmla="*/ 3382759 w 6512821"/>
                <a:gd name="connsiteY186" fmla="*/ 1376355 h 1648590"/>
                <a:gd name="connsiteX187" fmla="*/ 3300177 w 6512821"/>
                <a:gd name="connsiteY187" fmla="*/ 1264204 h 1648590"/>
                <a:gd name="connsiteX188" fmla="*/ 3216552 w 6512821"/>
                <a:gd name="connsiteY188" fmla="*/ 1373293 h 1648590"/>
                <a:gd name="connsiteX189" fmla="*/ 3216552 w 6512821"/>
                <a:gd name="connsiteY189" fmla="*/ 1638365 h 1648590"/>
                <a:gd name="connsiteX190" fmla="*/ 3092157 w 6512821"/>
                <a:gd name="connsiteY190" fmla="*/ 1638365 h 1648590"/>
                <a:gd name="connsiteX191" fmla="*/ 3092157 w 6512821"/>
                <a:gd name="connsiteY191" fmla="*/ 1157133 h 1648590"/>
                <a:gd name="connsiteX192" fmla="*/ 3216552 w 6512821"/>
                <a:gd name="connsiteY192" fmla="*/ 1157133 h 1648590"/>
                <a:gd name="connsiteX193" fmla="*/ 3216552 w 6512821"/>
                <a:gd name="connsiteY193" fmla="*/ 1189762 h 1648590"/>
                <a:gd name="connsiteX194" fmla="*/ 3333783 w 6512821"/>
                <a:gd name="connsiteY194" fmla="*/ 1146973 h 1648590"/>
                <a:gd name="connsiteX195" fmla="*/ 3507089 w 6512821"/>
                <a:gd name="connsiteY195" fmla="*/ 1366195 h 1648590"/>
                <a:gd name="connsiteX196" fmla="*/ 3507089 w 6512821"/>
                <a:gd name="connsiteY196" fmla="*/ 1638430 h 1648590"/>
                <a:gd name="connsiteX197" fmla="*/ 2792437 w 6512821"/>
                <a:gd name="connsiteY197" fmla="*/ 1146973 h 1648590"/>
                <a:gd name="connsiteX198" fmla="*/ 2567094 w 6512821"/>
                <a:gd name="connsiteY198" fmla="*/ 1397782 h 1648590"/>
                <a:gd name="connsiteX199" fmla="*/ 2792437 w 6512821"/>
                <a:gd name="connsiteY199" fmla="*/ 1648590 h 1648590"/>
                <a:gd name="connsiteX200" fmla="*/ 3017781 w 6512821"/>
                <a:gd name="connsiteY200" fmla="*/ 1397782 h 1648590"/>
                <a:gd name="connsiteX201" fmla="*/ 2792437 w 6512821"/>
                <a:gd name="connsiteY201" fmla="*/ 1146973 h 1648590"/>
                <a:gd name="connsiteX202" fmla="*/ 2792437 w 6512821"/>
                <a:gd name="connsiteY202" fmla="*/ 1528299 h 1648590"/>
                <a:gd name="connsiteX203" fmla="*/ 2695592 w 6512821"/>
                <a:gd name="connsiteY203" fmla="*/ 1397782 h 1648590"/>
                <a:gd name="connsiteX204" fmla="*/ 2792437 w 6512821"/>
                <a:gd name="connsiteY204" fmla="*/ 1266288 h 1648590"/>
                <a:gd name="connsiteX205" fmla="*/ 2889283 w 6512821"/>
                <a:gd name="connsiteY205" fmla="*/ 1397782 h 1648590"/>
                <a:gd name="connsiteX206" fmla="*/ 2792437 w 6512821"/>
                <a:gd name="connsiteY206" fmla="*/ 1528299 h 1648590"/>
                <a:gd name="connsiteX207" fmla="*/ 2446802 w 6512821"/>
                <a:gd name="connsiteY207" fmla="*/ 1467143 h 1648590"/>
                <a:gd name="connsiteX208" fmla="*/ 2526323 w 6512821"/>
                <a:gd name="connsiteY208" fmla="*/ 1542561 h 1648590"/>
                <a:gd name="connsiteX209" fmla="*/ 2334651 w 6512821"/>
                <a:gd name="connsiteY209" fmla="*/ 1648590 h 1648590"/>
                <a:gd name="connsiteX210" fmla="*/ 2106246 w 6512821"/>
                <a:gd name="connsiteY210" fmla="*/ 1398823 h 1648590"/>
                <a:gd name="connsiteX211" fmla="*/ 2336670 w 6512821"/>
                <a:gd name="connsiteY211" fmla="*/ 1146973 h 1648590"/>
                <a:gd name="connsiteX212" fmla="*/ 2525281 w 6512821"/>
                <a:gd name="connsiteY212" fmla="*/ 1250983 h 1648590"/>
                <a:gd name="connsiteX213" fmla="*/ 2443741 w 6512821"/>
                <a:gd name="connsiteY213" fmla="*/ 1333565 h 1648590"/>
                <a:gd name="connsiteX214" fmla="*/ 2335693 w 6512821"/>
                <a:gd name="connsiteY214" fmla="*/ 1266288 h 1648590"/>
                <a:gd name="connsiteX215" fmla="*/ 2234744 w 6512821"/>
                <a:gd name="connsiteY215" fmla="*/ 1396804 h 1648590"/>
                <a:gd name="connsiteX216" fmla="*/ 2336670 w 6512821"/>
                <a:gd name="connsiteY216" fmla="*/ 1528299 h 1648590"/>
                <a:gd name="connsiteX217" fmla="*/ 2446802 w 6512821"/>
                <a:gd name="connsiteY217" fmla="*/ 1467143 h 1648590"/>
                <a:gd name="connsiteX218" fmla="*/ 1803530 w 6512821"/>
                <a:gd name="connsiteY218" fmla="*/ 1638365 h 1648590"/>
                <a:gd name="connsiteX219" fmla="*/ 1679135 w 6512821"/>
                <a:gd name="connsiteY219" fmla="*/ 1638365 h 1648590"/>
                <a:gd name="connsiteX220" fmla="*/ 1679135 w 6512821"/>
                <a:gd name="connsiteY220" fmla="*/ 1376355 h 1648590"/>
                <a:gd name="connsiteX221" fmla="*/ 1596553 w 6512821"/>
                <a:gd name="connsiteY221" fmla="*/ 1264204 h 1648590"/>
                <a:gd name="connsiteX222" fmla="*/ 1511951 w 6512821"/>
                <a:gd name="connsiteY222" fmla="*/ 1373293 h 1648590"/>
                <a:gd name="connsiteX223" fmla="*/ 1511951 w 6512821"/>
                <a:gd name="connsiteY223" fmla="*/ 1638365 h 1648590"/>
                <a:gd name="connsiteX224" fmla="*/ 1387557 w 6512821"/>
                <a:gd name="connsiteY224" fmla="*/ 1638365 h 1648590"/>
                <a:gd name="connsiteX225" fmla="*/ 1387557 w 6512821"/>
                <a:gd name="connsiteY225" fmla="*/ 1031761 h 1648590"/>
                <a:gd name="connsiteX226" fmla="*/ 1511951 w 6512821"/>
                <a:gd name="connsiteY226" fmla="*/ 969564 h 1648590"/>
                <a:gd name="connsiteX227" fmla="*/ 1511951 w 6512821"/>
                <a:gd name="connsiteY227" fmla="*/ 1189762 h 1648590"/>
                <a:gd name="connsiteX228" fmla="*/ 1632243 w 6512821"/>
                <a:gd name="connsiteY228" fmla="*/ 1146973 h 1648590"/>
                <a:gd name="connsiteX229" fmla="*/ 1803530 w 6512821"/>
                <a:gd name="connsiteY229" fmla="*/ 1366195 h 1648590"/>
                <a:gd name="connsiteX230" fmla="*/ 1803530 w 6512821"/>
                <a:gd name="connsiteY230" fmla="*/ 1638430 h 1648590"/>
                <a:gd name="connsiteX231" fmla="*/ 1311031 w 6512821"/>
                <a:gd name="connsiteY231" fmla="*/ 1493650 h 1648590"/>
                <a:gd name="connsiteX232" fmla="*/ 1292665 w 6512821"/>
                <a:gd name="connsiteY232" fmla="*/ 1619022 h 1648590"/>
                <a:gd name="connsiteX233" fmla="*/ 1173350 w 6512821"/>
                <a:gd name="connsiteY233" fmla="*/ 1648590 h 1648590"/>
                <a:gd name="connsiteX234" fmla="*/ 1043875 w 6512821"/>
                <a:gd name="connsiteY234" fmla="*/ 1504852 h 1648590"/>
                <a:gd name="connsiteX235" fmla="*/ 1043875 w 6512821"/>
                <a:gd name="connsiteY235" fmla="*/ 1273387 h 1648590"/>
                <a:gd name="connsiteX236" fmla="*/ 960250 w 6512821"/>
                <a:gd name="connsiteY236" fmla="*/ 1273387 h 1648590"/>
                <a:gd name="connsiteX237" fmla="*/ 960250 w 6512821"/>
                <a:gd name="connsiteY237" fmla="*/ 1157133 h 1648590"/>
                <a:gd name="connsiteX238" fmla="*/ 1043875 w 6512821"/>
                <a:gd name="connsiteY238" fmla="*/ 1157133 h 1648590"/>
                <a:gd name="connsiteX239" fmla="*/ 1043875 w 6512821"/>
                <a:gd name="connsiteY239" fmla="*/ 1031761 h 1648590"/>
                <a:gd name="connsiteX240" fmla="*/ 1168270 w 6512821"/>
                <a:gd name="connsiteY240" fmla="*/ 969564 h 1648590"/>
                <a:gd name="connsiteX241" fmla="*/ 1168270 w 6512821"/>
                <a:gd name="connsiteY241" fmla="*/ 1157133 h 1648590"/>
                <a:gd name="connsiteX242" fmla="*/ 1308947 w 6512821"/>
                <a:gd name="connsiteY242" fmla="*/ 1157133 h 1648590"/>
                <a:gd name="connsiteX243" fmla="*/ 1308947 w 6512821"/>
                <a:gd name="connsiteY243" fmla="*/ 1273387 h 1648590"/>
                <a:gd name="connsiteX244" fmla="*/ 1168270 w 6512821"/>
                <a:gd name="connsiteY244" fmla="*/ 1273387 h 1648590"/>
                <a:gd name="connsiteX245" fmla="*/ 1168270 w 6512821"/>
                <a:gd name="connsiteY245" fmla="*/ 1471181 h 1648590"/>
                <a:gd name="connsiteX246" fmla="*/ 1214120 w 6512821"/>
                <a:gd name="connsiteY246" fmla="*/ 1529275 h 1648590"/>
                <a:gd name="connsiteX247" fmla="*/ 1310966 w 6512821"/>
                <a:gd name="connsiteY247" fmla="*/ 1493585 h 1648590"/>
                <a:gd name="connsiteX248" fmla="*/ 767666 w 6512821"/>
                <a:gd name="connsiteY248" fmla="*/ 1157198 h 1648590"/>
                <a:gd name="connsiteX249" fmla="*/ 767666 w 6512821"/>
                <a:gd name="connsiteY249" fmla="*/ 1638430 h 1648590"/>
                <a:gd name="connsiteX250" fmla="*/ 892061 w 6512821"/>
                <a:gd name="connsiteY250" fmla="*/ 1638430 h 1648590"/>
                <a:gd name="connsiteX251" fmla="*/ 892061 w 6512821"/>
                <a:gd name="connsiteY251" fmla="*/ 1157198 h 1648590"/>
                <a:gd name="connsiteX252" fmla="*/ 767666 w 6512821"/>
                <a:gd name="connsiteY252" fmla="*/ 1157198 h 1648590"/>
                <a:gd name="connsiteX253" fmla="*/ 702408 w 6512821"/>
                <a:gd name="connsiteY253" fmla="*/ 1157198 h 1648590"/>
                <a:gd name="connsiteX254" fmla="*/ 550529 w 6512821"/>
                <a:gd name="connsiteY254" fmla="*/ 1638430 h 1648590"/>
                <a:gd name="connsiteX255" fmla="*/ 436359 w 6512821"/>
                <a:gd name="connsiteY255" fmla="*/ 1638430 h 1648590"/>
                <a:gd name="connsiteX256" fmla="*/ 354819 w 6512821"/>
                <a:gd name="connsiteY256" fmla="*/ 1345809 h 1648590"/>
                <a:gd name="connsiteX257" fmla="*/ 272236 w 6512821"/>
                <a:gd name="connsiteY257" fmla="*/ 1638430 h 1648590"/>
                <a:gd name="connsiteX258" fmla="*/ 158066 w 6512821"/>
                <a:gd name="connsiteY258" fmla="*/ 1638430 h 1648590"/>
                <a:gd name="connsiteX259" fmla="*/ 7099 w 6512821"/>
                <a:gd name="connsiteY259" fmla="*/ 1157198 h 1648590"/>
                <a:gd name="connsiteX260" fmla="*/ 145757 w 6512821"/>
                <a:gd name="connsiteY260" fmla="*/ 1157198 h 1648590"/>
                <a:gd name="connsiteX261" fmla="*/ 218114 w 6512821"/>
                <a:gd name="connsiteY261" fmla="*/ 1436533 h 1648590"/>
                <a:gd name="connsiteX262" fmla="*/ 299655 w 6512821"/>
                <a:gd name="connsiteY262" fmla="*/ 1157198 h 1648590"/>
                <a:gd name="connsiteX263" fmla="*/ 412848 w 6512821"/>
                <a:gd name="connsiteY263" fmla="*/ 1157198 h 1648590"/>
                <a:gd name="connsiteX264" fmla="*/ 494388 w 6512821"/>
                <a:gd name="connsiteY264" fmla="*/ 1436533 h 1648590"/>
                <a:gd name="connsiteX265" fmla="*/ 567788 w 6512821"/>
                <a:gd name="connsiteY265" fmla="*/ 1157198 h 1648590"/>
                <a:gd name="connsiteX266" fmla="*/ 702343 w 6512821"/>
                <a:gd name="connsiteY266" fmla="*/ 1157198 h 1648590"/>
                <a:gd name="connsiteX267" fmla="*/ 4436990 w 6512821"/>
                <a:gd name="connsiteY267" fmla="*/ 16282 h 1648590"/>
                <a:gd name="connsiteX268" fmla="*/ 4436990 w 6512821"/>
                <a:gd name="connsiteY268" fmla="*/ 115147 h 1648590"/>
                <a:gd name="connsiteX269" fmla="*/ 4374792 w 6512821"/>
                <a:gd name="connsiteY269" fmla="*/ 104921 h 1648590"/>
                <a:gd name="connsiteX270" fmla="*/ 4322820 w 6512821"/>
                <a:gd name="connsiteY270" fmla="*/ 144715 h 1648590"/>
                <a:gd name="connsiteX271" fmla="*/ 4322820 w 6512821"/>
                <a:gd name="connsiteY271" fmla="*/ 186527 h 1648590"/>
                <a:gd name="connsiteX272" fmla="*/ 4404361 w 6512821"/>
                <a:gd name="connsiteY272" fmla="*/ 186527 h 1648590"/>
                <a:gd name="connsiteX273" fmla="*/ 4404361 w 6512821"/>
                <a:gd name="connsiteY273" fmla="*/ 302781 h 1648590"/>
                <a:gd name="connsiteX274" fmla="*/ 4322820 w 6512821"/>
                <a:gd name="connsiteY274" fmla="*/ 302781 h 1648590"/>
                <a:gd name="connsiteX275" fmla="*/ 4322820 w 6512821"/>
                <a:gd name="connsiteY275" fmla="*/ 667759 h 1648590"/>
                <a:gd name="connsiteX276" fmla="*/ 4202528 w 6512821"/>
                <a:gd name="connsiteY276" fmla="*/ 667759 h 1648590"/>
                <a:gd name="connsiteX277" fmla="*/ 4202528 w 6512821"/>
                <a:gd name="connsiteY277" fmla="*/ 302781 h 1648590"/>
                <a:gd name="connsiteX278" fmla="*/ 4143392 w 6512821"/>
                <a:gd name="connsiteY278" fmla="*/ 302781 h 1648590"/>
                <a:gd name="connsiteX279" fmla="*/ 4143392 w 6512821"/>
                <a:gd name="connsiteY279" fmla="*/ 186527 h 1648590"/>
                <a:gd name="connsiteX280" fmla="*/ 4202528 w 6512821"/>
                <a:gd name="connsiteY280" fmla="*/ 186527 h 1648590"/>
                <a:gd name="connsiteX281" fmla="*/ 4202528 w 6512821"/>
                <a:gd name="connsiteY281" fmla="*/ 128433 h 1648590"/>
                <a:gd name="connsiteX282" fmla="*/ 4348350 w 6512821"/>
                <a:gd name="connsiteY282" fmla="*/ 2019 h 1648590"/>
                <a:gd name="connsiteX283" fmla="*/ 4437055 w 6512821"/>
                <a:gd name="connsiteY283" fmla="*/ 16282 h 1648590"/>
                <a:gd name="connsiteX284" fmla="*/ 2957602 w 6512821"/>
                <a:gd name="connsiteY284" fmla="*/ 527083 h 1648590"/>
                <a:gd name="connsiteX285" fmla="*/ 2940278 w 6512821"/>
                <a:gd name="connsiteY285" fmla="*/ 649458 h 1648590"/>
                <a:gd name="connsiteX286" fmla="*/ 2843433 w 6512821"/>
                <a:gd name="connsiteY286" fmla="*/ 677984 h 1648590"/>
                <a:gd name="connsiteX287" fmla="*/ 2712916 w 6512821"/>
                <a:gd name="connsiteY287" fmla="*/ 535224 h 1648590"/>
                <a:gd name="connsiteX288" fmla="*/ 2712916 w 6512821"/>
                <a:gd name="connsiteY288" fmla="*/ 301739 h 1648590"/>
                <a:gd name="connsiteX289" fmla="*/ 2629291 w 6512821"/>
                <a:gd name="connsiteY289" fmla="*/ 301739 h 1648590"/>
                <a:gd name="connsiteX290" fmla="*/ 2629291 w 6512821"/>
                <a:gd name="connsiteY290" fmla="*/ 186527 h 1648590"/>
                <a:gd name="connsiteX291" fmla="*/ 2712916 w 6512821"/>
                <a:gd name="connsiteY291" fmla="*/ 186527 h 1648590"/>
                <a:gd name="connsiteX292" fmla="*/ 2712916 w 6512821"/>
                <a:gd name="connsiteY292" fmla="*/ 61155 h 1648590"/>
                <a:gd name="connsiteX293" fmla="*/ 2833208 w 6512821"/>
                <a:gd name="connsiteY293" fmla="*/ 0 h 1648590"/>
                <a:gd name="connsiteX294" fmla="*/ 2833208 w 6512821"/>
                <a:gd name="connsiteY294" fmla="*/ 186592 h 1648590"/>
                <a:gd name="connsiteX295" fmla="*/ 2945358 w 6512821"/>
                <a:gd name="connsiteY295" fmla="*/ 186592 h 1648590"/>
                <a:gd name="connsiteX296" fmla="*/ 2945358 w 6512821"/>
                <a:gd name="connsiteY296" fmla="*/ 301804 h 1648590"/>
                <a:gd name="connsiteX297" fmla="*/ 2833208 w 6512821"/>
                <a:gd name="connsiteY297" fmla="*/ 301804 h 1648590"/>
                <a:gd name="connsiteX298" fmla="*/ 2833208 w 6512821"/>
                <a:gd name="connsiteY298" fmla="*/ 503701 h 1648590"/>
                <a:gd name="connsiteX299" fmla="*/ 2880100 w 6512821"/>
                <a:gd name="connsiteY299" fmla="*/ 560819 h 1648590"/>
                <a:gd name="connsiteX300" fmla="*/ 2957602 w 6512821"/>
                <a:gd name="connsiteY300" fmla="*/ 527148 h 1648590"/>
                <a:gd name="connsiteX301" fmla="*/ 2397891 w 6512821"/>
                <a:gd name="connsiteY301" fmla="*/ 426134 h 1648590"/>
                <a:gd name="connsiteX302" fmla="*/ 2395872 w 6512821"/>
                <a:gd name="connsiteY302" fmla="*/ 467946 h 1648590"/>
                <a:gd name="connsiteX303" fmla="*/ 2114453 w 6512821"/>
                <a:gd name="connsiteY303" fmla="*/ 467946 h 1648590"/>
                <a:gd name="connsiteX304" fmla="*/ 2218462 w 6512821"/>
                <a:gd name="connsiteY304" fmla="*/ 562773 h 1648590"/>
                <a:gd name="connsiteX305" fmla="*/ 2301045 w 6512821"/>
                <a:gd name="connsiteY305" fmla="*/ 529102 h 1648590"/>
                <a:gd name="connsiteX306" fmla="*/ 2386689 w 6512821"/>
                <a:gd name="connsiteY306" fmla="*/ 601459 h 1648590"/>
                <a:gd name="connsiteX307" fmla="*/ 2210321 w 6512821"/>
                <a:gd name="connsiteY307" fmla="*/ 677919 h 1648590"/>
                <a:gd name="connsiteX308" fmla="*/ 1991100 w 6512821"/>
                <a:gd name="connsiteY308" fmla="*/ 429130 h 1648590"/>
                <a:gd name="connsiteX309" fmla="*/ 2205176 w 6512821"/>
                <a:gd name="connsiteY309" fmla="*/ 176302 h 1648590"/>
                <a:gd name="connsiteX310" fmla="*/ 2397891 w 6512821"/>
                <a:gd name="connsiteY310" fmla="*/ 426069 h 1648590"/>
                <a:gd name="connsiteX311" fmla="*/ 2116472 w 6512821"/>
                <a:gd name="connsiteY311" fmla="*/ 374162 h 1648590"/>
                <a:gd name="connsiteX312" fmla="*/ 2287759 w 6512821"/>
                <a:gd name="connsiteY312" fmla="*/ 374162 h 1648590"/>
                <a:gd name="connsiteX313" fmla="*/ 2199054 w 6512821"/>
                <a:gd name="connsiteY313" fmla="*/ 283438 h 1648590"/>
                <a:gd name="connsiteX314" fmla="*/ 2116472 w 6512821"/>
                <a:gd name="connsiteY314" fmla="*/ 374162 h 1648590"/>
                <a:gd name="connsiteX315" fmla="*/ 1933982 w 6512821"/>
                <a:gd name="connsiteY315" fmla="*/ 428218 h 1648590"/>
                <a:gd name="connsiteX316" fmla="*/ 1746413 w 6512821"/>
                <a:gd name="connsiteY316" fmla="*/ 677984 h 1648590"/>
                <a:gd name="connsiteX317" fmla="*/ 1639342 w 6512821"/>
                <a:gd name="connsiteY317" fmla="*/ 638191 h 1648590"/>
                <a:gd name="connsiteX318" fmla="*/ 1639342 w 6512821"/>
                <a:gd name="connsiteY318" fmla="*/ 784990 h 1648590"/>
                <a:gd name="connsiteX319" fmla="*/ 1519050 w 6512821"/>
                <a:gd name="connsiteY319" fmla="*/ 845169 h 1648590"/>
                <a:gd name="connsiteX320" fmla="*/ 1519050 w 6512821"/>
                <a:gd name="connsiteY320" fmla="*/ 186527 h 1648590"/>
                <a:gd name="connsiteX321" fmla="*/ 1639342 w 6512821"/>
                <a:gd name="connsiteY321" fmla="*/ 186527 h 1648590"/>
                <a:gd name="connsiteX322" fmla="*/ 1639342 w 6512821"/>
                <a:gd name="connsiteY322" fmla="*/ 219157 h 1648590"/>
                <a:gd name="connsiteX323" fmla="*/ 1748432 w 6512821"/>
                <a:gd name="connsiteY323" fmla="*/ 176367 h 1648590"/>
                <a:gd name="connsiteX324" fmla="*/ 1933982 w 6512821"/>
                <a:gd name="connsiteY324" fmla="*/ 428218 h 1648590"/>
                <a:gd name="connsiteX325" fmla="*/ 1809587 w 6512821"/>
                <a:gd name="connsiteY325" fmla="*/ 434340 h 1648590"/>
                <a:gd name="connsiteX326" fmla="*/ 1718864 w 6512821"/>
                <a:gd name="connsiteY326" fmla="*/ 292621 h 1648590"/>
                <a:gd name="connsiteX327" fmla="*/ 1639342 w 6512821"/>
                <a:gd name="connsiteY327" fmla="*/ 335410 h 1648590"/>
                <a:gd name="connsiteX328" fmla="*/ 1639342 w 6512821"/>
                <a:gd name="connsiteY328" fmla="*/ 518942 h 1648590"/>
                <a:gd name="connsiteX329" fmla="*/ 1726028 w 6512821"/>
                <a:gd name="connsiteY329" fmla="*/ 562773 h 1648590"/>
                <a:gd name="connsiteX330" fmla="*/ 1809652 w 6512821"/>
                <a:gd name="connsiteY330" fmla="*/ 434340 h 1648590"/>
                <a:gd name="connsiteX331" fmla="*/ 1435426 w 6512821"/>
                <a:gd name="connsiteY331" fmla="*/ 667825 h 1648590"/>
                <a:gd name="connsiteX332" fmla="*/ 1315134 w 6512821"/>
                <a:gd name="connsiteY332" fmla="*/ 667825 h 1648590"/>
                <a:gd name="connsiteX333" fmla="*/ 1315134 w 6512821"/>
                <a:gd name="connsiteY333" fmla="*/ 634153 h 1648590"/>
                <a:gd name="connsiteX334" fmla="*/ 1202983 w 6512821"/>
                <a:gd name="connsiteY334" fmla="*/ 677984 h 1648590"/>
                <a:gd name="connsiteX335" fmla="*/ 1033715 w 6512821"/>
                <a:gd name="connsiteY335" fmla="*/ 510800 h 1648590"/>
                <a:gd name="connsiteX336" fmla="*/ 1221284 w 6512821"/>
                <a:gd name="connsiteY336" fmla="*/ 348696 h 1648590"/>
                <a:gd name="connsiteX337" fmla="*/ 1315069 w 6512821"/>
                <a:gd name="connsiteY337" fmla="*/ 368040 h 1648590"/>
                <a:gd name="connsiteX338" fmla="*/ 1315069 w 6512821"/>
                <a:gd name="connsiteY338" fmla="*/ 342574 h 1648590"/>
                <a:gd name="connsiteX339" fmla="*/ 1232486 w 6512821"/>
                <a:gd name="connsiteY339" fmla="*/ 279335 h 1648590"/>
                <a:gd name="connsiteX340" fmla="*/ 1121378 w 6512821"/>
                <a:gd name="connsiteY340" fmla="*/ 310922 h 1648590"/>
                <a:gd name="connsiteX341" fmla="*/ 1073443 w 6512821"/>
                <a:gd name="connsiteY341" fmla="*/ 225278 h 1648590"/>
                <a:gd name="connsiteX342" fmla="*/ 1239650 w 6512821"/>
                <a:gd name="connsiteY342" fmla="*/ 176367 h 1648590"/>
                <a:gd name="connsiteX343" fmla="*/ 1435426 w 6512821"/>
                <a:gd name="connsiteY343" fmla="*/ 344593 h 1648590"/>
                <a:gd name="connsiteX344" fmla="*/ 1435426 w 6512821"/>
                <a:gd name="connsiteY344" fmla="*/ 667759 h 1648590"/>
                <a:gd name="connsiteX345" fmla="*/ 1315134 w 6512821"/>
                <a:gd name="connsiteY345" fmla="*/ 527083 h 1648590"/>
                <a:gd name="connsiteX346" fmla="*/ 1315134 w 6512821"/>
                <a:gd name="connsiteY346" fmla="*/ 465927 h 1648590"/>
                <a:gd name="connsiteX347" fmla="*/ 1234570 w 6512821"/>
                <a:gd name="connsiteY347" fmla="*/ 445542 h 1648590"/>
                <a:gd name="connsiteX348" fmla="*/ 1156091 w 6512821"/>
                <a:gd name="connsiteY348" fmla="*/ 507740 h 1648590"/>
                <a:gd name="connsiteX349" fmla="*/ 1224410 w 6512821"/>
                <a:gd name="connsiteY349" fmla="*/ 574040 h 1648590"/>
                <a:gd name="connsiteX350" fmla="*/ 1315134 w 6512821"/>
                <a:gd name="connsiteY350" fmla="*/ 527148 h 1648590"/>
                <a:gd name="connsiteX351" fmla="*/ 967480 w 6512821"/>
                <a:gd name="connsiteY351" fmla="*/ 667825 h 1648590"/>
                <a:gd name="connsiteX352" fmla="*/ 847188 w 6512821"/>
                <a:gd name="connsiteY352" fmla="*/ 667825 h 1648590"/>
                <a:gd name="connsiteX353" fmla="*/ 847188 w 6512821"/>
                <a:gd name="connsiteY353" fmla="*/ 405814 h 1648590"/>
                <a:gd name="connsiteX354" fmla="*/ 765647 w 6512821"/>
                <a:gd name="connsiteY354" fmla="*/ 292621 h 1648590"/>
                <a:gd name="connsiteX355" fmla="*/ 683065 w 6512821"/>
                <a:gd name="connsiteY355" fmla="*/ 402753 h 1648590"/>
                <a:gd name="connsiteX356" fmla="*/ 683065 w 6512821"/>
                <a:gd name="connsiteY356" fmla="*/ 667825 h 1648590"/>
                <a:gd name="connsiteX357" fmla="*/ 562773 w 6512821"/>
                <a:gd name="connsiteY357" fmla="*/ 667825 h 1648590"/>
                <a:gd name="connsiteX358" fmla="*/ 562773 w 6512821"/>
                <a:gd name="connsiteY358" fmla="*/ 61221 h 1648590"/>
                <a:gd name="connsiteX359" fmla="*/ 683065 w 6512821"/>
                <a:gd name="connsiteY359" fmla="*/ 65 h 1648590"/>
                <a:gd name="connsiteX360" fmla="*/ 683065 w 6512821"/>
                <a:gd name="connsiteY360" fmla="*/ 220264 h 1648590"/>
                <a:gd name="connsiteX361" fmla="*/ 796258 w 6512821"/>
                <a:gd name="connsiteY361" fmla="*/ 176432 h 1648590"/>
                <a:gd name="connsiteX362" fmla="*/ 967545 w 6512821"/>
                <a:gd name="connsiteY362" fmla="*/ 396631 h 1648590"/>
                <a:gd name="connsiteX363" fmla="*/ 967545 w 6512821"/>
                <a:gd name="connsiteY363" fmla="*/ 667825 h 1648590"/>
                <a:gd name="connsiteX364" fmla="*/ 496472 w 6512821"/>
                <a:gd name="connsiteY364" fmla="*/ 475110 h 1648590"/>
                <a:gd name="connsiteX365" fmla="*/ 255889 w 6512821"/>
                <a:gd name="connsiteY365" fmla="*/ 677984 h 1648590"/>
                <a:gd name="connsiteX366" fmla="*/ 0 w 6512821"/>
                <a:gd name="connsiteY366" fmla="*/ 562773 h 1648590"/>
                <a:gd name="connsiteX367" fmla="*/ 89747 w 6512821"/>
                <a:gd name="connsiteY367" fmla="*/ 483251 h 1648590"/>
                <a:gd name="connsiteX368" fmla="*/ 252893 w 6512821"/>
                <a:gd name="connsiteY368" fmla="*/ 556651 h 1648590"/>
                <a:gd name="connsiteX369" fmla="*/ 367063 w 6512821"/>
                <a:gd name="connsiteY369" fmla="*/ 478171 h 1648590"/>
                <a:gd name="connsiteX370" fmla="*/ 329353 w 6512821"/>
                <a:gd name="connsiteY370" fmla="*/ 426199 h 1648590"/>
                <a:gd name="connsiteX371" fmla="*/ 225344 w 6512821"/>
                <a:gd name="connsiteY371" fmla="*/ 394612 h 1648590"/>
                <a:gd name="connsiteX372" fmla="*/ 79522 w 6512821"/>
                <a:gd name="connsiteY372" fmla="*/ 335475 h 1648590"/>
                <a:gd name="connsiteX373" fmla="*/ 24488 w 6512821"/>
                <a:gd name="connsiteY373" fmla="*/ 207042 h 1648590"/>
                <a:gd name="connsiteX374" fmla="*/ 254912 w 6512821"/>
                <a:gd name="connsiteY374" fmla="*/ 16412 h 1648590"/>
                <a:gd name="connsiteX375" fmla="*/ 482274 w 6512821"/>
                <a:gd name="connsiteY375" fmla="*/ 115277 h 1648590"/>
                <a:gd name="connsiteX376" fmla="*/ 392528 w 6512821"/>
                <a:gd name="connsiteY376" fmla="*/ 202939 h 1648590"/>
                <a:gd name="connsiteX377" fmla="*/ 246706 w 6512821"/>
                <a:gd name="connsiteY377" fmla="*/ 137681 h 1648590"/>
                <a:gd name="connsiteX378" fmla="*/ 152921 w 6512821"/>
                <a:gd name="connsiteY378" fmla="*/ 199878 h 1648590"/>
                <a:gd name="connsiteX379" fmla="*/ 179428 w 6512821"/>
                <a:gd name="connsiteY379" fmla="*/ 243710 h 1648590"/>
                <a:gd name="connsiteX380" fmla="*/ 282396 w 6512821"/>
                <a:gd name="connsiteY380" fmla="*/ 277381 h 1648590"/>
                <a:gd name="connsiteX381" fmla="*/ 438378 w 6512821"/>
                <a:gd name="connsiteY381" fmla="*/ 341598 h 1648590"/>
                <a:gd name="connsiteX382" fmla="*/ 496472 w 6512821"/>
                <a:gd name="connsiteY382" fmla="*/ 475176 h 1648590"/>
                <a:gd name="connsiteX383" fmla="*/ 6100885 w 6512821"/>
                <a:gd name="connsiteY383" fmla="*/ 208996 h 1648590"/>
                <a:gd name="connsiteX384" fmla="*/ 6051778 w 6512821"/>
                <a:gd name="connsiteY384" fmla="*/ 329288 h 1648590"/>
                <a:gd name="connsiteX385" fmla="*/ 5982482 w 6512821"/>
                <a:gd name="connsiteY385" fmla="*/ 299720 h 1648590"/>
                <a:gd name="connsiteX386" fmla="*/ 5911232 w 6512821"/>
                <a:gd name="connsiteY386" fmla="*/ 405749 h 1648590"/>
                <a:gd name="connsiteX387" fmla="*/ 5911232 w 6512821"/>
                <a:gd name="connsiteY387" fmla="*/ 667759 h 1648590"/>
                <a:gd name="connsiteX388" fmla="*/ 5790940 w 6512821"/>
                <a:gd name="connsiteY388" fmla="*/ 667759 h 1648590"/>
                <a:gd name="connsiteX389" fmla="*/ 5790940 w 6512821"/>
                <a:gd name="connsiteY389" fmla="*/ 186527 h 1648590"/>
                <a:gd name="connsiteX390" fmla="*/ 5911232 w 6512821"/>
                <a:gd name="connsiteY390" fmla="*/ 186527 h 1648590"/>
                <a:gd name="connsiteX391" fmla="*/ 5911232 w 6512821"/>
                <a:gd name="connsiteY391" fmla="*/ 220198 h 1648590"/>
                <a:gd name="connsiteX392" fmla="*/ 6012181 w 6512821"/>
                <a:gd name="connsiteY392" fmla="*/ 176367 h 1648590"/>
                <a:gd name="connsiteX393" fmla="*/ 6100885 w 6512821"/>
                <a:gd name="connsiteY393" fmla="*/ 208996 h 16485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Lst>
              <a:rect l="l" t="t" r="r" b="b"/>
              <a:pathLst>
                <a:path w="6512821" h="1648590">
                  <a:moveTo>
                    <a:pt x="5071143" y="1396740"/>
                  </a:moveTo>
                  <a:cubicBezTo>
                    <a:pt x="5071143" y="1412045"/>
                    <a:pt x="5070101" y="1431388"/>
                    <a:pt x="5069124" y="1438552"/>
                  </a:cubicBezTo>
                  <a:lnTo>
                    <a:pt x="4777545" y="1438552"/>
                  </a:lnTo>
                  <a:cubicBezTo>
                    <a:pt x="4782625" y="1505829"/>
                    <a:pt x="4828541" y="1533378"/>
                    <a:pt x="4880513" y="1533378"/>
                  </a:cubicBezTo>
                  <a:cubicBezTo>
                    <a:pt x="4911123" y="1533378"/>
                    <a:pt x="4939649" y="1524196"/>
                    <a:pt x="4964137" y="1499707"/>
                  </a:cubicBezTo>
                  <a:lnTo>
                    <a:pt x="5049781" y="1572065"/>
                  </a:lnTo>
                  <a:cubicBezTo>
                    <a:pt x="5004908" y="1628140"/>
                    <a:pt x="4936588" y="1648525"/>
                    <a:pt x="4875433" y="1648525"/>
                  </a:cubicBezTo>
                  <a:cubicBezTo>
                    <a:pt x="4734756" y="1648525"/>
                    <a:pt x="4654192" y="1540478"/>
                    <a:pt x="4654192" y="1398759"/>
                  </a:cubicBezTo>
                  <a:cubicBezTo>
                    <a:pt x="4654192" y="1244795"/>
                    <a:pt x="4749019" y="1146908"/>
                    <a:pt x="4867292" y="1146908"/>
                  </a:cubicBezTo>
                  <a:cubicBezTo>
                    <a:pt x="4993706" y="1146908"/>
                    <a:pt x="5071208" y="1258016"/>
                    <a:pt x="5071208" y="1396675"/>
                  </a:cubicBezTo>
                  <a:close/>
                  <a:moveTo>
                    <a:pt x="4779564" y="1344767"/>
                  </a:moveTo>
                  <a:lnTo>
                    <a:pt x="4950851" y="1344767"/>
                  </a:lnTo>
                  <a:cubicBezTo>
                    <a:pt x="4946748" y="1290711"/>
                    <a:pt x="4912100" y="1254044"/>
                    <a:pt x="4863189" y="1254044"/>
                  </a:cubicBezTo>
                  <a:cubicBezTo>
                    <a:pt x="4805094" y="1254044"/>
                    <a:pt x="4782625" y="1305039"/>
                    <a:pt x="4779564" y="1344767"/>
                  </a:cubicBezTo>
                  <a:close/>
                  <a:moveTo>
                    <a:pt x="6512756" y="1396740"/>
                  </a:moveTo>
                  <a:cubicBezTo>
                    <a:pt x="6512756" y="1412045"/>
                    <a:pt x="6511714" y="1431388"/>
                    <a:pt x="6510737" y="1438552"/>
                  </a:cubicBezTo>
                  <a:lnTo>
                    <a:pt x="6219158" y="1438552"/>
                  </a:lnTo>
                  <a:cubicBezTo>
                    <a:pt x="6224238" y="1505829"/>
                    <a:pt x="6270154" y="1533378"/>
                    <a:pt x="6322126" y="1533378"/>
                  </a:cubicBezTo>
                  <a:cubicBezTo>
                    <a:pt x="6352736" y="1533378"/>
                    <a:pt x="6381262" y="1524196"/>
                    <a:pt x="6405751" y="1499707"/>
                  </a:cubicBezTo>
                  <a:lnTo>
                    <a:pt x="6491394" y="1572065"/>
                  </a:lnTo>
                  <a:cubicBezTo>
                    <a:pt x="6446521" y="1628140"/>
                    <a:pt x="6378201" y="1648525"/>
                    <a:pt x="6317046" y="1648525"/>
                  </a:cubicBezTo>
                  <a:cubicBezTo>
                    <a:pt x="6176369" y="1648525"/>
                    <a:pt x="6095805" y="1540478"/>
                    <a:pt x="6095805" y="1398759"/>
                  </a:cubicBezTo>
                  <a:cubicBezTo>
                    <a:pt x="6095805" y="1244795"/>
                    <a:pt x="6190632" y="1146908"/>
                    <a:pt x="6308905" y="1146908"/>
                  </a:cubicBezTo>
                  <a:cubicBezTo>
                    <a:pt x="6435319" y="1146908"/>
                    <a:pt x="6512821" y="1258016"/>
                    <a:pt x="6512821" y="1396675"/>
                  </a:cubicBezTo>
                  <a:close/>
                  <a:moveTo>
                    <a:pt x="6221177" y="1344767"/>
                  </a:moveTo>
                  <a:lnTo>
                    <a:pt x="6392465" y="1344767"/>
                  </a:lnTo>
                  <a:cubicBezTo>
                    <a:pt x="6388361" y="1290711"/>
                    <a:pt x="6353713" y="1254044"/>
                    <a:pt x="6304802" y="1254044"/>
                  </a:cubicBezTo>
                  <a:cubicBezTo>
                    <a:pt x="6246708" y="1254044"/>
                    <a:pt x="6224238" y="1305039"/>
                    <a:pt x="6221177" y="1344767"/>
                  </a:cubicBezTo>
                  <a:close/>
                  <a:moveTo>
                    <a:pt x="5978509" y="1467143"/>
                  </a:moveTo>
                  <a:lnTo>
                    <a:pt x="6058031" y="1542561"/>
                  </a:lnTo>
                  <a:cubicBezTo>
                    <a:pt x="6017261" y="1594534"/>
                    <a:pt x="5961185" y="1648590"/>
                    <a:pt x="5866359" y="1648590"/>
                  </a:cubicBezTo>
                  <a:cubicBezTo>
                    <a:pt x="5734865" y="1648590"/>
                    <a:pt x="5637954" y="1543604"/>
                    <a:pt x="5637954" y="1398823"/>
                  </a:cubicBezTo>
                  <a:cubicBezTo>
                    <a:pt x="5637954" y="1266288"/>
                    <a:pt x="5718518" y="1146973"/>
                    <a:pt x="5868378" y="1146973"/>
                  </a:cubicBezTo>
                  <a:cubicBezTo>
                    <a:pt x="5954021" y="1146973"/>
                    <a:pt x="6013157" y="1185724"/>
                    <a:pt x="6056989" y="1250983"/>
                  </a:cubicBezTo>
                  <a:lnTo>
                    <a:pt x="5975448" y="1333565"/>
                  </a:lnTo>
                  <a:cubicBezTo>
                    <a:pt x="5946922" y="1295856"/>
                    <a:pt x="5916312" y="1266288"/>
                    <a:pt x="5867401" y="1266288"/>
                  </a:cubicBezTo>
                  <a:cubicBezTo>
                    <a:pt x="5801100" y="1266288"/>
                    <a:pt x="5766452" y="1322363"/>
                    <a:pt x="5766452" y="1396804"/>
                  </a:cubicBezTo>
                  <a:cubicBezTo>
                    <a:pt x="5766452" y="1466101"/>
                    <a:pt x="5797062" y="1528299"/>
                    <a:pt x="5868378" y="1528299"/>
                  </a:cubicBezTo>
                  <a:cubicBezTo>
                    <a:pt x="5912209" y="1528299"/>
                    <a:pt x="5948941" y="1504852"/>
                    <a:pt x="5978509" y="1467143"/>
                  </a:cubicBezTo>
                  <a:close/>
                  <a:moveTo>
                    <a:pt x="4869246" y="667825"/>
                  </a:moveTo>
                  <a:lnTo>
                    <a:pt x="4750973" y="667825"/>
                  </a:lnTo>
                  <a:lnTo>
                    <a:pt x="4750973" y="634153"/>
                  </a:lnTo>
                  <a:cubicBezTo>
                    <a:pt x="4724466" y="663721"/>
                    <a:pt x="4681676" y="677984"/>
                    <a:pt x="4638822" y="677984"/>
                  </a:cubicBezTo>
                  <a:cubicBezTo>
                    <a:pt x="4514427" y="677984"/>
                    <a:pt x="4467535" y="588238"/>
                    <a:pt x="4467535" y="458763"/>
                  </a:cubicBezTo>
                  <a:lnTo>
                    <a:pt x="4467535" y="186527"/>
                  </a:lnTo>
                  <a:lnTo>
                    <a:pt x="4587827" y="186527"/>
                  </a:lnTo>
                  <a:lnTo>
                    <a:pt x="4587827" y="448538"/>
                  </a:lnTo>
                  <a:cubicBezTo>
                    <a:pt x="4587827" y="513797"/>
                    <a:pt x="4601113" y="562708"/>
                    <a:pt x="4668390" y="562708"/>
                  </a:cubicBezTo>
                  <a:cubicBezTo>
                    <a:pt x="4735668" y="562708"/>
                    <a:pt x="4748954" y="511712"/>
                    <a:pt x="4748954" y="452576"/>
                  </a:cubicBezTo>
                  <a:lnTo>
                    <a:pt x="4748954" y="186462"/>
                  </a:lnTo>
                  <a:lnTo>
                    <a:pt x="4869246" y="186462"/>
                  </a:lnTo>
                  <a:lnTo>
                    <a:pt x="4869246" y="667695"/>
                  </a:lnTo>
                  <a:close/>
                  <a:moveTo>
                    <a:pt x="5244449" y="527083"/>
                  </a:moveTo>
                  <a:lnTo>
                    <a:pt x="5227125" y="649458"/>
                  </a:lnTo>
                  <a:cubicBezTo>
                    <a:pt x="5202637" y="668802"/>
                    <a:pt x="5157829" y="677984"/>
                    <a:pt x="5128261" y="677984"/>
                  </a:cubicBezTo>
                  <a:cubicBezTo>
                    <a:pt x="5054861" y="677984"/>
                    <a:pt x="4997744" y="622951"/>
                    <a:pt x="4997744" y="535224"/>
                  </a:cubicBezTo>
                  <a:lnTo>
                    <a:pt x="4997744" y="301739"/>
                  </a:lnTo>
                  <a:lnTo>
                    <a:pt x="4928447" y="301739"/>
                  </a:lnTo>
                  <a:lnTo>
                    <a:pt x="4928447" y="186527"/>
                  </a:lnTo>
                  <a:lnTo>
                    <a:pt x="4997744" y="186527"/>
                  </a:lnTo>
                  <a:lnTo>
                    <a:pt x="4997744" y="61155"/>
                  </a:lnTo>
                  <a:lnTo>
                    <a:pt x="5118035" y="0"/>
                  </a:lnTo>
                  <a:lnTo>
                    <a:pt x="5118035" y="186592"/>
                  </a:lnTo>
                  <a:lnTo>
                    <a:pt x="5232205" y="186592"/>
                  </a:lnTo>
                  <a:lnTo>
                    <a:pt x="5232205" y="301804"/>
                  </a:lnTo>
                  <a:lnTo>
                    <a:pt x="5118035" y="301804"/>
                  </a:lnTo>
                  <a:lnTo>
                    <a:pt x="5118035" y="503701"/>
                  </a:lnTo>
                  <a:cubicBezTo>
                    <a:pt x="5118035" y="545514"/>
                    <a:pt x="5135360" y="560819"/>
                    <a:pt x="5164928" y="560819"/>
                  </a:cubicBezTo>
                  <a:cubicBezTo>
                    <a:pt x="5194496" y="560819"/>
                    <a:pt x="5225106" y="545514"/>
                    <a:pt x="5244449" y="527148"/>
                  </a:cubicBezTo>
                  <a:close/>
                  <a:moveTo>
                    <a:pt x="3417407" y="667825"/>
                  </a:moveTo>
                  <a:lnTo>
                    <a:pt x="3297116" y="667825"/>
                  </a:lnTo>
                  <a:lnTo>
                    <a:pt x="3297116" y="405814"/>
                  </a:lnTo>
                  <a:cubicBezTo>
                    <a:pt x="3297116" y="340555"/>
                    <a:pt x="3282853" y="292621"/>
                    <a:pt x="3215575" y="292621"/>
                  </a:cubicBezTo>
                  <a:cubicBezTo>
                    <a:pt x="3148298" y="292621"/>
                    <a:pt x="3132993" y="336452"/>
                    <a:pt x="3132993" y="402753"/>
                  </a:cubicBezTo>
                  <a:lnTo>
                    <a:pt x="3132993" y="667825"/>
                  </a:lnTo>
                  <a:lnTo>
                    <a:pt x="3012701" y="667825"/>
                  </a:lnTo>
                  <a:lnTo>
                    <a:pt x="3012701" y="61221"/>
                  </a:lnTo>
                  <a:lnTo>
                    <a:pt x="3132993" y="65"/>
                  </a:lnTo>
                  <a:lnTo>
                    <a:pt x="3132993" y="220264"/>
                  </a:lnTo>
                  <a:cubicBezTo>
                    <a:pt x="3159500" y="193756"/>
                    <a:pt x="3192129" y="176432"/>
                    <a:pt x="3246186" y="176432"/>
                  </a:cubicBezTo>
                  <a:cubicBezTo>
                    <a:pt x="3373641" y="176432"/>
                    <a:pt x="3417473" y="274320"/>
                    <a:pt x="3417473" y="396631"/>
                  </a:cubicBezTo>
                  <a:lnTo>
                    <a:pt x="3417473" y="667825"/>
                  </a:lnTo>
                  <a:close/>
                  <a:moveTo>
                    <a:pt x="5564554" y="1638365"/>
                  </a:moveTo>
                  <a:lnTo>
                    <a:pt x="5440160" y="1638365"/>
                  </a:lnTo>
                  <a:lnTo>
                    <a:pt x="5440160" y="1376355"/>
                  </a:lnTo>
                  <a:cubicBezTo>
                    <a:pt x="5440160" y="1309077"/>
                    <a:pt x="5424855" y="1264204"/>
                    <a:pt x="5357577" y="1264204"/>
                  </a:cubicBezTo>
                  <a:cubicBezTo>
                    <a:pt x="5294337" y="1264204"/>
                    <a:pt x="5273952" y="1301913"/>
                    <a:pt x="5273952" y="1373293"/>
                  </a:cubicBezTo>
                  <a:lnTo>
                    <a:pt x="5273952" y="1638365"/>
                  </a:lnTo>
                  <a:lnTo>
                    <a:pt x="5149558" y="1638365"/>
                  </a:lnTo>
                  <a:lnTo>
                    <a:pt x="5149558" y="1157133"/>
                  </a:lnTo>
                  <a:lnTo>
                    <a:pt x="5273952" y="1157133"/>
                  </a:lnTo>
                  <a:lnTo>
                    <a:pt x="5273952" y="1189762"/>
                  </a:lnTo>
                  <a:cubicBezTo>
                    <a:pt x="5299418" y="1164297"/>
                    <a:pt x="5337192" y="1146973"/>
                    <a:pt x="5391183" y="1146973"/>
                  </a:cubicBezTo>
                  <a:cubicBezTo>
                    <a:pt x="5521700" y="1146973"/>
                    <a:pt x="5564490" y="1247922"/>
                    <a:pt x="5564490" y="1366195"/>
                  </a:cubicBezTo>
                  <a:lnTo>
                    <a:pt x="5564490" y="1638430"/>
                  </a:lnTo>
                  <a:close/>
                  <a:moveTo>
                    <a:pt x="4008772" y="1115386"/>
                  </a:moveTo>
                  <a:cubicBezTo>
                    <a:pt x="4048565" y="1115386"/>
                    <a:pt x="4080152" y="1083798"/>
                    <a:pt x="4080152" y="1044005"/>
                  </a:cubicBezTo>
                  <a:cubicBezTo>
                    <a:pt x="4080152" y="1004212"/>
                    <a:pt x="4048565" y="972624"/>
                    <a:pt x="4008772" y="972624"/>
                  </a:cubicBezTo>
                  <a:cubicBezTo>
                    <a:pt x="3968978" y="972624"/>
                    <a:pt x="3937391" y="1004212"/>
                    <a:pt x="3937391" y="1044005"/>
                  </a:cubicBezTo>
                  <a:cubicBezTo>
                    <a:pt x="3937391" y="1083798"/>
                    <a:pt x="3968978" y="1115386"/>
                    <a:pt x="4008772" y="1115386"/>
                  </a:cubicBezTo>
                  <a:close/>
                  <a:moveTo>
                    <a:pt x="829864" y="1115386"/>
                  </a:moveTo>
                  <a:cubicBezTo>
                    <a:pt x="869657" y="1115386"/>
                    <a:pt x="901244" y="1083798"/>
                    <a:pt x="901244" y="1044005"/>
                  </a:cubicBezTo>
                  <a:cubicBezTo>
                    <a:pt x="901244" y="1004212"/>
                    <a:pt x="869657" y="972624"/>
                    <a:pt x="829864" y="972624"/>
                  </a:cubicBezTo>
                  <a:cubicBezTo>
                    <a:pt x="790070" y="972624"/>
                    <a:pt x="758483" y="1004212"/>
                    <a:pt x="758483" y="1044005"/>
                  </a:cubicBezTo>
                  <a:cubicBezTo>
                    <a:pt x="758483" y="1083798"/>
                    <a:pt x="790070" y="1115386"/>
                    <a:pt x="829864" y="1115386"/>
                  </a:cubicBezTo>
                  <a:close/>
                  <a:moveTo>
                    <a:pt x="6512756" y="426134"/>
                  </a:moveTo>
                  <a:cubicBezTo>
                    <a:pt x="6512756" y="441439"/>
                    <a:pt x="6511714" y="460782"/>
                    <a:pt x="6510737" y="467946"/>
                  </a:cubicBezTo>
                  <a:lnTo>
                    <a:pt x="6219158" y="467946"/>
                  </a:lnTo>
                  <a:cubicBezTo>
                    <a:pt x="6224238" y="535224"/>
                    <a:pt x="6270154" y="562773"/>
                    <a:pt x="6322126" y="562773"/>
                  </a:cubicBezTo>
                  <a:cubicBezTo>
                    <a:pt x="6352736" y="562773"/>
                    <a:pt x="6381262" y="553590"/>
                    <a:pt x="6405751" y="529102"/>
                  </a:cubicBezTo>
                  <a:lnTo>
                    <a:pt x="6491394" y="601459"/>
                  </a:lnTo>
                  <a:cubicBezTo>
                    <a:pt x="6446521" y="657535"/>
                    <a:pt x="6378201" y="677919"/>
                    <a:pt x="6317046" y="677919"/>
                  </a:cubicBezTo>
                  <a:cubicBezTo>
                    <a:pt x="6176369" y="677919"/>
                    <a:pt x="6095805" y="569872"/>
                    <a:pt x="6095805" y="428153"/>
                  </a:cubicBezTo>
                  <a:cubicBezTo>
                    <a:pt x="6095805" y="274190"/>
                    <a:pt x="6190632" y="176302"/>
                    <a:pt x="6308905" y="176302"/>
                  </a:cubicBezTo>
                  <a:cubicBezTo>
                    <a:pt x="6435319" y="176302"/>
                    <a:pt x="6512821" y="287411"/>
                    <a:pt x="6512821" y="426069"/>
                  </a:cubicBezTo>
                  <a:close/>
                  <a:moveTo>
                    <a:pt x="6221177" y="374162"/>
                  </a:moveTo>
                  <a:lnTo>
                    <a:pt x="6392465" y="374162"/>
                  </a:lnTo>
                  <a:cubicBezTo>
                    <a:pt x="6388361" y="320105"/>
                    <a:pt x="6353713" y="283438"/>
                    <a:pt x="6304802" y="283438"/>
                  </a:cubicBezTo>
                  <a:cubicBezTo>
                    <a:pt x="6246708" y="283438"/>
                    <a:pt x="6224238" y="334433"/>
                    <a:pt x="6221177" y="374162"/>
                  </a:cubicBezTo>
                  <a:close/>
                  <a:moveTo>
                    <a:pt x="5702235" y="667825"/>
                  </a:moveTo>
                  <a:lnTo>
                    <a:pt x="5583963" y="667825"/>
                  </a:lnTo>
                  <a:lnTo>
                    <a:pt x="5583963" y="634153"/>
                  </a:lnTo>
                  <a:cubicBezTo>
                    <a:pt x="5557456" y="663721"/>
                    <a:pt x="5514666" y="677984"/>
                    <a:pt x="5471812" y="677984"/>
                  </a:cubicBezTo>
                  <a:cubicBezTo>
                    <a:pt x="5347417" y="677984"/>
                    <a:pt x="5300525" y="588238"/>
                    <a:pt x="5300525" y="458763"/>
                  </a:cubicBezTo>
                  <a:lnTo>
                    <a:pt x="5300525" y="186527"/>
                  </a:lnTo>
                  <a:lnTo>
                    <a:pt x="5420817" y="186527"/>
                  </a:lnTo>
                  <a:lnTo>
                    <a:pt x="5420817" y="448538"/>
                  </a:lnTo>
                  <a:cubicBezTo>
                    <a:pt x="5420817" y="513797"/>
                    <a:pt x="5434103" y="562708"/>
                    <a:pt x="5501380" y="562708"/>
                  </a:cubicBezTo>
                  <a:cubicBezTo>
                    <a:pt x="5568657" y="562708"/>
                    <a:pt x="5581944" y="511712"/>
                    <a:pt x="5581944" y="452576"/>
                  </a:cubicBezTo>
                  <a:lnTo>
                    <a:pt x="5581944" y="186462"/>
                  </a:lnTo>
                  <a:lnTo>
                    <a:pt x="5702235" y="186462"/>
                  </a:lnTo>
                  <a:lnTo>
                    <a:pt x="5702235" y="667695"/>
                  </a:lnTo>
                  <a:close/>
                  <a:moveTo>
                    <a:pt x="3895579" y="426134"/>
                  </a:moveTo>
                  <a:cubicBezTo>
                    <a:pt x="3895579" y="441439"/>
                    <a:pt x="3894537" y="460782"/>
                    <a:pt x="3893560" y="467946"/>
                  </a:cubicBezTo>
                  <a:lnTo>
                    <a:pt x="3601981" y="467946"/>
                  </a:lnTo>
                  <a:cubicBezTo>
                    <a:pt x="3607061" y="535224"/>
                    <a:pt x="3652976" y="562773"/>
                    <a:pt x="3704949" y="562773"/>
                  </a:cubicBezTo>
                  <a:cubicBezTo>
                    <a:pt x="3735559" y="562773"/>
                    <a:pt x="3764085" y="553590"/>
                    <a:pt x="3788573" y="529102"/>
                  </a:cubicBezTo>
                  <a:lnTo>
                    <a:pt x="3874217" y="601459"/>
                  </a:lnTo>
                  <a:cubicBezTo>
                    <a:pt x="3829343" y="657535"/>
                    <a:pt x="3761024" y="677919"/>
                    <a:pt x="3699868" y="677919"/>
                  </a:cubicBezTo>
                  <a:cubicBezTo>
                    <a:pt x="3559192" y="677919"/>
                    <a:pt x="3478628" y="569872"/>
                    <a:pt x="3478628" y="428153"/>
                  </a:cubicBezTo>
                  <a:cubicBezTo>
                    <a:pt x="3478628" y="274190"/>
                    <a:pt x="3573455" y="176302"/>
                    <a:pt x="3691727" y="176302"/>
                  </a:cubicBezTo>
                  <a:cubicBezTo>
                    <a:pt x="3818141" y="176302"/>
                    <a:pt x="3895644" y="287411"/>
                    <a:pt x="3895644" y="426069"/>
                  </a:cubicBezTo>
                  <a:close/>
                  <a:moveTo>
                    <a:pt x="3604000" y="374162"/>
                  </a:moveTo>
                  <a:lnTo>
                    <a:pt x="3775287" y="374162"/>
                  </a:lnTo>
                  <a:cubicBezTo>
                    <a:pt x="3771184" y="320105"/>
                    <a:pt x="3736536" y="283438"/>
                    <a:pt x="3687624" y="283438"/>
                  </a:cubicBezTo>
                  <a:cubicBezTo>
                    <a:pt x="3629530" y="283438"/>
                    <a:pt x="3607061" y="334433"/>
                    <a:pt x="3604000" y="374162"/>
                  </a:cubicBezTo>
                  <a:close/>
                  <a:moveTo>
                    <a:pt x="4579686" y="1638365"/>
                  </a:moveTo>
                  <a:lnTo>
                    <a:pt x="4455291" y="1638365"/>
                  </a:lnTo>
                  <a:lnTo>
                    <a:pt x="4455291" y="1606778"/>
                  </a:lnTo>
                  <a:cubicBezTo>
                    <a:pt x="4414521" y="1636346"/>
                    <a:pt x="4390032" y="1648590"/>
                    <a:pt x="4346201" y="1648590"/>
                  </a:cubicBezTo>
                  <a:cubicBezTo>
                    <a:pt x="4207543" y="1648590"/>
                    <a:pt x="4148406" y="1528299"/>
                    <a:pt x="4148406" y="1393678"/>
                  </a:cubicBezTo>
                  <a:cubicBezTo>
                    <a:pt x="4148406" y="1247856"/>
                    <a:pt x="4217703" y="1146973"/>
                    <a:pt x="4343140" y="1146973"/>
                  </a:cubicBezTo>
                  <a:cubicBezTo>
                    <a:pt x="4384952" y="1146973"/>
                    <a:pt x="4424681" y="1158175"/>
                    <a:pt x="4455291" y="1185724"/>
                  </a:cubicBezTo>
                  <a:lnTo>
                    <a:pt x="4455291" y="1031761"/>
                  </a:lnTo>
                  <a:lnTo>
                    <a:pt x="4579686" y="969564"/>
                  </a:lnTo>
                  <a:lnTo>
                    <a:pt x="4579686" y="1638365"/>
                  </a:lnTo>
                  <a:close/>
                  <a:moveTo>
                    <a:pt x="4455356" y="1489547"/>
                  </a:moveTo>
                  <a:lnTo>
                    <a:pt x="4455356" y="1306016"/>
                  </a:lnTo>
                  <a:cubicBezTo>
                    <a:pt x="4428849" y="1277490"/>
                    <a:pt x="4403384" y="1264204"/>
                    <a:pt x="4368670" y="1264204"/>
                  </a:cubicBezTo>
                  <a:cubicBezTo>
                    <a:pt x="4296313" y="1264204"/>
                    <a:pt x="4278924" y="1321321"/>
                    <a:pt x="4278924" y="1389575"/>
                  </a:cubicBezTo>
                  <a:cubicBezTo>
                    <a:pt x="4278924" y="1467078"/>
                    <a:pt x="4301328" y="1531294"/>
                    <a:pt x="4371731" y="1531294"/>
                  </a:cubicBezTo>
                  <a:cubicBezTo>
                    <a:pt x="4406380" y="1531294"/>
                    <a:pt x="4430868" y="1515989"/>
                    <a:pt x="4455356" y="1489482"/>
                  </a:cubicBezTo>
                  <a:close/>
                  <a:moveTo>
                    <a:pt x="3945532" y="1157198"/>
                  </a:moveTo>
                  <a:lnTo>
                    <a:pt x="3945532" y="1638430"/>
                  </a:lnTo>
                  <a:lnTo>
                    <a:pt x="4069927" y="1638430"/>
                  </a:lnTo>
                  <a:lnTo>
                    <a:pt x="4069927" y="1157198"/>
                  </a:lnTo>
                  <a:lnTo>
                    <a:pt x="3945532" y="1157198"/>
                  </a:lnTo>
                  <a:close/>
                  <a:moveTo>
                    <a:pt x="3873175" y="985911"/>
                  </a:moveTo>
                  <a:lnTo>
                    <a:pt x="3873175" y="1085817"/>
                  </a:lnTo>
                  <a:cubicBezTo>
                    <a:pt x="3854809" y="1079695"/>
                    <a:pt x="3830386" y="1076634"/>
                    <a:pt x="3812019" y="1076634"/>
                  </a:cubicBezTo>
                  <a:cubicBezTo>
                    <a:pt x="3776329" y="1076634"/>
                    <a:pt x="3760047" y="1087836"/>
                    <a:pt x="3760047" y="1118447"/>
                  </a:cubicBezTo>
                  <a:lnTo>
                    <a:pt x="3760047" y="1157198"/>
                  </a:lnTo>
                  <a:lnTo>
                    <a:pt x="3863015" y="1157198"/>
                  </a:lnTo>
                  <a:lnTo>
                    <a:pt x="3863015" y="1273452"/>
                  </a:lnTo>
                  <a:lnTo>
                    <a:pt x="3760047" y="1273452"/>
                  </a:lnTo>
                  <a:lnTo>
                    <a:pt x="3760047" y="1638430"/>
                  </a:lnTo>
                  <a:lnTo>
                    <a:pt x="3635652" y="1638430"/>
                  </a:lnTo>
                  <a:lnTo>
                    <a:pt x="3635652" y="1273452"/>
                  </a:lnTo>
                  <a:lnTo>
                    <a:pt x="3568375" y="1273452"/>
                  </a:lnTo>
                  <a:lnTo>
                    <a:pt x="3568375" y="1157198"/>
                  </a:lnTo>
                  <a:lnTo>
                    <a:pt x="3635652" y="1157198"/>
                  </a:lnTo>
                  <a:lnTo>
                    <a:pt x="3635652" y="1099104"/>
                  </a:lnTo>
                  <a:cubicBezTo>
                    <a:pt x="3635652" y="1009357"/>
                    <a:pt x="3691727" y="972690"/>
                    <a:pt x="3782451" y="972690"/>
                  </a:cubicBezTo>
                  <a:cubicBezTo>
                    <a:pt x="3808958" y="972690"/>
                    <a:pt x="3847710" y="975751"/>
                    <a:pt x="3873175" y="985976"/>
                  </a:cubicBezTo>
                  <a:close/>
                  <a:moveTo>
                    <a:pt x="3507154" y="1638365"/>
                  </a:moveTo>
                  <a:lnTo>
                    <a:pt x="3382759" y="1638365"/>
                  </a:lnTo>
                  <a:lnTo>
                    <a:pt x="3382759" y="1376355"/>
                  </a:lnTo>
                  <a:cubicBezTo>
                    <a:pt x="3382759" y="1309077"/>
                    <a:pt x="3367454" y="1264204"/>
                    <a:pt x="3300177" y="1264204"/>
                  </a:cubicBezTo>
                  <a:cubicBezTo>
                    <a:pt x="3236937" y="1264204"/>
                    <a:pt x="3216552" y="1301913"/>
                    <a:pt x="3216552" y="1373293"/>
                  </a:cubicBezTo>
                  <a:lnTo>
                    <a:pt x="3216552" y="1638365"/>
                  </a:lnTo>
                  <a:lnTo>
                    <a:pt x="3092157" y="1638365"/>
                  </a:lnTo>
                  <a:lnTo>
                    <a:pt x="3092157" y="1157133"/>
                  </a:lnTo>
                  <a:lnTo>
                    <a:pt x="3216552" y="1157133"/>
                  </a:lnTo>
                  <a:lnTo>
                    <a:pt x="3216552" y="1189762"/>
                  </a:lnTo>
                  <a:cubicBezTo>
                    <a:pt x="3242017" y="1164297"/>
                    <a:pt x="3279792" y="1146973"/>
                    <a:pt x="3333783" y="1146973"/>
                  </a:cubicBezTo>
                  <a:cubicBezTo>
                    <a:pt x="3464300" y="1146973"/>
                    <a:pt x="3507089" y="1247922"/>
                    <a:pt x="3507089" y="1366195"/>
                  </a:cubicBezTo>
                  <a:lnTo>
                    <a:pt x="3507089" y="1638430"/>
                  </a:lnTo>
                  <a:close/>
                  <a:moveTo>
                    <a:pt x="2792437" y="1146973"/>
                  </a:moveTo>
                  <a:cubicBezTo>
                    <a:pt x="2653779" y="1146973"/>
                    <a:pt x="2567094" y="1256063"/>
                    <a:pt x="2567094" y="1397782"/>
                  </a:cubicBezTo>
                  <a:cubicBezTo>
                    <a:pt x="2567094" y="1546665"/>
                    <a:pt x="2661920" y="1648590"/>
                    <a:pt x="2792437" y="1648590"/>
                  </a:cubicBezTo>
                  <a:cubicBezTo>
                    <a:pt x="2922954" y="1648590"/>
                    <a:pt x="3017781" y="1546665"/>
                    <a:pt x="3017781" y="1397782"/>
                  </a:cubicBezTo>
                  <a:cubicBezTo>
                    <a:pt x="3017781" y="1248899"/>
                    <a:pt x="2931095" y="1146973"/>
                    <a:pt x="2792437" y="1146973"/>
                  </a:cubicBezTo>
                  <a:close/>
                  <a:moveTo>
                    <a:pt x="2792437" y="1528299"/>
                  </a:moveTo>
                  <a:cubicBezTo>
                    <a:pt x="2712916" y="1528299"/>
                    <a:pt x="2695592" y="1451838"/>
                    <a:pt x="2695592" y="1397782"/>
                  </a:cubicBezTo>
                  <a:cubicBezTo>
                    <a:pt x="2695592" y="1323340"/>
                    <a:pt x="2726202" y="1266288"/>
                    <a:pt x="2792437" y="1266288"/>
                  </a:cubicBezTo>
                  <a:cubicBezTo>
                    <a:pt x="2858673" y="1266288"/>
                    <a:pt x="2889283" y="1323405"/>
                    <a:pt x="2889283" y="1397782"/>
                  </a:cubicBezTo>
                  <a:cubicBezTo>
                    <a:pt x="2889283" y="1451838"/>
                    <a:pt x="2871959" y="1528299"/>
                    <a:pt x="2792437" y="1528299"/>
                  </a:cubicBezTo>
                  <a:close/>
                  <a:moveTo>
                    <a:pt x="2446802" y="1467143"/>
                  </a:moveTo>
                  <a:lnTo>
                    <a:pt x="2526323" y="1542561"/>
                  </a:lnTo>
                  <a:cubicBezTo>
                    <a:pt x="2485553" y="1594534"/>
                    <a:pt x="2429478" y="1648590"/>
                    <a:pt x="2334651" y="1648590"/>
                  </a:cubicBezTo>
                  <a:cubicBezTo>
                    <a:pt x="2203157" y="1648590"/>
                    <a:pt x="2106246" y="1543604"/>
                    <a:pt x="2106246" y="1398823"/>
                  </a:cubicBezTo>
                  <a:cubicBezTo>
                    <a:pt x="2106246" y="1266288"/>
                    <a:pt x="2186810" y="1146973"/>
                    <a:pt x="2336670" y="1146973"/>
                  </a:cubicBezTo>
                  <a:cubicBezTo>
                    <a:pt x="2422314" y="1146973"/>
                    <a:pt x="2481450" y="1185724"/>
                    <a:pt x="2525281" y="1250983"/>
                  </a:cubicBezTo>
                  <a:lnTo>
                    <a:pt x="2443741" y="1333565"/>
                  </a:lnTo>
                  <a:cubicBezTo>
                    <a:pt x="2415215" y="1295856"/>
                    <a:pt x="2384604" y="1266288"/>
                    <a:pt x="2335693" y="1266288"/>
                  </a:cubicBezTo>
                  <a:cubicBezTo>
                    <a:pt x="2269393" y="1266288"/>
                    <a:pt x="2234744" y="1322363"/>
                    <a:pt x="2234744" y="1396804"/>
                  </a:cubicBezTo>
                  <a:cubicBezTo>
                    <a:pt x="2234744" y="1466101"/>
                    <a:pt x="2265355" y="1528299"/>
                    <a:pt x="2336670" y="1528299"/>
                  </a:cubicBezTo>
                  <a:cubicBezTo>
                    <a:pt x="2380501" y="1528299"/>
                    <a:pt x="2417234" y="1504852"/>
                    <a:pt x="2446802" y="1467143"/>
                  </a:cubicBezTo>
                  <a:close/>
                  <a:moveTo>
                    <a:pt x="1803530" y="1638365"/>
                  </a:moveTo>
                  <a:lnTo>
                    <a:pt x="1679135" y="1638365"/>
                  </a:lnTo>
                  <a:lnTo>
                    <a:pt x="1679135" y="1376355"/>
                  </a:lnTo>
                  <a:cubicBezTo>
                    <a:pt x="1679135" y="1309077"/>
                    <a:pt x="1663830" y="1264204"/>
                    <a:pt x="1596553" y="1264204"/>
                  </a:cubicBezTo>
                  <a:cubicBezTo>
                    <a:pt x="1533314" y="1264204"/>
                    <a:pt x="1511951" y="1301913"/>
                    <a:pt x="1511951" y="1373293"/>
                  </a:cubicBezTo>
                  <a:lnTo>
                    <a:pt x="1511951" y="1638365"/>
                  </a:lnTo>
                  <a:lnTo>
                    <a:pt x="1387557" y="1638365"/>
                  </a:lnTo>
                  <a:lnTo>
                    <a:pt x="1387557" y="1031761"/>
                  </a:lnTo>
                  <a:lnTo>
                    <a:pt x="1511951" y="969564"/>
                  </a:lnTo>
                  <a:lnTo>
                    <a:pt x="1511951" y="1189762"/>
                  </a:lnTo>
                  <a:cubicBezTo>
                    <a:pt x="1535398" y="1161236"/>
                    <a:pt x="1584309" y="1146973"/>
                    <a:pt x="1632243" y="1146973"/>
                  </a:cubicBezTo>
                  <a:cubicBezTo>
                    <a:pt x="1758657" y="1146973"/>
                    <a:pt x="1803530" y="1246880"/>
                    <a:pt x="1803530" y="1366195"/>
                  </a:cubicBezTo>
                  <a:lnTo>
                    <a:pt x="1803530" y="1638430"/>
                  </a:lnTo>
                  <a:close/>
                  <a:moveTo>
                    <a:pt x="1311031" y="1493650"/>
                  </a:moveTo>
                  <a:lnTo>
                    <a:pt x="1292665" y="1619022"/>
                  </a:lnTo>
                  <a:cubicBezTo>
                    <a:pt x="1267200" y="1639407"/>
                    <a:pt x="1205979" y="1648590"/>
                    <a:pt x="1173350" y="1648590"/>
                  </a:cubicBezTo>
                  <a:cubicBezTo>
                    <a:pt x="1097931" y="1648590"/>
                    <a:pt x="1043875" y="1588412"/>
                    <a:pt x="1043875" y="1504852"/>
                  </a:cubicBezTo>
                  <a:lnTo>
                    <a:pt x="1043875" y="1273387"/>
                  </a:lnTo>
                  <a:lnTo>
                    <a:pt x="960250" y="1273387"/>
                  </a:lnTo>
                  <a:lnTo>
                    <a:pt x="960250" y="1157133"/>
                  </a:lnTo>
                  <a:lnTo>
                    <a:pt x="1043875" y="1157133"/>
                  </a:lnTo>
                  <a:lnTo>
                    <a:pt x="1043875" y="1031761"/>
                  </a:lnTo>
                  <a:lnTo>
                    <a:pt x="1168270" y="969564"/>
                  </a:lnTo>
                  <a:lnTo>
                    <a:pt x="1168270" y="1157133"/>
                  </a:lnTo>
                  <a:lnTo>
                    <a:pt x="1308947" y="1157133"/>
                  </a:lnTo>
                  <a:lnTo>
                    <a:pt x="1308947" y="1273387"/>
                  </a:lnTo>
                  <a:lnTo>
                    <a:pt x="1168270" y="1273387"/>
                  </a:lnTo>
                  <a:lnTo>
                    <a:pt x="1168270" y="1471181"/>
                  </a:lnTo>
                  <a:cubicBezTo>
                    <a:pt x="1168270" y="1515012"/>
                    <a:pt x="1184552" y="1529275"/>
                    <a:pt x="1214120" y="1529275"/>
                  </a:cubicBezTo>
                  <a:cubicBezTo>
                    <a:pt x="1243688" y="1529275"/>
                    <a:pt x="1289539" y="1513970"/>
                    <a:pt x="1310966" y="1493585"/>
                  </a:cubicBezTo>
                  <a:close/>
                  <a:moveTo>
                    <a:pt x="767666" y="1157198"/>
                  </a:moveTo>
                  <a:lnTo>
                    <a:pt x="767666" y="1638430"/>
                  </a:lnTo>
                  <a:lnTo>
                    <a:pt x="892061" y="1638430"/>
                  </a:lnTo>
                  <a:lnTo>
                    <a:pt x="892061" y="1157198"/>
                  </a:lnTo>
                  <a:lnTo>
                    <a:pt x="767666" y="1157198"/>
                  </a:lnTo>
                  <a:close/>
                  <a:moveTo>
                    <a:pt x="702408" y="1157198"/>
                  </a:moveTo>
                  <a:lnTo>
                    <a:pt x="550529" y="1638430"/>
                  </a:lnTo>
                  <a:lnTo>
                    <a:pt x="436359" y="1638430"/>
                  </a:lnTo>
                  <a:lnTo>
                    <a:pt x="354819" y="1345809"/>
                  </a:lnTo>
                  <a:lnTo>
                    <a:pt x="272236" y="1638430"/>
                  </a:lnTo>
                  <a:lnTo>
                    <a:pt x="158066" y="1638430"/>
                  </a:lnTo>
                  <a:lnTo>
                    <a:pt x="7099" y="1157198"/>
                  </a:lnTo>
                  <a:lnTo>
                    <a:pt x="145757" y="1157198"/>
                  </a:lnTo>
                  <a:lnTo>
                    <a:pt x="218114" y="1436533"/>
                  </a:lnTo>
                  <a:lnTo>
                    <a:pt x="299655" y="1157198"/>
                  </a:lnTo>
                  <a:lnTo>
                    <a:pt x="412848" y="1157198"/>
                  </a:lnTo>
                  <a:lnTo>
                    <a:pt x="494388" y="1436533"/>
                  </a:lnTo>
                  <a:lnTo>
                    <a:pt x="567788" y="1157198"/>
                  </a:lnTo>
                  <a:lnTo>
                    <a:pt x="702343" y="1157198"/>
                  </a:lnTo>
                  <a:close/>
                  <a:moveTo>
                    <a:pt x="4436990" y="16282"/>
                  </a:moveTo>
                  <a:lnTo>
                    <a:pt x="4436990" y="115147"/>
                  </a:lnTo>
                  <a:cubicBezTo>
                    <a:pt x="4409441" y="107983"/>
                    <a:pt x="4391139" y="104921"/>
                    <a:pt x="4374792" y="104921"/>
                  </a:cubicBezTo>
                  <a:cubicBezTo>
                    <a:pt x="4332003" y="104921"/>
                    <a:pt x="4322820" y="120227"/>
                    <a:pt x="4322820" y="144715"/>
                  </a:cubicBezTo>
                  <a:lnTo>
                    <a:pt x="4322820" y="186527"/>
                  </a:lnTo>
                  <a:lnTo>
                    <a:pt x="4404361" y="186527"/>
                  </a:lnTo>
                  <a:lnTo>
                    <a:pt x="4404361" y="302781"/>
                  </a:lnTo>
                  <a:lnTo>
                    <a:pt x="4322820" y="302781"/>
                  </a:lnTo>
                  <a:lnTo>
                    <a:pt x="4322820" y="667759"/>
                  </a:lnTo>
                  <a:lnTo>
                    <a:pt x="4202528" y="667759"/>
                  </a:lnTo>
                  <a:lnTo>
                    <a:pt x="4202528" y="302781"/>
                  </a:lnTo>
                  <a:lnTo>
                    <a:pt x="4143392" y="302781"/>
                  </a:lnTo>
                  <a:lnTo>
                    <a:pt x="4143392" y="186527"/>
                  </a:lnTo>
                  <a:lnTo>
                    <a:pt x="4202528" y="186527"/>
                  </a:lnTo>
                  <a:lnTo>
                    <a:pt x="4202528" y="128433"/>
                  </a:lnTo>
                  <a:cubicBezTo>
                    <a:pt x="4202528" y="44808"/>
                    <a:pt x="4246360" y="2019"/>
                    <a:pt x="4348350" y="2019"/>
                  </a:cubicBezTo>
                  <a:cubicBezTo>
                    <a:pt x="4380980" y="2019"/>
                    <a:pt x="4407487" y="8141"/>
                    <a:pt x="4437055" y="16282"/>
                  </a:cubicBezTo>
                  <a:close/>
                  <a:moveTo>
                    <a:pt x="2957602" y="527083"/>
                  </a:moveTo>
                  <a:lnTo>
                    <a:pt x="2940278" y="649458"/>
                  </a:lnTo>
                  <a:cubicBezTo>
                    <a:pt x="2915790" y="668802"/>
                    <a:pt x="2873001" y="677984"/>
                    <a:pt x="2843433" y="677984"/>
                  </a:cubicBezTo>
                  <a:cubicBezTo>
                    <a:pt x="2770033" y="677984"/>
                    <a:pt x="2712916" y="622951"/>
                    <a:pt x="2712916" y="535224"/>
                  </a:cubicBezTo>
                  <a:lnTo>
                    <a:pt x="2712916" y="301739"/>
                  </a:lnTo>
                  <a:lnTo>
                    <a:pt x="2629291" y="301739"/>
                  </a:lnTo>
                  <a:lnTo>
                    <a:pt x="2629291" y="186527"/>
                  </a:lnTo>
                  <a:lnTo>
                    <a:pt x="2712916" y="186527"/>
                  </a:lnTo>
                  <a:lnTo>
                    <a:pt x="2712916" y="61155"/>
                  </a:lnTo>
                  <a:lnTo>
                    <a:pt x="2833208" y="0"/>
                  </a:lnTo>
                  <a:lnTo>
                    <a:pt x="2833208" y="186592"/>
                  </a:lnTo>
                  <a:lnTo>
                    <a:pt x="2945358" y="186592"/>
                  </a:lnTo>
                  <a:lnTo>
                    <a:pt x="2945358" y="301804"/>
                  </a:lnTo>
                  <a:lnTo>
                    <a:pt x="2833208" y="301804"/>
                  </a:lnTo>
                  <a:lnTo>
                    <a:pt x="2833208" y="503701"/>
                  </a:lnTo>
                  <a:cubicBezTo>
                    <a:pt x="2833208" y="545514"/>
                    <a:pt x="2850532" y="560819"/>
                    <a:pt x="2880100" y="560819"/>
                  </a:cubicBezTo>
                  <a:cubicBezTo>
                    <a:pt x="2909668" y="560819"/>
                    <a:pt x="2938194" y="545514"/>
                    <a:pt x="2957602" y="527148"/>
                  </a:cubicBezTo>
                  <a:close/>
                  <a:moveTo>
                    <a:pt x="2397891" y="426134"/>
                  </a:moveTo>
                  <a:cubicBezTo>
                    <a:pt x="2397891" y="441439"/>
                    <a:pt x="2396849" y="460782"/>
                    <a:pt x="2395872" y="467946"/>
                  </a:cubicBezTo>
                  <a:lnTo>
                    <a:pt x="2114453" y="467946"/>
                  </a:lnTo>
                  <a:cubicBezTo>
                    <a:pt x="2119533" y="535224"/>
                    <a:pt x="2166425" y="562773"/>
                    <a:pt x="2218462" y="562773"/>
                  </a:cubicBezTo>
                  <a:cubicBezTo>
                    <a:pt x="2249073" y="562773"/>
                    <a:pt x="2276557" y="553590"/>
                    <a:pt x="2301045" y="529102"/>
                  </a:cubicBezTo>
                  <a:lnTo>
                    <a:pt x="2386689" y="601459"/>
                  </a:lnTo>
                  <a:cubicBezTo>
                    <a:pt x="2346895" y="654473"/>
                    <a:pt x="2274538" y="677919"/>
                    <a:pt x="2210321" y="677919"/>
                  </a:cubicBezTo>
                  <a:cubicBezTo>
                    <a:pt x="2072705" y="677919"/>
                    <a:pt x="1991100" y="569872"/>
                    <a:pt x="1991100" y="429130"/>
                  </a:cubicBezTo>
                  <a:cubicBezTo>
                    <a:pt x="1991100" y="288388"/>
                    <a:pt x="2079804" y="176302"/>
                    <a:pt x="2205176" y="176302"/>
                  </a:cubicBezTo>
                  <a:cubicBezTo>
                    <a:pt x="2339731" y="176302"/>
                    <a:pt x="2397891" y="298678"/>
                    <a:pt x="2397891" y="426069"/>
                  </a:cubicBezTo>
                  <a:close/>
                  <a:moveTo>
                    <a:pt x="2116472" y="374162"/>
                  </a:moveTo>
                  <a:lnTo>
                    <a:pt x="2287759" y="374162"/>
                  </a:lnTo>
                  <a:cubicBezTo>
                    <a:pt x="2282679" y="320105"/>
                    <a:pt x="2251027" y="283438"/>
                    <a:pt x="2199054" y="283438"/>
                  </a:cubicBezTo>
                  <a:cubicBezTo>
                    <a:pt x="2144021" y="283438"/>
                    <a:pt x="2119533" y="334433"/>
                    <a:pt x="2116472" y="374162"/>
                  </a:cubicBezTo>
                  <a:close/>
                  <a:moveTo>
                    <a:pt x="1933982" y="428218"/>
                  </a:moveTo>
                  <a:cubicBezTo>
                    <a:pt x="1933982" y="551571"/>
                    <a:pt x="1882987" y="677984"/>
                    <a:pt x="1746413" y="677984"/>
                  </a:cubicBezTo>
                  <a:cubicBezTo>
                    <a:pt x="1693399" y="677984"/>
                    <a:pt x="1660769" y="658642"/>
                    <a:pt x="1639342" y="638191"/>
                  </a:cubicBezTo>
                  <a:lnTo>
                    <a:pt x="1639342" y="784990"/>
                  </a:lnTo>
                  <a:lnTo>
                    <a:pt x="1519050" y="845169"/>
                  </a:lnTo>
                  <a:lnTo>
                    <a:pt x="1519050" y="186527"/>
                  </a:lnTo>
                  <a:lnTo>
                    <a:pt x="1639342" y="186527"/>
                  </a:lnTo>
                  <a:lnTo>
                    <a:pt x="1639342" y="219157"/>
                  </a:lnTo>
                  <a:cubicBezTo>
                    <a:pt x="1670929" y="190630"/>
                    <a:pt x="1703559" y="176367"/>
                    <a:pt x="1748432" y="176367"/>
                  </a:cubicBezTo>
                  <a:cubicBezTo>
                    <a:pt x="1877907" y="176367"/>
                    <a:pt x="1933982" y="298743"/>
                    <a:pt x="1933982" y="428218"/>
                  </a:cubicBezTo>
                  <a:close/>
                  <a:moveTo>
                    <a:pt x="1809587" y="434340"/>
                  </a:moveTo>
                  <a:cubicBezTo>
                    <a:pt x="1809587" y="364002"/>
                    <a:pt x="1791221" y="292621"/>
                    <a:pt x="1718864" y="292621"/>
                  </a:cubicBezTo>
                  <a:cubicBezTo>
                    <a:pt x="1685193" y="292621"/>
                    <a:pt x="1658685" y="307926"/>
                    <a:pt x="1639342" y="335410"/>
                  </a:cubicBezTo>
                  <a:lnTo>
                    <a:pt x="1639342" y="518942"/>
                  </a:lnTo>
                  <a:cubicBezTo>
                    <a:pt x="1658685" y="546491"/>
                    <a:pt x="1691315" y="562773"/>
                    <a:pt x="1726028" y="562773"/>
                  </a:cubicBezTo>
                  <a:cubicBezTo>
                    <a:pt x="1793305" y="562773"/>
                    <a:pt x="1809652" y="501618"/>
                    <a:pt x="1809652" y="434340"/>
                  </a:cubicBezTo>
                  <a:close/>
                  <a:moveTo>
                    <a:pt x="1435426" y="667825"/>
                  </a:moveTo>
                  <a:lnTo>
                    <a:pt x="1315134" y="667825"/>
                  </a:lnTo>
                  <a:lnTo>
                    <a:pt x="1315134" y="634153"/>
                  </a:lnTo>
                  <a:cubicBezTo>
                    <a:pt x="1286608" y="662680"/>
                    <a:pt x="1249876" y="677984"/>
                    <a:pt x="1202983" y="677984"/>
                  </a:cubicBezTo>
                  <a:cubicBezTo>
                    <a:pt x="1108157" y="677984"/>
                    <a:pt x="1033715" y="616829"/>
                    <a:pt x="1033715" y="510800"/>
                  </a:cubicBezTo>
                  <a:cubicBezTo>
                    <a:pt x="1033715" y="404772"/>
                    <a:pt x="1106072" y="348696"/>
                    <a:pt x="1221284" y="348696"/>
                  </a:cubicBezTo>
                  <a:cubicBezTo>
                    <a:pt x="1251894" y="348696"/>
                    <a:pt x="1283482" y="352799"/>
                    <a:pt x="1315069" y="368040"/>
                  </a:cubicBezTo>
                  <a:lnTo>
                    <a:pt x="1315069" y="342574"/>
                  </a:lnTo>
                  <a:cubicBezTo>
                    <a:pt x="1315069" y="297701"/>
                    <a:pt x="1285501" y="279335"/>
                    <a:pt x="1232486" y="279335"/>
                  </a:cubicBezTo>
                  <a:cubicBezTo>
                    <a:pt x="1194777" y="279335"/>
                    <a:pt x="1159087" y="288518"/>
                    <a:pt x="1121378" y="310922"/>
                  </a:cubicBezTo>
                  <a:lnTo>
                    <a:pt x="1073443" y="225278"/>
                  </a:lnTo>
                  <a:cubicBezTo>
                    <a:pt x="1125416" y="192649"/>
                    <a:pt x="1175369" y="176367"/>
                    <a:pt x="1239650" y="176367"/>
                  </a:cubicBezTo>
                  <a:cubicBezTo>
                    <a:pt x="1360984" y="176367"/>
                    <a:pt x="1435426" y="235503"/>
                    <a:pt x="1435426" y="344593"/>
                  </a:cubicBezTo>
                  <a:lnTo>
                    <a:pt x="1435426" y="667759"/>
                  </a:lnTo>
                  <a:close/>
                  <a:moveTo>
                    <a:pt x="1315134" y="527083"/>
                  </a:moveTo>
                  <a:lnTo>
                    <a:pt x="1315134" y="465927"/>
                  </a:lnTo>
                  <a:cubicBezTo>
                    <a:pt x="1290646" y="450622"/>
                    <a:pt x="1259059" y="445542"/>
                    <a:pt x="1234570" y="445542"/>
                  </a:cubicBezTo>
                  <a:cubicBezTo>
                    <a:pt x="1181556" y="445542"/>
                    <a:pt x="1156091" y="468988"/>
                    <a:pt x="1156091" y="507740"/>
                  </a:cubicBezTo>
                  <a:cubicBezTo>
                    <a:pt x="1156091" y="544472"/>
                    <a:pt x="1179537" y="574040"/>
                    <a:pt x="1224410" y="574040"/>
                  </a:cubicBezTo>
                  <a:cubicBezTo>
                    <a:pt x="1247857" y="574040"/>
                    <a:pt x="1288627" y="565899"/>
                    <a:pt x="1315134" y="527148"/>
                  </a:cubicBezTo>
                  <a:close/>
                  <a:moveTo>
                    <a:pt x="967480" y="667825"/>
                  </a:moveTo>
                  <a:lnTo>
                    <a:pt x="847188" y="667825"/>
                  </a:lnTo>
                  <a:lnTo>
                    <a:pt x="847188" y="405814"/>
                  </a:lnTo>
                  <a:cubicBezTo>
                    <a:pt x="847188" y="340555"/>
                    <a:pt x="832925" y="292621"/>
                    <a:pt x="765647" y="292621"/>
                  </a:cubicBezTo>
                  <a:cubicBezTo>
                    <a:pt x="698370" y="292621"/>
                    <a:pt x="683065" y="336452"/>
                    <a:pt x="683065" y="402753"/>
                  </a:cubicBezTo>
                  <a:lnTo>
                    <a:pt x="683065" y="667825"/>
                  </a:lnTo>
                  <a:lnTo>
                    <a:pt x="562773" y="667825"/>
                  </a:lnTo>
                  <a:lnTo>
                    <a:pt x="562773" y="61221"/>
                  </a:lnTo>
                  <a:lnTo>
                    <a:pt x="683065" y="65"/>
                  </a:lnTo>
                  <a:lnTo>
                    <a:pt x="683065" y="220264"/>
                  </a:lnTo>
                  <a:cubicBezTo>
                    <a:pt x="709572" y="193756"/>
                    <a:pt x="742201" y="176432"/>
                    <a:pt x="796258" y="176432"/>
                  </a:cubicBezTo>
                  <a:cubicBezTo>
                    <a:pt x="923713" y="176432"/>
                    <a:pt x="967545" y="274320"/>
                    <a:pt x="967545" y="396631"/>
                  </a:cubicBezTo>
                  <a:lnTo>
                    <a:pt x="967545" y="667825"/>
                  </a:lnTo>
                  <a:close/>
                  <a:moveTo>
                    <a:pt x="496472" y="475110"/>
                  </a:moveTo>
                  <a:cubicBezTo>
                    <a:pt x="496472" y="619890"/>
                    <a:pt x="386341" y="677984"/>
                    <a:pt x="255889" y="677984"/>
                  </a:cubicBezTo>
                  <a:cubicBezTo>
                    <a:pt x="162104" y="677984"/>
                    <a:pt x="58094" y="648416"/>
                    <a:pt x="0" y="562773"/>
                  </a:cubicBezTo>
                  <a:lnTo>
                    <a:pt x="89747" y="483251"/>
                  </a:lnTo>
                  <a:cubicBezTo>
                    <a:pt x="131559" y="533205"/>
                    <a:pt x="191672" y="556651"/>
                    <a:pt x="252893" y="556651"/>
                  </a:cubicBezTo>
                  <a:cubicBezTo>
                    <a:pt x="325250" y="556651"/>
                    <a:pt x="367063" y="524022"/>
                    <a:pt x="367063" y="478171"/>
                  </a:cubicBezTo>
                  <a:cubicBezTo>
                    <a:pt x="367063" y="459805"/>
                    <a:pt x="359899" y="441439"/>
                    <a:pt x="329353" y="426199"/>
                  </a:cubicBezTo>
                  <a:cubicBezTo>
                    <a:pt x="306949" y="414997"/>
                    <a:pt x="279400" y="407833"/>
                    <a:pt x="225344" y="394612"/>
                  </a:cubicBezTo>
                  <a:cubicBezTo>
                    <a:pt x="191672" y="386471"/>
                    <a:pt x="122376" y="370124"/>
                    <a:pt x="79522" y="335475"/>
                  </a:cubicBezTo>
                  <a:cubicBezTo>
                    <a:pt x="36732" y="300827"/>
                    <a:pt x="24488" y="250874"/>
                    <a:pt x="24488" y="207042"/>
                  </a:cubicBezTo>
                  <a:cubicBezTo>
                    <a:pt x="24488" y="71445"/>
                    <a:pt x="140742" y="16412"/>
                    <a:pt x="254912" y="16412"/>
                  </a:cubicBezTo>
                  <a:cubicBezTo>
                    <a:pt x="353776" y="16412"/>
                    <a:pt x="425157" y="57182"/>
                    <a:pt x="482274" y="115277"/>
                  </a:cubicBezTo>
                  <a:lnTo>
                    <a:pt x="392528" y="202939"/>
                  </a:lnTo>
                  <a:cubicBezTo>
                    <a:pt x="350715" y="161127"/>
                    <a:pt x="309945" y="137681"/>
                    <a:pt x="246706" y="137681"/>
                  </a:cubicBezTo>
                  <a:cubicBezTo>
                    <a:pt x="192649" y="137681"/>
                    <a:pt x="152921" y="155005"/>
                    <a:pt x="152921" y="199878"/>
                  </a:cubicBezTo>
                  <a:cubicBezTo>
                    <a:pt x="152921" y="219221"/>
                    <a:pt x="160085" y="232508"/>
                    <a:pt x="179428" y="243710"/>
                  </a:cubicBezTo>
                  <a:cubicBezTo>
                    <a:pt x="201832" y="255954"/>
                    <a:pt x="233485" y="265137"/>
                    <a:pt x="282396" y="277381"/>
                  </a:cubicBezTo>
                  <a:cubicBezTo>
                    <a:pt x="340490" y="292686"/>
                    <a:pt x="394547" y="305907"/>
                    <a:pt x="438378" y="341598"/>
                  </a:cubicBezTo>
                  <a:cubicBezTo>
                    <a:pt x="477129" y="373185"/>
                    <a:pt x="496472" y="414997"/>
                    <a:pt x="496472" y="475176"/>
                  </a:cubicBezTo>
                  <a:close/>
                  <a:moveTo>
                    <a:pt x="6100885" y="208996"/>
                  </a:moveTo>
                  <a:lnTo>
                    <a:pt x="6051778" y="329288"/>
                  </a:lnTo>
                  <a:cubicBezTo>
                    <a:pt x="6033413" y="311964"/>
                    <a:pt x="6011985" y="299720"/>
                    <a:pt x="5982482" y="299720"/>
                  </a:cubicBezTo>
                  <a:cubicBezTo>
                    <a:pt x="5925365" y="299720"/>
                    <a:pt x="5911232" y="347654"/>
                    <a:pt x="5911232" y="405749"/>
                  </a:cubicBezTo>
                  <a:lnTo>
                    <a:pt x="5911232" y="667759"/>
                  </a:lnTo>
                  <a:lnTo>
                    <a:pt x="5790940" y="667759"/>
                  </a:lnTo>
                  <a:lnTo>
                    <a:pt x="5790940" y="186527"/>
                  </a:lnTo>
                  <a:lnTo>
                    <a:pt x="5911232" y="186527"/>
                  </a:lnTo>
                  <a:lnTo>
                    <a:pt x="5911232" y="220198"/>
                  </a:lnTo>
                  <a:cubicBezTo>
                    <a:pt x="5938781" y="192649"/>
                    <a:pt x="5973429" y="176367"/>
                    <a:pt x="6012181" y="176367"/>
                  </a:cubicBezTo>
                  <a:cubicBezTo>
                    <a:pt x="6045852" y="176367"/>
                    <a:pt x="6075420" y="186592"/>
                    <a:pt x="6100885" y="208996"/>
                  </a:cubicBezTo>
                  <a:close/>
                </a:path>
              </a:pathLst>
            </a:custGeom>
            <a:solidFill>
              <a:srgbClr val="FFFFFF"/>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grpSp>
    </p:spTree>
    <p:extLst>
      <p:ext uri="{BB962C8B-B14F-4D97-AF65-F5344CB8AC3E}">
        <p14:creationId xmlns:p14="http://schemas.microsoft.com/office/powerpoint/2010/main" val="92790791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Title Slide Frame Yellow">
    <p:bg>
      <p:bgPr>
        <a:solidFill>
          <a:schemeClr val="tx1"/>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E4089FD7-604E-6D50-B8E8-386FF8CEA917}"/>
              </a:ext>
              <a:ext uri="{C183D7F6-B498-43B3-948B-1728B52AA6E4}">
                <adec:decorative xmlns:adec="http://schemas.microsoft.com/office/drawing/2017/decorative" val="1"/>
              </a:ext>
            </a:extLst>
          </p:cNvPr>
          <p:cNvSpPr/>
          <p:nvPr userDrawn="1"/>
        </p:nvSpPr>
        <p:spPr>
          <a:xfrm>
            <a:off x="0" y="0"/>
            <a:ext cx="9938084" cy="6858000"/>
          </a:xfrm>
          <a:prstGeom prst="rect">
            <a:avLst/>
          </a:prstGeom>
          <a:gradFill flip="none" rotWithShape="1">
            <a:gsLst>
              <a:gs pos="0">
                <a:schemeClr val="tx1">
                  <a:alpha val="80000"/>
                </a:schemeClr>
              </a:gs>
              <a:gs pos="100000">
                <a:schemeClr val="tx1">
                  <a:alpha val="0"/>
                </a:schemeClr>
              </a:gs>
            </a:gsLst>
            <a:lin ang="0" scaled="0"/>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endParaRPr lang="en-US" sz="1200" b="1">
              <a:solidFill>
                <a:schemeClr val="tx1"/>
              </a:solidFill>
            </a:endParaRPr>
          </a:p>
        </p:txBody>
      </p:sp>
      <p:grpSp>
        <p:nvGrpSpPr>
          <p:cNvPr id="9" name="Group 8">
            <a:extLst>
              <a:ext uri="{FF2B5EF4-FFF2-40B4-BE49-F238E27FC236}">
                <a16:creationId xmlns:a16="http://schemas.microsoft.com/office/drawing/2014/main" id="{316936F3-C182-891A-97A0-CF098568C803}"/>
              </a:ext>
            </a:extLst>
          </p:cNvPr>
          <p:cNvGrpSpPr/>
          <p:nvPr userDrawn="1"/>
        </p:nvGrpSpPr>
        <p:grpSpPr>
          <a:xfrm>
            <a:off x="485775" y="6164633"/>
            <a:ext cx="4940935" cy="318770"/>
            <a:chOff x="485775" y="6164633"/>
            <a:chExt cx="4940935" cy="318770"/>
          </a:xfrm>
        </p:grpSpPr>
        <p:sp>
          <p:nvSpPr>
            <p:cNvPr id="24" name="Freeform 23">
              <a:extLst>
                <a:ext uri="{FF2B5EF4-FFF2-40B4-BE49-F238E27FC236}">
                  <a16:creationId xmlns:a16="http://schemas.microsoft.com/office/drawing/2014/main" id="{BDF3ED9A-57E4-25C5-BC4E-AC1C77798191}"/>
                </a:ext>
              </a:extLst>
            </p:cNvPr>
            <p:cNvSpPr/>
            <p:nvPr userDrawn="1"/>
          </p:nvSpPr>
          <p:spPr>
            <a:xfrm>
              <a:off x="485775" y="6164633"/>
              <a:ext cx="405765" cy="81280"/>
            </a:xfrm>
            <a:custGeom>
              <a:avLst/>
              <a:gdLst>
                <a:gd name="connsiteX0" fmla="*/ 324485 w 405765"/>
                <a:gd name="connsiteY0" fmla="*/ 0 h 81280"/>
                <a:gd name="connsiteX1" fmla="*/ 405765 w 405765"/>
                <a:gd name="connsiteY1" fmla="*/ 0 h 81280"/>
                <a:gd name="connsiteX2" fmla="*/ 405765 w 405765"/>
                <a:gd name="connsiteY2" fmla="*/ 81280 h 81280"/>
                <a:gd name="connsiteX3" fmla="*/ 324485 w 405765"/>
                <a:gd name="connsiteY3" fmla="*/ 81280 h 81280"/>
                <a:gd name="connsiteX4" fmla="*/ 161925 w 405765"/>
                <a:gd name="connsiteY4" fmla="*/ 0 h 81280"/>
                <a:gd name="connsiteX5" fmla="*/ 243205 w 405765"/>
                <a:gd name="connsiteY5" fmla="*/ 0 h 81280"/>
                <a:gd name="connsiteX6" fmla="*/ 243205 w 405765"/>
                <a:gd name="connsiteY6" fmla="*/ 81280 h 81280"/>
                <a:gd name="connsiteX7" fmla="*/ 161925 w 405765"/>
                <a:gd name="connsiteY7" fmla="*/ 81280 h 81280"/>
                <a:gd name="connsiteX8" fmla="*/ 0 w 405765"/>
                <a:gd name="connsiteY8" fmla="*/ 0 h 81280"/>
                <a:gd name="connsiteX9" fmla="*/ 81280 w 405765"/>
                <a:gd name="connsiteY9" fmla="*/ 0 h 81280"/>
                <a:gd name="connsiteX10" fmla="*/ 81280 w 405765"/>
                <a:gd name="connsiteY10" fmla="*/ 81280 h 81280"/>
                <a:gd name="connsiteX11" fmla="*/ 0 w 405765"/>
                <a:gd name="connsiteY11" fmla="*/ 81280 h 81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05765" h="81280">
                  <a:moveTo>
                    <a:pt x="324485" y="0"/>
                  </a:moveTo>
                  <a:lnTo>
                    <a:pt x="405765" y="0"/>
                  </a:lnTo>
                  <a:lnTo>
                    <a:pt x="405765" y="81280"/>
                  </a:lnTo>
                  <a:lnTo>
                    <a:pt x="324485" y="81280"/>
                  </a:lnTo>
                  <a:close/>
                  <a:moveTo>
                    <a:pt x="161925" y="0"/>
                  </a:moveTo>
                  <a:lnTo>
                    <a:pt x="243205" y="0"/>
                  </a:lnTo>
                  <a:lnTo>
                    <a:pt x="243205" y="81280"/>
                  </a:lnTo>
                  <a:lnTo>
                    <a:pt x="161925" y="81280"/>
                  </a:lnTo>
                  <a:close/>
                  <a:moveTo>
                    <a:pt x="0" y="0"/>
                  </a:moveTo>
                  <a:lnTo>
                    <a:pt x="81280" y="0"/>
                  </a:lnTo>
                  <a:lnTo>
                    <a:pt x="81280" y="81280"/>
                  </a:lnTo>
                  <a:lnTo>
                    <a:pt x="0" y="81280"/>
                  </a:lnTo>
                  <a:close/>
                </a:path>
              </a:pathLst>
            </a:custGeom>
            <a:solidFill>
              <a:srgbClr val="FFE600"/>
            </a:solidFill>
            <a:ln w="63500" cap="flat">
              <a:noFill/>
              <a:prstDash val="solid"/>
              <a:miter/>
            </a:ln>
          </p:spPr>
          <p:txBody>
            <a:bodyPr rtlCol="0" anchor="ctr"/>
            <a:lstStyle/>
            <a:p>
              <a:endParaRPr lang="en-US">
                <a:solidFill>
                  <a:schemeClr val="bg1"/>
                </a:solidFill>
              </a:endParaRPr>
            </a:p>
          </p:txBody>
        </p:sp>
        <p:sp>
          <p:nvSpPr>
            <p:cNvPr id="25" name="Freeform 24">
              <a:extLst>
                <a:ext uri="{FF2B5EF4-FFF2-40B4-BE49-F238E27FC236}">
                  <a16:creationId xmlns:a16="http://schemas.microsoft.com/office/drawing/2014/main" id="{F8AD9B21-63CE-8D03-9802-DB2391C6BC13}"/>
                </a:ext>
              </a:extLst>
            </p:cNvPr>
            <p:cNvSpPr/>
            <p:nvPr userDrawn="1"/>
          </p:nvSpPr>
          <p:spPr bwMode="black">
            <a:xfrm>
              <a:off x="485779" y="6344974"/>
              <a:ext cx="4940931" cy="138429"/>
            </a:xfrm>
            <a:custGeom>
              <a:avLst/>
              <a:gdLst>
                <a:gd name="connsiteX0" fmla="*/ 1032512 w 4940931"/>
                <a:gd name="connsiteY0" fmla="*/ 137477 h 138429"/>
                <a:gd name="connsiteX1" fmla="*/ 1032512 w 4940931"/>
                <a:gd name="connsiteY1" fmla="*/ 137794 h 138429"/>
                <a:gd name="connsiteX2" fmla="*/ 1030607 w 4940931"/>
                <a:gd name="connsiteY2" fmla="*/ 138429 h 138429"/>
                <a:gd name="connsiteX3" fmla="*/ 4929501 w 4940931"/>
                <a:gd name="connsiteY3" fmla="*/ 87629 h 138429"/>
                <a:gd name="connsiteX4" fmla="*/ 4933946 w 4940931"/>
                <a:gd name="connsiteY4" fmla="*/ 88264 h 138429"/>
                <a:gd name="connsiteX5" fmla="*/ 4937756 w 4940931"/>
                <a:gd name="connsiteY5" fmla="*/ 90804 h 138429"/>
                <a:gd name="connsiteX6" fmla="*/ 4940296 w 4940931"/>
                <a:gd name="connsiteY6" fmla="*/ 94614 h 138429"/>
                <a:gd name="connsiteX7" fmla="*/ 4940931 w 4940931"/>
                <a:gd name="connsiteY7" fmla="*/ 99059 h 138429"/>
                <a:gd name="connsiteX8" fmla="*/ 4940296 w 4940931"/>
                <a:gd name="connsiteY8" fmla="*/ 103504 h 138429"/>
                <a:gd name="connsiteX9" fmla="*/ 4937756 w 4940931"/>
                <a:gd name="connsiteY9" fmla="*/ 107314 h 138429"/>
                <a:gd name="connsiteX10" fmla="*/ 4933946 w 4940931"/>
                <a:gd name="connsiteY10" fmla="*/ 109854 h 138429"/>
                <a:gd name="connsiteX11" fmla="*/ 4929501 w 4940931"/>
                <a:gd name="connsiteY11" fmla="*/ 110489 h 138429"/>
                <a:gd name="connsiteX12" fmla="*/ 4925056 w 4940931"/>
                <a:gd name="connsiteY12" fmla="*/ 109854 h 138429"/>
                <a:gd name="connsiteX13" fmla="*/ 4921246 w 4940931"/>
                <a:gd name="connsiteY13" fmla="*/ 107314 h 138429"/>
                <a:gd name="connsiteX14" fmla="*/ 4918706 w 4940931"/>
                <a:gd name="connsiteY14" fmla="*/ 103504 h 138429"/>
                <a:gd name="connsiteX15" fmla="*/ 4918071 w 4940931"/>
                <a:gd name="connsiteY15" fmla="*/ 99059 h 138429"/>
                <a:gd name="connsiteX16" fmla="*/ 4918706 w 4940931"/>
                <a:gd name="connsiteY16" fmla="*/ 94614 h 138429"/>
                <a:gd name="connsiteX17" fmla="*/ 4921246 w 4940931"/>
                <a:gd name="connsiteY17" fmla="*/ 90804 h 138429"/>
                <a:gd name="connsiteX18" fmla="*/ 4925056 w 4940931"/>
                <a:gd name="connsiteY18" fmla="*/ 88264 h 138429"/>
                <a:gd name="connsiteX19" fmla="*/ 4929501 w 4940931"/>
                <a:gd name="connsiteY19" fmla="*/ 87629 h 138429"/>
                <a:gd name="connsiteX20" fmla="*/ 3079110 w 4940931"/>
                <a:gd name="connsiteY20" fmla="*/ 87629 h 138429"/>
                <a:gd name="connsiteX21" fmla="*/ 3083555 w 4940931"/>
                <a:gd name="connsiteY21" fmla="*/ 88264 h 138429"/>
                <a:gd name="connsiteX22" fmla="*/ 3087365 w 4940931"/>
                <a:gd name="connsiteY22" fmla="*/ 90804 h 138429"/>
                <a:gd name="connsiteX23" fmla="*/ 3089905 w 4940931"/>
                <a:gd name="connsiteY23" fmla="*/ 94614 h 138429"/>
                <a:gd name="connsiteX24" fmla="*/ 3090540 w 4940931"/>
                <a:gd name="connsiteY24" fmla="*/ 99059 h 138429"/>
                <a:gd name="connsiteX25" fmla="*/ 3089905 w 4940931"/>
                <a:gd name="connsiteY25" fmla="*/ 103504 h 138429"/>
                <a:gd name="connsiteX26" fmla="*/ 3087365 w 4940931"/>
                <a:gd name="connsiteY26" fmla="*/ 107314 h 138429"/>
                <a:gd name="connsiteX27" fmla="*/ 3083555 w 4940931"/>
                <a:gd name="connsiteY27" fmla="*/ 109854 h 138429"/>
                <a:gd name="connsiteX28" fmla="*/ 3079110 w 4940931"/>
                <a:gd name="connsiteY28" fmla="*/ 110489 h 138429"/>
                <a:gd name="connsiteX29" fmla="*/ 3074665 w 4940931"/>
                <a:gd name="connsiteY29" fmla="*/ 109854 h 138429"/>
                <a:gd name="connsiteX30" fmla="*/ 3070855 w 4940931"/>
                <a:gd name="connsiteY30" fmla="*/ 107314 h 138429"/>
                <a:gd name="connsiteX31" fmla="*/ 3068315 w 4940931"/>
                <a:gd name="connsiteY31" fmla="*/ 103504 h 138429"/>
                <a:gd name="connsiteX32" fmla="*/ 3067680 w 4940931"/>
                <a:gd name="connsiteY32" fmla="*/ 99059 h 138429"/>
                <a:gd name="connsiteX33" fmla="*/ 3068315 w 4940931"/>
                <a:gd name="connsiteY33" fmla="*/ 94614 h 138429"/>
                <a:gd name="connsiteX34" fmla="*/ 3070855 w 4940931"/>
                <a:gd name="connsiteY34" fmla="*/ 90804 h 138429"/>
                <a:gd name="connsiteX35" fmla="*/ 3074665 w 4940931"/>
                <a:gd name="connsiteY35" fmla="*/ 88264 h 138429"/>
                <a:gd name="connsiteX36" fmla="*/ 3079110 w 4940931"/>
                <a:gd name="connsiteY36" fmla="*/ 87629 h 138429"/>
                <a:gd name="connsiteX37" fmla="*/ 1565275 w 4940931"/>
                <a:gd name="connsiteY37" fmla="*/ 87629 h 138429"/>
                <a:gd name="connsiteX38" fmla="*/ 1569720 w 4940931"/>
                <a:gd name="connsiteY38" fmla="*/ 88264 h 138429"/>
                <a:gd name="connsiteX39" fmla="*/ 1573529 w 4940931"/>
                <a:gd name="connsiteY39" fmla="*/ 90804 h 138429"/>
                <a:gd name="connsiteX40" fmla="*/ 1576069 w 4940931"/>
                <a:gd name="connsiteY40" fmla="*/ 94614 h 138429"/>
                <a:gd name="connsiteX41" fmla="*/ 1576705 w 4940931"/>
                <a:gd name="connsiteY41" fmla="*/ 99059 h 138429"/>
                <a:gd name="connsiteX42" fmla="*/ 1576069 w 4940931"/>
                <a:gd name="connsiteY42" fmla="*/ 103504 h 138429"/>
                <a:gd name="connsiteX43" fmla="*/ 1573529 w 4940931"/>
                <a:gd name="connsiteY43" fmla="*/ 107314 h 138429"/>
                <a:gd name="connsiteX44" fmla="*/ 1569720 w 4940931"/>
                <a:gd name="connsiteY44" fmla="*/ 109854 h 138429"/>
                <a:gd name="connsiteX45" fmla="*/ 1565275 w 4940931"/>
                <a:gd name="connsiteY45" fmla="*/ 110489 h 138429"/>
                <a:gd name="connsiteX46" fmla="*/ 1560830 w 4940931"/>
                <a:gd name="connsiteY46" fmla="*/ 109854 h 138429"/>
                <a:gd name="connsiteX47" fmla="*/ 1557020 w 4940931"/>
                <a:gd name="connsiteY47" fmla="*/ 107314 h 138429"/>
                <a:gd name="connsiteX48" fmla="*/ 1554479 w 4940931"/>
                <a:gd name="connsiteY48" fmla="*/ 103504 h 138429"/>
                <a:gd name="connsiteX49" fmla="*/ 1553844 w 4940931"/>
                <a:gd name="connsiteY49" fmla="*/ 99059 h 138429"/>
                <a:gd name="connsiteX50" fmla="*/ 1554479 w 4940931"/>
                <a:gd name="connsiteY50" fmla="*/ 94614 h 138429"/>
                <a:gd name="connsiteX51" fmla="*/ 1557020 w 4940931"/>
                <a:gd name="connsiteY51" fmla="*/ 90804 h 138429"/>
                <a:gd name="connsiteX52" fmla="*/ 1560830 w 4940931"/>
                <a:gd name="connsiteY52" fmla="*/ 88264 h 138429"/>
                <a:gd name="connsiteX53" fmla="*/ 1565275 w 4940931"/>
                <a:gd name="connsiteY53" fmla="*/ 87629 h 138429"/>
                <a:gd name="connsiteX54" fmla="*/ 2642230 w 4940931"/>
                <a:gd name="connsiteY54" fmla="*/ 73024 h 138429"/>
                <a:gd name="connsiteX55" fmla="*/ 2630800 w 4940931"/>
                <a:gd name="connsiteY55" fmla="*/ 76199 h 138429"/>
                <a:gd name="connsiteX56" fmla="*/ 2626355 w 4940931"/>
                <a:gd name="connsiteY56" fmla="*/ 84454 h 138429"/>
                <a:gd name="connsiteX57" fmla="*/ 2627625 w 4940931"/>
                <a:gd name="connsiteY57" fmla="*/ 90169 h 138429"/>
                <a:gd name="connsiteX58" fmla="*/ 2630800 w 4940931"/>
                <a:gd name="connsiteY58" fmla="*/ 93979 h 138429"/>
                <a:gd name="connsiteX59" fmla="*/ 2635245 w 4940931"/>
                <a:gd name="connsiteY59" fmla="*/ 96519 h 138429"/>
                <a:gd name="connsiteX60" fmla="*/ 2641595 w 4940931"/>
                <a:gd name="connsiteY60" fmla="*/ 97154 h 138429"/>
                <a:gd name="connsiteX61" fmla="*/ 2647310 w 4940931"/>
                <a:gd name="connsiteY61" fmla="*/ 96519 h 138429"/>
                <a:gd name="connsiteX62" fmla="*/ 2652390 w 4940931"/>
                <a:gd name="connsiteY62" fmla="*/ 93979 h 138429"/>
                <a:gd name="connsiteX63" fmla="*/ 2656835 w 4940931"/>
                <a:gd name="connsiteY63" fmla="*/ 90804 h 138429"/>
                <a:gd name="connsiteX64" fmla="*/ 2660010 w 4940931"/>
                <a:gd name="connsiteY64" fmla="*/ 86994 h 138429"/>
                <a:gd name="connsiteX65" fmla="*/ 2660010 w 4940931"/>
                <a:gd name="connsiteY65" fmla="*/ 75564 h 138429"/>
                <a:gd name="connsiteX66" fmla="*/ 2656200 w 4940931"/>
                <a:gd name="connsiteY66" fmla="*/ 74294 h 138429"/>
                <a:gd name="connsiteX67" fmla="*/ 2652390 w 4940931"/>
                <a:gd name="connsiteY67" fmla="*/ 73659 h 138429"/>
                <a:gd name="connsiteX68" fmla="*/ 2647945 w 4940931"/>
                <a:gd name="connsiteY68" fmla="*/ 73024 h 138429"/>
                <a:gd name="connsiteX69" fmla="*/ 2642230 w 4940931"/>
                <a:gd name="connsiteY69" fmla="*/ 73024 h 138429"/>
                <a:gd name="connsiteX70" fmla="*/ 4664706 w 4940931"/>
                <a:gd name="connsiteY70" fmla="*/ 43814 h 138429"/>
                <a:gd name="connsiteX71" fmla="*/ 4657086 w 4940931"/>
                <a:gd name="connsiteY71" fmla="*/ 45719 h 138429"/>
                <a:gd name="connsiteX72" fmla="*/ 4651371 w 4940931"/>
                <a:gd name="connsiteY72" fmla="*/ 50799 h 138429"/>
                <a:gd name="connsiteX73" fmla="*/ 4647561 w 4940931"/>
                <a:gd name="connsiteY73" fmla="*/ 59054 h 138429"/>
                <a:gd name="connsiteX74" fmla="*/ 4646291 w 4940931"/>
                <a:gd name="connsiteY74" fmla="*/ 69849 h 138429"/>
                <a:gd name="connsiteX75" fmla="*/ 4647561 w 4940931"/>
                <a:gd name="connsiteY75" fmla="*/ 81279 h 138429"/>
                <a:gd name="connsiteX76" fmla="*/ 4651371 w 4940931"/>
                <a:gd name="connsiteY76" fmla="*/ 89534 h 138429"/>
                <a:gd name="connsiteX77" fmla="*/ 4657721 w 4940931"/>
                <a:gd name="connsiteY77" fmla="*/ 94614 h 138429"/>
                <a:gd name="connsiteX78" fmla="*/ 4665341 w 4940931"/>
                <a:gd name="connsiteY78" fmla="*/ 96519 h 138429"/>
                <a:gd name="connsiteX79" fmla="*/ 4672961 w 4940931"/>
                <a:gd name="connsiteY79" fmla="*/ 94614 h 138429"/>
                <a:gd name="connsiteX80" fmla="*/ 4678676 w 4940931"/>
                <a:gd name="connsiteY80" fmla="*/ 88899 h 138429"/>
                <a:gd name="connsiteX81" fmla="*/ 4682486 w 4940931"/>
                <a:gd name="connsiteY81" fmla="*/ 80644 h 138429"/>
                <a:gd name="connsiteX82" fmla="*/ 4683756 w 4940931"/>
                <a:gd name="connsiteY82" fmla="*/ 70484 h 138429"/>
                <a:gd name="connsiteX83" fmla="*/ 4684391 w 4940931"/>
                <a:gd name="connsiteY83" fmla="*/ 69849 h 138429"/>
                <a:gd name="connsiteX84" fmla="*/ 4683121 w 4940931"/>
                <a:gd name="connsiteY84" fmla="*/ 59054 h 138429"/>
                <a:gd name="connsiteX85" fmla="*/ 4679311 w 4940931"/>
                <a:gd name="connsiteY85" fmla="*/ 50799 h 138429"/>
                <a:gd name="connsiteX86" fmla="*/ 4672961 w 4940931"/>
                <a:gd name="connsiteY86" fmla="*/ 45719 h 138429"/>
                <a:gd name="connsiteX87" fmla="*/ 4664706 w 4940931"/>
                <a:gd name="connsiteY87" fmla="*/ 43814 h 138429"/>
                <a:gd name="connsiteX88" fmla="*/ 4264020 w 4940931"/>
                <a:gd name="connsiteY88" fmla="*/ 43814 h 138429"/>
                <a:gd name="connsiteX89" fmla="*/ 4256400 w 4940931"/>
                <a:gd name="connsiteY89" fmla="*/ 45719 h 138429"/>
                <a:gd name="connsiteX90" fmla="*/ 4250685 w 4940931"/>
                <a:gd name="connsiteY90" fmla="*/ 50799 h 138429"/>
                <a:gd name="connsiteX91" fmla="*/ 4246875 w 4940931"/>
                <a:gd name="connsiteY91" fmla="*/ 59054 h 138429"/>
                <a:gd name="connsiteX92" fmla="*/ 4245605 w 4940931"/>
                <a:gd name="connsiteY92" fmla="*/ 69849 h 138429"/>
                <a:gd name="connsiteX93" fmla="*/ 4246875 w 4940931"/>
                <a:gd name="connsiteY93" fmla="*/ 81279 h 138429"/>
                <a:gd name="connsiteX94" fmla="*/ 4250685 w 4940931"/>
                <a:gd name="connsiteY94" fmla="*/ 89534 h 138429"/>
                <a:gd name="connsiteX95" fmla="*/ 4257035 w 4940931"/>
                <a:gd name="connsiteY95" fmla="*/ 94614 h 138429"/>
                <a:gd name="connsiteX96" fmla="*/ 4264655 w 4940931"/>
                <a:gd name="connsiteY96" fmla="*/ 96519 h 138429"/>
                <a:gd name="connsiteX97" fmla="*/ 4272275 w 4940931"/>
                <a:gd name="connsiteY97" fmla="*/ 94614 h 138429"/>
                <a:gd name="connsiteX98" fmla="*/ 4277990 w 4940931"/>
                <a:gd name="connsiteY98" fmla="*/ 88899 h 138429"/>
                <a:gd name="connsiteX99" fmla="*/ 4281800 w 4940931"/>
                <a:gd name="connsiteY99" fmla="*/ 80644 h 138429"/>
                <a:gd name="connsiteX100" fmla="*/ 4283070 w 4940931"/>
                <a:gd name="connsiteY100" fmla="*/ 70484 h 138429"/>
                <a:gd name="connsiteX101" fmla="*/ 4283705 w 4940931"/>
                <a:gd name="connsiteY101" fmla="*/ 69849 h 138429"/>
                <a:gd name="connsiteX102" fmla="*/ 4282435 w 4940931"/>
                <a:gd name="connsiteY102" fmla="*/ 59054 h 138429"/>
                <a:gd name="connsiteX103" fmla="*/ 4278625 w 4940931"/>
                <a:gd name="connsiteY103" fmla="*/ 50799 h 138429"/>
                <a:gd name="connsiteX104" fmla="*/ 4272275 w 4940931"/>
                <a:gd name="connsiteY104" fmla="*/ 45719 h 138429"/>
                <a:gd name="connsiteX105" fmla="*/ 4264020 w 4940931"/>
                <a:gd name="connsiteY105" fmla="*/ 43814 h 138429"/>
                <a:gd name="connsiteX106" fmla="*/ 1420495 w 4940931"/>
                <a:gd name="connsiteY106" fmla="*/ 43814 h 138429"/>
                <a:gd name="connsiteX107" fmla="*/ 1412875 w 4940931"/>
                <a:gd name="connsiteY107" fmla="*/ 45719 h 138429"/>
                <a:gd name="connsiteX108" fmla="*/ 1407160 w 4940931"/>
                <a:gd name="connsiteY108" fmla="*/ 50799 h 138429"/>
                <a:gd name="connsiteX109" fmla="*/ 1403350 w 4940931"/>
                <a:gd name="connsiteY109" fmla="*/ 59054 h 138429"/>
                <a:gd name="connsiteX110" fmla="*/ 1402080 w 4940931"/>
                <a:gd name="connsiteY110" fmla="*/ 69849 h 138429"/>
                <a:gd name="connsiteX111" fmla="*/ 1403350 w 4940931"/>
                <a:gd name="connsiteY111" fmla="*/ 81279 h 138429"/>
                <a:gd name="connsiteX112" fmla="*/ 1407160 w 4940931"/>
                <a:gd name="connsiteY112" fmla="*/ 89534 h 138429"/>
                <a:gd name="connsiteX113" fmla="*/ 1413510 w 4940931"/>
                <a:gd name="connsiteY113" fmla="*/ 94614 h 138429"/>
                <a:gd name="connsiteX114" fmla="*/ 1421130 w 4940931"/>
                <a:gd name="connsiteY114" fmla="*/ 96519 h 138429"/>
                <a:gd name="connsiteX115" fmla="*/ 1428750 w 4940931"/>
                <a:gd name="connsiteY115" fmla="*/ 94614 h 138429"/>
                <a:gd name="connsiteX116" fmla="*/ 1434465 w 4940931"/>
                <a:gd name="connsiteY116" fmla="*/ 88899 h 138429"/>
                <a:gd name="connsiteX117" fmla="*/ 1438275 w 4940931"/>
                <a:gd name="connsiteY117" fmla="*/ 80644 h 138429"/>
                <a:gd name="connsiteX118" fmla="*/ 1439545 w 4940931"/>
                <a:gd name="connsiteY118" fmla="*/ 70484 h 138429"/>
                <a:gd name="connsiteX119" fmla="*/ 1440180 w 4940931"/>
                <a:gd name="connsiteY119" fmla="*/ 69849 h 138429"/>
                <a:gd name="connsiteX120" fmla="*/ 1438910 w 4940931"/>
                <a:gd name="connsiteY120" fmla="*/ 59054 h 138429"/>
                <a:gd name="connsiteX121" fmla="*/ 1435100 w 4940931"/>
                <a:gd name="connsiteY121" fmla="*/ 50799 h 138429"/>
                <a:gd name="connsiteX122" fmla="*/ 1428750 w 4940931"/>
                <a:gd name="connsiteY122" fmla="*/ 45719 h 138429"/>
                <a:gd name="connsiteX123" fmla="*/ 1420495 w 4940931"/>
                <a:gd name="connsiteY123" fmla="*/ 43814 h 138429"/>
                <a:gd name="connsiteX124" fmla="*/ 4041770 w 4940931"/>
                <a:gd name="connsiteY124" fmla="*/ 43180 h 138429"/>
                <a:gd name="connsiteX125" fmla="*/ 4034785 w 4940931"/>
                <a:gd name="connsiteY125" fmla="*/ 44450 h 138429"/>
                <a:gd name="connsiteX126" fmla="*/ 4029705 w 4940931"/>
                <a:gd name="connsiteY126" fmla="*/ 48260 h 138429"/>
                <a:gd name="connsiteX127" fmla="*/ 4025895 w 4940931"/>
                <a:gd name="connsiteY127" fmla="*/ 54610 h 138429"/>
                <a:gd name="connsiteX128" fmla="*/ 4023990 w 4940931"/>
                <a:gd name="connsiteY128" fmla="*/ 62865 h 138429"/>
                <a:gd name="connsiteX129" fmla="*/ 4060185 w 4940931"/>
                <a:gd name="connsiteY129" fmla="*/ 62865 h 138429"/>
                <a:gd name="connsiteX130" fmla="*/ 4058915 w 4940931"/>
                <a:gd name="connsiteY130" fmla="*/ 55245 h 138429"/>
                <a:gd name="connsiteX131" fmla="*/ 4055740 w 4940931"/>
                <a:gd name="connsiteY131" fmla="*/ 48895 h 138429"/>
                <a:gd name="connsiteX132" fmla="*/ 4050025 w 4940931"/>
                <a:gd name="connsiteY132" fmla="*/ 44450 h 138429"/>
                <a:gd name="connsiteX133" fmla="*/ 4041770 w 4940931"/>
                <a:gd name="connsiteY133" fmla="*/ 43180 h 138429"/>
                <a:gd name="connsiteX134" fmla="*/ 3728081 w 4940931"/>
                <a:gd name="connsiteY134" fmla="*/ 43180 h 138429"/>
                <a:gd name="connsiteX135" fmla="*/ 3721096 w 4940931"/>
                <a:gd name="connsiteY135" fmla="*/ 44450 h 138429"/>
                <a:gd name="connsiteX136" fmla="*/ 3716016 w 4940931"/>
                <a:gd name="connsiteY136" fmla="*/ 48260 h 138429"/>
                <a:gd name="connsiteX137" fmla="*/ 3712206 w 4940931"/>
                <a:gd name="connsiteY137" fmla="*/ 54610 h 138429"/>
                <a:gd name="connsiteX138" fmla="*/ 3710301 w 4940931"/>
                <a:gd name="connsiteY138" fmla="*/ 62865 h 138429"/>
                <a:gd name="connsiteX139" fmla="*/ 3746496 w 4940931"/>
                <a:gd name="connsiteY139" fmla="*/ 62865 h 138429"/>
                <a:gd name="connsiteX140" fmla="*/ 3745226 w 4940931"/>
                <a:gd name="connsiteY140" fmla="*/ 55245 h 138429"/>
                <a:gd name="connsiteX141" fmla="*/ 3742051 w 4940931"/>
                <a:gd name="connsiteY141" fmla="*/ 48895 h 138429"/>
                <a:gd name="connsiteX142" fmla="*/ 3736336 w 4940931"/>
                <a:gd name="connsiteY142" fmla="*/ 44450 h 138429"/>
                <a:gd name="connsiteX143" fmla="*/ 3728081 w 4940931"/>
                <a:gd name="connsiteY143" fmla="*/ 43180 h 138429"/>
                <a:gd name="connsiteX144" fmla="*/ 3541391 w 4940931"/>
                <a:gd name="connsiteY144" fmla="*/ 43180 h 138429"/>
                <a:gd name="connsiteX145" fmla="*/ 3534406 w 4940931"/>
                <a:gd name="connsiteY145" fmla="*/ 44450 h 138429"/>
                <a:gd name="connsiteX146" fmla="*/ 3529326 w 4940931"/>
                <a:gd name="connsiteY146" fmla="*/ 48260 h 138429"/>
                <a:gd name="connsiteX147" fmla="*/ 3525516 w 4940931"/>
                <a:gd name="connsiteY147" fmla="*/ 54610 h 138429"/>
                <a:gd name="connsiteX148" fmla="*/ 3523611 w 4940931"/>
                <a:gd name="connsiteY148" fmla="*/ 62865 h 138429"/>
                <a:gd name="connsiteX149" fmla="*/ 3559806 w 4940931"/>
                <a:gd name="connsiteY149" fmla="*/ 62865 h 138429"/>
                <a:gd name="connsiteX150" fmla="*/ 3558536 w 4940931"/>
                <a:gd name="connsiteY150" fmla="*/ 55245 h 138429"/>
                <a:gd name="connsiteX151" fmla="*/ 3555361 w 4940931"/>
                <a:gd name="connsiteY151" fmla="*/ 48895 h 138429"/>
                <a:gd name="connsiteX152" fmla="*/ 3549646 w 4940931"/>
                <a:gd name="connsiteY152" fmla="*/ 44450 h 138429"/>
                <a:gd name="connsiteX153" fmla="*/ 3541391 w 4940931"/>
                <a:gd name="connsiteY153" fmla="*/ 43180 h 138429"/>
                <a:gd name="connsiteX154" fmla="*/ 3463285 w 4940931"/>
                <a:gd name="connsiteY154" fmla="*/ 43180 h 138429"/>
                <a:gd name="connsiteX155" fmla="*/ 3458205 w 4940931"/>
                <a:gd name="connsiteY155" fmla="*/ 43815 h 138429"/>
                <a:gd name="connsiteX156" fmla="*/ 3453125 w 4940931"/>
                <a:gd name="connsiteY156" fmla="*/ 45720 h 138429"/>
                <a:gd name="connsiteX157" fmla="*/ 3448680 w 4940931"/>
                <a:gd name="connsiteY157" fmla="*/ 48895 h 138429"/>
                <a:gd name="connsiteX158" fmla="*/ 3445505 w 4940931"/>
                <a:gd name="connsiteY158" fmla="*/ 52705 h 138429"/>
                <a:gd name="connsiteX159" fmla="*/ 3445505 w 4940931"/>
                <a:gd name="connsiteY159" fmla="*/ 85725 h 138429"/>
                <a:gd name="connsiteX160" fmla="*/ 3448680 w 4940931"/>
                <a:gd name="connsiteY160" fmla="*/ 89535 h 138429"/>
                <a:gd name="connsiteX161" fmla="*/ 3453125 w 4940931"/>
                <a:gd name="connsiteY161" fmla="*/ 92710 h 138429"/>
                <a:gd name="connsiteX162" fmla="*/ 3458205 w 4940931"/>
                <a:gd name="connsiteY162" fmla="*/ 95250 h 138429"/>
                <a:gd name="connsiteX163" fmla="*/ 3463920 w 4940931"/>
                <a:gd name="connsiteY163" fmla="*/ 95885 h 138429"/>
                <a:gd name="connsiteX164" fmla="*/ 3476620 w 4940931"/>
                <a:gd name="connsiteY164" fmla="*/ 89535 h 138429"/>
                <a:gd name="connsiteX165" fmla="*/ 3481065 w 4940931"/>
                <a:gd name="connsiteY165" fmla="*/ 71120 h 138429"/>
                <a:gd name="connsiteX166" fmla="*/ 3480430 w 4940931"/>
                <a:gd name="connsiteY166" fmla="*/ 71755 h 138429"/>
                <a:gd name="connsiteX167" fmla="*/ 3475985 w 4940931"/>
                <a:gd name="connsiteY167" fmla="*/ 50165 h 138429"/>
                <a:gd name="connsiteX168" fmla="*/ 3463285 w 4940931"/>
                <a:gd name="connsiteY168" fmla="*/ 43180 h 138429"/>
                <a:gd name="connsiteX169" fmla="*/ 3343271 w 4940931"/>
                <a:gd name="connsiteY169" fmla="*/ 43180 h 138429"/>
                <a:gd name="connsiteX170" fmla="*/ 3336286 w 4940931"/>
                <a:gd name="connsiteY170" fmla="*/ 44450 h 138429"/>
                <a:gd name="connsiteX171" fmla="*/ 3331206 w 4940931"/>
                <a:gd name="connsiteY171" fmla="*/ 48260 h 138429"/>
                <a:gd name="connsiteX172" fmla="*/ 3327396 w 4940931"/>
                <a:gd name="connsiteY172" fmla="*/ 54610 h 138429"/>
                <a:gd name="connsiteX173" fmla="*/ 3325491 w 4940931"/>
                <a:gd name="connsiteY173" fmla="*/ 62865 h 138429"/>
                <a:gd name="connsiteX174" fmla="*/ 3361686 w 4940931"/>
                <a:gd name="connsiteY174" fmla="*/ 62865 h 138429"/>
                <a:gd name="connsiteX175" fmla="*/ 3360416 w 4940931"/>
                <a:gd name="connsiteY175" fmla="*/ 55245 h 138429"/>
                <a:gd name="connsiteX176" fmla="*/ 3357241 w 4940931"/>
                <a:gd name="connsiteY176" fmla="*/ 48895 h 138429"/>
                <a:gd name="connsiteX177" fmla="*/ 3351526 w 4940931"/>
                <a:gd name="connsiteY177" fmla="*/ 44450 h 138429"/>
                <a:gd name="connsiteX178" fmla="*/ 3343271 w 4940931"/>
                <a:gd name="connsiteY178" fmla="*/ 43180 h 138429"/>
                <a:gd name="connsiteX179" fmla="*/ 2976876 w 4940931"/>
                <a:gd name="connsiteY179" fmla="*/ 43180 h 138429"/>
                <a:gd name="connsiteX180" fmla="*/ 2969891 w 4940931"/>
                <a:gd name="connsiteY180" fmla="*/ 44450 h 138429"/>
                <a:gd name="connsiteX181" fmla="*/ 2964811 w 4940931"/>
                <a:gd name="connsiteY181" fmla="*/ 48260 h 138429"/>
                <a:gd name="connsiteX182" fmla="*/ 2961001 w 4940931"/>
                <a:gd name="connsiteY182" fmla="*/ 54610 h 138429"/>
                <a:gd name="connsiteX183" fmla="*/ 2959096 w 4940931"/>
                <a:gd name="connsiteY183" fmla="*/ 62865 h 138429"/>
                <a:gd name="connsiteX184" fmla="*/ 2995291 w 4940931"/>
                <a:gd name="connsiteY184" fmla="*/ 62865 h 138429"/>
                <a:gd name="connsiteX185" fmla="*/ 2994021 w 4940931"/>
                <a:gd name="connsiteY185" fmla="*/ 55245 h 138429"/>
                <a:gd name="connsiteX186" fmla="*/ 2990846 w 4940931"/>
                <a:gd name="connsiteY186" fmla="*/ 48895 h 138429"/>
                <a:gd name="connsiteX187" fmla="*/ 2985131 w 4940931"/>
                <a:gd name="connsiteY187" fmla="*/ 44450 h 138429"/>
                <a:gd name="connsiteX188" fmla="*/ 2976876 w 4940931"/>
                <a:gd name="connsiteY188" fmla="*/ 43180 h 138429"/>
                <a:gd name="connsiteX189" fmla="*/ 2527930 w 4940931"/>
                <a:gd name="connsiteY189" fmla="*/ 43180 h 138429"/>
                <a:gd name="connsiteX190" fmla="*/ 2520945 w 4940931"/>
                <a:gd name="connsiteY190" fmla="*/ 44450 h 138429"/>
                <a:gd name="connsiteX191" fmla="*/ 2515865 w 4940931"/>
                <a:gd name="connsiteY191" fmla="*/ 48260 h 138429"/>
                <a:gd name="connsiteX192" fmla="*/ 2512055 w 4940931"/>
                <a:gd name="connsiteY192" fmla="*/ 54610 h 138429"/>
                <a:gd name="connsiteX193" fmla="*/ 2510150 w 4940931"/>
                <a:gd name="connsiteY193" fmla="*/ 62865 h 138429"/>
                <a:gd name="connsiteX194" fmla="*/ 2546345 w 4940931"/>
                <a:gd name="connsiteY194" fmla="*/ 62865 h 138429"/>
                <a:gd name="connsiteX195" fmla="*/ 2545075 w 4940931"/>
                <a:gd name="connsiteY195" fmla="*/ 55245 h 138429"/>
                <a:gd name="connsiteX196" fmla="*/ 2541900 w 4940931"/>
                <a:gd name="connsiteY196" fmla="*/ 48895 h 138429"/>
                <a:gd name="connsiteX197" fmla="*/ 2536185 w 4940931"/>
                <a:gd name="connsiteY197" fmla="*/ 44450 h 138429"/>
                <a:gd name="connsiteX198" fmla="*/ 2527930 w 4940931"/>
                <a:gd name="connsiteY198" fmla="*/ 43180 h 138429"/>
                <a:gd name="connsiteX199" fmla="*/ 2214240 w 4940931"/>
                <a:gd name="connsiteY199" fmla="*/ 43180 h 138429"/>
                <a:gd name="connsiteX200" fmla="*/ 2207255 w 4940931"/>
                <a:gd name="connsiteY200" fmla="*/ 44450 h 138429"/>
                <a:gd name="connsiteX201" fmla="*/ 2202175 w 4940931"/>
                <a:gd name="connsiteY201" fmla="*/ 48260 h 138429"/>
                <a:gd name="connsiteX202" fmla="*/ 2198365 w 4940931"/>
                <a:gd name="connsiteY202" fmla="*/ 54610 h 138429"/>
                <a:gd name="connsiteX203" fmla="*/ 2196460 w 4940931"/>
                <a:gd name="connsiteY203" fmla="*/ 62865 h 138429"/>
                <a:gd name="connsiteX204" fmla="*/ 2232655 w 4940931"/>
                <a:gd name="connsiteY204" fmla="*/ 62865 h 138429"/>
                <a:gd name="connsiteX205" fmla="*/ 2231385 w 4940931"/>
                <a:gd name="connsiteY205" fmla="*/ 55245 h 138429"/>
                <a:gd name="connsiteX206" fmla="*/ 2228210 w 4940931"/>
                <a:gd name="connsiteY206" fmla="*/ 48895 h 138429"/>
                <a:gd name="connsiteX207" fmla="*/ 2222495 w 4940931"/>
                <a:gd name="connsiteY207" fmla="*/ 44450 h 138429"/>
                <a:gd name="connsiteX208" fmla="*/ 2214240 w 4940931"/>
                <a:gd name="connsiteY208" fmla="*/ 43180 h 138429"/>
                <a:gd name="connsiteX209" fmla="*/ 2027551 w 4940931"/>
                <a:gd name="connsiteY209" fmla="*/ 43180 h 138429"/>
                <a:gd name="connsiteX210" fmla="*/ 2020566 w 4940931"/>
                <a:gd name="connsiteY210" fmla="*/ 44450 h 138429"/>
                <a:gd name="connsiteX211" fmla="*/ 2015486 w 4940931"/>
                <a:gd name="connsiteY211" fmla="*/ 48260 h 138429"/>
                <a:gd name="connsiteX212" fmla="*/ 2011676 w 4940931"/>
                <a:gd name="connsiteY212" fmla="*/ 54610 h 138429"/>
                <a:gd name="connsiteX213" fmla="*/ 2009771 w 4940931"/>
                <a:gd name="connsiteY213" fmla="*/ 62865 h 138429"/>
                <a:gd name="connsiteX214" fmla="*/ 2045966 w 4940931"/>
                <a:gd name="connsiteY214" fmla="*/ 62865 h 138429"/>
                <a:gd name="connsiteX215" fmla="*/ 2044696 w 4940931"/>
                <a:gd name="connsiteY215" fmla="*/ 55245 h 138429"/>
                <a:gd name="connsiteX216" fmla="*/ 2041521 w 4940931"/>
                <a:gd name="connsiteY216" fmla="*/ 48895 h 138429"/>
                <a:gd name="connsiteX217" fmla="*/ 2035806 w 4940931"/>
                <a:gd name="connsiteY217" fmla="*/ 44450 h 138429"/>
                <a:gd name="connsiteX218" fmla="*/ 2027551 w 4940931"/>
                <a:gd name="connsiteY218" fmla="*/ 43180 h 138429"/>
                <a:gd name="connsiteX219" fmla="*/ 1949445 w 4940931"/>
                <a:gd name="connsiteY219" fmla="*/ 43180 h 138429"/>
                <a:gd name="connsiteX220" fmla="*/ 1944365 w 4940931"/>
                <a:gd name="connsiteY220" fmla="*/ 43815 h 138429"/>
                <a:gd name="connsiteX221" fmla="*/ 1939285 w 4940931"/>
                <a:gd name="connsiteY221" fmla="*/ 45720 h 138429"/>
                <a:gd name="connsiteX222" fmla="*/ 1934840 w 4940931"/>
                <a:gd name="connsiteY222" fmla="*/ 48895 h 138429"/>
                <a:gd name="connsiteX223" fmla="*/ 1931665 w 4940931"/>
                <a:gd name="connsiteY223" fmla="*/ 52705 h 138429"/>
                <a:gd name="connsiteX224" fmla="*/ 1931665 w 4940931"/>
                <a:gd name="connsiteY224" fmla="*/ 85725 h 138429"/>
                <a:gd name="connsiteX225" fmla="*/ 1934840 w 4940931"/>
                <a:gd name="connsiteY225" fmla="*/ 89535 h 138429"/>
                <a:gd name="connsiteX226" fmla="*/ 1939285 w 4940931"/>
                <a:gd name="connsiteY226" fmla="*/ 92710 h 138429"/>
                <a:gd name="connsiteX227" fmla="*/ 1944365 w 4940931"/>
                <a:gd name="connsiteY227" fmla="*/ 95250 h 138429"/>
                <a:gd name="connsiteX228" fmla="*/ 1950080 w 4940931"/>
                <a:gd name="connsiteY228" fmla="*/ 95885 h 138429"/>
                <a:gd name="connsiteX229" fmla="*/ 1962780 w 4940931"/>
                <a:gd name="connsiteY229" fmla="*/ 89535 h 138429"/>
                <a:gd name="connsiteX230" fmla="*/ 1967225 w 4940931"/>
                <a:gd name="connsiteY230" fmla="*/ 71120 h 138429"/>
                <a:gd name="connsiteX231" fmla="*/ 1966590 w 4940931"/>
                <a:gd name="connsiteY231" fmla="*/ 71755 h 138429"/>
                <a:gd name="connsiteX232" fmla="*/ 1962145 w 4940931"/>
                <a:gd name="connsiteY232" fmla="*/ 50165 h 138429"/>
                <a:gd name="connsiteX233" fmla="*/ 1949445 w 4940931"/>
                <a:gd name="connsiteY233" fmla="*/ 43180 h 138429"/>
                <a:gd name="connsiteX234" fmla="*/ 1829431 w 4940931"/>
                <a:gd name="connsiteY234" fmla="*/ 43180 h 138429"/>
                <a:gd name="connsiteX235" fmla="*/ 1822446 w 4940931"/>
                <a:gd name="connsiteY235" fmla="*/ 44450 h 138429"/>
                <a:gd name="connsiteX236" fmla="*/ 1817366 w 4940931"/>
                <a:gd name="connsiteY236" fmla="*/ 48260 h 138429"/>
                <a:gd name="connsiteX237" fmla="*/ 1813556 w 4940931"/>
                <a:gd name="connsiteY237" fmla="*/ 54610 h 138429"/>
                <a:gd name="connsiteX238" fmla="*/ 1811651 w 4940931"/>
                <a:gd name="connsiteY238" fmla="*/ 62865 h 138429"/>
                <a:gd name="connsiteX239" fmla="*/ 1847846 w 4940931"/>
                <a:gd name="connsiteY239" fmla="*/ 62865 h 138429"/>
                <a:gd name="connsiteX240" fmla="*/ 1846576 w 4940931"/>
                <a:gd name="connsiteY240" fmla="*/ 55245 h 138429"/>
                <a:gd name="connsiteX241" fmla="*/ 1843401 w 4940931"/>
                <a:gd name="connsiteY241" fmla="*/ 48895 h 138429"/>
                <a:gd name="connsiteX242" fmla="*/ 1837686 w 4940931"/>
                <a:gd name="connsiteY242" fmla="*/ 44450 h 138429"/>
                <a:gd name="connsiteX243" fmla="*/ 1829431 w 4940931"/>
                <a:gd name="connsiteY243" fmla="*/ 43180 h 138429"/>
                <a:gd name="connsiteX244" fmla="*/ 1178561 w 4940931"/>
                <a:gd name="connsiteY244" fmla="*/ 43180 h 138429"/>
                <a:gd name="connsiteX245" fmla="*/ 1171576 w 4940931"/>
                <a:gd name="connsiteY245" fmla="*/ 44450 h 138429"/>
                <a:gd name="connsiteX246" fmla="*/ 1166496 w 4940931"/>
                <a:gd name="connsiteY246" fmla="*/ 48260 h 138429"/>
                <a:gd name="connsiteX247" fmla="*/ 1162686 w 4940931"/>
                <a:gd name="connsiteY247" fmla="*/ 54610 h 138429"/>
                <a:gd name="connsiteX248" fmla="*/ 1160781 w 4940931"/>
                <a:gd name="connsiteY248" fmla="*/ 62865 h 138429"/>
                <a:gd name="connsiteX249" fmla="*/ 1196976 w 4940931"/>
                <a:gd name="connsiteY249" fmla="*/ 62865 h 138429"/>
                <a:gd name="connsiteX250" fmla="*/ 1195706 w 4940931"/>
                <a:gd name="connsiteY250" fmla="*/ 55245 h 138429"/>
                <a:gd name="connsiteX251" fmla="*/ 1192531 w 4940931"/>
                <a:gd name="connsiteY251" fmla="*/ 48895 h 138429"/>
                <a:gd name="connsiteX252" fmla="*/ 1186816 w 4940931"/>
                <a:gd name="connsiteY252" fmla="*/ 44450 h 138429"/>
                <a:gd name="connsiteX253" fmla="*/ 1178561 w 4940931"/>
                <a:gd name="connsiteY253" fmla="*/ 43180 h 138429"/>
                <a:gd name="connsiteX254" fmla="*/ 898525 w 4940931"/>
                <a:gd name="connsiteY254" fmla="*/ 43180 h 138429"/>
                <a:gd name="connsiteX255" fmla="*/ 891540 w 4940931"/>
                <a:gd name="connsiteY255" fmla="*/ 44450 h 138429"/>
                <a:gd name="connsiteX256" fmla="*/ 886460 w 4940931"/>
                <a:gd name="connsiteY256" fmla="*/ 48260 h 138429"/>
                <a:gd name="connsiteX257" fmla="*/ 882650 w 4940931"/>
                <a:gd name="connsiteY257" fmla="*/ 54610 h 138429"/>
                <a:gd name="connsiteX258" fmla="*/ 880745 w 4940931"/>
                <a:gd name="connsiteY258" fmla="*/ 62865 h 138429"/>
                <a:gd name="connsiteX259" fmla="*/ 916940 w 4940931"/>
                <a:gd name="connsiteY259" fmla="*/ 62865 h 138429"/>
                <a:gd name="connsiteX260" fmla="*/ 915670 w 4940931"/>
                <a:gd name="connsiteY260" fmla="*/ 55245 h 138429"/>
                <a:gd name="connsiteX261" fmla="*/ 912495 w 4940931"/>
                <a:gd name="connsiteY261" fmla="*/ 48895 h 138429"/>
                <a:gd name="connsiteX262" fmla="*/ 906780 w 4940931"/>
                <a:gd name="connsiteY262" fmla="*/ 44450 h 138429"/>
                <a:gd name="connsiteX263" fmla="*/ 898525 w 4940931"/>
                <a:gd name="connsiteY263" fmla="*/ 43180 h 138429"/>
                <a:gd name="connsiteX264" fmla="*/ 584834 w 4940931"/>
                <a:gd name="connsiteY264" fmla="*/ 43180 h 138429"/>
                <a:gd name="connsiteX265" fmla="*/ 577849 w 4940931"/>
                <a:gd name="connsiteY265" fmla="*/ 44450 h 138429"/>
                <a:gd name="connsiteX266" fmla="*/ 572769 w 4940931"/>
                <a:gd name="connsiteY266" fmla="*/ 48260 h 138429"/>
                <a:gd name="connsiteX267" fmla="*/ 568959 w 4940931"/>
                <a:gd name="connsiteY267" fmla="*/ 54610 h 138429"/>
                <a:gd name="connsiteX268" fmla="*/ 567054 w 4940931"/>
                <a:gd name="connsiteY268" fmla="*/ 62865 h 138429"/>
                <a:gd name="connsiteX269" fmla="*/ 603249 w 4940931"/>
                <a:gd name="connsiteY269" fmla="*/ 62865 h 138429"/>
                <a:gd name="connsiteX270" fmla="*/ 601979 w 4940931"/>
                <a:gd name="connsiteY270" fmla="*/ 55245 h 138429"/>
                <a:gd name="connsiteX271" fmla="*/ 598804 w 4940931"/>
                <a:gd name="connsiteY271" fmla="*/ 48895 h 138429"/>
                <a:gd name="connsiteX272" fmla="*/ 593089 w 4940931"/>
                <a:gd name="connsiteY272" fmla="*/ 44450 h 138429"/>
                <a:gd name="connsiteX273" fmla="*/ 584834 w 4940931"/>
                <a:gd name="connsiteY273" fmla="*/ 43180 h 138429"/>
                <a:gd name="connsiteX274" fmla="*/ 398145 w 4940931"/>
                <a:gd name="connsiteY274" fmla="*/ 43180 h 138429"/>
                <a:gd name="connsiteX275" fmla="*/ 391160 w 4940931"/>
                <a:gd name="connsiteY275" fmla="*/ 44450 h 138429"/>
                <a:gd name="connsiteX276" fmla="*/ 386080 w 4940931"/>
                <a:gd name="connsiteY276" fmla="*/ 48260 h 138429"/>
                <a:gd name="connsiteX277" fmla="*/ 382270 w 4940931"/>
                <a:gd name="connsiteY277" fmla="*/ 54610 h 138429"/>
                <a:gd name="connsiteX278" fmla="*/ 380365 w 4940931"/>
                <a:gd name="connsiteY278" fmla="*/ 62865 h 138429"/>
                <a:gd name="connsiteX279" fmla="*/ 416560 w 4940931"/>
                <a:gd name="connsiteY279" fmla="*/ 62865 h 138429"/>
                <a:gd name="connsiteX280" fmla="*/ 415290 w 4940931"/>
                <a:gd name="connsiteY280" fmla="*/ 55245 h 138429"/>
                <a:gd name="connsiteX281" fmla="*/ 412115 w 4940931"/>
                <a:gd name="connsiteY281" fmla="*/ 48895 h 138429"/>
                <a:gd name="connsiteX282" fmla="*/ 406400 w 4940931"/>
                <a:gd name="connsiteY282" fmla="*/ 44450 h 138429"/>
                <a:gd name="connsiteX283" fmla="*/ 398145 w 4940931"/>
                <a:gd name="connsiteY283" fmla="*/ 43180 h 138429"/>
                <a:gd name="connsiteX284" fmla="*/ 320039 w 4940931"/>
                <a:gd name="connsiteY284" fmla="*/ 43180 h 138429"/>
                <a:gd name="connsiteX285" fmla="*/ 314959 w 4940931"/>
                <a:gd name="connsiteY285" fmla="*/ 43815 h 138429"/>
                <a:gd name="connsiteX286" fmla="*/ 309879 w 4940931"/>
                <a:gd name="connsiteY286" fmla="*/ 45720 h 138429"/>
                <a:gd name="connsiteX287" fmla="*/ 305434 w 4940931"/>
                <a:gd name="connsiteY287" fmla="*/ 48895 h 138429"/>
                <a:gd name="connsiteX288" fmla="*/ 302259 w 4940931"/>
                <a:gd name="connsiteY288" fmla="*/ 52705 h 138429"/>
                <a:gd name="connsiteX289" fmla="*/ 302259 w 4940931"/>
                <a:gd name="connsiteY289" fmla="*/ 85725 h 138429"/>
                <a:gd name="connsiteX290" fmla="*/ 305434 w 4940931"/>
                <a:gd name="connsiteY290" fmla="*/ 89535 h 138429"/>
                <a:gd name="connsiteX291" fmla="*/ 309879 w 4940931"/>
                <a:gd name="connsiteY291" fmla="*/ 92710 h 138429"/>
                <a:gd name="connsiteX292" fmla="*/ 314959 w 4940931"/>
                <a:gd name="connsiteY292" fmla="*/ 95250 h 138429"/>
                <a:gd name="connsiteX293" fmla="*/ 320674 w 4940931"/>
                <a:gd name="connsiteY293" fmla="*/ 95885 h 138429"/>
                <a:gd name="connsiteX294" fmla="*/ 333374 w 4940931"/>
                <a:gd name="connsiteY294" fmla="*/ 89535 h 138429"/>
                <a:gd name="connsiteX295" fmla="*/ 337819 w 4940931"/>
                <a:gd name="connsiteY295" fmla="*/ 71120 h 138429"/>
                <a:gd name="connsiteX296" fmla="*/ 337184 w 4940931"/>
                <a:gd name="connsiteY296" fmla="*/ 71755 h 138429"/>
                <a:gd name="connsiteX297" fmla="*/ 332739 w 4940931"/>
                <a:gd name="connsiteY297" fmla="*/ 50165 h 138429"/>
                <a:gd name="connsiteX298" fmla="*/ 320039 w 4940931"/>
                <a:gd name="connsiteY298" fmla="*/ 43180 h 138429"/>
                <a:gd name="connsiteX299" fmla="*/ 200025 w 4940931"/>
                <a:gd name="connsiteY299" fmla="*/ 43180 h 138429"/>
                <a:gd name="connsiteX300" fmla="*/ 193040 w 4940931"/>
                <a:gd name="connsiteY300" fmla="*/ 44450 h 138429"/>
                <a:gd name="connsiteX301" fmla="*/ 187960 w 4940931"/>
                <a:gd name="connsiteY301" fmla="*/ 48260 h 138429"/>
                <a:gd name="connsiteX302" fmla="*/ 184150 w 4940931"/>
                <a:gd name="connsiteY302" fmla="*/ 54610 h 138429"/>
                <a:gd name="connsiteX303" fmla="*/ 182245 w 4940931"/>
                <a:gd name="connsiteY303" fmla="*/ 62865 h 138429"/>
                <a:gd name="connsiteX304" fmla="*/ 218440 w 4940931"/>
                <a:gd name="connsiteY304" fmla="*/ 62865 h 138429"/>
                <a:gd name="connsiteX305" fmla="*/ 217170 w 4940931"/>
                <a:gd name="connsiteY305" fmla="*/ 55245 h 138429"/>
                <a:gd name="connsiteX306" fmla="*/ 213995 w 4940931"/>
                <a:gd name="connsiteY306" fmla="*/ 48895 h 138429"/>
                <a:gd name="connsiteX307" fmla="*/ 208280 w 4940931"/>
                <a:gd name="connsiteY307" fmla="*/ 44450 h 138429"/>
                <a:gd name="connsiteX308" fmla="*/ 200025 w 4940931"/>
                <a:gd name="connsiteY308" fmla="*/ 43180 h 138429"/>
                <a:gd name="connsiteX309" fmla="*/ 4439281 w 4940931"/>
                <a:gd name="connsiteY309" fmla="*/ 43179 h 138429"/>
                <a:gd name="connsiteX310" fmla="*/ 4426581 w 4940931"/>
                <a:gd name="connsiteY310" fmla="*/ 49529 h 138429"/>
                <a:gd name="connsiteX311" fmla="*/ 4422136 w 4940931"/>
                <a:gd name="connsiteY311" fmla="*/ 67944 h 138429"/>
                <a:gd name="connsiteX312" fmla="*/ 4423406 w 4940931"/>
                <a:gd name="connsiteY312" fmla="*/ 80644 h 138429"/>
                <a:gd name="connsiteX313" fmla="*/ 4426581 w 4940931"/>
                <a:gd name="connsiteY313" fmla="*/ 89534 h 138429"/>
                <a:gd name="connsiteX314" fmla="*/ 4432296 w 4940931"/>
                <a:gd name="connsiteY314" fmla="*/ 94614 h 138429"/>
                <a:gd name="connsiteX315" fmla="*/ 4439916 w 4940931"/>
                <a:gd name="connsiteY315" fmla="*/ 96519 h 138429"/>
                <a:gd name="connsiteX316" fmla="*/ 4444996 w 4940931"/>
                <a:gd name="connsiteY316" fmla="*/ 95884 h 138429"/>
                <a:gd name="connsiteX317" fmla="*/ 4450076 w 4940931"/>
                <a:gd name="connsiteY317" fmla="*/ 93344 h 138429"/>
                <a:gd name="connsiteX318" fmla="*/ 4454521 w 4940931"/>
                <a:gd name="connsiteY318" fmla="*/ 90169 h 138429"/>
                <a:gd name="connsiteX319" fmla="*/ 4457696 w 4940931"/>
                <a:gd name="connsiteY319" fmla="*/ 86359 h 138429"/>
                <a:gd name="connsiteX320" fmla="*/ 4457696 w 4940931"/>
                <a:gd name="connsiteY320" fmla="*/ 53339 h 138429"/>
                <a:gd name="connsiteX321" fmla="*/ 4454521 w 4940931"/>
                <a:gd name="connsiteY321" fmla="*/ 49529 h 138429"/>
                <a:gd name="connsiteX322" fmla="*/ 4450076 w 4940931"/>
                <a:gd name="connsiteY322" fmla="*/ 46354 h 138429"/>
                <a:gd name="connsiteX323" fmla="*/ 4444996 w 4940931"/>
                <a:gd name="connsiteY323" fmla="*/ 43814 h 138429"/>
                <a:gd name="connsiteX324" fmla="*/ 4439281 w 4940931"/>
                <a:gd name="connsiteY324" fmla="*/ 43179 h 138429"/>
                <a:gd name="connsiteX325" fmla="*/ 1014731 w 4940931"/>
                <a:gd name="connsiteY325" fmla="*/ 43179 h 138429"/>
                <a:gd name="connsiteX326" fmla="*/ 1002032 w 4940931"/>
                <a:gd name="connsiteY326" fmla="*/ 49529 h 138429"/>
                <a:gd name="connsiteX327" fmla="*/ 997587 w 4940931"/>
                <a:gd name="connsiteY327" fmla="*/ 67944 h 138429"/>
                <a:gd name="connsiteX328" fmla="*/ 1002032 w 4940931"/>
                <a:gd name="connsiteY328" fmla="*/ 88899 h 138429"/>
                <a:gd name="connsiteX329" fmla="*/ 1015367 w 4940931"/>
                <a:gd name="connsiteY329" fmla="*/ 95884 h 138429"/>
                <a:gd name="connsiteX330" fmla="*/ 1024891 w 4940931"/>
                <a:gd name="connsiteY330" fmla="*/ 93344 h 138429"/>
                <a:gd name="connsiteX331" fmla="*/ 1033147 w 4940931"/>
                <a:gd name="connsiteY331" fmla="*/ 86359 h 138429"/>
                <a:gd name="connsiteX332" fmla="*/ 1033147 w 4940931"/>
                <a:gd name="connsiteY332" fmla="*/ 53339 h 138429"/>
                <a:gd name="connsiteX333" fmla="*/ 1029971 w 4940931"/>
                <a:gd name="connsiteY333" fmla="*/ 49529 h 138429"/>
                <a:gd name="connsiteX334" fmla="*/ 1025526 w 4940931"/>
                <a:gd name="connsiteY334" fmla="*/ 46354 h 138429"/>
                <a:gd name="connsiteX335" fmla="*/ 1020446 w 4940931"/>
                <a:gd name="connsiteY335" fmla="*/ 43814 h 138429"/>
                <a:gd name="connsiteX336" fmla="*/ 1014731 w 4940931"/>
                <a:gd name="connsiteY336" fmla="*/ 43179 h 138429"/>
                <a:gd name="connsiteX337" fmla="*/ 4524370 w 4940931"/>
                <a:gd name="connsiteY337" fmla="*/ 31114 h 138429"/>
                <a:gd name="connsiteX338" fmla="*/ 4538975 w 4940931"/>
                <a:gd name="connsiteY338" fmla="*/ 31114 h 138429"/>
                <a:gd name="connsiteX339" fmla="*/ 4552310 w 4940931"/>
                <a:gd name="connsiteY339" fmla="*/ 84454 h 138429"/>
                <a:gd name="connsiteX340" fmla="*/ 4566915 w 4940931"/>
                <a:gd name="connsiteY340" fmla="*/ 31114 h 138429"/>
                <a:gd name="connsiteX341" fmla="*/ 4579615 w 4940931"/>
                <a:gd name="connsiteY341" fmla="*/ 31114 h 138429"/>
                <a:gd name="connsiteX342" fmla="*/ 4594220 w 4940931"/>
                <a:gd name="connsiteY342" fmla="*/ 84454 h 138429"/>
                <a:gd name="connsiteX343" fmla="*/ 4606920 w 4940931"/>
                <a:gd name="connsiteY343" fmla="*/ 31114 h 138429"/>
                <a:gd name="connsiteX344" fmla="*/ 4622160 w 4940931"/>
                <a:gd name="connsiteY344" fmla="*/ 31114 h 138429"/>
                <a:gd name="connsiteX345" fmla="*/ 4600570 w 4940931"/>
                <a:gd name="connsiteY345" fmla="*/ 108584 h 138429"/>
                <a:gd name="connsiteX346" fmla="*/ 4587235 w 4940931"/>
                <a:gd name="connsiteY346" fmla="*/ 108584 h 138429"/>
                <a:gd name="connsiteX347" fmla="*/ 4572630 w 4940931"/>
                <a:gd name="connsiteY347" fmla="*/ 54609 h 138429"/>
                <a:gd name="connsiteX348" fmla="*/ 4558660 w 4940931"/>
                <a:gd name="connsiteY348" fmla="*/ 108584 h 138429"/>
                <a:gd name="connsiteX349" fmla="*/ 4545325 w 4940931"/>
                <a:gd name="connsiteY349" fmla="*/ 108584 h 138429"/>
                <a:gd name="connsiteX350" fmla="*/ 4123686 w 4940931"/>
                <a:gd name="connsiteY350" fmla="*/ 31114 h 138429"/>
                <a:gd name="connsiteX351" fmla="*/ 4138926 w 4940931"/>
                <a:gd name="connsiteY351" fmla="*/ 31114 h 138429"/>
                <a:gd name="connsiteX352" fmla="*/ 4152261 w 4940931"/>
                <a:gd name="connsiteY352" fmla="*/ 84454 h 138429"/>
                <a:gd name="connsiteX353" fmla="*/ 4166866 w 4940931"/>
                <a:gd name="connsiteY353" fmla="*/ 31114 h 138429"/>
                <a:gd name="connsiteX354" fmla="*/ 4178931 w 4940931"/>
                <a:gd name="connsiteY354" fmla="*/ 31114 h 138429"/>
                <a:gd name="connsiteX355" fmla="*/ 4193536 w 4940931"/>
                <a:gd name="connsiteY355" fmla="*/ 84454 h 138429"/>
                <a:gd name="connsiteX356" fmla="*/ 4206871 w 4940931"/>
                <a:gd name="connsiteY356" fmla="*/ 31114 h 138429"/>
                <a:gd name="connsiteX357" fmla="*/ 4222111 w 4940931"/>
                <a:gd name="connsiteY357" fmla="*/ 31114 h 138429"/>
                <a:gd name="connsiteX358" fmla="*/ 4200521 w 4940931"/>
                <a:gd name="connsiteY358" fmla="*/ 108584 h 138429"/>
                <a:gd name="connsiteX359" fmla="*/ 4187186 w 4940931"/>
                <a:gd name="connsiteY359" fmla="*/ 108584 h 138429"/>
                <a:gd name="connsiteX360" fmla="*/ 4172581 w 4940931"/>
                <a:gd name="connsiteY360" fmla="*/ 54609 h 138429"/>
                <a:gd name="connsiteX361" fmla="*/ 4157976 w 4940931"/>
                <a:gd name="connsiteY361" fmla="*/ 108584 h 138429"/>
                <a:gd name="connsiteX362" fmla="*/ 4145276 w 4940931"/>
                <a:gd name="connsiteY362" fmla="*/ 108584 h 138429"/>
                <a:gd name="connsiteX363" fmla="*/ 2837811 w 4940931"/>
                <a:gd name="connsiteY363" fmla="*/ 31114 h 138429"/>
                <a:gd name="connsiteX364" fmla="*/ 2852416 w 4940931"/>
                <a:gd name="connsiteY364" fmla="*/ 31114 h 138429"/>
                <a:gd name="connsiteX365" fmla="*/ 2865751 w 4940931"/>
                <a:gd name="connsiteY365" fmla="*/ 84454 h 138429"/>
                <a:gd name="connsiteX366" fmla="*/ 2880356 w 4940931"/>
                <a:gd name="connsiteY366" fmla="*/ 31114 h 138429"/>
                <a:gd name="connsiteX367" fmla="*/ 2893056 w 4940931"/>
                <a:gd name="connsiteY367" fmla="*/ 31114 h 138429"/>
                <a:gd name="connsiteX368" fmla="*/ 2907661 w 4940931"/>
                <a:gd name="connsiteY368" fmla="*/ 84454 h 138429"/>
                <a:gd name="connsiteX369" fmla="*/ 2920361 w 4940931"/>
                <a:gd name="connsiteY369" fmla="*/ 31114 h 138429"/>
                <a:gd name="connsiteX370" fmla="*/ 2935601 w 4940931"/>
                <a:gd name="connsiteY370" fmla="*/ 31114 h 138429"/>
                <a:gd name="connsiteX371" fmla="*/ 2914011 w 4940931"/>
                <a:gd name="connsiteY371" fmla="*/ 108584 h 138429"/>
                <a:gd name="connsiteX372" fmla="*/ 2900676 w 4940931"/>
                <a:gd name="connsiteY372" fmla="*/ 108584 h 138429"/>
                <a:gd name="connsiteX373" fmla="*/ 2886706 w 4940931"/>
                <a:gd name="connsiteY373" fmla="*/ 54609 h 138429"/>
                <a:gd name="connsiteX374" fmla="*/ 2872101 w 4940931"/>
                <a:gd name="connsiteY374" fmla="*/ 108584 h 138429"/>
                <a:gd name="connsiteX375" fmla="*/ 2858766 w 4940931"/>
                <a:gd name="connsiteY375" fmla="*/ 108584 h 138429"/>
                <a:gd name="connsiteX376" fmla="*/ 1354455 w 4940931"/>
                <a:gd name="connsiteY376" fmla="*/ 31114 h 138429"/>
                <a:gd name="connsiteX377" fmla="*/ 1369695 w 4940931"/>
                <a:gd name="connsiteY377" fmla="*/ 31114 h 138429"/>
                <a:gd name="connsiteX378" fmla="*/ 1369695 w 4940931"/>
                <a:gd name="connsiteY378" fmla="*/ 109219 h 138429"/>
                <a:gd name="connsiteX379" fmla="*/ 1354455 w 4940931"/>
                <a:gd name="connsiteY379" fmla="*/ 109219 h 138429"/>
                <a:gd name="connsiteX380" fmla="*/ 2646040 w 4940931"/>
                <a:gd name="connsiteY380" fmla="*/ 29844 h 138429"/>
                <a:gd name="connsiteX381" fmla="*/ 2658105 w 4940931"/>
                <a:gd name="connsiteY381" fmla="*/ 31749 h 138429"/>
                <a:gd name="connsiteX382" fmla="*/ 2667630 w 4940931"/>
                <a:gd name="connsiteY382" fmla="*/ 36829 h 138429"/>
                <a:gd name="connsiteX383" fmla="*/ 2673345 w 4940931"/>
                <a:gd name="connsiteY383" fmla="*/ 45084 h 138429"/>
                <a:gd name="connsiteX384" fmla="*/ 2675250 w 4940931"/>
                <a:gd name="connsiteY384" fmla="*/ 56514 h 138429"/>
                <a:gd name="connsiteX385" fmla="*/ 2675250 w 4940931"/>
                <a:gd name="connsiteY385" fmla="*/ 109854 h 138429"/>
                <a:gd name="connsiteX386" fmla="*/ 2660010 w 4940931"/>
                <a:gd name="connsiteY386" fmla="*/ 109854 h 138429"/>
                <a:gd name="connsiteX387" fmla="*/ 2660010 w 4940931"/>
                <a:gd name="connsiteY387" fmla="*/ 108584 h 138429"/>
                <a:gd name="connsiteX388" fmla="*/ 2660010 w 4940931"/>
                <a:gd name="connsiteY388" fmla="*/ 100964 h 138429"/>
                <a:gd name="connsiteX389" fmla="*/ 2654930 w 4940931"/>
                <a:gd name="connsiteY389" fmla="*/ 104774 h 138429"/>
                <a:gd name="connsiteX390" fmla="*/ 2651120 w 4940931"/>
                <a:gd name="connsiteY390" fmla="*/ 107314 h 138429"/>
                <a:gd name="connsiteX391" fmla="*/ 2646040 w 4940931"/>
                <a:gd name="connsiteY391" fmla="*/ 109219 h 138429"/>
                <a:gd name="connsiteX392" fmla="*/ 2639055 w 4940931"/>
                <a:gd name="connsiteY392" fmla="*/ 109854 h 138429"/>
                <a:gd name="connsiteX393" fmla="*/ 2629530 w 4940931"/>
                <a:gd name="connsiteY393" fmla="*/ 108584 h 138429"/>
                <a:gd name="connsiteX394" fmla="*/ 2620640 w 4940931"/>
                <a:gd name="connsiteY394" fmla="*/ 104139 h 138429"/>
                <a:gd name="connsiteX395" fmla="*/ 2614290 w 4940931"/>
                <a:gd name="connsiteY395" fmla="*/ 95884 h 138429"/>
                <a:gd name="connsiteX396" fmla="*/ 2611750 w 4940931"/>
                <a:gd name="connsiteY396" fmla="*/ 83819 h 138429"/>
                <a:gd name="connsiteX397" fmla="*/ 2614290 w 4940931"/>
                <a:gd name="connsiteY397" fmla="*/ 72389 h 138429"/>
                <a:gd name="connsiteX398" fmla="*/ 2620640 w 4940931"/>
                <a:gd name="connsiteY398" fmla="*/ 64769 h 138429"/>
                <a:gd name="connsiteX399" fmla="*/ 2630800 w 4940931"/>
                <a:gd name="connsiteY399" fmla="*/ 60324 h 138429"/>
                <a:gd name="connsiteX400" fmla="*/ 2642865 w 4940931"/>
                <a:gd name="connsiteY400" fmla="*/ 59054 h 138429"/>
                <a:gd name="connsiteX401" fmla="*/ 2653025 w 4940931"/>
                <a:gd name="connsiteY401" fmla="*/ 59689 h 138429"/>
                <a:gd name="connsiteX402" fmla="*/ 2660010 w 4940931"/>
                <a:gd name="connsiteY402" fmla="*/ 61594 h 138429"/>
                <a:gd name="connsiteX403" fmla="*/ 2660010 w 4940931"/>
                <a:gd name="connsiteY403" fmla="*/ 55879 h 138429"/>
                <a:gd name="connsiteX404" fmla="*/ 2656200 w 4940931"/>
                <a:gd name="connsiteY404" fmla="*/ 46354 h 138429"/>
                <a:gd name="connsiteX405" fmla="*/ 2645405 w 4940931"/>
                <a:gd name="connsiteY405" fmla="*/ 43179 h 138429"/>
                <a:gd name="connsiteX406" fmla="*/ 2634610 w 4940931"/>
                <a:gd name="connsiteY406" fmla="*/ 44449 h 138429"/>
                <a:gd name="connsiteX407" fmla="*/ 2625085 w 4940931"/>
                <a:gd name="connsiteY407" fmla="*/ 48259 h 138429"/>
                <a:gd name="connsiteX408" fmla="*/ 2619370 w 4940931"/>
                <a:gd name="connsiteY408" fmla="*/ 36829 h 138429"/>
                <a:gd name="connsiteX409" fmla="*/ 2631435 w 4940931"/>
                <a:gd name="connsiteY409" fmla="*/ 31749 h 138429"/>
                <a:gd name="connsiteX410" fmla="*/ 2646040 w 4940931"/>
                <a:gd name="connsiteY410" fmla="*/ 29844 h 138429"/>
                <a:gd name="connsiteX411" fmla="*/ 1114426 w 4940931"/>
                <a:gd name="connsiteY411" fmla="*/ 29844 h 138429"/>
                <a:gd name="connsiteX412" fmla="*/ 1129666 w 4940931"/>
                <a:gd name="connsiteY412" fmla="*/ 29844 h 138429"/>
                <a:gd name="connsiteX413" fmla="*/ 1129666 w 4940931"/>
                <a:gd name="connsiteY413" fmla="*/ 107949 h 138429"/>
                <a:gd name="connsiteX414" fmla="*/ 1114426 w 4940931"/>
                <a:gd name="connsiteY414" fmla="*/ 107949 h 138429"/>
                <a:gd name="connsiteX415" fmla="*/ 1114426 w 4940931"/>
                <a:gd name="connsiteY415" fmla="*/ 100964 h 138429"/>
                <a:gd name="connsiteX416" fmla="*/ 1106171 w 4940931"/>
                <a:gd name="connsiteY416" fmla="*/ 107314 h 138429"/>
                <a:gd name="connsiteX417" fmla="*/ 1094741 w 4940931"/>
                <a:gd name="connsiteY417" fmla="*/ 109854 h 138429"/>
                <a:gd name="connsiteX418" fmla="*/ 1073786 w 4940931"/>
                <a:gd name="connsiteY418" fmla="*/ 100964 h 138429"/>
                <a:gd name="connsiteX419" fmla="*/ 1066800 w 4940931"/>
                <a:gd name="connsiteY419" fmla="*/ 74929 h 138429"/>
                <a:gd name="connsiteX420" fmla="*/ 1066800 w 4940931"/>
                <a:gd name="connsiteY420" fmla="*/ 30479 h 138429"/>
                <a:gd name="connsiteX421" fmla="*/ 1082040 w 4940931"/>
                <a:gd name="connsiteY421" fmla="*/ 30479 h 138429"/>
                <a:gd name="connsiteX422" fmla="*/ 1082040 w 4940931"/>
                <a:gd name="connsiteY422" fmla="*/ 74294 h 138429"/>
                <a:gd name="connsiteX423" fmla="*/ 1085851 w 4940931"/>
                <a:gd name="connsiteY423" fmla="*/ 90169 h 138429"/>
                <a:gd name="connsiteX424" fmla="*/ 1097916 w 4940931"/>
                <a:gd name="connsiteY424" fmla="*/ 95249 h 138429"/>
                <a:gd name="connsiteX425" fmla="*/ 1109981 w 4940931"/>
                <a:gd name="connsiteY425" fmla="*/ 90169 h 138429"/>
                <a:gd name="connsiteX426" fmla="*/ 1114426 w 4940931"/>
                <a:gd name="connsiteY426" fmla="*/ 75564 h 138429"/>
                <a:gd name="connsiteX427" fmla="*/ 1011556 w 4940931"/>
                <a:gd name="connsiteY427" fmla="*/ 29844 h 138429"/>
                <a:gd name="connsiteX428" fmla="*/ 1017272 w 4940931"/>
                <a:gd name="connsiteY428" fmla="*/ 30479 h 138429"/>
                <a:gd name="connsiteX429" fmla="*/ 1022352 w 4940931"/>
                <a:gd name="connsiteY429" fmla="*/ 32384 h 138429"/>
                <a:gd name="connsiteX430" fmla="*/ 1026797 w 4940931"/>
                <a:gd name="connsiteY430" fmla="*/ 35559 h 138429"/>
                <a:gd name="connsiteX431" fmla="*/ 1030607 w 4940931"/>
                <a:gd name="connsiteY431" fmla="*/ 38734 h 138429"/>
                <a:gd name="connsiteX432" fmla="*/ 1030607 w 4940931"/>
                <a:gd name="connsiteY432" fmla="*/ 31749 h 138429"/>
                <a:gd name="connsiteX433" fmla="*/ 1045847 w 4940931"/>
                <a:gd name="connsiteY433" fmla="*/ 31749 h 138429"/>
                <a:gd name="connsiteX434" fmla="*/ 1045847 w 4940931"/>
                <a:gd name="connsiteY434" fmla="*/ 130809 h 138429"/>
                <a:gd name="connsiteX435" fmla="*/ 1032512 w 4940931"/>
                <a:gd name="connsiteY435" fmla="*/ 137477 h 138429"/>
                <a:gd name="connsiteX436" fmla="*/ 1032512 w 4940931"/>
                <a:gd name="connsiteY436" fmla="*/ 101599 h 138429"/>
                <a:gd name="connsiteX437" fmla="*/ 1022986 w 4940931"/>
                <a:gd name="connsiteY437" fmla="*/ 107949 h 138429"/>
                <a:gd name="connsiteX438" fmla="*/ 1011556 w 4940931"/>
                <a:gd name="connsiteY438" fmla="*/ 110489 h 138429"/>
                <a:gd name="connsiteX439" fmla="*/ 999491 w 4940931"/>
                <a:gd name="connsiteY439" fmla="*/ 107949 h 138429"/>
                <a:gd name="connsiteX440" fmla="*/ 989966 w 4940931"/>
                <a:gd name="connsiteY440" fmla="*/ 100329 h 138429"/>
                <a:gd name="connsiteX441" fmla="*/ 983616 w 4940931"/>
                <a:gd name="connsiteY441" fmla="*/ 87629 h 138429"/>
                <a:gd name="connsiteX442" fmla="*/ 981076 w 4940931"/>
                <a:gd name="connsiteY442" fmla="*/ 68579 h 138429"/>
                <a:gd name="connsiteX443" fmla="*/ 983616 w 4940931"/>
                <a:gd name="connsiteY443" fmla="*/ 51434 h 138429"/>
                <a:gd name="connsiteX444" fmla="*/ 990601 w 4940931"/>
                <a:gd name="connsiteY444" fmla="*/ 39369 h 138429"/>
                <a:gd name="connsiteX445" fmla="*/ 1000126 w 4940931"/>
                <a:gd name="connsiteY445" fmla="*/ 32384 h 138429"/>
                <a:gd name="connsiteX446" fmla="*/ 1011556 w 4940931"/>
                <a:gd name="connsiteY446" fmla="*/ 29844 h 138429"/>
                <a:gd name="connsiteX447" fmla="*/ 4871716 w 4940931"/>
                <a:gd name="connsiteY447" fmla="*/ 29210 h 138429"/>
                <a:gd name="connsiteX448" fmla="*/ 4885686 w 4940931"/>
                <a:gd name="connsiteY448" fmla="*/ 31750 h 138429"/>
                <a:gd name="connsiteX449" fmla="*/ 4897751 w 4940931"/>
                <a:gd name="connsiteY449" fmla="*/ 38100 h 138429"/>
                <a:gd name="connsiteX450" fmla="*/ 4899021 w 4940931"/>
                <a:gd name="connsiteY450" fmla="*/ 38100 h 138429"/>
                <a:gd name="connsiteX451" fmla="*/ 4892036 w 4940931"/>
                <a:gd name="connsiteY451" fmla="*/ 50165 h 138429"/>
                <a:gd name="connsiteX452" fmla="*/ 4882511 w 4940931"/>
                <a:gd name="connsiteY452" fmla="*/ 45085 h 138429"/>
                <a:gd name="connsiteX453" fmla="*/ 4872351 w 4940931"/>
                <a:gd name="connsiteY453" fmla="*/ 43180 h 138429"/>
                <a:gd name="connsiteX454" fmla="*/ 4864096 w 4940931"/>
                <a:gd name="connsiteY454" fmla="*/ 45085 h 138429"/>
                <a:gd name="connsiteX455" fmla="*/ 4861556 w 4940931"/>
                <a:gd name="connsiteY455" fmla="*/ 50165 h 138429"/>
                <a:gd name="connsiteX456" fmla="*/ 4861556 w 4940931"/>
                <a:gd name="connsiteY456" fmla="*/ 52705 h 138429"/>
                <a:gd name="connsiteX457" fmla="*/ 4863461 w 4940931"/>
                <a:gd name="connsiteY457" fmla="*/ 55245 h 138429"/>
                <a:gd name="connsiteX458" fmla="*/ 4867906 w 4940931"/>
                <a:gd name="connsiteY458" fmla="*/ 57785 h 138429"/>
                <a:gd name="connsiteX459" fmla="*/ 4874891 w 4940931"/>
                <a:gd name="connsiteY459" fmla="*/ 60960 h 138429"/>
                <a:gd name="connsiteX460" fmla="*/ 4886321 w 4940931"/>
                <a:gd name="connsiteY460" fmla="*/ 66040 h 138429"/>
                <a:gd name="connsiteX461" fmla="*/ 4894576 w 4940931"/>
                <a:gd name="connsiteY461" fmla="*/ 71120 h 138429"/>
                <a:gd name="connsiteX462" fmla="*/ 4899656 w 4940931"/>
                <a:gd name="connsiteY462" fmla="*/ 78105 h 138429"/>
                <a:gd name="connsiteX463" fmla="*/ 4901561 w 4940931"/>
                <a:gd name="connsiteY463" fmla="*/ 87630 h 138429"/>
                <a:gd name="connsiteX464" fmla="*/ 4899021 w 4940931"/>
                <a:gd name="connsiteY464" fmla="*/ 98425 h 138429"/>
                <a:gd name="connsiteX465" fmla="*/ 4892671 w 4940931"/>
                <a:gd name="connsiteY465" fmla="*/ 105410 h 138429"/>
                <a:gd name="connsiteX466" fmla="*/ 4883146 w 4940931"/>
                <a:gd name="connsiteY466" fmla="*/ 109220 h 138429"/>
                <a:gd name="connsiteX467" fmla="*/ 4872351 w 4940931"/>
                <a:gd name="connsiteY467" fmla="*/ 110490 h 138429"/>
                <a:gd name="connsiteX468" fmla="*/ 4857111 w 4940931"/>
                <a:gd name="connsiteY468" fmla="*/ 107950 h 138429"/>
                <a:gd name="connsiteX469" fmla="*/ 4842506 w 4940931"/>
                <a:gd name="connsiteY469" fmla="*/ 100965 h 138429"/>
                <a:gd name="connsiteX470" fmla="*/ 4849491 w 4940931"/>
                <a:gd name="connsiteY470" fmla="*/ 89535 h 138429"/>
                <a:gd name="connsiteX471" fmla="*/ 4860921 w 4940931"/>
                <a:gd name="connsiteY471" fmla="*/ 95250 h 138429"/>
                <a:gd name="connsiteX472" fmla="*/ 4872351 w 4940931"/>
                <a:gd name="connsiteY472" fmla="*/ 97155 h 138429"/>
                <a:gd name="connsiteX473" fmla="*/ 4883146 w 4940931"/>
                <a:gd name="connsiteY473" fmla="*/ 94615 h 138429"/>
                <a:gd name="connsiteX474" fmla="*/ 4886321 w 4940931"/>
                <a:gd name="connsiteY474" fmla="*/ 88265 h 138429"/>
                <a:gd name="connsiteX475" fmla="*/ 4885051 w 4940931"/>
                <a:gd name="connsiteY475" fmla="*/ 84455 h 138429"/>
                <a:gd name="connsiteX476" fmla="*/ 4881241 w 4940931"/>
                <a:gd name="connsiteY476" fmla="*/ 81280 h 138429"/>
                <a:gd name="connsiteX477" fmla="*/ 4875526 w 4940931"/>
                <a:gd name="connsiteY477" fmla="*/ 78105 h 138429"/>
                <a:gd name="connsiteX478" fmla="*/ 4867906 w 4940931"/>
                <a:gd name="connsiteY478" fmla="*/ 74930 h 138429"/>
                <a:gd name="connsiteX479" fmla="*/ 4857111 w 4940931"/>
                <a:gd name="connsiteY479" fmla="*/ 69850 h 138429"/>
                <a:gd name="connsiteX480" fmla="*/ 4850126 w 4940931"/>
                <a:gd name="connsiteY480" fmla="*/ 64770 h 138429"/>
                <a:gd name="connsiteX481" fmla="*/ 4846316 w 4940931"/>
                <a:gd name="connsiteY481" fmla="*/ 58420 h 138429"/>
                <a:gd name="connsiteX482" fmla="*/ 4845046 w 4940931"/>
                <a:gd name="connsiteY482" fmla="*/ 50165 h 138429"/>
                <a:gd name="connsiteX483" fmla="*/ 4846951 w 4940931"/>
                <a:gd name="connsiteY483" fmla="*/ 40640 h 138429"/>
                <a:gd name="connsiteX484" fmla="*/ 4852666 w 4940931"/>
                <a:gd name="connsiteY484" fmla="*/ 34290 h 138429"/>
                <a:gd name="connsiteX485" fmla="*/ 4860921 w 4940931"/>
                <a:gd name="connsiteY485" fmla="*/ 30480 h 138429"/>
                <a:gd name="connsiteX486" fmla="*/ 4871716 w 4940931"/>
                <a:gd name="connsiteY486" fmla="*/ 29210 h 138429"/>
                <a:gd name="connsiteX487" fmla="*/ 4749796 w 4940931"/>
                <a:gd name="connsiteY487" fmla="*/ 29210 h 138429"/>
                <a:gd name="connsiteX488" fmla="*/ 4757416 w 4940931"/>
                <a:gd name="connsiteY488" fmla="*/ 29845 h 138429"/>
                <a:gd name="connsiteX489" fmla="*/ 4763131 w 4940931"/>
                <a:gd name="connsiteY489" fmla="*/ 32385 h 138429"/>
                <a:gd name="connsiteX490" fmla="*/ 4759321 w 4940931"/>
                <a:gd name="connsiteY490" fmla="*/ 46990 h 138429"/>
                <a:gd name="connsiteX491" fmla="*/ 4758051 w 4940931"/>
                <a:gd name="connsiteY491" fmla="*/ 46990 h 138429"/>
                <a:gd name="connsiteX492" fmla="*/ 4752971 w 4940931"/>
                <a:gd name="connsiteY492" fmla="*/ 45085 h 138429"/>
                <a:gd name="connsiteX493" fmla="*/ 4746621 w 4940931"/>
                <a:gd name="connsiteY493" fmla="*/ 44450 h 138429"/>
                <a:gd name="connsiteX494" fmla="*/ 4735191 w 4940931"/>
                <a:gd name="connsiteY494" fmla="*/ 49530 h 138429"/>
                <a:gd name="connsiteX495" fmla="*/ 4731381 w 4940931"/>
                <a:gd name="connsiteY495" fmla="*/ 64770 h 138429"/>
                <a:gd name="connsiteX496" fmla="*/ 4731381 w 4940931"/>
                <a:gd name="connsiteY496" fmla="*/ 109220 h 138429"/>
                <a:gd name="connsiteX497" fmla="*/ 4716141 w 4940931"/>
                <a:gd name="connsiteY497" fmla="*/ 109220 h 138429"/>
                <a:gd name="connsiteX498" fmla="*/ 4716141 w 4940931"/>
                <a:gd name="connsiteY498" fmla="*/ 31115 h 138429"/>
                <a:gd name="connsiteX499" fmla="*/ 4731381 w 4940931"/>
                <a:gd name="connsiteY499" fmla="*/ 31115 h 138429"/>
                <a:gd name="connsiteX500" fmla="*/ 4731381 w 4940931"/>
                <a:gd name="connsiteY500" fmla="*/ 38735 h 138429"/>
                <a:gd name="connsiteX501" fmla="*/ 4734556 w 4940931"/>
                <a:gd name="connsiteY501" fmla="*/ 34925 h 138429"/>
                <a:gd name="connsiteX502" fmla="*/ 4739001 w 4940931"/>
                <a:gd name="connsiteY502" fmla="*/ 31750 h 138429"/>
                <a:gd name="connsiteX503" fmla="*/ 4744081 w 4940931"/>
                <a:gd name="connsiteY503" fmla="*/ 29845 h 138429"/>
                <a:gd name="connsiteX504" fmla="*/ 4749796 w 4940931"/>
                <a:gd name="connsiteY504" fmla="*/ 29210 h 138429"/>
                <a:gd name="connsiteX505" fmla="*/ 4349110 w 4940931"/>
                <a:gd name="connsiteY505" fmla="*/ 29210 h 138429"/>
                <a:gd name="connsiteX506" fmla="*/ 4356730 w 4940931"/>
                <a:gd name="connsiteY506" fmla="*/ 29845 h 138429"/>
                <a:gd name="connsiteX507" fmla="*/ 4362445 w 4940931"/>
                <a:gd name="connsiteY507" fmla="*/ 32385 h 138429"/>
                <a:gd name="connsiteX508" fmla="*/ 4358635 w 4940931"/>
                <a:gd name="connsiteY508" fmla="*/ 46990 h 138429"/>
                <a:gd name="connsiteX509" fmla="*/ 4357365 w 4940931"/>
                <a:gd name="connsiteY509" fmla="*/ 46990 h 138429"/>
                <a:gd name="connsiteX510" fmla="*/ 4352285 w 4940931"/>
                <a:gd name="connsiteY510" fmla="*/ 45085 h 138429"/>
                <a:gd name="connsiteX511" fmla="*/ 4345935 w 4940931"/>
                <a:gd name="connsiteY511" fmla="*/ 44450 h 138429"/>
                <a:gd name="connsiteX512" fmla="*/ 4334505 w 4940931"/>
                <a:gd name="connsiteY512" fmla="*/ 49530 h 138429"/>
                <a:gd name="connsiteX513" fmla="*/ 4330695 w 4940931"/>
                <a:gd name="connsiteY513" fmla="*/ 64770 h 138429"/>
                <a:gd name="connsiteX514" fmla="*/ 4330695 w 4940931"/>
                <a:gd name="connsiteY514" fmla="*/ 109220 h 138429"/>
                <a:gd name="connsiteX515" fmla="*/ 4315455 w 4940931"/>
                <a:gd name="connsiteY515" fmla="*/ 109220 h 138429"/>
                <a:gd name="connsiteX516" fmla="*/ 4315455 w 4940931"/>
                <a:gd name="connsiteY516" fmla="*/ 31115 h 138429"/>
                <a:gd name="connsiteX517" fmla="*/ 4330695 w 4940931"/>
                <a:gd name="connsiteY517" fmla="*/ 31115 h 138429"/>
                <a:gd name="connsiteX518" fmla="*/ 4330695 w 4940931"/>
                <a:gd name="connsiteY518" fmla="*/ 38735 h 138429"/>
                <a:gd name="connsiteX519" fmla="*/ 4333870 w 4940931"/>
                <a:gd name="connsiteY519" fmla="*/ 34925 h 138429"/>
                <a:gd name="connsiteX520" fmla="*/ 4338315 w 4940931"/>
                <a:gd name="connsiteY520" fmla="*/ 31750 h 138429"/>
                <a:gd name="connsiteX521" fmla="*/ 4343395 w 4940931"/>
                <a:gd name="connsiteY521" fmla="*/ 29845 h 138429"/>
                <a:gd name="connsiteX522" fmla="*/ 4349110 w 4940931"/>
                <a:gd name="connsiteY522" fmla="*/ 29210 h 138429"/>
                <a:gd name="connsiteX523" fmla="*/ 4044310 w 4940931"/>
                <a:gd name="connsiteY523" fmla="*/ 29210 h 138429"/>
                <a:gd name="connsiteX524" fmla="*/ 4058915 w 4940931"/>
                <a:gd name="connsiteY524" fmla="*/ 32385 h 138429"/>
                <a:gd name="connsiteX525" fmla="*/ 4069075 w 4940931"/>
                <a:gd name="connsiteY525" fmla="*/ 40640 h 138429"/>
                <a:gd name="connsiteX526" fmla="*/ 4075425 w 4940931"/>
                <a:gd name="connsiteY526" fmla="*/ 53340 h 138429"/>
                <a:gd name="connsiteX527" fmla="*/ 4077330 w 4940931"/>
                <a:gd name="connsiteY527" fmla="*/ 68580 h 138429"/>
                <a:gd name="connsiteX528" fmla="*/ 4076060 w 4940931"/>
                <a:gd name="connsiteY528" fmla="*/ 68580 h 138429"/>
                <a:gd name="connsiteX529" fmla="*/ 4076060 w 4940931"/>
                <a:gd name="connsiteY529" fmla="*/ 72390 h 138429"/>
                <a:gd name="connsiteX530" fmla="*/ 4076060 w 4940931"/>
                <a:gd name="connsiteY530" fmla="*/ 75565 h 138429"/>
                <a:gd name="connsiteX531" fmla="*/ 4024625 w 4940931"/>
                <a:gd name="connsiteY531" fmla="*/ 75565 h 138429"/>
                <a:gd name="connsiteX532" fmla="*/ 4027165 w 4940931"/>
                <a:gd name="connsiteY532" fmla="*/ 85090 h 138429"/>
                <a:gd name="connsiteX533" fmla="*/ 4031610 w 4940931"/>
                <a:gd name="connsiteY533" fmla="*/ 91440 h 138429"/>
                <a:gd name="connsiteX534" fmla="*/ 4037325 w 4940931"/>
                <a:gd name="connsiteY534" fmla="*/ 95250 h 138429"/>
                <a:gd name="connsiteX535" fmla="*/ 4044310 w 4940931"/>
                <a:gd name="connsiteY535" fmla="*/ 96520 h 138429"/>
                <a:gd name="connsiteX536" fmla="*/ 4049390 w 4940931"/>
                <a:gd name="connsiteY536" fmla="*/ 96520 h 138429"/>
                <a:gd name="connsiteX537" fmla="*/ 4053835 w 4940931"/>
                <a:gd name="connsiteY537" fmla="*/ 95250 h 138429"/>
                <a:gd name="connsiteX538" fmla="*/ 4057645 w 4940931"/>
                <a:gd name="connsiteY538" fmla="*/ 93345 h 138429"/>
                <a:gd name="connsiteX539" fmla="*/ 4062090 w 4940931"/>
                <a:gd name="connsiteY539" fmla="*/ 90805 h 138429"/>
                <a:gd name="connsiteX540" fmla="*/ 4070980 w 4940931"/>
                <a:gd name="connsiteY540" fmla="*/ 100330 h 138429"/>
                <a:gd name="connsiteX541" fmla="*/ 4065265 w 4940931"/>
                <a:gd name="connsiteY541" fmla="*/ 104775 h 138429"/>
                <a:gd name="connsiteX542" fmla="*/ 4059550 w 4940931"/>
                <a:gd name="connsiteY542" fmla="*/ 107950 h 138429"/>
                <a:gd name="connsiteX543" fmla="*/ 4052565 w 4940931"/>
                <a:gd name="connsiteY543" fmla="*/ 109855 h 138429"/>
                <a:gd name="connsiteX544" fmla="*/ 4043675 w 4940931"/>
                <a:gd name="connsiteY544" fmla="*/ 110490 h 138429"/>
                <a:gd name="connsiteX545" fmla="*/ 4034150 w 4940931"/>
                <a:gd name="connsiteY545" fmla="*/ 109220 h 138429"/>
                <a:gd name="connsiteX546" fmla="*/ 4026530 w 4940931"/>
                <a:gd name="connsiteY546" fmla="*/ 105410 h 138429"/>
                <a:gd name="connsiteX547" fmla="*/ 4020180 w 4940931"/>
                <a:gd name="connsiteY547" fmla="*/ 100330 h 138429"/>
                <a:gd name="connsiteX548" fmla="*/ 4015100 w 4940931"/>
                <a:gd name="connsiteY548" fmla="*/ 92710 h 138429"/>
                <a:gd name="connsiteX549" fmla="*/ 4011290 w 4940931"/>
                <a:gd name="connsiteY549" fmla="*/ 82550 h 138429"/>
                <a:gd name="connsiteX550" fmla="*/ 4010020 w 4940931"/>
                <a:gd name="connsiteY550" fmla="*/ 69850 h 138429"/>
                <a:gd name="connsiteX551" fmla="*/ 4012560 w 4940931"/>
                <a:gd name="connsiteY551" fmla="*/ 52070 h 138429"/>
                <a:gd name="connsiteX552" fmla="*/ 4019545 w 4940931"/>
                <a:gd name="connsiteY552" fmla="*/ 39370 h 138429"/>
                <a:gd name="connsiteX553" fmla="*/ 4030340 w 4940931"/>
                <a:gd name="connsiteY553" fmla="*/ 31750 h 138429"/>
                <a:gd name="connsiteX554" fmla="*/ 4044310 w 4940931"/>
                <a:gd name="connsiteY554" fmla="*/ 29210 h 138429"/>
                <a:gd name="connsiteX555" fmla="*/ 3811900 w 4940931"/>
                <a:gd name="connsiteY555" fmla="*/ 29210 h 138429"/>
                <a:gd name="connsiteX556" fmla="*/ 3819520 w 4940931"/>
                <a:gd name="connsiteY556" fmla="*/ 29845 h 138429"/>
                <a:gd name="connsiteX557" fmla="*/ 3825235 w 4940931"/>
                <a:gd name="connsiteY557" fmla="*/ 32385 h 138429"/>
                <a:gd name="connsiteX558" fmla="*/ 3821425 w 4940931"/>
                <a:gd name="connsiteY558" fmla="*/ 46990 h 138429"/>
                <a:gd name="connsiteX559" fmla="*/ 3820155 w 4940931"/>
                <a:gd name="connsiteY559" fmla="*/ 46990 h 138429"/>
                <a:gd name="connsiteX560" fmla="*/ 3815075 w 4940931"/>
                <a:gd name="connsiteY560" fmla="*/ 45085 h 138429"/>
                <a:gd name="connsiteX561" fmla="*/ 3808725 w 4940931"/>
                <a:gd name="connsiteY561" fmla="*/ 44450 h 138429"/>
                <a:gd name="connsiteX562" fmla="*/ 3797295 w 4940931"/>
                <a:gd name="connsiteY562" fmla="*/ 49530 h 138429"/>
                <a:gd name="connsiteX563" fmla="*/ 3793485 w 4940931"/>
                <a:gd name="connsiteY563" fmla="*/ 64770 h 138429"/>
                <a:gd name="connsiteX564" fmla="*/ 3793485 w 4940931"/>
                <a:gd name="connsiteY564" fmla="*/ 109220 h 138429"/>
                <a:gd name="connsiteX565" fmla="*/ 3778245 w 4940931"/>
                <a:gd name="connsiteY565" fmla="*/ 109220 h 138429"/>
                <a:gd name="connsiteX566" fmla="*/ 3778245 w 4940931"/>
                <a:gd name="connsiteY566" fmla="*/ 31115 h 138429"/>
                <a:gd name="connsiteX567" fmla="*/ 3793485 w 4940931"/>
                <a:gd name="connsiteY567" fmla="*/ 31115 h 138429"/>
                <a:gd name="connsiteX568" fmla="*/ 3793485 w 4940931"/>
                <a:gd name="connsiteY568" fmla="*/ 38735 h 138429"/>
                <a:gd name="connsiteX569" fmla="*/ 3796660 w 4940931"/>
                <a:gd name="connsiteY569" fmla="*/ 34925 h 138429"/>
                <a:gd name="connsiteX570" fmla="*/ 3801105 w 4940931"/>
                <a:gd name="connsiteY570" fmla="*/ 31750 h 138429"/>
                <a:gd name="connsiteX571" fmla="*/ 3806185 w 4940931"/>
                <a:gd name="connsiteY571" fmla="*/ 29845 h 138429"/>
                <a:gd name="connsiteX572" fmla="*/ 3811900 w 4940931"/>
                <a:gd name="connsiteY572" fmla="*/ 29210 h 138429"/>
                <a:gd name="connsiteX573" fmla="*/ 3729986 w 4940931"/>
                <a:gd name="connsiteY573" fmla="*/ 29210 h 138429"/>
                <a:gd name="connsiteX574" fmla="*/ 3744591 w 4940931"/>
                <a:gd name="connsiteY574" fmla="*/ 32385 h 138429"/>
                <a:gd name="connsiteX575" fmla="*/ 3754751 w 4940931"/>
                <a:gd name="connsiteY575" fmla="*/ 40640 h 138429"/>
                <a:gd name="connsiteX576" fmla="*/ 3761101 w 4940931"/>
                <a:gd name="connsiteY576" fmla="*/ 53340 h 138429"/>
                <a:gd name="connsiteX577" fmla="*/ 3763006 w 4940931"/>
                <a:gd name="connsiteY577" fmla="*/ 68580 h 138429"/>
                <a:gd name="connsiteX578" fmla="*/ 3761736 w 4940931"/>
                <a:gd name="connsiteY578" fmla="*/ 68580 h 138429"/>
                <a:gd name="connsiteX579" fmla="*/ 3761736 w 4940931"/>
                <a:gd name="connsiteY579" fmla="*/ 72390 h 138429"/>
                <a:gd name="connsiteX580" fmla="*/ 3761736 w 4940931"/>
                <a:gd name="connsiteY580" fmla="*/ 75565 h 138429"/>
                <a:gd name="connsiteX581" fmla="*/ 3710301 w 4940931"/>
                <a:gd name="connsiteY581" fmla="*/ 75565 h 138429"/>
                <a:gd name="connsiteX582" fmla="*/ 3712841 w 4940931"/>
                <a:gd name="connsiteY582" fmla="*/ 85090 h 138429"/>
                <a:gd name="connsiteX583" fmla="*/ 3717286 w 4940931"/>
                <a:gd name="connsiteY583" fmla="*/ 91440 h 138429"/>
                <a:gd name="connsiteX584" fmla="*/ 3723001 w 4940931"/>
                <a:gd name="connsiteY584" fmla="*/ 95250 h 138429"/>
                <a:gd name="connsiteX585" fmla="*/ 3729986 w 4940931"/>
                <a:gd name="connsiteY585" fmla="*/ 96520 h 138429"/>
                <a:gd name="connsiteX586" fmla="*/ 3735066 w 4940931"/>
                <a:gd name="connsiteY586" fmla="*/ 96520 h 138429"/>
                <a:gd name="connsiteX587" fmla="*/ 3739511 w 4940931"/>
                <a:gd name="connsiteY587" fmla="*/ 95250 h 138429"/>
                <a:gd name="connsiteX588" fmla="*/ 3743321 w 4940931"/>
                <a:gd name="connsiteY588" fmla="*/ 93345 h 138429"/>
                <a:gd name="connsiteX589" fmla="*/ 3747766 w 4940931"/>
                <a:gd name="connsiteY589" fmla="*/ 90805 h 138429"/>
                <a:gd name="connsiteX590" fmla="*/ 3756656 w 4940931"/>
                <a:gd name="connsiteY590" fmla="*/ 100330 h 138429"/>
                <a:gd name="connsiteX591" fmla="*/ 3750941 w 4940931"/>
                <a:gd name="connsiteY591" fmla="*/ 104775 h 138429"/>
                <a:gd name="connsiteX592" fmla="*/ 3745226 w 4940931"/>
                <a:gd name="connsiteY592" fmla="*/ 107950 h 138429"/>
                <a:gd name="connsiteX593" fmla="*/ 3738241 w 4940931"/>
                <a:gd name="connsiteY593" fmla="*/ 109855 h 138429"/>
                <a:gd name="connsiteX594" fmla="*/ 3729351 w 4940931"/>
                <a:gd name="connsiteY594" fmla="*/ 110490 h 138429"/>
                <a:gd name="connsiteX595" fmla="*/ 3719826 w 4940931"/>
                <a:gd name="connsiteY595" fmla="*/ 109220 h 138429"/>
                <a:gd name="connsiteX596" fmla="*/ 3712206 w 4940931"/>
                <a:gd name="connsiteY596" fmla="*/ 105410 h 138429"/>
                <a:gd name="connsiteX597" fmla="*/ 3705856 w 4940931"/>
                <a:gd name="connsiteY597" fmla="*/ 100330 h 138429"/>
                <a:gd name="connsiteX598" fmla="*/ 3700776 w 4940931"/>
                <a:gd name="connsiteY598" fmla="*/ 92710 h 138429"/>
                <a:gd name="connsiteX599" fmla="*/ 3696966 w 4940931"/>
                <a:gd name="connsiteY599" fmla="*/ 82550 h 138429"/>
                <a:gd name="connsiteX600" fmla="*/ 3695696 w 4940931"/>
                <a:gd name="connsiteY600" fmla="*/ 69850 h 138429"/>
                <a:gd name="connsiteX601" fmla="*/ 3698236 w 4940931"/>
                <a:gd name="connsiteY601" fmla="*/ 52070 h 138429"/>
                <a:gd name="connsiteX602" fmla="*/ 3705221 w 4940931"/>
                <a:gd name="connsiteY602" fmla="*/ 39370 h 138429"/>
                <a:gd name="connsiteX603" fmla="*/ 3716016 w 4940931"/>
                <a:gd name="connsiteY603" fmla="*/ 31750 h 138429"/>
                <a:gd name="connsiteX604" fmla="*/ 3729986 w 4940931"/>
                <a:gd name="connsiteY604" fmla="*/ 29210 h 138429"/>
                <a:gd name="connsiteX605" fmla="*/ 3543296 w 4940931"/>
                <a:gd name="connsiteY605" fmla="*/ 29210 h 138429"/>
                <a:gd name="connsiteX606" fmla="*/ 3557901 w 4940931"/>
                <a:gd name="connsiteY606" fmla="*/ 32385 h 138429"/>
                <a:gd name="connsiteX607" fmla="*/ 3568061 w 4940931"/>
                <a:gd name="connsiteY607" fmla="*/ 40640 h 138429"/>
                <a:gd name="connsiteX608" fmla="*/ 3574411 w 4940931"/>
                <a:gd name="connsiteY608" fmla="*/ 53340 h 138429"/>
                <a:gd name="connsiteX609" fmla="*/ 3576316 w 4940931"/>
                <a:gd name="connsiteY609" fmla="*/ 68580 h 138429"/>
                <a:gd name="connsiteX610" fmla="*/ 3575046 w 4940931"/>
                <a:gd name="connsiteY610" fmla="*/ 68580 h 138429"/>
                <a:gd name="connsiteX611" fmla="*/ 3575046 w 4940931"/>
                <a:gd name="connsiteY611" fmla="*/ 72390 h 138429"/>
                <a:gd name="connsiteX612" fmla="*/ 3575046 w 4940931"/>
                <a:gd name="connsiteY612" fmla="*/ 75565 h 138429"/>
                <a:gd name="connsiteX613" fmla="*/ 3523611 w 4940931"/>
                <a:gd name="connsiteY613" fmla="*/ 75565 h 138429"/>
                <a:gd name="connsiteX614" fmla="*/ 3526151 w 4940931"/>
                <a:gd name="connsiteY614" fmla="*/ 85090 h 138429"/>
                <a:gd name="connsiteX615" fmla="*/ 3530596 w 4940931"/>
                <a:gd name="connsiteY615" fmla="*/ 91440 h 138429"/>
                <a:gd name="connsiteX616" fmla="*/ 3536311 w 4940931"/>
                <a:gd name="connsiteY616" fmla="*/ 95250 h 138429"/>
                <a:gd name="connsiteX617" fmla="*/ 3543296 w 4940931"/>
                <a:gd name="connsiteY617" fmla="*/ 96520 h 138429"/>
                <a:gd name="connsiteX618" fmla="*/ 3548376 w 4940931"/>
                <a:gd name="connsiteY618" fmla="*/ 96520 h 138429"/>
                <a:gd name="connsiteX619" fmla="*/ 3552821 w 4940931"/>
                <a:gd name="connsiteY619" fmla="*/ 95250 h 138429"/>
                <a:gd name="connsiteX620" fmla="*/ 3556631 w 4940931"/>
                <a:gd name="connsiteY620" fmla="*/ 93345 h 138429"/>
                <a:gd name="connsiteX621" fmla="*/ 3561076 w 4940931"/>
                <a:gd name="connsiteY621" fmla="*/ 90805 h 138429"/>
                <a:gd name="connsiteX622" fmla="*/ 3569966 w 4940931"/>
                <a:gd name="connsiteY622" fmla="*/ 100330 h 138429"/>
                <a:gd name="connsiteX623" fmla="*/ 3564251 w 4940931"/>
                <a:gd name="connsiteY623" fmla="*/ 104775 h 138429"/>
                <a:gd name="connsiteX624" fmla="*/ 3558536 w 4940931"/>
                <a:gd name="connsiteY624" fmla="*/ 107950 h 138429"/>
                <a:gd name="connsiteX625" fmla="*/ 3551551 w 4940931"/>
                <a:gd name="connsiteY625" fmla="*/ 109855 h 138429"/>
                <a:gd name="connsiteX626" fmla="*/ 3542661 w 4940931"/>
                <a:gd name="connsiteY626" fmla="*/ 110490 h 138429"/>
                <a:gd name="connsiteX627" fmla="*/ 3533136 w 4940931"/>
                <a:gd name="connsiteY627" fmla="*/ 109220 h 138429"/>
                <a:gd name="connsiteX628" fmla="*/ 3525516 w 4940931"/>
                <a:gd name="connsiteY628" fmla="*/ 105410 h 138429"/>
                <a:gd name="connsiteX629" fmla="*/ 3519166 w 4940931"/>
                <a:gd name="connsiteY629" fmla="*/ 100330 h 138429"/>
                <a:gd name="connsiteX630" fmla="*/ 3514086 w 4940931"/>
                <a:gd name="connsiteY630" fmla="*/ 92710 h 138429"/>
                <a:gd name="connsiteX631" fmla="*/ 3510276 w 4940931"/>
                <a:gd name="connsiteY631" fmla="*/ 82550 h 138429"/>
                <a:gd name="connsiteX632" fmla="*/ 3509006 w 4940931"/>
                <a:gd name="connsiteY632" fmla="*/ 69850 h 138429"/>
                <a:gd name="connsiteX633" fmla="*/ 3511546 w 4940931"/>
                <a:gd name="connsiteY633" fmla="*/ 52070 h 138429"/>
                <a:gd name="connsiteX634" fmla="*/ 3518531 w 4940931"/>
                <a:gd name="connsiteY634" fmla="*/ 39370 h 138429"/>
                <a:gd name="connsiteX635" fmla="*/ 3529326 w 4940931"/>
                <a:gd name="connsiteY635" fmla="*/ 31750 h 138429"/>
                <a:gd name="connsiteX636" fmla="*/ 3543296 w 4940931"/>
                <a:gd name="connsiteY636" fmla="*/ 29210 h 138429"/>
                <a:gd name="connsiteX637" fmla="*/ 3345176 w 4940931"/>
                <a:gd name="connsiteY637" fmla="*/ 29210 h 138429"/>
                <a:gd name="connsiteX638" fmla="*/ 3359781 w 4940931"/>
                <a:gd name="connsiteY638" fmla="*/ 32385 h 138429"/>
                <a:gd name="connsiteX639" fmla="*/ 3369941 w 4940931"/>
                <a:gd name="connsiteY639" fmla="*/ 40640 h 138429"/>
                <a:gd name="connsiteX640" fmla="*/ 3376291 w 4940931"/>
                <a:gd name="connsiteY640" fmla="*/ 53340 h 138429"/>
                <a:gd name="connsiteX641" fmla="*/ 3378196 w 4940931"/>
                <a:gd name="connsiteY641" fmla="*/ 68580 h 138429"/>
                <a:gd name="connsiteX642" fmla="*/ 3376926 w 4940931"/>
                <a:gd name="connsiteY642" fmla="*/ 68580 h 138429"/>
                <a:gd name="connsiteX643" fmla="*/ 3376926 w 4940931"/>
                <a:gd name="connsiteY643" fmla="*/ 72390 h 138429"/>
                <a:gd name="connsiteX644" fmla="*/ 3376926 w 4940931"/>
                <a:gd name="connsiteY644" fmla="*/ 75565 h 138429"/>
                <a:gd name="connsiteX645" fmla="*/ 3325491 w 4940931"/>
                <a:gd name="connsiteY645" fmla="*/ 75565 h 138429"/>
                <a:gd name="connsiteX646" fmla="*/ 3328031 w 4940931"/>
                <a:gd name="connsiteY646" fmla="*/ 85090 h 138429"/>
                <a:gd name="connsiteX647" fmla="*/ 3332476 w 4940931"/>
                <a:gd name="connsiteY647" fmla="*/ 91440 h 138429"/>
                <a:gd name="connsiteX648" fmla="*/ 3338191 w 4940931"/>
                <a:gd name="connsiteY648" fmla="*/ 95250 h 138429"/>
                <a:gd name="connsiteX649" fmla="*/ 3345176 w 4940931"/>
                <a:gd name="connsiteY649" fmla="*/ 96520 h 138429"/>
                <a:gd name="connsiteX650" fmla="*/ 3350256 w 4940931"/>
                <a:gd name="connsiteY650" fmla="*/ 96520 h 138429"/>
                <a:gd name="connsiteX651" fmla="*/ 3354701 w 4940931"/>
                <a:gd name="connsiteY651" fmla="*/ 95250 h 138429"/>
                <a:gd name="connsiteX652" fmla="*/ 3358511 w 4940931"/>
                <a:gd name="connsiteY652" fmla="*/ 93345 h 138429"/>
                <a:gd name="connsiteX653" fmla="*/ 3362956 w 4940931"/>
                <a:gd name="connsiteY653" fmla="*/ 90805 h 138429"/>
                <a:gd name="connsiteX654" fmla="*/ 3371846 w 4940931"/>
                <a:gd name="connsiteY654" fmla="*/ 100330 h 138429"/>
                <a:gd name="connsiteX655" fmla="*/ 3366131 w 4940931"/>
                <a:gd name="connsiteY655" fmla="*/ 104775 h 138429"/>
                <a:gd name="connsiteX656" fmla="*/ 3360416 w 4940931"/>
                <a:gd name="connsiteY656" fmla="*/ 107950 h 138429"/>
                <a:gd name="connsiteX657" fmla="*/ 3353431 w 4940931"/>
                <a:gd name="connsiteY657" fmla="*/ 109855 h 138429"/>
                <a:gd name="connsiteX658" fmla="*/ 3344541 w 4940931"/>
                <a:gd name="connsiteY658" fmla="*/ 110490 h 138429"/>
                <a:gd name="connsiteX659" fmla="*/ 3335016 w 4940931"/>
                <a:gd name="connsiteY659" fmla="*/ 109220 h 138429"/>
                <a:gd name="connsiteX660" fmla="*/ 3327396 w 4940931"/>
                <a:gd name="connsiteY660" fmla="*/ 105410 h 138429"/>
                <a:gd name="connsiteX661" fmla="*/ 3321046 w 4940931"/>
                <a:gd name="connsiteY661" fmla="*/ 100330 h 138429"/>
                <a:gd name="connsiteX662" fmla="*/ 3315966 w 4940931"/>
                <a:gd name="connsiteY662" fmla="*/ 92710 h 138429"/>
                <a:gd name="connsiteX663" fmla="*/ 3312156 w 4940931"/>
                <a:gd name="connsiteY663" fmla="*/ 82550 h 138429"/>
                <a:gd name="connsiteX664" fmla="*/ 3310886 w 4940931"/>
                <a:gd name="connsiteY664" fmla="*/ 69850 h 138429"/>
                <a:gd name="connsiteX665" fmla="*/ 3313426 w 4940931"/>
                <a:gd name="connsiteY665" fmla="*/ 52070 h 138429"/>
                <a:gd name="connsiteX666" fmla="*/ 3320411 w 4940931"/>
                <a:gd name="connsiteY666" fmla="*/ 39370 h 138429"/>
                <a:gd name="connsiteX667" fmla="*/ 3331206 w 4940931"/>
                <a:gd name="connsiteY667" fmla="*/ 31750 h 138429"/>
                <a:gd name="connsiteX668" fmla="*/ 3345176 w 4940931"/>
                <a:gd name="connsiteY668" fmla="*/ 29210 h 138429"/>
                <a:gd name="connsiteX669" fmla="*/ 3060696 w 4940931"/>
                <a:gd name="connsiteY669" fmla="*/ 29210 h 138429"/>
                <a:gd name="connsiteX670" fmla="*/ 3068316 w 4940931"/>
                <a:gd name="connsiteY670" fmla="*/ 29845 h 138429"/>
                <a:gd name="connsiteX671" fmla="*/ 3074031 w 4940931"/>
                <a:gd name="connsiteY671" fmla="*/ 32385 h 138429"/>
                <a:gd name="connsiteX672" fmla="*/ 3070221 w 4940931"/>
                <a:gd name="connsiteY672" fmla="*/ 46990 h 138429"/>
                <a:gd name="connsiteX673" fmla="*/ 3068951 w 4940931"/>
                <a:gd name="connsiteY673" fmla="*/ 46990 h 138429"/>
                <a:gd name="connsiteX674" fmla="*/ 3063871 w 4940931"/>
                <a:gd name="connsiteY674" fmla="*/ 45085 h 138429"/>
                <a:gd name="connsiteX675" fmla="*/ 3057521 w 4940931"/>
                <a:gd name="connsiteY675" fmla="*/ 44450 h 138429"/>
                <a:gd name="connsiteX676" fmla="*/ 3046091 w 4940931"/>
                <a:gd name="connsiteY676" fmla="*/ 49530 h 138429"/>
                <a:gd name="connsiteX677" fmla="*/ 3042281 w 4940931"/>
                <a:gd name="connsiteY677" fmla="*/ 64770 h 138429"/>
                <a:gd name="connsiteX678" fmla="*/ 3042281 w 4940931"/>
                <a:gd name="connsiteY678" fmla="*/ 109220 h 138429"/>
                <a:gd name="connsiteX679" fmla="*/ 3027041 w 4940931"/>
                <a:gd name="connsiteY679" fmla="*/ 109220 h 138429"/>
                <a:gd name="connsiteX680" fmla="*/ 3027041 w 4940931"/>
                <a:gd name="connsiteY680" fmla="*/ 31115 h 138429"/>
                <a:gd name="connsiteX681" fmla="*/ 3042281 w 4940931"/>
                <a:gd name="connsiteY681" fmla="*/ 31115 h 138429"/>
                <a:gd name="connsiteX682" fmla="*/ 3042281 w 4940931"/>
                <a:gd name="connsiteY682" fmla="*/ 38735 h 138429"/>
                <a:gd name="connsiteX683" fmla="*/ 3045456 w 4940931"/>
                <a:gd name="connsiteY683" fmla="*/ 34925 h 138429"/>
                <a:gd name="connsiteX684" fmla="*/ 3049901 w 4940931"/>
                <a:gd name="connsiteY684" fmla="*/ 31750 h 138429"/>
                <a:gd name="connsiteX685" fmla="*/ 3054981 w 4940931"/>
                <a:gd name="connsiteY685" fmla="*/ 29845 h 138429"/>
                <a:gd name="connsiteX686" fmla="*/ 3060696 w 4940931"/>
                <a:gd name="connsiteY686" fmla="*/ 29210 h 138429"/>
                <a:gd name="connsiteX687" fmla="*/ 2978781 w 4940931"/>
                <a:gd name="connsiteY687" fmla="*/ 29210 h 138429"/>
                <a:gd name="connsiteX688" fmla="*/ 2993386 w 4940931"/>
                <a:gd name="connsiteY688" fmla="*/ 32385 h 138429"/>
                <a:gd name="connsiteX689" fmla="*/ 3003546 w 4940931"/>
                <a:gd name="connsiteY689" fmla="*/ 40640 h 138429"/>
                <a:gd name="connsiteX690" fmla="*/ 3009896 w 4940931"/>
                <a:gd name="connsiteY690" fmla="*/ 53340 h 138429"/>
                <a:gd name="connsiteX691" fmla="*/ 3011801 w 4940931"/>
                <a:gd name="connsiteY691" fmla="*/ 68580 h 138429"/>
                <a:gd name="connsiteX692" fmla="*/ 3010531 w 4940931"/>
                <a:gd name="connsiteY692" fmla="*/ 68580 h 138429"/>
                <a:gd name="connsiteX693" fmla="*/ 3010531 w 4940931"/>
                <a:gd name="connsiteY693" fmla="*/ 72390 h 138429"/>
                <a:gd name="connsiteX694" fmla="*/ 3010531 w 4940931"/>
                <a:gd name="connsiteY694" fmla="*/ 75565 h 138429"/>
                <a:gd name="connsiteX695" fmla="*/ 2959096 w 4940931"/>
                <a:gd name="connsiteY695" fmla="*/ 75565 h 138429"/>
                <a:gd name="connsiteX696" fmla="*/ 2961636 w 4940931"/>
                <a:gd name="connsiteY696" fmla="*/ 85090 h 138429"/>
                <a:gd name="connsiteX697" fmla="*/ 2966081 w 4940931"/>
                <a:gd name="connsiteY697" fmla="*/ 91440 h 138429"/>
                <a:gd name="connsiteX698" fmla="*/ 2971796 w 4940931"/>
                <a:gd name="connsiteY698" fmla="*/ 95250 h 138429"/>
                <a:gd name="connsiteX699" fmla="*/ 2978781 w 4940931"/>
                <a:gd name="connsiteY699" fmla="*/ 96520 h 138429"/>
                <a:gd name="connsiteX700" fmla="*/ 2983861 w 4940931"/>
                <a:gd name="connsiteY700" fmla="*/ 96520 h 138429"/>
                <a:gd name="connsiteX701" fmla="*/ 2988306 w 4940931"/>
                <a:gd name="connsiteY701" fmla="*/ 95250 h 138429"/>
                <a:gd name="connsiteX702" fmla="*/ 2992116 w 4940931"/>
                <a:gd name="connsiteY702" fmla="*/ 93345 h 138429"/>
                <a:gd name="connsiteX703" fmla="*/ 2996561 w 4940931"/>
                <a:gd name="connsiteY703" fmla="*/ 90805 h 138429"/>
                <a:gd name="connsiteX704" fmla="*/ 3005451 w 4940931"/>
                <a:gd name="connsiteY704" fmla="*/ 100330 h 138429"/>
                <a:gd name="connsiteX705" fmla="*/ 2999736 w 4940931"/>
                <a:gd name="connsiteY705" fmla="*/ 104775 h 138429"/>
                <a:gd name="connsiteX706" fmla="*/ 2994021 w 4940931"/>
                <a:gd name="connsiteY706" fmla="*/ 107950 h 138429"/>
                <a:gd name="connsiteX707" fmla="*/ 2987036 w 4940931"/>
                <a:gd name="connsiteY707" fmla="*/ 109855 h 138429"/>
                <a:gd name="connsiteX708" fmla="*/ 2978146 w 4940931"/>
                <a:gd name="connsiteY708" fmla="*/ 110490 h 138429"/>
                <a:gd name="connsiteX709" fmla="*/ 2968621 w 4940931"/>
                <a:gd name="connsiteY709" fmla="*/ 109220 h 138429"/>
                <a:gd name="connsiteX710" fmla="*/ 2961001 w 4940931"/>
                <a:gd name="connsiteY710" fmla="*/ 105410 h 138429"/>
                <a:gd name="connsiteX711" fmla="*/ 2954651 w 4940931"/>
                <a:gd name="connsiteY711" fmla="*/ 100330 h 138429"/>
                <a:gd name="connsiteX712" fmla="*/ 2949571 w 4940931"/>
                <a:gd name="connsiteY712" fmla="*/ 92710 h 138429"/>
                <a:gd name="connsiteX713" fmla="*/ 2945761 w 4940931"/>
                <a:gd name="connsiteY713" fmla="*/ 82550 h 138429"/>
                <a:gd name="connsiteX714" fmla="*/ 2944491 w 4940931"/>
                <a:gd name="connsiteY714" fmla="*/ 69850 h 138429"/>
                <a:gd name="connsiteX715" fmla="*/ 2947031 w 4940931"/>
                <a:gd name="connsiteY715" fmla="*/ 52070 h 138429"/>
                <a:gd name="connsiteX716" fmla="*/ 2954016 w 4940931"/>
                <a:gd name="connsiteY716" fmla="*/ 39370 h 138429"/>
                <a:gd name="connsiteX717" fmla="*/ 2964811 w 4940931"/>
                <a:gd name="connsiteY717" fmla="*/ 31750 h 138429"/>
                <a:gd name="connsiteX718" fmla="*/ 2978781 w 4940931"/>
                <a:gd name="connsiteY718" fmla="*/ 29210 h 138429"/>
                <a:gd name="connsiteX719" fmla="*/ 2798440 w 4940931"/>
                <a:gd name="connsiteY719" fmla="*/ 29210 h 138429"/>
                <a:gd name="connsiteX720" fmla="*/ 2813045 w 4940931"/>
                <a:gd name="connsiteY720" fmla="*/ 31750 h 138429"/>
                <a:gd name="connsiteX721" fmla="*/ 2825110 w 4940931"/>
                <a:gd name="connsiteY721" fmla="*/ 38100 h 138429"/>
                <a:gd name="connsiteX722" fmla="*/ 2827015 w 4940931"/>
                <a:gd name="connsiteY722" fmla="*/ 38100 h 138429"/>
                <a:gd name="connsiteX723" fmla="*/ 2820030 w 4940931"/>
                <a:gd name="connsiteY723" fmla="*/ 50165 h 138429"/>
                <a:gd name="connsiteX724" fmla="*/ 2810505 w 4940931"/>
                <a:gd name="connsiteY724" fmla="*/ 45085 h 138429"/>
                <a:gd name="connsiteX725" fmla="*/ 2799710 w 4940931"/>
                <a:gd name="connsiteY725" fmla="*/ 43180 h 138429"/>
                <a:gd name="connsiteX726" fmla="*/ 2791455 w 4940931"/>
                <a:gd name="connsiteY726" fmla="*/ 45085 h 138429"/>
                <a:gd name="connsiteX727" fmla="*/ 2788915 w 4940931"/>
                <a:gd name="connsiteY727" fmla="*/ 50165 h 138429"/>
                <a:gd name="connsiteX728" fmla="*/ 2788915 w 4940931"/>
                <a:gd name="connsiteY728" fmla="*/ 52705 h 138429"/>
                <a:gd name="connsiteX729" fmla="*/ 2790820 w 4940931"/>
                <a:gd name="connsiteY729" fmla="*/ 55245 h 138429"/>
                <a:gd name="connsiteX730" fmla="*/ 2795265 w 4940931"/>
                <a:gd name="connsiteY730" fmla="*/ 57785 h 138429"/>
                <a:gd name="connsiteX731" fmla="*/ 2802250 w 4940931"/>
                <a:gd name="connsiteY731" fmla="*/ 60960 h 138429"/>
                <a:gd name="connsiteX732" fmla="*/ 2813680 w 4940931"/>
                <a:gd name="connsiteY732" fmla="*/ 66040 h 138429"/>
                <a:gd name="connsiteX733" fmla="*/ 2821935 w 4940931"/>
                <a:gd name="connsiteY733" fmla="*/ 71120 h 138429"/>
                <a:gd name="connsiteX734" fmla="*/ 2827015 w 4940931"/>
                <a:gd name="connsiteY734" fmla="*/ 78105 h 138429"/>
                <a:gd name="connsiteX735" fmla="*/ 2828920 w 4940931"/>
                <a:gd name="connsiteY735" fmla="*/ 87630 h 138429"/>
                <a:gd name="connsiteX736" fmla="*/ 2826380 w 4940931"/>
                <a:gd name="connsiteY736" fmla="*/ 98425 h 138429"/>
                <a:gd name="connsiteX737" fmla="*/ 2820030 w 4940931"/>
                <a:gd name="connsiteY737" fmla="*/ 105410 h 138429"/>
                <a:gd name="connsiteX738" fmla="*/ 2810505 w 4940931"/>
                <a:gd name="connsiteY738" fmla="*/ 109220 h 138429"/>
                <a:gd name="connsiteX739" fmla="*/ 2799710 w 4940931"/>
                <a:gd name="connsiteY739" fmla="*/ 110490 h 138429"/>
                <a:gd name="connsiteX740" fmla="*/ 2783835 w 4940931"/>
                <a:gd name="connsiteY740" fmla="*/ 107950 h 138429"/>
                <a:gd name="connsiteX741" fmla="*/ 2769230 w 4940931"/>
                <a:gd name="connsiteY741" fmla="*/ 100965 h 138429"/>
                <a:gd name="connsiteX742" fmla="*/ 2776215 w 4940931"/>
                <a:gd name="connsiteY742" fmla="*/ 89535 h 138429"/>
                <a:gd name="connsiteX743" fmla="*/ 2787645 w 4940931"/>
                <a:gd name="connsiteY743" fmla="*/ 95250 h 138429"/>
                <a:gd name="connsiteX744" fmla="*/ 2799075 w 4940931"/>
                <a:gd name="connsiteY744" fmla="*/ 97155 h 138429"/>
                <a:gd name="connsiteX745" fmla="*/ 2809870 w 4940931"/>
                <a:gd name="connsiteY745" fmla="*/ 94615 h 138429"/>
                <a:gd name="connsiteX746" fmla="*/ 2813045 w 4940931"/>
                <a:gd name="connsiteY746" fmla="*/ 88265 h 138429"/>
                <a:gd name="connsiteX747" fmla="*/ 2811775 w 4940931"/>
                <a:gd name="connsiteY747" fmla="*/ 84455 h 138429"/>
                <a:gd name="connsiteX748" fmla="*/ 2807965 w 4940931"/>
                <a:gd name="connsiteY748" fmla="*/ 81280 h 138429"/>
                <a:gd name="connsiteX749" fmla="*/ 2802250 w 4940931"/>
                <a:gd name="connsiteY749" fmla="*/ 78105 h 138429"/>
                <a:gd name="connsiteX750" fmla="*/ 2794630 w 4940931"/>
                <a:gd name="connsiteY750" fmla="*/ 74930 h 138429"/>
                <a:gd name="connsiteX751" fmla="*/ 2783835 w 4940931"/>
                <a:gd name="connsiteY751" fmla="*/ 69850 h 138429"/>
                <a:gd name="connsiteX752" fmla="*/ 2776850 w 4940931"/>
                <a:gd name="connsiteY752" fmla="*/ 64770 h 138429"/>
                <a:gd name="connsiteX753" fmla="*/ 2773040 w 4940931"/>
                <a:gd name="connsiteY753" fmla="*/ 58420 h 138429"/>
                <a:gd name="connsiteX754" fmla="*/ 2771770 w 4940931"/>
                <a:gd name="connsiteY754" fmla="*/ 50165 h 138429"/>
                <a:gd name="connsiteX755" fmla="*/ 2773675 w 4940931"/>
                <a:gd name="connsiteY755" fmla="*/ 40640 h 138429"/>
                <a:gd name="connsiteX756" fmla="*/ 2779390 w 4940931"/>
                <a:gd name="connsiteY756" fmla="*/ 34290 h 138429"/>
                <a:gd name="connsiteX757" fmla="*/ 2787645 w 4940931"/>
                <a:gd name="connsiteY757" fmla="*/ 30480 h 138429"/>
                <a:gd name="connsiteX758" fmla="*/ 2798440 w 4940931"/>
                <a:gd name="connsiteY758" fmla="*/ 29210 h 138429"/>
                <a:gd name="connsiteX759" fmla="*/ 2723510 w 4940931"/>
                <a:gd name="connsiteY759" fmla="*/ 29210 h 138429"/>
                <a:gd name="connsiteX760" fmla="*/ 2729225 w 4940931"/>
                <a:gd name="connsiteY760" fmla="*/ 29210 h 138429"/>
                <a:gd name="connsiteX761" fmla="*/ 2741290 w 4940931"/>
                <a:gd name="connsiteY761" fmla="*/ 31750 h 138429"/>
                <a:gd name="connsiteX762" fmla="*/ 2750180 w 4940931"/>
                <a:gd name="connsiteY762" fmla="*/ 38100 h 138429"/>
                <a:gd name="connsiteX763" fmla="*/ 2755260 w 4940931"/>
                <a:gd name="connsiteY763" fmla="*/ 48895 h 138429"/>
                <a:gd name="connsiteX764" fmla="*/ 2757165 w 4940931"/>
                <a:gd name="connsiteY764" fmla="*/ 64135 h 138429"/>
                <a:gd name="connsiteX765" fmla="*/ 2757165 w 4940931"/>
                <a:gd name="connsiteY765" fmla="*/ 108585 h 138429"/>
                <a:gd name="connsiteX766" fmla="*/ 2741925 w 4940931"/>
                <a:gd name="connsiteY766" fmla="*/ 108585 h 138429"/>
                <a:gd name="connsiteX767" fmla="*/ 2741290 w 4940931"/>
                <a:gd name="connsiteY767" fmla="*/ 108585 h 138429"/>
                <a:gd name="connsiteX768" fmla="*/ 2741290 w 4940931"/>
                <a:gd name="connsiteY768" fmla="*/ 64770 h 138429"/>
                <a:gd name="connsiteX769" fmla="*/ 2737480 w 4940931"/>
                <a:gd name="connsiteY769" fmla="*/ 48895 h 138429"/>
                <a:gd name="connsiteX770" fmla="*/ 2725415 w 4940931"/>
                <a:gd name="connsiteY770" fmla="*/ 43180 h 138429"/>
                <a:gd name="connsiteX771" fmla="*/ 2718430 w 4940931"/>
                <a:gd name="connsiteY771" fmla="*/ 44450 h 138429"/>
                <a:gd name="connsiteX772" fmla="*/ 2713350 w 4940931"/>
                <a:gd name="connsiteY772" fmla="*/ 48260 h 138429"/>
                <a:gd name="connsiteX773" fmla="*/ 2710175 w 4940931"/>
                <a:gd name="connsiteY773" fmla="*/ 54610 h 138429"/>
                <a:gd name="connsiteX774" fmla="*/ 2709540 w 4940931"/>
                <a:gd name="connsiteY774" fmla="*/ 62865 h 138429"/>
                <a:gd name="connsiteX775" fmla="*/ 2709540 w 4940931"/>
                <a:gd name="connsiteY775" fmla="*/ 108585 h 138429"/>
                <a:gd name="connsiteX776" fmla="*/ 2694300 w 4940931"/>
                <a:gd name="connsiteY776" fmla="*/ 108585 h 138429"/>
                <a:gd name="connsiteX777" fmla="*/ 2694300 w 4940931"/>
                <a:gd name="connsiteY777" fmla="*/ 30480 h 138429"/>
                <a:gd name="connsiteX778" fmla="*/ 2709540 w 4940931"/>
                <a:gd name="connsiteY778" fmla="*/ 30480 h 138429"/>
                <a:gd name="connsiteX779" fmla="*/ 2709540 w 4940931"/>
                <a:gd name="connsiteY779" fmla="*/ 38100 h 138429"/>
                <a:gd name="connsiteX780" fmla="*/ 2713350 w 4940931"/>
                <a:gd name="connsiteY780" fmla="*/ 34290 h 138429"/>
                <a:gd name="connsiteX781" fmla="*/ 2717795 w 4940931"/>
                <a:gd name="connsiteY781" fmla="*/ 31115 h 138429"/>
                <a:gd name="connsiteX782" fmla="*/ 2723510 w 4940931"/>
                <a:gd name="connsiteY782" fmla="*/ 29210 h 138429"/>
                <a:gd name="connsiteX783" fmla="*/ 2530470 w 4940931"/>
                <a:gd name="connsiteY783" fmla="*/ 29210 h 138429"/>
                <a:gd name="connsiteX784" fmla="*/ 2545075 w 4940931"/>
                <a:gd name="connsiteY784" fmla="*/ 32385 h 138429"/>
                <a:gd name="connsiteX785" fmla="*/ 2555235 w 4940931"/>
                <a:gd name="connsiteY785" fmla="*/ 40640 h 138429"/>
                <a:gd name="connsiteX786" fmla="*/ 2561585 w 4940931"/>
                <a:gd name="connsiteY786" fmla="*/ 53340 h 138429"/>
                <a:gd name="connsiteX787" fmla="*/ 2563490 w 4940931"/>
                <a:gd name="connsiteY787" fmla="*/ 68580 h 138429"/>
                <a:gd name="connsiteX788" fmla="*/ 2562220 w 4940931"/>
                <a:gd name="connsiteY788" fmla="*/ 68580 h 138429"/>
                <a:gd name="connsiteX789" fmla="*/ 2562220 w 4940931"/>
                <a:gd name="connsiteY789" fmla="*/ 72390 h 138429"/>
                <a:gd name="connsiteX790" fmla="*/ 2562220 w 4940931"/>
                <a:gd name="connsiteY790" fmla="*/ 75565 h 138429"/>
                <a:gd name="connsiteX791" fmla="*/ 2510785 w 4940931"/>
                <a:gd name="connsiteY791" fmla="*/ 75565 h 138429"/>
                <a:gd name="connsiteX792" fmla="*/ 2513325 w 4940931"/>
                <a:gd name="connsiteY792" fmla="*/ 85090 h 138429"/>
                <a:gd name="connsiteX793" fmla="*/ 2517770 w 4940931"/>
                <a:gd name="connsiteY793" fmla="*/ 91440 h 138429"/>
                <a:gd name="connsiteX794" fmla="*/ 2523485 w 4940931"/>
                <a:gd name="connsiteY794" fmla="*/ 95250 h 138429"/>
                <a:gd name="connsiteX795" fmla="*/ 2530470 w 4940931"/>
                <a:gd name="connsiteY795" fmla="*/ 96520 h 138429"/>
                <a:gd name="connsiteX796" fmla="*/ 2535550 w 4940931"/>
                <a:gd name="connsiteY796" fmla="*/ 96520 h 138429"/>
                <a:gd name="connsiteX797" fmla="*/ 2539995 w 4940931"/>
                <a:gd name="connsiteY797" fmla="*/ 95250 h 138429"/>
                <a:gd name="connsiteX798" fmla="*/ 2543805 w 4940931"/>
                <a:gd name="connsiteY798" fmla="*/ 93345 h 138429"/>
                <a:gd name="connsiteX799" fmla="*/ 2548250 w 4940931"/>
                <a:gd name="connsiteY799" fmla="*/ 90805 h 138429"/>
                <a:gd name="connsiteX800" fmla="*/ 2557140 w 4940931"/>
                <a:gd name="connsiteY800" fmla="*/ 100330 h 138429"/>
                <a:gd name="connsiteX801" fmla="*/ 2551425 w 4940931"/>
                <a:gd name="connsiteY801" fmla="*/ 104775 h 138429"/>
                <a:gd name="connsiteX802" fmla="*/ 2545710 w 4940931"/>
                <a:gd name="connsiteY802" fmla="*/ 107950 h 138429"/>
                <a:gd name="connsiteX803" fmla="*/ 2538725 w 4940931"/>
                <a:gd name="connsiteY803" fmla="*/ 109855 h 138429"/>
                <a:gd name="connsiteX804" fmla="*/ 2529835 w 4940931"/>
                <a:gd name="connsiteY804" fmla="*/ 110490 h 138429"/>
                <a:gd name="connsiteX805" fmla="*/ 2520310 w 4940931"/>
                <a:gd name="connsiteY805" fmla="*/ 109220 h 138429"/>
                <a:gd name="connsiteX806" fmla="*/ 2512690 w 4940931"/>
                <a:gd name="connsiteY806" fmla="*/ 105410 h 138429"/>
                <a:gd name="connsiteX807" fmla="*/ 2506340 w 4940931"/>
                <a:gd name="connsiteY807" fmla="*/ 100330 h 138429"/>
                <a:gd name="connsiteX808" fmla="*/ 2501260 w 4940931"/>
                <a:gd name="connsiteY808" fmla="*/ 92710 h 138429"/>
                <a:gd name="connsiteX809" fmla="*/ 2497450 w 4940931"/>
                <a:gd name="connsiteY809" fmla="*/ 82550 h 138429"/>
                <a:gd name="connsiteX810" fmla="*/ 2496180 w 4940931"/>
                <a:gd name="connsiteY810" fmla="*/ 69850 h 138429"/>
                <a:gd name="connsiteX811" fmla="*/ 2498720 w 4940931"/>
                <a:gd name="connsiteY811" fmla="*/ 52070 h 138429"/>
                <a:gd name="connsiteX812" fmla="*/ 2505705 w 4940931"/>
                <a:gd name="connsiteY812" fmla="*/ 39370 h 138429"/>
                <a:gd name="connsiteX813" fmla="*/ 2516500 w 4940931"/>
                <a:gd name="connsiteY813" fmla="*/ 31750 h 138429"/>
                <a:gd name="connsiteX814" fmla="*/ 2530470 w 4940931"/>
                <a:gd name="connsiteY814" fmla="*/ 29210 h 138429"/>
                <a:gd name="connsiteX815" fmla="*/ 2298061 w 4940931"/>
                <a:gd name="connsiteY815" fmla="*/ 29210 h 138429"/>
                <a:gd name="connsiteX816" fmla="*/ 2305681 w 4940931"/>
                <a:gd name="connsiteY816" fmla="*/ 29845 h 138429"/>
                <a:gd name="connsiteX817" fmla="*/ 2311396 w 4940931"/>
                <a:gd name="connsiteY817" fmla="*/ 32385 h 138429"/>
                <a:gd name="connsiteX818" fmla="*/ 2307586 w 4940931"/>
                <a:gd name="connsiteY818" fmla="*/ 46990 h 138429"/>
                <a:gd name="connsiteX819" fmla="*/ 2306316 w 4940931"/>
                <a:gd name="connsiteY819" fmla="*/ 46990 h 138429"/>
                <a:gd name="connsiteX820" fmla="*/ 2301236 w 4940931"/>
                <a:gd name="connsiteY820" fmla="*/ 45085 h 138429"/>
                <a:gd name="connsiteX821" fmla="*/ 2294886 w 4940931"/>
                <a:gd name="connsiteY821" fmla="*/ 44450 h 138429"/>
                <a:gd name="connsiteX822" fmla="*/ 2283456 w 4940931"/>
                <a:gd name="connsiteY822" fmla="*/ 49530 h 138429"/>
                <a:gd name="connsiteX823" fmla="*/ 2279646 w 4940931"/>
                <a:gd name="connsiteY823" fmla="*/ 64770 h 138429"/>
                <a:gd name="connsiteX824" fmla="*/ 2279646 w 4940931"/>
                <a:gd name="connsiteY824" fmla="*/ 109220 h 138429"/>
                <a:gd name="connsiteX825" fmla="*/ 2264406 w 4940931"/>
                <a:gd name="connsiteY825" fmla="*/ 109220 h 138429"/>
                <a:gd name="connsiteX826" fmla="*/ 2264406 w 4940931"/>
                <a:gd name="connsiteY826" fmla="*/ 31115 h 138429"/>
                <a:gd name="connsiteX827" fmla="*/ 2279646 w 4940931"/>
                <a:gd name="connsiteY827" fmla="*/ 31115 h 138429"/>
                <a:gd name="connsiteX828" fmla="*/ 2279646 w 4940931"/>
                <a:gd name="connsiteY828" fmla="*/ 38735 h 138429"/>
                <a:gd name="connsiteX829" fmla="*/ 2282821 w 4940931"/>
                <a:gd name="connsiteY829" fmla="*/ 34925 h 138429"/>
                <a:gd name="connsiteX830" fmla="*/ 2287266 w 4940931"/>
                <a:gd name="connsiteY830" fmla="*/ 31750 h 138429"/>
                <a:gd name="connsiteX831" fmla="*/ 2292346 w 4940931"/>
                <a:gd name="connsiteY831" fmla="*/ 29845 h 138429"/>
                <a:gd name="connsiteX832" fmla="*/ 2298061 w 4940931"/>
                <a:gd name="connsiteY832" fmla="*/ 29210 h 138429"/>
                <a:gd name="connsiteX833" fmla="*/ 2216145 w 4940931"/>
                <a:gd name="connsiteY833" fmla="*/ 29210 h 138429"/>
                <a:gd name="connsiteX834" fmla="*/ 2230750 w 4940931"/>
                <a:gd name="connsiteY834" fmla="*/ 32385 h 138429"/>
                <a:gd name="connsiteX835" fmla="*/ 2240910 w 4940931"/>
                <a:gd name="connsiteY835" fmla="*/ 40640 h 138429"/>
                <a:gd name="connsiteX836" fmla="*/ 2247260 w 4940931"/>
                <a:gd name="connsiteY836" fmla="*/ 53340 h 138429"/>
                <a:gd name="connsiteX837" fmla="*/ 2249165 w 4940931"/>
                <a:gd name="connsiteY837" fmla="*/ 68580 h 138429"/>
                <a:gd name="connsiteX838" fmla="*/ 2247895 w 4940931"/>
                <a:gd name="connsiteY838" fmla="*/ 68580 h 138429"/>
                <a:gd name="connsiteX839" fmla="*/ 2247895 w 4940931"/>
                <a:gd name="connsiteY839" fmla="*/ 72390 h 138429"/>
                <a:gd name="connsiteX840" fmla="*/ 2247895 w 4940931"/>
                <a:gd name="connsiteY840" fmla="*/ 75565 h 138429"/>
                <a:gd name="connsiteX841" fmla="*/ 2196460 w 4940931"/>
                <a:gd name="connsiteY841" fmla="*/ 75565 h 138429"/>
                <a:gd name="connsiteX842" fmla="*/ 2199000 w 4940931"/>
                <a:gd name="connsiteY842" fmla="*/ 85090 h 138429"/>
                <a:gd name="connsiteX843" fmla="*/ 2203445 w 4940931"/>
                <a:gd name="connsiteY843" fmla="*/ 91440 h 138429"/>
                <a:gd name="connsiteX844" fmla="*/ 2209160 w 4940931"/>
                <a:gd name="connsiteY844" fmla="*/ 95250 h 138429"/>
                <a:gd name="connsiteX845" fmla="*/ 2216145 w 4940931"/>
                <a:gd name="connsiteY845" fmla="*/ 96520 h 138429"/>
                <a:gd name="connsiteX846" fmla="*/ 2221225 w 4940931"/>
                <a:gd name="connsiteY846" fmla="*/ 96520 h 138429"/>
                <a:gd name="connsiteX847" fmla="*/ 2225670 w 4940931"/>
                <a:gd name="connsiteY847" fmla="*/ 95250 h 138429"/>
                <a:gd name="connsiteX848" fmla="*/ 2229480 w 4940931"/>
                <a:gd name="connsiteY848" fmla="*/ 93345 h 138429"/>
                <a:gd name="connsiteX849" fmla="*/ 2233925 w 4940931"/>
                <a:gd name="connsiteY849" fmla="*/ 90805 h 138429"/>
                <a:gd name="connsiteX850" fmla="*/ 2242815 w 4940931"/>
                <a:gd name="connsiteY850" fmla="*/ 100330 h 138429"/>
                <a:gd name="connsiteX851" fmla="*/ 2237100 w 4940931"/>
                <a:gd name="connsiteY851" fmla="*/ 104775 h 138429"/>
                <a:gd name="connsiteX852" fmla="*/ 2231385 w 4940931"/>
                <a:gd name="connsiteY852" fmla="*/ 107950 h 138429"/>
                <a:gd name="connsiteX853" fmla="*/ 2224400 w 4940931"/>
                <a:gd name="connsiteY853" fmla="*/ 109855 h 138429"/>
                <a:gd name="connsiteX854" fmla="*/ 2215510 w 4940931"/>
                <a:gd name="connsiteY854" fmla="*/ 110490 h 138429"/>
                <a:gd name="connsiteX855" fmla="*/ 2205985 w 4940931"/>
                <a:gd name="connsiteY855" fmla="*/ 109220 h 138429"/>
                <a:gd name="connsiteX856" fmla="*/ 2198365 w 4940931"/>
                <a:gd name="connsiteY856" fmla="*/ 105410 h 138429"/>
                <a:gd name="connsiteX857" fmla="*/ 2192015 w 4940931"/>
                <a:gd name="connsiteY857" fmla="*/ 100330 h 138429"/>
                <a:gd name="connsiteX858" fmla="*/ 2186935 w 4940931"/>
                <a:gd name="connsiteY858" fmla="*/ 92710 h 138429"/>
                <a:gd name="connsiteX859" fmla="*/ 2183125 w 4940931"/>
                <a:gd name="connsiteY859" fmla="*/ 82550 h 138429"/>
                <a:gd name="connsiteX860" fmla="*/ 2181855 w 4940931"/>
                <a:gd name="connsiteY860" fmla="*/ 69850 h 138429"/>
                <a:gd name="connsiteX861" fmla="*/ 2184395 w 4940931"/>
                <a:gd name="connsiteY861" fmla="*/ 52070 h 138429"/>
                <a:gd name="connsiteX862" fmla="*/ 2191380 w 4940931"/>
                <a:gd name="connsiteY862" fmla="*/ 39370 h 138429"/>
                <a:gd name="connsiteX863" fmla="*/ 2202175 w 4940931"/>
                <a:gd name="connsiteY863" fmla="*/ 31750 h 138429"/>
                <a:gd name="connsiteX864" fmla="*/ 2216145 w 4940931"/>
                <a:gd name="connsiteY864" fmla="*/ 29210 h 138429"/>
                <a:gd name="connsiteX865" fmla="*/ 2029456 w 4940931"/>
                <a:gd name="connsiteY865" fmla="*/ 29210 h 138429"/>
                <a:gd name="connsiteX866" fmla="*/ 2044061 w 4940931"/>
                <a:gd name="connsiteY866" fmla="*/ 32385 h 138429"/>
                <a:gd name="connsiteX867" fmla="*/ 2054221 w 4940931"/>
                <a:gd name="connsiteY867" fmla="*/ 40640 h 138429"/>
                <a:gd name="connsiteX868" fmla="*/ 2060571 w 4940931"/>
                <a:gd name="connsiteY868" fmla="*/ 53340 h 138429"/>
                <a:gd name="connsiteX869" fmla="*/ 2062476 w 4940931"/>
                <a:gd name="connsiteY869" fmla="*/ 68580 h 138429"/>
                <a:gd name="connsiteX870" fmla="*/ 2061206 w 4940931"/>
                <a:gd name="connsiteY870" fmla="*/ 68580 h 138429"/>
                <a:gd name="connsiteX871" fmla="*/ 2061206 w 4940931"/>
                <a:gd name="connsiteY871" fmla="*/ 72390 h 138429"/>
                <a:gd name="connsiteX872" fmla="*/ 2061206 w 4940931"/>
                <a:gd name="connsiteY872" fmla="*/ 75565 h 138429"/>
                <a:gd name="connsiteX873" fmla="*/ 2009771 w 4940931"/>
                <a:gd name="connsiteY873" fmla="*/ 75565 h 138429"/>
                <a:gd name="connsiteX874" fmla="*/ 2012311 w 4940931"/>
                <a:gd name="connsiteY874" fmla="*/ 85090 h 138429"/>
                <a:gd name="connsiteX875" fmla="*/ 2016756 w 4940931"/>
                <a:gd name="connsiteY875" fmla="*/ 91440 h 138429"/>
                <a:gd name="connsiteX876" fmla="*/ 2022471 w 4940931"/>
                <a:gd name="connsiteY876" fmla="*/ 95250 h 138429"/>
                <a:gd name="connsiteX877" fmla="*/ 2029456 w 4940931"/>
                <a:gd name="connsiteY877" fmla="*/ 96520 h 138429"/>
                <a:gd name="connsiteX878" fmla="*/ 2034536 w 4940931"/>
                <a:gd name="connsiteY878" fmla="*/ 96520 h 138429"/>
                <a:gd name="connsiteX879" fmla="*/ 2038981 w 4940931"/>
                <a:gd name="connsiteY879" fmla="*/ 95250 h 138429"/>
                <a:gd name="connsiteX880" fmla="*/ 2042791 w 4940931"/>
                <a:gd name="connsiteY880" fmla="*/ 93345 h 138429"/>
                <a:gd name="connsiteX881" fmla="*/ 2047236 w 4940931"/>
                <a:gd name="connsiteY881" fmla="*/ 90805 h 138429"/>
                <a:gd name="connsiteX882" fmla="*/ 2056126 w 4940931"/>
                <a:gd name="connsiteY882" fmla="*/ 100330 h 138429"/>
                <a:gd name="connsiteX883" fmla="*/ 2050411 w 4940931"/>
                <a:gd name="connsiteY883" fmla="*/ 104775 h 138429"/>
                <a:gd name="connsiteX884" fmla="*/ 2044696 w 4940931"/>
                <a:gd name="connsiteY884" fmla="*/ 107950 h 138429"/>
                <a:gd name="connsiteX885" fmla="*/ 2037711 w 4940931"/>
                <a:gd name="connsiteY885" fmla="*/ 109855 h 138429"/>
                <a:gd name="connsiteX886" fmla="*/ 2028821 w 4940931"/>
                <a:gd name="connsiteY886" fmla="*/ 110490 h 138429"/>
                <a:gd name="connsiteX887" fmla="*/ 2019296 w 4940931"/>
                <a:gd name="connsiteY887" fmla="*/ 109220 h 138429"/>
                <a:gd name="connsiteX888" fmla="*/ 2011676 w 4940931"/>
                <a:gd name="connsiteY888" fmla="*/ 105410 h 138429"/>
                <a:gd name="connsiteX889" fmla="*/ 2005326 w 4940931"/>
                <a:gd name="connsiteY889" fmla="*/ 100330 h 138429"/>
                <a:gd name="connsiteX890" fmla="*/ 2000246 w 4940931"/>
                <a:gd name="connsiteY890" fmla="*/ 92710 h 138429"/>
                <a:gd name="connsiteX891" fmla="*/ 1996436 w 4940931"/>
                <a:gd name="connsiteY891" fmla="*/ 82550 h 138429"/>
                <a:gd name="connsiteX892" fmla="*/ 1995166 w 4940931"/>
                <a:gd name="connsiteY892" fmla="*/ 69850 h 138429"/>
                <a:gd name="connsiteX893" fmla="*/ 1997706 w 4940931"/>
                <a:gd name="connsiteY893" fmla="*/ 52070 h 138429"/>
                <a:gd name="connsiteX894" fmla="*/ 2004691 w 4940931"/>
                <a:gd name="connsiteY894" fmla="*/ 39370 h 138429"/>
                <a:gd name="connsiteX895" fmla="*/ 2015486 w 4940931"/>
                <a:gd name="connsiteY895" fmla="*/ 31750 h 138429"/>
                <a:gd name="connsiteX896" fmla="*/ 2029456 w 4940931"/>
                <a:gd name="connsiteY896" fmla="*/ 29210 h 138429"/>
                <a:gd name="connsiteX897" fmla="*/ 1831336 w 4940931"/>
                <a:gd name="connsiteY897" fmla="*/ 29210 h 138429"/>
                <a:gd name="connsiteX898" fmla="*/ 1845941 w 4940931"/>
                <a:gd name="connsiteY898" fmla="*/ 32385 h 138429"/>
                <a:gd name="connsiteX899" fmla="*/ 1856101 w 4940931"/>
                <a:gd name="connsiteY899" fmla="*/ 40640 h 138429"/>
                <a:gd name="connsiteX900" fmla="*/ 1862451 w 4940931"/>
                <a:gd name="connsiteY900" fmla="*/ 53340 h 138429"/>
                <a:gd name="connsiteX901" fmla="*/ 1864356 w 4940931"/>
                <a:gd name="connsiteY901" fmla="*/ 68580 h 138429"/>
                <a:gd name="connsiteX902" fmla="*/ 1863086 w 4940931"/>
                <a:gd name="connsiteY902" fmla="*/ 68580 h 138429"/>
                <a:gd name="connsiteX903" fmla="*/ 1863086 w 4940931"/>
                <a:gd name="connsiteY903" fmla="*/ 72390 h 138429"/>
                <a:gd name="connsiteX904" fmla="*/ 1863086 w 4940931"/>
                <a:gd name="connsiteY904" fmla="*/ 75565 h 138429"/>
                <a:gd name="connsiteX905" fmla="*/ 1811651 w 4940931"/>
                <a:gd name="connsiteY905" fmla="*/ 75565 h 138429"/>
                <a:gd name="connsiteX906" fmla="*/ 1814191 w 4940931"/>
                <a:gd name="connsiteY906" fmla="*/ 85090 h 138429"/>
                <a:gd name="connsiteX907" fmla="*/ 1818636 w 4940931"/>
                <a:gd name="connsiteY907" fmla="*/ 91440 h 138429"/>
                <a:gd name="connsiteX908" fmla="*/ 1824351 w 4940931"/>
                <a:gd name="connsiteY908" fmla="*/ 95250 h 138429"/>
                <a:gd name="connsiteX909" fmla="*/ 1831336 w 4940931"/>
                <a:gd name="connsiteY909" fmla="*/ 96520 h 138429"/>
                <a:gd name="connsiteX910" fmla="*/ 1836416 w 4940931"/>
                <a:gd name="connsiteY910" fmla="*/ 96520 h 138429"/>
                <a:gd name="connsiteX911" fmla="*/ 1840861 w 4940931"/>
                <a:gd name="connsiteY911" fmla="*/ 95250 h 138429"/>
                <a:gd name="connsiteX912" fmla="*/ 1844671 w 4940931"/>
                <a:gd name="connsiteY912" fmla="*/ 93345 h 138429"/>
                <a:gd name="connsiteX913" fmla="*/ 1849116 w 4940931"/>
                <a:gd name="connsiteY913" fmla="*/ 90805 h 138429"/>
                <a:gd name="connsiteX914" fmla="*/ 1858006 w 4940931"/>
                <a:gd name="connsiteY914" fmla="*/ 100330 h 138429"/>
                <a:gd name="connsiteX915" fmla="*/ 1852291 w 4940931"/>
                <a:gd name="connsiteY915" fmla="*/ 104775 h 138429"/>
                <a:gd name="connsiteX916" fmla="*/ 1846576 w 4940931"/>
                <a:gd name="connsiteY916" fmla="*/ 107950 h 138429"/>
                <a:gd name="connsiteX917" fmla="*/ 1839591 w 4940931"/>
                <a:gd name="connsiteY917" fmla="*/ 109855 h 138429"/>
                <a:gd name="connsiteX918" fmla="*/ 1830701 w 4940931"/>
                <a:gd name="connsiteY918" fmla="*/ 110490 h 138429"/>
                <a:gd name="connsiteX919" fmla="*/ 1821176 w 4940931"/>
                <a:gd name="connsiteY919" fmla="*/ 109220 h 138429"/>
                <a:gd name="connsiteX920" fmla="*/ 1813556 w 4940931"/>
                <a:gd name="connsiteY920" fmla="*/ 105410 h 138429"/>
                <a:gd name="connsiteX921" fmla="*/ 1807206 w 4940931"/>
                <a:gd name="connsiteY921" fmla="*/ 100330 h 138429"/>
                <a:gd name="connsiteX922" fmla="*/ 1802126 w 4940931"/>
                <a:gd name="connsiteY922" fmla="*/ 92710 h 138429"/>
                <a:gd name="connsiteX923" fmla="*/ 1798316 w 4940931"/>
                <a:gd name="connsiteY923" fmla="*/ 82550 h 138429"/>
                <a:gd name="connsiteX924" fmla="*/ 1797046 w 4940931"/>
                <a:gd name="connsiteY924" fmla="*/ 69850 h 138429"/>
                <a:gd name="connsiteX925" fmla="*/ 1799586 w 4940931"/>
                <a:gd name="connsiteY925" fmla="*/ 52070 h 138429"/>
                <a:gd name="connsiteX926" fmla="*/ 1806571 w 4940931"/>
                <a:gd name="connsiteY926" fmla="*/ 39370 h 138429"/>
                <a:gd name="connsiteX927" fmla="*/ 1817366 w 4940931"/>
                <a:gd name="connsiteY927" fmla="*/ 31750 h 138429"/>
                <a:gd name="connsiteX928" fmla="*/ 1831336 w 4940931"/>
                <a:gd name="connsiteY928" fmla="*/ 29210 h 138429"/>
                <a:gd name="connsiteX929" fmla="*/ 1501140 w 4940931"/>
                <a:gd name="connsiteY929" fmla="*/ 29210 h 138429"/>
                <a:gd name="connsiteX930" fmla="*/ 1506856 w 4940931"/>
                <a:gd name="connsiteY930" fmla="*/ 29210 h 138429"/>
                <a:gd name="connsiteX931" fmla="*/ 1518920 w 4940931"/>
                <a:gd name="connsiteY931" fmla="*/ 31750 h 138429"/>
                <a:gd name="connsiteX932" fmla="*/ 1527811 w 4940931"/>
                <a:gd name="connsiteY932" fmla="*/ 38100 h 138429"/>
                <a:gd name="connsiteX933" fmla="*/ 1532891 w 4940931"/>
                <a:gd name="connsiteY933" fmla="*/ 48895 h 138429"/>
                <a:gd name="connsiteX934" fmla="*/ 1534796 w 4940931"/>
                <a:gd name="connsiteY934" fmla="*/ 64135 h 138429"/>
                <a:gd name="connsiteX935" fmla="*/ 1534796 w 4940931"/>
                <a:gd name="connsiteY935" fmla="*/ 108585 h 138429"/>
                <a:gd name="connsiteX936" fmla="*/ 1519556 w 4940931"/>
                <a:gd name="connsiteY936" fmla="*/ 108585 h 138429"/>
                <a:gd name="connsiteX937" fmla="*/ 1518920 w 4940931"/>
                <a:gd name="connsiteY937" fmla="*/ 108585 h 138429"/>
                <a:gd name="connsiteX938" fmla="*/ 1518920 w 4940931"/>
                <a:gd name="connsiteY938" fmla="*/ 64770 h 138429"/>
                <a:gd name="connsiteX939" fmla="*/ 1515111 w 4940931"/>
                <a:gd name="connsiteY939" fmla="*/ 48895 h 138429"/>
                <a:gd name="connsiteX940" fmla="*/ 1503046 w 4940931"/>
                <a:gd name="connsiteY940" fmla="*/ 43180 h 138429"/>
                <a:gd name="connsiteX941" fmla="*/ 1496061 w 4940931"/>
                <a:gd name="connsiteY941" fmla="*/ 44450 h 138429"/>
                <a:gd name="connsiteX942" fmla="*/ 1490981 w 4940931"/>
                <a:gd name="connsiteY942" fmla="*/ 48260 h 138429"/>
                <a:gd name="connsiteX943" fmla="*/ 1487806 w 4940931"/>
                <a:gd name="connsiteY943" fmla="*/ 54610 h 138429"/>
                <a:gd name="connsiteX944" fmla="*/ 1487170 w 4940931"/>
                <a:gd name="connsiteY944" fmla="*/ 62865 h 138429"/>
                <a:gd name="connsiteX945" fmla="*/ 1487170 w 4940931"/>
                <a:gd name="connsiteY945" fmla="*/ 108585 h 138429"/>
                <a:gd name="connsiteX946" fmla="*/ 1471931 w 4940931"/>
                <a:gd name="connsiteY946" fmla="*/ 108585 h 138429"/>
                <a:gd name="connsiteX947" fmla="*/ 1471931 w 4940931"/>
                <a:gd name="connsiteY947" fmla="*/ 30480 h 138429"/>
                <a:gd name="connsiteX948" fmla="*/ 1487170 w 4940931"/>
                <a:gd name="connsiteY948" fmla="*/ 30480 h 138429"/>
                <a:gd name="connsiteX949" fmla="*/ 1487170 w 4940931"/>
                <a:gd name="connsiteY949" fmla="*/ 38100 h 138429"/>
                <a:gd name="connsiteX950" fmla="*/ 1490981 w 4940931"/>
                <a:gd name="connsiteY950" fmla="*/ 34290 h 138429"/>
                <a:gd name="connsiteX951" fmla="*/ 1495426 w 4940931"/>
                <a:gd name="connsiteY951" fmla="*/ 31115 h 138429"/>
                <a:gd name="connsiteX952" fmla="*/ 1501140 w 4940931"/>
                <a:gd name="connsiteY952" fmla="*/ 29210 h 138429"/>
                <a:gd name="connsiteX953" fmla="*/ 1250316 w 4940931"/>
                <a:gd name="connsiteY953" fmla="*/ 29210 h 138429"/>
                <a:gd name="connsiteX954" fmla="*/ 1264286 w 4940931"/>
                <a:gd name="connsiteY954" fmla="*/ 31750 h 138429"/>
                <a:gd name="connsiteX955" fmla="*/ 1276350 w 4940931"/>
                <a:gd name="connsiteY955" fmla="*/ 38100 h 138429"/>
                <a:gd name="connsiteX956" fmla="*/ 1278256 w 4940931"/>
                <a:gd name="connsiteY956" fmla="*/ 38100 h 138429"/>
                <a:gd name="connsiteX957" fmla="*/ 1271271 w 4940931"/>
                <a:gd name="connsiteY957" fmla="*/ 50165 h 138429"/>
                <a:gd name="connsiteX958" fmla="*/ 1261746 w 4940931"/>
                <a:gd name="connsiteY958" fmla="*/ 45085 h 138429"/>
                <a:gd name="connsiteX959" fmla="*/ 1250951 w 4940931"/>
                <a:gd name="connsiteY959" fmla="*/ 43180 h 138429"/>
                <a:gd name="connsiteX960" fmla="*/ 1242696 w 4940931"/>
                <a:gd name="connsiteY960" fmla="*/ 45085 h 138429"/>
                <a:gd name="connsiteX961" fmla="*/ 1240156 w 4940931"/>
                <a:gd name="connsiteY961" fmla="*/ 50165 h 138429"/>
                <a:gd name="connsiteX962" fmla="*/ 1240156 w 4940931"/>
                <a:gd name="connsiteY962" fmla="*/ 52705 h 138429"/>
                <a:gd name="connsiteX963" fmla="*/ 1242061 w 4940931"/>
                <a:gd name="connsiteY963" fmla="*/ 55245 h 138429"/>
                <a:gd name="connsiteX964" fmla="*/ 1246506 w 4940931"/>
                <a:gd name="connsiteY964" fmla="*/ 57785 h 138429"/>
                <a:gd name="connsiteX965" fmla="*/ 1253491 w 4940931"/>
                <a:gd name="connsiteY965" fmla="*/ 60960 h 138429"/>
                <a:gd name="connsiteX966" fmla="*/ 1264921 w 4940931"/>
                <a:gd name="connsiteY966" fmla="*/ 66040 h 138429"/>
                <a:gd name="connsiteX967" fmla="*/ 1273176 w 4940931"/>
                <a:gd name="connsiteY967" fmla="*/ 71120 h 138429"/>
                <a:gd name="connsiteX968" fmla="*/ 1278256 w 4940931"/>
                <a:gd name="connsiteY968" fmla="*/ 78105 h 138429"/>
                <a:gd name="connsiteX969" fmla="*/ 1280161 w 4940931"/>
                <a:gd name="connsiteY969" fmla="*/ 87630 h 138429"/>
                <a:gd name="connsiteX970" fmla="*/ 1277621 w 4940931"/>
                <a:gd name="connsiteY970" fmla="*/ 98425 h 138429"/>
                <a:gd name="connsiteX971" fmla="*/ 1271271 w 4940931"/>
                <a:gd name="connsiteY971" fmla="*/ 105410 h 138429"/>
                <a:gd name="connsiteX972" fmla="*/ 1261746 w 4940931"/>
                <a:gd name="connsiteY972" fmla="*/ 109220 h 138429"/>
                <a:gd name="connsiteX973" fmla="*/ 1250951 w 4940931"/>
                <a:gd name="connsiteY973" fmla="*/ 110490 h 138429"/>
                <a:gd name="connsiteX974" fmla="*/ 1235711 w 4940931"/>
                <a:gd name="connsiteY974" fmla="*/ 107950 h 138429"/>
                <a:gd name="connsiteX975" fmla="*/ 1221106 w 4940931"/>
                <a:gd name="connsiteY975" fmla="*/ 100965 h 138429"/>
                <a:gd name="connsiteX976" fmla="*/ 1228091 w 4940931"/>
                <a:gd name="connsiteY976" fmla="*/ 89535 h 138429"/>
                <a:gd name="connsiteX977" fmla="*/ 1239521 w 4940931"/>
                <a:gd name="connsiteY977" fmla="*/ 95250 h 138429"/>
                <a:gd name="connsiteX978" fmla="*/ 1250951 w 4940931"/>
                <a:gd name="connsiteY978" fmla="*/ 97155 h 138429"/>
                <a:gd name="connsiteX979" fmla="*/ 1261746 w 4940931"/>
                <a:gd name="connsiteY979" fmla="*/ 94615 h 138429"/>
                <a:gd name="connsiteX980" fmla="*/ 1264921 w 4940931"/>
                <a:gd name="connsiteY980" fmla="*/ 88265 h 138429"/>
                <a:gd name="connsiteX981" fmla="*/ 1263650 w 4940931"/>
                <a:gd name="connsiteY981" fmla="*/ 84455 h 138429"/>
                <a:gd name="connsiteX982" fmla="*/ 1259841 w 4940931"/>
                <a:gd name="connsiteY982" fmla="*/ 81280 h 138429"/>
                <a:gd name="connsiteX983" fmla="*/ 1254125 w 4940931"/>
                <a:gd name="connsiteY983" fmla="*/ 78105 h 138429"/>
                <a:gd name="connsiteX984" fmla="*/ 1246506 w 4940931"/>
                <a:gd name="connsiteY984" fmla="*/ 74930 h 138429"/>
                <a:gd name="connsiteX985" fmla="*/ 1235711 w 4940931"/>
                <a:gd name="connsiteY985" fmla="*/ 69850 h 138429"/>
                <a:gd name="connsiteX986" fmla="*/ 1228726 w 4940931"/>
                <a:gd name="connsiteY986" fmla="*/ 64770 h 138429"/>
                <a:gd name="connsiteX987" fmla="*/ 1224916 w 4940931"/>
                <a:gd name="connsiteY987" fmla="*/ 58420 h 138429"/>
                <a:gd name="connsiteX988" fmla="*/ 1223646 w 4940931"/>
                <a:gd name="connsiteY988" fmla="*/ 50165 h 138429"/>
                <a:gd name="connsiteX989" fmla="*/ 1225551 w 4940931"/>
                <a:gd name="connsiteY989" fmla="*/ 40640 h 138429"/>
                <a:gd name="connsiteX990" fmla="*/ 1231266 w 4940931"/>
                <a:gd name="connsiteY990" fmla="*/ 34290 h 138429"/>
                <a:gd name="connsiteX991" fmla="*/ 1239521 w 4940931"/>
                <a:gd name="connsiteY991" fmla="*/ 30480 h 138429"/>
                <a:gd name="connsiteX992" fmla="*/ 1250316 w 4940931"/>
                <a:gd name="connsiteY992" fmla="*/ 29210 h 138429"/>
                <a:gd name="connsiteX993" fmla="*/ 1180466 w 4940931"/>
                <a:gd name="connsiteY993" fmla="*/ 29210 h 138429"/>
                <a:gd name="connsiteX994" fmla="*/ 1195071 w 4940931"/>
                <a:gd name="connsiteY994" fmla="*/ 32385 h 138429"/>
                <a:gd name="connsiteX995" fmla="*/ 1205231 w 4940931"/>
                <a:gd name="connsiteY995" fmla="*/ 40640 h 138429"/>
                <a:gd name="connsiteX996" fmla="*/ 1211581 w 4940931"/>
                <a:gd name="connsiteY996" fmla="*/ 53340 h 138429"/>
                <a:gd name="connsiteX997" fmla="*/ 1213486 w 4940931"/>
                <a:gd name="connsiteY997" fmla="*/ 68580 h 138429"/>
                <a:gd name="connsiteX998" fmla="*/ 1212216 w 4940931"/>
                <a:gd name="connsiteY998" fmla="*/ 68580 h 138429"/>
                <a:gd name="connsiteX999" fmla="*/ 1212216 w 4940931"/>
                <a:gd name="connsiteY999" fmla="*/ 72390 h 138429"/>
                <a:gd name="connsiteX1000" fmla="*/ 1212216 w 4940931"/>
                <a:gd name="connsiteY1000" fmla="*/ 75565 h 138429"/>
                <a:gd name="connsiteX1001" fmla="*/ 1160781 w 4940931"/>
                <a:gd name="connsiteY1001" fmla="*/ 75565 h 138429"/>
                <a:gd name="connsiteX1002" fmla="*/ 1163321 w 4940931"/>
                <a:gd name="connsiteY1002" fmla="*/ 85090 h 138429"/>
                <a:gd name="connsiteX1003" fmla="*/ 1167766 w 4940931"/>
                <a:gd name="connsiteY1003" fmla="*/ 91440 h 138429"/>
                <a:gd name="connsiteX1004" fmla="*/ 1173481 w 4940931"/>
                <a:gd name="connsiteY1004" fmla="*/ 95250 h 138429"/>
                <a:gd name="connsiteX1005" fmla="*/ 1180466 w 4940931"/>
                <a:gd name="connsiteY1005" fmla="*/ 96520 h 138429"/>
                <a:gd name="connsiteX1006" fmla="*/ 1185546 w 4940931"/>
                <a:gd name="connsiteY1006" fmla="*/ 96520 h 138429"/>
                <a:gd name="connsiteX1007" fmla="*/ 1189991 w 4940931"/>
                <a:gd name="connsiteY1007" fmla="*/ 95250 h 138429"/>
                <a:gd name="connsiteX1008" fmla="*/ 1193801 w 4940931"/>
                <a:gd name="connsiteY1008" fmla="*/ 93345 h 138429"/>
                <a:gd name="connsiteX1009" fmla="*/ 1198246 w 4940931"/>
                <a:gd name="connsiteY1009" fmla="*/ 90805 h 138429"/>
                <a:gd name="connsiteX1010" fmla="*/ 1207136 w 4940931"/>
                <a:gd name="connsiteY1010" fmla="*/ 100330 h 138429"/>
                <a:gd name="connsiteX1011" fmla="*/ 1201421 w 4940931"/>
                <a:gd name="connsiteY1011" fmla="*/ 104775 h 138429"/>
                <a:gd name="connsiteX1012" fmla="*/ 1195706 w 4940931"/>
                <a:gd name="connsiteY1012" fmla="*/ 107950 h 138429"/>
                <a:gd name="connsiteX1013" fmla="*/ 1188721 w 4940931"/>
                <a:gd name="connsiteY1013" fmla="*/ 109855 h 138429"/>
                <a:gd name="connsiteX1014" fmla="*/ 1179831 w 4940931"/>
                <a:gd name="connsiteY1014" fmla="*/ 110490 h 138429"/>
                <a:gd name="connsiteX1015" fmla="*/ 1170306 w 4940931"/>
                <a:gd name="connsiteY1015" fmla="*/ 109220 h 138429"/>
                <a:gd name="connsiteX1016" fmla="*/ 1162686 w 4940931"/>
                <a:gd name="connsiteY1016" fmla="*/ 105410 h 138429"/>
                <a:gd name="connsiteX1017" fmla="*/ 1156336 w 4940931"/>
                <a:gd name="connsiteY1017" fmla="*/ 100330 h 138429"/>
                <a:gd name="connsiteX1018" fmla="*/ 1151256 w 4940931"/>
                <a:gd name="connsiteY1018" fmla="*/ 92710 h 138429"/>
                <a:gd name="connsiteX1019" fmla="*/ 1147446 w 4940931"/>
                <a:gd name="connsiteY1019" fmla="*/ 82550 h 138429"/>
                <a:gd name="connsiteX1020" fmla="*/ 1146176 w 4940931"/>
                <a:gd name="connsiteY1020" fmla="*/ 69850 h 138429"/>
                <a:gd name="connsiteX1021" fmla="*/ 1148716 w 4940931"/>
                <a:gd name="connsiteY1021" fmla="*/ 52070 h 138429"/>
                <a:gd name="connsiteX1022" fmla="*/ 1155701 w 4940931"/>
                <a:gd name="connsiteY1022" fmla="*/ 39370 h 138429"/>
                <a:gd name="connsiteX1023" fmla="*/ 1166496 w 4940931"/>
                <a:gd name="connsiteY1023" fmla="*/ 31750 h 138429"/>
                <a:gd name="connsiteX1024" fmla="*/ 1180466 w 4940931"/>
                <a:gd name="connsiteY1024" fmla="*/ 29210 h 138429"/>
                <a:gd name="connsiteX1025" fmla="*/ 901065 w 4940931"/>
                <a:gd name="connsiteY1025" fmla="*/ 29210 h 138429"/>
                <a:gd name="connsiteX1026" fmla="*/ 915670 w 4940931"/>
                <a:gd name="connsiteY1026" fmla="*/ 32385 h 138429"/>
                <a:gd name="connsiteX1027" fmla="*/ 925830 w 4940931"/>
                <a:gd name="connsiteY1027" fmla="*/ 40640 h 138429"/>
                <a:gd name="connsiteX1028" fmla="*/ 932180 w 4940931"/>
                <a:gd name="connsiteY1028" fmla="*/ 53340 h 138429"/>
                <a:gd name="connsiteX1029" fmla="*/ 934085 w 4940931"/>
                <a:gd name="connsiteY1029" fmla="*/ 68580 h 138429"/>
                <a:gd name="connsiteX1030" fmla="*/ 932815 w 4940931"/>
                <a:gd name="connsiteY1030" fmla="*/ 68580 h 138429"/>
                <a:gd name="connsiteX1031" fmla="*/ 932815 w 4940931"/>
                <a:gd name="connsiteY1031" fmla="*/ 72390 h 138429"/>
                <a:gd name="connsiteX1032" fmla="*/ 932815 w 4940931"/>
                <a:gd name="connsiteY1032" fmla="*/ 75565 h 138429"/>
                <a:gd name="connsiteX1033" fmla="*/ 881380 w 4940931"/>
                <a:gd name="connsiteY1033" fmla="*/ 75565 h 138429"/>
                <a:gd name="connsiteX1034" fmla="*/ 883920 w 4940931"/>
                <a:gd name="connsiteY1034" fmla="*/ 85090 h 138429"/>
                <a:gd name="connsiteX1035" fmla="*/ 888365 w 4940931"/>
                <a:gd name="connsiteY1035" fmla="*/ 91440 h 138429"/>
                <a:gd name="connsiteX1036" fmla="*/ 894080 w 4940931"/>
                <a:gd name="connsiteY1036" fmla="*/ 95250 h 138429"/>
                <a:gd name="connsiteX1037" fmla="*/ 901065 w 4940931"/>
                <a:gd name="connsiteY1037" fmla="*/ 96520 h 138429"/>
                <a:gd name="connsiteX1038" fmla="*/ 906145 w 4940931"/>
                <a:gd name="connsiteY1038" fmla="*/ 96520 h 138429"/>
                <a:gd name="connsiteX1039" fmla="*/ 910590 w 4940931"/>
                <a:gd name="connsiteY1039" fmla="*/ 95250 h 138429"/>
                <a:gd name="connsiteX1040" fmla="*/ 914400 w 4940931"/>
                <a:gd name="connsiteY1040" fmla="*/ 93345 h 138429"/>
                <a:gd name="connsiteX1041" fmla="*/ 918845 w 4940931"/>
                <a:gd name="connsiteY1041" fmla="*/ 90805 h 138429"/>
                <a:gd name="connsiteX1042" fmla="*/ 927735 w 4940931"/>
                <a:gd name="connsiteY1042" fmla="*/ 100330 h 138429"/>
                <a:gd name="connsiteX1043" fmla="*/ 922020 w 4940931"/>
                <a:gd name="connsiteY1043" fmla="*/ 104775 h 138429"/>
                <a:gd name="connsiteX1044" fmla="*/ 916305 w 4940931"/>
                <a:gd name="connsiteY1044" fmla="*/ 107950 h 138429"/>
                <a:gd name="connsiteX1045" fmla="*/ 909320 w 4940931"/>
                <a:gd name="connsiteY1045" fmla="*/ 109855 h 138429"/>
                <a:gd name="connsiteX1046" fmla="*/ 900430 w 4940931"/>
                <a:gd name="connsiteY1046" fmla="*/ 110490 h 138429"/>
                <a:gd name="connsiteX1047" fmla="*/ 890905 w 4940931"/>
                <a:gd name="connsiteY1047" fmla="*/ 109220 h 138429"/>
                <a:gd name="connsiteX1048" fmla="*/ 883285 w 4940931"/>
                <a:gd name="connsiteY1048" fmla="*/ 105410 h 138429"/>
                <a:gd name="connsiteX1049" fmla="*/ 876935 w 4940931"/>
                <a:gd name="connsiteY1049" fmla="*/ 100330 h 138429"/>
                <a:gd name="connsiteX1050" fmla="*/ 871855 w 4940931"/>
                <a:gd name="connsiteY1050" fmla="*/ 92710 h 138429"/>
                <a:gd name="connsiteX1051" fmla="*/ 868045 w 4940931"/>
                <a:gd name="connsiteY1051" fmla="*/ 82550 h 138429"/>
                <a:gd name="connsiteX1052" fmla="*/ 866775 w 4940931"/>
                <a:gd name="connsiteY1052" fmla="*/ 69850 h 138429"/>
                <a:gd name="connsiteX1053" fmla="*/ 869315 w 4940931"/>
                <a:gd name="connsiteY1053" fmla="*/ 52070 h 138429"/>
                <a:gd name="connsiteX1054" fmla="*/ 876300 w 4940931"/>
                <a:gd name="connsiteY1054" fmla="*/ 39370 h 138429"/>
                <a:gd name="connsiteX1055" fmla="*/ 887095 w 4940931"/>
                <a:gd name="connsiteY1055" fmla="*/ 31750 h 138429"/>
                <a:gd name="connsiteX1056" fmla="*/ 901065 w 4940931"/>
                <a:gd name="connsiteY1056" fmla="*/ 29210 h 138429"/>
                <a:gd name="connsiteX1057" fmla="*/ 668656 w 4940931"/>
                <a:gd name="connsiteY1057" fmla="*/ 29210 h 138429"/>
                <a:gd name="connsiteX1058" fmla="*/ 676275 w 4940931"/>
                <a:gd name="connsiteY1058" fmla="*/ 29845 h 138429"/>
                <a:gd name="connsiteX1059" fmla="*/ 681991 w 4940931"/>
                <a:gd name="connsiteY1059" fmla="*/ 32385 h 138429"/>
                <a:gd name="connsiteX1060" fmla="*/ 678181 w 4940931"/>
                <a:gd name="connsiteY1060" fmla="*/ 46990 h 138429"/>
                <a:gd name="connsiteX1061" fmla="*/ 676910 w 4940931"/>
                <a:gd name="connsiteY1061" fmla="*/ 46990 h 138429"/>
                <a:gd name="connsiteX1062" fmla="*/ 671830 w 4940931"/>
                <a:gd name="connsiteY1062" fmla="*/ 45085 h 138429"/>
                <a:gd name="connsiteX1063" fmla="*/ 665480 w 4940931"/>
                <a:gd name="connsiteY1063" fmla="*/ 44450 h 138429"/>
                <a:gd name="connsiteX1064" fmla="*/ 654050 w 4940931"/>
                <a:gd name="connsiteY1064" fmla="*/ 49530 h 138429"/>
                <a:gd name="connsiteX1065" fmla="*/ 650240 w 4940931"/>
                <a:gd name="connsiteY1065" fmla="*/ 64770 h 138429"/>
                <a:gd name="connsiteX1066" fmla="*/ 650240 w 4940931"/>
                <a:gd name="connsiteY1066" fmla="*/ 109220 h 138429"/>
                <a:gd name="connsiteX1067" fmla="*/ 635000 w 4940931"/>
                <a:gd name="connsiteY1067" fmla="*/ 109220 h 138429"/>
                <a:gd name="connsiteX1068" fmla="*/ 635000 w 4940931"/>
                <a:gd name="connsiteY1068" fmla="*/ 31115 h 138429"/>
                <a:gd name="connsiteX1069" fmla="*/ 650240 w 4940931"/>
                <a:gd name="connsiteY1069" fmla="*/ 31115 h 138429"/>
                <a:gd name="connsiteX1070" fmla="*/ 650240 w 4940931"/>
                <a:gd name="connsiteY1070" fmla="*/ 38735 h 138429"/>
                <a:gd name="connsiteX1071" fmla="*/ 653416 w 4940931"/>
                <a:gd name="connsiteY1071" fmla="*/ 34925 h 138429"/>
                <a:gd name="connsiteX1072" fmla="*/ 657861 w 4940931"/>
                <a:gd name="connsiteY1072" fmla="*/ 31750 h 138429"/>
                <a:gd name="connsiteX1073" fmla="*/ 662940 w 4940931"/>
                <a:gd name="connsiteY1073" fmla="*/ 29845 h 138429"/>
                <a:gd name="connsiteX1074" fmla="*/ 668656 w 4940931"/>
                <a:gd name="connsiteY1074" fmla="*/ 29210 h 138429"/>
                <a:gd name="connsiteX1075" fmla="*/ 586739 w 4940931"/>
                <a:gd name="connsiteY1075" fmla="*/ 29210 h 138429"/>
                <a:gd name="connsiteX1076" fmla="*/ 601344 w 4940931"/>
                <a:gd name="connsiteY1076" fmla="*/ 32385 h 138429"/>
                <a:gd name="connsiteX1077" fmla="*/ 611504 w 4940931"/>
                <a:gd name="connsiteY1077" fmla="*/ 40640 h 138429"/>
                <a:gd name="connsiteX1078" fmla="*/ 617854 w 4940931"/>
                <a:gd name="connsiteY1078" fmla="*/ 53340 h 138429"/>
                <a:gd name="connsiteX1079" fmla="*/ 619759 w 4940931"/>
                <a:gd name="connsiteY1079" fmla="*/ 68580 h 138429"/>
                <a:gd name="connsiteX1080" fmla="*/ 618489 w 4940931"/>
                <a:gd name="connsiteY1080" fmla="*/ 68580 h 138429"/>
                <a:gd name="connsiteX1081" fmla="*/ 618489 w 4940931"/>
                <a:gd name="connsiteY1081" fmla="*/ 72390 h 138429"/>
                <a:gd name="connsiteX1082" fmla="*/ 618489 w 4940931"/>
                <a:gd name="connsiteY1082" fmla="*/ 75565 h 138429"/>
                <a:gd name="connsiteX1083" fmla="*/ 567054 w 4940931"/>
                <a:gd name="connsiteY1083" fmla="*/ 75565 h 138429"/>
                <a:gd name="connsiteX1084" fmla="*/ 569594 w 4940931"/>
                <a:gd name="connsiteY1084" fmla="*/ 85090 h 138429"/>
                <a:gd name="connsiteX1085" fmla="*/ 574039 w 4940931"/>
                <a:gd name="connsiteY1085" fmla="*/ 91440 h 138429"/>
                <a:gd name="connsiteX1086" fmla="*/ 579754 w 4940931"/>
                <a:gd name="connsiteY1086" fmla="*/ 95250 h 138429"/>
                <a:gd name="connsiteX1087" fmla="*/ 586739 w 4940931"/>
                <a:gd name="connsiteY1087" fmla="*/ 96520 h 138429"/>
                <a:gd name="connsiteX1088" fmla="*/ 591819 w 4940931"/>
                <a:gd name="connsiteY1088" fmla="*/ 96520 h 138429"/>
                <a:gd name="connsiteX1089" fmla="*/ 596264 w 4940931"/>
                <a:gd name="connsiteY1089" fmla="*/ 95250 h 138429"/>
                <a:gd name="connsiteX1090" fmla="*/ 600074 w 4940931"/>
                <a:gd name="connsiteY1090" fmla="*/ 93345 h 138429"/>
                <a:gd name="connsiteX1091" fmla="*/ 604519 w 4940931"/>
                <a:gd name="connsiteY1091" fmla="*/ 90805 h 138429"/>
                <a:gd name="connsiteX1092" fmla="*/ 613409 w 4940931"/>
                <a:gd name="connsiteY1092" fmla="*/ 100330 h 138429"/>
                <a:gd name="connsiteX1093" fmla="*/ 607694 w 4940931"/>
                <a:gd name="connsiteY1093" fmla="*/ 104775 h 138429"/>
                <a:gd name="connsiteX1094" fmla="*/ 601979 w 4940931"/>
                <a:gd name="connsiteY1094" fmla="*/ 107950 h 138429"/>
                <a:gd name="connsiteX1095" fmla="*/ 594994 w 4940931"/>
                <a:gd name="connsiteY1095" fmla="*/ 109855 h 138429"/>
                <a:gd name="connsiteX1096" fmla="*/ 586104 w 4940931"/>
                <a:gd name="connsiteY1096" fmla="*/ 110490 h 138429"/>
                <a:gd name="connsiteX1097" fmla="*/ 576579 w 4940931"/>
                <a:gd name="connsiteY1097" fmla="*/ 109220 h 138429"/>
                <a:gd name="connsiteX1098" fmla="*/ 568959 w 4940931"/>
                <a:gd name="connsiteY1098" fmla="*/ 105410 h 138429"/>
                <a:gd name="connsiteX1099" fmla="*/ 562609 w 4940931"/>
                <a:gd name="connsiteY1099" fmla="*/ 100330 h 138429"/>
                <a:gd name="connsiteX1100" fmla="*/ 557529 w 4940931"/>
                <a:gd name="connsiteY1100" fmla="*/ 92710 h 138429"/>
                <a:gd name="connsiteX1101" fmla="*/ 553719 w 4940931"/>
                <a:gd name="connsiteY1101" fmla="*/ 82550 h 138429"/>
                <a:gd name="connsiteX1102" fmla="*/ 552449 w 4940931"/>
                <a:gd name="connsiteY1102" fmla="*/ 69850 h 138429"/>
                <a:gd name="connsiteX1103" fmla="*/ 554989 w 4940931"/>
                <a:gd name="connsiteY1103" fmla="*/ 52070 h 138429"/>
                <a:gd name="connsiteX1104" fmla="*/ 561974 w 4940931"/>
                <a:gd name="connsiteY1104" fmla="*/ 39370 h 138429"/>
                <a:gd name="connsiteX1105" fmla="*/ 572769 w 4940931"/>
                <a:gd name="connsiteY1105" fmla="*/ 31750 h 138429"/>
                <a:gd name="connsiteX1106" fmla="*/ 586739 w 4940931"/>
                <a:gd name="connsiteY1106" fmla="*/ 29210 h 138429"/>
                <a:gd name="connsiteX1107" fmla="*/ 400050 w 4940931"/>
                <a:gd name="connsiteY1107" fmla="*/ 29210 h 138429"/>
                <a:gd name="connsiteX1108" fmla="*/ 414655 w 4940931"/>
                <a:gd name="connsiteY1108" fmla="*/ 32385 h 138429"/>
                <a:gd name="connsiteX1109" fmla="*/ 424815 w 4940931"/>
                <a:gd name="connsiteY1109" fmla="*/ 40640 h 138429"/>
                <a:gd name="connsiteX1110" fmla="*/ 431165 w 4940931"/>
                <a:gd name="connsiteY1110" fmla="*/ 53340 h 138429"/>
                <a:gd name="connsiteX1111" fmla="*/ 433070 w 4940931"/>
                <a:gd name="connsiteY1111" fmla="*/ 68580 h 138429"/>
                <a:gd name="connsiteX1112" fmla="*/ 431800 w 4940931"/>
                <a:gd name="connsiteY1112" fmla="*/ 68580 h 138429"/>
                <a:gd name="connsiteX1113" fmla="*/ 431800 w 4940931"/>
                <a:gd name="connsiteY1113" fmla="*/ 72390 h 138429"/>
                <a:gd name="connsiteX1114" fmla="*/ 431800 w 4940931"/>
                <a:gd name="connsiteY1114" fmla="*/ 75565 h 138429"/>
                <a:gd name="connsiteX1115" fmla="*/ 380365 w 4940931"/>
                <a:gd name="connsiteY1115" fmla="*/ 75565 h 138429"/>
                <a:gd name="connsiteX1116" fmla="*/ 382905 w 4940931"/>
                <a:gd name="connsiteY1116" fmla="*/ 85090 h 138429"/>
                <a:gd name="connsiteX1117" fmla="*/ 387350 w 4940931"/>
                <a:gd name="connsiteY1117" fmla="*/ 91440 h 138429"/>
                <a:gd name="connsiteX1118" fmla="*/ 393065 w 4940931"/>
                <a:gd name="connsiteY1118" fmla="*/ 95250 h 138429"/>
                <a:gd name="connsiteX1119" fmla="*/ 400050 w 4940931"/>
                <a:gd name="connsiteY1119" fmla="*/ 96520 h 138429"/>
                <a:gd name="connsiteX1120" fmla="*/ 405130 w 4940931"/>
                <a:gd name="connsiteY1120" fmla="*/ 96520 h 138429"/>
                <a:gd name="connsiteX1121" fmla="*/ 409575 w 4940931"/>
                <a:gd name="connsiteY1121" fmla="*/ 95250 h 138429"/>
                <a:gd name="connsiteX1122" fmla="*/ 413385 w 4940931"/>
                <a:gd name="connsiteY1122" fmla="*/ 93345 h 138429"/>
                <a:gd name="connsiteX1123" fmla="*/ 417830 w 4940931"/>
                <a:gd name="connsiteY1123" fmla="*/ 90805 h 138429"/>
                <a:gd name="connsiteX1124" fmla="*/ 426720 w 4940931"/>
                <a:gd name="connsiteY1124" fmla="*/ 100330 h 138429"/>
                <a:gd name="connsiteX1125" fmla="*/ 421005 w 4940931"/>
                <a:gd name="connsiteY1125" fmla="*/ 104775 h 138429"/>
                <a:gd name="connsiteX1126" fmla="*/ 415290 w 4940931"/>
                <a:gd name="connsiteY1126" fmla="*/ 107950 h 138429"/>
                <a:gd name="connsiteX1127" fmla="*/ 408305 w 4940931"/>
                <a:gd name="connsiteY1127" fmla="*/ 109855 h 138429"/>
                <a:gd name="connsiteX1128" fmla="*/ 399415 w 4940931"/>
                <a:gd name="connsiteY1128" fmla="*/ 110490 h 138429"/>
                <a:gd name="connsiteX1129" fmla="*/ 389890 w 4940931"/>
                <a:gd name="connsiteY1129" fmla="*/ 109220 h 138429"/>
                <a:gd name="connsiteX1130" fmla="*/ 382270 w 4940931"/>
                <a:gd name="connsiteY1130" fmla="*/ 105410 h 138429"/>
                <a:gd name="connsiteX1131" fmla="*/ 375920 w 4940931"/>
                <a:gd name="connsiteY1131" fmla="*/ 100330 h 138429"/>
                <a:gd name="connsiteX1132" fmla="*/ 370840 w 4940931"/>
                <a:gd name="connsiteY1132" fmla="*/ 92710 h 138429"/>
                <a:gd name="connsiteX1133" fmla="*/ 367030 w 4940931"/>
                <a:gd name="connsiteY1133" fmla="*/ 82550 h 138429"/>
                <a:gd name="connsiteX1134" fmla="*/ 365760 w 4940931"/>
                <a:gd name="connsiteY1134" fmla="*/ 69850 h 138429"/>
                <a:gd name="connsiteX1135" fmla="*/ 368300 w 4940931"/>
                <a:gd name="connsiteY1135" fmla="*/ 52070 h 138429"/>
                <a:gd name="connsiteX1136" fmla="*/ 375285 w 4940931"/>
                <a:gd name="connsiteY1136" fmla="*/ 39370 h 138429"/>
                <a:gd name="connsiteX1137" fmla="*/ 386080 w 4940931"/>
                <a:gd name="connsiteY1137" fmla="*/ 31750 h 138429"/>
                <a:gd name="connsiteX1138" fmla="*/ 400050 w 4940931"/>
                <a:gd name="connsiteY1138" fmla="*/ 29210 h 138429"/>
                <a:gd name="connsiteX1139" fmla="*/ 201930 w 4940931"/>
                <a:gd name="connsiteY1139" fmla="*/ 29210 h 138429"/>
                <a:gd name="connsiteX1140" fmla="*/ 216535 w 4940931"/>
                <a:gd name="connsiteY1140" fmla="*/ 32385 h 138429"/>
                <a:gd name="connsiteX1141" fmla="*/ 226695 w 4940931"/>
                <a:gd name="connsiteY1141" fmla="*/ 40640 h 138429"/>
                <a:gd name="connsiteX1142" fmla="*/ 233045 w 4940931"/>
                <a:gd name="connsiteY1142" fmla="*/ 53340 h 138429"/>
                <a:gd name="connsiteX1143" fmla="*/ 234950 w 4940931"/>
                <a:gd name="connsiteY1143" fmla="*/ 68580 h 138429"/>
                <a:gd name="connsiteX1144" fmla="*/ 233680 w 4940931"/>
                <a:gd name="connsiteY1144" fmla="*/ 68580 h 138429"/>
                <a:gd name="connsiteX1145" fmla="*/ 233680 w 4940931"/>
                <a:gd name="connsiteY1145" fmla="*/ 72390 h 138429"/>
                <a:gd name="connsiteX1146" fmla="*/ 233680 w 4940931"/>
                <a:gd name="connsiteY1146" fmla="*/ 75565 h 138429"/>
                <a:gd name="connsiteX1147" fmla="*/ 182245 w 4940931"/>
                <a:gd name="connsiteY1147" fmla="*/ 75565 h 138429"/>
                <a:gd name="connsiteX1148" fmla="*/ 184785 w 4940931"/>
                <a:gd name="connsiteY1148" fmla="*/ 85090 h 138429"/>
                <a:gd name="connsiteX1149" fmla="*/ 189230 w 4940931"/>
                <a:gd name="connsiteY1149" fmla="*/ 91440 h 138429"/>
                <a:gd name="connsiteX1150" fmla="*/ 194945 w 4940931"/>
                <a:gd name="connsiteY1150" fmla="*/ 95250 h 138429"/>
                <a:gd name="connsiteX1151" fmla="*/ 201930 w 4940931"/>
                <a:gd name="connsiteY1151" fmla="*/ 96520 h 138429"/>
                <a:gd name="connsiteX1152" fmla="*/ 207010 w 4940931"/>
                <a:gd name="connsiteY1152" fmla="*/ 96520 h 138429"/>
                <a:gd name="connsiteX1153" fmla="*/ 211455 w 4940931"/>
                <a:gd name="connsiteY1153" fmla="*/ 95250 h 138429"/>
                <a:gd name="connsiteX1154" fmla="*/ 215265 w 4940931"/>
                <a:gd name="connsiteY1154" fmla="*/ 93345 h 138429"/>
                <a:gd name="connsiteX1155" fmla="*/ 219710 w 4940931"/>
                <a:gd name="connsiteY1155" fmla="*/ 90805 h 138429"/>
                <a:gd name="connsiteX1156" fmla="*/ 228600 w 4940931"/>
                <a:gd name="connsiteY1156" fmla="*/ 100330 h 138429"/>
                <a:gd name="connsiteX1157" fmla="*/ 222885 w 4940931"/>
                <a:gd name="connsiteY1157" fmla="*/ 104775 h 138429"/>
                <a:gd name="connsiteX1158" fmla="*/ 217170 w 4940931"/>
                <a:gd name="connsiteY1158" fmla="*/ 107950 h 138429"/>
                <a:gd name="connsiteX1159" fmla="*/ 210185 w 4940931"/>
                <a:gd name="connsiteY1159" fmla="*/ 109855 h 138429"/>
                <a:gd name="connsiteX1160" fmla="*/ 201295 w 4940931"/>
                <a:gd name="connsiteY1160" fmla="*/ 110490 h 138429"/>
                <a:gd name="connsiteX1161" fmla="*/ 191770 w 4940931"/>
                <a:gd name="connsiteY1161" fmla="*/ 109220 h 138429"/>
                <a:gd name="connsiteX1162" fmla="*/ 184150 w 4940931"/>
                <a:gd name="connsiteY1162" fmla="*/ 105410 h 138429"/>
                <a:gd name="connsiteX1163" fmla="*/ 177800 w 4940931"/>
                <a:gd name="connsiteY1163" fmla="*/ 100330 h 138429"/>
                <a:gd name="connsiteX1164" fmla="*/ 172720 w 4940931"/>
                <a:gd name="connsiteY1164" fmla="*/ 92710 h 138429"/>
                <a:gd name="connsiteX1165" fmla="*/ 168910 w 4940931"/>
                <a:gd name="connsiteY1165" fmla="*/ 82550 h 138429"/>
                <a:gd name="connsiteX1166" fmla="*/ 167640 w 4940931"/>
                <a:gd name="connsiteY1166" fmla="*/ 69850 h 138429"/>
                <a:gd name="connsiteX1167" fmla="*/ 170180 w 4940931"/>
                <a:gd name="connsiteY1167" fmla="*/ 52070 h 138429"/>
                <a:gd name="connsiteX1168" fmla="*/ 177165 w 4940931"/>
                <a:gd name="connsiteY1168" fmla="*/ 39370 h 138429"/>
                <a:gd name="connsiteX1169" fmla="*/ 187960 w 4940931"/>
                <a:gd name="connsiteY1169" fmla="*/ 31750 h 138429"/>
                <a:gd name="connsiteX1170" fmla="*/ 201930 w 4940931"/>
                <a:gd name="connsiteY1170" fmla="*/ 29210 h 138429"/>
                <a:gd name="connsiteX1171" fmla="*/ 4664706 w 4940931"/>
                <a:gd name="connsiteY1171" fmla="*/ 28574 h 138429"/>
                <a:gd name="connsiteX1172" fmla="*/ 4678676 w 4940931"/>
                <a:gd name="connsiteY1172" fmla="*/ 31749 h 138429"/>
                <a:gd name="connsiteX1173" fmla="*/ 4689471 w 4940931"/>
                <a:gd name="connsiteY1173" fmla="*/ 40004 h 138429"/>
                <a:gd name="connsiteX1174" fmla="*/ 4696456 w 4940931"/>
                <a:gd name="connsiteY1174" fmla="*/ 52704 h 138429"/>
                <a:gd name="connsiteX1175" fmla="*/ 4698996 w 4940931"/>
                <a:gd name="connsiteY1175" fmla="*/ 69214 h 138429"/>
                <a:gd name="connsiteX1176" fmla="*/ 4699631 w 4940931"/>
                <a:gd name="connsiteY1176" fmla="*/ 69214 h 138429"/>
                <a:gd name="connsiteX1177" fmla="*/ 4697091 w 4940931"/>
                <a:gd name="connsiteY1177" fmla="*/ 86359 h 138429"/>
                <a:gd name="connsiteX1178" fmla="*/ 4689471 w 4940931"/>
                <a:gd name="connsiteY1178" fmla="*/ 99059 h 138429"/>
                <a:gd name="connsiteX1179" fmla="*/ 4678041 w 4940931"/>
                <a:gd name="connsiteY1179" fmla="*/ 107314 h 138429"/>
                <a:gd name="connsiteX1180" fmla="*/ 4664071 w 4940931"/>
                <a:gd name="connsiteY1180" fmla="*/ 109854 h 138429"/>
                <a:gd name="connsiteX1181" fmla="*/ 4650101 w 4940931"/>
                <a:gd name="connsiteY1181" fmla="*/ 106679 h 138429"/>
                <a:gd name="connsiteX1182" fmla="*/ 4639306 w 4940931"/>
                <a:gd name="connsiteY1182" fmla="*/ 98424 h 138429"/>
                <a:gd name="connsiteX1183" fmla="*/ 4632321 w 4940931"/>
                <a:gd name="connsiteY1183" fmla="*/ 85724 h 138429"/>
                <a:gd name="connsiteX1184" fmla="*/ 4629781 w 4940931"/>
                <a:gd name="connsiteY1184" fmla="*/ 69214 h 138429"/>
                <a:gd name="connsiteX1185" fmla="*/ 4632321 w 4940931"/>
                <a:gd name="connsiteY1185" fmla="*/ 52069 h 138429"/>
                <a:gd name="connsiteX1186" fmla="*/ 4639941 w 4940931"/>
                <a:gd name="connsiteY1186" fmla="*/ 39369 h 138429"/>
                <a:gd name="connsiteX1187" fmla="*/ 4650736 w 4940931"/>
                <a:gd name="connsiteY1187" fmla="*/ 31114 h 138429"/>
                <a:gd name="connsiteX1188" fmla="*/ 4664706 w 4940931"/>
                <a:gd name="connsiteY1188" fmla="*/ 28574 h 138429"/>
                <a:gd name="connsiteX1189" fmla="*/ 4264655 w 4940931"/>
                <a:gd name="connsiteY1189" fmla="*/ 28574 h 138429"/>
                <a:gd name="connsiteX1190" fmla="*/ 4278625 w 4940931"/>
                <a:gd name="connsiteY1190" fmla="*/ 31749 h 138429"/>
                <a:gd name="connsiteX1191" fmla="*/ 4289420 w 4940931"/>
                <a:gd name="connsiteY1191" fmla="*/ 40004 h 138429"/>
                <a:gd name="connsiteX1192" fmla="*/ 4296405 w 4940931"/>
                <a:gd name="connsiteY1192" fmla="*/ 52704 h 138429"/>
                <a:gd name="connsiteX1193" fmla="*/ 4298945 w 4940931"/>
                <a:gd name="connsiteY1193" fmla="*/ 69214 h 138429"/>
                <a:gd name="connsiteX1194" fmla="*/ 4299580 w 4940931"/>
                <a:gd name="connsiteY1194" fmla="*/ 69214 h 138429"/>
                <a:gd name="connsiteX1195" fmla="*/ 4297040 w 4940931"/>
                <a:gd name="connsiteY1195" fmla="*/ 86359 h 138429"/>
                <a:gd name="connsiteX1196" fmla="*/ 4289420 w 4940931"/>
                <a:gd name="connsiteY1196" fmla="*/ 99059 h 138429"/>
                <a:gd name="connsiteX1197" fmla="*/ 4277990 w 4940931"/>
                <a:gd name="connsiteY1197" fmla="*/ 107314 h 138429"/>
                <a:gd name="connsiteX1198" fmla="*/ 4264020 w 4940931"/>
                <a:gd name="connsiteY1198" fmla="*/ 109854 h 138429"/>
                <a:gd name="connsiteX1199" fmla="*/ 4250050 w 4940931"/>
                <a:gd name="connsiteY1199" fmla="*/ 106679 h 138429"/>
                <a:gd name="connsiteX1200" fmla="*/ 4239255 w 4940931"/>
                <a:gd name="connsiteY1200" fmla="*/ 98424 h 138429"/>
                <a:gd name="connsiteX1201" fmla="*/ 4232270 w 4940931"/>
                <a:gd name="connsiteY1201" fmla="*/ 85724 h 138429"/>
                <a:gd name="connsiteX1202" fmla="*/ 4229730 w 4940931"/>
                <a:gd name="connsiteY1202" fmla="*/ 69214 h 138429"/>
                <a:gd name="connsiteX1203" fmla="*/ 4232270 w 4940931"/>
                <a:gd name="connsiteY1203" fmla="*/ 52069 h 138429"/>
                <a:gd name="connsiteX1204" fmla="*/ 4239890 w 4940931"/>
                <a:gd name="connsiteY1204" fmla="*/ 39369 h 138429"/>
                <a:gd name="connsiteX1205" fmla="*/ 4250685 w 4940931"/>
                <a:gd name="connsiteY1205" fmla="*/ 31114 h 138429"/>
                <a:gd name="connsiteX1206" fmla="*/ 4264655 w 4940931"/>
                <a:gd name="connsiteY1206" fmla="*/ 28574 h 138429"/>
                <a:gd name="connsiteX1207" fmla="*/ 1420495 w 4940931"/>
                <a:gd name="connsiteY1207" fmla="*/ 28574 h 138429"/>
                <a:gd name="connsiteX1208" fmla="*/ 1434465 w 4940931"/>
                <a:gd name="connsiteY1208" fmla="*/ 31749 h 138429"/>
                <a:gd name="connsiteX1209" fmla="*/ 1445260 w 4940931"/>
                <a:gd name="connsiteY1209" fmla="*/ 40004 h 138429"/>
                <a:gd name="connsiteX1210" fmla="*/ 1452245 w 4940931"/>
                <a:gd name="connsiteY1210" fmla="*/ 52704 h 138429"/>
                <a:gd name="connsiteX1211" fmla="*/ 1454785 w 4940931"/>
                <a:gd name="connsiteY1211" fmla="*/ 69214 h 138429"/>
                <a:gd name="connsiteX1212" fmla="*/ 1455420 w 4940931"/>
                <a:gd name="connsiteY1212" fmla="*/ 69214 h 138429"/>
                <a:gd name="connsiteX1213" fmla="*/ 1452880 w 4940931"/>
                <a:gd name="connsiteY1213" fmla="*/ 86359 h 138429"/>
                <a:gd name="connsiteX1214" fmla="*/ 1445260 w 4940931"/>
                <a:gd name="connsiteY1214" fmla="*/ 99059 h 138429"/>
                <a:gd name="connsiteX1215" fmla="*/ 1433830 w 4940931"/>
                <a:gd name="connsiteY1215" fmla="*/ 107314 h 138429"/>
                <a:gd name="connsiteX1216" fmla="*/ 1419860 w 4940931"/>
                <a:gd name="connsiteY1216" fmla="*/ 109854 h 138429"/>
                <a:gd name="connsiteX1217" fmla="*/ 1405890 w 4940931"/>
                <a:gd name="connsiteY1217" fmla="*/ 106679 h 138429"/>
                <a:gd name="connsiteX1218" fmla="*/ 1395095 w 4940931"/>
                <a:gd name="connsiteY1218" fmla="*/ 98424 h 138429"/>
                <a:gd name="connsiteX1219" fmla="*/ 1388110 w 4940931"/>
                <a:gd name="connsiteY1219" fmla="*/ 85724 h 138429"/>
                <a:gd name="connsiteX1220" fmla="*/ 1385570 w 4940931"/>
                <a:gd name="connsiteY1220" fmla="*/ 69214 h 138429"/>
                <a:gd name="connsiteX1221" fmla="*/ 1388110 w 4940931"/>
                <a:gd name="connsiteY1221" fmla="*/ 52069 h 138429"/>
                <a:gd name="connsiteX1222" fmla="*/ 1395730 w 4940931"/>
                <a:gd name="connsiteY1222" fmla="*/ 39369 h 138429"/>
                <a:gd name="connsiteX1223" fmla="*/ 1406525 w 4940931"/>
                <a:gd name="connsiteY1223" fmla="*/ 31114 h 138429"/>
                <a:gd name="connsiteX1224" fmla="*/ 1420495 w 4940931"/>
                <a:gd name="connsiteY1224" fmla="*/ 28574 h 138429"/>
                <a:gd name="connsiteX1225" fmla="*/ 3143245 w 4940931"/>
                <a:gd name="connsiteY1225" fmla="*/ 5079 h 138429"/>
                <a:gd name="connsiteX1226" fmla="*/ 3219445 w 4940931"/>
                <a:gd name="connsiteY1226" fmla="*/ 5079 h 138429"/>
                <a:gd name="connsiteX1227" fmla="*/ 3219445 w 4940931"/>
                <a:gd name="connsiteY1227" fmla="*/ 20319 h 138429"/>
                <a:gd name="connsiteX1228" fmla="*/ 3188965 w 4940931"/>
                <a:gd name="connsiteY1228" fmla="*/ 20319 h 138429"/>
                <a:gd name="connsiteX1229" fmla="*/ 3188965 w 4940931"/>
                <a:gd name="connsiteY1229" fmla="*/ 108584 h 138429"/>
                <a:gd name="connsiteX1230" fmla="*/ 3173090 w 4940931"/>
                <a:gd name="connsiteY1230" fmla="*/ 108584 h 138429"/>
                <a:gd name="connsiteX1231" fmla="*/ 3173090 w 4940931"/>
                <a:gd name="connsiteY1231" fmla="*/ 20319 h 138429"/>
                <a:gd name="connsiteX1232" fmla="*/ 3143245 w 4940931"/>
                <a:gd name="connsiteY1232" fmla="*/ 20319 h 138429"/>
                <a:gd name="connsiteX1233" fmla="*/ 1628774 w 4940931"/>
                <a:gd name="connsiteY1233" fmla="*/ 5079 h 138429"/>
                <a:gd name="connsiteX1234" fmla="*/ 1704970 w 4940931"/>
                <a:gd name="connsiteY1234" fmla="*/ 5079 h 138429"/>
                <a:gd name="connsiteX1235" fmla="*/ 1704970 w 4940931"/>
                <a:gd name="connsiteY1235" fmla="*/ 20319 h 138429"/>
                <a:gd name="connsiteX1236" fmla="*/ 1675129 w 4940931"/>
                <a:gd name="connsiteY1236" fmla="*/ 20319 h 138429"/>
                <a:gd name="connsiteX1237" fmla="*/ 1675129 w 4940931"/>
                <a:gd name="connsiteY1237" fmla="*/ 108584 h 138429"/>
                <a:gd name="connsiteX1238" fmla="*/ 1659255 w 4940931"/>
                <a:gd name="connsiteY1238" fmla="*/ 108584 h 138429"/>
                <a:gd name="connsiteX1239" fmla="*/ 1659255 w 4940931"/>
                <a:gd name="connsiteY1239" fmla="*/ 20319 h 138429"/>
                <a:gd name="connsiteX1240" fmla="*/ 1628774 w 4940931"/>
                <a:gd name="connsiteY1240" fmla="*/ 20319 h 138429"/>
                <a:gd name="connsiteX1241" fmla="*/ 0 w 4940931"/>
                <a:gd name="connsiteY1241" fmla="*/ 5079 h 138429"/>
                <a:gd name="connsiteX1242" fmla="*/ 76200 w 4940931"/>
                <a:gd name="connsiteY1242" fmla="*/ 5079 h 138429"/>
                <a:gd name="connsiteX1243" fmla="*/ 76200 w 4940931"/>
                <a:gd name="connsiteY1243" fmla="*/ 20319 h 138429"/>
                <a:gd name="connsiteX1244" fmla="*/ 45720 w 4940931"/>
                <a:gd name="connsiteY1244" fmla="*/ 20319 h 138429"/>
                <a:gd name="connsiteX1245" fmla="*/ 45720 w 4940931"/>
                <a:gd name="connsiteY1245" fmla="*/ 108584 h 138429"/>
                <a:gd name="connsiteX1246" fmla="*/ 29845 w 4940931"/>
                <a:gd name="connsiteY1246" fmla="*/ 108584 h 138429"/>
                <a:gd name="connsiteX1247" fmla="*/ 29845 w 4940931"/>
                <a:gd name="connsiteY1247" fmla="*/ 20319 h 138429"/>
                <a:gd name="connsiteX1248" fmla="*/ 0 w 4940931"/>
                <a:gd name="connsiteY1248" fmla="*/ 20319 h 138429"/>
                <a:gd name="connsiteX1249" fmla="*/ 1362075 w 4940931"/>
                <a:gd name="connsiteY1249" fmla="*/ 1269 h 138429"/>
                <a:gd name="connsiteX1250" fmla="*/ 1365885 w 4940931"/>
                <a:gd name="connsiteY1250" fmla="*/ 1904 h 138429"/>
                <a:gd name="connsiteX1251" fmla="*/ 1369060 w 4940931"/>
                <a:gd name="connsiteY1251" fmla="*/ 3809 h 138429"/>
                <a:gd name="connsiteX1252" fmla="*/ 1370965 w 4940931"/>
                <a:gd name="connsiteY1252" fmla="*/ 6984 h 138429"/>
                <a:gd name="connsiteX1253" fmla="*/ 1371600 w 4940931"/>
                <a:gd name="connsiteY1253" fmla="*/ 10794 h 138429"/>
                <a:gd name="connsiteX1254" fmla="*/ 1370965 w 4940931"/>
                <a:gd name="connsiteY1254" fmla="*/ 14604 h 138429"/>
                <a:gd name="connsiteX1255" fmla="*/ 1369060 w 4940931"/>
                <a:gd name="connsiteY1255" fmla="*/ 17779 h 138429"/>
                <a:gd name="connsiteX1256" fmla="*/ 1365885 w 4940931"/>
                <a:gd name="connsiteY1256" fmla="*/ 19684 h 138429"/>
                <a:gd name="connsiteX1257" fmla="*/ 1362075 w 4940931"/>
                <a:gd name="connsiteY1257" fmla="*/ 20319 h 138429"/>
                <a:gd name="connsiteX1258" fmla="*/ 1358265 w 4940931"/>
                <a:gd name="connsiteY1258" fmla="*/ 19684 h 138429"/>
                <a:gd name="connsiteX1259" fmla="*/ 1355090 w 4940931"/>
                <a:gd name="connsiteY1259" fmla="*/ 17779 h 138429"/>
                <a:gd name="connsiteX1260" fmla="*/ 1353185 w 4940931"/>
                <a:gd name="connsiteY1260" fmla="*/ 14604 h 138429"/>
                <a:gd name="connsiteX1261" fmla="*/ 1352550 w 4940931"/>
                <a:gd name="connsiteY1261" fmla="*/ 10794 h 138429"/>
                <a:gd name="connsiteX1262" fmla="*/ 1353185 w 4940931"/>
                <a:gd name="connsiteY1262" fmla="*/ 6984 h 138429"/>
                <a:gd name="connsiteX1263" fmla="*/ 1355090 w 4940931"/>
                <a:gd name="connsiteY1263" fmla="*/ 3809 h 138429"/>
                <a:gd name="connsiteX1264" fmla="*/ 1358265 w 4940931"/>
                <a:gd name="connsiteY1264" fmla="*/ 1904 h 138429"/>
                <a:gd name="connsiteX1265" fmla="*/ 1362075 w 4940931"/>
                <a:gd name="connsiteY1265" fmla="*/ 1269 h 138429"/>
                <a:gd name="connsiteX1266" fmla="*/ 4789801 w 4940931"/>
                <a:gd name="connsiteY1266" fmla="*/ 634 h 138429"/>
                <a:gd name="connsiteX1267" fmla="*/ 4789801 w 4940931"/>
                <a:gd name="connsiteY1267" fmla="*/ 65404 h 138429"/>
                <a:gd name="connsiteX1268" fmla="*/ 4814566 w 4940931"/>
                <a:gd name="connsiteY1268" fmla="*/ 31114 h 138429"/>
                <a:gd name="connsiteX1269" fmla="*/ 4831711 w 4940931"/>
                <a:gd name="connsiteY1269" fmla="*/ 31114 h 138429"/>
                <a:gd name="connsiteX1270" fmla="*/ 4812026 w 4940931"/>
                <a:gd name="connsiteY1270" fmla="*/ 57149 h 138429"/>
                <a:gd name="connsiteX1271" fmla="*/ 4835521 w 4940931"/>
                <a:gd name="connsiteY1271" fmla="*/ 108584 h 138429"/>
                <a:gd name="connsiteX1272" fmla="*/ 4819011 w 4940931"/>
                <a:gd name="connsiteY1272" fmla="*/ 108584 h 138429"/>
                <a:gd name="connsiteX1273" fmla="*/ 4801866 w 4940931"/>
                <a:gd name="connsiteY1273" fmla="*/ 69849 h 138429"/>
                <a:gd name="connsiteX1274" fmla="*/ 4789801 w 4940931"/>
                <a:gd name="connsiteY1274" fmla="*/ 85724 h 138429"/>
                <a:gd name="connsiteX1275" fmla="*/ 4789801 w 4940931"/>
                <a:gd name="connsiteY1275" fmla="*/ 108584 h 138429"/>
                <a:gd name="connsiteX1276" fmla="*/ 4774561 w 4940931"/>
                <a:gd name="connsiteY1276" fmla="*/ 108584 h 138429"/>
                <a:gd name="connsiteX1277" fmla="*/ 4774561 w 4940931"/>
                <a:gd name="connsiteY1277" fmla="*/ 8889 h 138429"/>
                <a:gd name="connsiteX1278" fmla="*/ 4472301 w 4940931"/>
                <a:gd name="connsiteY1278" fmla="*/ 634 h 138429"/>
                <a:gd name="connsiteX1279" fmla="*/ 4472301 w 4940931"/>
                <a:gd name="connsiteY1279" fmla="*/ 109219 h 138429"/>
                <a:gd name="connsiteX1280" fmla="*/ 4457061 w 4940931"/>
                <a:gd name="connsiteY1280" fmla="*/ 109219 h 138429"/>
                <a:gd name="connsiteX1281" fmla="*/ 4457696 w 4940931"/>
                <a:gd name="connsiteY1281" fmla="*/ 108584 h 138429"/>
                <a:gd name="connsiteX1282" fmla="*/ 4457696 w 4940931"/>
                <a:gd name="connsiteY1282" fmla="*/ 100964 h 138429"/>
                <a:gd name="connsiteX1283" fmla="*/ 4453251 w 4940931"/>
                <a:gd name="connsiteY1283" fmla="*/ 104774 h 138429"/>
                <a:gd name="connsiteX1284" fmla="*/ 4448171 w 4940931"/>
                <a:gd name="connsiteY1284" fmla="*/ 107949 h 138429"/>
                <a:gd name="connsiteX1285" fmla="*/ 4443091 w 4940931"/>
                <a:gd name="connsiteY1285" fmla="*/ 109854 h 138429"/>
                <a:gd name="connsiteX1286" fmla="*/ 4437376 w 4940931"/>
                <a:gd name="connsiteY1286" fmla="*/ 109854 h 138429"/>
                <a:gd name="connsiteX1287" fmla="*/ 4425946 w 4940931"/>
                <a:gd name="connsiteY1287" fmla="*/ 107314 h 138429"/>
                <a:gd name="connsiteX1288" fmla="*/ 4416421 w 4940931"/>
                <a:gd name="connsiteY1288" fmla="*/ 99694 h 138429"/>
                <a:gd name="connsiteX1289" fmla="*/ 4410071 w 4940931"/>
                <a:gd name="connsiteY1289" fmla="*/ 86994 h 138429"/>
                <a:gd name="connsiteX1290" fmla="*/ 4407531 w 4940931"/>
                <a:gd name="connsiteY1290" fmla="*/ 67944 h 138429"/>
                <a:gd name="connsiteX1291" fmla="*/ 4410071 w 4940931"/>
                <a:gd name="connsiteY1291" fmla="*/ 50799 h 138429"/>
                <a:gd name="connsiteX1292" fmla="*/ 4417056 w 4940931"/>
                <a:gd name="connsiteY1292" fmla="*/ 38734 h 138429"/>
                <a:gd name="connsiteX1293" fmla="*/ 4426581 w 4940931"/>
                <a:gd name="connsiteY1293" fmla="*/ 31749 h 138429"/>
                <a:gd name="connsiteX1294" fmla="*/ 4438011 w 4940931"/>
                <a:gd name="connsiteY1294" fmla="*/ 29209 h 138429"/>
                <a:gd name="connsiteX1295" fmla="*/ 4443726 w 4940931"/>
                <a:gd name="connsiteY1295" fmla="*/ 29844 h 138429"/>
                <a:gd name="connsiteX1296" fmla="*/ 4448806 w 4940931"/>
                <a:gd name="connsiteY1296" fmla="*/ 31749 h 138429"/>
                <a:gd name="connsiteX1297" fmla="*/ 4453251 w 4940931"/>
                <a:gd name="connsiteY1297" fmla="*/ 34924 h 138429"/>
                <a:gd name="connsiteX1298" fmla="*/ 4457061 w 4940931"/>
                <a:gd name="connsiteY1298" fmla="*/ 38099 h 138429"/>
                <a:gd name="connsiteX1299" fmla="*/ 4457061 w 4940931"/>
                <a:gd name="connsiteY1299" fmla="*/ 8254 h 138429"/>
                <a:gd name="connsiteX1300" fmla="*/ 4390385 w 4940931"/>
                <a:gd name="connsiteY1300" fmla="*/ 634 h 138429"/>
                <a:gd name="connsiteX1301" fmla="*/ 4390385 w 4940931"/>
                <a:gd name="connsiteY1301" fmla="*/ 108584 h 138429"/>
                <a:gd name="connsiteX1302" fmla="*/ 4375145 w 4940931"/>
                <a:gd name="connsiteY1302" fmla="*/ 108584 h 138429"/>
                <a:gd name="connsiteX1303" fmla="*/ 4375145 w 4940931"/>
                <a:gd name="connsiteY1303" fmla="*/ 8889 h 138429"/>
                <a:gd name="connsiteX1304" fmla="*/ 3946521 w 4940931"/>
                <a:gd name="connsiteY1304" fmla="*/ 634 h 138429"/>
                <a:gd name="connsiteX1305" fmla="*/ 3946521 w 4940931"/>
                <a:gd name="connsiteY1305" fmla="*/ 38099 h 138429"/>
                <a:gd name="connsiteX1306" fmla="*/ 3950331 w 4940931"/>
                <a:gd name="connsiteY1306" fmla="*/ 34289 h 138429"/>
                <a:gd name="connsiteX1307" fmla="*/ 3954776 w 4940931"/>
                <a:gd name="connsiteY1307" fmla="*/ 31114 h 138429"/>
                <a:gd name="connsiteX1308" fmla="*/ 3960491 w 4940931"/>
                <a:gd name="connsiteY1308" fmla="*/ 29209 h 138429"/>
                <a:gd name="connsiteX1309" fmla="*/ 3966206 w 4940931"/>
                <a:gd name="connsiteY1309" fmla="*/ 29209 h 138429"/>
                <a:gd name="connsiteX1310" fmla="*/ 3978271 w 4940931"/>
                <a:gd name="connsiteY1310" fmla="*/ 31749 h 138429"/>
                <a:gd name="connsiteX1311" fmla="*/ 3987161 w 4940931"/>
                <a:gd name="connsiteY1311" fmla="*/ 38099 h 138429"/>
                <a:gd name="connsiteX1312" fmla="*/ 3992241 w 4940931"/>
                <a:gd name="connsiteY1312" fmla="*/ 49529 h 138429"/>
                <a:gd name="connsiteX1313" fmla="*/ 3994146 w 4940931"/>
                <a:gd name="connsiteY1313" fmla="*/ 64134 h 138429"/>
                <a:gd name="connsiteX1314" fmla="*/ 3994146 w 4940931"/>
                <a:gd name="connsiteY1314" fmla="*/ 108584 h 138429"/>
                <a:gd name="connsiteX1315" fmla="*/ 3978906 w 4940931"/>
                <a:gd name="connsiteY1315" fmla="*/ 108584 h 138429"/>
                <a:gd name="connsiteX1316" fmla="*/ 3978271 w 4940931"/>
                <a:gd name="connsiteY1316" fmla="*/ 108584 h 138429"/>
                <a:gd name="connsiteX1317" fmla="*/ 3978271 w 4940931"/>
                <a:gd name="connsiteY1317" fmla="*/ 64769 h 138429"/>
                <a:gd name="connsiteX1318" fmla="*/ 3974461 w 4940931"/>
                <a:gd name="connsiteY1318" fmla="*/ 48894 h 138429"/>
                <a:gd name="connsiteX1319" fmla="*/ 3962396 w 4940931"/>
                <a:gd name="connsiteY1319" fmla="*/ 43814 h 138429"/>
                <a:gd name="connsiteX1320" fmla="*/ 3956046 w 4940931"/>
                <a:gd name="connsiteY1320" fmla="*/ 45084 h 138429"/>
                <a:gd name="connsiteX1321" fmla="*/ 3950966 w 4940931"/>
                <a:gd name="connsiteY1321" fmla="*/ 48894 h 138429"/>
                <a:gd name="connsiteX1322" fmla="*/ 3947791 w 4940931"/>
                <a:gd name="connsiteY1322" fmla="*/ 55244 h 138429"/>
                <a:gd name="connsiteX1323" fmla="*/ 3946521 w 4940931"/>
                <a:gd name="connsiteY1323" fmla="*/ 63499 h 138429"/>
                <a:gd name="connsiteX1324" fmla="*/ 3946521 w 4940931"/>
                <a:gd name="connsiteY1324" fmla="*/ 109219 h 138429"/>
                <a:gd name="connsiteX1325" fmla="*/ 3931281 w 4940931"/>
                <a:gd name="connsiteY1325" fmla="*/ 109219 h 138429"/>
                <a:gd name="connsiteX1326" fmla="*/ 3931281 w 4940931"/>
                <a:gd name="connsiteY1326" fmla="*/ 8889 h 138429"/>
                <a:gd name="connsiteX1327" fmla="*/ 3248021 w 4940931"/>
                <a:gd name="connsiteY1327" fmla="*/ 634 h 138429"/>
                <a:gd name="connsiteX1328" fmla="*/ 3248021 w 4940931"/>
                <a:gd name="connsiteY1328" fmla="*/ 38099 h 138429"/>
                <a:gd name="connsiteX1329" fmla="*/ 3251831 w 4940931"/>
                <a:gd name="connsiteY1329" fmla="*/ 34289 h 138429"/>
                <a:gd name="connsiteX1330" fmla="*/ 3256276 w 4940931"/>
                <a:gd name="connsiteY1330" fmla="*/ 31114 h 138429"/>
                <a:gd name="connsiteX1331" fmla="*/ 3261991 w 4940931"/>
                <a:gd name="connsiteY1331" fmla="*/ 29209 h 138429"/>
                <a:gd name="connsiteX1332" fmla="*/ 3267706 w 4940931"/>
                <a:gd name="connsiteY1332" fmla="*/ 29209 h 138429"/>
                <a:gd name="connsiteX1333" fmla="*/ 3279771 w 4940931"/>
                <a:gd name="connsiteY1333" fmla="*/ 31749 h 138429"/>
                <a:gd name="connsiteX1334" fmla="*/ 3288661 w 4940931"/>
                <a:gd name="connsiteY1334" fmla="*/ 38099 h 138429"/>
                <a:gd name="connsiteX1335" fmla="*/ 3293741 w 4940931"/>
                <a:gd name="connsiteY1335" fmla="*/ 49529 h 138429"/>
                <a:gd name="connsiteX1336" fmla="*/ 3295646 w 4940931"/>
                <a:gd name="connsiteY1336" fmla="*/ 64134 h 138429"/>
                <a:gd name="connsiteX1337" fmla="*/ 3295646 w 4940931"/>
                <a:gd name="connsiteY1337" fmla="*/ 108584 h 138429"/>
                <a:gd name="connsiteX1338" fmla="*/ 3280406 w 4940931"/>
                <a:gd name="connsiteY1338" fmla="*/ 108584 h 138429"/>
                <a:gd name="connsiteX1339" fmla="*/ 3279771 w 4940931"/>
                <a:gd name="connsiteY1339" fmla="*/ 108584 h 138429"/>
                <a:gd name="connsiteX1340" fmla="*/ 3279771 w 4940931"/>
                <a:gd name="connsiteY1340" fmla="*/ 64769 h 138429"/>
                <a:gd name="connsiteX1341" fmla="*/ 3275961 w 4940931"/>
                <a:gd name="connsiteY1341" fmla="*/ 48894 h 138429"/>
                <a:gd name="connsiteX1342" fmla="*/ 3263896 w 4940931"/>
                <a:gd name="connsiteY1342" fmla="*/ 43814 h 138429"/>
                <a:gd name="connsiteX1343" fmla="*/ 3257546 w 4940931"/>
                <a:gd name="connsiteY1343" fmla="*/ 45084 h 138429"/>
                <a:gd name="connsiteX1344" fmla="*/ 3252466 w 4940931"/>
                <a:gd name="connsiteY1344" fmla="*/ 48894 h 138429"/>
                <a:gd name="connsiteX1345" fmla="*/ 3249291 w 4940931"/>
                <a:gd name="connsiteY1345" fmla="*/ 55244 h 138429"/>
                <a:gd name="connsiteX1346" fmla="*/ 3248021 w 4940931"/>
                <a:gd name="connsiteY1346" fmla="*/ 63499 h 138429"/>
                <a:gd name="connsiteX1347" fmla="*/ 3248021 w 4940931"/>
                <a:gd name="connsiteY1347" fmla="*/ 109219 h 138429"/>
                <a:gd name="connsiteX1348" fmla="*/ 3232781 w 4940931"/>
                <a:gd name="connsiteY1348" fmla="*/ 109219 h 138429"/>
                <a:gd name="connsiteX1349" fmla="*/ 3232781 w 4940931"/>
                <a:gd name="connsiteY1349" fmla="*/ 8889 h 138429"/>
                <a:gd name="connsiteX1350" fmla="*/ 2432681 w 4940931"/>
                <a:gd name="connsiteY1350" fmla="*/ 634 h 138429"/>
                <a:gd name="connsiteX1351" fmla="*/ 2432681 w 4940931"/>
                <a:gd name="connsiteY1351" fmla="*/ 38099 h 138429"/>
                <a:gd name="connsiteX1352" fmla="*/ 2436491 w 4940931"/>
                <a:gd name="connsiteY1352" fmla="*/ 34289 h 138429"/>
                <a:gd name="connsiteX1353" fmla="*/ 2440936 w 4940931"/>
                <a:gd name="connsiteY1353" fmla="*/ 31114 h 138429"/>
                <a:gd name="connsiteX1354" fmla="*/ 2446651 w 4940931"/>
                <a:gd name="connsiteY1354" fmla="*/ 29209 h 138429"/>
                <a:gd name="connsiteX1355" fmla="*/ 2452366 w 4940931"/>
                <a:gd name="connsiteY1355" fmla="*/ 29209 h 138429"/>
                <a:gd name="connsiteX1356" fmla="*/ 2464431 w 4940931"/>
                <a:gd name="connsiteY1356" fmla="*/ 31749 h 138429"/>
                <a:gd name="connsiteX1357" fmla="*/ 2473321 w 4940931"/>
                <a:gd name="connsiteY1357" fmla="*/ 38099 h 138429"/>
                <a:gd name="connsiteX1358" fmla="*/ 2478401 w 4940931"/>
                <a:gd name="connsiteY1358" fmla="*/ 49529 h 138429"/>
                <a:gd name="connsiteX1359" fmla="*/ 2480306 w 4940931"/>
                <a:gd name="connsiteY1359" fmla="*/ 64134 h 138429"/>
                <a:gd name="connsiteX1360" fmla="*/ 2480306 w 4940931"/>
                <a:gd name="connsiteY1360" fmla="*/ 108584 h 138429"/>
                <a:gd name="connsiteX1361" fmla="*/ 2465066 w 4940931"/>
                <a:gd name="connsiteY1361" fmla="*/ 108584 h 138429"/>
                <a:gd name="connsiteX1362" fmla="*/ 2464431 w 4940931"/>
                <a:gd name="connsiteY1362" fmla="*/ 108584 h 138429"/>
                <a:gd name="connsiteX1363" fmla="*/ 2464431 w 4940931"/>
                <a:gd name="connsiteY1363" fmla="*/ 64769 h 138429"/>
                <a:gd name="connsiteX1364" fmla="*/ 2460621 w 4940931"/>
                <a:gd name="connsiteY1364" fmla="*/ 48894 h 138429"/>
                <a:gd name="connsiteX1365" fmla="*/ 2448556 w 4940931"/>
                <a:gd name="connsiteY1365" fmla="*/ 43814 h 138429"/>
                <a:gd name="connsiteX1366" fmla="*/ 2442206 w 4940931"/>
                <a:gd name="connsiteY1366" fmla="*/ 45084 h 138429"/>
                <a:gd name="connsiteX1367" fmla="*/ 2437126 w 4940931"/>
                <a:gd name="connsiteY1367" fmla="*/ 48894 h 138429"/>
                <a:gd name="connsiteX1368" fmla="*/ 2433951 w 4940931"/>
                <a:gd name="connsiteY1368" fmla="*/ 55244 h 138429"/>
                <a:gd name="connsiteX1369" fmla="*/ 2432681 w 4940931"/>
                <a:gd name="connsiteY1369" fmla="*/ 63499 h 138429"/>
                <a:gd name="connsiteX1370" fmla="*/ 2432681 w 4940931"/>
                <a:gd name="connsiteY1370" fmla="*/ 109219 h 138429"/>
                <a:gd name="connsiteX1371" fmla="*/ 2417441 w 4940931"/>
                <a:gd name="connsiteY1371" fmla="*/ 109219 h 138429"/>
                <a:gd name="connsiteX1372" fmla="*/ 2417441 w 4940931"/>
                <a:gd name="connsiteY1372" fmla="*/ 8889 h 138429"/>
                <a:gd name="connsiteX1373" fmla="*/ 1734181 w 4940931"/>
                <a:gd name="connsiteY1373" fmla="*/ 634 h 138429"/>
                <a:gd name="connsiteX1374" fmla="*/ 1734181 w 4940931"/>
                <a:gd name="connsiteY1374" fmla="*/ 38099 h 138429"/>
                <a:gd name="connsiteX1375" fmla="*/ 1737991 w 4940931"/>
                <a:gd name="connsiteY1375" fmla="*/ 34289 h 138429"/>
                <a:gd name="connsiteX1376" fmla="*/ 1742436 w 4940931"/>
                <a:gd name="connsiteY1376" fmla="*/ 31114 h 138429"/>
                <a:gd name="connsiteX1377" fmla="*/ 1748151 w 4940931"/>
                <a:gd name="connsiteY1377" fmla="*/ 29209 h 138429"/>
                <a:gd name="connsiteX1378" fmla="*/ 1753866 w 4940931"/>
                <a:gd name="connsiteY1378" fmla="*/ 29209 h 138429"/>
                <a:gd name="connsiteX1379" fmla="*/ 1765931 w 4940931"/>
                <a:gd name="connsiteY1379" fmla="*/ 31749 h 138429"/>
                <a:gd name="connsiteX1380" fmla="*/ 1774821 w 4940931"/>
                <a:gd name="connsiteY1380" fmla="*/ 38099 h 138429"/>
                <a:gd name="connsiteX1381" fmla="*/ 1779901 w 4940931"/>
                <a:gd name="connsiteY1381" fmla="*/ 49529 h 138429"/>
                <a:gd name="connsiteX1382" fmla="*/ 1781806 w 4940931"/>
                <a:gd name="connsiteY1382" fmla="*/ 64134 h 138429"/>
                <a:gd name="connsiteX1383" fmla="*/ 1781806 w 4940931"/>
                <a:gd name="connsiteY1383" fmla="*/ 108584 h 138429"/>
                <a:gd name="connsiteX1384" fmla="*/ 1766566 w 4940931"/>
                <a:gd name="connsiteY1384" fmla="*/ 108584 h 138429"/>
                <a:gd name="connsiteX1385" fmla="*/ 1765931 w 4940931"/>
                <a:gd name="connsiteY1385" fmla="*/ 108584 h 138429"/>
                <a:gd name="connsiteX1386" fmla="*/ 1765931 w 4940931"/>
                <a:gd name="connsiteY1386" fmla="*/ 64769 h 138429"/>
                <a:gd name="connsiteX1387" fmla="*/ 1762121 w 4940931"/>
                <a:gd name="connsiteY1387" fmla="*/ 48894 h 138429"/>
                <a:gd name="connsiteX1388" fmla="*/ 1750056 w 4940931"/>
                <a:gd name="connsiteY1388" fmla="*/ 43814 h 138429"/>
                <a:gd name="connsiteX1389" fmla="*/ 1743706 w 4940931"/>
                <a:gd name="connsiteY1389" fmla="*/ 45084 h 138429"/>
                <a:gd name="connsiteX1390" fmla="*/ 1738626 w 4940931"/>
                <a:gd name="connsiteY1390" fmla="*/ 48894 h 138429"/>
                <a:gd name="connsiteX1391" fmla="*/ 1735451 w 4940931"/>
                <a:gd name="connsiteY1391" fmla="*/ 55244 h 138429"/>
                <a:gd name="connsiteX1392" fmla="*/ 1734181 w 4940931"/>
                <a:gd name="connsiteY1392" fmla="*/ 63499 h 138429"/>
                <a:gd name="connsiteX1393" fmla="*/ 1734181 w 4940931"/>
                <a:gd name="connsiteY1393" fmla="*/ 109219 h 138429"/>
                <a:gd name="connsiteX1394" fmla="*/ 1718941 w 4940931"/>
                <a:gd name="connsiteY1394" fmla="*/ 109219 h 138429"/>
                <a:gd name="connsiteX1395" fmla="*/ 1718941 w 4940931"/>
                <a:gd name="connsiteY1395" fmla="*/ 8889 h 138429"/>
                <a:gd name="connsiteX1396" fmla="*/ 803275 w 4940931"/>
                <a:gd name="connsiteY1396" fmla="*/ 634 h 138429"/>
                <a:gd name="connsiteX1397" fmla="*/ 803275 w 4940931"/>
                <a:gd name="connsiteY1397" fmla="*/ 38099 h 138429"/>
                <a:gd name="connsiteX1398" fmla="*/ 807085 w 4940931"/>
                <a:gd name="connsiteY1398" fmla="*/ 34289 h 138429"/>
                <a:gd name="connsiteX1399" fmla="*/ 811530 w 4940931"/>
                <a:gd name="connsiteY1399" fmla="*/ 31114 h 138429"/>
                <a:gd name="connsiteX1400" fmla="*/ 817245 w 4940931"/>
                <a:gd name="connsiteY1400" fmla="*/ 29209 h 138429"/>
                <a:gd name="connsiteX1401" fmla="*/ 822960 w 4940931"/>
                <a:gd name="connsiteY1401" fmla="*/ 29209 h 138429"/>
                <a:gd name="connsiteX1402" fmla="*/ 835025 w 4940931"/>
                <a:gd name="connsiteY1402" fmla="*/ 31749 h 138429"/>
                <a:gd name="connsiteX1403" fmla="*/ 843915 w 4940931"/>
                <a:gd name="connsiteY1403" fmla="*/ 38099 h 138429"/>
                <a:gd name="connsiteX1404" fmla="*/ 848995 w 4940931"/>
                <a:gd name="connsiteY1404" fmla="*/ 49529 h 138429"/>
                <a:gd name="connsiteX1405" fmla="*/ 850900 w 4940931"/>
                <a:gd name="connsiteY1405" fmla="*/ 64134 h 138429"/>
                <a:gd name="connsiteX1406" fmla="*/ 850900 w 4940931"/>
                <a:gd name="connsiteY1406" fmla="*/ 108584 h 138429"/>
                <a:gd name="connsiteX1407" fmla="*/ 835660 w 4940931"/>
                <a:gd name="connsiteY1407" fmla="*/ 108584 h 138429"/>
                <a:gd name="connsiteX1408" fmla="*/ 835025 w 4940931"/>
                <a:gd name="connsiteY1408" fmla="*/ 108584 h 138429"/>
                <a:gd name="connsiteX1409" fmla="*/ 835025 w 4940931"/>
                <a:gd name="connsiteY1409" fmla="*/ 64769 h 138429"/>
                <a:gd name="connsiteX1410" fmla="*/ 831215 w 4940931"/>
                <a:gd name="connsiteY1410" fmla="*/ 48894 h 138429"/>
                <a:gd name="connsiteX1411" fmla="*/ 819150 w 4940931"/>
                <a:gd name="connsiteY1411" fmla="*/ 43814 h 138429"/>
                <a:gd name="connsiteX1412" fmla="*/ 812800 w 4940931"/>
                <a:gd name="connsiteY1412" fmla="*/ 45084 h 138429"/>
                <a:gd name="connsiteX1413" fmla="*/ 807720 w 4940931"/>
                <a:gd name="connsiteY1413" fmla="*/ 48894 h 138429"/>
                <a:gd name="connsiteX1414" fmla="*/ 804545 w 4940931"/>
                <a:gd name="connsiteY1414" fmla="*/ 55244 h 138429"/>
                <a:gd name="connsiteX1415" fmla="*/ 803275 w 4940931"/>
                <a:gd name="connsiteY1415" fmla="*/ 63499 h 138429"/>
                <a:gd name="connsiteX1416" fmla="*/ 803275 w 4940931"/>
                <a:gd name="connsiteY1416" fmla="*/ 109219 h 138429"/>
                <a:gd name="connsiteX1417" fmla="*/ 788035 w 4940931"/>
                <a:gd name="connsiteY1417" fmla="*/ 109219 h 138429"/>
                <a:gd name="connsiteX1418" fmla="*/ 788035 w 4940931"/>
                <a:gd name="connsiteY1418" fmla="*/ 8889 h 138429"/>
                <a:gd name="connsiteX1419" fmla="*/ 104774 w 4940931"/>
                <a:gd name="connsiteY1419" fmla="*/ 634 h 138429"/>
                <a:gd name="connsiteX1420" fmla="*/ 104774 w 4940931"/>
                <a:gd name="connsiteY1420" fmla="*/ 38099 h 138429"/>
                <a:gd name="connsiteX1421" fmla="*/ 108584 w 4940931"/>
                <a:gd name="connsiteY1421" fmla="*/ 34289 h 138429"/>
                <a:gd name="connsiteX1422" fmla="*/ 113029 w 4940931"/>
                <a:gd name="connsiteY1422" fmla="*/ 31114 h 138429"/>
                <a:gd name="connsiteX1423" fmla="*/ 118744 w 4940931"/>
                <a:gd name="connsiteY1423" fmla="*/ 29209 h 138429"/>
                <a:gd name="connsiteX1424" fmla="*/ 124459 w 4940931"/>
                <a:gd name="connsiteY1424" fmla="*/ 29209 h 138429"/>
                <a:gd name="connsiteX1425" fmla="*/ 136524 w 4940931"/>
                <a:gd name="connsiteY1425" fmla="*/ 31749 h 138429"/>
                <a:gd name="connsiteX1426" fmla="*/ 145414 w 4940931"/>
                <a:gd name="connsiteY1426" fmla="*/ 38099 h 138429"/>
                <a:gd name="connsiteX1427" fmla="*/ 150494 w 4940931"/>
                <a:gd name="connsiteY1427" fmla="*/ 49529 h 138429"/>
                <a:gd name="connsiteX1428" fmla="*/ 152399 w 4940931"/>
                <a:gd name="connsiteY1428" fmla="*/ 64134 h 138429"/>
                <a:gd name="connsiteX1429" fmla="*/ 152399 w 4940931"/>
                <a:gd name="connsiteY1429" fmla="*/ 108584 h 138429"/>
                <a:gd name="connsiteX1430" fmla="*/ 137159 w 4940931"/>
                <a:gd name="connsiteY1430" fmla="*/ 108584 h 138429"/>
                <a:gd name="connsiteX1431" fmla="*/ 136524 w 4940931"/>
                <a:gd name="connsiteY1431" fmla="*/ 108584 h 138429"/>
                <a:gd name="connsiteX1432" fmla="*/ 136524 w 4940931"/>
                <a:gd name="connsiteY1432" fmla="*/ 64769 h 138429"/>
                <a:gd name="connsiteX1433" fmla="*/ 132714 w 4940931"/>
                <a:gd name="connsiteY1433" fmla="*/ 48894 h 138429"/>
                <a:gd name="connsiteX1434" fmla="*/ 120649 w 4940931"/>
                <a:gd name="connsiteY1434" fmla="*/ 43814 h 138429"/>
                <a:gd name="connsiteX1435" fmla="*/ 114299 w 4940931"/>
                <a:gd name="connsiteY1435" fmla="*/ 45084 h 138429"/>
                <a:gd name="connsiteX1436" fmla="*/ 109219 w 4940931"/>
                <a:gd name="connsiteY1436" fmla="*/ 48894 h 138429"/>
                <a:gd name="connsiteX1437" fmla="*/ 106044 w 4940931"/>
                <a:gd name="connsiteY1437" fmla="*/ 55244 h 138429"/>
                <a:gd name="connsiteX1438" fmla="*/ 104774 w 4940931"/>
                <a:gd name="connsiteY1438" fmla="*/ 63499 h 138429"/>
                <a:gd name="connsiteX1439" fmla="*/ 104774 w 4940931"/>
                <a:gd name="connsiteY1439" fmla="*/ 109219 h 138429"/>
                <a:gd name="connsiteX1440" fmla="*/ 89534 w 4940931"/>
                <a:gd name="connsiteY1440" fmla="*/ 109219 h 138429"/>
                <a:gd name="connsiteX1441" fmla="*/ 89534 w 4940931"/>
                <a:gd name="connsiteY1441" fmla="*/ 8889 h 138429"/>
                <a:gd name="connsiteX1442" fmla="*/ 3894450 w 4940931"/>
                <a:gd name="connsiteY1442" fmla="*/ 0 h 138429"/>
                <a:gd name="connsiteX1443" fmla="*/ 3894450 w 4940931"/>
                <a:gd name="connsiteY1443" fmla="*/ 30480 h 138429"/>
                <a:gd name="connsiteX1444" fmla="*/ 3913500 w 4940931"/>
                <a:gd name="connsiteY1444" fmla="*/ 30480 h 138429"/>
                <a:gd name="connsiteX1445" fmla="*/ 3913500 w 4940931"/>
                <a:gd name="connsiteY1445" fmla="*/ 44450 h 138429"/>
                <a:gd name="connsiteX1446" fmla="*/ 3894450 w 4940931"/>
                <a:gd name="connsiteY1446" fmla="*/ 44450 h 138429"/>
                <a:gd name="connsiteX1447" fmla="*/ 3894450 w 4940931"/>
                <a:gd name="connsiteY1447" fmla="*/ 86995 h 138429"/>
                <a:gd name="connsiteX1448" fmla="*/ 3894450 w 4940931"/>
                <a:gd name="connsiteY1448" fmla="*/ 91440 h 138429"/>
                <a:gd name="connsiteX1449" fmla="*/ 3895720 w 4940931"/>
                <a:gd name="connsiteY1449" fmla="*/ 94615 h 138429"/>
                <a:gd name="connsiteX1450" fmla="*/ 3898260 w 4940931"/>
                <a:gd name="connsiteY1450" fmla="*/ 95885 h 138429"/>
                <a:gd name="connsiteX1451" fmla="*/ 3902070 w 4940931"/>
                <a:gd name="connsiteY1451" fmla="*/ 95885 h 138429"/>
                <a:gd name="connsiteX1452" fmla="*/ 3908420 w 4940931"/>
                <a:gd name="connsiteY1452" fmla="*/ 95250 h 138429"/>
                <a:gd name="connsiteX1453" fmla="*/ 3913500 w 4940931"/>
                <a:gd name="connsiteY1453" fmla="*/ 93345 h 138429"/>
                <a:gd name="connsiteX1454" fmla="*/ 3911595 w 4940931"/>
                <a:gd name="connsiteY1454" fmla="*/ 106680 h 138429"/>
                <a:gd name="connsiteX1455" fmla="*/ 3905245 w 4940931"/>
                <a:gd name="connsiteY1455" fmla="*/ 109220 h 138429"/>
                <a:gd name="connsiteX1456" fmla="*/ 3896990 w 4940931"/>
                <a:gd name="connsiteY1456" fmla="*/ 110490 h 138429"/>
                <a:gd name="connsiteX1457" fmla="*/ 3890005 w 4940931"/>
                <a:gd name="connsiteY1457" fmla="*/ 109220 h 138429"/>
                <a:gd name="connsiteX1458" fmla="*/ 3884290 w 4940931"/>
                <a:gd name="connsiteY1458" fmla="*/ 105410 h 138429"/>
                <a:gd name="connsiteX1459" fmla="*/ 3880480 w 4940931"/>
                <a:gd name="connsiteY1459" fmla="*/ 99060 h 138429"/>
                <a:gd name="connsiteX1460" fmla="*/ 3879210 w 4940931"/>
                <a:gd name="connsiteY1460" fmla="*/ 89535 h 138429"/>
                <a:gd name="connsiteX1461" fmla="*/ 3879210 w 4940931"/>
                <a:gd name="connsiteY1461" fmla="*/ 44450 h 138429"/>
                <a:gd name="connsiteX1462" fmla="*/ 3868415 w 4940931"/>
                <a:gd name="connsiteY1462" fmla="*/ 44450 h 138429"/>
                <a:gd name="connsiteX1463" fmla="*/ 3868415 w 4940931"/>
                <a:gd name="connsiteY1463" fmla="*/ 30480 h 138429"/>
                <a:gd name="connsiteX1464" fmla="*/ 3879210 w 4940931"/>
                <a:gd name="connsiteY1464" fmla="*/ 30480 h 138429"/>
                <a:gd name="connsiteX1465" fmla="*/ 3879210 w 4940931"/>
                <a:gd name="connsiteY1465" fmla="*/ 8255 h 138429"/>
                <a:gd name="connsiteX1466" fmla="*/ 3664581 w 4940931"/>
                <a:gd name="connsiteY1466" fmla="*/ 0 h 138429"/>
                <a:gd name="connsiteX1467" fmla="*/ 3664581 w 4940931"/>
                <a:gd name="connsiteY1467" fmla="*/ 30480 h 138429"/>
                <a:gd name="connsiteX1468" fmla="*/ 3683631 w 4940931"/>
                <a:gd name="connsiteY1468" fmla="*/ 30480 h 138429"/>
                <a:gd name="connsiteX1469" fmla="*/ 3683631 w 4940931"/>
                <a:gd name="connsiteY1469" fmla="*/ 44450 h 138429"/>
                <a:gd name="connsiteX1470" fmla="*/ 3664581 w 4940931"/>
                <a:gd name="connsiteY1470" fmla="*/ 44450 h 138429"/>
                <a:gd name="connsiteX1471" fmla="*/ 3664581 w 4940931"/>
                <a:gd name="connsiteY1471" fmla="*/ 86995 h 138429"/>
                <a:gd name="connsiteX1472" fmla="*/ 3664581 w 4940931"/>
                <a:gd name="connsiteY1472" fmla="*/ 91440 h 138429"/>
                <a:gd name="connsiteX1473" fmla="*/ 3665851 w 4940931"/>
                <a:gd name="connsiteY1473" fmla="*/ 94615 h 138429"/>
                <a:gd name="connsiteX1474" fmla="*/ 3668391 w 4940931"/>
                <a:gd name="connsiteY1474" fmla="*/ 95885 h 138429"/>
                <a:gd name="connsiteX1475" fmla="*/ 3672201 w 4940931"/>
                <a:gd name="connsiteY1475" fmla="*/ 95885 h 138429"/>
                <a:gd name="connsiteX1476" fmla="*/ 3678551 w 4940931"/>
                <a:gd name="connsiteY1476" fmla="*/ 95250 h 138429"/>
                <a:gd name="connsiteX1477" fmla="*/ 3683631 w 4940931"/>
                <a:gd name="connsiteY1477" fmla="*/ 93345 h 138429"/>
                <a:gd name="connsiteX1478" fmla="*/ 3681726 w 4940931"/>
                <a:gd name="connsiteY1478" fmla="*/ 106680 h 138429"/>
                <a:gd name="connsiteX1479" fmla="*/ 3675376 w 4940931"/>
                <a:gd name="connsiteY1479" fmla="*/ 109220 h 138429"/>
                <a:gd name="connsiteX1480" fmla="*/ 3667121 w 4940931"/>
                <a:gd name="connsiteY1480" fmla="*/ 110490 h 138429"/>
                <a:gd name="connsiteX1481" fmla="*/ 3660136 w 4940931"/>
                <a:gd name="connsiteY1481" fmla="*/ 109220 h 138429"/>
                <a:gd name="connsiteX1482" fmla="*/ 3654421 w 4940931"/>
                <a:gd name="connsiteY1482" fmla="*/ 105410 h 138429"/>
                <a:gd name="connsiteX1483" fmla="*/ 3650611 w 4940931"/>
                <a:gd name="connsiteY1483" fmla="*/ 99060 h 138429"/>
                <a:gd name="connsiteX1484" fmla="*/ 3649341 w 4940931"/>
                <a:gd name="connsiteY1484" fmla="*/ 89535 h 138429"/>
                <a:gd name="connsiteX1485" fmla="*/ 3649341 w 4940931"/>
                <a:gd name="connsiteY1485" fmla="*/ 44450 h 138429"/>
                <a:gd name="connsiteX1486" fmla="*/ 3638546 w 4940931"/>
                <a:gd name="connsiteY1486" fmla="*/ 44450 h 138429"/>
                <a:gd name="connsiteX1487" fmla="*/ 3638546 w 4940931"/>
                <a:gd name="connsiteY1487" fmla="*/ 30480 h 138429"/>
                <a:gd name="connsiteX1488" fmla="*/ 3649341 w 4940931"/>
                <a:gd name="connsiteY1488" fmla="*/ 30480 h 138429"/>
                <a:gd name="connsiteX1489" fmla="*/ 3649341 w 4940931"/>
                <a:gd name="connsiteY1489" fmla="*/ 8255 h 138429"/>
                <a:gd name="connsiteX1490" fmla="*/ 3610605 w 4940931"/>
                <a:gd name="connsiteY1490" fmla="*/ 0 h 138429"/>
                <a:gd name="connsiteX1491" fmla="*/ 3610605 w 4940931"/>
                <a:gd name="connsiteY1491" fmla="*/ 30480 h 138429"/>
                <a:gd name="connsiteX1492" fmla="*/ 3629655 w 4940931"/>
                <a:gd name="connsiteY1492" fmla="*/ 30480 h 138429"/>
                <a:gd name="connsiteX1493" fmla="*/ 3629655 w 4940931"/>
                <a:gd name="connsiteY1493" fmla="*/ 44450 h 138429"/>
                <a:gd name="connsiteX1494" fmla="*/ 3610605 w 4940931"/>
                <a:gd name="connsiteY1494" fmla="*/ 44450 h 138429"/>
                <a:gd name="connsiteX1495" fmla="*/ 3610605 w 4940931"/>
                <a:gd name="connsiteY1495" fmla="*/ 86995 h 138429"/>
                <a:gd name="connsiteX1496" fmla="*/ 3610605 w 4940931"/>
                <a:gd name="connsiteY1496" fmla="*/ 91440 h 138429"/>
                <a:gd name="connsiteX1497" fmla="*/ 3611875 w 4940931"/>
                <a:gd name="connsiteY1497" fmla="*/ 94615 h 138429"/>
                <a:gd name="connsiteX1498" fmla="*/ 3614415 w 4940931"/>
                <a:gd name="connsiteY1498" fmla="*/ 95885 h 138429"/>
                <a:gd name="connsiteX1499" fmla="*/ 3618225 w 4940931"/>
                <a:gd name="connsiteY1499" fmla="*/ 95885 h 138429"/>
                <a:gd name="connsiteX1500" fmla="*/ 3624575 w 4940931"/>
                <a:gd name="connsiteY1500" fmla="*/ 95250 h 138429"/>
                <a:gd name="connsiteX1501" fmla="*/ 3629655 w 4940931"/>
                <a:gd name="connsiteY1501" fmla="*/ 93345 h 138429"/>
                <a:gd name="connsiteX1502" fmla="*/ 3627750 w 4940931"/>
                <a:gd name="connsiteY1502" fmla="*/ 106680 h 138429"/>
                <a:gd name="connsiteX1503" fmla="*/ 3621400 w 4940931"/>
                <a:gd name="connsiteY1503" fmla="*/ 109220 h 138429"/>
                <a:gd name="connsiteX1504" fmla="*/ 3613145 w 4940931"/>
                <a:gd name="connsiteY1504" fmla="*/ 110490 h 138429"/>
                <a:gd name="connsiteX1505" fmla="*/ 3606160 w 4940931"/>
                <a:gd name="connsiteY1505" fmla="*/ 109220 h 138429"/>
                <a:gd name="connsiteX1506" fmla="*/ 3600445 w 4940931"/>
                <a:gd name="connsiteY1506" fmla="*/ 105410 h 138429"/>
                <a:gd name="connsiteX1507" fmla="*/ 3596635 w 4940931"/>
                <a:gd name="connsiteY1507" fmla="*/ 99060 h 138429"/>
                <a:gd name="connsiteX1508" fmla="*/ 3595365 w 4940931"/>
                <a:gd name="connsiteY1508" fmla="*/ 89535 h 138429"/>
                <a:gd name="connsiteX1509" fmla="*/ 3595365 w 4940931"/>
                <a:gd name="connsiteY1509" fmla="*/ 44450 h 138429"/>
                <a:gd name="connsiteX1510" fmla="*/ 3584570 w 4940931"/>
                <a:gd name="connsiteY1510" fmla="*/ 44450 h 138429"/>
                <a:gd name="connsiteX1511" fmla="*/ 3584570 w 4940931"/>
                <a:gd name="connsiteY1511" fmla="*/ 30480 h 138429"/>
                <a:gd name="connsiteX1512" fmla="*/ 3595365 w 4940931"/>
                <a:gd name="connsiteY1512" fmla="*/ 30480 h 138429"/>
                <a:gd name="connsiteX1513" fmla="*/ 3595365 w 4940931"/>
                <a:gd name="connsiteY1513" fmla="*/ 8255 h 138429"/>
                <a:gd name="connsiteX1514" fmla="*/ 3445505 w 4940931"/>
                <a:gd name="connsiteY1514" fmla="*/ 0 h 138429"/>
                <a:gd name="connsiteX1515" fmla="*/ 3445505 w 4940931"/>
                <a:gd name="connsiteY1515" fmla="*/ 37465 h 138429"/>
                <a:gd name="connsiteX1516" fmla="*/ 3449950 w 4940931"/>
                <a:gd name="connsiteY1516" fmla="*/ 33655 h 138429"/>
                <a:gd name="connsiteX1517" fmla="*/ 3453760 w 4940931"/>
                <a:gd name="connsiteY1517" fmla="*/ 31115 h 138429"/>
                <a:gd name="connsiteX1518" fmla="*/ 3458840 w 4940931"/>
                <a:gd name="connsiteY1518" fmla="*/ 29210 h 138429"/>
                <a:gd name="connsiteX1519" fmla="*/ 3465825 w 4940931"/>
                <a:gd name="connsiteY1519" fmla="*/ 28575 h 138429"/>
                <a:gd name="connsiteX1520" fmla="*/ 3477890 w 4940931"/>
                <a:gd name="connsiteY1520" fmla="*/ 31115 h 138429"/>
                <a:gd name="connsiteX1521" fmla="*/ 3487415 w 4940931"/>
                <a:gd name="connsiteY1521" fmla="*/ 38735 h 138429"/>
                <a:gd name="connsiteX1522" fmla="*/ 3493765 w 4940931"/>
                <a:gd name="connsiteY1522" fmla="*/ 51435 h 138429"/>
                <a:gd name="connsiteX1523" fmla="*/ 3496305 w 4940931"/>
                <a:gd name="connsiteY1523" fmla="*/ 70485 h 138429"/>
                <a:gd name="connsiteX1524" fmla="*/ 3495670 w 4940931"/>
                <a:gd name="connsiteY1524" fmla="*/ 71120 h 138429"/>
                <a:gd name="connsiteX1525" fmla="*/ 3493130 w 4940931"/>
                <a:gd name="connsiteY1525" fmla="*/ 88265 h 138429"/>
                <a:gd name="connsiteX1526" fmla="*/ 3486145 w 4940931"/>
                <a:gd name="connsiteY1526" fmla="*/ 100330 h 138429"/>
                <a:gd name="connsiteX1527" fmla="*/ 3476620 w 4940931"/>
                <a:gd name="connsiteY1527" fmla="*/ 107315 h 138429"/>
                <a:gd name="connsiteX1528" fmla="*/ 3465190 w 4940931"/>
                <a:gd name="connsiteY1528" fmla="*/ 109855 h 138429"/>
                <a:gd name="connsiteX1529" fmla="*/ 3454395 w 4940931"/>
                <a:gd name="connsiteY1529" fmla="*/ 107315 h 138429"/>
                <a:gd name="connsiteX1530" fmla="*/ 3445505 w 4940931"/>
                <a:gd name="connsiteY1530" fmla="*/ 100965 h 138429"/>
                <a:gd name="connsiteX1531" fmla="*/ 3445505 w 4940931"/>
                <a:gd name="connsiteY1531" fmla="*/ 107950 h 138429"/>
                <a:gd name="connsiteX1532" fmla="*/ 3430265 w 4940931"/>
                <a:gd name="connsiteY1532" fmla="*/ 107950 h 138429"/>
                <a:gd name="connsiteX1533" fmla="*/ 3430265 w 4940931"/>
                <a:gd name="connsiteY1533" fmla="*/ 7620 h 138429"/>
                <a:gd name="connsiteX1534" fmla="*/ 2380611 w 4940931"/>
                <a:gd name="connsiteY1534" fmla="*/ 0 h 138429"/>
                <a:gd name="connsiteX1535" fmla="*/ 2380611 w 4940931"/>
                <a:gd name="connsiteY1535" fmla="*/ 30480 h 138429"/>
                <a:gd name="connsiteX1536" fmla="*/ 2399661 w 4940931"/>
                <a:gd name="connsiteY1536" fmla="*/ 30480 h 138429"/>
                <a:gd name="connsiteX1537" fmla="*/ 2399661 w 4940931"/>
                <a:gd name="connsiteY1537" fmla="*/ 44450 h 138429"/>
                <a:gd name="connsiteX1538" fmla="*/ 2380611 w 4940931"/>
                <a:gd name="connsiteY1538" fmla="*/ 44450 h 138429"/>
                <a:gd name="connsiteX1539" fmla="*/ 2380611 w 4940931"/>
                <a:gd name="connsiteY1539" fmla="*/ 86995 h 138429"/>
                <a:gd name="connsiteX1540" fmla="*/ 2380611 w 4940931"/>
                <a:gd name="connsiteY1540" fmla="*/ 91440 h 138429"/>
                <a:gd name="connsiteX1541" fmla="*/ 2381881 w 4940931"/>
                <a:gd name="connsiteY1541" fmla="*/ 94615 h 138429"/>
                <a:gd name="connsiteX1542" fmla="*/ 2384421 w 4940931"/>
                <a:gd name="connsiteY1542" fmla="*/ 95885 h 138429"/>
                <a:gd name="connsiteX1543" fmla="*/ 2388231 w 4940931"/>
                <a:gd name="connsiteY1543" fmla="*/ 95885 h 138429"/>
                <a:gd name="connsiteX1544" fmla="*/ 2394581 w 4940931"/>
                <a:gd name="connsiteY1544" fmla="*/ 95250 h 138429"/>
                <a:gd name="connsiteX1545" fmla="*/ 2399661 w 4940931"/>
                <a:gd name="connsiteY1545" fmla="*/ 93345 h 138429"/>
                <a:gd name="connsiteX1546" fmla="*/ 2397756 w 4940931"/>
                <a:gd name="connsiteY1546" fmla="*/ 106680 h 138429"/>
                <a:gd name="connsiteX1547" fmla="*/ 2391406 w 4940931"/>
                <a:gd name="connsiteY1547" fmla="*/ 109220 h 138429"/>
                <a:gd name="connsiteX1548" fmla="*/ 2383151 w 4940931"/>
                <a:gd name="connsiteY1548" fmla="*/ 110490 h 138429"/>
                <a:gd name="connsiteX1549" fmla="*/ 2376166 w 4940931"/>
                <a:gd name="connsiteY1549" fmla="*/ 109220 h 138429"/>
                <a:gd name="connsiteX1550" fmla="*/ 2370451 w 4940931"/>
                <a:gd name="connsiteY1550" fmla="*/ 105410 h 138429"/>
                <a:gd name="connsiteX1551" fmla="*/ 2366641 w 4940931"/>
                <a:gd name="connsiteY1551" fmla="*/ 99060 h 138429"/>
                <a:gd name="connsiteX1552" fmla="*/ 2365371 w 4940931"/>
                <a:gd name="connsiteY1552" fmla="*/ 89535 h 138429"/>
                <a:gd name="connsiteX1553" fmla="*/ 2365371 w 4940931"/>
                <a:gd name="connsiteY1553" fmla="*/ 44450 h 138429"/>
                <a:gd name="connsiteX1554" fmla="*/ 2354576 w 4940931"/>
                <a:gd name="connsiteY1554" fmla="*/ 44450 h 138429"/>
                <a:gd name="connsiteX1555" fmla="*/ 2354576 w 4940931"/>
                <a:gd name="connsiteY1555" fmla="*/ 30480 h 138429"/>
                <a:gd name="connsiteX1556" fmla="*/ 2365371 w 4940931"/>
                <a:gd name="connsiteY1556" fmla="*/ 30480 h 138429"/>
                <a:gd name="connsiteX1557" fmla="*/ 2365371 w 4940931"/>
                <a:gd name="connsiteY1557" fmla="*/ 8255 h 138429"/>
                <a:gd name="connsiteX1558" fmla="*/ 2150741 w 4940931"/>
                <a:gd name="connsiteY1558" fmla="*/ 0 h 138429"/>
                <a:gd name="connsiteX1559" fmla="*/ 2150741 w 4940931"/>
                <a:gd name="connsiteY1559" fmla="*/ 30480 h 138429"/>
                <a:gd name="connsiteX1560" fmla="*/ 2169791 w 4940931"/>
                <a:gd name="connsiteY1560" fmla="*/ 30480 h 138429"/>
                <a:gd name="connsiteX1561" fmla="*/ 2169791 w 4940931"/>
                <a:gd name="connsiteY1561" fmla="*/ 44450 h 138429"/>
                <a:gd name="connsiteX1562" fmla="*/ 2150741 w 4940931"/>
                <a:gd name="connsiteY1562" fmla="*/ 44450 h 138429"/>
                <a:gd name="connsiteX1563" fmla="*/ 2150741 w 4940931"/>
                <a:gd name="connsiteY1563" fmla="*/ 86995 h 138429"/>
                <a:gd name="connsiteX1564" fmla="*/ 2150741 w 4940931"/>
                <a:gd name="connsiteY1564" fmla="*/ 91440 h 138429"/>
                <a:gd name="connsiteX1565" fmla="*/ 2152011 w 4940931"/>
                <a:gd name="connsiteY1565" fmla="*/ 94615 h 138429"/>
                <a:gd name="connsiteX1566" fmla="*/ 2154551 w 4940931"/>
                <a:gd name="connsiteY1566" fmla="*/ 95885 h 138429"/>
                <a:gd name="connsiteX1567" fmla="*/ 2158361 w 4940931"/>
                <a:gd name="connsiteY1567" fmla="*/ 95885 h 138429"/>
                <a:gd name="connsiteX1568" fmla="*/ 2164711 w 4940931"/>
                <a:gd name="connsiteY1568" fmla="*/ 95250 h 138429"/>
                <a:gd name="connsiteX1569" fmla="*/ 2169791 w 4940931"/>
                <a:gd name="connsiteY1569" fmla="*/ 93345 h 138429"/>
                <a:gd name="connsiteX1570" fmla="*/ 2167886 w 4940931"/>
                <a:gd name="connsiteY1570" fmla="*/ 106680 h 138429"/>
                <a:gd name="connsiteX1571" fmla="*/ 2161536 w 4940931"/>
                <a:gd name="connsiteY1571" fmla="*/ 109220 h 138429"/>
                <a:gd name="connsiteX1572" fmla="*/ 2153281 w 4940931"/>
                <a:gd name="connsiteY1572" fmla="*/ 110490 h 138429"/>
                <a:gd name="connsiteX1573" fmla="*/ 2146296 w 4940931"/>
                <a:gd name="connsiteY1573" fmla="*/ 109220 h 138429"/>
                <a:gd name="connsiteX1574" fmla="*/ 2140581 w 4940931"/>
                <a:gd name="connsiteY1574" fmla="*/ 105410 h 138429"/>
                <a:gd name="connsiteX1575" fmla="*/ 2136771 w 4940931"/>
                <a:gd name="connsiteY1575" fmla="*/ 99060 h 138429"/>
                <a:gd name="connsiteX1576" fmla="*/ 2135501 w 4940931"/>
                <a:gd name="connsiteY1576" fmla="*/ 89535 h 138429"/>
                <a:gd name="connsiteX1577" fmla="*/ 2135501 w 4940931"/>
                <a:gd name="connsiteY1577" fmla="*/ 44450 h 138429"/>
                <a:gd name="connsiteX1578" fmla="*/ 2124706 w 4940931"/>
                <a:gd name="connsiteY1578" fmla="*/ 44450 h 138429"/>
                <a:gd name="connsiteX1579" fmla="*/ 2124706 w 4940931"/>
                <a:gd name="connsiteY1579" fmla="*/ 30480 h 138429"/>
                <a:gd name="connsiteX1580" fmla="*/ 2135501 w 4940931"/>
                <a:gd name="connsiteY1580" fmla="*/ 30480 h 138429"/>
                <a:gd name="connsiteX1581" fmla="*/ 2135501 w 4940931"/>
                <a:gd name="connsiteY1581" fmla="*/ 8255 h 138429"/>
                <a:gd name="connsiteX1582" fmla="*/ 2096131 w 4940931"/>
                <a:gd name="connsiteY1582" fmla="*/ 0 h 138429"/>
                <a:gd name="connsiteX1583" fmla="*/ 2096131 w 4940931"/>
                <a:gd name="connsiteY1583" fmla="*/ 30480 h 138429"/>
                <a:gd name="connsiteX1584" fmla="*/ 2115181 w 4940931"/>
                <a:gd name="connsiteY1584" fmla="*/ 30480 h 138429"/>
                <a:gd name="connsiteX1585" fmla="*/ 2115181 w 4940931"/>
                <a:gd name="connsiteY1585" fmla="*/ 44450 h 138429"/>
                <a:gd name="connsiteX1586" fmla="*/ 2096131 w 4940931"/>
                <a:gd name="connsiteY1586" fmla="*/ 44450 h 138429"/>
                <a:gd name="connsiteX1587" fmla="*/ 2096131 w 4940931"/>
                <a:gd name="connsiteY1587" fmla="*/ 86995 h 138429"/>
                <a:gd name="connsiteX1588" fmla="*/ 2096131 w 4940931"/>
                <a:gd name="connsiteY1588" fmla="*/ 91440 h 138429"/>
                <a:gd name="connsiteX1589" fmla="*/ 2097401 w 4940931"/>
                <a:gd name="connsiteY1589" fmla="*/ 94615 h 138429"/>
                <a:gd name="connsiteX1590" fmla="*/ 2099941 w 4940931"/>
                <a:gd name="connsiteY1590" fmla="*/ 95885 h 138429"/>
                <a:gd name="connsiteX1591" fmla="*/ 2103751 w 4940931"/>
                <a:gd name="connsiteY1591" fmla="*/ 95885 h 138429"/>
                <a:gd name="connsiteX1592" fmla="*/ 2110101 w 4940931"/>
                <a:gd name="connsiteY1592" fmla="*/ 95250 h 138429"/>
                <a:gd name="connsiteX1593" fmla="*/ 2115181 w 4940931"/>
                <a:gd name="connsiteY1593" fmla="*/ 93345 h 138429"/>
                <a:gd name="connsiteX1594" fmla="*/ 2113276 w 4940931"/>
                <a:gd name="connsiteY1594" fmla="*/ 106680 h 138429"/>
                <a:gd name="connsiteX1595" fmla="*/ 2106926 w 4940931"/>
                <a:gd name="connsiteY1595" fmla="*/ 109220 h 138429"/>
                <a:gd name="connsiteX1596" fmla="*/ 2098671 w 4940931"/>
                <a:gd name="connsiteY1596" fmla="*/ 110490 h 138429"/>
                <a:gd name="connsiteX1597" fmla="*/ 2091686 w 4940931"/>
                <a:gd name="connsiteY1597" fmla="*/ 109220 h 138429"/>
                <a:gd name="connsiteX1598" fmla="*/ 2085971 w 4940931"/>
                <a:gd name="connsiteY1598" fmla="*/ 105410 h 138429"/>
                <a:gd name="connsiteX1599" fmla="*/ 2082161 w 4940931"/>
                <a:gd name="connsiteY1599" fmla="*/ 99060 h 138429"/>
                <a:gd name="connsiteX1600" fmla="*/ 2080891 w 4940931"/>
                <a:gd name="connsiteY1600" fmla="*/ 89535 h 138429"/>
                <a:gd name="connsiteX1601" fmla="*/ 2080891 w 4940931"/>
                <a:gd name="connsiteY1601" fmla="*/ 44450 h 138429"/>
                <a:gd name="connsiteX1602" fmla="*/ 2070096 w 4940931"/>
                <a:gd name="connsiteY1602" fmla="*/ 44450 h 138429"/>
                <a:gd name="connsiteX1603" fmla="*/ 2070096 w 4940931"/>
                <a:gd name="connsiteY1603" fmla="*/ 30480 h 138429"/>
                <a:gd name="connsiteX1604" fmla="*/ 2080891 w 4940931"/>
                <a:gd name="connsiteY1604" fmla="*/ 30480 h 138429"/>
                <a:gd name="connsiteX1605" fmla="*/ 2080891 w 4940931"/>
                <a:gd name="connsiteY1605" fmla="*/ 8255 h 138429"/>
                <a:gd name="connsiteX1606" fmla="*/ 1931665 w 4940931"/>
                <a:gd name="connsiteY1606" fmla="*/ 0 h 138429"/>
                <a:gd name="connsiteX1607" fmla="*/ 1931665 w 4940931"/>
                <a:gd name="connsiteY1607" fmla="*/ 37465 h 138429"/>
                <a:gd name="connsiteX1608" fmla="*/ 1936110 w 4940931"/>
                <a:gd name="connsiteY1608" fmla="*/ 33655 h 138429"/>
                <a:gd name="connsiteX1609" fmla="*/ 1939920 w 4940931"/>
                <a:gd name="connsiteY1609" fmla="*/ 31115 h 138429"/>
                <a:gd name="connsiteX1610" fmla="*/ 1945000 w 4940931"/>
                <a:gd name="connsiteY1610" fmla="*/ 29210 h 138429"/>
                <a:gd name="connsiteX1611" fmla="*/ 1951985 w 4940931"/>
                <a:gd name="connsiteY1611" fmla="*/ 28575 h 138429"/>
                <a:gd name="connsiteX1612" fmla="*/ 1964050 w 4940931"/>
                <a:gd name="connsiteY1612" fmla="*/ 31115 h 138429"/>
                <a:gd name="connsiteX1613" fmla="*/ 1973575 w 4940931"/>
                <a:gd name="connsiteY1613" fmla="*/ 38735 h 138429"/>
                <a:gd name="connsiteX1614" fmla="*/ 1979925 w 4940931"/>
                <a:gd name="connsiteY1614" fmla="*/ 51435 h 138429"/>
                <a:gd name="connsiteX1615" fmla="*/ 1982465 w 4940931"/>
                <a:gd name="connsiteY1615" fmla="*/ 70485 h 138429"/>
                <a:gd name="connsiteX1616" fmla="*/ 1981830 w 4940931"/>
                <a:gd name="connsiteY1616" fmla="*/ 71120 h 138429"/>
                <a:gd name="connsiteX1617" fmla="*/ 1979290 w 4940931"/>
                <a:gd name="connsiteY1617" fmla="*/ 88265 h 138429"/>
                <a:gd name="connsiteX1618" fmla="*/ 1972305 w 4940931"/>
                <a:gd name="connsiteY1618" fmla="*/ 100330 h 138429"/>
                <a:gd name="connsiteX1619" fmla="*/ 1962780 w 4940931"/>
                <a:gd name="connsiteY1619" fmla="*/ 107315 h 138429"/>
                <a:gd name="connsiteX1620" fmla="*/ 1951350 w 4940931"/>
                <a:gd name="connsiteY1620" fmla="*/ 109855 h 138429"/>
                <a:gd name="connsiteX1621" fmla="*/ 1940555 w 4940931"/>
                <a:gd name="connsiteY1621" fmla="*/ 107315 h 138429"/>
                <a:gd name="connsiteX1622" fmla="*/ 1931665 w 4940931"/>
                <a:gd name="connsiteY1622" fmla="*/ 100965 h 138429"/>
                <a:gd name="connsiteX1623" fmla="*/ 1931665 w 4940931"/>
                <a:gd name="connsiteY1623" fmla="*/ 107950 h 138429"/>
                <a:gd name="connsiteX1624" fmla="*/ 1916425 w 4940931"/>
                <a:gd name="connsiteY1624" fmla="*/ 107950 h 138429"/>
                <a:gd name="connsiteX1625" fmla="*/ 1916425 w 4940931"/>
                <a:gd name="connsiteY1625" fmla="*/ 7620 h 138429"/>
                <a:gd name="connsiteX1626" fmla="*/ 1316991 w 4940931"/>
                <a:gd name="connsiteY1626" fmla="*/ 0 h 138429"/>
                <a:gd name="connsiteX1627" fmla="*/ 1316991 w 4940931"/>
                <a:gd name="connsiteY1627" fmla="*/ 30480 h 138429"/>
                <a:gd name="connsiteX1628" fmla="*/ 1336041 w 4940931"/>
                <a:gd name="connsiteY1628" fmla="*/ 30480 h 138429"/>
                <a:gd name="connsiteX1629" fmla="*/ 1336041 w 4940931"/>
                <a:gd name="connsiteY1629" fmla="*/ 44450 h 138429"/>
                <a:gd name="connsiteX1630" fmla="*/ 1316991 w 4940931"/>
                <a:gd name="connsiteY1630" fmla="*/ 44450 h 138429"/>
                <a:gd name="connsiteX1631" fmla="*/ 1316991 w 4940931"/>
                <a:gd name="connsiteY1631" fmla="*/ 86995 h 138429"/>
                <a:gd name="connsiteX1632" fmla="*/ 1316991 w 4940931"/>
                <a:gd name="connsiteY1632" fmla="*/ 91440 h 138429"/>
                <a:gd name="connsiteX1633" fmla="*/ 1318261 w 4940931"/>
                <a:gd name="connsiteY1633" fmla="*/ 94615 h 138429"/>
                <a:gd name="connsiteX1634" fmla="*/ 1320801 w 4940931"/>
                <a:gd name="connsiteY1634" fmla="*/ 95885 h 138429"/>
                <a:gd name="connsiteX1635" fmla="*/ 1324611 w 4940931"/>
                <a:gd name="connsiteY1635" fmla="*/ 95885 h 138429"/>
                <a:gd name="connsiteX1636" fmla="*/ 1330961 w 4940931"/>
                <a:gd name="connsiteY1636" fmla="*/ 95250 h 138429"/>
                <a:gd name="connsiteX1637" fmla="*/ 1336041 w 4940931"/>
                <a:gd name="connsiteY1637" fmla="*/ 93345 h 138429"/>
                <a:gd name="connsiteX1638" fmla="*/ 1334136 w 4940931"/>
                <a:gd name="connsiteY1638" fmla="*/ 106680 h 138429"/>
                <a:gd name="connsiteX1639" fmla="*/ 1327786 w 4940931"/>
                <a:gd name="connsiteY1639" fmla="*/ 109220 h 138429"/>
                <a:gd name="connsiteX1640" fmla="*/ 1319531 w 4940931"/>
                <a:gd name="connsiteY1640" fmla="*/ 110490 h 138429"/>
                <a:gd name="connsiteX1641" fmla="*/ 1312546 w 4940931"/>
                <a:gd name="connsiteY1641" fmla="*/ 109220 h 138429"/>
                <a:gd name="connsiteX1642" fmla="*/ 1306831 w 4940931"/>
                <a:gd name="connsiteY1642" fmla="*/ 105410 h 138429"/>
                <a:gd name="connsiteX1643" fmla="*/ 1303021 w 4940931"/>
                <a:gd name="connsiteY1643" fmla="*/ 99060 h 138429"/>
                <a:gd name="connsiteX1644" fmla="*/ 1301751 w 4940931"/>
                <a:gd name="connsiteY1644" fmla="*/ 89535 h 138429"/>
                <a:gd name="connsiteX1645" fmla="*/ 1301751 w 4940931"/>
                <a:gd name="connsiteY1645" fmla="*/ 44450 h 138429"/>
                <a:gd name="connsiteX1646" fmla="*/ 1290956 w 4940931"/>
                <a:gd name="connsiteY1646" fmla="*/ 44450 h 138429"/>
                <a:gd name="connsiteX1647" fmla="*/ 1290956 w 4940931"/>
                <a:gd name="connsiteY1647" fmla="*/ 30480 h 138429"/>
                <a:gd name="connsiteX1648" fmla="*/ 1301751 w 4940931"/>
                <a:gd name="connsiteY1648" fmla="*/ 30480 h 138429"/>
                <a:gd name="connsiteX1649" fmla="*/ 1301751 w 4940931"/>
                <a:gd name="connsiteY1649" fmla="*/ 8255 h 138429"/>
                <a:gd name="connsiteX1650" fmla="*/ 751206 w 4940931"/>
                <a:gd name="connsiteY1650" fmla="*/ 0 h 138429"/>
                <a:gd name="connsiteX1651" fmla="*/ 751206 w 4940931"/>
                <a:gd name="connsiteY1651" fmla="*/ 30480 h 138429"/>
                <a:gd name="connsiteX1652" fmla="*/ 770256 w 4940931"/>
                <a:gd name="connsiteY1652" fmla="*/ 30480 h 138429"/>
                <a:gd name="connsiteX1653" fmla="*/ 770256 w 4940931"/>
                <a:gd name="connsiteY1653" fmla="*/ 44450 h 138429"/>
                <a:gd name="connsiteX1654" fmla="*/ 751206 w 4940931"/>
                <a:gd name="connsiteY1654" fmla="*/ 44450 h 138429"/>
                <a:gd name="connsiteX1655" fmla="*/ 751206 w 4940931"/>
                <a:gd name="connsiteY1655" fmla="*/ 86995 h 138429"/>
                <a:gd name="connsiteX1656" fmla="*/ 751206 w 4940931"/>
                <a:gd name="connsiteY1656" fmla="*/ 91440 h 138429"/>
                <a:gd name="connsiteX1657" fmla="*/ 752476 w 4940931"/>
                <a:gd name="connsiteY1657" fmla="*/ 94615 h 138429"/>
                <a:gd name="connsiteX1658" fmla="*/ 755016 w 4940931"/>
                <a:gd name="connsiteY1658" fmla="*/ 95885 h 138429"/>
                <a:gd name="connsiteX1659" fmla="*/ 758826 w 4940931"/>
                <a:gd name="connsiteY1659" fmla="*/ 95885 h 138429"/>
                <a:gd name="connsiteX1660" fmla="*/ 765176 w 4940931"/>
                <a:gd name="connsiteY1660" fmla="*/ 95250 h 138429"/>
                <a:gd name="connsiteX1661" fmla="*/ 770256 w 4940931"/>
                <a:gd name="connsiteY1661" fmla="*/ 93345 h 138429"/>
                <a:gd name="connsiteX1662" fmla="*/ 768351 w 4940931"/>
                <a:gd name="connsiteY1662" fmla="*/ 106680 h 138429"/>
                <a:gd name="connsiteX1663" fmla="*/ 762001 w 4940931"/>
                <a:gd name="connsiteY1663" fmla="*/ 109220 h 138429"/>
                <a:gd name="connsiteX1664" fmla="*/ 753746 w 4940931"/>
                <a:gd name="connsiteY1664" fmla="*/ 110490 h 138429"/>
                <a:gd name="connsiteX1665" fmla="*/ 746761 w 4940931"/>
                <a:gd name="connsiteY1665" fmla="*/ 109220 h 138429"/>
                <a:gd name="connsiteX1666" fmla="*/ 741045 w 4940931"/>
                <a:gd name="connsiteY1666" fmla="*/ 105410 h 138429"/>
                <a:gd name="connsiteX1667" fmla="*/ 737236 w 4940931"/>
                <a:gd name="connsiteY1667" fmla="*/ 99060 h 138429"/>
                <a:gd name="connsiteX1668" fmla="*/ 735966 w 4940931"/>
                <a:gd name="connsiteY1668" fmla="*/ 89535 h 138429"/>
                <a:gd name="connsiteX1669" fmla="*/ 735966 w 4940931"/>
                <a:gd name="connsiteY1669" fmla="*/ 44450 h 138429"/>
                <a:gd name="connsiteX1670" fmla="*/ 725171 w 4940931"/>
                <a:gd name="connsiteY1670" fmla="*/ 44450 h 138429"/>
                <a:gd name="connsiteX1671" fmla="*/ 725171 w 4940931"/>
                <a:gd name="connsiteY1671" fmla="*/ 30480 h 138429"/>
                <a:gd name="connsiteX1672" fmla="*/ 735966 w 4940931"/>
                <a:gd name="connsiteY1672" fmla="*/ 30480 h 138429"/>
                <a:gd name="connsiteX1673" fmla="*/ 735966 w 4940931"/>
                <a:gd name="connsiteY1673" fmla="*/ 8255 h 138429"/>
                <a:gd name="connsiteX1674" fmla="*/ 521335 w 4940931"/>
                <a:gd name="connsiteY1674" fmla="*/ 0 h 138429"/>
                <a:gd name="connsiteX1675" fmla="*/ 521335 w 4940931"/>
                <a:gd name="connsiteY1675" fmla="*/ 30480 h 138429"/>
                <a:gd name="connsiteX1676" fmla="*/ 540385 w 4940931"/>
                <a:gd name="connsiteY1676" fmla="*/ 30480 h 138429"/>
                <a:gd name="connsiteX1677" fmla="*/ 540385 w 4940931"/>
                <a:gd name="connsiteY1677" fmla="*/ 44450 h 138429"/>
                <a:gd name="connsiteX1678" fmla="*/ 521335 w 4940931"/>
                <a:gd name="connsiteY1678" fmla="*/ 44450 h 138429"/>
                <a:gd name="connsiteX1679" fmla="*/ 521335 w 4940931"/>
                <a:gd name="connsiteY1679" fmla="*/ 86995 h 138429"/>
                <a:gd name="connsiteX1680" fmla="*/ 521335 w 4940931"/>
                <a:gd name="connsiteY1680" fmla="*/ 91440 h 138429"/>
                <a:gd name="connsiteX1681" fmla="*/ 522605 w 4940931"/>
                <a:gd name="connsiteY1681" fmla="*/ 94615 h 138429"/>
                <a:gd name="connsiteX1682" fmla="*/ 525145 w 4940931"/>
                <a:gd name="connsiteY1682" fmla="*/ 95885 h 138429"/>
                <a:gd name="connsiteX1683" fmla="*/ 528955 w 4940931"/>
                <a:gd name="connsiteY1683" fmla="*/ 95885 h 138429"/>
                <a:gd name="connsiteX1684" fmla="*/ 535305 w 4940931"/>
                <a:gd name="connsiteY1684" fmla="*/ 95250 h 138429"/>
                <a:gd name="connsiteX1685" fmla="*/ 540385 w 4940931"/>
                <a:gd name="connsiteY1685" fmla="*/ 93345 h 138429"/>
                <a:gd name="connsiteX1686" fmla="*/ 538480 w 4940931"/>
                <a:gd name="connsiteY1686" fmla="*/ 106680 h 138429"/>
                <a:gd name="connsiteX1687" fmla="*/ 532130 w 4940931"/>
                <a:gd name="connsiteY1687" fmla="*/ 109220 h 138429"/>
                <a:gd name="connsiteX1688" fmla="*/ 523875 w 4940931"/>
                <a:gd name="connsiteY1688" fmla="*/ 110490 h 138429"/>
                <a:gd name="connsiteX1689" fmla="*/ 516890 w 4940931"/>
                <a:gd name="connsiteY1689" fmla="*/ 109220 h 138429"/>
                <a:gd name="connsiteX1690" fmla="*/ 511175 w 4940931"/>
                <a:gd name="connsiteY1690" fmla="*/ 105410 h 138429"/>
                <a:gd name="connsiteX1691" fmla="*/ 507365 w 4940931"/>
                <a:gd name="connsiteY1691" fmla="*/ 99060 h 138429"/>
                <a:gd name="connsiteX1692" fmla="*/ 506095 w 4940931"/>
                <a:gd name="connsiteY1692" fmla="*/ 89535 h 138429"/>
                <a:gd name="connsiteX1693" fmla="*/ 506095 w 4940931"/>
                <a:gd name="connsiteY1693" fmla="*/ 44450 h 138429"/>
                <a:gd name="connsiteX1694" fmla="*/ 495300 w 4940931"/>
                <a:gd name="connsiteY1694" fmla="*/ 44450 h 138429"/>
                <a:gd name="connsiteX1695" fmla="*/ 495300 w 4940931"/>
                <a:gd name="connsiteY1695" fmla="*/ 30480 h 138429"/>
                <a:gd name="connsiteX1696" fmla="*/ 506095 w 4940931"/>
                <a:gd name="connsiteY1696" fmla="*/ 30480 h 138429"/>
                <a:gd name="connsiteX1697" fmla="*/ 506095 w 4940931"/>
                <a:gd name="connsiteY1697" fmla="*/ 8255 h 138429"/>
                <a:gd name="connsiteX1698" fmla="*/ 466724 w 4940931"/>
                <a:gd name="connsiteY1698" fmla="*/ 0 h 138429"/>
                <a:gd name="connsiteX1699" fmla="*/ 466724 w 4940931"/>
                <a:gd name="connsiteY1699" fmla="*/ 30480 h 138429"/>
                <a:gd name="connsiteX1700" fmla="*/ 485774 w 4940931"/>
                <a:gd name="connsiteY1700" fmla="*/ 30480 h 138429"/>
                <a:gd name="connsiteX1701" fmla="*/ 485774 w 4940931"/>
                <a:gd name="connsiteY1701" fmla="*/ 44450 h 138429"/>
                <a:gd name="connsiteX1702" fmla="*/ 466724 w 4940931"/>
                <a:gd name="connsiteY1702" fmla="*/ 44450 h 138429"/>
                <a:gd name="connsiteX1703" fmla="*/ 466724 w 4940931"/>
                <a:gd name="connsiteY1703" fmla="*/ 86995 h 138429"/>
                <a:gd name="connsiteX1704" fmla="*/ 466724 w 4940931"/>
                <a:gd name="connsiteY1704" fmla="*/ 91440 h 138429"/>
                <a:gd name="connsiteX1705" fmla="*/ 467994 w 4940931"/>
                <a:gd name="connsiteY1705" fmla="*/ 94615 h 138429"/>
                <a:gd name="connsiteX1706" fmla="*/ 470534 w 4940931"/>
                <a:gd name="connsiteY1706" fmla="*/ 95885 h 138429"/>
                <a:gd name="connsiteX1707" fmla="*/ 474344 w 4940931"/>
                <a:gd name="connsiteY1707" fmla="*/ 95885 h 138429"/>
                <a:gd name="connsiteX1708" fmla="*/ 480694 w 4940931"/>
                <a:gd name="connsiteY1708" fmla="*/ 95250 h 138429"/>
                <a:gd name="connsiteX1709" fmla="*/ 485774 w 4940931"/>
                <a:gd name="connsiteY1709" fmla="*/ 93345 h 138429"/>
                <a:gd name="connsiteX1710" fmla="*/ 483869 w 4940931"/>
                <a:gd name="connsiteY1710" fmla="*/ 106680 h 138429"/>
                <a:gd name="connsiteX1711" fmla="*/ 477519 w 4940931"/>
                <a:gd name="connsiteY1711" fmla="*/ 109220 h 138429"/>
                <a:gd name="connsiteX1712" fmla="*/ 469264 w 4940931"/>
                <a:gd name="connsiteY1712" fmla="*/ 110490 h 138429"/>
                <a:gd name="connsiteX1713" fmla="*/ 462279 w 4940931"/>
                <a:gd name="connsiteY1713" fmla="*/ 109220 h 138429"/>
                <a:gd name="connsiteX1714" fmla="*/ 456564 w 4940931"/>
                <a:gd name="connsiteY1714" fmla="*/ 105410 h 138429"/>
                <a:gd name="connsiteX1715" fmla="*/ 452754 w 4940931"/>
                <a:gd name="connsiteY1715" fmla="*/ 99060 h 138429"/>
                <a:gd name="connsiteX1716" fmla="*/ 451484 w 4940931"/>
                <a:gd name="connsiteY1716" fmla="*/ 89535 h 138429"/>
                <a:gd name="connsiteX1717" fmla="*/ 451484 w 4940931"/>
                <a:gd name="connsiteY1717" fmla="*/ 44450 h 138429"/>
                <a:gd name="connsiteX1718" fmla="*/ 440689 w 4940931"/>
                <a:gd name="connsiteY1718" fmla="*/ 44450 h 138429"/>
                <a:gd name="connsiteX1719" fmla="*/ 440689 w 4940931"/>
                <a:gd name="connsiteY1719" fmla="*/ 30480 h 138429"/>
                <a:gd name="connsiteX1720" fmla="*/ 451484 w 4940931"/>
                <a:gd name="connsiteY1720" fmla="*/ 30480 h 138429"/>
                <a:gd name="connsiteX1721" fmla="*/ 451484 w 4940931"/>
                <a:gd name="connsiteY1721" fmla="*/ 8255 h 138429"/>
                <a:gd name="connsiteX1722" fmla="*/ 302259 w 4940931"/>
                <a:gd name="connsiteY1722" fmla="*/ 0 h 138429"/>
                <a:gd name="connsiteX1723" fmla="*/ 302259 w 4940931"/>
                <a:gd name="connsiteY1723" fmla="*/ 37465 h 138429"/>
                <a:gd name="connsiteX1724" fmla="*/ 306704 w 4940931"/>
                <a:gd name="connsiteY1724" fmla="*/ 33655 h 138429"/>
                <a:gd name="connsiteX1725" fmla="*/ 310514 w 4940931"/>
                <a:gd name="connsiteY1725" fmla="*/ 31115 h 138429"/>
                <a:gd name="connsiteX1726" fmla="*/ 315594 w 4940931"/>
                <a:gd name="connsiteY1726" fmla="*/ 29210 h 138429"/>
                <a:gd name="connsiteX1727" fmla="*/ 322579 w 4940931"/>
                <a:gd name="connsiteY1727" fmla="*/ 28575 h 138429"/>
                <a:gd name="connsiteX1728" fmla="*/ 334644 w 4940931"/>
                <a:gd name="connsiteY1728" fmla="*/ 31115 h 138429"/>
                <a:gd name="connsiteX1729" fmla="*/ 344169 w 4940931"/>
                <a:gd name="connsiteY1729" fmla="*/ 38735 h 138429"/>
                <a:gd name="connsiteX1730" fmla="*/ 350519 w 4940931"/>
                <a:gd name="connsiteY1730" fmla="*/ 51435 h 138429"/>
                <a:gd name="connsiteX1731" fmla="*/ 353059 w 4940931"/>
                <a:gd name="connsiteY1731" fmla="*/ 70485 h 138429"/>
                <a:gd name="connsiteX1732" fmla="*/ 352424 w 4940931"/>
                <a:gd name="connsiteY1732" fmla="*/ 71120 h 138429"/>
                <a:gd name="connsiteX1733" fmla="*/ 349884 w 4940931"/>
                <a:gd name="connsiteY1733" fmla="*/ 88265 h 138429"/>
                <a:gd name="connsiteX1734" fmla="*/ 342899 w 4940931"/>
                <a:gd name="connsiteY1734" fmla="*/ 100330 h 138429"/>
                <a:gd name="connsiteX1735" fmla="*/ 333374 w 4940931"/>
                <a:gd name="connsiteY1735" fmla="*/ 107315 h 138429"/>
                <a:gd name="connsiteX1736" fmla="*/ 321944 w 4940931"/>
                <a:gd name="connsiteY1736" fmla="*/ 109855 h 138429"/>
                <a:gd name="connsiteX1737" fmla="*/ 311149 w 4940931"/>
                <a:gd name="connsiteY1737" fmla="*/ 107315 h 138429"/>
                <a:gd name="connsiteX1738" fmla="*/ 302259 w 4940931"/>
                <a:gd name="connsiteY1738" fmla="*/ 100965 h 138429"/>
                <a:gd name="connsiteX1739" fmla="*/ 302259 w 4940931"/>
                <a:gd name="connsiteY1739" fmla="*/ 107950 h 138429"/>
                <a:gd name="connsiteX1740" fmla="*/ 287019 w 4940931"/>
                <a:gd name="connsiteY1740" fmla="*/ 107950 h 138429"/>
                <a:gd name="connsiteX1741" fmla="*/ 287019 w 4940931"/>
                <a:gd name="connsiteY1741" fmla="*/ 7620 h 138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Lst>
              <a:rect l="l" t="t" r="r" b="b"/>
              <a:pathLst>
                <a:path w="4940931" h="138429">
                  <a:moveTo>
                    <a:pt x="1032512" y="137477"/>
                  </a:moveTo>
                  <a:lnTo>
                    <a:pt x="1032512" y="137794"/>
                  </a:lnTo>
                  <a:lnTo>
                    <a:pt x="1030607" y="138429"/>
                  </a:lnTo>
                  <a:close/>
                  <a:moveTo>
                    <a:pt x="4929501" y="87629"/>
                  </a:moveTo>
                  <a:cubicBezTo>
                    <a:pt x="4930771" y="87629"/>
                    <a:pt x="4932676" y="87629"/>
                    <a:pt x="4933946" y="88264"/>
                  </a:cubicBezTo>
                  <a:cubicBezTo>
                    <a:pt x="4935216" y="88264"/>
                    <a:pt x="4936486" y="89534"/>
                    <a:pt x="4937756" y="90804"/>
                  </a:cubicBezTo>
                  <a:cubicBezTo>
                    <a:pt x="4939026" y="92074"/>
                    <a:pt x="4939661" y="93344"/>
                    <a:pt x="4940296" y="94614"/>
                  </a:cubicBezTo>
                  <a:cubicBezTo>
                    <a:pt x="4940296" y="95884"/>
                    <a:pt x="4940931" y="97789"/>
                    <a:pt x="4940931" y="99059"/>
                  </a:cubicBezTo>
                  <a:cubicBezTo>
                    <a:pt x="4940931" y="99059"/>
                    <a:pt x="4940931" y="102234"/>
                    <a:pt x="4940296" y="103504"/>
                  </a:cubicBezTo>
                  <a:cubicBezTo>
                    <a:pt x="4940296" y="104774"/>
                    <a:pt x="4939026" y="106044"/>
                    <a:pt x="4937756" y="107314"/>
                  </a:cubicBezTo>
                  <a:cubicBezTo>
                    <a:pt x="4936486" y="108584"/>
                    <a:pt x="4935216" y="109219"/>
                    <a:pt x="4933946" y="109854"/>
                  </a:cubicBezTo>
                  <a:cubicBezTo>
                    <a:pt x="4932676" y="109854"/>
                    <a:pt x="4930771" y="110489"/>
                    <a:pt x="4929501" y="110489"/>
                  </a:cubicBezTo>
                  <a:cubicBezTo>
                    <a:pt x="4928231" y="110489"/>
                    <a:pt x="4926326" y="110489"/>
                    <a:pt x="4925056" y="109854"/>
                  </a:cubicBezTo>
                  <a:cubicBezTo>
                    <a:pt x="4923786" y="109854"/>
                    <a:pt x="4922516" y="108584"/>
                    <a:pt x="4921246" y="107314"/>
                  </a:cubicBezTo>
                  <a:cubicBezTo>
                    <a:pt x="4919976" y="106044"/>
                    <a:pt x="4919341" y="104774"/>
                    <a:pt x="4918706" y="103504"/>
                  </a:cubicBezTo>
                  <a:cubicBezTo>
                    <a:pt x="4918706" y="102234"/>
                    <a:pt x="4918071" y="100329"/>
                    <a:pt x="4918071" y="99059"/>
                  </a:cubicBezTo>
                  <a:cubicBezTo>
                    <a:pt x="4918071" y="97789"/>
                    <a:pt x="4918071" y="95884"/>
                    <a:pt x="4918706" y="94614"/>
                  </a:cubicBezTo>
                  <a:cubicBezTo>
                    <a:pt x="4918706" y="93344"/>
                    <a:pt x="4919976" y="92074"/>
                    <a:pt x="4921246" y="90804"/>
                  </a:cubicBezTo>
                  <a:cubicBezTo>
                    <a:pt x="4922516" y="89534"/>
                    <a:pt x="4923786" y="88899"/>
                    <a:pt x="4925056" y="88264"/>
                  </a:cubicBezTo>
                  <a:cubicBezTo>
                    <a:pt x="4926326" y="88264"/>
                    <a:pt x="4928231" y="87629"/>
                    <a:pt x="4929501" y="87629"/>
                  </a:cubicBezTo>
                  <a:close/>
                  <a:moveTo>
                    <a:pt x="3079110" y="87629"/>
                  </a:moveTo>
                  <a:cubicBezTo>
                    <a:pt x="3080380" y="87629"/>
                    <a:pt x="3082285" y="87629"/>
                    <a:pt x="3083555" y="88264"/>
                  </a:cubicBezTo>
                  <a:cubicBezTo>
                    <a:pt x="3084825" y="88264"/>
                    <a:pt x="3086095" y="89534"/>
                    <a:pt x="3087365" y="90804"/>
                  </a:cubicBezTo>
                  <a:cubicBezTo>
                    <a:pt x="3088635" y="92074"/>
                    <a:pt x="3089270" y="93344"/>
                    <a:pt x="3089905" y="94614"/>
                  </a:cubicBezTo>
                  <a:cubicBezTo>
                    <a:pt x="3089905" y="95884"/>
                    <a:pt x="3090540" y="97789"/>
                    <a:pt x="3090540" y="99059"/>
                  </a:cubicBezTo>
                  <a:cubicBezTo>
                    <a:pt x="3090540" y="99059"/>
                    <a:pt x="3090540" y="102234"/>
                    <a:pt x="3089905" y="103504"/>
                  </a:cubicBezTo>
                  <a:cubicBezTo>
                    <a:pt x="3089905" y="104774"/>
                    <a:pt x="3088635" y="106044"/>
                    <a:pt x="3087365" y="107314"/>
                  </a:cubicBezTo>
                  <a:cubicBezTo>
                    <a:pt x="3086095" y="108584"/>
                    <a:pt x="3084825" y="109219"/>
                    <a:pt x="3083555" y="109854"/>
                  </a:cubicBezTo>
                  <a:cubicBezTo>
                    <a:pt x="3082285" y="109854"/>
                    <a:pt x="3080380" y="110489"/>
                    <a:pt x="3079110" y="110489"/>
                  </a:cubicBezTo>
                  <a:cubicBezTo>
                    <a:pt x="3077840" y="110489"/>
                    <a:pt x="3075935" y="110489"/>
                    <a:pt x="3074665" y="109854"/>
                  </a:cubicBezTo>
                  <a:cubicBezTo>
                    <a:pt x="3073395" y="109854"/>
                    <a:pt x="3072125" y="108584"/>
                    <a:pt x="3070855" y="107314"/>
                  </a:cubicBezTo>
                  <a:cubicBezTo>
                    <a:pt x="3069585" y="106044"/>
                    <a:pt x="3068950" y="104774"/>
                    <a:pt x="3068315" y="103504"/>
                  </a:cubicBezTo>
                  <a:cubicBezTo>
                    <a:pt x="3068315" y="102234"/>
                    <a:pt x="3067680" y="100329"/>
                    <a:pt x="3067680" y="99059"/>
                  </a:cubicBezTo>
                  <a:cubicBezTo>
                    <a:pt x="3067680" y="97789"/>
                    <a:pt x="3067680" y="95884"/>
                    <a:pt x="3068315" y="94614"/>
                  </a:cubicBezTo>
                  <a:cubicBezTo>
                    <a:pt x="3068315" y="93344"/>
                    <a:pt x="3069585" y="92074"/>
                    <a:pt x="3070855" y="90804"/>
                  </a:cubicBezTo>
                  <a:cubicBezTo>
                    <a:pt x="3072125" y="89534"/>
                    <a:pt x="3073395" y="88899"/>
                    <a:pt x="3074665" y="88264"/>
                  </a:cubicBezTo>
                  <a:cubicBezTo>
                    <a:pt x="3075935" y="88264"/>
                    <a:pt x="3077840" y="87629"/>
                    <a:pt x="3079110" y="87629"/>
                  </a:cubicBezTo>
                  <a:close/>
                  <a:moveTo>
                    <a:pt x="1565275" y="87629"/>
                  </a:moveTo>
                  <a:cubicBezTo>
                    <a:pt x="1566545" y="87629"/>
                    <a:pt x="1568450" y="87629"/>
                    <a:pt x="1569720" y="88264"/>
                  </a:cubicBezTo>
                  <a:cubicBezTo>
                    <a:pt x="1570990" y="88264"/>
                    <a:pt x="1572260" y="89534"/>
                    <a:pt x="1573529" y="90804"/>
                  </a:cubicBezTo>
                  <a:cubicBezTo>
                    <a:pt x="1574800" y="92074"/>
                    <a:pt x="1575435" y="93344"/>
                    <a:pt x="1576069" y="94614"/>
                  </a:cubicBezTo>
                  <a:cubicBezTo>
                    <a:pt x="1576069" y="95884"/>
                    <a:pt x="1576705" y="97789"/>
                    <a:pt x="1576705" y="99059"/>
                  </a:cubicBezTo>
                  <a:cubicBezTo>
                    <a:pt x="1576705" y="99059"/>
                    <a:pt x="1576705" y="102234"/>
                    <a:pt x="1576069" y="103504"/>
                  </a:cubicBezTo>
                  <a:cubicBezTo>
                    <a:pt x="1576069" y="104774"/>
                    <a:pt x="1574800" y="106044"/>
                    <a:pt x="1573529" y="107314"/>
                  </a:cubicBezTo>
                  <a:cubicBezTo>
                    <a:pt x="1572260" y="108584"/>
                    <a:pt x="1570990" y="109219"/>
                    <a:pt x="1569720" y="109854"/>
                  </a:cubicBezTo>
                  <a:cubicBezTo>
                    <a:pt x="1568450" y="109854"/>
                    <a:pt x="1566545" y="110489"/>
                    <a:pt x="1565275" y="110489"/>
                  </a:cubicBezTo>
                  <a:cubicBezTo>
                    <a:pt x="1564005" y="110489"/>
                    <a:pt x="1562099" y="110489"/>
                    <a:pt x="1560830" y="109854"/>
                  </a:cubicBezTo>
                  <a:cubicBezTo>
                    <a:pt x="1559559" y="109854"/>
                    <a:pt x="1558289" y="108584"/>
                    <a:pt x="1557020" y="107314"/>
                  </a:cubicBezTo>
                  <a:cubicBezTo>
                    <a:pt x="1555750" y="106044"/>
                    <a:pt x="1555114" y="104774"/>
                    <a:pt x="1554479" y="103504"/>
                  </a:cubicBezTo>
                  <a:cubicBezTo>
                    <a:pt x="1554479" y="102234"/>
                    <a:pt x="1553844" y="100329"/>
                    <a:pt x="1553844" y="99059"/>
                  </a:cubicBezTo>
                  <a:cubicBezTo>
                    <a:pt x="1553844" y="97789"/>
                    <a:pt x="1553844" y="95884"/>
                    <a:pt x="1554479" y="94614"/>
                  </a:cubicBezTo>
                  <a:cubicBezTo>
                    <a:pt x="1554479" y="93344"/>
                    <a:pt x="1555750" y="92074"/>
                    <a:pt x="1557020" y="90804"/>
                  </a:cubicBezTo>
                  <a:cubicBezTo>
                    <a:pt x="1558289" y="89534"/>
                    <a:pt x="1559559" y="88899"/>
                    <a:pt x="1560830" y="88264"/>
                  </a:cubicBezTo>
                  <a:cubicBezTo>
                    <a:pt x="1562099" y="88264"/>
                    <a:pt x="1564005" y="87629"/>
                    <a:pt x="1565275" y="87629"/>
                  </a:cubicBezTo>
                  <a:close/>
                  <a:moveTo>
                    <a:pt x="2642230" y="73024"/>
                  </a:moveTo>
                  <a:cubicBezTo>
                    <a:pt x="2637150" y="73024"/>
                    <a:pt x="2633340" y="74294"/>
                    <a:pt x="2630800" y="76199"/>
                  </a:cubicBezTo>
                  <a:cubicBezTo>
                    <a:pt x="2627625" y="78104"/>
                    <a:pt x="2626355" y="81279"/>
                    <a:pt x="2626355" y="84454"/>
                  </a:cubicBezTo>
                  <a:cubicBezTo>
                    <a:pt x="2626355" y="86994"/>
                    <a:pt x="2626355" y="88899"/>
                    <a:pt x="2627625" y="90169"/>
                  </a:cubicBezTo>
                  <a:cubicBezTo>
                    <a:pt x="2628260" y="92074"/>
                    <a:pt x="2629530" y="93344"/>
                    <a:pt x="2630800" y="93979"/>
                  </a:cubicBezTo>
                  <a:cubicBezTo>
                    <a:pt x="2632070" y="95249"/>
                    <a:pt x="2633340" y="95884"/>
                    <a:pt x="2635245" y="96519"/>
                  </a:cubicBezTo>
                  <a:cubicBezTo>
                    <a:pt x="2637150" y="96519"/>
                    <a:pt x="2639055" y="97154"/>
                    <a:pt x="2641595" y="97154"/>
                  </a:cubicBezTo>
                  <a:cubicBezTo>
                    <a:pt x="2643500" y="97154"/>
                    <a:pt x="2645405" y="97154"/>
                    <a:pt x="2647310" y="96519"/>
                  </a:cubicBezTo>
                  <a:cubicBezTo>
                    <a:pt x="2649215" y="96519"/>
                    <a:pt x="2651120" y="95249"/>
                    <a:pt x="2652390" y="93979"/>
                  </a:cubicBezTo>
                  <a:cubicBezTo>
                    <a:pt x="2654295" y="93344"/>
                    <a:pt x="2655565" y="92074"/>
                    <a:pt x="2656835" y="90804"/>
                  </a:cubicBezTo>
                  <a:cubicBezTo>
                    <a:pt x="2658105" y="89534"/>
                    <a:pt x="2659375" y="88264"/>
                    <a:pt x="2660010" y="86994"/>
                  </a:cubicBezTo>
                  <a:lnTo>
                    <a:pt x="2660010" y="75564"/>
                  </a:lnTo>
                  <a:cubicBezTo>
                    <a:pt x="2660010" y="75564"/>
                    <a:pt x="2657470" y="74294"/>
                    <a:pt x="2656200" y="74294"/>
                  </a:cubicBezTo>
                  <a:cubicBezTo>
                    <a:pt x="2654930" y="74294"/>
                    <a:pt x="2653660" y="73659"/>
                    <a:pt x="2652390" y="73659"/>
                  </a:cubicBezTo>
                  <a:cubicBezTo>
                    <a:pt x="2651120" y="73659"/>
                    <a:pt x="2649850" y="73659"/>
                    <a:pt x="2647945" y="73024"/>
                  </a:cubicBezTo>
                  <a:cubicBezTo>
                    <a:pt x="2646040" y="73024"/>
                    <a:pt x="2644135" y="73024"/>
                    <a:pt x="2642230" y="73024"/>
                  </a:cubicBezTo>
                  <a:close/>
                  <a:moveTo>
                    <a:pt x="4664706" y="43814"/>
                  </a:moveTo>
                  <a:cubicBezTo>
                    <a:pt x="4661531" y="43814"/>
                    <a:pt x="4658991" y="43814"/>
                    <a:pt x="4657086" y="45719"/>
                  </a:cubicBezTo>
                  <a:cubicBezTo>
                    <a:pt x="4654546" y="46989"/>
                    <a:pt x="4652641" y="48894"/>
                    <a:pt x="4651371" y="50799"/>
                  </a:cubicBezTo>
                  <a:cubicBezTo>
                    <a:pt x="4649466" y="53339"/>
                    <a:pt x="4648831" y="55879"/>
                    <a:pt x="4647561" y="59054"/>
                  </a:cubicBezTo>
                  <a:cubicBezTo>
                    <a:pt x="4646926" y="62229"/>
                    <a:pt x="4646291" y="65404"/>
                    <a:pt x="4646291" y="69849"/>
                  </a:cubicBezTo>
                  <a:cubicBezTo>
                    <a:pt x="4646291" y="74294"/>
                    <a:pt x="4646291" y="78104"/>
                    <a:pt x="4647561" y="81279"/>
                  </a:cubicBezTo>
                  <a:cubicBezTo>
                    <a:pt x="4648196" y="84454"/>
                    <a:pt x="4650101" y="87629"/>
                    <a:pt x="4651371" y="89534"/>
                  </a:cubicBezTo>
                  <a:cubicBezTo>
                    <a:pt x="4653276" y="92074"/>
                    <a:pt x="4655181" y="93344"/>
                    <a:pt x="4657721" y="94614"/>
                  </a:cubicBezTo>
                  <a:cubicBezTo>
                    <a:pt x="4660261" y="95884"/>
                    <a:pt x="4662801" y="96519"/>
                    <a:pt x="4665341" y="96519"/>
                  </a:cubicBezTo>
                  <a:cubicBezTo>
                    <a:pt x="4667881" y="96519"/>
                    <a:pt x="4671056" y="95884"/>
                    <a:pt x="4672961" y="94614"/>
                  </a:cubicBezTo>
                  <a:cubicBezTo>
                    <a:pt x="4675501" y="93344"/>
                    <a:pt x="4677406" y="91439"/>
                    <a:pt x="4678676" y="88899"/>
                  </a:cubicBezTo>
                  <a:cubicBezTo>
                    <a:pt x="4680581" y="86359"/>
                    <a:pt x="4681851" y="83819"/>
                    <a:pt x="4682486" y="80644"/>
                  </a:cubicBezTo>
                  <a:cubicBezTo>
                    <a:pt x="4683121" y="77469"/>
                    <a:pt x="4683756" y="74294"/>
                    <a:pt x="4683756" y="70484"/>
                  </a:cubicBezTo>
                  <a:lnTo>
                    <a:pt x="4684391" y="69849"/>
                  </a:lnTo>
                  <a:cubicBezTo>
                    <a:pt x="4684391" y="66039"/>
                    <a:pt x="4684391" y="62229"/>
                    <a:pt x="4683121" y="59054"/>
                  </a:cubicBezTo>
                  <a:cubicBezTo>
                    <a:pt x="4682486" y="55879"/>
                    <a:pt x="4680581" y="53339"/>
                    <a:pt x="4679311" y="50799"/>
                  </a:cubicBezTo>
                  <a:cubicBezTo>
                    <a:pt x="4677406" y="48259"/>
                    <a:pt x="4675501" y="46989"/>
                    <a:pt x="4672961" y="45719"/>
                  </a:cubicBezTo>
                  <a:cubicBezTo>
                    <a:pt x="4670421" y="44449"/>
                    <a:pt x="4667881" y="43814"/>
                    <a:pt x="4664706" y="43814"/>
                  </a:cubicBezTo>
                  <a:close/>
                  <a:moveTo>
                    <a:pt x="4264020" y="43814"/>
                  </a:moveTo>
                  <a:cubicBezTo>
                    <a:pt x="4260845" y="43814"/>
                    <a:pt x="4258305" y="43814"/>
                    <a:pt x="4256400" y="45719"/>
                  </a:cubicBezTo>
                  <a:cubicBezTo>
                    <a:pt x="4253860" y="46989"/>
                    <a:pt x="4251955" y="48894"/>
                    <a:pt x="4250685" y="50799"/>
                  </a:cubicBezTo>
                  <a:cubicBezTo>
                    <a:pt x="4248780" y="53339"/>
                    <a:pt x="4247510" y="55879"/>
                    <a:pt x="4246875" y="59054"/>
                  </a:cubicBezTo>
                  <a:cubicBezTo>
                    <a:pt x="4246240" y="62229"/>
                    <a:pt x="4245605" y="65404"/>
                    <a:pt x="4245605" y="69849"/>
                  </a:cubicBezTo>
                  <a:cubicBezTo>
                    <a:pt x="4245605" y="74294"/>
                    <a:pt x="4245605" y="78104"/>
                    <a:pt x="4246875" y="81279"/>
                  </a:cubicBezTo>
                  <a:cubicBezTo>
                    <a:pt x="4247510" y="84454"/>
                    <a:pt x="4249415" y="87629"/>
                    <a:pt x="4250685" y="89534"/>
                  </a:cubicBezTo>
                  <a:cubicBezTo>
                    <a:pt x="4252590" y="92074"/>
                    <a:pt x="4254495" y="93344"/>
                    <a:pt x="4257035" y="94614"/>
                  </a:cubicBezTo>
                  <a:cubicBezTo>
                    <a:pt x="4259575" y="95884"/>
                    <a:pt x="4262115" y="96519"/>
                    <a:pt x="4264655" y="96519"/>
                  </a:cubicBezTo>
                  <a:cubicBezTo>
                    <a:pt x="4267195" y="96519"/>
                    <a:pt x="4270370" y="95884"/>
                    <a:pt x="4272275" y="94614"/>
                  </a:cubicBezTo>
                  <a:cubicBezTo>
                    <a:pt x="4274815" y="93344"/>
                    <a:pt x="4276720" y="91439"/>
                    <a:pt x="4277990" y="88899"/>
                  </a:cubicBezTo>
                  <a:cubicBezTo>
                    <a:pt x="4279895" y="86359"/>
                    <a:pt x="4281165" y="83819"/>
                    <a:pt x="4281800" y="80644"/>
                  </a:cubicBezTo>
                  <a:cubicBezTo>
                    <a:pt x="4282435" y="77469"/>
                    <a:pt x="4283070" y="74294"/>
                    <a:pt x="4283070" y="70484"/>
                  </a:cubicBezTo>
                  <a:lnTo>
                    <a:pt x="4283705" y="69849"/>
                  </a:lnTo>
                  <a:cubicBezTo>
                    <a:pt x="4283705" y="66039"/>
                    <a:pt x="4283705" y="62229"/>
                    <a:pt x="4282435" y="59054"/>
                  </a:cubicBezTo>
                  <a:cubicBezTo>
                    <a:pt x="4281800" y="55879"/>
                    <a:pt x="4279895" y="53339"/>
                    <a:pt x="4278625" y="50799"/>
                  </a:cubicBezTo>
                  <a:cubicBezTo>
                    <a:pt x="4276720" y="48259"/>
                    <a:pt x="4274815" y="46989"/>
                    <a:pt x="4272275" y="45719"/>
                  </a:cubicBezTo>
                  <a:cubicBezTo>
                    <a:pt x="4269735" y="44449"/>
                    <a:pt x="4267195" y="43814"/>
                    <a:pt x="4264020" y="43814"/>
                  </a:cubicBezTo>
                  <a:close/>
                  <a:moveTo>
                    <a:pt x="1420495" y="43814"/>
                  </a:moveTo>
                  <a:cubicBezTo>
                    <a:pt x="1417320" y="43814"/>
                    <a:pt x="1414780" y="43814"/>
                    <a:pt x="1412875" y="45719"/>
                  </a:cubicBezTo>
                  <a:cubicBezTo>
                    <a:pt x="1410335" y="46989"/>
                    <a:pt x="1408430" y="48894"/>
                    <a:pt x="1407160" y="50799"/>
                  </a:cubicBezTo>
                  <a:cubicBezTo>
                    <a:pt x="1405255" y="53339"/>
                    <a:pt x="1403985" y="55879"/>
                    <a:pt x="1403350" y="59054"/>
                  </a:cubicBezTo>
                  <a:cubicBezTo>
                    <a:pt x="1402715" y="62229"/>
                    <a:pt x="1402080" y="65404"/>
                    <a:pt x="1402080" y="69849"/>
                  </a:cubicBezTo>
                  <a:cubicBezTo>
                    <a:pt x="1402080" y="74294"/>
                    <a:pt x="1402080" y="78104"/>
                    <a:pt x="1403350" y="81279"/>
                  </a:cubicBezTo>
                  <a:cubicBezTo>
                    <a:pt x="1403985" y="84454"/>
                    <a:pt x="1405890" y="87629"/>
                    <a:pt x="1407160" y="89534"/>
                  </a:cubicBezTo>
                  <a:cubicBezTo>
                    <a:pt x="1409065" y="92074"/>
                    <a:pt x="1410970" y="93344"/>
                    <a:pt x="1413510" y="94614"/>
                  </a:cubicBezTo>
                  <a:cubicBezTo>
                    <a:pt x="1416050" y="95884"/>
                    <a:pt x="1418590" y="96519"/>
                    <a:pt x="1421130" y="96519"/>
                  </a:cubicBezTo>
                  <a:cubicBezTo>
                    <a:pt x="1423670" y="96519"/>
                    <a:pt x="1426845" y="95884"/>
                    <a:pt x="1428750" y="94614"/>
                  </a:cubicBezTo>
                  <a:cubicBezTo>
                    <a:pt x="1431290" y="93344"/>
                    <a:pt x="1433195" y="91439"/>
                    <a:pt x="1434465" y="88899"/>
                  </a:cubicBezTo>
                  <a:cubicBezTo>
                    <a:pt x="1436370" y="86359"/>
                    <a:pt x="1437640" y="83819"/>
                    <a:pt x="1438275" y="80644"/>
                  </a:cubicBezTo>
                  <a:cubicBezTo>
                    <a:pt x="1438910" y="77469"/>
                    <a:pt x="1439545" y="74294"/>
                    <a:pt x="1439545" y="70484"/>
                  </a:cubicBezTo>
                  <a:lnTo>
                    <a:pt x="1440180" y="69849"/>
                  </a:lnTo>
                  <a:cubicBezTo>
                    <a:pt x="1440180" y="66039"/>
                    <a:pt x="1440180" y="62229"/>
                    <a:pt x="1438910" y="59054"/>
                  </a:cubicBezTo>
                  <a:cubicBezTo>
                    <a:pt x="1438275" y="55879"/>
                    <a:pt x="1436370" y="53339"/>
                    <a:pt x="1435100" y="50799"/>
                  </a:cubicBezTo>
                  <a:cubicBezTo>
                    <a:pt x="1433195" y="48259"/>
                    <a:pt x="1431290" y="46989"/>
                    <a:pt x="1428750" y="45719"/>
                  </a:cubicBezTo>
                  <a:cubicBezTo>
                    <a:pt x="1426210" y="44449"/>
                    <a:pt x="1423670" y="43814"/>
                    <a:pt x="1420495" y="43814"/>
                  </a:cubicBezTo>
                  <a:close/>
                  <a:moveTo>
                    <a:pt x="4041770" y="43180"/>
                  </a:moveTo>
                  <a:cubicBezTo>
                    <a:pt x="4039230" y="43180"/>
                    <a:pt x="4036690" y="43180"/>
                    <a:pt x="4034785" y="44450"/>
                  </a:cubicBezTo>
                  <a:cubicBezTo>
                    <a:pt x="4032880" y="45085"/>
                    <a:pt x="4030975" y="46355"/>
                    <a:pt x="4029705" y="48260"/>
                  </a:cubicBezTo>
                  <a:cubicBezTo>
                    <a:pt x="4028435" y="50165"/>
                    <a:pt x="4027165" y="52070"/>
                    <a:pt x="4025895" y="54610"/>
                  </a:cubicBezTo>
                  <a:cubicBezTo>
                    <a:pt x="4025260" y="57150"/>
                    <a:pt x="4023990" y="59690"/>
                    <a:pt x="4023990" y="62865"/>
                  </a:cubicBezTo>
                  <a:lnTo>
                    <a:pt x="4060185" y="62865"/>
                  </a:lnTo>
                  <a:cubicBezTo>
                    <a:pt x="4060185" y="62865"/>
                    <a:pt x="4059550" y="57785"/>
                    <a:pt x="4058915" y="55245"/>
                  </a:cubicBezTo>
                  <a:cubicBezTo>
                    <a:pt x="4058280" y="52705"/>
                    <a:pt x="4057010" y="50800"/>
                    <a:pt x="4055740" y="48895"/>
                  </a:cubicBezTo>
                  <a:cubicBezTo>
                    <a:pt x="4054470" y="46990"/>
                    <a:pt x="4052565" y="45720"/>
                    <a:pt x="4050025" y="44450"/>
                  </a:cubicBezTo>
                  <a:cubicBezTo>
                    <a:pt x="4047485" y="43180"/>
                    <a:pt x="4044945" y="43180"/>
                    <a:pt x="4041770" y="43180"/>
                  </a:cubicBezTo>
                  <a:close/>
                  <a:moveTo>
                    <a:pt x="3728081" y="43180"/>
                  </a:moveTo>
                  <a:cubicBezTo>
                    <a:pt x="3725541" y="43180"/>
                    <a:pt x="3723001" y="43180"/>
                    <a:pt x="3721096" y="44450"/>
                  </a:cubicBezTo>
                  <a:cubicBezTo>
                    <a:pt x="3719191" y="45085"/>
                    <a:pt x="3717286" y="46355"/>
                    <a:pt x="3716016" y="48260"/>
                  </a:cubicBezTo>
                  <a:cubicBezTo>
                    <a:pt x="3714746" y="50165"/>
                    <a:pt x="3713476" y="52070"/>
                    <a:pt x="3712206" y="54610"/>
                  </a:cubicBezTo>
                  <a:cubicBezTo>
                    <a:pt x="3711571" y="57150"/>
                    <a:pt x="3710301" y="59690"/>
                    <a:pt x="3710301" y="62865"/>
                  </a:cubicBezTo>
                  <a:lnTo>
                    <a:pt x="3746496" y="62865"/>
                  </a:lnTo>
                  <a:cubicBezTo>
                    <a:pt x="3746496" y="62865"/>
                    <a:pt x="3745861" y="57785"/>
                    <a:pt x="3745226" y="55245"/>
                  </a:cubicBezTo>
                  <a:cubicBezTo>
                    <a:pt x="3744591" y="52705"/>
                    <a:pt x="3743321" y="50800"/>
                    <a:pt x="3742051" y="48895"/>
                  </a:cubicBezTo>
                  <a:cubicBezTo>
                    <a:pt x="3740781" y="46990"/>
                    <a:pt x="3738876" y="45720"/>
                    <a:pt x="3736336" y="44450"/>
                  </a:cubicBezTo>
                  <a:cubicBezTo>
                    <a:pt x="3733796" y="43180"/>
                    <a:pt x="3731256" y="43180"/>
                    <a:pt x="3728081" y="43180"/>
                  </a:cubicBezTo>
                  <a:close/>
                  <a:moveTo>
                    <a:pt x="3541391" y="43180"/>
                  </a:moveTo>
                  <a:cubicBezTo>
                    <a:pt x="3538851" y="43180"/>
                    <a:pt x="3536311" y="43180"/>
                    <a:pt x="3534406" y="44450"/>
                  </a:cubicBezTo>
                  <a:cubicBezTo>
                    <a:pt x="3532501" y="45085"/>
                    <a:pt x="3530596" y="46355"/>
                    <a:pt x="3529326" y="48260"/>
                  </a:cubicBezTo>
                  <a:cubicBezTo>
                    <a:pt x="3528056" y="50165"/>
                    <a:pt x="3526786" y="52070"/>
                    <a:pt x="3525516" y="54610"/>
                  </a:cubicBezTo>
                  <a:cubicBezTo>
                    <a:pt x="3524881" y="57150"/>
                    <a:pt x="3524246" y="59690"/>
                    <a:pt x="3523611" y="62865"/>
                  </a:cubicBezTo>
                  <a:lnTo>
                    <a:pt x="3559806" y="62865"/>
                  </a:lnTo>
                  <a:cubicBezTo>
                    <a:pt x="3559806" y="62865"/>
                    <a:pt x="3559171" y="57785"/>
                    <a:pt x="3558536" y="55245"/>
                  </a:cubicBezTo>
                  <a:cubicBezTo>
                    <a:pt x="3557901" y="52705"/>
                    <a:pt x="3556631" y="50800"/>
                    <a:pt x="3555361" y="48895"/>
                  </a:cubicBezTo>
                  <a:cubicBezTo>
                    <a:pt x="3554091" y="46990"/>
                    <a:pt x="3552186" y="45720"/>
                    <a:pt x="3549646" y="44450"/>
                  </a:cubicBezTo>
                  <a:cubicBezTo>
                    <a:pt x="3547106" y="43180"/>
                    <a:pt x="3544566" y="43180"/>
                    <a:pt x="3541391" y="43180"/>
                  </a:cubicBezTo>
                  <a:close/>
                  <a:moveTo>
                    <a:pt x="3463285" y="43180"/>
                  </a:moveTo>
                  <a:cubicBezTo>
                    <a:pt x="3461380" y="43180"/>
                    <a:pt x="3459475" y="43180"/>
                    <a:pt x="3458205" y="43815"/>
                  </a:cubicBezTo>
                  <a:cubicBezTo>
                    <a:pt x="3456300" y="43815"/>
                    <a:pt x="3455030" y="45085"/>
                    <a:pt x="3453125" y="45720"/>
                  </a:cubicBezTo>
                  <a:cubicBezTo>
                    <a:pt x="3451855" y="46355"/>
                    <a:pt x="3449950" y="47625"/>
                    <a:pt x="3448680" y="48895"/>
                  </a:cubicBezTo>
                  <a:cubicBezTo>
                    <a:pt x="3447410" y="50165"/>
                    <a:pt x="3446140" y="51435"/>
                    <a:pt x="3445505" y="52705"/>
                  </a:cubicBezTo>
                  <a:lnTo>
                    <a:pt x="3445505" y="85725"/>
                  </a:lnTo>
                  <a:cubicBezTo>
                    <a:pt x="3445505" y="85725"/>
                    <a:pt x="3447410" y="88265"/>
                    <a:pt x="3448680" y="89535"/>
                  </a:cubicBezTo>
                  <a:cubicBezTo>
                    <a:pt x="3449950" y="90805"/>
                    <a:pt x="3451220" y="92075"/>
                    <a:pt x="3453125" y="92710"/>
                  </a:cubicBezTo>
                  <a:cubicBezTo>
                    <a:pt x="3455030" y="93980"/>
                    <a:pt x="3456300" y="94615"/>
                    <a:pt x="3458205" y="95250"/>
                  </a:cubicBezTo>
                  <a:cubicBezTo>
                    <a:pt x="3460110" y="95250"/>
                    <a:pt x="3462015" y="95885"/>
                    <a:pt x="3463920" y="95885"/>
                  </a:cubicBezTo>
                  <a:cubicBezTo>
                    <a:pt x="3469635" y="95885"/>
                    <a:pt x="3473445" y="93980"/>
                    <a:pt x="3476620" y="89535"/>
                  </a:cubicBezTo>
                  <a:cubicBezTo>
                    <a:pt x="3479795" y="85090"/>
                    <a:pt x="3481065" y="79375"/>
                    <a:pt x="3481065" y="71120"/>
                  </a:cubicBezTo>
                  <a:lnTo>
                    <a:pt x="3480430" y="71755"/>
                  </a:lnTo>
                  <a:cubicBezTo>
                    <a:pt x="3480430" y="62230"/>
                    <a:pt x="3479160" y="54610"/>
                    <a:pt x="3475985" y="50165"/>
                  </a:cubicBezTo>
                  <a:cubicBezTo>
                    <a:pt x="3472810" y="45720"/>
                    <a:pt x="3468365" y="43180"/>
                    <a:pt x="3463285" y="43180"/>
                  </a:cubicBezTo>
                  <a:close/>
                  <a:moveTo>
                    <a:pt x="3343271" y="43180"/>
                  </a:moveTo>
                  <a:cubicBezTo>
                    <a:pt x="3340731" y="43180"/>
                    <a:pt x="3338191" y="43180"/>
                    <a:pt x="3336286" y="44450"/>
                  </a:cubicBezTo>
                  <a:cubicBezTo>
                    <a:pt x="3334381" y="45085"/>
                    <a:pt x="3332476" y="46355"/>
                    <a:pt x="3331206" y="48260"/>
                  </a:cubicBezTo>
                  <a:cubicBezTo>
                    <a:pt x="3329936" y="50165"/>
                    <a:pt x="3328666" y="52070"/>
                    <a:pt x="3327396" y="54610"/>
                  </a:cubicBezTo>
                  <a:cubicBezTo>
                    <a:pt x="3326761" y="57150"/>
                    <a:pt x="3326126" y="59690"/>
                    <a:pt x="3325491" y="62865"/>
                  </a:cubicBezTo>
                  <a:lnTo>
                    <a:pt x="3361686" y="62865"/>
                  </a:lnTo>
                  <a:cubicBezTo>
                    <a:pt x="3361686" y="62865"/>
                    <a:pt x="3361051" y="57785"/>
                    <a:pt x="3360416" y="55245"/>
                  </a:cubicBezTo>
                  <a:cubicBezTo>
                    <a:pt x="3359781" y="52705"/>
                    <a:pt x="3358511" y="50800"/>
                    <a:pt x="3357241" y="48895"/>
                  </a:cubicBezTo>
                  <a:cubicBezTo>
                    <a:pt x="3355971" y="46990"/>
                    <a:pt x="3354066" y="45720"/>
                    <a:pt x="3351526" y="44450"/>
                  </a:cubicBezTo>
                  <a:cubicBezTo>
                    <a:pt x="3348986" y="43180"/>
                    <a:pt x="3346446" y="43180"/>
                    <a:pt x="3343271" y="43180"/>
                  </a:cubicBezTo>
                  <a:close/>
                  <a:moveTo>
                    <a:pt x="2976876" y="43180"/>
                  </a:moveTo>
                  <a:cubicBezTo>
                    <a:pt x="2974336" y="43180"/>
                    <a:pt x="2971796" y="43180"/>
                    <a:pt x="2969891" y="44450"/>
                  </a:cubicBezTo>
                  <a:cubicBezTo>
                    <a:pt x="2967986" y="45085"/>
                    <a:pt x="2966081" y="46355"/>
                    <a:pt x="2964811" y="48260"/>
                  </a:cubicBezTo>
                  <a:cubicBezTo>
                    <a:pt x="2963541" y="50165"/>
                    <a:pt x="2962271" y="52070"/>
                    <a:pt x="2961001" y="54610"/>
                  </a:cubicBezTo>
                  <a:cubicBezTo>
                    <a:pt x="2960366" y="57150"/>
                    <a:pt x="2959731" y="59690"/>
                    <a:pt x="2959096" y="62865"/>
                  </a:cubicBezTo>
                  <a:lnTo>
                    <a:pt x="2995291" y="62865"/>
                  </a:lnTo>
                  <a:cubicBezTo>
                    <a:pt x="2995291" y="62865"/>
                    <a:pt x="2994656" y="57785"/>
                    <a:pt x="2994021" y="55245"/>
                  </a:cubicBezTo>
                  <a:cubicBezTo>
                    <a:pt x="2993386" y="52705"/>
                    <a:pt x="2992116" y="50800"/>
                    <a:pt x="2990846" y="48895"/>
                  </a:cubicBezTo>
                  <a:cubicBezTo>
                    <a:pt x="2989576" y="46990"/>
                    <a:pt x="2987671" y="45720"/>
                    <a:pt x="2985131" y="44450"/>
                  </a:cubicBezTo>
                  <a:cubicBezTo>
                    <a:pt x="2982591" y="43180"/>
                    <a:pt x="2980051" y="43180"/>
                    <a:pt x="2976876" y="43180"/>
                  </a:cubicBezTo>
                  <a:close/>
                  <a:moveTo>
                    <a:pt x="2527930" y="43180"/>
                  </a:moveTo>
                  <a:cubicBezTo>
                    <a:pt x="2525390" y="43180"/>
                    <a:pt x="2522850" y="43180"/>
                    <a:pt x="2520945" y="44450"/>
                  </a:cubicBezTo>
                  <a:cubicBezTo>
                    <a:pt x="2519040" y="45085"/>
                    <a:pt x="2517135" y="46355"/>
                    <a:pt x="2515865" y="48260"/>
                  </a:cubicBezTo>
                  <a:cubicBezTo>
                    <a:pt x="2514595" y="50165"/>
                    <a:pt x="2513325" y="52070"/>
                    <a:pt x="2512055" y="54610"/>
                  </a:cubicBezTo>
                  <a:cubicBezTo>
                    <a:pt x="2511420" y="57150"/>
                    <a:pt x="2510150" y="59690"/>
                    <a:pt x="2510150" y="62865"/>
                  </a:cubicBezTo>
                  <a:lnTo>
                    <a:pt x="2546345" y="62865"/>
                  </a:lnTo>
                  <a:cubicBezTo>
                    <a:pt x="2546345" y="62865"/>
                    <a:pt x="2545710" y="57785"/>
                    <a:pt x="2545075" y="55245"/>
                  </a:cubicBezTo>
                  <a:cubicBezTo>
                    <a:pt x="2544440" y="52705"/>
                    <a:pt x="2543170" y="50800"/>
                    <a:pt x="2541900" y="48895"/>
                  </a:cubicBezTo>
                  <a:cubicBezTo>
                    <a:pt x="2540630" y="46990"/>
                    <a:pt x="2538725" y="45720"/>
                    <a:pt x="2536185" y="44450"/>
                  </a:cubicBezTo>
                  <a:cubicBezTo>
                    <a:pt x="2533645" y="43180"/>
                    <a:pt x="2531105" y="43180"/>
                    <a:pt x="2527930" y="43180"/>
                  </a:cubicBezTo>
                  <a:close/>
                  <a:moveTo>
                    <a:pt x="2214240" y="43180"/>
                  </a:moveTo>
                  <a:cubicBezTo>
                    <a:pt x="2211700" y="43180"/>
                    <a:pt x="2209160" y="43180"/>
                    <a:pt x="2207255" y="44450"/>
                  </a:cubicBezTo>
                  <a:cubicBezTo>
                    <a:pt x="2205350" y="45085"/>
                    <a:pt x="2203445" y="46355"/>
                    <a:pt x="2202175" y="48260"/>
                  </a:cubicBezTo>
                  <a:cubicBezTo>
                    <a:pt x="2200905" y="50165"/>
                    <a:pt x="2199635" y="52070"/>
                    <a:pt x="2198365" y="54610"/>
                  </a:cubicBezTo>
                  <a:cubicBezTo>
                    <a:pt x="2197730" y="57150"/>
                    <a:pt x="2196460" y="59690"/>
                    <a:pt x="2196460" y="62865"/>
                  </a:cubicBezTo>
                  <a:lnTo>
                    <a:pt x="2232655" y="62865"/>
                  </a:lnTo>
                  <a:cubicBezTo>
                    <a:pt x="2232655" y="62865"/>
                    <a:pt x="2232020" y="57785"/>
                    <a:pt x="2231385" y="55245"/>
                  </a:cubicBezTo>
                  <a:cubicBezTo>
                    <a:pt x="2230750" y="52705"/>
                    <a:pt x="2229480" y="50800"/>
                    <a:pt x="2228210" y="48895"/>
                  </a:cubicBezTo>
                  <a:cubicBezTo>
                    <a:pt x="2226940" y="46990"/>
                    <a:pt x="2225035" y="45720"/>
                    <a:pt x="2222495" y="44450"/>
                  </a:cubicBezTo>
                  <a:cubicBezTo>
                    <a:pt x="2219955" y="43180"/>
                    <a:pt x="2217415" y="43180"/>
                    <a:pt x="2214240" y="43180"/>
                  </a:cubicBezTo>
                  <a:close/>
                  <a:moveTo>
                    <a:pt x="2027551" y="43180"/>
                  </a:moveTo>
                  <a:cubicBezTo>
                    <a:pt x="2025011" y="43180"/>
                    <a:pt x="2022471" y="43180"/>
                    <a:pt x="2020566" y="44450"/>
                  </a:cubicBezTo>
                  <a:cubicBezTo>
                    <a:pt x="2018661" y="45085"/>
                    <a:pt x="2016756" y="46355"/>
                    <a:pt x="2015486" y="48260"/>
                  </a:cubicBezTo>
                  <a:cubicBezTo>
                    <a:pt x="2014216" y="50165"/>
                    <a:pt x="2012946" y="52070"/>
                    <a:pt x="2011676" y="54610"/>
                  </a:cubicBezTo>
                  <a:cubicBezTo>
                    <a:pt x="2011041" y="57150"/>
                    <a:pt x="2010406" y="59690"/>
                    <a:pt x="2009771" y="62865"/>
                  </a:cubicBezTo>
                  <a:lnTo>
                    <a:pt x="2045966" y="62865"/>
                  </a:lnTo>
                  <a:cubicBezTo>
                    <a:pt x="2045966" y="62865"/>
                    <a:pt x="2045331" y="57785"/>
                    <a:pt x="2044696" y="55245"/>
                  </a:cubicBezTo>
                  <a:cubicBezTo>
                    <a:pt x="2044061" y="52705"/>
                    <a:pt x="2042791" y="50800"/>
                    <a:pt x="2041521" y="48895"/>
                  </a:cubicBezTo>
                  <a:cubicBezTo>
                    <a:pt x="2040251" y="46990"/>
                    <a:pt x="2038346" y="45720"/>
                    <a:pt x="2035806" y="44450"/>
                  </a:cubicBezTo>
                  <a:cubicBezTo>
                    <a:pt x="2033266" y="43180"/>
                    <a:pt x="2030726" y="43180"/>
                    <a:pt x="2027551" y="43180"/>
                  </a:cubicBezTo>
                  <a:close/>
                  <a:moveTo>
                    <a:pt x="1949445" y="43180"/>
                  </a:moveTo>
                  <a:cubicBezTo>
                    <a:pt x="1947540" y="43180"/>
                    <a:pt x="1945635" y="43180"/>
                    <a:pt x="1944365" y="43815"/>
                  </a:cubicBezTo>
                  <a:cubicBezTo>
                    <a:pt x="1942460" y="43815"/>
                    <a:pt x="1941190" y="45085"/>
                    <a:pt x="1939285" y="45720"/>
                  </a:cubicBezTo>
                  <a:cubicBezTo>
                    <a:pt x="1938015" y="46355"/>
                    <a:pt x="1936110" y="47625"/>
                    <a:pt x="1934840" y="48895"/>
                  </a:cubicBezTo>
                  <a:cubicBezTo>
                    <a:pt x="1933570" y="50165"/>
                    <a:pt x="1932300" y="51435"/>
                    <a:pt x="1931665" y="52705"/>
                  </a:cubicBezTo>
                  <a:lnTo>
                    <a:pt x="1931665" y="85725"/>
                  </a:lnTo>
                  <a:cubicBezTo>
                    <a:pt x="1931665" y="85725"/>
                    <a:pt x="1933570" y="88265"/>
                    <a:pt x="1934840" y="89535"/>
                  </a:cubicBezTo>
                  <a:cubicBezTo>
                    <a:pt x="1936110" y="90805"/>
                    <a:pt x="1937380" y="92075"/>
                    <a:pt x="1939285" y="92710"/>
                  </a:cubicBezTo>
                  <a:cubicBezTo>
                    <a:pt x="1941190" y="93980"/>
                    <a:pt x="1942460" y="94615"/>
                    <a:pt x="1944365" y="95250"/>
                  </a:cubicBezTo>
                  <a:cubicBezTo>
                    <a:pt x="1946270" y="95250"/>
                    <a:pt x="1948175" y="95885"/>
                    <a:pt x="1950080" y="95885"/>
                  </a:cubicBezTo>
                  <a:cubicBezTo>
                    <a:pt x="1955795" y="95885"/>
                    <a:pt x="1959605" y="93980"/>
                    <a:pt x="1962780" y="89535"/>
                  </a:cubicBezTo>
                  <a:cubicBezTo>
                    <a:pt x="1965955" y="85090"/>
                    <a:pt x="1967225" y="79375"/>
                    <a:pt x="1967225" y="71120"/>
                  </a:cubicBezTo>
                  <a:lnTo>
                    <a:pt x="1966590" y="71755"/>
                  </a:lnTo>
                  <a:cubicBezTo>
                    <a:pt x="1966590" y="62230"/>
                    <a:pt x="1965320" y="54610"/>
                    <a:pt x="1962145" y="50165"/>
                  </a:cubicBezTo>
                  <a:cubicBezTo>
                    <a:pt x="1958970" y="45720"/>
                    <a:pt x="1954525" y="43180"/>
                    <a:pt x="1949445" y="43180"/>
                  </a:cubicBezTo>
                  <a:close/>
                  <a:moveTo>
                    <a:pt x="1829431" y="43180"/>
                  </a:moveTo>
                  <a:cubicBezTo>
                    <a:pt x="1826891" y="43180"/>
                    <a:pt x="1824351" y="43180"/>
                    <a:pt x="1822446" y="44450"/>
                  </a:cubicBezTo>
                  <a:cubicBezTo>
                    <a:pt x="1820541" y="45085"/>
                    <a:pt x="1818636" y="46355"/>
                    <a:pt x="1817366" y="48260"/>
                  </a:cubicBezTo>
                  <a:cubicBezTo>
                    <a:pt x="1816096" y="50165"/>
                    <a:pt x="1814826" y="52070"/>
                    <a:pt x="1813556" y="54610"/>
                  </a:cubicBezTo>
                  <a:cubicBezTo>
                    <a:pt x="1812921" y="57150"/>
                    <a:pt x="1811651" y="59690"/>
                    <a:pt x="1811651" y="62865"/>
                  </a:cubicBezTo>
                  <a:lnTo>
                    <a:pt x="1847846" y="62865"/>
                  </a:lnTo>
                  <a:cubicBezTo>
                    <a:pt x="1847846" y="62865"/>
                    <a:pt x="1847211" y="57785"/>
                    <a:pt x="1846576" y="55245"/>
                  </a:cubicBezTo>
                  <a:cubicBezTo>
                    <a:pt x="1845941" y="52705"/>
                    <a:pt x="1844671" y="50800"/>
                    <a:pt x="1843401" y="48895"/>
                  </a:cubicBezTo>
                  <a:cubicBezTo>
                    <a:pt x="1842131" y="46990"/>
                    <a:pt x="1840226" y="45720"/>
                    <a:pt x="1837686" y="44450"/>
                  </a:cubicBezTo>
                  <a:cubicBezTo>
                    <a:pt x="1835146" y="43180"/>
                    <a:pt x="1832606" y="43180"/>
                    <a:pt x="1829431" y="43180"/>
                  </a:cubicBezTo>
                  <a:close/>
                  <a:moveTo>
                    <a:pt x="1178561" y="43180"/>
                  </a:moveTo>
                  <a:cubicBezTo>
                    <a:pt x="1176021" y="43180"/>
                    <a:pt x="1173481" y="43180"/>
                    <a:pt x="1171576" y="44450"/>
                  </a:cubicBezTo>
                  <a:cubicBezTo>
                    <a:pt x="1169671" y="45085"/>
                    <a:pt x="1167766" y="46355"/>
                    <a:pt x="1166496" y="48260"/>
                  </a:cubicBezTo>
                  <a:cubicBezTo>
                    <a:pt x="1165226" y="50165"/>
                    <a:pt x="1163956" y="52070"/>
                    <a:pt x="1162686" y="54610"/>
                  </a:cubicBezTo>
                  <a:cubicBezTo>
                    <a:pt x="1162051" y="57150"/>
                    <a:pt x="1160781" y="59690"/>
                    <a:pt x="1160781" y="62865"/>
                  </a:cubicBezTo>
                  <a:lnTo>
                    <a:pt x="1196976" y="62865"/>
                  </a:lnTo>
                  <a:cubicBezTo>
                    <a:pt x="1196976" y="62865"/>
                    <a:pt x="1196341" y="57785"/>
                    <a:pt x="1195706" y="55245"/>
                  </a:cubicBezTo>
                  <a:cubicBezTo>
                    <a:pt x="1195071" y="52705"/>
                    <a:pt x="1193801" y="50800"/>
                    <a:pt x="1192531" y="48895"/>
                  </a:cubicBezTo>
                  <a:cubicBezTo>
                    <a:pt x="1191261" y="46990"/>
                    <a:pt x="1189356" y="45720"/>
                    <a:pt x="1186816" y="44450"/>
                  </a:cubicBezTo>
                  <a:cubicBezTo>
                    <a:pt x="1184276" y="43180"/>
                    <a:pt x="1181736" y="43180"/>
                    <a:pt x="1178561" y="43180"/>
                  </a:cubicBezTo>
                  <a:close/>
                  <a:moveTo>
                    <a:pt x="898525" y="43180"/>
                  </a:moveTo>
                  <a:cubicBezTo>
                    <a:pt x="895985" y="43180"/>
                    <a:pt x="893445" y="43180"/>
                    <a:pt x="891540" y="44450"/>
                  </a:cubicBezTo>
                  <a:cubicBezTo>
                    <a:pt x="889635" y="45085"/>
                    <a:pt x="887730" y="46355"/>
                    <a:pt x="886460" y="48260"/>
                  </a:cubicBezTo>
                  <a:cubicBezTo>
                    <a:pt x="885190" y="50165"/>
                    <a:pt x="883920" y="52070"/>
                    <a:pt x="882650" y="54610"/>
                  </a:cubicBezTo>
                  <a:cubicBezTo>
                    <a:pt x="882015" y="57150"/>
                    <a:pt x="881380" y="59690"/>
                    <a:pt x="880745" y="62865"/>
                  </a:cubicBezTo>
                  <a:lnTo>
                    <a:pt x="916940" y="62865"/>
                  </a:lnTo>
                  <a:cubicBezTo>
                    <a:pt x="916940" y="62865"/>
                    <a:pt x="916305" y="57785"/>
                    <a:pt x="915670" y="55245"/>
                  </a:cubicBezTo>
                  <a:cubicBezTo>
                    <a:pt x="915035" y="52705"/>
                    <a:pt x="913765" y="50800"/>
                    <a:pt x="912495" y="48895"/>
                  </a:cubicBezTo>
                  <a:cubicBezTo>
                    <a:pt x="911225" y="46990"/>
                    <a:pt x="909320" y="45720"/>
                    <a:pt x="906780" y="44450"/>
                  </a:cubicBezTo>
                  <a:cubicBezTo>
                    <a:pt x="904240" y="43180"/>
                    <a:pt x="901700" y="43180"/>
                    <a:pt x="898525" y="43180"/>
                  </a:cubicBezTo>
                  <a:close/>
                  <a:moveTo>
                    <a:pt x="584834" y="43180"/>
                  </a:moveTo>
                  <a:cubicBezTo>
                    <a:pt x="582294" y="43180"/>
                    <a:pt x="579754" y="43180"/>
                    <a:pt x="577849" y="44450"/>
                  </a:cubicBezTo>
                  <a:cubicBezTo>
                    <a:pt x="575944" y="45085"/>
                    <a:pt x="574039" y="46355"/>
                    <a:pt x="572769" y="48260"/>
                  </a:cubicBezTo>
                  <a:cubicBezTo>
                    <a:pt x="571499" y="50165"/>
                    <a:pt x="570229" y="52070"/>
                    <a:pt x="568959" y="54610"/>
                  </a:cubicBezTo>
                  <a:cubicBezTo>
                    <a:pt x="568324" y="57150"/>
                    <a:pt x="567689" y="59690"/>
                    <a:pt x="567054" y="62865"/>
                  </a:cubicBezTo>
                  <a:lnTo>
                    <a:pt x="603249" y="62865"/>
                  </a:lnTo>
                  <a:cubicBezTo>
                    <a:pt x="603249" y="62865"/>
                    <a:pt x="602614" y="57785"/>
                    <a:pt x="601979" y="55245"/>
                  </a:cubicBezTo>
                  <a:cubicBezTo>
                    <a:pt x="601344" y="52705"/>
                    <a:pt x="600074" y="50800"/>
                    <a:pt x="598804" y="48895"/>
                  </a:cubicBezTo>
                  <a:cubicBezTo>
                    <a:pt x="597534" y="46990"/>
                    <a:pt x="595629" y="45720"/>
                    <a:pt x="593089" y="44450"/>
                  </a:cubicBezTo>
                  <a:cubicBezTo>
                    <a:pt x="590549" y="43180"/>
                    <a:pt x="588009" y="43180"/>
                    <a:pt x="584834" y="43180"/>
                  </a:cubicBezTo>
                  <a:close/>
                  <a:moveTo>
                    <a:pt x="398145" y="43180"/>
                  </a:moveTo>
                  <a:cubicBezTo>
                    <a:pt x="395605" y="43180"/>
                    <a:pt x="393065" y="43180"/>
                    <a:pt x="391160" y="44450"/>
                  </a:cubicBezTo>
                  <a:cubicBezTo>
                    <a:pt x="389255" y="45085"/>
                    <a:pt x="387350" y="46355"/>
                    <a:pt x="386080" y="48260"/>
                  </a:cubicBezTo>
                  <a:cubicBezTo>
                    <a:pt x="384810" y="50165"/>
                    <a:pt x="383540" y="52070"/>
                    <a:pt x="382270" y="54610"/>
                  </a:cubicBezTo>
                  <a:cubicBezTo>
                    <a:pt x="381635" y="57150"/>
                    <a:pt x="380365" y="59690"/>
                    <a:pt x="380365" y="62865"/>
                  </a:cubicBezTo>
                  <a:lnTo>
                    <a:pt x="416560" y="62865"/>
                  </a:lnTo>
                  <a:cubicBezTo>
                    <a:pt x="416560" y="62865"/>
                    <a:pt x="415925" y="57785"/>
                    <a:pt x="415290" y="55245"/>
                  </a:cubicBezTo>
                  <a:cubicBezTo>
                    <a:pt x="414655" y="52705"/>
                    <a:pt x="413385" y="50800"/>
                    <a:pt x="412115" y="48895"/>
                  </a:cubicBezTo>
                  <a:cubicBezTo>
                    <a:pt x="410845" y="46990"/>
                    <a:pt x="408940" y="45720"/>
                    <a:pt x="406400" y="44450"/>
                  </a:cubicBezTo>
                  <a:cubicBezTo>
                    <a:pt x="403860" y="43180"/>
                    <a:pt x="401320" y="43180"/>
                    <a:pt x="398145" y="43180"/>
                  </a:cubicBezTo>
                  <a:close/>
                  <a:moveTo>
                    <a:pt x="320039" y="43180"/>
                  </a:moveTo>
                  <a:cubicBezTo>
                    <a:pt x="318134" y="43180"/>
                    <a:pt x="316229" y="43180"/>
                    <a:pt x="314959" y="43815"/>
                  </a:cubicBezTo>
                  <a:cubicBezTo>
                    <a:pt x="313054" y="43815"/>
                    <a:pt x="311784" y="45085"/>
                    <a:pt x="309879" y="45720"/>
                  </a:cubicBezTo>
                  <a:cubicBezTo>
                    <a:pt x="308609" y="46355"/>
                    <a:pt x="306704" y="47625"/>
                    <a:pt x="305434" y="48895"/>
                  </a:cubicBezTo>
                  <a:cubicBezTo>
                    <a:pt x="304164" y="50165"/>
                    <a:pt x="302894" y="51435"/>
                    <a:pt x="302259" y="52705"/>
                  </a:cubicBezTo>
                  <a:lnTo>
                    <a:pt x="302259" y="85725"/>
                  </a:lnTo>
                  <a:cubicBezTo>
                    <a:pt x="302259" y="85725"/>
                    <a:pt x="304164" y="88265"/>
                    <a:pt x="305434" y="89535"/>
                  </a:cubicBezTo>
                  <a:cubicBezTo>
                    <a:pt x="306704" y="90805"/>
                    <a:pt x="307974" y="92075"/>
                    <a:pt x="309879" y="92710"/>
                  </a:cubicBezTo>
                  <a:cubicBezTo>
                    <a:pt x="311784" y="93980"/>
                    <a:pt x="313054" y="94615"/>
                    <a:pt x="314959" y="95250"/>
                  </a:cubicBezTo>
                  <a:cubicBezTo>
                    <a:pt x="316864" y="95250"/>
                    <a:pt x="318769" y="95885"/>
                    <a:pt x="320674" y="95885"/>
                  </a:cubicBezTo>
                  <a:cubicBezTo>
                    <a:pt x="326389" y="95885"/>
                    <a:pt x="330199" y="93980"/>
                    <a:pt x="333374" y="89535"/>
                  </a:cubicBezTo>
                  <a:cubicBezTo>
                    <a:pt x="336549" y="85090"/>
                    <a:pt x="337819" y="79375"/>
                    <a:pt x="337819" y="71120"/>
                  </a:cubicBezTo>
                  <a:lnTo>
                    <a:pt x="337184" y="71755"/>
                  </a:lnTo>
                  <a:cubicBezTo>
                    <a:pt x="337184" y="62230"/>
                    <a:pt x="335914" y="54610"/>
                    <a:pt x="332739" y="50165"/>
                  </a:cubicBezTo>
                  <a:cubicBezTo>
                    <a:pt x="329564" y="45720"/>
                    <a:pt x="325119" y="43180"/>
                    <a:pt x="320039" y="43180"/>
                  </a:cubicBezTo>
                  <a:close/>
                  <a:moveTo>
                    <a:pt x="200025" y="43180"/>
                  </a:moveTo>
                  <a:cubicBezTo>
                    <a:pt x="197485" y="43180"/>
                    <a:pt x="194945" y="43180"/>
                    <a:pt x="193040" y="44450"/>
                  </a:cubicBezTo>
                  <a:cubicBezTo>
                    <a:pt x="191135" y="45085"/>
                    <a:pt x="189230" y="46355"/>
                    <a:pt x="187960" y="48260"/>
                  </a:cubicBezTo>
                  <a:cubicBezTo>
                    <a:pt x="186690" y="50165"/>
                    <a:pt x="185420" y="52070"/>
                    <a:pt x="184150" y="54610"/>
                  </a:cubicBezTo>
                  <a:cubicBezTo>
                    <a:pt x="183515" y="57150"/>
                    <a:pt x="182880" y="59690"/>
                    <a:pt x="182245" y="62865"/>
                  </a:cubicBezTo>
                  <a:lnTo>
                    <a:pt x="218440" y="62865"/>
                  </a:lnTo>
                  <a:cubicBezTo>
                    <a:pt x="218440" y="62865"/>
                    <a:pt x="217805" y="57785"/>
                    <a:pt x="217170" y="55245"/>
                  </a:cubicBezTo>
                  <a:cubicBezTo>
                    <a:pt x="216535" y="52705"/>
                    <a:pt x="215265" y="50800"/>
                    <a:pt x="213995" y="48895"/>
                  </a:cubicBezTo>
                  <a:cubicBezTo>
                    <a:pt x="212725" y="46990"/>
                    <a:pt x="210820" y="45720"/>
                    <a:pt x="208280" y="44450"/>
                  </a:cubicBezTo>
                  <a:cubicBezTo>
                    <a:pt x="205740" y="43180"/>
                    <a:pt x="203200" y="43180"/>
                    <a:pt x="200025" y="43180"/>
                  </a:cubicBezTo>
                  <a:close/>
                  <a:moveTo>
                    <a:pt x="4439281" y="43179"/>
                  </a:moveTo>
                  <a:cubicBezTo>
                    <a:pt x="4433566" y="43179"/>
                    <a:pt x="4429756" y="45084"/>
                    <a:pt x="4426581" y="49529"/>
                  </a:cubicBezTo>
                  <a:cubicBezTo>
                    <a:pt x="4423406" y="53974"/>
                    <a:pt x="4422136" y="59689"/>
                    <a:pt x="4422136" y="67944"/>
                  </a:cubicBezTo>
                  <a:cubicBezTo>
                    <a:pt x="4422136" y="73024"/>
                    <a:pt x="4422136" y="76834"/>
                    <a:pt x="4423406" y="80644"/>
                  </a:cubicBezTo>
                  <a:cubicBezTo>
                    <a:pt x="4424041" y="84454"/>
                    <a:pt x="4425311" y="86994"/>
                    <a:pt x="4426581" y="89534"/>
                  </a:cubicBezTo>
                  <a:cubicBezTo>
                    <a:pt x="4427851" y="92074"/>
                    <a:pt x="4429756" y="93344"/>
                    <a:pt x="4432296" y="94614"/>
                  </a:cubicBezTo>
                  <a:cubicBezTo>
                    <a:pt x="4434201" y="95884"/>
                    <a:pt x="4436741" y="96519"/>
                    <a:pt x="4439916" y="96519"/>
                  </a:cubicBezTo>
                  <a:cubicBezTo>
                    <a:pt x="4441821" y="96519"/>
                    <a:pt x="4443726" y="96519"/>
                    <a:pt x="4444996" y="95884"/>
                  </a:cubicBezTo>
                  <a:cubicBezTo>
                    <a:pt x="4446901" y="95884"/>
                    <a:pt x="4448171" y="94614"/>
                    <a:pt x="4450076" y="93344"/>
                  </a:cubicBezTo>
                  <a:cubicBezTo>
                    <a:pt x="4451346" y="92709"/>
                    <a:pt x="4453251" y="91439"/>
                    <a:pt x="4454521" y="90169"/>
                  </a:cubicBezTo>
                  <a:cubicBezTo>
                    <a:pt x="4455791" y="88899"/>
                    <a:pt x="4457061" y="87629"/>
                    <a:pt x="4457696" y="86359"/>
                  </a:cubicBezTo>
                  <a:lnTo>
                    <a:pt x="4457696" y="53339"/>
                  </a:lnTo>
                  <a:cubicBezTo>
                    <a:pt x="4457696" y="53339"/>
                    <a:pt x="4455791" y="50799"/>
                    <a:pt x="4454521" y="49529"/>
                  </a:cubicBezTo>
                  <a:cubicBezTo>
                    <a:pt x="4453251" y="48259"/>
                    <a:pt x="4451981" y="46989"/>
                    <a:pt x="4450076" y="46354"/>
                  </a:cubicBezTo>
                  <a:cubicBezTo>
                    <a:pt x="4448806" y="45084"/>
                    <a:pt x="4446901" y="44449"/>
                    <a:pt x="4444996" y="43814"/>
                  </a:cubicBezTo>
                  <a:cubicBezTo>
                    <a:pt x="4443091" y="43814"/>
                    <a:pt x="4441186" y="43179"/>
                    <a:pt x="4439281" y="43179"/>
                  </a:cubicBezTo>
                  <a:close/>
                  <a:moveTo>
                    <a:pt x="1014731" y="43179"/>
                  </a:moveTo>
                  <a:cubicBezTo>
                    <a:pt x="1009016" y="43179"/>
                    <a:pt x="1005206" y="45084"/>
                    <a:pt x="1002032" y="49529"/>
                  </a:cubicBezTo>
                  <a:cubicBezTo>
                    <a:pt x="998856" y="53974"/>
                    <a:pt x="997587" y="59689"/>
                    <a:pt x="997587" y="67944"/>
                  </a:cubicBezTo>
                  <a:cubicBezTo>
                    <a:pt x="997587" y="77469"/>
                    <a:pt x="998856" y="84454"/>
                    <a:pt x="1002032" y="88899"/>
                  </a:cubicBezTo>
                  <a:cubicBezTo>
                    <a:pt x="1005206" y="93979"/>
                    <a:pt x="1009016" y="95884"/>
                    <a:pt x="1015367" y="95884"/>
                  </a:cubicBezTo>
                  <a:cubicBezTo>
                    <a:pt x="1018541" y="95884"/>
                    <a:pt x="1022352" y="95249"/>
                    <a:pt x="1024891" y="93344"/>
                  </a:cubicBezTo>
                  <a:cubicBezTo>
                    <a:pt x="1028067" y="91439"/>
                    <a:pt x="1030607" y="88899"/>
                    <a:pt x="1033147" y="86359"/>
                  </a:cubicBezTo>
                  <a:lnTo>
                    <a:pt x="1033147" y="53339"/>
                  </a:lnTo>
                  <a:cubicBezTo>
                    <a:pt x="1033147" y="53339"/>
                    <a:pt x="1031242" y="50799"/>
                    <a:pt x="1029971" y="49529"/>
                  </a:cubicBezTo>
                  <a:cubicBezTo>
                    <a:pt x="1028702" y="48259"/>
                    <a:pt x="1027431" y="46989"/>
                    <a:pt x="1025526" y="46354"/>
                  </a:cubicBezTo>
                  <a:cubicBezTo>
                    <a:pt x="1023621" y="45084"/>
                    <a:pt x="1022352" y="44449"/>
                    <a:pt x="1020446" y="43814"/>
                  </a:cubicBezTo>
                  <a:cubicBezTo>
                    <a:pt x="1018541" y="43179"/>
                    <a:pt x="1016636" y="43179"/>
                    <a:pt x="1014731" y="43179"/>
                  </a:cubicBezTo>
                  <a:close/>
                  <a:moveTo>
                    <a:pt x="4524370" y="31114"/>
                  </a:moveTo>
                  <a:lnTo>
                    <a:pt x="4538975" y="31114"/>
                  </a:lnTo>
                  <a:lnTo>
                    <a:pt x="4552310" y="84454"/>
                  </a:lnTo>
                  <a:lnTo>
                    <a:pt x="4566915" y="31114"/>
                  </a:lnTo>
                  <a:lnTo>
                    <a:pt x="4579615" y="31114"/>
                  </a:lnTo>
                  <a:lnTo>
                    <a:pt x="4594220" y="84454"/>
                  </a:lnTo>
                  <a:lnTo>
                    <a:pt x="4606920" y="31114"/>
                  </a:lnTo>
                  <a:lnTo>
                    <a:pt x="4622160" y="31114"/>
                  </a:lnTo>
                  <a:lnTo>
                    <a:pt x="4600570" y="108584"/>
                  </a:lnTo>
                  <a:lnTo>
                    <a:pt x="4587235" y="108584"/>
                  </a:lnTo>
                  <a:lnTo>
                    <a:pt x="4572630" y="54609"/>
                  </a:lnTo>
                  <a:lnTo>
                    <a:pt x="4558660" y="108584"/>
                  </a:lnTo>
                  <a:lnTo>
                    <a:pt x="4545325" y="108584"/>
                  </a:lnTo>
                  <a:close/>
                  <a:moveTo>
                    <a:pt x="4123686" y="31114"/>
                  </a:moveTo>
                  <a:lnTo>
                    <a:pt x="4138926" y="31114"/>
                  </a:lnTo>
                  <a:lnTo>
                    <a:pt x="4152261" y="84454"/>
                  </a:lnTo>
                  <a:lnTo>
                    <a:pt x="4166866" y="31114"/>
                  </a:lnTo>
                  <a:lnTo>
                    <a:pt x="4178931" y="31114"/>
                  </a:lnTo>
                  <a:lnTo>
                    <a:pt x="4193536" y="84454"/>
                  </a:lnTo>
                  <a:lnTo>
                    <a:pt x="4206871" y="31114"/>
                  </a:lnTo>
                  <a:lnTo>
                    <a:pt x="4222111" y="31114"/>
                  </a:lnTo>
                  <a:lnTo>
                    <a:pt x="4200521" y="108584"/>
                  </a:lnTo>
                  <a:lnTo>
                    <a:pt x="4187186" y="108584"/>
                  </a:lnTo>
                  <a:lnTo>
                    <a:pt x="4172581" y="54609"/>
                  </a:lnTo>
                  <a:lnTo>
                    <a:pt x="4157976" y="108584"/>
                  </a:lnTo>
                  <a:lnTo>
                    <a:pt x="4145276" y="108584"/>
                  </a:lnTo>
                  <a:close/>
                  <a:moveTo>
                    <a:pt x="2837811" y="31114"/>
                  </a:moveTo>
                  <a:lnTo>
                    <a:pt x="2852416" y="31114"/>
                  </a:lnTo>
                  <a:lnTo>
                    <a:pt x="2865751" y="84454"/>
                  </a:lnTo>
                  <a:lnTo>
                    <a:pt x="2880356" y="31114"/>
                  </a:lnTo>
                  <a:lnTo>
                    <a:pt x="2893056" y="31114"/>
                  </a:lnTo>
                  <a:lnTo>
                    <a:pt x="2907661" y="84454"/>
                  </a:lnTo>
                  <a:lnTo>
                    <a:pt x="2920361" y="31114"/>
                  </a:lnTo>
                  <a:lnTo>
                    <a:pt x="2935601" y="31114"/>
                  </a:lnTo>
                  <a:lnTo>
                    <a:pt x="2914011" y="108584"/>
                  </a:lnTo>
                  <a:lnTo>
                    <a:pt x="2900676" y="108584"/>
                  </a:lnTo>
                  <a:lnTo>
                    <a:pt x="2886706" y="54609"/>
                  </a:lnTo>
                  <a:lnTo>
                    <a:pt x="2872101" y="108584"/>
                  </a:lnTo>
                  <a:lnTo>
                    <a:pt x="2858766" y="108584"/>
                  </a:lnTo>
                  <a:close/>
                  <a:moveTo>
                    <a:pt x="1354455" y="31114"/>
                  </a:moveTo>
                  <a:lnTo>
                    <a:pt x="1369695" y="31114"/>
                  </a:lnTo>
                  <a:lnTo>
                    <a:pt x="1369695" y="109219"/>
                  </a:lnTo>
                  <a:lnTo>
                    <a:pt x="1354455" y="109219"/>
                  </a:lnTo>
                  <a:close/>
                  <a:moveTo>
                    <a:pt x="2646040" y="29844"/>
                  </a:moveTo>
                  <a:cubicBezTo>
                    <a:pt x="2650485" y="29844"/>
                    <a:pt x="2654295" y="29844"/>
                    <a:pt x="2658105" y="31749"/>
                  </a:cubicBezTo>
                  <a:cubicBezTo>
                    <a:pt x="2661915" y="33019"/>
                    <a:pt x="2665090" y="34289"/>
                    <a:pt x="2667630" y="36829"/>
                  </a:cubicBezTo>
                  <a:cubicBezTo>
                    <a:pt x="2670170" y="38734"/>
                    <a:pt x="2672075" y="41909"/>
                    <a:pt x="2673345" y="45084"/>
                  </a:cubicBezTo>
                  <a:cubicBezTo>
                    <a:pt x="2674615" y="48259"/>
                    <a:pt x="2675250" y="52069"/>
                    <a:pt x="2675250" y="56514"/>
                  </a:cubicBezTo>
                  <a:lnTo>
                    <a:pt x="2675250" y="109854"/>
                  </a:lnTo>
                  <a:lnTo>
                    <a:pt x="2660010" y="109854"/>
                  </a:lnTo>
                  <a:lnTo>
                    <a:pt x="2660010" y="108584"/>
                  </a:lnTo>
                  <a:lnTo>
                    <a:pt x="2660010" y="100964"/>
                  </a:lnTo>
                  <a:cubicBezTo>
                    <a:pt x="2660010" y="100964"/>
                    <a:pt x="2656200" y="104139"/>
                    <a:pt x="2654930" y="104774"/>
                  </a:cubicBezTo>
                  <a:cubicBezTo>
                    <a:pt x="2653660" y="105409"/>
                    <a:pt x="2652390" y="106679"/>
                    <a:pt x="2651120" y="107314"/>
                  </a:cubicBezTo>
                  <a:cubicBezTo>
                    <a:pt x="2649850" y="107949"/>
                    <a:pt x="2647945" y="108584"/>
                    <a:pt x="2646040" y="109219"/>
                  </a:cubicBezTo>
                  <a:cubicBezTo>
                    <a:pt x="2644135" y="109219"/>
                    <a:pt x="2641595" y="109854"/>
                    <a:pt x="2639055" y="109854"/>
                  </a:cubicBezTo>
                  <a:cubicBezTo>
                    <a:pt x="2635880" y="109854"/>
                    <a:pt x="2632705" y="109854"/>
                    <a:pt x="2629530" y="108584"/>
                  </a:cubicBezTo>
                  <a:cubicBezTo>
                    <a:pt x="2626355" y="107949"/>
                    <a:pt x="2623180" y="106044"/>
                    <a:pt x="2620640" y="104139"/>
                  </a:cubicBezTo>
                  <a:cubicBezTo>
                    <a:pt x="2618100" y="102234"/>
                    <a:pt x="2616195" y="99059"/>
                    <a:pt x="2614290" y="95884"/>
                  </a:cubicBezTo>
                  <a:cubicBezTo>
                    <a:pt x="2612385" y="92709"/>
                    <a:pt x="2611750" y="88264"/>
                    <a:pt x="2611750" y="83819"/>
                  </a:cubicBezTo>
                  <a:cubicBezTo>
                    <a:pt x="2611750" y="79374"/>
                    <a:pt x="2612385" y="75564"/>
                    <a:pt x="2614290" y="72389"/>
                  </a:cubicBezTo>
                  <a:cubicBezTo>
                    <a:pt x="2615560" y="69214"/>
                    <a:pt x="2618100" y="66674"/>
                    <a:pt x="2620640" y="64769"/>
                  </a:cubicBezTo>
                  <a:cubicBezTo>
                    <a:pt x="2623180" y="62864"/>
                    <a:pt x="2626990" y="60959"/>
                    <a:pt x="2630800" y="60324"/>
                  </a:cubicBezTo>
                  <a:cubicBezTo>
                    <a:pt x="2634610" y="59054"/>
                    <a:pt x="2638420" y="59054"/>
                    <a:pt x="2642865" y="59054"/>
                  </a:cubicBezTo>
                  <a:cubicBezTo>
                    <a:pt x="2646675" y="59054"/>
                    <a:pt x="2650485" y="59054"/>
                    <a:pt x="2653025" y="59689"/>
                  </a:cubicBezTo>
                  <a:cubicBezTo>
                    <a:pt x="2655565" y="59689"/>
                    <a:pt x="2658105" y="60959"/>
                    <a:pt x="2660010" y="61594"/>
                  </a:cubicBezTo>
                  <a:lnTo>
                    <a:pt x="2660010" y="55879"/>
                  </a:lnTo>
                  <a:cubicBezTo>
                    <a:pt x="2660010" y="51434"/>
                    <a:pt x="2658740" y="48259"/>
                    <a:pt x="2656200" y="46354"/>
                  </a:cubicBezTo>
                  <a:cubicBezTo>
                    <a:pt x="2653660" y="43814"/>
                    <a:pt x="2649850" y="43179"/>
                    <a:pt x="2645405" y="43179"/>
                  </a:cubicBezTo>
                  <a:cubicBezTo>
                    <a:pt x="2641595" y="43179"/>
                    <a:pt x="2637785" y="43179"/>
                    <a:pt x="2634610" y="44449"/>
                  </a:cubicBezTo>
                  <a:cubicBezTo>
                    <a:pt x="2631435" y="45084"/>
                    <a:pt x="2628260" y="46354"/>
                    <a:pt x="2625085" y="48259"/>
                  </a:cubicBezTo>
                  <a:lnTo>
                    <a:pt x="2619370" y="36829"/>
                  </a:lnTo>
                  <a:cubicBezTo>
                    <a:pt x="2623180" y="34289"/>
                    <a:pt x="2626990" y="33019"/>
                    <a:pt x="2631435" y="31749"/>
                  </a:cubicBezTo>
                  <a:cubicBezTo>
                    <a:pt x="2635880" y="30479"/>
                    <a:pt x="2640325" y="29844"/>
                    <a:pt x="2646040" y="29844"/>
                  </a:cubicBezTo>
                  <a:close/>
                  <a:moveTo>
                    <a:pt x="1114426" y="29844"/>
                  </a:moveTo>
                  <a:lnTo>
                    <a:pt x="1129666" y="29844"/>
                  </a:lnTo>
                  <a:lnTo>
                    <a:pt x="1129666" y="107949"/>
                  </a:lnTo>
                  <a:lnTo>
                    <a:pt x="1114426" y="107949"/>
                  </a:lnTo>
                  <a:lnTo>
                    <a:pt x="1114426" y="100964"/>
                  </a:lnTo>
                  <a:cubicBezTo>
                    <a:pt x="1114426" y="100964"/>
                    <a:pt x="1109981" y="106044"/>
                    <a:pt x="1106171" y="107314"/>
                  </a:cubicBezTo>
                  <a:cubicBezTo>
                    <a:pt x="1102996" y="109219"/>
                    <a:pt x="1098551" y="109854"/>
                    <a:pt x="1094741" y="109854"/>
                  </a:cubicBezTo>
                  <a:cubicBezTo>
                    <a:pt x="1085851" y="109854"/>
                    <a:pt x="1078866" y="106679"/>
                    <a:pt x="1073786" y="100964"/>
                  </a:cubicBezTo>
                  <a:cubicBezTo>
                    <a:pt x="1069341" y="95249"/>
                    <a:pt x="1066800" y="86359"/>
                    <a:pt x="1066800" y="74929"/>
                  </a:cubicBezTo>
                  <a:lnTo>
                    <a:pt x="1066800" y="30479"/>
                  </a:lnTo>
                  <a:lnTo>
                    <a:pt x="1082040" y="30479"/>
                  </a:lnTo>
                  <a:lnTo>
                    <a:pt x="1082040" y="74294"/>
                  </a:lnTo>
                  <a:cubicBezTo>
                    <a:pt x="1082040" y="81279"/>
                    <a:pt x="1083311" y="86994"/>
                    <a:pt x="1085851" y="90169"/>
                  </a:cubicBezTo>
                  <a:cubicBezTo>
                    <a:pt x="1088390" y="93979"/>
                    <a:pt x="1092201" y="95249"/>
                    <a:pt x="1097916" y="95249"/>
                  </a:cubicBezTo>
                  <a:cubicBezTo>
                    <a:pt x="1102996" y="95249"/>
                    <a:pt x="1106806" y="93344"/>
                    <a:pt x="1109981" y="90169"/>
                  </a:cubicBezTo>
                  <a:cubicBezTo>
                    <a:pt x="1112521" y="86994"/>
                    <a:pt x="1114426" y="81914"/>
                    <a:pt x="1114426" y="75564"/>
                  </a:cubicBezTo>
                  <a:close/>
                  <a:moveTo>
                    <a:pt x="1011556" y="29844"/>
                  </a:moveTo>
                  <a:cubicBezTo>
                    <a:pt x="1013461" y="29844"/>
                    <a:pt x="1015367" y="29844"/>
                    <a:pt x="1017272" y="30479"/>
                  </a:cubicBezTo>
                  <a:cubicBezTo>
                    <a:pt x="1019176" y="30479"/>
                    <a:pt x="1021081" y="31749"/>
                    <a:pt x="1022352" y="32384"/>
                  </a:cubicBezTo>
                  <a:cubicBezTo>
                    <a:pt x="1024257" y="33019"/>
                    <a:pt x="1025526" y="34289"/>
                    <a:pt x="1026797" y="35559"/>
                  </a:cubicBezTo>
                  <a:cubicBezTo>
                    <a:pt x="1028067" y="36829"/>
                    <a:pt x="1029336" y="37464"/>
                    <a:pt x="1030607" y="38734"/>
                  </a:cubicBezTo>
                  <a:lnTo>
                    <a:pt x="1030607" y="31749"/>
                  </a:lnTo>
                  <a:lnTo>
                    <a:pt x="1045847" y="31749"/>
                  </a:lnTo>
                  <a:lnTo>
                    <a:pt x="1045847" y="130809"/>
                  </a:lnTo>
                  <a:lnTo>
                    <a:pt x="1032512" y="137477"/>
                  </a:lnTo>
                  <a:lnTo>
                    <a:pt x="1032512" y="101599"/>
                  </a:lnTo>
                  <a:cubicBezTo>
                    <a:pt x="1032512" y="101599"/>
                    <a:pt x="1026797" y="106679"/>
                    <a:pt x="1022986" y="107949"/>
                  </a:cubicBezTo>
                  <a:cubicBezTo>
                    <a:pt x="1019812" y="109854"/>
                    <a:pt x="1016001" y="110489"/>
                    <a:pt x="1011556" y="110489"/>
                  </a:cubicBezTo>
                  <a:cubicBezTo>
                    <a:pt x="1007111" y="110489"/>
                    <a:pt x="1003301" y="109854"/>
                    <a:pt x="999491" y="107949"/>
                  </a:cubicBezTo>
                  <a:cubicBezTo>
                    <a:pt x="995681" y="106679"/>
                    <a:pt x="992506" y="104139"/>
                    <a:pt x="989966" y="100329"/>
                  </a:cubicBezTo>
                  <a:cubicBezTo>
                    <a:pt x="987426" y="97154"/>
                    <a:pt x="984886" y="92709"/>
                    <a:pt x="983616" y="87629"/>
                  </a:cubicBezTo>
                  <a:cubicBezTo>
                    <a:pt x="982346" y="82549"/>
                    <a:pt x="981076" y="76199"/>
                    <a:pt x="981076" y="68579"/>
                  </a:cubicBezTo>
                  <a:cubicBezTo>
                    <a:pt x="981076" y="61594"/>
                    <a:pt x="981711" y="55879"/>
                    <a:pt x="983616" y="51434"/>
                  </a:cubicBezTo>
                  <a:cubicBezTo>
                    <a:pt x="985521" y="46354"/>
                    <a:pt x="987426" y="42544"/>
                    <a:pt x="990601" y="39369"/>
                  </a:cubicBezTo>
                  <a:cubicBezTo>
                    <a:pt x="993142" y="36194"/>
                    <a:pt x="996951" y="33654"/>
                    <a:pt x="1000126" y="32384"/>
                  </a:cubicBezTo>
                  <a:cubicBezTo>
                    <a:pt x="1003937" y="31114"/>
                    <a:pt x="1007746" y="29844"/>
                    <a:pt x="1011556" y="29844"/>
                  </a:cubicBezTo>
                  <a:close/>
                  <a:moveTo>
                    <a:pt x="4871716" y="29210"/>
                  </a:moveTo>
                  <a:cubicBezTo>
                    <a:pt x="4876796" y="29210"/>
                    <a:pt x="4881241" y="29845"/>
                    <a:pt x="4885686" y="31750"/>
                  </a:cubicBezTo>
                  <a:cubicBezTo>
                    <a:pt x="4890131" y="33655"/>
                    <a:pt x="4894576" y="35560"/>
                    <a:pt x="4897751" y="38100"/>
                  </a:cubicBezTo>
                  <a:lnTo>
                    <a:pt x="4899021" y="38100"/>
                  </a:lnTo>
                  <a:lnTo>
                    <a:pt x="4892036" y="50165"/>
                  </a:lnTo>
                  <a:cubicBezTo>
                    <a:pt x="4888861" y="47625"/>
                    <a:pt x="4885686" y="46355"/>
                    <a:pt x="4882511" y="45085"/>
                  </a:cubicBezTo>
                  <a:cubicBezTo>
                    <a:pt x="4879336" y="43815"/>
                    <a:pt x="4875526" y="43180"/>
                    <a:pt x="4872351" y="43180"/>
                  </a:cubicBezTo>
                  <a:cubicBezTo>
                    <a:pt x="4869176" y="43180"/>
                    <a:pt x="4866001" y="43815"/>
                    <a:pt x="4864096" y="45085"/>
                  </a:cubicBezTo>
                  <a:cubicBezTo>
                    <a:pt x="4862191" y="46355"/>
                    <a:pt x="4861556" y="48260"/>
                    <a:pt x="4861556" y="50165"/>
                  </a:cubicBezTo>
                  <a:cubicBezTo>
                    <a:pt x="4861556" y="51435"/>
                    <a:pt x="4861556" y="52070"/>
                    <a:pt x="4861556" y="52705"/>
                  </a:cubicBezTo>
                  <a:cubicBezTo>
                    <a:pt x="4861556" y="53340"/>
                    <a:pt x="4862826" y="54610"/>
                    <a:pt x="4863461" y="55245"/>
                  </a:cubicBezTo>
                  <a:cubicBezTo>
                    <a:pt x="4864731" y="55880"/>
                    <a:pt x="4866001" y="57150"/>
                    <a:pt x="4867906" y="57785"/>
                  </a:cubicBezTo>
                  <a:cubicBezTo>
                    <a:pt x="4869811" y="59055"/>
                    <a:pt x="4872351" y="59690"/>
                    <a:pt x="4874891" y="60960"/>
                  </a:cubicBezTo>
                  <a:cubicBezTo>
                    <a:pt x="4879336" y="62865"/>
                    <a:pt x="4883146" y="64135"/>
                    <a:pt x="4886321" y="66040"/>
                  </a:cubicBezTo>
                  <a:cubicBezTo>
                    <a:pt x="4889496" y="67310"/>
                    <a:pt x="4892036" y="69215"/>
                    <a:pt x="4894576" y="71120"/>
                  </a:cubicBezTo>
                  <a:cubicBezTo>
                    <a:pt x="4896481" y="73025"/>
                    <a:pt x="4898386" y="75565"/>
                    <a:pt x="4899656" y="78105"/>
                  </a:cubicBezTo>
                  <a:cubicBezTo>
                    <a:pt x="4900926" y="80645"/>
                    <a:pt x="4901561" y="83820"/>
                    <a:pt x="4901561" y="87630"/>
                  </a:cubicBezTo>
                  <a:cubicBezTo>
                    <a:pt x="4901561" y="92075"/>
                    <a:pt x="4900926" y="95250"/>
                    <a:pt x="4899021" y="98425"/>
                  </a:cubicBezTo>
                  <a:cubicBezTo>
                    <a:pt x="4897116" y="101600"/>
                    <a:pt x="4895211" y="103505"/>
                    <a:pt x="4892671" y="105410"/>
                  </a:cubicBezTo>
                  <a:cubicBezTo>
                    <a:pt x="4890131" y="107315"/>
                    <a:pt x="4886956" y="108585"/>
                    <a:pt x="4883146" y="109220"/>
                  </a:cubicBezTo>
                  <a:cubicBezTo>
                    <a:pt x="4879336" y="109855"/>
                    <a:pt x="4876161" y="110490"/>
                    <a:pt x="4872351" y="110490"/>
                  </a:cubicBezTo>
                  <a:cubicBezTo>
                    <a:pt x="4867271" y="110490"/>
                    <a:pt x="4862191" y="109855"/>
                    <a:pt x="4857111" y="107950"/>
                  </a:cubicBezTo>
                  <a:cubicBezTo>
                    <a:pt x="4851396" y="106045"/>
                    <a:pt x="4846951" y="103505"/>
                    <a:pt x="4842506" y="100965"/>
                  </a:cubicBezTo>
                  <a:lnTo>
                    <a:pt x="4849491" y="89535"/>
                  </a:lnTo>
                  <a:cubicBezTo>
                    <a:pt x="4853301" y="92075"/>
                    <a:pt x="4857111" y="93980"/>
                    <a:pt x="4860921" y="95250"/>
                  </a:cubicBezTo>
                  <a:cubicBezTo>
                    <a:pt x="4864731" y="96520"/>
                    <a:pt x="4868541" y="97155"/>
                    <a:pt x="4872351" y="97155"/>
                  </a:cubicBezTo>
                  <a:cubicBezTo>
                    <a:pt x="4877431" y="97155"/>
                    <a:pt x="4880606" y="96520"/>
                    <a:pt x="4883146" y="94615"/>
                  </a:cubicBezTo>
                  <a:cubicBezTo>
                    <a:pt x="4885686" y="93345"/>
                    <a:pt x="4886321" y="90805"/>
                    <a:pt x="4886321" y="88265"/>
                  </a:cubicBezTo>
                  <a:cubicBezTo>
                    <a:pt x="4886321" y="86995"/>
                    <a:pt x="4886321" y="85725"/>
                    <a:pt x="4885051" y="84455"/>
                  </a:cubicBezTo>
                  <a:cubicBezTo>
                    <a:pt x="4884416" y="83185"/>
                    <a:pt x="4883146" y="82550"/>
                    <a:pt x="4881241" y="81280"/>
                  </a:cubicBezTo>
                  <a:cubicBezTo>
                    <a:pt x="4879971" y="80010"/>
                    <a:pt x="4878066" y="79375"/>
                    <a:pt x="4875526" y="78105"/>
                  </a:cubicBezTo>
                  <a:cubicBezTo>
                    <a:pt x="4872986" y="77470"/>
                    <a:pt x="4871081" y="76200"/>
                    <a:pt x="4867906" y="74930"/>
                  </a:cubicBezTo>
                  <a:cubicBezTo>
                    <a:pt x="4863461" y="73025"/>
                    <a:pt x="4860286" y="71755"/>
                    <a:pt x="4857111" y="69850"/>
                  </a:cubicBezTo>
                  <a:cubicBezTo>
                    <a:pt x="4853936" y="67945"/>
                    <a:pt x="4852031" y="66675"/>
                    <a:pt x="4850126" y="64770"/>
                  </a:cubicBezTo>
                  <a:cubicBezTo>
                    <a:pt x="4848221" y="62865"/>
                    <a:pt x="4846951" y="60960"/>
                    <a:pt x="4846316" y="58420"/>
                  </a:cubicBezTo>
                  <a:cubicBezTo>
                    <a:pt x="4845681" y="55880"/>
                    <a:pt x="4845046" y="53340"/>
                    <a:pt x="4845046" y="50165"/>
                  </a:cubicBezTo>
                  <a:cubicBezTo>
                    <a:pt x="4845046" y="46990"/>
                    <a:pt x="4845681" y="43815"/>
                    <a:pt x="4846951" y="40640"/>
                  </a:cubicBezTo>
                  <a:cubicBezTo>
                    <a:pt x="4848221" y="38100"/>
                    <a:pt x="4850126" y="35560"/>
                    <a:pt x="4852666" y="34290"/>
                  </a:cubicBezTo>
                  <a:cubicBezTo>
                    <a:pt x="4855206" y="32385"/>
                    <a:pt x="4857746" y="31115"/>
                    <a:pt x="4860921" y="30480"/>
                  </a:cubicBezTo>
                  <a:cubicBezTo>
                    <a:pt x="4864096" y="29845"/>
                    <a:pt x="4867906" y="29210"/>
                    <a:pt x="4871716" y="29210"/>
                  </a:cubicBezTo>
                  <a:close/>
                  <a:moveTo>
                    <a:pt x="4749796" y="29210"/>
                  </a:moveTo>
                  <a:cubicBezTo>
                    <a:pt x="4752971" y="29210"/>
                    <a:pt x="4755511" y="29210"/>
                    <a:pt x="4757416" y="29845"/>
                  </a:cubicBezTo>
                  <a:cubicBezTo>
                    <a:pt x="4759321" y="30480"/>
                    <a:pt x="4761226" y="31115"/>
                    <a:pt x="4763131" y="32385"/>
                  </a:cubicBezTo>
                  <a:lnTo>
                    <a:pt x="4759321" y="46990"/>
                  </a:lnTo>
                  <a:lnTo>
                    <a:pt x="4758051" y="46990"/>
                  </a:lnTo>
                  <a:cubicBezTo>
                    <a:pt x="4758051" y="46990"/>
                    <a:pt x="4754876" y="45085"/>
                    <a:pt x="4752971" y="45085"/>
                  </a:cubicBezTo>
                  <a:cubicBezTo>
                    <a:pt x="4751066" y="45085"/>
                    <a:pt x="4749161" y="44450"/>
                    <a:pt x="4746621" y="44450"/>
                  </a:cubicBezTo>
                  <a:cubicBezTo>
                    <a:pt x="4741541" y="44450"/>
                    <a:pt x="4737731" y="46355"/>
                    <a:pt x="4735191" y="49530"/>
                  </a:cubicBezTo>
                  <a:cubicBezTo>
                    <a:pt x="4732651" y="52705"/>
                    <a:pt x="4731381" y="57785"/>
                    <a:pt x="4731381" y="64770"/>
                  </a:cubicBezTo>
                  <a:lnTo>
                    <a:pt x="4731381" y="109220"/>
                  </a:lnTo>
                  <a:lnTo>
                    <a:pt x="4716141" y="109220"/>
                  </a:lnTo>
                  <a:lnTo>
                    <a:pt x="4716141" y="31115"/>
                  </a:lnTo>
                  <a:lnTo>
                    <a:pt x="4731381" y="31115"/>
                  </a:lnTo>
                  <a:lnTo>
                    <a:pt x="4731381" y="38735"/>
                  </a:lnTo>
                  <a:cubicBezTo>
                    <a:pt x="4731381" y="38735"/>
                    <a:pt x="4733286" y="36195"/>
                    <a:pt x="4734556" y="34925"/>
                  </a:cubicBezTo>
                  <a:cubicBezTo>
                    <a:pt x="4735826" y="33655"/>
                    <a:pt x="4737096" y="33020"/>
                    <a:pt x="4739001" y="31750"/>
                  </a:cubicBezTo>
                  <a:cubicBezTo>
                    <a:pt x="4740271" y="31115"/>
                    <a:pt x="4742176" y="30480"/>
                    <a:pt x="4744081" y="29845"/>
                  </a:cubicBezTo>
                  <a:cubicBezTo>
                    <a:pt x="4745986" y="29845"/>
                    <a:pt x="4747891" y="29210"/>
                    <a:pt x="4749796" y="29210"/>
                  </a:cubicBezTo>
                  <a:close/>
                  <a:moveTo>
                    <a:pt x="4349110" y="29210"/>
                  </a:moveTo>
                  <a:cubicBezTo>
                    <a:pt x="4352285" y="29210"/>
                    <a:pt x="4354825" y="29210"/>
                    <a:pt x="4356730" y="29845"/>
                  </a:cubicBezTo>
                  <a:cubicBezTo>
                    <a:pt x="4358635" y="29845"/>
                    <a:pt x="4360540" y="31115"/>
                    <a:pt x="4362445" y="32385"/>
                  </a:cubicBezTo>
                  <a:lnTo>
                    <a:pt x="4358635" y="46990"/>
                  </a:lnTo>
                  <a:lnTo>
                    <a:pt x="4357365" y="46990"/>
                  </a:lnTo>
                  <a:cubicBezTo>
                    <a:pt x="4357365" y="46990"/>
                    <a:pt x="4354190" y="45085"/>
                    <a:pt x="4352285" y="45085"/>
                  </a:cubicBezTo>
                  <a:cubicBezTo>
                    <a:pt x="4350380" y="45085"/>
                    <a:pt x="4348475" y="44450"/>
                    <a:pt x="4345935" y="44450"/>
                  </a:cubicBezTo>
                  <a:cubicBezTo>
                    <a:pt x="4340855" y="44450"/>
                    <a:pt x="4337045" y="46355"/>
                    <a:pt x="4334505" y="49530"/>
                  </a:cubicBezTo>
                  <a:cubicBezTo>
                    <a:pt x="4331965" y="52705"/>
                    <a:pt x="4330695" y="57785"/>
                    <a:pt x="4330695" y="64770"/>
                  </a:cubicBezTo>
                  <a:lnTo>
                    <a:pt x="4330695" y="109220"/>
                  </a:lnTo>
                  <a:lnTo>
                    <a:pt x="4315455" y="109220"/>
                  </a:lnTo>
                  <a:lnTo>
                    <a:pt x="4315455" y="31115"/>
                  </a:lnTo>
                  <a:lnTo>
                    <a:pt x="4330695" y="31115"/>
                  </a:lnTo>
                  <a:lnTo>
                    <a:pt x="4330695" y="38735"/>
                  </a:lnTo>
                  <a:cubicBezTo>
                    <a:pt x="4330695" y="38735"/>
                    <a:pt x="4332600" y="36195"/>
                    <a:pt x="4333870" y="34925"/>
                  </a:cubicBezTo>
                  <a:cubicBezTo>
                    <a:pt x="4335140" y="33655"/>
                    <a:pt x="4336410" y="33020"/>
                    <a:pt x="4338315" y="31750"/>
                  </a:cubicBezTo>
                  <a:cubicBezTo>
                    <a:pt x="4339585" y="31115"/>
                    <a:pt x="4341490" y="30480"/>
                    <a:pt x="4343395" y="29845"/>
                  </a:cubicBezTo>
                  <a:cubicBezTo>
                    <a:pt x="4345300" y="29845"/>
                    <a:pt x="4347205" y="29210"/>
                    <a:pt x="4349110" y="29210"/>
                  </a:cubicBezTo>
                  <a:close/>
                  <a:moveTo>
                    <a:pt x="4044310" y="29210"/>
                  </a:moveTo>
                  <a:cubicBezTo>
                    <a:pt x="4050025" y="29210"/>
                    <a:pt x="4054470" y="30480"/>
                    <a:pt x="4058915" y="32385"/>
                  </a:cubicBezTo>
                  <a:cubicBezTo>
                    <a:pt x="4062725" y="34290"/>
                    <a:pt x="4066535" y="37465"/>
                    <a:pt x="4069075" y="40640"/>
                  </a:cubicBezTo>
                  <a:cubicBezTo>
                    <a:pt x="4071615" y="44450"/>
                    <a:pt x="4073520" y="48260"/>
                    <a:pt x="4075425" y="53340"/>
                  </a:cubicBezTo>
                  <a:cubicBezTo>
                    <a:pt x="4076695" y="57785"/>
                    <a:pt x="4077330" y="62865"/>
                    <a:pt x="4077330" y="68580"/>
                  </a:cubicBezTo>
                  <a:lnTo>
                    <a:pt x="4076060" y="68580"/>
                  </a:lnTo>
                  <a:cubicBezTo>
                    <a:pt x="4076060" y="68580"/>
                    <a:pt x="4076060" y="71120"/>
                    <a:pt x="4076060" y="72390"/>
                  </a:cubicBezTo>
                  <a:cubicBezTo>
                    <a:pt x="4076060" y="73660"/>
                    <a:pt x="4076060" y="74295"/>
                    <a:pt x="4076060" y="75565"/>
                  </a:cubicBezTo>
                  <a:lnTo>
                    <a:pt x="4024625" y="75565"/>
                  </a:lnTo>
                  <a:cubicBezTo>
                    <a:pt x="4024625" y="79375"/>
                    <a:pt x="4025895" y="82550"/>
                    <a:pt x="4027165" y="85090"/>
                  </a:cubicBezTo>
                  <a:cubicBezTo>
                    <a:pt x="4028435" y="87630"/>
                    <a:pt x="4029705" y="90170"/>
                    <a:pt x="4031610" y="91440"/>
                  </a:cubicBezTo>
                  <a:cubicBezTo>
                    <a:pt x="4033515" y="93345"/>
                    <a:pt x="4035420" y="94615"/>
                    <a:pt x="4037325" y="95250"/>
                  </a:cubicBezTo>
                  <a:cubicBezTo>
                    <a:pt x="4039230" y="95885"/>
                    <a:pt x="4041770" y="96520"/>
                    <a:pt x="4044310" y="96520"/>
                  </a:cubicBezTo>
                  <a:cubicBezTo>
                    <a:pt x="4046215" y="96520"/>
                    <a:pt x="4047485" y="96520"/>
                    <a:pt x="4049390" y="96520"/>
                  </a:cubicBezTo>
                  <a:cubicBezTo>
                    <a:pt x="4050660" y="96520"/>
                    <a:pt x="4052565" y="95885"/>
                    <a:pt x="4053835" y="95250"/>
                  </a:cubicBezTo>
                  <a:cubicBezTo>
                    <a:pt x="4055105" y="95250"/>
                    <a:pt x="4056375" y="93980"/>
                    <a:pt x="4057645" y="93345"/>
                  </a:cubicBezTo>
                  <a:cubicBezTo>
                    <a:pt x="4058915" y="93345"/>
                    <a:pt x="4060185" y="92075"/>
                    <a:pt x="4062090" y="90805"/>
                  </a:cubicBezTo>
                  <a:lnTo>
                    <a:pt x="4070980" y="100330"/>
                  </a:lnTo>
                  <a:cubicBezTo>
                    <a:pt x="4070980" y="100330"/>
                    <a:pt x="4067170" y="103505"/>
                    <a:pt x="4065265" y="104775"/>
                  </a:cubicBezTo>
                  <a:cubicBezTo>
                    <a:pt x="4063360" y="106045"/>
                    <a:pt x="4061455" y="106680"/>
                    <a:pt x="4059550" y="107950"/>
                  </a:cubicBezTo>
                  <a:cubicBezTo>
                    <a:pt x="4057645" y="108585"/>
                    <a:pt x="4055105" y="109855"/>
                    <a:pt x="4052565" y="109855"/>
                  </a:cubicBezTo>
                  <a:cubicBezTo>
                    <a:pt x="4050025" y="109855"/>
                    <a:pt x="4046850" y="110490"/>
                    <a:pt x="4043675" y="110490"/>
                  </a:cubicBezTo>
                  <a:cubicBezTo>
                    <a:pt x="4040500" y="110490"/>
                    <a:pt x="4037325" y="110490"/>
                    <a:pt x="4034150" y="109220"/>
                  </a:cubicBezTo>
                  <a:cubicBezTo>
                    <a:pt x="4030975" y="108585"/>
                    <a:pt x="4028435" y="107315"/>
                    <a:pt x="4026530" y="105410"/>
                  </a:cubicBezTo>
                  <a:cubicBezTo>
                    <a:pt x="4023990" y="104140"/>
                    <a:pt x="4022085" y="102235"/>
                    <a:pt x="4020180" y="100330"/>
                  </a:cubicBezTo>
                  <a:cubicBezTo>
                    <a:pt x="4018275" y="98425"/>
                    <a:pt x="4016370" y="95885"/>
                    <a:pt x="4015100" y="92710"/>
                  </a:cubicBezTo>
                  <a:cubicBezTo>
                    <a:pt x="4013195" y="89535"/>
                    <a:pt x="4011925" y="86360"/>
                    <a:pt x="4011290" y="82550"/>
                  </a:cubicBezTo>
                  <a:cubicBezTo>
                    <a:pt x="4010655" y="78740"/>
                    <a:pt x="4010020" y="74295"/>
                    <a:pt x="4010020" y="69850"/>
                  </a:cubicBezTo>
                  <a:cubicBezTo>
                    <a:pt x="4010020" y="63500"/>
                    <a:pt x="4010655" y="57150"/>
                    <a:pt x="4012560" y="52070"/>
                  </a:cubicBezTo>
                  <a:cubicBezTo>
                    <a:pt x="4014465" y="46990"/>
                    <a:pt x="4016370" y="42545"/>
                    <a:pt x="4019545" y="39370"/>
                  </a:cubicBezTo>
                  <a:cubicBezTo>
                    <a:pt x="4022720" y="36195"/>
                    <a:pt x="4025895" y="33020"/>
                    <a:pt x="4030340" y="31750"/>
                  </a:cubicBezTo>
                  <a:cubicBezTo>
                    <a:pt x="4034785" y="29845"/>
                    <a:pt x="4039230" y="29210"/>
                    <a:pt x="4044310" y="29210"/>
                  </a:cubicBezTo>
                  <a:close/>
                  <a:moveTo>
                    <a:pt x="3811900" y="29210"/>
                  </a:moveTo>
                  <a:cubicBezTo>
                    <a:pt x="3815075" y="29210"/>
                    <a:pt x="3817615" y="29210"/>
                    <a:pt x="3819520" y="29845"/>
                  </a:cubicBezTo>
                  <a:cubicBezTo>
                    <a:pt x="3821425" y="29845"/>
                    <a:pt x="3823330" y="31115"/>
                    <a:pt x="3825235" y="32385"/>
                  </a:cubicBezTo>
                  <a:lnTo>
                    <a:pt x="3821425" y="46990"/>
                  </a:lnTo>
                  <a:lnTo>
                    <a:pt x="3820155" y="46990"/>
                  </a:lnTo>
                  <a:cubicBezTo>
                    <a:pt x="3820155" y="46990"/>
                    <a:pt x="3816980" y="45085"/>
                    <a:pt x="3815075" y="45085"/>
                  </a:cubicBezTo>
                  <a:cubicBezTo>
                    <a:pt x="3813170" y="45085"/>
                    <a:pt x="3811265" y="44450"/>
                    <a:pt x="3808725" y="44450"/>
                  </a:cubicBezTo>
                  <a:cubicBezTo>
                    <a:pt x="3803645" y="44450"/>
                    <a:pt x="3799835" y="46355"/>
                    <a:pt x="3797295" y="49530"/>
                  </a:cubicBezTo>
                  <a:cubicBezTo>
                    <a:pt x="3794755" y="52705"/>
                    <a:pt x="3793485" y="57785"/>
                    <a:pt x="3793485" y="64770"/>
                  </a:cubicBezTo>
                  <a:lnTo>
                    <a:pt x="3793485" y="109220"/>
                  </a:lnTo>
                  <a:lnTo>
                    <a:pt x="3778245" y="109220"/>
                  </a:lnTo>
                  <a:lnTo>
                    <a:pt x="3778245" y="31115"/>
                  </a:lnTo>
                  <a:lnTo>
                    <a:pt x="3793485" y="31115"/>
                  </a:lnTo>
                  <a:lnTo>
                    <a:pt x="3793485" y="38735"/>
                  </a:lnTo>
                  <a:cubicBezTo>
                    <a:pt x="3793485" y="38735"/>
                    <a:pt x="3795390" y="36195"/>
                    <a:pt x="3796660" y="34925"/>
                  </a:cubicBezTo>
                  <a:cubicBezTo>
                    <a:pt x="3797930" y="33655"/>
                    <a:pt x="3799200" y="33020"/>
                    <a:pt x="3801105" y="31750"/>
                  </a:cubicBezTo>
                  <a:cubicBezTo>
                    <a:pt x="3802375" y="31115"/>
                    <a:pt x="3804280" y="30480"/>
                    <a:pt x="3806185" y="29845"/>
                  </a:cubicBezTo>
                  <a:cubicBezTo>
                    <a:pt x="3808090" y="29845"/>
                    <a:pt x="3809995" y="29210"/>
                    <a:pt x="3811900" y="29210"/>
                  </a:cubicBezTo>
                  <a:close/>
                  <a:moveTo>
                    <a:pt x="3729986" y="29210"/>
                  </a:moveTo>
                  <a:cubicBezTo>
                    <a:pt x="3735701" y="29210"/>
                    <a:pt x="3740146" y="30480"/>
                    <a:pt x="3744591" y="32385"/>
                  </a:cubicBezTo>
                  <a:cubicBezTo>
                    <a:pt x="3748401" y="34290"/>
                    <a:pt x="3752211" y="37465"/>
                    <a:pt x="3754751" y="40640"/>
                  </a:cubicBezTo>
                  <a:cubicBezTo>
                    <a:pt x="3757291" y="44450"/>
                    <a:pt x="3759196" y="48260"/>
                    <a:pt x="3761101" y="53340"/>
                  </a:cubicBezTo>
                  <a:cubicBezTo>
                    <a:pt x="3762371" y="57785"/>
                    <a:pt x="3763006" y="62865"/>
                    <a:pt x="3763006" y="68580"/>
                  </a:cubicBezTo>
                  <a:lnTo>
                    <a:pt x="3761736" y="68580"/>
                  </a:lnTo>
                  <a:cubicBezTo>
                    <a:pt x="3761736" y="68580"/>
                    <a:pt x="3761736" y="71120"/>
                    <a:pt x="3761736" y="72390"/>
                  </a:cubicBezTo>
                  <a:cubicBezTo>
                    <a:pt x="3761736" y="73660"/>
                    <a:pt x="3761736" y="74295"/>
                    <a:pt x="3761736" y="75565"/>
                  </a:cubicBezTo>
                  <a:lnTo>
                    <a:pt x="3710301" y="75565"/>
                  </a:lnTo>
                  <a:cubicBezTo>
                    <a:pt x="3710301" y="79375"/>
                    <a:pt x="3711571" y="82550"/>
                    <a:pt x="3712841" y="85090"/>
                  </a:cubicBezTo>
                  <a:cubicBezTo>
                    <a:pt x="3714111" y="87630"/>
                    <a:pt x="3715381" y="90170"/>
                    <a:pt x="3717286" y="91440"/>
                  </a:cubicBezTo>
                  <a:cubicBezTo>
                    <a:pt x="3719191" y="93345"/>
                    <a:pt x="3721096" y="94615"/>
                    <a:pt x="3723001" y="95250"/>
                  </a:cubicBezTo>
                  <a:cubicBezTo>
                    <a:pt x="3724906" y="95885"/>
                    <a:pt x="3727446" y="96520"/>
                    <a:pt x="3729986" y="96520"/>
                  </a:cubicBezTo>
                  <a:cubicBezTo>
                    <a:pt x="3731891" y="96520"/>
                    <a:pt x="3733161" y="96520"/>
                    <a:pt x="3735066" y="96520"/>
                  </a:cubicBezTo>
                  <a:cubicBezTo>
                    <a:pt x="3736336" y="96520"/>
                    <a:pt x="3738241" y="95885"/>
                    <a:pt x="3739511" y="95250"/>
                  </a:cubicBezTo>
                  <a:cubicBezTo>
                    <a:pt x="3740781" y="95250"/>
                    <a:pt x="3742051" y="93980"/>
                    <a:pt x="3743321" y="93345"/>
                  </a:cubicBezTo>
                  <a:cubicBezTo>
                    <a:pt x="3744591" y="93345"/>
                    <a:pt x="3745861" y="92075"/>
                    <a:pt x="3747766" y="90805"/>
                  </a:cubicBezTo>
                  <a:lnTo>
                    <a:pt x="3756656" y="100330"/>
                  </a:lnTo>
                  <a:cubicBezTo>
                    <a:pt x="3756656" y="100330"/>
                    <a:pt x="3752846" y="103505"/>
                    <a:pt x="3750941" y="104775"/>
                  </a:cubicBezTo>
                  <a:cubicBezTo>
                    <a:pt x="3749036" y="106045"/>
                    <a:pt x="3747131" y="106680"/>
                    <a:pt x="3745226" y="107950"/>
                  </a:cubicBezTo>
                  <a:cubicBezTo>
                    <a:pt x="3743321" y="108585"/>
                    <a:pt x="3740781" y="109855"/>
                    <a:pt x="3738241" y="109855"/>
                  </a:cubicBezTo>
                  <a:cubicBezTo>
                    <a:pt x="3735701" y="109855"/>
                    <a:pt x="3732526" y="110490"/>
                    <a:pt x="3729351" y="110490"/>
                  </a:cubicBezTo>
                  <a:cubicBezTo>
                    <a:pt x="3726176" y="110490"/>
                    <a:pt x="3723001" y="110490"/>
                    <a:pt x="3719826" y="109220"/>
                  </a:cubicBezTo>
                  <a:cubicBezTo>
                    <a:pt x="3716651" y="108585"/>
                    <a:pt x="3714111" y="107315"/>
                    <a:pt x="3712206" y="105410"/>
                  </a:cubicBezTo>
                  <a:cubicBezTo>
                    <a:pt x="3709666" y="104140"/>
                    <a:pt x="3707761" y="102235"/>
                    <a:pt x="3705856" y="100330"/>
                  </a:cubicBezTo>
                  <a:cubicBezTo>
                    <a:pt x="3703951" y="98425"/>
                    <a:pt x="3702046" y="95885"/>
                    <a:pt x="3700776" y="92710"/>
                  </a:cubicBezTo>
                  <a:cubicBezTo>
                    <a:pt x="3698871" y="89535"/>
                    <a:pt x="3697601" y="86360"/>
                    <a:pt x="3696966" y="82550"/>
                  </a:cubicBezTo>
                  <a:cubicBezTo>
                    <a:pt x="3696331" y="78740"/>
                    <a:pt x="3695696" y="74295"/>
                    <a:pt x="3695696" y="69850"/>
                  </a:cubicBezTo>
                  <a:cubicBezTo>
                    <a:pt x="3695696" y="63500"/>
                    <a:pt x="3696331" y="57150"/>
                    <a:pt x="3698236" y="52070"/>
                  </a:cubicBezTo>
                  <a:cubicBezTo>
                    <a:pt x="3700141" y="46990"/>
                    <a:pt x="3702046" y="42545"/>
                    <a:pt x="3705221" y="39370"/>
                  </a:cubicBezTo>
                  <a:cubicBezTo>
                    <a:pt x="3708396" y="36195"/>
                    <a:pt x="3711571" y="33020"/>
                    <a:pt x="3716016" y="31750"/>
                  </a:cubicBezTo>
                  <a:cubicBezTo>
                    <a:pt x="3720461" y="29845"/>
                    <a:pt x="3724906" y="29210"/>
                    <a:pt x="3729986" y="29210"/>
                  </a:cubicBezTo>
                  <a:close/>
                  <a:moveTo>
                    <a:pt x="3543296" y="29210"/>
                  </a:moveTo>
                  <a:cubicBezTo>
                    <a:pt x="3549011" y="29210"/>
                    <a:pt x="3553456" y="30480"/>
                    <a:pt x="3557901" y="32385"/>
                  </a:cubicBezTo>
                  <a:cubicBezTo>
                    <a:pt x="3561711" y="34290"/>
                    <a:pt x="3565521" y="37465"/>
                    <a:pt x="3568061" y="40640"/>
                  </a:cubicBezTo>
                  <a:cubicBezTo>
                    <a:pt x="3570601" y="44450"/>
                    <a:pt x="3572506" y="48260"/>
                    <a:pt x="3574411" y="53340"/>
                  </a:cubicBezTo>
                  <a:cubicBezTo>
                    <a:pt x="3575681" y="57785"/>
                    <a:pt x="3576316" y="62865"/>
                    <a:pt x="3576316" y="68580"/>
                  </a:cubicBezTo>
                  <a:lnTo>
                    <a:pt x="3575046" y="68580"/>
                  </a:lnTo>
                  <a:cubicBezTo>
                    <a:pt x="3575046" y="68580"/>
                    <a:pt x="3575046" y="71120"/>
                    <a:pt x="3575046" y="72390"/>
                  </a:cubicBezTo>
                  <a:cubicBezTo>
                    <a:pt x="3575046" y="73660"/>
                    <a:pt x="3575046" y="74295"/>
                    <a:pt x="3575046" y="75565"/>
                  </a:cubicBezTo>
                  <a:lnTo>
                    <a:pt x="3523611" y="75565"/>
                  </a:lnTo>
                  <a:cubicBezTo>
                    <a:pt x="3523611" y="79375"/>
                    <a:pt x="3524881" y="82550"/>
                    <a:pt x="3526151" y="85090"/>
                  </a:cubicBezTo>
                  <a:cubicBezTo>
                    <a:pt x="3527421" y="87630"/>
                    <a:pt x="3528691" y="90170"/>
                    <a:pt x="3530596" y="91440"/>
                  </a:cubicBezTo>
                  <a:cubicBezTo>
                    <a:pt x="3532501" y="93345"/>
                    <a:pt x="3534406" y="94615"/>
                    <a:pt x="3536311" y="95250"/>
                  </a:cubicBezTo>
                  <a:cubicBezTo>
                    <a:pt x="3538216" y="95885"/>
                    <a:pt x="3540756" y="96520"/>
                    <a:pt x="3543296" y="96520"/>
                  </a:cubicBezTo>
                  <a:cubicBezTo>
                    <a:pt x="3545201" y="96520"/>
                    <a:pt x="3546471" y="96520"/>
                    <a:pt x="3548376" y="96520"/>
                  </a:cubicBezTo>
                  <a:cubicBezTo>
                    <a:pt x="3549646" y="96520"/>
                    <a:pt x="3551551" y="95885"/>
                    <a:pt x="3552821" y="95250"/>
                  </a:cubicBezTo>
                  <a:cubicBezTo>
                    <a:pt x="3554091" y="95250"/>
                    <a:pt x="3555361" y="93980"/>
                    <a:pt x="3556631" y="93345"/>
                  </a:cubicBezTo>
                  <a:cubicBezTo>
                    <a:pt x="3557901" y="93345"/>
                    <a:pt x="3559171" y="92075"/>
                    <a:pt x="3561076" y="90805"/>
                  </a:cubicBezTo>
                  <a:lnTo>
                    <a:pt x="3569966" y="100330"/>
                  </a:lnTo>
                  <a:cubicBezTo>
                    <a:pt x="3569966" y="100330"/>
                    <a:pt x="3566156" y="103505"/>
                    <a:pt x="3564251" y="104775"/>
                  </a:cubicBezTo>
                  <a:cubicBezTo>
                    <a:pt x="3562346" y="106045"/>
                    <a:pt x="3560441" y="106680"/>
                    <a:pt x="3558536" y="107950"/>
                  </a:cubicBezTo>
                  <a:cubicBezTo>
                    <a:pt x="3556631" y="108585"/>
                    <a:pt x="3554091" y="109855"/>
                    <a:pt x="3551551" y="109855"/>
                  </a:cubicBezTo>
                  <a:cubicBezTo>
                    <a:pt x="3549011" y="109855"/>
                    <a:pt x="3545836" y="110490"/>
                    <a:pt x="3542661" y="110490"/>
                  </a:cubicBezTo>
                  <a:cubicBezTo>
                    <a:pt x="3539486" y="110490"/>
                    <a:pt x="3536311" y="110490"/>
                    <a:pt x="3533136" y="109220"/>
                  </a:cubicBezTo>
                  <a:cubicBezTo>
                    <a:pt x="3529961" y="108585"/>
                    <a:pt x="3527421" y="107315"/>
                    <a:pt x="3525516" y="105410"/>
                  </a:cubicBezTo>
                  <a:cubicBezTo>
                    <a:pt x="3522976" y="104140"/>
                    <a:pt x="3521071" y="102235"/>
                    <a:pt x="3519166" y="100330"/>
                  </a:cubicBezTo>
                  <a:cubicBezTo>
                    <a:pt x="3517261" y="98425"/>
                    <a:pt x="3515356" y="95885"/>
                    <a:pt x="3514086" y="92710"/>
                  </a:cubicBezTo>
                  <a:cubicBezTo>
                    <a:pt x="3512181" y="89535"/>
                    <a:pt x="3510911" y="86360"/>
                    <a:pt x="3510276" y="82550"/>
                  </a:cubicBezTo>
                  <a:cubicBezTo>
                    <a:pt x="3509641" y="78740"/>
                    <a:pt x="3509006" y="74295"/>
                    <a:pt x="3509006" y="69850"/>
                  </a:cubicBezTo>
                  <a:cubicBezTo>
                    <a:pt x="3509006" y="63500"/>
                    <a:pt x="3509641" y="57150"/>
                    <a:pt x="3511546" y="52070"/>
                  </a:cubicBezTo>
                  <a:cubicBezTo>
                    <a:pt x="3513451" y="46990"/>
                    <a:pt x="3515356" y="42545"/>
                    <a:pt x="3518531" y="39370"/>
                  </a:cubicBezTo>
                  <a:cubicBezTo>
                    <a:pt x="3521706" y="36195"/>
                    <a:pt x="3524881" y="33020"/>
                    <a:pt x="3529326" y="31750"/>
                  </a:cubicBezTo>
                  <a:cubicBezTo>
                    <a:pt x="3533771" y="29845"/>
                    <a:pt x="3538216" y="29210"/>
                    <a:pt x="3543296" y="29210"/>
                  </a:cubicBezTo>
                  <a:close/>
                  <a:moveTo>
                    <a:pt x="3345176" y="29210"/>
                  </a:moveTo>
                  <a:cubicBezTo>
                    <a:pt x="3350891" y="29210"/>
                    <a:pt x="3355336" y="30480"/>
                    <a:pt x="3359781" y="32385"/>
                  </a:cubicBezTo>
                  <a:cubicBezTo>
                    <a:pt x="3363591" y="34290"/>
                    <a:pt x="3367401" y="37465"/>
                    <a:pt x="3369941" y="40640"/>
                  </a:cubicBezTo>
                  <a:cubicBezTo>
                    <a:pt x="3372481" y="44450"/>
                    <a:pt x="3374386" y="48260"/>
                    <a:pt x="3376291" y="53340"/>
                  </a:cubicBezTo>
                  <a:cubicBezTo>
                    <a:pt x="3377561" y="57785"/>
                    <a:pt x="3378196" y="62865"/>
                    <a:pt x="3378196" y="68580"/>
                  </a:cubicBezTo>
                  <a:lnTo>
                    <a:pt x="3376926" y="68580"/>
                  </a:lnTo>
                  <a:cubicBezTo>
                    <a:pt x="3376926" y="68580"/>
                    <a:pt x="3376926" y="71120"/>
                    <a:pt x="3376926" y="72390"/>
                  </a:cubicBezTo>
                  <a:cubicBezTo>
                    <a:pt x="3376926" y="73660"/>
                    <a:pt x="3376926" y="74295"/>
                    <a:pt x="3376926" y="75565"/>
                  </a:cubicBezTo>
                  <a:lnTo>
                    <a:pt x="3325491" y="75565"/>
                  </a:lnTo>
                  <a:cubicBezTo>
                    <a:pt x="3325491" y="79375"/>
                    <a:pt x="3326761" y="82550"/>
                    <a:pt x="3328031" y="85090"/>
                  </a:cubicBezTo>
                  <a:cubicBezTo>
                    <a:pt x="3329301" y="87630"/>
                    <a:pt x="3330571" y="90170"/>
                    <a:pt x="3332476" y="91440"/>
                  </a:cubicBezTo>
                  <a:cubicBezTo>
                    <a:pt x="3334381" y="93345"/>
                    <a:pt x="3336286" y="94615"/>
                    <a:pt x="3338191" y="95250"/>
                  </a:cubicBezTo>
                  <a:cubicBezTo>
                    <a:pt x="3340096" y="95885"/>
                    <a:pt x="3342636" y="96520"/>
                    <a:pt x="3345176" y="96520"/>
                  </a:cubicBezTo>
                  <a:cubicBezTo>
                    <a:pt x="3347081" y="96520"/>
                    <a:pt x="3348351" y="96520"/>
                    <a:pt x="3350256" y="96520"/>
                  </a:cubicBezTo>
                  <a:cubicBezTo>
                    <a:pt x="3351526" y="96520"/>
                    <a:pt x="3353431" y="95885"/>
                    <a:pt x="3354701" y="95250"/>
                  </a:cubicBezTo>
                  <a:cubicBezTo>
                    <a:pt x="3355971" y="95250"/>
                    <a:pt x="3357241" y="93980"/>
                    <a:pt x="3358511" y="93345"/>
                  </a:cubicBezTo>
                  <a:cubicBezTo>
                    <a:pt x="3359781" y="93345"/>
                    <a:pt x="3361051" y="92075"/>
                    <a:pt x="3362956" y="90805"/>
                  </a:cubicBezTo>
                  <a:lnTo>
                    <a:pt x="3371846" y="100330"/>
                  </a:lnTo>
                  <a:cubicBezTo>
                    <a:pt x="3371846" y="100330"/>
                    <a:pt x="3368036" y="103505"/>
                    <a:pt x="3366131" y="104775"/>
                  </a:cubicBezTo>
                  <a:cubicBezTo>
                    <a:pt x="3364226" y="106045"/>
                    <a:pt x="3362321" y="106680"/>
                    <a:pt x="3360416" y="107950"/>
                  </a:cubicBezTo>
                  <a:cubicBezTo>
                    <a:pt x="3358511" y="108585"/>
                    <a:pt x="3355971" y="109855"/>
                    <a:pt x="3353431" y="109855"/>
                  </a:cubicBezTo>
                  <a:cubicBezTo>
                    <a:pt x="3350891" y="109855"/>
                    <a:pt x="3347716" y="110490"/>
                    <a:pt x="3344541" y="110490"/>
                  </a:cubicBezTo>
                  <a:cubicBezTo>
                    <a:pt x="3341366" y="110490"/>
                    <a:pt x="3338191" y="110490"/>
                    <a:pt x="3335016" y="109220"/>
                  </a:cubicBezTo>
                  <a:cubicBezTo>
                    <a:pt x="3331841" y="108585"/>
                    <a:pt x="3329301" y="107315"/>
                    <a:pt x="3327396" y="105410"/>
                  </a:cubicBezTo>
                  <a:cubicBezTo>
                    <a:pt x="3324856" y="104140"/>
                    <a:pt x="3322951" y="102235"/>
                    <a:pt x="3321046" y="100330"/>
                  </a:cubicBezTo>
                  <a:cubicBezTo>
                    <a:pt x="3319141" y="98425"/>
                    <a:pt x="3317236" y="95885"/>
                    <a:pt x="3315966" y="92710"/>
                  </a:cubicBezTo>
                  <a:cubicBezTo>
                    <a:pt x="3314061" y="89535"/>
                    <a:pt x="3312791" y="86360"/>
                    <a:pt x="3312156" y="82550"/>
                  </a:cubicBezTo>
                  <a:cubicBezTo>
                    <a:pt x="3311521" y="78740"/>
                    <a:pt x="3310886" y="74295"/>
                    <a:pt x="3310886" y="69850"/>
                  </a:cubicBezTo>
                  <a:cubicBezTo>
                    <a:pt x="3310886" y="63500"/>
                    <a:pt x="3311521" y="57150"/>
                    <a:pt x="3313426" y="52070"/>
                  </a:cubicBezTo>
                  <a:cubicBezTo>
                    <a:pt x="3315331" y="46990"/>
                    <a:pt x="3317236" y="42545"/>
                    <a:pt x="3320411" y="39370"/>
                  </a:cubicBezTo>
                  <a:cubicBezTo>
                    <a:pt x="3323586" y="36195"/>
                    <a:pt x="3326761" y="33020"/>
                    <a:pt x="3331206" y="31750"/>
                  </a:cubicBezTo>
                  <a:cubicBezTo>
                    <a:pt x="3335651" y="29845"/>
                    <a:pt x="3340096" y="29210"/>
                    <a:pt x="3345176" y="29210"/>
                  </a:cubicBezTo>
                  <a:close/>
                  <a:moveTo>
                    <a:pt x="3060696" y="29210"/>
                  </a:moveTo>
                  <a:cubicBezTo>
                    <a:pt x="3063871" y="29210"/>
                    <a:pt x="3066411" y="29210"/>
                    <a:pt x="3068316" y="29845"/>
                  </a:cubicBezTo>
                  <a:cubicBezTo>
                    <a:pt x="3070221" y="29845"/>
                    <a:pt x="3072126" y="31115"/>
                    <a:pt x="3074031" y="32385"/>
                  </a:cubicBezTo>
                  <a:lnTo>
                    <a:pt x="3070221" y="46990"/>
                  </a:lnTo>
                  <a:lnTo>
                    <a:pt x="3068951" y="46990"/>
                  </a:lnTo>
                  <a:cubicBezTo>
                    <a:pt x="3068951" y="46990"/>
                    <a:pt x="3065776" y="45085"/>
                    <a:pt x="3063871" y="45085"/>
                  </a:cubicBezTo>
                  <a:cubicBezTo>
                    <a:pt x="3061966" y="45085"/>
                    <a:pt x="3060061" y="44450"/>
                    <a:pt x="3057521" y="44450"/>
                  </a:cubicBezTo>
                  <a:cubicBezTo>
                    <a:pt x="3052441" y="44450"/>
                    <a:pt x="3048631" y="46355"/>
                    <a:pt x="3046091" y="49530"/>
                  </a:cubicBezTo>
                  <a:cubicBezTo>
                    <a:pt x="3043551" y="52705"/>
                    <a:pt x="3042281" y="57785"/>
                    <a:pt x="3042281" y="64770"/>
                  </a:cubicBezTo>
                  <a:lnTo>
                    <a:pt x="3042281" y="109220"/>
                  </a:lnTo>
                  <a:lnTo>
                    <a:pt x="3027041" y="109220"/>
                  </a:lnTo>
                  <a:lnTo>
                    <a:pt x="3027041" y="31115"/>
                  </a:lnTo>
                  <a:lnTo>
                    <a:pt x="3042281" y="31115"/>
                  </a:lnTo>
                  <a:lnTo>
                    <a:pt x="3042281" y="38735"/>
                  </a:lnTo>
                  <a:cubicBezTo>
                    <a:pt x="3042281" y="38735"/>
                    <a:pt x="3044186" y="36195"/>
                    <a:pt x="3045456" y="34925"/>
                  </a:cubicBezTo>
                  <a:cubicBezTo>
                    <a:pt x="3046726" y="33655"/>
                    <a:pt x="3047996" y="33020"/>
                    <a:pt x="3049901" y="31750"/>
                  </a:cubicBezTo>
                  <a:cubicBezTo>
                    <a:pt x="3051171" y="31115"/>
                    <a:pt x="3053076" y="30480"/>
                    <a:pt x="3054981" y="29845"/>
                  </a:cubicBezTo>
                  <a:cubicBezTo>
                    <a:pt x="3056886" y="29845"/>
                    <a:pt x="3058791" y="29210"/>
                    <a:pt x="3060696" y="29210"/>
                  </a:cubicBezTo>
                  <a:close/>
                  <a:moveTo>
                    <a:pt x="2978781" y="29210"/>
                  </a:moveTo>
                  <a:cubicBezTo>
                    <a:pt x="2984496" y="29210"/>
                    <a:pt x="2988941" y="30480"/>
                    <a:pt x="2993386" y="32385"/>
                  </a:cubicBezTo>
                  <a:cubicBezTo>
                    <a:pt x="2997196" y="34290"/>
                    <a:pt x="3001006" y="37465"/>
                    <a:pt x="3003546" y="40640"/>
                  </a:cubicBezTo>
                  <a:cubicBezTo>
                    <a:pt x="3006086" y="44450"/>
                    <a:pt x="3007991" y="48260"/>
                    <a:pt x="3009896" y="53340"/>
                  </a:cubicBezTo>
                  <a:cubicBezTo>
                    <a:pt x="3011166" y="57785"/>
                    <a:pt x="3011801" y="62865"/>
                    <a:pt x="3011801" y="68580"/>
                  </a:cubicBezTo>
                  <a:lnTo>
                    <a:pt x="3010531" y="68580"/>
                  </a:lnTo>
                  <a:cubicBezTo>
                    <a:pt x="3010531" y="68580"/>
                    <a:pt x="3010531" y="71120"/>
                    <a:pt x="3010531" y="72390"/>
                  </a:cubicBezTo>
                  <a:cubicBezTo>
                    <a:pt x="3010531" y="73660"/>
                    <a:pt x="3010531" y="74295"/>
                    <a:pt x="3010531" y="75565"/>
                  </a:cubicBezTo>
                  <a:lnTo>
                    <a:pt x="2959096" y="75565"/>
                  </a:lnTo>
                  <a:cubicBezTo>
                    <a:pt x="2959096" y="79375"/>
                    <a:pt x="2960366" y="82550"/>
                    <a:pt x="2961636" y="85090"/>
                  </a:cubicBezTo>
                  <a:cubicBezTo>
                    <a:pt x="2962906" y="87630"/>
                    <a:pt x="2964176" y="90170"/>
                    <a:pt x="2966081" y="91440"/>
                  </a:cubicBezTo>
                  <a:cubicBezTo>
                    <a:pt x="2967986" y="93345"/>
                    <a:pt x="2969891" y="94615"/>
                    <a:pt x="2971796" y="95250"/>
                  </a:cubicBezTo>
                  <a:cubicBezTo>
                    <a:pt x="2974336" y="95885"/>
                    <a:pt x="2976241" y="96520"/>
                    <a:pt x="2978781" y="96520"/>
                  </a:cubicBezTo>
                  <a:cubicBezTo>
                    <a:pt x="2980686" y="96520"/>
                    <a:pt x="2981956" y="96520"/>
                    <a:pt x="2983861" y="96520"/>
                  </a:cubicBezTo>
                  <a:cubicBezTo>
                    <a:pt x="2985131" y="96520"/>
                    <a:pt x="2987036" y="95885"/>
                    <a:pt x="2988306" y="95250"/>
                  </a:cubicBezTo>
                  <a:cubicBezTo>
                    <a:pt x="2989576" y="95250"/>
                    <a:pt x="2990846" y="93980"/>
                    <a:pt x="2992116" y="93345"/>
                  </a:cubicBezTo>
                  <a:cubicBezTo>
                    <a:pt x="2993386" y="93345"/>
                    <a:pt x="2994656" y="92075"/>
                    <a:pt x="2996561" y="90805"/>
                  </a:cubicBezTo>
                  <a:lnTo>
                    <a:pt x="3005451" y="100330"/>
                  </a:lnTo>
                  <a:cubicBezTo>
                    <a:pt x="3005451" y="100330"/>
                    <a:pt x="3001641" y="103505"/>
                    <a:pt x="2999736" y="104775"/>
                  </a:cubicBezTo>
                  <a:cubicBezTo>
                    <a:pt x="2997831" y="106045"/>
                    <a:pt x="2995926" y="106680"/>
                    <a:pt x="2994021" y="107950"/>
                  </a:cubicBezTo>
                  <a:cubicBezTo>
                    <a:pt x="2992116" y="108585"/>
                    <a:pt x="2989576" y="109855"/>
                    <a:pt x="2987036" y="109855"/>
                  </a:cubicBezTo>
                  <a:cubicBezTo>
                    <a:pt x="2984496" y="109855"/>
                    <a:pt x="2981321" y="110490"/>
                    <a:pt x="2978146" y="110490"/>
                  </a:cubicBezTo>
                  <a:cubicBezTo>
                    <a:pt x="2974971" y="110490"/>
                    <a:pt x="2971796" y="110490"/>
                    <a:pt x="2968621" y="109220"/>
                  </a:cubicBezTo>
                  <a:cubicBezTo>
                    <a:pt x="2965446" y="108585"/>
                    <a:pt x="2962906" y="107315"/>
                    <a:pt x="2961001" y="105410"/>
                  </a:cubicBezTo>
                  <a:cubicBezTo>
                    <a:pt x="2958461" y="104140"/>
                    <a:pt x="2956556" y="102235"/>
                    <a:pt x="2954651" y="100330"/>
                  </a:cubicBezTo>
                  <a:cubicBezTo>
                    <a:pt x="2952746" y="98425"/>
                    <a:pt x="2950841" y="95885"/>
                    <a:pt x="2949571" y="92710"/>
                  </a:cubicBezTo>
                  <a:cubicBezTo>
                    <a:pt x="2947666" y="89535"/>
                    <a:pt x="2946396" y="86360"/>
                    <a:pt x="2945761" y="82550"/>
                  </a:cubicBezTo>
                  <a:cubicBezTo>
                    <a:pt x="2945126" y="78740"/>
                    <a:pt x="2944491" y="74295"/>
                    <a:pt x="2944491" y="69850"/>
                  </a:cubicBezTo>
                  <a:cubicBezTo>
                    <a:pt x="2944491" y="63500"/>
                    <a:pt x="2945126" y="57150"/>
                    <a:pt x="2947031" y="52070"/>
                  </a:cubicBezTo>
                  <a:cubicBezTo>
                    <a:pt x="2948936" y="46990"/>
                    <a:pt x="2950841" y="42545"/>
                    <a:pt x="2954016" y="39370"/>
                  </a:cubicBezTo>
                  <a:cubicBezTo>
                    <a:pt x="2957191" y="36195"/>
                    <a:pt x="2960366" y="33020"/>
                    <a:pt x="2964811" y="31750"/>
                  </a:cubicBezTo>
                  <a:cubicBezTo>
                    <a:pt x="2969256" y="29845"/>
                    <a:pt x="2973701" y="29210"/>
                    <a:pt x="2978781" y="29210"/>
                  </a:cubicBezTo>
                  <a:close/>
                  <a:moveTo>
                    <a:pt x="2798440" y="29210"/>
                  </a:moveTo>
                  <a:cubicBezTo>
                    <a:pt x="2803520" y="29210"/>
                    <a:pt x="2807965" y="29845"/>
                    <a:pt x="2813045" y="31750"/>
                  </a:cubicBezTo>
                  <a:cubicBezTo>
                    <a:pt x="2817490" y="33655"/>
                    <a:pt x="2821935" y="35560"/>
                    <a:pt x="2825110" y="38100"/>
                  </a:cubicBezTo>
                  <a:lnTo>
                    <a:pt x="2827015" y="38100"/>
                  </a:lnTo>
                  <a:lnTo>
                    <a:pt x="2820030" y="50165"/>
                  </a:lnTo>
                  <a:cubicBezTo>
                    <a:pt x="2816855" y="47625"/>
                    <a:pt x="2813680" y="46355"/>
                    <a:pt x="2810505" y="45085"/>
                  </a:cubicBezTo>
                  <a:cubicBezTo>
                    <a:pt x="2807330" y="43815"/>
                    <a:pt x="2803520" y="43180"/>
                    <a:pt x="2799710" y="43180"/>
                  </a:cubicBezTo>
                  <a:cubicBezTo>
                    <a:pt x="2795900" y="43180"/>
                    <a:pt x="2793360" y="43815"/>
                    <a:pt x="2791455" y="45085"/>
                  </a:cubicBezTo>
                  <a:cubicBezTo>
                    <a:pt x="2789550" y="46355"/>
                    <a:pt x="2788915" y="48260"/>
                    <a:pt x="2788915" y="50165"/>
                  </a:cubicBezTo>
                  <a:cubicBezTo>
                    <a:pt x="2788915" y="51435"/>
                    <a:pt x="2788915" y="52070"/>
                    <a:pt x="2788915" y="52705"/>
                  </a:cubicBezTo>
                  <a:cubicBezTo>
                    <a:pt x="2788915" y="53340"/>
                    <a:pt x="2790185" y="54610"/>
                    <a:pt x="2790820" y="55245"/>
                  </a:cubicBezTo>
                  <a:cubicBezTo>
                    <a:pt x="2792090" y="55880"/>
                    <a:pt x="2793360" y="57150"/>
                    <a:pt x="2795265" y="57785"/>
                  </a:cubicBezTo>
                  <a:cubicBezTo>
                    <a:pt x="2797170" y="59055"/>
                    <a:pt x="2799710" y="59690"/>
                    <a:pt x="2802250" y="60960"/>
                  </a:cubicBezTo>
                  <a:cubicBezTo>
                    <a:pt x="2806695" y="62865"/>
                    <a:pt x="2810505" y="64135"/>
                    <a:pt x="2813680" y="66040"/>
                  </a:cubicBezTo>
                  <a:cubicBezTo>
                    <a:pt x="2816855" y="67310"/>
                    <a:pt x="2819395" y="69215"/>
                    <a:pt x="2821935" y="71120"/>
                  </a:cubicBezTo>
                  <a:cubicBezTo>
                    <a:pt x="2823840" y="73025"/>
                    <a:pt x="2825745" y="75565"/>
                    <a:pt x="2827015" y="78105"/>
                  </a:cubicBezTo>
                  <a:cubicBezTo>
                    <a:pt x="2828285" y="80645"/>
                    <a:pt x="2828920" y="83820"/>
                    <a:pt x="2828920" y="87630"/>
                  </a:cubicBezTo>
                  <a:cubicBezTo>
                    <a:pt x="2828920" y="92075"/>
                    <a:pt x="2828285" y="95250"/>
                    <a:pt x="2826380" y="98425"/>
                  </a:cubicBezTo>
                  <a:cubicBezTo>
                    <a:pt x="2824475" y="101600"/>
                    <a:pt x="2822570" y="103505"/>
                    <a:pt x="2820030" y="105410"/>
                  </a:cubicBezTo>
                  <a:cubicBezTo>
                    <a:pt x="2817490" y="107315"/>
                    <a:pt x="2814315" y="108585"/>
                    <a:pt x="2810505" y="109220"/>
                  </a:cubicBezTo>
                  <a:cubicBezTo>
                    <a:pt x="2806695" y="109855"/>
                    <a:pt x="2803520" y="110490"/>
                    <a:pt x="2799710" y="110490"/>
                  </a:cubicBezTo>
                  <a:cubicBezTo>
                    <a:pt x="2794630" y="110490"/>
                    <a:pt x="2789550" y="109855"/>
                    <a:pt x="2783835" y="107950"/>
                  </a:cubicBezTo>
                  <a:cubicBezTo>
                    <a:pt x="2778120" y="106045"/>
                    <a:pt x="2773675" y="103505"/>
                    <a:pt x="2769230" y="100965"/>
                  </a:cubicBezTo>
                  <a:lnTo>
                    <a:pt x="2776215" y="89535"/>
                  </a:lnTo>
                  <a:cubicBezTo>
                    <a:pt x="2780025" y="92075"/>
                    <a:pt x="2783835" y="93980"/>
                    <a:pt x="2787645" y="95250"/>
                  </a:cubicBezTo>
                  <a:cubicBezTo>
                    <a:pt x="2791455" y="96520"/>
                    <a:pt x="2795265" y="97155"/>
                    <a:pt x="2799075" y="97155"/>
                  </a:cubicBezTo>
                  <a:cubicBezTo>
                    <a:pt x="2804155" y="97155"/>
                    <a:pt x="2807330" y="96520"/>
                    <a:pt x="2809870" y="94615"/>
                  </a:cubicBezTo>
                  <a:cubicBezTo>
                    <a:pt x="2812410" y="93345"/>
                    <a:pt x="2813045" y="90805"/>
                    <a:pt x="2813045" y="88265"/>
                  </a:cubicBezTo>
                  <a:cubicBezTo>
                    <a:pt x="2813045" y="86995"/>
                    <a:pt x="2813045" y="85725"/>
                    <a:pt x="2811775" y="84455"/>
                  </a:cubicBezTo>
                  <a:cubicBezTo>
                    <a:pt x="2811140" y="83185"/>
                    <a:pt x="2809870" y="82550"/>
                    <a:pt x="2807965" y="81280"/>
                  </a:cubicBezTo>
                  <a:cubicBezTo>
                    <a:pt x="2806695" y="80010"/>
                    <a:pt x="2804790" y="79375"/>
                    <a:pt x="2802250" y="78105"/>
                  </a:cubicBezTo>
                  <a:cubicBezTo>
                    <a:pt x="2800345" y="77470"/>
                    <a:pt x="2797805" y="76200"/>
                    <a:pt x="2794630" y="74930"/>
                  </a:cubicBezTo>
                  <a:cubicBezTo>
                    <a:pt x="2790185" y="73025"/>
                    <a:pt x="2787010" y="71755"/>
                    <a:pt x="2783835" y="69850"/>
                  </a:cubicBezTo>
                  <a:cubicBezTo>
                    <a:pt x="2780660" y="67945"/>
                    <a:pt x="2778755" y="66675"/>
                    <a:pt x="2776850" y="64770"/>
                  </a:cubicBezTo>
                  <a:cubicBezTo>
                    <a:pt x="2774945" y="62865"/>
                    <a:pt x="2773675" y="60960"/>
                    <a:pt x="2773040" y="58420"/>
                  </a:cubicBezTo>
                  <a:cubicBezTo>
                    <a:pt x="2772405" y="55880"/>
                    <a:pt x="2771770" y="53340"/>
                    <a:pt x="2771770" y="50165"/>
                  </a:cubicBezTo>
                  <a:cubicBezTo>
                    <a:pt x="2771770" y="46990"/>
                    <a:pt x="2772405" y="43815"/>
                    <a:pt x="2773675" y="40640"/>
                  </a:cubicBezTo>
                  <a:cubicBezTo>
                    <a:pt x="2774945" y="38100"/>
                    <a:pt x="2776850" y="35560"/>
                    <a:pt x="2779390" y="34290"/>
                  </a:cubicBezTo>
                  <a:cubicBezTo>
                    <a:pt x="2781930" y="32385"/>
                    <a:pt x="2784470" y="31115"/>
                    <a:pt x="2787645" y="30480"/>
                  </a:cubicBezTo>
                  <a:cubicBezTo>
                    <a:pt x="2790820" y="29845"/>
                    <a:pt x="2794630" y="29210"/>
                    <a:pt x="2798440" y="29210"/>
                  </a:cubicBezTo>
                  <a:close/>
                  <a:moveTo>
                    <a:pt x="2723510" y="29210"/>
                  </a:moveTo>
                  <a:cubicBezTo>
                    <a:pt x="2725415" y="29210"/>
                    <a:pt x="2727320" y="29210"/>
                    <a:pt x="2729225" y="29210"/>
                  </a:cubicBezTo>
                  <a:cubicBezTo>
                    <a:pt x="2733670" y="29210"/>
                    <a:pt x="2738115" y="29845"/>
                    <a:pt x="2741290" y="31750"/>
                  </a:cubicBezTo>
                  <a:cubicBezTo>
                    <a:pt x="2744465" y="33020"/>
                    <a:pt x="2747640" y="35560"/>
                    <a:pt x="2750180" y="38100"/>
                  </a:cubicBezTo>
                  <a:cubicBezTo>
                    <a:pt x="2752720" y="41275"/>
                    <a:pt x="2753990" y="44450"/>
                    <a:pt x="2755260" y="48895"/>
                  </a:cubicBezTo>
                  <a:cubicBezTo>
                    <a:pt x="2756530" y="53340"/>
                    <a:pt x="2757165" y="58420"/>
                    <a:pt x="2757165" y="64135"/>
                  </a:cubicBezTo>
                  <a:lnTo>
                    <a:pt x="2757165" y="108585"/>
                  </a:lnTo>
                  <a:lnTo>
                    <a:pt x="2741925" y="108585"/>
                  </a:lnTo>
                  <a:lnTo>
                    <a:pt x="2741290" y="108585"/>
                  </a:lnTo>
                  <a:lnTo>
                    <a:pt x="2741290" y="64770"/>
                  </a:lnTo>
                  <a:cubicBezTo>
                    <a:pt x="2741290" y="57785"/>
                    <a:pt x="2740020" y="52070"/>
                    <a:pt x="2737480" y="48895"/>
                  </a:cubicBezTo>
                  <a:cubicBezTo>
                    <a:pt x="2734940" y="45085"/>
                    <a:pt x="2731130" y="43180"/>
                    <a:pt x="2725415" y="43180"/>
                  </a:cubicBezTo>
                  <a:cubicBezTo>
                    <a:pt x="2722875" y="43180"/>
                    <a:pt x="2720970" y="43180"/>
                    <a:pt x="2718430" y="44450"/>
                  </a:cubicBezTo>
                  <a:cubicBezTo>
                    <a:pt x="2716525" y="45085"/>
                    <a:pt x="2714620" y="46990"/>
                    <a:pt x="2713350" y="48260"/>
                  </a:cubicBezTo>
                  <a:cubicBezTo>
                    <a:pt x="2712080" y="50165"/>
                    <a:pt x="2710810" y="52070"/>
                    <a:pt x="2710175" y="54610"/>
                  </a:cubicBezTo>
                  <a:cubicBezTo>
                    <a:pt x="2710175" y="57150"/>
                    <a:pt x="2709540" y="59690"/>
                    <a:pt x="2709540" y="62865"/>
                  </a:cubicBezTo>
                  <a:lnTo>
                    <a:pt x="2709540" y="108585"/>
                  </a:lnTo>
                  <a:lnTo>
                    <a:pt x="2694300" y="108585"/>
                  </a:lnTo>
                  <a:lnTo>
                    <a:pt x="2694300" y="30480"/>
                  </a:lnTo>
                  <a:lnTo>
                    <a:pt x="2709540" y="30480"/>
                  </a:lnTo>
                  <a:lnTo>
                    <a:pt x="2709540" y="38100"/>
                  </a:lnTo>
                  <a:cubicBezTo>
                    <a:pt x="2709540" y="38100"/>
                    <a:pt x="2711445" y="35560"/>
                    <a:pt x="2713350" y="34290"/>
                  </a:cubicBezTo>
                  <a:cubicBezTo>
                    <a:pt x="2714620" y="33020"/>
                    <a:pt x="2716525" y="32385"/>
                    <a:pt x="2717795" y="31115"/>
                  </a:cubicBezTo>
                  <a:cubicBezTo>
                    <a:pt x="2719700" y="30480"/>
                    <a:pt x="2721605" y="29845"/>
                    <a:pt x="2723510" y="29210"/>
                  </a:cubicBezTo>
                  <a:close/>
                  <a:moveTo>
                    <a:pt x="2530470" y="29210"/>
                  </a:moveTo>
                  <a:cubicBezTo>
                    <a:pt x="2536185" y="29210"/>
                    <a:pt x="2540630" y="30480"/>
                    <a:pt x="2545075" y="32385"/>
                  </a:cubicBezTo>
                  <a:cubicBezTo>
                    <a:pt x="2548885" y="34290"/>
                    <a:pt x="2552695" y="37465"/>
                    <a:pt x="2555235" y="40640"/>
                  </a:cubicBezTo>
                  <a:cubicBezTo>
                    <a:pt x="2557775" y="44450"/>
                    <a:pt x="2559680" y="48260"/>
                    <a:pt x="2561585" y="53340"/>
                  </a:cubicBezTo>
                  <a:cubicBezTo>
                    <a:pt x="2562855" y="57785"/>
                    <a:pt x="2563490" y="62865"/>
                    <a:pt x="2563490" y="68580"/>
                  </a:cubicBezTo>
                  <a:lnTo>
                    <a:pt x="2562220" y="68580"/>
                  </a:lnTo>
                  <a:cubicBezTo>
                    <a:pt x="2562220" y="68580"/>
                    <a:pt x="2562220" y="71120"/>
                    <a:pt x="2562220" y="72390"/>
                  </a:cubicBezTo>
                  <a:cubicBezTo>
                    <a:pt x="2562220" y="73660"/>
                    <a:pt x="2562220" y="74295"/>
                    <a:pt x="2562220" y="75565"/>
                  </a:cubicBezTo>
                  <a:lnTo>
                    <a:pt x="2510785" y="75565"/>
                  </a:lnTo>
                  <a:cubicBezTo>
                    <a:pt x="2510785" y="79375"/>
                    <a:pt x="2512055" y="82550"/>
                    <a:pt x="2513325" y="85090"/>
                  </a:cubicBezTo>
                  <a:cubicBezTo>
                    <a:pt x="2514595" y="87630"/>
                    <a:pt x="2515865" y="90170"/>
                    <a:pt x="2517770" y="91440"/>
                  </a:cubicBezTo>
                  <a:cubicBezTo>
                    <a:pt x="2519675" y="93345"/>
                    <a:pt x="2521580" y="94615"/>
                    <a:pt x="2523485" y="95250"/>
                  </a:cubicBezTo>
                  <a:cubicBezTo>
                    <a:pt x="2525390" y="95885"/>
                    <a:pt x="2527930" y="96520"/>
                    <a:pt x="2530470" y="96520"/>
                  </a:cubicBezTo>
                  <a:cubicBezTo>
                    <a:pt x="2532375" y="96520"/>
                    <a:pt x="2533645" y="96520"/>
                    <a:pt x="2535550" y="96520"/>
                  </a:cubicBezTo>
                  <a:cubicBezTo>
                    <a:pt x="2536820" y="96520"/>
                    <a:pt x="2538725" y="95885"/>
                    <a:pt x="2539995" y="95250"/>
                  </a:cubicBezTo>
                  <a:cubicBezTo>
                    <a:pt x="2541265" y="95250"/>
                    <a:pt x="2542535" y="93980"/>
                    <a:pt x="2543805" y="93345"/>
                  </a:cubicBezTo>
                  <a:cubicBezTo>
                    <a:pt x="2545075" y="93345"/>
                    <a:pt x="2546345" y="92075"/>
                    <a:pt x="2548250" y="90805"/>
                  </a:cubicBezTo>
                  <a:lnTo>
                    <a:pt x="2557140" y="100330"/>
                  </a:lnTo>
                  <a:cubicBezTo>
                    <a:pt x="2557140" y="100330"/>
                    <a:pt x="2553330" y="103505"/>
                    <a:pt x="2551425" y="104775"/>
                  </a:cubicBezTo>
                  <a:cubicBezTo>
                    <a:pt x="2549520" y="106045"/>
                    <a:pt x="2547615" y="106680"/>
                    <a:pt x="2545710" y="107950"/>
                  </a:cubicBezTo>
                  <a:cubicBezTo>
                    <a:pt x="2543805" y="108585"/>
                    <a:pt x="2541265" y="109855"/>
                    <a:pt x="2538725" y="109855"/>
                  </a:cubicBezTo>
                  <a:cubicBezTo>
                    <a:pt x="2536185" y="109855"/>
                    <a:pt x="2533010" y="110490"/>
                    <a:pt x="2529835" y="110490"/>
                  </a:cubicBezTo>
                  <a:cubicBezTo>
                    <a:pt x="2526660" y="110490"/>
                    <a:pt x="2523485" y="110490"/>
                    <a:pt x="2520310" y="109220"/>
                  </a:cubicBezTo>
                  <a:cubicBezTo>
                    <a:pt x="2517135" y="108585"/>
                    <a:pt x="2514595" y="107315"/>
                    <a:pt x="2512690" y="105410"/>
                  </a:cubicBezTo>
                  <a:cubicBezTo>
                    <a:pt x="2510785" y="103505"/>
                    <a:pt x="2508245" y="102235"/>
                    <a:pt x="2506340" y="100330"/>
                  </a:cubicBezTo>
                  <a:cubicBezTo>
                    <a:pt x="2504435" y="98425"/>
                    <a:pt x="2502530" y="95885"/>
                    <a:pt x="2501260" y="92710"/>
                  </a:cubicBezTo>
                  <a:cubicBezTo>
                    <a:pt x="2499355" y="89535"/>
                    <a:pt x="2498085" y="86360"/>
                    <a:pt x="2497450" y="82550"/>
                  </a:cubicBezTo>
                  <a:cubicBezTo>
                    <a:pt x="2496815" y="78740"/>
                    <a:pt x="2496180" y="74295"/>
                    <a:pt x="2496180" y="69850"/>
                  </a:cubicBezTo>
                  <a:cubicBezTo>
                    <a:pt x="2496180" y="63500"/>
                    <a:pt x="2496815" y="57150"/>
                    <a:pt x="2498720" y="52070"/>
                  </a:cubicBezTo>
                  <a:cubicBezTo>
                    <a:pt x="2500625" y="46990"/>
                    <a:pt x="2502530" y="42545"/>
                    <a:pt x="2505705" y="39370"/>
                  </a:cubicBezTo>
                  <a:cubicBezTo>
                    <a:pt x="2508880" y="36195"/>
                    <a:pt x="2512055" y="33020"/>
                    <a:pt x="2516500" y="31750"/>
                  </a:cubicBezTo>
                  <a:cubicBezTo>
                    <a:pt x="2520945" y="29845"/>
                    <a:pt x="2525390" y="29210"/>
                    <a:pt x="2530470" y="29210"/>
                  </a:cubicBezTo>
                  <a:close/>
                  <a:moveTo>
                    <a:pt x="2298061" y="29210"/>
                  </a:moveTo>
                  <a:cubicBezTo>
                    <a:pt x="2301236" y="29210"/>
                    <a:pt x="2303776" y="29210"/>
                    <a:pt x="2305681" y="29845"/>
                  </a:cubicBezTo>
                  <a:cubicBezTo>
                    <a:pt x="2307586" y="29845"/>
                    <a:pt x="2309491" y="31115"/>
                    <a:pt x="2311396" y="32385"/>
                  </a:cubicBezTo>
                  <a:lnTo>
                    <a:pt x="2307586" y="46990"/>
                  </a:lnTo>
                  <a:lnTo>
                    <a:pt x="2306316" y="46990"/>
                  </a:lnTo>
                  <a:cubicBezTo>
                    <a:pt x="2306316" y="46990"/>
                    <a:pt x="2303141" y="45085"/>
                    <a:pt x="2301236" y="45085"/>
                  </a:cubicBezTo>
                  <a:cubicBezTo>
                    <a:pt x="2299331" y="45085"/>
                    <a:pt x="2297426" y="44450"/>
                    <a:pt x="2294886" y="44450"/>
                  </a:cubicBezTo>
                  <a:cubicBezTo>
                    <a:pt x="2289806" y="44450"/>
                    <a:pt x="2285996" y="46355"/>
                    <a:pt x="2283456" y="49530"/>
                  </a:cubicBezTo>
                  <a:cubicBezTo>
                    <a:pt x="2280916" y="52705"/>
                    <a:pt x="2279646" y="57785"/>
                    <a:pt x="2279646" y="64770"/>
                  </a:cubicBezTo>
                  <a:lnTo>
                    <a:pt x="2279646" y="109220"/>
                  </a:lnTo>
                  <a:lnTo>
                    <a:pt x="2264406" y="109220"/>
                  </a:lnTo>
                  <a:lnTo>
                    <a:pt x="2264406" y="31115"/>
                  </a:lnTo>
                  <a:lnTo>
                    <a:pt x="2279646" y="31115"/>
                  </a:lnTo>
                  <a:lnTo>
                    <a:pt x="2279646" y="38735"/>
                  </a:lnTo>
                  <a:cubicBezTo>
                    <a:pt x="2279646" y="38735"/>
                    <a:pt x="2281551" y="36195"/>
                    <a:pt x="2282821" y="34925"/>
                  </a:cubicBezTo>
                  <a:cubicBezTo>
                    <a:pt x="2284091" y="33655"/>
                    <a:pt x="2285361" y="33020"/>
                    <a:pt x="2287266" y="31750"/>
                  </a:cubicBezTo>
                  <a:cubicBezTo>
                    <a:pt x="2288536" y="31115"/>
                    <a:pt x="2290441" y="30480"/>
                    <a:pt x="2292346" y="29845"/>
                  </a:cubicBezTo>
                  <a:cubicBezTo>
                    <a:pt x="2294251" y="29845"/>
                    <a:pt x="2296156" y="29210"/>
                    <a:pt x="2298061" y="29210"/>
                  </a:cubicBezTo>
                  <a:close/>
                  <a:moveTo>
                    <a:pt x="2216145" y="29210"/>
                  </a:moveTo>
                  <a:cubicBezTo>
                    <a:pt x="2221860" y="29210"/>
                    <a:pt x="2226305" y="30480"/>
                    <a:pt x="2230750" y="32385"/>
                  </a:cubicBezTo>
                  <a:cubicBezTo>
                    <a:pt x="2234560" y="34290"/>
                    <a:pt x="2238370" y="37465"/>
                    <a:pt x="2240910" y="40640"/>
                  </a:cubicBezTo>
                  <a:cubicBezTo>
                    <a:pt x="2243450" y="44450"/>
                    <a:pt x="2245355" y="48260"/>
                    <a:pt x="2247260" y="53340"/>
                  </a:cubicBezTo>
                  <a:cubicBezTo>
                    <a:pt x="2248530" y="57785"/>
                    <a:pt x="2249165" y="62865"/>
                    <a:pt x="2249165" y="68580"/>
                  </a:cubicBezTo>
                  <a:lnTo>
                    <a:pt x="2247895" y="68580"/>
                  </a:lnTo>
                  <a:cubicBezTo>
                    <a:pt x="2247895" y="68580"/>
                    <a:pt x="2247895" y="71120"/>
                    <a:pt x="2247895" y="72390"/>
                  </a:cubicBezTo>
                  <a:cubicBezTo>
                    <a:pt x="2247895" y="73660"/>
                    <a:pt x="2247895" y="74295"/>
                    <a:pt x="2247895" y="75565"/>
                  </a:cubicBezTo>
                  <a:lnTo>
                    <a:pt x="2196460" y="75565"/>
                  </a:lnTo>
                  <a:cubicBezTo>
                    <a:pt x="2196460" y="79375"/>
                    <a:pt x="2197730" y="82550"/>
                    <a:pt x="2199000" y="85090"/>
                  </a:cubicBezTo>
                  <a:cubicBezTo>
                    <a:pt x="2200270" y="87630"/>
                    <a:pt x="2201540" y="90170"/>
                    <a:pt x="2203445" y="91440"/>
                  </a:cubicBezTo>
                  <a:cubicBezTo>
                    <a:pt x="2205350" y="93345"/>
                    <a:pt x="2207255" y="94615"/>
                    <a:pt x="2209160" y="95250"/>
                  </a:cubicBezTo>
                  <a:cubicBezTo>
                    <a:pt x="2211065" y="95885"/>
                    <a:pt x="2213605" y="96520"/>
                    <a:pt x="2216145" y="96520"/>
                  </a:cubicBezTo>
                  <a:cubicBezTo>
                    <a:pt x="2218050" y="96520"/>
                    <a:pt x="2219320" y="96520"/>
                    <a:pt x="2221225" y="96520"/>
                  </a:cubicBezTo>
                  <a:cubicBezTo>
                    <a:pt x="2222495" y="96520"/>
                    <a:pt x="2224400" y="95885"/>
                    <a:pt x="2225670" y="95250"/>
                  </a:cubicBezTo>
                  <a:cubicBezTo>
                    <a:pt x="2226940" y="95250"/>
                    <a:pt x="2228210" y="93980"/>
                    <a:pt x="2229480" y="93345"/>
                  </a:cubicBezTo>
                  <a:cubicBezTo>
                    <a:pt x="2230750" y="93345"/>
                    <a:pt x="2232020" y="92075"/>
                    <a:pt x="2233925" y="90805"/>
                  </a:cubicBezTo>
                  <a:lnTo>
                    <a:pt x="2242815" y="100330"/>
                  </a:lnTo>
                  <a:cubicBezTo>
                    <a:pt x="2242815" y="100330"/>
                    <a:pt x="2239005" y="103505"/>
                    <a:pt x="2237100" y="104775"/>
                  </a:cubicBezTo>
                  <a:cubicBezTo>
                    <a:pt x="2235195" y="106045"/>
                    <a:pt x="2233290" y="106680"/>
                    <a:pt x="2231385" y="107950"/>
                  </a:cubicBezTo>
                  <a:cubicBezTo>
                    <a:pt x="2229480" y="108585"/>
                    <a:pt x="2226940" y="109855"/>
                    <a:pt x="2224400" y="109855"/>
                  </a:cubicBezTo>
                  <a:cubicBezTo>
                    <a:pt x="2221860" y="109855"/>
                    <a:pt x="2218685" y="110490"/>
                    <a:pt x="2215510" y="110490"/>
                  </a:cubicBezTo>
                  <a:cubicBezTo>
                    <a:pt x="2212335" y="110490"/>
                    <a:pt x="2209160" y="110490"/>
                    <a:pt x="2205985" y="109220"/>
                  </a:cubicBezTo>
                  <a:cubicBezTo>
                    <a:pt x="2202810" y="108585"/>
                    <a:pt x="2200270" y="107315"/>
                    <a:pt x="2198365" y="105410"/>
                  </a:cubicBezTo>
                  <a:cubicBezTo>
                    <a:pt x="2195825" y="104140"/>
                    <a:pt x="2193920" y="102235"/>
                    <a:pt x="2192015" y="100330"/>
                  </a:cubicBezTo>
                  <a:cubicBezTo>
                    <a:pt x="2190110" y="98425"/>
                    <a:pt x="2188205" y="95885"/>
                    <a:pt x="2186935" y="92710"/>
                  </a:cubicBezTo>
                  <a:cubicBezTo>
                    <a:pt x="2185030" y="89535"/>
                    <a:pt x="2183760" y="86360"/>
                    <a:pt x="2183125" y="82550"/>
                  </a:cubicBezTo>
                  <a:cubicBezTo>
                    <a:pt x="2182490" y="78740"/>
                    <a:pt x="2181855" y="74295"/>
                    <a:pt x="2181855" y="69850"/>
                  </a:cubicBezTo>
                  <a:cubicBezTo>
                    <a:pt x="2181855" y="63500"/>
                    <a:pt x="2182490" y="57150"/>
                    <a:pt x="2184395" y="52070"/>
                  </a:cubicBezTo>
                  <a:cubicBezTo>
                    <a:pt x="2186300" y="46990"/>
                    <a:pt x="2188205" y="42545"/>
                    <a:pt x="2191380" y="39370"/>
                  </a:cubicBezTo>
                  <a:cubicBezTo>
                    <a:pt x="2194555" y="36195"/>
                    <a:pt x="2197730" y="33020"/>
                    <a:pt x="2202175" y="31750"/>
                  </a:cubicBezTo>
                  <a:cubicBezTo>
                    <a:pt x="2206620" y="29845"/>
                    <a:pt x="2211065" y="29210"/>
                    <a:pt x="2216145" y="29210"/>
                  </a:cubicBezTo>
                  <a:close/>
                  <a:moveTo>
                    <a:pt x="2029456" y="29210"/>
                  </a:moveTo>
                  <a:cubicBezTo>
                    <a:pt x="2035171" y="29210"/>
                    <a:pt x="2039616" y="30480"/>
                    <a:pt x="2044061" y="32385"/>
                  </a:cubicBezTo>
                  <a:cubicBezTo>
                    <a:pt x="2047871" y="34290"/>
                    <a:pt x="2051681" y="37465"/>
                    <a:pt x="2054221" y="40640"/>
                  </a:cubicBezTo>
                  <a:cubicBezTo>
                    <a:pt x="2056761" y="44450"/>
                    <a:pt x="2058666" y="48260"/>
                    <a:pt x="2060571" y="53340"/>
                  </a:cubicBezTo>
                  <a:cubicBezTo>
                    <a:pt x="2061841" y="57785"/>
                    <a:pt x="2062476" y="62865"/>
                    <a:pt x="2062476" y="68580"/>
                  </a:cubicBezTo>
                  <a:lnTo>
                    <a:pt x="2061206" y="68580"/>
                  </a:lnTo>
                  <a:cubicBezTo>
                    <a:pt x="2061206" y="68580"/>
                    <a:pt x="2061206" y="71120"/>
                    <a:pt x="2061206" y="72390"/>
                  </a:cubicBezTo>
                  <a:cubicBezTo>
                    <a:pt x="2061206" y="73660"/>
                    <a:pt x="2061206" y="74295"/>
                    <a:pt x="2061206" y="75565"/>
                  </a:cubicBezTo>
                  <a:lnTo>
                    <a:pt x="2009771" y="75565"/>
                  </a:lnTo>
                  <a:cubicBezTo>
                    <a:pt x="2009771" y="79375"/>
                    <a:pt x="2011041" y="82550"/>
                    <a:pt x="2012311" y="85090"/>
                  </a:cubicBezTo>
                  <a:cubicBezTo>
                    <a:pt x="2013581" y="87630"/>
                    <a:pt x="2014851" y="90170"/>
                    <a:pt x="2016756" y="91440"/>
                  </a:cubicBezTo>
                  <a:cubicBezTo>
                    <a:pt x="2018661" y="93345"/>
                    <a:pt x="2020566" y="94615"/>
                    <a:pt x="2022471" y="95250"/>
                  </a:cubicBezTo>
                  <a:cubicBezTo>
                    <a:pt x="2024376" y="95885"/>
                    <a:pt x="2026916" y="96520"/>
                    <a:pt x="2029456" y="96520"/>
                  </a:cubicBezTo>
                  <a:cubicBezTo>
                    <a:pt x="2031361" y="96520"/>
                    <a:pt x="2032631" y="96520"/>
                    <a:pt x="2034536" y="96520"/>
                  </a:cubicBezTo>
                  <a:cubicBezTo>
                    <a:pt x="2035806" y="96520"/>
                    <a:pt x="2037711" y="95885"/>
                    <a:pt x="2038981" y="95250"/>
                  </a:cubicBezTo>
                  <a:cubicBezTo>
                    <a:pt x="2040251" y="95250"/>
                    <a:pt x="2041521" y="93980"/>
                    <a:pt x="2042791" y="93345"/>
                  </a:cubicBezTo>
                  <a:cubicBezTo>
                    <a:pt x="2044061" y="93345"/>
                    <a:pt x="2045331" y="92075"/>
                    <a:pt x="2047236" y="90805"/>
                  </a:cubicBezTo>
                  <a:lnTo>
                    <a:pt x="2056126" y="100330"/>
                  </a:lnTo>
                  <a:cubicBezTo>
                    <a:pt x="2056126" y="100330"/>
                    <a:pt x="2052316" y="103505"/>
                    <a:pt x="2050411" y="104775"/>
                  </a:cubicBezTo>
                  <a:cubicBezTo>
                    <a:pt x="2048506" y="106045"/>
                    <a:pt x="2046601" y="106680"/>
                    <a:pt x="2044696" y="107950"/>
                  </a:cubicBezTo>
                  <a:cubicBezTo>
                    <a:pt x="2042791" y="108585"/>
                    <a:pt x="2040251" y="109855"/>
                    <a:pt x="2037711" y="109855"/>
                  </a:cubicBezTo>
                  <a:cubicBezTo>
                    <a:pt x="2035171" y="109855"/>
                    <a:pt x="2031996" y="110490"/>
                    <a:pt x="2028821" y="110490"/>
                  </a:cubicBezTo>
                  <a:cubicBezTo>
                    <a:pt x="2025646" y="110490"/>
                    <a:pt x="2022471" y="110490"/>
                    <a:pt x="2019296" y="109220"/>
                  </a:cubicBezTo>
                  <a:cubicBezTo>
                    <a:pt x="2016121" y="108585"/>
                    <a:pt x="2013581" y="107315"/>
                    <a:pt x="2011676" y="105410"/>
                  </a:cubicBezTo>
                  <a:cubicBezTo>
                    <a:pt x="2009136" y="104140"/>
                    <a:pt x="2007231" y="102235"/>
                    <a:pt x="2005326" y="100330"/>
                  </a:cubicBezTo>
                  <a:cubicBezTo>
                    <a:pt x="2003421" y="98425"/>
                    <a:pt x="2001516" y="95885"/>
                    <a:pt x="2000246" y="92710"/>
                  </a:cubicBezTo>
                  <a:cubicBezTo>
                    <a:pt x="1998341" y="89535"/>
                    <a:pt x="1997071" y="86360"/>
                    <a:pt x="1996436" y="82550"/>
                  </a:cubicBezTo>
                  <a:cubicBezTo>
                    <a:pt x="1995801" y="78740"/>
                    <a:pt x="1995166" y="74295"/>
                    <a:pt x="1995166" y="69850"/>
                  </a:cubicBezTo>
                  <a:cubicBezTo>
                    <a:pt x="1995166" y="63500"/>
                    <a:pt x="1995801" y="57150"/>
                    <a:pt x="1997706" y="52070"/>
                  </a:cubicBezTo>
                  <a:cubicBezTo>
                    <a:pt x="1999611" y="46990"/>
                    <a:pt x="2001516" y="42545"/>
                    <a:pt x="2004691" y="39370"/>
                  </a:cubicBezTo>
                  <a:cubicBezTo>
                    <a:pt x="2007866" y="36195"/>
                    <a:pt x="2011041" y="33020"/>
                    <a:pt x="2015486" y="31750"/>
                  </a:cubicBezTo>
                  <a:cubicBezTo>
                    <a:pt x="2019931" y="29845"/>
                    <a:pt x="2024376" y="29210"/>
                    <a:pt x="2029456" y="29210"/>
                  </a:cubicBezTo>
                  <a:close/>
                  <a:moveTo>
                    <a:pt x="1831336" y="29210"/>
                  </a:moveTo>
                  <a:cubicBezTo>
                    <a:pt x="1837051" y="29210"/>
                    <a:pt x="1841496" y="30480"/>
                    <a:pt x="1845941" y="32385"/>
                  </a:cubicBezTo>
                  <a:cubicBezTo>
                    <a:pt x="1849751" y="34290"/>
                    <a:pt x="1853561" y="37465"/>
                    <a:pt x="1856101" y="40640"/>
                  </a:cubicBezTo>
                  <a:cubicBezTo>
                    <a:pt x="1858641" y="44450"/>
                    <a:pt x="1860546" y="48260"/>
                    <a:pt x="1862451" y="53340"/>
                  </a:cubicBezTo>
                  <a:cubicBezTo>
                    <a:pt x="1863721" y="57785"/>
                    <a:pt x="1864356" y="62865"/>
                    <a:pt x="1864356" y="68580"/>
                  </a:cubicBezTo>
                  <a:lnTo>
                    <a:pt x="1863086" y="68580"/>
                  </a:lnTo>
                  <a:cubicBezTo>
                    <a:pt x="1863086" y="68580"/>
                    <a:pt x="1863086" y="71120"/>
                    <a:pt x="1863086" y="72390"/>
                  </a:cubicBezTo>
                  <a:cubicBezTo>
                    <a:pt x="1863086" y="73660"/>
                    <a:pt x="1863086" y="74295"/>
                    <a:pt x="1863086" y="75565"/>
                  </a:cubicBezTo>
                  <a:lnTo>
                    <a:pt x="1811651" y="75565"/>
                  </a:lnTo>
                  <a:cubicBezTo>
                    <a:pt x="1811651" y="79375"/>
                    <a:pt x="1812921" y="82550"/>
                    <a:pt x="1814191" y="85090"/>
                  </a:cubicBezTo>
                  <a:cubicBezTo>
                    <a:pt x="1815461" y="87630"/>
                    <a:pt x="1816731" y="90170"/>
                    <a:pt x="1818636" y="91440"/>
                  </a:cubicBezTo>
                  <a:cubicBezTo>
                    <a:pt x="1820541" y="93345"/>
                    <a:pt x="1822446" y="94615"/>
                    <a:pt x="1824351" y="95250"/>
                  </a:cubicBezTo>
                  <a:cubicBezTo>
                    <a:pt x="1826256" y="95885"/>
                    <a:pt x="1828796" y="96520"/>
                    <a:pt x="1831336" y="96520"/>
                  </a:cubicBezTo>
                  <a:cubicBezTo>
                    <a:pt x="1833241" y="96520"/>
                    <a:pt x="1834511" y="96520"/>
                    <a:pt x="1836416" y="96520"/>
                  </a:cubicBezTo>
                  <a:cubicBezTo>
                    <a:pt x="1837686" y="96520"/>
                    <a:pt x="1839591" y="95885"/>
                    <a:pt x="1840861" y="95250"/>
                  </a:cubicBezTo>
                  <a:cubicBezTo>
                    <a:pt x="1842131" y="95250"/>
                    <a:pt x="1843401" y="93980"/>
                    <a:pt x="1844671" y="93345"/>
                  </a:cubicBezTo>
                  <a:cubicBezTo>
                    <a:pt x="1845941" y="93345"/>
                    <a:pt x="1847211" y="92075"/>
                    <a:pt x="1849116" y="90805"/>
                  </a:cubicBezTo>
                  <a:lnTo>
                    <a:pt x="1858006" y="100330"/>
                  </a:lnTo>
                  <a:cubicBezTo>
                    <a:pt x="1858006" y="100330"/>
                    <a:pt x="1854196" y="103505"/>
                    <a:pt x="1852291" y="104775"/>
                  </a:cubicBezTo>
                  <a:cubicBezTo>
                    <a:pt x="1850386" y="106045"/>
                    <a:pt x="1848481" y="106680"/>
                    <a:pt x="1846576" y="107950"/>
                  </a:cubicBezTo>
                  <a:cubicBezTo>
                    <a:pt x="1844671" y="108585"/>
                    <a:pt x="1842131" y="109855"/>
                    <a:pt x="1839591" y="109855"/>
                  </a:cubicBezTo>
                  <a:cubicBezTo>
                    <a:pt x="1837051" y="109855"/>
                    <a:pt x="1833876" y="110490"/>
                    <a:pt x="1830701" y="110490"/>
                  </a:cubicBezTo>
                  <a:cubicBezTo>
                    <a:pt x="1827526" y="110490"/>
                    <a:pt x="1824351" y="110490"/>
                    <a:pt x="1821176" y="109220"/>
                  </a:cubicBezTo>
                  <a:cubicBezTo>
                    <a:pt x="1818001" y="108585"/>
                    <a:pt x="1815461" y="107315"/>
                    <a:pt x="1813556" y="105410"/>
                  </a:cubicBezTo>
                  <a:cubicBezTo>
                    <a:pt x="1811016" y="104140"/>
                    <a:pt x="1809111" y="102235"/>
                    <a:pt x="1807206" y="100330"/>
                  </a:cubicBezTo>
                  <a:cubicBezTo>
                    <a:pt x="1805301" y="98425"/>
                    <a:pt x="1803396" y="95885"/>
                    <a:pt x="1802126" y="92710"/>
                  </a:cubicBezTo>
                  <a:cubicBezTo>
                    <a:pt x="1800221" y="89535"/>
                    <a:pt x="1798951" y="86360"/>
                    <a:pt x="1798316" y="82550"/>
                  </a:cubicBezTo>
                  <a:cubicBezTo>
                    <a:pt x="1797681" y="78740"/>
                    <a:pt x="1797046" y="74295"/>
                    <a:pt x="1797046" y="69850"/>
                  </a:cubicBezTo>
                  <a:cubicBezTo>
                    <a:pt x="1797046" y="63500"/>
                    <a:pt x="1797681" y="57150"/>
                    <a:pt x="1799586" y="52070"/>
                  </a:cubicBezTo>
                  <a:cubicBezTo>
                    <a:pt x="1801491" y="46990"/>
                    <a:pt x="1803396" y="42545"/>
                    <a:pt x="1806571" y="39370"/>
                  </a:cubicBezTo>
                  <a:cubicBezTo>
                    <a:pt x="1809746" y="36195"/>
                    <a:pt x="1812921" y="33020"/>
                    <a:pt x="1817366" y="31750"/>
                  </a:cubicBezTo>
                  <a:cubicBezTo>
                    <a:pt x="1821811" y="29845"/>
                    <a:pt x="1826256" y="29210"/>
                    <a:pt x="1831336" y="29210"/>
                  </a:cubicBezTo>
                  <a:close/>
                  <a:moveTo>
                    <a:pt x="1501140" y="29210"/>
                  </a:moveTo>
                  <a:cubicBezTo>
                    <a:pt x="1503046" y="29210"/>
                    <a:pt x="1504951" y="29210"/>
                    <a:pt x="1506856" y="29210"/>
                  </a:cubicBezTo>
                  <a:cubicBezTo>
                    <a:pt x="1511301" y="29210"/>
                    <a:pt x="1515746" y="29845"/>
                    <a:pt x="1518920" y="31750"/>
                  </a:cubicBezTo>
                  <a:cubicBezTo>
                    <a:pt x="1522096" y="33020"/>
                    <a:pt x="1525271" y="35560"/>
                    <a:pt x="1527811" y="38100"/>
                  </a:cubicBezTo>
                  <a:cubicBezTo>
                    <a:pt x="1530351" y="41275"/>
                    <a:pt x="1531621" y="44450"/>
                    <a:pt x="1532891" y="48895"/>
                  </a:cubicBezTo>
                  <a:cubicBezTo>
                    <a:pt x="1534161" y="53340"/>
                    <a:pt x="1534796" y="58420"/>
                    <a:pt x="1534796" y="64135"/>
                  </a:cubicBezTo>
                  <a:lnTo>
                    <a:pt x="1534796" y="108585"/>
                  </a:lnTo>
                  <a:lnTo>
                    <a:pt x="1519556" y="108585"/>
                  </a:lnTo>
                  <a:lnTo>
                    <a:pt x="1518920" y="108585"/>
                  </a:lnTo>
                  <a:lnTo>
                    <a:pt x="1518920" y="64770"/>
                  </a:lnTo>
                  <a:cubicBezTo>
                    <a:pt x="1518920" y="57785"/>
                    <a:pt x="1517651" y="52070"/>
                    <a:pt x="1515111" y="48895"/>
                  </a:cubicBezTo>
                  <a:cubicBezTo>
                    <a:pt x="1512571" y="45085"/>
                    <a:pt x="1508761" y="43180"/>
                    <a:pt x="1503046" y="43180"/>
                  </a:cubicBezTo>
                  <a:cubicBezTo>
                    <a:pt x="1500506" y="43180"/>
                    <a:pt x="1498601" y="43180"/>
                    <a:pt x="1496061" y="44450"/>
                  </a:cubicBezTo>
                  <a:cubicBezTo>
                    <a:pt x="1494156" y="45085"/>
                    <a:pt x="1492250" y="46990"/>
                    <a:pt x="1490981" y="48260"/>
                  </a:cubicBezTo>
                  <a:cubicBezTo>
                    <a:pt x="1489711" y="50165"/>
                    <a:pt x="1488441" y="52070"/>
                    <a:pt x="1487806" y="54610"/>
                  </a:cubicBezTo>
                  <a:cubicBezTo>
                    <a:pt x="1487806" y="57150"/>
                    <a:pt x="1487170" y="59690"/>
                    <a:pt x="1487170" y="62865"/>
                  </a:cubicBezTo>
                  <a:lnTo>
                    <a:pt x="1487170" y="108585"/>
                  </a:lnTo>
                  <a:lnTo>
                    <a:pt x="1471931" y="108585"/>
                  </a:lnTo>
                  <a:lnTo>
                    <a:pt x="1471931" y="30480"/>
                  </a:lnTo>
                  <a:lnTo>
                    <a:pt x="1487170" y="30480"/>
                  </a:lnTo>
                  <a:lnTo>
                    <a:pt x="1487170" y="38100"/>
                  </a:lnTo>
                  <a:cubicBezTo>
                    <a:pt x="1487170" y="38100"/>
                    <a:pt x="1489076" y="35560"/>
                    <a:pt x="1490981" y="34290"/>
                  </a:cubicBezTo>
                  <a:cubicBezTo>
                    <a:pt x="1492250" y="33020"/>
                    <a:pt x="1494156" y="32385"/>
                    <a:pt x="1495426" y="31115"/>
                  </a:cubicBezTo>
                  <a:cubicBezTo>
                    <a:pt x="1497331" y="30480"/>
                    <a:pt x="1499236" y="29845"/>
                    <a:pt x="1501140" y="29210"/>
                  </a:cubicBezTo>
                  <a:close/>
                  <a:moveTo>
                    <a:pt x="1250316" y="29210"/>
                  </a:moveTo>
                  <a:cubicBezTo>
                    <a:pt x="1255396" y="29210"/>
                    <a:pt x="1259841" y="29845"/>
                    <a:pt x="1264286" y="31750"/>
                  </a:cubicBezTo>
                  <a:cubicBezTo>
                    <a:pt x="1268731" y="33655"/>
                    <a:pt x="1273176" y="35560"/>
                    <a:pt x="1276350" y="38100"/>
                  </a:cubicBezTo>
                  <a:lnTo>
                    <a:pt x="1278256" y="38100"/>
                  </a:lnTo>
                  <a:lnTo>
                    <a:pt x="1271271" y="50165"/>
                  </a:lnTo>
                  <a:cubicBezTo>
                    <a:pt x="1268095" y="47625"/>
                    <a:pt x="1264921" y="46355"/>
                    <a:pt x="1261746" y="45085"/>
                  </a:cubicBezTo>
                  <a:cubicBezTo>
                    <a:pt x="1258570" y="43815"/>
                    <a:pt x="1254761" y="43180"/>
                    <a:pt x="1250951" y="43180"/>
                  </a:cubicBezTo>
                  <a:cubicBezTo>
                    <a:pt x="1247141" y="43180"/>
                    <a:pt x="1244601" y="43815"/>
                    <a:pt x="1242696" y="45085"/>
                  </a:cubicBezTo>
                  <a:cubicBezTo>
                    <a:pt x="1240791" y="46355"/>
                    <a:pt x="1240156" y="48260"/>
                    <a:pt x="1240156" y="50165"/>
                  </a:cubicBezTo>
                  <a:cubicBezTo>
                    <a:pt x="1240156" y="51435"/>
                    <a:pt x="1240156" y="52070"/>
                    <a:pt x="1240156" y="52705"/>
                  </a:cubicBezTo>
                  <a:cubicBezTo>
                    <a:pt x="1240156" y="53340"/>
                    <a:pt x="1241426" y="54610"/>
                    <a:pt x="1242061" y="55245"/>
                  </a:cubicBezTo>
                  <a:cubicBezTo>
                    <a:pt x="1243331" y="55880"/>
                    <a:pt x="1244601" y="57150"/>
                    <a:pt x="1246506" y="57785"/>
                  </a:cubicBezTo>
                  <a:cubicBezTo>
                    <a:pt x="1248411" y="59055"/>
                    <a:pt x="1250951" y="59690"/>
                    <a:pt x="1253491" y="60960"/>
                  </a:cubicBezTo>
                  <a:cubicBezTo>
                    <a:pt x="1257936" y="62865"/>
                    <a:pt x="1261746" y="64135"/>
                    <a:pt x="1264921" y="66040"/>
                  </a:cubicBezTo>
                  <a:cubicBezTo>
                    <a:pt x="1268095" y="67310"/>
                    <a:pt x="1270635" y="69215"/>
                    <a:pt x="1273176" y="71120"/>
                  </a:cubicBezTo>
                  <a:cubicBezTo>
                    <a:pt x="1275080" y="73025"/>
                    <a:pt x="1276985" y="75565"/>
                    <a:pt x="1278256" y="78105"/>
                  </a:cubicBezTo>
                  <a:cubicBezTo>
                    <a:pt x="1279525" y="80645"/>
                    <a:pt x="1280161" y="83820"/>
                    <a:pt x="1280161" y="87630"/>
                  </a:cubicBezTo>
                  <a:cubicBezTo>
                    <a:pt x="1280161" y="92075"/>
                    <a:pt x="1279525" y="95250"/>
                    <a:pt x="1277621" y="98425"/>
                  </a:cubicBezTo>
                  <a:cubicBezTo>
                    <a:pt x="1275716" y="101600"/>
                    <a:pt x="1273811" y="103505"/>
                    <a:pt x="1271271" y="105410"/>
                  </a:cubicBezTo>
                  <a:cubicBezTo>
                    <a:pt x="1268731" y="107315"/>
                    <a:pt x="1265556" y="108585"/>
                    <a:pt x="1261746" y="109220"/>
                  </a:cubicBezTo>
                  <a:cubicBezTo>
                    <a:pt x="1257936" y="109855"/>
                    <a:pt x="1254761" y="110490"/>
                    <a:pt x="1250951" y="110490"/>
                  </a:cubicBezTo>
                  <a:cubicBezTo>
                    <a:pt x="1245871" y="110490"/>
                    <a:pt x="1240791" y="109855"/>
                    <a:pt x="1235711" y="107950"/>
                  </a:cubicBezTo>
                  <a:cubicBezTo>
                    <a:pt x="1229996" y="106045"/>
                    <a:pt x="1225551" y="103505"/>
                    <a:pt x="1221106" y="100965"/>
                  </a:cubicBezTo>
                  <a:lnTo>
                    <a:pt x="1228091" y="89535"/>
                  </a:lnTo>
                  <a:cubicBezTo>
                    <a:pt x="1231901" y="92075"/>
                    <a:pt x="1235711" y="93980"/>
                    <a:pt x="1239521" y="95250"/>
                  </a:cubicBezTo>
                  <a:cubicBezTo>
                    <a:pt x="1243331" y="96520"/>
                    <a:pt x="1247141" y="97155"/>
                    <a:pt x="1250951" y="97155"/>
                  </a:cubicBezTo>
                  <a:cubicBezTo>
                    <a:pt x="1256031" y="97155"/>
                    <a:pt x="1259205" y="96520"/>
                    <a:pt x="1261746" y="94615"/>
                  </a:cubicBezTo>
                  <a:cubicBezTo>
                    <a:pt x="1264286" y="93345"/>
                    <a:pt x="1264921" y="90805"/>
                    <a:pt x="1264921" y="88265"/>
                  </a:cubicBezTo>
                  <a:cubicBezTo>
                    <a:pt x="1264921" y="86995"/>
                    <a:pt x="1264921" y="85725"/>
                    <a:pt x="1263650" y="84455"/>
                  </a:cubicBezTo>
                  <a:cubicBezTo>
                    <a:pt x="1263015" y="83185"/>
                    <a:pt x="1261746" y="82550"/>
                    <a:pt x="1259841" y="81280"/>
                  </a:cubicBezTo>
                  <a:cubicBezTo>
                    <a:pt x="1258570" y="80010"/>
                    <a:pt x="1256666" y="79375"/>
                    <a:pt x="1254125" y="78105"/>
                  </a:cubicBezTo>
                  <a:cubicBezTo>
                    <a:pt x="1252221" y="77470"/>
                    <a:pt x="1249681" y="76200"/>
                    <a:pt x="1246506" y="74930"/>
                  </a:cubicBezTo>
                  <a:cubicBezTo>
                    <a:pt x="1242061" y="73025"/>
                    <a:pt x="1238886" y="71755"/>
                    <a:pt x="1235711" y="69850"/>
                  </a:cubicBezTo>
                  <a:cubicBezTo>
                    <a:pt x="1232536" y="67945"/>
                    <a:pt x="1230631" y="66675"/>
                    <a:pt x="1228726" y="64770"/>
                  </a:cubicBezTo>
                  <a:cubicBezTo>
                    <a:pt x="1226821" y="62865"/>
                    <a:pt x="1225551" y="60960"/>
                    <a:pt x="1224916" y="58420"/>
                  </a:cubicBezTo>
                  <a:cubicBezTo>
                    <a:pt x="1224281" y="55880"/>
                    <a:pt x="1223646" y="53340"/>
                    <a:pt x="1223646" y="50165"/>
                  </a:cubicBezTo>
                  <a:cubicBezTo>
                    <a:pt x="1223646" y="46990"/>
                    <a:pt x="1224281" y="43815"/>
                    <a:pt x="1225551" y="40640"/>
                  </a:cubicBezTo>
                  <a:cubicBezTo>
                    <a:pt x="1226821" y="38100"/>
                    <a:pt x="1228726" y="35560"/>
                    <a:pt x="1231266" y="34290"/>
                  </a:cubicBezTo>
                  <a:cubicBezTo>
                    <a:pt x="1233806" y="32385"/>
                    <a:pt x="1236346" y="31115"/>
                    <a:pt x="1239521" y="30480"/>
                  </a:cubicBezTo>
                  <a:cubicBezTo>
                    <a:pt x="1242696" y="29845"/>
                    <a:pt x="1246506" y="29210"/>
                    <a:pt x="1250316" y="29210"/>
                  </a:cubicBezTo>
                  <a:close/>
                  <a:moveTo>
                    <a:pt x="1180466" y="29210"/>
                  </a:moveTo>
                  <a:cubicBezTo>
                    <a:pt x="1186181" y="29210"/>
                    <a:pt x="1190626" y="30480"/>
                    <a:pt x="1195071" y="32385"/>
                  </a:cubicBezTo>
                  <a:cubicBezTo>
                    <a:pt x="1198881" y="34290"/>
                    <a:pt x="1202691" y="37465"/>
                    <a:pt x="1205231" y="40640"/>
                  </a:cubicBezTo>
                  <a:cubicBezTo>
                    <a:pt x="1207771" y="44450"/>
                    <a:pt x="1209676" y="48260"/>
                    <a:pt x="1211581" y="53340"/>
                  </a:cubicBezTo>
                  <a:cubicBezTo>
                    <a:pt x="1212851" y="57785"/>
                    <a:pt x="1213486" y="62865"/>
                    <a:pt x="1213486" y="68580"/>
                  </a:cubicBezTo>
                  <a:lnTo>
                    <a:pt x="1212216" y="68580"/>
                  </a:lnTo>
                  <a:cubicBezTo>
                    <a:pt x="1212216" y="68580"/>
                    <a:pt x="1212216" y="71120"/>
                    <a:pt x="1212216" y="72390"/>
                  </a:cubicBezTo>
                  <a:cubicBezTo>
                    <a:pt x="1212216" y="73660"/>
                    <a:pt x="1212216" y="74295"/>
                    <a:pt x="1212216" y="75565"/>
                  </a:cubicBezTo>
                  <a:lnTo>
                    <a:pt x="1160781" y="75565"/>
                  </a:lnTo>
                  <a:cubicBezTo>
                    <a:pt x="1160781" y="79375"/>
                    <a:pt x="1162051" y="82550"/>
                    <a:pt x="1163321" y="85090"/>
                  </a:cubicBezTo>
                  <a:cubicBezTo>
                    <a:pt x="1164591" y="87630"/>
                    <a:pt x="1165861" y="90170"/>
                    <a:pt x="1167766" y="91440"/>
                  </a:cubicBezTo>
                  <a:cubicBezTo>
                    <a:pt x="1169671" y="93345"/>
                    <a:pt x="1171576" y="94615"/>
                    <a:pt x="1173481" y="95250"/>
                  </a:cubicBezTo>
                  <a:cubicBezTo>
                    <a:pt x="1175386" y="95885"/>
                    <a:pt x="1177926" y="96520"/>
                    <a:pt x="1180466" y="96520"/>
                  </a:cubicBezTo>
                  <a:cubicBezTo>
                    <a:pt x="1182371" y="96520"/>
                    <a:pt x="1183641" y="96520"/>
                    <a:pt x="1185546" y="96520"/>
                  </a:cubicBezTo>
                  <a:cubicBezTo>
                    <a:pt x="1186816" y="96520"/>
                    <a:pt x="1188721" y="95885"/>
                    <a:pt x="1189991" y="95250"/>
                  </a:cubicBezTo>
                  <a:cubicBezTo>
                    <a:pt x="1191261" y="95250"/>
                    <a:pt x="1192531" y="93980"/>
                    <a:pt x="1193801" y="93345"/>
                  </a:cubicBezTo>
                  <a:cubicBezTo>
                    <a:pt x="1195071" y="93345"/>
                    <a:pt x="1196341" y="92075"/>
                    <a:pt x="1198246" y="90805"/>
                  </a:cubicBezTo>
                  <a:lnTo>
                    <a:pt x="1207136" y="100330"/>
                  </a:lnTo>
                  <a:cubicBezTo>
                    <a:pt x="1207136" y="100330"/>
                    <a:pt x="1203326" y="103505"/>
                    <a:pt x="1201421" y="104775"/>
                  </a:cubicBezTo>
                  <a:cubicBezTo>
                    <a:pt x="1199516" y="106045"/>
                    <a:pt x="1197611" y="106680"/>
                    <a:pt x="1195706" y="107950"/>
                  </a:cubicBezTo>
                  <a:cubicBezTo>
                    <a:pt x="1193801" y="108585"/>
                    <a:pt x="1191261" y="109855"/>
                    <a:pt x="1188721" y="109855"/>
                  </a:cubicBezTo>
                  <a:cubicBezTo>
                    <a:pt x="1186181" y="109855"/>
                    <a:pt x="1183006" y="110490"/>
                    <a:pt x="1179831" y="110490"/>
                  </a:cubicBezTo>
                  <a:cubicBezTo>
                    <a:pt x="1176656" y="110490"/>
                    <a:pt x="1173481" y="110490"/>
                    <a:pt x="1170306" y="109220"/>
                  </a:cubicBezTo>
                  <a:cubicBezTo>
                    <a:pt x="1167131" y="108585"/>
                    <a:pt x="1164591" y="107315"/>
                    <a:pt x="1162686" y="105410"/>
                  </a:cubicBezTo>
                  <a:cubicBezTo>
                    <a:pt x="1160781" y="103505"/>
                    <a:pt x="1158241" y="102235"/>
                    <a:pt x="1156336" y="100330"/>
                  </a:cubicBezTo>
                  <a:cubicBezTo>
                    <a:pt x="1154431" y="98425"/>
                    <a:pt x="1152526" y="95885"/>
                    <a:pt x="1151256" y="92710"/>
                  </a:cubicBezTo>
                  <a:cubicBezTo>
                    <a:pt x="1149351" y="89535"/>
                    <a:pt x="1148081" y="86360"/>
                    <a:pt x="1147446" y="82550"/>
                  </a:cubicBezTo>
                  <a:cubicBezTo>
                    <a:pt x="1146811" y="78740"/>
                    <a:pt x="1146176" y="74295"/>
                    <a:pt x="1146176" y="69850"/>
                  </a:cubicBezTo>
                  <a:cubicBezTo>
                    <a:pt x="1146176" y="63500"/>
                    <a:pt x="1146811" y="57150"/>
                    <a:pt x="1148716" y="52070"/>
                  </a:cubicBezTo>
                  <a:cubicBezTo>
                    <a:pt x="1150621" y="46990"/>
                    <a:pt x="1152526" y="42545"/>
                    <a:pt x="1155701" y="39370"/>
                  </a:cubicBezTo>
                  <a:cubicBezTo>
                    <a:pt x="1158876" y="36195"/>
                    <a:pt x="1162051" y="33020"/>
                    <a:pt x="1166496" y="31750"/>
                  </a:cubicBezTo>
                  <a:cubicBezTo>
                    <a:pt x="1170941" y="29845"/>
                    <a:pt x="1175386" y="29210"/>
                    <a:pt x="1180466" y="29210"/>
                  </a:cubicBezTo>
                  <a:close/>
                  <a:moveTo>
                    <a:pt x="901065" y="29210"/>
                  </a:moveTo>
                  <a:cubicBezTo>
                    <a:pt x="906780" y="29210"/>
                    <a:pt x="911225" y="30480"/>
                    <a:pt x="915670" y="32385"/>
                  </a:cubicBezTo>
                  <a:cubicBezTo>
                    <a:pt x="919480" y="34290"/>
                    <a:pt x="923290" y="37465"/>
                    <a:pt x="925830" y="40640"/>
                  </a:cubicBezTo>
                  <a:cubicBezTo>
                    <a:pt x="928370" y="44450"/>
                    <a:pt x="930275" y="48260"/>
                    <a:pt x="932180" y="53340"/>
                  </a:cubicBezTo>
                  <a:cubicBezTo>
                    <a:pt x="933450" y="57785"/>
                    <a:pt x="934085" y="62865"/>
                    <a:pt x="934085" y="68580"/>
                  </a:cubicBezTo>
                  <a:lnTo>
                    <a:pt x="932815" y="68580"/>
                  </a:lnTo>
                  <a:cubicBezTo>
                    <a:pt x="932815" y="68580"/>
                    <a:pt x="932815" y="71120"/>
                    <a:pt x="932815" y="72390"/>
                  </a:cubicBezTo>
                  <a:cubicBezTo>
                    <a:pt x="932815" y="73660"/>
                    <a:pt x="932815" y="74295"/>
                    <a:pt x="932815" y="75565"/>
                  </a:cubicBezTo>
                  <a:lnTo>
                    <a:pt x="881380" y="75565"/>
                  </a:lnTo>
                  <a:cubicBezTo>
                    <a:pt x="881380" y="79375"/>
                    <a:pt x="882650" y="82550"/>
                    <a:pt x="883920" y="85090"/>
                  </a:cubicBezTo>
                  <a:cubicBezTo>
                    <a:pt x="885190" y="87630"/>
                    <a:pt x="886460" y="90170"/>
                    <a:pt x="888365" y="91440"/>
                  </a:cubicBezTo>
                  <a:cubicBezTo>
                    <a:pt x="890270" y="93345"/>
                    <a:pt x="892175" y="94615"/>
                    <a:pt x="894080" y="95250"/>
                  </a:cubicBezTo>
                  <a:cubicBezTo>
                    <a:pt x="895985" y="95885"/>
                    <a:pt x="898525" y="96520"/>
                    <a:pt x="901065" y="96520"/>
                  </a:cubicBezTo>
                  <a:cubicBezTo>
                    <a:pt x="902970" y="96520"/>
                    <a:pt x="904240" y="96520"/>
                    <a:pt x="906145" y="96520"/>
                  </a:cubicBezTo>
                  <a:cubicBezTo>
                    <a:pt x="907415" y="96520"/>
                    <a:pt x="909320" y="95885"/>
                    <a:pt x="910590" y="95250"/>
                  </a:cubicBezTo>
                  <a:cubicBezTo>
                    <a:pt x="911860" y="95250"/>
                    <a:pt x="913130" y="93980"/>
                    <a:pt x="914400" y="93345"/>
                  </a:cubicBezTo>
                  <a:cubicBezTo>
                    <a:pt x="915670" y="93345"/>
                    <a:pt x="916940" y="92075"/>
                    <a:pt x="918845" y="90805"/>
                  </a:cubicBezTo>
                  <a:lnTo>
                    <a:pt x="927735" y="100330"/>
                  </a:lnTo>
                  <a:cubicBezTo>
                    <a:pt x="927735" y="100330"/>
                    <a:pt x="923925" y="103505"/>
                    <a:pt x="922020" y="104775"/>
                  </a:cubicBezTo>
                  <a:cubicBezTo>
                    <a:pt x="920115" y="106045"/>
                    <a:pt x="918210" y="106680"/>
                    <a:pt x="916305" y="107950"/>
                  </a:cubicBezTo>
                  <a:cubicBezTo>
                    <a:pt x="914400" y="108585"/>
                    <a:pt x="911860" y="109855"/>
                    <a:pt x="909320" y="109855"/>
                  </a:cubicBezTo>
                  <a:cubicBezTo>
                    <a:pt x="906780" y="109855"/>
                    <a:pt x="903605" y="110490"/>
                    <a:pt x="900430" y="110490"/>
                  </a:cubicBezTo>
                  <a:cubicBezTo>
                    <a:pt x="897255" y="110490"/>
                    <a:pt x="894080" y="110490"/>
                    <a:pt x="890905" y="109220"/>
                  </a:cubicBezTo>
                  <a:cubicBezTo>
                    <a:pt x="887730" y="108585"/>
                    <a:pt x="885190" y="107315"/>
                    <a:pt x="883285" y="105410"/>
                  </a:cubicBezTo>
                  <a:cubicBezTo>
                    <a:pt x="881380" y="103505"/>
                    <a:pt x="878840" y="102235"/>
                    <a:pt x="876935" y="100330"/>
                  </a:cubicBezTo>
                  <a:cubicBezTo>
                    <a:pt x="875030" y="98425"/>
                    <a:pt x="873125" y="95885"/>
                    <a:pt x="871855" y="92710"/>
                  </a:cubicBezTo>
                  <a:cubicBezTo>
                    <a:pt x="869950" y="89535"/>
                    <a:pt x="868680" y="86360"/>
                    <a:pt x="868045" y="82550"/>
                  </a:cubicBezTo>
                  <a:cubicBezTo>
                    <a:pt x="867410" y="78740"/>
                    <a:pt x="866775" y="74295"/>
                    <a:pt x="866775" y="69850"/>
                  </a:cubicBezTo>
                  <a:cubicBezTo>
                    <a:pt x="866775" y="63500"/>
                    <a:pt x="867410" y="57150"/>
                    <a:pt x="869315" y="52070"/>
                  </a:cubicBezTo>
                  <a:cubicBezTo>
                    <a:pt x="871220" y="46990"/>
                    <a:pt x="873125" y="42545"/>
                    <a:pt x="876300" y="39370"/>
                  </a:cubicBezTo>
                  <a:cubicBezTo>
                    <a:pt x="879475" y="36195"/>
                    <a:pt x="882650" y="33020"/>
                    <a:pt x="887095" y="31750"/>
                  </a:cubicBezTo>
                  <a:cubicBezTo>
                    <a:pt x="891540" y="29845"/>
                    <a:pt x="895985" y="29210"/>
                    <a:pt x="901065" y="29210"/>
                  </a:cubicBezTo>
                  <a:close/>
                  <a:moveTo>
                    <a:pt x="668656" y="29210"/>
                  </a:moveTo>
                  <a:cubicBezTo>
                    <a:pt x="671830" y="29210"/>
                    <a:pt x="674370" y="29210"/>
                    <a:pt x="676275" y="29845"/>
                  </a:cubicBezTo>
                  <a:cubicBezTo>
                    <a:pt x="678181" y="29845"/>
                    <a:pt x="680086" y="31115"/>
                    <a:pt x="681991" y="32385"/>
                  </a:cubicBezTo>
                  <a:lnTo>
                    <a:pt x="678181" y="46990"/>
                  </a:lnTo>
                  <a:lnTo>
                    <a:pt x="676910" y="46990"/>
                  </a:lnTo>
                  <a:cubicBezTo>
                    <a:pt x="676910" y="46990"/>
                    <a:pt x="673736" y="45085"/>
                    <a:pt x="671830" y="45085"/>
                  </a:cubicBezTo>
                  <a:cubicBezTo>
                    <a:pt x="669925" y="45085"/>
                    <a:pt x="668020" y="44450"/>
                    <a:pt x="665480" y="44450"/>
                  </a:cubicBezTo>
                  <a:cubicBezTo>
                    <a:pt x="660400" y="44450"/>
                    <a:pt x="656590" y="46355"/>
                    <a:pt x="654050" y="49530"/>
                  </a:cubicBezTo>
                  <a:cubicBezTo>
                    <a:pt x="651510" y="52705"/>
                    <a:pt x="650240" y="57785"/>
                    <a:pt x="650240" y="64770"/>
                  </a:cubicBezTo>
                  <a:lnTo>
                    <a:pt x="650240" y="109220"/>
                  </a:lnTo>
                  <a:lnTo>
                    <a:pt x="635000" y="109220"/>
                  </a:lnTo>
                  <a:lnTo>
                    <a:pt x="635000" y="31115"/>
                  </a:lnTo>
                  <a:lnTo>
                    <a:pt x="650240" y="31115"/>
                  </a:lnTo>
                  <a:lnTo>
                    <a:pt x="650240" y="38735"/>
                  </a:lnTo>
                  <a:cubicBezTo>
                    <a:pt x="650240" y="38735"/>
                    <a:pt x="652145" y="36195"/>
                    <a:pt x="653416" y="34925"/>
                  </a:cubicBezTo>
                  <a:cubicBezTo>
                    <a:pt x="654685" y="33655"/>
                    <a:pt x="655955" y="33020"/>
                    <a:pt x="657861" y="31750"/>
                  </a:cubicBezTo>
                  <a:cubicBezTo>
                    <a:pt x="659130" y="31115"/>
                    <a:pt x="661035" y="30480"/>
                    <a:pt x="662940" y="29845"/>
                  </a:cubicBezTo>
                  <a:cubicBezTo>
                    <a:pt x="664845" y="29845"/>
                    <a:pt x="666751" y="29210"/>
                    <a:pt x="668656" y="29210"/>
                  </a:cubicBezTo>
                  <a:close/>
                  <a:moveTo>
                    <a:pt x="586739" y="29210"/>
                  </a:moveTo>
                  <a:cubicBezTo>
                    <a:pt x="592454" y="29210"/>
                    <a:pt x="596899" y="30480"/>
                    <a:pt x="601344" y="32385"/>
                  </a:cubicBezTo>
                  <a:cubicBezTo>
                    <a:pt x="605154" y="34290"/>
                    <a:pt x="608964" y="37465"/>
                    <a:pt x="611504" y="40640"/>
                  </a:cubicBezTo>
                  <a:cubicBezTo>
                    <a:pt x="614044" y="44450"/>
                    <a:pt x="615949" y="48260"/>
                    <a:pt x="617854" y="53340"/>
                  </a:cubicBezTo>
                  <a:cubicBezTo>
                    <a:pt x="619124" y="57785"/>
                    <a:pt x="619759" y="62865"/>
                    <a:pt x="619759" y="68580"/>
                  </a:cubicBezTo>
                  <a:lnTo>
                    <a:pt x="618489" y="68580"/>
                  </a:lnTo>
                  <a:cubicBezTo>
                    <a:pt x="618489" y="68580"/>
                    <a:pt x="618489" y="71120"/>
                    <a:pt x="618489" y="72390"/>
                  </a:cubicBezTo>
                  <a:cubicBezTo>
                    <a:pt x="618489" y="73660"/>
                    <a:pt x="618489" y="74295"/>
                    <a:pt x="618489" y="75565"/>
                  </a:cubicBezTo>
                  <a:lnTo>
                    <a:pt x="567054" y="75565"/>
                  </a:lnTo>
                  <a:cubicBezTo>
                    <a:pt x="567054" y="79375"/>
                    <a:pt x="568324" y="82550"/>
                    <a:pt x="569594" y="85090"/>
                  </a:cubicBezTo>
                  <a:cubicBezTo>
                    <a:pt x="570864" y="87630"/>
                    <a:pt x="572134" y="90170"/>
                    <a:pt x="574039" y="91440"/>
                  </a:cubicBezTo>
                  <a:cubicBezTo>
                    <a:pt x="575944" y="93345"/>
                    <a:pt x="577849" y="94615"/>
                    <a:pt x="579754" y="95250"/>
                  </a:cubicBezTo>
                  <a:cubicBezTo>
                    <a:pt x="581659" y="95885"/>
                    <a:pt x="584199" y="96520"/>
                    <a:pt x="586739" y="96520"/>
                  </a:cubicBezTo>
                  <a:cubicBezTo>
                    <a:pt x="588644" y="96520"/>
                    <a:pt x="589914" y="96520"/>
                    <a:pt x="591819" y="96520"/>
                  </a:cubicBezTo>
                  <a:cubicBezTo>
                    <a:pt x="593089" y="96520"/>
                    <a:pt x="594994" y="95885"/>
                    <a:pt x="596264" y="95250"/>
                  </a:cubicBezTo>
                  <a:cubicBezTo>
                    <a:pt x="597534" y="95250"/>
                    <a:pt x="598804" y="93980"/>
                    <a:pt x="600074" y="93345"/>
                  </a:cubicBezTo>
                  <a:cubicBezTo>
                    <a:pt x="601344" y="93345"/>
                    <a:pt x="602614" y="92075"/>
                    <a:pt x="604519" y="90805"/>
                  </a:cubicBezTo>
                  <a:lnTo>
                    <a:pt x="613409" y="100330"/>
                  </a:lnTo>
                  <a:cubicBezTo>
                    <a:pt x="613409" y="100330"/>
                    <a:pt x="609599" y="103505"/>
                    <a:pt x="607694" y="104775"/>
                  </a:cubicBezTo>
                  <a:cubicBezTo>
                    <a:pt x="605789" y="106045"/>
                    <a:pt x="603884" y="106680"/>
                    <a:pt x="601979" y="107950"/>
                  </a:cubicBezTo>
                  <a:cubicBezTo>
                    <a:pt x="600074" y="108585"/>
                    <a:pt x="597534" y="109855"/>
                    <a:pt x="594994" y="109855"/>
                  </a:cubicBezTo>
                  <a:cubicBezTo>
                    <a:pt x="592454" y="109855"/>
                    <a:pt x="589279" y="110490"/>
                    <a:pt x="586104" y="110490"/>
                  </a:cubicBezTo>
                  <a:cubicBezTo>
                    <a:pt x="582929" y="110490"/>
                    <a:pt x="579754" y="110490"/>
                    <a:pt x="576579" y="109220"/>
                  </a:cubicBezTo>
                  <a:cubicBezTo>
                    <a:pt x="573404" y="108585"/>
                    <a:pt x="570864" y="107315"/>
                    <a:pt x="568959" y="105410"/>
                  </a:cubicBezTo>
                  <a:cubicBezTo>
                    <a:pt x="566419" y="104140"/>
                    <a:pt x="564514" y="102235"/>
                    <a:pt x="562609" y="100330"/>
                  </a:cubicBezTo>
                  <a:cubicBezTo>
                    <a:pt x="560704" y="98425"/>
                    <a:pt x="558799" y="95885"/>
                    <a:pt x="557529" y="92710"/>
                  </a:cubicBezTo>
                  <a:cubicBezTo>
                    <a:pt x="555624" y="89535"/>
                    <a:pt x="554354" y="86360"/>
                    <a:pt x="553719" y="82550"/>
                  </a:cubicBezTo>
                  <a:cubicBezTo>
                    <a:pt x="553084" y="78740"/>
                    <a:pt x="552449" y="74295"/>
                    <a:pt x="552449" y="69850"/>
                  </a:cubicBezTo>
                  <a:cubicBezTo>
                    <a:pt x="552449" y="63500"/>
                    <a:pt x="553084" y="57150"/>
                    <a:pt x="554989" y="52070"/>
                  </a:cubicBezTo>
                  <a:cubicBezTo>
                    <a:pt x="556894" y="46990"/>
                    <a:pt x="558799" y="42545"/>
                    <a:pt x="561974" y="39370"/>
                  </a:cubicBezTo>
                  <a:cubicBezTo>
                    <a:pt x="565149" y="36195"/>
                    <a:pt x="568324" y="33020"/>
                    <a:pt x="572769" y="31750"/>
                  </a:cubicBezTo>
                  <a:cubicBezTo>
                    <a:pt x="577214" y="29845"/>
                    <a:pt x="581659" y="29210"/>
                    <a:pt x="586739" y="29210"/>
                  </a:cubicBezTo>
                  <a:close/>
                  <a:moveTo>
                    <a:pt x="400050" y="29210"/>
                  </a:moveTo>
                  <a:cubicBezTo>
                    <a:pt x="405765" y="29210"/>
                    <a:pt x="410210" y="30480"/>
                    <a:pt x="414655" y="32385"/>
                  </a:cubicBezTo>
                  <a:cubicBezTo>
                    <a:pt x="418465" y="34290"/>
                    <a:pt x="422275" y="37465"/>
                    <a:pt x="424815" y="40640"/>
                  </a:cubicBezTo>
                  <a:cubicBezTo>
                    <a:pt x="427355" y="44450"/>
                    <a:pt x="429260" y="48260"/>
                    <a:pt x="431165" y="53340"/>
                  </a:cubicBezTo>
                  <a:cubicBezTo>
                    <a:pt x="432435" y="57785"/>
                    <a:pt x="433070" y="62865"/>
                    <a:pt x="433070" y="68580"/>
                  </a:cubicBezTo>
                  <a:lnTo>
                    <a:pt x="431800" y="68580"/>
                  </a:lnTo>
                  <a:cubicBezTo>
                    <a:pt x="431800" y="68580"/>
                    <a:pt x="431800" y="71120"/>
                    <a:pt x="431800" y="72390"/>
                  </a:cubicBezTo>
                  <a:cubicBezTo>
                    <a:pt x="431800" y="73660"/>
                    <a:pt x="431800" y="74295"/>
                    <a:pt x="431800" y="75565"/>
                  </a:cubicBezTo>
                  <a:lnTo>
                    <a:pt x="380365" y="75565"/>
                  </a:lnTo>
                  <a:cubicBezTo>
                    <a:pt x="380365" y="79375"/>
                    <a:pt x="381635" y="82550"/>
                    <a:pt x="382905" y="85090"/>
                  </a:cubicBezTo>
                  <a:cubicBezTo>
                    <a:pt x="384175" y="87630"/>
                    <a:pt x="385445" y="90170"/>
                    <a:pt x="387350" y="91440"/>
                  </a:cubicBezTo>
                  <a:cubicBezTo>
                    <a:pt x="389255" y="93345"/>
                    <a:pt x="391160" y="94615"/>
                    <a:pt x="393065" y="95250"/>
                  </a:cubicBezTo>
                  <a:cubicBezTo>
                    <a:pt x="394970" y="95885"/>
                    <a:pt x="397510" y="96520"/>
                    <a:pt x="400050" y="96520"/>
                  </a:cubicBezTo>
                  <a:cubicBezTo>
                    <a:pt x="401955" y="96520"/>
                    <a:pt x="403225" y="96520"/>
                    <a:pt x="405130" y="96520"/>
                  </a:cubicBezTo>
                  <a:cubicBezTo>
                    <a:pt x="406400" y="96520"/>
                    <a:pt x="408305" y="95885"/>
                    <a:pt x="409575" y="95250"/>
                  </a:cubicBezTo>
                  <a:cubicBezTo>
                    <a:pt x="410845" y="95250"/>
                    <a:pt x="412115" y="93980"/>
                    <a:pt x="413385" y="93345"/>
                  </a:cubicBezTo>
                  <a:cubicBezTo>
                    <a:pt x="414655" y="93345"/>
                    <a:pt x="415925" y="92075"/>
                    <a:pt x="417830" y="90805"/>
                  </a:cubicBezTo>
                  <a:lnTo>
                    <a:pt x="426720" y="100330"/>
                  </a:lnTo>
                  <a:cubicBezTo>
                    <a:pt x="426720" y="100330"/>
                    <a:pt x="422910" y="103505"/>
                    <a:pt x="421005" y="104775"/>
                  </a:cubicBezTo>
                  <a:cubicBezTo>
                    <a:pt x="419100" y="106045"/>
                    <a:pt x="417195" y="106680"/>
                    <a:pt x="415290" y="107950"/>
                  </a:cubicBezTo>
                  <a:cubicBezTo>
                    <a:pt x="413385" y="108585"/>
                    <a:pt x="410845" y="109855"/>
                    <a:pt x="408305" y="109855"/>
                  </a:cubicBezTo>
                  <a:cubicBezTo>
                    <a:pt x="405765" y="109855"/>
                    <a:pt x="402590" y="110490"/>
                    <a:pt x="399415" y="110490"/>
                  </a:cubicBezTo>
                  <a:cubicBezTo>
                    <a:pt x="396240" y="110490"/>
                    <a:pt x="393065" y="110490"/>
                    <a:pt x="389890" y="109220"/>
                  </a:cubicBezTo>
                  <a:cubicBezTo>
                    <a:pt x="386715" y="108585"/>
                    <a:pt x="384175" y="107315"/>
                    <a:pt x="382270" y="105410"/>
                  </a:cubicBezTo>
                  <a:cubicBezTo>
                    <a:pt x="380365" y="103505"/>
                    <a:pt x="377825" y="102235"/>
                    <a:pt x="375920" y="100330"/>
                  </a:cubicBezTo>
                  <a:cubicBezTo>
                    <a:pt x="374015" y="98425"/>
                    <a:pt x="372110" y="95885"/>
                    <a:pt x="370840" y="92710"/>
                  </a:cubicBezTo>
                  <a:cubicBezTo>
                    <a:pt x="368935" y="89535"/>
                    <a:pt x="367665" y="86360"/>
                    <a:pt x="367030" y="82550"/>
                  </a:cubicBezTo>
                  <a:cubicBezTo>
                    <a:pt x="366395" y="78740"/>
                    <a:pt x="365760" y="74295"/>
                    <a:pt x="365760" y="69850"/>
                  </a:cubicBezTo>
                  <a:cubicBezTo>
                    <a:pt x="365760" y="63500"/>
                    <a:pt x="366395" y="57150"/>
                    <a:pt x="368300" y="52070"/>
                  </a:cubicBezTo>
                  <a:cubicBezTo>
                    <a:pt x="370205" y="46990"/>
                    <a:pt x="372110" y="42545"/>
                    <a:pt x="375285" y="39370"/>
                  </a:cubicBezTo>
                  <a:cubicBezTo>
                    <a:pt x="378460" y="36195"/>
                    <a:pt x="381635" y="33020"/>
                    <a:pt x="386080" y="31750"/>
                  </a:cubicBezTo>
                  <a:cubicBezTo>
                    <a:pt x="390525" y="29845"/>
                    <a:pt x="394970" y="29210"/>
                    <a:pt x="400050" y="29210"/>
                  </a:cubicBezTo>
                  <a:close/>
                  <a:moveTo>
                    <a:pt x="201930" y="29210"/>
                  </a:moveTo>
                  <a:cubicBezTo>
                    <a:pt x="207645" y="29210"/>
                    <a:pt x="212090" y="30480"/>
                    <a:pt x="216535" y="32385"/>
                  </a:cubicBezTo>
                  <a:cubicBezTo>
                    <a:pt x="220345" y="34290"/>
                    <a:pt x="224155" y="37465"/>
                    <a:pt x="226695" y="40640"/>
                  </a:cubicBezTo>
                  <a:cubicBezTo>
                    <a:pt x="229235" y="44450"/>
                    <a:pt x="231140" y="48260"/>
                    <a:pt x="233045" y="53340"/>
                  </a:cubicBezTo>
                  <a:cubicBezTo>
                    <a:pt x="234315" y="57785"/>
                    <a:pt x="234950" y="62865"/>
                    <a:pt x="234950" y="68580"/>
                  </a:cubicBezTo>
                  <a:lnTo>
                    <a:pt x="233680" y="68580"/>
                  </a:lnTo>
                  <a:cubicBezTo>
                    <a:pt x="233680" y="68580"/>
                    <a:pt x="233680" y="71120"/>
                    <a:pt x="233680" y="72390"/>
                  </a:cubicBezTo>
                  <a:cubicBezTo>
                    <a:pt x="233680" y="73660"/>
                    <a:pt x="233680" y="74295"/>
                    <a:pt x="233680" y="75565"/>
                  </a:cubicBezTo>
                  <a:lnTo>
                    <a:pt x="182245" y="75565"/>
                  </a:lnTo>
                  <a:cubicBezTo>
                    <a:pt x="182245" y="79375"/>
                    <a:pt x="183515" y="82550"/>
                    <a:pt x="184785" y="85090"/>
                  </a:cubicBezTo>
                  <a:cubicBezTo>
                    <a:pt x="186055" y="87630"/>
                    <a:pt x="187325" y="90170"/>
                    <a:pt x="189230" y="91440"/>
                  </a:cubicBezTo>
                  <a:cubicBezTo>
                    <a:pt x="191135" y="93345"/>
                    <a:pt x="193040" y="94615"/>
                    <a:pt x="194945" y="95250"/>
                  </a:cubicBezTo>
                  <a:cubicBezTo>
                    <a:pt x="196850" y="95885"/>
                    <a:pt x="199390" y="96520"/>
                    <a:pt x="201930" y="96520"/>
                  </a:cubicBezTo>
                  <a:cubicBezTo>
                    <a:pt x="203835" y="96520"/>
                    <a:pt x="205105" y="96520"/>
                    <a:pt x="207010" y="96520"/>
                  </a:cubicBezTo>
                  <a:cubicBezTo>
                    <a:pt x="208280" y="96520"/>
                    <a:pt x="210185" y="95885"/>
                    <a:pt x="211455" y="95250"/>
                  </a:cubicBezTo>
                  <a:cubicBezTo>
                    <a:pt x="212725" y="95250"/>
                    <a:pt x="213995" y="93980"/>
                    <a:pt x="215265" y="93345"/>
                  </a:cubicBezTo>
                  <a:cubicBezTo>
                    <a:pt x="216535" y="93345"/>
                    <a:pt x="217805" y="92075"/>
                    <a:pt x="219710" y="90805"/>
                  </a:cubicBezTo>
                  <a:lnTo>
                    <a:pt x="228600" y="100330"/>
                  </a:lnTo>
                  <a:cubicBezTo>
                    <a:pt x="228600" y="100330"/>
                    <a:pt x="224790" y="103505"/>
                    <a:pt x="222885" y="104775"/>
                  </a:cubicBezTo>
                  <a:cubicBezTo>
                    <a:pt x="220980" y="106045"/>
                    <a:pt x="219075" y="106680"/>
                    <a:pt x="217170" y="107950"/>
                  </a:cubicBezTo>
                  <a:cubicBezTo>
                    <a:pt x="215265" y="108585"/>
                    <a:pt x="212725" y="109855"/>
                    <a:pt x="210185" y="109855"/>
                  </a:cubicBezTo>
                  <a:cubicBezTo>
                    <a:pt x="207645" y="109855"/>
                    <a:pt x="204470" y="110490"/>
                    <a:pt x="201295" y="110490"/>
                  </a:cubicBezTo>
                  <a:cubicBezTo>
                    <a:pt x="198120" y="110490"/>
                    <a:pt x="194945" y="110490"/>
                    <a:pt x="191770" y="109220"/>
                  </a:cubicBezTo>
                  <a:cubicBezTo>
                    <a:pt x="188595" y="108585"/>
                    <a:pt x="186055" y="107315"/>
                    <a:pt x="184150" y="105410"/>
                  </a:cubicBezTo>
                  <a:cubicBezTo>
                    <a:pt x="181610" y="104140"/>
                    <a:pt x="179705" y="102235"/>
                    <a:pt x="177800" y="100330"/>
                  </a:cubicBezTo>
                  <a:cubicBezTo>
                    <a:pt x="175895" y="98425"/>
                    <a:pt x="173990" y="95885"/>
                    <a:pt x="172720" y="92710"/>
                  </a:cubicBezTo>
                  <a:cubicBezTo>
                    <a:pt x="170815" y="89535"/>
                    <a:pt x="169545" y="86360"/>
                    <a:pt x="168910" y="82550"/>
                  </a:cubicBezTo>
                  <a:cubicBezTo>
                    <a:pt x="168275" y="78740"/>
                    <a:pt x="167640" y="74295"/>
                    <a:pt x="167640" y="69850"/>
                  </a:cubicBezTo>
                  <a:cubicBezTo>
                    <a:pt x="167640" y="63500"/>
                    <a:pt x="168275" y="57150"/>
                    <a:pt x="170180" y="52070"/>
                  </a:cubicBezTo>
                  <a:cubicBezTo>
                    <a:pt x="172085" y="46990"/>
                    <a:pt x="173990" y="42545"/>
                    <a:pt x="177165" y="39370"/>
                  </a:cubicBezTo>
                  <a:cubicBezTo>
                    <a:pt x="180340" y="36195"/>
                    <a:pt x="183515" y="33020"/>
                    <a:pt x="187960" y="31750"/>
                  </a:cubicBezTo>
                  <a:cubicBezTo>
                    <a:pt x="192405" y="29845"/>
                    <a:pt x="196850" y="29210"/>
                    <a:pt x="201930" y="29210"/>
                  </a:cubicBezTo>
                  <a:close/>
                  <a:moveTo>
                    <a:pt x="4664706" y="28574"/>
                  </a:moveTo>
                  <a:cubicBezTo>
                    <a:pt x="4669786" y="28574"/>
                    <a:pt x="4674231" y="29209"/>
                    <a:pt x="4678676" y="31749"/>
                  </a:cubicBezTo>
                  <a:cubicBezTo>
                    <a:pt x="4683121" y="33654"/>
                    <a:pt x="4686296" y="36194"/>
                    <a:pt x="4689471" y="40004"/>
                  </a:cubicBezTo>
                  <a:cubicBezTo>
                    <a:pt x="4692646" y="43814"/>
                    <a:pt x="4695186" y="47624"/>
                    <a:pt x="4696456" y="52704"/>
                  </a:cubicBezTo>
                  <a:cubicBezTo>
                    <a:pt x="4698361" y="57784"/>
                    <a:pt x="4698996" y="63499"/>
                    <a:pt x="4698996" y="69214"/>
                  </a:cubicBezTo>
                  <a:lnTo>
                    <a:pt x="4699631" y="69214"/>
                  </a:lnTo>
                  <a:cubicBezTo>
                    <a:pt x="4699631" y="75564"/>
                    <a:pt x="4698996" y="81279"/>
                    <a:pt x="4697091" y="86359"/>
                  </a:cubicBezTo>
                  <a:cubicBezTo>
                    <a:pt x="4695186" y="91439"/>
                    <a:pt x="4692646" y="95884"/>
                    <a:pt x="4689471" y="99059"/>
                  </a:cubicBezTo>
                  <a:cubicBezTo>
                    <a:pt x="4686296" y="102869"/>
                    <a:pt x="4682486" y="105409"/>
                    <a:pt x="4678041" y="107314"/>
                  </a:cubicBezTo>
                  <a:cubicBezTo>
                    <a:pt x="4673596" y="109219"/>
                    <a:pt x="4669151" y="109854"/>
                    <a:pt x="4664071" y="109854"/>
                  </a:cubicBezTo>
                  <a:cubicBezTo>
                    <a:pt x="4658991" y="109854"/>
                    <a:pt x="4654546" y="108584"/>
                    <a:pt x="4650101" y="106679"/>
                  </a:cubicBezTo>
                  <a:cubicBezTo>
                    <a:pt x="4645656" y="104774"/>
                    <a:pt x="4642481" y="102234"/>
                    <a:pt x="4639306" y="98424"/>
                  </a:cubicBezTo>
                  <a:cubicBezTo>
                    <a:pt x="4636131" y="94614"/>
                    <a:pt x="4633591" y="90804"/>
                    <a:pt x="4632321" y="85724"/>
                  </a:cubicBezTo>
                  <a:cubicBezTo>
                    <a:pt x="4630416" y="80644"/>
                    <a:pt x="4629781" y="74929"/>
                    <a:pt x="4629781" y="69214"/>
                  </a:cubicBezTo>
                  <a:cubicBezTo>
                    <a:pt x="4629781" y="63499"/>
                    <a:pt x="4630416" y="57149"/>
                    <a:pt x="4632321" y="52069"/>
                  </a:cubicBezTo>
                  <a:cubicBezTo>
                    <a:pt x="4634226" y="46989"/>
                    <a:pt x="4636766" y="42544"/>
                    <a:pt x="4639941" y="39369"/>
                  </a:cubicBezTo>
                  <a:cubicBezTo>
                    <a:pt x="4643116" y="35559"/>
                    <a:pt x="4646926" y="33019"/>
                    <a:pt x="4650736" y="31114"/>
                  </a:cubicBezTo>
                  <a:cubicBezTo>
                    <a:pt x="4655181" y="29209"/>
                    <a:pt x="4659626" y="28574"/>
                    <a:pt x="4664706" y="28574"/>
                  </a:cubicBezTo>
                  <a:close/>
                  <a:moveTo>
                    <a:pt x="4264655" y="28574"/>
                  </a:moveTo>
                  <a:cubicBezTo>
                    <a:pt x="4269735" y="28574"/>
                    <a:pt x="4274180" y="29209"/>
                    <a:pt x="4278625" y="31749"/>
                  </a:cubicBezTo>
                  <a:cubicBezTo>
                    <a:pt x="4283070" y="33654"/>
                    <a:pt x="4286245" y="36194"/>
                    <a:pt x="4289420" y="40004"/>
                  </a:cubicBezTo>
                  <a:cubicBezTo>
                    <a:pt x="4292595" y="43814"/>
                    <a:pt x="4295135" y="47624"/>
                    <a:pt x="4296405" y="52704"/>
                  </a:cubicBezTo>
                  <a:cubicBezTo>
                    <a:pt x="4298310" y="57784"/>
                    <a:pt x="4298945" y="63499"/>
                    <a:pt x="4298945" y="69214"/>
                  </a:cubicBezTo>
                  <a:lnTo>
                    <a:pt x="4299580" y="69214"/>
                  </a:lnTo>
                  <a:cubicBezTo>
                    <a:pt x="4299580" y="75564"/>
                    <a:pt x="4298945" y="81279"/>
                    <a:pt x="4297040" y="86359"/>
                  </a:cubicBezTo>
                  <a:cubicBezTo>
                    <a:pt x="4295135" y="91439"/>
                    <a:pt x="4292595" y="95884"/>
                    <a:pt x="4289420" y="99059"/>
                  </a:cubicBezTo>
                  <a:cubicBezTo>
                    <a:pt x="4286245" y="102869"/>
                    <a:pt x="4282435" y="105409"/>
                    <a:pt x="4277990" y="107314"/>
                  </a:cubicBezTo>
                  <a:cubicBezTo>
                    <a:pt x="4273545" y="109219"/>
                    <a:pt x="4269100" y="109854"/>
                    <a:pt x="4264020" y="109854"/>
                  </a:cubicBezTo>
                  <a:cubicBezTo>
                    <a:pt x="4258940" y="109854"/>
                    <a:pt x="4254495" y="108584"/>
                    <a:pt x="4250050" y="106679"/>
                  </a:cubicBezTo>
                  <a:cubicBezTo>
                    <a:pt x="4245605" y="104774"/>
                    <a:pt x="4242430" y="102234"/>
                    <a:pt x="4239255" y="98424"/>
                  </a:cubicBezTo>
                  <a:cubicBezTo>
                    <a:pt x="4236080" y="94614"/>
                    <a:pt x="4233540" y="90804"/>
                    <a:pt x="4232270" y="85724"/>
                  </a:cubicBezTo>
                  <a:cubicBezTo>
                    <a:pt x="4230365" y="80644"/>
                    <a:pt x="4229730" y="74929"/>
                    <a:pt x="4229730" y="69214"/>
                  </a:cubicBezTo>
                  <a:cubicBezTo>
                    <a:pt x="4229730" y="63499"/>
                    <a:pt x="4230365" y="57149"/>
                    <a:pt x="4232270" y="52069"/>
                  </a:cubicBezTo>
                  <a:cubicBezTo>
                    <a:pt x="4234175" y="46989"/>
                    <a:pt x="4236715" y="42544"/>
                    <a:pt x="4239890" y="39369"/>
                  </a:cubicBezTo>
                  <a:cubicBezTo>
                    <a:pt x="4243065" y="35559"/>
                    <a:pt x="4246875" y="33019"/>
                    <a:pt x="4250685" y="31114"/>
                  </a:cubicBezTo>
                  <a:cubicBezTo>
                    <a:pt x="4255130" y="29209"/>
                    <a:pt x="4259575" y="28574"/>
                    <a:pt x="4264655" y="28574"/>
                  </a:cubicBezTo>
                  <a:close/>
                  <a:moveTo>
                    <a:pt x="1420495" y="28574"/>
                  </a:moveTo>
                  <a:cubicBezTo>
                    <a:pt x="1425575" y="28574"/>
                    <a:pt x="1430020" y="29209"/>
                    <a:pt x="1434465" y="31749"/>
                  </a:cubicBezTo>
                  <a:cubicBezTo>
                    <a:pt x="1438910" y="33654"/>
                    <a:pt x="1442085" y="36194"/>
                    <a:pt x="1445260" y="40004"/>
                  </a:cubicBezTo>
                  <a:cubicBezTo>
                    <a:pt x="1448435" y="43814"/>
                    <a:pt x="1450975" y="47624"/>
                    <a:pt x="1452245" y="52704"/>
                  </a:cubicBezTo>
                  <a:cubicBezTo>
                    <a:pt x="1454150" y="57784"/>
                    <a:pt x="1454785" y="63499"/>
                    <a:pt x="1454785" y="69214"/>
                  </a:cubicBezTo>
                  <a:lnTo>
                    <a:pt x="1455420" y="69214"/>
                  </a:lnTo>
                  <a:cubicBezTo>
                    <a:pt x="1455420" y="75564"/>
                    <a:pt x="1454785" y="81279"/>
                    <a:pt x="1452880" y="86359"/>
                  </a:cubicBezTo>
                  <a:cubicBezTo>
                    <a:pt x="1450975" y="91439"/>
                    <a:pt x="1448435" y="95884"/>
                    <a:pt x="1445260" y="99059"/>
                  </a:cubicBezTo>
                  <a:cubicBezTo>
                    <a:pt x="1442085" y="102869"/>
                    <a:pt x="1438275" y="105409"/>
                    <a:pt x="1433830" y="107314"/>
                  </a:cubicBezTo>
                  <a:cubicBezTo>
                    <a:pt x="1429385" y="109219"/>
                    <a:pt x="1424940" y="109854"/>
                    <a:pt x="1419860" y="109854"/>
                  </a:cubicBezTo>
                  <a:cubicBezTo>
                    <a:pt x="1414780" y="109854"/>
                    <a:pt x="1410335" y="108584"/>
                    <a:pt x="1405890" y="106679"/>
                  </a:cubicBezTo>
                  <a:cubicBezTo>
                    <a:pt x="1401444" y="104774"/>
                    <a:pt x="1398270" y="102234"/>
                    <a:pt x="1395095" y="98424"/>
                  </a:cubicBezTo>
                  <a:cubicBezTo>
                    <a:pt x="1391920" y="94614"/>
                    <a:pt x="1389380" y="90804"/>
                    <a:pt x="1388110" y="85724"/>
                  </a:cubicBezTo>
                  <a:cubicBezTo>
                    <a:pt x="1386205" y="80644"/>
                    <a:pt x="1385570" y="74929"/>
                    <a:pt x="1385570" y="69214"/>
                  </a:cubicBezTo>
                  <a:cubicBezTo>
                    <a:pt x="1385570" y="63499"/>
                    <a:pt x="1386205" y="57149"/>
                    <a:pt x="1388110" y="52069"/>
                  </a:cubicBezTo>
                  <a:cubicBezTo>
                    <a:pt x="1390015" y="46989"/>
                    <a:pt x="1392555" y="42544"/>
                    <a:pt x="1395730" y="39369"/>
                  </a:cubicBezTo>
                  <a:cubicBezTo>
                    <a:pt x="1398905" y="35559"/>
                    <a:pt x="1402715" y="33019"/>
                    <a:pt x="1406525" y="31114"/>
                  </a:cubicBezTo>
                  <a:cubicBezTo>
                    <a:pt x="1410970" y="29209"/>
                    <a:pt x="1415415" y="28574"/>
                    <a:pt x="1420495" y="28574"/>
                  </a:cubicBezTo>
                  <a:close/>
                  <a:moveTo>
                    <a:pt x="3143245" y="5079"/>
                  </a:moveTo>
                  <a:lnTo>
                    <a:pt x="3219445" y="5079"/>
                  </a:lnTo>
                  <a:lnTo>
                    <a:pt x="3219445" y="20319"/>
                  </a:lnTo>
                  <a:lnTo>
                    <a:pt x="3188965" y="20319"/>
                  </a:lnTo>
                  <a:lnTo>
                    <a:pt x="3188965" y="108584"/>
                  </a:lnTo>
                  <a:lnTo>
                    <a:pt x="3173090" y="108584"/>
                  </a:lnTo>
                  <a:lnTo>
                    <a:pt x="3173090" y="20319"/>
                  </a:lnTo>
                  <a:lnTo>
                    <a:pt x="3143245" y="20319"/>
                  </a:lnTo>
                  <a:close/>
                  <a:moveTo>
                    <a:pt x="1628774" y="5079"/>
                  </a:moveTo>
                  <a:lnTo>
                    <a:pt x="1704970" y="5079"/>
                  </a:lnTo>
                  <a:lnTo>
                    <a:pt x="1704970" y="20319"/>
                  </a:lnTo>
                  <a:lnTo>
                    <a:pt x="1675129" y="20319"/>
                  </a:lnTo>
                  <a:lnTo>
                    <a:pt x="1675129" y="108584"/>
                  </a:lnTo>
                  <a:lnTo>
                    <a:pt x="1659255" y="108584"/>
                  </a:lnTo>
                  <a:lnTo>
                    <a:pt x="1659255" y="20319"/>
                  </a:lnTo>
                  <a:lnTo>
                    <a:pt x="1628774" y="20319"/>
                  </a:lnTo>
                  <a:close/>
                  <a:moveTo>
                    <a:pt x="0" y="5079"/>
                  </a:moveTo>
                  <a:lnTo>
                    <a:pt x="76200" y="5079"/>
                  </a:lnTo>
                  <a:lnTo>
                    <a:pt x="76200" y="20319"/>
                  </a:lnTo>
                  <a:lnTo>
                    <a:pt x="45720" y="20319"/>
                  </a:lnTo>
                  <a:lnTo>
                    <a:pt x="45720" y="108584"/>
                  </a:lnTo>
                  <a:lnTo>
                    <a:pt x="29845" y="108584"/>
                  </a:lnTo>
                  <a:lnTo>
                    <a:pt x="29845" y="20319"/>
                  </a:lnTo>
                  <a:lnTo>
                    <a:pt x="0" y="20319"/>
                  </a:lnTo>
                  <a:close/>
                  <a:moveTo>
                    <a:pt x="1362075" y="1269"/>
                  </a:moveTo>
                  <a:cubicBezTo>
                    <a:pt x="1363345" y="1269"/>
                    <a:pt x="1364615" y="1269"/>
                    <a:pt x="1365885" y="1904"/>
                  </a:cubicBezTo>
                  <a:cubicBezTo>
                    <a:pt x="1367155" y="1904"/>
                    <a:pt x="1367790" y="3174"/>
                    <a:pt x="1369060" y="3809"/>
                  </a:cubicBezTo>
                  <a:cubicBezTo>
                    <a:pt x="1369695" y="4444"/>
                    <a:pt x="1370965" y="5714"/>
                    <a:pt x="1370965" y="6984"/>
                  </a:cubicBezTo>
                  <a:cubicBezTo>
                    <a:pt x="1370965" y="8254"/>
                    <a:pt x="1371600" y="9524"/>
                    <a:pt x="1371600" y="10794"/>
                  </a:cubicBezTo>
                  <a:cubicBezTo>
                    <a:pt x="1371600" y="10794"/>
                    <a:pt x="1371600" y="13334"/>
                    <a:pt x="1370965" y="14604"/>
                  </a:cubicBezTo>
                  <a:cubicBezTo>
                    <a:pt x="1370965" y="15874"/>
                    <a:pt x="1369695" y="17144"/>
                    <a:pt x="1369060" y="17779"/>
                  </a:cubicBezTo>
                  <a:cubicBezTo>
                    <a:pt x="1368425" y="18414"/>
                    <a:pt x="1367155" y="19684"/>
                    <a:pt x="1365885" y="19684"/>
                  </a:cubicBezTo>
                  <a:cubicBezTo>
                    <a:pt x="1364615" y="19684"/>
                    <a:pt x="1363345" y="20319"/>
                    <a:pt x="1362075" y="20319"/>
                  </a:cubicBezTo>
                  <a:cubicBezTo>
                    <a:pt x="1360805" y="20319"/>
                    <a:pt x="1359535" y="20319"/>
                    <a:pt x="1358265" y="19684"/>
                  </a:cubicBezTo>
                  <a:cubicBezTo>
                    <a:pt x="1356995" y="19684"/>
                    <a:pt x="1355725" y="18414"/>
                    <a:pt x="1355090" y="17779"/>
                  </a:cubicBezTo>
                  <a:cubicBezTo>
                    <a:pt x="1354455" y="17144"/>
                    <a:pt x="1353185" y="15874"/>
                    <a:pt x="1353185" y="14604"/>
                  </a:cubicBezTo>
                  <a:cubicBezTo>
                    <a:pt x="1353185" y="13334"/>
                    <a:pt x="1352550" y="12064"/>
                    <a:pt x="1352550" y="10794"/>
                  </a:cubicBezTo>
                  <a:cubicBezTo>
                    <a:pt x="1352550" y="9524"/>
                    <a:pt x="1352550" y="8254"/>
                    <a:pt x="1353185" y="6984"/>
                  </a:cubicBezTo>
                  <a:cubicBezTo>
                    <a:pt x="1353185" y="5714"/>
                    <a:pt x="1354455" y="4444"/>
                    <a:pt x="1355090" y="3809"/>
                  </a:cubicBezTo>
                  <a:cubicBezTo>
                    <a:pt x="1355725" y="3174"/>
                    <a:pt x="1356995" y="1904"/>
                    <a:pt x="1358265" y="1904"/>
                  </a:cubicBezTo>
                  <a:cubicBezTo>
                    <a:pt x="1359535" y="1904"/>
                    <a:pt x="1360805" y="1269"/>
                    <a:pt x="1362075" y="1269"/>
                  </a:cubicBezTo>
                  <a:close/>
                  <a:moveTo>
                    <a:pt x="4789801" y="634"/>
                  </a:moveTo>
                  <a:lnTo>
                    <a:pt x="4789801" y="65404"/>
                  </a:lnTo>
                  <a:lnTo>
                    <a:pt x="4814566" y="31114"/>
                  </a:lnTo>
                  <a:lnTo>
                    <a:pt x="4831711" y="31114"/>
                  </a:lnTo>
                  <a:lnTo>
                    <a:pt x="4812026" y="57149"/>
                  </a:lnTo>
                  <a:lnTo>
                    <a:pt x="4835521" y="108584"/>
                  </a:lnTo>
                  <a:lnTo>
                    <a:pt x="4819011" y="108584"/>
                  </a:lnTo>
                  <a:lnTo>
                    <a:pt x="4801866" y="69849"/>
                  </a:lnTo>
                  <a:lnTo>
                    <a:pt x="4789801" y="85724"/>
                  </a:lnTo>
                  <a:lnTo>
                    <a:pt x="4789801" y="108584"/>
                  </a:lnTo>
                  <a:lnTo>
                    <a:pt x="4774561" y="108584"/>
                  </a:lnTo>
                  <a:lnTo>
                    <a:pt x="4774561" y="8889"/>
                  </a:lnTo>
                  <a:close/>
                  <a:moveTo>
                    <a:pt x="4472301" y="634"/>
                  </a:moveTo>
                  <a:lnTo>
                    <a:pt x="4472301" y="109219"/>
                  </a:lnTo>
                  <a:lnTo>
                    <a:pt x="4457061" y="109219"/>
                  </a:lnTo>
                  <a:lnTo>
                    <a:pt x="4457696" y="108584"/>
                  </a:lnTo>
                  <a:lnTo>
                    <a:pt x="4457696" y="100964"/>
                  </a:lnTo>
                  <a:cubicBezTo>
                    <a:pt x="4457696" y="100964"/>
                    <a:pt x="4454521" y="103504"/>
                    <a:pt x="4453251" y="104774"/>
                  </a:cubicBezTo>
                  <a:cubicBezTo>
                    <a:pt x="4451981" y="106044"/>
                    <a:pt x="4450076" y="106679"/>
                    <a:pt x="4448171" y="107949"/>
                  </a:cubicBezTo>
                  <a:cubicBezTo>
                    <a:pt x="4446266" y="108584"/>
                    <a:pt x="4444361" y="109219"/>
                    <a:pt x="4443091" y="109854"/>
                  </a:cubicBezTo>
                  <a:cubicBezTo>
                    <a:pt x="4441186" y="109854"/>
                    <a:pt x="4439281" y="109854"/>
                    <a:pt x="4437376" y="109854"/>
                  </a:cubicBezTo>
                  <a:cubicBezTo>
                    <a:pt x="4432931" y="109854"/>
                    <a:pt x="4429121" y="109219"/>
                    <a:pt x="4425946" y="107314"/>
                  </a:cubicBezTo>
                  <a:cubicBezTo>
                    <a:pt x="4422136" y="106044"/>
                    <a:pt x="4418961" y="103504"/>
                    <a:pt x="4416421" y="99694"/>
                  </a:cubicBezTo>
                  <a:cubicBezTo>
                    <a:pt x="4413881" y="96519"/>
                    <a:pt x="4411341" y="92074"/>
                    <a:pt x="4410071" y="86994"/>
                  </a:cubicBezTo>
                  <a:cubicBezTo>
                    <a:pt x="4408801" y="81914"/>
                    <a:pt x="4407531" y="75564"/>
                    <a:pt x="4407531" y="67944"/>
                  </a:cubicBezTo>
                  <a:cubicBezTo>
                    <a:pt x="4407531" y="61594"/>
                    <a:pt x="4408166" y="55244"/>
                    <a:pt x="4410071" y="50799"/>
                  </a:cubicBezTo>
                  <a:cubicBezTo>
                    <a:pt x="4411976" y="45719"/>
                    <a:pt x="4413881" y="41909"/>
                    <a:pt x="4417056" y="38734"/>
                  </a:cubicBezTo>
                  <a:cubicBezTo>
                    <a:pt x="4419596" y="35559"/>
                    <a:pt x="4423406" y="33019"/>
                    <a:pt x="4426581" y="31749"/>
                  </a:cubicBezTo>
                  <a:cubicBezTo>
                    <a:pt x="4430391" y="29844"/>
                    <a:pt x="4434201" y="29209"/>
                    <a:pt x="4438011" y="29209"/>
                  </a:cubicBezTo>
                  <a:cubicBezTo>
                    <a:pt x="4439916" y="29209"/>
                    <a:pt x="4441821" y="29209"/>
                    <a:pt x="4443726" y="29844"/>
                  </a:cubicBezTo>
                  <a:cubicBezTo>
                    <a:pt x="4445631" y="29844"/>
                    <a:pt x="4447536" y="31114"/>
                    <a:pt x="4448806" y="31749"/>
                  </a:cubicBezTo>
                  <a:cubicBezTo>
                    <a:pt x="4450711" y="32384"/>
                    <a:pt x="4451981" y="33654"/>
                    <a:pt x="4453251" y="34924"/>
                  </a:cubicBezTo>
                  <a:cubicBezTo>
                    <a:pt x="4454521" y="36194"/>
                    <a:pt x="4455791" y="36829"/>
                    <a:pt x="4457061" y="38099"/>
                  </a:cubicBezTo>
                  <a:lnTo>
                    <a:pt x="4457061" y="8254"/>
                  </a:lnTo>
                  <a:close/>
                  <a:moveTo>
                    <a:pt x="4390385" y="634"/>
                  </a:moveTo>
                  <a:lnTo>
                    <a:pt x="4390385" y="108584"/>
                  </a:lnTo>
                  <a:lnTo>
                    <a:pt x="4375145" y="108584"/>
                  </a:lnTo>
                  <a:lnTo>
                    <a:pt x="4375145" y="8889"/>
                  </a:lnTo>
                  <a:close/>
                  <a:moveTo>
                    <a:pt x="3946521" y="634"/>
                  </a:moveTo>
                  <a:lnTo>
                    <a:pt x="3946521" y="38099"/>
                  </a:lnTo>
                  <a:cubicBezTo>
                    <a:pt x="3946521" y="38099"/>
                    <a:pt x="3948426" y="35559"/>
                    <a:pt x="3950331" y="34289"/>
                  </a:cubicBezTo>
                  <a:cubicBezTo>
                    <a:pt x="3951601" y="33019"/>
                    <a:pt x="3953506" y="32384"/>
                    <a:pt x="3954776" y="31114"/>
                  </a:cubicBezTo>
                  <a:cubicBezTo>
                    <a:pt x="3956681" y="30479"/>
                    <a:pt x="3958586" y="29844"/>
                    <a:pt x="3960491" y="29209"/>
                  </a:cubicBezTo>
                  <a:cubicBezTo>
                    <a:pt x="3962396" y="29209"/>
                    <a:pt x="3964301" y="29209"/>
                    <a:pt x="3966206" y="29209"/>
                  </a:cubicBezTo>
                  <a:cubicBezTo>
                    <a:pt x="3970651" y="29209"/>
                    <a:pt x="3975096" y="29844"/>
                    <a:pt x="3978271" y="31749"/>
                  </a:cubicBezTo>
                  <a:cubicBezTo>
                    <a:pt x="3981446" y="33019"/>
                    <a:pt x="3984621" y="35559"/>
                    <a:pt x="3987161" y="38099"/>
                  </a:cubicBezTo>
                  <a:cubicBezTo>
                    <a:pt x="3989701" y="41274"/>
                    <a:pt x="3990971" y="44449"/>
                    <a:pt x="3992241" y="49529"/>
                  </a:cubicBezTo>
                  <a:cubicBezTo>
                    <a:pt x="3993511" y="53974"/>
                    <a:pt x="3994146" y="59054"/>
                    <a:pt x="3994146" y="64134"/>
                  </a:cubicBezTo>
                  <a:lnTo>
                    <a:pt x="3994146" y="108584"/>
                  </a:lnTo>
                  <a:lnTo>
                    <a:pt x="3978906" y="108584"/>
                  </a:lnTo>
                  <a:lnTo>
                    <a:pt x="3978271" y="108584"/>
                  </a:lnTo>
                  <a:lnTo>
                    <a:pt x="3978271" y="64769"/>
                  </a:lnTo>
                  <a:cubicBezTo>
                    <a:pt x="3978271" y="57784"/>
                    <a:pt x="3977001" y="52069"/>
                    <a:pt x="3974461" y="48894"/>
                  </a:cubicBezTo>
                  <a:cubicBezTo>
                    <a:pt x="3971921" y="45084"/>
                    <a:pt x="3968111" y="43814"/>
                    <a:pt x="3962396" y="43814"/>
                  </a:cubicBezTo>
                  <a:cubicBezTo>
                    <a:pt x="3959856" y="43814"/>
                    <a:pt x="3957951" y="43814"/>
                    <a:pt x="3956046" y="45084"/>
                  </a:cubicBezTo>
                  <a:cubicBezTo>
                    <a:pt x="3954141" y="45719"/>
                    <a:pt x="3952236" y="46989"/>
                    <a:pt x="3950966" y="48894"/>
                  </a:cubicBezTo>
                  <a:cubicBezTo>
                    <a:pt x="3949696" y="50799"/>
                    <a:pt x="3948426" y="52704"/>
                    <a:pt x="3947791" y="55244"/>
                  </a:cubicBezTo>
                  <a:cubicBezTo>
                    <a:pt x="3947156" y="57784"/>
                    <a:pt x="3946521" y="60324"/>
                    <a:pt x="3946521" y="63499"/>
                  </a:cubicBezTo>
                  <a:lnTo>
                    <a:pt x="3946521" y="109219"/>
                  </a:lnTo>
                  <a:lnTo>
                    <a:pt x="3931281" y="109219"/>
                  </a:lnTo>
                  <a:lnTo>
                    <a:pt x="3931281" y="8889"/>
                  </a:lnTo>
                  <a:close/>
                  <a:moveTo>
                    <a:pt x="3248021" y="634"/>
                  </a:moveTo>
                  <a:lnTo>
                    <a:pt x="3248021" y="38099"/>
                  </a:lnTo>
                  <a:cubicBezTo>
                    <a:pt x="3248021" y="38099"/>
                    <a:pt x="3249926" y="35559"/>
                    <a:pt x="3251831" y="34289"/>
                  </a:cubicBezTo>
                  <a:cubicBezTo>
                    <a:pt x="3253101" y="33019"/>
                    <a:pt x="3255006" y="32384"/>
                    <a:pt x="3256276" y="31114"/>
                  </a:cubicBezTo>
                  <a:cubicBezTo>
                    <a:pt x="3258181" y="30479"/>
                    <a:pt x="3260086" y="29844"/>
                    <a:pt x="3261991" y="29209"/>
                  </a:cubicBezTo>
                  <a:cubicBezTo>
                    <a:pt x="3263896" y="29209"/>
                    <a:pt x="3265801" y="29209"/>
                    <a:pt x="3267706" y="29209"/>
                  </a:cubicBezTo>
                  <a:cubicBezTo>
                    <a:pt x="3272151" y="29209"/>
                    <a:pt x="3276596" y="29844"/>
                    <a:pt x="3279771" y="31749"/>
                  </a:cubicBezTo>
                  <a:cubicBezTo>
                    <a:pt x="3282946" y="33019"/>
                    <a:pt x="3286121" y="35559"/>
                    <a:pt x="3288661" y="38099"/>
                  </a:cubicBezTo>
                  <a:cubicBezTo>
                    <a:pt x="3291201" y="41274"/>
                    <a:pt x="3292471" y="44449"/>
                    <a:pt x="3293741" y="49529"/>
                  </a:cubicBezTo>
                  <a:cubicBezTo>
                    <a:pt x="3295011" y="53974"/>
                    <a:pt x="3295646" y="59054"/>
                    <a:pt x="3295646" y="64134"/>
                  </a:cubicBezTo>
                  <a:lnTo>
                    <a:pt x="3295646" y="108584"/>
                  </a:lnTo>
                  <a:lnTo>
                    <a:pt x="3280406" y="108584"/>
                  </a:lnTo>
                  <a:lnTo>
                    <a:pt x="3279771" y="108584"/>
                  </a:lnTo>
                  <a:lnTo>
                    <a:pt x="3279771" y="64769"/>
                  </a:lnTo>
                  <a:cubicBezTo>
                    <a:pt x="3279771" y="57784"/>
                    <a:pt x="3278501" y="52069"/>
                    <a:pt x="3275961" y="48894"/>
                  </a:cubicBezTo>
                  <a:cubicBezTo>
                    <a:pt x="3273421" y="45084"/>
                    <a:pt x="3269611" y="43814"/>
                    <a:pt x="3263896" y="43814"/>
                  </a:cubicBezTo>
                  <a:cubicBezTo>
                    <a:pt x="3261356" y="43814"/>
                    <a:pt x="3259451" y="43814"/>
                    <a:pt x="3257546" y="45084"/>
                  </a:cubicBezTo>
                  <a:cubicBezTo>
                    <a:pt x="3255641" y="45719"/>
                    <a:pt x="3253736" y="46989"/>
                    <a:pt x="3252466" y="48894"/>
                  </a:cubicBezTo>
                  <a:cubicBezTo>
                    <a:pt x="3251196" y="50799"/>
                    <a:pt x="3249926" y="52704"/>
                    <a:pt x="3249291" y="55244"/>
                  </a:cubicBezTo>
                  <a:cubicBezTo>
                    <a:pt x="3248656" y="57784"/>
                    <a:pt x="3248021" y="60324"/>
                    <a:pt x="3248021" y="63499"/>
                  </a:cubicBezTo>
                  <a:lnTo>
                    <a:pt x="3248021" y="109219"/>
                  </a:lnTo>
                  <a:lnTo>
                    <a:pt x="3232781" y="109219"/>
                  </a:lnTo>
                  <a:lnTo>
                    <a:pt x="3232781" y="8889"/>
                  </a:lnTo>
                  <a:close/>
                  <a:moveTo>
                    <a:pt x="2432681" y="634"/>
                  </a:moveTo>
                  <a:lnTo>
                    <a:pt x="2432681" y="38099"/>
                  </a:lnTo>
                  <a:cubicBezTo>
                    <a:pt x="2432681" y="38099"/>
                    <a:pt x="2434586" y="35559"/>
                    <a:pt x="2436491" y="34289"/>
                  </a:cubicBezTo>
                  <a:cubicBezTo>
                    <a:pt x="2437761" y="33019"/>
                    <a:pt x="2439666" y="32384"/>
                    <a:pt x="2440936" y="31114"/>
                  </a:cubicBezTo>
                  <a:cubicBezTo>
                    <a:pt x="2442841" y="30479"/>
                    <a:pt x="2444746" y="29844"/>
                    <a:pt x="2446651" y="29209"/>
                  </a:cubicBezTo>
                  <a:cubicBezTo>
                    <a:pt x="2448556" y="29209"/>
                    <a:pt x="2450461" y="29209"/>
                    <a:pt x="2452366" y="29209"/>
                  </a:cubicBezTo>
                  <a:cubicBezTo>
                    <a:pt x="2456811" y="29209"/>
                    <a:pt x="2461256" y="29844"/>
                    <a:pt x="2464431" y="31749"/>
                  </a:cubicBezTo>
                  <a:cubicBezTo>
                    <a:pt x="2467606" y="33019"/>
                    <a:pt x="2470781" y="35559"/>
                    <a:pt x="2473321" y="38099"/>
                  </a:cubicBezTo>
                  <a:cubicBezTo>
                    <a:pt x="2475861" y="41274"/>
                    <a:pt x="2477131" y="44449"/>
                    <a:pt x="2478401" y="49529"/>
                  </a:cubicBezTo>
                  <a:cubicBezTo>
                    <a:pt x="2479671" y="53974"/>
                    <a:pt x="2480306" y="59054"/>
                    <a:pt x="2480306" y="64134"/>
                  </a:cubicBezTo>
                  <a:lnTo>
                    <a:pt x="2480306" y="108584"/>
                  </a:lnTo>
                  <a:lnTo>
                    <a:pt x="2465066" y="108584"/>
                  </a:lnTo>
                  <a:lnTo>
                    <a:pt x="2464431" y="108584"/>
                  </a:lnTo>
                  <a:lnTo>
                    <a:pt x="2464431" y="64769"/>
                  </a:lnTo>
                  <a:cubicBezTo>
                    <a:pt x="2464431" y="57784"/>
                    <a:pt x="2463161" y="52069"/>
                    <a:pt x="2460621" y="48894"/>
                  </a:cubicBezTo>
                  <a:cubicBezTo>
                    <a:pt x="2458081" y="45084"/>
                    <a:pt x="2454271" y="43814"/>
                    <a:pt x="2448556" y="43814"/>
                  </a:cubicBezTo>
                  <a:cubicBezTo>
                    <a:pt x="2446016" y="43814"/>
                    <a:pt x="2444111" y="43814"/>
                    <a:pt x="2442206" y="45084"/>
                  </a:cubicBezTo>
                  <a:cubicBezTo>
                    <a:pt x="2440301" y="45719"/>
                    <a:pt x="2438396" y="46989"/>
                    <a:pt x="2437126" y="48894"/>
                  </a:cubicBezTo>
                  <a:cubicBezTo>
                    <a:pt x="2435856" y="50799"/>
                    <a:pt x="2434586" y="52704"/>
                    <a:pt x="2433951" y="55244"/>
                  </a:cubicBezTo>
                  <a:cubicBezTo>
                    <a:pt x="2433316" y="57784"/>
                    <a:pt x="2432681" y="60324"/>
                    <a:pt x="2432681" y="63499"/>
                  </a:cubicBezTo>
                  <a:lnTo>
                    <a:pt x="2432681" y="109219"/>
                  </a:lnTo>
                  <a:lnTo>
                    <a:pt x="2417441" y="109219"/>
                  </a:lnTo>
                  <a:lnTo>
                    <a:pt x="2417441" y="8889"/>
                  </a:lnTo>
                  <a:close/>
                  <a:moveTo>
                    <a:pt x="1734181" y="634"/>
                  </a:moveTo>
                  <a:lnTo>
                    <a:pt x="1734181" y="38099"/>
                  </a:lnTo>
                  <a:cubicBezTo>
                    <a:pt x="1734181" y="38099"/>
                    <a:pt x="1736086" y="35559"/>
                    <a:pt x="1737991" y="34289"/>
                  </a:cubicBezTo>
                  <a:cubicBezTo>
                    <a:pt x="1739261" y="33019"/>
                    <a:pt x="1741166" y="32384"/>
                    <a:pt x="1742436" y="31114"/>
                  </a:cubicBezTo>
                  <a:cubicBezTo>
                    <a:pt x="1744341" y="30479"/>
                    <a:pt x="1746246" y="29844"/>
                    <a:pt x="1748151" y="29209"/>
                  </a:cubicBezTo>
                  <a:cubicBezTo>
                    <a:pt x="1750056" y="29209"/>
                    <a:pt x="1751961" y="29209"/>
                    <a:pt x="1753866" y="29209"/>
                  </a:cubicBezTo>
                  <a:cubicBezTo>
                    <a:pt x="1758311" y="29209"/>
                    <a:pt x="1762756" y="29844"/>
                    <a:pt x="1765931" y="31749"/>
                  </a:cubicBezTo>
                  <a:cubicBezTo>
                    <a:pt x="1769106" y="33019"/>
                    <a:pt x="1772281" y="35559"/>
                    <a:pt x="1774821" y="38099"/>
                  </a:cubicBezTo>
                  <a:cubicBezTo>
                    <a:pt x="1777361" y="41274"/>
                    <a:pt x="1778631" y="44449"/>
                    <a:pt x="1779901" y="49529"/>
                  </a:cubicBezTo>
                  <a:cubicBezTo>
                    <a:pt x="1781171" y="53974"/>
                    <a:pt x="1781806" y="59054"/>
                    <a:pt x="1781806" y="64134"/>
                  </a:cubicBezTo>
                  <a:lnTo>
                    <a:pt x="1781806" y="108584"/>
                  </a:lnTo>
                  <a:lnTo>
                    <a:pt x="1766566" y="108584"/>
                  </a:lnTo>
                  <a:lnTo>
                    <a:pt x="1765931" y="108584"/>
                  </a:lnTo>
                  <a:lnTo>
                    <a:pt x="1765931" y="64769"/>
                  </a:lnTo>
                  <a:cubicBezTo>
                    <a:pt x="1765931" y="57784"/>
                    <a:pt x="1764661" y="52069"/>
                    <a:pt x="1762121" y="48894"/>
                  </a:cubicBezTo>
                  <a:cubicBezTo>
                    <a:pt x="1759581" y="45084"/>
                    <a:pt x="1755771" y="43814"/>
                    <a:pt x="1750056" y="43814"/>
                  </a:cubicBezTo>
                  <a:cubicBezTo>
                    <a:pt x="1747516" y="43814"/>
                    <a:pt x="1745611" y="43814"/>
                    <a:pt x="1743706" y="45084"/>
                  </a:cubicBezTo>
                  <a:cubicBezTo>
                    <a:pt x="1741801" y="45719"/>
                    <a:pt x="1739896" y="46989"/>
                    <a:pt x="1738626" y="48894"/>
                  </a:cubicBezTo>
                  <a:cubicBezTo>
                    <a:pt x="1737356" y="50799"/>
                    <a:pt x="1736086" y="52704"/>
                    <a:pt x="1735451" y="55244"/>
                  </a:cubicBezTo>
                  <a:cubicBezTo>
                    <a:pt x="1734816" y="57784"/>
                    <a:pt x="1734181" y="60324"/>
                    <a:pt x="1734181" y="63499"/>
                  </a:cubicBezTo>
                  <a:lnTo>
                    <a:pt x="1734181" y="109219"/>
                  </a:lnTo>
                  <a:lnTo>
                    <a:pt x="1718941" y="109219"/>
                  </a:lnTo>
                  <a:lnTo>
                    <a:pt x="1718941" y="8889"/>
                  </a:lnTo>
                  <a:close/>
                  <a:moveTo>
                    <a:pt x="803275" y="634"/>
                  </a:moveTo>
                  <a:lnTo>
                    <a:pt x="803275" y="38099"/>
                  </a:lnTo>
                  <a:cubicBezTo>
                    <a:pt x="803275" y="38099"/>
                    <a:pt x="805180" y="35559"/>
                    <a:pt x="807085" y="34289"/>
                  </a:cubicBezTo>
                  <a:cubicBezTo>
                    <a:pt x="808355" y="33019"/>
                    <a:pt x="810260" y="32384"/>
                    <a:pt x="811530" y="31114"/>
                  </a:cubicBezTo>
                  <a:cubicBezTo>
                    <a:pt x="813435" y="30479"/>
                    <a:pt x="815340" y="29844"/>
                    <a:pt x="817245" y="29209"/>
                  </a:cubicBezTo>
                  <a:cubicBezTo>
                    <a:pt x="819150" y="29209"/>
                    <a:pt x="821055" y="29209"/>
                    <a:pt x="822960" y="29209"/>
                  </a:cubicBezTo>
                  <a:cubicBezTo>
                    <a:pt x="827405" y="29209"/>
                    <a:pt x="831850" y="29844"/>
                    <a:pt x="835025" y="31749"/>
                  </a:cubicBezTo>
                  <a:cubicBezTo>
                    <a:pt x="838200" y="33019"/>
                    <a:pt x="841375" y="35559"/>
                    <a:pt x="843915" y="38099"/>
                  </a:cubicBezTo>
                  <a:cubicBezTo>
                    <a:pt x="846455" y="41274"/>
                    <a:pt x="847725" y="44449"/>
                    <a:pt x="848995" y="49529"/>
                  </a:cubicBezTo>
                  <a:cubicBezTo>
                    <a:pt x="850265" y="53974"/>
                    <a:pt x="850900" y="59054"/>
                    <a:pt x="850900" y="64134"/>
                  </a:cubicBezTo>
                  <a:lnTo>
                    <a:pt x="850900" y="108584"/>
                  </a:lnTo>
                  <a:lnTo>
                    <a:pt x="835660" y="108584"/>
                  </a:lnTo>
                  <a:lnTo>
                    <a:pt x="835025" y="108584"/>
                  </a:lnTo>
                  <a:lnTo>
                    <a:pt x="835025" y="64769"/>
                  </a:lnTo>
                  <a:cubicBezTo>
                    <a:pt x="835025" y="57784"/>
                    <a:pt x="833755" y="52069"/>
                    <a:pt x="831215" y="48894"/>
                  </a:cubicBezTo>
                  <a:cubicBezTo>
                    <a:pt x="828675" y="45084"/>
                    <a:pt x="824865" y="43814"/>
                    <a:pt x="819150" y="43814"/>
                  </a:cubicBezTo>
                  <a:cubicBezTo>
                    <a:pt x="816610" y="43814"/>
                    <a:pt x="814705" y="43814"/>
                    <a:pt x="812800" y="45084"/>
                  </a:cubicBezTo>
                  <a:cubicBezTo>
                    <a:pt x="810895" y="45719"/>
                    <a:pt x="808990" y="46989"/>
                    <a:pt x="807720" y="48894"/>
                  </a:cubicBezTo>
                  <a:cubicBezTo>
                    <a:pt x="806450" y="50799"/>
                    <a:pt x="805180" y="52704"/>
                    <a:pt x="804545" y="55244"/>
                  </a:cubicBezTo>
                  <a:cubicBezTo>
                    <a:pt x="803910" y="57784"/>
                    <a:pt x="803275" y="60324"/>
                    <a:pt x="803275" y="63499"/>
                  </a:cubicBezTo>
                  <a:lnTo>
                    <a:pt x="803275" y="109219"/>
                  </a:lnTo>
                  <a:lnTo>
                    <a:pt x="788035" y="109219"/>
                  </a:lnTo>
                  <a:lnTo>
                    <a:pt x="788035" y="8889"/>
                  </a:lnTo>
                  <a:close/>
                  <a:moveTo>
                    <a:pt x="104774" y="634"/>
                  </a:moveTo>
                  <a:lnTo>
                    <a:pt x="104774" y="38099"/>
                  </a:lnTo>
                  <a:cubicBezTo>
                    <a:pt x="104774" y="38099"/>
                    <a:pt x="106679" y="35559"/>
                    <a:pt x="108584" y="34289"/>
                  </a:cubicBezTo>
                  <a:cubicBezTo>
                    <a:pt x="109854" y="33019"/>
                    <a:pt x="111759" y="32384"/>
                    <a:pt x="113029" y="31114"/>
                  </a:cubicBezTo>
                  <a:cubicBezTo>
                    <a:pt x="114934" y="30479"/>
                    <a:pt x="116839" y="29844"/>
                    <a:pt x="118744" y="29209"/>
                  </a:cubicBezTo>
                  <a:cubicBezTo>
                    <a:pt x="120649" y="29209"/>
                    <a:pt x="122554" y="29209"/>
                    <a:pt x="124459" y="29209"/>
                  </a:cubicBezTo>
                  <a:cubicBezTo>
                    <a:pt x="128904" y="29209"/>
                    <a:pt x="133349" y="29844"/>
                    <a:pt x="136524" y="31749"/>
                  </a:cubicBezTo>
                  <a:cubicBezTo>
                    <a:pt x="139699" y="33019"/>
                    <a:pt x="142874" y="35559"/>
                    <a:pt x="145414" y="38099"/>
                  </a:cubicBezTo>
                  <a:cubicBezTo>
                    <a:pt x="147954" y="41274"/>
                    <a:pt x="149224" y="44449"/>
                    <a:pt x="150494" y="49529"/>
                  </a:cubicBezTo>
                  <a:cubicBezTo>
                    <a:pt x="151764" y="53974"/>
                    <a:pt x="152399" y="59054"/>
                    <a:pt x="152399" y="64134"/>
                  </a:cubicBezTo>
                  <a:lnTo>
                    <a:pt x="152399" y="108584"/>
                  </a:lnTo>
                  <a:lnTo>
                    <a:pt x="137159" y="108584"/>
                  </a:lnTo>
                  <a:lnTo>
                    <a:pt x="136524" y="108584"/>
                  </a:lnTo>
                  <a:lnTo>
                    <a:pt x="136524" y="64769"/>
                  </a:lnTo>
                  <a:cubicBezTo>
                    <a:pt x="136524" y="57784"/>
                    <a:pt x="135254" y="52069"/>
                    <a:pt x="132714" y="48894"/>
                  </a:cubicBezTo>
                  <a:cubicBezTo>
                    <a:pt x="130174" y="45084"/>
                    <a:pt x="126364" y="43814"/>
                    <a:pt x="120649" y="43814"/>
                  </a:cubicBezTo>
                  <a:cubicBezTo>
                    <a:pt x="118109" y="43814"/>
                    <a:pt x="116204" y="43814"/>
                    <a:pt x="114299" y="45084"/>
                  </a:cubicBezTo>
                  <a:cubicBezTo>
                    <a:pt x="112394" y="45719"/>
                    <a:pt x="110489" y="46989"/>
                    <a:pt x="109219" y="48894"/>
                  </a:cubicBezTo>
                  <a:cubicBezTo>
                    <a:pt x="107949" y="50799"/>
                    <a:pt x="106679" y="52704"/>
                    <a:pt x="106044" y="55244"/>
                  </a:cubicBezTo>
                  <a:cubicBezTo>
                    <a:pt x="105409" y="57784"/>
                    <a:pt x="104774" y="60324"/>
                    <a:pt x="104774" y="63499"/>
                  </a:cubicBezTo>
                  <a:lnTo>
                    <a:pt x="104774" y="109219"/>
                  </a:lnTo>
                  <a:lnTo>
                    <a:pt x="89534" y="109219"/>
                  </a:lnTo>
                  <a:lnTo>
                    <a:pt x="89534" y="8889"/>
                  </a:lnTo>
                  <a:close/>
                  <a:moveTo>
                    <a:pt x="3894450" y="0"/>
                  </a:moveTo>
                  <a:lnTo>
                    <a:pt x="3894450" y="30480"/>
                  </a:lnTo>
                  <a:lnTo>
                    <a:pt x="3913500" y="30480"/>
                  </a:lnTo>
                  <a:lnTo>
                    <a:pt x="3913500" y="44450"/>
                  </a:lnTo>
                  <a:lnTo>
                    <a:pt x="3894450" y="44450"/>
                  </a:lnTo>
                  <a:lnTo>
                    <a:pt x="3894450" y="86995"/>
                  </a:lnTo>
                  <a:cubicBezTo>
                    <a:pt x="3894450" y="86995"/>
                    <a:pt x="3894450" y="90170"/>
                    <a:pt x="3894450" y="91440"/>
                  </a:cubicBezTo>
                  <a:cubicBezTo>
                    <a:pt x="3894450" y="92710"/>
                    <a:pt x="3895085" y="93345"/>
                    <a:pt x="3895720" y="94615"/>
                  </a:cubicBezTo>
                  <a:cubicBezTo>
                    <a:pt x="3896355" y="95250"/>
                    <a:pt x="3896990" y="95885"/>
                    <a:pt x="3898260" y="95885"/>
                  </a:cubicBezTo>
                  <a:cubicBezTo>
                    <a:pt x="3899530" y="95885"/>
                    <a:pt x="3900800" y="95885"/>
                    <a:pt x="3902070" y="95885"/>
                  </a:cubicBezTo>
                  <a:cubicBezTo>
                    <a:pt x="3903975" y="95885"/>
                    <a:pt x="3905880" y="95885"/>
                    <a:pt x="3908420" y="95250"/>
                  </a:cubicBezTo>
                  <a:cubicBezTo>
                    <a:pt x="3910325" y="94615"/>
                    <a:pt x="3912230" y="93980"/>
                    <a:pt x="3913500" y="93345"/>
                  </a:cubicBezTo>
                  <a:lnTo>
                    <a:pt x="3911595" y="106680"/>
                  </a:lnTo>
                  <a:cubicBezTo>
                    <a:pt x="3911595" y="106680"/>
                    <a:pt x="3907785" y="108585"/>
                    <a:pt x="3905245" y="109220"/>
                  </a:cubicBezTo>
                  <a:cubicBezTo>
                    <a:pt x="3902705" y="109855"/>
                    <a:pt x="3900165" y="110490"/>
                    <a:pt x="3896990" y="110490"/>
                  </a:cubicBezTo>
                  <a:cubicBezTo>
                    <a:pt x="3894450" y="110490"/>
                    <a:pt x="3891910" y="110490"/>
                    <a:pt x="3890005" y="109220"/>
                  </a:cubicBezTo>
                  <a:cubicBezTo>
                    <a:pt x="3888100" y="108585"/>
                    <a:pt x="3886195" y="107315"/>
                    <a:pt x="3884290" y="105410"/>
                  </a:cubicBezTo>
                  <a:cubicBezTo>
                    <a:pt x="3882385" y="103505"/>
                    <a:pt x="3881115" y="101600"/>
                    <a:pt x="3880480" y="99060"/>
                  </a:cubicBezTo>
                  <a:cubicBezTo>
                    <a:pt x="3879845" y="96520"/>
                    <a:pt x="3879210" y="93345"/>
                    <a:pt x="3879210" y="89535"/>
                  </a:cubicBezTo>
                  <a:lnTo>
                    <a:pt x="3879210" y="44450"/>
                  </a:lnTo>
                  <a:lnTo>
                    <a:pt x="3868415" y="44450"/>
                  </a:lnTo>
                  <a:lnTo>
                    <a:pt x="3868415" y="30480"/>
                  </a:lnTo>
                  <a:lnTo>
                    <a:pt x="3879210" y="30480"/>
                  </a:lnTo>
                  <a:lnTo>
                    <a:pt x="3879210" y="8255"/>
                  </a:lnTo>
                  <a:close/>
                  <a:moveTo>
                    <a:pt x="3664581" y="0"/>
                  </a:moveTo>
                  <a:lnTo>
                    <a:pt x="3664581" y="30480"/>
                  </a:lnTo>
                  <a:lnTo>
                    <a:pt x="3683631" y="30480"/>
                  </a:lnTo>
                  <a:lnTo>
                    <a:pt x="3683631" y="44450"/>
                  </a:lnTo>
                  <a:lnTo>
                    <a:pt x="3664581" y="44450"/>
                  </a:lnTo>
                  <a:lnTo>
                    <a:pt x="3664581" y="86995"/>
                  </a:lnTo>
                  <a:cubicBezTo>
                    <a:pt x="3664581" y="86995"/>
                    <a:pt x="3664581" y="90170"/>
                    <a:pt x="3664581" y="91440"/>
                  </a:cubicBezTo>
                  <a:cubicBezTo>
                    <a:pt x="3664581" y="92710"/>
                    <a:pt x="3665216" y="93345"/>
                    <a:pt x="3665851" y="94615"/>
                  </a:cubicBezTo>
                  <a:cubicBezTo>
                    <a:pt x="3666486" y="95250"/>
                    <a:pt x="3667121" y="95885"/>
                    <a:pt x="3668391" y="95885"/>
                  </a:cubicBezTo>
                  <a:cubicBezTo>
                    <a:pt x="3669661" y="95885"/>
                    <a:pt x="3670931" y="95885"/>
                    <a:pt x="3672201" y="95885"/>
                  </a:cubicBezTo>
                  <a:cubicBezTo>
                    <a:pt x="3674106" y="95885"/>
                    <a:pt x="3676011" y="95885"/>
                    <a:pt x="3678551" y="95250"/>
                  </a:cubicBezTo>
                  <a:cubicBezTo>
                    <a:pt x="3680456" y="94615"/>
                    <a:pt x="3682361" y="93980"/>
                    <a:pt x="3683631" y="93345"/>
                  </a:cubicBezTo>
                  <a:lnTo>
                    <a:pt x="3681726" y="106680"/>
                  </a:lnTo>
                  <a:cubicBezTo>
                    <a:pt x="3681726" y="106680"/>
                    <a:pt x="3677916" y="108585"/>
                    <a:pt x="3675376" y="109220"/>
                  </a:cubicBezTo>
                  <a:cubicBezTo>
                    <a:pt x="3672836" y="109855"/>
                    <a:pt x="3670296" y="110490"/>
                    <a:pt x="3667121" y="110490"/>
                  </a:cubicBezTo>
                  <a:cubicBezTo>
                    <a:pt x="3664581" y="110490"/>
                    <a:pt x="3662041" y="110490"/>
                    <a:pt x="3660136" y="109220"/>
                  </a:cubicBezTo>
                  <a:cubicBezTo>
                    <a:pt x="3658231" y="108585"/>
                    <a:pt x="3656326" y="107315"/>
                    <a:pt x="3654421" y="105410"/>
                  </a:cubicBezTo>
                  <a:cubicBezTo>
                    <a:pt x="3652516" y="103505"/>
                    <a:pt x="3651246" y="101600"/>
                    <a:pt x="3650611" y="99060"/>
                  </a:cubicBezTo>
                  <a:cubicBezTo>
                    <a:pt x="3649976" y="96520"/>
                    <a:pt x="3649341" y="93345"/>
                    <a:pt x="3649341" y="89535"/>
                  </a:cubicBezTo>
                  <a:lnTo>
                    <a:pt x="3649341" y="44450"/>
                  </a:lnTo>
                  <a:lnTo>
                    <a:pt x="3638546" y="44450"/>
                  </a:lnTo>
                  <a:lnTo>
                    <a:pt x="3638546" y="30480"/>
                  </a:lnTo>
                  <a:lnTo>
                    <a:pt x="3649341" y="30480"/>
                  </a:lnTo>
                  <a:lnTo>
                    <a:pt x="3649341" y="8255"/>
                  </a:lnTo>
                  <a:close/>
                  <a:moveTo>
                    <a:pt x="3610605" y="0"/>
                  </a:moveTo>
                  <a:lnTo>
                    <a:pt x="3610605" y="30480"/>
                  </a:lnTo>
                  <a:lnTo>
                    <a:pt x="3629655" y="30480"/>
                  </a:lnTo>
                  <a:lnTo>
                    <a:pt x="3629655" y="44450"/>
                  </a:lnTo>
                  <a:lnTo>
                    <a:pt x="3610605" y="44450"/>
                  </a:lnTo>
                  <a:lnTo>
                    <a:pt x="3610605" y="86995"/>
                  </a:lnTo>
                  <a:cubicBezTo>
                    <a:pt x="3610605" y="86995"/>
                    <a:pt x="3610605" y="90170"/>
                    <a:pt x="3610605" y="91440"/>
                  </a:cubicBezTo>
                  <a:cubicBezTo>
                    <a:pt x="3610605" y="92710"/>
                    <a:pt x="3611240" y="93345"/>
                    <a:pt x="3611875" y="94615"/>
                  </a:cubicBezTo>
                  <a:cubicBezTo>
                    <a:pt x="3612510" y="95250"/>
                    <a:pt x="3613145" y="95885"/>
                    <a:pt x="3614415" y="95885"/>
                  </a:cubicBezTo>
                  <a:cubicBezTo>
                    <a:pt x="3615685" y="95885"/>
                    <a:pt x="3616955" y="95885"/>
                    <a:pt x="3618225" y="95885"/>
                  </a:cubicBezTo>
                  <a:cubicBezTo>
                    <a:pt x="3620130" y="95885"/>
                    <a:pt x="3622035" y="95885"/>
                    <a:pt x="3624575" y="95250"/>
                  </a:cubicBezTo>
                  <a:cubicBezTo>
                    <a:pt x="3626480" y="94615"/>
                    <a:pt x="3628385" y="93980"/>
                    <a:pt x="3629655" y="93345"/>
                  </a:cubicBezTo>
                  <a:lnTo>
                    <a:pt x="3627750" y="106680"/>
                  </a:lnTo>
                  <a:cubicBezTo>
                    <a:pt x="3627750" y="106680"/>
                    <a:pt x="3623940" y="108585"/>
                    <a:pt x="3621400" y="109220"/>
                  </a:cubicBezTo>
                  <a:cubicBezTo>
                    <a:pt x="3618860" y="109855"/>
                    <a:pt x="3616320" y="110490"/>
                    <a:pt x="3613145" y="110490"/>
                  </a:cubicBezTo>
                  <a:cubicBezTo>
                    <a:pt x="3610605" y="110490"/>
                    <a:pt x="3608065" y="110490"/>
                    <a:pt x="3606160" y="109220"/>
                  </a:cubicBezTo>
                  <a:cubicBezTo>
                    <a:pt x="3604255" y="108585"/>
                    <a:pt x="3602350" y="107315"/>
                    <a:pt x="3600445" y="105410"/>
                  </a:cubicBezTo>
                  <a:cubicBezTo>
                    <a:pt x="3598540" y="103505"/>
                    <a:pt x="3597270" y="101600"/>
                    <a:pt x="3596635" y="99060"/>
                  </a:cubicBezTo>
                  <a:cubicBezTo>
                    <a:pt x="3596000" y="96520"/>
                    <a:pt x="3595365" y="93345"/>
                    <a:pt x="3595365" y="89535"/>
                  </a:cubicBezTo>
                  <a:lnTo>
                    <a:pt x="3595365" y="44450"/>
                  </a:lnTo>
                  <a:lnTo>
                    <a:pt x="3584570" y="44450"/>
                  </a:lnTo>
                  <a:lnTo>
                    <a:pt x="3584570" y="30480"/>
                  </a:lnTo>
                  <a:lnTo>
                    <a:pt x="3595365" y="30480"/>
                  </a:lnTo>
                  <a:lnTo>
                    <a:pt x="3595365" y="8255"/>
                  </a:lnTo>
                  <a:close/>
                  <a:moveTo>
                    <a:pt x="3445505" y="0"/>
                  </a:moveTo>
                  <a:lnTo>
                    <a:pt x="3445505" y="37465"/>
                  </a:lnTo>
                  <a:cubicBezTo>
                    <a:pt x="3445505" y="37465"/>
                    <a:pt x="3448680" y="34925"/>
                    <a:pt x="3449950" y="33655"/>
                  </a:cubicBezTo>
                  <a:cubicBezTo>
                    <a:pt x="3451220" y="33020"/>
                    <a:pt x="3452490" y="31750"/>
                    <a:pt x="3453760" y="31115"/>
                  </a:cubicBezTo>
                  <a:cubicBezTo>
                    <a:pt x="3455030" y="30480"/>
                    <a:pt x="3456935" y="29845"/>
                    <a:pt x="3458840" y="29210"/>
                  </a:cubicBezTo>
                  <a:cubicBezTo>
                    <a:pt x="3460745" y="29210"/>
                    <a:pt x="3463285" y="28575"/>
                    <a:pt x="3465825" y="28575"/>
                  </a:cubicBezTo>
                  <a:cubicBezTo>
                    <a:pt x="3470270" y="28575"/>
                    <a:pt x="3474080" y="29210"/>
                    <a:pt x="3477890" y="31115"/>
                  </a:cubicBezTo>
                  <a:cubicBezTo>
                    <a:pt x="3481700" y="32385"/>
                    <a:pt x="3484875" y="34925"/>
                    <a:pt x="3487415" y="38735"/>
                  </a:cubicBezTo>
                  <a:cubicBezTo>
                    <a:pt x="3489955" y="41910"/>
                    <a:pt x="3492495" y="46355"/>
                    <a:pt x="3493765" y="51435"/>
                  </a:cubicBezTo>
                  <a:cubicBezTo>
                    <a:pt x="3495035" y="56515"/>
                    <a:pt x="3496305" y="62865"/>
                    <a:pt x="3496305" y="70485"/>
                  </a:cubicBezTo>
                  <a:lnTo>
                    <a:pt x="3495670" y="71120"/>
                  </a:lnTo>
                  <a:cubicBezTo>
                    <a:pt x="3495670" y="77470"/>
                    <a:pt x="3495035" y="83820"/>
                    <a:pt x="3493130" y="88265"/>
                  </a:cubicBezTo>
                  <a:cubicBezTo>
                    <a:pt x="3491225" y="93345"/>
                    <a:pt x="3489320" y="97155"/>
                    <a:pt x="3486145" y="100330"/>
                  </a:cubicBezTo>
                  <a:cubicBezTo>
                    <a:pt x="3483605" y="103505"/>
                    <a:pt x="3479795" y="106045"/>
                    <a:pt x="3476620" y="107315"/>
                  </a:cubicBezTo>
                  <a:cubicBezTo>
                    <a:pt x="3472810" y="109220"/>
                    <a:pt x="3469000" y="109855"/>
                    <a:pt x="3465190" y="109855"/>
                  </a:cubicBezTo>
                  <a:cubicBezTo>
                    <a:pt x="3461380" y="109855"/>
                    <a:pt x="3457570" y="109220"/>
                    <a:pt x="3454395" y="107315"/>
                  </a:cubicBezTo>
                  <a:cubicBezTo>
                    <a:pt x="3450585" y="105410"/>
                    <a:pt x="3448045" y="103505"/>
                    <a:pt x="3445505" y="100965"/>
                  </a:cubicBezTo>
                  <a:lnTo>
                    <a:pt x="3445505" y="107950"/>
                  </a:lnTo>
                  <a:lnTo>
                    <a:pt x="3430265" y="107950"/>
                  </a:lnTo>
                  <a:lnTo>
                    <a:pt x="3430265" y="7620"/>
                  </a:lnTo>
                  <a:close/>
                  <a:moveTo>
                    <a:pt x="2380611" y="0"/>
                  </a:moveTo>
                  <a:lnTo>
                    <a:pt x="2380611" y="30480"/>
                  </a:lnTo>
                  <a:lnTo>
                    <a:pt x="2399661" y="30480"/>
                  </a:lnTo>
                  <a:lnTo>
                    <a:pt x="2399661" y="44450"/>
                  </a:lnTo>
                  <a:lnTo>
                    <a:pt x="2380611" y="44450"/>
                  </a:lnTo>
                  <a:lnTo>
                    <a:pt x="2380611" y="86995"/>
                  </a:lnTo>
                  <a:cubicBezTo>
                    <a:pt x="2380611" y="86995"/>
                    <a:pt x="2380611" y="90170"/>
                    <a:pt x="2380611" y="91440"/>
                  </a:cubicBezTo>
                  <a:cubicBezTo>
                    <a:pt x="2380611" y="92710"/>
                    <a:pt x="2381246" y="93345"/>
                    <a:pt x="2381881" y="94615"/>
                  </a:cubicBezTo>
                  <a:cubicBezTo>
                    <a:pt x="2382516" y="95250"/>
                    <a:pt x="2383151" y="95885"/>
                    <a:pt x="2384421" y="95885"/>
                  </a:cubicBezTo>
                  <a:cubicBezTo>
                    <a:pt x="2385691" y="95885"/>
                    <a:pt x="2386961" y="95885"/>
                    <a:pt x="2388231" y="95885"/>
                  </a:cubicBezTo>
                  <a:cubicBezTo>
                    <a:pt x="2390136" y="95885"/>
                    <a:pt x="2392041" y="95885"/>
                    <a:pt x="2394581" y="95250"/>
                  </a:cubicBezTo>
                  <a:cubicBezTo>
                    <a:pt x="2396486" y="94615"/>
                    <a:pt x="2398391" y="93980"/>
                    <a:pt x="2399661" y="93345"/>
                  </a:cubicBezTo>
                  <a:lnTo>
                    <a:pt x="2397756" y="106680"/>
                  </a:lnTo>
                  <a:cubicBezTo>
                    <a:pt x="2397756" y="106680"/>
                    <a:pt x="2393946" y="108585"/>
                    <a:pt x="2391406" y="109220"/>
                  </a:cubicBezTo>
                  <a:cubicBezTo>
                    <a:pt x="2388866" y="109855"/>
                    <a:pt x="2386326" y="110490"/>
                    <a:pt x="2383151" y="110490"/>
                  </a:cubicBezTo>
                  <a:cubicBezTo>
                    <a:pt x="2380611" y="110490"/>
                    <a:pt x="2378071" y="110490"/>
                    <a:pt x="2376166" y="109220"/>
                  </a:cubicBezTo>
                  <a:cubicBezTo>
                    <a:pt x="2374261" y="108585"/>
                    <a:pt x="2372356" y="107315"/>
                    <a:pt x="2370451" y="105410"/>
                  </a:cubicBezTo>
                  <a:cubicBezTo>
                    <a:pt x="2368546" y="103505"/>
                    <a:pt x="2367276" y="101600"/>
                    <a:pt x="2366641" y="99060"/>
                  </a:cubicBezTo>
                  <a:cubicBezTo>
                    <a:pt x="2366006" y="96520"/>
                    <a:pt x="2365371" y="93345"/>
                    <a:pt x="2365371" y="89535"/>
                  </a:cubicBezTo>
                  <a:lnTo>
                    <a:pt x="2365371" y="44450"/>
                  </a:lnTo>
                  <a:lnTo>
                    <a:pt x="2354576" y="44450"/>
                  </a:lnTo>
                  <a:lnTo>
                    <a:pt x="2354576" y="30480"/>
                  </a:lnTo>
                  <a:lnTo>
                    <a:pt x="2365371" y="30480"/>
                  </a:lnTo>
                  <a:lnTo>
                    <a:pt x="2365371" y="8255"/>
                  </a:lnTo>
                  <a:close/>
                  <a:moveTo>
                    <a:pt x="2150741" y="0"/>
                  </a:moveTo>
                  <a:lnTo>
                    <a:pt x="2150741" y="30480"/>
                  </a:lnTo>
                  <a:lnTo>
                    <a:pt x="2169791" y="30480"/>
                  </a:lnTo>
                  <a:lnTo>
                    <a:pt x="2169791" y="44450"/>
                  </a:lnTo>
                  <a:lnTo>
                    <a:pt x="2150741" y="44450"/>
                  </a:lnTo>
                  <a:lnTo>
                    <a:pt x="2150741" y="86995"/>
                  </a:lnTo>
                  <a:cubicBezTo>
                    <a:pt x="2150741" y="86995"/>
                    <a:pt x="2150741" y="90170"/>
                    <a:pt x="2150741" y="91440"/>
                  </a:cubicBezTo>
                  <a:cubicBezTo>
                    <a:pt x="2150741" y="92710"/>
                    <a:pt x="2151376" y="93345"/>
                    <a:pt x="2152011" y="94615"/>
                  </a:cubicBezTo>
                  <a:cubicBezTo>
                    <a:pt x="2152646" y="95250"/>
                    <a:pt x="2153281" y="95885"/>
                    <a:pt x="2154551" y="95885"/>
                  </a:cubicBezTo>
                  <a:cubicBezTo>
                    <a:pt x="2155821" y="95885"/>
                    <a:pt x="2157091" y="95885"/>
                    <a:pt x="2158361" y="95885"/>
                  </a:cubicBezTo>
                  <a:cubicBezTo>
                    <a:pt x="2160266" y="95885"/>
                    <a:pt x="2162171" y="95885"/>
                    <a:pt x="2164711" y="95250"/>
                  </a:cubicBezTo>
                  <a:cubicBezTo>
                    <a:pt x="2166616" y="94615"/>
                    <a:pt x="2168521" y="93980"/>
                    <a:pt x="2169791" y="93345"/>
                  </a:cubicBezTo>
                  <a:lnTo>
                    <a:pt x="2167886" y="106680"/>
                  </a:lnTo>
                  <a:cubicBezTo>
                    <a:pt x="2167886" y="106680"/>
                    <a:pt x="2164076" y="108585"/>
                    <a:pt x="2161536" y="109220"/>
                  </a:cubicBezTo>
                  <a:cubicBezTo>
                    <a:pt x="2158996" y="109855"/>
                    <a:pt x="2156456" y="110490"/>
                    <a:pt x="2153281" y="110490"/>
                  </a:cubicBezTo>
                  <a:cubicBezTo>
                    <a:pt x="2150741" y="110490"/>
                    <a:pt x="2148201" y="110490"/>
                    <a:pt x="2146296" y="109220"/>
                  </a:cubicBezTo>
                  <a:cubicBezTo>
                    <a:pt x="2144391" y="108585"/>
                    <a:pt x="2142486" y="107315"/>
                    <a:pt x="2140581" y="105410"/>
                  </a:cubicBezTo>
                  <a:cubicBezTo>
                    <a:pt x="2138676" y="103505"/>
                    <a:pt x="2137406" y="101600"/>
                    <a:pt x="2136771" y="99060"/>
                  </a:cubicBezTo>
                  <a:cubicBezTo>
                    <a:pt x="2136136" y="96520"/>
                    <a:pt x="2135501" y="93345"/>
                    <a:pt x="2135501" y="89535"/>
                  </a:cubicBezTo>
                  <a:lnTo>
                    <a:pt x="2135501" y="44450"/>
                  </a:lnTo>
                  <a:lnTo>
                    <a:pt x="2124706" y="44450"/>
                  </a:lnTo>
                  <a:lnTo>
                    <a:pt x="2124706" y="30480"/>
                  </a:lnTo>
                  <a:lnTo>
                    <a:pt x="2135501" y="30480"/>
                  </a:lnTo>
                  <a:lnTo>
                    <a:pt x="2135501" y="8255"/>
                  </a:lnTo>
                  <a:close/>
                  <a:moveTo>
                    <a:pt x="2096131" y="0"/>
                  </a:moveTo>
                  <a:lnTo>
                    <a:pt x="2096131" y="30480"/>
                  </a:lnTo>
                  <a:lnTo>
                    <a:pt x="2115181" y="30480"/>
                  </a:lnTo>
                  <a:lnTo>
                    <a:pt x="2115181" y="44450"/>
                  </a:lnTo>
                  <a:lnTo>
                    <a:pt x="2096131" y="44450"/>
                  </a:lnTo>
                  <a:lnTo>
                    <a:pt x="2096131" y="86995"/>
                  </a:lnTo>
                  <a:cubicBezTo>
                    <a:pt x="2096131" y="86995"/>
                    <a:pt x="2096131" y="90170"/>
                    <a:pt x="2096131" y="91440"/>
                  </a:cubicBezTo>
                  <a:cubicBezTo>
                    <a:pt x="2096131" y="92710"/>
                    <a:pt x="2096766" y="93345"/>
                    <a:pt x="2097401" y="94615"/>
                  </a:cubicBezTo>
                  <a:cubicBezTo>
                    <a:pt x="2098036" y="95250"/>
                    <a:pt x="2098671" y="95885"/>
                    <a:pt x="2099941" y="95885"/>
                  </a:cubicBezTo>
                  <a:cubicBezTo>
                    <a:pt x="2101211" y="95885"/>
                    <a:pt x="2102481" y="95885"/>
                    <a:pt x="2103751" y="95885"/>
                  </a:cubicBezTo>
                  <a:cubicBezTo>
                    <a:pt x="2105656" y="95885"/>
                    <a:pt x="2107561" y="95885"/>
                    <a:pt x="2110101" y="95250"/>
                  </a:cubicBezTo>
                  <a:cubicBezTo>
                    <a:pt x="2112006" y="94615"/>
                    <a:pt x="2113911" y="93980"/>
                    <a:pt x="2115181" y="93345"/>
                  </a:cubicBezTo>
                  <a:lnTo>
                    <a:pt x="2113276" y="106680"/>
                  </a:lnTo>
                  <a:cubicBezTo>
                    <a:pt x="2113276" y="106680"/>
                    <a:pt x="2109466" y="108585"/>
                    <a:pt x="2106926" y="109220"/>
                  </a:cubicBezTo>
                  <a:cubicBezTo>
                    <a:pt x="2104386" y="109855"/>
                    <a:pt x="2101846" y="110490"/>
                    <a:pt x="2098671" y="110490"/>
                  </a:cubicBezTo>
                  <a:cubicBezTo>
                    <a:pt x="2096131" y="110490"/>
                    <a:pt x="2093591" y="110490"/>
                    <a:pt x="2091686" y="109220"/>
                  </a:cubicBezTo>
                  <a:cubicBezTo>
                    <a:pt x="2089781" y="108585"/>
                    <a:pt x="2087876" y="107315"/>
                    <a:pt x="2085971" y="105410"/>
                  </a:cubicBezTo>
                  <a:cubicBezTo>
                    <a:pt x="2084066" y="103505"/>
                    <a:pt x="2082796" y="101600"/>
                    <a:pt x="2082161" y="99060"/>
                  </a:cubicBezTo>
                  <a:cubicBezTo>
                    <a:pt x="2081526" y="96520"/>
                    <a:pt x="2080891" y="93345"/>
                    <a:pt x="2080891" y="89535"/>
                  </a:cubicBezTo>
                  <a:lnTo>
                    <a:pt x="2080891" y="44450"/>
                  </a:lnTo>
                  <a:lnTo>
                    <a:pt x="2070096" y="44450"/>
                  </a:lnTo>
                  <a:lnTo>
                    <a:pt x="2070096" y="30480"/>
                  </a:lnTo>
                  <a:lnTo>
                    <a:pt x="2080891" y="30480"/>
                  </a:lnTo>
                  <a:lnTo>
                    <a:pt x="2080891" y="8255"/>
                  </a:lnTo>
                  <a:close/>
                  <a:moveTo>
                    <a:pt x="1931665" y="0"/>
                  </a:moveTo>
                  <a:lnTo>
                    <a:pt x="1931665" y="37465"/>
                  </a:lnTo>
                  <a:cubicBezTo>
                    <a:pt x="1931665" y="37465"/>
                    <a:pt x="1934840" y="34925"/>
                    <a:pt x="1936110" y="33655"/>
                  </a:cubicBezTo>
                  <a:cubicBezTo>
                    <a:pt x="1937380" y="33020"/>
                    <a:pt x="1938650" y="31750"/>
                    <a:pt x="1939920" y="31115"/>
                  </a:cubicBezTo>
                  <a:cubicBezTo>
                    <a:pt x="1941190" y="30480"/>
                    <a:pt x="1943095" y="29845"/>
                    <a:pt x="1945000" y="29210"/>
                  </a:cubicBezTo>
                  <a:cubicBezTo>
                    <a:pt x="1946905" y="29210"/>
                    <a:pt x="1949445" y="28575"/>
                    <a:pt x="1951985" y="28575"/>
                  </a:cubicBezTo>
                  <a:cubicBezTo>
                    <a:pt x="1956430" y="28575"/>
                    <a:pt x="1960240" y="29210"/>
                    <a:pt x="1964050" y="31115"/>
                  </a:cubicBezTo>
                  <a:cubicBezTo>
                    <a:pt x="1967860" y="32385"/>
                    <a:pt x="1971035" y="34925"/>
                    <a:pt x="1973575" y="38735"/>
                  </a:cubicBezTo>
                  <a:cubicBezTo>
                    <a:pt x="1976115" y="41910"/>
                    <a:pt x="1978655" y="46355"/>
                    <a:pt x="1979925" y="51435"/>
                  </a:cubicBezTo>
                  <a:cubicBezTo>
                    <a:pt x="1981195" y="56515"/>
                    <a:pt x="1982465" y="62865"/>
                    <a:pt x="1982465" y="70485"/>
                  </a:cubicBezTo>
                  <a:lnTo>
                    <a:pt x="1981830" y="71120"/>
                  </a:lnTo>
                  <a:cubicBezTo>
                    <a:pt x="1981830" y="77470"/>
                    <a:pt x="1981195" y="83820"/>
                    <a:pt x="1979290" y="88265"/>
                  </a:cubicBezTo>
                  <a:cubicBezTo>
                    <a:pt x="1977385" y="93345"/>
                    <a:pt x="1975480" y="97155"/>
                    <a:pt x="1972305" y="100330"/>
                  </a:cubicBezTo>
                  <a:cubicBezTo>
                    <a:pt x="1969765" y="103505"/>
                    <a:pt x="1965955" y="106045"/>
                    <a:pt x="1962780" y="107315"/>
                  </a:cubicBezTo>
                  <a:cubicBezTo>
                    <a:pt x="1958970" y="109220"/>
                    <a:pt x="1955160" y="109855"/>
                    <a:pt x="1951350" y="109855"/>
                  </a:cubicBezTo>
                  <a:cubicBezTo>
                    <a:pt x="1947540" y="109855"/>
                    <a:pt x="1943730" y="109220"/>
                    <a:pt x="1940555" y="107315"/>
                  </a:cubicBezTo>
                  <a:cubicBezTo>
                    <a:pt x="1936745" y="105410"/>
                    <a:pt x="1934205" y="103505"/>
                    <a:pt x="1931665" y="100965"/>
                  </a:cubicBezTo>
                  <a:lnTo>
                    <a:pt x="1931665" y="107950"/>
                  </a:lnTo>
                  <a:lnTo>
                    <a:pt x="1916425" y="107950"/>
                  </a:lnTo>
                  <a:lnTo>
                    <a:pt x="1916425" y="7620"/>
                  </a:lnTo>
                  <a:close/>
                  <a:moveTo>
                    <a:pt x="1316991" y="0"/>
                  </a:moveTo>
                  <a:lnTo>
                    <a:pt x="1316991" y="30480"/>
                  </a:lnTo>
                  <a:lnTo>
                    <a:pt x="1336041" y="30480"/>
                  </a:lnTo>
                  <a:lnTo>
                    <a:pt x="1336041" y="44450"/>
                  </a:lnTo>
                  <a:lnTo>
                    <a:pt x="1316991" y="44450"/>
                  </a:lnTo>
                  <a:lnTo>
                    <a:pt x="1316991" y="86995"/>
                  </a:lnTo>
                  <a:cubicBezTo>
                    <a:pt x="1316991" y="86995"/>
                    <a:pt x="1316991" y="90170"/>
                    <a:pt x="1316991" y="91440"/>
                  </a:cubicBezTo>
                  <a:cubicBezTo>
                    <a:pt x="1316991" y="92710"/>
                    <a:pt x="1317627" y="93345"/>
                    <a:pt x="1318261" y="94615"/>
                  </a:cubicBezTo>
                  <a:cubicBezTo>
                    <a:pt x="1318896" y="95250"/>
                    <a:pt x="1319531" y="95885"/>
                    <a:pt x="1320801" y="95885"/>
                  </a:cubicBezTo>
                  <a:cubicBezTo>
                    <a:pt x="1322072" y="95885"/>
                    <a:pt x="1323341" y="95885"/>
                    <a:pt x="1324611" y="95885"/>
                  </a:cubicBezTo>
                  <a:cubicBezTo>
                    <a:pt x="1326516" y="95885"/>
                    <a:pt x="1328422" y="95885"/>
                    <a:pt x="1330961" y="95250"/>
                  </a:cubicBezTo>
                  <a:cubicBezTo>
                    <a:pt x="1332867" y="94615"/>
                    <a:pt x="1334772" y="93980"/>
                    <a:pt x="1336041" y="93345"/>
                  </a:cubicBezTo>
                  <a:lnTo>
                    <a:pt x="1334136" y="106680"/>
                  </a:lnTo>
                  <a:cubicBezTo>
                    <a:pt x="1334136" y="106680"/>
                    <a:pt x="1330326" y="108585"/>
                    <a:pt x="1327786" y="109220"/>
                  </a:cubicBezTo>
                  <a:cubicBezTo>
                    <a:pt x="1325246" y="109855"/>
                    <a:pt x="1322706" y="110490"/>
                    <a:pt x="1319531" y="110490"/>
                  </a:cubicBezTo>
                  <a:cubicBezTo>
                    <a:pt x="1316991" y="110490"/>
                    <a:pt x="1314451" y="110490"/>
                    <a:pt x="1312546" y="109220"/>
                  </a:cubicBezTo>
                  <a:cubicBezTo>
                    <a:pt x="1310641" y="108585"/>
                    <a:pt x="1308736" y="107315"/>
                    <a:pt x="1306831" y="105410"/>
                  </a:cubicBezTo>
                  <a:cubicBezTo>
                    <a:pt x="1304926" y="103505"/>
                    <a:pt x="1303656" y="101600"/>
                    <a:pt x="1303021" y="99060"/>
                  </a:cubicBezTo>
                  <a:cubicBezTo>
                    <a:pt x="1302386" y="96520"/>
                    <a:pt x="1301751" y="93345"/>
                    <a:pt x="1301751" y="89535"/>
                  </a:cubicBezTo>
                  <a:lnTo>
                    <a:pt x="1301751" y="44450"/>
                  </a:lnTo>
                  <a:lnTo>
                    <a:pt x="1290956" y="44450"/>
                  </a:lnTo>
                  <a:lnTo>
                    <a:pt x="1290956" y="30480"/>
                  </a:lnTo>
                  <a:lnTo>
                    <a:pt x="1301751" y="30480"/>
                  </a:lnTo>
                  <a:lnTo>
                    <a:pt x="1301751" y="8255"/>
                  </a:lnTo>
                  <a:close/>
                  <a:moveTo>
                    <a:pt x="751206" y="0"/>
                  </a:moveTo>
                  <a:lnTo>
                    <a:pt x="751206" y="30480"/>
                  </a:lnTo>
                  <a:lnTo>
                    <a:pt x="770256" y="30480"/>
                  </a:lnTo>
                  <a:lnTo>
                    <a:pt x="770256" y="44450"/>
                  </a:lnTo>
                  <a:lnTo>
                    <a:pt x="751206" y="44450"/>
                  </a:lnTo>
                  <a:lnTo>
                    <a:pt x="751206" y="86995"/>
                  </a:lnTo>
                  <a:cubicBezTo>
                    <a:pt x="751206" y="86995"/>
                    <a:pt x="751206" y="90170"/>
                    <a:pt x="751206" y="91440"/>
                  </a:cubicBezTo>
                  <a:cubicBezTo>
                    <a:pt x="751206" y="92710"/>
                    <a:pt x="751841" y="93345"/>
                    <a:pt x="752476" y="94615"/>
                  </a:cubicBezTo>
                  <a:cubicBezTo>
                    <a:pt x="753111" y="95250"/>
                    <a:pt x="753746" y="95885"/>
                    <a:pt x="755016" y="95885"/>
                  </a:cubicBezTo>
                  <a:cubicBezTo>
                    <a:pt x="756286" y="95885"/>
                    <a:pt x="757556" y="95885"/>
                    <a:pt x="758826" y="95885"/>
                  </a:cubicBezTo>
                  <a:cubicBezTo>
                    <a:pt x="760731" y="95885"/>
                    <a:pt x="762636" y="95885"/>
                    <a:pt x="765176" y="95250"/>
                  </a:cubicBezTo>
                  <a:cubicBezTo>
                    <a:pt x="767081" y="94615"/>
                    <a:pt x="768986" y="93980"/>
                    <a:pt x="770256" y="93345"/>
                  </a:cubicBezTo>
                  <a:lnTo>
                    <a:pt x="768351" y="106680"/>
                  </a:lnTo>
                  <a:cubicBezTo>
                    <a:pt x="768351" y="106680"/>
                    <a:pt x="764541" y="108585"/>
                    <a:pt x="762001" y="109220"/>
                  </a:cubicBezTo>
                  <a:cubicBezTo>
                    <a:pt x="759461" y="109855"/>
                    <a:pt x="756921" y="110490"/>
                    <a:pt x="753746" y="110490"/>
                  </a:cubicBezTo>
                  <a:cubicBezTo>
                    <a:pt x="751206" y="110490"/>
                    <a:pt x="748666" y="110490"/>
                    <a:pt x="746761" y="109220"/>
                  </a:cubicBezTo>
                  <a:cubicBezTo>
                    <a:pt x="744856" y="108585"/>
                    <a:pt x="742951" y="107315"/>
                    <a:pt x="741045" y="105410"/>
                  </a:cubicBezTo>
                  <a:cubicBezTo>
                    <a:pt x="739141" y="103505"/>
                    <a:pt x="737871" y="101600"/>
                    <a:pt x="737236" y="99060"/>
                  </a:cubicBezTo>
                  <a:cubicBezTo>
                    <a:pt x="736600" y="96520"/>
                    <a:pt x="735966" y="93345"/>
                    <a:pt x="735966" y="89535"/>
                  </a:cubicBezTo>
                  <a:lnTo>
                    <a:pt x="735966" y="44450"/>
                  </a:lnTo>
                  <a:lnTo>
                    <a:pt x="725171" y="44450"/>
                  </a:lnTo>
                  <a:lnTo>
                    <a:pt x="725171" y="30480"/>
                  </a:lnTo>
                  <a:lnTo>
                    <a:pt x="735966" y="30480"/>
                  </a:lnTo>
                  <a:lnTo>
                    <a:pt x="735966" y="8255"/>
                  </a:lnTo>
                  <a:close/>
                  <a:moveTo>
                    <a:pt x="521335" y="0"/>
                  </a:moveTo>
                  <a:lnTo>
                    <a:pt x="521335" y="30480"/>
                  </a:lnTo>
                  <a:lnTo>
                    <a:pt x="540385" y="30480"/>
                  </a:lnTo>
                  <a:lnTo>
                    <a:pt x="540385" y="44450"/>
                  </a:lnTo>
                  <a:lnTo>
                    <a:pt x="521335" y="44450"/>
                  </a:lnTo>
                  <a:lnTo>
                    <a:pt x="521335" y="86995"/>
                  </a:lnTo>
                  <a:cubicBezTo>
                    <a:pt x="521335" y="86995"/>
                    <a:pt x="521335" y="90170"/>
                    <a:pt x="521335" y="91440"/>
                  </a:cubicBezTo>
                  <a:cubicBezTo>
                    <a:pt x="521335" y="92710"/>
                    <a:pt x="521970" y="93345"/>
                    <a:pt x="522605" y="94615"/>
                  </a:cubicBezTo>
                  <a:cubicBezTo>
                    <a:pt x="523240" y="95250"/>
                    <a:pt x="523875" y="95885"/>
                    <a:pt x="525145" y="95885"/>
                  </a:cubicBezTo>
                  <a:cubicBezTo>
                    <a:pt x="526415" y="95885"/>
                    <a:pt x="527685" y="95885"/>
                    <a:pt x="528955" y="95885"/>
                  </a:cubicBezTo>
                  <a:cubicBezTo>
                    <a:pt x="530860" y="95885"/>
                    <a:pt x="532765" y="95885"/>
                    <a:pt x="535305" y="95250"/>
                  </a:cubicBezTo>
                  <a:cubicBezTo>
                    <a:pt x="537210" y="94615"/>
                    <a:pt x="539115" y="93980"/>
                    <a:pt x="540385" y="93345"/>
                  </a:cubicBezTo>
                  <a:lnTo>
                    <a:pt x="538480" y="106680"/>
                  </a:lnTo>
                  <a:cubicBezTo>
                    <a:pt x="538480" y="106680"/>
                    <a:pt x="534670" y="108585"/>
                    <a:pt x="532130" y="109220"/>
                  </a:cubicBezTo>
                  <a:cubicBezTo>
                    <a:pt x="529590" y="109855"/>
                    <a:pt x="527050" y="110490"/>
                    <a:pt x="523875" y="110490"/>
                  </a:cubicBezTo>
                  <a:cubicBezTo>
                    <a:pt x="521335" y="110490"/>
                    <a:pt x="518795" y="110490"/>
                    <a:pt x="516890" y="109220"/>
                  </a:cubicBezTo>
                  <a:cubicBezTo>
                    <a:pt x="514985" y="108585"/>
                    <a:pt x="513080" y="107315"/>
                    <a:pt x="511175" y="105410"/>
                  </a:cubicBezTo>
                  <a:cubicBezTo>
                    <a:pt x="509270" y="103505"/>
                    <a:pt x="508000" y="101600"/>
                    <a:pt x="507365" y="99060"/>
                  </a:cubicBezTo>
                  <a:cubicBezTo>
                    <a:pt x="506730" y="96520"/>
                    <a:pt x="506095" y="93345"/>
                    <a:pt x="506095" y="89535"/>
                  </a:cubicBezTo>
                  <a:lnTo>
                    <a:pt x="506095" y="44450"/>
                  </a:lnTo>
                  <a:lnTo>
                    <a:pt x="495300" y="44450"/>
                  </a:lnTo>
                  <a:lnTo>
                    <a:pt x="495300" y="30480"/>
                  </a:lnTo>
                  <a:lnTo>
                    <a:pt x="506095" y="30480"/>
                  </a:lnTo>
                  <a:lnTo>
                    <a:pt x="506095" y="8255"/>
                  </a:lnTo>
                  <a:close/>
                  <a:moveTo>
                    <a:pt x="466724" y="0"/>
                  </a:moveTo>
                  <a:lnTo>
                    <a:pt x="466724" y="30480"/>
                  </a:lnTo>
                  <a:lnTo>
                    <a:pt x="485774" y="30480"/>
                  </a:lnTo>
                  <a:lnTo>
                    <a:pt x="485774" y="44450"/>
                  </a:lnTo>
                  <a:lnTo>
                    <a:pt x="466724" y="44450"/>
                  </a:lnTo>
                  <a:lnTo>
                    <a:pt x="466724" y="86995"/>
                  </a:lnTo>
                  <a:cubicBezTo>
                    <a:pt x="466724" y="86995"/>
                    <a:pt x="466724" y="90170"/>
                    <a:pt x="466724" y="91440"/>
                  </a:cubicBezTo>
                  <a:cubicBezTo>
                    <a:pt x="466724" y="92710"/>
                    <a:pt x="467359" y="93345"/>
                    <a:pt x="467994" y="94615"/>
                  </a:cubicBezTo>
                  <a:cubicBezTo>
                    <a:pt x="468629" y="95250"/>
                    <a:pt x="469264" y="95885"/>
                    <a:pt x="470534" y="95885"/>
                  </a:cubicBezTo>
                  <a:cubicBezTo>
                    <a:pt x="471804" y="95885"/>
                    <a:pt x="473074" y="95885"/>
                    <a:pt x="474344" y="95885"/>
                  </a:cubicBezTo>
                  <a:cubicBezTo>
                    <a:pt x="476249" y="95885"/>
                    <a:pt x="478154" y="95885"/>
                    <a:pt x="480694" y="95250"/>
                  </a:cubicBezTo>
                  <a:cubicBezTo>
                    <a:pt x="482599" y="94615"/>
                    <a:pt x="484504" y="93980"/>
                    <a:pt x="485774" y="93345"/>
                  </a:cubicBezTo>
                  <a:lnTo>
                    <a:pt x="483869" y="106680"/>
                  </a:lnTo>
                  <a:cubicBezTo>
                    <a:pt x="483869" y="106680"/>
                    <a:pt x="480059" y="108585"/>
                    <a:pt x="477519" y="109220"/>
                  </a:cubicBezTo>
                  <a:cubicBezTo>
                    <a:pt x="474979" y="109855"/>
                    <a:pt x="472439" y="110490"/>
                    <a:pt x="469264" y="110490"/>
                  </a:cubicBezTo>
                  <a:cubicBezTo>
                    <a:pt x="466724" y="110490"/>
                    <a:pt x="464184" y="110490"/>
                    <a:pt x="462279" y="109220"/>
                  </a:cubicBezTo>
                  <a:cubicBezTo>
                    <a:pt x="460374" y="108585"/>
                    <a:pt x="458469" y="107315"/>
                    <a:pt x="456564" y="105410"/>
                  </a:cubicBezTo>
                  <a:cubicBezTo>
                    <a:pt x="454659" y="103505"/>
                    <a:pt x="453389" y="101600"/>
                    <a:pt x="452754" y="99060"/>
                  </a:cubicBezTo>
                  <a:cubicBezTo>
                    <a:pt x="452119" y="96520"/>
                    <a:pt x="451484" y="93345"/>
                    <a:pt x="451484" y="89535"/>
                  </a:cubicBezTo>
                  <a:lnTo>
                    <a:pt x="451484" y="44450"/>
                  </a:lnTo>
                  <a:lnTo>
                    <a:pt x="440689" y="44450"/>
                  </a:lnTo>
                  <a:lnTo>
                    <a:pt x="440689" y="30480"/>
                  </a:lnTo>
                  <a:lnTo>
                    <a:pt x="451484" y="30480"/>
                  </a:lnTo>
                  <a:lnTo>
                    <a:pt x="451484" y="8255"/>
                  </a:lnTo>
                  <a:close/>
                  <a:moveTo>
                    <a:pt x="302259" y="0"/>
                  </a:moveTo>
                  <a:lnTo>
                    <a:pt x="302259" y="37465"/>
                  </a:lnTo>
                  <a:cubicBezTo>
                    <a:pt x="302259" y="37465"/>
                    <a:pt x="305434" y="34925"/>
                    <a:pt x="306704" y="33655"/>
                  </a:cubicBezTo>
                  <a:cubicBezTo>
                    <a:pt x="307974" y="33020"/>
                    <a:pt x="309244" y="31750"/>
                    <a:pt x="310514" y="31115"/>
                  </a:cubicBezTo>
                  <a:cubicBezTo>
                    <a:pt x="311784" y="30480"/>
                    <a:pt x="313689" y="29845"/>
                    <a:pt x="315594" y="29210"/>
                  </a:cubicBezTo>
                  <a:cubicBezTo>
                    <a:pt x="317499" y="29210"/>
                    <a:pt x="320039" y="28575"/>
                    <a:pt x="322579" y="28575"/>
                  </a:cubicBezTo>
                  <a:cubicBezTo>
                    <a:pt x="327024" y="28575"/>
                    <a:pt x="330834" y="29210"/>
                    <a:pt x="334644" y="31115"/>
                  </a:cubicBezTo>
                  <a:cubicBezTo>
                    <a:pt x="338454" y="32385"/>
                    <a:pt x="341629" y="34925"/>
                    <a:pt x="344169" y="38735"/>
                  </a:cubicBezTo>
                  <a:cubicBezTo>
                    <a:pt x="346709" y="41910"/>
                    <a:pt x="349249" y="46355"/>
                    <a:pt x="350519" y="51435"/>
                  </a:cubicBezTo>
                  <a:cubicBezTo>
                    <a:pt x="351789" y="56515"/>
                    <a:pt x="353059" y="62865"/>
                    <a:pt x="353059" y="70485"/>
                  </a:cubicBezTo>
                  <a:lnTo>
                    <a:pt x="352424" y="71120"/>
                  </a:lnTo>
                  <a:cubicBezTo>
                    <a:pt x="352424" y="77470"/>
                    <a:pt x="351789" y="83820"/>
                    <a:pt x="349884" y="88265"/>
                  </a:cubicBezTo>
                  <a:cubicBezTo>
                    <a:pt x="347979" y="93345"/>
                    <a:pt x="346074" y="97155"/>
                    <a:pt x="342899" y="100330"/>
                  </a:cubicBezTo>
                  <a:cubicBezTo>
                    <a:pt x="340359" y="103505"/>
                    <a:pt x="336549" y="106045"/>
                    <a:pt x="333374" y="107315"/>
                  </a:cubicBezTo>
                  <a:cubicBezTo>
                    <a:pt x="329564" y="109220"/>
                    <a:pt x="325754" y="109855"/>
                    <a:pt x="321944" y="109855"/>
                  </a:cubicBezTo>
                  <a:cubicBezTo>
                    <a:pt x="318134" y="109855"/>
                    <a:pt x="314324" y="109220"/>
                    <a:pt x="311149" y="107315"/>
                  </a:cubicBezTo>
                  <a:cubicBezTo>
                    <a:pt x="307339" y="105410"/>
                    <a:pt x="304799" y="103505"/>
                    <a:pt x="302259" y="100965"/>
                  </a:cubicBezTo>
                  <a:lnTo>
                    <a:pt x="302259" y="107950"/>
                  </a:lnTo>
                  <a:lnTo>
                    <a:pt x="287019" y="107950"/>
                  </a:lnTo>
                  <a:lnTo>
                    <a:pt x="287019" y="7620"/>
                  </a:lnTo>
                  <a:close/>
                </a:path>
              </a:pathLst>
            </a:custGeom>
            <a:solidFill>
              <a:schemeClr val="bg2"/>
            </a:solidFill>
            <a:ln w="63500" cap="flat">
              <a:noFill/>
              <a:prstDash val="solid"/>
              <a:miter/>
            </a:ln>
          </p:spPr>
          <p:txBody>
            <a:bodyPr rtlCol="0" anchor="ctr"/>
            <a:lstStyle/>
            <a:p>
              <a:endParaRPr lang="en-US">
                <a:solidFill>
                  <a:schemeClr val="bg1"/>
                </a:solidFill>
              </a:endParaRPr>
            </a:p>
          </p:txBody>
        </p:sp>
      </p:grpSp>
      <p:sp>
        <p:nvSpPr>
          <p:cNvPr id="28" name="Subtitle 2">
            <a:extLst>
              <a:ext uri="{FF2B5EF4-FFF2-40B4-BE49-F238E27FC236}">
                <a16:creationId xmlns:a16="http://schemas.microsoft.com/office/drawing/2014/main" id="{632E76BF-46D5-8E94-88AA-4783DD302E89}"/>
              </a:ext>
            </a:extLst>
          </p:cNvPr>
          <p:cNvSpPr>
            <a:spLocks noGrp="1"/>
          </p:cNvSpPr>
          <p:nvPr>
            <p:ph type="subTitle" idx="1" hasCustomPrompt="1"/>
          </p:nvPr>
        </p:nvSpPr>
        <p:spPr>
          <a:xfrm>
            <a:off x="889762" y="4436485"/>
            <a:ext cx="4907628" cy="511939"/>
          </a:xfrm>
        </p:spPr>
        <p:txBody>
          <a:bodyPr wrap="square">
            <a:noAutofit/>
          </a:bodyPr>
          <a:lstStyle>
            <a:lvl1pPr marL="0" indent="0" algn="l">
              <a:buNone/>
              <a:defRPr lang="en-GB" sz="1600" kern="1200" dirty="0">
                <a:solidFill>
                  <a:schemeClr val="bg1"/>
                </a:solidFill>
                <a:latin typeface="EYInterstate Regular" panose="02000503020000020004" pitchFamily="2" charset="0"/>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29" name="Title 4">
            <a:extLst>
              <a:ext uri="{FF2B5EF4-FFF2-40B4-BE49-F238E27FC236}">
                <a16:creationId xmlns:a16="http://schemas.microsoft.com/office/drawing/2014/main" id="{1F7B1FDC-B90E-6693-A750-B9BA4B535E8A}"/>
              </a:ext>
            </a:extLst>
          </p:cNvPr>
          <p:cNvSpPr>
            <a:spLocks noGrp="1"/>
          </p:cNvSpPr>
          <p:nvPr>
            <p:ph type="title"/>
          </p:nvPr>
        </p:nvSpPr>
        <p:spPr>
          <a:xfrm>
            <a:off x="889762" y="2698751"/>
            <a:ext cx="4906009" cy="1654043"/>
          </a:xfrm>
        </p:spPr>
        <p:txBody>
          <a:bodyPr anchor="t">
            <a:noAutofit/>
          </a:bodyPr>
          <a:lstStyle>
            <a:lvl1pPr>
              <a:defRPr sz="4200" b="1" i="0">
                <a:solidFill>
                  <a:schemeClr val="bg1"/>
                </a:solidFill>
                <a:latin typeface="EYInterstate Regular" panose="02000503020000020004" pitchFamily="2" charset="0"/>
              </a:defRPr>
            </a:lvl1pPr>
          </a:lstStyle>
          <a:p>
            <a:r>
              <a:rPr lang="en-GB"/>
              <a:t>Click to edit Master title style</a:t>
            </a:r>
            <a:endParaRPr lang="en-US"/>
          </a:p>
        </p:txBody>
      </p:sp>
      <p:sp>
        <p:nvSpPr>
          <p:cNvPr id="30" name="Text Placeholder 288">
            <a:extLst>
              <a:ext uri="{FF2B5EF4-FFF2-40B4-BE49-F238E27FC236}">
                <a16:creationId xmlns:a16="http://schemas.microsoft.com/office/drawing/2014/main" id="{1673B89D-F206-B9D2-CDB7-BDE045C7447F}"/>
              </a:ext>
            </a:extLst>
          </p:cNvPr>
          <p:cNvSpPr>
            <a:spLocks noGrp="1"/>
          </p:cNvSpPr>
          <p:nvPr>
            <p:ph type="body" sz="quarter" idx="10"/>
          </p:nvPr>
        </p:nvSpPr>
        <p:spPr>
          <a:xfrm>
            <a:off x="889762" y="5047485"/>
            <a:ext cx="4906010" cy="246221"/>
          </a:xfrm>
        </p:spPr>
        <p:txBody>
          <a:bodyPr wrap="square">
            <a:spAutoFit/>
          </a:bodyPr>
          <a:lstStyle>
            <a:lvl1pPr marL="0" indent="0">
              <a:buNone/>
              <a:defRPr sz="1600" b="1">
                <a:solidFill>
                  <a:schemeClr val="bg1"/>
                </a:solidFill>
                <a:latin typeface="EYInterstate Regular" panose="02000503020000020004" pitchFamily="2" charset="0"/>
              </a:defRPr>
            </a:lvl1pPr>
            <a:lvl2pPr marL="252000" indent="0">
              <a:buNone/>
              <a:defRPr sz="1600" b="1">
                <a:latin typeface="+mj-lt"/>
              </a:defRPr>
            </a:lvl2pPr>
            <a:lvl3pPr marL="504000" indent="0">
              <a:buNone/>
              <a:defRPr sz="1600" b="1">
                <a:latin typeface="+mj-lt"/>
              </a:defRPr>
            </a:lvl3pPr>
            <a:lvl4pPr marL="756000" indent="0">
              <a:buNone/>
              <a:defRPr sz="1600" b="1">
                <a:latin typeface="+mj-lt"/>
              </a:defRPr>
            </a:lvl4pPr>
            <a:lvl5pPr marL="1008000" indent="0">
              <a:buNone/>
              <a:defRPr sz="1600" b="1">
                <a:latin typeface="+mj-lt"/>
              </a:defRPr>
            </a:lvl5pPr>
          </a:lstStyle>
          <a:p>
            <a:pPr lvl="0"/>
            <a:r>
              <a:rPr lang="en-GB"/>
              <a:t>Click to edit Master text styles</a:t>
            </a:r>
          </a:p>
        </p:txBody>
      </p:sp>
      <p:grpSp>
        <p:nvGrpSpPr>
          <p:cNvPr id="8" name="Group 7">
            <a:extLst>
              <a:ext uri="{FF2B5EF4-FFF2-40B4-BE49-F238E27FC236}">
                <a16:creationId xmlns:a16="http://schemas.microsoft.com/office/drawing/2014/main" id="{865A0015-0244-01BA-67B6-11CDC3C588A5}"/>
              </a:ext>
            </a:extLst>
          </p:cNvPr>
          <p:cNvGrpSpPr/>
          <p:nvPr userDrawn="1"/>
        </p:nvGrpSpPr>
        <p:grpSpPr>
          <a:xfrm>
            <a:off x="485774" y="1291008"/>
            <a:ext cx="5706110" cy="4360545"/>
            <a:chOff x="485774" y="1291008"/>
            <a:chExt cx="5706110" cy="4360545"/>
          </a:xfrm>
        </p:grpSpPr>
        <p:sp>
          <p:nvSpPr>
            <p:cNvPr id="26" name="Freeform 25">
              <a:extLst>
                <a:ext uri="{FF2B5EF4-FFF2-40B4-BE49-F238E27FC236}">
                  <a16:creationId xmlns:a16="http://schemas.microsoft.com/office/drawing/2014/main" id="{F7E50E80-DFF0-E065-898F-1AFD970459B6}"/>
                </a:ext>
              </a:extLst>
            </p:cNvPr>
            <p:cNvSpPr/>
            <p:nvPr userDrawn="1"/>
          </p:nvSpPr>
          <p:spPr>
            <a:xfrm>
              <a:off x="485774" y="5549953"/>
              <a:ext cx="508000" cy="101600"/>
            </a:xfrm>
            <a:custGeom>
              <a:avLst/>
              <a:gdLst>
                <a:gd name="connsiteX0" fmla="*/ 406400 w 508000"/>
                <a:gd name="connsiteY0" fmla="*/ 0 h 101600"/>
                <a:gd name="connsiteX1" fmla="*/ 508000 w 508000"/>
                <a:gd name="connsiteY1" fmla="*/ 0 h 101600"/>
                <a:gd name="connsiteX2" fmla="*/ 508000 w 508000"/>
                <a:gd name="connsiteY2" fmla="*/ 101600 h 101600"/>
                <a:gd name="connsiteX3" fmla="*/ 406400 w 508000"/>
                <a:gd name="connsiteY3" fmla="*/ 101600 h 101600"/>
                <a:gd name="connsiteX4" fmla="*/ 203200 w 508000"/>
                <a:gd name="connsiteY4" fmla="*/ 0 h 101600"/>
                <a:gd name="connsiteX5" fmla="*/ 304800 w 508000"/>
                <a:gd name="connsiteY5" fmla="*/ 0 h 101600"/>
                <a:gd name="connsiteX6" fmla="*/ 304800 w 508000"/>
                <a:gd name="connsiteY6" fmla="*/ 101600 h 101600"/>
                <a:gd name="connsiteX7" fmla="*/ 203200 w 508000"/>
                <a:gd name="connsiteY7" fmla="*/ 101600 h 101600"/>
                <a:gd name="connsiteX8" fmla="*/ 0 w 508000"/>
                <a:gd name="connsiteY8" fmla="*/ 0 h 101600"/>
                <a:gd name="connsiteX9" fmla="*/ 101600 w 508000"/>
                <a:gd name="connsiteY9" fmla="*/ 0 h 101600"/>
                <a:gd name="connsiteX10" fmla="*/ 101600 w 508000"/>
                <a:gd name="connsiteY10" fmla="*/ 101600 h 101600"/>
                <a:gd name="connsiteX11" fmla="*/ 0 w 508000"/>
                <a:gd name="connsiteY11" fmla="*/ 101600 h 10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8000" h="101600">
                  <a:moveTo>
                    <a:pt x="406400" y="0"/>
                  </a:moveTo>
                  <a:lnTo>
                    <a:pt x="508000" y="0"/>
                  </a:lnTo>
                  <a:lnTo>
                    <a:pt x="508000" y="101600"/>
                  </a:lnTo>
                  <a:lnTo>
                    <a:pt x="406400" y="101600"/>
                  </a:lnTo>
                  <a:close/>
                  <a:moveTo>
                    <a:pt x="203200" y="0"/>
                  </a:moveTo>
                  <a:lnTo>
                    <a:pt x="304800" y="0"/>
                  </a:lnTo>
                  <a:lnTo>
                    <a:pt x="304800" y="101600"/>
                  </a:lnTo>
                  <a:lnTo>
                    <a:pt x="203200" y="101600"/>
                  </a:lnTo>
                  <a:close/>
                  <a:moveTo>
                    <a:pt x="0" y="0"/>
                  </a:moveTo>
                  <a:lnTo>
                    <a:pt x="101600" y="0"/>
                  </a:lnTo>
                  <a:lnTo>
                    <a:pt x="101600" y="101600"/>
                  </a:lnTo>
                  <a:lnTo>
                    <a:pt x="0" y="101600"/>
                  </a:lnTo>
                  <a:close/>
                </a:path>
              </a:pathLst>
            </a:custGeom>
            <a:solidFill>
              <a:schemeClr val="tx2"/>
            </a:solidFill>
            <a:ln w="63500" cap="flat">
              <a:noFill/>
              <a:prstDash val="solid"/>
              <a:miter/>
            </a:ln>
          </p:spPr>
          <p:txBody>
            <a:bodyPr rtlCol="0" anchor="ctr"/>
            <a:lstStyle/>
            <a:p>
              <a:endParaRPr lang="en-US">
                <a:solidFill>
                  <a:schemeClr val="bg1"/>
                </a:solidFill>
              </a:endParaRPr>
            </a:p>
          </p:txBody>
        </p:sp>
        <p:sp>
          <p:nvSpPr>
            <p:cNvPr id="4" name="Freeform 3">
              <a:extLst>
                <a:ext uri="{FF2B5EF4-FFF2-40B4-BE49-F238E27FC236}">
                  <a16:creationId xmlns:a16="http://schemas.microsoft.com/office/drawing/2014/main" id="{7E9D0337-F340-664F-6A13-B03AA4BA4F82}"/>
                </a:ext>
              </a:extLst>
            </p:cNvPr>
            <p:cNvSpPr/>
            <p:nvPr userDrawn="1"/>
          </p:nvSpPr>
          <p:spPr>
            <a:xfrm>
              <a:off x="485775" y="1291008"/>
              <a:ext cx="5706109" cy="4359275"/>
            </a:xfrm>
            <a:custGeom>
              <a:avLst/>
              <a:gdLst>
                <a:gd name="connsiteX0" fmla="*/ 0 w 5706109"/>
                <a:gd name="connsiteY0" fmla="*/ 4157346 h 4359275"/>
                <a:gd name="connsiteX1" fmla="*/ 101600 w 5706109"/>
                <a:gd name="connsiteY1" fmla="*/ 4157346 h 4359275"/>
                <a:gd name="connsiteX2" fmla="*/ 101600 w 5706109"/>
                <a:gd name="connsiteY2" fmla="*/ 1075055 h 4359275"/>
                <a:gd name="connsiteX3" fmla="*/ 101600 w 5706109"/>
                <a:gd name="connsiteY3" fmla="*/ 1075055 h 4359275"/>
                <a:gd name="connsiteX4" fmla="*/ 191770 w 5706109"/>
                <a:gd name="connsiteY4" fmla="*/ 1059180 h 4359275"/>
                <a:gd name="connsiteX5" fmla="*/ 861060 w 5706109"/>
                <a:gd name="connsiteY5" fmla="*/ 942975 h 4359275"/>
                <a:gd name="connsiteX6" fmla="*/ 1195705 w 5706109"/>
                <a:gd name="connsiteY6" fmla="*/ 885190 h 4359275"/>
                <a:gd name="connsiteX7" fmla="*/ 1362710 w 5706109"/>
                <a:gd name="connsiteY7" fmla="*/ 855980 h 4359275"/>
                <a:gd name="connsiteX8" fmla="*/ 1529715 w 5706109"/>
                <a:gd name="connsiteY8" fmla="*/ 826770 h 4359275"/>
                <a:gd name="connsiteX9" fmla="*/ 1864360 w 5706109"/>
                <a:gd name="connsiteY9" fmla="*/ 768985 h 4359275"/>
                <a:gd name="connsiteX10" fmla="*/ 2031365 w 5706109"/>
                <a:gd name="connsiteY10" fmla="*/ 739775 h 4359275"/>
                <a:gd name="connsiteX11" fmla="*/ 2198370 w 5706109"/>
                <a:gd name="connsiteY11" fmla="*/ 710565 h 4359275"/>
                <a:gd name="connsiteX12" fmla="*/ 2365375 w 5706109"/>
                <a:gd name="connsiteY12" fmla="*/ 681355 h 4359275"/>
                <a:gd name="connsiteX13" fmla="*/ 2532380 w 5706109"/>
                <a:gd name="connsiteY13" fmla="*/ 652145 h 4359275"/>
                <a:gd name="connsiteX14" fmla="*/ 2699385 w 5706109"/>
                <a:gd name="connsiteY14" fmla="*/ 622935 h 4359275"/>
                <a:gd name="connsiteX15" fmla="*/ 2866390 w 5706109"/>
                <a:gd name="connsiteY15" fmla="*/ 593725 h 4359275"/>
                <a:gd name="connsiteX16" fmla="*/ 5461000 w 5706109"/>
                <a:gd name="connsiteY16" fmla="*/ 144145 h 4359275"/>
                <a:gd name="connsiteX17" fmla="*/ 5602605 w 5706109"/>
                <a:gd name="connsiteY17" fmla="*/ 119380 h 4359275"/>
                <a:gd name="connsiteX18" fmla="*/ 5602605 w 5706109"/>
                <a:gd name="connsiteY18" fmla="*/ 119380 h 4359275"/>
                <a:gd name="connsiteX19" fmla="*/ 5602605 w 5706109"/>
                <a:gd name="connsiteY19" fmla="*/ 4257676 h 4359275"/>
                <a:gd name="connsiteX20" fmla="*/ 609600 w 5706109"/>
                <a:gd name="connsiteY20" fmla="*/ 4257676 h 4359275"/>
                <a:gd name="connsiteX21" fmla="*/ 609600 w 5706109"/>
                <a:gd name="connsiteY21" fmla="*/ 4359276 h 4359275"/>
                <a:gd name="connsiteX22" fmla="*/ 5706110 w 5706109"/>
                <a:gd name="connsiteY22" fmla="*/ 4359276 h 4359275"/>
                <a:gd name="connsiteX23" fmla="*/ 5706110 w 5706109"/>
                <a:gd name="connsiteY23" fmla="*/ 0 h 4359275"/>
                <a:gd name="connsiteX24" fmla="*/ 5704840 w 5706109"/>
                <a:gd name="connsiteY24" fmla="*/ 0 h 4359275"/>
                <a:gd name="connsiteX25" fmla="*/ 5445760 w 5706109"/>
                <a:gd name="connsiteY25" fmla="*/ 45085 h 4359275"/>
                <a:gd name="connsiteX26" fmla="*/ 2851150 w 5706109"/>
                <a:gd name="connsiteY26" fmla="*/ 494665 h 4359275"/>
                <a:gd name="connsiteX27" fmla="*/ 2684145 w 5706109"/>
                <a:gd name="connsiteY27" fmla="*/ 523875 h 4359275"/>
                <a:gd name="connsiteX28" fmla="*/ 2517140 w 5706109"/>
                <a:gd name="connsiteY28" fmla="*/ 553085 h 4359275"/>
                <a:gd name="connsiteX29" fmla="*/ 2350135 w 5706109"/>
                <a:gd name="connsiteY29" fmla="*/ 582295 h 4359275"/>
                <a:gd name="connsiteX30" fmla="*/ 2183130 w 5706109"/>
                <a:gd name="connsiteY30" fmla="*/ 611505 h 4359275"/>
                <a:gd name="connsiteX31" fmla="*/ 2016125 w 5706109"/>
                <a:gd name="connsiteY31" fmla="*/ 640715 h 4359275"/>
                <a:gd name="connsiteX32" fmla="*/ 1849120 w 5706109"/>
                <a:gd name="connsiteY32" fmla="*/ 669925 h 4359275"/>
                <a:gd name="connsiteX33" fmla="*/ 1514475 w 5706109"/>
                <a:gd name="connsiteY33" fmla="*/ 727710 h 4359275"/>
                <a:gd name="connsiteX34" fmla="*/ 1347470 w 5706109"/>
                <a:gd name="connsiteY34" fmla="*/ 756920 h 4359275"/>
                <a:gd name="connsiteX35" fmla="*/ 1180465 w 5706109"/>
                <a:gd name="connsiteY35" fmla="*/ 786130 h 4359275"/>
                <a:gd name="connsiteX36" fmla="*/ 845820 w 5706109"/>
                <a:gd name="connsiteY36" fmla="*/ 843915 h 4359275"/>
                <a:gd name="connsiteX37" fmla="*/ 176530 w 5706109"/>
                <a:gd name="connsiteY37" fmla="*/ 960120 h 4359275"/>
                <a:gd name="connsiteX38" fmla="*/ 3175 w 5706109"/>
                <a:gd name="connsiteY38" fmla="*/ 989965 h 4359275"/>
                <a:gd name="connsiteX39" fmla="*/ 1905 w 5706109"/>
                <a:gd name="connsiteY39" fmla="*/ 989965 h 4359275"/>
                <a:gd name="connsiteX40" fmla="*/ 1905 w 5706109"/>
                <a:gd name="connsiteY40" fmla="*/ 4158616 h 4359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5706109" h="4359275">
                  <a:moveTo>
                    <a:pt x="0" y="4157346"/>
                  </a:moveTo>
                  <a:lnTo>
                    <a:pt x="101600" y="4157346"/>
                  </a:lnTo>
                  <a:lnTo>
                    <a:pt x="101600" y="1075055"/>
                  </a:lnTo>
                  <a:lnTo>
                    <a:pt x="101600" y="1075055"/>
                  </a:lnTo>
                  <a:lnTo>
                    <a:pt x="191770" y="1059180"/>
                  </a:lnTo>
                  <a:lnTo>
                    <a:pt x="861060" y="942975"/>
                  </a:lnTo>
                  <a:lnTo>
                    <a:pt x="1195705" y="885190"/>
                  </a:lnTo>
                  <a:lnTo>
                    <a:pt x="1362710" y="855980"/>
                  </a:lnTo>
                  <a:lnTo>
                    <a:pt x="1529715" y="826770"/>
                  </a:lnTo>
                  <a:lnTo>
                    <a:pt x="1864360" y="768985"/>
                  </a:lnTo>
                  <a:lnTo>
                    <a:pt x="2031365" y="739775"/>
                  </a:lnTo>
                  <a:lnTo>
                    <a:pt x="2198370" y="710565"/>
                  </a:lnTo>
                  <a:lnTo>
                    <a:pt x="2365375" y="681355"/>
                  </a:lnTo>
                  <a:lnTo>
                    <a:pt x="2532380" y="652145"/>
                  </a:lnTo>
                  <a:lnTo>
                    <a:pt x="2699385" y="622935"/>
                  </a:lnTo>
                  <a:lnTo>
                    <a:pt x="2866390" y="593725"/>
                  </a:lnTo>
                  <a:cubicBezTo>
                    <a:pt x="3731260" y="443865"/>
                    <a:pt x="4596130" y="294005"/>
                    <a:pt x="5461000" y="144145"/>
                  </a:cubicBezTo>
                  <a:lnTo>
                    <a:pt x="5602605" y="119380"/>
                  </a:lnTo>
                  <a:lnTo>
                    <a:pt x="5602605" y="119380"/>
                  </a:lnTo>
                  <a:lnTo>
                    <a:pt x="5602605" y="4257676"/>
                  </a:lnTo>
                  <a:lnTo>
                    <a:pt x="609600" y="4257676"/>
                  </a:lnTo>
                  <a:lnTo>
                    <a:pt x="609600" y="4359276"/>
                  </a:lnTo>
                  <a:lnTo>
                    <a:pt x="5706110" y="4359276"/>
                  </a:lnTo>
                  <a:lnTo>
                    <a:pt x="5706110" y="0"/>
                  </a:lnTo>
                  <a:lnTo>
                    <a:pt x="5704840" y="0"/>
                  </a:lnTo>
                  <a:cubicBezTo>
                    <a:pt x="5618480" y="15240"/>
                    <a:pt x="5532120" y="30480"/>
                    <a:pt x="5445760" y="45085"/>
                  </a:cubicBezTo>
                  <a:cubicBezTo>
                    <a:pt x="4580890" y="194945"/>
                    <a:pt x="3716020" y="344805"/>
                    <a:pt x="2851150" y="494665"/>
                  </a:cubicBezTo>
                  <a:lnTo>
                    <a:pt x="2684145" y="523875"/>
                  </a:lnTo>
                  <a:lnTo>
                    <a:pt x="2517140" y="553085"/>
                  </a:lnTo>
                  <a:lnTo>
                    <a:pt x="2350135" y="582295"/>
                  </a:lnTo>
                  <a:lnTo>
                    <a:pt x="2183130" y="611505"/>
                  </a:lnTo>
                  <a:lnTo>
                    <a:pt x="2016125" y="640715"/>
                  </a:lnTo>
                  <a:lnTo>
                    <a:pt x="1849120" y="669925"/>
                  </a:lnTo>
                  <a:lnTo>
                    <a:pt x="1514475" y="727710"/>
                  </a:lnTo>
                  <a:lnTo>
                    <a:pt x="1347470" y="756920"/>
                  </a:lnTo>
                  <a:lnTo>
                    <a:pt x="1180465" y="786130"/>
                  </a:lnTo>
                  <a:lnTo>
                    <a:pt x="845820" y="843915"/>
                  </a:lnTo>
                  <a:lnTo>
                    <a:pt x="176530" y="960120"/>
                  </a:lnTo>
                  <a:lnTo>
                    <a:pt x="3175" y="989965"/>
                  </a:lnTo>
                  <a:lnTo>
                    <a:pt x="1905" y="989965"/>
                  </a:lnTo>
                  <a:lnTo>
                    <a:pt x="1905" y="4158616"/>
                  </a:lnTo>
                  <a:close/>
                </a:path>
              </a:pathLst>
            </a:custGeom>
            <a:solidFill>
              <a:schemeClr val="tx2"/>
            </a:solidFill>
            <a:ln w="8181" cap="flat">
              <a:noFill/>
              <a:prstDash val="solid"/>
              <a:miter/>
            </a:ln>
          </p:spPr>
          <p:txBody>
            <a:bodyPr rtlCol="0" anchor="ctr"/>
            <a:lstStyle/>
            <a:p>
              <a:pPr lvl="0"/>
              <a:endParaRPr lang="en-US">
                <a:solidFill>
                  <a:schemeClr val="bg1"/>
                </a:solidFill>
              </a:endParaRPr>
            </a:p>
          </p:txBody>
        </p:sp>
      </p:grpSp>
      <p:grpSp>
        <p:nvGrpSpPr>
          <p:cNvPr id="7" name="Group 6">
            <a:extLst>
              <a:ext uri="{FF2B5EF4-FFF2-40B4-BE49-F238E27FC236}">
                <a16:creationId xmlns:a16="http://schemas.microsoft.com/office/drawing/2014/main" id="{91D5A968-1B24-01BF-95A3-4FCB6124E782}"/>
              </a:ext>
            </a:extLst>
          </p:cNvPr>
          <p:cNvGrpSpPr>
            <a:grpSpLocks noChangeAspect="1"/>
          </p:cNvGrpSpPr>
          <p:nvPr userDrawn="1"/>
        </p:nvGrpSpPr>
        <p:grpSpPr>
          <a:xfrm>
            <a:off x="10562024" y="5167683"/>
            <a:ext cx="1220400" cy="1285398"/>
            <a:chOff x="3913438" y="-99392"/>
            <a:chExt cx="6512821" cy="6859693"/>
          </a:xfrm>
        </p:grpSpPr>
        <p:sp>
          <p:nvSpPr>
            <p:cNvPr id="10" name="Freeform: Shape 9">
              <a:extLst>
                <a:ext uri="{FF2B5EF4-FFF2-40B4-BE49-F238E27FC236}">
                  <a16:creationId xmlns:a16="http://schemas.microsoft.com/office/drawing/2014/main" id="{322D456F-2780-F98C-DE5F-2372A03E5777}"/>
                </a:ext>
              </a:extLst>
            </p:cNvPr>
            <p:cNvSpPr/>
            <p:nvPr/>
          </p:nvSpPr>
          <p:spPr>
            <a:xfrm>
              <a:off x="5319751" y="-99392"/>
              <a:ext cx="4303606" cy="1570696"/>
            </a:xfrm>
            <a:custGeom>
              <a:avLst/>
              <a:gdLst>
                <a:gd name="connsiteX0" fmla="*/ 4303607 w 4303606"/>
                <a:gd name="connsiteY0" fmla="*/ 0 h 1570696"/>
                <a:gd name="connsiteX1" fmla="*/ 0 w 4303606"/>
                <a:gd name="connsiteY1" fmla="*/ 1570697 h 1570696"/>
                <a:gd name="connsiteX2" fmla="*/ 4303607 w 4303606"/>
                <a:gd name="connsiteY2" fmla="*/ 810521 h 1570696"/>
                <a:gd name="connsiteX3" fmla="*/ 4303607 w 4303606"/>
                <a:gd name="connsiteY3" fmla="*/ 0 h 1570696"/>
              </a:gdLst>
              <a:ahLst/>
              <a:cxnLst>
                <a:cxn ang="0">
                  <a:pos x="connsiteX0" y="connsiteY0"/>
                </a:cxn>
                <a:cxn ang="0">
                  <a:pos x="connsiteX1" y="connsiteY1"/>
                </a:cxn>
                <a:cxn ang="0">
                  <a:pos x="connsiteX2" y="connsiteY2"/>
                </a:cxn>
                <a:cxn ang="0">
                  <a:pos x="connsiteX3" y="connsiteY3"/>
                </a:cxn>
              </a:cxnLst>
              <a:rect l="l" t="t" r="r" b="b"/>
              <a:pathLst>
                <a:path w="4303606" h="1570696">
                  <a:moveTo>
                    <a:pt x="4303607" y="0"/>
                  </a:moveTo>
                  <a:lnTo>
                    <a:pt x="0" y="1570697"/>
                  </a:lnTo>
                  <a:lnTo>
                    <a:pt x="4303607" y="810521"/>
                  </a:lnTo>
                  <a:lnTo>
                    <a:pt x="4303607" y="0"/>
                  </a:lnTo>
                  <a:close/>
                </a:path>
              </a:pathLst>
            </a:custGeom>
            <a:solidFill>
              <a:srgbClr val="FFE600"/>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sp>
          <p:nvSpPr>
            <p:cNvPr id="11" name="Freeform: Shape 10">
              <a:extLst>
                <a:ext uri="{FF2B5EF4-FFF2-40B4-BE49-F238E27FC236}">
                  <a16:creationId xmlns:a16="http://schemas.microsoft.com/office/drawing/2014/main" id="{2F1A8A8B-F7CF-C180-B3E6-D7E79D33D8B9}"/>
                </a:ext>
              </a:extLst>
            </p:cNvPr>
            <p:cNvSpPr/>
            <p:nvPr/>
          </p:nvSpPr>
          <p:spPr>
            <a:xfrm>
              <a:off x="5357395" y="2124345"/>
              <a:ext cx="3613052" cy="2176910"/>
            </a:xfrm>
            <a:custGeom>
              <a:avLst/>
              <a:gdLst>
                <a:gd name="connsiteX0" fmla="*/ 652845 w 3613052"/>
                <a:gd name="connsiteY0" fmla="*/ 1676205 h 2176910"/>
                <a:gd name="connsiteX1" fmla="*/ 1741463 w 3613052"/>
                <a:gd name="connsiteY1" fmla="*/ 1676205 h 2176910"/>
                <a:gd name="connsiteX2" fmla="*/ 1741463 w 3613052"/>
                <a:gd name="connsiteY2" fmla="*/ 2176910 h 2176910"/>
                <a:gd name="connsiteX3" fmla="*/ 0 w 3613052"/>
                <a:gd name="connsiteY3" fmla="*/ 2176910 h 2176910"/>
                <a:gd name="connsiteX4" fmla="*/ 0 w 3613052"/>
                <a:gd name="connsiteY4" fmla="*/ 0 h 2176910"/>
                <a:gd name="connsiteX5" fmla="*/ 1234766 w 3613052"/>
                <a:gd name="connsiteY5" fmla="*/ 0 h 2176910"/>
                <a:gd name="connsiteX6" fmla="*/ 1523675 w 3613052"/>
                <a:gd name="connsiteY6" fmla="*/ 500706 h 2176910"/>
                <a:gd name="connsiteX7" fmla="*/ 652910 w 3613052"/>
                <a:gd name="connsiteY7" fmla="*/ 500706 h 2176910"/>
                <a:gd name="connsiteX8" fmla="*/ 652910 w 3613052"/>
                <a:gd name="connsiteY8" fmla="*/ 859953 h 2176910"/>
                <a:gd name="connsiteX9" fmla="*/ 1440050 w 3613052"/>
                <a:gd name="connsiteY9" fmla="*/ 859953 h 2176910"/>
                <a:gd name="connsiteX10" fmla="*/ 1440050 w 3613052"/>
                <a:gd name="connsiteY10" fmla="*/ 1317022 h 2176910"/>
                <a:gd name="connsiteX11" fmla="*/ 652910 w 3613052"/>
                <a:gd name="connsiteY11" fmla="*/ 1317022 h 2176910"/>
                <a:gd name="connsiteX12" fmla="*/ 652910 w 3613052"/>
                <a:gd name="connsiteY12" fmla="*/ 1676205 h 2176910"/>
                <a:gd name="connsiteX13" fmla="*/ 2900485 w 3613052"/>
                <a:gd name="connsiteY13" fmla="*/ 0 h 2176910"/>
                <a:gd name="connsiteX14" fmla="*/ 2530687 w 3613052"/>
                <a:gd name="connsiteY14" fmla="*/ 710418 h 2176910"/>
                <a:gd name="connsiteX15" fmla="*/ 2161801 w 3613052"/>
                <a:gd name="connsiteY15" fmla="*/ 0 h 2176910"/>
                <a:gd name="connsiteX16" fmla="*/ 1439985 w 3613052"/>
                <a:gd name="connsiteY16" fmla="*/ 0 h 2176910"/>
                <a:gd name="connsiteX17" fmla="*/ 2200552 w 3613052"/>
                <a:gd name="connsiteY17" fmla="*/ 1317022 h 2176910"/>
                <a:gd name="connsiteX18" fmla="*/ 2200552 w 3613052"/>
                <a:gd name="connsiteY18" fmla="*/ 2176910 h 2176910"/>
                <a:gd name="connsiteX19" fmla="*/ 2851443 w 3613052"/>
                <a:gd name="connsiteY19" fmla="*/ 2176910 h 2176910"/>
                <a:gd name="connsiteX20" fmla="*/ 2851443 w 3613052"/>
                <a:gd name="connsiteY20" fmla="*/ 1317022 h 2176910"/>
                <a:gd name="connsiteX21" fmla="*/ 3613053 w 3613052"/>
                <a:gd name="connsiteY21" fmla="*/ 0 h 2176910"/>
                <a:gd name="connsiteX22" fmla="*/ 2900485 w 3613052"/>
                <a:gd name="connsiteY22" fmla="*/ 0 h 2176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613052" h="2176910">
                  <a:moveTo>
                    <a:pt x="652845" y="1676205"/>
                  </a:moveTo>
                  <a:lnTo>
                    <a:pt x="1741463" y="1676205"/>
                  </a:lnTo>
                  <a:lnTo>
                    <a:pt x="1741463" y="2176910"/>
                  </a:lnTo>
                  <a:lnTo>
                    <a:pt x="0" y="2176910"/>
                  </a:lnTo>
                  <a:lnTo>
                    <a:pt x="0" y="0"/>
                  </a:lnTo>
                  <a:lnTo>
                    <a:pt x="1234766" y="0"/>
                  </a:lnTo>
                  <a:lnTo>
                    <a:pt x="1523675" y="500706"/>
                  </a:lnTo>
                  <a:lnTo>
                    <a:pt x="652910" y="500706"/>
                  </a:lnTo>
                  <a:lnTo>
                    <a:pt x="652910" y="859953"/>
                  </a:lnTo>
                  <a:lnTo>
                    <a:pt x="1440050" y="859953"/>
                  </a:lnTo>
                  <a:lnTo>
                    <a:pt x="1440050" y="1317022"/>
                  </a:lnTo>
                  <a:lnTo>
                    <a:pt x="652910" y="1317022"/>
                  </a:lnTo>
                  <a:lnTo>
                    <a:pt x="652910" y="1676205"/>
                  </a:lnTo>
                  <a:close/>
                  <a:moveTo>
                    <a:pt x="2900485" y="0"/>
                  </a:moveTo>
                  <a:lnTo>
                    <a:pt x="2530687" y="710418"/>
                  </a:lnTo>
                  <a:lnTo>
                    <a:pt x="2161801" y="0"/>
                  </a:lnTo>
                  <a:lnTo>
                    <a:pt x="1439985" y="0"/>
                  </a:lnTo>
                  <a:lnTo>
                    <a:pt x="2200552" y="1317022"/>
                  </a:lnTo>
                  <a:lnTo>
                    <a:pt x="2200552" y="2176910"/>
                  </a:lnTo>
                  <a:lnTo>
                    <a:pt x="2851443" y="2176910"/>
                  </a:lnTo>
                  <a:lnTo>
                    <a:pt x="2851443" y="1317022"/>
                  </a:lnTo>
                  <a:lnTo>
                    <a:pt x="3613053" y="0"/>
                  </a:lnTo>
                  <a:lnTo>
                    <a:pt x="2900485" y="0"/>
                  </a:lnTo>
                  <a:close/>
                </a:path>
              </a:pathLst>
            </a:custGeom>
            <a:solidFill>
              <a:schemeClr val="bg2"/>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sp>
          <p:nvSpPr>
            <p:cNvPr id="12" name="Freeform: Shape 11">
              <a:extLst>
                <a:ext uri="{FF2B5EF4-FFF2-40B4-BE49-F238E27FC236}">
                  <a16:creationId xmlns:a16="http://schemas.microsoft.com/office/drawing/2014/main" id="{D71991EC-BAEE-610D-F5B6-BC793FB37355}"/>
                </a:ext>
              </a:extLst>
            </p:cNvPr>
            <p:cNvSpPr/>
            <p:nvPr/>
          </p:nvSpPr>
          <p:spPr>
            <a:xfrm>
              <a:off x="3913438" y="5111711"/>
              <a:ext cx="6512821" cy="1648590"/>
            </a:xfrm>
            <a:custGeom>
              <a:avLst/>
              <a:gdLst>
                <a:gd name="connsiteX0" fmla="*/ 5071143 w 6512821"/>
                <a:gd name="connsiteY0" fmla="*/ 1396740 h 1648590"/>
                <a:gd name="connsiteX1" fmla="*/ 5069124 w 6512821"/>
                <a:gd name="connsiteY1" fmla="*/ 1438552 h 1648590"/>
                <a:gd name="connsiteX2" fmla="*/ 4777545 w 6512821"/>
                <a:gd name="connsiteY2" fmla="*/ 1438552 h 1648590"/>
                <a:gd name="connsiteX3" fmla="*/ 4880513 w 6512821"/>
                <a:gd name="connsiteY3" fmla="*/ 1533378 h 1648590"/>
                <a:gd name="connsiteX4" fmla="*/ 4964137 w 6512821"/>
                <a:gd name="connsiteY4" fmla="*/ 1499707 h 1648590"/>
                <a:gd name="connsiteX5" fmla="*/ 5049781 w 6512821"/>
                <a:gd name="connsiteY5" fmla="*/ 1572065 h 1648590"/>
                <a:gd name="connsiteX6" fmla="*/ 4875433 w 6512821"/>
                <a:gd name="connsiteY6" fmla="*/ 1648525 h 1648590"/>
                <a:gd name="connsiteX7" fmla="*/ 4654192 w 6512821"/>
                <a:gd name="connsiteY7" fmla="*/ 1398759 h 1648590"/>
                <a:gd name="connsiteX8" fmla="*/ 4867292 w 6512821"/>
                <a:gd name="connsiteY8" fmla="*/ 1146908 h 1648590"/>
                <a:gd name="connsiteX9" fmla="*/ 5071208 w 6512821"/>
                <a:gd name="connsiteY9" fmla="*/ 1396675 h 1648590"/>
                <a:gd name="connsiteX10" fmla="*/ 4779564 w 6512821"/>
                <a:gd name="connsiteY10" fmla="*/ 1344767 h 1648590"/>
                <a:gd name="connsiteX11" fmla="*/ 4950851 w 6512821"/>
                <a:gd name="connsiteY11" fmla="*/ 1344767 h 1648590"/>
                <a:gd name="connsiteX12" fmla="*/ 4863189 w 6512821"/>
                <a:gd name="connsiteY12" fmla="*/ 1254044 h 1648590"/>
                <a:gd name="connsiteX13" fmla="*/ 4779564 w 6512821"/>
                <a:gd name="connsiteY13" fmla="*/ 1344767 h 1648590"/>
                <a:gd name="connsiteX14" fmla="*/ 6512756 w 6512821"/>
                <a:gd name="connsiteY14" fmla="*/ 1396740 h 1648590"/>
                <a:gd name="connsiteX15" fmla="*/ 6510737 w 6512821"/>
                <a:gd name="connsiteY15" fmla="*/ 1438552 h 1648590"/>
                <a:gd name="connsiteX16" fmla="*/ 6219158 w 6512821"/>
                <a:gd name="connsiteY16" fmla="*/ 1438552 h 1648590"/>
                <a:gd name="connsiteX17" fmla="*/ 6322126 w 6512821"/>
                <a:gd name="connsiteY17" fmla="*/ 1533378 h 1648590"/>
                <a:gd name="connsiteX18" fmla="*/ 6405751 w 6512821"/>
                <a:gd name="connsiteY18" fmla="*/ 1499707 h 1648590"/>
                <a:gd name="connsiteX19" fmla="*/ 6491394 w 6512821"/>
                <a:gd name="connsiteY19" fmla="*/ 1572065 h 1648590"/>
                <a:gd name="connsiteX20" fmla="*/ 6317046 w 6512821"/>
                <a:gd name="connsiteY20" fmla="*/ 1648525 h 1648590"/>
                <a:gd name="connsiteX21" fmla="*/ 6095805 w 6512821"/>
                <a:gd name="connsiteY21" fmla="*/ 1398759 h 1648590"/>
                <a:gd name="connsiteX22" fmla="*/ 6308905 w 6512821"/>
                <a:gd name="connsiteY22" fmla="*/ 1146908 h 1648590"/>
                <a:gd name="connsiteX23" fmla="*/ 6512821 w 6512821"/>
                <a:gd name="connsiteY23" fmla="*/ 1396675 h 1648590"/>
                <a:gd name="connsiteX24" fmla="*/ 6221177 w 6512821"/>
                <a:gd name="connsiteY24" fmla="*/ 1344767 h 1648590"/>
                <a:gd name="connsiteX25" fmla="*/ 6392465 w 6512821"/>
                <a:gd name="connsiteY25" fmla="*/ 1344767 h 1648590"/>
                <a:gd name="connsiteX26" fmla="*/ 6304802 w 6512821"/>
                <a:gd name="connsiteY26" fmla="*/ 1254044 h 1648590"/>
                <a:gd name="connsiteX27" fmla="*/ 6221177 w 6512821"/>
                <a:gd name="connsiteY27" fmla="*/ 1344767 h 1648590"/>
                <a:gd name="connsiteX28" fmla="*/ 5978509 w 6512821"/>
                <a:gd name="connsiteY28" fmla="*/ 1467143 h 1648590"/>
                <a:gd name="connsiteX29" fmla="*/ 6058031 w 6512821"/>
                <a:gd name="connsiteY29" fmla="*/ 1542561 h 1648590"/>
                <a:gd name="connsiteX30" fmla="*/ 5866359 w 6512821"/>
                <a:gd name="connsiteY30" fmla="*/ 1648590 h 1648590"/>
                <a:gd name="connsiteX31" fmla="*/ 5637954 w 6512821"/>
                <a:gd name="connsiteY31" fmla="*/ 1398823 h 1648590"/>
                <a:gd name="connsiteX32" fmla="*/ 5868378 w 6512821"/>
                <a:gd name="connsiteY32" fmla="*/ 1146973 h 1648590"/>
                <a:gd name="connsiteX33" fmla="*/ 6056989 w 6512821"/>
                <a:gd name="connsiteY33" fmla="*/ 1250983 h 1648590"/>
                <a:gd name="connsiteX34" fmla="*/ 5975448 w 6512821"/>
                <a:gd name="connsiteY34" fmla="*/ 1333565 h 1648590"/>
                <a:gd name="connsiteX35" fmla="*/ 5867401 w 6512821"/>
                <a:gd name="connsiteY35" fmla="*/ 1266288 h 1648590"/>
                <a:gd name="connsiteX36" fmla="*/ 5766452 w 6512821"/>
                <a:gd name="connsiteY36" fmla="*/ 1396804 h 1648590"/>
                <a:gd name="connsiteX37" fmla="*/ 5868378 w 6512821"/>
                <a:gd name="connsiteY37" fmla="*/ 1528299 h 1648590"/>
                <a:gd name="connsiteX38" fmla="*/ 5978509 w 6512821"/>
                <a:gd name="connsiteY38" fmla="*/ 1467143 h 1648590"/>
                <a:gd name="connsiteX39" fmla="*/ 4869246 w 6512821"/>
                <a:gd name="connsiteY39" fmla="*/ 667825 h 1648590"/>
                <a:gd name="connsiteX40" fmla="*/ 4750973 w 6512821"/>
                <a:gd name="connsiteY40" fmla="*/ 667825 h 1648590"/>
                <a:gd name="connsiteX41" fmla="*/ 4750973 w 6512821"/>
                <a:gd name="connsiteY41" fmla="*/ 634153 h 1648590"/>
                <a:gd name="connsiteX42" fmla="*/ 4638822 w 6512821"/>
                <a:gd name="connsiteY42" fmla="*/ 677984 h 1648590"/>
                <a:gd name="connsiteX43" fmla="*/ 4467535 w 6512821"/>
                <a:gd name="connsiteY43" fmla="*/ 458763 h 1648590"/>
                <a:gd name="connsiteX44" fmla="*/ 4467535 w 6512821"/>
                <a:gd name="connsiteY44" fmla="*/ 186527 h 1648590"/>
                <a:gd name="connsiteX45" fmla="*/ 4587827 w 6512821"/>
                <a:gd name="connsiteY45" fmla="*/ 186527 h 1648590"/>
                <a:gd name="connsiteX46" fmla="*/ 4587827 w 6512821"/>
                <a:gd name="connsiteY46" fmla="*/ 448538 h 1648590"/>
                <a:gd name="connsiteX47" fmla="*/ 4668390 w 6512821"/>
                <a:gd name="connsiteY47" fmla="*/ 562708 h 1648590"/>
                <a:gd name="connsiteX48" fmla="*/ 4748954 w 6512821"/>
                <a:gd name="connsiteY48" fmla="*/ 452576 h 1648590"/>
                <a:gd name="connsiteX49" fmla="*/ 4748954 w 6512821"/>
                <a:gd name="connsiteY49" fmla="*/ 186462 h 1648590"/>
                <a:gd name="connsiteX50" fmla="*/ 4869246 w 6512821"/>
                <a:gd name="connsiteY50" fmla="*/ 186462 h 1648590"/>
                <a:gd name="connsiteX51" fmla="*/ 4869246 w 6512821"/>
                <a:gd name="connsiteY51" fmla="*/ 667695 h 1648590"/>
                <a:gd name="connsiteX52" fmla="*/ 5244449 w 6512821"/>
                <a:gd name="connsiteY52" fmla="*/ 527083 h 1648590"/>
                <a:gd name="connsiteX53" fmla="*/ 5227125 w 6512821"/>
                <a:gd name="connsiteY53" fmla="*/ 649458 h 1648590"/>
                <a:gd name="connsiteX54" fmla="*/ 5128261 w 6512821"/>
                <a:gd name="connsiteY54" fmla="*/ 677984 h 1648590"/>
                <a:gd name="connsiteX55" fmla="*/ 4997744 w 6512821"/>
                <a:gd name="connsiteY55" fmla="*/ 535224 h 1648590"/>
                <a:gd name="connsiteX56" fmla="*/ 4997744 w 6512821"/>
                <a:gd name="connsiteY56" fmla="*/ 301739 h 1648590"/>
                <a:gd name="connsiteX57" fmla="*/ 4928447 w 6512821"/>
                <a:gd name="connsiteY57" fmla="*/ 301739 h 1648590"/>
                <a:gd name="connsiteX58" fmla="*/ 4928447 w 6512821"/>
                <a:gd name="connsiteY58" fmla="*/ 186527 h 1648590"/>
                <a:gd name="connsiteX59" fmla="*/ 4997744 w 6512821"/>
                <a:gd name="connsiteY59" fmla="*/ 186527 h 1648590"/>
                <a:gd name="connsiteX60" fmla="*/ 4997744 w 6512821"/>
                <a:gd name="connsiteY60" fmla="*/ 61155 h 1648590"/>
                <a:gd name="connsiteX61" fmla="*/ 5118035 w 6512821"/>
                <a:gd name="connsiteY61" fmla="*/ 0 h 1648590"/>
                <a:gd name="connsiteX62" fmla="*/ 5118035 w 6512821"/>
                <a:gd name="connsiteY62" fmla="*/ 186592 h 1648590"/>
                <a:gd name="connsiteX63" fmla="*/ 5232205 w 6512821"/>
                <a:gd name="connsiteY63" fmla="*/ 186592 h 1648590"/>
                <a:gd name="connsiteX64" fmla="*/ 5232205 w 6512821"/>
                <a:gd name="connsiteY64" fmla="*/ 301804 h 1648590"/>
                <a:gd name="connsiteX65" fmla="*/ 5118035 w 6512821"/>
                <a:gd name="connsiteY65" fmla="*/ 301804 h 1648590"/>
                <a:gd name="connsiteX66" fmla="*/ 5118035 w 6512821"/>
                <a:gd name="connsiteY66" fmla="*/ 503701 h 1648590"/>
                <a:gd name="connsiteX67" fmla="*/ 5164928 w 6512821"/>
                <a:gd name="connsiteY67" fmla="*/ 560819 h 1648590"/>
                <a:gd name="connsiteX68" fmla="*/ 5244449 w 6512821"/>
                <a:gd name="connsiteY68" fmla="*/ 527148 h 1648590"/>
                <a:gd name="connsiteX69" fmla="*/ 3417407 w 6512821"/>
                <a:gd name="connsiteY69" fmla="*/ 667825 h 1648590"/>
                <a:gd name="connsiteX70" fmla="*/ 3297116 w 6512821"/>
                <a:gd name="connsiteY70" fmla="*/ 667825 h 1648590"/>
                <a:gd name="connsiteX71" fmla="*/ 3297116 w 6512821"/>
                <a:gd name="connsiteY71" fmla="*/ 405814 h 1648590"/>
                <a:gd name="connsiteX72" fmla="*/ 3215575 w 6512821"/>
                <a:gd name="connsiteY72" fmla="*/ 292621 h 1648590"/>
                <a:gd name="connsiteX73" fmla="*/ 3132993 w 6512821"/>
                <a:gd name="connsiteY73" fmla="*/ 402753 h 1648590"/>
                <a:gd name="connsiteX74" fmla="*/ 3132993 w 6512821"/>
                <a:gd name="connsiteY74" fmla="*/ 667825 h 1648590"/>
                <a:gd name="connsiteX75" fmla="*/ 3012701 w 6512821"/>
                <a:gd name="connsiteY75" fmla="*/ 667825 h 1648590"/>
                <a:gd name="connsiteX76" fmla="*/ 3012701 w 6512821"/>
                <a:gd name="connsiteY76" fmla="*/ 61221 h 1648590"/>
                <a:gd name="connsiteX77" fmla="*/ 3132993 w 6512821"/>
                <a:gd name="connsiteY77" fmla="*/ 65 h 1648590"/>
                <a:gd name="connsiteX78" fmla="*/ 3132993 w 6512821"/>
                <a:gd name="connsiteY78" fmla="*/ 220264 h 1648590"/>
                <a:gd name="connsiteX79" fmla="*/ 3246186 w 6512821"/>
                <a:gd name="connsiteY79" fmla="*/ 176432 h 1648590"/>
                <a:gd name="connsiteX80" fmla="*/ 3417473 w 6512821"/>
                <a:gd name="connsiteY80" fmla="*/ 396631 h 1648590"/>
                <a:gd name="connsiteX81" fmla="*/ 3417473 w 6512821"/>
                <a:gd name="connsiteY81" fmla="*/ 667825 h 1648590"/>
                <a:gd name="connsiteX82" fmla="*/ 5564554 w 6512821"/>
                <a:gd name="connsiteY82" fmla="*/ 1638365 h 1648590"/>
                <a:gd name="connsiteX83" fmla="*/ 5440160 w 6512821"/>
                <a:gd name="connsiteY83" fmla="*/ 1638365 h 1648590"/>
                <a:gd name="connsiteX84" fmla="*/ 5440160 w 6512821"/>
                <a:gd name="connsiteY84" fmla="*/ 1376355 h 1648590"/>
                <a:gd name="connsiteX85" fmla="*/ 5357577 w 6512821"/>
                <a:gd name="connsiteY85" fmla="*/ 1264204 h 1648590"/>
                <a:gd name="connsiteX86" fmla="*/ 5273952 w 6512821"/>
                <a:gd name="connsiteY86" fmla="*/ 1373293 h 1648590"/>
                <a:gd name="connsiteX87" fmla="*/ 5273952 w 6512821"/>
                <a:gd name="connsiteY87" fmla="*/ 1638365 h 1648590"/>
                <a:gd name="connsiteX88" fmla="*/ 5149558 w 6512821"/>
                <a:gd name="connsiteY88" fmla="*/ 1638365 h 1648590"/>
                <a:gd name="connsiteX89" fmla="*/ 5149558 w 6512821"/>
                <a:gd name="connsiteY89" fmla="*/ 1157133 h 1648590"/>
                <a:gd name="connsiteX90" fmla="*/ 5273952 w 6512821"/>
                <a:gd name="connsiteY90" fmla="*/ 1157133 h 1648590"/>
                <a:gd name="connsiteX91" fmla="*/ 5273952 w 6512821"/>
                <a:gd name="connsiteY91" fmla="*/ 1189762 h 1648590"/>
                <a:gd name="connsiteX92" fmla="*/ 5391183 w 6512821"/>
                <a:gd name="connsiteY92" fmla="*/ 1146973 h 1648590"/>
                <a:gd name="connsiteX93" fmla="*/ 5564490 w 6512821"/>
                <a:gd name="connsiteY93" fmla="*/ 1366195 h 1648590"/>
                <a:gd name="connsiteX94" fmla="*/ 5564490 w 6512821"/>
                <a:gd name="connsiteY94" fmla="*/ 1638430 h 1648590"/>
                <a:gd name="connsiteX95" fmla="*/ 4008772 w 6512821"/>
                <a:gd name="connsiteY95" fmla="*/ 1115386 h 1648590"/>
                <a:gd name="connsiteX96" fmla="*/ 4080152 w 6512821"/>
                <a:gd name="connsiteY96" fmla="*/ 1044005 h 1648590"/>
                <a:gd name="connsiteX97" fmla="*/ 4008772 w 6512821"/>
                <a:gd name="connsiteY97" fmla="*/ 972624 h 1648590"/>
                <a:gd name="connsiteX98" fmla="*/ 3937391 w 6512821"/>
                <a:gd name="connsiteY98" fmla="*/ 1044005 h 1648590"/>
                <a:gd name="connsiteX99" fmla="*/ 4008772 w 6512821"/>
                <a:gd name="connsiteY99" fmla="*/ 1115386 h 1648590"/>
                <a:gd name="connsiteX100" fmla="*/ 829864 w 6512821"/>
                <a:gd name="connsiteY100" fmla="*/ 1115386 h 1648590"/>
                <a:gd name="connsiteX101" fmla="*/ 901244 w 6512821"/>
                <a:gd name="connsiteY101" fmla="*/ 1044005 h 1648590"/>
                <a:gd name="connsiteX102" fmla="*/ 829864 w 6512821"/>
                <a:gd name="connsiteY102" fmla="*/ 972624 h 1648590"/>
                <a:gd name="connsiteX103" fmla="*/ 758483 w 6512821"/>
                <a:gd name="connsiteY103" fmla="*/ 1044005 h 1648590"/>
                <a:gd name="connsiteX104" fmla="*/ 829864 w 6512821"/>
                <a:gd name="connsiteY104" fmla="*/ 1115386 h 1648590"/>
                <a:gd name="connsiteX105" fmla="*/ 6512756 w 6512821"/>
                <a:gd name="connsiteY105" fmla="*/ 426134 h 1648590"/>
                <a:gd name="connsiteX106" fmla="*/ 6510737 w 6512821"/>
                <a:gd name="connsiteY106" fmla="*/ 467946 h 1648590"/>
                <a:gd name="connsiteX107" fmla="*/ 6219158 w 6512821"/>
                <a:gd name="connsiteY107" fmla="*/ 467946 h 1648590"/>
                <a:gd name="connsiteX108" fmla="*/ 6322126 w 6512821"/>
                <a:gd name="connsiteY108" fmla="*/ 562773 h 1648590"/>
                <a:gd name="connsiteX109" fmla="*/ 6405751 w 6512821"/>
                <a:gd name="connsiteY109" fmla="*/ 529102 h 1648590"/>
                <a:gd name="connsiteX110" fmla="*/ 6491394 w 6512821"/>
                <a:gd name="connsiteY110" fmla="*/ 601459 h 1648590"/>
                <a:gd name="connsiteX111" fmla="*/ 6317046 w 6512821"/>
                <a:gd name="connsiteY111" fmla="*/ 677919 h 1648590"/>
                <a:gd name="connsiteX112" fmla="*/ 6095805 w 6512821"/>
                <a:gd name="connsiteY112" fmla="*/ 428153 h 1648590"/>
                <a:gd name="connsiteX113" fmla="*/ 6308905 w 6512821"/>
                <a:gd name="connsiteY113" fmla="*/ 176302 h 1648590"/>
                <a:gd name="connsiteX114" fmla="*/ 6512821 w 6512821"/>
                <a:gd name="connsiteY114" fmla="*/ 426069 h 1648590"/>
                <a:gd name="connsiteX115" fmla="*/ 6221177 w 6512821"/>
                <a:gd name="connsiteY115" fmla="*/ 374162 h 1648590"/>
                <a:gd name="connsiteX116" fmla="*/ 6392465 w 6512821"/>
                <a:gd name="connsiteY116" fmla="*/ 374162 h 1648590"/>
                <a:gd name="connsiteX117" fmla="*/ 6304802 w 6512821"/>
                <a:gd name="connsiteY117" fmla="*/ 283438 h 1648590"/>
                <a:gd name="connsiteX118" fmla="*/ 6221177 w 6512821"/>
                <a:gd name="connsiteY118" fmla="*/ 374162 h 1648590"/>
                <a:gd name="connsiteX119" fmla="*/ 5702235 w 6512821"/>
                <a:gd name="connsiteY119" fmla="*/ 667825 h 1648590"/>
                <a:gd name="connsiteX120" fmla="*/ 5583963 w 6512821"/>
                <a:gd name="connsiteY120" fmla="*/ 667825 h 1648590"/>
                <a:gd name="connsiteX121" fmla="*/ 5583963 w 6512821"/>
                <a:gd name="connsiteY121" fmla="*/ 634153 h 1648590"/>
                <a:gd name="connsiteX122" fmla="*/ 5471812 w 6512821"/>
                <a:gd name="connsiteY122" fmla="*/ 677984 h 1648590"/>
                <a:gd name="connsiteX123" fmla="*/ 5300525 w 6512821"/>
                <a:gd name="connsiteY123" fmla="*/ 458763 h 1648590"/>
                <a:gd name="connsiteX124" fmla="*/ 5300525 w 6512821"/>
                <a:gd name="connsiteY124" fmla="*/ 186527 h 1648590"/>
                <a:gd name="connsiteX125" fmla="*/ 5420817 w 6512821"/>
                <a:gd name="connsiteY125" fmla="*/ 186527 h 1648590"/>
                <a:gd name="connsiteX126" fmla="*/ 5420817 w 6512821"/>
                <a:gd name="connsiteY126" fmla="*/ 448538 h 1648590"/>
                <a:gd name="connsiteX127" fmla="*/ 5501380 w 6512821"/>
                <a:gd name="connsiteY127" fmla="*/ 562708 h 1648590"/>
                <a:gd name="connsiteX128" fmla="*/ 5581944 w 6512821"/>
                <a:gd name="connsiteY128" fmla="*/ 452576 h 1648590"/>
                <a:gd name="connsiteX129" fmla="*/ 5581944 w 6512821"/>
                <a:gd name="connsiteY129" fmla="*/ 186462 h 1648590"/>
                <a:gd name="connsiteX130" fmla="*/ 5702235 w 6512821"/>
                <a:gd name="connsiteY130" fmla="*/ 186462 h 1648590"/>
                <a:gd name="connsiteX131" fmla="*/ 5702235 w 6512821"/>
                <a:gd name="connsiteY131" fmla="*/ 667695 h 1648590"/>
                <a:gd name="connsiteX132" fmla="*/ 3895579 w 6512821"/>
                <a:gd name="connsiteY132" fmla="*/ 426134 h 1648590"/>
                <a:gd name="connsiteX133" fmla="*/ 3893560 w 6512821"/>
                <a:gd name="connsiteY133" fmla="*/ 467946 h 1648590"/>
                <a:gd name="connsiteX134" fmla="*/ 3601981 w 6512821"/>
                <a:gd name="connsiteY134" fmla="*/ 467946 h 1648590"/>
                <a:gd name="connsiteX135" fmla="*/ 3704949 w 6512821"/>
                <a:gd name="connsiteY135" fmla="*/ 562773 h 1648590"/>
                <a:gd name="connsiteX136" fmla="*/ 3788573 w 6512821"/>
                <a:gd name="connsiteY136" fmla="*/ 529102 h 1648590"/>
                <a:gd name="connsiteX137" fmla="*/ 3874217 w 6512821"/>
                <a:gd name="connsiteY137" fmla="*/ 601459 h 1648590"/>
                <a:gd name="connsiteX138" fmla="*/ 3699868 w 6512821"/>
                <a:gd name="connsiteY138" fmla="*/ 677919 h 1648590"/>
                <a:gd name="connsiteX139" fmla="*/ 3478628 w 6512821"/>
                <a:gd name="connsiteY139" fmla="*/ 428153 h 1648590"/>
                <a:gd name="connsiteX140" fmla="*/ 3691727 w 6512821"/>
                <a:gd name="connsiteY140" fmla="*/ 176302 h 1648590"/>
                <a:gd name="connsiteX141" fmla="*/ 3895644 w 6512821"/>
                <a:gd name="connsiteY141" fmla="*/ 426069 h 1648590"/>
                <a:gd name="connsiteX142" fmla="*/ 3604000 w 6512821"/>
                <a:gd name="connsiteY142" fmla="*/ 374162 h 1648590"/>
                <a:gd name="connsiteX143" fmla="*/ 3775287 w 6512821"/>
                <a:gd name="connsiteY143" fmla="*/ 374162 h 1648590"/>
                <a:gd name="connsiteX144" fmla="*/ 3687624 w 6512821"/>
                <a:gd name="connsiteY144" fmla="*/ 283438 h 1648590"/>
                <a:gd name="connsiteX145" fmla="*/ 3604000 w 6512821"/>
                <a:gd name="connsiteY145" fmla="*/ 374162 h 1648590"/>
                <a:gd name="connsiteX146" fmla="*/ 4579686 w 6512821"/>
                <a:gd name="connsiteY146" fmla="*/ 1638365 h 1648590"/>
                <a:gd name="connsiteX147" fmla="*/ 4455291 w 6512821"/>
                <a:gd name="connsiteY147" fmla="*/ 1638365 h 1648590"/>
                <a:gd name="connsiteX148" fmla="*/ 4455291 w 6512821"/>
                <a:gd name="connsiteY148" fmla="*/ 1606778 h 1648590"/>
                <a:gd name="connsiteX149" fmla="*/ 4346201 w 6512821"/>
                <a:gd name="connsiteY149" fmla="*/ 1648590 h 1648590"/>
                <a:gd name="connsiteX150" fmla="*/ 4148406 w 6512821"/>
                <a:gd name="connsiteY150" fmla="*/ 1393678 h 1648590"/>
                <a:gd name="connsiteX151" fmla="*/ 4343140 w 6512821"/>
                <a:gd name="connsiteY151" fmla="*/ 1146973 h 1648590"/>
                <a:gd name="connsiteX152" fmla="*/ 4455291 w 6512821"/>
                <a:gd name="connsiteY152" fmla="*/ 1185724 h 1648590"/>
                <a:gd name="connsiteX153" fmla="*/ 4455291 w 6512821"/>
                <a:gd name="connsiteY153" fmla="*/ 1031761 h 1648590"/>
                <a:gd name="connsiteX154" fmla="*/ 4579686 w 6512821"/>
                <a:gd name="connsiteY154" fmla="*/ 969564 h 1648590"/>
                <a:gd name="connsiteX155" fmla="*/ 4579686 w 6512821"/>
                <a:gd name="connsiteY155" fmla="*/ 1638365 h 1648590"/>
                <a:gd name="connsiteX156" fmla="*/ 4455356 w 6512821"/>
                <a:gd name="connsiteY156" fmla="*/ 1489547 h 1648590"/>
                <a:gd name="connsiteX157" fmla="*/ 4455356 w 6512821"/>
                <a:gd name="connsiteY157" fmla="*/ 1306016 h 1648590"/>
                <a:gd name="connsiteX158" fmla="*/ 4368670 w 6512821"/>
                <a:gd name="connsiteY158" fmla="*/ 1264204 h 1648590"/>
                <a:gd name="connsiteX159" fmla="*/ 4278924 w 6512821"/>
                <a:gd name="connsiteY159" fmla="*/ 1389575 h 1648590"/>
                <a:gd name="connsiteX160" fmla="*/ 4371731 w 6512821"/>
                <a:gd name="connsiteY160" fmla="*/ 1531294 h 1648590"/>
                <a:gd name="connsiteX161" fmla="*/ 4455356 w 6512821"/>
                <a:gd name="connsiteY161" fmla="*/ 1489482 h 1648590"/>
                <a:gd name="connsiteX162" fmla="*/ 3945532 w 6512821"/>
                <a:gd name="connsiteY162" fmla="*/ 1157198 h 1648590"/>
                <a:gd name="connsiteX163" fmla="*/ 3945532 w 6512821"/>
                <a:gd name="connsiteY163" fmla="*/ 1638430 h 1648590"/>
                <a:gd name="connsiteX164" fmla="*/ 4069927 w 6512821"/>
                <a:gd name="connsiteY164" fmla="*/ 1638430 h 1648590"/>
                <a:gd name="connsiteX165" fmla="*/ 4069927 w 6512821"/>
                <a:gd name="connsiteY165" fmla="*/ 1157198 h 1648590"/>
                <a:gd name="connsiteX166" fmla="*/ 3945532 w 6512821"/>
                <a:gd name="connsiteY166" fmla="*/ 1157198 h 1648590"/>
                <a:gd name="connsiteX167" fmla="*/ 3873175 w 6512821"/>
                <a:gd name="connsiteY167" fmla="*/ 985911 h 1648590"/>
                <a:gd name="connsiteX168" fmla="*/ 3873175 w 6512821"/>
                <a:gd name="connsiteY168" fmla="*/ 1085817 h 1648590"/>
                <a:gd name="connsiteX169" fmla="*/ 3812019 w 6512821"/>
                <a:gd name="connsiteY169" fmla="*/ 1076634 h 1648590"/>
                <a:gd name="connsiteX170" fmla="*/ 3760047 w 6512821"/>
                <a:gd name="connsiteY170" fmla="*/ 1118447 h 1648590"/>
                <a:gd name="connsiteX171" fmla="*/ 3760047 w 6512821"/>
                <a:gd name="connsiteY171" fmla="*/ 1157198 h 1648590"/>
                <a:gd name="connsiteX172" fmla="*/ 3863015 w 6512821"/>
                <a:gd name="connsiteY172" fmla="*/ 1157198 h 1648590"/>
                <a:gd name="connsiteX173" fmla="*/ 3863015 w 6512821"/>
                <a:gd name="connsiteY173" fmla="*/ 1273452 h 1648590"/>
                <a:gd name="connsiteX174" fmla="*/ 3760047 w 6512821"/>
                <a:gd name="connsiteY174" fmla="*/ 1273452 h 1648590"/>
                <a:gd name="connsiteX175" fmla="*/ 3760047 w 6512821"/>
                <a:gd name="connsiteY175" fmla="*/ 1638430 h 1648590"/>
                <a:gd name="connsiteX176" fmla="*/ 3635652 w 6512821"/>
                <a:gd name="connsiteY176" fmla="*/ 1638430 h 1648590"/>
                <a:gd name="connsiteX177" fmla="*/ 3635652 w 6512821"/>
                <a:gd name="connsiteY177" fmla="*/ 1273452 h 1648590"/>
                <a:gd name="connsiteX178" fmla="*/ 3568375 w 6512821"/>
                <a:gd name="connsiteY178" fmla="*/ 1273452 h 1648590"/>
                <a:gd name="connsiteX179" fmla="*/ 3568375 w 6512821"/>
                <a:gd name="connsiteY179" fmla="*/ 1157198 h 1648590"/>
                <a:gd name="connsiteX180" fmla="*/ 3635652 w 6512821"/>
                <a:gd name="connsiteY180" fmla="*/ 1157198 h 1648590"/>
                <a:gd name="connsiteX181" fmla="*/ 3635652 w 6512821"/>
                <a:gd name="connsiteY181" fmla="*/ 1099104 h 1648590"/>
                <a:gd name="connsiteX182" fmla="*/ 3782451 w 6512821"/>
                <a:gd name="connsiteY182" fmla="*/ 972690 h 1648590"/>
                <a:gd name="connsiteX183" fmla="*/ 3873175 w 6512821"/>
                <a:gd name="connsiteY183" fmla="*/ 985976 h 1648590"/>
                <a:gd name="connsiteX184" fmla="*/ 3507154 w 6512821"/>
                <a:gd name="connsiteY184" fmla="*/ 1638365 h 1648590"/>
                <a:gd name="connsiteX185" fmla="*/ 3382759 w 6512821"/>
                <a:gd name="connsiteY185" fmla="*/ 1638365 h 1648590"/>
                <a:gd name="connsiteX186" fmla="*/ 3382759 w 6512821"/>
                <a:gd name="connsiteY186" fmla="*/ 1376355 h 1648590"/>
                <a:gd name="connsiteX187" fmla="*/ 3300177 w 6512821"/>
                <a:gd name="connsiteY187" fmla="*/ 1264204 h 1648590"/>
                <a:gd name="connsiteX188" fmla="*/ 3216552 w 6512821"/>
                <a:gd name="connsiteY188" fmla="*/ 1373293 h 1648590"/>
                <a:gd name="connsiteX189" fmla="*/ 3216552 w 6512821"/>
                <a:gd name="connsiteY189" fmla="*/ 1638365 h 1648590"/>
                <a:gd name="connsiteX190" fmla="*/ 3092157 w 6512821"/>
                <a:gd name="connsiteY190" fmla="*/ 1638365 h 1648590"/>
                <a:gd name="connsiteX191" fmla="*/ 3092157 w 6512821"/>
                <a:gd name="connsiteY191" fmla="*/ 1157133 h 1648590"/>
                <a:gd name="connsiteX192" fmla="*/ 3216552 w 6512821"/>
                <a:gd name="connsiteY192" fmla="*/ 1157133 h 1648590"/>
                <a:gd name="connsiteX193" fmla="*/ 3216552 w 6512821"/>
                <a:gd name="connsiteY193" fmla="*/ 1189762 h 1648590"/>
                <a:gd name="connsiteX194" fmla="*/ 3333783 w 6512821"/>
                <a:gd name="connsiteY194" fmla="*/ 1146973 h 1648590"/>
                <a:gd name="connsiteX195" fmla="*/ 3507089 w 6512821"/>
                <a:gd name="connsiteY195" fmla="*/ 1366195 h 1648590"/>
                <a:gd name="connsiteX196" fmla="*/ 3507089 w 6512821"/>
                <a:gd name="connsiteY196" fmla="*/ 1638430 h 1648590"/>
                <a:gd name="connsiteX197" fmla="*/ 2792437 w 6512821"/>
                <a:gd name="connsiteY197" fmla="*/ 1146973 h 1648590"/>
                <a:gd name="connsiteX198" fmla="*/ 2567094 w 6512821"/>
                <a:gd name="connsiteY198" fmla="*/ 1397782 h 1648590"/>
                <a:gd name="connsiteX199" fmla="*/ 2792437 w 6512821"/>
                <a:gd name="connsiteY199" fmla="*/ 1648590 h 1648590"/>
                <a:gd name="connsiteX200" fmla="*/ 3017781 w 6512821"/>
                <a:gd name="connsiteY200" fmla="*/ 1397782 h 1648590"/>
                <a:gd name="connsiteX201" fmla="*/ 2792437 w 6512821"/>
                <a:gd name="connsiteY201" fmla="*/ 1146973 h 1648590"/>
                <a:gd name="connsiteX202" fmla="*/ 2792437 w 6512821"/>
                <a:gd name="connsiteY202" fmla="*/ 1528299 h 1648590"/>
                <a:gd name="connsiteX203" fmla="*/ 2695592 w 6512821"/>
                <a:gd name="connsiteY203" fmla="*/ 1397782 h 1648590"/>
                <a:gd name="connsiteX204" fmla="*/ 2792437 w 6512821"/>
                <a:gd name="connsiteY204" fmla="*/ 1266288 h 1648590"/>
                <a:gd name="connsiteX205" fmla="*/ 2889283 w 6512821"/>
                <a:gd name="connsiteY205" fmla="*/ 1397782 h 1648590"/>
                <a:gd name="connsiteX206" fmla="*/ 2792437 w 6512821"/>
                <a:gd name="connsiteY206" fmla="*/ 1528299 h 1648590"/>
                <a:gd name="connsiteX207" fmla="*/ 2446802 w 6512821"/>
                <a:gd name="connsiteY207" fmla="*/ 1467143 h 1648590"/>
                <a:gd name="connsiteX208" fmla="*/ 2526323 w 6512821"/>
                <a:gd name="connsiteY208" fmla="*/ 1542561 h 1648590"/>
                <a:gd name="connsiteX209" fmla="*/ 2334651 w 6512821"/>
                <a:gd name="connsiteY209" fmla="*/ 1648590 h 1648590"/>
                <a:gd name="connsiteX210" fmla="*/ 2106246 w 6512821"/>
                <a:gd name="connsiteY210" fmla="*/ 1398823 h 1648590"/>
                <a:gd name="connsiteX211" fmla="*/ 2336670 w 6512821"/>
                <a:gd name="connsiteY211" fmla="*/ 1146973 h 1648590"/>
                <a:gd name="connsiteX212" fmla="*/ 2525281 w 6512821"/>
                <a:gd name="connsiteY212" fmla="*/ 1250983 h 1648590"/>
                <a:gd name="connsiteX213" fmla="*/ 2443741 w 6512821"/>
                <a:gd name="connsiteY213" fmla="*/ 1333565 h 1648590"/>
                <a:gd name="connsiteX214" fmla="*/ 2335693 w 6512821"/>
                <a:gd name="connsiteY214" fmla="*/ 1266288 h 1648590"/>
                <a:gd name="connsiteX215" fmla="*/ 2234744 w 6512821"/>
                <a:gd name="connsiteY215" fmla="*/ 1396804 h 1648590"/>
                <a:gd name="connsiteX216" fmla="*/ 2336670 w 6512821"/>
                <a:gd name="connsiteY216" fmla="*/ 1528299 h 1648590"/>
                <a:gd name="connsiteX217" fmla="*/ 2446802 w 6512821"/>
                <a:gd name="connsiteY217" fmla="*/ 1467143 h 1648590"/>
                <a:gd name="connsiteX218" fmla="*/ 1803530 w 6512821"/>
                <a:gd name="connsiteY218" fmla="*/ 1638365 h 1648590"/>
                <a:gd name="connsiteX219" fmla="*/ 1679135 w 6512821"/>
                <a:gd name="connsiteY219" fmla="*/ 1638365 h 1648590"/>
                <a:gd name="connsiteX220" fmla="*/ 1679135 w 6512821"/>
                <a:gd name="connsiteY220" fmla="*/ 1376355 h 1648590"/>
                <a:gd name="connsiteX221" fmla="*/ 1596553 w 6512821"/>
                <a:gd name="connsiteY221" fmla="*/ 1264204 h 1648590"/>
                <a:gd name="connsiteX222" fmla="*/ 1511951 w 6512821"/>
                <a:gd name="connsiteY222" fmla="*/ 1373293 h 1648590"/>
                <a:gd name="connsiteX223" fmla="*/ 1511951 w 6512821"/>
                <a:gd name="connsiteY223" fmla="*/ 1638365 h 1648590"/>
                <a:gd name="connsiteX224" fmla="*/ 1387557 w 6512821"/>
                <a:gd name="connsiteY224" fmla="*/ 1638365 h 1648590"/>
                <a:gd name="connsiteX225" fmla="*/ 1387557 w 6512821"/>
                <a:gd name="connsiteY225" fmla="*/ 1031761 h 1648590"/>
                <a:gd name="connsiteX226" fmla="*/ 1511951 w 6512821"/>
                <a:gd name="connsiteY226" fmla="*/ 969564 h 1648590"/>
                <a:gd name="connsiteX227" fmla="*/ 1511951 w 6512821"/>
                <a:gd name="connsiteY227" fmla="*/ 1189762 h 1648590"/>
                <a:gd name="connsiteX228" fmla="*/ 1632243 w 6512821"/>
                <a:gd name="connsiteY228" fmla="*/ 1146973 h 1648590"/>
                <a:gd name="connsiteX229" fmla="*/ 1803530 w 6512821"/>
                <a:gd name="connsiteY229" fmla="*/ 1366195 h 1648590"/>
                <a:gd name="connsiteX230" fmla="*/ 1803530 w 6512821"/>
                <a:gd name="connsiteY230" fmla="*/ 1638430 h 1648590"/>
                <a:gd name="connsiteX231" fmla="*/ 1311031 w 6512821"/>
                <a:gd name="connsiteY231" fmla="*/ 1493650 h 1648590"/>
                <a:gd name="connsiteX232" fmla="*/ 1292665 w 6512821"/>
                <a:gd name="connsiteY232" fmla="*/ 1619022 h 1648590"/>
                <a:gd name="connsiteX233" fmla="*/ 1173350 w 6512821"/>
                <a:gd name="connsiteY233" fmla="*/ 1648590 h 1648590"/>
                <a:gd name="connsiteX234" fmla="*/ 1043875 w 6512821"/>
                <a:gd name="connsiteY234" fmla="*/ 1504852 h 1648590"/>
                <a:gd name="connsiteX235" fmla="*/ 1043875 w 6512821"/>
                <a:gd name="connsiteY235" fmla="*/ 1273387 h 1648590"/>
                <a:gd name="connsiteX236" fmla="*/ 960250 w 6512821"/>
                <a:gd name="connsiteY236" fmla="*/ 1273387 h 1648590"/>
                <a:gd name="connsiteX237" fmla="*/ 960250 w 6512821"/>
                <a:gd name="connsiteY237" fmla="*/ 1157133 h 1648590"/>
                <a:gd name="connsiteX238" fmla="*/ 1043875 w 6512821"/>
                <a:gd name="connsiteY238" fmla="*/ 1157133 h 1648590"/>
                <a:gd name="connsiteX239" fmla="*/ 1043875 w 6512821"/>
                <a:gd name="connsiteY239" fmla="*/ 1031761 h 1648590"/>
                <a:gd name="connsiteX240" fmla="*/ 1168270 w 6512821"/>
                <a:gd name="connsiteY240" fmla="*/ 969564 h 1648590"/>
                <a:gd name="connsiteX241" fmla="*/ 1168270 w 6512821"/>
                <a:gd name="connsiteY241" fmla="*/ 1157133 h 1648590"/>
                <a:gd name="connsiteX242" fmla="*/ 1308947 w 6512821"/>
                <a:gd name="connsiteY242" fmla="*/ 1157133 h 1648590"/>
                <a:gd name="connsiteX243" fmla="*/ 1308947 w 6512821"/>
                <a:gd name="connsiteY243" fmla="*/ 1273387 h 1648590"/>
                <a:gd name="connsiteX244" fmla="*/ 1168270 w 6512821"/>
                <a:gd name="connsiteY244" fmla="*/ 1273387 h 1648590"/>
                <a:gd name="connsiteX245" fmla="*/ 1168270 w 6512821"/>
                <a:gd name="connsiteY245" fmla="*/ 1471181 h 1648590"/>
                <a:gd name="connsiteX246" fmla="*/ 1214120 w 6512821"/>
                <a:gd name="connsiteY246" fmla="*/ 1529275 h 1648590"/>
                <a:gd name="connsiteX247" fmla="*/ 1310966 w 6512821"/>
                <a:gd name="connsiteY247" fmla="*/ 1493585 h 1648590"/>
                <a:gd name="connsiteX248" fmla="*/ 767666 w 6512821"/>
                <a:gd name="connsiteY248" fmla="*/ 1157198 h 1648590"/>
                <a:gd name="connsiteX249" fmla="*/ 767666 w 6512821"/>
                <a:gd name="connsiteY249" fmla="*/ 1638430 h 1648590"/>
                <a:gd name="connsiteX250" fmla="*/ 892061 w 6512821"/>
                <a:gd name="connsiteY250" fmla="*/ 1638430 h 1648590"/>
                <a:gd name="connsiteX251" fmla="*/ 892061 w 6512821"/>
                <a:gd name="connsiteY251" fmla="*/ 1157198 h 1648590"/>
                <a:gd name="connsiteX252" fmla="*/ 767666 w 6512821"/>
                <a:gd name="connsiteY252" fmla="*/ 1157198 h 1648590"/>
                <a:gd name="connsiteX253" fmla="*/ 702408 w 6512821"/>
                <a:gd name="connsiteY253" fmla="*/ 1157198 h 1648590"/>
                <a:gd name="connsiteX254" fmla="*/ 550529 w 6512821"/>
                <a:gd name="connsiteY254" fmla="*/ 1638430 h 1648590"/>
                <a:gd name="connsiteX255" fmla="*/ 436359 w 6512821"/>
                <a:gd name="connsiteY255" fmla="*/ 1638430 h 1648590"/>
                <a:gd name="connsiteX256" fmla="*/ 354819 w 6512821"/>
                <a:gd name="connsiteY256" fmla="*/ 1345809 h 1648590"/>
                <a:gd name="connsiteX257" fmla="*/ 272236 w 6512821"/>
                <a:gd name="connsiteY257" fmla="*/ 1638430 h 1648590"/>
                <a:gd name="connsiteX258" fmla="*/ 158066 w 6512821"/>
                <a:gd name="connsiteY258" fmla="*/ 1638430 h 1648590"/>
                <a:gd name="connsiteX259" fmla="*/ 7099 w 6512821"/>
                <a:gd name="connsiteY259" fmla="*/ 1157198 h 1648590"/>
                <a:gd name="connsiteX260" fmla="*/ 145757 w 6512821"/>
                <a:gd name="connsiteY260" fmla="*/ 1157198 h 1648590"/>
                <a:gd name="connsiteX261" fmla="*/ 218114 w 6512821"/>
                <a:gd name="connsiteY261" fmla="*/ 1436533 h 1648590"/>
                <a:gd name="connsiteX262" fmla="*/ 299655 w 6512821"/>
                <a:gd name="connsiteY262" fmla="*/ 1157198 h 1648590"/>
                <a:gd name="connsiteX263" fmla="*/ 412848 w 6512821"/>
                <a:gd name="connsiteY263" fmla="*/ 1157198 h 1648590"/>
                <a:gd name="connsiteX264" fmla="*/ 494388 w 6512821"/>
                <a:gd name="connsiteY264" fmla="*/ 1436533 h 1648590"/>
                <a:gd name="connsiteX265" fmla="*/ 567788 w 6512821"/>
                <a:gd name="connsiteY265" fmla="*/ 1157198 h 1648590"/>
                <a:gd name="connsiteX266" fmla="*/ 702343 w 6512821"/>
                <a:gd name="connsiteY266" fmla="*/ 1157198 h 1648590"/>
                <a:gd name="connsiteX267" fmla="*/ 4436990 w 6512821"/>
                <a:gd name="connsiteY267" fmla="*/ 16282 h 1648590"/>
                <a:gd name="connsiteX268" fmla="*/ 4436990 w 6512821"/>
                <a:gd name="connsiteY268" fmla="*/ 115147 h 1648590"/>
                <a:gd name="connsiteX269" fmla="*/ 4374792 w 6512821"/>
                <a:gd name="connsiteY269" fmla="*/ 104921 h 1648590"/>
                <a:gd name="connsiteX270" fmla="*/ 4322820 w 6512821"/>
                <a:gd name="connsiteY270" fmla="*/ 144715 h 1648590"/>
                <a:gd name="connsiteX271" fmla="*/ 4322820 w 6512821"/>
                <a:gd name="connsiteY271" fmla="*/ 186527 h 1648590"/>
                <a:gd name="connsiteX272" fmla="*/ 4404361 w 6512821"/>
                <a:gd name="connsiteY272" fmla="*/ 186527 h 1648590"/>
                <a:gd name="connsiteX273" fmla="*/ 4404361 w 6512821"/>
                <a:gd name="connsiteY273" fmla="*/ 302781 h 1648590"/>
                <a:gd name="connsiteX274" fmla="*/ 4322820 w 6512821"/>
                <a:gd name="connsiteY274" fmla="*/ 302781 h 1648590"/>
                <a:gd name="connsiteX275" fmla="*/ 4322820 w 6512821"/>
                <a:gd name="connsiteY275" fmla="*/ 667759 h 1648590"/>
                <a:gd name="connsiteX276" fmla="*/ 4202528 w 6512821"/>
                <a:gd name="connsiteY276" fmla="*/ 667759 h 1648590"/>
                <a:gd name="connsiteX277" fmla="*/ 4202528 w 6512821"/>
                <a:gd name="connsiteY277" fmla="*/ 302781 h 1648590"/>
                <a:gd name="connsiteX278" fmla="*/ 4143392 w 6512821"/>
                <a:gd name="connsiteY278" fmla="*/ 302781 h 1648590"/>
                <a:gd name="connsiteX279" fmla="*/ 4143392 w 6512821"/>
                <a:gd name="connsiteY279" fmla="*/ 186527 h 1648590"/>
                <a:gd name="connsiteX280" fmla="*/ 4202528 w 6512821"/>
                <a:gd name="connsiteY280" fmla="*/ 186527 h 1648590"/>
                <a:gd name="connsiteX281" fmla="*/ 4202528 w 6512821"/>
                <a:gd name="connsiteY281" fmla="*/ 128433 h 1648590"/>
                <a:gd name="connsiteX282" fmla="*/ 4348350 w 6512821"/>
                <a:gd name="connsiteY282" fmla="*/ 2019 h 1648590"/>
                <a:gd name="connsiteX283" fmla="*/ 4437055 w 6512821"/>
                <a:gd name="connsiteY283" fmla="*/ 16282 h 1648590"/>
                <a:gd name="connsiteX284" fmla="*/ 2957602 w 6512821"/>
                <a:gd name="connsiteY284" fmla="*/ 527083 h 1648590"/>
                <a:gd name="connsiteX285" fmla="*/ 2940278 w 6512821"/>
                <a:gd name="connsiteY285" fmla="*/ 649458 h 1648590"/>
                <a:gd name="connsiteX286" fmla="*/ 2843433 w 6512821"/>
                <a:gd name="connsiteY286" fmla="*/ 677984 h 1648590"/>
                <a:gd name="connsiteX287" fmla="*/ 2712916 w 6512821"/>
                <a:gd name="connsiteY287" fmla="*/ 535224 h 1648590"/>
                <a:gd name="connsiteX288" fmla="*/ 2712916 w 6512821"/>
                <a:gd name="connsiteY288" fmla="*/ 301739 h 1648590"/>
                <a:gd name="connsiteX289" fmla="*/ 2629291 w 6512821"/>
                <a:gd name="connsiteY289" fmla="*/ 301739 h 1648590"/>
                <a:gd name="connsiteX290" fmla="*/ 2629291 w 6512821"/>
                <a:gd name="connsiteY290" fmla="*/ 186527 h 1648590"/>
                <a:gd name="connsiteX291" fmla="*/ 2712916 w 6512821"/>
                <a:gd name="connsiteY291" fmla="*/ 186527 h 1648590"/>
                <a:gd name="connsiteX292" fmla="*/ 2712916 w 6512821"/>
                <a:gd name="connsiteY292" fmla="*/ 61155 h 1648590"/>
                <a:gd name="connsiteX293" fmla="*/ 2833208 w 6512821"/>
                <a:gd name="connsiteY293" fmla="*/ 0 h 1648590"/>
                <a:gd name="connsiteX294" fmla="*/ 2833208 w 6512821"/>
                <a:gd name="connsiteY294" fmla="*/ 186592 h 1648590"/>
                <a:gd name="connsiteX295" fmla="*/ 2945358 w 6512821"/>
                <a:gd name="connsiteY295" fmla="*/ 186592 h 1648590"/>
                <a:gd name="connsiteX296" fmla="*/ 2945358 w 6512821"/>
                <a:gd name="connsiteY296" fmla="*/ 301804 h 1648590"/>
                <a:gd name="connsiteX297" fmla="*/ 2833208 w 6512821"/>
                <a:gd name="connsiteY297" fmla="*/ 301804 h 1648590"/>
                <a:gd name="connsiteX298" fmla="*/ 2833208 w 6512821"/>
                <a:gd name="connsiteY298" fmla="*/ 503701 h 1648590"/>
                <a:gd name="connsiteX299" fmla="*/ 2880100 w 6512821"/>
                <a:gd name="connsiteY299" fmla="*/ 560819 h 1648590"/>
                <a:gd name="connsiteX300" fmla="*/ 2957602 w 6512821"/>
                <a:gd name="connsiteY300" fmla="*/ 527148 h 1648590"/>
                <a:gd name="connsiteX301" fmla="*/ 2397891 w 6512821"/>
                <a:gd name="connsiteY301" fmla="*/ 426134 h 1648590"/>
                <a:gd name="connsiteX302" fmla="*/ 2395872 w 6512821"/>
                <a:gd name="connsiteY302" fmla="*/ 467946 h 1648590"/>
                <a:gd name="connsiteX303" fmla="*/ 2114453 w 6512821"/>
                <a:gd name="connsiteY303" fmla="*/ 467946 h 1648590"/>
                <a:gd name="connsiteX304" fmla="*/ 2218462 w 6512821"/>
                <a:gd name="connsiteY304" fmla="*/ 562773 h 1648590"/>
                <a:gd name="connsiteX305" fmla="*/ 2301045 w 6512821"/>
                <a:gd name="connsiteY305" fmla="*/ 529102 h 1648590"/>
                <a:gd name="connsiteX306" fmla="*/ 2386689 w 6512821"/>
                <a:gd name="connsiteY306" fmla="*/ 601459 h 1648590"/>
                <a:gd name="connsiteX307" fmla="*/ 2210321 w 6512821"/>
                <a:gd name="connsiteY307" fmla="*/ 677919 h 1648590"/>
                <a:gd name="connsiteX308" fmla="*/ 1991100 w 6512821"/>
                <a:gd name="connsiteY308" fmla="*/ 429130 h 1648590"/>
                <a:gd name="connsiteX309" fmla="*/ 2205176 w 6512821"/>
                <a:gd name="connsiteY309" fmla="*/ 176302 h 1648590"/>
                <a:gd name="connsiteX310" fmla="*/ 2397891 w 6512821"/>
                <a:gd name="connsiteY310" fmla="*/ 426069 h 1648590"/>
                <a:gd name="connsiteX311" fmla="*/ 2116472 w 6512821"/>
                <a:gd name="connsiteY311" fmla="*/ 374162 h 1648590"/>
                <a:gd name="connsiteX312" fmla="*/ 2287759 w 6512821"/>
                <a:gd name="connsiteY312" fmla="*/ 374162 h 1648590"/>
                <a:gd name="connsiteX313" fmla="*/ 2199054 w 6512821"/>
                <a:gd name="connsiteY313" fmla="*/ 283438 h 1648590"/>
                <a:gd name="connsiteX314" fmla="*/ 2116472 w 6512821"/>
                <a:gd name="connsiteY314" fmla="*/ 374162 h 1648590"/>
                <a:gd name="connsiteX315" fmla="*/ 1933982 w 6512821"/>
                <a:gd name="connsiteY315" fmla="*/ 428218 h 1648590"/>
                <a:gd name="connsiteX316" fmla="*/ 1746413 w 6512821"/>
                <a:gd name="connsiteY316" fmla="*/ 677984 h 1648590"/>
                <a:gd name="connsiteX317" fmla="*/ 1639342 w 6512821"/>
                <a:gd name="connsiteY317" fmla="*/ 638191 h 1648590"/>
                <a:gd name="connsiteX318" fmla="*/ 1639342 w 6512821"/>
                <a:gd name="connsiteY318" fmla="*/ 784990 h 1648590"/>
                <a:gd name="connsiteX319" fmla="*/ 1519050 w 6512821"/>
                <a:gd name="connsiteY319" fmla="*/ 845169 h 1648590"/>
                <a:gd name="connsiteX320" fmla="*/ 1519050 w 6512821"/>
                <a:gd name="connsiteY320" fmla="*/ 186527 h 1648590"/>
                <a:gd name="connsiteX321" fmla="*/ 1639342 w 6512821"/>
                <a:gd name="connsiteY321" fmla="*/ 186527 h 1648590"/>
                <a:gd name="connsiteX322" fmla="*/ 1639342 w 6512821"/>
                <a:gd name="connsiteY322" fmla="*/ 219157 h 1648590"/>
                <a:gd name="connsiteX323" fmla="*/ 1748432 w 6512821"/>
                <a:gd name="connsiteY323" fmla="*/ 176367 h 1648590"/>
                <a:gd name="connsiteX324" fmla="*/ 1933982 w 6512821"/>
                <a:gd name="connsiteY324" fmla="*/ 428218 h 1648590"/>
                <a:gd name="connsiteX325" fmla="*/ 1809587 w 6512821"/>
                <a:gd name="connsiteY325" fmla="*/ 434340 h 1648590"/>
                <a:gd name="connsiteX326" fmla="*/ 1718864 w 6512821"/>
                <a:gd name="connsiteY326" fmla="*/ 292621 h 1648590"/>
                <a:gd name="connsiteX327" fmla="*/ 1639342 w 6512821"/>
                <a:gd name="connsiteY327" fmla="*/ 335410 h 1648590"/>
                <a:gd name="connsiteX328" fmla="*/ 1639342 w 6512821"/>
                <a:gd name="connsiteY328" fmla="*/ 518942 h 1648590"/>
                <a:gd name="connsiteX329" fmla="*/ 1726028 w 6512821"/>
                <a:gd name="connsiteY329" fmla="*/ 562773 h 1648590"/>
                <a:gd name="connsiteX330" fmla="*/ 1809652 w 6512821"/>
                <a:gd name="connsiteY330" fmla="*/ 434340 h 1648590"/>
                <a:gd name="connsiteX331" fmla="*/ 1435426 w 6512821"/>
                <a:gd name="connsiteY331" fmla="*/ 667825 h 1648590"/>
                <a:gd name="connsiteX332" fmla="*/ 1315134 w 6512821"/>
                <a:gd name="connsiteY332" fmla="*/ 667825 h 1648590"/>
                <a:gd name="connsiteX333" fmla="*/ 1315134 w 6512821"/>
                <a:gd name="connsiteY333" fmla="*/ 634153 h 1648590"/>
                <a:gd name="connsiteX334" fmla="*/ 1202983 w 6512821"/>
                <a:gd name="connsiteY334" fmla="*/ 677984 h 1648590"/>
                <a:gd name="connsiteX335" fmla="*/ 1033715 w 6512821"/>
                <a:gd name="connsiteY335" fmla="*/ 510800 h 1648590"/>
                <a:gd name="connsiteX336" fmla="*/ 1221284 w 6512821"/>
                <a:gd name="connsiteY336" fmla="*/ 348696 h 1648590"/>
                <a:gd name="connsiteX337" fmla="*/ 1315069 w 6512821"/>
                <a:gd name="connsiteY337" fmla="*/ 368040 h 1648590"/>
                <a:gd name="connsiteX338" fmla="*/ 1315069 w 6512821"/>
                <a:gd name="connsiteY338" fmla="*/ 342574 h 1648590"/>
                <a:gd name="connsiteX339" fmla="*/ 1232486 w 6512821"/>
                <a:gd name="connsiteY339" fmla="*/ 279335 h 1648590"/>
                <a:gd name="connsiteX340" fmla="*/ 1121378 w 6512821"/>
                <a:gd name="connsiteY340" fmla="*/ 310922 h 1648590"/>
                <a:gd name="connsiteX341" fmla="*/ 1073443 w 6512821"/>
                <a:gd name="connsiteY341" fmla="*/ 225278 h 1648590"/>
                <a:gd name="connsiteX342" fmla="*/ 1239650 w 6512821"/>
                <a:gd name="connsiteY342" fmla="*/ 176367 h 1648590"/>
                <a:gd name="connsiteX343" fmla="*/ 1435426 w 6512821"/>
                <a:gd name="connsiteY343" fmla="*/ 344593 h 1648590"/>
                <a:gd name="connsiteX344" fmla="*/ 1435426 w 6512821"/>
                <a:gd name="connsiteY344" fmla="*/ 667759 h 1648590"/>
                <a:gd name="connsiteX345" fmla="*/ 1315134 w 6512821"/>
                <a:gd name="connsiteY345" fmla="*/ 527083 h 1648590"/>
                <a:gd name="connsiteX346" fmla="*/ 1315134 w 6512821"/>
                <a:gd name="connsiteY346" fmla="*/ 465927 h 1648590"/>
                <a:gd name="connsiteX347" fmla="*/ 1234570 w 6512821"/>
                <a:gd name="connsiteY347" fmla="*/ 445542 h 1648590"/>
                <a:gd name="connsiteX348" fmla="*/ 1156091 w 6512821"/>
                <a:gd name="connsiteY348" fmla="*/ 507740 h 1648590"/>
                <a:gd name="connsiteX349" fmla="*/ 1224410 w 6512821"/>
                <a:gd name="connsiteY349" fmla="*/ 574040 h 1648590"/>
                <a:gd name="connsiteX350" fmla="*/ 1315134 w 6512821"/>
                <a:gd name="connsiteY350" fmla="*/ 527148 h 1648590"/>
                <a:gd name="connsiteX351" fmla="*/ 967480 w 6512821"/>
                <a:gd name="connsiteY351" fmla="*/ 667825 h 1648590"/>
                <a:gd name="connsiteX352" fmla="*/ 847188 w 6512821"/>
                <a:gd name="connsiteY352" fmla="*/ 667825 h 1648590"/>
                <a:gd name="connsiteX353" fmla="*/ 847188 w 6512821"/>
                <a:gd name="connsiteY353" fmla="*/ 405814 h 1648590"/>
                <a:gd name="connsiteX354" fmla="*/ 765647 w 6512821"/>
                <a:gd name="connsiteY354" fmla="*/ 292621 h 1648590"/>
                <a:gd name="connsiteX355" fmla="*/ 683065 w 6512821"/>
                <a:gd name="connsiteY355" fmla="*/ 402753 h 1648590"/>
                <a:gd name="connsiteX356" fmla="*/ 683065 w 6512821"/>
                <a:gd name="connsiteY356" fmla="*/ 667825 h 1648590"/>
                <a:gd name="connsiteX357" fmla="*/ 562773 w 6512821"/>
                <a:gd name="connsiteY357" fmla="*/ 667825 h 1648590"/>
                <a:gd name="connsiteX358" fmla="*/ 562773 w 6512821"/>
                <a:gd name="connsiteY358" fmla="*/ 61221 h 1648590"/>
                <a:gd name="connsiteX359" fmla="*/ 683065 w 6512821"/>
                <a:gd name="connsiteY359" fmla="*/ 65 h 1648590"/>
                <a:gd name="connsiteX360" fmla="*/ 683065 w 6512821"/>
                <a:gd name="connsiteY360" fmla="*/ 220264 h 1648590"/>
                <a:gd name="connsiteX361" fmla="*/ 796258 w 6512821"/>
                <a:gd name="connsiteY361" fmla="*/ 176432 h 1648590"/>
                <a:gd name="connsiteX362" fmla="*/ 967545 w 6512821"/>
                <a:gd name="connsiteY362" fmla="*/ 396631 h 1648590"/>
                <a:gd name="connsiteX363" fmla="*/ 967545 w 6512821"/>
                <a:gd name="connsiteY363" fmla="*/ 667825 h 1648590"/>
                <a:gd name="connsiteX364" fmla="*/ 496472 w 6512821"/>
                <a:gd name="connsiteY364" fmla="*/ 475110 h 1648590"/>
                <a:gd name="connsiteX365" fmla="*/ 255889 w 6512821"/>
                <a:gd name="connsiteY365" fmla="*/ 677984 h 1648590"/>
                <a:gd name="connsiteX366" fmla="*/ 0 w 6512821"/>
                <a:gd name="connsiteY366" fmla="*/ 562773 h 1648590"/>
                <a:gd name="connsiteX367" fmla="*/ 89747 w 6512821"/>
                <a:gd name="connsiteY367" fmla="*/ 483251 h 1648590"/>
                <a:gd name="connsiteX368" fmla="*/ 252893 w 6512821"/>
                <a:gd name="connsiteY368" fmla="*/ 556651 h 1648590"/>
                <a:gd name="connsiteX369" fmla="*/ 367063 w 6512821"/>
                <a:gd name="connsiteY369" fmla="*/ 478171 h 1648590"/>
                <a:gd name="connsiteX370" fmla="*/ 329353 w 6512821"/>
                <a:gd name="connsiteY370" fmla="*/ 426199 h 1648590"/>
                <a:gd name="connsiteX371" fmla="*/ 225344 w 6512821"/>
                <a:gd name="connsiteY371" fmla="*/ 394612 h 1648590"/>
                <a:gd name="connsiteX372" fmla="*/ 79522 w 6512821"/>
                <a:gd name="connsiteY372" fmla="*/ 335475 h 1648590"/>
                <a:gd name="connsiteX373" fmla="*/ 24488 w 6512821"/>
                <a:gd name="connsiteY373" fmla="*/ 207042 h 1648590"/>
                <a:gd name="connsiteX374" fmla="*/ 254912 w 6512821"/>
                <a:gd name="connsiteY374" fmla="*/ 16412 h 1648590"/>
                <a:gd name="connsiteX375" fmla="*/ 482274 w 6512821"/>
                <a:gd name="connsiteY375" fmla="*/ 115277 h 1648590"/>
                <a:gd name="connsiteX376" fmla="*/ 392528 w 6512821"/>
                <a:gd name="connsiteY376" fmla="*/ 202939 h 1648590"/>
                <a:gd name="connsiteX377" fmla="*/ 246706 w 6512821"/>
                <a:gd name="connsiteY377" fmla="*/ 137681 h 1648590"/>
                <a:gd name="connsiteX378" fmla="*/ 152921 w 6512821"/>
                <a:gd name="connsiteY378" fmla="*/ 199878 h 1648590"/>
                <a:gd name="connsiteX379" fmla="*/ 179428 w 6512821"/>
                <a:gd name="connsiteY379" fmla="*/ 243710 h 1648590"/>
                <a:gd name="connsiteX380" fmla="*/ 282396 w 6512821"/>
                <a:gd name="connsiteY380" fmla="*/ 277381 h 1648590"/>
                <a:gd name="connsiteX381" fmla="*/ 438378 w 6512821"/>
                <a:gd name="connsiteY381" fmla="*/ 341598 h 1648590"/>
                <a:gd name="connsiteX382" fmla="*/ 496472 w 6512821"/>
                <a:gd name="connsiteY382" fmla="*/ 475176 h 1648590"/>
                <a:gd name="connsiteX383" fmla="*/ 6100885 w 6512821"/>
                <a:gd name="connsiteY383" fmla="*/ 208996 h 1648590"/>
                <a:gd name="connsiteX384" fmla="*/ 6051778 w 6512821"/>
                <a:gd name="connsiteY384" fmla="*/ 329288 h 1648590"/>
                <a:gd name="connsiteX385" fmla="*/ 5982482 w 6512821"/>
                <a:gd name="connsiteY385" fmla="*/ 299720 h 1648590"/>
                <a:gd name="connsiteX386" fmla="*/ 5911232 w 6512821"/>
                <a:gd name="connsiteY386" fmla="*/ 405749 h 1648590"/>
                <a:gd name="connsiteX387" fmla="*/ 5911232 w 6512821"/>
                <a:gd name="connsiteY387" fmla="*/ 667759 h 1648590"/>
                <a:gd name="connsiteX388" fmla="*/ 5790940 w 6512821"/>
                <a:gd name="connsiteY388" fmla="*/ 667759 h 1648590"/>
                <a:gd name="connsiteX389" fmla="*/ 5790940 w 6512821"/>
                <a:gd name="connsiteY389" fmla="*/ 186527 h 1648590"/>
                <a:gd name="connsiteX390" fmla="*/ 5911232 w 6512821"/>
                <a:gd name="connsiteY390" fmla="*/ 186527 h 1648590"/>
                <a:gd name="connsiteX391" fmla="*/ 5911232 w 6512821"/>
                <a:gd name="connsiteY391" fmla="*/ 220198 h 1648590"/>
                <a:gd name="connsiteX392" fmla="*/ 6012181 w 6512821"/>
                <a:gd name="connsiteY392" fmla="*/ 176367 h 1648590"/>
                <a:gd name="connsiteX393" fmla="*/ 6100885 w 6512821"/>
                <a:gd name="connsiteY393" fmla="*/ 208996 h 16485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Lst>
              <a:rect l="l" t="t" r="r" b="b"/>
              <a:pathLst>
                <a:path w="6512821" h="1648590">
                  <a:moveTo>
                    <a:pt x="5071143" y="1396740"/>
                  </a:moveTo>
                  <a:cubicBezTo>
                    <a:pt x="5071143" y="1412045"/>
                    <a:pt x="5070101" y="1431388"/>
                    <a:pt x="5069124" y="1438552"/>
                  </a:cubicBezTo>
                  <a:lnTo>
                    <a:pt x="4777545" y="1438552"/>
                  </a:lnTo>
                  <a:cubicBezTo>
                    <a:pt x="4782625" y="1505829"/>
                    <a:pt x="4828541" y="1533378"/>
                    <a:pt x="4880513" y="1533378"/>
                  </a:cubicBezTo>
                  <a:cubicBezTo>
                    <a:pt x="4911123" y="1533378"/>
                    <a:pt x="4939649" y="1524196"/>
                    <a:pt x="4964137" y="1499707"/>
                  </a:cubicBezTo>
                  <a:lnTo>
                    <a:pt x="5049781" y="1572065"/>
                  </a:lnTo>
                  <a:cubicBezTo>
                    <a:pt x="5004908" y="1628140"/>
                    <a:pt x="4936588" y="1648525"/>
                    <a:pt x="4875433" y="1648525"/>
                  </a:cubicBezTo>
                  <a:cubicBezTo>
                    <a:pt x="4734756" y="1648525"/>
                    <a:pt x="4654192" y="1540478"/>
                    <a:pt x="4654192" y="1398759"/>
                  </a:cubicBezTo>
                  <a:cubicBezTo>
                    <a:pt x="4654192" y="1244795"/>
                    <a:pt x="4749019" y="1146908"/>
                    <a:pt x="4867292" y="1146908"/>
                  </a:cubicBezTo>
                  <a:cubicBezTo>
                    <a:pt x="4993706" y="1146908"/>
                    <a:pt x="5071208" y="1258016"/>
                    <a:pt x="5071208" y="1396675"/>
                  </a:cubicBezTo>
                  <a:close/>
                  <a:moveTo>
                    <a:pt x="4779564" y="1344767"/>
                  </a:moveTo>
                  <a:lnTo>
                    <a:pt x="4950851" y="1344767"/>
                  </a:lnTo>
                  <a:cubicBezTo>
                    <a:pt x="4946748" y="1290711"/>
                    <a:pt x="4912100" y="1254044"/>
                    <a:pt x="4863189" y="1254044"/>
                  </a:cubicBezTo>
                  <a:cubicBezTo>
                    <a:pt x="4805094" y="1254044"/>
                    <a:pt x="4782625" y="1305039"/>
                    <a:pt x="4779564" y="1344767"/>
                  </a:cubicBezTo>
                  <a:close/>
                  <a:moveTo>
                    <a:pt x="6512756" y="1396740"/>
                  </a:moveTo>
                  <a:cubicBezTo>
                    <a:pt x="6512756" y="1412045"/>
                    <a:pt x="6511714" y="1431388"/>
                    <a:pt x="6510737" y="1438552"/>
                  </a:cubicBezTo>
                  <a:lnTo>
                    <a:pt x="6219158" y="1438552"/>
                  </a:lnTo>
                  <a:cubicBezTo>
                    <a:pt x="6224238" y="1505829"/>
                    <a:pt x="6270154" y="1533378"/>
                    <a:pt x="6322126" y="1533378"/>
                  </a:cubicBezTo>
                  <a:cubicBezTo>
                    <a:pt x="6352736" y="1533378"/>
                    <a:pt x="6381262" y="1524196"/>
                    <a:pt x="6405751" y="1499707"/>
                  </a:cubicBezTo>
                  <a:lnTo>
                    <a:pt x="6491394" y="1572065"/>
                  </a:lnTo>
                  <a:cubicBezTo>
                    <a:pt x="6446521" y="1628140"/>
                    <a:pt x="6378201" y="1648525"/>
                    <a:pt x="6317046" y="1648525"/>
                  </a:cubicBezTo>
                  <a:cubicBezTo>
                    <a:pt x="6176369" y="1648525"/>
                    <a:pt x="6095805" y="1540478"/>
                    <a:pt x="6095805" y="1398759"/>
                  </a:cubicBezTo>
                  <a:cubicBezTo>
                    <a:pt x="6095805" y="1244795"/>
                    <a:pt x="6190632" y="1146908"/>
                    <a:pt x="6308905" y="1146908"/>
                  </a:cubicBezTo>
                  <a:cubicBezTo>
                    <a:pt x="6435319" y="1146908"/>
                    <a:pt x="6512821" y="1258016"/>
                    <a:pt x="6512821" y="1396675"/>
                  </a:cubicBezTo>
                  <a:close/>
                  <a:moveTo>
                    <a:pt x="6221177" y="1344767"/>
                  </a:moveTo>
                  <a:lnTo>
                    <a:pt x="6392465" y="1344767"/>
                  </a:lnTo>
                  <a:cubicBezTo>
                    <a:pt x="6388361" y="1290711"/>
                    <a:pt x="6353713" y="1254044"/>
                    <a:pt x="6304802" y="1254044"/>
                  </a:cubicBezTo>
                  <a:cubicBezTo>
                    <a:pt x="6246708" y="1254044"/>
                    <a:pt x="6224238" y="1305039"/>
                    <a:pt x="6221177" y="1344767"/>
                  </a:cubicBezTo>
                  <a:close/>
                  <a:moveTo>
                    <a:pt x="5978509" y="1467143"/>
                  </a:moveTo>
                  <a:lnTo>
                    <a:pt x="6058031" y="1542561"/>
                  </a:lnTo>
                  <a:cubicBezTo>
                    <a:pt x="6017261" y="1594534"/>
                    <a:pt x="5961185" y="1648590"/>
                    <a:pt x="5866359" y="1648590"/>
                  </a:cubicBezTo>
                  <a:cubicBezTo>
                    <a:pt x="5734865" y="1648590"/>
                    <a:pt x="5637954" y="1543604"/>
                    <a:pt x="5637954" y="1398823"/>
                  </a:cubicBezTo>
                  <a:cubicBezTo>
                    <a:pt x="5637954" y="1266288"/>
                    <a:pt x="5718518" y="1146973"/>
                    <a:pt x="5868378" y="1146973"/>
                  </a:cubicBezTo>
                  <a:cubicBezTo>
                    <a:pt x="5954021" y="1146973"/>
                    <a:pt x="6013157" y="1185724"/>
                    <a:pt x="6056989" y="1250983"/>
                  </a:cubicBezTo>
                  <a:lnTo>
                    <a:pt x="5975448" y="1333565"/>
                  </a:lnTo>
                  <a:cubicBezTo>
                    <a:pt x="5946922" y="1295856"/>
                    <a:pt x="5916312" y="1266288"/>
                    <a:pt x="5867401" y="1266288"/>
                  </a:cubicBezTo>
                  <a:cubicBezTo>
                    <a:pt x="5801100" y="1266288"/>
                    <a:pt x="5766452" y="1322363"/>
                    <a:pt x="5766452" y="1396804"/>
                  </a:cubicBezTo>
                  <a:cubicBezTo>
                    <a:pt x="5766452" y="1466101"/>
                    <a:pt x="5797062" y="1528299"/>
                    <a:pt x="5868378" y="1528299"/>
                  </a:cubicBezTo>
                  <a:cubicBezTo>
                    <a:pt x="5912209" y="1528299"/>
                    <a:pt x="5948941" y="1504852"/>
                    <a:pt x="5978509" y="1467143"/>
                  </a:cubicBezTo>
                  <a:close/>
                  <a:moveTo>
                    <a:pt x="4869246" y="667825"/>
                  </a:moveTo>
                  <a:lnTo>
                    <a:pt x="4750973" y="667825"/>
                  </a:lnTo>
                  <a:lnTo>
                    <a:pt x="4750973" y="634153"/>
                  </a:lnTo>
                  <a:cubicBezTo>
                    <a:pt x="4724466" y="663721"/>
                    <a:pt x="4681676" y="677984"/>
                    <a:pt x="4638822" y="677984"/>
                  </a:cubicBezTo>
                  <a:cubicBezTo>
                    <a:pt x="4514427" y="677984"/>
                    <a:pt x="4467535" y="588238"/>
                    <a:pt x="4467535" y="458763"/>
                  </a:cubicBezTo>
                  <a:lnTo>
                    <a:pt x="4467535" y="186527"/>
                  </a:lnTo>
                  <a:lnTo>
                    <a:pt x="4587827" y="186527"/>
                  </a:lnTo>
                  <a:lnTo>
                    <a:pt x="4587827" y="448538"/>
                  </a:lnTo>
                  <a:cubicBezTo>
                    <a:pt x="4587827" y="513797"/>
                    <a:pt x="4601113" y="562708"/>
                    <a:pt x="4668390" y="562708"/>
                  </a:cubicBezTo>
                  <a:cubicBezTo>
                    <a:pt x="4735668" y="562708"/>
                    <a:pt x="4748954" y="511712"/>
                    <a:pt x="4748954" y="452576"/>
                  </a:cubicBezTo>
                  <a:lnTo>
                    <a:pt x="4748954" y="186462"/>
                  </a:lnTo>
                  <a:lnTo>
                    <a:pt x="4869246" y="186462"/>
                  </a:lnTo>
                  <a:lnTo>
                    <a:pt x="4869246" y="667695"/>
                  </a:lnTo>
                  <a:close/>
                  <a:moveTo>
                    <a:pt x="5244449" y="527083"/>
                  </a:moveTo>
                  <a:lnTo>
                    <a:pt x="5227125" y="649458"/>
                  </a:lnTo>
                  <a:cubicBezTo>
                    <a:pt x="5202637" y="668802"/>
                    <a:pt x="5157829" y="677984"/>
                    <a:pt x="5128261" y="677984"/>
                  </a:cubicBezTo>
                  <a:cubicBezTo>
                    <a:pt x="5054861" y="677984"/>
                    <a:pt x="4997744" y="622951"/>
                    <a:pt x="4997744" y="535224"/>
                  </a:cubicBezTo>
                  <a:lnTo>
                    <a:pt x="4997744" y="301739"/>
                  </a:lnTo>
                  <a:lnTo>
                    <a:pt x="4928447" y="301739"/>
                  </a:lnTo>
                  <a:lnTo>
                    <a:pt x="4928447" y="186527"/>
                  </a:lnTo>
                  <a:lnTo>
                    <a:pt x="4997744" y="186527"/>
                  </a:lnTo>
                  <a:lnTo>
                    <a:pt x="4997744" y="61155"/>
                  </a:lnTo>
                  <a:lnTo>
                    <a:pt x="5118035" y="0"/>
                  </a:lnTo>
                  <a:lnTo>
                    <a:pt x="5118035" y="186592"/>
                  </a:lnTo>
                  <a:lnTo>
                    <a:pt x="5232205" y="186592"/>
                  </a:lnTo>
                  <a:lnTo>
                    <a:pt x="5232205" y="301804"/>
                  </a:lnTo>
                  <a:lnTo>
                    <a:pt x="5118035" y="301804"/>
                  </a:lnTo>
                  <a:lnTo>
                    <a:pt x="5118035" y="503701"/>
                  </a:lnTo>
                  <a:cubicBezTo>
                    <a:pt x="5118035" y="545514"/>
                    <a:pt x="5135360" y="560819"/>
                    <a:pt x="5164928" y="560819"/>
                  </a:cubicBezTo>
                  <a:cubicBezTo>
                    <a:pt x="5194496" y="560819"/>
                    <a:pt x="5225106" y="545514"/>
                    <a:pt x="5244449" y="527148"/>
                  </a:cubicBezTo>
                  <a:close/>
                  <a:moveTo>
                    <a:pt x="3417407" y="667825"/>
                  </a:moveTo>
                  <a:lnTo>
                    <a:pt x="3297116" y="667825"/>
                  </a:lnTo>
                  <a:lnTo>
                    <a:pt x="3297116" y="405814"/>
                  </a:lnTo>
                  <a:cubicBezTo>
                    <a:pt x="3297116" y="340555"/>
                    <a:pt x="3282853" y="292621"/>
                    <a:pt x="3215575" y="292621"/>
                  </a:cubicBezTo>
                  <a:cubicBezTo>
                    <a:pt x="3148298" y="292621"/>
                    <a:pt x="3132993" y="336452"/>
                    <a:pt x="3132993" y="402753"/>
                  </a:cubicBezTo>
                  <a:lnTo>
                    <a:pt x="3132993" y="667825"/>
                  </a:lnTo>
                  <a:lnTo>
                    <a:pt x="3012701" y="667825"/>
                  </a:lnTo>
                  <a:lnTo>
                    <a:pt x="3012701" y="61221"/>
                  </a:lnTo>
                  <a:lnTo>
                    <a:pt x="3132993" y="65"/>
                  </a:lnTo>
                  <a:lnTo>
                    <a:pt x="3132993" y="220264"/>
                  </a:lnTo>
                  <a:cubicBezTo>
                    <a:pt x="3159500" y="193756"/>
                    <a:pt x="3192129" y="176432"/>
                    <a:pt x="3246186" y="176432"/>
                  </a:cubicBezTo>
                  <a:cubicBezTo>
                    <a:pt x="3373641" y="176432"/>
                    <a:pt x="3417473" y="274320"/>
                    <a:pt x="3417473" y="396631"/>
                  </a:cubicBezTo>
                  <a:lnTo>
                    <a:pt x="3417473" y="667825"/>
                  </a:lnTo>
                  <a:close/>
                  <a:moveTo>
                    <a:pt x="5564554" y="1638365"/>
                  </a:moveTo>
                  <a:lnTo>
                    <a:pt x="5440160" y="1638365"/>
                  </a:lnTo>
                  <a:lnTo>
                    <a:pt x="5440160" y="1376355"/>
                  </a:lnTo>
                  <a:cubicBezTo>
                    <a:pt x="5440160" y="1309077"/>
                    <a:pt x="5424855" y="1264204"/>
                    <a:pt x="5357577" y="1264204"/>
                  </a:cubicBezTo>
                  <a:cubicBezTo>
                    <a:pt x="5294337" y="1264204"/>
                    <a:pt x="5273952" y="1301913"/>
                    <a:pt x="5273952" y="1373293"/>
                  </a:cubicBezTo>
                  <a:lnTo>
                    <a:pt x="5273952" y="1638365"/>
                  </a:lnTo>
                  <a:lnTo>
                    <a:pt x="5149558" y="1638365"/>
                  </a:lnTo>
                  <a:lnTo>
                    <a:pt x="5149558" y="1157133"/>
                  </a:lnTo>
                  <a:lnTo>
                    <a:pt x="5273952" y="1157133"/>
                  </a:lnTo>
                  <a:lnTo>
                    <a:pt x="5273952" y="1189762"/>
                  </a:lnTo>
                  <a:cubicBezTo>
                    <a:pt x="5299418" y="1164297"/>
                    <a:pt x="5337192" y="1146973"/>
                    <a:pt x="5391183" y="1146973"/>
                  </a:cubicBezTo>
                  <a:cubicBezTo>
                    <a:pt x="5521700" y="1146973"/>
                    <a:pt x="5564490" y="1247922"/>
                    <a:pt x="5564490" y="1366195"/>
                  </a:cubicBezTo>
                  <a:lnTo>
                    <a:pt x="5564490" y="1638430"/>
                  </a:lnTo>
                  <a:close/>
                  <a:moveTo>
                    <a:pt x="4008772" y="1115386"/>
                  </a:moveTo>
                  <a:cubicBezTo>
                    <a:pt x="4048565" y="1115386"/>
                    <a:pt x="4080152" y="1083798"/>
                    <a:pt x="4080152" y="1044005"/>
                  </a:cubicBezTo>
                  <a:cubicBezTo>
                    <a:pt x="4080152" y="1004212"/>
                    <a:pt x="4048565" y="972624"/>
                    <a:pt x="4008772" y="972624"/>
                  </a:cubicBezTo>
                  <a:cubicBezTo>
                    <a:pt x="3968978" y="972624"/>
                    <a:pt x="3937391" y="1004212"/>
                    <a:pt x="3937391" y="1044005"/>
                  </a:cubicBezTo>
                  <a:cubicBezTo>
                    <a:pt x="3937391" y="1083798"/>
                    <a:pt x="3968978" y="1115386"/>
                    <a:pt x="4008772" y="1115386"/>
                  </a:cubicBezTo>
                  <a:close/>
                  <a:moveTo>
                    <a:pt x="829864" y="1115386"/>
                  </a:moveTo>
                  <a:cubicBezTo>
                    <a:pt x="869657" y="1115386"/>
                    <a:pt x="901244" y="1083798"/>
                    <a:pt x="901244" y="1044005"/>
                  </a:cubicBezTo>
                  <a:cubicBezTo>
                    <a:pt x="901244" y="1004212"/>
                    <a:pt x="869657" y="972624"/>
                    <a:pt x="829864" y="972624"/>
                  </a:cubicBezTo>
                  <a:cubicBezTo>
                    <a:pt x="790070" y="972624"/>
                    <a:pt x="758483" y="1004212"/>
                    <a:pt x="758483" y="1044005"/>
                  </a:cubicBezTo>
                  <a:cubicBezTo>
                    <a:pt x="758483" y="1083798"/>
                    <a:pt x="790070" y="1115386"/>
                    <a:pt x="829864" y="1115386"/>
                  </a:cubicBezTo>
                  <a:close/>
                  <a:moveTo>
                    <a:pt x="6512756" y="426134"/>
                  </a:moveTo>
                  <a:cubicBezTo>
                    <a:pt x="6512756" y="441439"/>
                    <a:pt x="6511714" y="460782"/>
                    <a:pt x="6510737" y="467946"/>
                  </a:cubicBezTo>
                  <a:lnTo>
                    <a:pt x="6219158" y="467946"/>
                  </a:lnTo>
                  <a:cubicBezTo>
                    <a:pt x="6224238" y="535224"/>
                    <a:pt x="6270154" y="562773"/>
                    <a:pt x="6322126" y="562773"/>
                  </a:cubicBezTo>
                  <a:cubicBezTo>
                    <a:pt x="6352736" y="562773"/>
                    <a:pt x="6381262" y="553590"/>
                    <a:pt x="6405751" y="529102"/>
                  </a:cubicBezTo>
                  <a:lnTo>
                    <a:pt x="6491394" y="601459"/>
                  </a:lnTo>
                  <a:cubicBezTo>
                    <a:pt x="6446521" y="657535"/>
                    <a:pt x="6378201" y="677919"/>
                    <a:pt x="6317046" y="677919"/>
                  </a:cubicBezTo>
                  <a:cubicBezTo>
                    <a:pt x="6176369" y="677919"/>
                    <a:pt x="6095805" y="569872"/>
                    <a:pt x="6095805" y="428153"/>
                  </a:cubicBezTo>
                  <a:cubicBezTo>
                    <a:pt x="6095805" y="274190"/>
                    <a:pt x="6190632" y="176302"/>
                    <a:pt x="6308905" y="176302"/>
                  </a:cubicBezTo>
                  <a:cubicBezTo>
                    <a:pt x="6435319" y="176302"/>
                    <a:pt x="6512821" y="287411"/>
                    <a:pt x="6512821" y="426069"/>
                  </a:cubicBezTo>
                  <a:close/>
                  <a:moveTo>
                    <a:pt x="6221177" y="374162"/>
                  </a:moveTo>
                  <a:lnTo>
                    <a:pt x="6392465" y="374162"/>
                  </a:lnTo>
                  <a:cubicBezTo>
                    <a:pt x="6388361" y="320105"/>
                    <a:pt x="6353713" y="283438"/>
                    <a:pt x="6304802" y="283438"/>
                  </a:cubicBezTo>
                  <a:cubicBezTo>
                    <a:pt x="6246708" y="283438"/>
                    <a:pt x="6224238" y="334433"/>
                    <a:pt x="6221177" y="374162"/>
                  </a:cubicBezTo>
                  <a:close/>
                  <a:moveTo>
                    <a:pt x="5702235" y="667825"/>
                  </a:moveTo>
                  <a:lnTo>
                    <a:pt x="5583963" y="667825"/>
                  </a:lnTo>
                  <a:lnTo>
                    <a:pt x="5583963" y="634153"/>
                  </a:lnTo>
                  <a:cubicBezTo>
                    <a:pt x="5557456" y="663721"/>
                    <a:pt x="5514666" y="677984"/>
                    <a:pt x="5471812" y="677984"/>
                  </a:cubicBezTo>
                  <a:cubicBezTo>
                    <a:pt x="5347417" y="677984"/>
                    <a:pt x="5300525" y="588238"/>
                    <a:pt x="5300525" y="458763"/>
                  </a:cubicBezTo>
                  <a:lnTo>
                    <a:pt x="5300525" y="186527"/>
                  </a:lnTo>
                  <a:lnTo>
                    <a:pt x="5420817" y="186527"/>
                  </a:lnTo>
                  <a:lnTo>
                    <a:pt x="5420817" y="448538"/>
                  </a:lnTo>
                  <a:cubicBezTo>
                    <a:pt x="5420817" y="513797"/>
                    <a:pt x="5434103" y="562708"/>
                    <a:pt x="5501380" y="562708"/>
                  </a:cubicBezTo>
                  <a:cubicBezTo>
                    <a:pt x="5568657" y="562708"/>
                    <a:pt x="5581944" y="511712"/>
                    <a:pt x="5581944" y="452576"/>
                  </a:cubicBezTo>
                  <a:lnTo>
                    <a:pt x="5581944" y="186462"/>
                  </a:lnTo>
                  <a:lnTo>
                    <a:pt x="5702235" y="186462"/>
                  </a:lnTo>
                  <a:lnTo>
                    <a:pt x="5702235" y="667695"/>
                  </a:lnTo>
                  <a:close/>
                  <a:moveTo>
                    <a:pt x="3895579" y="426134"/>
                  </a:moveTo>
                  <a:cubicBezTo>
                    <a:pt x="3895579" y="441439"/>
                    <a:pt x="3894537" y="460782"/>
                    <a:pt x="3893560" y="467946"/>
                  </a:cubicBezTo>
                  <a:lnTo>
                    <a:pt x="3601981" y="467946"/>
                  </a:lnTo>
                  <a:cubicBezTo>
                    <a:pt x="3607061" y="535224"/>
                    <a:pt x="3652976" y="562773"/>
                    <a:pt x="3704949" y="562773"/>
                  </a:cubicBezTo>
                  <a:cubicBezTo>
                    <a:pt x="3735559" y="562773"/>
                    <a:pt x="3764085" y="553590"/>
                    <a:pt x="3788573" y="529102"/>
                  </a:cubicBezTo>
                  <a:lnTo>
                    <a:pt x="3874217" y="601459"/>
                  </a:lnTo>
                  <a:cubicBezTo>
                    <a:pt x="3829343" y="657535"/>
                    <a:pt x="3761024" y="677919"/>
                    <a:pt x="3699868" y="677919"/>
                  </a:cubicBezTo>
                  <a:cubicBezTo>
                    <a:pt x="3559192" y="677919"/>
                    <a:pt x="3478628" y="569872"/>
                    <a:pt x="3478628" y="428153"/>
                  </a:cubicBezTo>
                  <a:cubicBezTo>
                    <a:pt x="3478628" y="274190"/>
                    <a:pt x="3573455" y="176302"/>
                    <a:pt x="3691727" y="176302"/>
                  </a:cubicBezTo>
                  <a:cubicBezTo>
                    <a:pt x="3818141" y="176302"/>
                    <a:pt x="3895644" y="287411"/>
                    <a:pt x="3895644" y="426069"/>
                  </a:cubicBezTo>
                  <a:close/>
                  <a:moveTo>
                    <a:pt x="3604000" y="374162"/>
                  </a:moveTo>
                  <a:lnTo>
                    <a:pt x="3775287" y="374162"/>
                  </a:lnTo>
                  <a:cubicBezTo>
                    <a:pt x="3771184" y="320105"/>
                    <a:pt x="3736536" y="283438"/>
                    <a:pt x="3687624" y="283438"/>
                  </a:cubicBezTo>
                  <a:cubicBezTo>
                    <a:pt x="3629530" y="283438"/>
                    <a:pt x="3607061" y="334433"/>
                    <a:pt x="3604000" y="374162"/>
                  </a:cubicBezTo>
                  <a:close/>
                  <a:moveTo>
                    <a:pt x="4579686" y="1638365"/>
                  </a:moveTo>
                  <a:lnTo>
                    <a:pt x="4455291" y="1638365"/>
                  </a:lnTo>
                  <a:lnTo>
                    <a:pt x="4455291" y="1606778"/>
                  </a:lnTo>
                  <a:cubicBezTo>
                    <a:pt x="4414521" y="1636346"/>
                    <a:pt x="4390032" y="1648590"/>
                    <a:pt x="4346201" y="1648590"/>
                  </a:cubicBezTo>
                  <a:cubicBezTo>
                    <a:pt x="4207543" y="1648590"/>
                    <a:pt x="4148406" y="1528299"/>
                    <a:pt x="4148406" y="1393678"/>
                  </a:cubicBezTo>
                  <a:cubicBezTo>
                    <a:pt x="4148406" y="1247856"/>
                    <a:pt x="4217703" y="1146973"/>
                    <a:pt x="4343140" y="1146973"/>
                  </a:cubicBezTo>
                  <a:cubicBezTo>
                    <a:pt x="4384952" y="1146973"/>
                    <a:pt x="4424681" y="1158175"/>
                    <a:pt x="4455291" y="1185724"/>
                  </a:cubicBezTo>
                  <a:lnTo>
                    <a:pt x="4455291" y="1031761"/>
                  </a:lnTo>
                  <a:lnTo>
                    <a:pt x="4579686" y="969564"/>
                  </a:lnTo>
                  <a:lnTo>
                    <a:pt x="4579686" y="1638365"/>
                  </a:lnTo>
                  <a:close/>
                  <a:moveTo>
                    <a:pt x="4455356" y="1489547"/>
                  </a:moveTo>
                  <a:lnTo>
                    <a:pt x="4455356" y="1306016"/>
                  </a:lnTo>
                  <a:cubicBezTo>
                    <a:pt x="4428849" y="1277490"/>
                    <a:pt x="4403384" y="1264204"/>
                    <a:pt x="4368670" y="1264204"/>
                  </a:cubicBezTo>
                  <a:cubicBezTo>
                    <a:pt x="4296313" y="1264204"/>
                    <a:pt x="4278924" y="1321321"/>
                    <a:pt x="4278924" y="1389575"/>
                  </a:cubicBezTo>
                  <a:cubicBezTo>
                    <a:pt x="4278924" y="1467078"/>
                    <a:pt x="4301328" y="1531294"/>
                    <a:pt x="4371731" y="1531294"/>
                  </a:cubicBezTo>
                  <a:cubicBezTo>
                    <a:pt x="4406380" y="1531294"/>
                    <a:pt x="4430868" y="1515989"/>
                    <a:pt x="4455356" y="1489482"/>
                  </a:cubicBezTo>
                  <a:close/>
                  <a:moveTo>
                    <a:pt x="3945532" y="1157198"/>
                  </a:moveTo>
                  <a:lnTo>
                    <a:pt x="3945532" y="1638430"/>
                  </a:lnTo>
                  <a:lnTo>
                    <a:pt x="4069927" y="1638430"/>
                  </a:lnTo>
                  <a:lnTo>
                    <a:pt x="4069927" y="1157198"/>
                  </a:lnTo>
                  <a:lnTo>
                    <a:pt x="3945532" y="1157198"/>
                  </a:lnTo>
                  <a:close/>
                  <a:moveTo>
                    <a:pt x="3873175" y="985911"/>
                  </a:moveTo>
                  <a:lnTo>
                    <a:pt x="3873175" y="1085817"/>
                  </a:lnTo>
                  <a:cubicBezTo>
                    <a:pt x="3854809" y="1079695"/>
                    <a:pt x="3830386" y="1076634"/>
                    <a:pt x="3812019" y="1076634"/>
                  </a:cubicBezTo>
                  <a:cubicBezTo>
                    <a:pt x="3776329" y="1076634"/>
                    <a:pt x="3760047" y="1087836"/>
                    <a:pt x="3760047" y="1118447"/>
                  </a:cubicBezTo>
                  <a:lnTo>
                    <a:pt x="3760047" y="1157198"/>
                  </a:lnTo>
                  <a:lnTo>
                    <a:pt x="3863015" y="1157198"/>
                  </a:lnTo>
                  <a:lnTo>
                    <a:pt x="3863015" y="1273452"/>
                  </a:lnTo>
                  <a:lnTo>
                    <a:pt x="3760047" y="1273452"/>
                  </a:lnTo>
                  <a:lnTo>
                    <a:pt x="3760047" y="1638430"/>
                  </a:lnTo>
                  <a:lnTo>
                    <a:pt x="3635652" y="1638430"/>
                  </a:lnTo>
                  <a:lnTo>
                    <a:pt x="3635652" y="1273452"/>
                  </a:lnTo>
                  <a:lnTo>
                    <a:pt x="3568375" y="1273452"/>
                  </a:lnTo>
                  <a:lnTo>
                    <a:pt x="3568375" y="1157198"/>
                  </a:lnTo>
                  <a:lnTo>
                    <a:pt x="3635652" y="1157198"/>
                  </a:lnTo>
                  <a:lnTo>
                    <a:pt x="3635652" y="1099104"/>
                  </a:lnTo>
                  <a:cubicBezTo>
                    <a:pt x="3635652" y="1009357"/>
                    <a:pt x="3691727" y="972690"/>
                    <a:pt x="3782451" y="972690"/>
                  </a:cubicBezTo>
                  <a:cubicBezTo>
                    <a:pt x="3808958" y="972690"/>
                    <a:pt x="3847710" y="975751"/>
                    <a:pt x="3873175" y="985976"/>
                  </a:cubicBezTo>
                  <a:close/>
                  <a:moveTo>
                    <a:pt x="3507154" y="1638365"/>
                  </a:moveTo>
                  <a:lnTo>
                    <a:pt x="3382759" y="1638365"/>
                  </a:lnTo>
                  <a:lnTo>
                    <a:pt x="3382759" y="1376355"/>
                  </a:lnTo>
                  <a:cubicBezTo>
                    <a:pt x="3382759" y="1309077"/>
                    <a:pt x="3367454" y="1264204"/>
                    <a:pt x="3300177" y="1264204"/>
                  </a:cubicBezTo>
                  <a:cubicBezTo>
                    <a:pt x="3236937" y="1264204"/>
                    <a:pt x="3216552" y="1301913"/>
                    <a:pt x="3216552" y="1373293"/>
                  </a:cubicBezTo>
                  <a:lnTo>
                    <a:pt x="3216552" y="1638365"/>
                  </a:lnTo>
                  <a:lnTo>
                    <a:pt x="3092157" y="1638365"/>
                  </a:lnTo>
                  <a:lnTo>
                    <a:pt x="3092157" y="1157133"/>
                  </a:lnTo>
                  <a:lnTo>
                    <a:pt x="3216552" y="1157133"/>
                  </a:lnTo>
                  <a:lnTo>
                    <a:pt x="3216552" y="1189762"/>
                  </a:lnTo>
                  <a:cubicBezTo>
                    <a:pt x="3242017" y="1164297"/>
                    <a:pt x="3279792" y="1146973"/>
                    <a:pt x="3333783" y="1146973"/>
                  </a:cubicBezTo>
                  <a:cubicBezTo>
                    <a:pt x="3464300" y="1146973"/>
                    <a:pt x="3507089" y="1247922"/>
                    <a:pt x="3507089" y="1366195"/>
                  </a:cubicBezTo>
                  <a:lnTo>
                    <a:pt x="3507089" y="1638430"/>
                  </a:lnTo>
                  <a:close/>
                  <a:moveTo>
                    <a:pt x="2792437" y="1146973"/>
                  </a:moveTo>
                  <a:cubicBezTo>
                    <a:pt x="2653779" y="1146973"/>
                    <a:pt x="2567094" y="1256063"/>
                    <a:pt x="2567094" y="1397782"/>
                  </a:cubicBezTo>
                  <a:cubicBezTo>
                    <a:pt x="2567094" y="1546665"/>
                    <a:pt x="2661920" y="1648590"/>
                    <a:pt x="2792437" y="1648590"/>
                  </a:cubicBezTo>
                  <a:cubicBezTo>
                    <a:pt x="2922954" y="1648590"/>
                    <a:pt x="3017781" y="1546665"/>
                    <a:pt x="3017781" y="1397782"/>
                  </a:cubicBezTo>
                  <a:cubicBezTo>
                    <a:pt x="3017781" y="1248899"/>
                    <a:pt x="2931095" y="1146973"/>
                    <a:pt x="2792437" y="1146973"/>
                  </a:cubicBezTo>
                  <a:close/>
                  <a:moveTo>
                    <a:pt x="2792437" y="1528299"/>
                  </a:moveTo>
                  <a:cubicBezTo>
                    <a:pt x="2712916" y="1528299"/>
                    <a:pt x="2695592" y="1451838"/>
                    <a:pt x="2695592" y="1397782"/>
                  </a:cubicBezTo>
                  <a:cubicBezTo>
                    <a:pt x="2695592" y="1323340"/>
                    <a:pt x="2726202" y="1266288"/>
                    <a:pt x="2792437" y="1266288"/>
                  </a:cubicBezTo>
                  <a:cubicBezTo>
                    <a:pt x="2858673" y="1266288"/>
                    <a:pt x="2889283" y="1323405"/>
                    <a:pt x="2889283" y="1397782"/>
                  </a:cubicBezTo>
                  <a:cubicBezTo>
                    <a:pt x="2889283" y="1451838"/>
                    <a:pt x="2871959" y="1528299"/>
                    <a:pt x="2792437" y="1528299"/>
                  </a:cubicBezTo>
                  <a:close/>
                  <a:moveTo>
                    <a:pt x="2446802" y="1467143"/>
                  </a:moveTo>
                  <a:lnTo>
                    <a:pt x="2526323" y="1542561"/>
                  </a:lnTo>
                  <a:cubicBezTo>
                    <a:pt x="2485553" y="1594534"/>
                    <a:pt x="2429478" y="1648590"/>
                    <a:pt x="2334651" y="1648590"/>
                  </a:cubicBezTo>
                  <a:cubicBezTo>
                    <a:pt x="2203157" y="1648590"/>
                    <a:pt x="2106246" y="1543604"/>
                    <a:pt x="2106246" y="1398823"/>
                  </a:cubicBezTo>
                  <a:cubicBezTo>
                    <a:pt x="2106246" y="1266288"/>
                    <a:pt x="2186810" y="1146973"/>
                    <a:pt x="2336670" y="1146973"/>
                  </a:cubicBezTo>
                  <a:cubicBezTo>
                    <a:pt x="2422314" y="1146973"/>
                    <a:pt x="2481450" y="1185724"/>
                    <a:pt x="2525281" y="1250983"/>
                  </a:cubicBezTo>
                  <a:lnTo>
                    <a:pt x="2443741" y="1333565"/>
                  </a:lnTo>
                  <a:cubicBezTo>
                    <a:pt x="2415215" y="1295856"/>
                    <a:pt x="2384604" y="1266288"/>
                    <a:pt x="2335693" y="1266288"/>
                  </a:cubicBezTo>
                  <a:cubicBezTo>
                    <a:pt x="2269393" y="1266288"/>
                    <a:pt x="2234744" y="1322363"/>
                    <a:pt x="2234744" y="1396804"/>
                  </a:cubicBezTo>
                  <a:cubicBezTo>
                    <a:pt x="2234744" y="1466101"/>
                    <a:pt x="2265355" y="1528299"/>
                    <a:pt x="2336670" y="1528299"/>
                  </a:cubicBezTo>
                  <a:cubicBezTo>
                    <a:pt x="2380501" y="1528299"/>
                    <a:pt x="2417234" y="1504852"/>
                    <a:pt x="2446802" y="1467143"/>
                  </a:cubicBezTo>
                  <a:close/>
                  <a:moveTo>
                    <a:pt x="1803530" y="1638365"/>
                  </a:moveTo>
                  <a:lnTo>
                    <a:pt x="1679135" y="1638365"/>
                  </a:lnTo>
                  <a:lnTo>
                    <a:pt x="1679135" y="1376355"/>
                  </a:lnTo>
                  <a:cubicBezTo>
                    <a:pt x="1679135" y="1309077"/>
                    <a:pt x="1663830" y="1264204"/>
                    <a:pt x="1596553" y="1264204"/>
                  </a:cubicBezTo>
                  <a:cubicBezTo>
                    <a:pt x="1533314" y="1264204"/>
                    <a:pt x="1511951" y="1301913"/>
                    <a:pt x="1511951" y="1373293"/>
                  </a:cubicBezTo>
                  <a:lnTo>
                    <a:pt x="1511951" y="1638365"/>
                  </a:lnTo>
                  <a:lnTo>
                    <a:pt x="1387557" y="1638365"/>
                  </a:lnTo>
                  <a:lnTo>
                    <a:pt x="1387557" y="1031761"/>
                  </a:lnTo>
                  <a:lnTo>
                    <a:pt x="1511951" y="969564"/>
                  </a:lnTo>
                  <a:lnTo>
                    <a:pt x="1511951" y="1189762"/>
                  </a:lnTo>
                  <a:cubicBezTo>
                    <a:pt x="1535398" y="1161236"/>
                    <a:pt x="1584309" y="1146973"/>
                    <a:pt x="1632243" y="1146973"/>
                  </a:cubicBezTo>
                  <a:cubicBezTo>
                    <a:pt x="1758657" y="1146973"/>
                    <a:pt x="1803530" y="1246880"/>
                    <a:pt x="1803530" y="1366195"/>
                  </a:cubicBezTo>
                  <a:lnTo>
                    <a:pt x="1803530" y="1638430"/>
                  </a:lnTo>
                  <a:close/>
                  <a:moveTo>
                    <a:pt x="1311031" y="1493650"/>
                  </a:moveTo>
                  <a:lnTo>
                    <a:pt x="1292665" y="1619022"/>
                  </a:lnTo>
                  <a:cubicBezTo>
                    <a:pt x="1267200" y="1639407"/>
                    <a:pt x="1205979" y="1648590"/>
                    <a:pt x="1173350" y="1648590"/>
                  </a:cubicBezTo>
                  <a:cubicBezTo>
                    <a:pt x="1097931" y="1648590"/>
                    <a:pt x="1043875" y="1588412"/>
                    <a:pt x="1043875" y="1504852"/>
                  </a:cubicBezTo>
                  <a:lnTo>
                    <a:pt x="1043875" y="1273387"/>
                  </a:lnTo>
                  <a:lnTo>
                    <a:pt x="960250" y="1273387"/>
                  </a:lnTo>
                  <a:lnTo>
                    <a:pt x="960250" y="1157133"/>
                  </a:lnTo>
                  <a:lnTo>
                    <a:pt x="1043875" y="1157133"/>
                  </a:lnTo>
                  <a:lnTo>
                    <a:pt x="1043875" y="1031761"/>
                  </a:lnTo>
                  <a:lnTo>
                    <a:pt x="1168270" y="969564"/>
                  </a:lnTo>
                  <a:lnTo>
                    <a:pt x="1168270" y="1157133"/>
                  </a:lnTo>
                  <a:lnTo>
                    <a:pt x="1308947" y="1157133"/>
                  </a:lnTo>
                  <a:lnTo>
                    <a:pt x="1308947" y="1273387"/>
                  </a:lnTo>
                  <a:lnTo>
                    <a:pt x="1168270" y="1273387"/>
                  </a:lnTo>
                  <a:lnTo>
                    <a:pt x="1168270" y="1471181"/>
                  </a:lnTo>
                  <a:cubicBezTo>
                    <a:pt x="1168270" y="1515012"/>
                    <a:pt x="1184552" y="1529275"/>
                    <a:pt x="1214120" y="1529275"/>
                  </a:cubicBezTo>
                  <a:cubicBezTo>
                    <a:pt x="1243688" y="1529275"/>
                    <a:pt x="1289539" y="1513970"/>
                    <a:pt x="1310966" y="1493585"/>
                  </a:cubicBezTo>
                  <a:close/>
                  <a:moveTo>
                    <a:pt x="767666" y="1157198"/>
                  </a:moveTo>
                  <a:lnTo>
                    <a:pt x="767666" y="1638430"/>
                  </a:lnTo>
                  <a:lnTo>
                    <a:pt x="892061" y="1638430"/>
                  </a:lnTo>
                  <a:lnTo>
                    <a:pt x="892061" y="1157198"/>
                  </a:lnTo>
                  <a:lnTo>
                    <a:pt x="767666" y="1157198"/>
                  </a:lnTo>
                  <a:close/>
                  <a:moveTo>
                    <a:pt x="702408" y="1157198"/>
                  </a:moveTo>
                  <a:lnTo>
                    <a:pt x="550529" y="1638430"/>
                  </a:lnTo>
                  <a:lnTo>
                    <a:pt x="436359" y="1638430"/>
                  </a:lnTo>
                  <a:lnTo>
                    <a:pt x="354819" y="1345809"/>
                  </a:lnTo>
                  <a:lnTo>
                    <a:pt x="272236" y="1638430"/>
                  </a:lnTo>
                  <a:lnTo>
                    <a:pt x="158066" y="1638430"/>
                  </a:lnTo>
                  <a:lnTo>
                    <a:pt x="7099" y="1157198"/>
                  </a:lnTo>
                  <a:lnTo>
                    <a:pt x="145757" y="1157198"/>
                  </a:lnTo>
                  <a:lnTo>
                    <a:pt x="218114" y="1436533"/>
                  </a:lnTo>
                  <a:lnTo>
                    <a:pt x="299655" y="1157198"/>
                  </a:lnTo>
                  <a:lnTo>
                    <a:pt x="412848" y="1157198"/>
                  </a:lnTo>
                  <a:lnTo>
                    <a:pt x="494388" y="1436533"/>
                  </a:lnTo>
                  <a:lnTo>
                    <a:pt x="567788" y="1157198"/>
                  </a:lnTo>
                  <a:lnTo>
                    <a:pt x="702343" y="1157198"/>
                  </a:lnTo>
                  <a:close/>
                  <a:moveTo>
                    <a:pt x="4436990" y="16282"/>
                  </a:moveTo>
                  <a:lnTo>
                    <a:pt x="4436990" y="115147"/>
                  </a:lnTo>
                  <a:cubicBezTo>
                    <a:pt x="4409441" y="107983"/>
                    <a:pt x="4391139" y="104921"/>
                    <a:pt x="4374792" y="104921"/>
                  </a:cubicBezTo>
                  <a:cubicBezTo>
                    <a:pt x="4332003" y="104921"/>
                    <a:pt x="4322820" y="120227"/>
                    <a:pt x="4322820" y="144715"/>
                  </a:cubicBezTo>
                  <a:lnTo>
                    <a:pt x="4322820" y="186527"/>
                  </a:lnTo>
                  <a:lnTo>
                    <a:pt x="4404361" y="186527"/>
                  </a:lnTo>
                  <a:lnTo>
                    <a:pt x="4404361" y="302781"/>
                  </a:lnTo>
                  <a:lnTo>
                    <a:pt x="4322820" y="302781"/>
                  </a:lnTo>
                  <a:lnTo>
                    <a:pt x="4322820" y="667759"/>
                  </a:lnTo>
                  <a:lnTo>
                    <a:pt x="4202528" y="667759"/>
                  </a:lnTo>
                  <a:lnTo>
                    <a:pt x="4202528" y="302781"/>
                  </a:lnTo>
                  <a:lnTo>
                    <a:pt x="4143392" y="302781"/>
                  </a:lnTo>
                  <a:lnTo>
                    <a:pt x="4143392" y="186527"/>
                  </a:lnTo>
                  <a:lnTo>
                    <a:pt x="4202528" y="186527"/>
                  </a:lnTo>
                  <a:lnTo>
                    <a:pt x="4202528" y="128433"/>
                  </a:lnTo>
                  <a:cubicBezTo>
                    <a:pt x="4202528" y="44808"/>
                    <a:pt x="4246360" y="2019"/>
                    <a:pt x="4348350" y="2019"/>
                  </a:cubicBezTo>
                  <a:cubicBezTo>
                    <a:pt x="4380980" y="2019"/>
                    <a:pt x="4407487" y="8141"/>
                    <a:pt x="4437055" y="16282"/>
                  </a:cubicBezTo>
                  <a:close/>
                  <a:moveTo>
                    <a:pt x="2957602" y="527083"/>
                  </a:moveTo>
                  <a:lnTo>
                    <a:pt x="2940278" y="649458"/>
                  </a:lnTo>
                  <a:cubicBezTo>
                    <a:pt x="2915790" y="668802"/>
                    <a:pt x="2873001" y="677984"/>
                    <a:pt x="2843433" y="677984"/>
                  </a:cubicBezTo>
                  <a:cubicBezTo>
                    <a:pt x="2770033" y="677984"/>
                    <a:pt x="2712916" y="622951"/>
                    <a:pt x="2712916" y="535224"/>
                  </a:cubicBezTo>
                  <a:lnTo>
                    <a:pt x="2712916" y="301739"/>
                  </a:lnTo>
                  <a:lnTo>
                    <a:pt x="2629291" y="301739"/>
                  </a:lnTo>
                  <a:lnTo>
                    <a:pt x="2629291" y="186527"/>
                  </a:lnTo>
                  <a:lnTo>
                    <a:pt x="2712916" y="186527"/>
                  </a:lnTo>
                  <a:lnTo>
                    <a:pt x="2712916" y="61155"/>
                  </a:lnTo>
                  <a:lnTo>
                    <a:pt x="2833208" y="0"/>
                  </a:lnTo>
                  <a:lnTo>
                    <a:pt x="2833208" y="186592"/>
                  </a:lnTo>
                  <a:lnTo>
                    <a:pt x="2945358" y="186592"/>
                  </a:lnTo>
                  <a:lnTo>
                    <a:pt x="2945358" y="301804"/>
                  </a:lnTo>
                  <a:lnTo>
                    <a:pt x="2833208" y="301804"/>
                  </a:lnTo>
                  <a:lnTo>
                    <a:pt x="2833208" y="503701"/>
                  </a:lnTo>
                  <a:cubicBezTo>
                    <a:pt x="2833208" y="545514"/>
                    <a:pt x="2850532" y="560819"/>
                    <a:pt x="2880100" y="560819"/>
                  </a:cubicBezTo>
                  <a:cubicBezTo>
                    <a:pt x="2909668" y="560819"/>
                    <a:pt x="2938194" y="545514"/>
                    <a:pt x="2957602" y="527148"/>
                  </a:cubicBezTo>
                  <a:close/>
                  <a:moveTo>
                    <a:pt x="2397891" y="426134"/>
                  </a:moveTo>
                  <a:cubicBezTo>
                    <a:pt x="2397891" y="441439"/>
                    <a:pt x="2396849" y="460782"/>
                    <a:pt x="2395872" y="467946"/>
                  </a:cubicBezTo>
                  <a:lnTo>
                    <a:pt x="2114453" y="467946"/>
                  </a:lnTo>
                  <a:cubicBezTo>
                    <a:pt x="2119533" y="535224"/>
                    <a:pt x="2166425" y="562773"/>
                    <a:pt x="2218462" y="562773"/>
                  </a:cubicBezTo>
                  <a:cubicBezTo>
                    <a:pt x="2249073" y="562773"/>
                    <a:pt x="2276557" y="553590"/>
                    <a:pt x="2301045" y="529102"/>
                  </a:cubicBezTo>
                  <a:lnTo>
                    <a:pt x="2386689" y="601459"/>
                  </a:lnTo>
                  <a:cubicBezTo>
                    <a:pt x="2346895" y="654473"/>
                    <a:pt x="2274538" y="677919"/>
                    <a:pt x="2210321" y="677919"/>
                  </a:cubicBezTo>
                  <a:cubicBezTo>
                    <a:pt x="2072705" y="677919"/>
                    <a:pt x="1991100" y="569872"/>
                    <a:pt x="1991100" y="429130"/>
                  </a:cubicBezTo>
                  <a:cubicBezTo>
                    <a:pt x="1991100" y="288388"/>
                    <a:pt x="2079804" y="176302"/>
                    <a:pt x="2205176" y="176302"/>
                  </a:cubicBezTo>
                  <a:cubicBezTo>
                    <a:pt x="2339731" y="176302"/>
                    <a:pt x="2397891" y="298678"/>
                    <a:pt x="2397891" y="426069"/>
                  </a:cubicBezTo>
                  <a:close/>
                  <a:moveTo>
                    <a:pt x="2116472" y="374162"/>
                  </a:moveTo>
                  <a:lnTo>
                    <a:pt x="2287759" y="374162"/>
                  </a:lnTo>
                  <a:cubicBezTo>
                    <a:pt x="2282679" y="320105"/>
                    <a:pt x="2251027" y="283438"/>
                    <a:pt x="2199054" y="283438"/>
                  </a:cubicBezTo>
                  <a:cubicBezTo>
                    <a:pt x="2144021" y="283438"/>
                    <a:pt x="2119533" y="334433"/>
                    <a:pt x="2116472" y="374162"/>
                  </a:cubicBezTo>
                  <a:close/>
                  <a:moveTo>
                    <a:pt x="1933982" y="428218"/>
                  </a:moveTo>
                  <a:cubicBezTo>
                    <a:pt x="1933982" y="551571"/>
                    <a:pt x="1882987" y="677984"/>
                    <a:pt x="1746413" y="677984"/>
                  </a:cubicBezTo>
                  <a:cubicBezTo>
                    <a:pt x="1693399" y="677984"/>
                    <a:pt x="1660769" y="658642"/>
                    <a:pt x="1639342" y="638191"/>
                  </a:cubicBezTo>
                  <a:lnTo>
                    <a:pt x="1639342" y="784990"/>
                  </a:lnTo>
                  <a:lnTo>
                    <a:pt x="1519050" y="845169"/>
                  </a:lnTo>
                  <a:lnTo>
                    <a:pt x="1519050" y="186527"/>
                  </a:lnTo>
                  <a:lnTo>
                    <a:pt x="1639342" y="186527"/>
                  </a:lnTo>
                  <a:lnTo>
                    <a:pt x="1639342" y="219157"/>
                  </a:lnTo>
                  <a:cubicBezTo>
                    <a:pt x="1670929" y="190630"/>
                    <a:pt x="1703559" y="176367"/>
                    <a:pt x="1748432" y="176367"/>
                  </a:cubicBezTo>
                  <a:cubicBezTo>
                    <a:pt x="1877907" y="176367"/>
                    <a:pt x="1933982" y="298743"/>
                    <a:pt x="1933982" y="428218"/>
                  </a:cubicBezTo>
                  <a:close/>
                  <a:moveTo>
                    <a:pt x="1809587" y="434340"/>
                  </a:moveTo>
                  <a:cubicBezTo>
                    <a:pt x="1809587" y="364002"/>
                    <a:pt x="1791221" y="292621"/>
                    <a:pt x="1718864" y="292621"/>
                  </a:cubicBezTo>
                  <a:cubicBezTo>
                    <a:pt x="1685193" y="292621"/>
                    <a:pt x="1658685" y="307926"/>
                    <a:pt x="1639342" y="335410"/>
                  </a:cubicBezTo>
                  <a:lnTo>
                    <a:pt x="1639342" y="518942"/>
                  </a:lnTo>
                  <a:cubicBezTo>
                    <a:pt x="1658685" y="546491"/>
                    <a:pt x="1691315" y="562773"/>
                    <a:pt x="1726028" y="562773"/>
                  </a:cubicBezTo>
                  <a:cubicBezTo>
                    <a:pt x="1793305" y="562773"/>
                    <a:pt x="1809652" y="501618"/>
                    <a:pt x="1809652" y="434340"/>
                  </a:cubicBezTo>
                  <a:close/>
                  <a:moveTo>
                    <a:pt x="1435426" y="667825"/>
                  </a:moveTo>
                  <a:lnTo>
                    <a:pt x="1315134" y="667825"/>
                  </a:lnTo>
                  <a:lnTo>
                    <a:pt x="1315134" y="634153"/>
                  </a:lnTo>
                  <a:cubicBezTo>
                    <a:pt x="1286608" y="662680"/>
                    <a:pt x="1249876" y="677984"/>
                    <a:pt x="1202983" y="677984"/>
                  </a:cubicBezTo>
                  <a:cubicBezTo>
                    <a:pt x="1108157" y="677984"/>
                    <a:pt x="1033715" y="616829"/>
                    <a:pt x="1033715" y="510800"/>
                  </a:cubicBezTo>
                  <a:cubicBezTo>
                    <a:pt x="1033715" y="404772"/>
                    <a:pt x="1106072" y="348696"/>
                    <a:pt x="1221284" y="348696"/>
                  </a:cubicBezTo>
                  <a:cubicBezTo>
                    <a:pt x="1251894" y="348696"/>
                    <a:pt x="1283482" y="352799"/>
                    <a:pt x="1315069" y="368040"/>
                  </a:cubicBezTo>
                  <a:lnTo>
                    <a:pt x="1315069" y="342574"/>
                  </a:lnTo>
                  <a:cubicBezTo>
                    <a:pt x="1315069" y="297701"/>
                    <a:pt x="1285501" y="279335"/>
                    <a:pt x="1232486" y="279335"/>
                  </a:cubicBezTo>
                  <a:cubicBezTo>
                    <a:pt x="1194777" y="279335"/>
                    <a:pt x="1159087" y="288518"/>
                    <a:pt x="1121378" y="310922"/>
                  </a:cubicBezTo>
                  <a:lnTo>
                    <a:pt x="1073443" y="225278"/>
                  </a:lnTo>
                  <a:cubicBezTo>
                    <a:pt x="1125416" y="192649"/>
                    <a:pt x="1175369" y="176367"/>
                    <a:pt x="1239650" y="176367"/>
                  </a:cubicBezTo>
                  <a:cubicBezTo>
                    <a:pt x="1360984" y="176367"/>
                    <a:pt x="1435426" y="235503"/>
                    <a:pt x="1435426" y="344593"/>
                  </a:cubicBezTo>
                  <a:lnTo>
                    <a:pt x="1435426" y="667759"/>
                  </a:lnTo>
                  <a:close/>
                  <a:moveTo>
                    <a:pt x="1315134" y="527083"/>
                  </a:moveTo>
                  <a:lnTo>
                    <a:pt x="1315134" y="465927"/>
                  </a:lnTo>
                  <a:cubicBezTo>
                    <a:pt x="1290646" y="450622"/>
                    <a:pt x="1259059" y="445542"/>
                    <a:pt x="1234570" y="445542"/>
                  </a:cubicBezTo>
                  <a:cubicBezTo>
                    <a:pt x="1181556" y="445542"/>
                    <a:pt x="1156091" y="468988"/>
                    <a:pt x="1156091" y="507740"/>
                  </a:cubicBezTo>
                  <a:cubicBezTo>
                    <a:pt x="1156091" y="544472"/>
                    <a:pt x="1179537" y="574040"/>
                    <a:pt x="1224410" y="574040"/>
                  </a:cubicBezTo>
                  <a:cubicBezTo>
                    <a:pt x="1247857" y="574040"/>
                    <a:pt x="1288627" y="565899"/>
                    <a:pt x="1315134" y="527148"/>
                  </a:cubicBezTo>
                  <a:close/>
                  <a:moveTo>
                    <a:pt x="967480" y="667825"/>
                  </a:moveTo>
                  <a:lnTo>
                    <a:pt x="847188" y="667825"/>
                  </a:lnTo>
                  <a:lnTo>
                    <a:pt x="847188" y="405814"/>
                  </a:lnTo>
                  <a:cubicBezTo>
                    <a:pt x="847188" y="340555"/>
                    <a:pt x="832925" y="292621"/>
                    <a:pt x="765647" y="292621"/>
                  </a:cubicBezTo>
                  <a:cubicBezTo>
                    <a:pt x="698370" y="292621"/>
                    <a:pt x="683065" y="336452"/>
                    <a:pt x="683065" y="402753"/>
                  </a:cubicBezTo>
                  <a:lnTo>
                    <a:pt x="683065" y="667825"/>
                  </a:lnTo>
                  <a:lnTo>
                    <a:pt x="562773" y="667825"/>
                  </a:lnTo>
                  <a:lnTo>
                    <a:pt x="562773" y="61221"/>
                  </a:lnTo>
                  <a:lnTo>
                    <a:pt x="683065" y="65"/>
                  </a:lnTo>
                  <a:lnTo>
                    <a:pt x="683065" y="220264"/>
                  </a:lnTo>
                  <a:cubicBezTo>
                    <a:pt x="709572" y="193756"/>
                    <a:pt x="742201" y="176432"/>
                    <a:pt x="796258" y="176432"/>
                  </a:cubicBezTo>
                  <a:cubicBezTo>
                    <a:pt x="923713" y="176432"/>
                    <a:pt x="967545" y="274320"/>
                    <a:pt x="967545" y="396631"/>
                  </a:cubicBezTo>
                  <a:lnTo>
                    <a:pt x="967545" y="667825"/>
                  </a:lnTo>
                  <a:close/>
                  <a:moveTo>
                    <a:pt x="496472" y="475110"/>
                  </a:moveTo>
                  <a:cubicBezTo>
                    <a:pt x="496472" y="619890"/>
                    <a:pt x="386341" y="677984"/>
                    <a:pt x="255889" y="677984"/>
                  </a:cubicBezTo>
                  <a:cubicBezTo>
                    <a:pt x="162104" y="677984"/>
                    <a:pt x="58094" y="648416"/>
                    <a:pt x="0" y="562773"/>
                  </a:cubicBezTo>
                  <a:lnTo>
                    <a:pt x="89747" y="483251"/>
                  </a:lnTo>
                  <a:cubicBezTo>
                    <a:pt x="131559" y="533205"/>
                    <a:pt x="191672" y="556651"/>
                    <a:pt x="252893" y="556651"/>
                  </a:cubicBezTo>
                  <a:cubicBezTo>
                    <a:pt x="325250" y="556651"/>
                    <a:pt x="367063" y="524022"/>
                    <a:pt x="367063" y="478171"/>
                  </a:cubicBezTo>
                  <a:cubicBezTo>
                    <a:pt x="367063" y="459805"/>
                    <a:pt x="359899" y="441439"/>
                    <a:pt x="329353" y="426199"/>
                  </a:cubicBezTo>
                  <a:cubicBezTo>
                    <a:pt x="306949" y="414997"/>
                    <a:pt x="279400" y="407833"/>
                    <a:pt x="225344" y="394612"/>
                  </a:cubicBezTo>
                  <a:cubicBezTo>
                    <a:pt x="191672" y="386471"/>
                    <a:pt x="122376" y="370124"/>
                    <a:pt x="79522" y="335475"/>
                  </a:cubicBezTo>
                  <a:cubicBezTo>
                    <a:pt x="36732" y="300827"/>
                    <a:pt x="24488" y="250874"/>
                    <a:pt x="24488" y="207042"/>
                  </a:cubicBezTo>
                  <a:cubicBezTo>
                    <a:pt x="24488" y="71445"/>
                    <a:pt x="140742" y="16412"/>
                    <a:pt x="254912" y="16412"/>
                  </a:cubicBezTo>
                  <a:cubicBezTo>
                    <a:pt x="353776" y="16412"/>
                    <a:pt x="425157" y="57182"/>
                    <a:pt x="482274" y="115277"/>
                  </a:cubicBezTo>
                  <a:lnTo>
                    <a:pt x="392528" y="202939"/>
                  </a:lnTo>
                  <a:cubicBezTo>
                    <a:pt x="350715" y="161127"/>
                    <a:pt x="309945" y="137681"/>
                    <a:pt x="246706" y="137681"/>
                  </a:cubicBezTo>
                  <a:cubicBezTo>
                    <a:pt x="192649" y="137681"/>
                    <a:pt x="152921" y="155005"/>
                    <a:pt x="152921" y="199878"/>
                  </a:cubicBezTo>
                  <a:cubicBezTo>
                    <a:pt x="152921" y="219221"/>
                    <a:pt x="160085" y="232508"/>
                    <a:pt x="179428" y="243710"/>
                  </a:cubicBezTo>
                  <a:cubicBezTo>
                    <a:pt x="201832" y="255954"/>
                    <a:pt x="233485" y="265137"/>
                    <a:pt x="282396" y="277381"/>
                  </a:cubicBezTo>
                  <a:cubicBezTo>
                    <a:pt x="340490" y="292686"/>
                    <a:pt x="394547" y="305907"/>
                    <a:pt x="438378" y="341598"/>
                  </a:cubicBezTo>
                  <a:cubicBezTo>
                    <a:pt x="477129" y="373185"/>
                    <a:pt x="496472" y="414997"/>
                    <a:pt x="496472" y="475176"/>
                  </a:cubicBezTo>
                  <a:close/>
                  <a:moveTo>
                    <a:pt x="6100885" y="208996"/>
                  </a:moveTo>
                  <a:lnTo>
                    <a:pt x="6051778" y="329288"/>
                  </a:lnTo>
                  <a:cubicBezTo>
                    <a:pt x="6033413" y="311964"/>
                    <a:pt x="6011985" y="299720"/>
                    <a:pt x="5982482" y="299720"/>
                  </a:cubicBezTo>
                  <a:cubicBezTo>
                    <a:pt x="5925365" y="299720"/>
                    <a:pt x="5911232" y="347654"/>
                    <a:pt x="5911232" y="405749"/>
                  </a:cubicBezTo>
                  <a:lnTo>
                    <a:pt x="5911232" y="667759"/>
                  </a:lnTo>
                  <a:lnTo>
                    <a:pt x="5790940" y="667759"/>
                  </a:lnTo>
                  <a:lnTo>
                    <a:pt x="5790940" y="186527"/>
                  </a:lnTo>
                  <a:lnTo>
                    <a:pt x="5911232" y="186527"/>
                  </a:lnTo>
                  <a:lnTo>
                    <a:pt x="5911232" y="220198"/>
                  </a:lnTo>
                  <a:cubicBezTo>
                    <a:pt x="5938781" y="192649"/>
                    <a:pt x="5973429" y="176367"/>
                    <a:pt x="6012181" y="176367"/>
                  </a:cubicBezTo>
                  <a:cubicBezTo>
                    <a:pt x="6045852" y="176367"/>
                    <a:pt x="6075420" y="186592"/>
                    <a:pt x="6100885" y="208996"/>
                  </a:cubicBezTo>
                  <a:close/>
                </a:path>
              </a:pathLst>
            </a:custGeom>
            <a:solidFill>
              <a:schemeClr val="bg2"/>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grpSp>
    </p:spTree>
    <p:extLst>
      <p:ext uri="{BB962C8B-B14F-4D97-AF65-F5344CB8AC3E}">
        <p14:creationId xmlns:p14="http://schemas.microsoft.com/office/powerpoint/2010/main" val="212006675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Title Slide Frame Writer">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EA698E1-9315-F464-C75D-F86E6E4A15E1}"/>
              </a:ext>
              <a:ext uri="{C183D7F6-B498-43B3-948B-1728B52AA6E4}">
                <adec:decorative xmlns:adec="http://schemas.microsoft.com/office/drawing/2017/decorative" val="1"/>
              </a:ext>
            </a:extLst>
          </p:cNvPr>
          <p:cNvSpPr/>
          <p:nvPr userDrawn="1"/>
        </p:nvSpPr>
        <p:spPr>
          <a:xfrm>
            <a:off x="0" y="0"/>
            <a:ext cx="8386354" cy="6858000"/>
          </a:xfrm>
          <a:prstGeom prst="rect">
            <a:avLst/>
          </a:prstGeom>
          <a:gradFill flip="none" rotWithShape="1">
            <a:gsLst>
              <a:gs pos="0">
                <a:schemeClr val="tx1">
                  <a:lumMod val="0"/>
                  <a:alpha val="0"/>
                </a:schemeClr>
              </a:gs>
              <a:gs pos="95000">
                <a:srgbClr val="000000">
                  <a:alpha val="70000"/>
                </a:srgbClr>
              </a:gs>
            </a:gsLst>
            <a:lin ang="108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endParaRPr lang="en-US" sz="1200" b="1">
              <a:solidFill>
                <a:schemeClr val="tx1"/>
              </a:solidFill>
            </a:endParaRPr>
          </a:p>
        </p:txBody>
      </p:sp>
      <p:sp>
        <p:nvSpPr>
          <p:cNvPr id="11" name="Subtitle 2">
            <a:extLst>
              <a:ext uri="{FF2B5EF4-FFF2-40B4-BE49-F238E27FC236}">
                <a16:creationId xmlns:a16="http://schemas.microsoft.com/office/drawing/2014/main" id="{632E76BF-46D5-8E94-88AA-4783DD302E89}"/>
              </a:ext>
            </a:extLst>
          </p:cNvPr>
          <p:cNvSpPr>
            <a:spLocks noGrp="1"/>
          </p:cNvSpPr>
          <p:nvPr>
            <p:ph type="subTitle" idx="1" hasCustomPrompt="1"/>
          </p:nvPr>
        </p:nvSpPr>
        <p:spPr>
          <a:xfrm>
            <a:off x="889762" y="3864985"/>
            <a:ext cx="4907628" cy="511939"/>
          </a:xfrm>
        </p:spPr>
        <p:txBody>
          <a:bodyPr wrap="square">
            <a:noAutofit/>
          </a:bodyPr>
          <a:lstStyle>
            <a:lvl1pPr marL="0" indent="0" algn="l">
              <a:buNone/>
              <a:defRPr lang="en-GB" sz="1600" kern="1200" dirty="0">
                <a:solidFill>
                  <a:schemeClr val="bg1"/>
                </a:solidFill>
                <a:latin typeface="EYInterstate Regular" panose="02000503020000020004" pitchFamily="2" charset="0"/>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12" name="Title 4">
            <a:extLst>
              <a:ext uri="{FF2B5EF4-FFF2-40B4-BE49-F238E27FC236}">
                <a16:creationId xmlns:a16="http://schemas.microsoft.com/office/drawing/2014/main" id="{1F7B1FDC-B90E-6693-A750-B9BA4B535E8A}"/>
              </a:ext>
            </a:extLst>
          </p:cNvPr>
          <p:cNvSpPr>
            <a:spLocks noGrp="1"/>
          </p:cNvSpPr>
          <p:nvPr>
            <p:ph type="title"/>
          </p:nvPr>
        </p:nvSpPr>
        <p:spPr>
          <a:xfrm>
            <a:off x="889762" y="2127251"/>
            <a:ext cx="4906009" cy="1654043"/>
          </a:xfrm>
        </p:spPr>
        <p:txBody>
          <a:bodyPr anchor="t">
            <a:noAutofit/>
          </a:bodyPr>
          <a:lstStyle>
            <a:lvl1pPr>
              <a:defRPr sz="4200" b="1" i="0">
                <a:solidFill>
                  <a:schemeClr val="bg1"/>
                </a:solidFill>
                <a:latin typeface="EYInterstate Regular" panose="02000503020000020004" pitchFamily="2" charset="0"/>
              </a:defRPr>
            </a:lvl1pPr>
          </a:lstStyle>
          <a:p>
            <a:r>
              <a:rPr lang="en-GB"/>
              <a:t>Click to edit Master title style</a:t>
            </a:r>
            <a:endParaRPr lang="en-US"/>
          </a:p>
        </p:txBody>
      </p:sp>
      <p:sp>
        <p:nvSpPr>
          <p:cNvPr id="13" name="Text Placeholder 288">
            <a:extLst>
              <a:ext uri="{FF2B5EF4-FFF2-40B4-BE49-F238E27FC236}">
                <a16:creationId xmlns:a16="http://schemas.microsoft.com/office/drawing/2014/main" id="{1673B89D-F206-B9D2-CDB7-BDE045C7447F}"/>
              </a:ext>
            </a:extLst>
          </p:cNvPr>
          <p:cNvSpPr>
            <a:spLocks noGrp="1"/>
          </p:cNvSpPr>
          <p:nvPr>
            <p:ph type="body" sz="quarter" idx="10"/>
          </p:nvPr>
        </p:nvSpPr>
        <p:spPr>
          <a:xfrm>
            <a:off x="889762" y="4475985"/>
            <a:ext cx="4906010" cy="246221"/>
          </a:xfrm>
        </p:spPr>
        <p:txBody>
          <a:bodyPr wrap="square">
            <a:spAutoFit/>
          </a:bodyPr>
          <a:lstStyle>
            <a:lvl1pPr marL="0" indent="0">
              <a:buNone/>
              <a:defRPr sz="1600" b="1">
                <a:solidFill>
                  <a:schemeClr val="bg1"/>
                </a:solidFill>
                <a:latin typeface="EYInterstate Regular" panose="02000503020000020004" pitchFamily="2" charset="0"/>
              </a:defRPr>
            </a:lvl1pPr>
            <a:lvl2pPr marL="252000" indent="0">
              <a:buNone/>
              <a:defRPr sz="1600" b="1">
                <a:latin typeface="+mj-lt"/>
              </a:defRPr>
            </a:lvl2pPr>
            <a:lvl3pPr marL="504000" indent="0">
              <a:buNone/>
              <a:defRPr sz="1600" b="1">
                <a:latin typeface="+mj-lt"/>
              </a:defRPr>
            </a:lvl3pPr>
            <a:lvl4pPr marL="756000" indent="0">
              <a:buNone/>
              <a:defRPr sz="1600" b="1">
                <a:latin typeface="+mj-lt"/>
              </a:defRPr>
            </a:lvl4pPr>
            <a:lvl5pPr marL="1008000" indent="0">
              <a:buNone/>
              <a:defRPr sz="1600" b="1">
                <a:latin typeface="+mj-lt"/>
              </a:defRPr>
            </a:lvl5pPr>
          </a:lstStyle>
          <a:p>
            <a:pPr lvl="0"/>
            <a:r>
              <a:rPr lang="en-GB"/>
              <a:t>Click to edit Master text styles</a:t>
            </a:r>
          </a:p>
        </p:txBody>
      </p:sp>
      <p:grpSp>
        <p:nvGrpSpPr>
          <p:cNvPr id="3" name="Group 2">
            <a:extLst>
              <a:ext uri="{FF2B5EF4-FFF2-40B4-BE49-F238E27FC236}">
                <a16:creationId xmlns:a16="http://schemas.microsoft.com/office/drawing/2014/main" id="{ED3F6603-D012-19C2-19E4-3C9A6BAA4779}"/>
              </a:ext>
            </a:extLst>
          </p:cNvPr>
          <p:cNvGrpSpPr/>
          <p:nvPr userDrawn="1"/>
        </p:nvGrpSpPr>
        <p:grpSpPr>
          <a:xfrm>
            <a:off x="485774" y="719508"/>
            <a:ext cx="5706110" cy="4360545"/>
            <a:chOff x="485774" y="719508"/>
            <a:chExt cx="5706110" cy="4360545"/>
          </a:xfrm>
        </p:grpSpPr>
        <p:sp>
          <p:nvSpPr>
            <p:cNvPr id="10" name="Freeform 25">
              <a:extLst>
                <a:ext uri="{FF2B5EF4-FFF2-40B4-BE49-F238E27FC236}">
                  <a16:creationId xmlns:a16="http://schemas.microsoft.com/office/drawing/2014/main" id="{F7E50E80-DFF0-E065-898F-1AFD970459B6}"/>
                </a:ext>
              </a:extLst>
            </p:cNvPr>
            <p:cNvSpPr/>
            <p:nvPr userDrawn="1"/>
          </p:nvSpPr>
          <p:spPr>
            <a:xfrm>
              <a:off x="485774" y="4978453"/>
              <a:ext cx="508000" cy="101600"/>
            </a:xfrm>
            <a:custGeom>
              <a:avLst/>
              <a:gdLst>
                <a:gd name="connsiteX0" fmla="*/ 406400 w 508000"/>
                <a:gd name="connsiteY0" fmla="*/ 0 h 101600"/>
                <a:gd name="connsiteX1" fmla="*/ 508000 w 508000"/>
                <a:gd name="connsiteY1" fmla="*/ 0 h 101600"/>
                <a:gd name="connsiteX2" fmla="*/ 508000 w 508000"/>
                <a:gd name="connsiteY2" fmla="*/ 101600 h 101600"/>
                <a:gd name="connsiteX3" fmla="*/ 406400 w 508000"/>
                <a:gd name="connsiteY3" fmla="*/ 101600 h 101600"/>
                <a:gd name="connsiteX4" fmla="*/ 203200 w 508000"/>
                <a:gd name="connsiteY4" fmla="*/ 0 h 101600"/>
                <a:gd name="connsiteX5" fmla="*/ 304800 w 508000"/>
                <a:gd name="connsiteY5" fmla="*/ 0 h 101600"/>
                <a:gd name="connsiteX6" fmla="*/ 304800 w 508000"/>
                <a:gd name="connsiteY6" fmla="*/ 101600 h 101600"/>
                <a:gd name="connsiteX7" fmla="*/ 203200 w 508000"/>
                <a:gd name="connsiteY7" fmla="*/ 101600 h 101600"/>
                <a:gd name="connsiteX8" fmla="*/ 0 w 508000"/>
                <a:gd name="connsiteY8" fmla="*/ 0 h 101600"/>
                <a:gd name="connsiteX9" fmla="*/ 101600 w 508000"/>
                <a:gd name="connsiteY9" fmla="*/ 0 h 101600"/>
                <a:gd name="connsiteX10" fmla="*/ 101600 w 508000"/>
                <a:gd name="connsiteY10" fmla="*/ 101600 h 101600"/>
                <a:gd name="connsiteX11" fmla="*/ 0 w 508000"/>
                <a:gd name="connsiteY11" fmla="*/ 101600 h 10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8000" h="101600">
                  <a:moveTo>
                    <a:pt x="406400" y="0"/>
                  </a:moveTo>
                  <a:lnTo>
                    <a:pt x="508000" y="0"/>
                  </a:lnTo>
                  <a:lnTo>
                    <a:pt x="508000" y="101600"/>
                  </a:lnTo>
                  <a:lnTo>
                    <a:pt x="406400" y="101600"/>
                  </a:lnTo>
                  <a:close/>
                  <a:moveTo>
                    <a:pt x="203200" y="0"/>
                  </a:moveTo>
                  <a:lnTo>
                    <a:pt x="304800" y="0"/>
                  </a:lnTo>
                  <a:lnTo>
                    <a:pt x="304800" y="101600"/>
                  </a:lnTo>
                  <a:lnTo>
                    <a:pt x="203200" y="101600"/>
                  </a:lnTo>
                  <a:close/>
                  <a:moveTo>
                    <a:pt x="0" y="0"/>
                  </a:moveTo>
                  <a:lnTo>
                    <a:pt x="101600" y="0"/>
                  </a:lnTo>
                  <a:lnTo>
                    <a:pt x="101600" y="101600"/>
                  </a:lnTo>
                  <a:lnTo>
                    <a:pt x="0" y="101600"/>
                  </a:lnTo>
                  <a:close/>
                </a:path>
              </a:pathLst>
            </a:custGeom>
            <a:solidFill>
              <a:schemeClr val="tx2"/>
            </a:solidFill>
            <a:ln w="63500" cap="flat">
              <a:noFill/>
              <a:prstDash val="solid"/>
              <a:miter/>
            </a:ln>
          </p:spPr>
          <p:txBody>
            <a:bodyPr rtlCol="0" anchor="ctr"/>
            <a:lstStyle/>
            <a:p>
              <a:endParaRPr lang="en-US">
                <a:solidFill>
                  <a:schemeClr val="bg1"/>
                </a:solidFill>
              </a:endParaRPr>
            </a:p>
          </p:txBody>
        </p:sp>
        <p:sp>
          <p:nvSpPr>
            <p:cNvPr id="14" name="Freeform 3">
              <a:extLst>
                <a:ext uri="{FF2B5EF4-FFF2-40B4-BE49-F238E27FC236}">
                  <a16:creationId xmlns:a16="http://schemas.microsoft.com/office/drawing/2014/main" id="{7E9D0337-F340-664F-6A13-B03AA4BA4F82}"/>
                </a:ext>
              </a:extLst>
            </p:cNvPr>
            <p:cNvSpPr/>
            <p:nvPr userDrawn="1"/>
          </p:nvSpPr>
          <p:spPr>
            <a:xfrm>
              <a:off x="485775" y="719508"/>
              <a:ext cx="5706109" cy="4359275"/>
            </a:xfrm>
            <a:custGeom>
              <a:avLst/>
              <a:gdLst>
                <a:gd name="connsiteX0" fmla="*/ 0 w 5706109"/>
                <a:gd name="connsiteY0" fmla="*/ 4157346 h 4359275"/>
                <a:gd name="connsiteX1" fmla="*/ 101600 w 5706109"/>
                <a:gd name="connsiteY1" fmla="*/ 4157346 h 4359275"/>
                <a:gd name="connsiteX2" fmla="*/ 101600 w 5706109"/>
                <a:gd name="connsiteY2" fmla="*/ 1075055 h 4359275"/>
                <a:gd name="connsiteX3" fmla="*/ 101600 w 5706109"/>
                <a:gd name="connsiteY3" fmla="*/ 1075055 h 4359275"/>
                <a:gd name="connsiteX4" fmla="*/ 191770 w 5706109"/>
                <a:gd name="connsiteY4" fmla="*/ 1059180 h 4359275"/>
                <a:gd name="connsiteX5" fmla="*/ 861060 w 5706109"/>
                <a:gd name="connsiteY5" fmla="*/ 942975 h 4359275"/>
                <a:gd name="connsiteX6" fmla="*/ 1195705 w 5706109"/>
                <a:gd name="connsiteY6" fmla="*/ 885190 h 4359275"/>
                <a:gd name="connsiteX7" fmla="*/ 1362710 w 5706109"/>
                <a:gd name="connsiteY7" fmla="*/ 855980 h 4359275"/>
                <a:gd name="connsiteX8" fmla="*/ 1529715 w 5706109"/>
                <a:gd name="connsiteY8" fmla="*/ 826770 h 4359275"/>
                <a:gd name="connsiteX9" fmla="*/ 1864360 w 5706109"/>
                <a:gd name="connsiteY9" fmla="*/ 768985 h 4359275"/>
                <a:gd name="connsiteX10" fmla="*/ 2031365 w 5706109"/>
                <a:gd name="connsiteY10" fmla="*/ 739775 h 4359275"/>
                <a:gd name="connsiteX11" fmla="*/ 2198370 w 5706109"/>
                <a:gd name="connsiteY11" fmla="*/ 710565 h 4359275"/>
                <a:gd name="connsiteX12" fmla="*/ 2365375 w 5706109"/>
                <a:gd name="connsiteY12" fmla="*/ 681355 h 4359275"/>
                <a:gd name="connsiteX13" fmla="*/ 2532380 w 5706109"/>
                <a:gd name="connsiteY13" fmla="*/ 652145 h 4359275"/>
                <a:gd name="connsiteX14" fmla="*/ 2699385 w 5706109"/>
                <a:gd name="connsiteY14" fmla="*/ 622935 h 4359275"/>
                <a:gd name="connsiteX15" fmla="*/ 2866390 w 5706109"/>
                <a:gd name="connsiteY15" fmla="*/ 593725 h 4359275"/>
                <a:gd name="connsiteX16" fmla="*/ 5461000 w 5706109"/>
                <a:gd name="connsiteY16" fmla="*/ 144145 h 4359275"/>
                <a:gd name="connsiteX17" fmla="*/ 5602605 w 5706109"/>
                <a:gd name="connsiteY17" fmla="*/ 119380 h 4359275"/>
                <a:gd name="connsiteX18" fmla="*/ 5602605 w 5706109"/>
                <a:gd name="connsiteY18" fmla="*/ 119380 h 4359275"/>
                <a:gd name="connsiteX19" fmla="*/ 5602605 w 5706109"/>
                <a:gd name="connsiteY19" fmla="*/ 4257676 h 4359275"/>
                <a:gd name="connsiteX20" fmla="*/ 609600 w 5706109"/>
                <a:gd name="connsiteY20" fmla="*/ 4257676 h 4359275"/>
                <a:gd name="connsiteX21" fmla="*/ 609600 w 5706109"/>
                <a:gd name="connsiteY21" fmla="*/ 4359276 h 4359275"/>
                <a:gd name="connsiteX22" fmla="*/ 5706110 w 5706109"/>
                <a:gd name="connsiteY22" fmla="*/ 4359276 h 4359275"/>
                <a:gd name="connsiteX23" fmla="*/ 5706110 w 5706109"/>
                <a:gd name="connsiteY23" fmla="*/ 0 h 4359275"/>
                <a:gd name="connsiteX24" fmla="*/ 5704840 w 5706109"/>
                <a:gd name="connsiteY24" fmla="*/ 0 h 4359275"/>
                <a:gd name="connsiteX25" fmla="*/ 5445760 w 5706109"/>
                <a:gd name="connsiteY25" fmla="*/ 45085 h 4359275"/>
                <a:gd name="connsiteX26" fmla="*/ 2851150 w 5706109"/>
                <a:gd name="connsiteY26" fmla="*/ 494665 h 4359275"/>
                <a:gd name="connsiteX27" fmla="*/ 2684145 w 5706109"/>
                <a:gd name="connsiteY27" fmla="*/ 523875 h 4359275"/>
                <a:gd name="connsiteX28" fmla="*/ 2517140 w 5706109"/>
                <a:gd name="connsiteY28" fmla="*/ 553085 h 4359275"/>
                <a:gd name="connsiteX29" fmla="*/ 2350135 w 5706109"/>
                <a:gd name="connsiteY29" fmla="*/ 582295 h 4359275"/>
                <a:gd name="connsiteX30" fmla="*/ 2183130 w 5706109"/>
                <a:gd name="connsiteY30" fmla="*/ 611505 h 4359275"/>
                <a:gd name="connsiteX31" fmla="*/ 2016125 w 5706109"/>
                <a:gd name="connsiteY31" fmla="*/ 640715 h 4359275"/>
                <a:gd name="connsiteX32" fmla="*/ 1849120 w 5706109"/>
                <a:gd name="connsiteY32" fmla="*/ 669925 h 4359275"/>
                <a:gd name="connsiteX33" fmla="*/ 1514475 w 5706109"/>
                <a:gd name="connsiteY33" fmla="*/ 727710 h 4359275"/>
                <a:gd name="connsiteX34" fmla="*/ 1347470 w 5706109"/>
                <a:gd name="connsiteY34" fmla="*/ 756920 h 4359275"/>
                <a:gd name="connsiteX35" fmla="*/ 1180465 w 5706109"/>
                <a:gd name="connsiteY35" fmla="*/ 786130 h 4359275"/>
                <a:gd name="connsiteX36" fmla="*/ 845820 w 5706109"/>
                <a:gd name="connsiteY36" fmla="*/ 843915 h 4359275"/>
                <a:gd name="connsiteX37" fmla="*/ 176530 w 5706109"/>
                <a:gd name="connsiteY37" fmla="*/ 960120 h 4359275"/>
                <a:gd name="connsiteX38" fmla="*/ 3175 w 5706109"/>
                <a:gd name="connsiteY38" fmla="*/ 989965 h 4359275"/>
                <a:gd name="connsiteX39" fmla="*/ 1905 w 5706109"/>
                <a:gd name="connsiteY39" fmla="*/ 989965 h 4359275"/>
                <a:gd name="connsiteX40" fmla="*/ 1905 w 5706109"/>
                <a:gd name="connsiteY40" fmla="*/ 4158616 h 4359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5706109" h="4359275">
                  <a:moveTo>
                    <a:pt x="0" y="4157346"/>
                  </a:moveTo>
                  <a:lnTo>
                    <a:pt x="101600" y="4157346"/>
                  </a:lnTo>
                  <a:lnTo>
                    <a:pt x="101600" y="1075055"/>
                  </a:lnTo>
                  <a:lnTo>
                    <a:pt x="101600" y="1075055"/>
                  </a:lnTo>
                  <a:lnTo>
                    <a:pt x="191770" y="1059180"/>
                  </a:lnTo>
                  <a:lnTo>
                    <a:pt x="861060" y="942975"/>
                  </a:lnTo>
                  <a:lnTo>
                    <a:pt x="1195705" y="885190"/>
                  </a:lnTo>
                  <a:lnTo>
                    <a:pt x="1362710" y="855980"/>
                  </a:lnTo>
                  <a:lnTo>
                    <a:pt x="1529715" y="826770"/>
                  </a:lnTo>
                  <a:lnTo>
                    <a:pt x="1864360" y="768985"/>
                  </a:lnTo>
                  <a:lnTo>
                    <a:pt x="2031365" y="739775"/>
                  </a:lnTo>
                  <a:lnTo>
                    <a:pt x="2198370" y="710565"/>
                  </a:lnTo>
                  <a:lnTo>
                    <a:pt x="2365375" y="681355"/>
                  </a:lnTo>
                  <a:lnTo>
                    <a:pt x="2532380" y="652145"/>
                  </a:lnTo>
                  <a:lnTo>
                    <a:pt x="2699385" y="622935"/>
                  </a:lnTo>
                  <a:lnTo>
                    <a:pt x="2866390" y="593725"/>
                  </a:lnTo>
                  <a:cubicBezTo>
                    <a:pt x="3731260" y="443865"/>
                    <a:pt x="4596130" y="294005"/>
                    <a:pt x="5461000" y="144145"/>
                  </a:cubicBezTo>
                  <a:lnTo>
                    <a:pt x="5602605" y="119380"/>
                  </a:lnTo>
                  <a:lnTo>
                    <a:pt x="5602605" y="119380"/>
                  </a:lnTo>
                  <a:lnTo>
                    <a:pt x="5602605" y="4257676"/>
                  </a:lnTo>
                  <a:lnTo>
                    <a:pt x="609600" y="4257676"/>
                  </a:lnTo>
                  <a:lnTo>
                    <a:pt x="609600" y="4359276"/>
                  </a:lnTo>
                  <a:lnTo>
                    <a:pt x="5706110" y="4359276"/>
                  </a:lnTo>
                  <a:lnTo>
                    <a:pt x="5706110" y="0"/>
                  </a:lnTo>
                  <a:lnTo>
                    <a:pt x="5704840" y="0"/>
                  </a:lnTo>
                  <a:cubicBezTo>
                    <a:pt x="5618480" y="15240"/>
                    <a:pt x="5532120" y="30480"/>
                    <a:pt x="5445760" y="45085"/>
                  </a:cubicBezTo>
                  <a:cubicBezTo>
                    <a:pt x="4580890" y="194945"/>
                    <a:pt x="3716020" y="344805"/>
                    <a:pt x="2851150" y="494665"/>
                  </a:cubicBezTo>
                  <a:lnTo>
                    <a:pt x="2684145" y="523875"/>
                  </a:lnTo>
                  <a:lnTo>
                    <a:pt x="2517140" y="553085"/>
                  </a:lnTo>
                  <a:lnTo>
                    <a:pt x="2350135" y="582295"/>
                  </a:lnTo>
                  <a:lnTo>
                    <a:pt x="2183130" y="611505"/>
                  </a:lnTo>
                  <a:lnTo>
                    <a:pt x="2016125" y="640715"/>
                  </a:lnTo>
                  <a:lnTo>
                    <a:pt x="1849120" y="669925"/>
                  </a:lnTo>
                  <a:lnTo>
                    <a:pt x="1514475" y="727710"/>
                  </a:lnTo>
                  <a:lnTo>
                    <a:pt x="1347470" y="756920"/>
                  </a:lnTo>
                  <a:lnTo>
                    <a:pt x="1180465" y="786130"/>
                  </a:lnTo>
                  <a:lnTo>
                    <a:pt x="845820" y="843915"/>
                  </a:lnTo>
                  <a:lnTo>
                    <a:pt x="176530" y="960120"/>
                  </a:lnTo>
                  <a:lnTo>
                    <a:pt x="3175" y="989965"/>
                  </a:lnTo>
                  <a:lnTo>
                    <a:pt x="1905" y="989965"/>
                  </a:lnTo>
                  <a:lnTo>
                    <a:pt x="1905" y="4158616"/>
                  </a:lnTo>
                  <a:close/>
                </a:path>
              </a:pathLst>
            </a:custGeom>
            <a:solidFill>
              <a:schemeClr val="tx2"/>
            </a:solidFill>
            <a:ln w="8181" cap="flat">
              <a:noFill/>
              <a:prstDash val="solid"/>
              <a:miter/>
            </a:ln>
          </p:spPr>
          <p:txBody>
            <a:bodyPr rtlCol="0" anchor="ctr"/>
            <a:lstStyle/>
            <a:p>
              <a:pPr lvl="0"/>
              <a:endParaRPr lang="en-US">
                <a:solidFill>
                  <a:schemeClr val="tx1"/>
                </a:solidFill>
              </a:endParaRPr>
            </a:p>
          </p:txBody>
        </p:sp>
      </p:grpSp>
      <p:sp>
        <p:nvSpPr>
          <p:cNvPr id="15" name="TextBox 14">
            <a:extLst>
              <a:ext uri="{FF2B5EF4-FFF2-40B4-BE49-F238E27FC236}">
                <a16:creationId xmlns:a16="http://schemas.microsoft.com/office/drawing/2014/main" id="{EEB2775D-C14D-1FFE-E3E9-4E62DDA32301}"/>
              </a:ext>
            </a:extLst>
          </p:cNvPr>
          <p:cNvSpPr txBox="1"/>
          <p:nvPr userDrawn="1"/>
        </p:nvSpPr>
        <p:spPr>
          <a:xfrm>
            <a:off x="461984" y="5552404"/>
            <a:ext cx="1045073" cy="197581"/>
          </a:xfrm>
          <a:prstGeom prst="rect">
            <a:avLst/>
          </a:prstGeom>
          <a:noFill/>
        </p:spPr>
        <p:txBody>
          <a:bodyPr wrap="square" lIns="0" tIns="0" rIns="0" bIns="0" rtlCol="0" anchor="ctr" anchorCtr="0">
            <a:noAutofit/>
          </a:bodyPr>
          <a:lstStyle/>
          <a:p>
            <a:r>
              <a:rPr lang="en-GB" sz="1200">
                <a:solidFill>
                  <a:schemeClr val="bg1"/>
                </a:solidFill>
                <a:latin typeface="EYInterstate Light" panose="02000506000000020004" pitchFamily="2" charset="0"/>
              </a:rPr>
              <a:t>Written by</a:t>
            </a:r>
          </a:p>
        </p:txBody>
      </p:sp>
      <p:sp>
        <p:nvSpPr>
          <p:cNvPr id="16" name="Text Placeholder 16">
            <a:extLst>
              <a:ext uri="{FF2B5EF4-FFF2-40B4-BE49-F238E27FC236}">
                <a16:creationId xmlns:a16="http://schemas.microsoft.com/office/drawing/2014/main" id="{FAE2F50B-78AF-04F3-4BFF-980630AF7AFF}"/>
              </a:ext>
            </a:extLst>
          </p:cNvPr>
          <p:cNvSpPr>
            <a:spLocks noGrp="1"/>
          </p:cNvSpPr>
          <p:nvPr>
            <p:ph type="body" sz="quarter" idx="14" hasCustomPrompt="1"/>
          </p:nvPr>
        </p:nvSpPr>
        <p:spPr>
          <a:xfrm>
            <a:off x="1333184" y="5966393"/>
            <a:ext cx="3089275" cy="180000"/>
          </a:xfrm>
        </p:spPr>
        <p:txBody>
          <a:bodyPr/>
          <a:lstStyle>
            <a:lvl1pPr marL="0" indent="0">
              <a:buNone/>
              <a:defRPr sz="1200" b="1">
                <a:solidFill>
                  <a:schemeClr val="bg1"/>
                </a:solidFill>
                <a:latin typeface="+mn-lt"/>
              </a:defRPr>
            </a:lvl1pPr>
          </a:lstStyle>
          <a:p>
            <a:pPr lvl="0"/>
            <a:r>
              <a:rPr lang="en-US"/>
              <a:t>Name Surname</a:t>
            </a:r>
            <a:endParaRPr lang="en-GB"/>
          </a:p>
        </p:txBody>
      </p:sp>
      <p:sp>
        <p:nvSpPr>
          <p:cNvPr id="17" name="Text Placeholder 16">
            <a:extLst>
              <a:ext uri="{FF2B5EF4-FFF2-40B4-BE49-F238E27FC236}">
                <a16:creationId xmlns:a16="http://schemas.microsoft.com/office/drawing/2014/main" id="{A5473ED8-C1F4-379D-AE01-5E7A3D5F3401}"/>
              </a:ext>
            </a:extLst>
          </p:cNvPr>
          <p:cNvSpPr>
            <a:spLocks noGrp="1"/>
          </p:cNvSpPr>
          <p:nvPr>
            <p:ph type="body" sz="quarter" idx="15" hasCustomPrompt="1"/>
          </p:nvPr>
        </p:nvSpPr>
        <p:spPr>
          <a:xfrm>
            <a:off x="1333184" y="6164011"/>
            <a:ext cx="3089275" cy="180000"/>
          </a:xfrm>
        </p:spPr>
        <p:txBody>
          <a:bodyPr/>
          <a:lstStyle>
            <a:lvl1pPr marL="0" indent="0">
              <a:buNone/>
              <a:defRPr sz="1200">
                <a:solidFill>
                  <a:schemeClr val="bg1"/>
                </a:solidFill>
              </a:defRPr>
            </a:lvl1pPr>
          </a:lstStyle>
          <a:p>
            <a:pPr lvl="0"/>
            <a:r>
              <a:rPr lang="en-US"/>
              <a:t>Job Title</a:t>
            </a:r>
            <a:endParaRPr lang="en-GB"/>
          </a:p>
        </p:txBody>
      </p:sp>
      <p:sp>
        <p:nvSpPr>
          <p:cNvPr id="18" name="Picture Placeholder 19">
            <a:extLst>
              <a:ext uri="{FF2B5EF4-FFF2-40B4-BE49-F238E27FC236}">
                <a16:creationId xmlns:a16="http://schemas.microsoft.com/office/drawing/2014/main" id="{812BC08D-D0F7-900D-1481-4C172F6BE56E}"/>
              </a:ext>
            </a:extLst>
          </p:cNvPr>
          <p:cNvSpPr>
            <a:spLocks noGrp="1"/>
          </p:cNvSpPr>
          <p:nvPr>
            <p:ph type="pic" sz="quarter" idx="16"/>
          </p:nvPr>
        </p:nvSpPr>
        <p:spPr>
          <a:xfrm>
            <a:off x="461983" y="5861846"/>
            <a:ext cx="576000" cy="576000"/>
          </a:xfrm>
          <a:prstGeom prst="ellipse">
            <a:avLst/>
          </a:prstGeom>
        </p:spPr>
        <p:txBody>
          <a:bodyPr anchor="ctr"/>
          <a:lstStyle>
            <a:lvl1pPr marL="0" indent="0" algn="ctr">
              <a:buNone/>
              <a:defRPr sz="900">
                <a:solidFill>
                  <a:schemeClr val="bg1"/>
                </a:solidFill>
              </a:defRPr>
            </a:lvl1pPr>
          </a:lstStyle>
          <a:p>
            <a:endParaRPr lang="en-GB"/>
          </a:p>
        </p:txBody>
      </p:sp>
      <p:cxnSp>
        <p:nvCxnSpPr>
          <p:cNvPr id="19" name="Straight Connector 18">
            <a:extLst>
              <a:ext uri="{FF2B5EF4-FFF2-40B4-BE49-F238E27FC236}">
                <a16:creationId xmlns:a16="http://schemas.microsoft.com/office/drawing/2014/main" id="{D25B130A-4E65-32BD-4CB8-C7E2B623FD74}"/>
              </a:ext>
            </a:extLst>
          </p:cNvPr>
          <p:cNvCxnSpPr>
            <a:cxnSpLocks/>
          </p:cNvCxnSpPr>
          <p:nvPr userDrawn="1"/>
        </p:nvCxnSpPr>
        <p:spPr>
          <a:xfrm>
            <a:off x="1333184" y="5656264"/>
            <a:ext cx="8122101" cy="0"/>
          </a:xfrm>
          <a:prstGeom prst="line">
            <a:avLst/>
          </a:prstGeom>
          <a:ln w="9525" cap="flat" cmpd="sng" algn="ctr">
            <a:solidFill>
              <a:srgbClr val="C4C4CD"/>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7" name="Group 6">
            <a:extLst>
              <a:ext uri="{FF2B5EF4-FFF2-40B4-BE49-F238E27FC236}">
                <a16:creationId xmlns:a16="http://schemas.microsoft.com/office/drawing/2014/main" id="{D4A6F943-2F06-F19E-5B75-109F4C044A83}"/>
              </a:ext>
            </a:extLst>
          </p:cNvPr>
          <p:cNvGrpSpPr>
            <a:grpSpLocks noChangeAspect="1"/>
          </p:cNvGrpSpPr>
          <p:nvPr userDrawn="1"/>
        </p:nvGrpSpPr>
        <p:grpSpPr>
          <a:xfrm>
            <a:off x="10562024" y="5167683"/>
            <a:ext cx="1220400" cy="1285398"/>
            <a:chOff x="3913438" y="-99392"/>
            <a:chExt cx="6512821" cy="6859693"/>
          </a:xfrm>
        </p:grpSpPr>
        <p:sp>
          <p:nvSpPr>
            <p:cNvPr id="8" name="Freeform: Shape 7">
              <a:extLst>
                <a:ext uri="{FF2B5EF4-FFF2-40B4-BE49-F238E27FC236}">
                  <a16:creationId xmlns:a16="http://schemas.microsoft.com/office/drawing/2014/main" id="{15E842E1-A6BC-D328-7C47-CC041C18922E}"/>
                </a:ext>
              </a:extLst>
            </p:cNvPr>
            <p:cNvSpPr/>
            <p:nvPr/>
          </p:nvSpPr>
          <p:spPr>
            <a:xfrm>
              <a:off x="5319751" y="-99392"/>
              <a:ext cx="4303606" cy="1570696"/>
            </a:xfrm>
            <a:custGeom>
              <a:avLst/>
              <a:gdLst>
                <a:gd name="connsiteX0" fmla="*/ 4303607 w 4303606"/>
                <a:gd name="connsiteY0" fmla="*/ 0 h 1570696"/>
                <a:gd name="connsiteX1" fmla="*/ 0 w 4303606"/>
                <a:gd name="connsiteY1" fmla="*/ 1570697 h 1570696"/>
                <a:gd name="connsiteX2" fmla="*/ 4303607 w 4303606"/>
                <a:gd name="connsiteY2" fmla="*/ 810521 h 1570696"/>
                <a:gd name="connsiteX3" fmla="*/ 4303607 w 4303606"/>
                <a:gd name="connsiteY3" fmla="*/ 0 h 1570696"/>
              </a:gdLst>
              <a:ahLst/>
              <a:cxnLst>
                <a:cxn ang="0">
                  <a:pos x="connsiteX0" y="connsiteY0"/>
                </a:cxn>
                <a:cxn ang="0">
                  <a:pos x="connsiteX1" y="connsiteY1"/>
                </a:cxn>
                <a:cxn ang="0">
                  <a:pos x="connsiteX2" y="connsiteY2"/>
                </a:cxn>
                <a:cxn ang="0">
                  <a:pos x="connsiteX3" y="connsiteY3"/>
                </a:cxn>
              </a:cxnLst>
              <a:rect l="l" t="t" r="r" b="b"/>
              <a:pathLst>
                <a:path w="4303606" h="1570696">
                  <a:moveTo>
                    <a:pt x="4303607" y="0"/>
                  </a:moveTo>
                  <a:lnTo>
                    <a:pt x="0" y="1570697"/>
                  </a:lnTo>
                  <a:lnTo>
                    <a:pt x="4303607" y="810521"/>
                  </a:lnTo>
                  <a:lnTo>
                    <a:pt x="4303607" y="0"/>
                  </a:lnTo>
                  <a:close/>
                </a:path>
              </a:pathLst>
            </a:custGeom>
            <a:solidFill>
              <a:srgbClr val="FFE600"/>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sp>
          <p:nvSpPr>
            <p:cNvPr id="9" name="Freeform: Shape 8">
              <a:extLst>
                <a:ext uri="{FF2B5EF4-FFF2-40B4-BE49-F238E27FC236}">
                  <a16:creationId xmlns:a16="http://schemas.microsoft.com/office/drawing/2014/main" id="{9D5AF6DD-7A60-6C0D-4712-147333F66FBC}"/>
                </a:ext>
              </a:extLst>
            </p:cNvPr>
            <p:cNvSpPr/>
            <p:nvPr/>
          </p:nvSpPr>
          <p:spPr>
            <a:xfrm>
              <a:off x="5357395" y="2124345"/>
              <a:ext cx="3613052" cy="2176910"/>
            </a:xfrm>
            <a:custGeom>
              <a:avLst/>
              <a:gdLst>
                <a:gd name="connsiteX0" fmla="*/ 652845 w 3613052"/>
                <a:gd name="connsiteY0" fmla="*/ 1676205 h 2176910"/>
                <a:gd name="connsiteX1" fmla="*/ 1741463 w 3613052"/>
                <a:gd name="connsiteY1" fmla="*/ 1676205 h 2176910"/>
                <a:gd name="connsiteX2" fmla="*/ 1741463 w 3613052"/>
                <a:gd name="connsiteY2" fmla="*/ 2176910 h 2176910"/>
                <a:gd name="connsiteX3" fmla="*/ 0 w 3613052"/>
                <a:gd name="connsiteY3" fmla="*/ 2176910 h 2176910"/>
                <a:gd name="connsiteX4" fmla="*/ 0 w 3613052"/>
                <a:gd name="connsiteY4" fmla="*/ 0 h 2176910"/>
                <a:gd name="connsiteX5" fmla="*/ 1234766 w 3613052"/>
                <a:gd name="connsiteY5" fmla="*/ 0 h 2176910"/>
                <a:gd name="connsiteX6" fmla="*/ 1523675 w 3613052"/>
                <a:gd name="connsiteY6" fmla="*/ 500706 h 2176910"/>
                <a:gd name="connsiteX7" fmla="*/ 652910 w 3613052"/>
                <a:gd name="connsiteY7" fmla="*/ 500706 h 2176910"/>
                <a:gd name="connsiteX8" fmla="*/ 652910 w 3613052"/>
                <a:gd name="connsiteY8" fmla="*/ 859953 h 2176910"/>
                <a:gd name="connsiteX9" fmla="*/ 1440050 w 3613052"/>
                <a:gd name="connsiteY9" fmla="*/ 859953 h 2176910"/>
                <a:gd name="connsiteX10" fmla="*/ 1440050 w 3613052"/>
                <a:gd name="connsiteY10" fmla="*/ 1317022 h 2176910"/>
                <a:gd name="connsiteX11" fmla="*/ 652910 w 3613052"/>
                <a:gd name="connsiteY11" fmla="*/ 1317022 h 2176910"/>
                <a:gd name="connsiteX12" fmla="*/ 652910 w 3613052"/>
                <a:gd name="connsiteY12" fmla="*/ 1676205 h 2176910"/>
                <a:gd name="connsiteX13" fmla="*/ 2900485 w 3613052"/>
                <a:gd name="connsiteY13" fmla="*/ 0 h 2176910"/>
                <a:gd name="connsiteX14" fmla="*/ 2530687 w 3613052"/>
                <a:gd name="connsiteY14" fmla="*/ 710418 h 2176910"/>
                <a:gd name="connsiteX15" fmla="*/ 2161801 w 3613052"/>
                <a:gd name="connsiteY15" fmla="*/ 0 h 2176910"/>
                <a:gd name="connsiteX16" fmla="*/ 1439985 w 3613052"/>
                <a:gd name="connsiteY16" fmla="*/ 0 h 2176910"/>
                <a:gd name="connsiteX17" fmla="*/ 2200552 w 3613052"/>
                <a:gd name="connsiteY17" fmla="*/ 1317022 h 2176910"/>
                <a:gd name="connsiteX18" fmla="*/ 2200552 w 3613052"/>
                <a:gd name="connsiteY18" fmla="*/ 2176910 h 2176910"/>
                <a:gd name="connsiteX19" fmla="*/ 2851443 w 3613052"/>
                <a:gd name="connsiteY19" fmla="*/ 2176910 h 2176910"/>
                <a:gd name="connsiteX20" fmla="*/ 2851443 w 3613052"/>
                <a:gd name="connsiteY20" fmla="*/ 1317022 h 2176910"/>
                <a:gd name="connsiteX21" fmla="*/ 3613053 w 3613052"/>
                <a:gd name="connsiteY21" fmla="*/ 0 h 2176910"/>
                <a:gd name="connsiteX22" fmla="*/ 2900485 w 3613052"/>
                <a:gd name="connsiteY22" fmla="*/ 0 h 2176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613052" h="2176910">
                  <a:moveTo>
                    <a:pt x="652845" y="1676205"/>
                  </a:moveTo>
                  <a:lnTo>
                    <a:pt x="1741463" y="1676205"/>
                  </a:lnTo>
                  <a:lnTo>
                    <a:pt x="1741463" y="2176910"/>
                  </a:lnTo>
                  <a:lnTo>
                    <a:pt x="0" y="2176910"/>
                  </a:lnTo>
                  <a:lnTo>
                    <a:pt x="0" y="0"/>
                  </a:lnTo>
                  <a:lnTo>
                    <a:pt x="1234766" y="0"/>
                  </a:lnTo>
                  <a:lnTo>
                    <a:pt x="1523675" y="500706"/>
                  </a:lnTo>
                  <a:lnTo>
                    <a:pt x="652910" y="500706"/>
                  </a:lnTo>
                  <a:lnTo>
                    <a:pt x="652910" y="859953"/>
                  </a:lnTo>
                  <a:lnTo>
                    <a:pt x="1440050" y="859953"/>
                  </a:lnTo>
                  <a:lnTo>
                    <a:pt x="1440050" y="1317022"/>
                  </a:lnTo>
                  <a:lnTo>
                    <a:pt x="652910" y="1317022"/>
                  </a:lnTo>
                  <a:lnTo>
                    <a:pt x="652910" y="1676205"/>
                  </a:lnTo>
                  <a:close/>
                  <a:moveTo>
                    <a:pt x="2900485" y="0"/>
                  </a:moveTo>
                  <a:lnTo>
                    <a:pt x="2530687" y="710418"/>
                  </a:lnTo>
                  <a:lnTo>
                    <a:pt x="2161801" y="0"/>
                  </a:lnTo>
                  <a:lnTo>
                    <a:pt x="1439985" y="0"/>
                  </a:lnTo>
                  <a:lnTo>
                    <a:pt x="2200552" y="1317022"/>
                  </a:lnTo>
                  <a:lnTo>
                    <a:pt x="2200552" y="2176910"/>
                  </a:lnTo>
                  <a:lnTo>
                    <a:pt x="2851443" y="2176910"/>
                  </a:lnTo>
                  <a:lnTo>
                    <a:pt x="2851443" y="1317022"/>
                  </a:lnTo>
                  <a:lnTo>
                    <a:pt x="3613053" y="0"/>
                  </a:lnTo>
                  <a:lnTo>
                    <a:pt x="2900485" y="0"/>
                  </a:lnTo>
                  <a:close/>
                </a:path>
              </a:pathLst>
            </a:custGeom>
            <a:solidFill>
              <a:schemeClr val="bg2"/>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sp>
          <p:nvSpPr>
            <p:cNvPr id="20" name="Freeform: Shape 19">
              <a:extLst>
                <a:ext uri="{FF2B5EF4-FFF2-40B4-BE49-F238E27FC236}">
                  <a16:creationId xmlns:a16="http://schemas.microsoft.com/office/drawing/2014/main" id="{ECA72371-99F2-D052-C5A3-68A496195FCE}"/>
                </a:ext>
              </a:extLst>
            </p:cNvPr>
            <p:cNvSpPr/>
            <p:nvPr/>
          </p:nvSpPr>
          <p:spPr>
            <a:xfrm>
              <a:off x="3913438" y="5111711"/>
              <a:ext cx="6512821" cy="1648590"/>
            </a:xfrm>
            <a:custGeom>
              <a:avLst/>
              <a:gdLst>
                <a:gd name="connsiteX0" fmla="*/ 5071143 w 6512821"/>
                <a:gd name="connsiteY0" fmla="*/ 1396740 h 1648590"/>
                <a:gd name="connsiteX1" fmla="*/ 5069124 w 6512821"/>
                <a:gd name="connsiteY1" fmla="*/ 1438552 h 1648590"/>
                <a:gd name="connsiteX2" fmla="*/ 4777545 w 6512821"/>
                <a:gd name="connsiteY2" fmla="*/ 1438552 h 1648590"/>
                <a:gd name="connsiteX3" fmla="*/ 4880513 w 6512821"/>
                <a:gd name="connsiteY3" fmla="*/ 1533378 h 1648590"/>
                <a:gd name="connsiteX4" fmla="*/ 4964137 w 6512821"/>
                <a:gd name="connsiteY4" fmla="*/ 1499707 h 1648590"/>
                <a:gd name="connsiteX5" fmla="*/ 5049781 w 6512821"/>
                <a:gd name="connsiteY5" fmla="*/ 1572065 h 1648590"/>
                <a:gd name="connsiteX6" fmla="*/ 4875433 w 6512821"/>
                <a:gd name="connsiteY6" fmla="*/ 1648525 h 1648590"/>
                <a:gd name="connsiteX7" fmla="*/ 4654192 w 6512821"/>
                <a:gd name="connsiteY7" fmla="*/ 1398759 h 1648590"/>
                <a:gd name="connsiteX8" fmla="*/ 4867292 w 6512821"/>
                <a:gd name="connsiteY8" fmla="*/ 1146908 h 1648590"/>
                <a:gd name="connsiteX9" fmla="*/ 5071208 w 6512821"/>
                <a:gd name="connsiteY9" fmla="*/ 1396675 h 1648590"/>
                <a:gd name="connsiteX10" fmla="*/ 4779564 w 6512821"/>
                <a:gd name="connsiteY10" fmla="*/ 1344767 h 1648590"/>
                <a:gd name="connsiteX11" fmla="*/ 4950851 w 6512821"/>
                <a:gd name="connsiteY11" fmla="*/ 1344767 h 1648590"/>
                <a:gd name="connsiteX12" fmla="*/ 4863189 w 6512821"/>
                <a:gd name="connsiteY12" fmla="*/ 1254044 h 1648590"/>
                <a:gd name="connsiteX13" fmla="*/ 4779564 w 6512821"/>
                <a:gd name="connsiteY13" fmla="*/ 1344767 h 1648590"/>
                <a:gd name="connsiteX14" fmla="*/ 6512756 w 6512821"/>
                <a:gd name="connsiteY14" fmla="*/ 1396740 h 1648590"/>
                <a:gd name="connsiteX15" fmla="*/ 6510737 w 6512821"/>
                <a:gd name="connsiteY15" fmla="*/ 1438552 h 1648590"/>
                <a:gd name="connsiteX16" fmla="*/ 6219158 w 6512821"/>
                <a:gd name="connsiteY16" fmla="*/ 1438552 h 1648590"/>
                <a:gd name="connsiteX17" fmla="*/ 6322126 w 6512821"/>
                <a:gd name="connsiteY17" fmla="*/ 1533378 h 1648590"/>
                <a:gd name="connsiteX18" fmla="*/ 6405751 w 6512821"/>
                <a:gd name="connsiteY18" fmla="*/ 1499707 h 1648590"/>
                <a:gd name="connsiteX19" fmla="*/ 6491394 w 6512821"/>
                <a:gd name="connsiteY19" fmla="*/ 1572065 h 1648590"/>
                <a:gd name="connsiteX20" fmla="*/ 6317046 w 6512821"/>
                <a:gd name="connsiteY20" fmla="*/ 1648525 h 1648590"/>
                <a:gd name="connsiteX21" fmla="*/ 6095805 w 6512821"/>
                <a:gd name="connsiteY21" fmla="*/ 1398759 h 1648590"/>
                <a:gd name="connsiteX22" fmla="*/ 6308905 w 6512821"/>
                <a:gd name="connsiteY22" fmla="*/ 1146908 h 1648590"/>
                <a:gd name="connsiteX23" fmla="*/ 6512821 w 6512821"/>
                <a:gd name="connsiteY23" fmla="*/ 1396675 h 1648590"/>
                <a:gd name="connsiteX24" fmla="*/ 6221177 w 6512821"/>
                <a:gd name="connsiteY24" fmla="*/ 1344767 h 1648590"/>
                <a:gd name="connsiteX25" fmla="*/ 6392465 w 6512821"/>
                <a:gd name="connsiteY25" fmla="*/ 1344767 h 1648590"/>
                <a:gd name="connsiteX26" fmla="*/ 6304802 w 6512821"/>
                <a:gd name="connsiteY26" fmla="*/ 1254044 h 1648590"/>
                <a:gd name="connsiteX27" fmla="*/ 6221177 w 6512821"/>
                <a:gd name="connsiteY27" fmla="*/ 1344767 h 1648590"/>
                <a:gd name="connsiteX28" fmla="*/ 5978509 w 6512821"/>
                <a:gd name="connsiteY28" fmla="*/ 1467143 h 1648590"/>
                <a:gd name="connsiteX29" fmla="*/ 6058031 w 6512821"/>
                <a:gd name="connsiteY29" fmla="*/ 1542561 h 1648590"/>
                <a:gd name="connsiteX30" fmla="*/ 5866359 w 6512821"/>
                <a:gd name="connsiteY30" fmla="*/ 1648590 h 1648590"/>
                <a:gd name="connsiteX31" fmla="*/ 5637954 w 6512821"/>
                <a:gd name="connsiteY31" fmla="*/ 1398823 h 1648590"/>
                <a:gd name="connsiteX32" fmla="*/ 5868378 w 6512821"/>
                <a:gd name="connsiteY32" fmla="*/ 1146973 h 1648590"/>
                <a:gd name="connsiteX33" fmla="*/ 6056989 w 6512821"/>
                <a:gd name="connsiteY33" fmla="*/ 1250983 h 1648590"/>
                <a:gd name="connsiteX34" fmla="*/ 5975448 w 6512821"/>
                <a:gd name="connsiteY34" fmla="*/ 1333565 h 1648590"/>
                <a:gd name="connsiteX35" fmla="*/ 5867401 w 6512821"/>
                <a:gd name="connsiteY35" fmla="*/ 1266288 h 1648590"/>
                <a:gd name="connsiteX36" fmla="*/ 5766452 w 6512821"/>
                <a:gd name="connsiteY36" fmla="*/ 1396804 h 1648590"/>
                <a:gd name="connsiteX37" fmla="*/ 5868378 w 6512821"/>
                <a:gd name="connsiteY37" fmla="*/ 1528299 h 1648590"/>
                <a:gd name="connsiteX38" fmla="*/ 5978509 w 6512821"/>
                <a:gd name="connsiteY38" fmla="*/ 1467143 h 1648590"/>
                <a:gd name="connsiteX39" fmla="*/ 4869246 w 6512821"/>
                <a:gd name="connsiteY39" fmla="*/ 667825 h 1648590"/>
                <a:gd name="connsiteX40" fmla="*/ 4750973 w 6512821"/>
                <a:gd name="connsiteY40" fmla="*/ 667825 h 1648590"/>
                <a:gd name="connsiteX41" fmla="*/ 4750973 w 6512821"/>
                <a:gd name="connsiteY41" fmla="*/ 634153 h 1648590"/>
                <a:gd name="connsiteX42" fmla="*/ 4638822 w 6512821"/>
                <a:gd name="connsiteY42" fmla="*/ 677984 h 1648590"/>
                <a:gd name="connsiteX43" fmla="*/ 4467535 w 6512821"/>
                <a:gd name="connsiteY43" fmla="*/ 458763 h 1648590"/>
                <a:gd name="connsiteX44" fmla="*/ 4467535 w 6512821"/>
                <a:gd name="connsiteY44" fmla="*/ 186527 h 1648590"/>
                <a:gd name="connsiteX45" fmla="*/ 4587827 w 6512821"/>
                <a:gd name="connsiteY45" fmla="*/ 186527 h 1648590"/>
                <a:gd name="connsiteX46" fmla="*/ 4587827 w 6512821"/>
                <a:gd name="connsiteY46" fmla="*/ 448538 h 1648590"/>
                <a:gd name="connsiteX47" fmla="*/ 4668390 w 6512821"/>
                <a:gd name="connsiteY47" fmla="*/ 562708 h 1648590"/>
                <a:gd name="connsiteX48" fmla="*/ 4748954 w 6512821"/>
                <a:gd name="connsiteY48" fmla="*/ 452576 h 1648590"/>
                <a:gd name="connsiteX49" fmla="*/ 4748954 w 6512821"/>
                <a:gd name="connsiteY49" fmla="*/ 186462 h 1648590"/>
                <a:gd name="connsiteX50" fmla="*/ 4869246 w 6512821"/>
                <a:gd name="connsiteY50" fmla="*/ 186462 h 1648590"/>
                <a:gd name="connsiteX51" fmla="*/ 4869246 w 6512821"/>
                <a:gd name="connsiteY51" fmla="*/ 667695 h 1648590"/>
                <a:gd name="connsiteX52" fmla="*/ 5244449 w 6512821"/>
                <a:gd name="connsiteY52" fmla="*/ 527083 h 1648590"/>
                <a:gd name="connsiteX53" fmla="*/ 5227125 w 6512821"/>
                <a:gd name="connsiteY53" fmla="*/ 649458 h 1648590"/>
                <a:gd name="connsiteX54" fmla="*/ 5128261 w 6512821"/>
                <a:gd name="connsiteY54" fmla="*/ 677984 h 1648590"/>
                <a:gd name="connsiteX55" fmla="*/ 4997744 w 6512821"/>
                <a:gd name="connsiteY55" fmla="*/ 535224 h 1648590"/>
                <a:gd name="connsiteX56" fmla="*/ 4997744 w 6512821"/>
                <a:gd name="connsiteY56" fmla="*/ 301739 h 1648590"/>
                <a:gd name="connsiteX57" fmla="*/ 4928447 w 6512821"/>
                <a:gd name="connsiteY57" fmla="*/ 301739 h 1648590"/>
                <a:gd name="connsiteX58" fmla="*/ 4928447 w 6512821"/>
                <a:gd name="connsiteY58" fmla="*/ 186527 h 1648590"/>
                <a:gd name="connsiteX59" fmla="*/ 4997744 w 6512821"/>
                <a:gd name="connsiteY59" fmla="*/ 186527 h 1648590"/>
                <a:gd name="connsiteX60" fmla="*/ 4997744 w 6512821"/>
                <a:gd name="connsiteY60" fmla="*/ 61155 h 1648590"/>
                <a:gd name="connsiteX61" fmla="*/ 5118035 w 6512821"/>
                <a:gd name="connsiteY61" fmla="*/ 0 h 1648590"/>
                <a:gd name="connsiteX62" fmla="*/ 5118035 w 6512821"/>
                <a:gd name="connsiteY62" fmla="*/ 186592 h 1648590"/>
                <a:gd name="connsiteX63" fmla="*/ 5232205 w 6512821"/>
                <a:gd name="connsiteY63" fmla="*/ 186592 h 1648590"/>
                <a:gd name="connsiteX64" fmla="*/ 5232205 w 6512821"/>
                <a:gd name="connsiteY64" fmla="*/ 301804 h 1648590"/>
                <a:gd name="connsiteX65" fmla="*/ 5118035 w 6512821"/>
                <a:gd name="connsiteY65" fmla="*/ 301804 h 1648590"/>
                <a:gd name="connsiteX66" fmla="*/ 5118035 w 6512821"/>
                <a:gd name="connsiteY66" fmla="*/ 503701 h 1648590"/>
                <a:gd name="connsiteX67" fmla="*/ 5164928 w 6512821"/>
                <a:gd name="connsiteY67" fmla="*/ 560819 h 1648590"/>
                <a:gd name="connsiteX68" fmla="*/ 5244449 w 6512821"/>
                <a:gd name="connsiteY68" fmla="*/ 527148 h 1648590"/>
                <a:gd name="connsiteX69" fmla="*/ 3417407 w 6512821"/>
                <a:gd name="connsiteY69" fmla="*/ 667825 h 1648590"/>
                <a:gd name="connsiteX70" fmla="*/ 3297116 w 6512821"/>
                <a:gd name="connsiteY70" fmla="*/ 667825 h 1648590"/>
                <a:gd name="connsiteX71" fmla="*/ 3297116 w 6512821"/>
                <a:gd name="connsiteY71" fmla="*/ 405814 h 1648590"/>
                <a:gd name="connsiteX72" fmla="*/ 3215575 w 6512821"/>
                <a:gd name="connsiteY72" fmla="*/ 292621 h 1648590"/>
                <a:gd name="connsiteX73" fmla="*/ 3132993 w 6512821"/>
                <a:gd name="connsiteY73" fmla="*/ 402753 h 1648590"/>
                <a:gd name="connsiteX74" fmla="*/ 3132993 w 6512821"/>
                <a:gd name="connsiteY74" fmla="*/ 667825 h 1648590"/>
                <a:gd name="connsiteX75" fmla="*/ 3012701 w 6512821"/>
                <a:gd name="connsiteY75" fmla="*/ 667825 h 1648590"/>
                <a:gd name="connsiteX76" fmla="*/ 3012701 w 6512821"/>
                <a:gd name="connsiteY76" fmla="*/ 61221 h 1648590"/>
                <a:gd name="connsiteX77" fmla="*/ 3132993 w 6512821"/>
                <a:gd name="connsiteY77" fmla="*/ 65 h 1648590"/>
                <a:gd name="connsiteX78" fmla="*/ 3132993 w 6512821"/>
                <a:gd name="connsiteY78" fmla="*/ 220264 h 1648590"/>
                <a:gd name="connsiteX79" fmla="*/ 3246186 w 6512821"/>
                <a:gd name="connsiteY79" fmla="*/ 176432 h 1648590"/>
                <a:gd name="connsiteX80" fmla="*/ 3417473 w 6512821"/>
                <a:gd name="connsiteY80" fmla="*/ 396631 h 1648590"/>
                <a:gd name="connsiteX81" fmla="*/ 3417473 w 6512821"/>
                <a:gd name="connsiteY81" fmla="*/ 667825 h 1648590"/>
                <a:gd name="connsiteX82" fmla="*/ 5564554 w 6512821"/>
                <a:gd name="connsiteY82" fmla="*/ 1638365 h 1648590"/>
                <a:gd name="connsiteX83" fmla="*/ 5440160 w 6512821"/>
                <a:gd name="connsiteY83" fmla="*/ 1638365 h 1648590"/>
                <a:gd name="connsiteX84" fmla="*/ 5440160 w 6512821"/>
                <a:gd name="connsiteY84" fmla="*/ 1376355 h 1648590"/>
                <a:gd name="connsiteX85" fmla="*/ 5357577 w 6512821"/>
                <a:gd name="connsiteY85" fmla="*/ 1264204 h 1648590"/>
                <a:gd name="connsiteX86" fmla="*/ 5273952 w 6512821"/>
                <a:gd name="connsiteY86" fmla="*/ 1373293 h 1648590"/>
                <a:gd name="connsiteX87" fmla="*/ 5273952 w 6512821"/>
                <a:gd name="connsiteY87" fmla="*/ 1638365 h 1648590"/>
                <a:gd name="connsiteX88" fmla="*/ 5149558 w 6512821"/>
                <a:gd name="connsiteY88" fmla="*/ 1638365 h 1648590"/>
                <a:gd name="connsiteX89" fmla="*/ 5149558 w 6512821"/>
                <a:gd name="connsiteY89" fmla="*/ 1157133 h 1648590"/>
                <a:gd name="connsiteX90" fmla="*/ 5273952 w 6512821"/>
                <a:gd name="connsiteY90" fmla="*/ 1157133 h 1648590"/>
                <a:gd name="connsiteX91" fmla="*/ 5273952 w 6512821"/>
                <a:gd name="connsiteY91" fmla="*/ 1189762 h 1648590"/>
                <a:gd name="connsiteX92" fmla="*/ 5391183 w 6512821"/>
                <a:gd name="connsiteY92" fmla="*/ 1146973 h 1648590"/>
                <a:gd name="connsiteX93" fmla="*/ 5564490 w 6512821"/>
                <a:gd name="connsiteY93" fmla="*/ 1366195 h 1648590"/>
                <a:gd name="connsiteX94" fmla="*/ 5564490 w 6512821"/>
                <a:gd name="connsiteY94" fmla="*/ 1638430 h 1648590"/>
                <a:gd name="connsiteX95" fmla="*/ 4008772 w 6512821"/>
                <a:gd name="connsiteY95" fmla="*/ 1115386 h 1648590"/>
                <a:gd name="connsiteX96" fmla="*/ 4080152 w 6512821"/>
                <a:gd name="connsiteY96" fmla="*/ 1044005 h 1648590"/>
                <a:gd name="connsiteX97" fmla="*/ 4008772 w 6512821"/>
                <a:gd name="connsiteY97" fmla="*/ 972624 h 1648590"/>
                <a:gd name="connsiteX98" fmla="*/ 3937391 w 6512821"/>
                <a:gd name="connsiteY98" fmla="*/ 1044005 h 1648590"/>
                <a:gd name="connsiteX99" fmla="*/ 4008772 w 6512821"/>
                <a:gd name="connsiteY99" fmla="*/ 1115386 h 1648590"/>
                <a:gd name="connsiteX100" fmla="*/ 829864 w 6512821"/>
                <a:gd name="connsiteY100" fmla="*/ 1115386 h 1648590"/>
                <a:gd name="connsiteX101" fmla="*/ 901244 w 6512821"/>
                <a:gd name="connsiteY101" fmla="*/ 1044005 h 1648590"/>
                <a:gd name="connsiteX102" fmla="*/ 829864 w 6512821"/>
                <a:gd name="connsiteY102" fmla="*/ 972624 h 1648590"/>
                <a:gd name="connsiteX103" fmla="*/ 758483 w 6512821"/>
                <a:gd name="connsiteY103" fmla="*/ 1044005 h 1648590"/>
                <a:gd name="connsiteX104" fmla="*/ 829864 w 6512821"/>
                <a:gd name="connsiteY104" fmla="*/ 1115386 h 1648590"/>
                <a:gd name="connsiteX105" fmla="*/ 6512756 w 6512821"/>
                <a:gd name="connsiteY105" fmla="*/ 426134 h 1648590"/>
                <a:gd name="connsiteX106" fmla="*/ 6510737 w 6512821"/>
                <a:gd name="connsiteY106" fmla="*/ 467946 h 1648590"/>
                <a:gd name="connsiteX107" fmla="*/ 6219158 w 6512821"/>
                <a:gd name="connsiteY107" fmla="*/ 467946 h 1648590"/>
                <a:gd name="connsiteX108" fmla="*/ 6322126 w 6512821"/>
                <a:gd name="connsiteY108" fmla="*/ 562773 h 1648590"/>
                <a:gd name="connsiteX109" fmla="*/ 6405751 w 6512821"/>
                <a:gd name="connsiteY109" fmla="*/ 529102 h 1648590"/>
                <a:gd name="connsiteX110" fmla="*/ 6491394 w 6512821"/>
                <a:gd name="connsiteY110" fmla="*/ 601459 h 1648590"/>
                <a:gd name="connsiteX111" fmla="*/ 6317046 w 6512821"/>
                <a:gd name="connsiteY111" fmla="*/ 677919 h 1648590"/>
                <a:gd name="connsiteX112" fmla="*/ 6095805 w 6512821"/>
                <a:gd name="connsiteY112" fmla="*/ 428153 h 1648590"/>
                <a:gd name="connsiteX113" fmla="*/ 6308905 w 6512821"/>
                <a:gd name="connsiteY113" fmla="*/ 176302 h 1648590"/>
                <a:gd name="connsiteX114" fmla="*/ 6512821 w 6512821"/>
                <a:gd name="connsiteY114" fmla="*/ 426069 h 1648590"/>
                <a:gd name="connsiteX115" fmla="*/ 6221177 w 6512821"/>
                <a:gd name="connsiteY115" fmla="*/ 374162 h 1648590"/>
                <a:gd name="connsiteX116" fmla="*/ 6392465 w 6512821"/>
                <a:gd name="connsiteY116" fmla="*/ 374162 h 1648590"/>
                <a:gd name="connsiteX117" fmla="*/ 6304802 w 6512821"/>
                <a:gd name="connsiteY117" fmla="*/ 283438 h 1648590"/>
                <a:gd name="connsiteX118" fmla="*/ 6221177 w 6512821"/>
                <a:gd name="connsiteY118" fmla="*/ 374162 h 1648590"/>
                <a:gd name="connsiteX119" fmla="*/ 5702235 w 6512821"/>
                <a:gd name="connsiteY119" fmla="*/ 667825 h 1648590"/>
                <a:gd name="connsiteX120" fmla="*/ 5583963 w 6512821"/>
                <a:gd name="connsiteY120" fmla="*/ 667825 h 1648590"/>
                <a:gd name="connsiteX121" fmla="*/ 5583963 w 6512821"/>
                <a:gd name="connsiteY121" fmla="*/ 634153 h 1648590"/>
                <a:gd name="connsiteX122" fmla="*/ 5471812 w 6512821"/>
                <a:gd name="connsiteY122" fmla="*/ 677984 h 1648590"/>
                <a:gd name="connsiteX123" fmla="*/ 5300525 w 6512821"/>
                <a:gd name="connsiteY123" fmla="*/ 458763 h 1648590"/>
                <a:gd name="connsiteX124" fmla="*/ 5300525 w 6512821"/>
                <a:gd name="connsiteY124" fmla="*/ 186527 h 1648590"/>
                <a:gd name="connsiteX125" fmla="*/ 5420817 w 6512821"/>
                <a:gd name="connsiteY125" fmla="*/ 186527 h 1648590"/>
                <a:gd name="connsiteX126" fmla="*/ 5420817 w 6512821"/>
                <a:gd name="connsiteY126" fmla="*/ 448538 h 1648590"/>
                <a:gd name="connsiteX127" fmla="*/ 5501380 w 6512821"/>
                <a:gd name="connsiteY127" fmla="*/ 562708 h 1648590"/>
                <a:gd name="connsiteX128" fmla="*/ 5581944 w 6512821"/>
                <a:gd name="connsiteY128" fmla="*/ 452576 h 1648590"/>
                <a:gd name="connsiteX129" fmla="*/ 5581944 w 6512821"/>
                <a:gd name="connsiteY129" fmla="*/ 186462 h 1648590"/>
                <a:gd name="connsiteX130" fmla="*/ 5702235 w 6512821"/>
                <a:gd name="connsiteY130" fmla="*/ 186462 h 1648590"/>
                <a:gd name="connsiteX131" fmla="*/ 5702235 w 6512821"/>
                <a:gd name="connsiteY131" fmla="*/ 667695 h 1648590"/>
                <a:gd name="connsiteX132" fmla="*/ 3895579 w 6512821"/>
                <a:gd name="connsiteY132" fmla="*/ 426134 h 1648590"/>
                <a:gd name="connsiteX133" fmla="*/ 3893560 w 6512821"/>
                <a:gd name="connsiteY133" fmla="*/ 467946 h 1648590"/>
                <a:gd name="connsiteX134" fmla="*/ 3601981 w 6512821"/>
                <a:gd name="connsiteY134" fmla="*/ 467946 h 1648590"/>
                <a:gd name="connsiteX135" fmla="*/ 3704949 w 6512821"/>
                <a:gd name="connsiteY135" fmla="*/ 562773 h 1648590"/>
                <a:gd name="connsiteX136" fmla="*/ 3788573 w 6512821"/>
                <a:gd name="connsiteY136" fmla="*/ 529102 h 1648590"/>
                <a:gd name="connsiteX137" fmla="*/ 3874217 w 6512821"/>
                <a:gd name="connsiteY137" fmla="*/ 601459 h 1648590"/>
                <a:gd name="connsiteX138" fmla="*/ 3699868 w 6512821"/>
                <a:gd name="connsiteY138" fmla="*/ 677919 h 1648590"/>
                <a:gd name="connsiteX139" fmla="*/ 3478628 w 6512821"/>
                <a:gd name="connsiteY139" fmla="*/ 428153 h 1648590"/>
                <a:gd name="connsiteX140" fmla="*/ 3691727 w 6512821"/>
                <a:gd name="connsiteY140" fmla="*/ 176302 h 1648590"/>
                <a:gd name="connsiteX141" fmla="*/ 3895644 w 6512821"/>
                <a:gd name="connsiteY141" fmla="*/ 426069 h 1648590"/>
                <a:gd name="connsiteX142" fmla="*/ 3604000 w 6512821"/>
                <a:gd name="connsiteY142" fmla="*/ 374162 h 1648590"/>
                <a:gd name="connsiteX143" fmla="*/ 3775287 w 6512821"/>
                <a:gd name="connsiteY143" fmla="*/ 374162 h 1648590"/>
                <a:gd name="connsiteX144" fmla="*/ 3687624 w 6512821"/>
                <a:gd name="connsiteY144" fmla="*/ 283438 h 1648590"/>
                <a:gd name="connsiteX145" fmla="*/ 3604000 w 6512821"/>
                <a:gd name="connsiteY145" fmla="*/ 374162 h 1648590"/>
                <a:gd name="connsiteX146" fmla="*/ 4579686 w 6512821"/>
                <a:gd name="connsiteY146" fmla="*/ 1638365 h 1648590"/>
                <a:gd name="connsiteX147" fmla="*/ 4455291 w 6512821"/>
                <a:gd name="connsiteY147" fmla="*/ 1638365 h 1648590"/>
                <a:gd name="connsiteX148" fmla="*/ 4455291 w 6512821"/>
                <a:gd name="connsiteY148" fmla="*/ 1606778 h 1648590"/>
                <a:gd name="connsiteX149" fmla="*/ 4346201 w 6512821"/>
                <a:gd name="connsiteY149" fmla="*/ 1648590 h 1648590"/>
                <a:gd name="connsiteX150" fmla="*/ 4148406 w 6512821"/>
                <a:gd name="connsiteY150" fmla="*/ 1393678 h 1648590"/>
                <a:gd name="connsiteX151" fmla="*/ 4343140 w 6512821"/>
                <a:gd name="connsiteY151" fmla="*/ 1146973 h 1648590"/>
                <a:gd name="connsiteX152" fmla="*/ 4455291 w 6512821"/>
                <a:gd name="connsiteY152" fmla="*/ 1185724 h 1648590"/>
                <a:gd name="connsiteX153" fmla="*/ 4455291 w 6512821"/>
                <a:gd name="connsiteY153" fmla="*/ 1031761 h 1648590"/>
                <a:gd name="connsiteX154" fmla="*/ 4579686 w 6512821"/>
                <a:gd name="connsiteY154" fmla="*/ 969564 h 1648590"/>
                <a:gd name="connsiteX155" fmla="*/ 4579686 w 6512821"/>
                <a:gd name="connsiteY155" fmla="*/ 1638365 h 1648590"/>
                <a:gd name="connsiteX156" fmla="*/ 4455356 w 6512821"/>
                <a:gd name="connsiteY156" fmla="*/ 1489547 h 1648590"/>
                <a:gd name="connsiteX157" fmla="*/ 4455356 w 6512821"/>
                <a:gd name="connsiteY157" fmla="*/ 1306016 h 1648590"/>
                <a:gd name="connsiteX158" fmla="*/ 4368670 w 6512821"/>
                <a:gd name="connsiteY158" fmla="*/ 1264204 h 1648590"/>
                <a:gd name="connsiteX159" fmla="*/ 4278924 w 6512821"/>
                <a:gd name="connsiteY159" fmla="*/ 1389575 h 1648590"/>
                <a:gd name="connsiteX160" fmla="*/ 4371731 w 6512821"/>
                <a:gd name="connsiteY160" fmla="*/ 1531294 h 1648590"/>
                <a:gd name="connsiteX161" fmla="*/ 4455356 w 6512821"/>
                <a:gd name="connsiteY161" fmla="*/ 1489482 h 1648590"/>
                <a:gd name="connsiteX162" fmla="*/ 3945532 w 6512821"/>
                <a:gd name="connsiteY162" fmla="*/ 1157198 h 1648590"/>
                <a:gd name="connsiteX163" fmla="*/ 3945532 w 6512821"/>
                <a:gd name="connsiteY163" fmla="*/ 1638430 h 1648590"/>
                <a:gd name="connsiteX164" fmla="*/ 4069927 w 6512821"/>
                <a:gd name="connsiteY164" fmla="*/ 1638430 h 1648590"/>
                <a:gd name="connsiteX165" fmla="*/ 4069927 w 6512821"/>
                <a:gd name="connsiteY165" fmla="*/ 1157198 h 1648590"/>
                <a:gd name="connsiteX166" fmla="*/ 3945532 w 6512821"/>
                <a:gd name="connsiteY166" fmla="*/ 1157198 h 1648590"/>
                <a:gd name="connsiteX167" fmla="*/ 3873175 w 6512821"/>
                <a:gd name="connsiteY167" fmla="*/ 985911 h 1648590"/>
                <a:gd name="connsiteX168" fmla="*/ 3873175 w 6512821"/>
                <a:gd name="connsiteY168" fmla="*/ 1085817 h 1648590"/>
                <a:gd name="connsiteX169" fmla="*/ 3812019 w 6512821"/>
                <a:gd name="connsiteY169" fmla="*/ 1076634 h 1648590"/>
                <a:gd name="connsiteX170" fmla="*/ 3760047 w 6512821"/>
                <a:gd name="connsiteY170" fmla="*/ 1118447 h 1648590"/>
                <a:gd name="connsiteX171" fmla="*/ 3760047 w 6512821"/>
                <a:gd name="connsiteY171" fmla="*/ 1157198 h 1648590"/>
                <a:gd name="connsiteX172" fmla="*/ 3863015 w 6512821"/>
                <a:gd name="connsiteY172" fmla="*/ 1157198 h 1648590"/>
                <a:gd name="connsiteX173" fmla="*/ 3863015 w 6512821"/>
                <a:gd name="connsiteY173" fmla="*/ 1273452 h 1648590"/>
                <a:gd name="connsiteX174" fmla="*/ 3760047 w 6512821"/>
                <a:gd name="connsiteY174" fmla="*/ 1273452 h 1648590"/>
                <a:gd name="connsiteX175" fmla="*/ 3760047 w 6512821"/>
                <a:gd name="connsiteY175" fmla="*/ 1638430 h 1648590"/>
                <a:gd name="connsiteX176" fmla="*/ 3635652 w 6512821"/>
                <a:gd name="connsiteY176" fmla="*/ 1638430 h 1648590"/>
                <a:gd name="connsiteX177" fmla="*/ 3635652 w 6512821"/>
                <a:gd name="connsiteY177" fmla="*/ 1273452 h 1648590"/>
                <a:gd name="connsiteX178" fmla="*/ 3568375 w 6512821"/>
                <a:gd name="connsiteY178" fmla="*/ 1273452 h 1648590"/>
                <a:gd name="connsiteX179" fmla="*/ 3568375 w 6512821"/>
                <a:gd name="connsiteY179" fmla="*/ 1157198 h 1648590"/>
                <a:gd name="connsiteX180" fmla="*/ 3635652 w 6512821"/>
                <a:gd name="connsiteY180" fmla="*/ 1157198 h 1648590"/>
                <a:gd name="connsiteX181" fmla="*/ 3635652 w 6512821"/>
                <a:gd name="connsiteY181" fmla="*/ 1099104 h 1648590"/>
                <a:gd name="connsiteX182" fmla="*/ 3782451 w 6512821"/>
                <a:gd name="connsiteY182" fmla="*/ 972690 h 1648590"/>
                <a:gd name="connsiteX183" fmla="*/ 3873175 w 6512821"/>
                <a:gd name="connsiteY183" fmla="*/ 985976 h 1648590"/>
                <a:gd name="connsiteX184" fmla="*/ 3507154 w 6512821"/>
                <a:gd name="connsiteY184" fmla="*/ 1638365 h 1648590"/>
                <a:gd name="connsiteX185" fmla="*/ 3382759 w 6512821"/>
                <a:gd name="connsiteY185" fmla="*/ 1638365 h 1648590"/>
                <a:gd name="connsiteX186" fmla="*/ 3382759 w 6512821"/>
                <a:gd name="connsiteY186" fmla="*/ 1376355 h 1648590"/>
                <a:gd name="connsiteX187" fmla="*/ 3300177 w 6512821"/>
                <a:gd name="connsiteY187" fmla="*/ 1264204 h 1648590"/>
                <a:gd name="connsiteX188" fmla="*/ 3216552 w 6512821"/>
                <a:gd name="connsiteY188" fmla="*/ 1373293 h 1648590"/>
                <a:gd name="connsiteX189" fmla="*/ 3216552 w 6512821"/>
                <a:gd name="connsiteY189" fmla="*/ 1638365 h 1648590"/>
                <a:gd name="connsiteX190" fmla="*/ 3092157 w 6512821"/>
                <a:gd name="connsiteY190" fmla="*/ 1638365 h 1648590"/>
                <a:gd name="connsiteX191" fmla="*/ 3092157 w 6512821"/>
                <a:gd name="connsiteY191" fmla="*/ 1157133 h 1648590"/>
                <a:gd name="connsiteX192" fmla="*/ 3216552 w 6512821"/>
                <a:gd name="connsiteY192" fmla="*/ 1157133 h 1648590"/>
                <a:gd name="connsiteX193" fmla="*/ 3216552 w 6512821"/>
                <a:gd name="connsiteY193" fmla="*/ 1189762 h 1648590"/>
                <a:gd name="connsiteX194" fmla="*/ 3333783 w 6512821"/>
                <a:gd name="connsiteY194" fmla="*/ 1146973 h 1648590"/>
                <a:gd name="connsiteX195" fmla="*/ 3507089 w 6512821"/>
                <a:gd name="connsiteY195" fmla="*/ 1366195 h 1648590"/>
                <a:gd name="connsiteX196" fmla="*/ 3507089 w 6512821"/>
                <a:gd name="connsiteY196" fmla="*/ 1638430 h 1648590"/>
                <a:gd name="connsiteX197" fmla="*/ 2792437 w 6512821"/>
                <a:gd name="connsiteY197" fmla="*/ 1146973 h 1648590"/>
                <a:gd name="connsiteX198" fmla="*/ 2567094 w 6512821"/>
                <a:gd name="connsiteY198" fmla="*/ 1397782 h 1648590"/>
                <a:gd name="connsiteX199" fmla="*/ 2792437 w 6512821"/>
                <a:gd name="connsiteY199" fmla="*/ 1648590 h 1648590"/>
                <a:gd name="connsiteX200" fmla="*/ 3017781 w 6512821"/>
                <a:gd name="connsiteY200" fmla="*/ 1397782 h 1648590"/>
                <a:gd name="connsiteX201" fmla="*/ 2792437 w 6512821"/>
                <a:gd name="connsiteY201" fmla="*/ 1146973 h 1648590"/>
                <a:gd name="connsiteX202" fmla="*/ 2792437 w 6512821"/>
                <a:gd name="connsiteY202" fmla="*/ 1528299 h 1648590"/>
                <a:gd name="connsiteX203" fmla="*/ 2695592 w 6512821"/>
                <a:gd name="connsiteY203" fmla="*/ 1397782 h 1648590"/>
                <a:gd name="connsiteX204" fmla="*/ 2792437 w 6512821"/>
                <a:gd name="connsiteY204" fmla="*/ 1266288 h 1648590"/>
                <a:gd name="connsiteX205" fmla="*/ 2889283 w 6512821"/>
                <a:gd name="connsiteY205" fmla="*/ 1397782 h 1648590"/>
                <a:gd name="connsiteX206" fmla="*/ 2792437 w 6512821"/>
                <a:gd name="connsiteY206" fmla="*/ 1528299 h 1648590"/>
                <a:gd name="connsiteX207" fmla="*/ 2446802 w 6512821"/>
                <a:gd name="connsiteY207" fmla="*/ 1467143 h 1648590"/>
                <a:gd name="connsiteX208" fmla="*/ 2526323 w 6512821"/>
                <a:gd name="connsiteY208" fmla="*/ 1542561 h 1648590"/>
                <a:gd name="connsiteX209" fmla="*/ 2334651 w 6512821"/>
                <a:gd name="connsiteY209" fmla="*/ 1648590 h 1648590"/>
                <a:gd name="connsiteX210" fmla="*/ 2106246 w 6512821"/>
                <a:gd name="connsiteY210" fmla="*/ 1398823 h 1648590"/>
                <a:gd name="connsiteX211" fmla="*/ 2336670 w 6512821"/>
                <a:gd name="connsiteY211" fmla="*/ 1146973 h 1648590"/>
                <a:gd name="connsiteX212" fmla="*/ 2525281 w 6512821"/>
                <a:gd name="connsiteY212" fmla="*/ 1250983 h 1648590"/>
                <a:gd name="connsiteX213" fmla="*/ 2443741 w 6512821"/>
                <a:gd name="connsiteY213" fmla="*/ 1333565 h 1648590"/>
                <a:gd name="connsiteX214" fmla="*/ 2335693 w 6512821"/>
                <a:gd name="connsiteY214" fmla="*/ 1266288 h 1648590"/>
                <a:gd name="connsiteX215" fmla="*/ 2234744 w 6512821"/>
                <a:gd name="connsiteY215" fmla="*/ 1396804 h 1648590"/>
                <a:gd name="connsiteX216" fmla="*/ 2336670 w 6512821"/>
                <a:gd name="connsiteY216" fmla="*/ 1528299 h 1648590"/>
                <a:gd name="connsiteX217" fmla="*/ 2446802 w 6512821"/>
                <a:gd name="connsiteY217" fmla="*/ 1467143 h 1648590"/>
                <a:gd name="connsiteX218" fmla="*/ 1803530 w 6512821"/>
                <a:gd name="connsiteY218" fmla="*/ 1638365 h 1648590"/>
                <a:gd name="connsiteX219" fmla="*/ 1679135 w 6512821"/>
                <a:gd name="connsiteY219" fmla="*/ 1638365 h 1648590"/>
                <a:gd name="connsiteX220" fmla="*/ 1679135 w 6512821"/>
                <a:gd name="connsiteY220" fmla="*/ 1376355 h 1648590"/>
                <a:gd name="connsiteX221" fmla="*/ 1596553 w 6512821"/>
                <a:gd name="connsiteY221" fmla="*/ 1264204 h 1648590"/>
                <a:gd name="connsiteX222" fmla="*/ 1511951 w 6512821"/>
                <a:gd name="connsiteY222" fmla="*/ 1373293 h 1648590"/>
                <a:gd name="connsiteX223" fmla="*/ 1511951 w 6512821"/>
                <a:gd name="connsiteY223" fmla="*/ 1638365 h 1648590"/>
                <a:gd name="connsiteX224" fmla="*/ 1387557 w 6512821"/>
                <a:gd name="connsiteY224" fmla="*/ 1638365 h 1648590"/>
                <a:gd name="connsiteX225" fmla="*/ 1387557 w 6512821"/>
                <a:gd name="connsiteY225" fmla="*/ 1031761 h 1648590"/>
                <a:gd name="connsiteX226" fmla="*/ 1511951 w 6512821"/>
                <a:gd name="connsiteY226" fmla="*/ 969564 h 1648590"/>
                <a:gd name="connsiteX227" fmla="*/ 1511951 w 6512821"/>
                <a:gd name="connsiteY227" fmla="*/ 1189762 h 1648590"/>
                <a:gd name="connsiteX228" fmla="*/ 1632243 w 6512821"/>
                <a:gd name="connsiteY228" fmla="*/ 1146973 h 1648590"/>
                <a:gd name="connsiteX229" fmla="*/ 1803530 w 6512821"/>
                <a:gd name="connsiteY229" fmla="*/ 1366195 h 1648590"/>
                <a:gd name="connsiteX230" fmla="*/ 1803530 w 6512821"/>
                <a:gd name="connsiteY230" fmla="*/ 1638430 h 1648590"/>
                <a:gd name="connsiteX231" fmla="*/ 1311031 w 6512821"/>
                <a:gd name="connsiteY231" fmla="*/ 1493650 h 1648590"/>
                <a:gd name="connsiteX232" fmla="*/ 1292665 w 6512821"/>
                <a:gd name="connsiteY232" fmla="*/ 1619022 h 1648590"/>
                <a:gd name="connsiteX233" fmla="*/ 1173350 w 6512821"/>
                <a:gd name="connsiteY233" fmla="*/ 1648590 h 1648590"/>
                <a:gd name="connsiteX234" fmla="*/ 1043875 w 6512821"/>
                <a:gd name="connsiteY234" fmla="*/ 1504852 h 1648590"/>
                <a:gd name="connsiteX235" fmla="*/ 1043875 w 6512821"/>
                <a:gd name="connsiteY235" fmla="*/ 1273387 h 1648590"/>
                <a:gd name="connsiteX236" fmla="*/ 960250 w 6512821"/>
                <a:gd name="connsiteY236" fmla="*/ 1273387 h 1648590"/>
                <a:gd name="connsiteX237" fmla="*/ 960250 w 6512821"/>
                <a:gd name="connsiteY237" fmla="*/ 1157133 h 1648590"/>
                <a:gd name="connsiteX238" fmla="*/ 1043875 w 6512821"/>
                <a:gd name="connsiteY238" fmla="*/ 1157133 h 1648590"/>
                <a:gd name="connsiteX239" fmla="*/ 1043875 w 6512821"/>
                <a:gd name="connsiteY239" fmla="*/ 1031761 h 1648590"/>
                <a:gd name="connsiteX240" fmla="*/ 1168270 w 6512821"/>
                <a:gd name="connsiteY240" fmla="*/ 969564 h 1648590"/>
                <a:gd name="connsiteX241" fmla="*/ 1168270 w 6512821"/>
                <a:gd name="connsiteY241" fmla="*/ 1157133 h 1648590"/>
                <a:gd name="connsiteX242" fmla="*/ 1308947 w 6512821"/>
                <a:gd name="connsiteY242" fmla="*/ 1157133 h 1648590"/>
                <a:gd name="connsiteX243" fmla="*/ 1308947 w 6512821"/>
                <a:gd name="connsiteY243" fmla="*/ 1273387 h 1648590"/>
                <a:gd name="connsiteX244" fmla="*/ 1168270 w 6512821"/>
                <a:gd name="connsiteY244" fmla="*/ 1273387 h 1648590"/>
                <a:gd name="connsiteX245" fmla="*/ 1168270 w 6512821"/>
                <a:gd name="connsiteY245" fmla="*/ 1471181 h 1648590"/>
                <a:gd name="connsiteX246" fmla="*/ 1214120 w 6512821"/>
                <a:gd name="connsiteY246" fmla="*/ 1529275 h 1648590"/>
                <a:gd name="connsiteX247" fmla="*/ 1310966 w 6512821"/>
                <a:gd name="connsiteY247" fmla="*/ 1493585 h 1648590"/>
                <a:gd name="connsiteX248" fmla="*/ 767666 w 6512821"/>
                <a:gd name="connsiteY248" fmla="*/ 1157198 h 1648590"/>
                <a:gd name="connsiteX249" fmla="*/ 767666 w 6512821"/>
                <a:gd name="connsiteY249" fmla="*/ 1638430 h 1648590"/>
                <a:gd name="connsiteX250" fmla="*/ 892061 w 6512821"/>
                <a:gd name="connsiteY250" fmla="*/ 1638430 h 1648590"/>
                <a:gd name="connsiteX251" fmla="*/ 892061 w 6512821"/>
                <a:gd name="connsiteY251" fmla="*/ 1157198 h 1648590"/>
                <a:gd name="connsiteX252" fmla="*/ 767666 w 6512821"/>
                <a:gd name="connsiteY252" fmla="*/ 1157198 h 1648590"/>
                <a:gd name="connsiteX253" fmla="*/ 702408 w 6512821"/>
                <a:gd name="connsiteY253" fmla="*/ 1157198 h 1648590"/>
                <a:gd name="connsiteX254" fmla="*/ 550529 w 6512821"/>
                <a:gd name="connsiteY254" fmla="*/ 1638430 h 1648590"/>
                <a:gd name="connsiteX255" fmla="*/ 436359 w 6512821"/>
                <a:gd name="connsiteY255" fmla="*/ 1638430 h 1648590"/>
                <a:gd name="connsiteX256" fmla="*/ 354819 w 6512821"/>
                <a:gd name="connsiteY256" fmla="*/ 1345809 h 1648590"/>
                <a:gd name="connsiteX257" fmla="*/ 272236 w 6512821"/>
                <a:gd name="connsiteY257" fmla="*/ 1638430 h 1648590"/>
                <a:gd name="connsiteX258" fmla="*/ 158066 w 6512821"/>
                <a:gd name="connsiteY258" fmla="*/ 1638430 h 1648590"/>
                <a:gd name="connsiteX259" fmla="*/ 7099 w 6512821"/>
                <a:gd name="connsiteY259" fmla="*/ 1157198 h 1648590"/>
                <a:gd name="connsiteX260" fmla="*/ 145757 w 6512821"/>
                <a:gd name="connsiteY260" fmla="*/ 1157198 h 1648590"/>
                <a:gd name="connsiteX261" fmla="*/ 218114 w 6512821"/>
                <a:gd name="connsiteY261" fmla="*/ 1436533 h 1648590"/>
                <a:gd name="connsiteX262" fmla="*/ 299655 w 6512821"/>
                <a:gd name="connsiteY262" fmla="*/ 1157198 h 1648590"/>
                <a:gd name="connsiteX263" fmla="*/ 412848 w 6512821"/>
                <a:gd name="connsiteY263" fmla="*/ 1157198 h 1648590"/>
                <a:gd name="connsiteX264" fmla="*/ 494388 w 6512821"/>
                <a:gd name="connsiteY264" fmla="*/ 1436533 h 1648590"/>
                <a:gd name="connsiteX265" fmla="*/ 567788 w 6512821"/>
                <a:gd name="connsiteY265" fmla="*/ 1157198 h 1648590"/>
                <a:gd name="connsiteX266" fmla="*/ 702343 w 6512821"/>
                <a:gd name="connsiteY266" fmla="*/ 1157198 h 1648590"/>
                <a:gd name="connsiteX267" fmla="*/ 4436990 w 6512821"/>
                <a:gd name="connsiteY267" fmla="*/ 16282 h 1648590"/>
                <a:gd name="connsiteX268" fmla="*/ 4436990 w 6512821"/>
                <a:gd name="connsiteY268" fmla="*/ 115147 h 1648590"/>
                <a:gd name="connsiteX269" fmla="*/ 4374792 w 6512821"/>
                <a:gd name="connsiteY269" fmla="*/ 104921 h 1648590"/>
                <a:gd name="connsiteX270" fmla="*/ 4322820 w 6512821"/>
                <a:gd name="connsiteY270" fmla="*/ 144715 h 1648590"/>
                <a:gd name="connsiteX271" fmla="*/ 4322820 w 6512821"/>
                <a:gd name="connsiteY271" fmla="*/ 186527 h 1648590"/>
                <a:gd name="connsiteX272" fmla="*/ 4404361 w 6512821"/>
                <a:gd name="connsiteY272" fmla="*/ 186527 h 1648590"/>
                <a:gd name="connsiteX273" fmla="*/ 4404361 w 6512821"/>
                <a:gd name="connsiteY273" fmla="*/ 302781 h 1648590"/>
                <a:gd name="connsiteX274" fmla="*/ 4322820 w 6512821"/>
                <a:gd name="connsiteY274" fmla="*/ 302781 h 1648590"/>
                <a:gd name="connsiteX275" fmla="*/ 4322820 w 6512821"/>
                <a:gd name="connsiteY275" fmla="*/ 667759 h 1648590"/>
                <a:gd name="connsiteX276" fmla="*/ 4202528 w 6512821"/>
                <a:gd name="connsiteY276" fmla="*/ 667759 h 1648590"/>
                <a:gd name="connsiteX277" fmla="*/ 4202528 w 6512821"/>
                <a:gd name="connsiteY277" fmla="*/ 302781 h 1648590"/>
                <a:gd name="connsiteX278" fmla="*/ 4143392 w 6512821"/>
                <a:gd name="connsiteY278" fmla="*/ 302781 h 1648590"/>
                <a:gd name="connsiteX279" fmla="*/ 4143392 w 6512821"/>
                <a:gd name="connsiteY279" fmla="*/ 186527 h 1648590"/>
                <a:gd name="connsiteX280" fmla="*/ 4202528 w 6512821"/>
                <a:gd name="connsiteY280" fmla="*/ 186527 h 1648590"/>
                <a:gd name="connsiteX281" fmla="*/ 4202528 w 6512821"/>
                <a:gd name="connsiteY281" fmla="*/ 128433 h 1648590"/>
                <a:gd name="connsiteX282" fmla="*/ 4348350 w 6512821"/>
                <a:gd name="connsiteY282" fmla="*/ 2019 h 1648590"/>
                <a:gd name="connsiteX283" fmla="*/ 4437055 w 6512821"/>
                <a:gd name="connsiteY283" fmla="*/ 16282 h 1648590"/>
                <a:gd name="connsiteX284" fmla="*/ 2957602 w 6512821"/>
                <a:gd name="connsiteY284" fmla="*/ 527083 h 1648590"/>
                <a:gd name="connsiteX285" fmla="*/ 2940278 w 6512821"/>
                <a:gd name="connsiteY285" fmla="*/ 649458 h 1648590"/>
                <a:gd name="connsiteX286" fmla="*/ 2843433 w 6512821"/>
                <a:gd name="connsiteY286" fmla="*/ 677984 h 1648590"/>
                <a:gd name="connsiteX287" fmla="*/ 2712916 w 6512821"/>
                <a:gd name="connsiteY287" fmla="*/ 535224 h 1648590"/>
                <a:gd name="connsiteX288" fmla="*/ 2712916 w 6512821"/>
                <a:gd name="connsiteY288" fmla="*/ 301739 h 1648590"/>
                <a:gd name="connsiteX289" fmla="*/ 2629291 w 6512821"/>
                <a:gd name="connsiteY289" fmla="*/ 301739 h 1648590"/>
                <a:gd name="connsiteX290" fmla="*/ 2629291 w 6512821"/>
                <a:gd name="connsiteY290" fmla="*/ 186527 h 1648590"/>
                <a:gd name="connsiteX291" fmla="*/ 2712916 w 6512821"/>
                <a:gd name="connsiteY291" fmla="*/ 186527 h 1648590"/>
                <a:gd name="connsiteX292" fmla="*/ 2712916 w 6512821"/>
                <a:gd name="connsiteY292" fmla="*/ 61155 h 1648590"/>
                <a:gd name="connsiteX293" fmla="*/ 2833208 w 6512821"/>
                <a:gd name="connsiteY293" fmla="*/ 0 h 1648590"/>
                <a:gd name="connsiteX294" fmla="*/ 2833208 w 6512821"/>
                <a:gd name="connsiteY294" fmla="*/ 186592 h 1648590"/>
                <a:gd name="connsiteX295" fmla="*/ 2945358 w 6512821"/>
                <a:gd name="connsiteY295" fmla="*/ 186592 h 1648590"/>
                <a:gd name="connsiteX296" fmla="*/ 2945358 w 6512821"/>
                <a:gd name="connsiteY296" fmla="*/ 301804 h 1648590"/>
                <a:gd name="connsiteX297" fmla="*/ 2833208 w 6512821"/>
                <a:gd name="connsiteY297" fmla="*/ 301804 h 1648590"/>
                <a:gd name="connsiteX298" fmla="*/ 2833208 w 6512821"/>
                <a:gd name="connsiteY298" fmla="*/ 503701 h 1648590"/>
                <a:gd name="connsiteX299" fmla="*/ 2880100 w 6512821"/>
                <a:gd name="connsiteY299" fmla="*/ 560819 h 1648590"/>
                <a:gd name="connsiteX300" fmla="*/ 2957602 w 6512821"/>
                <a:gd name="connsiteY300" fmla="*/ 527148 h 1648590"/>
                <a:gd name="connsiteX301" fmla="*/ 2397891 w 6512821"/>
                <a:gd name="connsiteY301" fmla="*/ 426134 h 1648590"/>
                <a:gd name="connsiteX302" fmla="*/ 2395872 w 6512821"/>
                <a:gd name="connsiteY302" fmla="*/ 467946 h 1648590"/>
                <a:gd name="connsiteX303" fmla="*/ 2114453 w 6512821"/>
                <a:gd name="connsiteY303" fmla="*/ 467946 h 1648590"/>
                <a:gd name="connsiteX304" fmla="*/ 2218462 w 6512821"/>
                <a:gd name="connsiteY304" fmla="*/ 562773 h 1648590"/>
                <a:gd name="connsiteX305" fmla="*/ 2301045 w 6512821"/>
                <a:gd name="connsiteY305" fmla="*/ 529102 h 1648590"/>
                <a:gd name="connsiteX306" fmla="*/ 2386689 w 6512821"/>
                <a:gd name="connsiteY306" fmla="*/ 601459 h 1648590"/>
                <a:gd name="connsiteX307" fmla="*/ 2210321 w 6512821"/>
                <a:gd name="connsiteY307" fmla="*/ 677919 h 1648590"/>
                <a:gd name="connsiteX308" fmla="*/ 1991100 w 6512821"/>
                <a:gd name="connsiteY308" fmla="*/ 429130 h 1648590"/>
                <a:gd name="connsiteX309" fmla="*/ 2205176 w 6512821"/>
                <a:gd name="connsiteY309" fmla="*/ 176302 h 1648590"/>
                <a:gd name="connsiteX310" fmla="*/ 2397891 w 6512821"/>
                <a:gd name="connsiteY310" fmla="*/ 426069 h 1648590"/>
                <a:gd name="connsiteX311" fmla="*/ 2116472 w 6512821"/>
                <a:gd name="connsiteY311" fmla="*/ 374162 h 1648590"/>
                <a:gd name="connsiteX312" fmla="*/ 2287759 w 6512821"/>
                <a:gd name="connsiteY312" fmla="*/ 374162 h 1648590"/>
                <a:gd name="connsiteX313" fmla="*/ 2199054 w 6512821"/>
                <a:gd name="connsiteY313" fmla="*/ 283438 h 1648590"/>
                <a:gd name="connsiteX314" fmla="*/ 2116472 w 6512821"/>
                <a:gd name="connsiteY314" fmla="*/ 374162 h 1648590"/>
                <a:gd name="connsiteX315" fmla="*/ 1933982 w 6512821"/>
                <a:gd name="connsiteY315" fmla="*/ 428218 h 1648590"/>
                <a:gd name="connsiteX316" fmla="*/ 1746413 w 6512821"/>
                <a:gd name="connsiteY316" fmla="*/ 677984 h 1648590"/>
                <a:gd name="connsiteX317" fmla="*/ 1639342 w 6512821"/>
                <a:gd name="connsiteY317" fmla="*/ 638191 h 1648590"/>
                <a:gd name="connsiteX318" fmla="*/ 1639342 w 6512821"/>
                <a:gd name="connsiteY318" fmla="*/ 784990 h 1648590"/>
                <a:gd name="connsiteX319" fmla="*/ 1519050 w 6512821"/>
                <a:gd name="connsiteY319" fmla="*/ 845169 h 1648590"/>
                <a:gd name="connsiteX320" fmla="*/ 1519050 w 6512821"/>
                <a:gd name="connsiteY320" fmla="*/ 186527 h 1648590"/>
                <a:gd name="connsiteX321" fmla="*/ 1639342 w 6512821"/>
                <a:gd name="connsiteY321" fmla="*/ 186527 h 1648590"/>
                <a:gd name="connsiteX322" fmla="*/ 1639342 w 6512821"/>
                <a:gd name="connsiteY322" fmla="*/ 219157 h 1648590"/>
                <a:gd name="connsiteX323" fmla="*/ 1748432 w 6512821"/>
                <a:gd name="connsiteY323" fmla="*/ 176367 h 1648590"/>
                <a:gd name="connsiteX324" fmla="*/ 1933982 w 6512821"/>
                <a:gd name="connsiteY324" fmla="*/ 428218 h 1648590"/>
                <a:gd name="connsiteX325" fmla="*/ 1809587 w 6512821"/>
                <a:gd name="connsiteY325" fmla="*/ 434340 h 1648590"/>
                <a:gd name="connsiteX326" fmla="*/ 1718864 w 6512821"/>
                <a:gd name="connsiteY326" fmla="*/ 292621 h 1648590"/>
                <a:gd name="connsiteX327" fmla="*/ 1639342 w 6512821"/>
                <a:gd name="connsiteY327" fmla="*/ 335410 h 1648590"/>
                <a:gd name="connsiteX328" fmla="*/ 1639342 w 6512821"/>
                <a:gd name="connsiteY328" fmla="*/ 518942 h 1648590"/>
                <a:gd name="connsiteX329" fmla="*/ 1726028 w 6512821"/>
                <a:gd name="connsiteY329" fmla="*/ 562773 h 1648590"/>
                <a:gd name="connsiteX330" fmla="*/ 1809652 w 6512821"/>
                <a:gd name="connsiteY330" fmla="*/ 434340 h 1648590"/>
                <a:gd name="connsiteX331" fmla="*/ 1435426 w 6512821"/>
                <a:gd name="connsiteY331" fmla="*/ 667825 h 1648590"/>
                <a:gd name="connsiteX332" fmla="*/ 1315134 w 6512821"/>
                <a:gd name="connsiteY332" fmla="*/ 667825 h 1648590"/>
                <a:gd name="connsiteX333" fmla="*/ 1315134 w 6512821"/>
                <a:gd name="connsiteY333" fmla="*/ 634153 h 1648590"/>
                <a:gd name="connsiteX334" fmla="*/ 1202983 w 6512821"/>
                <a:gd name="connsiteY334" fmla="*/ 677984 h 1648590"/>
                <a:gd name="connsiteX335" fmla="*/ 1033715 w 6512821"/>
                <a:gd name="connsiteY335" fmla="*/ 510800 h 1648590"/>
                <a:gd name="connsiteX336" fmla="*/ 1221284 w 6512821"/>
                <a:gd name="connsiteY336" fmla="*/ 348696 h 1648590"/>
                <a:gd name="connsiteX337" fmla="*/ 1315069 w 6512821"/>
                <a:gd name="connsiteY337" fmla="*/ 368040 h 1648590"/>
                <a:gd name="connsiteX338" fmla="*/ 1315069 w 6512821"/>
                <a:gd name="connsiteY338" fmla="*/ 342574 h 1648590"/>
                <a:gd name="connsiteX339" fmla="*/ 1232486 w 6512821"/>
                <a:gd name="connsiteY339" fmla="*/ 279335 h 1648590"/>
                <a:gd name="connsiteX340" fmla="*/ 1121378 w 6512821"/>
                <a:gd name="connsiteY340" fmla="*/ 310922 h 1648590"/>
                <a:gd name="connsiteX341" fmla="*/ 1073443 w 6512821"/>
                <a:gd name="connsiteY341" fmla="*/ 225278 h 1648590"/>
                <a:gd name="connsiteX342" fmla="*/ 1239650 w 6512821"/>
                <a:gd name="connsiteY342" fmla="*/ 176367 h 1648590"/>
                <a:gd name="connsiteX343" fmla="*/ 1435426 w 6512821"/>
                <a:gd name="connsiteY343" fmla="*/ 344593 h 1648590"/>
                <a:gd name="connsiteX344" fmla="*/ 1435426 w 6512821"/>
                <a:gd name="connsiteY344" fmla="*/ 667759 h 1648590"/>
                <a:gd name="connsiteX345" fmla="*/ 1315134 w 6512821"/>
                <a:gd name="connsiteY345" fmla="*/ 527083 h 1648590"/>
                <a:gd name="connsiteX346" fmla="*/ 1315134 w 6512821"/>
                <a:gd name="connsiteY346" fmla="*/ 465927 h 1648590"/>
                <a:gd name="connsiteX347" fmla="*/ 1234570 w 6512821"/>
                <a:gd name="connsiteY347" fmla="*/ 445542 h 1648590"/>
                <a:gd name="connsiteX348" fmla="*/ 1156091 w 6512821"/>
                <a:gd name="connsiteY348" fmla="*/ 507740 h 1648590"/>
                <a:gd name="connsiteX349" fmla="*/ 1224410 w 6512821"/>
                <a:gd name="connsiteY349" fmla="*/ 574040 h 1648590"/>
                <a:gd name="connsiteX350" fmla="*/ 1315134 w 6512821"/>
                <a:gd name="connsiteY350" fmla="*/ 527148 h 1648590"/>
                <a:gd name="connsiteX351" fmla="*/ 967480 w 6512821"/>
                <a:gd name="connsiteY351" fmla="*/ 667825 h 1648590"/>
                <a:gd name="connsiteX352" fmla="*/ 847188 w 6512821"/>
                <a:gd name="connsiteY352" fmla="*/ 667825 h 1648590"/>
                <a:gd name="connsiteX353" fmla="*/ 847188 w 6512821"/>
                <a:gd name="connsiteY353" fmla="*/ 405814 h 1648590"/>
                <a:gd name="connsiteX354" fmla="*/ 765647 w 6512821"/>
                <a:gd name="connsiteY354" fmla="*/ 292621 h 1648590"/>
                <a:gd name="connsiteX355" fmla="*/ 683065 w 6512821"/>
                <a:gd name="connsiteY355" fmla="*/ 402753 h 1648590"/>
                <a:gd name="connsiteX356" fmla="*/ 683065 w 6512821"/>
                <a:gd name="connsiteY356" fmla="*/ 667825 h 1648590"/>
                <a:gd name="connsiteX357" fmla="*/ 562773 w 6512821"/>
                <a:gd name="connsiteY357" fmla="*/ 667825 h 1648590"/>
                <a:gd name="connsiteX358" fmla="*/ 562773 w 6512821"/>
                <a:gd name="connsiteY358" fmla="*/ 61221 h 1648590"/>
                <a:gd name="connsiteX359" fmla="*/ 683065 w 6512821"/>
                <a:gd name="connsiteY359" fmla="*/ 65 h 1648590"/>
                <a:gd name="connsiteX360" fmla="*/ 683065 w 6512821"/>
                <a:gd name="connsiteY360" fmla="*/ 220264 h 1648590"/>
                <a:gd name="connsiteX361" fmla="*/ 796258 w 6512821"/>
                <a:gd name="connsiteY361" fmla="*/ 176432 h 1648590"/>
                <a:gd name="connsiteX362" fmla="*/ 967545 w 6512821"/>
                <a:gd name="connsiteY362" fmla="*/ 396631 h 1648590"/>
                <a:gd name="connsiteX363" fmla="*/ 967545 w 6512821"/>
                <a:gd name="connsiteY363" fmla="*/ 667825 h 1648590"/>
                <a:gd name="connsiteX364" fmla="*/ 496472 w 6512821"/>
                <a:gd name="connsiteY364" fmla="*/ 475110 h 1648590"/>
                <a:gd name="connsiteX365" fmla="*/ 255889 w 6512821"/>
                <a:gd name="connsiteY365" fmla="*/ 677984 h 1648590"/>
                <a:gd name="connsiteX366" fmla="*/ 0 w 6512821"/>
                <a:gd name="connsiteY366" fmla="*/ 562773 h 1648590"/>
                <a:gd name="connsiteX367" fmla="*/ 89747 w 6512821"/>
                <a:gd name="connsiteY367" fmla="*/ 483251 h 1648590"/>
                <a:gd name="connsiteX368" fmla="*/ 252893 w 6512821"/>
                <a:gd name="connsiteY368" fmla="*/ 556651 h 1648590"/>
                <a:gd name="connsiteX369" fmla="*/ 367063 w 6512821"/>
                <a:gd name="connsiteY369" fmla="*/ 478171 h 1648590"/>
                <a:gd name="connsiteX370" fmla="*/ 329353 w 6512821"/>
                <a:gd name="connsiteY370" fmla="*/ 426199 h 1648590"/>
                <a:gd name="connsiteX371" fmla="*/ 225344 w 6512821"/>
                <a:gd name="connsiteY371" fmla="*/ 394612 h 1648590"/>
                <a:gd name="connsiteX372" fmla="*/ 79522 w 6512821"/>
                <a:gd name="connsiteY372" fmla="*/ 335475 h 1648590"/>
                <a:gd name="connsiteX373" fmla="*/ 24488 w 6512821"/>
                <a:gd name="connsiteY373" fmla="*/ 207042 h 1648590"/>
                <a:gd name="connsiteX374" fmla="*/ 254912 w 6512821"/>
                <a:gd name="connsiteY374" fmla="*/ 16412 h 1648590"/>
                <a:gd name="connsiteX375" fmla="*/ 482274 w 6512821"/>
                <a:gd name="connsiteY375" fmla="*/ 115277 h 1648590"/>
                <a:gd name="connsiteX376" fmla="*/ 392528 w 6512821"/>
                <a:gd name="connsiteY376" fmla="*/ 202939 h 1648590"/>
                <a:gd name="connsiteX377" fmla="*/ 246706 w 6512821"/>
                <a:gd name="connsiteY377" fmla="*/ 137681 h 1648590"/>
                <a:gd name="connsiteX378" fmla="*/ 152921 w 6512821"/>
                <a:gd name="connsiteY378" fmla="*/ 199878 h 1648590"/>
                <a:gd name="connsiteX379" fmla="*/ 179428 w 6512821"/>
                <a:gd name="connsiteY379" fmla="*/ 243710 h 1648590"/>
                <a:gd name="connsiteX380" fmla="*/ 282396 w 6512821"/>
                <a:gd name="connsiteY380" fmla="*/ 277381 h 1648590"/>
                <a:gd name="connsiteX381" fmla="*/ 438378 w 6512821"/>
                <a:gd name="connsiteY381" fmla="*/ 341598 h 1648590"/>
                <a:gd name="connsiteX382" fmla="*/ 496472 w 6512821"/>
                <a:gd name="connsiteY382" fmla="*/ 475176 h 1648590"/>
                <a:gd name="connsiteX383" fmla="*/ 6100885 w 6512821"/>
                <a:gd name="connsiteY383" fmla="*/ 208996 h 1648590"/>
                <a:gd name="connsiteX384" fmla="*/ 6051778 w 6512821"/>
                <a:gd name="connsiteY384" fmla="*/ 329288 h 1648590"/>
                <a:gd name="connsiteX385" fmla="*/ 5982482 w 6512821"/>
                <a:gd name="connsiteY385" fmla="*/ 299720 h 1648590"/>
                <a:gd name="connsiteX386" fmla="*/ 5911232 w 6512821"/>
                <a:gd name="connsiteY386" fmla="*/ 405749 h 1648590"/>
                <a:gd name="connsiteX387" fmla="*/ 5911232 w 6512821"/>
                <a:gd name="connsiteY387" fmla="*/ 667759 h 1648590"/>
                <a:gd name="connsiteX388" fmla="*/ 5790940 w 6512821"/>
                <a:gd name="connsiteY388" fmla="*/ 667759 h 1648590"/>
                <a:gd name="connsiteX389" fmla="*/ 5790940 w 6512821"/>
                <a:gd name="connsiteY389" fmla="*/ 186527 h 1648590"/>
                <a:gd name="connsiteX390" fmla="*/ 5911232 w 6512821"/>
                <a:gd name="connsiteY390" fmla="*/ 186527 h 1648590"/>
                <a:gd name="connsiteX391" fmla="*/ 5911232 w 6512821"/>
                <a:gd name="connsiteY391" fmla="*/ 220198 h 1648590"/>
                <a:gd name="connsiteX392" fmla="*/ 6012181 w 6512821"/>
                <a:gd name="connsiteY392" fmla="*/ 176367 h 1648590"/>
                <a:gd name="connsiteX393" fmla="*/ 6100885 w 6512821"/>
                <a:gd name="connsiteY393" fmla="*/ 208996 h 16485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Lst>
              <a:rect l="l" t="t" r="r" b="b"/>
              <a:pathLst>
                <a:path w="6512821" h="1648590">
                  <a:moveTo>
                    <a:pt x="5071143" y="1396740"/>
                  </a:moveTo>
                  <a:cubicBezTo>
                    <a:pt x="5071143" y="1412045"/>
                    <a:pt x="5070101" y="1431388"/>
                    <a:pt x="5069124" y="1438552"/>
                  </a:cubicBezTo>
                  <a:lnTo>
                    <a:pt x="4777545" y="1438552"/>
                  </a:lnTo>
                  <a:cubicBezTo>
                    <a:pt x="4782625" y="1505829"/>
                    <a:pt x="4828541" y="1533378"/>
                    <a:pt x="4880513" y="1533378"/>
                  </a:cubicBezTo>
                  <a:cubicBezTo>
                    <a:pt x="4911123" y="1533378"/>
                    <a:pt x="4939649" y="1524196"/>
                    <a:pt x="4964137" y="1499707"/>
                  </a:cubicBezTo>
                  <a:lnTo>
                    <a:pt x="5049781" y="1572065"/>
                  </a:lnTo>
                  <a:cubicBezTo>
                    <a:pt x="5004908" y="1628140"/>
                    <a:pt x="4936588" y="1648525"/>
                    <a:pt x="4875433" y="1648525"/>
                  </a:cubicBezTo>
                  <a:cubicBezTo>
                    <a:pt x="4734756" y="1648525"/>
                    <a:pt x="4654192" y="1540478"/>
                    <a:pt x="4654192" y="1398759"/>
                  </a:cubicBezTo>
                  <a:cubicBezTo>
                    <a:pt x="4654192" y="1244795"/>
                    <a:pt x="4749019" y="1146908"/>
                    <a:pt x="4867292" y="1146908"/>
                  </a:cubicBezTo>
                  <a:cubicBezTo>
                    <a:pt x="4993706" y="1146908"/>
                    <a:pt x="5071208" y="1258016"/>
                    <a:pt x="5071208" y="1396675"/>
                  </a:cubicBezTo>
                  <a:close/>
                  <a:moveTo>
                    <a:pt x="4779564" y="1344767"/>
                  </a:moveTo>
                  <a:lnTo>
                    <a:pt x="4950851" y="1344767"/>
                  </a:lnTo>
                  <a:cubicBezTo>
                    <a:pt x="4946748" y="1290711"/>
                    <a:pt x="4912100" y="1254044"/>
                    <a:pt x="4863189" y="1254044"/>
                  </a:cubicBezTo>
                  <a:cubicBezTo>
                    <a:pt x="4805094" y="1254044"/>
                    <a:pt x="4782625" y="1305039"/>
                    <a:pt x="4779564" y="1344767"/>
                  </a:cubicBezTo>
                  <a:close/>
                  <a:moveTo>
                    <a:pt x="6512756" y="1396740"/>
                  </a:moveTo>
                  <a:cubicBezTo>
                    <a:pt x="6512756" y="1412045"/>
                    <a:pt x="6511714" y="1431388"/>
                    <a:pt x="6510737" y="1438552"/>
                  </a:cubicBezTo>
                  <a:lnTo>
                    <a:pt x="6219158" y="1438552"/>
                  </a:lnTo>
                  <a:cubicBezTo>
                    <a:pt x="6224238" y="1505829"/>
                    <a:pt x="6270154" y="1533378"/>
                    <a:pt x="6322126" y="1533378"/>
                  </a:cubicBezTo>
                  <a:cubicBezTo>
                    <a:pt x="6352736" y="1533378"/>
                    <a:pt x="6381262" y="1524196"/>
                    <a:pt x="6405751" y="1499707"/>
                  </a:cubicBezTo>
                  <a:lnTo>
                    <a:pt x="6491394" y="1572065"/>
                  </a:lnTo>
                  <a:cubicBezTo>
                    <a:pt x="6446521" y="1628140"/>
                    <a:pt x="6378201" y="1648525"/>
                    <a:pt x="6317046" y="1648525"/>
                  </a:cubicBezTo>
                  <a:cubicBezTo>
                    <a:pt x="6176369" y="1648525"/>
                    <a:pt x="6095805" y="1540478"/>
                    <a:pt x="6095805" y="1398759"/>
                  </a:cubicBezTo>
                  <a:cubicBezTo>
                    <a:pt x="6095805" y="1244795"/>
                    <a:pt x="6190632" y="1146908"/>
                    <a:pt x="6308905" y="1146908"/>
                  </a:cubicBezTo>
                  <a:cubicBezTo>
                    <a:pt x="6435319" y="1146908"/>
                    <a:pt x="6512821" y="1258016"/>
                    <a:pt x="6512821" y="1396675"/>
                  </a:cubicBezTo>
                  <a:close/>
                  <a:moveTo>
                    <a:pt x="6221177" y="1344767"/>
                  </a:moveTo>
                  <a:lnTo>
                    <a:pt x="6392465" y="1344767"/>
                  </a:lnTo>
                  <a:cubicBezTo>
                    <a:pt x="6388361" y="1290711"/>
                    <a:pt x="6353713" y="1254044"/>
                    <a:pt x="6304802" y="1254044"/>
                  </a:cubicBezTo>
                  <a:cubicBezTo>
                    <a:pt x="6246708" y="1254044"/>
                    <a:pt x="6224238" y="1305039"/>
                    <a:pt x="6221177" y="1344767"/>
                  </a:cubicBezTo>
                  <a:close/>
                  <a:moveTo>
                    <a:pt x="5978509" y="1467143"/>
                  </a:moveTo>
                  <a:lnTo>
                    <a:pt x="6058031" y="1542561"/>
                  </a:lnTo>
                  <a:cubicBezTo>
                    <a:pt x="6017261" y="1594534"/>
                    <a:pt x="5961185" y="1648590"/>
                    <a:pt x="5866359" y="1648590"/>
                  </a:cubicBezTo>
                  <a:cubicBezTo>
                    <a:pt x="5734865" y="1648590"/>
                    <a:pt x="5637954" y="1543604"/>
                    <a:pt x="5637954" y="1398823"/>
                  </a:cubicBezTo>
                  <a:cubicBezTo>
                    <a:pt x="5637954" y="1266288"/>
                    <a:pt x="5718518" y="1146973"/>
                    <a:pt x="5868378" y="1146973"/>
                  </a:cubicBezTo>
                  <a:cubicBezTo>
                    <a:pt x="5954021" y="1146973"/>
                    <a:pt x="6013157" y="1185724"/>
                    <a:pt x="6056989" y="1250983"/>
                  </a:cubicBezTo>
                  <a:lnTo>
                    <a:pt x="5975448" y="1333565"/>
                  </a:lnTo>
                  <a:cubicBezTo>
                    <a:pt x="5946922" y="1295856"/>
                    <a:pt x="5916312" y="1266288"/>
                    <a:pt x="5867401" y="1266288"/>
                  </a:cubicBezTo>
                  <a:cubicBezTo>
                    <a:pt x="5801100" y="1266288"/>
                    <a:pt x="5766452" y="1322363"/>
                    <a:pt x="5766452" y="1396804"/>
                  </a:cubicBezTo>
                  <a:cubicBezTo>
                    <a:pt x="5766452" y="1466101"/>
                    <a:pt x="5797062" y="1528299"/>
                    <a:pt x="5868378" y="1528299"/>
                  </a:cubicBezTo>
                  <a:cubicBezTo>
                    <a:pt x="5912209" y="1528299"/>
                    <a:pt x="5948941" y="1504852"/>
                    <a:pt x="5978509" y="1467143"/>
                  </a:cubicBezTo>
                  <a:close/>
                  <a:moveTo>
                    <a:pt x="4869246" y="667825"/>
                  </a:moveTo>
                  <a:lnTo>
                    <a:pt x="4750973" y="667825"/>
                  </a:lnTo>
                  <a:lnTo>
                    <a:pt x="4750973" y="634153"/>
                  </a:lnTo>
                  <a:cubicBezTo>
                    <a:pt x="4724466" y="663721"/>
                    <a:pt x="4681676" y="677984"/>
                    <a:pt x="4638822" y="677984"/>
                  </a:cubicBezTo>
                  <a:cubicBezTo>
                    <a:pt x="4514427" y="677984"/>
                    <a:pt x="4467535" y="588238"/>
                    <a:pt x="4467535" y="458763"/>
                  </a:cubicBezTo>
                  <a:lnTo>
                    <a:pt x="4467535" y="186527"/>
                  </a:lnTo>
                  <a:lnTo>
                    <a:pt x="4587827" y="186527"/>
                  </a:lnTo>
                  <a:lnTo>
                    <a:pt x="4587827" y="448538"/>
                  </a:lnTo>
                  <a:cubicBezTo>
                    <a:pt x="4587827" y="513797"/>
                    <a:pt x="4601113" y="562708"/>
                    <a:pt x="4668390" y="562708"/>
                  </a:cubicBezTo>
                  <a:cubicBezTo>
                    <a:pt x="4735668" y="562708"/>
                    <a:pt x="4748954" y="511712"/>
                    <a:pt x="4748954" y="452576"/>
                  </a:cubicBezTo>
                  <a:lnTo>
                    <a:pt x="4748954" y="186462"/>
                  </a:lnTo>
                  <a:lnTo>
                    <a:pt x="4869246" y="186462"/>
                  </a:lnTo>
                  <a:lnTo>
                    <a:pt x="4869246" y="667695"/>
                  </a:lnTo>
                  <a:close/>
                  <a:moveTo>
                    <a:pt x="5244449" y="527083"/>
                  </a:moveTo>
                  <a:lnTo>
                    <a:pt x="5227125" y="649458"/>
                  </a:lnTo>
                  <a:cubicBezTo>
                    <a:pt x="5202637" y="668802"/>
                    <a:pt x="5157829" y="677984"/>
                    <a:pt x="5128261" y="677984"/>
                  </a:cubicBezTo>
                  <a:cubicBezTo>
                    <a:pt x="5054861" y="677984"/>
                    <a:pt x="4997744" y="622951"/>
                    <a:pt x="4997744" y="535224"/>
                  </a:cubicBezTo>
                  <a:lnTo>
                    <a:pt x="4997744" y="301739"/>
                  </a:lnTo>
                  <a:lnTo>
                    <a:pt x="4928447" y="301739"/>
                  </a:lnTo>
                  <a:lnTo>
                    <a:pt x="4928447" y="186527"/>
                  </a:lnTo>
                  <a:lnTo>
                    <a:pt x="4997744" y="186527"/>
                  </a:lnTo>
                  <a:lnTo>
                    <a:pt x="4997744" y="61155"/>
                  </a:lnTo>
                  <a:lnTo>
                    <a:pt x="5118035" y="0"/>
                  </a:lnTo>
                  <a:lnTo>
                    <a:pt x="5118035" y="186592"/>
                  </a:lnTo>
                  <a:lnTo>
                    <a:pt x="5232205" y="186592"/>
                  </a:lnTo>
                  <a:lnTo>
                    <a:pt x="5232205" y="301804"/>
                  </a:lnTo>
                  <a:lnTo>
                    <a:pt x="5118035" y="301804"/>
                  </a:lnTo>
                  <a:lnTo>
                    <a:pt x="5118035" y="503701"/>
                  </a:lnTo>
                  <a:cubicBezTo>
                    <a:pt x="5118035" y="545514"/>
                    <a:pt x="5135360" y="560819"/>
                    <a:pt x="5164928" y="560819"/>
                  </a:cubicBezTo>
                  <a:cubicBezTo>
                    <a:pt x="5194496" y="560819"/>
                    <a:pt x="5225106" y="545514"/>
                    <a:pt x="5244449" y="527148"/>
                  </a:cubicBezTo>
                  <a:close/>
                  <a:moveTo>
                    <a:pt x="3417407" y="667825"/>
                  </a:moveTo>
                  <a:lnTo>
                    <a:pt x="3297116" y="667825"/>
                  </a:lnTo>
                  <a:lnTo>
                    <a:pt x="3297116" y="405814"/>
                  </a:lnTo>
                  <a:cubicBezTo>
                    <a:pt x="3297116" y="340555"/>
                    <a:pt x="3282853" y="292621"/>
                    <a:pt x="3215575" y="292621"/>
                  </a:cubicBezTo>
                  <a:cubicBezTo>
                    <a:pt x="3148298" y="292621"/>
                    <a:pt x="3132993" y="336452"/>
                    <a:pt x="3132993" y="402753"/>
                  </a:cubicBezTo>
                  <a:lnTo>
                    <a:pt x="3132993" y="667825"/>
                  </a:lnTo>
                  <a:lnTo>
                    <a:pt x="3012701" y="667825"/>
                  </a:lnTo>
                  <a:lnTo>
                    <a:pt x="3012701" y="61221"/>
                  </a:lnTo>
                  <a:lnTo>
                    <a:pt x="3132993" y="65"/>
                  </a:lnTo>
                  <a:lnTo>
                    <a:pt x="3132993" y="220264"/>
                  </a:lnTo>
                  <a:cubicBezTo>
                    <a:pt x="3159500" y="193756"/>
                    <a:pt x="3192129" y="176432"/>
                    <a:pt x="3246186" y="176432"/>
                  </a:cubicBezTo>
                  <a:cubicBezTo>
                    <a:pt x="3373641" y="176432"/>
                    <a:pt x="3417473" y="274320"/>
                    <a:pt x="3417473" y="396631"/>
                  </a:cubicBezTo>
                  <a:lnTo>
                    <a:pt x="3417473" y="667825"/>
                  </a:lnTo>
                  <a:close/>
                  <a:moveTo>
                    <a:pt x="5564554" y="1638365"/>
                  </a:moveTo>
                  <a:lnTo>
                    <a:pt x="5440160" y="1638365"/>
                  </a:lnTo>
                  <a:lnTo>
                    <a:pt x="5440160" y="1376355"/>
                  </a:lnTo>
                  <a:cubicBezTo>
                    <a:pt x="5440160" y="1309077"/>
                    <a:pt x="5424855" y="1264204"/>
                    <a:pt x="5357577" y="1264204"/>
                  </a:cubicBezTo>
                  <a:cubicBezTo>
                    <a:pt x="5294337" y="1264204"/>
                    <a:pt x="5273952" y="1301913"/>
                    <a:pt x="5273952" y="1373293"/>
                  </a:cubicBezTo>
                  <a:lnTo>
                    <a:pt x="5273952" y="1638365"/>
                  </a:lnTo>
                  <a:lnTo>
                    <a:pt x="5149558" y="1638365"/>
                  </a:lnTo>
                  <a:lnTo>
                    <a:pt x="5149558" y="1157133"/>
                  </a:lnTo>
                  <a:lnTo>
                    <a:pt x="5273952" y="1157133"/>
                  </a:lnTo>
                  <a:lnTo>
                    <a:pt x="5273952" y="1189762"/>
                  </a:lnTo>
                  <a:cubicBezTo>
                    <a:pt x="5299418" y="1164297"/>
                    <a:pt x="5337192" y="1146973"/>
                    <a:pt x="5391183" y="1146973"/>
                  </a:cubicBezTo>
                  <a:cubicBezTo>
                    <a:pt x="5521700" y="1146973"/>
                    <a:pt x="5564490" y="1247922"/>
                    <a:pt x="5564490" y="1366195"/>
                  </a:cubicBezTo>
                  <a:lnTo>
                    <a:pt x="5564490" y="1638430"/>
                  </a:lnTo>
                  <a:close/>
                  <a:moveTo>
                    <a:pt x="4008772" y="1115386"/>
                  </a:moveTo>
                  <a:cubicBezTo>
                    <a:pt x="4048565" y="1115386"/>
                    <a:pt x="4080152" y="1083798"/>
                    <a:pt x="4080152" y="1044005"/>
                  </a:cubicBezTo>
                  <a:cubicBezTo>
                    <a:pt x="4080152" y="1004212"/>
                    <a:pt x="4048565" y="972624"/>
                    <a:pt x="4008772" y="972624"/>
                  </a:cubicBezTo>
                  <a:cubicBezTo>
                    <a:pt x="3968978" y="972624"/>
                    <a:pt x="3937391" y="1004212"/>
                    <a:pt x="3937391" y="1044005"/>
                  </a:cubicBezTo>
                  <a:cubicBezTo>
                    <a:pt x="3937391" y="1083798"/>
                    <a:pt x="3968978" y="1115386"/>
                    <a:pt x="4008772" y="1115386"/>
                  </a:cubicBezTo>
                  <a:close/>
                  <a:moveTo>
                    <a:pt x="829864" y="1115386"/>
                  </a:moveTo>
                  <a:cubicBezTo>
                    <a:pt x="869657" y="1115386"/>
                    <a:pt x="901244" y="1083798"/>
                    <a:pt x="901244" y="1044005"/>
                  </a:cubicBezTo>
                  <a:cubicBezTo>
                    <a:pt x="901244" y="1004212"/>
                    <a:pt x="869657" y="972624"/>
                    <a:pt x="829864" y="972624"/>
                  </a:cubicBezTo>
                  <a:cubicBezTo>
                    <a:pt x="790070" y="972624"/>
                    <a:pt x="758483" y="1004212"/>
                    <a:pt x="758483" y="1044005"/>
                  </a:cubicBezTo>
                  <a:cubicBezTo>
                    <a:pt x="758483" y="1083798"/>
                    <a:pt x="790070" y="1115386"/>
                    <a:pt x="829864" y="1115386"/>
                  </a:cubicBezTo>
                  <a:close/>
                  <a:moveTo>
                    <a:pt x="6512756" y="426134"/>
                  </a:moveTo>
                  <a:cubicBezTo>
                    <a:pt x="6512756" y="441439"/>
                    <a:pt x="6511714" y="460782"/>
                    <a:pt x="6510737" y="467946"/>
                  </a:cubicBezTo>
                  <a:lnTo>
                    <a:pt x="6219158" y="467946"/>
                  </a:lnTo>
                  <a:cubicBezTo>
                    <a:pt x="6224238" y="535224"/>
                    <a:pt x="6270154" y="562773"/>
                    <a:pt x="6322126" y="562773"/>
                  </a:cubicBezTo>
                  <a:cubicBezTo>
                    <a:pt x="6352736" y="562773"/>
                    <a:pt x="6381262" y="553590"/>
                    <a:pt x="6405751" y="529102"/>
                  </a:cubicBezTo>
                  <a:lnTo>
                    <a:pt x="6491394" y="601459"/>
                  </a:lnTo>
                  <a:cubicBezTo>
                    <a:pt x="6446521" y="657535"/>
                    <a:pt x="6378201" y="677919"/>
                    <a:pt x="6317046" y="677919"/>
                  </a:cubicBezTo>
                  <a:cubicBezTo>
                    <a:pt x="6176369" y="677919"/>
                    <a:pt x="6095805" y="569872"/>
                    <a:pt x="6095805" y="428153"/>
                  </a:cubicBezTo>
                  <a:cubicBezTo>
                    <a:pt x="6095805" y="274190"/>
                    <a:pt x="6190632" y="176302"/>
                    <a:pt x="6308905" y="176302"/>
                  </a:cubicBezTo>
                  <a:cubicBezTo>
                    <a:pt x="6435319" y="176302"/>
                    <a:pt x="6512821" y="287411"/>
                    <a:pt x="6512821" y="426069"/>
                  </a:cubicBezTo>
                  <a:close/>
                  <a:moveTo>
                    <a:pt x="6221177" y="374162"/>
                  </a:moveTo>
                  <a:lnTo>
                    <a:pt x="6392465" y="374162"/>
                  </a:lnTo>
                  <a:cubicBezTo>
                    <a:pt x="6388361" y="320105"/>
                    <a:pt x="6353713" y="283438"/>
                    <a:pt x="6304802" y="283438"/>
                  </a:cubicBezTo>
                  <a:cubicBezTo>
                    <a:pt x="6246708" y="283438"/>
                    <a:pt x="6224238" y="334433"/>
                    <a:pt x="6221177" y="374162"/>
                  </a:cubicBezTo>
                  <a:close/>
                  <a:moveTo>
                    <a:pt x="5702235" y="667825"/>
                  </a:moveTo>
                  <a:lnTo>
                    <a:pt x="5583963" y="667825"/>
                  </a:lnTo>
                  <a:lnTo>
                    <a:pt x="5583963" y="634153"/>
                  </a:lnTo>
                  <a:cubicBezTo>
                    <a:pt x="5557456" y="663721"/>
                    <a:pt x="5514666" y="677984"/>
                    <a:pt x="5471812" y="677984"/>
                  </a:cubicBezTo>
                  <a:cubicBezTo>
                    <a:pt x="5347417" y="677984"/>
                    <a:pt x="5300525" y="588238"/>
                    <a:pt x="5300525" y="458763"/>
                  </a:cubicBezTo>
                  <a:lnTo>
                    <a:pt x="5300525" y="186527"/>
                  </a:lnTo>
                  <a:lnTo>
                    <a:pt x="5420817" y="186527"/>
                  </a:lnTo>
                  <a:lnTo>
                    <a:pt x="5420817" y="448538"/>
                  </a:lnTo>
                  <a:cubicBezTo>
                    <a:pt x="5420817" y="513797"/>
                    <a:pt x="5434103" y="562708"/>
                    <a:pt x="5501380" y="562708"/>
                  </a:cubicBezTo>
                  <a:cubicBezTo>
                    <a:pt x="5568657" y="562708"/>
                    <a:pt x="5581944" y="511712"/>
                    <a:pt x="5581944" y="452576"/>
                  </a:cubicBezTo>
                  <a:lnTo>
                    <a:pt x="5581944" y="186462"/>
                  </a:lnTo>
                  <a:lnTo>
                    <a:pt x="5702235" y="186462"/>
                  </a:lnTo>
                  <a:lnTo>
                    <a:pt x="5702235" y="667695"/>
                  </a:lnTo>
                  <a:close/>
                  <a:moveTo>
                    <a:pt x="3895579" y="426134"/>
                  </a:moveTo>
                  <a:cubicBezTo>
                    <a:pt x="3895579" y="441439"/>
                    <a:pt x="3894537" y="460782"/>
                    <a:pt x="3893560" y="467946"/>
                  </a:cubicBezTo>
                  <a:lnTo>
                    <a:pt x="3601981" y="467946"/>
                  </a:lnTo>
                  <a:cubicBezTo>
                    <a:pt x="3607061" y="535224"/>
                    <a:pt x="3652976" y="562773"/>
                    <a:pt x="3704949" y="562773"/>
                  </a:cubicBezTo>
                  <a:cubicBezTo>
                    <a:pt x="3735559" y="562773"/>
                    <a:pt x="3764085" y="553590"/>
                    <a:pt x="3788573" y="529102"/>
                  </a:cubicBezTo>
                  <a:lnTo>
                    <a:pt x="3874217" y="601459"/>
                  </a:lnTo>
                  <a:cubicBezTo>
                    <a:pt x="3829343" y="657535"/>
                    <a:pt x="3761024" y="677919"/>
                    <a:pt x="3699868" y="677919"/>
                  </a:cubicBezTo>
                  <a:cubicBezTo>
                    <a:pt x="3559192" y="677919"/>
                    <a:pt x="3478628" y="569872"/>
                    <a:pt x="3478628" y="428153"/>
                  </a:cubicBezTo>
                  <a:cubicBezTo>
                    <a:pt x="3478628" y="274190"/>
                    <a:pt x="3573455" y="176302"/>
                    <a:pt x="3691727" y="176302"/>
                  </a:cubicBezTo>
                  <a:cubicBezTo>
                    <a:pt x="3818141" y="176302"/>
                    <a:pt x="3895644" y="287411"/>
                    <a:pt x="3895644" y="426069"/>
                  </a:cubicBezTo>
                  <a:close/>
                  <a:moveTo>
                    <a:pt x="3604000" y="374162"/>
                  </a:moveTo>
                  <a:lnTo>
                    <a:pt x="3775287" y="374162"/>
                  </a:lnTo>
                  <a:cubicBezTo>
                    <a:pt x="3771184" y="320105"/>
                    <a:pt x="3736536" y="283438"/>
                    <a:pt x="3687624" y="283438"/>
                  </a:cubicBezTo>
                  <a:cubicBezTo>
                    <a:pt x="3629530" y="283438"/>
                    <a:pt x="3607061" y="334433"/>
                    <a:pt x="3604000" y="374162"/>
                  </a:cubicBezTo>
                  <a:close/>
                  <a:moveTo>
                    <a:pt x="4579686" y="1638365"/>
                  </a:moveTo>
                  <a:lnTo>
                    <a:pt x="4455291" y="1638365"/>
                  </a:lnTo>
                  <a:lnTo>
                    <a:pt x="4455291" y="1606778"/>
                  </a:lnTo>
                  <a:cubicBezTo>
                    <a:pt x="4414521" y="1636346"/>
                    <a:pt x="4390032" y="1648590"/>
                    <a:pt x="4346201" y="1648590"/>
                  </a:cubicBezTo>
                  <a:cubicBezTo>
                    <a:pt x="4207543" y="1648590"/>
                    <a:pt x="4148406" y="1528299"/>
                    <a:pt x="4148406" y="1393678"/>
                  </a:cubicBezTo>
                  <a:cubicBezTo>
                    <a:pt x="4148406" y="1247856"/>
                    <a:pt x="4217703" y="1146973"/>
                    <a:pt x="4343140" y="1146973"/>
                  </a:cubicBezTo>
                  <a:cubicBezTo>
                    <a:pt x="4384952" y="1146973"/>
                    <a:pt x="4424681" y="1158175"/>
                    <a:pt x="4455291" y="1185724"/>
                  </a:cubicBezTo>
                  <a:lnTo>
                    <a:pt x="4455291" y="1031761"/>
                  </a:lnTo>
                  <a:lnTo>
                    <a:pt x="4579686" y="969564"/>
                  </a:lnTo>
                  <a:lnTo>
                    <a:pt x="4579686" y="1638365"/>
                  </a:lnTo>
                  <a:close/>
                  <a:moveTo>
                    <a:pt x="4455356" y="1489547"/>
                  </a:moveTo>
                  <a:lnTo>
                    <a:pt x="4455356" y="1306016"/>
                  </a:lnTo>
                  <a:cubicBezTo>
                    <a:pt x="4428849" y="1277490"/>
                    <a:pt x="4403384" y="1264204"/>
                    <a:pt x="4368670" y="1264204"/>
                  </a:cubicBezTo>
                  <a:cubicBezTo>
                    <a:pt x="4296313" y="1264204"/>
                    <a:pt x="4278924" y="1321321"/>
                    <a:pt x="4278924" y="1389575"/>
                  </a:cubicBezTo>
                  <a:cubicBezTo>
                    <a:pt x="4278924" y="1467078"/>
                    <a:pt x="4301328" y="1531294"/>
                    <a:pt x="4371731" y="1531294"/>
                  </a:cubicBezTo>
                  <a:cubicBezTo>
                    <a:pt x="4406380" y="1531294"/>
                    <a:pt x="4430868" y="1515989"/>
                    <a:pt x="4455356" y="1489482"/>
                  </a:cubicBezTo>
                  <a:close/>
                  <a:moveTo>
                    <a:pt x="3945532" y="1157198"/>
                  </a:moveTo>
                  <a:lnTo>
                    <a:pt x="3945532" y="1638430"/>
                  </a:lnTo>
                  <a:lnTo>
                    <a:pt x="4069927" y="1638430"/>
                  </a:lnTo>
                  <a:lnTo>
                    <a:pt x="4069927" y="1157198"/>
                  </a:lnTo>
                  <a:lnTo>
                    <a:pt x="3945532" y="1157198"/>
                  </a:lnTo>
                  <a:close/>
                  <a:moveTo>
                    <a:pt x="3873175" y="985911"/>
                  </a:moveTo>
                  <a:lnTo>
                    <a:pt x="3873175" y="1085817"/>
                  </a:lnTo>
                  <a:cubicBezTo>
                    <a:pt x="3854809" y="1079695"/>
                    <a:pt x="3830386" y="1076634"/>
                    <a:pt x="3812019" y="1076634"/>
                  </a:cubicBezTo>
                  <a:cubicBezTo>
                    <a:pt x="3776329" y="1076634"/>
                    <a:pt x="3760047" y="1087836"/>
                    <a:pt x="3760047" y="1118447"/>
                  </a:cubicBezTo>
                  <a:lnTo>
                    <a:pt x="3760047" y="1157198"/>
                  </a:lnTo>
                  <a:lnTo>
                    <a:pt x="3863015" y="1157198"/>
                  </a:lnTo>
                  <a:lnTo>
                    <a:pt x="3863015" y="1273452"/>
                  </a:lnTo>
                  <a:lnTo>
                    <a:pt x="3760047" y="1273452"/>
                  </a:lnTo>
                  <a:lnTo>
                    <a:pt x="3760047" y="1638430"/>
                  </a:lnTo>
                  <a:lnTo>
                    <a:pt x="3635652" y="1638430"/>
                  </a:lnTo>
                  <a:lnTo>
                    <a:pt x="3635652" y="1273452"/>
                  </a:lnTo>
                  <a:lnTo>
                    <a:pt x="3568375" y="1273452"/>
                  </a:lnTo>
                  <a:lnTo>
                    <a:pt x="3568375" y="1157198"/>
                  </a:lnTo>
                  <a:lnTo>
                    <a:pt x="3635652" y="1157198"/>
                  </a:lnTo>
                  <a:lnTo>
                    <a:pt x="3635652" y="1099104"/>
                  </a:lnTo>
                  <a:cubicBezTo>
                    <a:pt x="3635652" y="1009357"/>
                    <a:pt x="3691727" y="972690"/>
                    <a:pt x="3782451" y="972690"/>
                  </a:cubicBezTo>
                  <a:cubicBezTo>
                    <a:pt x="3808958" y="972690"/>
                    <a:pt x="3847710" y="975751"/>
                    <a:pt x="3873175" y="985976"/>
                  </a:cubicBezTo>
                  <a:close/>
                  <a:moveTo>
                    <a:pt x="3507154" y="1638365"/>
                  </a:moveTo>
                  <a:lnTo>
                    <a:pt x="3382759" y="1638365"/>
                  </a:lnTo>
                  <a:lnTo>
                    <a:pt x="3382759" y="1376355"/>
                  </a:lnTo>
                  <a:cubicBezTo>
                    <a:pt x="3382759" y="1309077"/>
                    <a:pt x="3367454" y="1264204"/>
                    <a:pt x="3300177" y="1264204"/>
                  </a:cubicBezTo>
                  <a:cubicBezTo>
                    <a:pt x="3236937" y="1264204"/>
                    <a:pt x="3216552" y="1301913"/>
                    <a:pt x="3216552" y="1373293"/>
                  </a:cubicBezTo>
                  <a:lnTo>
                    <a:pt x="3216552" y="1638365"/>
                  </a:lnTo>
                  <a:lnTo>
                    <a:pt x="3092157" y="1638365"/>
                  </a:lnTo>
                  <a:lnTo>
                    <a:pt x="3092157" y="1157133"/>
                  </a:lnTo>
                  <a:lnTo>
                    <a:pt x="3216552" y="1157133"/>
                  </a:lnTo>
                  <a:lnTo>
                    <a:pt x="3216552" y="1189762"/>
                  </a:lnTo>
                  <a:cubicBezTo>
                    <a:pt x="3242017" y="1164297"/>
                    <a:pt x="3279792" y="1146973"/>
                    <a:pt x="3333783" y="1146973"/>
                  </a:cubicBezTo>
                  <a:cubicBezTo>
                    <a:pt x="3464300" y="1146973"/>
                    <a:pt x="3507089" y="1247922"/>
                    <a:pt x="3507089" y="1366195"/>
                  </a:cubicBezTo>
                  <a:lnTo>
                    <a:pt x="3507089" y="1638430"/>
                  </a:lnTo>
                  <a:close/>
                  <a:moveTo>
                    <a:pt x="2792437" y="1146973"/>
                  </a:moveTo>
                  <a:cubicBezTo>
                    <a:pt x="2653779" y="1146973"/>
                    <a:pt x="2567094" y="1256063"/>
                    <a:pt x="2567094" y="1397782"/>
                  </a:cubicBezTo>
                  <a:cubicBezTo>
                    <a:pt x="2567094" y="1546665"/>
                    <a:pt x="2661920" y="1648590"/>
                    <a:pt x="2792437" y="1648590"/>
                  </a:cubicBezTo>
                  <a:cubicBezTo>
                    <a:pt x="2922954" y="1648590"/>
                    <a:pt x="3017781" y="1546665"/>
                    <a:pt x="3017781" y="1397782"/>
                  </a:cubicBezTo>
                  <a:cubicBezTo>
                    <a:pt x="3017781" y="1248899"/>
                    <a:pt x="2931095" y="1146973"/>
                    <a:pt x="2792437" y="1146973"/>
                  </a:cubicBezTo>
                  <a:close/>
                  <a:moveTo>
                    <a:pt x="2792437" y="1528299"/>
                  </a:moveTo>
                  <a:cubicBezTo>
                    <a:pt x="2712916" y="1528299"/>
                    <a:pt x="2695592" y="1451838"/>
                    <a:pt x="2695592" y="1397782"/>
                  </a:cubicBezTo>
                  <a:cubicBezTo>
                    <a:pt x="2695592" y="1323340"/>
                    <a:pt x="2726202" y="1266288"/>
                    <a:pt x="2792437" y="1266288"/>
                  </a:cubicBezTo>
                  <a:cubicBezTo>
                    <a:pt x="2858673" y="1266288"/>
                    <a:pt x="2889283" y="1323405"/>
                    <a:pt x="2889283" y="1397782"/>
                  </a:cubicBezTo>
                  <a:cubicBezTo>
                    <a:pt x="2889283" y="1451838"/>
                    <a:pt x="2871959" y="1528299"/>
                    <a:pt x="2792437" y="1528299"/>
                  </a:cubicBezTo>
                  <a:close/>
                  <a:moveTo>
                    <a:pt x="2446802" y="1467143"/>
                  </a:moveTo>
                  <a:lnTo>
                    <a:pt x="2526323" y="1542561"/>
                  </a:lnTo>
                  <a:cubicBezTo>
                    <a:pt x="2485553" y="1594534"/>
                    <a:pt x="2429478" y="1648590"/>
                    <a:pt x="2334651" y="1648590"/>
                  </a:cubicBezTo>
                  <a:cubicBezTo>
                    <a:pt x="2203157" y="1648590"/>
                    <a:pt x="2106246" y="1543604"/>
                    <a:pt x="2106246" y="1398823"/>
                  </a:cubicBezTo>
                  <a:cubicBezTo>
                    <a:pt x="2106246" y="1266288"/>
                    <a:pt x="2186810" y="1146973"/>
                    <a:pt x="2336670" y="1146973"/>
                  </a:cubicBezTo>
                  <a:cubicBezTo>
                    <a:pt x="2422314" y="1146973"/>
                    <a:pt x="2481450" y="1185724"/>
                    <a:pt x="2525281" y="1250983"/>
                  </a:cubicBezTo>
                  <a:lnTo>
                    <a:pt x="2443741" y="1333565"/>
                  </a:lnTo>
                  <a:cubicBezTo>
                    <a:pt x="2415215" y="1295856"/>
                    <a:pt x="2384604" y="1266288"/>
                    <a:pt x="2335693" y="1266288"/>
                  </a:cubicBezTo>
                  <a:cubicBezTo>
                    <a:pt x="2269393" y="1266288"/>
                    <a:pt x="2234744" y="1322363"/>
                    <a:pt x="2234744" y="1396804"/>
                  </a:cubicBezTo>
                  <a:cubicBezTo>
                    <a:pt x="2234744" y="1466101"/>
                    <a:pt x="2265355" y="1528299"/>
                    <a:pt x="2336670" y="1528299"/>
                  </a:cubicBezTo>
                  <a:cubicBezTo>
                    <a:pt x="2380501" y="1528299"/>
                    <a:pt x="2417234" y="1504852"/>
                    <a:pt x="2446802" y="1467143"/>
                  </a:cubicBezTo>
                  <a:close/>
                  <a:moveTo>
                    <a:pt x="1803530" y="1638365"/>
                  </a:moveTo>
                  <a:lnTo>
                    <a:pt x="1679135" y="1638365"/>
                  </a:lnTo>
                  <a:lnTo>
                    <a:pt x="1679135" y="1376355"/>
                  </a:lnTo>
                  <a:cubicBezTo>
                    <a:pt x="1679135" y="1309077"/>
                    <a:pt x="1663830" y="1264204"/>
                    <a:pt x="1596553" y="1264204"/>
                  </a:cubicBezTo>
                  <a:cubicBezTo>
                    <a:pt x="1533314" y="1264204"/>
                    <a:pt x="1511951" y="1301913"/>
                    <a:pt x="1511951" y="1373293"/>
                  </a:cubicBezTo>
                  <a:lnTo>
                    <a:pt x="1511951" y="1638365"/>
                  </a:lnTo>
                  <a:lnTo>
                    <a:pt x="1387557" y="1638365"/>
                  </a:lnTo>
                  <a:lnTo>
                    <a:pt x="1387557" y="1031761"/>
                  </a:lnTo>
                  <a:lnTo>
                    <a:pt x="1511951" y="969564"/>
                  </a:lnTo>
                  <a:lnTo>
                    <a:pt x="1511951" y="1189762"/>
                  </a:lnTo>
                  <a:cubicBezTo>
                    <a:pt x="1535398" y="1161236"/>
                    <a:pt x="1584309" y="1146973"/>
                    <a:pt x="1632243" y="1146973"/>
                  </a:cubicBezTo>
                  <a:cubicBezTo>
                    <a:pt x="1758657" y="1146973"/>
                    <a:pt x="1803530" y="1246880"/>
                    <a:pt x="1803530" y="1366195"/>
                  </a:cubicBezTo>
                  <a:lnTo>
                    <a:pt x="1803530" y="1638430"/>
                  </a:lnTo>
                  <a:close/>
                  <a:moveTo>
                    <a:pt x="1311031" y="1493650"/>
                  </a:moveTo>
                  <a:lnTo>
                    <a:pt x="1292665" y="1619022"/>
                  </a:lnTo>
                  <a:cubicBezTo>
                    <a:pt x="1267200" y="1639407"/>
                    <a:pt x="1205979" y="1648590"/>
                    <a:pt x="1173350" y="1648590"/>
                  </a:cubicBezTo>
                  <a:cubicBezTo>
                    <a:pt x="1097931" y="1648590"/>
                    <a:pt x="1043875" y="1588412"/>
                    <a:pt x="1043875" y="1504852"/>
                  </a:cubicBezTo>
                  <a:lnTo>
                    <a:pt x="1043875" y="1273387"/>
                  </a:lnTo>
                  <a:lnTo>
                    <a:pt x="960250" y="1273387"/>
                  </a:lnTo>
                  <a:lnTo>
                    <a:pt x="960250" y="1157133"/>
                  </a:lnTo>
                  <a:lnTo>
                    <a:pt x="1043875" y="1157133"/>
                  </a:lnTo>
                  <a:lnTo>
                    <a:pt x="1043875" y="1031761"/>
                  </a:lnTo>
                  <a:lnTo>
                    <a:pt x="1168270" y="969564"/>
                  </a:lnTo>
                  <a:lnTo>
                    <a:pt x="1168270" y="1157133"/>
                  </a:lnTo>
                  <a:lnTo>
                    <a:pt x="1308947" y="1157133"/>
                  </a:lnTo>
                  <a:lnTo>
                    <a:pt x="1308947" y="1273387"/>
                  </a:lnTo>
                  <a:lnTo>
                    <a:pt x="1168270" y="1273387"/>
                  </a:lnTo>
                  <a:lnTo>
                    <a:pt x="1168270" y="1471181"/>
                  </a:lnTo>
                  <a:cubicBezTo>
                    <a:pt x="1168270" y="1515012"/>
                    <a:pt x="1184552" y="1529275"/>
                    <a:pt x="1214120" y="1529275"/>
                  </a:cubicBezTo>
                  <a:cubicBezTo>
                    <a:pt x="1243688" y="1529275"/>
                    <a:pt x="1289539" y="1513970"/>
                    <a:pt x="1310966" y="1493585"/>
                  </a:cubicBezTo>
                  <a:close/>
                  <a:moveTo>
                    <a:pt x="767666" y="1157198"/>
                  </a:moveTo>
                  <a:lnTo>
                    <a:pt x="767666" y="1638430"/>
                  </a:lnTo>
                  <a:lnTo>
                    <a:pt x="892061" y="1638430"/>
                  </a:lnTo>
                  <a:lnTo>
                    <a:pt x="892061" y="1157198"/>
                  </a:lnTo>
                  <a:lnTo>
                    <a:pt x="767666" y="1157198"/>
                  </a:lnTo>
                  <a:close/>
                  <a:moveTo>
                    <a:pt x="702408" y="1157198"/>
                  </a:moveTo>
                  <a:lnTo>
                    <a:pt x="550529" y="1638430"/>
                  </a:lnTo>
                  <a:lnTo>
                    <a:pt x="436359" y="1638430"/>
                  </a:lnTo>
                  <a:lnTo>
                    <a:pt x="354819" y="1345809"/>
                  </a:lnTo>
                  <a:lnTo>
                    <a:pt x="272236" y="1638430"/>
                  </a:lnTo>
                  <a:lnTo>
                    <a:pt x="158066" y="1638430"/>
                  </a:lnTo>
                  <a:lnTo>
                    <a:pt x="7099" y="1157198"/>
                  </a:lnTo>
                  <a:lnTo>
                    <a:pt x="145757" y="1157198"/>
                  </a:lnTo>
                  <a:lnTo>
                    <a:pt x="218114" y="1436533"/>
                  </a:lnTo>
                  <a:lnTo>
                    <a:pt x="299655" y="1157198"/>
                  </a:lnTo>
                  <a:lnTo>
                    <a:pt x="412848" y="1157198"/>
                  </a:lnTo>
                  <a:lnTo>
                    <a:pt x="494388" y="1436533"/>
                  </a:lnTo>
                  <a:lnTo>
                    <a:pt x="567788" y="1157198"/>
                  </a:lnTo>
                  <a:lnTo>
                    <a:pt x="702343" y="1157198"/>
                  </a:lnTo>
                  <a:close/>
                  <a:moveTo>
                    <a:pt x="4436990" y="16282"/>
                  </a:moveTo>
                  <a:lnTo>
                    <a:pt x="4436990" y="115147"/>
                  </a:lnTo>
                  <a:cubicBezTo>
                    <a:pt x="4409441" y="107983"/>
                    <a:pt x="4391139" y="104921"/>
                    <a:pt x="4374792" y="104921"/>
                  </a:cubicBezTo>
                  <a:cubicBezTo>
                    <a:pt x="4332003" y="104921"/>
                    <a:pt x="4322820" y="120227"/>
                    <a:pt x="4322820" y="144715"/>
                  </a:cubicBezTo>
                  <a:lnTo>
                    <a:pt x="4322820" y="186527"/>
                  </a:lnTo>
                  <a:lnTo>
                    <a:pt x="4404361" y="186527"/>
                  </a:lnTo>
                  <a:lnTo>
                    <a:pt x="4404361" y="302781"/>
                  </a:lnTo>
                  <a:lnTo>
                    <a:pt x="4322820" y="302781"/>
                  </a:lnTo>
                  <a:lnTo>
                    <a:pt x="4322820" y="667759"/>
                  </a:lnTo>
                  <a:lnTo>
                    <a:pt x="4202528" y="667759"/>
                  </a:lnTo>
                  <a:lnTo>
                    <a:pt x="4202528" y="302781"/>
                  </a:lnTo>
                  <a:lnTo>
                    <a:pt x="4143392" y="302781"/>
                  </a:lnTo>
                  <a:lnTo>
                    <a:pt x="4143392" y="186527"/>
                  </a:lnTo>
                  <a:lnTo>
                    <a:pt x="4202528" y="186527"/>
                  </a:lnTo>
                  <a:lnTo>
                    <a:pt x="4202528" y="128433"/>
                  </a:lnTo>
                  <a:cubicBezTo>
                    <a:pt x="4202528" y="44808"/>
                    <a:pt x="4246360" y="2019"/>
                    <a:pt x="4348350" y="2019"/>
                  </a:cubicBezTo>
                  <a:cubicBezTo>
                    <a:pt x="4380980" y="2019"/>
                    <a:pt x="4407487" y="8141"/>
                    <a:pt x="4437055" y="16282"/>
                  </a:cubicBezTo>
                  <a:close/>
                  <a:moveTo>
                    <a:pt x="2957602" y="527083"/>
                  </a:moveTo>
                  <a:lnTo>
                    <a:pt x="2940278" y="649458"/>
                  </a:lnTo>
                  <a:cubicBezTo>
                    <a:pt x="2915790" y="668802"/>
                    <a:pt x="2873001" y="677984"/>
                    <a:pt x="2843433" y="677984"/>
                  </a:cubicBezTo>
                  <a:cubicBezTo>
                    <a:pt x="2770033" y="677984"/>
                    <a:pt x="2712916" y="622951"/>
                    <a:pt x="2712916" y="535224"/>
                  </a:cubicBezTo>
                  <a:lnTo>
                    <a:pt x="2712916" y="301739"/>
                  </a:lnTo>
                  <a:lnTo>
                    <a:pt x="2629291" y="301739"/>
                  </a:lnTo>
                  <a:lnTo>
                    <a:pt x="2629291" y="186527"/>
                  </a:lnTo>
                  <a:lnTo>
                    <a:pt x="2712916" y="186527"/>
                  </a:lnTo>
                  <a:lnTo>
                    <a:pt x="2712916" y="61155"/>
                  </a:lnTo>
                  <a:lnTo>
                    <a:pt x="2833208" y="0"/>
                  </a:lnTo>
                  <a:lnTo>
                    <a:pt x="2833208" y="186592"/>
                  </a:lnTo>
                  <a:lnTo>
                    <a:pt x="2945358" y="186592"/>
                  </a:lnTo>
                  <a:lnTo>
                    <a:pt x="2945358" y="301804"/>
                  </a:lnTo>
                  <a:lnTo>
                    <a:pt x="2833208" y="301804"/>
                  </a:lnTo>
                  <a:lnTo>
                    <a:pt x="2833208" y="503701"/>
                  </a:lnTo>
                  <a:cubicBezTo>
                    <a:pt x="2833208" y="545514"/>
                    <a:pt x="2850532" y="560819"/>
                    <a:pt x="2880100" y="560819"/>
                  </a:cubicBezTo>
                  <a:cubicBezTo>
                    <a:pt x="2909668" y="560819"/>
                    <a:pt x="2938194" y="545514"/>
                    <a:pt x="2957602" y="527148"/>
                  </a:cubicBezTo>
                  <a:close/>
                  <a:moveTo>
                    <a:pt x="2397891" y="426134"/>
                  </a:moveTo>
                  <a:cubicBezTo>
                    <a:pt x="2397891" y="441439"/>
                    <a:pt x="2396849" y="460782"/>
                    <a:pt x="2395872" y="467946"/>
                  </a:cubicBezTo>
                  <a:lnTo>
                    <a:pt x="2114453" y="467946"/>
                  </a:lnTo>
                  <a:cubicBezTo>
                    <a:pt x="2119533" y="535224"/>
                    <a:pt x="2166425" y="562773"/>
                    <a:pt x="2218462" y="562773"/>
                  </a:cubicBezTo>
                  <a:cubicBezTo>
                    <a:pt x="2249073" y="562773"/>
                    <a:pt x="2276557" y="553590"/>
                    <a:pt x="2301045" y="529102"/>
                  </a:cubicBezTo>
                  <a:lnTo>
                    <a:pt x="2386689" y="601459"/>
                  </a:lnTo>
                  <a:cubicBezTo>
                    <a:pt x="2346895" y="654473"/>
                    <a:pt x="2274538" y="677919"/>
                    <a:pt x="2210321" y="677919"/>
                  </a:cubicBezTo>
                  <a:cubicBezTo>
                    <a:pt x="2072705" y="677919"/>
                    <a:pt x="1991100" y="569872"/>
                    <a:pt x="1991100" y="429130"/>
                  </a:cubicBezTo>
                  <a:cubicBezTo>
                    <a:pt x="1991100" y="288388"/>
                    <a:pt x="2079804" y="176302"/>
                    <a:pt x="2205176" y="176302"/>
                  </a:cubicBezTo>
                  <a:cubicBezTo>
                    <a:pt x="2339731" y="176302"/>
                    <a:pt x="2397891" y="298678"/>
                    <a:pt x="2397891" y="426069"/>
                  </a:cubicBezTo>
                  <a:close/>
                  <a:moveTo>
                    <a:pt x="2116472" y="374162"/>
                  </a:moveTo>
                  <a:lnTo>
                    <a:pt x="2287759" y="374162"/>
                  </a:lnTo>
                  <a:cubicBezTo>
                    <a:pt x="2282679" y="320105"/>
                    <a:pt x="2251027" y="283438"/>
                    <a:pt x="2199054" y="283438"/>
                  </a:cubicBezTo>
                  <a:cubicBezTo>
                    <a:pt x="2144021" y="283438"/>
                    <a:pt x="2119533" y="334433"/>
                    <a:pt x="2116472" y="374162"/>
                  </a:cubicBezTo>
                  <a:close/>
                  <a:moveTo>
                    <a:pt x="1933982" y="428218"/>
                  </a:moveTo>
                  <a:cubicBezTo>
                    <a:pt x="1933982" y="551571"/>
                    <a:pt x="1882987" y="677984"/>
                    <a:pt x="1746413" y="677984"/>
                  </a:cubicBezTo>
                  <a:cubicBezTo>
                    <a:pt x="1693399" y="677984"/>
                    <a:pt x="1660769" y="658642"/>
                    <a:pt x="1639342" y="638191"/>
                  </a:cubicBezTo>
                  <a:lnTo>
                    <a:pt x="1639342" y="784990"/>
                  </a:lnTo>
                  <a:lnTo>
                    <a:pt x="1519050" y="845169"/>
                  </a:lnTo>
                  <a:lnTo>
                    <a:pt x="1519050" y="186527"/>
                  </a:lnTo>
                  <a:lnTo>
                    <a:pt x="1639342" y="186527"/>
                  </a:lnTo>
                  <a:lnTo>
                    <a:pt x="1639342" y="219157"/>
                  </a:lnTo>
                  <a:cubicBezTo>
                    <a:pt x="1670929" y="190630"/>
                    <a:pt x="1703559" y="176367"/>
                    <a:pt x="1748432" y="176367"/>
                  </a:cubicBezTo>
                  <a:cubicBezTo>
                    <a:pt x="1877907" y="176367"/>
                    <a:pt x="1933982" y="298743"/>
                    <a:pt x="1933982" y="428218"/>
                  </a:cubicBezTo>
                  <a:close/>
                  <a:moveTo>
                    <a:pt x="1809587" y="434340"/>
                  </a:moveTo>
                  <a:cubicBezTo>
                    <a:pt x="1809587" y="364002"/>
                    <a:pt x="1791221" y="292621"/>
                    <a:pt x="1718864" y="292621"/>
                  </a:cubicBezTo>
                  <a:cubicBezTo>
                    <a:pt x="1685193" y="292621"/>
                    <a:pt x="1658685" y="307926"/>
                    <a:pt x="1639342" y="335410"/>
                  </a:cubicBezTo>
                  <a:lnTo>
                    <a:pt x="1639342" y="518942"/>
                  </a:lnTo>
                  <a:cubicBezTo>
                    <a:pt x="1658685" y="546491"/>
                    <a:pt x="1691315" y="562773"/>
                    <a:pt x="1726028" y="562773"/>
                  </a:cubicBezTo>
                  <a:cubicBezTo>
                    <a:pt x="1793305" y="562773"/>
                    <a:pt x="1809652" y="501618"/>
                    <a:pt x="1809652" y="434340"/>
                  </a:cubicBezTo>
                  <a:close/>
                  <a:moveTo>
                    <a:pt x="1435426" y="667825"/>
                  </a:moveTo>
                  <a:lnTo>
                    <a:pt x="1315134" y="667825"/>
                  </a:lnTo>
                  <a:lnTo>
                    <a:pt x="1315134" y="634153"/>
                  </a:lnTo>
                  <a:cubicBezTo>
                    <a:pt x="1286608" y="662680"/>
                    <a:pt x="1249876" y="677984"/>
                    <a:pt x="1202983" y="677984"/>
                  </a:cubicBezTo>
                  <a:cubicBezTo>
                    <a:pt x="1108157" y="677984"/>
                    <a:pt x="1033715" y="616829"/>
                    <a:pt x="1033715" y="510800"/>
                  </a:cubicBezTo>
                  <a:cubicBezTo>
                    <a:pt x="1033715" y="404772"/>
                    <a:pt x="1106072" y="348696"/>
                    <a:pt x="1221284" y="348696"/>
                  </a:cubicBezTo>
                  <a:cubicBezTo>
                    <a:pt x="1251894" y="348696"/>
                    <a:pt x="1283482" y="352799"/>
                    <a:pt x="1315069" y="368040"/>
                  </a:cubicBezTo>
                  <a:lnTo>
                    <a:pt x="1315069" y="342574"/>
                  </a:lnTo>
                  <a:cubicBezTo>
                    <a:pt x="1315069" y="297701"/>
                    <a:pt x="1285501" y="279335"/>
                    <a:pt x="1232486" y="279335"/>
                  </a:cubicBezTo>
                  <a:cubicBezTo>
                    <a:pt x="1194777" y="279335"/>
                    <a:pt x="1159087" y="288518"/>
                    <a:pt x="1121378" y="310922"/>
                  </a:cubicBezTo>
                  <a:lnTo>
                    <a:pt x="1073443" y="225278"/>
                  </a:lnTo>
                  <a:cubicBezTo>
                    <a:pt x="1125416" y="192649"/>
                    <a:pt x="1175369" y="176367"/>
                    <a:pt x="1239650" y="176367"/>
                  </a:cubicBezTo>
                  <a:cubicBezTo>
                    <a:pt x="1360984" y="176367"/>
                    <a:pt x="1435426" y="235503"/>
                    <a:pt x="1435426" y="344593"/>
                  </a:cubicBezTo>
                  <a:lnTo>
                    <a:pt x="1435426" y="667759"/>
                  </a:lnTo>
                  <a:close/>
                  <a:moveTo>
                    <a:pt x="1315134" y="527083"/>
                  </a:moveTo>
                  <a:lnTo>
                    <a:pt x="1315134" y="465927"/>
                  </a:lnTo>
                  <a:cubicBezTo>
                    <a:pt x="1290646" y="450622"/>
                    <a:pt x="1259059" y="445542"/>
                    <a:pt x="1234570" y="445542"/>
                  </a:cubicBezTo>
                  <a:cubicBezTo>
                    <a:pt x="1181556" y="445542"/>
                    <a:pt x="1156091" y="468988"/>
                    <a:pt x="1156091" y="507740"/>
                  </a:cubicBezTo>
                  <a:cubicBezTo>
                    <a:pt x="1156091" y="544472"/>
                    <a:pt x="1179537" y="574040"/>
                    <a:pt x="1224410" y="574040"/>
                  </a:cubicBezTo>
                  <a:cubicBezTo>
                    <a:pt x="1247857" y="574040"/>
                    <a:pt x="1288627" y="565899"/>
                    <a:pt x="1315134" y="527148"/>
                  </a:cubicBezTo>
                  <a:close/>
                  <a:moveTo>
                    <a:pt x="967480" y="667825"/>
                  </a:moveTo>
                  <a:lnTo>
                    <a:pt x="847188" y="667825"/>
                  </a:lnTo>
                  <a:lnTo>
                    <a:pt x="847188" y="405814"/>
                  </a:lnTo>
                  <a:cubicBezTo>
                    <a:pt x="847188" y="340555"/>
                    <a:pt x="832925" y="292621"/>
                    <a:pt x="765647" y="292621"/>
                  </a:cubicBezTo>
                  <a:cubicBezTo>
                    <a:pt x="698370" y="292621"/>
                    <a:pt x="683065" y="336452"/>
                    <a:pt x="683065" y="402753"/>
                  </a:cubicBezTo>
                  <a:lnTo>
                    <a:pt x="683065" y="667825"/>
                  </a:lnTo>
                  <a:lnTo>
                    <a:pt x="562773" y="667825"/>
                  </a:lnTo>
                  <a:lnTo>
                    <a:pt x="562773" y="61221"/>
                  </a:lnTo>
                  <a:lnTo>
                    <a:pt x="683065" y="65"/>
                  </a:lnTo>
                  <a:lnTo>
                    <a:pt x="683065" y="220264"/>
                  </a:lnTo>
                  <a:cubicBezTo>
                    <a:pt x="709572" y="193756"/>
                    <a:pt x="742201" y="176432"/>
                    <a:pt x="796258" y="176432"/>
                  </a:cubicBezTo>
                  <a:cubicBezTo>
                    <a:pt x="923713" y="176432"/>
                    <a:pt x="967545" y="274320"/>
                    <a:pt x="967545" y="396631"/>
                  </a:cubicBezTo>
                  <a:lnTo>
                    <a:pt x="967545" y="667825"/>
                  </a:lnTo>
                  <a:close/>
                  <a:moveTo>
                    <a:pt x="496472" y="475110"/>
                  </a:moveTo>
                  <a:cubicBezTo>
                    <a:pt x="496472" y="619890"/>
                    <a:pt x="386341" y="677984"/>
                    <a:pt x="255889" y="677984"/>
                  </a:cubicBezTo>
                  <a:cubicBezTo>
                    <a:pt x="162104" y="677984"/>
                    <a:pt x="58094" y="648416"/>
                    <a:pt x="0" y="562773"/>
                  </a:cubicBezTo>
                  <a:lnTo>
                    <a:pt x="89747" y="483251"/>
                  </a:lnTo>
                  <a:cubicBezTo>
                    <a:pt x="131559" y="533205"/>
                    <a:pt x="191672" y="556651"/>
                    <a:pt x="252893" y="556651"/>
                  </a:cubicBezTo>
                  <a:cubicBezTo>
                    <a:pt x="325250" y="556651"/>
                    <a:pt x="367063" y="524022"/>
                    <a:pt x="367063" y="478171"/>
                  </a:cubicBezTo>
                  <a:cubicBezTo>
                    <a:pt x="367063" y="459805"/>
                    <a:pt x="359899" y="441439"/>
                    <a:pt x="329353" y="426199"/>
                  </a:cubicBezTo>
                  <a:cubicBezTo>
                    <a:pt x="306949" y="414997"/>
                    <a:pt x="279400" y="407833"/>
                    <a:pt x="225344" y="394612"/>
                  </a:cubicBezTo>
                  <a:cubicBezTo>
                    <a:pt x="191672" y="386471"/>
                    <a:pt x="122376" y="370124"/>
                    <a:pt x="79522" y="335475"/>
                  </a:cubicBezTo>
                  <a:cubicBezTo>
                    <a:pt x="36732" y="300827"/>
                    <a:pt x="24488" y="250874"/>
                    <a:pt x="24488" y="207042"/>
                  </a:cubicBezTo>
                  <a:cubicBezTo>
                    <a:pt x="24488" y="71445"/>
                    <a:pt x="140742" y="16412"/>
                    <a:pt x="254912" y="16412"/>
                  </a:cubicBezTo>
                  <a:cubicBezTo>
                    <a:pt x="353776" y="16412"/>
                    <a:pt x="425157" y="57182"/>
                    <a:pt x="482274" y="115277"/>
                  </a:cubicBezTo>
                  <a:lnTo>
                    <a:pt x="392528" y="202939"/>
                  </a:lnTo>
                  <a:cubicBezTo>
                    <a:pt x="350715" y="161127"/>
                    <a:pt x="309945" y="137681"/>
                    <a:pt x="246706" y="137681"/>
                  </a:cubicBezTo>
                  <a:cubicBezTo>
                    <a:pt x="192649" y="137681"/>
                    <a:pt x="152921" y="155005"/>
                    <a:pt x="152921" y="199878"/>
                  </a:cubicBezTo>
                  <a:cubicBezTo>
                    <a:pt x="152921" y="219221"/>
                    <a:pt x="160085" y="232508"/>
                    <a:pt x="179428" y="243710"/>
                  </a:cubicBezTo>
                  <a:cubicBezTo>
                    <a:pt x="201832" y="255954"/>
                    <a:pt x="233485" y="265137"/>
                    <a:pt x="282396" y="277381"/>
                  </a:cubicBezTo>
                  <a:cubicBezTo>
                    <a:pt x="340490" y="292686"/>
                    <a:pt x="394547" y="305907"/>
                    <a:pt x="438378" y="341598"/>
                  </a:cubicBezTo>
                  <a:cubicBezTo>
                    <a:pt x="477129" y="373185"/>
                    <a:pt x="496472" y="414997"/>
                    <a:pt x="496472" y="475176"/>
                  </a:cubicBezTo>
                  <a:close/>
                  <a:moveTo>
                    <a:pt x="6100885" y="208996"/>
                  </a:moveTo>
                  <a:lnTo>
                    <a:pt x="6051778" y="329288"/>
                  </a:lnTo>
                  <a:cubicBezTo>
                    <a:pt x="6033413" y="311964"/>
                    <a:pt x="6011985" y="299720"/>
                    <a:pt x="5982482" y="299720"/>
                  </a:cubicBezTo>
                  <a:cubicBezTo>
                    <a:pt x="5925365" y="299720"/>
                    <a:pt x="5911232" y="347654"/>
                    <a:pt x="5911232" y="405749"/>
                  </a:cubicBezTo>
                  <a:lnTo>
                    <a:pt x="5911232" y="667759"/>
                  </a:lnTo>
                  <a:lnTo>
                    <a:pt x="5790940" y="667759"/>
                  </a:lnTo>
                  <a:lnTo>
                    <a:pt x="5790940" y="186527"/>
                  </a:lnTo>
                  <a:lnTo>
                    <a:pt x="5911232" y="186527"/>
                  </a:lnTo>
                  <a:lnTo>
                    <a:pt x="5911232" y="220198"/>
                  </a:lnTo>
                  <a:cubicBezTo>
                    <a:pt x="5938781" y="192649"/>
                    <a:pt x="5973429" y="176367"/>
                    <a:pt x="6012181" y="176367"/>
                  </a:cubicBezTo>
                  <a:cubicBezTo>
                    <a:pt x="6045852" y="176367"/>
                    <a:pt x="6075420" y="186592"/>
                    <a:pt x="6100885" y="208996"/>
                  </a:cubicBezTo>
                  <a:close/>
                </a:path>
              </a:pathLst>
            </a:custGeom>
            <a:solidFill>
              <a:schemeClr val="bg2"/>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grpSp>
    </p:spTree>
    <p:extLst>
      <p:ext uri="{BB962C8B-B14F-4D97-AF65-F5344CB8AC3E}">
        <p14:creationId xmlns:p14="http://schemas.microsoft.com/office/powerpoint/2010/main" val="53064559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Title Slide Frame 1">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713817A-1A0E-6215-C86F-711F67622AC3}"/>
              </a:ext>
              <a:ext uri="{C183D7F6-B498-43B3-948B-1728B52AA6E4}">
                <adec:decorative xmlns:adec="http://schemas.microsoft.com/office/drawing/2017/decorative" val="1"/>
              </a:ext>
            </a:extLst>
          </p:cNvPr>
          <p:cNvSpPr/>
          <p:nvPr userDrawn="1"/>
        </p:nvSpPr>
        <p:spPr>
          <a:xfrm>
            <a:off x="0" y="0"/>
            <a:ext cx="8386354" cy="6858000"/>
          </a:xfrm>
          <a:prstGeom prst="rect">
            <a:avLst/>
          </a:prstGeom>
          <a:gradFill flip="none" rotWithShape="1">
            <a:gsLst>
              <a:gs pos="0">
                <a:schemeClr val="tx1">
                  <a:lumMod val="0"/>
                  <a:alpha val="0"/>
                </a:schemeClr>
              </a:gs>
              <a:gs pos="95000">
                <a:srgbClr val="000000">
                  <a:alpha val="70000"/>
                </a:srgbClr>
              </a:gs>
            </a:gsLst>
            <a:lin ang="108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endParaRPr lang="en-US" sz="1200" b="1">
              <a:solidFill>
                <a:schemeClr val="tx1"/>
              </a:solidFill>
            </a:endParaRPr>
          </a:p>
        </p:txBody>
      </p:sp>
      <p:sp>
        <p:nvSpPr>
          <p:cNvPr id="28" name="Subtitle 2">
            <a:extLst>
              <a:ext uri="{FF2B5EF4-FFF2-40B4-BE49-F238E27FC236}">
                <a16:creationId xmlns:a16="http://schemas.microsoft.com/office/drawing/2014/main" id="{632E76BF-46D5-8E94-88AA-4783DD302E89}"/>
              </a:ext>
            </a:extLst>
          </p:cNvPr>
          <p:cNvSpPr>
            <a:spLocks noGrp="1"/>
          </p:cNvSpPr>
          <p:nvPr>
            <p:ph type="subTitle" idx="1" hasCustomPrompt="1"/>
          </p:nvPr>
        </p:nvSpPr>
        <p:spPr>
          <a:xfrm>
            <a:off x="889762" y="4436485"/>
            <a:ext cx="4907628" cy="511939"/>
          </a:xfrm>
        </p:spPr>
        <p:txBody>
          <a:bodyPr wrap="square">
            <a:noAutofit/>
          </a:bodyPr>
          <a:lstStyle>
            <a:lvl1pPr marL="0" indent="0" algn="l">
              <a:buNone/>
              <a:defRPr lang="en-GB" sz="1600" kern="1200" dirty="0">
                <a:solidFill>
                  <a:schemeClr val="bg1"/>
                </a:solidFill>
                <a:latin typeface="EYInterstate Regular" panose="02000503020000020004" pitchFamily="2" charset="0"/>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29" name="Title 4">
            <a:extLst>
              <a:ext uri="{FF2B5EF4-FFF2-40B4-BE49-F238E27FC236}">
                <a16:creationId xmlns:a16="http://schemas.microsoft.com/office/drawing/2014/main" id="{1F7B1FDC-B90E-6693-A750-B9BA4B535E8A}"/>
              </a:ext>
            </a:extLst>
          </p:cNvPr>
          <p:cNvSpPr>
            <a:spLocks noGrp="1"/>
          </p:cNvSpPr>
          <p:nvPr>
            <p:ph type="title"/>
          </p:nvPr>
        </p:nvSpPr>
        <p:spPr>
          <a:xfrm>
            <a:off x="889762" y="2698751"/>
            <a:ext cx="4906009" cy="1654043"/>
          </a:xfrm>
        </p:spPr>
        <p:txBody>
          <a:bodyPr anchor="t">
            <a:noAutofit/>
          </a:bodyPr>
          <a:lstStyle>
            <a:lvl1pPr>
              <a:defRPr sz="4200" b="1" i="0">
                <a:solidFill>
                  <a:schemeClr val="bg1"/>
                </a:solidFill>
                <a:latin typeface="EYInterstate Regular" panose="02000503020000020004" pitchFamily="2" charset="0"/>
              </a:defRPr>
            </a:lvl1pPr>
          </a:lstStyle>
          <a:p>
            <a:r>
              <a:rPr lang="en-GB"/>
              <a:t>Click to edit Master title style</a:t>
            </a:r>
            <a:endParaRPr lang="en-US"/>
          </a:p>
        </p:txBody>
      </p:sp>
      <p:sp>
        <p:nvSpPr>
          <p:cNvPr id="30" name="Text Placeholder 288">
            <a:extLst>
              <a:ext uri="{FF2B5EF4-FFF2-40B4-BE49-F238E27FC236}">
                <a16:creationId xmlns:a16="http://schemas.microsoft.com/office/drawing/2014/main" id="{1673B89D-F206-B9D2-CDB7-BDE045C7447F}"/>
              </a:ext>
            </a:extLst>
          </p:cNvPr>
          <p:cNvSpPr>
            <a:spLocks noGrp="1"/>
          </p:cNvSpPr>
          <p:nvPr>
            <p:ph type="body" sz="quarter" idx="10"/>
          </p:nvPr>
        </p:nvSpPr>
        <p:spPr>
          <a:xfrm>
            <a:off x="889762" y="5047485"/>
            <a:ext cx="4906010" cy="246221"/>
          </a:xfrm>
        </p:spPr>
        <p:txBody>
          <a:bodyPr wrap="square">
            <a:spAutoFit/>
          </a:bodyPr>
          <a:lstStyle>
            <a:lvl1pPr marL="0" indent="0">
              <a:buNone/>
              <a:defRPr sz="1600" b="1">
                <a:solidFill>
                  <a:schemeClr val="bg1"/>
                </a:solidFill>
                <a:latin typeface="EYInterstate Regular" panose="02000503020000020004" pitchFamily="2" charset="0"/>
              </a:defRPr>
            </a:lvl1pPr>
            <a:lvl2pPr marL="252000" indent="0">
              <a:buNone/>
              <a:defRPr sz="1600" b="1">
                <a:latin typeface="+mj-lt"/>
              </a:defRPr>
            </a:lvl2pPr>
            <a:lvl3pPr marL="504000" indent="0">
              <a:buNone/>
              <a:defRPr sz="1600" b="1">
                <a:latin typeface="+mj-lt"/>
              </a:defRPr>
            </a:lvl3pPr>
            <a:lvl4pPr marL="756000" indent="0">
              <a:buNone/>
              <a:defRPr sz="1600" b="1">
                <a:latin typeface="+mj-lt"/>
              </a:defRPr>
            </a:lvl4pPr>
            <a:lvl5pPr marL="1008000" indent="0">
              <a:buNone/>
              <a:defRPr sz="1600" b="1">
                <a:latin typeface="+mj-lt"/>
              </a:defRPr>
            </a:lvl5pPr>
          </a:lstStyle>
          <a:p>
            <a:pPr lvl="0"/>
            <a:r>
              <a:rPr lang="en-GB"/>
              <a:t>Click to edit Master text styles</a:t>
            </a:r>
          </a:p>
        </p:txBody>
      </p:sp>
      <p:grpSp>
        <p:nvGrpSpPr>
          <p:cNvPr id="8" name="Group 7">
            <a:extLst>
              <a:ext uri="{FF2B5EF4-FFF2-40B4-BE49-F238E27FC236}">
                <a16:creationId xmlns:a16="http://schemas.microsoft.com/office/drawing/2014/main" id="{74EBDC9A-DAD0-DF95-C863-A513F5757B58}"/>
              </a:ext>
            </a:extLst>
          </p:cNvPr>
          <p:cNvGrpSpPr/>
          <p:nvPr userDrawn="1"/>
        </p:nvGrpSpPr>
        <p:grpSpPr>
          <a:xfrm>
            <a:off x="485774" y="1291008"/>
            <a:ext cx="5706110" cy="4360545"/>
            <a:chOff x="485774" y="1291008"/>
            <a:chExt cx="5706110" cy="4360545"/>
          </a:xfrm>
        </p:grpSpPr>
        <p:sp>
          <p:nvSpPr>
            <p:cNvPr id="26" name="Freeform 25">
              <a:extLst>
                <a:ext uri="{FF2B5EF4-FFF2-40B4-BE49-F238E27FC236}">
                  <a16:creationId xmlns:a16="http://schemas.microsoft.com/office/drawing/2014/main" id="{F7E50E80-DFF0-E065-898F-1AFD970459B6}"/>
                </a:ext>
              </a:extLst>
            </p:cNvPr>
            <p:cNvSpPr/>
            <p:nvPr userDrawn="1"/>
          </p:nvSpPr>
          <p:spPr>
            <a:xfrm>
              <a:off x="485774" y="5549953"/>
              <a:ext cx="508000" cy="101600"/>
            </a:xfrm>
            <a:custGeom>
              <a:avLst/>
              <a:gdLst>
                <a:gd name="connsiteX0" fmla="*/ 406400 w 508000"/>
                <a:gd name="connsiteY0" fmla="*/ 0 h 101600"/>
                <a:gd name="connsiteX1" fmla="*/ 508000 w 508000"/>
                <a:gd name="connsiteY1" fmla="*/ 0 h 101600"/>
                <a:gd name="connsiteX2" fmla="*/ 508000 w 508000"/>
                <a:gd name="connsiteY2" fmla="*/ 101600 h 101600"/>
                <a:gd name="connsiteX3" fmla="*/ 406400 w 508000"/>
                <a:gd name="connsiteY3" fmla="*/ 101600 h 101600"/>
                <a:gd name="connsiteX4" fmla="*/ 203200 w 508000"/>
                <a:gd name="connsiteY4" fmla="*/ 0 h 101600"/>
                <a:gd name="connsiteX5" fmla="*/ 304800 w 508000"/>
                <a:gd name="connsiteY5" fmla="*/ 0 h 101600"/>
                <a:gd name="connsiteX6" fmla="*/ 304800 w 508000"/>
                <a:gd name="connsiteY6" fmla="*/ 101600 h 101600"/>
                <a:gd name="connsiteX7" fmla="*/ 203200 w 508000"/>
                <a:gd name="connsiteY7" fmla="*/ 101600 h 101600"/>
                <a:gd name="connsiteX8" fmla="*/ 0 w 508000"/>
                <a:gd name="connsiteY8" fmla="*/ 0 h 101600"/>
                <a:gd name="connsiteX9" fmla="*/ 101600 w 508000"/>
                <a:gd name="connsiteY9" fmla="*/ 0 h 101600"/>
                <a:gd name="connsiteX10" fmla="*/ 101600 w 508000"/>
                <a:gd name="connsiteY10" fmla="*/ 101600 h 101600"/>
                <a:gd name="connsiteX11" fmla="*/ 0 w 508000"/>
                <a:gd name="connsiteY11" fmla="*/ 101600 h 10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8000" h="101600">
                  <a:moveTo>
                    <a:pt x="406400" y="0"/>
                  </a:moveTo>
                  <a:lnTo>
                    <a:pt x="508000" y="0"/>
                  </a:lnTo>
                  <a:lnTo>
                    <a:pt x="508000" y="101600"/>
                  </a:lnTo>
                  <a:lnTo>
                    <a:pt x="406400" y="101600"/>
                  </a:lnTo>
                  <a:close/>
                  <a:moveTo>
                    <a:pt x="203200" y="0"/>
                  </a:moveTo>
                  <a:lnTo>
                    <a:pt x="304800" y="0"/>
                  </a:lnTo>
                  <a:lnTo>
                    <a:pt x="304800" y="101600"/>
                  </a:lnTo>
                  <a:lnTo>
                    <a:pt x="203200" y="101600"/>
                  </a:lnTo>
                  <a:close/>
                  <a:moveTo>
                    <a:pt x="0" y="0"/>
                  </a:moveTo>
                  <a:lnTo>
                    <a:pt x="101600" y="0"/>
                  </a:lnTo>
                  <a:lnTo>
                    <a:pt x="101600" y="101600"/>
                  </a:lnTo>
                  <a:lnTo>
                    <a:pt x="0" y="101600"/>
                  </a:lnTo>
                  <a:close/>
                </a:path>
              </a:pathLst>
            </a:custGeom>
            <a:solidFill>
              <a:schemeClr val="tx2"/>
            </a:solidFill>
            <a:ln w="63500" cap="flat">
              <a:noFill/>
              <a:prstDash val="solid"/>
              <a:miter/>
            </a:ln>
          </p:spPr>
          <p:txBody>
            <a:bodyPr rtlCol="0" anchor="ctr"/>
            <a:lstStyle/>
            <a:p>
              <a:endParaRPr lang="en-US"/>
            </a:p>
          </p:txBody>
        </p:sp>
        <p:sp>
          <p:nvSpPr>
            <p:cNvPr id="4" name="Freeform 3">
              <a:extLst>
                <a:ext uri="{FF2B5EF4-FFF2-40B4-BE49-F238E27FC236}">
                  <a16:creationId xmlns:a16="http://schemas.microsoft.com/office/drawing/2014/main" id="{7E9D0337-F340-664F-6A13-B03AA4BA4F82}"/>
                </a:ext>
              </a:extLst>
            </p:cNvPr>
            <p:cNvSpPr/>
            <p:nvPr userDrawn="1"/>
          </p:nvSpPr>
          <p:spPr>
            <a:xfrm>
              <a:off x="485775" y="1291008"/>
              <a:ext cx="5706109" cy="4359275"/>
            </a:xfrm>
            <a:custGeom>
              <a:avLst/>
              <a:gdLst>
                <a:gd name="connsiteX0" fmla="*/ 0 w 5706109"/>
                <a:gd name="connsiteY0" fmla="*/ 4157346 h 4359275"/>
                <a:gd name="connsiteX1" fmla="*/ 101600 w 5706109"/>
                <a:gd name="connsiteY1" fmla="*/ 4157346 h 4359275"/>
                <a:gd name="connsiteX2" fmla="*/ 101600 w 5706109"/>
                <a:gd name="connsiteY2" fmla="*/ 1075055 h 4359275"/>
                <a:gd name="connsiteX3" fmla="*/ 101600 w 5706109"/>
                <a:gd name="connsiteY3" fmla="*/ 1075055 h 4359275"/>
                <a:gd name="connsiteX4" fmla="*/ 191770 w 5706109"/>
                <a:gd name="connsiteY4" fmla="*/ 1059180 h 4359275"/>
                <a:gd name="connsiteX5" fmla="*/ 861060 w 5706109"/>
                <a:gd name="connsiteY5" fmla="*/ 942975 h 4359275"/>
                <a:gd name="connsiteX6" fmla="*/ 1195705 w 5706109"/>
                <a:gd name="connsiteY6" fmla="*/ 885190 h 4359275"/>
                <a:gd name="connsiteX7" fmla="*/ 1362710 w 5706109"/>
                <a:gd name="connsiteY7" fmla="*/ 855980 h 4359275"/>
                <a:gd name="connsiteX8" fmla="*/ 1529715 w 5706109"/>
                <a:gd name="connsiteY8" fmla="*/ 826770 h 4359275"/>
                <a:gd name="connsiteX9" fmla="*/ 1864360 w 5706109"/>
                <a:gd name="connsiteY9" fmla="*/ 768985 h 4359275"/>
                <a:gd name="connsiteX10" fmla="*/ 2031365 w 5706109"/>
                <a:gd name="connsiteY10" fmla="*/ 739775 h 4359275"/>
                <a:gd name="connsiteX11" fmla="*/ 2198370 w 5706109"/>
                <a:gd name="connsiteY11" fmla="*/ 710565 h 4359275"/>
                <a:gd name="connsiteX12" fmla="*/ 2365375 w 5706109"/>
                <a:gd name="connsiteY12" fmla="*/ 681355 h 4359275"/>
                <a:gd name="connsiteX13" fmla="*/ 2532380 w 5706109"/>
                <a:gd name="connsiteY13" fmla="*/ 652145 h 4359275"/>
                <a:gd name="connsiteX14" fmla="*/ 2699385 w 5706109"/>
                <a:gd name="connsiteY14" fmla="*/ 622935 h 4359275"/>
                <a:gd name="connsiteX15" fmla="*/ 2866390 w 5706109"/>
                <a:gd name="connsiteY15" fmla="*/ 593725 h 4359275"/>
                <a:gd name="connsiteX16" fmla="*/ 5461000 w 5706109"/>
                <a:gd name="connsiteY16" fmla="*/ 144145 h 4359275"/>
                <a:gd name="connsiteX17" fmla="*/ 5602605 w 5706109"/>
                <a:gd name="connsiteY17" fmla="*/ 119380 h 4359275"/>
                <a:gd name="connsiteX18" fmla="*/ 5602605 w 5706109"/>
                <a:gd name="connsiteY18" fmla="*/ 119380 h 4359275"/>
                <a:gd name="connsiteX19" fmla="*/ 5602605 w 5706109"/>
                <a:gd name="connsiteY19" fmla="*/ 4257676 h 4359275"/>
                <a:gd name="connsiteX20" fmla="*/ 609600 w 5706109"/>
                <a:gd name="connsiteY20" fmla="*/ 4257676 h 4359275"/>
                <a:gd name="connsiteX21" fmla="*/ 609600 w 5706109"/>
                <a:gd name="connsiteY21" fmla="*/ 4359276 h 4359275"/>
                <a:gd name="connsiteX22" fmla="*/ 5706110 w 5706109"/>
                <a:gd name="connsiteY22" fmla="*/ 4359276 h 4359275"/>
                <a:gd name="connsiteX23" fmla="*/ 5706110 w 5706109"/>
                <a:gd name="connsiteY23" fmla="*/ 0 h 4359275"/>
                <a:gd name="connsiteX24" fmla="*/ 5704840 w 5706109"/>
                <a:gd name="connsiteY24" fmla="*/ 0 h 4359275"/>
                <a:gd name="connsiteX25" fmla="*/ 5445760 w 5706109"/>
                <a:gd name="connsiteY25" fmla="*/ 45085 h 4359275"/>
                <a:gd name="connsiteX26" fmla="*/ 2851150 w 5706109"/>
                <a:gd name="connsiteY26" fmla="*/ 494665 h 4359275"/>
                <a:gd name="connsiteX27" fmla="*/ 2684145 w 5706109"/>
                <a:gd name="connsiteY27" fmla="*/ 523875 h 4359275"/>
                <a:gd name="connsiteX28" fmla="*/ 2517140 w 5706109"/>
                <a:gd name="connsiteY28" fmla="*/ 553085 h 4359275"/>
                <a:gd name="connsiteX29" fmla="*/ 2350135 w 5706109"/>
                <a:gd name="connsiteY29" fmla="*/ 582295 h 4359275"/>
                <a:gd name="connsiteX30" fmla="*/ 2183130 w 5706109"/>
                <a:gd name="connsiteY30" fmla="*/ 611505 h 4359275"/>
                <a:gd name="connsiteX31" fmla="*/ 2016125 w 5706109"/>
                <a:gd name="connsiteY31" fmla="*/ 640715 h 4359275"/>
                <a:gd name="connsiteX32" fmla="*/ 1849120 w 5706109"/>
                <a:gd name="connsiteY32" fmla="*/ 669925 h 4359275"/>
                <a:gd name="connsiteX33" fmla="*/ 1514475 w 5706109"/>
                <a:gd name="connsiteY33" fmla="*/ 727710 h 4359275"/>
                <a:gd name="connsiteX34" fmla="*/ 1347470 w 5706109"/>
                <a:gd name="connsiteY34" fmla="*/ 756920 h 4359275"/>
                <a:gd name="connsiteX35" fmla="*/ 1180465 w 5706109"/>
                <a:gd name="connsiteY35" fmla="*/ 786130 h 4359275"/>
                <a:gd name="connsiteX36" fmla="*/ 845820 w 5706109"/>
                <a:gd name="connsiteY36" fmla="*/ 843915 h 4359275"/>
                <a:gd name="connsiteX37" fmla="*/ 176530 w 5706109"/>
                <a:gd name="connsiteY37" fmla="*/ 960120 h 4359275"/>
                <a:gd name="connsiteX38" fmla="*/ 3175 w 5706109"/>
                <a:gd name="connsiteY38" fmla="*/ 989965 h 4359275"/>
                <a:gd name="connsiteX39" fmla="*/ 1905 w 5706109"/>
                <a:gd name="connsiteY39" fmla="*/ 989965 h 4359275"/>
                <a:gd name="connsiteX40" fmla="*/ 1905 w 5706109"/>
                <a:gd name="connsiteY40" fmla="*/ 4158616 h 4359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5706109" h="4359275">
                  <a:moveTo>
                    <a:pt x="0" y="4157346"/>
                  </a:moveTo>
                  <a:lnTo>
                    <a:pt x="101600" y="4157346"/>
                  </a:lnTo>
                  <a:lnTo>
                    <a:pt x="101600" y="1075055"/>
                  </a:lnTo>
                  <a:lnTo>
                    <a:pt x="101600" y="1075055"/>
                  </a:lnTo>
                  <a:lnTo>
                    <a:pt x="191770" y="1059180"/>
                  </a:lnTo>
                  <a:lnTo>
                    <a:pt x="861060" y="942975"/>
                  </a:lnTo>
                  <a:lnTo>
                    <a:pt x="1195705" y="885190"/>
                  </a:lnTo>
                  <a:lnTo>
                    <a:pt x="1362710" y="855980"/>
                  </a:lnTo>
                  <a:lnTo>
                    <a:pt x="1529715" y="826770"/>
                  </a:lnTo>
                  <a:lnTo>
                    <a:pt x="1864360" y="768985"/>
                  </a:lnTo>
                  <a:lnTo>
                    <a:pt x="2031365" y="739775"/>
                  </a:lnTo>
                  <a:lnTo>
                    <a:pt x="2198370" y="710565"/>
                  </a:lnTo>
                  <a:lnTo>
                    <a:pt x="2365375" y="681355"/>
                  </a:lnTo>
                  <a:lnTo>
                    <a:pt x="2532380" y="652145"/>
                  </a:lnTo>
                  <a:lnTo>
                    <a:pt x="2699385" y="622935"/>
                  </a:lnTo>
                  <a:lnTo>
                    <a:pt x="2866390" y="593725"/>
                  </a:lnTo>
                  <a:cubicBezTo>
                    <a:pt x="3731260" y="443865"/>
                    <a:pt x="4596130" y="294005"/>
                    <a:pt x="5461000" y="144145"/>
                  </a:cubicBezTo>
                  <a:lnTo>
                    <a:pt x="5602605" y="119380"/>
                  </a:lnTo>
                  <a:lnTo>
                    <a:pt x="5602605" y="119380"/>
                  </a:lnTo>
                  <a:lnTo>
                    <a:pt x="5602605" y="4257676"/>
                  </a:lnTo>
                  <a:lnTo>
                    <a:pt x="609600" y="4257676"/>
                  </a:lnTo>
                  <a:lnTo>
                    <a:pt x="609600" y="4359276"/>
                  </a:lnTo>
                  <a:lnTo>
                    <a:pt x="5706110" y="4359276"/>
                  </a:lnTo>
                  <a:lnTo>
                    <a:pt x="5706110" y="0"/>
                  </a:lnTo>
                  <a:lnTo>
                    <a:pt x="5704840" y="0"/>
                  </a:lnTo>
                  <a:cubicBezTo>
                    <a:pt x="5618480" y="15240"/>
                    <a:pt x="5532120" y="30480"/>
                    <a:pt x="5445760" y="45085"/>
                  </a:cubicBezTo>
                  <a:cubicBezTo>
                    <a:pt x="4580890" y="194945"/>
                    <a:pt x="3716020" y="344805"/>
                    <a:pt x="2851150" y="494665"/>
                  </a:cubicBezTo>
                  <a:lnTo>
                    <a:pt x="2684145" y="523875"/>
                  </a:lnTo>
                  <a:lnTo>
                    <a:pt x="2517140" y="553085"/>
                  </a:lnTo>
                  <a:lnTo>
                    <a:pt x="2350135" y="582295"/>
                  </a:lnTo>
                  <a:lnTo>
                    <a:pt x="2183130" y="611505"/>
                  </a:lnTo>
                  <a:lnTo>
                    <a:pt x="2016125" y="640715"/>
                  </a:lnTo>
                  <a:lnTo>
                    <a:pt x="1849120" y="669925"/>
                  </a:lnTo>
                  <a:lnTo>
                    <a:pt x="1514475" y="727710"/>
                  </a:lnTo>
                  <a:lnTo>
                    <a:pt x="1347470" y="756920"/>
                  </a:lnTo>
                  <a:lnTo>
                    <a:pt x="1180465" y="786130"/>
                  </a:lnTo>
                  <a:lnTo>
                    <a:pt x="845820" y="843915"/>
                  </a:lnTo>
                  <a:lnTo>
                    <a:pt x="176530" y="960120"/>
                  </a:lnTo>
                  <a:lnTo>
                    <a:pt x="3175" y="989965"/>
                  </a:lnTo>
                  <a:lnTo>
                    <a:pt x="1905" y="989965"/>
                  </a:lnTo>
                  <a:lnTo>
                    <a:pt x="1905" y="4158616"/>
                  </a:lnTo>
                  <a:close/>
                </a:path>
              </a:pathLst>
            </a:custGeom>
            <a:gradFill flip="none" rotWithShape="1">
              <a:gsLst>
                <a:gs pos="46000">
                  <a:srgbClr val="FFE600"/>
                </a:gs>
                <a:gs pos="66000">
                  <a:srgbClr val="FF32FF"/>
                </a:gs>
                <a:gs pos="100000">
                  <a:srgbClr val="32FFFF"/>
                </a:gs>
              </a:gsLst>
              <a:lin ang="18600000" scaled="0"/>
              <a:tileRect/>
            </a:gradFill>
            <a:ln w="8181" cap="flat">
              <a:noFill/>
              <a:prstDash val="solid"/>
              <a:miter/>
            </a:ln>
          </p:spPr>
          <p:txBody>
            <a:bodyPr rtlCol="0" anchor="ctr"/>
            <a:lstStyle/>
            <a:p>
              <a:pPr lvl="0"/>
              <a:endParaRPr lang="en-US"/>
            </a:p>
          </p:txBody>
        </p:sp>
      </p:grpSp>
      <p:grpSp>
        <p:nvGrpSpPr>
          <p:cNvPr id="2" name="Group 1">
            <a:extLst>
              <a:ext uri="{FF2B5EF4-FFF2-40B4-BE49-F238E27FC236}">
                <a16:creationId xmlns:a16="http://schemas.microsoft.com/office/drawing/2014/main" id="{1882E718-34C5-4345-6EDE-C2A2274567A3}"/>
              </a:ext>
            </a:extLst>
          </p:cNvPr>
          <p:cNvGrpSpPr/>
          <p:nvPr userDrawn="1"/>
        </p:nvGrpSpPr>
        <p:grpSpPr>
          <a:xfrm>
            <a:off x="485775" y="6164633"/>
            <a:ext cx="4940935" cy="318770"/>
            <a:chOff x="485775" y="6164633"/>
            <a:chExt cx="4940935" cy="318770"/>
          </a:xfrm>
        </p:grpSpPr>
        <p:sp>
          <p:nvSpPr>
            <p:cNvPr id="5" name="Freeform 23">
              <a:extLst>
                <a:ext uri="{FF2B5EF4-FFF2-40B4-BE49-F238E27FC236}">
                  <a16:creationId xmlns:a16="http://schemas.microsoft.com/office/drawing/2014/main" id="{04769FC2-AA96-BF7D-A57D-6136B16425B4}"/>
                </a:ext>
              </a:extLst>
            </p:cNvPr>
            <p:cNvSpPr/>
            <p:nvPr userDrawn="1"/>
          </p:nvSpPr>
          <p:spPr>
            <a:xfrm>
              <a:off x="485775" y="6164633"/>
              <a:ext cx="405765" cy="81280"/>
            </a:xfrm>
            <a:custGeom>
              <a:avLst/>
              <a:gdLst>
                <a:gd name="connsiteX0" fmla="*/ 324485 w 405765"/>
                <a:gd name="connsiteY0" fmla="*/ 0 h 81280"/>
                <a:gd name="connsiteX1" fmla="*/ 405765 w 405765"/>
                <a:gd name="connsiteY1" fmla="*/ 0 h 81280"/>
                <a:gd name="connsiteX2" fmla="*/ 405765 w 405765"/>
                <a:gd name="connsiteY2" fmla="*/ 81280 h 81280"/>
                <a:gd name="connsiteX3" fmla="*/ 324485 w 405765"/>
                <a:gd name="connsiteY3" fmla="*/ 81280 h 81280"/>
                <a:gd name="connsiteX4" fmla="*/ 161925 w 405765"/>
                <a:gd name="connsiteY4" fmla="*/ 0 h 81280"/>
                <a:gd name="connsiteX5" fmla="*/ 243205 w 405765"/>
                <a:gd name="connsiteY5" fmla="*/ 0 h 81280"/>
                <a:gd name="connsiteX6" fmla="*/ 243205 w 405765"/>
                <a:gd name="connsiteY6" fmla="*/ 81280 h 81280"/>
                <a:gd name="connsiteX7" fmla="*/ 161925 w 405765"/>
                <a:gd name="connsiteY7" fmla="*/ 81280 h 81280"/>
                <a:gd name="connsiteX8" fmla="*/ 0 w 405765"/>
                <a:gd name="connsiteY8" fmla="*/ 0 h 81280"/>
                <a:gd name="connsiteX9" fmla="*/ 81280 w 405765"/>
                <a:gd name="connsiteY9" fmla="*/ 0 h 81280"/>
                <a:gd name="connsiteX10" fmla="*/ 81280 w 405765"/>
                <a:gd name="connsiteY10" fmla="*/ 81280 h 81280"/>
                <a:gd name="connsiteX11" fmla="*/ 0 w 405765"/>
                <a:gd name="connsiteY11" fmla="*/ 81280 h 81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05765" h="81280">
                  <a:moveTo>
                    <a:pt x="324485" y="0"/>
                  </a:moveTo>
                  <a:lnTo>
                    <a:pt x="405765" y="0"/>
                  </a:lnTo>
                  <a:lnTo>
                    <a:pt x="405765" y="81280"/>
                  </a:lnTo>
                  <a:lnTo>
                    <a:pt x="324485" y="81280"/>
                  </a:lnTo>
                  <a:close/>
                  <a:moveTo>
                    <a:pt x="161925" y="0"/>
                  </a:moveTo>
                  <a:lnTo>
                    <a:pt x="243205" y="0"/>
                  </a:lnTo>
                  <a:lnTo>
                    <a:pt x="243205" y="81280"/>
                  </a:lnTo>
                  <a:lnTo>
                    <a:pt x="161925" y="81280"/>
                  </a:lnTo>
                  <a:close/>
                  <a:moveTo>
                    <a:pt x="0" y="0"/>
                  </a:moveTo>
                  <a:lnTo>
                    <a:pt x="81280" y="0"/>
                  </a:lnTo>
                  <a:lnTo>
                    <a:pt x="81280" y="81280"/>
                  </a:lnTo>
                  <a:lnTo>
                    <a:pt x="0" y="81280"/>
                  </a:lnTo>
                  <a:close/>
                </a:path>
              </a:pathLst>
            </a:custGeom>
            <a:solidFill>
              <a:srgbClr val="FFE600"/>
            </a:solidFill>
            <a:ln w="63500" cap="flat">
              <a:noFill/>
              <a:prstDash val="solid"/>
              <a:miter/>
            </a:ln>
          </p:spPr>
          <p:txBody>
            <a:bodyPr rtlCol="0" anchor="ctr"/>
            <a:lstStyle/>
            <a:p>
              <a:endParaRPr lang="en-US">
                <a:solidFill>
                  <a:schemeClr val="bg1"/>
                </a:solidFill>
              </a:endParaRPr>
            </a:p>
          </p:txBody>
        </p:sp>
        <p:sp>
          <p:nvSpPr>
            <p:cNvPr id="6" name="Freeform 24">
              <a:extLst>
                <a:ext uri="{FF2B5EF4-FFF2-40B4-BE49-F238E27FC236}">
                  <a16:creationId xmlns:a16="http://schemas.microsoft.com/office/drawing/2014/main" id="{018A045E-469B-37B4-66BD-A077F6237FA6}"/>
                </a:ext>
              </a:extLst>
            </p:cNvPr>
            <p:cNvSpPr/>
            <p:nvPr userDrawn="1"/>
          </p:nvSpPr>
          <p:spPr bwMode="black">
            <a:xfrm>
              <a:off x="485779" y="6344974"/>
              <a:ext cx="4940931" cy="138429"/>
            </a:xfrm>
            <a:custGeom>
              <a:avLst/>
              <a:gdLst>
                <a:gd name="connsiteX0" fmla="*/ 1032512 w 4940931"/>
                <a:gd name="connsiteY0" fmla="*/ 137477 h 138429"/>
                <a:gd name="connsiteX1" fmla="*/ 1032512 w 4940931"/>
                <a:gd name="connsiteY1" fmla="*/ 137794 h 138429"/>
                <a:gd name="connsiteX2" fmla="*/ 1030607 w 4940931"/>
                <a:gd name="connsiteY2" fmla="*/ 138429 h 138429"/>
                <a:gd name="connsiteX3" fmla="*/ 4929501 w 4940931"/>
                <a:gd name="connsiteY3" fmla="*/ 87629 h 138429"/>
                <a:gd name="connsiteX4" fmla="*/ 4933946 w 4940931"/>
                <a:gd name="connsiteY4" fmla="*/ 88264 h 138429"/>
                <a:gd name="connsiteX5" fmla="*/ 4937756 w 4940931"/>
                <a:gd name="connsiteY5" fmla="*/ 90804 h 138429"/>
                <a:gd name="connsiteX6" fmla="*/ 4940296 w 4940931"/>
                <a:gd name="connsiteY6" fmla="*/ 94614 h 138429"/>
                <a:gd name="connsiteX7" fmla="*/ 4940931 w 4940931"/>
                <a:gd name="connsiteY7" fmla="*/ 99059 h 138429"/>
                <a:gd name="connsiteX8" fmla="*/ 4940296 w 4940931"/>
                <a:gd name="connsiteY8" fmla="*/ 103504 h 138429"/>
                <a:gd name="connsiteX9" fmla="*/ 4937756 w 4940931"/>
                <a:gd name="connsiteY9" fmla="*/ 107314 h 138429"/>
                <a:gd name="connsiteX10" fmla="*/ 4933946 w 4940931"/>
                <a:gd name="connsiteY10" fmla="*/ 109854 h 138429"/>
                <a:gd name="connsiteX11" fmla="*/ 4929501 w 4940931"/>
                <a:gd name="connsiteY11" fmla="*/ 110489 h 138429"/>
                <a:gd name="connsiteX12" fmla="*/ 4925056 w 4940931"/>
                <a:gd name="connsiteY12" fmla="*/ 109854 h 138429"/>
                <a:gd name="connsiteX13" fmla="*/ 4921246 w 4940931"/>
                <a:gd name="connsiteY13" fmla="*/ 107314 h 138429"/>
                <a:gd name="connsiteX14" fmla="*/ 4918706 w 4940931"/>
                <a:gd name="connsiteY14" fmla="*/ 103504 h 138429"/>
                <a:gd name="connsiteX15" fmla="*/ 4918071 w 4940931"/>
                <a:gd name="connsiteY15" fmla="*/ 99059 h 138429"/>
                <a:gd name="connsiteX16" fmla="*/ 4918706 w 4940931"/>
                <a:gd name="connsiteY16" fmla="*/ 94614 h 138429"/>
                <a:gd name="connsiteX17" fmla="*/ 4921246 w 4940931"/>
                <a:gd name="connsiteY17" fmla="*/ 90804 h 138429"/>
                <a:gd name="connsiteX18" fmla="*/ 4925056 w 4940931"/>
                <a:gd name="connsiteY18" fmla="*/ 88264 h 138429"/>
                <a:gd name="connsiteX19" fmla="*/ 4929501 w 4940931"/>
                <a:gd name="connsiteY19" fmla="*/ 87629 h 138429"/>
                <a:gd name="connsiteX20" fmla="*/ 3079110 w 4940931"/>
                <a:gd name="connsiteY20" fmla="*/ 87629 h 138429"/>
                <a:gd name="connsiteX21" fmla="*/ 3083555 w 4940931"/>
                <a:gd name="connsiteY21" fmla="*/ 88264 h 138429"/>
                <a:gd name="connsiteX22" fmla="*/ 3087365 w 4940931"/>
                <a:gd name="connsiteY22" fmla="*/ 90804 h 138429"/>
                <a:gd name="connsiteX23" fmla="*/ 3089905 w 4940931"/>
                <a:gd name="connsiteY23" fmla="*/ 94614 h 138429"/>
                <a:gd name="connsiteX24" fmla="*/ 3090540 w 4940931"/>
                <a:gd name="connsiteY24" fmla="*/ 99059 h 138429"/>
                <a:gd name="connsiteX25" fmla="*/ 3089905 w 4940931"/>
                <a:gd name="connsiteY25" fmla="*/ 103504 h 138429"/>
                <a:gd name="connsiteX26" fmla="*/ 3087365 w 4940931"/>
                <a:gd name="connsiteY26" fmla="*/ 107314 h 138429"/>
                <a:gd name="connsiteX27" fmla="*/ 3083555 w 4940931"/>
                <a:gd name="connsiteY27" fmla="*/ 109854 h 138429"/>
                <a:gd name="connsiteX28" fmla="*/ 3079110 w 4940931"/>
                <a:gd name="connsiteY28" fmla="*/ 110489 h 138429"/>
                <a:gd name="connsiteX29" fmla="*/ 3074665 w 4940931"/>
                <a:gd name="connsiteY29" fmla="*/ 109854 h 138429"/>
                <a:gd name="connsiteX30" fmla="*/ 3070855 w 4940931"/>
                <a:gd name="connsiteY30" fmla="*/ 107314 h 138429"/>
                <a:gd name="connsiteX31" fmla="*/ 3068315 w 4940931"/>
                <a:gd name="connsiteY31" fmla="*/ 103504 h 138429"/>
                <a:gd name="connsiteX32" fmla="*/ 3067680 w 4940931"/>
                <a:gd name="connsiteY32" fmla="*/ 99059 h 138429"/>
                <a:gd name="connsiteX33" fmla="*/ 3068315 w 4940931"/>
                <a:gd name="connsiteY33" fmla="*/ 94614 h 138429"/>
                <a:gd name="connsiteX34" fmla="*/ 3070855 w 4940931"/>
                <a:gd name="connsiteY34" fmla="*/ 90804 h 138429"/>
                <a:gd name="connsiteX35" fmla="*/ 3074665 w 4940931"/>
                <a:gd name="connsiteY35" fmla="*/ 88264 h 138429"/>
                <a:gd name="connsiteX36" fmla="*/ 3079110 w 4940931"/>
                <a:gd name="connsiteY36" fmla="*/ 87629 h 138429"/>
                <a:gd name="connsiteX37" fmla="*/ 1565275 w 4940931"/>
                <a:gd name="connsiteY37" fmla="*/ 87629 h 138429"/>
                <a:gd name="connsiteX38" fmla="*/ 1569720 w 4940931"/>
                <a:gd name="connsiteY38" fmla="*/ 88264 h 138429"/>
                <a:gd name="connsiteX39" fmla="*/ 1573529 w 4940931"/>
                <a:gd name="connsiteY39" fmla="*/ 90804 h 138429"/>
                <a:gd name="connsiteX40" fmla="*/ 1576069 w 4940931"/>
                <a:gd name="connsiteY40" fmla="*/ 94614 h 138429"/>
                <a:gd name="connsiteX41" fmla="*/ 1576705 w 4940931"/>
                <a:gd name="connsiteY41" fmla="*/ 99059 h 138429"/>
                <a:gd name="connsiteX42" fmla="*/ 1576069 w 4940931"/>
                <a:gd name="connsiteY42" fmla="*/ 103504 h 138429"/>
                <a:gd name="connsiteX43" fmla="*/ 1573529 w 4940931"/>
                <a:gd name="connsiteY43" fmla="*/ 107314 h 138429"/>
                <a:gd name="connsiteX44" fmla="*/ 1569720 w 4940931"/>
                <a:gd name="connsiteY44" fmla="*/ 109854 h 138429"/>
                <a:gd name="connsiteX45" fmla="*/ 1565275 w 4940931"/>
                <a:gd name="connsiteY45" fmla="*/ 110489 h 138429"/>
                <a:gd name="connsiteX46" fmla="*/ 1560830 w 4940931"/>
                <a:gd name="connsiteY46" fmla="*/ 109854 h 138429"/>
                <a:gd name="connsiteX47" fmla="*/ 1557020 w 4940931"/>
                <a:gd name="connsiteY47" fmla="*/ 107314 h 138429"/>
                <a:gd name="connsiteX48" fmla="*/ 1554479 w 4940931"/>
                <a:gd name="connsiteY48" fmla="*/ 103504 h 138429"/>
                <a:gd name="connsiteX49" fmla="*/ 1553844 w 4940931"/>
                <a:gd name="connsiteY49" fmla="*/ 99059 h 138429"/>
                <a:gd name="connsiteX50" fmla="*/ 1554479 w 4940931"/>
                <a:gd name="connsiteY50" fmla="*/ 94614 h 138429"/>
                <a:gd name="connsiteX51" fmla="*/ 1557020 w 4940931"/>
                <a:gd name="connsiteY51" fmla="*/ 90804 h 138429"/>
                <a:gd name="connsiteX52" fmla="*/ 1560830 w 4940931"/>
                <a:gd name="connsiteY52" fmla="*/ 88264 h 138429"/>
                <a:gd name="connsiteX53" fmla="*/ 1565275 w 4940931"/>
                <a:gd name="connsiteY53" fmla="*/ 87629 h 138429"/>
                <a:gd name="connsiteX54" fmla="*/ 2642230 w 4940931"/>
                <a:gd name="connsiteY54" fmla="*/ 73024 h 138429"/>
                <a:gd name="connsiteX55" fmla="*/ 2630800 w 4940931"/>
                <a:gd name="connsiteY55" fmla="*/ 76199 h 138429"/>
                <a:gd name="connsiteX56" fmla="*/ 2626355 w 4940931"/>
                <a:gd name="connsiteY56" fmla="*/ 84454 h 138429"/>
                <a:gd name="connsiteX57" fmla="*/ 2627625 w 4940931"/>
                <a:gd name="connsiteY57" fmla="*/ 90169 h 138429"/>
                <a:gd name="connsiteX58" fmla="*/ 2630800 w 4940931"/>
                <a:gd name="connsiteY58" fmla="*/ 93979 h 138429"/>
                <a:gd name="connsiteX59" fmla="*/ 2635245 w 4940931"/>
                <a:gd name="connsiteY59" fmla="*/ 96519 h 138429"/>
                <a:gd name="connsiteX60" fmla="*/ 2641595 w 4940931"/>
                <a:gd name="connsiteY60" fmla="*/ 97154 h 138429"/>
                <a:gd name="connsiteX61" fmla="*/ 2647310 w 4940931"/>
                <a:gd name="connsiteY61" fmla="*/ 96519 h 138429"/>
                <a:gd name="connsiteX62" fmla="*/ 2652390 w 4940931"/>
                <a:gd name="connsiteY62" fmla="*/ 93979 h 138429"/>
                <a:gd name="connsiteX63" fmla="*/ 2656835 w 4940931"/>
                <a:gd name="connsiteY63" fmla="*/ 90804 h 138429"/>
                <a:gd name="connsiteX64" fmla="*/ 2660010 w 4940931"/>
                <a:gd name="connsiteY64" fmla="*/ 86994 h 138429"/>
                <a:gd name="connsiteX65" fmla="*/ 2660010 w 4940931"/>
                <a:gd name="connsiteY65" fmla="*/ 75564 h 138429"/>
                <a:gd name="connsiteX66" fmla="*/ 2656200 w 4940931"/>
                <a:gd name="connsiteY66" fmla="*/ 74294 h 138429"/>
                <a:gd name="connsiteX67" fmla="*/ 2652390 w 4940931"/>
                <a:gd name="connsiteY67" fmla="*/ 73659 h 138429"/>
                <a:gd name="connsiteX68" fmla="*/ 2647945 w 4940931"/>
                <a:gd name="connsiteY68" fmla="*/ 73024 h 138429"/>
                <a:gd name="connsiteX69" fmla="*/ 2642230 w 4940931"/>
                <a:gd name="connsiteY69" fmla="*/ 73024 h 138429"/>
                <a:gd name="connsiteX70" fmla="*/ 4664706 w 4940931"/>
                <a:gd name="connsiteY70" fmla="*/ 43814 h 138429"/>
                <a:gd name="connsiteX71" fmla="*/ 4657086 w 4940931"/>
                <a:gd name="connsiteY71" fmla="*/ 45719 h 138429"/>
                <a:gd name="connsiteX72" fmla="*/ 4651371 w 4940931"/>
                <a:gd name="connsiteY72" fmla="*/ 50799 h 138429"/>
                <a:gd name="connsiteX73" fmla="*/ 4647561 w 4940931"/>
                <a:gd name="connsiteY73" fmla="*/ 59054 h 138429"/>
                <a:gd name="connsiteX74" fmla="*/ 4646291 w 4940931"/>
                <a:gd name="connsiteY74" fmla="*/ 69849 h 138429"/>
                <a:gd name="connsiteX75" fmla="*/ 4647561 w 4940931"/>
                <a:gd name="connsiteY75" fmla="*/ 81279 h 138429"/>
                <a:gd name="connsiteX76" fmla="*/ 4651371 w 4940931"/>
                <a:gd name="connsiteY76" fmla="*/ 89534 h 138429"/>
                <a:gd name="connsiteX77" fmla="*/ 4657721 w 4940931"/>
                <a:gd name="connsiteY77" fmla="*/ 94614 h 138429"/>
                <a:gd name="connsiteX78" fmla="*/ 4665341 w 4940931"/>
                <a:gd name="connsiteY78" fmla="*/ 96519 h 138429"/>
                <a:gd name="connsiteX79" fmla="*/ 4672961 w 4940931"/>
                <a:gd name="connsiteY79" fmla="*/ 94614 h 138429"/>
                <a:gd name="connsiteX80" fmla="*/ 4678676 w 4940931"/>
                <a:gd name="connsiteY80" fmla="*/ 88899 h 138429"/>
                <a:gd name="connsiteX81" fmla="*/ 4682486 w 4940931"/>
                <a:gd name="connsiteY81" fmla="*/ 80644 h 138429"/>
                <a:gd name="connsiteX82" fmla="*/ 4683756 w 4940931"/>
                <a:gd name="connsiteY82" fmla="*/ 70484 h 138429"/>
                <a:gd name="connsiteX83" fmla="*/ 4684391 w 4940931"/>
                <a:gd name="connsiteY83" fmla="*/ 69849 h 138429"/>
                <a:gd name="connsiteX84" fmla="*/ 4683121 w 4940931"/>
                <a:gd name="connsiteY84" fmla="*/ 59054 h 138429"/>
                <a:gd name="connsiteX85" fmla="*/ 4679311 w 4940931"/>
                <a:gd name="connsiteY85" fmla="*/ 50799 h 138429"/>
                <a:gd name="connsiteX86" fmla="*/ 4672961 w 4940931"/>
                <a:gd name="connsiteY86" fmla="*/ 45719 h 138429"/>
                <a:gd name="connsiteX87" fmla="*/ 4664706 w 4940931"/>
                <a:gd name="connsiteY87" fmla="*/ 43814 h 138429"/>
                <a:gd name="connsiteX88" fmla="*/ 4264020 w 4940931"/>
                <a:gd name="connsiteY88" fmla="*/ 43814 h 138429"/>
                <a:gd name="connsiteX89" fmla="*/ 4256400 w 4940931"/>
                <a:gd name="connsiteY89" fmla="*/ 45719 h 138429"/>
                <a:gd name="connsiteX90" fmla="*/ 4250685 w 4940931"/>
                <a:gd name="connsiteY90" fmla="*/ 50799 h 138429"/>
                <a:gd name="connsiteX91" fmla="*/ 4246875 w 4940931"/>
                <a:gd name="connsiteY91" fmla="*/ 59054 h 138429"/>
                <a:gd name="connsiteX92" fmla="*/ 4245605 w 4940931"/>
                <a:gd name="connsiteY92" fmla="*/ 69849 h 138429"/>
                <a:gd name="connsiteX93" fmla="*/ 4246875 w 4940931"/>
                <a:gd name="connsiteY93" fmla="*/ 81279 h 138429"/>
                <a:gd name="connsiteX94" fmla="*/ 4250685 w 4940931"/>
                <a:gd name="connsiteY94" fmla="*/ 89534 h 138429"/>
                <a:gd name="connsiteX95" fmla="*/ 4257035 w 4940931"/>
                <a:gd name="connsiteY95" fmla="*/ 94614 h 138429"/>
                <a:gd name="connsiteX96" fmla="*/ 4264655 w 4940931"/>
                <a:gd name="connsiteY96" fmla="*/ 96519 h 138429"/>
                <a:gd name="connsiteX97" fmla="*/ 4272275 w 4940931"/>
                <a:gd name="connsiteY97" fmla="*/ 94614 h 138429"/>
                <a:gd name="connsiteX98" fmla="*/ 4277990 w 4940931"/>
                <a:gd name="connsiteY98" fmla="*/ 88899 h 138429"/>
                <a:gd name="connsiteX99" fmla="*/ 4281800 w 4940931"/>
                <a:gd name="connsiteY99" fmla="*/ 80644 h 138429"/>
                <a:gd name="connsiteX100" fmla="*/ 4283070 w 4940931"/>
                <a:gd name="connsiteY100" fmla="*/ 70484 h 138429"/>
                <a:gd name="connsiteX101" fmla="*/ 4283705 w 4940931"/>
                <a:gd name="connsiteY101" fmla="*/ 69849 h 138429"/>
                <a:gd name="connsiteX102" fmla="*/ 4282435 w 4940931"/>
                <a:gd name="connsiteY102" fmla="*/ 59054 h 138429"/>
                <a:gd name="connsiteX103" fmla="*/ 4278625 w 4940931"/>
                <a:gd name="connsiteY103" fmla="*/ 50799 h 138429"/>
                <a:gd name="connsiteX104" fmla="*/ 4272275 w 4940931"/>
                <a:gd name="connsiteY104" fmla="*/ 45719 h 138429"/>
                <a:gd name="connsiteX105" fmla="*/ 4264020 w 4940931"/>
                <a:gd name="connsiteY105" fmla="*/ 43814 h 138429"/>
                <a:gd name="connsiteX106" fmla="*/ 1420495 w 4940931"/>
                <a:gd name="connsiteY106" fmla="*/ 43814 h 138429"/>
                <a:gd name="connsiteX107" fmla="*/ 1412875 w 4940931"/>
                <a:gd name="connsiteY107" fmla="*/ 45719 h 138429"/>
                <a:gd name="connsiteX108" fmla="*/ 1407160 w 4940931"/>
                <a:gd name="connsiteY108" fmla="*/ 50799 h 138429"/>
                <a:gd name="connsiteX109" fmla="*/ 1403350 w 4940931"/>
                <a:gd name="connsiteY109" fmla="*/ 59054 h 138429"/>
                <a:gd name="connsiteX110" fmla="*/ 1402080 w 4940931"/>
                <a:gd name="connsiteY110" fmla="*/ 69849 h 138429"/>
                <a:gd name="connsiteX111" fmla="*/ 1403350 w 4940931"/>
                <a:gd name="connsiteY111" fmla="*/ 81279 h 138429"/>
                <a:gd name="connsiteX112" fmla="*/ 1407160 w 4940931"/>
                <a:gd name="connsiteY112" fmla="*/ 89534 h 138429"/>
                <a:gd name="connsiteX113" fmla="*/ 1413510 w 4940931"/>
                <a:gd name="connsiteY113" fmla="*/ 94614 h 138429"/>
                <a:gd name="connsiteX114" fmla="*/ 1421130 w 4940931"/>
                <a:gd name="connsiteY114" fmla="*/ 96519 h 138429"/>
                <a:gd name="connsiteX115" fmla="*/ 1428750 w 4940931"/>
                <a:gd name="connsiteY115" fmla="*/ 94614 h 138429"/>
                <a:gd name="connsiteX116" fmla="*/ 1434465 w 4940931"/>
                <a:gd name="connsiteY116" fmla="*/ 88899 h 138429"/>
                <a:gd name="connsiteX117" fmla="*/ 1438275 w 4940931"/>
                <a:gd name="connsiteY117" fmla="*/ 80644 h 138429"/>
                <a:gd name="connsiteX118" fmla="*/ 1439545 w 4940931"/>
                <a:gd name="connsiteY118" fmla="*/ 70484 h 138429"/>
                <a:gd name="connsiteX119" fmla="*/ 1440180 w 4940931"/>
                <a:gd name="connsiteY119" fmla="*/ 69849 h 138429"/>
                <a:gd name="connsiteX120" fmla="*/ 1438910 w 4940931"/>
                <a:gd name="connsiteY120" fmla="*/ 59054 h 138429"/>
                <a:gd name="connsiteX121" fmla="*/ 1435100 w 4940931"/>
                <a:gd name="connsiteY121" fmla="*/ 50799 h 138429"/>
                <a:gd name="connsiteX122" fmla="*/ 1428750 w 4940931"/>
                <a:gd name="connsiteY122" fmla="*/ 45719 h 138429"/>
                <a:gd name="connsiteX123" fmla="*/ 1420495 w 4940931"/>
                <a:gd name="connsiteY123" fmla="*/ 43814 h 138429"/>
                <a:gd name="connsiteX124" fmla="*/ 4041770 w 4940931"/>
                <a:gd name="connsiteY124" fmla="*/ 43180 h 138429"/>
                <a:gd name="connsiteX125" fmla="*/ 4034785 w 4940931"/>
                <a:gd name="connsiteY125" fmla="*/ 44450 h 138429"/>
                <a:gd name="connsiteX126" fmla="*/ 4029705 w 4940931"/>
                <a:gd name="connsiteY126" fmla="*/ 48260 h 138429"/>
                <a:gd name="connsiteX127" fmla="*/ 4025895 w 4940931"/>
                <a:gd name="connsiteY127" fmla="*/ 54610 h 138429"/>
                <a:gd name="connsiteX128" fmla="*/ 4023990 w 4940931"/>
                <a:gd name="connsiteY128" fmla="*/ 62865 h 138429"/>
                <a:gd name="connsiteX129" fmla="*/ 4060185 w 4940931"/>
                <a:gd name="connsiteY129" fmla="*/ 62865 h 138429"/>
                <a:gd name="connsiteX130" fmla="*/ 4058915 w 4940931"/>
                <a:gd name="connsiteY130" fmla="*/ 55245 h 138429"/>
                <a:gd name="connsiteX131" fmla="*/ 4055740 w 4940931"/>
                <a:gd name="connsiteY131" fmla="*/ 48895 h 138429"/>
                <a:gd name="connsiteX132" fmla="*/ 4050025 w 4940931"/>
                <a:gd name="connsiteY132" fmla="*/ 44450 h 138429"/>
                <a:gd name="connsiteX133" fmla="*/ 4041770 w 4940931"/>
                <a:gd name="connsiteY133" fmla="*/ 43180 h 138429"/>
                <a:gd name="connsiteX134" fmla="*/ 3728081 w 4940931"/>
                <a:gd name="connsiteY134" fmla="*/ 43180 h 138429"/>
                <a:gd name="connsiteX135" fmla="*/ 3721096 w 4940931"/>
                <a:gd name="connsiteY135" fmla="*/ 44450 h 138429"/>
                <a:gd name="connsiteX136" fmla="*/ 3716016 w 4940931"/>
                <a:gd name="connsiteY136" fmla="*/ 48260 h 138429"/>
                <a:gd name="connsiteX137" fmla="*/ 3712206 w 4940931"/>
                <a:gd name="connsiteY137" fmla="*/ 54610 h 138429"/>
                <a:gd name="connsiteX138" fmla="*/ 3710301 w 4940931"/>
                <a:gd name="connsiteY138" fmla="*/ 62865 h 138429"/>
                <a:gd name="connsiteX139" fmla="*/ 3746496 w 4940931"/>
                <a:gd name="connsiteY139" fmla="*/ 62865 h 138429"/>
                <a:gd name="connsiteX140" fmla="*/ 3745226 w 4940931"/>
                <a:gd name="connsiteY140" fmla="*/ 55245 h 138429"/>
                <a:gd name="connsiteX141" fmla="*/ 3742051 w 4940931"/>
                <a:gd name="connsiteY141" fmla="*/ 48895 h 138429"/>
                <a:gd name="connsiteX142" fmla="*/ 3736336 w 4940931"/>
                <a:gd name="connsiteY142" fmla="*/ 44450 h 138429"/>
                <a:gd name="connsiteX143" fmla="*/ 3728081 w 4940931"/>
                <a:gd name="connsiteY143" fmla="*/ 43180 h 138429"/>
                <a:gd name="connsiteX144" fmla="*/ 3541391 w 4940931"/>
                <a:gd name="connsiteY144" fmla="*/ 43180 h 138429"/>
                <a:gd name="connsiteX145" fmla="*/ 3534406 w 4940931"/>
                <a:gd name="connsiteY145" fmla="*/ 44450 h 138429"/>
                <a:gd name="connsiteX146" fmla="*/ 3529326 w 4940931"/>
                <a:gd name="connsiteY146" fmla="*/ 48260 h 138429"/>
                <a:gd name="connsiteX147" fmla="*/ 3525516 w 4940931"/>
                <a:gd name="connsiteY147" fmla="*/ 54610 h 138429"/>
                <a:gd name="connsiteX148" fmla="*/ 3523611 w 4940931"/>
                <a:gd name="connsiteY148" fmla="*/ 62865 h 138429"/>
                <a:gd name="connsiteX149" fmla="*/ 3559806 w 4940931"/>
                <a:gd name="connsiteY149" fmla="*/ 62865 h 138429"/>
                <a:gd name="connsiteX150" fmla="*/ 3558536 w 4940931"/>
                <a:gd name="connsiteY150" fmla="*/ 55245 h 138429"/>
                <a:gd name="connsiteX151" fmla="*/ 3555361 w 4940931"/>
                <a:gd name="connsiteY151" fmla="*/ 48895 h 138429"/>
                <a:gd name="connsiteX152" fmla="*/ 3549646 w 4940931"/>
                <a:gd name="connsiteY152" fmla="*/ 44450 h 138429"/>
                <a:gd name="connsiteX153" fmla="*/ 3541391 w 4940931"/>
                <a:gd name="connsiteY153" fmla="*/ 43180 h 138429"/>
                <a:gd name="connsiteX154" fmla="*/ 3463285 w 4940931"/>
                <a:gd name="connsiteY154" fmla="*/ 43180 h 138429"/>
                <a:gd name="connsiteX155" fmla="*/ 3458205 w 4940931"/>
                <a:gd name="connsiteY155" fmla="*/ 43815 h 138429"/>
                <a:gd name="connsiteX156" fmla="*/ 3453125 w 4940931"/>
                <a:gd name="connsiteY156" fmla="*/ 45720 h 138429"/>
                <a:gd name="connsiteX157" fmla="*/ 3448680 w 4940931"/>
                <a:gd name="connsiteY157" fmla="*/ 48895 h 138429"/>
                <a:gd name="connsiteX158" fmla="*/ 3445505 w 4940931"/>
                <a:gd name="connsiteY158" fmla="*/ 52705 h 138429"/>
                <a:gd name="connsiteX159" fmla="*/ 3445505 w 4940931"/>
                <a:gd name="connsiteY159" fmla="*/ 85725 h 138429"/>
                <a:gd name="connsiteX160" fmla="*/ 3448680 w 4940931"/>
                <a:gd name="connsiteY160" fmla="*/ 89535 h 138429"/>
                <a:gd name="connsiteX161" fmla="*/ 3453125 w 4940931"/>
                <a:gd name="connsiteY161" fmla="*/ 92710 h 138429"/>
                <a:gd name="connsiteX162" fmla="*/ 3458205 w 4940931"/>
                <a:gd name="connsiteY162" fmla="*/ 95250 h 138429"/>
                <a:gd name="connsiteX163" fmla="*/ 3463920 w 4940931"/>
                <a:gd name="connsiteY163" fmla="*/ 95885 h 138429"/>
                <a:gd name="connsiteX164" fmla="*/ 3476620 w 4940931"/>
                <a:gd name="connsiteY164" fmla="*/ 89535 h 138429"/>
                <a:gd name="connsiteX165" fmla="*/ 3481065 w 4940931"/>
                <a:gd name="connsiteY165" fmla="*/ 71120 h 138429"/>
                <a:gd name="connsiteX166" fmla="*/ 3480430 w 4940931"/>
                <a:gd name="connsiteY166" fmla="*/ 71755 h 138429"/>
                <a:gd name="connsiteX167" fmla="*/ 3475985 w 4940931"/>
                <a:gd name="connsiteY167" fmla="*/ 50165 h 138429"/>
                <a:gd name="connsiteX168" fmla="*/ 3463285 w 4940931"/>
                <a:gd name="connsiteY168" fmla="*/ 43180 h 138429"/>
                <a:gd name="connsiteX169" fmla="*/ 3343271 w 4940931"/>
                <a:gd name="connsiteY169" fmla="*/ 43180 h 138429"/>
                <a:gd name="connsiteX170" fmla="*/ 3336286 w 4940931"/>
                <a:gd name="connsiteY170" fmla="*/ 44450 h 138429"/>
                <a:gd name="connsiteX171" fmla="*/ 3331206 w 4940931"/>
                <a:gd name="connsiteY171" fmla="*/ 48260 h 138429"/>
                <a:gd name="connsiteX172" fmla="*/ 3327396 w 4940931"/>
                <a:gd name="connsiteY172" fmla="*/ 54610 h 138429"/>
                <a:gd name="connsiteX173" fmla="*/ 3325491 w 4940931"/>
                <a:gd name="connsiteY173" fmla="*/ 62865 h 138429"/>
                <a:gd name="connsiteX174" fmla="*/ 3361686 w 4940931"/>
                <a:gd name="connsiteY174" fmla="*/ 62865 h 138429"/>
                <a:gd name="connsiteX175" fmla="*/ 3360416 w 4940931"/>
                <a:gd name="connsiteY175" fmla="*/ 55245 h 138429"/>
                <a:gd name="connsiteX176" fmla="*/ 3357241 w 4940931"/>
                <a:gd name="connsiteY176" fmla="*/ 48895 h 138429"/>
                <a:gd name="connsiteX177" fmla="*/ 3351526 w 4940931"/>
                <a:gd name="connsiteY177" fmla="*/ 44450 h 138429"/>
                <a:gd name="connsiteX178" fmla="*/ 3343271 w 4940931"/>
                <a:gd name="connsiteY178" fmla="*/ 43180 h 138429"/>
                <a:gd name="connsiteX179" fmla="*/ 2976876 w 4940931"/>
                <a:gd name="connsiteY179" fmla="*/ 43180 h 138429"/>
                <a:gd name="connsiteX180" fmla="*/ 2969891 w 4940931"/>
                <a:gd name="connsiteY180" fmla="*/ 44450 h 138429"/>
                <a:gd name="connsiteX181" fmla="*/ 2964811 w 4940931"/>
                <a:gd name="connsiteY181" fmla="*/ 48260 h 138429"/>
                <a:gd name="connsiteX182" fmla="*/ 2961001 w 4940931"/>
                <a:gd name="connsiteY182" fmla="*/ 54610 h 138429"/>
                <a:gd name="connsiteX183" fmla="*/ 2959096 w 4940931"/>
                <a:gd name="connsiteY183" fmla="*/ 62865 h 138429"/>
                <a:gd name="connsiteX184" fmla="*/ 2995291 w 4940931"/>
                <a:gd name="connsiteY184" fmla="*/ 62865 h 138429"/>
                <a:gd name="connsiteX185" fmla="*/ 2994021 w 4940931"/>
                <a:gd name="connsiteY185" fmla="*/ 55245 h 138429"/>
                <a:gd name="connsiteX186" fmla="*/ 2990846 w 4940931"/>
                <a:gd name="connsiteY186" fmla="*/ 48895 h 138429"/>
                <a:gd name="connsiteX187" fmla="*/ 2985131 w 4940931"/>
                <a:gd name="connsiteY187" fmla="*/ 44450 h 138429"/>
                <a:gd name="connsiteX188" fmla="*/ 2976876 w 4940931"/>
                <a:gd name="connsiteY188" fmla="*/ 43180 h 138429"/>
                <a:gd name="connsiteX189" fmla="*/ 2527930 w 4940931"/>
                <a:gd name="connsiteY189" fmla="*/ 43180 h 138429"/>
                <a:gd name="connsiteX190" fmla="*/ 2520945 w 4940931"/>
                <a:gd name="connsiteY190" fmla="*/ 44450 h 138429"/>
                <a:gd name="connsiteX191" fmla="*/ 2515865 w 4940931"/>
                <a:gd name="connsiteY191" fmla="*/ 48260 h 138429"/>
                <a:gd name="connsiteX192" fmla="*/ 2512055 w 4940931"/>
                <a:gd name="connsiteY192" fmla="*/ 54610 h 138429"/>
                <a:gd name="connsiteX193" fmla="*/ 2510150 w 4940931"/>
                <a:gd name="connsiteY193" fmla="*/ 62865 h 138429"/>
                <a:gd name="connsiteX194" fmla="*/ 2546345 w 4940931"/>
                <a:gd name="connsiteY194" fmla="*/ 62865 h 138429"/>
                <a:gd name="connsiteX195" fmla="*/ 2545075 w 4940931"/>
                <a:gd name="connsiteY195" fmla="*/ 55245 h 138429"/>
                <a:gd name="connsiteX196" fmla="*/ 2541900 w 4940931"/>
                <a:gd name="connsiteY196" fmla="*/ 48895 h 138429"/>
                <a:gd name="connsiteX197" fmla="*/ 2536185 w 4940931"/>
                <a:gd name="connsiteY197" fmla="*/ 44450 h 138429"/>
                <a:gd name="connsiteX198" fmla="*/ 2527930 w 4940931"/>
                <a:gd name="connsiteY198" fmla="*/ 43180 h 138429"/>
                <a:gd name="connsiteX199" fmla="*/ 2214240 w 4940931"/>
                <a:gd name="connsiteY199" fmla="*/ 43180 h 138429"/>
                <a:gd name="connsiteX200" fmla="*/ 2207255 w 4940931"/>
                <a:gd name="connsiteY200" fmla="*/ 44450 h 138429"/>
                <a:gd name="connsiteX201" fmla="*/ 2202175 w 4940931"/>
                <a:gd name="connsiteY201" fmla="*/ 48260 h 138429"/>
                <a:gd name="connsiteX202" fmla="*/ 2198365 w 4940931"/>
                <a:gd name="connsiteY202" fmla="*/ 54610 h 138429"/>
                <a:gd name="connsiteX203" fmla="*/ 2196460 w 4940931"/>
                <a:gd name="connsiteY203" fmla="*/ 62865 h 138429"/>
                <a:gd name="connsiteX204" fmla="*/ 2232655 w 4940931"/>
                <a:gd name="connsiteY204" fmla="*/ 62865 h 138429"/>
                <a:gd name="connsiteX205" fmla="*/ 2231385 w 4940931"/>
                <a:gd name="connsiteY205" fmla="*/ 55245 h 138429"/>
                <a:gd name="connsiteX206" fmla="*/ 2228210 w 4940931"/>
                <a:gd name="connsiteY206" fmla="*/ 48895 h 138429"/>
                <a:gd name="connsiteX207" fmla="*/ 2222495 w 4940931"/>
                <a:gd name="connsiteY207" fmla="*/ 44450 h 138429"/>
                <a:gd name="connsiteX208" fmla="*/ 2214240 w 4940931"/>
                <a:gd name="connsiteY208" fmla="*/ 43180 h 138429"/>
                <a:gd name="connsiteX209" fmla="*/ 2027551 w 4940931"/>
                <a:gd name="connsiteY209" fmla="*/ 43180 h 138429"/>
                <a:gd name="connsiteX210" fmla="*/ 2020566 w 4940931"/>
                <a:gd name="connsiteY210" fmla="*/ 44450 h 138429"/>
                <a:gd name="connsiteX211" fmla="*/ 2015486 w 4940931"/>
                <a:gd name="connsiteY211" fmla="*/ 48260 h 138429"/>
                <a:gd name="connsiteX212" fmla="*/ 2011676 w 4940931"/>
                <a:gd name="connsiteY212" fmla="*/ 54610 h 138429"/>
                <a:gd name="connsiteX213" fmla="*/ 2009771 w 4940931"/>
                <a:gd name="connsiteY213" fmla="*/ 62865 h 138429"/>
                <a:gd name="connsiteX214" fmla="*/ 2045966 w 4940931"/>
                <a:gd name="connsiteY214" fmla="*/ 62865 h 138429"/>
                <a:gd name="connsiteX215" fmla="*/ 2044696 w 4940931"/>
                <a:gd name="connsiteY215" fmla="*/ 55245 h 138429"/>
                <a:gd name="connsiteX216" fmla="*/ 2041521 w 4940931"/>
                <a:gd name="connsiteY216" fmla="*/ 48895 h 138429"/>
                <a:gd name="connsiteX217" fmla="*/ 2035806 w 4940931"/>
                <a:gd name="connsiteY217" fmla="*/ 44450 h 138429"/>
                <a:gd name="connsiteX218" fmla="*/ 2027551 w 4940931"/>
                <a:gd name="connsiteY218" fmla="*/ 43180 h 138429"/>
                <a:gd name="connsiteX219" fmla="*/ 1949445 w 4940931"/>
                <a:gd name="connsiteY219" fmla="*/ 43180 h 138429"/>
                <a:gd name="connsiteX220" fmla="*/ 1944365 w 4940931"/>
                <a:gd name="connsiteY220" fmla="*/ 43815 h 138429"/>
                <a:gd name="connsiteX221" fmla="*/ 1939285 w 4940931"/>
                <a:gd name="connsiteY221" fmla="*/ 45720 h 138429"/>
                <a:gd name="connsiteX222" fmla="*/ 1934840 w 4940931"/>
                <a:gd name="connsiteY222" fmla="*/ 48895 h 138429"/>
                <a:gd name="connsiteX223" fmla="*/ 1931665 w 4940931"/>
                <a:gd name="connsiteY223" fmla="*/ 52705 h 138429"/>
                <a:gd name="connsiteX224" fmla="*/ 1931665 w 4940931"/>
                <a:gd name="connsiteY224" fmla="*/ 85725 h 138429"/>
                <a:gd name="connsiteX225" fmla="*/ 1934840 w 4940931"/>
                <a:gd name="connsiteY225" fmla="*/ 89535 h 138429"/>
                <a:gd name="connsiteX226" fmla="*/ 1939285 w 4940931"/>
                <a:gd name="connsiteY226" fmla="*/ 92710 h 138429"/>
                <a:gd name="connsiteX227" fmla="*/ 1944365 w 4940931"/>
                <a:gd name="connsiteY227" fmla="*/ 95250 h 138429"/>
                <a:gd name="connsiteX228" fmla="*/ 1950080 w 4940931"/>
                <a:gd name="connsiteY228" fmla="*/ 95885 h 138429"/>
                <a:gd name="connsiteX229" fmla="*/ 1962780 w 4940931"/>
                <a:gd name="connsiteY229" fmla="*/ 89535 h 138429"/>
                <a:gd name="connsiteX230" fmla="*/ 1967225 w 4940931"/>
                <a:gd name="connsiteY230" fmla="*/ 71120 h 138429"/>
                <a:gd name="connsiteX231" fmla="*/ 1966590 w 4940931"/>
                <a:gd name="connsiteY231" fmla="*/ 71755 h 138429"/>
                <a:gd name="connsiteX232" fmla="*/ 1962145 w 4940931"/>
                <a:gd name="connsiteY232" fmla="*/ 50165 h 138429"/>
                <a:gd name="connsiteX233" fmla="*/ 1949445 w 4940931"/>
                <a:gd name="connsiteY233" fmla="*/ 43180 h 138429"/>
                <a:gd name="connsiteX234" fmla="*/ 1829431 w 4940931"/>
                <a:gd name="connsiteY234" fmla="*/ 43180 h 138429"/>
                <a:gd name="connsiteX235" fmla="*/ 1822446 w 4940931"/>
                <a:gd name="connsiteY235" fmla="*/ 44450 h 138429"/>
                <a:gd name="connsiteX236" fmla="*/ 1817366 w 4940931"/>
                <a:gd name="connsiteY236" fmla="*/ 48260 h 138429"/>
                <a:gd name="connsiteX237" fmla="*/ 1813556 w 4940931"/>
                <a:gd name="connsiteY237" fmla="*/ 54610 h 138429"/>
                <a:gd name="connsiteX238" fmla="*/ 1811651 w 4940931"/>
                <a:gd name="connsiteY238" fmla="*/ 62865 h 138429"/>
                <a:gd name="connsiteX239" fmla="*/ 1847846 w 4940931"/>
                <a:gd name="connsiteY239" fmla="*/ 62865 h 138429"/>
                <a:gd name="connsiteX240" fmla="*/ 1846576 w 4940931"/>
                <a:gd name="connsiteY240" fmla="*/ 55245 h 138429"/>
                <a:gd name="connsiteX241" fmla="*/ 1843401 w 4940931"/>
                <a:gd name="connsiteY241" fmla="*/ 48895 h 138429"/>
                <a:gd name="connsiteX242" fmla="*/ 1837686 w 4940931"/>
                <a:gd name="connsiteY242" fmla="*/ 44450 h 138429"/>
                <a:gd name="connsiteX243" fmla="*/ 1829431 w 4940931"/>
                <a:gd name="connsiteY243" fmla="*/ 43180 h 138429"/>
                <a:gd name="connsiteX244" fmla="*/ 1178561 w 4940931"/>
                <a:gd name="connsiteY244" fmla="*/ 43180 h 138429"/>
                <a:gd name="connsiteX245" fmla="*/ 1171576 w 4940931"/>
                <a:gd name="connsiteY245" fmla="*/ 44450 h 138429"/>
                <a:gd name="connsiteX246" fmla="*/ 1166496 w 4940931"/>
                <a:gd name="connsiteY246" fmla="*/ 48260 h 138429"/>
                <a:gd name="connsiteX247" fmla="*/ 1162686 w 4940931"/>
                <a:gd name="connsiteY247" fmla="*/ 54610 h 138429"/>
                <a:gd name="connsiteX248" fmla="*/ 1160781 w 4940931"/>
                <a:gd name="connsiteY248" fmla="*/ 62865 h 138429"/>
                <a:gd name="connsiteX249" fmla="*/ 1196976 w 4940931"/>
                <a:gd name="connsiteY249" fmla="*/ 62865 h 138429"/>
                <a:gd name="connsiteX250" fmla="*/ 1195706 w 4940931"/>
                <a:gd name="connsiteY250" fmla="*/ 55245 h 138429"/>
                <a:gd name="connsiteX251" fmla="*/ 1192531 w 4940931"/>
                <a:gd name="connsiteY251" fmla="*/ 48895 h 138429"/>
                <a:gd name="connsiteX252" fmla="*/ 1186816 w 4940931"/>
                <a:gd name="connsiteY252" fmla="*/ 44450 h 138429"/>
                <a:gd name="connsiteX253" fmla="*/ 1178561 w 4940931"/>
                <a:gd name="connsiteY253" fmla="*/ 43180 h 138429"/>
                <a:gd name="connsiteX254" fmla="*/ 898525 w 4940931"/>
                <a:gd name="connsiteY254" fmla="*/ 43180 h 138429"/>
                <a:gd name="connsiteX255" fmla="*/ 891540 w 4940931"/>
                <a:gd name="connsiteY255" fmla="*/ 44450 h 138429"/>
                <a:gd name="connsiteX256" fmla="*/ 886460 w 4940931"/>
                <a:gd name="connsiteY256" fmla="*/ 48260 h 138429"/>
                <a:gd name="connsiteX257" fmla="*/ 882650 w 4940931"/>
                <a:gd name="connsiteY257" fmla="*/ 54610 h 138429"/>
                <a:gd name="connsiteX258" fmla="*/ 880745 w 4940931"/>
                <a:gd name="connsiteY258" fmla="*/ 62865 h 138429"/>
                <a:gd name="connsiteX259" fmla="*/ 916940 w 4940931"/>
                <a:gd name="connsiteY259" fmla="*/ 62865 h 138429"/>
                <a:gd name="connsiteX260" fmla="*/ 915670 w 4940931"/>
                <a:gd name="connsiteY260" fmla="*/ 55245 h 138429"/>
                <a:gd name="connsiteX261" fmla="*/ 912495 w 4940931"/>
                <a:gd name="connsiteY261" fmla="*/ 48895 h 138429"/>
                <a:gd name="connsiteX262" fmla="*/ 906780 w 4940931"/>
                <a:gd name="connsiteY262" fmla="*/ 44450 h 138429"/>
                <a:gd name="connsiteX263" fmla="*/ 898525 w 4940931"/>
                <a:gd name="connsiteY263" fmla="*/ 43180 h 138429"/>
                <a:gd name="connsiteX264" fmla="*/ 584834 w 4940931"/>
                <a:gd name="connsiteY264" fmla="*/ 43180 h 138429"/>
                <a:gd name="connsiteX265" fmla="*/ 577849 w 4940931"/>
                <a:gd name="connsiteY265" fmla="*/ 44450 h 138429"/>
                <a:gd name="connsiteX266" fmla="*/ 572769 w 4940931"/>
                <a:gd name="connsiteY266" fmla="*/ 48260 h 138429"/>
                <a:gd name="connsiteX267" fmla="*/ 568959 w 4940931"/>
                <a:gd name="connsiteY267" fmla="*/ 54610 h 138429"/>
                <a:gd name="connsiteX268" fmla="*/ 567054 w 4940931"/>
                <a:gd name="connsiteY268" fmla="*/ 62865 h 138429"/>
                <a:gd name="connsiteX269" fmla="*/ 603249 w 4940931"/>
                <a:gd name="connsiteY269" fmla="*/ 62865 h 138429"/>
                <a:gd name="connsiteX270" fmla="*/ 601979 w 4940931"/>
                <a:gd name="connsiteY270" fmla="*/ 55245 h 138429"/>
                <a:gd name="connsiteX271" fmla="*/ 598804 w 4940931"/>
                <a:gd name="connsiteY271" fmla="*/ 48895 h 138429"/>
                <a:gd name="connsiteX272" fmla="*/ 593089 w 4940931"/>
                <a:gd name="connsiteY272" fmla="*/ 44450 h 138429"/>
                <a:gd name="connsiteX273" fmla="*/ 584834 w 4940931"/>
                <a:gd name="connsiteY273" fmla="*/ 43180 h 138429"/>
                <a:gd name="connsiteX274" fmla="*/ 398145 w 4940931"/>
                <a:gd name="connsiteY274" fmla="*/ 43180 h 138429"/>
                <a:gd name="connsiteX275" fmla="*/ 391160 w 4940931"/>
                <a:gd name="connsiteY275" fmla="*/ 44450 h 138429"/>
                <a:gd name="connsiteX276" fmla="*/ 386080 w 4940931"/>
                <a:gd name="connsiteY276" fmla="*/ 48260 h 138429"/>
                <a:gd name="connsiteX277" fmla="*/ 382270 w 4940931"/>
                <a:gd name="connsiteY277" fmla="*/ 54610 h 138429"/>
                <a:gd name="connsiteX278" fmla="*/ 380365 w 4940931"/>
                <a:gd name="connsiteY278" fmla="*/ 62865 h 138429"/>
                <a:gd name="connsiteX279" fmla="*/ 416560 w 4940931"/>
                <a:gd name="connsiteY279" fmla="*/ 62865 h 138429"/>
                <a:gd name="connsiteX280" fmla="*/ 415290 w 4940931"/>
                <a:gd name="connsiteY280" fmla="*/ 55245 h 138429"/>
                <a:gd name="connsiteX281" fmla="*/ 412115 w 4940931"/>
                <a:gd name="connsiteY281" fmla="*/ 48895 h 138429"/>
                <a:gd name="connsiteX282" fmla="*/ 406400 w 4940931"/>
                <a:gd name="connsiteY282" fmla="*/ 44450 h 138429"/>
                <a:gd name="connsiteX283" fmla="*/ 398145 w 4940931"/>
                <a:gd name="connsiteY283" fmla="*/ 43180 h 138429"/>
                <a:gd name="connsiteX284" fmla="*/ 320039 w 4940931"/>
                <a:gd name="connsiteY284" fmla="*/ 43180 h 138429"/>
                <a:gd name="connsiteX285" fmla="*/ 314959 w 4940931"/>
                <a:gd name="connsiteY285" fmla="*/ 43815 h 138429"/>
                <a:gd name="connsiteX286" fmla="*/ 309879 w 4940931"/>
                <a:gd name="connsiteY286" fmla="*/ 45720 h 138429"/>
                <a:gd name="connsiteX287" fmla="*/ 305434 w 4940931"/>
                <a:gd name="connsiteY287" fmla="*/ 48895 h 138429"/>
                <a:gd name="connsiteX288" fmla="*/ 302259 w 4940931"/>
                <a:gd name="connsiteY288" fmla="*/ 52705 h 138429"/>
                <a:gd name="connsiteX289" fmla="*/ 302259 w 4940931"/>
                <a:gd name="connsiteY289" fmla="*/ 85725 h 138429"/>
                <a:gd name="connsiteX290" fmla="*/ 305434 w 4940931"/>
                <a:gd name="connsiteY290" fmla="*/ 89535 h 138429"/>
                <a:gd name="connsiteX291" fmla="*/ 309879 w 4940931"/>
                <a:gd name="connsiteY291" fmla="*/ 92710 h 138429"/>
                <a:gd name="connsiteX292" fmla="*/ 314959 w 4940931"/>
                <a:gd name="connsiteY292" fmla="*/ 95250 h 138429"/>
                <a:gd name="connsiteX293" fmla="*/ 320674 w 4940931"/>
                <a:gd name="connsiteY293" fmla="*/ 95885 h 138429"/>
                <a:gd name="connsiteX294" fmla="*/ 333374 w 4940931"/>
                <a:gd name="connsiteY294" fmla="*/ 89535 h 138429"/>
                <a:gd name="connsiteX295" fmla="*/ 337819 w 4940931"/>
                <a:gd name="connsiteY295" fmla="*/ 71120 h 138429"/>
                <a:gd name="connsiteX296" fmla="*/ 337184 w 4940931"/>
                <a:gd name="connsiteY296" fmla="*/ 71755 h 138429"/>
                <a:gd name="connsiteX297" fmla="*/ 332739 w 4940931"/>
                <a:gd name="connsiteY297" fmla="*/ 50165 h 138429"/>
                <a:gd name="connsiteX298" fmla="*/ 320039 w 4940931"/>
                <a:gd name="connsiteY298" fmla="*/ 43180 h 138429"/>
                <a:gd name="connsiteX299" fmla="*/ 200025 w 4940931"/>
                <a:gd name="connsiteY299" fmla="*/ 43180 h 138429"/>
                <a:gd name="connsiteX300" fmla="*/ 193040 w 4940931"/>
                <a:gd name="connsiteY300" fmla="*/ 44450 h 138429"/>
                <a:gd name="connsiteX301" fmla="*/ 187960 w 4940931"/>
                <a:gd name="connsiteY301" fmla="*/ 48260 h 138429"/>
                <a:gd name="connsiteX302" fmla="*/ 184150 w 4940931"/>
                <a:gd name="connsiteY302" fmla="*/ 54610 h 138429"/>
                <a:gd name="connsiteX303" fmla="*/ 182245 w 4940931"/>
                <a:gd name="connsiteY303" fmla="*/ 62865 h 138429"/>
                <a:gd name="connsiteX304" fmla="*/ 218440 w 4940931"/>
                <a:gd name="connsiteY304" fmla="*/ 62865 h 138429"/>
                <a:gd name="connsiteX305" fmla="*/ 217170 w 4940931"/>
                <a:gd name="connsiteY305" fmla="*/ 55245 h 138429"/>
                <a:gd name="connsiteX306" fmla="*/ 213995 w 4940931"/>
                <a:gd name="connsiteY306" fmla="*/ 48895 h 138429"/>
                <a:gd name="connsiteX307" fmla="*/ 208280 w 4940931"/>
                <a:gd name="connsiteY307" fmla="*/ 44450 h 138429"/>
                <a:gd name="connsiteX308" fmla="*/ 200025 w 4940931"/>
                <a:gd name="connsiteY308" fmla="*/ 43180 h 138429"/>
                <a:gd name="connsiteX309" fmla="*/ 4439281 w 4940931"/>
                <a:gd name="connsiteY309" fmla="*/ 43179 h 138429"/>
                <a:gd name="connsiteX310" fmla="*/ 4426581 w 4940931"/>
                <a:gd name="connsiteY310" fmla="*/ 49529 h 138429"/>
                <a:gd name="connsiteX311" fmla="*/ 4422136 w 4940931"/>
                <a:gd name="connsiteY311" fmla="*/ 67944 h 138429"/>
                <a:gd name="connsiteX312" fmla="*/ 4423406 w 4940931"/>
                <a:gd name="connsiteY312" fmla="*/ 80644 h 138429"/>
                <a:gd name="connsiteX313" fmla="*/ 4426581 w 4940931"/>
                <a:gd name="connsiteY313" fmla="*/ 89534 h 138429"/>
                <a:gd name="connsiteX314" fmla="*/ 4432296 w 4940931"/>
                <a:gd name="connsiteY314" fmla="*/ 94614 h 138429"/>
                <a:gd name="connsiteX315" fmla="*/ 4439916 w 4940931"/>
                <a:gd name="connsiteY315" fmla="*/ 96519 h 138429"/>
                <a:gd name="connsiteX316" fmla="*/ 4444996 w 4940931"/>
                <a:gd name="connsiteY316" fmla="*/ 95884 h 138429"/>
                <a:gd name="connsiteX317" fmla="*/ 4450076 w 4940931"/>
                <a:gd name="connsiteY317" fmla="*/ 93344 h 138429"/>
                <a:gd name="connsiteX318" fmla="*/ 4454521 w 4940931"/>
                <a:gd name="connsiteY318" fmla="*/ 90169 h 138429"/>
                <a:gd name="connsiteX319" fmla="*/ 4457696 w 4940931"/>
                <a:gd name="connsiteY319" fmla="*/ 86359 h 138429"/>
                <a:gd name="connsiteX320" fmla="*/ 4457696 w 4940931"/>
                <a:gd name="connsiteY320" fmla="*/ 53339 h 138429"/>
                <a:gd name="connsiteX321" fmla="*/ 4454521 w 4940931"/>
                <a:gd name="connsiteY321" fmla="*/ 49529 h 138429"/>
                <a:gd name="connsiteX322" fmla="*/ 4450076 w 4940931"/>
                <a:gd name="connsiteY322" fmla="*/ 46354 h 138429"/>
                <a:gd name="connsiteX323" fmla="*/ 4444996 w 4940931"/>
                <a:gd name="connsiteY323" fmla="*/ 43814 h 138429"/>
                <a:gd name="connsiteX324" fmla="*/ 4439281 w 4940931"/>
                <a:gd name="connsiteY324" fmla="*/ 43179 h 138429"/>
                <a:gd name="connsiteX325" fmla="*/ 1014731 w 4940931"/>
                <a:gd name="connsiteY325" fmla="*/ 43179 h 138429"/>
                <a:gd name="connsiteX326" fmla="*/ 1002032 w 4940931"/>
                <a:gd name="connsiteY326" fmla="*/ 49529 h 138429"/>
                <a:gd name="connsiteX327" fmla="*/ 997587 w 4940931"/>
                <a:gd name="connsiteY327" fmla="*/ 67944 h 138429"/>
                <a:gd name="connsiteX328" fmla="*/ 1002032 w 4940931"/>
                <a:gd name="connsiteY328" fmla="*/ 88899 h 138429"/>
                <a:gd name="connsiteX329" fmla="*/ 1015367 w 4940931"/>
                <a:gd name="connsiteY329" fmla="*/ 95884 h 138429"/>
                <a:gd name="connsiteX330" fmla="*/ 1024891 w 4940931"/>
                <a:gd name="connsiteY330" fmla="*/ 93344 h 138429"/>
                <a:gd name="connsiteX331" fmla="*/ 1033147 w 4940931"/>
                <a:gd name="connsiteY331" fmla="*/ 86359 h 138429"/>
                <a:gd name="connsiteX332" fmla="*/ 1033147 w 4940931"/>
                <a:gd name="connsiteY332" fmla="*/ 53339 h 138429"/>
                <a:gd name="connsiteX333" fmla="*/ 1029971 w 4940931"/>
                <a:gd name="connsiteY333" fmla="*/ 49529 h 138429"/>
                <a:gd name="connsiteX334" fmla="*/ 1025526 w 4940931"/>
                <a:gd name="connsiteY334" fmla="*/ 46354 h 138429"/>
                <a:gd name="connsiteX335" fmla="*/ 1020446 w 4940931"/>
                <a:gd name="connsiteY335" fmla="*/ 43814 h 138429"/>
                <a:gd name="connsiteX336" fmla="*/ 1014731 w 4940931"/>
                <a:gd name="connsiteY336" fmla="*/ 43179 h 138429"/>
                <a:gd name="connsiteX337" fmla="*/ 4524370 w 4940931"/>
                <a:gd name="connsiteY337" fmla="*/ 31114 h 138429"/>
                <a:gd name="connsiteX338" fmla="*/ 4538975 w 4940931"/>
                <a:gd name="connsiteY338" fmla="*/ 31114 h 138429"/>
                <a:gd name="connsiteX339" fmla="*/ 4552310 w 4940931"/>
                <a:gd name="connsiteY339" fmla="*/ 84454 h 138429"/>
                <a:gd name="connsiteX340" fmla="*/ 4566915 w 4940931"/>
                <a:gd name="connsiteY340" fmla="*/ 31114 h 138429"/>
                <a:gd name="connsiteX341" fmla="*/ 4579615 w 4940931"/>
                <a:gd name="connsiteY341" fmla="*/ 31114 h 138429"/>
                <a:gd name="connsiteX342" fmla="*/ 4594220 w 4940931"/>
                <a:gd name="connsiteY342" fmla="*/ 84454 h 138429"/>
                <a:gd name="connsiteX343" fmla="*/ 4606920 w 4940931"/>
                <a:gd name="connsiteY343" fmla="*/ 31114 h 138429"/>
                <a:gd name="connsiteX344" fmla="*/ 4622160 w 4940931"/>
                <a:gd name="connsiteY344" fmla="*/ 31114 h 138429"/>
                <a:gd name="connsiteX345" fmla="*/ 4600570 w 4940931"/>
                <a:gd name="connsiteY345" fmla="*/ 108584 h 138429"/>
                <a:gd name="connsiteX346" fmla="*/ 4587235 w 4940931"/>
                <a:gd name="connsiteY346" fmla="*/ 108584 h 138429"/>
                <a:gd name="connsiteX347" fmla="*/ 4572630 w 4940931"/>
                <a:gd name="connsiteY347" fmla="*/ 54609 h 138429"/>
                <a:gd name="connsiteX348" fmla="*/ 4558660 w 4940931"/>
                <a:gd name="connsiteY348" fmla="*/ 108584 h 138429"/>
                <a:gd name="connsiteX349" fmla="*/ 4545325 w 4940931"/>
                <a:gd name="connsiteY349" fmla="*/ 108584 h 138429"/>
                <a:gd name="connsiteX350" fmla="*/ 4123686 w 4940931"/>
                <a:gd name="connsiteY350" fmla="*/ 31114 h 138429"/>
                <a:gd name="connsiteX351" fmla="*/ 4138926 w 4940931"/>
                <a:gd name="connsiteY351" fmla="*/ 31114 h 138429"/>
                <a:gd name="connsiteX352" fmla="*/ 4152261 w 4940931"/>
                <a:gd name="connsiteY352" fmla="*/ 84454 h 138429"/>
                <a:gd name="connsiteX353" fmla="*/ 4166866 w 4940931"/>
                <a:gd name="connsiteY353" fmla="*/ 31114 h 138429"/>
                <a:gd name="connsiteX354" fmla="*/ 4178931 w 4940931"/>
                <a:gd name="connsiteY354" fmla="*/ 31114 h 138429"/>
                <a:gd name="connsiteX355" fmla="*/ 4193536 w 4940931"/>
                <a:gd name="connsiteY355" fmla="*/ 84454 h 138429"/>
                <a:gd name="connsiteX356" fmla="*/ 4206871 w 4940931"/>
                <a:gd name="connsiteY356" fmla="*/ 31114 h 138429"/>
                <a:gd name="connsiteX357" fmla="*/ 4222111 w 4940931"/>
                <a:gd name="connsiteY357" fmla="*/ 31114 h 138429"/>
                <a:gd name="connsiteX358" fmla="*/ 4200521 w 4940931"/>
                <a:gd name="connsiteY358" fmla="*/ 108584 h 138429"/>
                <a:gd name="connsiteX359" fmla="*/ 4187186 w 4940931"/>
                <a:gd name="connsiteY359" fmla="*/ 108584 h 138429"/>
                <a:gd name="connsiteX360" fmla="*/ 4172581 w 4940931"/>
                <a:gd name="connsiteY360" fmla="*/ 54609 h 138429"/>
                <a:gd name="connsiteX361" fmla="*/ 4157976 w 4940931"/>
                <a:gd name="connsiteY361" fmla="*/ 108584 h 138429"/>
                <a:gd name="connsiteX362" fmla="*/ 4145276 w 4940931"/>
                <a:gd name="connsiteY362" fmla="*/ 108584 h 138429"/>
                <a:gd name="connsiteX363" fmla="*/ 2837811 w 4940931"/>
                <a:gd name="connsiteY363" fmla="*/ 31114 h 138429"/>
                <a:gd name="connsiteX364" fmla="*/ 2852416 w 4940931"/>
                <a:gd name="connsiteY364" fmla="*/ 31114 h 138429"/>
                <a:gd name="connsiteX365" fmla="*/ 2865751 w 4940931"/>
                <a:gd name="connsiteY365" fmla="*/ 84454 h 138429"/>
                <a:gd name="connsiteX366" fmla="*/ 2880356 w 4940931"/>
                <a:gd name="connsiteY366" fmla="*/ 31114 h 138429"/>
                <a:gd name="connsiteX367" fmla="*/ 2893056 w 4940931"/>
                <a:gd name="connsiteY367" fmla="*/ 31114 h 138429"/>
                <a:gd name="connsiteX368" fmla="*/ 2907661 w 4940931"/>
                <a:gd name="connsiteY368" fmla="*/ 84454 h 138429"/>
                <a:gd name="connsiteX369" fmla="*/ 2920361 w 4940931"/>
                <a:gd name="connsiteY369" fmla="*/ 31114 h 138429"/>
                <a:gd name="connsiteX370" fmla="*/ 2935601 w 4940931"/>
                <a:gd name="connsiteY370" fmla="*/ 31114 h 138429"/>
                <a:gd name="connsiteX371" fmla="*/ 2914011 w 4940931"/>
                <a:gd name="connsiteY371" fmla="*/ 108584 h 138429"/>
                <a:gd name="connsiteX372" fmla="*/ 2900676 w 4940931"/>
                <a:gd name="connsiteY372" fmla="*/ 108584 h 138429"/>
                <a:gd name="connsiteX373" fmla="*/ 2886706 w 4940931"/>
                <a:gd name="connsiteY373" fmla="*/ 54609 h 138429"/>
                <a:gd name="connsiteX374" fmla="*/ 2872101 w 4940931"/>
                <a:gd name="connsiteY374" fmla="*/ 108584 h 138429"/>
                <a:gd name="connsiteX375" fmla="*/ 2858766 w 4940931"/>
                <a:gd name="connsiteY375" fmla="*/ 108584 h 138429"/>
                <a:gd name="connsiteX376" fmla="*/ 1354455 w 4940931"/>
                <a:gd name="connsiteY376" fmla="*/ 31114 h 138429"/>
                <a:gd name="connsiteX377" fmla="*/ 1369695 w 4940931"/>
                <a:gd name="connsiteY377" fmla="*/ 31114 h 138429"/>
                <a:gd name="connsiteX378" fmla="*/ 1369695 w 4940931"/>
                <a:gd name="connsiteY378" fmla="*/ 109219 h 138429"/>
                <a:gd name="connsiteX379" fmla="*/ 1354455 w 4940931"/>
                <a:gd name="connsiteY379" fmla="*/ 109219 h 138429"/>
                <a:gd name="connsiteX380" fmla="*/ 2646040 w 4940931"/>
                <a:gd name="connsiteY380" fmla="*/ 29844 h 138429"/>
                <a:gd name="connsiteX381" fmla="*/ 2658105 w 4940931"/>
                <a:gd name="connsiteY381" fmla="*/ 31749 h 138429"/>
                <a:gd name="connsiteX382" fmla="*/ 2667630 w 4940931"/>
                <a:gd name="connsiteY382" fmla="*/ 36829 h 138429"/>
                <a:gd name="connsiteX383" fmla="*/ 2673345 w 4940931"/>
                <a:gd name="connsiteY383" fmla="*/ 45084 h 138429"/>
                <a:gd name="connsiteX384" fmla="*/ 2675250 w 4940931"/>
                <a:gd name="connsiteY384" fmla="*/ 56514 h 138429"/>
                <a:gd name="connsiteX385" fmla="*/ 2675250 w 4940931"/>
                <a:gd name="connsiteY385" fmla="*/ 109854 h 138429"/>
                <a:gd name="connsiteX386" fmla="*/ 2660010 w 4940931"/>
                <a:gd name="connsiteY386" fmla="*/ 109854 h 138429"/>
                <a:gd name="connsiteX387" fmla="*/ 2660010 w 4940931"/>
                <a:gd name="connsiteY387" fmla="*/ 108584 h 138429"/>
                <a:gd name="connsiteX388" fmla="*/ 2660010 w 4940931"/>
                <a:gd name="connsiteY388" fmla="*/ 100964 h 138429"/>
                <a:gd name="connsiteX389" fmla="*/ 2654930 w 4940931"/>
                <a:gd name="connsiteY389" fmla="*/ 104774 h 138429"/>
                <a:gd name="connsiteX390" fmla="*/ 2651120 w 4940931"/>
                <a:gd name="connsiteY390" fmla="*/ 107314 h 138429"/>
                <a:gd name="connsiteX391" fmla="*/ 2646040 w 4940931"/>
                <a:gd name="connsiteY391" fmla="*/ 109219 h 138429"/>
                <a:gd name="connsiteX392" fmla="*/ 2639055 w 4940931"/>
                <a:gd name="connsiteY392" fmla="*/ 109854 h 138429"/>
                <a:gd name="connsiteX393" fmla="*/ 2629530 w 4940931"/>
                <a:gd name="connsiteY393" fmla="*/ 108584 h 138429"/>
                <a:gd name="connsiteX394" fmla="*/ 2620640 w 4940931"/>
                <a:gd name="connsiteY394" fmla="*/ 104139 h 138429"/>
                <a:gd name="connsiteX395" fmla="*/ 2614290 w 4940931"/>
                <a:gd name="connsiteY395" fmla="*/ 95884 h 138429"/>
                <a:gd name="connsiteX396" fmla="*/ 2611750 w 4940931"/>
                <a:gd name="connsiteY396" fmla="*/ 83819 h 138429"/>
                <a:gd name="connsiteX397" fmla="*/ 2614290 w 4940931"/>
                <a:gd name="connsiteY397" fmla="*/ 72389 h 138429"/>
                <a:gd name="connsiteX398" fmla="*/ 2620640 w 4940931"/>
                <a:gd name="connsiteY398" fmla="*/ 64769 h 138429"/>
                <a:gd name="connsiteX399" fmla="*/ 2630800 w 4940931"/>
                <a:gd name="connsiteY399" fmla="*/ 60324 h 138429"/>
                <a:gd name="connsiteX400" fmla="*/ 2642865 w 4940931"/>
                <a:gd name="connsiteY400" fmla="*/ 59054 h 138429"/>
                <a:gd name="connsiteX401" fmla="*/ 2653025 w 4940931"/>
                <a:gd name="connsiteY401" fmla="*/ 59689 h 138429"/>
                <a:gd name="connsiteX402" fmla="*/ 2660010 w 4940931"/>
                <a:gd name="connsiteY402" fmla="*/ 61594 h 138429"/>
                <a:gd name="connsiteX403" fmla="*/ 2660010 w 4940931"/>
                <a:gd name="connsiteY403" fmla="*/ 55879 h 138429"/>
                <a:gd name="connsiteX404" fmla="*/ 2656200 w 4940931"/>
                <a:gd name="connsiteY404" fmla="*/ 46354 h 138429"/>
                <a:gd name="connsiteX405" fmla="*/ 2645405 w 4940931"/>
                <a:gd name="connsiteY405" fmla="*/ 43179 h 138429"/>
                <a:gd name="connsiteX406" fmla="*/ 2634610 w 4940931"/>
                <a:gd name="connsiteY406" fmla="*/ 44449 h 138429"/>
                <a:gd name="connsiteX407" fmla="*/ 2625085 w 4940931"/>
                <a:gd name="connsiteY407" fmla="*/ 48259 h 138429"/>
                <a:gd name="connsiteX408" fmla="*/ 2619370 w 4940931"/>
                <a:gd name="connsiteY408" fmla="*/ 36829 h 138429"/>
                <a:gd name="connsiteX409" fmla="*/ 2631435 w 4940931"/>
                <a:gd name="connsiteY409" fmla="*/ 31749 h 138429"/>
                <a:gd name="connsiteX410" fmla="*/ 2646040 w 4940931"/>
                <a:gd name="connsiteY410" fmla="*/ 29844 h 138429"/>
                <a:gd name="connsiteX411" fmla="*/ 1114426 w 4940931"/>
                <a:gd name="connsiteY411" fmla="*/ 29844 h 138429"/>
                <a:gd name="connsiteX412" fmla="*/ 1129666 w 4940931"/>
                <a:gd name="connsiteY412" fmla="*/ 29844 h 138429"/>
                <a:gd name="connsiteX413" fmla="*/ 1129666 w 4940931"/>
                <a:gd name="connsiteY413" fmla="*/ 107949 h 138429"/>
                <a:gd name="connsiteX414" fmla="*/ 1114426 w 4940931"/>
                <a:gd name="connsiteY414" fmla="*/ 107949 h 138429"/>
                <a:gd name="connsiteX415" fmla="*/ 1114426 w 4940931"/>
                <a:gd name="connsiteY415" fmla="*/ 100964 h 138429"/>
                <a:gd name="connsiteX416" fmla="*/ 1106171 w 4940931"/>
                <a:gd name="connsiteY416" fmla="*/ 107314 h 138429"/>
                <a:gd name="connsiteX417" fmla="*/ 1094741 w 4940931"/>
                <a:gd name="connsiteY417" fmla="*/ 109854 h 138429"/>
                <a:gd name="connsiteX418" fmla="*/ 1073786 w 4940931"/>
                <a:gd name="connsiteY418" fmla="*/ 100964 h 138429"/>
                <a:gd name="connsiteX419" fmla="*/ 1066800 w 4940931"/>
                <a:gd name="connsiteY419" fmla="*/ 74929 h 138429"/>
                <a:gd name="connsiteX420" fmla="*/ 1066800 w 4940931"/>
                <a:gd name="connsiteY420" fmla="*/ 30479 h 138429"/>
                <a:gd name="connsiteX421" fmla="*/ 1082040 w 4940931"/>
                <a:gd name="connsiteY421" fmla="*/ 30479 h 138429"/>
                <a:gd name="connsiteX422" fmla="*/ 1082040 w 4940931"/>
                <a:gd name="connsiteY422" fmla="*/ 74294 h 138429"/>
                <a:gd name="connsiteX423" fmla="*/ 1085851 w 4940931"/>
                <a:gd name="connsiteY423" fmla="*/ 90169 h 138429"/>
                <a:gd name="connsiteX424" fmla="*/ 1097916 w 4940931"/>
                <a:gd name="connsiteY424" fmla="*/ 95249 h 138429"/>
                <a:gd name="connsiteX425" fmla="*/ 1109981 w 4940931"/>
                <a:gd name="connsiteY425" fmla="*/ 90169 h 138429"/>
                <a:gd name="connsiteX426" fmla="*/ 1114426 w 4940931"/>
                <a:gd name="connsiteY426" fmla="*/ 75564 h 138429"/>
                <a:gd name="connsiteX427" fmla="*/ 1011556 w 4940931"/>
                <a:gd name="connsiteY427" fmla="*/ 29844 h 138429"/>
                <a:gd name="connsiteX428" fmla="*/ 1017272 w 4940931"/>
                <a:gd name="connsiteY428" fmla="*/ 30479 h 138429"/>
                <a:gd name="connsiteX429" fmla="*/ 1022352 w 4940931"/>
                <a:gd name="connsiteY429" fmla="*/ 32384 h 138429"/>
                <a:gd name="connsiteX430" fmla="*/ 1026797 w 4940931"/>
                <a:gd name="connsiteY430" fmla="*/ 35559 h 138429"/>
                <a:gd name="connsiteX431" fmla="*/ 1030607 w 4940931"/>
                <a:gd name="connsiteY431" fmla="*/ 38734 h 138429"/>
                <a:gd name="connsiteX432" fmla="*/ 1030607 w 4940931"/>
                <a:gd name="connsiteY432" fmla="*/ 31749 h 138429"/>
                <a:gd name="connsiteX433" fmla="*/ 1045847 w 4940931"/>
                <a:gd name="connsiteY433" fmla="*/ 31749 h 138429"/>
                <a:gd name="connsiteX434" fmla="*/ 1045847 w 4940931"/>
                <a:gd name="connsiteY434" fmla="*/ 130809 h 138429"/>
                <a:gd name="connsiteX435" fmla="*/ 1032512 w 4940931"/>
                <a:gd name="connsiteY435" fmla="*/ 137477 h 138429"/>
                <a:gd name="connsiteX436" fmla="*/ 1032512 w 4940931"/>
                <a:gd name="connsiteY436" fmla="*/ 101599 h 138429"/>
                <a:gd name="connsiteX437" fmla="*/ 1022986 w 4940931"/>
                <a:gd name="connsiteY437" fmla="*/ 107949 h 138429"/>
                <a:gd name="connsiteX438" fmla="*/ 1011556 w 4940931"/>
                <a:gd name="connsiteY438" fmla="*/ 110489 h 138429"/>
                <a:gd name="connsiteX439" fmla="*/ 999491 w 4940931"/>
                <a:gd name="connsiteY439" fmla="*/ 107949 h 138429"/>
                <a:gd name="connsiteX440" fmla="*/ 989966 w 4940931"/>
                <a:gd name="connsiteY440" fmla="*/ 100329 h 138429"/>
                <a:gd name="connsiteX441" fmla="*/ 983616 w 4940931"/>
                <a:gd name="connsiteY441" fmla="*/ 87629 h 138429"/>
                <a:gd name="connsiteX442" fmla="*/ 981076 w 4940931"/>
                <a:gd name="connsiteY442" fmla="*/ 68579 h 138429"/>
                <a:gd name="connsiteX443" fmla="*/ 983616 w 4940931"/>
                <a:gd name="connsiteY443" fmla="*/ 51434 h 138429"/>
                <a:gd name="connsiteX444" fmla="*/ 990601 w 4940931"/>
                <a:gd name="connsiteY444" fmla="*/ 39369 h 138429"/>
                <a:gd name="connsiteX445" fmla="*/ 1000126 w 4940931"/>
                <a:gd name="connsiteY445" fmla="*/ 32384 h 138429"/>
                <a:gd name="connsiteX446" fmla="*/ 1011556 w 4940931"/>
                <a:gd name="connsiteY446" fmla="*/ 29844 h 138429"/>
                <a:gd name="connsiteX447" fmla="*/ 4871716 w 4940931"/>
                <a:gd name="connsiteY447" fmla="*/ 29210 h 138429"/>
                <a:gd name="connsiteX448" fmla="*/ 4885686 w 4940931"/>
                <a:gd name="connsiteY448" fmla="*/ 31750 h 138429"/>
                <a:gd name="connsiteX449" fmla="*/ 4897751 w 4940931"/>
                <a:gd name="connsiteY449" fmla="*/ 38100 h 138429"/>
                <a:gd name="connsiteX450" fmla="*/ 4899021 w 4940931"/>
                <a:gd name="connsiteY450" fmla="*/ 38100 h 138429"/>
                <a:gd name="connsiteX451" fmla="*/ 4892036 w 4940931"/>
                <a:gd name="connsiteY451" fmla="*/ 50165 h 138429"/>
                <a:gd name="connsiteX452" fmla="*/ 4882511 w 4940931"/>
                <a:gd name="connsiteY452" fmla="*/ 45085 h 138429"/>
                <a:gd name="connsiteX453" fmla="*/ 4872351 w 4940931"/>
                <a:gd name="connsiteY453" fmla="*/ 43180 h 138429"/>
                <a:gd name="connsiteX454" fmla="*/ 4864096 w 4940931"/>
                <a:gd name="connsiteY454" fmla="*/ 45085 h 138429"/>
                <a:gd name="connsiteX455" fmla="*/ 4861556 w 4940931"/>
                <a:gd name="connsiteY455" fmla="*/ 50165 h 138429"/>
                <a:gd name="connsiteX456" fmla="*/ 4861556 w 4940931"/>
                <a:gd name="connsiteY456" fmla="*/ 52705 h 138429"/>
                <a:gd name="connsiteX457" fmla="*/ 4863461 w 4940931"/>
                <a:gd name="connsiteY457" fmla="*/ 55245 h 138429"/>
                <a:gd name="connsiteX458" fmla="*/ 4867906 w 4940931"/>
                <a:gd name="connsiteY458" fmla="*/ 57785 h 138429"/>
                <a:gd name="connsiteX459" fmla="*/ 4874891 w 4940931"/>
                <a:gd name="connsiteY459" fmla="*/ 60960 h 138429"/>
                <a:gd name="connsiteX460" fmla="*/ 4886321 w 4940931"/>
                <a:gd name="connsiteY460" fmla="*/ 66040 h 138429"/>
                <a:gd name="connsiteX461" fmla="*/ 4894576 w 4940931"/>
                <a:gd name="connsiteY461" fmla="*/ 71120 h 138429"/>
                <a:gd name="connsiteX462" fmla="*/ 4899656 w 4940931"/>
                <a:gd name="connsiteY462" fmla="*/ 78105 h 138429"/>
                <a:gd name="connsiteX463" fmla="*/ 4901561 w 4940931"/>
                <a:gd name="connsiteY463" fmla="*/ 87630 h 138429"/>
                <a:gd name="connsiteX464" fmla="*/ 4899021 w 4940931"/>
                <a:gd name="connsiteY464" fmla="*/ 98425 h 138429"/>
                <a:gd name="connsiteX465" fmla="*/ 4892671 w 4940931"/>
                <a:gd name="connsiteY465" fmla="*/ 105410 h 138429"/>
                <a:gd name="connsiteX466" fmla="*/ 4883146 w 4940931"/>
                <a:gd name="connsiteY466" fmla="*/ 109220 h 138429"/>
                <a:gd name="connsiteX467" fmla="*/ 4872351 w 4940931"/>
                <a:gd name="connsiteY467" fmla="*/ 110490 h 138429"/>
                <a:gd name="connsiteX468" fmla="*/ 4857111 w 4940931"/>
                <a:gd name="connsiteY468" fmla="*/ 107950 h 138429"/>
                <a:gd name="connsiteX469" fmla="*/ 4842506 w 4940931"/>
                <a:gd name="connsiteY469" fmla="*/ 100965 h 138429"/>
                <a:gd name="connsiteX470" fmla="*/ 4849491 w 4940931"/>
                <a:gd name="connsiteY470" fmla="*/ 89535 h 138429"/>
                <a:gd name="connsiteX471" fmla="*/ 4860921 w 4940931"/>
                <a:gd name="connsiteY471" fmla="*/ 95250 h 138429"/>
                <a:gd name="connsiteX472" fmla="*/ 4872351 w 4940931"/>
                <a:gd name="connsiteY472" fmla="*/ 97155 h 138429"/>
                <a:gd name="connsiteX473" fmla="*/ 4883146 w 4940931"/>
                <a:gd name="connsiteY473" fmla="*/ 94615 h 138429"/>
                <a:gd name="connsiteX474" fmla="*/ 4886321 w 4940931"/>
                <a:gd name="connsiteY474" fmla="*/ 88265 h 138429"/>
                <a:gd name="connsiteX475" fmla="*/ 4885051 w 4940931"/>
                <a:gd name="connsiteY475" fmla="*/ 84455 h 138429"/>
                <a:gd name="connsiteX476" fmla="*/ 4881241 w 4940931"/>
                <a:gd name="connsiteY476" fmla="*/ 81280 h 138429"/>
                <a:gd name="connsiteX477" fmla="*/ 4875526 w 4940931"/>
                <a:gd name="connsiteY477" fmla="*/ 78105 h 138429"/>
                <a:gd name="connsiteX478" fmla="*/ 4867906 w 4940931"/>
                <a:gd name="connsiteY478" fmla="*/ 74930 h 138429"/>
                <a:gd name="connsiteX479" fmla="*/ 4857111 w 4940931"/>
                <a:gd name="connsiteY479" fmla="*/ 69850 h 138429"/>
                <a:gd name="connsiteX480" fmla="*/ 4850126 w 4940931"/>
                <a:gd name="connsiteY480" fmla="*/ 64770 h 138429"/>
                <a:gd name="connsiteX481" fmla="*/ 4846316 w 4940931"/>
                <a:gd name="connsiteY481" fmla="*/ 58420 h 138429"/>
                <a:gd name="connsiteX482" fmla="*/ 4845046 w 4940931"/>
                <a:gd name="connsiteY482" fmla="*/ 50165 h 138429"/>
                <a:gd name="connsiteX483" fmla="*/ 4846951 w 4940931"/>
                <a:gd name="connsiteY483" fmla="*/ 40640 h 138429"/>
                <a:gd name="connsiteX484" fmla="*/ 4852666 w 4940931"/>
                <a:gd name="connsiteY484" fmla="*/ 34290 h 138429"/>
                <a:gd name="connsiteX485" fmla="*/ 4860921 w 4940931"/>
                <a:gd name="connsiteY485" fmla="*/ 30480 h 138429"/>
                <a:gd name="connsiteX486" fmla="*/ 4871716 w 4940931"/>
                <a:gd name="connsiteY486" fmla="*/ 29210 h 138429"/>
                <a:gd name="connsiteX487" fmla="*/ 4749796 w 4940931"/>
                <a:gd name="connsiteY487" fmla="*/ 29210 h 138429"/>
                <a:gd name="connsiteX488" fmla="*/ 4757416 w 4940931"/>
                <a:gd name="connsiteY488" fmla="*/ 29845 h 138429"/>
                <a:gd name="connsiteX489" fmla="*/ 4763131 w 4940931"/>
                <a:gd name="connsiteY489" fmla="*/ 32385 h 138429"/>
                <a:gd name="connsiteX490" fmla="*/ 4759321 w 4940931"/>
                <a:gd name="connsiteY490" fmla="*/ 46990 h 138429"/>
                <a:gd name="connsiteX491" fmla="*/ 4758051 w 4940931"/>
                <a:gd name="connsiteY491" fmla="*/ 46990 h 138429"/>
                <a:gd name="connsiteX492" fmla="*/ 4752971 w 4940931"/>
                <a:gd name="connsiteY492" fmla="*/ 45085 h 138429"/>
                <a:gd name="connsiteX493" fmla="*/ 4746621 w 4940931"/>
                <a:gd name="connsiteY493" fmla="*/ 44450 h 138429"/>
                <a:gd name="connsiteX494" fmla="*/ 4735191 w 4940931"/>
                <a:gd name="connsiteY494" fmla="*/ 49530 h 138429"/>
                <a:gd name="connsiteX495" fmla="*/ 4731381 w 4940931"/>
                <a:gd name="connsiteY495" fmla="*/ 64770 h 138429"/>
                <a:gd name="connsiteX496" fmla="*/ 4731381 w 4940931"/>
                <a:gd name="connsiteY496" fmla="*/ 109220 h 138429"/>
                <a:gd name="connsiteX497" fmla="*/ 4716141 w 4940931"/>
                <a:gd name="connsiteY497" fmla="*/ 109220 h 138429"/>
                <a:gd name="connsiteX498" fmla="*/ 4716141 w 4940931"/>
                <a:gd name="connsiteY498" fmla="*/ 31115 h 138429"/>
                <a:gd name="connsiteX499" fmla="*/ 4731381 w 4940931"/>
                <a:gd name="connsiteY499" fmla="*/ 31115 h 138429"/>
                <a:gd name="connsiteX500" fmla="*/ 4731381 w 4940931"/>
                <a:gd name="connsiteY500" fmla="*/ 38735 h 138429"/>
                <a:gd name="connsiteX501" fmla="*/ 4734556 w 4940931"/>
                <a:gd name="connsiteY501" fmla="*/ 34925 h 138429"/>
                <a:gd name="connsiteX502" fmla="*/ 4739001 w 4940931"/>
                <a:gd name="connsiteY502" fmla="*/ 31750 h 138429"/>
                <a:gd name="connsiteX503" fmla="*/ 4744081 w 4940931"/>
                <a:gd name="connsiteY503" fmla="*/ 29845 h 138429"/>
                <a:gd name="connsiteX504" fmla="*/ 4749796 w 4940931"/>
                <a:gd name="connsiteY504" fmla="*/ 29210 h 138429"/>
                <a:gd name="connsiteX505" fmla="*/ 4349110 w 4940931"/>
                <a:gd name="connsiteY505" fmla="*/ 29210 h 138429"/>
                <a:gd name="connsiteX506" fmla="*/ 4356730 w 4940931"/>
                <a:gd name="connsiteY506" fmla="*/ 29845 h 138429"/>
                <a:gd name="connsiteX507" fmla="*/ 4362445 w 4940931"/>
                <a:gd name="connsiteY507" fmla="*/ 32385 h 138429"/>
                <a:gd name="connsiteX508" fmla="*/ 4358635 w 4940931"/>
                <a:gd name="connsiteY508" fmla="*/ 46990 h 138429"/>
                <a:gd name="connsiteX509" fmla="*/ 4357365 w 4940931"/>
                <a:gd name="connsiteY509" fmla="*/ 46990 h 138429"/>
                <a:gd name="connsiteX510" fmla="*/ 4352285 w 4940931"/>
                <a:gd name="connsiteY510" fmla="*/ 45085 h 138429"/>
                <a:gd name="connsiteX511" fmla="*/ 4345935 w 4940931"/>
                <a:gd name="connsiteY511" fmla="*/ 44450 h 138429"/>
                <a:gd name="connsiteX512" fmla="*/ 4334505 w 4940931"/>
                <a:gd name="connsiteY512" fmla="*/ 49530 h 138429"/>
                <a:gd name="connsiteX513" fmla="*/ 4330695 w 4940931"/>
                <a:gd name="connsiteY513" fmla="*/ 64770 h 138429"/>
                <a:gd name="connsiteX514" fmla="*/ 4330695 w 4940931"/>
                <a:gd name="connsiteY514" fmla="*/ 109220 h 138429"/>
                <a:gd name="connsiteX515" fmla="*/ 4315455 w 4940931"/>
                <a:gd name="connsiteY515" fmla="*/ 109220 h 138429"/>
                <a:gd name="connsiteX516" fmla="*/ 4315455 w 4940931"/>
                <a:gd name="connsiteY516" fmla="*/ 31115 h 138429"/>
                <a:gd name="connsiteX517" fmla="*/ 4330695 w 4940931"/>
                <a:gd name="connsiteY517" fmla="*/ 31115 h 138429"/>
                <a:gd name="connsiteX518" fmla="*/ 4330695 w 4940931"/>
                <a:gd name="connsiteY518" fmla="*/ 38735 h 138429"/>
                <a:gd name="connsiteX519" fmla="*/ 4333870 w 4940931"/>
                <a:gd name="connsiteY519" fmla="*/ 34925 h 138429"/>
                <a:gd name="connsiteX520" fmla="*/ 4338315 w 4940931"/>
                <a:gd name="connsiteY520" fmla="*/ 31750 h 138429"/>
                <a:gd name="connsiteX521" fmla="*/ 4343395 w 4940931"/>
                <a:gd name="connsiteY521" fmla="*/ 29845 h 138429"/>
                <a:gd name="connsiteX522" fmla="*/ 4349110 w 4940931"/>
                <a:gd name="connsiteY522" fmla="*/ 29210 h 138429"/>
                <a:gd name="connsiteX523" fmla="*/ 4044310 w 4940931"/>
                <a:gd name="connsiteY523" fmla="*/ 29210 h 138429"/>
                <a:gd name="connsiteX524" fmla="*/ 4058915 w 4940931"/>
                <a:gd name="connsiteY524" fmla="*/ 32385 h 138429"/>
                <a:gd name="connsiteX525" fmla="*/ 4069075 w 4940931"/>
                <a:gd name="connsiteY525" fmla="*/ 40640 h 138429"/>
                <a:gd name="connsiteX526" fmla="*/ 4075425 w 4940931"/>
                <a:gd name="connsiteY526" fmla="*/ 53340 h 138429"/>
                <a:gd name="connsiteX527" fmla="*/ 4077330 w 4940931"/>
                <a:gd name="connsiteY527" fmla="*/ 68580 h 138429"/>
                <a:gd name="connsiteX528" fmla="*/ 4076060 w 4940931"/>
                <a:gd name="connsiteY528" fmla="*/ 68580 h 138429"/>
                <a:gd name="connsiteX529" fmla="*/ 4076060 w 4940931"/>
                <a:gd name="connsiteY529" fmla="*/ 72390 h 138429"/>
                <a:gd name="connsiteX530" fmla="*/ 4076060 w 4940931"/>
                <a:gd name="connsiteY530" fmla="*/ 75565 h 138429"/>
                <a:gd name="connsiteX531" fmla="*/ 4024625 w 4940931"/>
                <a:gd name="connsiteY531" fmla="*/ 75565 h 138429"/>
                <a:gd name="connsiteX532" fmla="*/ 4027165 w 4940931"/>
                <a:gd name="connsiteY532" fmla="*/ 85090 h 138429"/>
                <a:gd name="connsiteX533" fmla="*/ 4031610 w 4940931"/>
                <a:gd name="connsiteY533" fmla="*/ 91440 h 138429"/>
                <a:gd name="connsiteX534" fmla="*/ 4037325 w 4940931"/>
                <a:gd name="connsiteY534" fmla="*/ 95250 h 138429"/>
                <a:gd name="connsiteX535" fmla="*/ 4044310 w 4940931"/>
                <a:gd name="connsiteY535" fmla="*/ 96520 h 138429"/>
                <a:gd name="connsiteX536" fmla="*/ 4049390 w 4940931"/>
                <a:gd name="connsiteY536" fmla="*/ 96520 h 138429"/>
                <a:gd name="connsiteX537" fmla="*/ 4053835 w 4940931"/>
                <a:gd name="connsiteY537" fmla="*/ 95250 h 138429"/>
                <a:gd name="connsiteX538" fmla="*/ 4057645 w 4940931"/>
                <a:gd name="connsiteY538" fmla="*/ 93345 h 138429"/>
                <a:gd name="connsiteX539" fmla="*/ 4062090 w 4940931"/>
                <a:gd name="connsiteY539" fmla="*/ 90805 h 138429"/>
                <a:gd name="connsiteX540" fmla="*/ 4070980 w 4940931"/>
                <a:gd name="connsiteY540" fmla="*/ 100330 h 138429"/>
                <a:gd name="connsiteX541" fmla="*/ 4065265 w 4940931"/>
                <a:gd name="connsiteY541" fmla="*/ 104775 h 138429"/>
                <a:gd name="connsiteX542" fmla="*/ 4059550 w 4940931"/>
                <a:gd name="connsiteY542" fmla="*/ 107950 h 138429"/>
                <a:gd name="connsiteX543" fmla="*/ 4052565 w 4940931"/>
                <a:gd name="connsiteY543" fmla="*/ 109855 h 138429"/>
                <a:gd name="connsiteX544" fmla="*/ 4043675 w 4940931"/>
                <a:gd name="connsiteY544" fmla="*/ 110490 h 138429"/>
                <a:gd name="connsiteX545" fmla="*/ 4034150 w 4940931"/>
                <a:gd name="connsiteY545" fmla="*/ 109220 h 138429"/>
                <a:gd name="connsiteX546" fmla="*/ 4026530 w 4940931"/>
                <a:gd name="connsiteY546" fmla="*/ 105410 h 138429"/>
                <a:gd name="connsiteX547" fmla="*/ 4020180 w 4940931"/>
                <a:gd name="connsiteY547" fmla="*/ 100330 h 138429"/>
                <a:gd name="connsiteX548" fmla="*/ 4015100 w 4940931"/>
                <a:gd name="connsiteY548" fmla="*/ 92710 h 138429"/>
                <a:gd name="connsiteX549" fmla="*/ 4011290 w 4940931"/>
                <a:gd name="connsiteY549" fmla="*/ 82550 h 138429"/>
                <a:gd name="connsiteX550" fmla="*/ 4010020 w 4940931"/>
                <a:gd name="connsiteY550" fmla="*/ 69850 h 138429"/>
                <a:gd name="connsiteX551" fmla="*/ 4012560 w 4940931"/>
                <a:gd name="connsiteY551" fmla="*/ 52070 h 138429"/>
                <a:gd name="connsiteX552" fmla="*/ 4019545 w 4940931"/>
                <a:gd name="connsiteY552" fmla="*/ 39370 h 138429"/>
                <a:gd name="connsiteX553" fmla="*/ 4030340 w 4940931"/>
                <a:gd name="connsiteY553" fmla="*/ 31750 h 138429"/>
                <a:gd name="connsiteX554" fmla="*/ 4044310 w 4940931"/>
                <a:gd name="connsiteY554" fmla="*/ 29210 h 138429"/>
                <a:gd name="connsiteX555" fmla="*/ 3811900 w 4940931"/>
                <a:gd name="connsiteY555" fmla="*/ 29210 h 138429"/>
                <a:gd name="connsiteX556" fmla="*/ 3819520 w 4940931"/>
                <a:gd name="connsiteY556" fmla="*/ 29845 h 138429"/>
                <a:gd name="connsiteX557" fmla="*/ 3825235 w 4940931"/>
                <a:gd name="connsiteY557" fmla="*/ 32385 h 138429"/>
                <a:gd name="connsiteX558" fmla="*/ 3821425 w 4940931"/>
                <a:gd name="connsiteY558" fmla="*/ 46990 h 138429"/>
                <a:gd name="connsiteX559" fmla="*/ 3820155 w 4940931"/>
                <a:gd name="connsiteY559" fmla="*/ 46990 h 138429"/>
                <a:gd name="connsiteX560" fmla="*/ 3815075 w 4940931"/>
                <a:gd name="connsiteY560" fmla="*/ 45085 h 138429"/>
                <a:gd name="connsiteX561" fmla="*/ 3808725 w 4940931"/>
                <a:gd name="connsiteY561" fmla="*/ 44450 h 138429"/>
                <a:gd name="connsiteX562" fmla="*/ 3797295 w 4940931"/>
                <a:gd name="connsiteY562" fmla="*/ 49530 h 138429"/>
                <a:gd name="connsiteX563" fmla="*/ 3793485 w 4940931"/>
                <a:gd name="connsiteY563" fmla="*/ 64770 h 138429"/>
                <a:gd name="connsiteX564" fmla="*/ 3793485 w 4940931"/>
                <a:gd name="connsiteY564" fmla="*/ 109220 h 138429"/>
                <a:gd name="connsiteX565" fmla="*/ 3778245 w 4940931"/>
                <a:gd name="connsiteY565" fmla="*/ 109220 h 138429"/>
                <a:gd name="connsiteX566" fmla="*/ 3778245 w 4940931"/>
                <a:gd name="connsiteY566" fmla="*/ 31115 h 138429"/>
                <a:gd name="connsiteX567" fmla="*/ 3793485 w 4940931"/>
                <a:gd name="connsiteY567" fmla="*/ 31115 h 138429"/>
                <a:gd name="connsiteX568" fmla="*/ 3793485 w 4940931"/>
                <a:gd name="connsiteY568" fmla="*/ 38735 h 138429"/>
                <a:gd name="connsiteX569" fmla="*/ 3796660 w 4940931"/>
                <a:gd name="connsiteY569" fmla="*/ 34925 h 138429"/>
                <a:gd name="connsiteX570" fmla="*/ 3801105 w 4940931"/>
                <a:gd name="connsiteY570" fmla="*/ 31750 h 138429"/>
                <a:gd name="connsiteX571" fmla="*/ 3806185 w 4940931"/>
                <a:gd name="connsiteY571" fmla="*/ 29845 h 138429"/>
                <a:gd name="connsiteX572" fmla="*/ 3811900 w 4940931"/>
                <a:gd name="connsiteY572" fmla="*/ 29210 h 138429"/>
                <a:gd name="connsiteX573" fmla="*/ 3729986 w 4940931"/>
                <a:gd name="connsiteY573" fmla="*/ 29210 h 138429"/>
                <a:gd name="connsiteX574" fmla="*/ 3744591 w 4940931"/>
                <a:gd name="connsiteY574" fmla="*/ 32385 h 138429"/>
                <a:gd name="connsiteX575" fmla="*/ 3754751 w 4940931"/>
                <a:gd name="connsiteY575" fmla="*/ 40640 h 138429"/>
                <a:gd name="connsiteX576" fmla="*/ 3761101 w 4940931"/>
                <a:gd name="connsiteY576" fmla="*/ 53340 h 138429"/>
                <a:gd name="connsiteX577" fmla="*/ 3763006 w 4940931"/>
                <a:gd name="connsiteY577" fmla="*/ 68580 h 138429"/>
                <a:gd name="connsiteX578" fmla="*/ 3761736 w 4940931"/>
                <a:gd name="connsiteY578" fmla="*/ 68580 h 138429"/>
                <a:gd name="connsiteX579" fmla="*/ 3761736 w 4940931"/>
                <a:gd name="connsiteY579" fmla="*/ 72390 h 138429"/>
                <a:gd name="connsiteX580" fmla="*/ 3761736 w 4940931"/>
                <a:gd name="connsiteY580" fmla="*/ 75565 h 138429"/>
                <a:gd name="connsiteX581" fmla="*/ 3710301 w 4940931"/>
                <a:gd name="connsiteY581" fmla="*/ 75565 h 138429"/>
                <a:gd name="connsiteX582" fmla="*/ 3712841 w 4940931"/>
                <a:gd name="connsiteY582" fmla="*/ 85090 h 138429"/>
                <a:gd name="connsiteX583" fmla="*/ 3717286 w 4940931"/>
                <a:gd name="connsiteY583" fmla="*/ 91440 h 138429"/>
                <a:gd name="connsiteX584" fmla="*/ 3723001 w 4940931"/>
                <a:gd name="connsiteY584" fmla="*/ 95250 h 138429"/>
                <a:gd name="connsiteX585" fmla="*/ 3729986 w 4940931"/>
                <a:gd name="connsiteY585" fmla="*/ 96520 h 138429"/>
                <a:gd name="connsiteX586" fmla="*/ 3735066 w 4940931"/>
                <a:gd name="connsiteY586" fmla="*/ 96520 h 138429"/>
                <a:gd name="connsiteX587" fmla="*/ 3739511 w 4940931"/>
                <a:gd name="connsiteY587" fmla="*/ 95250 h 138429"/>
                <a:gd name="connsiteX588" fmla="*/ 3743321 w 4940931"/>
                <a:gd name="connsiteY588" fmla="*/ 93345 h 138429"/>
                <a:gd name="connsiteX589" fmla="*/ 3747766 w 4940931"/>
                <a:gd name="connsiteY589" fmla="*/ 90805 h 138429"/>
                <a:gd name="connsiteX590" fmla="*/ 3756656 w 4940931"/>
                <a:gd name="connsiteY590" fmla="*/ 100330 h 138429"/>
                <a:gd name="connsiteX591" fmla="*/ 3750941 w 4940931"/>
                <a:gd name="connsiteY591" fmla="*/ 104775 h 138429"/>
                <a:gd name="connsiteX592" fmla="*/ 3745226 w 4940931"/>
                <a:gd name="connsiteY592" fmla="*/ 107950 h 138429"/>
                <a:gd name="connsiteX593" fmla="*/ 3738241 w 4940931"/>
                <a:gd name="connsiteY593" fmla="*/ 109855 h 138429"/>
                <a:gd name="connsiteX594" fmla="*/ 3729351 w 4940931"/>
                <a:gd name="connsiteY594" fmla="*/ 110490 h 138429"/>
                <a:gd name="connsiteX595" fmla="*/ 3719826 w 4940931"/>
                <a:gd name="connsiteY595" fmla="*/ 109220 h 138429"/>
                <a:gd name="connsiteX596" fmla="*/ 3712206 w 4940931"/>
                <a:gd name="connsiteY596" fmla="*/ 105410 h 138429"/>
                <a:gd name="connsiteX597" fmla="*/ 3705856 w 4940931"/>
                <a:gd name="connsiteY597" fmla="*/ 100330 h 138429"/>
                <a:gd name="connsiteX598" fmla="*/ 3700776 w 4940931"/>
                <a:gd name="connsiteY598" fmla="*/ 92710 h 138429"/>
                <a:gd name="connsiteX599" fmla="*/ 3696966 w 4940931"/>
                <a:gd name="connsiteY599" fmla="*/ 82550 h 138429"/>
                <a:gd name="connsiteX600" fmla="*/ 3695696 w 4940931"/>
                <a:gd name="connsiteY600" fmla="*/ 69850 h 138429"/>
                <a:gd name="connsiteX601" fmla="*/ 3698236 w 4940931"/>
                <a:gd name="connsiteY601" fmla="*/ 52070 h 138429"/>
                <a:gd name="connsiteX602" fmla="*/ 3705221 w 4940931"/>
                <a:gd name="connsiteY602" fmla="*/ 39370 h 138429"/>
                <a:gd name="connsiteX603" fmla="*/ 3716016 w 4940931"/>
                <a:gd name="connsiteY603" fmla="*/ 31750 h 138429"/>
                <a:gd name="connsiteX604" fmla="*/ 3729986 w 4940931"/>
                <a:gd name="connsiteY604" fmla="*/ 29210 h 138429"/>
                <a:gd name="connsiteX605" fmla="*/ 3543296 w 4940931"/>
                <a:gd name="connsiteY605" fmla="*/ 29210 h 138429"/>
                <a:gd name="connsiteX606" fmla="*/ 3557901 w 4940931"/>
                <a:gd name="connsiteY606" fmla="*/ 32385 h 138429"/>
                <a:gd name="connsiteX607" fmla="*/ 3568061 w 4940931"/>
                <a:gd name="connsiteY607" fmla="*/ 40640 h 138429"/>
                <a:gd name="connsiteX608" fmla="*/ 3574411 w 4940931"/>
                <a:gd name="connsiteY608" fmla="*/ 53340 h 138429"/>
                <a:gd name="connsiteX609" fmla="*/ 3576316 w 4940931"/>
                <a:gd name="connsiteY609" fmla="*/ 68580 h 138429"/>
                <a:gd name="connsiteX610" fmla="*/ 3575046 w 4940931"/>
                <a:gd name="connsiteY610" fmla="*/ 68580 h 138429"/>
                <a:gd name="connsiteX611" fmla="*/ 3575046 w 4940931"/>
                <a:gd name="connsiteY611" fmla="*/ 72390 h 138429"/>
                <a:gd name="connsiteX612" fmla="*/ 3575046 w 4940931"/>
                <a:gd name="connsiteY612" fmla="*/ 75565 h 138429"/>
                <a:gd name="connsiteX613" fmla="*/ 3523611 w 4940931"/>
                <a:gd name="connsiteY613" fmla="*/ 75565 h 138429"/>
                <a:gd name="connsiteX614" fmla="*/ 3526151 w 4940931"/>
                <a:gd name="connsiteY614" fmla="*/ 85090 h 138429"/>
                <a:gd name="connsiteX615" fmla="*/ 3530596 w 4940931"/>
                <a:gd name="connsiteY615" fmla="*/ 91440 h 138429"/>
                <a:gd name="connsiteX616" fmla="*/ 3536311 w 4940931"/>
                <a:gd name="connsiteY616" fmla="*/ 95250 h 138429"/>
                <a:gd name="connsiteX617" fmla="*/ 3543296 w 4940931"/>
                <a:gd name="connsiteY617" fmla="*/ 96520 h 138429"/>
                <a:gd name="connsiteX618" fmla="*/ 3548376 w 4940931"/>
                <a:gd name="connsiteY618" fmla="*/ 96520 h 138429"/>
                <a:gd name="connsiteX619" fmla="*/ 3552821 w 4940931"/>
                <a:gd name="connsiteY619" fmla="*/ 95250 h 138429"/>
                <a:gd name="connsiteX620" fmla="*/ 3556631 w 4940931"/>
                <a:gd name="connsiteY620" fmla="*/ 93345 h 138429"/>
                <a:gd name="connsiteX621" fmla="*/ 3561076 w 4940931"/>
                <a:gd name="connsiteY621" fmla="*/ 90805 h 138429"/>
                <a:gd name="connsiteX622" fmla="*/ 3569966 w 4940931"/>
                <a:gd name="connsiteY622" fmla="*/ 100330 h 138429"/>
                <a:gd name="connsiteX623" fmla="*/ 3564251 w 4940931"/>
                <a:gd name="connsiteY623" fmla="*/ 104775 h 138429"/>
                <a:gd name="connsiteX624" fmla="*/ 3558536 w 4940931"/>
                <a:gd name="connsiteY624" fmla="*/ 107950 h 138429"/>
                <a:gd name="connsiteX625" fmla="*/ 3551551 w 4940931"/>
                <a:gd name="connsiteY625" fmla="*/ 109855 h 138429"/>
                <a:gd name="connsiteX626" fmla="*/ 3542661 w 4940931"/>
                <a:gd name="connsiteY626" fmla="*/ 110490 h 138429"/>
                <a:gd name="connsiteX627" fmla="*/ 3533136 w 4940931"/>
                <a:gd name="connsiteY627" fmla="*/ 109220 h 138429"/>
                <a:gd name="connsiteX628" fmla="*/ 3525516 w 4940931"/>
                <a:gd name="connsiteY628" fmla="*/ 105410 h 138429"/>
                <a:gd name="connsiteX629" fmla="*/ 3519166 w 4940931"/>
                <a:gd name="connsiteY629" fmla="*/ 100330 h 138429"/>
                <a:gd name="connsiteX630" fmla="*/ 3514086 w 4940931"/>
                <a:gd name="connsiteY630" fmla="*/ 92710 h 138429"/>
                <a:gd name="connsiteX631" fmla="*/ 3510276 w 4940931"/>
                <a:gd name="connsiteY631" fmla="*/ 82550 h 138429"/>
                <a:gd name="connsiteX632" fmla="*/ 3509006 w 4940931"/>
                <a:gd name="connsiteY632" fmla="*/ 69850 h 138429"/>
                <a:gd name="connsiteX633" fmla="*/ 3511546 w 4940931"/>
                <a:gd name="connsiteY633" fmla="*/ 52070 h 138429"/>
                <a:gd name="connsiteX634" fmla="*/ 3518531 w 4940931"/>
                <a:gd name="connsiteY634" fmla="*/ 39370 h 138429"/>
                <a:gd name="connsiteX635" fmla="*/ 3529326 w 4940931"/>
                <a:gd name="connsiteY635" fmla="*/ 31750 h 138429"/>
                <a:gd name="connsiteX636" fmla="*/ 3543296 w 4940931"/>
                <a:gd name="connsiteY636" fmla="*/ 29210 h 138429"/>
                <a:gd name="connsiteX637" fmla="*/ 3345176 w 4940931"/>
                <a:gd name="connsiteY637" fmla="*/ 29210 h 138429"/>
                <a:gd name="connsiteX638" fmla="*/ 3359781 w 4940931"/>
                <a:gd name="connsiteY638" fmla="*/ 32385 h 138429"/>
                <a:gd name="connsiteX639" fmla="*/ 3369941 w 4940931"/>
                <a:gd name="connsiteY639" fmla="*/ 40640 h 138429"/>
                <a:gd name="connsiteX640" fmla="*/ 3376291 w 4940931"/>
                <a:gd name="connsiteY640" fmla="*/ 53340 h 138429"/>
                <a:gd name="connsiteX641" fmla="*/ 3378196 w 4940931"/>
                <a:gd name="connsiteY641" fmla="*/ 68580 h 138429"/>
                <a:gd name="connsiteX642" fmla="*/ 3376926 w 4940931"/>
                <a:gd name="connsiteY642" fmla="*/ 68580 h 138429"/>
                <a:gd name="connsiteX643" fmla="*/ 3376926 w 4940931"/>
                <a:gd name="connsiteY643" fmla="*/ 72390 h 138429"/>
                <a:gd name="connsiteX644" fmla="*/ 3376926 w 4940931"/>
                <a:gd name="connsiteY644" fmla="*/ 75565 h 138429"/>
                <a:gd name="connsiteX645" fmla="*/ 3325491 w 4940931"/>
                <a:gd name="connsiteY645" fmla="*/ 75565 h 138429"/>
                <a:gd name="connsiteX646" fmla="*/ 3328031 w 4940931"/>
                <a:gd name="connsiteY646" fmla="*/ 85090 h 138429"/>
                <a:gd name="connsiteX647" fmla="*/ 3332476 w 4940931"/>
                <a:gd name="connsiteY647" fmla="*/ 91440 h 138429"/>
                <a:gd name="connsiteX648" fmla="*/ 3338191 w 4940931"/>
                <a:gd name="connsiteY648" fmla="*/ 95250 h 138429"/>
                <a:gd name="connsiteX649" fmla="*/ 3345176 w 4940931"/>
                <a:gd name="connsiteY649" fmla="*/ 96520 h 138429"/>
                <a:gd name="connsiteX650" fmla="*/ 3350256 w 4940931"/>
                <a:gd name="connsiteY650" fmla="*/ 96520 h 138429"/>
                <a:gd name="connsiteX651" fmla="*/ 3354701 w 4940931"/>
                <a:gd name="connsiteY651" fmla="*/ 95250 h 138429"/>
                <a:gd name="connsiteX652" fmla="*/ 3358511 w 4940931"/>
                <a:gd name="connsiteY652" fmla="*/ 93345 h 138429"/>
                <a:gd name="connsiteX653" fmla="*/ 3362956 w 4940931"/>
                <a:gd name="connsiteY653" fmla="*/ 90805 h 138429"/>
                <a:gd name="connsiteX654" fmla="*/ 3371846 w 4940931"/>
                <a:gd name="connsiteY654" fmla="*/ 100330 h 138429"/>
                <a:gd name="connsiteX655" fmla="*/ 3366131 w 4940931"/>
                <a:gd name="connsiteY655" fmla="*/ 104775 h 138429"/>
                <a:gd name="connsiteX656" fmla="*/ 3360416 w 4940931"/>
                <a:gd name="connsiteY656" fmla="*/ 107950 h 138429"/>
                <a:gd name="connsiteX657" fmla="*/ 3353431 w 4940931"/>
                <a:gd name="connsiteY657" fmla="*/ 109855 h 138429"/>
                <a:gd name="connsiteX658" fmla="*/ 3344541 w 4940931"/>
                <a:gd name="connsiteY658" fmla="*/ 110490 h 138429"/>
                <a:gd name="connsiteX659" fmla="*/ 3335016 w 4940931"/>
                <a:gd name="connsiteY659" fmla="*/ 109220 h 138429"/>
                <a:gd name="connsiteX660" fmla="*/ 3327396 w 4940931"/>
                <a:gd name="connsiteY660" fmla="*/ 105410 h 138429"/>
                <a:gd name="connsiteX661" fmla="*/ 3321046 w 4940931"/>
                <a:gd name="connsiteY661" fmla="*/ 100330 h 138429"/>
                <a:gd name="connsiteX662" fmla="*/ 3315966 w 4940931"/>
                <a:gd name="connsiteY662" fmla="*/ 92710 h 138429"/>
                <a:gd name="connsiteX663" fmla="*/ 3312156 w 4940931"/>
                <a:gd name="connsiteY663" fmla="*/ 82550 h 138429"/>
                <a:gd name="connsiteX664" fmla="*/ 3310886 w 4940931"/>
                <a:gd name="connsiteY664" fmla="*/ 69850 h 138429"/>
                <a:gd name="connsiteX665" fmla="*/ 3313426 w 4940931"/>
                <a:gd name="connsiteY665" fmla="*/ 52070 h 138429"/>
                <a:gd name="connsiteX666" fmla="*/ 3320411 w 4940931"/>
                <a:gd name="connsiteY666" fmla="*/ 39370 h 138429"/>
                <a:gd name="connsiteX667" fmla="*/ 3331206 w 4940931"/>
                <a:gd name="connsiteY667" fmla="*/ 31750 h 138429"/>
                <a:gd name="connsiteX668" fmla="*/ 3345176 w 4940931"/>
                <a:gd name="connsiteY668" fmla="*/ 29210 h 138429"/>
                <a:gd name="connsiteX669" fmla="*/ 3060696 w 4940931"/>
                <a:gd name="connsiteY669" fmla="*/ 29210 h 138429"/>
                <a:gd name="connsiteX670" fmla="*/ 3068316 w 4940931"/>
                <a:gd name="connsiteY670" fmla="*/ 29845 h 138429"/>
                <a:gd name="connsiteX671" fmla="*/ 3074031 w 4940931"/>
                <a:gd name="connsiteY671" fmla="*/ 32385 h 138429"/>
                <a:gd name="connsiteX672" fmla="*/ 3070221 w 4940931"/>
                <a:gd name="connsiteY672" fmla="*/ 46990 h 138429"/>
                <a:gd name="connsiteX673" fmla="*/ 3068951 w 4940931"/>
                <a:gd name="connsiteY673" fmla="*/ 46990 h 138429"/>
                <a:gd name="connsiteX674" fmla="*/ 3063871 w 4940931"/>
                <a:gd name="connsiteY674" fmla="*/ 45085 h 138429"/>
                <a:gd name="connsiteX675" fmla="*/ 3057521 w 4940931"/>
                <a:gd name="connsiteY675" fmla="*/ 44450 h 138429"/>
                <a:gd name="connsiteX676" fmla="*/ 3046091 w 4940931"/>
                <a:gd name="connsiteY676" fmla="*/ 49530 h 138429"/>
                <a:gd name="connsiteX677" fmla="*/ 3042281 w 4940931"/>
                <a:gd name="connsiteY677" fmla="*/ 64770 h 138429"/>
                <a:gd name="connsiteX678" fmla="*/ 3042281 w 4940931"/>
                <a:gd name="connsiteY678" fmla="*/ 109220 h 138429"/>
                <a:gd name="connsiteX679" fmla="*/ 3027041 w 4940931"/>
                <a:gd name="connsiteY679" fmla="*/ 109220 h 138429"/>
                <a:gd name="connsiteX680" fmla="*/ 3027041 w 4940931"/>
                <a:gd name="connsiteY680" fmla="*/ 31115 h 138429"/>
                <a:gd name="connsiteX681" fmla="*/ 3042281 w 4940931"/>
                <a:gd name="connsiteY681" fmla="*/ 31115 h 138429"/>
                <a:gd name="connsiteX682" fmla="*/ 3042281 w 4940931"/>
                <a:gd name="connsiteY682" fmla="*/ 38735 h 138429"/>
                <a:gd name="connsiteX683" fmla="*/ 3045456 w 4940931"/>
                <a:gd name="connsiteY683" fmla="*/ 34925 h 138429"/>
                <a:gd name="connsiteX684" fmla="*/ 3049901 w 4940931"/>
                <a:gd name="connsiteY684" fmla="*/ 31750 h 138429"/>
                <a:gd name="connsiteX685" fmla="*/ 3054981 w 4940931"/>
                <a:gd name="connsiteY685" fmla="*/ 29845 h 138429"/>
                <a:gd name="connsiteX686" fmla="*/ 3060696 w 4940931"/>
                <a:gd name="connsiteY686" fmla="*/ 29210 h 138429"/>
                <a:gd name="connsiteX687" fmla="*/ 2978781 w 4940931"/>
                <a:gd name="connsiteY687" fmla="*/ 29210 h 138429"/>
                <a:gd name="connsiteX688" fmla="*/ 2993386 w 4940931"/>
                <a:gd name="connsiteY688" fmla="*/ 32385 h 138429"/>
                <a:gd name="connsiteX689" fmla="*/ 3003546 w 4940931"/>
                <a:gd name="connsiteY689" fmla="*/ 40640 h 138429"/>
                <a:gd name="connsiteX690" fmla="*/ 3009896 w 4940931"/>
                <a:gd name="connsiteY690" fmla="*/ 53340 h 138429"/>
                <a:gd name="connsiteX691" fmla="*/ 3011801 w 4940931"/>
                <a:gd name="connsiteY691" fmla="*/ 68580 h 138429"/>
                <a:gd name="connsiteX692" fmla="*/ 3010531 w 4940931"/>
                <a:gd name="connsiteY692" fmla="*/ 68580 h 138429"/>
                <a:gd name="connsiteX693" fmla="*/ 3010531 w 4940931"/>
                <a:gd name="connsiteY693" fmla="*/ 72390 h 138429"/>
                <a:gd name="connsiteX694" fmla="*/ 3010531 w 4940931"/>
                <a:gd name="connsiteY694" fmla="*/ 75565 h 138429"/>
                <a:gd name="connsiteX695" fmla="*/ 2959096 w 4940931"/>
                <a:gd name="connsiteY695" fmla="*/ 75565 h 138429"/>
                <a:gd name="connsiteX696" fmla="*/ 2961636 w 4940931"/>
                <a:gd name="connsiteY696" fmla="*/ 85090 h 138429"/>
                <a:gd name="connsiteX697" fmla="*/ 2966081 w 4940931"/>
                <a:gd name="connsiteY697" fmla="*/ 91440 h 138429"/>
                <a:gd name="connsiteX698" fmla="*/ 2971796 w 4940931"/>
                <a:gd name="connsiteY698" fmla="*/ 95250 h 138429"/>
                <a:gd name="connsiteX699" fmla="*/ 2978781 w 4940931"/>
                <a:gd name="connsiteY699" fmla="*/ 96520 h 138429"/>
                <a:gd name="connsiteX700" fmla="*/ 2983861 w 4940931"/>
                <a:gd name="connsiteY700" fmla="*/ 96520 h 138429"/>
                <a:gd name="connsiteX701" fmla="*/ 2988306 w 4940931"/>
                <a:gd name="connsiteY701" fmla="*/ 95250 h 138429"/>
                <a:gd name="connsiteX702" fmla="*/ 2992116 w 4940931"/>
                <a:gd name="connsiteY702" fmla="*/ 93345 h 138429"/>
                <a:gd name="connsiteX703" fmla="*/ 2996561 w 4940931"/>
                <a:gd name="connsiteY703" fmla="*/ 90805 h 138429"/>
                <a:gd name="connsiteX704" fmla="*/ 3005451 w 4940931"/>
                <a:gd name="connsiteY704" fmla="*/ 100330 h 138429"/>
                <a:gd name="connsiteX705" fmla="*/ 2999736 w 4940931"/>
                <a:gd name="connsiteY705" fmla="*/ 104775 h 138429"/>
                <a:gd name="connsiteX706" fmla="*/ 2994021 w 4940931"/>
                <a:gd name="connsiteY706" fmla="*/ 107950 h 138429"/>
                <a:gd name="connsiteX707" fmla="*/ 2987036 w 4940931"/>
                <a:gd name="connsiteY707" fmla="*/ 109855 h 138429"/>
                <a:gd name="connsiteX708" fmla="*/ 2978146 w 4940931"/>
                <a:gd name="connsiteY708" fmla="*/ 110490 h 138429"/>
                <a:gd name="connsiteX709" fmla="*/ 2968621 w 4940931"/>
                <a:gd name="connsiteY709" fmla="*/ 109220 h 138429"/>
                <a:gd name="connsiteX710" fmla="*/ 2961001 w 4940931"/>
                <a:gd name="connsiteY710" fmla="*/ 105410 h 138429"/>
                <a:gd name="connsiteX711" fmla="*/ 2954651 w 4940931"/>
                <a:gd name="connsiteY711" fmla="*/ 100330 h 138429"/>
                <a:gd name="connsiteX712" fmla="*/ 2949571 w 4940931"/>
                <a:gd name="connsiteY712" fmla="*/ 92710 h 138429"/>
                <a:gd name="connsiteX713" fmla="*/ 2945761 w 4940931"/>
                <a:gd name="connsiteY713" fmla="*/ 82550 h 138429"/>
                <a:gd name="connsiteX714" fmla="*/ 2944491 w 4940931"/>
                <a:gd name="connsiteY714" fmla="*/ 69850 h 138429"/>
                <a:gd name="connsiteX715" fmla="*/ 2947031 w 4940931"/>
                <a:gd name="connsiteY715" fmla="*/ 52070 h 138429"/>
                <a:gd name="connsiteX716" fmla="*/ 2954016 w 4940931"/>
                <a:gd name="connsiteY716" fmla="*/ 39370 h 138429"/>
                <a:gd name="connsiteX717" fmla="*/ 2964811 w 4940931"/>
                <a:gd name="connsiteY717" fmla="*/ 31750 h 138429"/>
                <a:gd name="connsiteX718" fmla="*/ 2978781 w 4940931"/>
                <a:gd name="connsiteY718" fmla="*/ 29210 h 138429"/>
                <a:gd name="connsiteX719" fmla="*/ 2798440 w 4940931"/>
                <a:gd name="connsiteY719" fmla="*/ 29210 h 138429"/>
                <a:gd name="connsiteX720" fmla="*/ 2813045 w 4940931"/>
                <a:gd name="connsiteY720" fmla="*/ 31750 h 138429"/>
                <a:gd name="connsiteX721" fmla="*/ 2825110 w 4940931"/>
                <a:gd name="connsiteY721" fmla="*/ 38100 h 138429"/>
                <a:gd name="connsiteX722" fmla="*/ 2827015 w 4940931"/>
                <a:gd name="connsiteY722" fmla="*/ 38100 h 138429"/>
                <a:gd name="connsiteX723" fmla="*/ 2820030 w 4940931"/>
                <a:gd name="connsiteY723" fmla="*/ 50165 h 138429"/>
                <a:gd name="connsiteX724" fmla="*/ 2810505 w 4940931"/>
                <a:gd name="connsiteY724" fmla="*/ 45085 h 138429"/>
                <a:gd name="connsiteX725" fmla="*/ 2799710 w 4940931"/>
                <a:gd name="connsiteY725" fmla="*/ 43180 h 138429"/>
                <a:gd name="connsiteX726" fmla="*/ 2791455 w 4940931"/>
                <a:gd name="connsiteY726" fmla="*/ 45085 h 138429"/>
                <a:gd name="connsiteX727" fmla="*/ 2788915 w 4940931"/>
                <a:gd name="connsiteY727" fmla="*/ 50165 h 138429"/>
                <a:gd name="connsiteX728" fmla="*/ 2788915 w 4940931"/>
                <a:gd name="connsiteY728" fmla="*/ 52705 h 138429"/>
                <a:gd name="connsiteX729" fmla="*/ 2790820 w 4940931"/>
                <a:gd name="connsiteY729" fmla="*/ 55245 h 138429"/>
                <a:gd name="connsiteX730" fmla="*/ 2795265 w 4940931"/>
                <a:gd name="connsiteY730" fmla="*/ 57785 h 138429"/>
                <a:gd name="connsiteX731" fmla="*/ 2802250 w 4940931"/>
                <a:gd name="connsiteY731" fmla="*/ 60960 h 138429"/>
                <a:gd name="connsiteX732" fmla="*/ 2813680 w 4940931"/>
                <a:gd name="connsiteY732" fmla="*/ 66040 h 138429"/>
                <a:gd name="connsiteX733" fmla="*/ 2821935 w 4940931"/>
                <a:gd name="connsiteY733" fmla="*/ 71120 h 138429"/>
                <a:gd name="connsiteX734" fmla="*/ 2827015 w 4940931"/>
                <a:gd name="connsiteY734" fmla="*/ 78105 h 138429"/>
                <a:gd name="connsiteX735" fmla="*/ 2828920 w 4940931"/>
                <a:gd name="connsiteY735" fmla="*/ 87630 h 138429"/>
                <a:gd name="connsiteX736" fmla="*/ 2826380 w 4940931"/>
                <a:gd name="connsiteY736" fmla="*/ 98425 h 138429"/>
                <a:gd name="connsiteX737" fmla="*/ 2820030 w 4940931"/>
                <a:gd name="connsiteY737" fmla="*/ 105410 h 138429"/>
                <a:gd name="connsiteX738" fmla="*/ 2810505 w 4940931"/>
                <a:gd name="connsiteY738" fmla="*/ 109220 h 138429"/>
                <a:gd name="connsiteX739" fmla="*/ 2799710 w 4940931"/>
                <a:gd name="connsiteY739" fmla="*/ 110490 h 138429"/>
                <a:gd name="connsiteX740" fmla="*/ 2783835 w 4940931"/>
                <a:gd name="connsiteY740" fmla="*/ 107950 h 138429"/>
                <a:gd name="connsiteX741" fmla="*/ 2769230 w 4940931"/>
                <a:gd name="connsiteY741" fmla="*/ 100965 h 138429"/>
                <a:gd name="connsiteX742" fmla="*/ 2776215 w 4940931"/>
                <a:gd name="connsiteY742" fmla="*/ 89535 h 138429"/>
                <a:gd name="connsiteX743" fmla="*/ 2787645 w 4940931"/>
                <a:gd name="connsiteY743" fmla="*/ 95250 h 138429"/>
                <a:gd name="connsiteX744" fmla="*/ 2799075 w 4940931"/>
                <a:gd name="connsiteY744" fmla="*/ 97155 h 138429"/>
                <a:gd name="connsiteX745" fmla="*/ 2809870 w 4940931"/>
                <a:gd name="connsiteY745" fmla="*/ 94615 h 138429"/>
                <a:gd name="connsiteX746" fmla="*/ 2813045 w 4940931"/>
                <a:gd name="connsiteY746" fmla="*/ 88265 h 138429"/>
                <a:gd name="connsiteX747" fmla="*/ 2811775 w 4940931"/>
                <a:gd name="connsiteY747" fmla="*/ 84455 h 138429"/>
                <a:gd name="connsiteX748" fmla="*/ 2807965 w 4940931"/>
                <a:gd name="connsiteY748" fmla="*/ 81280 h 138429"/>
                <a:gd name="connsiteX749" fmla="*/ 2802250 w 4940931"/>
                <a:gd name="connsiteY749" fmla="*/ 78105 h 138429"/>
                <a:gd name="connsiteX750" fmla="*/ 2794630 w 4940931"/>
                <a:gd name="connsiteY750" fmla="*/ 74930 h 138429"/>
                <a:gd name="connsiteX751" fmla="*/ 2783835 w 4940931"/>
                <a:gd name="connsiteY751" fmla="*/ 69850 h 138429"/>
                <a:gd name="connsiteX752" fmla="*/ 2776850 w 4940931"/>
                <a:gd name="connsiteY752" fmla="*/ 64770 h 138429"/>
                <a:gd name="connsiteX753" fmla="*/ 2773040 w 4940931"/>
                <a:gd name="connsiteY753" fmla="*/ 58420 h 138429"/>
                <a:gd name="connsiteX754" fmla="*/ 2771770 w 4940931"/>
                <a:gd name="connsiteY754" fmla="*/ 50165 h 138429"/>
                <a:gd name="connsiteX755" fmla="*/ 2773675 w 4940931"/>
                <a:gd name="connsiteY755" fmla="*/ 40640 h 138429"/>
                <a:gd name="connsiteX756" fmla="*/ 2779390 w 4940931"/>
                <a:gd name="connsiteY756" fmla="*/ 34290 h 138429"/>
                <a:gd name="connsiteX757" fmla="*/ 2787645 w 4940931"/>
                <a:gd name="connsiteY757" fmla="*/ 30480 h 138429"/>
                <a:gd name="connsiteX758" fmla="*/ 2798440 w 4940931"/>
                <a:gd name="connsiteY758" fmla="*/ 29210 h 138429"/>
                <a:gd name="connsiteX759" fmla="*/ 2723510 w 4940931"/>
                <a:gd name="connsiteY759" fmla="*/ 29210 h 138429"/>
                <a:gd name="connsiteX760" fmla="*/ 2729225 w 4940931"/>
                <a:gd name="connsiteY760" fmla="*/ 29210 h 138429"/>
                <a:gd name="connsiteX761" fmla="*/ 2741290 w 4940931"/>
                <a:gd name="connsiteY761" fmla="*/ 31750 h 138429"/>
                <a:gd name="connsiteX762" fmla="*/ 2750180 w 4940931"/>
                <a:gd name="connsiteY762" fmla="*/ 38100 h 138429"/>
                <a:gd name="connsiteX763" fmla="*/ 2755260 w 4940931"/>
                <a:gd name="connsiteY763" fmla="*/ 48895 h 138429"/>
                <a:gd name="connsiteX764" fmla="*/ 2757165 w 4940931"/>
                <a:gd name="connsiteY764" fmla="*/ 64135 h 138429"/>
                <a:gd name="connsiteX765" fmla="*/ 2757165 w 4940931"/>
                <a:gd name="connsiteY765" fmla="*/ 108585 h 138429"/>
                <a:gd name="connsiteX766" fmla="*/ 2741925 w 4940931"/>
                <a:gd name="connsiteY766" fmla="*/ 108585 h 138429"/>
                <a:gd name="connsiteX767" fmla="*/ 2741290 w 4940931"/>
                <a:gd name="connsiteY767" fmla="*/ 108585 h 138429"/>
                <a:gd name="connsiteX768" fmla="*/ 2741290 w 4940931"/>
                <a:gd name="connsiteY768" fmla="*/ 64770 h 138429"/>
                <a:gd name="connsiteX769" fmla="*/ 2737480 w 4940931"/>
                <a:gd name="connsiteY769" fmla="*/ 48895 h 138429"/>
                <a:gd name="connsiteX770" fmla="*/ 2725415 w 4940931"/>
                <a:gd name="connsiteY770" fmla="*/ 43180 h 138429"/>
                <a:gd name="connsiteX771" fmla="*/ 2718430 w 4940931"/>
                <a:gd name="connsiteY771" fmla="*/ 44450 h 138429"/>
                <a:gd name="connsiteX772" fmla="*/ 2713350 w 4940931"/>
                <a:gd name="connsiteY772" fmla="*/ 48260 h 138429"/>
                <a:gd name="connsiteX773" fmla="*/ 2710175 w 4940931"/>
                <a:gd name="connsiteY773" fmla="*/ 54610 h 138429"/>
                <a:gd name="connsiteX774" fmla="*/ 2709540 w 4940931"/>
                <a:gd name="connsiteY774" fmla="*/ 62865 h 138429"/>
                <a:gd name="connsiteX775" fmla="*/ 2709540 w 4940931"/>
                <a:gd name="connsiteY775" fmla="*/ 108585 h 138429"/>
                <a:gd name="connsiteX776" fmla="*/ 2694300 w 4940931"/>
                <a:gd name="connsiteY776" fmla="*/ 108585 h 138429"/>
                <a:gd name="connsiteX777" fmla="*/ 2694300 w 4940931"/>
                <a:gd name="connsiteY777" fmla="*/ 30480 h 138429"/>
                <a:gd name="connsiteX778" fmla="*/ 2709540 w 4940931"/>
                <a:gd name="connsiteY778" fmla="*/ 30480 h 138429"/>
                <a:gd name="connsiteX779" fmla="*/ 2709540 w 4940931"/>
                <a:gd name="connsiteY779" fmla="*/ 38100 h 138429"/>
                <a:gd name="connsiteX780" fmla="*/ 2713350 w 4940931"/>
                <a:gd name="connsiteY780" fmla="*/ 34290 h 138429"/>
                <a:gd name="connsiteX781" fmla="*/ 2717795 w 4940931"/>
                <a:gd name="connsiteY781" fmla="*/ 31115 h 138429"/>
                <a:gd name="connsiteX782" fmla="*/ 2723510 w 4940931"/>
                <a:gd name="connsiteY782" fmla="*/ 29210 h 138429"/>
                <a:gd name="connsiteX783" fmla="*/ 2530470 w 4940931"/>
                <a:gd name="connsiteY783" fmla="*/ 29210 h 138429"/>
                <a:gd name="connsiteX784" fmla="*/ 2545075 w 4940931"/>
                <a:gd name="connsiteY784" fmla="*/ 32385 h 138429"/>
                <a:gd name="connsiteX785" fmla="*/ 2555235 w 4940931"/>
                <a:gd name="connsiteY785" fmla="*/ 40640 h 138429"/>
                <a:gd name="connsiteX786" fmla="*/ 2561585 w 4940931"/>
                <a:gd name="connsiteY786" fmla="*/ 53340 h 138429"/>
                <a:gd name="connsiteX787" fmla="*/ 2563490 w 4940931"/>
                <a:gd name="connsiteY787" fmla="*/ 68580 h 138429"/>
                <a:gd name="connsiteX788" fmla="*/ 2562220 w 4940931"/>
                <a:gd name="connsiteY788" fmla="*/ 68580 h 138429"/>
                <a:gd name="connsiteX789" fmla="*/ 2562220 w 4940931"/>
                <a:gd name="connsiteY789" fmla="*/ 72390 h 138429"/>
                <a:gd name="connsiteX790" fmla="*/ 2562220 w 4940931"/>
                <a:gd name="connsiteY790" fmla="*/ 75565 h 138429"/>
                <a:gd name="connsiteX791" fmla="*/ 2510785 w 4940931"/>
                <a:gd name="connsiteY791" fmla="*/ 75565 h 138429"/>
                <a:gd name="connsiteX792" fmla="*/ 2513325 w 4940931"/>
                <a:gd name="connsiteY792" fmla="*/ 85090 h 138429"/>
                <a:gd name="connsiteX793" fmla="*/ 2517770 w 4940931"/>
                <a:gd name="connsiteY793" fmla="*/ 91440 h 138429"/>
                <a:gd name="connsiteX794" fmla="*/ 2523485 w 4940931"/>
                <a:gd name="connsiteY794" fmla="*/ 95250 h 138429"/>
                <a:gd name="connsiteX795" fmla="*/ 2530470 w 4940931"/>
                <a:gd name="connsiteY795" fmla="*/ 96520 h 138429"/>
                <a:gd name="connsiteX796" fmla="*/ 2535550 w 4940931"/>
                <a:gd name="connsiteY796" fmla="*/ 96520 h 138429"/>
                <a:gd name="connsiteX797" fmla="*/ 2539995 w 4940931"/>
                <a:gd name="connsiteY797" fmla="*/ 95250 h 138429"/>
                <a:gd name="connsiteX798" fmla="*/ 2543805 w 4940931"/>
                <a:gd name="connsiteY798" fmla="*/ 93345 h 138429"/>
                <a:gd name="connsiteX799" fmla="*/ 2548250 w 4940931"/>
                <a:gd name="connsiteY799" fmla="*/ 90805 h 138429"/>
                <a:gd name="connsiteX800" fmla="*/ 2557140 w 4940931"/>
                <a:gd name="connsiteY800" fmla="*/ 100330 h 138429"/>
                <a:gd name="connsiteX801" fmla="*/ 2551425 w 4940931"/>
                <a:gd name="connsiteY801" fmla="*/ 104775 h 138429"/>
                <a:gd name="connsiteX802" fmla="*/ 2545710 w 4940931"/>
                <a:gd name="connsiteY802" fmla="*/ 107950 h 138429"/>
                <a:gd name="connsiteX803" fmla="*/ 2538725 w 4940931"/>
                <a:gd name="connsiteY803" fmla="*/ 109855 h 138429"/>
                <a:gd name="connsiteX804" fmla="*/ 2529835 w 4940931"/>
                <a:gd name="connsiteY804" fmla="*/ 110490 h 138429"/>
                <a:gd name="connsiteX805" fmla="*/ 2520310 w 4940931"/>
                <a:gd name="connsiteY805" fmla="*/ 109220 h 138429"/>
                <a:gd name="connsiteX806" fmla="*/ 2512690 w 4940931"/>
                <a:gd name="connsiteY806" fmla="*/ 105410 h 138429"/>
                <a:gd name="connsiteX807" fmla="*/ 2506340 w 4940931"/>
                <a:gd name="connsiteY807" fmla="*/ 100330 h 138429"/>
                <a:gd name="connsiteX808" fmla="*/ 2501260 w 4940931"/>
                <a:gd name="connsiteY808" fmla="*/ 92710 h 138429"/>
                <a:gd name="connsiteX809" fmla="*/ 2497450 w 4940931"/>
                <a:gd name="connsiteY809" fmla="*/ 82550 h 138429"/>
                <a:gd name="connsiteX810" fmla="*/ 2496180 w 4940931"/>
                <a:gd name="connsiteY810" fmla="*/ 69850 h 138429"/>
                <a:gd name="connsiteX811" fmla="*/ 2498720 w 4940931"/>
                <a:gd name="connsiteY811" fmla="*/ 52070 h 138429"/>
                <a:gd name="connsiteX812" fmla="*/ 2505705 w 4940931"/>
                <a:gd name="connsiteY812" fmla="*/ 39370 h 138429"/>
                <a:gd name="connsiteX813" fmla="*/ 2516500 w 4940931"/>
                <a:gd name="connsiteY813" fmla="*/ 31750 h 138429"/>
                <a:gd name="connsiteX814" fmla="*/ 2530470 w 4940931"/>
                <a:gd name="connsiteY814" fmla="*/ 29210 h 138429"/>
                <a:gd name="connsiteX815" fmla="*/ 2298061 w 4940931"/>
                <a:gd name="connsiteY815" fmla="*/ 29210 h 138429"/>
                <a:gd name="connsiteX816" fmla="*/ 2305681 w 4940931"/>
                <a:gd name="connsiteY816" fmla="*/ 29845 h 138429"/>
                <a:gd name="connsiteX817" fmla="*/ 2311396 w 4940931"/>
                <a:gd name="connsiteY817" fmla="*/ 32385 h 138429"/>
                <a:gd name="connsiteX818" fmla="*/ 2307586 w 4940931"/>
                <a:gd name="connsiteY818" fmla="*/ 46990 h 138429"/>
                <a:gd name="connsiteX819" fmla="*/ 2306316 w 4940931"/>
                <a:gd name="connsiteY819" fmla="*/ 46990 h 138429"/>
                <a:gd name="connsiteX820" fmla="*/ 2301236 w 4940931"/>
                <a:gd name="connsiteY820" fmla="*/ 45085 h 138429"/>
                <a:gd name="connsiteX821" fmla="*/ 2294886 w 4940931"/>
                <a:gd name="connsiteY821" fmla="*/ 44450 h 138429"/>
                <a:gd name="connsiteX822" fmla="*/ 2283456 w 4940931"/>
                <a:gd name="connsiteY822" fmla="*/ 49530 h 138429"/>
                <a:gd name="connsiteX823" fmla="*/ 2279646 w 4940931"/>
                <a:gd name="connsiteY823" fmla="*/ 64770 h 138429"/>
                <a:gd name="connsiteX824" fmla="*/ 2279646 w 4940931"/>
                <a:gd name="connsiteY824" fmla="*/ 109220 h 138429"/>
                <a:gd name="connsiteX825" fmla="*/ 2264406 w 4940931"/>
                <a:gd name="connsiteY825" fmla="*/ 109220 h 138429"/>
                <a:gd name="connsiteX826" fmla="*/ 2264406 w 4940931"/>
                <a:gd name="connsiteY826" fmla="*/ 31115 h 138429"/>
                <a:gd name="connsiteX827" fmla="*/ 2279646 w 4940931"/>
                <a:gd name="connsiteY827" fmla="*/ 31115 h 138429"/>
                <a:gd name="connsiteX828" fmla="*/ 2279646 w 4940931"/>
                <a:gd name="connsiteY828" fmla="*/ 38735 h 138429"/>
                <a:gd name="connsiteX829" fmla="*/ 2282821 w 4940931"/>
                <a:gd name="connsiteY829" fmla="*/ 34925 h 138429"/>
                <a:gd name="connsiteX830" fmla="*/ 2287266 w 4940931"/>
                <a:gd name="connsiteY830" fmla="*/ 31750 h 138429"/>
                <a:gd name="connsiteX831" fmla="*/ 2292346 w 4940931"/>
                <a:gd name="connsiteY831" fmla="*/ 29845 h 138429"/>
                <a:gd name="connsiteX832" fmla="*/ 2298061 w 4940931"/>
                <a:gd name="connsiteY832" fmla="*/ 29210 h 138429"/>
                <a:gd name="connsiteX833" fmla="*/ 2216145 w 4940931"/>
                <a:gd name="connsiteY833" fmla="*/ 29210 h 138429"/>
                <a:gd name="connsiteX834" fmla="*/ 2230750 w 4940931"/>
                <a:gd name="connsiteY834" fmla="*/ 32385 h 138429"/>
                <a:gd name="connsiteX835" fmla="*/ 2240910 w 4940931"/>
                <a:gd name="connsiteY835" fmla="*/ 40640 h 138429"/>
                <a:gd name="connsiteX836" fmla="*/ 2247260 w 4940931"/>
                <a:gd name="connsiteY836" fmla="*/ 53340 h 138429"/>
                <a:gd name="connsiteX837" fmla="*/ 2249165 w 4940931"/>
                <a:gd name="connsiteY837" fmla="*/ 68580 h 138429"/>
                <a:gd name="connsiteX838" fmla="*/ 2247895 w 4940931"/>
                <a:gd name="connsiteY838" fmla="*/ 68580 h 138429"/>
                <a:gd name="connsiteX839" fmla="*/ 2247895 w 4940931"/>
                <a:gd name="connsiteY839" fmla="*/ 72390 h 138429"/>
                <a:gd name="connsiteX840" fmla="*/ 2247895 w 4940931"/>
                <a:gd name="connsiteY840" fmla="*/ 75565 h 138429"/>
                <a:gd name="connsiteX841" fmla="*/ 2196460 w 4940931"/>
                <a:gd name="connsiteY841" fmla="*/ 75565 h 138429"/>
                <a:gd name="connsiteX842" fmla="*/ 2199000 w 4940931"/>
                <a:gd name="connsiteY842" fmla="*/ 85090 h 138429"/>
                <a:gd name="connsiteX843" fmla="*/ 2203445 w 4940931"/>
                <a:gd name="connsiteY843" fmla="*/ 91440 h 138429"/>
                <a:gd name="connsiteX844" fmla="*/ 2209160 w 4940931"/>
                <a:gd name="connsiteY844" fmla="*/ 95250 h 138429"/>
                <a:gd name="connsiteX845" fmla="*/ 2216145 w 4940931"/>
                <a:gd name="connsiteY845" fmla="*/ 96520 h 138429"/>
                <a:gd name="connsiteX846" fmla="*/ 2221225 w 4940931"/>
                <a:gd name="connsiteY846" fmla="*/ 96520 h 138429"/>
                <a:gd name="connsiteX847" fmla="*/ 2225670 w 4940931"/>
                <a:gd name="connsiteY847" fmla="*/ 95250 h 138429"/>
                <a:gd name="connsiteX848" fmla="*/ 2229480 w 4940931"/>
                <a:gd name="connsiteY848" fmla="*/ 93345 h 138429"/>
                <a:gd name="connsiteX849" fmla="*/ 2233925 w 4940931"/>
                <a:gd name="connsiteY849" fmla="*/ 90805 h 138429"/>
                <a:gd name="connsiteX850" fmla="*/ 2242815 w 4940931"/>
                <a:gd name="connsiteY850" fmla="*/ 100330 h 138429"/>
                <a:gd name="connsiteX851" fmla="*/ 2237100 w 4940931"/>
                <a:gd name="connsiteY851" fmla="*/ 104775 h 138429"/>
                <a:gd name="connsiteX852" fmla="*/ 2231385 w 4940931"/>
                <a:gd name="connsiteY852" fmla="*/ 107950 h 138429"/>
                <a:gd name="connsiteX853" fmla="*/ 2224400 w 4940931"/>
                <a:gd name="connsiteY853" fmla="*/ 109855 h 138429"/>
                <a:gd name="connsiteX854" fmla="*/ 2215510 w 4940931"/>
                <a:gd name="connsiteY854" fmla="*/ 110490 h 138429"/>
                <a:gd name="connsiteX855" fmla="*/ 2205985 w 4940931"/>
                <a:gd name="connsiteY855" fmla="*/ 109220 h 138429"/>
                <a:gd name="connsiteX856" fmla="*/ 2198365 w 4940931"/>
                <a:gd name="connsiteY856" fmla="*/ 105410 h 138429"/>
                <a:gd name="connsiteX857" fmla="*/ 2192015 w 4940931"/>
                <a:gd name="connsiteY857" fmla="*/ 100330 h 138429"/>
                <a:gd name="connsiteX858" fmla="*/ 2186935 w 4940931"/>
                <a:gd name="connsiteY858" fmla="*/ 92710 h 138429"/>
                <a:gd name="connsiteX859" fmla="*/ 2183125 w 4940931"/>
                <a:gd name="connsiteY859" fmla="*/ 82550 h 138429"/>
                <a:gd name="connsiteX860" fmla="*/ 2181855 w 4940931"/>
                <a:gd name="connsiteY860" fmla="*/ 69850 h 138429"/>
                <a:gd name="connsiteX861" fmla="*/ 2184395 w 4940931"/>
                <a:gd name="connsiteY861" fmla="*/ 52070 h 138429"/>
                <a:gd name="connsiteX862" fmla="*/ 2191380 w 4940931"/>
                <a:gd name="connsiteY862" fmla="*/ 39370 h 138429"/>
                <a:gd name="connsiteX863" fmla="*/ 2202175 w 4940931"/>
                <a:gd name="connsiteY863" fmla="*/ 31750 h 138429"/>
                <a:gd name="connsiteX864" fmla="*/ 2216145 w 4940931"/>
                <a:gd name="connsiteY864" fmla="*/ 29210 h 138429"/>
                <a:gd name="connsiteX865" fmla="*/ 2029456 w 4940931"/>
                <a:gd name="connsiteY865" fmla="*/ 29210 h 138429"/>
                <a:gd name="connsiteX866" fmla="*/ 2044061 w 4940931"/>
                <a:gd name="connsiteY866" fmla="*/ 32385 h 138429"/>
                <a:gd name="connsiteX867" fmla="*/ 2054221 w 4940931"/>
                <a:gd name="connsiteY867" fmla="*/ 40640 h 138429"/>
                <a:gd name="connsiteX868" fmla="*/ 2060571 w 4940931"/>
                <a:gd name="connsiteY868" fmla="*/ 53340 h 138429"/>
                <a:gd name="connsiteX869" fmla="*/ 2062476 w 4940931"/>
                <a:gd name="connsiteY869" fmla="*/ 68580 h 138429"/>
                <a:gd name="connsiteX870" fmla="*/ 2061206 w 4940931"/>
                <a:gd name="connsiteY870" fmla="*/ 68580 h 138429"/>
                <a:gd name="connsiteX871" fmla="*/ 2061206 w 4940931"/>
                <a:gd name="connsiteY871" fmla="*/ 72390 h 138429"/>
                <a:gd name="connsiteX872" fmla="*/ 2061206 w 4940931"/>
                <a:gd name="connsiteY872" fmla="*/ 75565 h 138429"/>
                <a:gd name="connsiteX873" fmla="*/ 2009771 w 4940931"/>
                <a:gd name="connsiteY873" fmla="*/ 75565 h 138429"/>
                <a:gd name="connsiteX874" fmla="*/ 2012311 w 4940931"/>
                <a:gd name="connsiteY874" fmla="*/ 85090 h 138429"/>
                <a:gd name="connsiteX875" fmla="*/ 2016756 w 4940931"/>
                <a:gd name="connsiteY875" fmla="*/ 91440 h 138429"/>
                <a:gd name="connsiteX876" fmla="*/ 2022471 w 4940931"/>
                <a:gd name="connsiteY876" fmla="*/ 95250 h 138429"/>
                <a:gd name="connsiteX877" fmla="*/ 2029456 w 4940931"/>
                <a:gd name="connsiteY877" fmla="*/ 96520 h 138429"/>
                <a:gd name="connsiteX878" fmla="*/ 2034536 w 4940931"/>
                <a:gd name="connsiteY878" fmla="*/ 96520 h 138429"/>
                <a:gd name="connsiteX879" fmla="*/ 2038981 w 4940931"/>
                <a:gd name="connsiteY879" fmla="*/ 95250 h 138429"/>
                <a:gd name="connsiteX880" fmla="*/ 2042791 w 4940931"/>
                <a:gd name="connsiteY880" fmla="*/ 93345 h 138429"/>
                <a:gd name="connsiteX881" fmla="*/ 2047236 w 4940931"/>
                <a:gd name="connsiteY881" fmla="*/ 90805 h 138429"/>
                <a:gd name="connsiteX882" fmla="*/ 2056126 w 4940931"/>
                <a:gd name="connsiteY882" fmla="*/ 100330 h 138429"/>
                <a:gd name="connsiteX883" fmla="*/ 2050411 w 4940931"/>
                <a:gd name="connsiteY883" fmla="*/ 104775 h 138429"/>
                <a:gd name="connsiteX884" fmla="*/ 2044696 w 4940931"/>
                <a:gd name="connsiteY884" fmla="*/ 107950 h 138429"/>
                <a:gd name="connsiteX885" fmla="*/ 2037711 w 4940931"/>
                <a:gd name="connsiteY885" fmla="*/ 109855 h 138429"/>
                <a:gd name="connsiteX886" fmla="*/ 2028821 w 4940931"/>
                <a:gd name="connsiteY886" fmla="*/ 110490 h 138429"/>
                <a:gd name="connsiteX887" fmla="*/ 2019296 w 4940931"/>
                <a:gd name="connsiteY887" fmla="*/ 109220 h 138429"/>
                <a:gd name="connsiteX888" fmla="*/ 2011676 w 4940931"/>
                <a:gd name="connsiteY888" fmla="*/ 105410 h 138429"/>
                <a:gd name="connsiteX889" fmla="*/ 2005326 w 4940931"/>
                <a:gd name="connsiteY889" fmla="*/ 100330 h 138429"/>
                <a:gd name="connsiteX890" fmla="*/ 2000246 w 4940931"/>
                <a:gd name="connsiteY890" fmla="*/ 92710 h 138429"/>
                <a:gd name="connsiteX891" fmla="*/ 1996436 w 4940931"/>
                <a:gd name="connsiteY891" fmla="*/ 82550 h 138429"/>
                <a:gd name="connsiteX892" fmla="*/ 1995166 w 4940931"/>
                <a:gd name="connsiteY892" fmla="*/ 69850 h 138429"/>
                <a:gd name="connsiteX893" fmla="*/ 1997706 w 4940931"/>
                <a:gd name="connsiteY893" fmla="*/ 52070 h 138429"/>
                <a:gd name="connsiteX894" fmla="*/ 2004691 w 4940931"/>
                <a:gd name="connsiteY894" fmla="*/ 39370 h 138429"/>
                <a:gd name="connsiteX895" fmla="*/ 2015486 w 4940931"/>
                <a:gd name="connsiteY895" fmla="*/ 31750 h 138429"/>
                <a:gd name="connsiteX896" fmla="*/ 2029456 w 4940931"/>
                <a:gd name="connsiteY896" fmla="*/ 29210 h 138429"/>
                <a:gd name="connsiteX897" fmla="*/ 1831336 w 4940931"/>
                <a:gd name="connsiteY897" fmla="*/ 29210 h 138429"/>
                <a:gd name="connsiteX898" fmla="*/ 1845941 w 4940931"/>
                <a:gd name="connsiteY898" fmla="*/ 32385 h 138429"/>
                <a:gd name="connsiteX899" fmla="*/ 1856101 w 4940931"/>
                <a:gd name="connsiteY899" fmla="*/ 40640 h 138429"/>
                <a:gd name="connsiteX900" fmla="*/ 1862451 w 4940931"/>
                <a:gd name="connsiteY900" fmla="*/ 53340 h 138429"/>
                <a:gd name="connsiteX901" fmla="*/ 1864356 w 4940931"/>
                <a:gd name="connsiteY901" fmla="*/ 68580 h 138429"/>
                <a:gd name="connsiteX902" fmla="*/ 1863086 w 4940931"/>
                <a:gd name="connsiteY902" fmla="*/ 68580 h 138429"/>
                <a:gd name="connsiteX903" fmla="*/ 1863086 w 4940931"/>
                <a:gd name="connsiteY903" fmla="*/ 72390 h 138429"/>
                <a:gd name="connsiteX904" fmla="*/ 1863086 w 4940931"/>
                <a:gd name="connsiteY904" fmla="*/ 75565 h 138429"/>
                <a:gd name="connsiteX905" fmla="*/ 1811651 w 4940931"/>
                <a:gd name="connsiteY905" fmla="*/ 75565 h 138429"/>
                <a:gd name="connsiteX906" fmla="*/ 1814191 w 4940931"/>
                <a:gd name="connsiteY906" fmla="*/ 85090 h 138429"/>
                <a:gd name="connsiteX907" fmla="*/ 1818636 w 4940931"/>
                <a:gd name="connsiteY907" fmla="*/ 91440 h 138429"/>
                <a:gd name="connsiteX908" fmla="*/ 1824351 w 4940931"/>
                <a:gd name="connsiteY908" fmla="*/ 95250 h 138429"/>
                <a:gd name="connsiteX909" fmla="*/ 1831336 w 4940931"/>
                <a:gd name="connsiteY909" fmla="*/ 96520 h 138429"/>
                <a:gd name="connsiteX910" fmla="*/ 1836416 w 4940931"/>
                <a:gd name="connsiteY910" fmla="*/ 96520 h 138429"/>
                <a:gd name="connsiteX911" fmla="*/ 1840861 w 4940931"/>
                <a:gd name="connsiteY911" fmla="*/ 95250 h 138429"/>
                <a:gd name="connsiteX912" fmla="*/ 1844671 w 4940931"/>
                <a:gd name="connsiteY912" fmla="*/ 93345 h 138429"/>
                <a:gd name="connsiteX913" fmla="*/ 1849116 w 4940931"/>
                <a:gd name="connsiteY913" fmla="*/ 90805 h 138429"/>
                <a:gd name="connsiteX914" fmla="*/ 1858006 w 4940931"/>
                <a:gd name="connsiteY914" fmla="*/ 100330 h 138429"/>
                <a:gd name="connsiteX915" fmla="*/ 1852291 w 4940931"/>
                <a:gd name="connsiteY915" fmla="*/ 104775 h 138429"/>
                <a:gd name="connsiteX916" fmla="*/ 1846576 w 4940931"/>
                <a:gd name="connsiteY916" fmla="*/ 107950 h 138429"/>
                <a:gd name="connsiteX917" fmla="*/ 1839591 w 4940931"/>
                <a:gd name="connsiteY917" fmla="*/ 109855 h 138429"/>
                <a:gd name="connsiteX918" fmla="*/ 1830701 w 4940931"/>
                <a:gd name="connsiteY918" fmla="*/ 110490 h 138429"/>
                <a:gd name="connsiteX919" fmla="*/ 1821176 w 4940931"/>
                <a:gd name="connsiteY919" fmla="*/ 109220 h 138429"/>
                <a:gd name="connsiteX920" fmla="*/ 1813556 w 4940931"/>
                <a:gd name="connsiteY920" fmla="*/ 105410 h 138429"/>
                <a:gd name="connsiteX921" fmla="*/ 1807206 w 4940931"/>
                <a:gd name="connsiteY921" fmla="*/ 100330 h 138429"/>
                <a:gd name="connsiteX922" fmla="*/ 1802126 w 4940931"/>
                <a:gd name="connsiteY922" fmla="*/ 92710 h 138429"/>
                <a:gd name="connsiteX923" fmla="*/ 1798316 w 4940931"/>
                <a:gd name="connsiteY923" fmla="*/ 82550 h 138429"/>
                <a:gd name="connsiteX924" fmla="*/ 1797046 w 4940931"/>
                <a:gd name="connsiteY924" fmla="*/ 69850 h 138429"/>
                <a:gd name="connsiteX925" fmla="*/ 1799586 w 4940931"/>
                <a:gd name="connsiteY925" fmla="*/ 52070 h 138429"/>
                <a:gd name="connsiteX926" fmla="*/ 1806571 w 4940931"/>
                <a:gd name="connsiteY926" fmla="*/ 39370 h 138429"/>
                <a:gd name="connsiteX927" fmla="*/ 1817366 w 4940931"/>
                <a:gd name="connsiteY927" fmla="*/ 31750 h 138429"/>
                <a:gd name="connsiteX928" fmla="*/ 1831336 w 4940931"/>
                <a:gd name="connsiteY928" fmla="*/ 29210 h 138429"/>
                <a:gd name="connsiteX929" fmla="*/ 1501140 w 4940931"/>
                <a:gd name="connsiteY929" fmla="*/ 29210 h 138429"/>
                <a:gd name="connsiteX930" fmla="*/ 1506856 w 4940931"/>
                <a:gd name="connsiteY930" fmla="*/ 29210 h 138429"/>
                <a:gd name="connsiteX931" fmla="*/ 1518920 w 4940931"/>
                <a:gd name="connsiteY931" fmla="*/ 31750 h 138429"/>
                <a:gd name="connsiteX932" fmla="*/ 1527811 w 4940931"/>
                <a:gd name="connsiteY932" fmla="*/ 38100 h 138429"/>
                <a:gd name="connsiteX933" fmla="*/ 1532891 w 4940931"/>
                <a:gd name="connsiteY933" fmla="*/ 48895 h 138429"/>
                <a:gd name="connsiteX934" fmla="*/ 1534796 w 4940931"/>
                <a:gd name="connsiteY934" fmla="*/ 64135 h 138429"/>
                <a:gd name="connsiteX935" fmla="*/ 1534796 w 4940931"/>
                <a:gd name="connsiteY935" fmla="*/ 108585 h 138429"/>
                <a:gd name="connsiteX936" fmla="*/ 1519556 w 4940931"/>
                <a:gd name="connsiteY936" fmla="*/ 108585 h 138429"/>
                <a:gd name="connsiteX937" fmla="*/ 1518920 w 4940931"/>
                <a:gd name="connsiteY937" fmla="*/ 108585 h 138429"/>
                <a:gd name="connsiteX938" fmla="*/ 1518920 w 4940931"/>
                <a:gd name="connsiteY938" fmla="*/ 64770 h 138429"/>
                <a:gd name="connsiteX939" fmla="*/ 1515111 w 4940931"/>
                <a:gd name="connsiteY939" fmla="*/ 48895 h 138429"/>
                <a:gd name="connsiteX940" fmla="*/ 1503046 w 4940931"/>
                <a:gd name="connsiteY940" fmla="*/ 43180 h 138429"/>
                <a:gd name="connsiteX941" fmla="*/ 1496061 w 4940931"/>
                <a:gd name="connsiteY941" fmla="*/ 44450 h 138429"/>
                <a:gd name="connsiteX942" fmla="*/ 1490981 w 4940931"/>
                <a:gd name="connsiteY942" fmla="*/ 48260 h 138429"/>
                <a:gd name="connsiteX943" fmla="*/ 1487806 w 4940931"/>
                <a:gd name="connsiteY943" fmla="*/ 54610 h 138429"/>
                <a:gd name="connsiteX944" fmla="*/ 1487170 w 4940931"/>
                <a:gd name="connsiteY944" fmla="*/ 62865 h 138429"/>
                <a:gd name="connsiteX945" fmla="*/ 1487170 w 4940931"/>
                <a:gd name="connsiteY945" fmla="*/ 108585 h 138429"/>
                <a:gd name="connsiteX946" fmla="*/ 1471931 w 4940931"/>
                <a:gd name="connsiteY946" fmla="*/ 108585 h 138429"/>
                <a:gd name="connsiteX947" fmla="*/ 1471931 w 4940931"/>
                <a:gd name="connsiteY947" fmla="*/ 30480 h 138429"/>
                <a:gd name="connsiteX948" fmla="*/ 1487170 w 4940931"/>
                <a:gd name="connsiteY948" fmla="*/ 30480 h 138429"/>
                <a:gd name="connsiteX949" fmla="*/ 1487170 w 4940931"/>
                <a:gd name="connsiteY949" fmla="*/ 38100 h 138429"/>
                <a:gd name="connsiteX950" fmla="*/ 1490981 w 4940931"/>
                <a:gd name="connsiteY950" fmla="*/ 34290 h 138429"/>
                <a:gd name="connsiteX951" fmla="*/ 1495426 w 4940931"/>
                <a:gd name="connsiteY951" fmla="*/ 31115 h 138429"/>
                <a:gd name="connsiteX952" fmla="*/ 1501140 w 4940931"/>
                <a:gd name="connsiteY952" fmla="*/ 29210 h 138429"/>
                <a:gd name="connsiteX953" fmla="*/ 1250316 w 4940931"/>
                <a:gd name="connsiteY953" fmla="*/ 29210 h 138429"/>
                <a:gd name="connsiteX954" fmla="*/ 1264286 w 4940931"/>
                <a:gd name="connsiteY954" fmla="*/ 31750 h 138429"/>
                <a:gd name="connsiteX955" fmla="*/ 1276350 w 4940931"/>
                <a:gd name="connsiteY955" fmla="*/ 38100 h 138429"/>
                <a:gd name="connsiteX956" fmla="*/ 1278256 w 4940931"/>
                <a:gd name="connsiteY956" fmla="*/ 38100 h 138429"/>
                <a:gd name="connsiteX957" fmla="*/ 1271271 w 4940931"/>
                <a:gd name="connsiteY957" fmla="*/ 50165 h 138429"/>
                <a:gd name="connsiteX958" fmla="*/ 1261746 w 4940931"/>
                <a:gd name="connsiteY958" fmla="*/ 45085 h 138429"/>
                <a:gd name="connsiteX959" fmla="*/ 1250951 w 4940931"/>
                <a:gd name="connsiteY959" fmla="*/ 43180 h 138429"/>
                <a:gd name="connsiteX960" fmla="*/ 1242696 w 4940931"/>
                <a:gd name="connsiteY960" fmla="*/ 45085 h 138429"/>
                <a:gd name="connsiteX961" fmla="*/ 1240156 w 4940931"/>
                <a:gd name="connsiteY961" fmla="*/ 50165 h 138429"/>
                <a:gd name="connsiteX962" fmla="*/ 1240156 w 4940931"/>
                <a:gd name="connsiteY962" fmla="*/ 52705 h 138429"/>
                <a:gd name="connsiteX963" fmla="*/ 1242061 w 4940931"/>
                <a:gd name="connsiteY963" fmla="*/ 55245 h 138429"/>
                <a:gd name="connsiteX964" fmla="*/ 1246506 w 4940931"/>
                <a:gd name="connsiteY964" fmla="*/ 57785 h 138429"/>
                <a:gd name="connsiteX965" fmla="*/ 1253491 w 4940931"/>
                <a:gd name="connsiteY965" fmla="*/ 60960 h 138429"/>
                <a:gd name="connsiteX966" fmla="*/ 1264921 w 4940931"/>
                <a:gd name="connsiteY966" fmla="*/ 66040 h 138429"/>
                <a:gd name="connsiteX967" fmla="*/ 1273176 w 4940931"/>
                <a:gd name="connsiteY967" fmla="*/ 71120 h 138429"/>
                <a:gd name="connsiteX968" fmla="*/ 1278256 w 4940931"/>
                <a:gd name="connsiteY968" fmla="*/ 78105 h 138429"/>
                <a:gd name="connsiteX969" fmla="*/ 1280161 w 4940931"/>
                <a:gd name="connsiteY969" fmla="*/ 87630 h 138429"/>
                <a:gd name="connsiteX970" fmla="*/ 1277621 w 4940931"/>
                <a:gd name="connsiteY970" fmla="*/ 98425 h 138429"/>
                <a:gd name="connsiteX971" fmla="*/ 1271271 w 4940931"/>
                <a:gd name="connsiteY971" fmla="*/ 105410 h 138429"/>
                <a:gd name="connsiteX972" fmla="*/ 1261746 w 4940931"/>
                <a:gd name="connsiteY972" fmla="*/ 109220 h 138429"/>
                <a:gd name="connsiteX973" fmla="*/ 1250951 w 4940931"/>
                <a:gd name="connsiteY973" fmla="*/ 110490 h 138429"/>
                <a:gd name="connsiteX974" fmla="*/ 1235711 w 4940931"/>
                <a:gd name="connsiteY974" fmla="*/ 107950 h 138429"/>
                <a:gd name="connsiteX975" fmla="*/ 1221106 w 4940931"/>
                <a:gd name="connsiteY975" fmla="*/ 100965 h 138429"/>
                <a:gd name="connsiteX976" fmla="*/ 1228091 w 4940931"/>
                <a:gd name="connsiteY976" fmla="*/ 89535 h 138429"/>
                <a:gd name="connsiteX977" fmla="*/ 1239521 w 4940931"/>
                <a:gd name="connsiteY977" fmla="*/ 95250 h 138429"/>
                <a:gd name="connsiteX978" fmla="*/ 1250951 w 4940931"/>
                <a:gd name="connsiteY978" fmla="*/ 97155 h 138429"/>
                <a:gd name="connsiteX979" fmla="*/ 1261746 w 4940931"/>
                <a:gd name="connsiteY979" fmla="*/ 94615 h 138429"/>
                <a:gd name="connsiteX980" fmla="*/ 1264921 w 4940931"/>
                <a:gd name="connsiteY980" fmla="*/ 88265 h 138429"/>
                <a:gd name="connsiteX981" fmla="*/ 1263650 w 4940931"/>
                <a:gd name="connsiteY981" fmla="*/ 84455 h 138429"/>
                <a:gd name="connsiteX982" fmla="*/ 1259841 w 4940931"/>
                <a:gd name="connsiteY982" fmla="*/ 81280 h 138429"/>
                <a:gd name="connsiteX983" fmla="*/ 1254125 w 4940931"/>
                <a:gd name="connsiteY983" fmla="*/ 78105 h 138429"/>
                <a:gd name="connsiteX984" fmla="*/ 1246506 w 4940931"/>
                <a:gd name="connsiteY984" fmla="*/ 74930 h 138429"/>
                <a:gd name="connsiteX985" fmla="*/ 1235711 w 4940931"/>
                <a:gd name="connsiteY985" fmla="*/ 69850 h 138429"/>
                <a:gd name="connsiteX986" fmla="*/ 1228726 w 4940931"/>
                <a:gd name="connsiteY986" fmla="*/ 64770 h 138429"/>
                <a:gd name="connsiteX987" fmla="*/ 1224916 w 4940931"/>
                <a:gd name="connsiteY987" fmla="*/ 58420 h 138429"/>
                <a:gd name="connsiteX988" fmla="*/ 1223646 w 4940931"/>
                <a:gd name="connsiteY988" fmla="*/ 50165 h 138429"/>
                <a:gd name="connsiteX989" fmla="*/ 1225551 w 4940931"/>
                <a:gd name="connsiteY989" fmla="*/ 40640 h 138429"/>
                <a:gd name="connsiteX990" fmla="*/ 1231266 w 4940931"/>
                <a:gd name="connsiteY990" fmla="*/ 34290 h 138429"/>
                <a:gd name="connsiteX991" fmla="*/ 1239521 w 4940931"/>
                <a:gd name="connsiteY991" fmla="*/ 30480 h 138429"/>
                <a:gd name="connsiteX992" fmla="*/ 1250316 w 4940931"/>
                <a:gd name="connsiteY992" fmla="*/ 29210 h 138429"/>
                <a:gd name="connsiteX993" fmla="*/ 1180466 w 4940931"/>
                <a:gd name="connsiteY993" fmla="*/ 29210 h 138429"/>
                <a:gd name="connsiteX994" fmla="*/ 1195071 w 4940931"/>
                <a:gd name="connsiteY994" fmla="*/ 32385 h 138429"/>
                <a:gd name="connsiteX995" fmla="*/ 1205231 w 4940931"/>
                <a:gd name="connsiteY995" fmla="*/ 40640 h 138429"/>
                <a:gd name="connsiteX996" fmla="*/ 1211581 w 4940931"/>
                <a:gd name="connsiteY996" fmla="*/ 53340 h 138429"/>
                <a:gd name="connsiteX997" fmla="*/ 1213486 w 4940931"/>
                <a:gd name="connsiteY997" fmla="*/ 68580 h 138429"/>
                <a:gd name="connsiteX998" fmla="*/ 1212216 w 4940931"/>
                <a:gd name="connsiteY998" fmla="*/ 68580 h 138429"/>
                <a:gd name="connsiteX999" fmla="*/ 1212216 w 4940931"/>
                <a:gd name="connsiteY999" fmla="*/ 72390 h 138429"/>
                <a:gd name="connsiteX1000" fmla="*/ 1212216 w 4940931"/>
                <a:gd name="connsiteY1000" fmla="*/ 75565 h 138429"/>
                <a:gd name="connsiteX1001" fmla="*/ 1160781 w 4940931"/>
                <a:gd name="connsiteY1001" fmla="*/ 75565 h 138429"/>
                <a:gd name="connsiteX1002" fmla="*/ 1163321 w 4940931"/>
                <a:gd name="connsiteY1002" fmla="*/ 85090 h 138429"/>
                <a:gd name="connsiteX1003" fmla="*/ 1167766 w 4940931"/>
                <a:gd name="connsiteY1003" fmla="*/ 91440 h 138429"/>
                <a:gd name="connsiteX1004" fmla="*/ 1173481 w 4940931"/>
                <a:gd name="connsiteY1004" fmla="*/ 95250 h 138429"/>
                <a:gd name="connsiteX1005" fmla="*/ 1180466 w 4940931"/>
                <a:gd name="connsiteY1005" fmla="*/ 96520 h 138429"/>
                <a:gd name="connsiteX1006" fmla="*/ 1185546 w 4940931"/>
                <a:gd name="connsiteY1006" fmla="*/ 96520 h 138429"/>
                <a:gd name="connsiteX1007" fmla="*/ 1189991 w 4940931"/>
                <a:gd name="connsiteY1007" fmla="*/ 95250 h 138429"/>
                <a:gd name="connsiteX1008" fmla="*/ 1193801 w 4940931"/>
                <a:gd name="connsiteY1008" fmla="*/ 93345 h 138429"/>
                <a:gd name="connsiteX1009" fmla="*/ 1198246 w 4940931"/>
                <a:gd name="connsiteY1009" fmla="*/ 90805 h 138429"/>
                <a:gd name="connsiteX1010" fmla="*/ 1207136 w 4940931"/>
                <a:gd name="connsiteY1010" fmla="*/ 100330 h 138429"/>
                <a:gd name="connsiteX1011" fmla="*/ 1201421 w 4940931"/>
                <a:gd name="connsiteY1011" fmla="*/ 104775 h 138429"/>
                <a:gd name="connsiteX1012" fmla="*/ 1195706 w 4940931"/>
                <a:gd name="connsiteY1012" fmla="*/ 107950 h 138429"/>
                <a:gd name="connsiteX1013" fmla="*/ 1188721 w 4940931"/>
                <a:gd name="connsiteY1013" fmla="*/ 109855 h 138429"/>
                <a:gd name="connsiteX1014" fmla="*/ 1179831 w 4940931"/>
                <a:gd name="connsiteY1014" fmla="*/ 110490 h 138429"/>
                <a:gd name="connsiteX1015" fmla="*/ 1170306 w 4940931"/>
                <a:gd name="connsiteY1015" fmla="*/ 109220 h 138429"/>
                <a:gd name="connsiteX1016" fmla="*/ 1162686 w 4940931"/>
                <a:gd name="connsiteY1016" fmla="*/ 105410 h 138429"/>
                <a:gd name="connsiteX1017" fmla="*/ 1156336 w 4940931"/>
                <a:gd name="connsiteY1017" fmla="*/ 100330 h 138429"/>
                <a:gd name="connsiteX1018" fmla="*/ 1151256 w 4940931"/>
                <a:gd name="connsiteY1018" fmla="*/ 92710 h 138429"/>
                <a:gd name="connsiteX1019" fmla="*/ 1147446 w 4940931"/>
                <a:gd name="connsiteY1019" fmla="*/ 82550 h 138429"/>
                <a:gd name="connsiteX1020" fmla="*/ 1146176 w 4940931"/>
                <a:gd name="connsiteY1020" fmla="*/ 69850 h 138429"/>
                <a:gd name="connsiteX1021" fmla="*/ 1148716 w 4940931"/>
                <a:gd name="connsiteY1021" fmla="*/ 52070 h 138429"/>
                <a:gd name="connsiteX1022" fmla="*/ 1155701 w 4940931"/>
                <a:gd name="connsiteY1022" fmla="*/ 39370 h 138429"/>
                <a:gd name="connsiteX1023" fmla="*/ 1166496 w 4940931"/>
                <a:gd name="connsiteY1023" fmla="*/ 31750 h 138429"/>
                <a:gd name="connsiteX1024" fmla="*/ 1180466 w 4940931"/>
                <a:gd name="connsiteY1024" fmla="*/ 29210 h 138429"/>
                <a:gd name="connsiteX1025" fmla="*/ 901065 w 4940931"/>
                <a:gd name="connsiteY1025" fmla="*/ 29210 h 138429"/>
                <a:gd name="connsiteX1026" fmla="*/ 915670 w 4940931"/>
                <a:gd name="connsiteY1026" fmla="*/ 32385 h 138429"/>
                <a:gd name="connsiteX1027" fmla="*/ 925830 w 4940931"/>
                <a:gd name="connsiteY1027" fmla="*/ 40640 h 138429"/>
                <a:gd name="connsiteX1028" fmla="*/ 932180 w 4940931"/>
                <a:gd name="connsiteY1028" fmla="*/ 53340 h 138429"/>
                <a:gd name="connsiteX1029" fmla="*/ 934085 w 4940931"/>
                <a:gd name="connsiteY1029" fmla="*/ 68580 h 138429"/>
                <a:gd name="connsiteX1030" fmla="*/ 932815 w 4940931"/>
                <a:gd name="connsiteY1030" fmla="*/ 68580 h 138429"/>
                <a:gd name="connsiteX1031" fmla="*/ 932815 w 4940931"/>
                <a:gd name="connsiteY1031" fmla="*/ 72390 h 138429"/>
                <a:gd name="connsiteX1032" fmla="*/ 932815 w 4940931"/>
                <a:gd name="connsiteY1032" fmla="*/ 75565 h 138429"/>
                <a:gd name="connsiteX1033" fmla="*/ 881380 w 4940931"/>
                <a:gd name="connsiteY1033" fmla="*/ 75565 h 138429"/>
                <a:gd name="connsiteX1034" fmla="*/ 883920 w 4940931"/>
                <a:gd name="connsiteY1034" fmla="*/ 85090 h 138429"/>
                <a:gd name="connsiteX1035" fmla="*/ 888365 w 4940931"/>
                <a:gd name="connsiteY1035" fmla="*/ 91440 h 138429"/>
                <a:gd name="connsiteX1036" fmla="*/ 894080 w 4940931"/>
                <a:gd name="connsiteY1036" fmla="*/ 95250 h 138429"/>
                <a:gd name="connsiteX1037" fmla="*/ 901065 w 4940931"/>
                <a:gd name="connsiteY1037" fmla="*/ 96520 h 138429"/>
                <a:gd name="connsiteX1038" fmla="*/ 906145 w 4940931"/>
                <a:gd name="connsiteY1038" fmla="*/ 96520 h 138429"/>
                <a:gd name="connsiteX1039" fmla="*/ 910590 w 4940931"/>
                <a:gd name="connsiteY1039" fmla="*/ 95250 h 138429"/>
                <a:gd name="connsiteX1040" fmla="*/ 914400 w 4940931"/>
                <a:gd name="connsiteY1040" fmla="*/ 93345 h 138429"/>
                <a:gd name="connsiteX1041" fmla="*/ 918845 w 4940931"/>
                <a:gd name="connsiteY1041" fmla="*/ 90805 h 138429"/>
                <a:gd name="connsiteX1042" fmla="*/ 927735 w 4940931"/>
                <a:gd name="connsiteY1042" fmla="*/ 100330 h 138429"/>
                <a:gd name="connsiteX1043" fmla="*/ 922020 w 4940931"/>
                <a:gd name="connsiteY1043" fmla="*/ 104775 h 138429"/>
                <a:gd name="connsiteX1044" fmla="*/ 916305 w 4940931"/>
                <a:gd name="connsiteY1044" fmla="*/ 107950 h 138429"/>
                <a:gd name="connsiteX1045" fmla="*/ 909320 w 4940931"/>
                <a:gd name="connsiteY1045" fmla="*/ 109855 h 138429"/>
                <a:gd name="connsiteX1046" fmla="*/ 900430 w 4940931"/>
                <a:gd name="connsiteY1046" fmla="*/ 110490 h 138429"/>
                <a:gd name="connsiteX1047" fmla="*/ 890905 w 4940931"/>
                <a:gd name="connsiteY1047" fmla="*/ 109220 h 138429"/>
                <a:gd name="connsiteX1048" fmla="*/ 883285 w 4940931"/>
                <a:gd name="connsiteY1048" fmla="*/ 105410 h 138429"/>
                <a:gd name="connsiteX1049" fmla="*/ 876935 w 4940931"/>
                <a:gd name="connsiteY1049" fmla="*/ 100330 h 138429"/>
                <a:gd name="connsiteX1050" fmla="*/ 871855 w 4940931"/>
                <a:gd name="connsiteY1050" fmla="*/ 92710 h 138429"/>
                <a:gd name="connsiteX1051" fmla="*/ 868045 w 4940931"/>
                <a:gd name="connsiteY1051" fmla="*/ 82550 h 138429"/>
                <a:gd name="connsiteX1052" fmla="*/ 866775 w 4940931"/>
                <a:gd name="connsiteY1052" fmla="*/ 69850 h 138429"/>
                <a:gd name="connsiteX1053" fmla="*/ 869315 w 4940931"/>
                <a:gd name="connsiteY1053" fmla="*/ 52070 h 138429"/>
                <a:gd name="connsiteX1054" fmla="*/ 876300 w 4940931"/>
                <a:gd name="connsiteY1054" fmla="*/ 39370 h 138429"/>
                <a:gd name="connsiteX1055" fmla="*/ 887095 w 4940931"/>
                <a:gd name="connsiteY1055" fmla="*/ 31750 h 138429"/>
                <a:gd name="connsiteX1056" fmla="*/ 901065 w 4940931"/>
                <a:gd name="connsiteY1056" fmla="*/ 29210 h 138429"/>
                <a:gd name="connsiteX1057" fmla="*/ 668656 w 4940931"/>
                <a:gd name="connsiteY1057" fmla="*/ 29210 h 138429"/>
                <a:gd name="connsiteX1058" fmla="*/ 676275 w 4940931"/>
                <a:gd name="connsiteY1058" fmla="*/ 29845 h 138429"/>
                <a:gd name="connsiteX1059" fmla="*/ 681991 w 4940931"/>
                <a:gd name="connsiteY1059" fmla="*/ 32385 h 138429"/>
                <a:gd name="connsiteX1060" fmla="*/ 678181 w 4940931"/>
                <a:gd name="connsiteY1060" fmla="*/ 46990 h 138429"/>
                <a:gd name="connsiteX1061" fmla="*/ 676910 w 4940931"/>
                <a:gd name="connsiteY1061" fmla="*/ 46990 h 138429"/>
                <a:gd name="connsiteX1062" fmla="*/ 671830 w 4940931"/>
                <a:gd name="connsiteY1062" fmla="*/ 45085 h 138429"/>
                <a:gd name="connsiteX1063" fmla="*/ 665480 w 4940931"/>
                <a:gd name="connsiteY1063" fmla="*/ 44450 h 138429"/>
                <a:gd name="connsiteX1064" fmla="*/ 654050 w 4940931"/>
                <a:gd name="connsiteY1064" fmla="*/ 49530 h 138429"/>
                <a:gd name="connsiteX1065" fmla="*/ 650240 w 4940931"/>
                <a:gd name="connsiteY1065" fmla="*/ 64770 h 138429"/>
                <a:gd name="connsiteX1066" fmla="*/ 650240 w 4940931"/>
                <a:gd name="connsiteY1066" fmla="*/ 109220 h 138429"/>
                <a:gd name="connsiteX1067" fmla="*/ 635000 w 4940931"/>
                <a:gd name="connsiteY1067" fmla="*/ 109220 h 138429"/>
                <a:gd name="connsiteX1068" fmla="*/ 635000 w 4940931"/>
                <a:gd name="connsiteY1068" fmla="*/ 31115 h 138429"/>
                <a:gd name="connsiteX1069" fmla="*/ 650240 w 4940931"/>
                <a:gd name="connsiteY1069" fmla="*/ 31115 h 138429"/>
                <a:gd name="connsiteX1070" fmla="*/ 650240 w 4940931"/>
                <a:gd name="connsiteY1070" fmla="*/ 38735 h 138429"/>
                <a:gd name="connsiteX1071" fmla="*/ 653416 w 4940931"/>
                <a:gd name="connsiteY1071" fmla="*/ 34925 h 138429"/>
                <a:gd name="connsiteX1072" fmla="*/ 657861 w 4940931"/>
                <a:gd name="connsiteY1072" fmla="*/ 31750 h 138429"/>
                <a:gd name="connsiteX1073" fmla="*/ 662940 w 4940931"/>
                <a:gd name="connsiteY1073" fmla="*/ 29845 h 138429"/>
                <a:gd name="connsiteX1074" fmla="*/ 668656 w 4940931"/>
                <a:gd name="connsiteY1074" fmla="*/ 29210 h 138429"/>
                <a:gd name="connsiteX1075" fmla="*/ 586739 w 4940931"/>
                <a:gd name="connsiteY1075" fmla="*/ 29210 h 138429"/>
                <a:gd name="connsiteX1076" fmla="*/ 601344 w 4940931"/>
                <a:gd name="connsiteY1076" fmla="*/ 32385 h 138429"/>
                <a:gd name="connsiteX1077" fmla="*/ 611504 w 4940931"/>
                <a:gd name="connsiteY1077" fmla="*/ 40640 h 138429"/>
                <a:gd name="connsiteX1078" fmla="*/ 617854 w 4940931"/>
                <a:gd name="connsiteY1078" fmla="*/ 53340 h 138429"/>
                <a:gd name="connsiteX1079" fmla="*/ 619759 w 4940931"/>
                <a:gd name="connsiteY1079" fmla="*/ 68580 h 138429"/>
                <a:gd name="connsiteX1080" fmla="*/ 618489 w 4940931"/>
                <a:gd name="connsiteY1080" fmla="*/ 68580 h 138429"/>
                <a:gd name="connsiteX1081" fmla="*/ 618489 w 4940931"/>
                <a:gd name="connsiteY1081" fmla="*/ 72390 h 138429"/>
                <a:gd name="connsiteX1082" fmla="*/ 618489 w 4940931"/>
                <a:gd name="connsiteY1082" fmla="*/ 75565 h 138429"/>
                <a:gd name="connsiteX1083" fmla="*/ 567054 w 4940931"/>
                <a:gd name="connsiteY1083" fmla="*/ 75565 h 138429"/>
                <a:gd name="connsiteX1084" fmla="*/ 569594 w 4940931"/>
                <a:gd name="connsiteY1084" fmla="*/ 85090 h 138429"/>
                <a:gd name="connsiteX1085" fmla="*/ 574039 w 4940931"/>
                <a:gd name="connsiteY1085" fmla="*/ 91440 h 138429"/>
                <a:gd name="connsiteX1086" fmla="*/ 579754 w 4940931"/>
                <a:gd name="connsiteY1086" fmla="*/ 95250 h 138429"/>
                <a:gd name="connsiteX1087" fmla="*/ 586739 w 4940931"/>
                <a:gd name="connsiteY1087" fmla="*/ 96520 h 138429"/>
                <a:gd name="connsiteX1088" fmla="*/ 591819 w 4940931"/>
                <a:gd name="connsiteY1088" fmla="*/ 96520 h 138429"/>
                <a:gd name="connsiteX1089" fmla="*/ 596264 w 4940931"/>
                <a:gd name="connsiteY1089" fmla="*/ 95250 h 138429"/>
                <a:gd name="connsiteX1090" fmla="*/ 600074 w 4940931"/>
                <a:gd name="connsiteY1090" fmla="*/ 93345 h 138429"/>
                <a:gd name="connsiteX1091" fmla="*/ 604519 w 4940931"/>
                <a:gd name="connsiteY1091" fmla="*/ 90805 h 138429"/>
                <a:gd name="connsiteX1092" fmla="*/ 613409 w 4940931"/>
                <a:gd name="connsiteY1092" fmla="*/ 100330 h 138429"/>
                <a:gd name="connsiteX1093" fmla="*/ 607694 w 4940931"/>
                <a:gd name="connsiteY1093" fmla="*/ 104775 h 138429"/>
                <a:gd name="connsiteX1094" fmla="*/ 601979 w 4940931"/>
                <a:gd name="connsiteY1094" fmla="*/ 107950 h 138429"/>
                <a:gd name="connsiteX1095" fmla="*/ 594994 w 4940931"/>
                <a:gd name="connsiteY1095" fmla="*/ 109855 h 138429"/>
                <a:gd name="connsiteX1096" fmla="*/ 586104 w 4940931"/>
                <a:gd name="connsiteY1096" fmla="*/ 110490 h 138429"/>
                <a:gd name="connsiteX1097" fmla="*/ 576579 w 4940931"/>
                <a:gd name="connsiteY1097" fmla="*/ 109220 h 138429"/>
                <a:gd name="connsiteX1098" fmla="*/ 568959 w 4940931"/>
                <a:gd name="connsiteY1098" fmla="*/ 105410 h 138429"/>
                <a:gd name="connsiteX1099" fmla="*/ 562609 w 4940931"/>
                <a:gd name="connsiteY1099" fmla="*/ 100330 h 138429"/>
                <a:gd name="connsiteX1100" fmla="*/ 557529 w 4940931"/>
                <a:gd name="connsiteY1100" fmla="*/ 92710 h 138429"/>
                <a:gd name="connsiteX1101" fmla="*/ 553719 w 4940931"/>
                <a:gd name="connsiteY1101" fmla="*/ 82550 h 138429"/>
                <a:gd name="connsiteX1102" fmla="*/ 552449 w 4940931"/>
                <a:gd name="connsiteY1102" fmla="*/ 69850 h 138429"/>
                <a:gd name="connsiteX1103" fmla="*/ 554989 w 4940931"/>
                <a:gd name="connsiteY1103" fmla="*/ 52070 h 138429"/>
                <a:gd name="connsiteX1104" fmla="*/ 561974 w 4940931"/>
                <a:gd name="connsiteY1104" fmla="*/ 39370 h 138429"/>
                <a:gd name="connsiteX1105" fmla="*/ 572769 w 4940931"/>
                <a:gd name="connsiteY1105" fmla="*/ 31750 h 138429"/>
                <a:gd name="connsiteX1106" fmla="*/ 586739 w 4940931"/>
                <a:gd name="connsiteY1106" fmla="*/ 29210 h 138429"/>
                <a:gd name="connsiteX1107" fmla="*/ 400050 w 4940931"/>
                <a:gd name="connsiteY1107" fmla="*/ 29210 h 138429"/>
                <a:gd name="connsiteX1108" fmla="*/ 414655 w 4940931"/>
                <a:gd name="connsiteY1108" fmla="*/ 32385 h 138429"/>
                <a:gd name="connsiteX1109" fmla="*/ 424815 w 4940931"/>
                <a:gd name="connsiteY1109" fmla="*/ 40640 h 138429"/>
                <a:gd name="connsiteX1110" fmla="*/ 431165 w 4940931"/>
                <a:gd name="connsiteY1110" fmla="*/ 53340 h 138429"/>
                <a:gd name="connsiteX1111" fmla="*/ 433070 w 4940931"/>
                <a:gd name="connsiteY1111" fmla="*/ 68580 h 138429"/>
                <a:gd name="connsiteX1112" fmla="*/ 431800 w 4940931"/>
                <a:gd name="connsiteY1112" fmla="*/ 68580 h 138429"/>
                <a:gd name="connsiteX1113" fmla="*/ 431800 w 4940931"/>
                <a:gd name="connsiteY1113" fmla="*/ 72390 h 138429"/>
                <a:gd name="connsiteX1114" fmla="*/ 431800 w 4940931"/>
                <a:gd name="connsiteY1114" fmla="*/ 75565 h 138429"/>
                <a:gd name="connsiteX1115" fmla="*/ 380365 w 4940931"/>
                <a:gd name="connsiteY1115" fmla="*/ 75565 h 138429"/>
                <a:gd name="connsiteX1116" fmla="*/ 382905 w 4940931"/>
                <a:gd name="connsiteY1116" fmla="*/ 85090 h 138429"/>
                <a:gd name="connsiteX1117" fmla="*/ 387350 w 4940931"/>
                <a:gd name="connsiteY1117" fmla="*/ 91440 h 138429"/>
                <a:gd name="connsiteX1118" fmla="*/ 393065 w 4940931"/>
                <a:gd name="connsiteY1118" fmla="*/ 95250 h 138429"/>
                <a:gd name="connsiteX1119" fmla="*/ 400050 w 4940931"/>
                <a:gd name="connsiteY1119" fmla="*/ 96520 h 138429"/>
                <a:gd name="connsiteX1120" fmla="*/ 405130 w 4940931"/>
                <a:gd name="connsiteY1120" fmla="*/ 96520 h 138429"/>
                <a:gd name="connsiteX1121" fmla="*/ 409575 w 4940931"/>
                <a:gd name="connsiteY1121" fmla="*/ 95250 h 138429"/>
                <a:gd name="connsiteX1122" fmla="*/ 413385 w 4940931"/>
                <a:gd name="connsiteY1122" fmla="*/ 93345 h 138429"/>
                <a:gd name="connsiteX1123" fmla="*/ 417830 w 4940931"/>
                <a:gd name="connsiteY1123" fmla="*/ 90805 h 138429"/>
                <a:gd name="connsiteX1124" fmla="*/ 426720 w 4940931"/>
                <a:gd name="connsiteY1124" fmla="*/ 100330 h 138429"/>
                <a:gd name="connsiteX1125" fmla="*/ 421005 w 4940931"/>
                <a:gd name="connsiteY1125" fmla="*/ 104775 h 138429"/>
                <a:gd name="connsiteX1126" fmla="*/ 415290 w 4940931"/>
                <a:gd name="connsiteY1126" fmla="*/ 107950 h 138429"/>
                <a:gd name="connsiteX1127" fmla="*/ 408305 w 4940931"/>
                <a:gd name="connsiteY1127" fmla="*/ 109855 h 138429"/>
                <a:gd name="connsiteX1128" fmla="*/ 399415 w 4940931"/>
                <a:gd name="connsiteY1128" fmla="*/ 110490 h 138429"/>
                <a:gd name="connsiteX1129" fmla="*/ 389890 w 4940931"/>
                <a:gd name="connsiteY1129" fmla="*/ 109220 h 138429"/>
                <a:gd name="connsiteX1130" fmla="*/ 382270 w 4940931"/>
                <a:gd name="connsiteY1130" fmla="*/ 105410 h 138429"/>
                <a:gd name="connsiteX1131" fmla="*/ 375920 w 4940931"/>
                <a:gd name="connsiteY1131" fmla="*/ 100330 h 138429"/>
                <a:gd name="connsiteX1132" fmla="*/ 370840 w 4940931"/>
                <a:gd name="connsiteY1132" fmla="*/ 92710 h 138429"/>
                <a:gd name="connsiteX1133" fmla="*/ 367030 w 4940931"/>
                <a:gd name="connsiteY1133" fmla="*/ 82550 h 138429"/>
                <a:gd name="connsiteX1134" fmla="*/ 365760 w 4940931"/>
                <a:gd name="connsiteY1134" fmla="*/ 69850 h 138429"/>
                <a:gd name="connsiteX1135" fmla="*/ 368300 w 4940931"/>
                <a:gd name="connsiteY1135" fmla="*/ 52070 h 138429"/>
                <a:gd name="connsiteX1136" fmla="*/ 375285 w 4940931"/>
                <a:gd name="connsiteY1136" fmla="*/ 39370 h 138429"/>
                <a:gd name="connsiteX1137" fmla="*/ 386080 w 4940931"/>
                <a:gd name="connsiteY1137" fmla="*/ 31750 h 138429"/>
                <a:gd name="connsiteX1138" fmla="*/ 400050 w 4940931"/>
                <a:gd name="connsiteY1138" fmla="*/ 29210 h 138429"/>
                <a:gd name="connsiteX1139" fmla="*/ 201930 w 4940931"/>
                <a:gd name="connsiteY1139" fmla="*/ 29210 h 138429"/>
                <a:gd name="connsiteX1140" fmla="*/ 216535 w 4940931"/>
                <a:gd name="connsiteY1140" fmla="*/ 32385 h 138429"/>
                <a:gd name="connsiteX1141" fmla="*/ 226695 w 4940931"/>
                <a:gd name="connsiteY1141" fmla="*/ 40640 h 138429"/>
                <a:gd name="connsiteX1142" fmla="*/ 233045 w 4940931"/>
                <a:gd name="connsiteY1142" fmla="*/ 53340 h 138429"/>
                <a:gd name="connsiteX1143" fmla="*/ 234950 w 4940931"/>
                <a:gd name="connsiteY1143" fmla="*/ 68580 h 138429"/>
                <a:gd name="connsiteX1144" fmla="*/ 233680 w 4940931"/>
                <a:gd name="connsiteY1144" fmla="*/ 68580 h 138429"/>
                <a:gd name="connsiteX1145" fmla="*/ 233680 w 4940931"/>
                <a:gd name="connsiteY1145" fmla="*/ 72390 h 138429"/>
                <a:gd name="connsiteX1146" fmla="*/ 233680 w 4940931"/>
                <a:gd name="connsiteY1146" fmla="*/ 75565 h 138429"/>
                <a:gd name="connsiteX1147" fmla="*/ 182245 w 4940931"/>
                <a:gd name="connsiteY1147" fmla="*/ 75565 h 138429"/>
                <a:gd name="connsiteX1148" fmla="*/ 184785 w 4940931"/>
                <a:gd name="connsiteY1148" fmla="*/ 85090 h 138429"/>
                <a:gd name="connsiteX1149" fmla="*/ 189230 w 4940931"/>
                <a:gd name="connsiteY1149" fmla="*/ 91440 h 138429"/>
                <a:gd name="connsiteX1150" fmla="*/ 194945 w 4940931"/>
                <a:gd name="connsiteY1150" fmla="*/ 95250 h 138429"/>
                <a:gd name="connsiteX1151" fmla="*/ 201930 w 4940931"/>
                <a:gd name="connsiteY1151" fmla="*/ 96520 h 138429"/>
                <a:gd name="connsiteX1152" fmla="*/ 207010 w 4940931"/>
                <a:gd name="connsiteY1152" fmla="*/ 96520 h 138429"/>
                <a:gd name="connsiteX1153" fmla="*/ 211455 w 4940931"/>
                <a:gd name="connsiteY1153" fmla="*/ 95250 h 138429"/>
                <a:gd name="connsiteX1154" fmla="*/ 215265 w 4940931"/>
                <a:gd name="connsiteY1154" fmla="*/ 93345 h 138429"/>
                <a:gd name="connsiteX1155" fmla="*/ 219710 w 4940931"/>
                <a:gd name="connsiteY1155" fmla="*/ 90805 h 138429"/>
                <a:gd name="connsiteX1156" fmla="*/ 228600 w 4940931"/>
                <a:gd name="connsiteY1156" fmla="*/ 100330 h 138429"/>
                <a:gd name="connsiteX1157" fmla="*/ 222885 w 4940931"/>
                <a:gd name="connsiteY1157" fmla="*/ 104775 h 138429"/>
                <a:gd name="connsiteX1158" fmla="*/ 217170 w 4940931"/>
                <a:gd name="connsiteY1158" fmla="*/ 107950 h 138429"/>
                <a:gd name="connsiteX1159" fmla="*/ 210185 w 4940931"/>
                <a:gd name="connsiteY1159" fmla="*/ 109855 h 138429"/>
                <a:gd name="connsiteX1160" fmla="*/ 201295 w 4940931"/>
                <a:gd name="connsiteY1160" fmla="*/ 110490 h 138429"/>
                <a:gd name="connsiteX1161" fmla="*/ 191770 w 4940931"/>
                <a:gd name="connsiteY1161" fmla="*/ 109220 h 138429"/>
                <a:gd name="connsiteX1162" fmla="*/ 184150 w 4940931"/>
                <a:gd name="connsiteY1162" fmla="*/ 105410 h 138429"/>
                <a:gd name="connsiteX1163" fmla="*/ 177800 w 4940931"/>
                <a:gd name="connsiteY1163" fmla="*/ 100330 h 138429"/>
                <a:gd name="connsiteX1164" fmla="*/ 172720 w 4940931"/>
                <a:gd name="connsiteY1164" fmla="*/ 92710 h 138429"/>
                <a:gd name="connsiteX1165" fmla="*/ 168910 w 4940931"/>
                <a:gd name="connsiteY1165" fmla="*/ 82550 h 138429"/>
                <a:gd name="connsiteX1166" fmla="*/ 167640 w 4940931"/>
                <a:gd name="connsiteY1166" fmla="*/ 69850 h 138429"/>
                <a:gd name="connsiteX1167" fmla="*/ 170180 w 4940931"/>
                <a:gd name="connsiteY1167" fmla="*/ 52070 h 138429"/>
                <a:gd name="connsiteX1168" fmla="*/ 177165 w 4940931"/>
                <a:gd name="connsiteY1168" fmla="*/ 39370 h 138429"/>
                <a:gd name="connsiteX1169" fmla="*/ 187960 w 4940931"/>
                <a:gd name="connsiteY1169" fmla="*/ 31750 h 138429"/>
                <a:gd name="connsiteX1170" fmla="*/ 201930 w 4940931"/>
                <a:gd name="connsiteY1170" fmla="*/ 29210 h 138429"/>
                <a:gd name="connsiteX1171" fmla="*/ 4664706 w 4940931"/>
                <a:gd name="connsiteY1171" fmla="*/ 28574 h 138429"/>
                <a:gd name="connsiteX1172" fmla="*/ 4678676 w 4940931"/>
                <a:gd name="connsiteY1172" fmla="*/ 31749 h 138429"/>
                <a:gd name="connsiteX1173" fmla="*/ 4689471 w 4940931"/>
                <a:gd name="connsiteY1173" fmla="*/ 40004 h 138429"/>
                <a:gd name="connsiteX1174" fmla="*/ 4696456 w 4940931"/>
                <a:gd name="connsiteY1174" fmla="*/ 52704 h 138429"/>
                <a:gd name="connsiteX1175" fmla="*/ 4698996 w 4940931"/>
                <a:gd name="connsiteY1175" fmla="*/ 69214 h 138429"/>
                <a:gd name="connsiteX1176" fmla="*/ 4699631 w 4940931"/>
                <a:gd name="connsiteY1176" fmla="*/ 69214 h 138429"/>
                <a:gd name="connsiteX1177" fmla="*/ 4697091 w 4940931"/>
                <a:gd name="connsiteY1177" fmla="*/ 86359 h 138429"/>
                <a:gd name="connsiteX1178" fmla="*/ 4689471 w 4940931"/>
                <a:gd name="connsiteY1178" fmla="*/ 99059 h 138429"/>
                <a:gd name="connsiteX1179" fmla="*/ 4678041 w 4940931"/>
                <a:gd name="connsiteY1179" fmla="*/ 107314 h 138429"/>
                <a:gd name="connsiteX1180" fmla="*/ 4664071 w 4940931"/>
                <a:gd name="connsiteY1180" fmla="*/ 109854 h 138429"/>
                <a:gd name="connsiteX1181" fmla="*/ 4650101 w 4940931"/>
                <a:gd name="connsiteY1181" fmla="*/ 106679 h 138429"/>
                <a:gd name="connsiteX1182" fmla="*/ 4639306 w 4940931"/>
                <a:gd name="connsiteY1182" fmla="*/ 98424 h 138429"/>
                <a:gd name="connsiteX1183" fmla="*/ 4632321 w 4940931"/>
                <a:gd name="connsiteY1183" fmla="*/ 85724 h 138429"/>
                <a:gd name="connsiteX1184" fmla="*/ 4629781 w 4940931"/>
                <a:gd name="connsiteY1184" fmla="*/ 69214 h 138429"/>
                <a:gd name="connsiteX1185" fmla="*/ 4632321 w 4940931"/>
                <a:gd name="connsiteY1185" fmla="*/ 52069 h 138429"/>
                <a:gd name="connsiteX1186" fmla="*/ 4639941 w 4940931"/>
                <a:gd name="connsiteY1186" fmla="*/ 39369 h 138429"/>
                <a:gd name="connsiteX1187" fmla="*/ 4650736 w 4940931"/>
                <a:gd name="connsiteY1187" fmla="*/ 31114 h 138429"/>
                <a:gd name="connsiteX1188" fmla="*/ 4664706 w 4940931"/>
                <a:gd name="connsiteY1188" fmla="*/ 28574 h 138429"/>
                <a:gd name="connsiteX1189" fmla="*/ 4264655 w 4940931"/>
                <a:gd name="connsiteY1189" fmla="*/ 28574 h 138429"/>
                <a:gd name="connsiteX1190" fmla="*/ 4278625 w 4940931"/>
                <a:gd name="connsiteY1190" fmla="*/ 31749 h 138429"/>
                <a:gd name="connsiteX1191" fmla="*/ 4289420 w 4940931"/>
                <a:gd name="connsiteY1191" fmla="*/ 40004 h 138429"/>
                <a:gd name="connsiteX1192" fmla="*/ 4296405 w 4940931"/>
                <a:gd name="connsiteY1192" fmla="*/ 52704 h 138429"/>
                <a:gd name="connsiteX1193" fmla="*/ 4298945 w 4940931"/>
                <a:gd name="connsiteY1193" fmla="*/ 69214 h 138429"/>
                <a:gd name="connsiteX1194" fmla="*/ 4299580 w 4940931"/>
                <a:gd name="connsiteY1194" fmla="*/ 69214 h 138429"/>
                <a:gd name="connsiteX1195" fmla="*/ 4297040 w 4940931"/>
                <a:gd name="connsiteY1195" fmla="*/ 86359 h 138429"/>
                <a:gd name="connsiteX1196" fmla="*/ 4289420 w 4940931"/>
                <a:gd name="connsiteY1196" fmla="*/ 99059 h 138429"/>
                <a:gd name="connsiteX1197" fmla="*/ 4277990 w 4940931"/>
                <a:gd name="connsiteY1197" fmla="*/ 107314 h 138429"/>
                <a:gd name="connsiteX1198" fmla="*/ 4264020 w 4940931"/>
                <a:gd name="connsiteY1198" fmla="*/ 109854 h 138429"/>
                <a:gd name="connsiteX1199" fmla="*/ 4250050 w 4940931"/>
                <a:gd name="connsiteY1199" fmla="*/ 106679 h 138429"/>
                <a:gd name="connsiteX1200" fmla="*/ 4239255 w 4940931"/>
                <a:gd name="connsiteY1200" fmla="*/ 98424 h 138429"/>
                <a:gd name="connsiteX1201" fmla="*/ 4232270 w 4940931"/>
                <a:gd name="connsiteY1201" fmla="*/ 85724 h 138429"/>
                <a:gd name="connsiteX1202" fmla="*/ 4229730 w 4940931"/>
                <a:gd name="connsiteY1202" fmla="*/ 69214 h 138429"/>
                <a:gd name="connsiteX1203" fmla="*/ 4232270 w 4940931"/>
                <a:gd name="connsiteY1203" fmla="*/ 52069 h 138429"/>
                <a:gd name="connsiteX1204" fmla="*/ 4239890 w 4940931"/>
                <a:gd name="connsiteY1204" fmla="*/ 39369 h 138429"/>
                <a:gd name="connsiteX1205" fmla="*/ 4250685 w 4940931"/>
                <a:gd name="connsiteY1205" fmla="*/ 31114 h 138429"/>
                <a:gd name="connsiteX1206" fmla="*/ 4264655 w 4940931"/>
                <a:gd name="connsiteY1206" fmla="*/ 28574 h 138429"/>
                <a:gd name="connsiteX1207" fmla="*/ 1420495 w 4940931"/>
                <a:gd name="connsiteY1207" fmla="*/ 28574 h 138429"/>
                <a:gd name="connsiteX1208" fmla="*/ 1434465 w 4940931"/>
                <a:gd name="connsiteY1208" fmla="*/ 31749 h 138429"/>
                <a:gd name="connsiteX1209" fmla="*/ 1445260 w 4940931"/>
                <a:gd name="connsiteY1209" fmla="*/ 40004 h 138429"/>
                <a:gd name="connsiteX1210" fmla="*/ 1452245 w 4940931"/>
                <a:gd name="connsiteY1210" fmla="*/ 52704 h 138429"/>
                <a:gd name="connsiteX1211" fmla="*/ 1454785 w 4940931"/>
                <a:gd name="connsiteY1211" fmla="*/ 69214 h 138429"/>
                <a:gd name="connsiteX1212" fmla="*/ 1455420 w 4940931"/>
                <a:gd name="connsiteY1212" fmla="*/ 69214 h 138429"/>
                <a:gd name="connsiteX1213" fmla="*/ 1452880 w 4940931"/>
                <a:gd name="connsiteY1213" fmla="*/ 86359 h 138429"/>
                <a:gd name="connsiteX1214" fmla="*/ 1445260 w 4940931"/>
                <a:gd name="connsiteY1214" fmla="*/ 99059 h 138429"/>
                <a:gd name="connsiteX1215" fmla="*/ 1433830 w 4940931"/>
                <a:gd name="connsiteY1215" fmla="*/ 107314 h 138429"/>
                <a:gd name="connsiteX1216" fmla="*/ 1419860 w 4940931"/>
                <a:gd name="connsiteY1216" fmla="*/ 109854 h 138429"/>
                <a:gd name="connsiteX1217" fmla="*/ 1405890 w 4940931"/>
                <a:gd name="connsiteY1217" fmla="*/ 106679 h 138429"/>
                <a:gd name="connsiteX1218" fmla="*/ 1395095 w 4940931"/>
                <a:gd name="connsiteY1218" fmla="*/ 98424 h 138429"/>
                <a:gd name="connsiteX1219" fmla="*/ 1388110 w 4940931"/>
                <a:gd name="connsiteY1219" fmla="*/ 85724 h 138429"/>
                <a:gd name="connsiteX1220" fmla="*/ 1385570 w 4940931"/>
                <a:gd name="connsiteY1220" fmla="*/ 69214 h 138429"/>
                <a:gd name="connsiteX1221" fmla="*/ 1388110 w 4940931"/>
                <a:gd name="connsiteY1221" fmla="*/ 52069 h 138429"/>
                <a:gd name="connsiteX1222" fmla="*/ 1395730 w 4940931"/>
                <a:gd name="connsiteY1222" fmla="*/ 39369 h 138429"/>
                <a:gd name="connsiteX1223" fmla="*/ 1406525 w 4940931"/>
                <a:gd name="connsiteY1223" fmla="*/ 31114 h 138429"/>
                <a:gd name="connsiteX1224" fmla="*/ 1420495 w 4940931"/>
                <a:gd name="connsiteY1224" fmla="*/ 28574 h 138429"/>
                <a:gd name="connsiteX1225" fmla="*/ 3143245 w 4940931"/>
                <a:gd name="connsiteY1225" fmla="*/ 5079 h 138429"/>
                <a:gd name="connsiteX1226" fmla="*/ 3219445 w 4940931"/>
                <a:gd name="connsiteY1226" fmla="*/ 5079 h 138429"/>
                <a:gd name="connsiteX1227" fmla="*/ 3219445 w 4940931"/>
                <a:gd name="connsiteY1227" fmla="*/ 20319 h 138429"/>
                <a:gd name="connsiteX1228" fmla="*/ 3188965 w 4940931"/>
                <a:gd name="connsiteY1228" fmla="*/ 20319 h 138429"/>
                <a:gd name="connsiteX1229" fmla="*/ 3188965 w 4940931"/>
                <a:gd name="connsiteY1229" fmla="*/ 108584 h 138429"/>
                <a:gd name="connsiteX1230" fmla="*/ 3173090 w 4940931"/>
                <a:gd name="connsiteY1230" fmla="*/ 108584 h 138429"/>
                <a:gd name="connsiteX1231" fmla="*/ 3173090 w 4940931"/>
                <a:gd name="connsiteY1231" fmla="*/ 20319 h 138429"/>
                <a:gd name="connsiteX1232" fmla="*/ 3143245 w 4940931"/>
                <a:gd name="connsiteY1232" fmla="*/ 20319 h 138429"/>
                <a:gd name="connsiteX1233" fmla="*/ 1628774 w 4940931"/>
                <a:gd name="connsiteY1233" fmla="*/ 5079 h 138429"/>
                <a:gd name="connsiteX1234" fmla="*/ 1704970 w 4940931"/>
                <a:gd name="connsiteY1234" fmla="*/ 5079 h 138429"/>
                <a:gd name="connsiteX1235" fmla="*/ 1704970 w 4940931"/>
                <a:gd name="connsiteY1235" fmla="*/ 20319 h 138429"/>
                <a:gd name="connsiteX1236" fmla="*/ 1675129 w 4940931"/>
                <a:gd name="connsiteY1236" fmla="*/ 20319 h 138429"/>
                <a:gd name="connsiteX1237" fmla="*/ 1675129 w 4940931"/>
                <a:gd name="connsiteY1237" fmla="*/ 108584 h 138429"/>
                <a:gd name="connsiteX1238" fmla="*/ 1659255 w 4940931"/>
                <a:gd name="connsiteY1238" fmla="*/ 108584 h 138429"/>
                <a:gd name="connsiteX1239" fmla="*/ 1659255 w 4940931"/>
                <a:gd name="connsiteY1239" fmla="*/ 20319 h 138429"/>
                <a:gd name="connsiteX1240" fmla="*/ 1628774 w 4940931"/>
                <a:gd name="connsiteY1240" fmla="*/ 20319 h 138429"/>
                <a:gd name="connsiteX1241" fmla="*/ 0 w 4940931"/>
                <a:gd name="connsiteY1241" fmla="*/ 5079 h 138429"/>
                <a:gd name="connsiteX1242" fmla="*/ 76200 w 4940931"/>
                <a:gd name="connsiteY1242" fmla="*/ 5079 h 138429"/>
                <a:gd name="connsiteX1243" fmla="*/ 76200 w 4940931"/>
                <a:gd name="connsiteY1243" fmla="*/ 20319 h 138429"/>
                <a:gd name="connsiteX1244" fmla="*/ 45720 w 4940931"/>
                <a:gd name="connsiteY1244" fmla="*/ 20319 h 138429"/>
                <a:gd name="connsiteX1245" fmla="*/ 45720 w 4940931"/>
                <a:gd name="connsiteY1245" fmla="*/ 108584 h 138429"/>
                <a:gd name="connsiteX1246" fmla="*/ 29845 w 4940931"/>
                <a:gd name="connsiteY1246" fmla="*/ 108584 h 138429"/>
                <a:gd name="connsiteX1247" fmla="*/ 29845 w 4940931"/>
                <a:gd name="connsiteY1247" fmla="*/ 20319 h 138429"/>
                <a:gd name="connsiteX1248" fmla="*/ 0 w 4940931"/>
                <a:gd name="connsiteY1248" fmla="*/ 20319 h 138429"/>
                <a:gd name="connsiteX1249" fmla="*/ 1362075 w 4940931"/>
                <a:gd name="connsiteY1249" fmla="*/ 1269 h 138429"/>
                <a:gd name="connsiteX1250" fmla="*/ 1365885 w 4940931"/>
                <a:gd name="connsiteY1250" fmla="*/ 1904 h 138429"/>
                <a:gd name="connsiteX1251" fmla="*/ 1369060 w 4940931"/>
                <a:gd name="connsiteY1251" fmla="*/ 3809 h 138429"/>
                <a:gd name="connsiteX1252" fmla="*/ 1370965 w 4940931"/>
                <a:gd name="connsiteY1252" fmla="*/ 6984 h 138429"/>
                <a:gd name="connsiteX1253" fmla="*/ 1371600 w 4940931"/>
                <a:gd name="connsiteY1253" fmla="*/ 10794 h 138429"/>
                <a:gd name="connsiteX1254" fmla="*/ 1370965 w 4940931"/>
                <a:gd name="connsiteY1254" fmla="*/ 14604 h 138429"/>
                <a:gd name="connsiteX1255" fmla="*/ 1369060 w 4940931"/>
                <a:gd name="connsiteY1255" fmla="*/ 17779 h 138429"/>
                <a:gd name="connsiteX1256" fmla="*/ 1365885 w 4940931"/>
                <a:gd name="connsiteY1256" fmla="*/ 19684 h 138429"/>
                <a:gd name="connsiteX1257" fmla="*/ 1362075 w 4940931"/>
                <a:gd name="connsiteY1257" fmla="*/ 20319 h 138429"/>
                <a:gd name="connsiteX1258" fmla="*/ 1358265 w 4940931"/>
                <a:gd name="connsiteY1258" fmla="*/ 19684 h 138429"/>
                <a:gd name="connsiteX1259" fmla="*/ 1355090 w 4940931"/>
                <a:gd name="connsiteY1259" fmla="*/ 17779 h 138429"/>
                <a:gd name="connsiteX1260" fmla="*/ 1353185 w 4940931"/>
                <a:gd name="connsiteY1260" fmla="*/ 14604 h 138429"/>
                <a:gd name="connsiteX1261" fmla="*/ 1352550 w 4940931"/>
                <a:gd name="connsiteY1261" fmla="*/ 10794 h 138429"/>
                <a:gd name="connsiteX1262" fmla="*/ 1353185 w 4940931"/>
                <a:gd name="connsiteY1262" fmla="*/ 6984 h 138429"/>
                <a:gd name="connsiteX1263" fmla="*/ 1355090 w 4940931"/>
                <a:gd name="connsiteY1263" fmla="*/ 3809 h 138429"/>
                <a:gd name="connsiteX1264" fmla="*/ 1358265 w 4940931"/>
                <a:gd name="connsiteY1264" fmla="*/ 1904 h 138429"/>
                <a:gd name="connsiteX1265" fmla="*/ 1362075 w 4940931"/>
                <a:gd name="connsiteY1265" fmla="*/ 1269 h 138429"/>
                <a:gd name="connsiteX1266" fmla="*/ 4789801 w 4940931"/>
                <a:gd name="connsiteY1266" fmla="*/ 634 h 138429"/>
                <a:gd name="connsiteX1267" fmla="*/ 4789801 w 4940931"/>
                <a:gd name="connsiteY1267" fmla="*/ 65404 h 138429"/>
                <a:gd name="connsiteX1268" fmla="*/ 4814566 w 4940931"/>
                <a:gd name="connsiteY1268" fmla="*/ 31114 h 138429"/>
                <a:gd name="connsiteX1269" fmla="*/ 4831711 w 4940931"/>
                <a:gd name="connsiteY1269" fmla="*/ 31114 h 138429"/>
                <a:gd name="connsiteX1270" fmla="*/ 4812026 w 4940931"/>
                <a:gd name="connsiteY1270" fmla="*/ 57149 h 138429"/>
                <a:gd name="connsiteX1271" fmla="*/ 4835521 w 4940931"/>
                <a:gd name="connsiteY1271" fmla="*/ 108584 h 138429"/>
                <a:gd name="connsiteX1272" fmla="*/ 4819011 w 4940931"/>
                <a:gd name="connsiteY1272" fmla="*/ 108584 h 138429"/>
                <a:gd name="connsiteX1273" fmla="*/ 4801866 w 4940931"/>
                <a:gd name="connsiteY1273" fmla="*/ 69849 h 138429"/>
                <a:gd name="connsiteX1274" fmla="*/ 4789801 w 4940931"/>
                <a:gd name="connsiteY1274" fmla="*/ 85724 h 138429"/>
                <a:gd name="connsiteX1275" fmla="*/ 4789801 w 4940931"/>
                <a:gd name="connsiteY1275" fmla="*/ 108584 h 138429"/>
                <a:gd name="connsiteX1276" fmla="*/ 4774561 w 4940931"/>
                <a:gd name="connsiteY1276" fmla="*/ 108584 h 138429"/>
                <a:gd name="connsiteX1277" fmla="*/ 4774561 w 4940931"/>
                <a:gd name="connsiteY1277" fmla="*/ 8889 h 138429"/>
                <a:gd name="connsiteX1278" fmla="*/ 4472301 w 4940931"/>
                <a:gd name="connsiteY1278" fmla="*/ 634 h 138429"/>
                <a:gd name="connsiteX1279" fmla="*/ 4472301 w 4940931"/>
                <a:gd name="connsiteY1279" fmla="*/ 109219 h 138429"/>
                <a:gd name="connsiteX1280" fmla="*/ 4457061 w 4940931"/>
                <a:gd name="connsiteY1280" fmla="*/ 109219 h 138429"/>
                <a:gd name="connsiteX1281" fmla="*/ 4457696 w 4940931"/>
                <a:gd name="connsiteY1281" fmla="*/ 108584 h 138429"/>
                <a:gd name="connsiteX1282" fmla="*/ 4457696 w 4940931"/>
                <a:gd name="connsiteY1282" fmla="*/ 100964 h 138429"/>
                <a:gd name="connsiteX1283" fmla="*/ 4453251 w 4940931"/>
                <a:gd name="connsiteY1283" fmla="*/ 104774 h 138429"/>
                <a:gd name="connsiteX1284" fmla="*/ 4448171 w 4940931"/>
                <a:gd name="connsiteY1284" fmla="*/ 107949 h 138429"/>
                <a:gd name="connsiteX1285" fmla="*/ 4443091 w 4940931"/>
                <a:gd name="connsiteY1285" fmla="*/ 109854 h 138429"/>
                <a:gd name="connsiteX1286" fmla="*/ 4437376 w 4940931"/>
                <a:gd name="connsiteY1286" fmla="*/ 109854 h 138429"/>
                <a:gd name="connsiteX1287" fmla="*/ 4425946 w 4940931"/>
                <a:gd name="connsiteY1287" fmla="*/ 107314 h 138429"/>
                <a:gd name="connsiteX1288" fmla="*/ 4416421 w 4940931"/>
                <a:gd name="connsiteY1288" fmla="*/ 99694 h 138429"/>
                <a:gd name="connsiteX1289" fmla="*/ 4410071 w 4940931"/>
                <a:gd name="connsiteY1289" fmla="*/ 86994 h 138429"/>
                <a:gd name="connsiteX1290" fmla="*/ 4407531 w 4940931"/>
                <a:gd name="connsiteY1290" fmla="*/ 67944 h 138429"/>
                <a:gd name="connsiteX1291" fmla="*/ 4410071 w 4940931"/>
                <a:gd name="connsiteY1291" fmla="*/ 50799 h 138429"/>
                <a:gd name="connsiteX1292" fmla="*/ 4417056 w 4940931"/>
                <a:gd name="connsiteY1292" fmla="*/ 38734 h 138429"/>
                <a:gd name="connsiteX1293" fmla="*/ 4426581 w 4940931"/>
                <a:gd name="connsiteY1293" fmla="*/ 31749 h 138429"/>
                <a:gd name="connsiteX1294" fmla="*/ 4438011 w 4940931"/>
                <a:gd name="connsiteY1294" fmla="*/ 29209 h 138429"/>
                <a:gd name="connsiteX1295" fmla="*/ 4443726 w 4940931"/>
                <a:gd name="connsiteY1295" fmla="*/ 29844 h 138429"/>
                <a:gd name="connsiteX1296" fmla="*/ 4448806 w 4940931"/>
                <a:gd name="connsiteY1296" fmla="*/ 31749 h 138429"/>
                <a:gd name="connsiteX1297" fmla="*/ 4453251 w 4940931"/>
                <a:gd name="connsiteY1297" fmla="*/ 34924 h 138429"/>
                <a:gd name="connsiteX1298" fmla="*/ 4457061 w 4940931"/>
                <a:gd name="connsiteY1298" fmla="*/ 38099 h 138429"/>
                <a:gd name="connsiteX1299" fmla="*/ 4457061 w 4940931"/>
                <a:gd name="connsiteY1299" fmla="*/ 8254 h 138429"/>
                <a:gd name="connsiteX1300" fmla="*/ 4390385 w 4940931"/>
                <a:gd name="connsiteY1300" fmla="*/ 634 h 138429"/>
                <a:gd name="connsiteX1301" fmla="*/ 4390385 w 4940931"/>
                <a:gd name="connsiteY1301" fmla="*/ 108584 h 138429"/>
                <a:gd name="connsiteX1302" fmla="*/ 4375145 w 4940931"/>
                <a:gd name="connsiteY1302" fmla="*/ 108584 h 138429"/>
                <a:gd name="connsiteX1303" fmla="*/ 4375145 w 4940931"/>
                <a:gd name="connsiteY1303" fmla="*/ 8889 h 138429"/>
                <a:gd name="connsiteX1304" fmla="*/ 3946521 w 4940931"/>
                <a:gd name="connsiteY1304" fmla="*/ 634 h 138429"/>
                <a:gd name="connsiteX1305" fmla="*/ 3946521 w 4940931"/>
                <a:gd name="connsiteY1305" fmla="*/ 38099 h 138429"/>
                <a:gd name="connsiteX1306" fmla="*/ 3950331 w 4940931"/>
                <a:gd name="connsiteY1306" fmla="*/ 34289 h 138429"/>
                <a:gd name="connsiteX1307" fmla="*/ 3954776 w 4940931"/>
                <a:gd name="connsiteY1307" fmla="*/ 31114 h 138429"/>
                <a:gd name="connsiteX1308" fmla="*/ 3960491 w 4940931"/>
                <a:gd name="connsiteY1308" fmla="*/ 29209 h 138429"/>
                <a:gd name="connsiteX1309" fmla="*/ 3966206 w 4940931"/>
                <a:gd name="connsiteY1309" fmla="*/ 29209 h 138429"/>
                <a:gd name="connsiteX1310" fmla="*/ 3978271 w 4940931"/>
                <a:gd name="connsiteY1310" fmla="*/ 31749 h 138429"/>
                <a:gd name="connsiteX1311" fmla="*/ 3987161 w 4940931"/>
                <a:gd name="connsiteY1311" fmla="*/ 38099 h 138429"/>
                <a:gd name="connsiteX1312" fmla="*/ 3992241 w 4940931"/>
                <a:gd name="connsiteY1312" fmla="*/ 49529 h 138429"/>
                <a:gd name="connsiteX1313" fmla="*/ 3994146 w 4940931"/>
                <a:gd name="connsiteY1313" fmla="*/ 64134 h 138429"/>
                <a:gd name="connsiteX1314" fmla="*/ 3994146 w 4940931"/>
                <a:gd name="connsiteY1314" fmla="*/ 108584 h 138429"/>
                <a:gd name="connsiteX1315" fmla="*/ 3978906 w 4940931"/>
                <a:gd name="connsiteY1315" fmla="*/ 108584 h 138429"/>
                <a:gd name="connsiteX1316" fmla="*/ 3978271 w 4940931"/>
                <a:gd name="connsiteY1316" fmla="*/ 108584 h 138429"/>
                <a:gd name="connsiteX1317" fmla="*/ 3978271 w 4940931"/>
                <a:gd name="connsiteY1317" fmla="*/ 64769 h 138429"/>
                <a:gd name="connsiteX1318" fmla="*/ 3974461 w 4940931"/>
                <a:gd name="connsiteY1318" fmla="*/ 48894 h 138429"/>
                <a:gd name="connsiteX1319" fmla="*/ 3962396 w 4940931"/>
                <a:gd name="connsiteY1319" fmla="*/ 43814 h 138429"/>
                <a:gd name="connsiteX1320" fmla="*/ 3956046 w 4940931"/>
                <a:gd name="connsiteY1320" fmla="*/ 45084 h 138429"/>
                <a:gd name="connsiteX1321" fmla="*/ 3950966 w 4940931"/>
                <a:gd name="connsiteY1321" fmla="*/ 48894 h 138429"/>
                <a:gd name="connsiteX1322" fmla="*/ 3947791 w 4940931"/>
                <a:gd name="connsiteY1322" fmla="*/ 55244 h 138429"/>
                <a:gd name="connsiteX1323" fmla="*/ 3946521 w 4940931"/>
                <a:gd name="connsiteY1323" fmla="*/ 63499 h 138429"/>
                <a:gd name="connsiteX1324" fmla="*/ 3946521 w 4940931"/>
                <a:gd name="connsiteY1324" fmla="*/ 109219 h 138429"/>
                <a:gd name="connsiteX1325" fmla="*/ 3931281 w 4940931"/>
                <a:gd name="connsiteY1325" fmla="*/ 109219 h 138429"/>
                <a:gd name="connsiteX1326" fmla="*/ 3931281 w 4940931"/>
                <a:gd name="connsiteY1326" fmla="*/ 8889 h 138429"/>
                <a:gd name="connsiteX1327" fmla="*/ 3248021 w 4940931"/>
                <a:gd name="connsiteY1327" fmla="*/ 634 h 138429"/>
                <a:gd name="connsiteX1328" fmla="*/ 3248021 w 4940931"/>
                <a:gd name="connsiteY1328" fmla="*/ 38099 h 138429"/>
                <a:gd name="connsiteX1329" fmla="*/ 3251831 w 4940931"/>
                <a:gd name="connsiteY1329" fmla="*/ 34289 h 138429"/>
                <a:gd name="connsiteX1330" fmla="*/ 3256276 w 4940931"/>
                <a:gd name="connsiteY1330" fmla="*/ 31114 h 138429"/>
                <a:gd name="connsiteX1331" fmla="*/ 3261991 w 4940931"/>
                <a:gd name="connsiteY1331" fmla="*/ 29209 h 138429"/>
                <a:gd name="connsiteX1332" fmla="*/ 3267706 w 4940931"/>
                <a:gd name="connsiteY1332" fmla="*/ 29209 h 138429"/>
                <a:gd name="connsiteX1333" fmla="*/ 3279771 w 4940931"/>
                <a:gd name="connsiteY1333" fmla="*/ 31749 h 138429"/>
                <a:gd name="connsiteX1334" fmla="*/ 3288661 w 4940931"/>
                <a:gd name="connsiteY1334" fmla="*/ 38099 h 138429"/>
                <a:gd name="connsiteX1335" fmla="*/ 3293741 w 4940931"/>
                <a:gd name="connsiteY1335" fmla="*/ 49529 h 138429"/>
                <a:gd name="connsiteX1336" fmla="*/ 3295646 w 4940931"/>
                <a:gd name="connsiteY1336" fmla="*/ 64134 h 138429"/>
                <a:gd name="connsiteX1337" fmla="*/ 3295646 w 4940931"/>
                <a:gd name="connsiteY1337" fmla="*/ 108584 h 138429"/>
                <a:gd name="connsiteX1338" fmla="*/ 3280406 w 4940931"/>
                <a:gd name="connsiteY1338" fmla="*/ 108584 h 138429"/>
                <a:gd name="connsiteX1339" fmla="*/ 3279771 w 4940931"/>
                <a:gd name="connsiteY1339" fmla="*/ 108584 h 138429"/>
                <a:gd name="connsiteX1340" fmla="*/ 3279771 w 4940931"/>
                <a:gd name="connsiteY1340" fmla="*/ 64769 h 138429"/>
                <a:gd name="connsiteX1341" fmla="*/ 3275961 w 4940931"/>
                <a:gd name="connsiteY1341" fmla="*/ 48894 h 138429"/>
                <a:gd name="connsiteX1342" fmla="*/ 3263896 w 4940931"/>
                <a:gd name="connsiteY1342" fmla="*/ 43814 h 138429"/>
                <a:gd name="connsiteX1343" fmla="*/ 3257546 w 4940931"/>
                <a:gd name="connsiteY1343" fmla="*/ 45084 h 138429"/>
                <a:gd name="connsiteX1344" fmla="*/ 3252466 w 4940931"/>
                <a:gd name="connsiteY1344" fmla="*/ 48894 h 138429"/>
                <a:gd name="connsiteX1345" fmla="*/ 3249291 w 4940931"/>
                <a:gd name="connsiteY1345" fmla="*/ 55244 h 138429"/>
                <a:gd name="connsiteX1346" fmla="*/ 3248021 w 4940931"/>
                <a:gd name="connsiteY1346" fmla="*/ 63499 h 138429"/>
                <a:gd name="connsiteX1347" fmla="*/ 3248021 w 4940931"/>
                <a:gd name="connsiteY1347" fmla="*/ 109219 h 138429"/>
                <a:gd name="connsiteX1348" fmla="*/ 3232781 w 4940931"/>
                <a:gd name="connsiteY1348" fmla="*/ 109219 h 138429"/>
                <a:gd name="connsiteX1349" fmla="*/ 3232781 w 4940931"/>
                <a:gd name="connsiteY1349" fmla="*/ 8889 h 138429"/>
                <a:gd name="connsiteX1350" fmla="*/ 2432681 w 4940931"/>
                <a:gd name="connsiteY1350" fmla="*/ 634 h 138429"/>
                <a:gd name="connsiteX1351" fmla="*/ 2432681 w 4940931"/>
                <a:gd name="connsiteY1351" fmla="*/ 38099 h 138429"/>
                <a:gd name="connsiteX1352" fmla="*/ 2436491 w 4940931"/>
                <a:gd name="connsiteY1352" fmla="*/ 34289 h 138429"/>
                <a:gd name="connsiteX1353" fmla="*/ 2440936 w 4940931"/>
                <a:gd name="connsiteY1353" fmla="*/ 31114 h 138429"/>
                <a:gd name="connsiteX1354" fmla="*/ 2446651 w 4940931"/>
                <a:gd name="connsiteY1354" fmla="*/ 29209 h 138429"/>
                <a:gd name="connsiteX1355" fmla="*/ 2452366 w 4940931"/>
                <a:gd name="connsiteY1355" fmla="*/ 29209 h 138429"/>
                <a:gd name="connsiteX1356" fmla="*/ 2464431 w 4940931"/>
                <a:gd name="connsiteY1356" fmla="*/ 31749 h 138429"/>
                <a:gd name="connsiteX1357" fmla="*/ 2473321 w 4940931"/>
                <a:gd name="connsiteY1357" fmla="*/ 38099 h 138429"/>
                <a:gd name="connsiteX1358" fmla="*/ 2478401 w 4940931"/>
                <a:gd name="connsiteY1358" fmla="*/ 49529 h 138429"/>
                <a:gd name="connsiteX1359" fmla="*/ 2480306 w 4940931"/>
                <a:gd name="connsiteY1359" fmla="*/ 64134 h 138429"/>
                <a:gd name="connsiteX1360" fmla="*/ 2480306 w 4940931"/>
                <a:gd name="connsiteY1360" fmla="*/ 108584 h 138429"/>
                <a:gd name="connsiteX1361" fmla="*/ 2465066 w 4940931"/>
                <a:gd name="connsiteY1361" fmla="*/ 108584 h 138429"/>
                <a:gd name="connsiteX1362" fmla="*/ 2464431 w 4940931"/>
                <a:gd name="connsiteY1362" fmla="*/ 108584 h 138429"/>
                <a:gd name="connsiteX1363" fmla="*/ 2464431 w 4940931"/>
                <a:gd name="connsiteY1363" fmla="*/ 64769 h 138429"/>
                <a:gd name="connsiteX1364" fmla="*/ 2460621 w 4940931"/>
                <a:gd name="connsiteY1364" fmla="*/ 48894 h 138429"/>
                <a:gd name="connsiteX1365" fmla="*/ 2448556 w 4940931"/>
                <a:gd name="connsiteY1365" fmla="*/ 43814 h 138429"/>
                <a:gd name="connsiteX1366" fmla="*/ 2442206 w 4940931"/>
                <a:gd name="connsiteY1366" fmla="*/ 45084 h 138429"/>
                <a:gd name="connsiteX1367" fmla="*/ 2437126 w 4940931"/>
                <a:gd name="connsiteY1367" fmla="*/ 48894 h 138429"/>
                <a:gd name="connsiteX1368" fmla="*/ 2433951 w 4940931"/>
                <a:gd name="connsiteY1368" fmla="*/ 55244 h 138429"/>
                <a:gd name="connsiteX1369" fmla="*/ 2432681 w 4940931"/>
                <a:gd name="connsiteY1369" fmla="*/ 63499 h 138429"/>
                <a:gd name="connsiteX1370" fmla="*/ 2432681 w 4940931"/>
                <a:gd name="connsiteY1370" fmla="*/ 109219 h 138429"/>
                <a:gd name="connsiteX1371" fmla="*/ 2417441 w 4940931"/>
                <a:gd name="connsiteY1371" fmla="*/ 109219 h 138429"/>
                <a:gd name="connsiteX1372" fmla="*/ 2417441 w 4940931"/>
                <a:gd name="connsiteY1372" fmla="*/ 8889 h 138429"/>
                <a:gd name="connsiteX1373" fmla="*/ 1734181 w 4940931"/>
                <a:gd name="connsiteY1373" fmla="*/ 634 h 138429"/>
                <a:gd name="connsiteX1374" fmla="*/ 1734181 w 4940931"/>
                <a:gd name="connsiteY1374" fmla="*/ 38099 h 138429"/>
                <a:gd name="connsiteX1375" fmla="*/ 1737991 w 4940931"/>
                <a:gd name="connsiteY1375" fmla="*/ 34289 h 138429"/>
                <a:gd name="connsiteX1376" fmla="*/ 1742436 w 4940931"/>
                <a:gd name="connsiteY1376" fmla="*/ 31114 h 138429"/>
                <a:gd name="connsiteX1377" fmla="*/ 1748151 w 4940931"/>
                <a:gd name="connsiteY1377" fmla="*/ 29209 h 138429"/>
                <a:gd name="connsiteX1378" fmla="*/ 1753866 w 4940931"/>
                <a:gd name="connsiteY1378" fmla="*/ 29209 h 138429"/>
                <a:gd name="connsiteX1379" fmla="*/ 1765931 w 4940931"/>
                <a:gd name="connsiteY1379" fmla="*/ 31749 h 138429"/>
                <a:gd name="connsiteX1380" fmla="*/ 1774821 w 4940931"/>
                <a:gd name="connsiteY1380" fmla="*/ 38099 h 138429"/>
                <a:gd name="connsiteX1381" fmla="*/ 1779901 w 4940931"/>
                <a:gd name="connsiteY1381" fmla="*/ 49529 h 138429"/>
                <a:gd name="connsiteX1382" fmla="*/ 1781806 w 4940931"/>
                <a:gd name="connsiteY1382" fmla="*/ 64134 h 138429"/>
                <a:gd name="connsiteX1383" fmla="*/ 1781806 w 4940931"/>
                <a:gd name="connsiteY1383" fmla="*/ 108584 h 138429"/>
                <a:gd name="connsiteX1384" fmla="*/ 1766566 w 4940931"/>
                <a:gd name="connsiteY1384" fmla="*/ 108584 h 138429"/>
                <a:gd name="connsiteX1385" fmla="*/ 1765931 w 4940931"/>
                <a:gd name="connsiteY1385" fmla="*/ 108584 h 138429"/>
                <a:gd name="connsiteX1386" fmla="*/ 1765931 w 4940931"/>
                <a:gd name="connsiteY1386" fmla="*/ 64769 h 138429"/>
                <a:gd name="connsiteX1387" fmla="*/ 1762121 w 4940931"/>
                <a:gd name="connsiteY1387" fmla="*/ 48894 h 138429"/>
                <a:gd name="connsiteX1388" fmla="*/ 1750056 w 4940931"/>
                <a:gd name="connsiteY1388" fmla="*/ 43814 h 138429"/>
                <a:gd name="connsiteX1389" fmla="*/ 1743706 w 4940931"/>
                <a:gd name="connsiteY1389" fmla="*/ 45084 h 138429"/>
                <a:gd name="connsiteX1390" fmla="*/ 1738626 w 4940931"/>
                <a:gd name="connsiteY1390" fmla="*/ 48894 h 138429"/>
                <a:gd name="connsiteX1391" fmla="*/ 1735451 w 4940931"/>
                <a:gd name="connsiteY1391" fmla="*/ 55244 h 138429"/>
                <a:gd name="connsiteX1392" fmla="*/ 1734181 w 4940931"/>
                <a:gd name="connsiteY1392" fmla="*/ 63499 h 138429"/>
                <a:gd name="connsiteX1393" fmla="*/ 1734181 w 4940931"/>
                <a:gd name="connsiteY1393" fmla="*/ 109219 h 138429"/>
                <a:gd name="connsiteX1394" fmla="*/ 1718941 w 4940931"/>
                <a:gd name="connsiteY1394" fmla="*/ 109219 h 138429"/>
                <a:gd name="connsiteX1395" fmla="*/ 1718941 w 4940931"/>
                <a:gd name="connsiteY1395" fmla="*/ 8889 h 138429"/>
                <a:gd name="connsiteX1396" fmla="*/ 803275 w 4940931"/>
                <a:gd name="connsiteY1396" fmla="*/ 634 h 138429"/>
                <a:gd name="connsiteX1397" fmla="*/ 803275 w 4940931"/>
                <a:gd name="connsiteY1397" fmla="*/ 38099 h 138429"/>
                <a:gd name="connsiteX1398" fmla="*/ 807085 w 4940931"/>
                <a:gd name="connsiteY1398" fmla="*/ 34289 h 138429"/>
                <a:gd name="connsiteX1399" fmla="*/ 811530 w 4940931"/>
                <a:gd name="connsiteY1399" fmla="*/ 31114 h 138429"/>
                <a:gd name="connsiteX1400" fmla="*/ 817245 w 4940931"/>
                <a:gd name="connsiteY1400" fmla="*/ 29209 h 138429"/>
                <a:gd name="connsiteX1401" fmla="*/ 822960 w 4940931"/>
                <a:gd name="connsiteY1401" fmla="*/ 29209 h 138429"/>
                <a:gd name="connsiteX1402" fmla="*/ 835025 w 4940931"/>
                <a:gd name="connsiteY1402" fmla="*/ 31749 h 138429"/>
                <a:gd name="connsiteX1403" fmla="*/ 843915 w 4940931"/>
                <a:gd name="connsiteY1403" fmla="*/ 38099 h 138429"/>
                <a:gd name="connsiteX1404" fmla="*/ 848995 w 4940931"/>
                <a:gd name="connsiteY1404" fmla="*/ 49529 h 138429"/>
                <a:gd name="connsiteX1405" fmla="*/ 850900 w 4940931"/>
                <a:gd name="connsiteY1405" fmla="*/ 64134 h 138429"/>
                <a:gd name="connsiteX1406" fmla="*/ 850900 w 4940931"/>
                <a:gd name="connsiteY1406" fmla="*/ 108584 h 138429"/>
                <a:gd name="connsiteX1407" fmla="*/ 835660 w 4940931"/>
                <a:gd name="connsiteY1407" fmla="*/ 108584 h 138429"/>
                <a:gd name="connsiteX1408" fmla="*/ 835025 w 4940931"/>
                <a:gd name="connsiteY1408" fmla="*/ 108584 h 138429"/>
                <a:gd name="connsiteX1409" fmla="*/ 835025 w 4940931"/>
                <a:gd name="connsiteY1409" fmla="*/ 64769 h 138429"/>
                <a:gd name="connsiteX1410" fmla="*/ 831215 w 4940931"/>
                <a:gd name="connsiteY1410" fmla="*/ 48894 h 138429"/>
                <a:gd name="connsiteX1411" fmla="*/ 819150 w 4940931"/>
                <a:gd name="connsiteY1411" fmla="*/ 43814 h 138429"/>
                <a:gd name="connsiteX1412" fmla="*/ 812800 w 4940931"/>
                <a:gd name="connsiteY1412" fmla="*/ 45084 h 138429"/>
                <a:gd name="connsiteX1413" fmla="*/ 807720 w 4940931"/>
                <a:gd name="connsiteY1413" fmla="*/ 48894 h 138429"/>
                <a:gd name="connsiteX1414" fmla="*/ 804545 w 4940931"/>
                <a:gd name="connsiteY1414" fmla="*/ 55244 h 138429"/>
                <a:gd name="connsiteX1415" fmla="*/ 803275 w 4940931"/>
                <a:gd name="connsiteY1415" fmla="*/ 63499 h 138429"/>
                <a:gd name="connsiteX1416" fmla="*/ 803275 w 4940931"/>
                <a:gd name="connsiteY1416" fmla="*/ 109219 h 138429"/>
                <a:gd name="connsiteX1417" fmla="*/ 788035 w 4940931"/>
                <a:gd name="connsiteY1417" fmla="*/ 109219 h 138429"/>
                <a:gd name="connsiteX1418" fmla="*/ 788035 w 4940931"/>
                <a:gd name="connsiteY1418" fmla="*/ 8889 h 138429"/>
                <a:gd name="connsiteX1419" fmla="*/ 104774 w 4940931"/>
                <a:gd name="connsiteY1419" fmla="*/ 634 h 138429"/>
                <a:gd name="connsiteX1420" fmla="*/ 104774 w 4940931"/>
                <a:gd name="connsiteY1420" fmla="*/ 38099 h 138429"/>
                <a:gd name="connsiteX1421" fmla="*/ 108584 w 4940931"/>
                <a:gd name="connsiteY1421" fmla="*/ 34289 h 138429"/>
                <a:gd name="connsiteX1422" fmla="*/ 113029 w 4940931"/>
                <a:gd name="connsiteY1422" fmla="*/ 31114 h 138429"/>
                <a:gd name="connsiteX1423" fmla="*/ 118744 w 4940931"/>
                <a:gd name="connsiteY1423" fmla="*/ 29209 h 138429"/>
                <a:gd name="connsiteX1424" fmla="*/ 124459 w 4940931"/>
                <a:gd name="connsiteY1424" fmla="*/ 29209 h 138429"/>
                <a:gd name="connsiteX1425" fmla="*/ 136524 w 4940931"/>
                <a:gd name="connsiteY1425" fmla="*/ 31749 h 138429"/>
                <a:gd name="connsiteX1426" fmla="*/ 145414 w 4940931"/>
                <a:gd name="connsiteY1426" fmla="*/ 38099 h 138429"/>
                <a:gd name="connsiteX1427" fmla="*/ 150494 w 4940931"/>
                <a:gd name="connsiteY1427" fmla="*/ 49529 h 138429"/>
                <a:gd name="connsiteX1428" fmla="*/ 152399 w 4940931"/>
                <a:gd name="connsiteY1428" fmla="*/ 64134 h 138429"/>
                <a:gd name="connsiteX1429" fmla="*/ 152399 w 4940931"/>
                <a:gd name="connsiteY1429" fmla="*/ 108584 h 138429"/>
                <a:gd name="connsiteX1430" fmla="*/ 137159 w 4940931"/>
                <a:gd name="connsiteY1430" fmla="*/ 108584 h 138429"/>
                <a:gd name="connsiteX1431" fmla="*/ 136524 w 4940931"/>
                <a:gd name="connsiteY1431" fmla="*/ 108584 h 138429"/>
                <a:gd name="connsiteX1432" fmla="*/ 136524 w 4940931"/>
                <a:gd name="connsiteY1432" fmla="*/ 64769 h 138429"/>
                <a:gd name="connsiteX1433" fmla="*/ 132714 w 4940931"/>
                <a:gd name="connsiteY1433" fmla="*/ 48894 h 138429"/>
                <a:gd name="connsiteX1434" fmla="*/ 120649 w 4940931"/>
                <a:gd name="connsiteY1434" fmla="*/ 43814 h 138429"/>
                <a:gd name="connsiteX1435" fmla="*/ 114299 w 4940931"/>
                <a:gd name="connsiteY1435" fmla="*/ 45084 h 138429"/>
                <a:gd name="connsiteX1436" fmla="*/ 109219 w 4940931"/>
                <a:gd name="connsiteY1436" fmla="*/ 48894 h 138429"/>
                <a:gd name="connsiteX1437" fmla="*/ 106044 w 4940931"/>
                <a:gd name="connsiteY1437" fmla="*/ 55244 h 138429"/>
                <a:gd name="connsiteX1438" fmla="*/ 104774 w 4940931"/>
                <a:gd name="connsiteY1438" fmla="*/ 63499 h 138429"/>
                <a:gd name="connsiteX1439" fmla="*/ 104774 w 4940931"/>
                <a:gd name="connsiteY1439" fmla="*/ 109219 h 138429"/>
                <a:gd name="connsiteX1440" fmla="*/ 89534 w 4940931"/>
                <a:gd name="connsiteY1440" fmla="*/ 109219 h 138429"/>
                <a:gd name="connsiteX1441" fmla="*/ 89534 w 4940931"/>
                <a:gd name="connsiteY1441" fmla="*/ 8889 h 138429"/>
                <a:gd name="connsiteX1442" fmla="*/ 3894450 w 4940931"/>
                <a:gd name="connsiteY1442" fmla="*/ 0 h 138429"/>
                <a:gd name="connsiteX1443" fmla="*/ 3894450 w 4940931"/>
                <a:gd name="connsiteY1443" fmla="*/ 30480 h 138429"/>
                <a:gd name="connsiteX1444" fmla="*/ 3913500 w 4940931"/>
                <a:gd name="connsiteY1444" fmla="*/ 30480 h 138429"/>
                <a:gd name="connsiteX1445" fmla="*/ 3913500 w 4940931"/>
                <a:gd name="connsiteY1445" fmla="*/ 44450 h 138429"/>
                <a:gd name="connsiteX1446" fmla="*/ 3894450 w 4940931"/>
                <a:gd name="connsiteY1446" fmla="*/ 44450 h 138429"/>
                <a:gd name="connsiteX1447" fmla="*/ 3894450 w 4940931"/>
                <a:gd name="connsiteY1447" fmla="*/ 86995 h 138429"/>
                <a:gd name="connsiteX1448" fmla="*/ 3894450 w 4940931"/>
                <a:gd name="connsiteY1448" fmla="*/ 91440 h 138429"/>
                <a:gd name="connsiteX1449" fmla="*/ 3895720 w 4940931"/>
                <a:gd name="connsiteY1449" fmla="*/ 94615 h 138429"/>
                <a:gd name="connsiteX1450" fmla="*/ 3898260 w 4940931"/>
                <a:gd name="connsiteY1450" fmla="*/ 95885 h 138429"/>
                <a:gd name="connsiteX1451" fmla="*/ 3902070 w 4940931"/>
                <a:gd name="connsiteY1451" fmla="*/ 95885 h 138429"/>
                <a:gd name="connsiteX1452" fmla="*/ 3908420 w 4940931"/>
                <a:gd name="connsiteY1452" fmla="*/ 95250 h 138429"/>
                <a:gd name="connsiteX1453" fmla="*/ 3913500 w 4940931"/>
                <a:gd name="connsiteY1453" fmla="*/ 93345 h 138429"/>
                <a:gd name="connsiteX1454" fmla="*/ 3911595 w 4940931"/>
                <a:gd name="connsiteY1454" fmla="*/ 106680 h 138429"/>
                <a:gd name="connsiteX1455" fmla="*/ 3905245 w 4940931"/>
                <a:gd name="connsiteY1455" fmla="*/ 109220 h 138429"/>
                <a:gd name="connsiteX1456" fmla="*/ 3896990 w 4940931"/>
                <a:gd name="connsiteY1456" fmla="*/ 110490 h 138429"/>
                <a:gd name="connsiteX1457" fmla="*/ 3890005 w 4940931"/>
                <a:gd name="connsiteY1457" fmla="*/ 109220 h 138429"/>
                <a:gd name="connsiteX1458" fmla="*/ 3884290 w 4940931"/>
                <a:gd name="connsiteY1458" fmla="*/ 105410 h 138429"/>
                <a:gd name="connsiteX1459" fmla="*/ 3880480 w 4940931"/>
                <a:gd name="connsiteY1459" fmla="*/ 99060 h 138429"/>
                <a:gd name="connsiteX1460" fmla="*/ 3879210 w 4940931"/>
                <a:gd name="connsiteY1460" fmla="*/ 89535 h 138429"/>
                <a:gd name="connsiteX1461" fmla="*/ 3879210 w 4940931"/>
                <a:gd name="connsiteY1461" fmla="*/ 44450 h 138429"/>
                <a:gd name="connsiteX1462" fmla="*/ 3868415 w 4940931"/>
                <a:gd name="connsiteY1462" fmla="*/ 44450 h 138429"/>
                <a:gd name="connsiteX1463" fmla="*/ 3868415 w 4940931"/>
                <a:gd name="connsiteY1463" fmla="*/ 30480 h 138429"/>
                <a:gd name="connsiteX1464" fmla="*/ 3879210 w 4940931"/>
                <a:gd name="connsiteY1464" fmla="*/ 30480 h 138429"/>
                <a:gd name="connsiteX1465" fmla="*/ 3879210 w 4940931"/>
                <a:gd name="connsiteY1465" fmla="*/ 8255 h 138429"/>
                <a:gd name="connsiteX1466" fmla="*/ 3664581 w 4940931"/>
                <a:gd name="connsiteY1466" fmla="*/ 0 h 138429"/>
                <a:gd name="connsiteX1467" fmla="*/ 3664581 w 4940931"/>
                <a:gd name="connsiteY1467" fmla="*/ 30480 h 138429"/>
                <a:gd name="connsiteX1468" fmla="*/ 3683631 w 4940931"/>
                <a:gd name="connsiteY1468" fmla="*/ 30480 h 138429"/>
                <a:gd name="connsiteX1469" fmla="*/ 3683631 w 4940931"/>
                <a:gd name="connsiteY1469" fmla="*/ 44450 h 138429"/>
                <a:gd name="connsiteX1470" fmla="*/ 3664581 w 4940931"/>
                <a:gd name="connsiteY1470" fmla="*/ 44450 h 138429"/>
                <a:gd name="connsiteX1471" fmla="*/ 3664581 w 4940931"/>
                <a:gd name="connsiteY1471" fmla="*/ 86995 h 138429"/>
                <a:gd name="connsiteX1472" fmla="*/ 3664581 w 4940931"/>
                <a:gd name="connsiteY1472" fmla="*/ 91440 h 138429"/>
                <a:gd name="connsiteX1473" fmla="*/ 3665851 w 4940931"/>
                <a:gd name="connsiteY1473" fmla="*/ 94615 h 138429"/>
                <a:gd name="connsiteX1474" fmla="*/ 3668391 w 4940931"/>
                <a:gd name="connsiteY1474" fmla="*/ 95885 h 138429"/>
                <a:gd name="connsiteX1475" fmla="*/ 3672201 w 4940931"/>
                <a:gd name="connsiteY1475" fmla="*/ 95885 h 138429"/>
                <a:gd name="connsiteX1476" fmla="*/ 3678551 w 4940931"/>
                <a:gd name="connsiteY1476" fmla="*/ 95250 h 138429"/>
                <a:gd name="connsiteX1477" fmla="*/ 3683631 w 4940931"/>
                <a:gd name="connsiteY1477" fmla="*/ 93345 h 138429"/>
                <a:gd name="connsiteX1478" fmla="*/ 3681726 w 4940931"/>
                <a:gd name="connsiteY1478" fmla="*/ 106680 h 138429"/>
                <a:gd name="connsiteX1479" fmla="*/ 3675376 w 4940931"/>
                <a:gd name="connsiteY1479" fmla="*/ 109220 h 138429"/>
                <a:gd name="connsiteX1480" fmla="*/ 3667121 w 4940931"/>
                <a:gd name="connsiteY1480" fmla="*/ 110490 h 138429"/>
                <a:gd name="connsiteX1481" fmla="*/ 3660136 w 4940931"/>
                <a:gd name="connsiteY1481" fmla="*/ 109220 h 138429"/>
                <a:gd name="connsiteX1482" fmla="*/ 3654421 w 4940931"/>
                <a:gd name="connsiteY1482" fmla="*/ 105410 h 138429"/>
                <a:gd name="connsiteX1483" fmla="*/ 3650611 w 4940931"/>
                <a:gd name="connsiteY1483" fmla="*/ 99060 h 138429"/>
                <a:gd name="connsiteX1484" fmla="*/ 3649341 w 4940931"/>
                <a:gd name="connsiteY1484" fmla="*/ 89535 h 138429"/>
                <a:gd name="connsiteX1485" fmla="*/ 3649341 w 4940931"/>
                <a:gd name="connsiteY1485" fmla="*/ 44450 h 138429"/>
                <a:gd name="connsiteX1486" fmla="*/ 3638546 w 4940931"/>
                <a:gd name="connsiteY1486" fmla="*/ 44450 h 138429"/>
                <a:gd name="connsiteX1487" fmla="*/ 3638546 w 4940931"/>
                <a:gd name="connsiteY1487" fmla="*/ 30480 h 138429"/>
                <a:gd name="connsiteX1488" fmla="*/ 3649341 w 4940931"/>
                <a:gd name="connsiteY1488" fmla="*/ 30480 h 138429"/>
                <a:gd name="connsiteX1489" fmla="*/ 3649341 w 4940931"/>
                <a:gd name="connsiteY1489" fmla="*/ 8255 h 138429"/>
                <a:gd name="connsiteX1490" fmla="*/ 3610605 w 4940931"/>
                <a:gd name="connsiteY1490" fmla="*/ 0 h 138429"/>
                <a:gd name="connsiteX1491" fmla="*/ 3610605 w 4940931"/>
                <a:gd name="connsiteY1491" fmla="*/ 30480 h 138429"/>
                <a:gd name="connsiteX1492" fmla="*/ 3629655 w 4940931"/>
                <a:gd name="connsiteY1492" fmla="*/ 30480 h 138429"/>
                <a:gd name="connsiteX1493" fmla="*/ 3629655 w 4940931"/>
                <a:gd name="connsiteY1493" fmla="*/ 44450 h 138429"/>
                <a:gd name="connsiteX1494" fmla="*/ 3610605 w 4940931"/>
                <a:gd name="connsiteY1494" fmla="*/ 44450 h 138429"/>
                <a:gd name="connsiteX1495" fmla="*/ 3610605 w 4940931"/>
                <a:gd name="connsiteY1495" fmla="*/ 86995 h 138429"/>
                <a:gd name="connsiteX1496" fmla="*/ 3610605 w 4940931"/>
                <a:gd name="connsiteY1496" fmla="*/ 91440 h 138429"/>
                <a:gd name="connsiteX1497" fmla="*/ 3611875 w 4940931"/>
                <a:gd name="connsiteY1497" fmla="*/ 94615 h 138429"/>
                <a:gd name="connsiteX1498" fmla="*/ 3614415 w 4940931"/>
                <a:gd name="connsiteY1498" fmla="*/ 95885 h 138429"/>
                <a:gd name="connsiteX1499" fmla="*/ 3618225 w 4940931"/>
                <a:gd name="connsiteY1499" fmla="*/ 95885 h 138429"/>
                <a:gd name="connsiteX1500" fmla="*/ 3624575 w 4940931"/>
                <a:gd name="connsiteY1500" fmla="*/ 95250 h 138429"/>
                <a:gd name="connsiteX1501" fmla="*/ 3629655 w 4940931"/>
                <a:gd name="connsiteY1501" fmla="*/ 93345 h 138429"/>
                <a:gd name="connsiteX1502" fmla="*/ 3627750 w 4940931"/>
                <a:gd name="connsiteY1502" fmla="*/ 106680 h 138429"/>
                <a:gd name="connsiteX1503" fmla="*/ 3621400 w 4940931"/>
                <a:gd name="connsiteY1503" fmla="*/ 109220 h 138429"/>
                <a:gd name="connsiteX1504" fmla="*/ 3613145 w 4940931"/>
                <a:gd name="connsiteY1504" fmla="*/ 110490 h 138429"/>
                <a:gd name="connsiteX1505" fmla="*/ 3606160 w 4940931"/>
                <a:gd name="connsiteY1505" fmla="*/ 109220 h 138429"/>
                <a:gd name="connsiteX1506" fmla="*/ 3600445 w 4940931"/>
                <a:gd name="connsiteY1506" fmla="*/ 105410 h 138429"/>
                <a:gd name="connsiteX1507" fmla="*/ 3596635 w 4940931"/>
                <a:gd name="connsiteY1507" fmla="*/ 99060 h 138429"/>
                <a:gd name="connsiteX1508" fmla="*/ 3595365 w 4940931"/>
                <a:gd name="connsiteY1508" fmla="*/ 89535 h 138429"/>
                <a:gd name="connsiteX1509" fmla="*/ 3595365 w 4940931"/>
                <a:gd name="connsiteY1509" fmla="*/ 44450 h 138429"/>
                <a:gd name="connsiteX1510" fmla="*/ 3584570 w 4940931"/>
                <a:gd name="connsiteY1510" fmla="*/ 44450 h 138429"/>
                <a:gd name="connsiteX1511" fmla="*/ 3584570 w 4940931"/>
                <a:gd name="connsiteY1511" fmla="*/ 30480 h 138429"/>
                <a:gd name="connsiteX1512" fmla="*/ 3595365 w 4940931"/>
                <a:gd name="connsiteY1512" fmla="*/ 30480 h 138429"/>
                <a:gd name="connsiteX1513" fmla="*/ 3595365 w 4940931"/>
                <a:gd name="connsiteY1513" fmla="*/ 8255 h 138429"/>
                <a:gd name="connsiteX1514" fmla="*/ 3445505 w 4940931"/>
                <a:gd name="connsiteY1514" fmla="*/ 0 h 138429"/>
                <a:gd name="connsiteX1515" fmla="*/ 3445505 w 4940931"/>
                <a:gd name="connsiteY1515" fmla="*/ 37465 h 138429"/>
                <a:gd name="connsiteX1516" fmla="*/ 3449950 w 4940931"/>
                <a:gd name="connsiteY1516" fmla="*/ 33655 h 138429"/>
                <a:gd name="connsiteX1517" fmla="*/ 3453760 w 4940931"/>
                <a:gd name="connsiteY1517" fmla="*/ 31115 h 138429"/>
                <a:gd name="connsiteX1518" fmla="*/ 3458840 w 4940931"/>
                <a:gd name="connsiteY1518" fmla="*/ 29210 h 138429"/>
                <a:gd name="connsiteX1519" fmla="*/ 3465825 w 4940931"/>
                <a:gd name="connsiteY1519" fmla="*/ 28575 h 138429"/>
                <a:gd name="connsiteX1520" fmla="*/ 3477890 w 4940931"/>
                <a:gd name="connsiteY1520" fmla="*/ 31115 h 138429"/>
                <a:gd name="connsiteX1521" fmla="*/ 3487415 w 4940931"/>
                <a:gd name="connsiteY1521" fmla="*/ 38735 h 138429"/>
                <a:gd name="connsiteX1522" fmla="*/ 3493765 w 4940931"/>
                <a:gd name="connsiteY1522" fmla="*/ 51435 h 138429"/>
                <a:gd name="connsiteX1523" fmla="*/ 3496305 w 4940931"/>
                <a:gd name="connsiteY1523" fmla="*/ 70485 h 138429"/>
                <a:gd name="connsiteX1524" fmla="*/ 3495670 w 4940931"/>
                <a:gd name="connsiteY1524" fmla="*/ 71120 h 138429"/>
                <a:gd name="connsiteX1525" fmla="*/ 3493130 w 4940931"/>
                <a:gd name="connsiteY1525" fmla="*/ 88265 h 138429"/>
                <a:gd name="connsiteX1526" fmla="*/ 3486145 w 4940931"/>
                <a:gd name="connsiteY1526" fmla="*/ 100330 h 138429"/>
                <a:gd name="connsiteX1527" fmla="*/ 3476620 w 4940931"/>
                <a:gd name="connsiteY1527" fmla="*/ 107315 h 138429"/>
                <a:gd name="connsiteX1528" fmla="*/ 3465190 w 4940931"/>
                <a:gd name="connsiteY1528" fmla="*/ 109855 h 138429"/>
                <a:gd name="connsiteX1529" fmla="*/ 3454395 w 4940931"/>
                <a:gd name="connsiteY1529" fmla="*/ 107315 h 138429"/>
                <a:gd name="connsiteX1530" fmla="*/ 3445505 w 4940931"/>
                <a:gd name="connsiteY1530" fmla="*/ 100965 h 138429"/>
                <a:gd name="connsiteX1531" fmla="*/ 3445505 w 4940931"/>
                <a:gd name="connsiteY1531" fmla="*/ 107950 h 138429"/>
                <a:gd name="connsiteX1532" fmla="*/ 3430265 w 4940931"/>
                <a:gd name="connsiteY1532" fmla="*/ 107950 h 138429"/>
                <a:gd name="connsiteX1533" fmla="*/ 3430265 w 4940931"/>
                <a:gd name="connsiteY1533" fmla="*/ 7620 h 138429"/>
                <a:gd name="connsiteX1534" fmla="*/ 2380611 w 4940931"/>
                <a:gd name="connsiteY1534" fmla="*/ 0 h 138429"/>
                <a:gd name="connsiteX1535" fmla="*/ 2380611 w 4940931"/>
                <a:gd name="connsiteY1535" fmla="*/ 30480 h 138429"/>
                <a:gd name="connsiteX1536" fmla="*/ 2399661 w 4940931"/>
                <a:gd name="connsiteY1536" fmla="*/ 30480 h 138429"/>
                <a:gd name="connsiteX1537" fmla="*/ 2399661 w 4940931"/>
                <a:gd name="connsiteY1537" fmla="*/ 44450 h 138429"/>
                <a:gd name="connsiteX1538" fmla="*/ 2380611 w 4940931"/>
                <a:gd name="connsiteY1538" fmla="*/ 44450 h 138429"/>
                <a:gd name="connsiteX1539" fmla="*/ 2380611 w 4940931"/>
                <a:gd name="connsiteY1539" fmla="*/ 86995 h 138429"/>
                <a:gd name="connsiteX1540" fmla="*/ 2380611 w 4940931"/>
                <a:gd name="connsiteY1540" fmla="*/ 91440 h 138429"/>
                <a:gd name="connsiteX1541" fmla="*/ 2381881 w 4940931"/>
                <a:gd name="connsiteY1541" fmla="*/ 94615 h 138429"/>
                <a:gd name="connsiteX1542" fmla="*/ 2384421 w 4940931"/>
                <a:gd name="connsiteY1542" fmla="*/ 95885 h 138429"/>
                <a:gd name="connsiteX1543" fmla="*/ 2388231 w 4940931"/>
                <a:gd name="connsiteY1543" fmla="*/ 95885 h 138429"/>
                <a:gd name="connsiteX1544" fmla="*/ 2394581 w 4940931"/>
                <a:gd name="connsiteY1544" fmla="*/ 95250 h 138429"/>
                <a:gd name="connsiteX1545" fmla="*/ 2399661 w 4940931"/>
                <a:gd name="connsiteY1545" fmla="*/ 93345 h 138429"/>
                <a:gd name="connsiteX1546" fmla="*/ 2397756 w 4940931"/>
                <a:gd name="connsiteY1546" fmla="*/ 106680 h 138429"/>
                <a:gd name="connsiteX1547" fmla="*/ 2391406 w 4940931"/>
                <a:gd name="connsiteY1547" fmla="*/ 109220 h 138429"/>
                <a:gd name="connsiteX1548" fmla="*/ 2383151 w 4940931"/>
                <a:gd name="connsiteY1548" fmla="*/ 110490 h 138429"/>
                <a:gd name="connsiteX1549" fmla="*/ 2376166 w 4940931"/>
                <a:gd name="connsiteY1549" fmla="*/ 109220 h 138429"/>
                <a:gd name="connsiteX1550" fmla="*/ 2370451 w 4940931"/>
                <a:gd name="connsiteY1550" fmla="*/ 105410 h 138429"/>
                <a:gd name="connsiteX1551" fmla="*/ 2366641 w 4940931"/>
                <a:gd name="connsiteY1551" fmla="*/ 99060 h 138429"/>
                <a:gd name="connsiteX1552" fmla="*/ 2365371 w 4940931"/>
                <a:gd name="connsiteY1552" fmla="*/ 89535 h 138429"/>
                <a:gd name="connsiteX1553" fmla="*/ 2365371 w 4940931"/>
                <a:gd name="connsiteY1553" fmla="*/ 44450 h 138429"/>
                <a:gd name="connsiteX1554" fmla="*/ 2354576 w 4940931"/>
                <a:gd name="connsiteY1554" fmla="*/ 44450 h 138429"/>
                <a:gd name="connsiteX1555" fmla="*/ 2354576 w 4940931"/>
                <a:gd name="connsiteY1555" fmla="*/ 30480 h 138429"/>
                <a:gd name="connsiteX1556" fmla="*/ 2365371 w 4940931"/>
                <a:gd name="connsiteY1556" fmla="*/ 30480 h 138429"/>
                <a:gd name="connsiteX1557" fmla="*/ 2365371 w 4940931"/>
                <a:gd name="connsiteY1557" fmla="*/ 8255 h 138429"/>
                <a:gd name="connsiteX1558" fmla="*/ 2150741 w 4940931"/>
                <a:gd name="connsiteY1558" fmla="*/ 0 h 138429"/>
                <a:gd name="connsiteX1559" fmla="*/ 2150741 w 4940931"/>
                <a:gd name="connsiteY1559" fmla="*/ 30480 h 138429"/>
                <a:gd name="connsiteX1560" fmla="*/ 2169791 w 4940931"/>
                <a:gd name="connsiteY1560" fmla="*/ 30480 h 138429"/>
                <a:gd name="connsiteX1561" fmla="*/ 2169791 w 4940931"/>
                <a:gd name="connsiteY1561" fmla="*/ 44450 h 138429"/>
                <a:gd name="connsiteX1562" fmla="*/ 2150741 w 4940931"/>
                <a:gd name="connsiteY1562" fmla="*/ 44450 h 138429"/>
                <a:gd name="connsiteX1563" fmla="*/ 2150741 w 4940931"/>
                <a:gd name="connsiteY1563" fmla="*/ 86995 h 138429"/>
                <a:gd name="connsiteX1564" fmla="*/ 2150741 w 4940931"/>
                <a:gd name="connsiteY1564" fmla="*/ 91440 h 138429"/>
                <a:gd name="connsiteX1565" fmla="*/ 2152011 w 4940931"/>
                <a:gd name="connsiteY1565" fmla="*/ 94615 h 138429"/>
                <a:gd name="connsiteX1566" fmla="*/ 2154551 w 4940931"/>
                <a:gd name="connsiteY1566" fmla="*/ 95885 h 138429"/>
                <a:gd name="connsiteX1567" fmla="*/ 2158361 w 4940931"/>
                <a:gd name="connsiteY1567" fmla="*/ 95885 h 138429"/>
                <a:gd name="connsiteX1568" fmla="*/ 2164711 w 4940931"/>
                <a:gd name="connsiteY1568" fmla="*/ 95250 h 138429"/>
                <a:gd name="connsiteX1569" fmla="*/ 2169791 w 4940931"/>
                <a:gd name="connsiteY1569" fmla="*/ 93345 h 138429"/>
                <a:gd name="connsiteX1570" fmla="*/ 2167886 w 4940931"/>
                <a:gd name="connsiteY1570" fmla="*/ 106680 h 138429"/>
                <a:gd name="connsiteX1571" fmla="*/ 2161536 w 4940931"/>
                <a:gd name="connsiteY1571" fmla="*/ 109220 h 138429"/>
                <a:gd name="connsiteX1572" fmla="*/ 2153281 w 4940931"/>
                <a:gd name="connsiteY1572" fmla="*/ 110490 h 138429"/>
                <a:gd name="connsiteX1573" fmla="*/ 2146296 w 4940931"/>
                <a:gd name="connsiteY1573" fmla="*/ 109220 h 138429"/>
                <a:gd name="connsiteX1574" fmla="*/ 2140581 w 4940931"/>
                <a:gd name="connsiteY1574" fmla="*/ 105410 h 138429"/>
                <a:gd name="connsiteX1575" fmla="*/ 2136771 w 4940931"/>
                <a:gd name="connsiteY1575" fmla="*/ 99060 h 138429"/>
                <a:gd name="connsiteX1576" fmla="*/ 2135501 w 4940931"/>
                <a:gd name="connsiteY1576" fmla="*/ 89535 h 138429"/>
                <a:gd name="connsiteX1577" fmla="*/ 2135501 w 4940931"/>
                <a:gd name="connsiteY1577" fmla="*/ 44450 h 138429"/>
                <a:gd name="connsiteX1578" fmla="*/ 2124706 w 4940931"/>
                <a:gd name="connsiteY1578" fmla="*/ 44450 h 138429"/>
                <a:gd name="connsiteX1579" fmla="*/ 2124706 w 4940931"/>
                <a:gd name="connsiteY1579" fmla="*/ 30480 h 138429"/>
                <a:gd name="connsiteX1580" fmla="*/ 2135501 w 4940931"/>
                <a:gd name="connsiteY1580" fmla="*/ 30480 h 138429"/>
                <a:gd name="connsiteX1581" fmla="*/ 2135501 w 4940931"/>
                <a:gd name="connsiteY1581" fmla="*/ 8255 h 138429"/>
                <a:gd name="connsiteX1582" fmla="*/ 2096131 w 4940931"/>
                <a:gd name="connsiteY1582" fmla="*/ 0 h 138429"/>
                <a:gd name="connsiteX1583" fmla="*/ 2096131 w 4940931"/>
                <a:gd name="connsiteY1583" fmla="*/ 30480 h 138429"/>
                <a:gd name="connsiteX1584" fmla="*/ 2115181 w 4940931"/>
                <a:gd name="connsiteY1584" fmla="*/ 30480 h 138429"/>
                <a:gd name="connsiteX1585" fmla="*/ 2115181 w 4940931"/>
                <a:gd name="connsiteY1585" fmla="*/ 44450 h 138429"/>
                <a:gd name="connsiteX1586" fmla="*/ 2096131 w 4940931"/>
                <a:gd name="connsiteY1586" fmla="*/ 44450 h 138429"/>
                <a:gd name="connsiteX1587" fmla="*/ 2096131 w 4940931"/>
                <a:gd name="connsiteY1587" fmla="*/ 86995 h 138429"/>
                <a:gd name="connsiteX1588" fmla="*/ 2096131 w 4940931"/>
                <a:gd name="connsiteY1588" fmla="*/ 91440 h 138429"/>
                <a:gd name="connsiteX1589" fmla="*/ 2097401 w 4940931"/>
                <a:gd name="connsiteY1589" fmla="*/ 94615 h 138429"/>
                <a:gd name="connsiteX1590" fmla="*/ 2099941 w 4940931"/>
                <a:gd name="connsiteY1590" fmla="*/ 95885 h 138429"/>
                <a:gd name="connsiteX1591" fmla="*/ 2103751 w 4940931"/>
                <a:gd name="connsiteY1591" fmla="*/ 95885 h 138429"/>
                <a:gd name="connsiteX1592" fmla="*/ 2110101 w 4940931"/>
                <a:gd name="connsiteY1592" fmla="*/ 95250 h 138429"/>
                <a:gd name="connsiteX1593" fmla="*/ 2115181 w 4940931"/>
                <a:gd name="connsiteY1593" fmla="*/ 93345 h 138429"/>
                <a:gd name="connsiteX1594" fmla="*/ 2113276 w 4940931"/>
                <a:gd name="connsiteY1594" fmla="*/ 106680 h 138429"/>
                <a:gd name="connsiteX1595" fmla="*/ 2106926 w 4940931"/>
                <a:gd name="connsiteY1595" fmla="*/ 109220 h 138429"/>
                <a:gd name="connsiteX1596" fmla="*/ 2098671 w 4940931"/>
                <a:gd name="connsiteY1596" fmla="*/ 110490 h 138429"/>
                <a:gd name="connsiteX1597" fmla="*/ 2091686 w 4940931"/>
                <a:gd name="connsiteY1597" fmla="*/ 109220 h 138429"/>
                <a:gd name="connsiteX1598" fmla="*/ 2085971 w 4940931"/>
                <a:gd name="connsiteY1598" fmla="*/ 105410 h 138429"/>
                <a:gd name="connsiteX1599" fmla="*/ 2082161 w 4940931"/>
                <a:gd name="connsiteY1599" fmla="*/ 99060 h 138429"/>
                <a:gd name="connsiteX1600" fmla="*/ 2080891 w 4940931"/>
                <a:gd name="connsiteY1600" fmla="*/ 89535 h 138429"/>
                <a:gd name="connsiteX1601" fmla="*/ 2080891 w 4940931"/>
                <a:gd name="connsiteY1601" fmla="*/ 44450 h 138429"/>
                <a:gd name="connsiteX1602" fmla="*/ 2070096 w 4940931"/>
                <a:gd name="connsiteY1602" fmla="*/ 44450 h 138429"/>
                <a:gd name="connsiteX1603" fmla="*/ 2070096 w 4940931"/>
                <a:gd name="connsiteY1603" fmla="*/ 30480 h 138429"/>
                <a:gd name="connsiteX1604" fmla="*/ 2080891 w 4940931"/>
                <a:gd name="connsiteY1604" fmla="*/ 30480 h 138429"/>
                <a:gd name="connsiteX1605" fmla="*/ 2080891 w 4940931"/>
                <a:gd name="connsiteY1605" fmla="*/ 8255 h 138429"/>
                <a:gd name="connsiteX1606" fmla="*/ 1931665 w 4940931"/>
                <a:gd name="connsiteY1606" fmla="*/ 0 h 138429"/>
                <a:gd name="connsiteX1607" fmla="*/ 1931665 w 4940931"/>
                <a:gd name="connsiteY1607" fmla="*/ 37465 h 138429"/>
                <a:gd name="connsiteX1608" fmla="*/ 1936110 w 4940931"/>
                <a:gd name="connsiteY1608" fmla="*/ 33655 h 138429"/>
                <a:gd name="connsiteX1609" fmla="*/ 1939920 w 4940931"/>
                <a:gd name="connsiteY1609" fmla="*/ 31115 h 138429"/>
                <a:gd name="connsiteX1610" fmla="*/ 1945000 w 4940931"/>
                <a:gd name="connsiteY1610" fmla="*/ 29210 h 138429"/>
                <a:gd name="connsiteX1611" fmla="*/ 1951985 w 4940931"/>
                <a:gd name="connsiteY1611" fmla="*/ 28575 h 138429"/>
                <a:gd name="connsiteX1612" fmla="*/ 1964050 w 4940931"/>
                <a:gd name="connsiteY1612" fmla="*/ 31115 h 138429"/>
                <a:gd name="connsiteX1613" fmla="*/ 1973575 w 4940931"/>
                <a:gd name="connsiteY1613" fmla="*/ 38735 h 138429"/>
                <a:gd name="connsiteX1614" fmla="*/ 1979925 w 4940931"/>
                <a:gd name="connsiteY1614" fmla="*/ 51435 h 138429"/>
                <a:gd name="connsiteX1615" fmla="*/ 1982465 w 4940931"/>
                <a:gd name="connsiteY1615" fmla="*/ 70485 h 138429"/>
                <a:gd name="connsiteX1616" fmla="*/ 1981830 w 4940931"/>
                <a:gd name="connsiteY1616" fmla="*/ 71120 h 138429"/>
                <a:gd name="connsiteX1617" fmla="*/ 1979290 w 4940931"/>
                <a:gd name="connsiteY1617" fmla="*/ 88265 h 138429"/>
                <a:gd name="connsiteX1618" fmla="*/ 1972305 w 4940931"/>
                <a:gd name="connsiteY1618" fmla="*/ 100330 h 138429"/>
                <a:gd name="connsiteX1619" fmla="*/ 1962780 w 4940931"/>
                <a:gd name="connsiteY1619" fmla="*/ 107315 h 138429"/>
                <a:gd name="connsiteX1620" fmla="*/ 1951350 w 4940931"/>
                <a:gd name="connsiteY1620" fmla="*/ 109855 h 138429"/>
                <a:gd name="connsiteX1621" fmla="*/ 1940555 w 4940931"/>
                <a:gd name="connsiteY1621" fmla="*/ 107315 h 138429"/>
                <a:gd name="connsiteX1622" fmla="*/ 1931665 w 4940931"/>
                <a:gd name="connsiteY1622" fmla="*/ 100965 h 138429"/>
                <a:gd name="connsiteX1623" fmla="*/ 1931665 w 4940931"/>
                <a:gd name="connsiteY1623" fmla="*/ 107950 h 138429"/>
                <a:gd name="connsiteX1624" fmla="*/ 1916425 w 4940931"/>
                <a:gd name="connsiteY1624" fmla="*/ 107950 h 138429"/>
                <a:gd name="connsiteX1625" fmla="*/ 1916425 w 4940931"/>
                <a:gd name="connsiteY1625" fmla="*/ 7620 h 138429"/>
                <a:gd name="connsiteX1626" fmla="*/ 1316991 w 4940931"/>
                <a:gd name="connsiteY1626" fmla="*/ 0 h 138429"/>
                <a:gd name="connsiteX1627" fmla="*/ 1316991 w 4940931"/>
                <a:gd name="connsiteY1627" fmla="*/ 30480 h 138429"/>
                <a:gd name="connsiteX1628" fmla="*/ 1336041 w 4940931"/>
                <a:gd name="connsiteY1628" fmla="*/ 30480 h 138429"/>
                <a:gd name="connsiteX1629" fmla="*/ 1336041 w 4940931"/>
                <a:gd name="connsiteY1629" fmla="*/ 44450 h 138429"/>
                <a:gd name="connsiteX1630" fmla="*/ 1316991 w 4940931"/>
                <a:gd name="connsiteY1630" fmla="*/ 44450 h 138429"/>
                <a:gd name="connsiteX1631" fmla="*/ 1316991 w 4940931"/>
                <a:gd name="connsiteY1631" fmla="*/ 86995 h 138429"/>
                <a:gd name="connsiteX1632" fmla="*/ 1316991 w 4940931"/>
                <a:gd name="connsiteY1632" fmla="*/ 91440 h 138429"/>
                <a:gd name="connsiteX1633" fmla="*/ 1318261 w 4940931"/>
                <a:gd name="connsiteY1633" fmla="*/ 94615 h 138429"/>
                <a:gd name="connsiteX1634" fmla="*/ 1320801 w 4940931"/>
                <a:gd name="connsiteY1634" fmla="*/ 95885 h 138429"/>
                <a:gd name="connsiteX1635" fmla="*/ 1324611 w 4940931"/>
                <a:gd name="connsiteY1635" fmla="*/ 95885 h 138429"/>
                <a:gd name="connsiteX1636" fmla="*/ 1330961 w 4940931"/>
                <a:gd name="connsiteY1636" fmla="*/ 95250 h 138429"/>
                <a:gd name="connsiteX1637" fmla="*/ 1336041 w 4940931"/>
                <a:gd name="connsiteY1637" fmla="*/ 93345 h 138429"/>
                <a:gd name="connsiteX1638" fmla="*/ 1334136 w 4940931"/>
                <a:gd name="connsiteY1638" fmla="*/ 106680 h 138429"/>
                <a:gd name="connsiteX1639" fmla="*/ 1327786 w 4940931"/>
                <a:gd name="connsiteY1639" fmla="*/ 109220 h 138429"/>
                <a:gd name="connsiteX1640" fmla="*/ 1319531 w 4940931"/>
                <a:gd name="connsiteY1640" fmla="*/ 110490 h 138429"/>
                <a:gd name="connsiteX1641" fmla="*/ 1312546 w 4940931"/>
                <a:gd name="connsiteY1641" fmla="*/ 109220 h 138429"/>
                <a:gd name="connsiteX1642" fmla="*/ 1306831 w 4940931"/>
                <a:gd name="connsiteY1642" fmla="*/ 105410 h 138429"/>
                <a:gd name="connsiteX1643" fmla="*/ 1303021 w 4940931"/>
                <a:gd name="connsiteY1643" fmla="*/ 99060 h 138429"/>
                <a:gd name="connsiteX1644" fmla="*/ 1301751 w 4940931"/>
                <a:gd name="connsiteY1644" fmla="*/ 89535 h 138429"/>
                <a:gd name="connsiteX1645" fmla="*/ 1301751 w 4940931"/>
                <a:gd name="connsiteY1645" fmla="*/ 44450 h 138429"/>
                <a:gd name="connsiteX1646" fmla="*/ 1290956 w 4940931"/>
                <a:gd name="connsiteY1646" fmla="*/ 44450 h 138429"/>
                <a:gd name="connsiteX1647" fmla="*/ 1290956 w 4940931"/>
                <a:gd name="connsiteY1647" fmla="*/ 30480 h 138429"/>
                <a:gd name="connsiteX1648" fmla="*/ 1301751 w 4940931"/>
                <a:gd name="connsiteY1648" fmla="*/ 30480 h 138429"/>
                <a:gd name="connsiteX1649" fmla="*/ 1301751 w 4940931"/>
                <a:gd name="connsiteY1649" fmla="*/ 8255 h 138429"/>
                <a:gd name="connsiteX1650" fmla="*/ 751206 w 4940931"/>
                <a:gd name="connsiteY1650" fmla="*/ 0 h 138429"/>
                <a:gd name="connsiteX1651" fmla="*/ 751206 w 4940931"/>
                <a:gd name="connsiteY1651" fmla="*/ 30480 h 138429"/>
                <a:gd name="connsiteX1652" fmla="*/ 770256 w 4940931"/>
                <a:gd name="connsiteY1652" fmla="*/ 30480 h 138429"/>
                <a:gd name="connsiteX1653" fmla="*/ 770256 w 4940931"/>
                <a:gd name="connsiteY1653" fmla="*/ 44450 h 138429"/>
                <a:gd name="connsiteX1654" fmla="*/ 751206 w 4940931"/>
                <a:gd name="connsiteY1654" fmla="*/ 44450 h 138429"/>
                <a:gd name="connsiteX1655" fmla="*/ 751206 w 4940931"/>
                <a:gd name="connsiteY1655" fmla="*/ 86995 h 138429"/>
                <a:gd name="connsiteX1656" fmla="*/ 751206 w 4940931"/>
                <a:gd name="connsiteY1656" fmla="*/ 91440 h 138429"/>
                <a:gd name="connsiteX1657" fmla="*/ 752476 w 4940931"/>
                <a:gd name="connsiteY1657" fmla="*/ 94615 h 138429"/>
                <a:gd name="connsiteX1658" fmla="*/ 755016 w 4940931"/>
                <a:gd name="connsiteY1658" fmla="*/ 95885 h 138429"/>
                <a:gd name="connsiteX1659" fmla="*/ 758826 w 4940931"/>
                <a:gd name="connsiteY1659" fmla="*/ 95885 h 138429"/>
                <a:gd name="connsiteX1660" fmla="*/ 765176 w 4940931"/>
                <a:gd name="connsiteY1660" fmla="*/ 95250 h 138429"/>
                <a:gd name="connsiteX1661" fmla="*/ 770256 w 4940931"/>
                <a:gd name="connsiteY1661" fmla="*/ 93345 h 138429"/>
                <a:gd name="connsiteX1662" fmla="*/ 768351 w 4940931"/>
                <a:gd name="connsiteY1662" fmla="*/ 106680 h 138429"/>
                <a:gd name="connsiteX1663" fmla="*/ 762001 w 4940931"/>
                <a:gd name="connsiteY1663" fmla="*/ 109220 h 138429"/>
                <a:gd name="connsiteX1664" fmla="*/ 753746 w 4940931"/>
                <a:gd name="connsiteY1664" fmla="*/ 110490 h 138429"/>
                <a:gd name="connsiteX1665" fmla="*/ 746761 w 4940931"/>
                <a:gd name="connsiteY1665" fmla="*/ 109220 h 138429"/>
                <a:gd name="connsiteX1666" fmla="*/ 741045 w 4940931"/>
                <a:gd name="connsiteY1666" fmla="*/ 105410 h 138429"/>
                <a:gd name="connsiteX1667" fmla="*/ 737236 w 4940931"/>
                <a:gd name="connsiteY1667" fmla="*/ 99060 h 138429"/>
                <a:gd name="connsiteX1668" fmla="*/ 735966 w 4940931"/>
                <a:gd name="connsiteY1668" fmla="*/ 89535 h 138429"/>
                <a:gd name="connsiteX1669" fmla="*/ 735966 w 4940931"/>
                <a:gd name="connsiteY1669" fmla="*/ 44450 h 138429"/>
                <a:gd name="connsiteX1670" fmla="*/ 725171 w 4940931"/>
                <a:gd name="connsiteY1670" fmla="*/ 44450 h 138429"/>
                <a:gd name="connsiteX1671" fmla="*/ 725171 w 4940931"/>
                <a:gd name="connsiteY1671" fmla="*/ 30480 h 138429"/>
                <a:gd name="connsiteX1672" fmla="*/ 735966 w 4940931"/>
                <a:gd name="connsiteY1672" fmla="*/ 30480 h 138429"/>
                <a:gd name="connsiteX1673" fmla="*/ 735966 w 4940931"/>
                <a:gd name="connsiteY1673" fmla="*/ 8255 h 138429"/>
                <a:gd name="connsiteX1674" fmla="*/ 521335 w 4940931"/>
                <a:gd name="connsiteY1674" fmla="*/ 0 h 138429"/>
                <a:gd name="connsiteX1675" fmla="*/ 521335 w 4940931"/>
                <a:gd name="connsiteY1675" fmla="*/ 30480 h 138429"/>
                <a:gd name="connsiteX1676" fmla="*/ 540385 w 4940931"/>
                <a:gd name="connsiteY1676" fmla="*/ 30480 h 138429"/>
                <a:gd name="connsiteX1677" fmla="*/ 540385 w 4940931"/>
                <a:gd name="connsiteY1677" fmla="*/ 44450 h 138429"/>
                <a:gd name="connsiteX1678" fmla="*/ 521335 w 4940931"/>
                <a:gd name="connsiteY1678" fmla="*/ 44450 h 138429"/>
                <a:gd name="connsiteX1679" fmla="*/ 521335 w 4940931"/>
                <a:gd name="connsiteY1679" fmla="*/ 86995 h 138429"/>
                <a:gd name="connsiteX1680" fmla="*/ 521335 w 4940931"/>
                <a:gd name="connsiteY1680" fmla="*/ 91440 h 138429"/>
                <a:gd name="connsiteX1681" fmla="*/ 522605 w 4940931"/>
                <a:gd name="connsiteY1681" fmla="*/ 94615 h 138429"/>
                <a:gd name="connsiteX1682" fmla="*/ 525145 w 4940931"/>
                <a:gd name="connsiteY1682" fmla="*/ 95885 h 138429"/>
                <a:gd name="connsiteX1683" fmla="*/ 528955 w 4940931"/>
                <a:gd name="connsiteY1683" fmla="*/ 95885 h 138429"/>
                <a:gd name="connsiteX1684" fmla="*/ 535305 w 4940931"/>
                <a:gd name="connsiteY1684" fmla="*/ 95250 h 138429"/>
                <a:gd name="connsiteX1685" fmla="*/ 540385 w 4940931"/>
                <a:gd name="connsiteY1685" fmla="*/ 93345 h 138429"/>
                <a:gd name="connsiteX1686" fmla="*/ 538480 w 4940931"/>
                <a:gd name="connsiteY1686" fmla="*/ 106680 h 138429"/>
                <a:gd name="connsiteX1687" fmla="*/ 532130 w 4940931"/>
                <a:gd name="connsiteY1687" fmla="*/ 109220 h 138429"/>
                <a:gd name="connsiteX1688" fmla="*/ 523875 w 4940931"/>
                <a:gd name="connsiteY1688" fmla="*/ 110490 h 138429"/>
                <a:gd name="connsiteX1689" fmla="*/ 516890 w 4940931"/>
                <a:gd name="connsiteY1689" fmla="*/ 109220 h 138429"/>
                <a:gd name="connsiteX1690" fmla="*/ 511175 w 4940931"/>
                <a:gd name="connsiteY1690" fmla="*/ 105410 h 138429"/>
                <a:gd name="connsiteX1691" fmla="*/ 507365 w 4940931"/>
                <a:gd name="connsiteY1691" fmla="*/ 99060 h 138429"/>
                <a:gd name="connsiteX1692" fmla="*/ 506095 w 4940931"/>
                <a:gd name="connsiteY1692" fmla="*/ 89535 h 138429"/>
                <a:gd name="connsiteX1693" fmla="*/ 506095 w 4940931"/>
                <a:gd name="connsiteY1693" fmla="*/ 44450 h 138429"/>
                <a:gd name="connsiteX1694" fmla="*/ 495300 w 4940931"/>
                <a:gd name="connsiteY1694" fmla="*/ 44450 h 138429"/>
                <a:gd name="connsiteX1695" fmla="*/ 495300 w 4940931"/>
                <a:gd name="connsiteY1695" fmla="*/ 30480 h 138429"/>
                <a:gd name="connsiteX1696" fmla="*/ 506095 w 4940931"/>
                <a:gd name="connsiteY1696" fmla="*/ 30480 h 138429"/>
                <a:gd name="connsiteX1697" fmla="*/ 506095 w 4940931"/>
                <a:gd name="connsiteY1697" fmla="*/ 8255 h 138429"/>
                <a:gd name="connsiteX1698" fmla="*/ 466724 w 4940931"/>
                <a:gd name="connsiteY1698" fmla="*/ 0 h 138429"/>
                <a:gd name="connsiteX1699" fmla="*/ 466724 w 4940931"/>
                <a:gd name="connsiteY1699" fmla="*/ 30480 h 138429"/>
                <a:gd name="connsiteX1700" fmla="*/ 485774 w 4940931"/>
                <a:gd name="connsiteY1700" fmla="*/ 30480 h 138429"/>
                <a:gd name="connsiteX1701" fmla="*/ 485774 w 4940931"/>
                <a:gd name="connsiteY1701" fmla="*/ 44450 h 138429"/>
                <a:gd name="connsiteX1702" fmla="*/ 466724 w 4940931"/>
                <a:gd name="connsiteY1702" fmla="*/ 44450 h 138429"/>
                <a:gd name="connsiteX1703" fmla="*/ 466724 w 4940931"/>
                <a:gd name="connsiteY1703" fmla="*/ 86995 h 138429"/>
                <a:gd name="connsiteX1704" fmla="*/ 466724 w 4940931"/>
                <a:gd name="connsiteY1704" fmla="*/ 91440 h 138429"/>
                <a:gd name="connsiteX1705" fmla="*/ 467994 w 4940931"/>
                <a:gd name="connsiteY1705" fmla="*/ 94615 h 138429"/>
                <a:gd name="connsiteX1706" fmla="*/ 470534 w 4940931"/>
                <a:gd name="connsiteY1706" fmla="*/ 95885 h 138429"/>
                <a:gd name="connsiteX1707" fmla="*/ 474344 w 4940931"/>
                <a:gd name="connsiteY1707" fmla="*/ 95885 h 138429"/>
                <a:gd name="connsiteX1708" fmla="*/ 480694 w 4940931"/>
                <a:gd name="connsiteY1708" fmla="*/ 95250 h 138429"/>
                <a:gd name="connsiteX1709" fmla="*/ 485774 w 4940931"/>
                <a:gd name="connsiteY1709" fmla="*/ 93345 h 138429"/>
                <a:gd name="connsiteX1710" fmla="*/ 483869 w 4940931"/>
                <a:gd name="connsiteY1710" fmla="*/ 106680 h 138429"/>
                <a:gd name="connsiteX1711" fmla="*/ 477519 w 4940931"/>
                <a:gd name="connsiteY1711" fmla="*/ 109220 h 138429"/>
                <a:gd name="connsiteX1712" fmla="*/ 469264 w 4940931"/>
                <a:gd name="connsiteY1712" fmla="*/ 110490 h 138429"/>
                <a:gd name="connsiteX1713" fmla="*/ 462279 w 4940931"/>
                <a:gd name="connsiteY1713" fmla="*/ 109220 h 138429"/>
                <a:gd name="connsiteX1714" fmla="*/ 456564 w 4940931"/>
                <a:gd name="connsiteY1714" fmla="*/ 105410 h 138429"/>
                <a:gd name="connsiteX1715" fmla="*/ 452754 w 4940931"/>
                <a:gd name="connsiteY1715" fmla="*/ 99060 h 138429"/>
                <a:gd name="connsiteX1716" fmla="*/ 451484 w 4940931"/>
                <a:gd name="connsiteY1716" fmla="*/ 89535 h 138429"/>
                <a:gd name="connsiteX1717" fmla="*/ 451484 w 4940931"/>
                <a:gd name="connsiteY1717" fmla="*/ 44450 h 138429"/>
                <a:gd name="connsiteX1718" fmla="*/ 440689 w 4940931"/>
                <a:gd name="connsiteY1718" fmla="*/ 44450 h 138429"/>
                <a:gd name="connsiteX1719" fmla="*/ 440689 w 4940931"/>
                <a:gd name="connsiteY1719" fmla="*/ 30480 h 138429"/>
                <a:gd name="connsiteX1720" fmla="*/ 451484 w 4940931"/>
                <a:gd name="connsiteY1720" fmla="*/ 30480 h 138429"/>
                <a:gd name="connsiteX1721" fmla="*/ 451484 w 4940931"/>
                <a:gd name="connsiteY1721" fmla="*/ 8255 h 138429"/>
                <a:gd name="connsiteX1722" fmla="*/ 302259 w 4940931"/>
                <a:gd name="connsiteY1722" fmla="*/ 0 h 138429"/>
                <a:gd name="connsiteX1723" fmla="*/ 302259 w 4940931"/>
                <a:gd name="connsiteY1723" fmla="*/ 37465 h 138429"/>
                <a:gd name="connsiteX1724" fmla="*/ 306704 w 4940931"/>
                <a:gd name="connsiteY1724" fmla="*/ 33655 h 138429"/>
                <a:gd name="connsiteX1725" fmla="*/ 310514 w 4940931"/>
                <a:gd name="connsiteY1725" fmla="*/ 31115 h 138429"/>
                <a:gd name="connsiteX1726" fmla="*/ 315594 w 4940931"/>
                <a:gd name="connsiteY1726" fmla="*/ 29210 h 138429"/>
                <a:gd name="connsiteX1727" fmla="*/ 322579 w 4940931"/>
                <a:gd name="connsiteY1727" fmla="*/ 28575 h 138429"/>
                <a:gd name="connsiteX1728" fmla="*/ 334644 w 4940931"/>
                <a:gd name="connsiteY1728" fmla="*/ 31115 h 138429"/>
                <a:gd name="connsiteX1729" fmla="*/ 344169 w 4940931"/>
                <a:gd name="connsiteY1729" fmla="*/ 38735 h 138429"/>
                <a:gd name="connsiteX1730" fmla="*/ 350519 w 4940931"/>
                <a:gd name="connsiteY1730" fmla="*/ 51435 h 138429"/>
                <a:gd name="connsiteX1731" fmla="*/ 353059 w 4940931"/>
                <a:gd name="connsiteY1731" fmla="*/ 70485 h 138429"/>
                <a:gd name="connsiteX1732" fmla="*/ 352424 w 4940931"/>
                <a:gd name="connsiteY1732" fmla="*/ 71120 h 138429"/>
                <a:gd name="connsiteX1733" fmla="*/ 349884 w 4940931"/>
                <a:gd name="connsiteY1733" fmla="*/ 88265 h 138429"/>
                <a:gd name="connsiteX1734" fmla="*/ 342899 w 4940931"/>
                <a:gd name="connsiteY1734" fmla="*/ 100330 h 138429"/>
                <a:gd name="connsiteX1735" fmla="*/ 333374 w 4940931"/>
                <a:gd name="connsiteY1735" fmla="*/ 107315 h 138429"/>
                <a:gd name="connsiteX1736" fmla="*/ 321944 w 4940931"/>
                <a:gd name="connsiteY1736" fmla="*/ 109855 h 138429"/>
                <a:gd name="connsiteX1737" fmla="*/ 311149 w 4940931"/>
                <a:gd name="connsiteY1737" fmla="*/ 107315 h 138429"/>
                <a:gd name="connsiteX1738" fmla="*/ 302259 w 4940931"/>
                <a:gd name="connsiteY1738" fmla="*/ 100965 h 138429"/>
                <a:gd name="connsiteX1739" fmla="*/ 302259 w 4940931"/>
                <a:gd name="connsiteY1739" fmla="*/ 107950 h 138429"/>
                <a:gd name="connsiteX1740" fmla="*/ 287019 w 4940931"/>
                <a:gd name="connsiteY1740" fmla="*/ 107950 h 138429"/>
                <a:gd name="connsiteX1741" fmla="*/ 287019 w 4940931"/>
                <a:gd name="connsiteY1741" fmla="*/ 7620 h 138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Lst>
              <a:rect l="l" t="t" r="r" b="b"/>
              <a:pathLst>
                <a:path w="4940931" h="138429">
                  <a:moveTo>
                    <a:pt x="1032512" y="137477"/>
                  </a:moveTo>
                  <a:lnTo>
                    <a:pt x="1032512" y="137794"/>
                  </a:lnTo>
                  <a:lnTo>
                    <a:pt x="1030607" y="138429"/>
                  </a:lnTo>
                  <a:close/>
                  <a:moveTo>
                    <a:pt x="4929501" y="87629"/>
                  </a:moveTo>
                  <a:cubicBezTo>
                    <a:pt x="4930771" y="87629"/>
                    <a:pt x="4932676" y="87629"/>
                    <a:pt x="4933946" y="88264"/>
                  </a:cubicBezTo>
                  <a:cubicBezTo>
                    <a:pt x="4935216" y="88264"/>
                    <a:pt x="4936486" y="89534"/>
                    <a:pt x="4937756" y="90804"/>
                  </a:cubicBezTo>
                  <a:cubicBezTo>
                    <a:pt x="4939026" y="92074"/>
                    <a:pt x="4939661" y="93344"/>
                    <a:pt x="4940296" y="94614"/>
                  </a:cubicBezTo>
                  <a:cubicBezTo>
                    <a:pt x="4940296" y="95884"/>
                    <a:pt x="4940931" y="97789"/>
                    <a:pt x="4940931" y="99059"/>
                  </a:cubicBezTo>
                  <a:cubicBezTo>
                    <a:pt x="4940931" y="99059"/>
                    <a:pt x="4940931" y="102234"/>
                    <a:pt x="4940296" y="103504"/>
                  </a:cubicBezTo>
                  <a:cubicBezTo>
                    <a:pt x="4940296" y="104774"/>
                    <a:pt x="4939026" y="106044"/>
                    <a:pt x="4937756" y="107314"/>
                  </a:cubicBezTo>
                  <a:cubicBezTo>
                    <a:pt x="4936486" y="108584"/>
                    <a:pt x="4935216" y="109219"/>
                    <a:pt x="4933946" y="109854"/>
                  </a:cubicBezTo>
                  <a:cubicBezTo>
                    <a:pt x="4932676" y="109854"/>
                    <a:pt x="4930771" y="110489"/>
                    <a:pt x="4929501" y="110489"/>
                  </a:cubicBezTo>
                  <a:cubicBezTo>
                    <a:pt x="4928231" y="110489"/>
                    <a:pt x="4926326" y="110489"/>
                    <a:pt x="4925056" y="109854"/>
                  </a:cubicBezTo>
                  <a:cubicBezTo>
                    <a:pt x="4923786" y="109854"/>
                    <a:pt x="4922516" y="108584"/>
                    <a:pt x="4921246" y="107314"/>
                  </a:cubicBezTo>
                  <a:cubicBezTo>
                    <a:pt x="4919976" y="106044"/>
                    <a:pt x="4919341" y="104774"/>
                    <a:pt x="4918706" y="103504"/>
                  </a:cubicBezTo>
                  <a:cubicBezTo>
                    <a:pt x="4918706" y="102234"/>
                    <a:pt x="4918071" y="100329"/>
                    <a:pt x="4918071" y="99059"/>
                  </a:cubicBezTo>
                  <a:cubicBezTo>
                    <a:pt x="4918071" y="97789"/>
                    <a:pt x="4918071" y="95884"/>
                    <a:pt x="4918706" y="94614"/>
                  </a:cubicBezTo>
                  <a:cubicBezTo>
                    <a:pt x="4918706" y="93344"/>
                    <a:pt x="4919976" y="92074"/>
                    <a:pt x="4921246" y="90804"/>
                  </a:cubicBezTo>
                  <a:cubicBezTo>
                    <a:pt x="4922516" y="89534"/>
                    <a:pt x="4923786" y="88899"/>
                    <a:pt x="4925056" y="88264"/>
                  </a:cubicBezTo>
                  <a:cubicBezTo>
                    <a:pt x="4926326" y="88264"/>
                    <a:pt x="4928231" y="87629"/>
                    <a:pt x="4929501" y="87629"/>
                  </a:cubicBezTo>
                  <a:close/>
                  <a:moveTo>
                    <a:pt x="3079110" y="87629"/>
                  </a:moveTo>
                  <a:cubicBezTo>
                    <a:pt x="3080380" y="87629"/>
                    <a:pt x="3082285" y="87629"/>
                    <a:pt x="3083555" y="88264"/>
                  </a:cubicBezTo>
                  <a:cubicBezTo>
                    <a:pt x="3084825" y="88264"/>
                    <a:pt x="3086095" y="89534"/>
                    <a:pt x="3087365" y="90804"/>
                  </a:cubicBezTo>
                  <a:cubicBezTo>
                    <a:pt x="3088635" y="92074"/>
                    <a:pt x="3089270" y="93344"/>
                    <a:pt x="3089905" y="94614"/>
                  </a:cubicBezTo>
                  <a:cubicBezTo>
                    <a:pt x="3089905" y="95884"/>
                    <a:pt x="3090540" y="97789"/>
                    <a:pt x="3090540" y="99059"/>
                  </a:cubicBezTo>
                  <a:cubicBezTo>
                    <a:pt x="3090540" y="99059"/>
                    <a:pt x="3090540" y="102234"/>
                    <a:pt x="3089905" y="103504"/>
                  </a:cubicBezTo>
                  <a:cubicBezTo>
                    <a:pt x="3089905" y="104774"/>
                    <a:pt x="3088635" y="106044"/>
                    <a:pt x="3087365" y="107314"/>
                  </a:cubicBezTo>
                  <a:cubicBezTo>
                    <a:pt x="3086095" y="108584"/>
                    <a:pt x="3084825" y="109219"/>
                    <a:pt x="3083555" y="109854"/>
                  </a:cubicBezTo>
                  <a:cubicBezTo>
                    <a:pt x="3082285" y="109854"/>
                    <a:pt x="3080380" y="110489"/>
                    <a:pt x="3079110" y="110489"/>
                  </a:cubicBezTo>
                  <a:cubicBezTo>
                    <a:pt x="3077840" y="110489"/>
                    <a:pt x="3075935" y="110489"/>
                    <a:pt x="3074665" y="109854"/>
                  </a:cubicBezTo>
                  <a:cubicBezTo>
                    <a:pt x="3073395" y="109854"/>
                    <a:pt x="3072125" y="108584"/>
                    <a:pt x="3070855" y="107314"/>
                  </a:cubicBezTo>
                  <a:cubicBezTo>
                    <a:pt x="3069585" y="106044"/>
                    <a:pt x="3068950" y="104774"/>
                    <a:pt x="3068315" y="103504"/>
                  </a:cubicBezTo>
                  <a:cubicBezTo>
                    <a:pt x="3068315" y="102234"/>
                    <a:pt x="3067680" y="100329"/>
                    <a:pt x="3067680" y="99059"/>
                  </a:cubicBezTo>
                  <a:cubicBezTo>
                    <a:pt x="3067680" y="97789"/>
                    <a:pt x="3067680" y="95884"/>
                    <a:pt x="3068315" y="94614"/>
                  </a:cubicBezTo>
                  <a:cubicBezTo>
                    <a:pt x="3068315" y="93344"/>
                    <a:pt x="3069585" y="92074"/>
                    <a:pt x="3070855" y="90804"/>
                  </a:cubicBezTo>
                  <a:cubicBezTo>
                    <a:pt x="3072125" y="89534"/>
                    <a:pt x="3073395" y="88899"/>
                    <a:pt x="3074665" y="88264"/>
                  </a:cubicBezTo>
                  <a:cubicBezTo>
                    <a:pt x="3075935" y="88264"/>
                    <a:pt x="3077840" y="87629"/>
                    <a:pt x="3079110" y="87629"/>
                  </a:cubicBezTo>
                  <a:close/>
                  <a:moveTo>
                    <a:pt x="1565275" y="87629"/>
                  </a:moveTo>
                  <a:cubicBezTo>
                    <a:pt x="1566545" y="87629"/>
                    <a:pt x="1568450" y="87629"/>
                    <a:pt x="1569720" y="88264"/>
                  </a:cubicBezTo>
                  <a:cubicBezTo>
                    <a:pt x="1570990" y="88264"/>
                    <a:pt x="1572260" y="89534"/>
                    <a:pt x="1573529" y="90804"/>
                  </a:cubicBezTo>
                  <a:cubicBezTo>
                    <a:pt x="1574800" y="92074"/>
                    <a:pt x="1575435" y="93344"/>
                    <a:pt x="1576069" y="94614"/>
                  </a:cubicBezTo>
                  <a:cubicBezTo>
                    <a:pt x="1576069" y="95884"/>
                    <a:pt x="1576705" y="97789"/>
                    <a:pt x="1576705" y="99059"/>
                  </a:cubicBezTo>
                  <a:cubicBezTo>
                    <a:pt x="1576705" y="99059"/>
                    <a:pt x="1576705" y="102234"/>
                    <a:pt x="1576069" y="103504"/>
                  </a:cubicBezTo>
                  <a:cubicBezTo>
                    <a:pt x="1576069" y="104774"/>
                    <a:pt x="1574800" y="106044"/>
                    <a:pt x="1573529" y="107314"/>
                  </a:cubicBezTo>
                  <a:cubicBezTo>
                    <a:pt x="1572260" y="108584"/>
                    <a:pt x="1570990" y="109219"/>
                    <a:pt x="1569720" y="109854"/>
                  </a:cubicBezTo>
                  <a:cubicBezTo>
                    <a:pt x="1568450" y="109854"/>
                    <a:pt x="1566545" y="110489"/>
                    <a:pt x="1565275" y="110489"/>
                  </a:cubicBezTo>
                  <a:cubicBezTo>
                    <a:pt x="1564005" y="110489"/>
                    <a:pt x="1562099" y="110489"/>
                    <a:pt x="1560830" y="109854"/>
                  </a:cubicBezTo>
                  <a:cubicBezTo>
                    <a:pt x="1559559" y="109854"/>
                    <a:pt x="1558289" y="108584"/>
                    <a:pt x="1557020" y="107314"/>
                  </a:cubicBezTo>
                  <a:cubicBezTo>
                    <a:pt x="1555750" y="106044"/>
                    <a:pt x="1555114" y="104774"/>
                    <a:pt x="1554479" y="103504"/>
                  </a:cubicBezTo>
                  <a:cubicBezTo>
                    <a:pt x="1554479" y="102234"/>
                    <a:pt x="1553844" y="100329"/>
                    <a:pt x="1553844" y="99059"/>
                  </a:cubicBezTo>
                  <a:cubicBezTo>
                    <a:pt x="1553844" y="97789"/>
                    <a:pt x="1553844" y="95884"/>
                    <a:pt x="1554479" y="94614"/>
                  </a:cubicBezTo>
                  <a:cubicBezTo>
                    <a:pt x="1554479" y="93344"/>
                    <a:pt x="1555750" y="92074"/>
                    <a:pt x="1557020" y="90804"/>
                  </a:cubicBezTo>
                  <a:cubicBezTo>
                    <a:pt x="1558289" y="89534"/>
                    <a:pt x="1559559" y="88899"/>
                    <a:pt x="1560830" y="88264"/>
                  </a:cubicBezTo>
                  <a:cubicBezTo>
                    <a:pt x="1562099" y="88264"/>
                    <a:pt x="1564005" y="87629"/>
                    <a:pt x="1565275" y="87629"/>
                  </a:cubicBezTo>
                  <a:close/>
                  <a:moveTo>
                    <a:pt x="2642230" y="73024"/>
                  </a:moveTo>
                  <a:cubicBezTo>
                    <a:pt x="2637150" y="73024"/>
                    <a:pt x="2633340" y="74294"/>
                    <a:pt x="2630800" y="76199"/>
                  </a:cubicBezTo>
                  <a:cubicBezTo>
                    <a:pt x="2627625" y="78104"/>
                    <a:pt x="2626355" y="81279"/>
                    <a:pt x="2626355" y="84454"/>
                  </a:cubicBezTo>
                  <a:cubicBezTo>
                    <a:pt x="2626355" y="86994"/>
                    <a:pt x="2626355" y="88899"/>
                    <a:pt x="2627625" y="90169"/>
                  </a:cubicBezTo>
                  <a:cubicBezTo>
                    <a:pt x="2628260" y="92074"/>
                    <a:pt x="2629530" y="93344"/>
                    <a:pt x="2630800" y="93979"/>
                  </a:cubicBezTo>
                  <a:cubicBezTo>
                    <a:pt x="2632070" y="95249"/>
                    <a:pt x="2633340" y="95884"/>
                    <a:pt x="2635245" y="96519"/>
                  </a:cubicBezTo>
                  <a:cubicBezTo>
                    <a:pt x="2637150" y="96519"/>
                    <a:pt x="2639055" y="97154"/>
                    <a:pt x="2641595" y="97154"/>
                  </a:cubicBezTo>
                  <a:cubicBezTo>
                    <a:pt x="2643500" y="97154"/>
                    <a:pt x="2645405" y="97154"/>
                    <a:pt x="2647310" y="96519"/>
                  </a:cubicBezTo>
                  <a:cubicBezTo>
                    <a:pt x="2649215" y="96519"/>
                    <a:pt x="2651120" y="95249"/>
                    <a:pt x="2652390" y="93979"/>
                  </a:cubicBezTo>
                  <a:cubicBezTo>
                    <a:pt x="2654295" y="93344"/>
                    <a:pt x="2655565" y="92074"/>
                    <a:pt x="2656835" y="90804"/>
                  </a:cubicBezTo>
                  <a:cubicBezTo>
                    <a:pt x="2658105" y="89534"/>
                    <a:pt x="2659375" y="88264"/>
                    <a:pt x="2660010" y="86994"/>
                  </a:cubicBezTo>
                  <a:lnTo>
                    <a:pt x="2660010" y="75564"/>
                  </a:lnTo>
                  <a:cubicBezTo>
                    <a:pt x="2660010" y="75564"/>
                    <a:pt x="2657470" y="74294"/>
                    <a:pt x="2656200" y="74294"/>
                  </a:cubicBezTo>
                  <a:cubicBezTo>
                    <a:pt x="2654930" y="74294"/>
                    <a:pt x="2653660" y="73659"/>
                    <a:pt x="2652390" y="73659"/>
                  </a:cubicBezTo>
                  <a:cubicBezTo>
                    <a:pt x="2651120" y="73659"/>
                    <a:pt x="2649850" y="73659"/>
                    <a:pt x="2647945" y="73024"/>
                  </a:cubicBezTo>
                  <a:cubicBezTo>
                    <a:pt x="2646040" y="73024"/>
                    <a:pt x="2644135" y="73024"/>
                    <a:pt x="2642230" y="73024"/>
                  </a:cubicBezTo>
                  <a:close/>
                  <a:moveTo>
                    <a:pt x="4664706" y="43814"/>
                  </a:moveTo>
                  <a:cubicBezTo>
                    <a:pt x="4661531" y="43814"/>
                    <a:pt x="4658991" y="43814"/>
                    <a:pt x="4657086" y="45719"/>
                  </a:cubicBezTo>
                  <a:cubicBezTo>
                    <a:pt x="4654546" y="46989"/>
                    <a:pt x="4652641" y="48894"/>
                    <a:pt x="4651371" y="50799"/>
                  </a:cubicBezTo>
                  <a:cubicBezTo>
                    <a:pt x="4649466" y="53339"/>
                    <a:pt x="4648831" y="55879"/>
                    <a:pt x="4647561" y="59054"/>
                  </a:cubicBezTo>
                  <a:cubicBezTo>
                    <a:pt x="4646926" y="62229"/>
                    <a:pt x="4646291" y="65404"/>
                    <a:pt x="4646291" y="69849"/>
                  </a:cubicBezTo>
                  <a:cubicBezTo>
                    <a:pt x="4646291" y="74294"/>
                    <a:pt x="4646291" y="78104"/>
                    <a:pt x="4647561" y="81279"/>
                  </a:cubicBezTo>
                  <a:cubicBezTo>
                    <a:pt x="4648196" y="84454"/>
                    <a:pt x="4650101" y="87629"/>
                    <a:pt x="4651371" y="89534"/>
                  </a:cubicBezTo>
                  <a:cubicBezTo>
                    <a:pt x="4653276" y="92074"/>
                    <a:pt x="4655181" y="93344"/>
                    <a:pt x="4657721" y="94614"/>
                  </a:cubicBezTo>
                  <a:cubicBezTo>
                    <a:pt x="4660261" y="95884"/>
                    <a:pt x="4662801" y="96519"/>
                    <a:pt x="4665341" y="96519"/>
                  </a:cubicBezTo>
                  <a:cubicBezTo>
                    <a:pt x="4667881" y="96519"/>
                    <a:pt x="4671056" y="95884"/>
                    <a:pt x="4672961" y="94614"/>
                  </a:cubicBezTo>
                  <a:cubicBezTo>
                    <a:pt x="4675501" y="93344"/>
                    <a:pt x="4677406" y="91439"/>
                    <a:pt x="4678676" y="88899"/>
                  </a:cubicBezTo>
                  <a:cubicBezTo>
                    <a:pt x="4680581" y="86359"/>
                    <a:pt x="4681851" y="83819"/>
                    <a:pt x="4682486" y="80644"/>
                  </a:cubicBezTo>
                  <a:cubicBezTo>
                    <a:pt x="4683121" y="77469"/>
                    <a:pt x="4683756" y="74294"/>
                    <a:pt x="4683756" y="70484"/>
                  </a:cubicBezTo>
                  <a:lnTo>
                    <a:pt x="4684391" y="69849"/>
                  </a:lnTo>
                  <a:cubicBezTo>
                    <a:pt x="4684391" y="66039"/>
                    <a:pt x="4684391" y="62229"/>
                    <a:pt x="4683121" y="59054"/>
                  </a:cubicBezTo>
                  <a:cubicBezTo>
                    <a:pt x="4682486" y="55879"/>
                    <a:pt x="4680581" y="53339"/>
                    <a:pt x="4679311" y="50799"/>
                  </a:cubicBezTo>
                  <a:cubicBezTo>
                    <a:pt x="4677406" y="48259"/>
                    <a:pt x="4675501" y="46989"/>
                    <a:pt x="4672961" y="45719"/>
                  </a:cubicBezTo>
                  <a:cubicBezTo>
                    <a:pt x="4670421" y="44449"/>
                    <a:pt x="4667881" y="43814"/>
                    <a:pt x="4664706" y="43814"/>
                  </a:cubicBezTo>
                  <a:close/>
                  <a:moveTo>
                    <a:pt x="4264020" y="43814"/>
                  </a:moveTo>
                  <a:cubicBezTo>
                    <a:pt x="4260845" y="43814"/>
                    <a:pt x="4258305" y="43814"/>
                    <a:pt x="4256400" y="45719"/>
                  </a:cubicBezTo>
                  <a:cubicBezTo>
                    <a:pt x="4253860" y="46989"/>
                    <a:pt x="4251955" y="48894"/>
                    <a:pt x="4250685" y="50799"/>
                  </a:cubicBezTo>
                  <a:cubicBezTo>
                    <a:pt x="4248780" y="53339"/>
                    <a:pt x="4247510" y="55879"/>
                    <a:pt x="4246875" y="59054"/>
                  </a:cubicBezTo>
                  <a:cubicBezTo>
                    <a:pt x="4246240" y="62229"/>
                    <a:pt x="4245605" y="65404"/>
                    <a:pt x="4245605" y="69849"/>
                  </a:cubicBezTo>
                  <a:cubicBezTo>
                    <a:pt x="4245605" y="74294"/>
                    <a:pt x="4245605" y="78104"/>
                    <a:pt x="4246875" y="81279"/>
                  </a:cubicBezTo>
                  <a:cubicBezTo>
                    <a:pt x="4247510" y="84454"/>
                    <a:pt x="4249415" y="87629"/>
                    <a:pt x="4250685" y="89534"/>
                  </a:cubicBezTo>
                  <a:cubicBezTo>
                    <a:pt x="4252590" y="92074"/>
                    <a:pt x="4254495" y="93344"/>
                    <a:pt x="4257035" y="94614"/>
                  </a:cubicBezTo>
                  <a:cubicBezTo>
                    <a:pt x="4259575" y="95884"/>
                    <a:pt x="4262115" y="96519"/>
                    <a:pt x="4264655" y="96519"/>
                  </a:cubicBezTo>
                  <a:cubicBezTo>
                    <a:pt x="4267195" y="96519"/>
                    <a:pt x="4270370" y="95884"/>
                    <a:pt x="4272275" y="94614"/>
                  </a:cubicBezTo>
                  <a:cubicBezTo>
                    <a:pt x="4274815" y="93344"/>
                    <a:pt x="4276720" y="91439"/>
                    <a:pt x="4277990" y="88899"/>
                  </a:cubicBezTo>
                  <a:cubicBezTo>
                    <a:pt x="4279895" y="86359"/>
                    <a:pt x="4281165" y="83819"/>
                    <a:pt x="4281800" y="80644"/>
                  </a:cubicBezTo>
                  <a:cubicBezTo>
                    <a:pt x="4282435" y="77469"/>
                    <a:pt x="4283070" y="74294"/>
                    <a:pt x="4283070" y="70484"/>
                  </a:cubicBezTo>
                  <a:lnTo>
                    <a:pt x="4283705" y="69849"/>
                  </a:lnTo>
                  <a:cubicBezTo>
                    <a:pt x="4283705" y="66039"/>
                    <a:pt x="4283705" y="62229"/>
                    <a:pt x="4282435" y="59054"/>
                  </a:cubicBezTo>
                  <a:cubicBezTo>
                    <a:pt x="4281800" y="55879"/>
                    <a:pt x="4279895" y="53339"/>
                    <a:pt x="4278625" y="50799"/>
                  </a:cubicBezTo>
                  <a:cubicBezTo>
                    <a:pt x="4276720" y="48259"/>
                    <a:pt x="4274815" y="46989"/>
                    <a:pt x="4272275" y="45719"/>
                  </a:cubicBezTo>
                  <a:cubicBezTo>
                    <a:pt x="4269735" y="44449"/>
                    <a:pt x="4267195" y="43814"/>
                    <a:pt x="4264020" y="43814"/>
                  </a:cubicBezTo>
                  <a:close/>
                  <a:moveTo>
                    <a:pt x="1420495" y="43814"/>
                  </a:moveTo>
                  <a:cubicBezTo>
                    <a:pt x="1417320" y="43814"/>
                    <a:pt x="1414780" y="43814"/>
                    <a:pt x="1412875" y="45719"/>
                  </a:cubicBezTo>
                  <a:cubicBezTo>
                    <a:pt x="1410335" y="46989"/>
                    <a:pt x="1408430" y="48894"/>
                    <a:pt x="1407160" y="50799"/>
                  </a:cubicBezTo>
                  <a:cubicBezTo>
                    <a:pt x="1405255" y="53339"/>
                    <a:pt x="1403985" y="55879"/>
                    <a:pt x="1403350" y="59054"/>
                  </a:cubicBezTo>
                  <a:cubicBezTo>
                    <a:pt x="1402715" y="62229"/>
                    <a:pt x="1402080" y="65404"/>
                    <a:pt x="1402080" y="69849"/>
                  </a:cubicBezTo>
                  <a:cubicBezTo>
                    <a:pt x="1402080" y="74294"/>
                    <a:pt x="1402080" y="78104"/>
                    <a:pt x="1403350" y="81279"/>
                  </a:cubicBezTo>
                  <a:cubicBezTo>
                    <a:pt x="1403985" y="84454"/>
                    <a:pt x="1405890" y="87629"/>
                    <a:pt x="1407160" y="89534"/>
                  </a:cubicBezTo>
                  <a:cubicBezTo>
                    <a:pt x="1409065" y="92074"/>
                    <a:pt x="1410970" y="93344"/>
                    <a:pt x="1413510" y="94614"/>
                  </a:cubicBezTo>
                  <a:cubicBezTo>
                    <a:pt x="1416050" y="95884"/>
                    <a:pt x="1418590" y="96519"/>
                    <a:pt x="1421130" y="96519"/>
                  </a:cubicBezTo>
                  <a:cubicBezTo>
                    <a:pt x="1423670" y="96519"/>
                    <a:pt x="1426845" y="95884"/>
                    <a:pt x="1428750" y="94614"/>
                  </a:cubicBezTo>
                  <a:cubicBezTo>
                    <a:pt x="1431290" y="93344"/>
                    <a:pt x="1433195" y="91439"/>
                    <a:pt x="1434465" y="88899"/>
                  </a:cubicBezTo>
                  <a:cubicBezTo>
                    <a:pt x="1436370" y="86359"/>
                    <a:pt x="1437640" y="83819"/>
                    <a:pt x="1438275" y="80644"/>
                  </a:cubicBezTo>
                  <a:cubicBezTo>
                    <a:pt x="1438910" y="77469"/>
                    <a:pt x="1439545" y="74294"/>
                    <a:pt x="1439545" y="70484"/>
                  </a:cubicBezTo>
                  <a:lnTo>
                    <a:pt x="1440180" y="69849"/>
                  </a:lnTo>
                  <a:cubicBezTo>
                    <a:pt x="1440180" y="66039"/>
                    <a:pt x="1440180" y="62229"/>
                    <a:pt x="1438910" y="59054"/>
                  </a:cubicBezTo>
                  <a:cubicBezTo>
                    <a:pt x="1438275" y="55879"/>
                    <a:pt x="1436370" y="53339"/>
                    <a:pt x="1435100" y="50799"/>
                  </a:cubicBezTo>
                  <a:cubicBezTo>
                    <a:pt x="1433195" y="48259"/>
                    <a:pt x="1431290" y="46989"/>
                    <a:pt x="1428750" y="45719"/>
                  </a:cubicBezTo>
                  <a:cubicBezTo>
                    <a:pt x="1426210" y="44449"/>
                    <a:pt x="1423670" y="43814"/>
                    <a:pt x="1420495" y="43814"/>
                  </a:cubicBezTo>
                  <a:close/>
                  <a:moveTo>
                    <a:pt x="4041770" y="43180"/>
                  </a:moveTo>
                  <a:cubicBezTo>
                    <a:pt x="4039230" y="43180"/>
                    <a:pt x="4036690" y="43180"/>
                    <a:pt x="4034785" y="44450"/>
                  </a:cubicBezTo>
                  <a:cubicBezTo>
                    <a:pt x="4032880" y="45085"/>
                    <a:pt x="4030975" y="46355"/>
                    <a:pt x="4029705" y="48260"/>
                  </a:cubicBezTo>
                  <a:cubicBezTo>
                    <a:pt x="4028435" y="50165"/>
                    <a:pt x="4027165" y="52070"/>
                    <a:pt x="4025895" y="54610"/>
                  </a:cubicBezTo>
                  <a:cubicBezTo>
                    <a:pt x="4025260" y="57150"/>
                    <a:pt x="4023990" y="59690"/>
                    <a:pt x="4023990" y="62865"/>
                  </a:cubicBezTo>
                  <a:lnTo>
                    <a:pt x="4060185" y="62865"/>
                  </a:lnTo>
                  <a:cubicBezTo>
                    <a:pt x="4060185" y="62865"/>
                    <a:pt x="4059550" y="57785"/>
                    <a:pt x="4058915" y="55245"/>
                  </a:cubicBezTo>
                  <a:cubicBezTo>
                    <a:pt x="4058280" y="52705"/>
                    <a:pt x="4057010" y="50800"/>
                    <a:pt x="4055740" y="48895"/>
                  </a:cubicBezTo>
                  <a:cubicBezTo>
                    <a:pt x="4054470" y="46990"/>
                    <a:pt x="4052565" y="45720"/>
                    <a:pt x="4050025" y="44450"/>
                  </a:cubicBezTo>
                  <a:cubicBezTo>
                    <a:pt x="4047485" y="43180"/>
                    <a:pt x="4044945" y="43180"/>
                    <a:pt x="4041770" y="43180"/>
                  </a:cubicBezTo>
                  <a:close/>
                  <a:moveTo>
                    <a:pt x="3728081" y="43180"/>
                  </a:moveTo>
                  <a:cubicBezTo>
                    <a:pt x="3725541" y="43180"/>
                    <a:pt x="3723001" y="43180"/>
                    <a:pt x="3721096" y="44450"/>
                  </a:cubicBezTo>
                  <a:cubicBezTo>
                    <a:pt x="3719191" y="45085"/>
                    <a:pt x="3717286" y="46355"/>
                    <a:pt x="3716016" y="48260"/>
                  </a:cubicBezTo>
                  <a:cubicBezTo>
                    <a:pt x="3714746" y="50165"/>
                    <a:pt x="3713476" y="52070"/>
                    <a:pt x="3712206" y="54610"/>
                  </a:cubicBezTo>
                  <a:cubicBezTo>
                    <a:pt x="3711571" y="57150"/>
                    <a:pt x="3710301" y="59690"/>
                    <a:pt x="3710301" y="62865"/>
                  </a:cubicBezTo>
                  <a:lnTo>
                    <a:pt x="3746496" y="62865"/>
                  </a:lnTo>
                  <a:cubicBezTo>
                    <a:pt x="3746496" y="62865"/>
                    <a:pt x="3745861" y="57785"/>
                    <a:pt x="3745226" y="55245"/>
                  </a:cubicBezTo>
                  <a:cubicBezTo>
                    <a:pt x="3744591" y="52705"/>
                    <a:pt x="3743321" y="50800"/>
                    <a:pt x="3742051" y="48895"/>
                  </a:cubicBezTo>
                  <a:cubicBezTo>
                    <a:pt x="3740781" y="46990"/>
                    <a:pt x="3738876" y="45720"/>
                    <a:pt x="3736336" y="44450"/>
                  </a:cubicBezTo>
                  <a:cubicBezTo>
                    <a:pt x="3733796" y="43180"/>
                    <a:pt x="3731256" y="43180"/>
                    <a:pt x="3728081" y="43180"/>
                  </a:cubicBezTo>
                  <a:close/>
                  <a:moveTo>
                    <a:pt x="3541391" y="43180"/>
                  </a:moveTo>
                  <a:cubicBezTo>
                    <a:pt x="3538851" y="43180"/>
                    <a:pt x="3536311" y="43180"/>
                    <a:pt x="3534406" y="44450"/>
                  </a:cubicBezTo>
                  <a:cubicBezTo>
                    <a:pt x="3532501" y="45085"/>
                    <a:pt x="3530596" y="46355"/>
                    <a:pt x="3529326" y="48260"/>
                  </a:cubicBezTo>
                  <a:cubicBezTo>
                    <a:pt x="3528056" y="50165"/>
                    <a:pt x="3526786" y="52070"/>
                    <a:pt x="3525516" y="54610"/>
                  </a:cubicBezTo>
                  <a:cubicBezTo>
                    <a:pt x="3524881" y="57150"/>
                    <a:pt x="3524246" y="59690"/>
                    <a:pt x="3523611" y="62865"/>
                  </a:cubicBezTo>
                  <a:lnTo>
                    <a:pt x="3559806" y="62865"/>
                  </a:lnTo>
                  <a:cubicBezTo>
                    <a:pt x="3559806" y="62865"/>
                    <a:pt x="3559171" y="57785"/>
                    <a:pt x="3558536" y="55245"/>
                  </a:cubicBezTo>
                  <a:cubicBezTo>
                    <a:pt x="3557901" y="52705"/>
                    <a:pt x="3556631" y="50800"/>
                    <a:pt x="3555361" y="48895"/>
                  </a:cubicBezTo>
                  <a:cubicBezTo>
                    <a:pt x="3554091" y="46990"/>
                    <a:pt x="3552186" y="45720"/>
                    <a:pt x="3549646" y="44450"/>
                  </a:cubicBezTo>
                  <a:cubicBezTo>
                    <a:pt x="3547106" y="43180"/>
                    <a:pt x="3544566" y="43180"/>
                    <a:pt x="3541391" y="43180"/>
                  </a:cubicBezTo>
                  <a:close/>
                  <a:moveTo>
                    <a:pt x="3463285" y="43180"/>
                  </a:moveTo>
                  <a:cubicBezTo>
                    <a:pt x="3461380" y="43180"/>
                    <a:pt x="3459475" y="43180"/>
                    <a:pt x="3458205" y="43815"/>
                  </a:cubicBezTo>
                  <a:cubicBezTo>
                    <a:pt x="3456300" y="43815"/>
                    <a:pt x="3455030" y="45085"/>
                    <a:pt x="3453125" y="45720"/>
                  </a:cubicBezTo>
                  <a:cubicBezTo>
                    <a:pt x="3451855" y="46355"/>
                    <a:pt x="3449950" y="47625"/>
                    <a:pt x="3448680" y="48895"/>
                  </a:cubicBezTo>
                  <a:cubicBezTo>
                    <a:pt x="3447410" y="50165"/>
                    <a:pt x="3446140" y="51435"/>
                    <a:pt x="3445505" y="52705"/>
                  </a:cubicBezTo>
                  <a:lnTo>
                    <a:pt x="3445505" y="85725"/>
                  </a:lnTo>
                  <a:cubicBezTo>
                    <a:pt x="3445505" y="85725"/>
                    <a:pt x="3447410" y="88265"/>
                    <a:pt x="3448680" y="89535"/>
                  </a:cubicBezTo>
                  <a:cubicBezTo>
                    <a:pt x="3449950" y="90805"/>
                    <a:pt x="3451220" y="92075"/>
                    <a:pt x="3453125" y="92710"/>
                  </a:cubicBezTo>
                  <a:cubicBezTo>
                    <a:pt x="3455030" y="93980"/>
                    <a:pt x="3456300" y="94615"/>
                    <a:pt x="3458205" y="95250"/>
                  </a:cubicBezTo>
                  <a:cubicBezTo>
                    <a:pt x="3460110" y="95250"/>
                    <a:pt x="3462015" y="95885"/>
                    <a:pt x="3463920" y="95885"/>
                  </a:cubicBezTo>
                  <a:cubicBezTo>
                    <a:pt x="3469635" y="95885"/>
                    <a:pt x="3473445" y="93980"/>
                    <a:pt x="3476620" y="89535"/>
                  </a:cubicBezTo>
                  <a:cubicBezTo>
                    <a:pt x="3479795" y="85090"/>
                    <a:pt x="3481065" y="79375"/>
                    <a:pt x="3481065" y="71120"/>
                  </a:cubicBezTo>
                  <a:lnTo>
                    <a:pt x="3480430" y="71755"/>
                  </a:lnTo>
                  <a:cubicBezTo>
                    <a:pt x="3480430" y="62230"/>
                    <a:pt x="3479160" y="54610"/>
                    <a:pt x="3475985" y="50165"/>
                  </a:cubicBezTo>
                  <a:cubicBezTo>
                    <a:pt x="3472810" y="45720"/>
                    <a:pt x="3468365" y="43180"/>
                    <a:pt x="3463285" y="43180"/>
                  </a:cubicBezTo>
                  <a:close/>
                  <a:moveTo>
                    <a:pt x="3343271" y="43180"/>
                  </a:moveTo>
                  <a:cubicBezTo>
                    <a:pt x="3340731" y="43180"/>
                    <a:pt x="3338191" y="43180"/>
                    <a:pt x="3336286" y="44450"/>
                  </a:cubicBezTo>
                  <a:cubicBezTo>
                    <a:pt x="3334381" y="45085"/>
                    <a:pt x="3332476" y="46355"/>
                    <a:pt x="3331206" y="48260"/>
                  </a:cubicBezTo>
                  <a:cubicBezTo>
                    <a:pt x="3329936" y="50165"/>
                    <a:pt x="3328666" y="52070"/>
                    <a:pt x="3327396" y="54610"/>
                  </a:cubicBezTo>
                  <a:cubicBezTo>
                    <a:pt x="3326761" y="57150"/>
                    <a:pt x="3326126" y="59690"/>
                    <a:pt x="3325491" y="62865"/>
                  </a:cubicBezTo>
                  <a:lnTo>
                    <a:pt x="3361686" y="62865"/>
                  </a:lnTo>
                  <a:cubicBezTo>
                    <a:pt x="3361686" y="62865"/>
                    <a:pt x="3361051" y="57785"/>
                    <a:pt x="3360416" y="55245"/>
                  </a:cubicBezTo>
                  <a:cubicBezTo>
                    <a:pt x="3359781" y="52705"/>
                    <a:pt x="3358511" y="50800"/>
                    <a:pt x="3357241" y="48895"/>
                  </a:cubicBezTo>
                  <a:cubicBezTo>
                    <a:pt x="3355971" y="46990"/>
                    <a:pt x="3354066" y="45720"/>
                    <a:pt x="3351526" y="44450"/>
                  </a:cubicBezTo>
                  <a:cubicBezTo>
                    <a:pt x="3348986" y="43180"/>
                    <a:pt x="3346446" y="43180"/>
                    <a:pt x="3343271" y="43180"/>
                  </a:cubicBezTo>
                  <a:close/>
                  <a:moveTo>
                    <a:pt x="2976876" y="43180"/>
                  </a:moveTo>
                  <a:cubicBezTo>
                    <a:pt x="2974336" y="43180"/>
                    <a:pt x="2971796" y="43180"/>
                    <a:pt x="2969891" y="44450"/>
                  </a:cubicBezTo>
                  <a:cubicBezTo>
                    <a:pt x="2967986" y="45085"/>
                    <a:pt x="2966081" y="46355"/>
                    <a:pt x="2964811" y="48260"/>
                  </a:cubicBezTo>
                  <a:cubicBezTo>
                    <a:pt x="2963541" y="50165"/>
                    <a:pt x="2962271" y="52070"/>
                    <a:pt x="2961001" y="54610"/>
                  </a:cubicBezTo>
                  <a:cubicBezTo>
                    <a:pt x="2960366" y="57150"/>
                    <a:pt x="2959731" y="59690"/>
                    <a:pt x="2959096" y="62865"/>
                  </a:cubicBezTo>
                  <a:lnTo>
                    <a:pt x="2995291" y="62865"/>
                  </a:lnTo>
                  <a:cubicBezTo>
                    <a:pt x="2995291" y="62865"/>
                    <a:pt x="2994656" y="57785"/>
                    <a:pt x="2994021" y="55245"/>
                  </a:cubicBezTo>
                  <a:cubicBezTo>
                    <a:pt x="2993386" y="52705"/>
                    <a:pt x="2992116" y="50800"/>
                    <a:pt x="2990846" y="48895"/>
                  </a:cubicBezTo>
                  <a:cubicBezTo>
                    <a:pt x="2989576" y="46990"/>
                    <a:pt x="2987671" y="45720"/>
                    <a:pt x="2985131" y="44450"/>
                  </a:cubicBezTo>
                  <a:cubicBezTo>
                    <a:pt x="2982591" y="43180"/>
                    <a:pt x="2980051" y="43180"/>
                    <a:pt x="2976876" y="43180"/>
                  </a:cubicBezTo>
                  <a:close/>
                  <a:moveTo>
                    <a:pt x="2527930" y="43180"/>
                  </a:moveTo>
                  <a:cubicBezTo>
                    <a:pt x="2525390" y="43180"/>
                    <a:pt x="2522850" y="43180"/>
                    <a:pt x="2520945" y="44450"/>
                  </a:cubicBezTo>
                  <a:cubicBezTo>
                    <a:pt x="2519040" y="45085"/>
                    <a:pt x="2517135" y="46355"/>
                    <a:pt x="2515865" y="48260"/>
                  </a:cubicBezTo>
                  <a:cubicBezTo>
                    <a:pt x="2514595" y="50165"/>
                    <a:pt x="2513325" y="52070"/>
                    <a:pt x="2512055" y="54610"/>
                  </a:cubicBezTo>
                  <a:cubicBezTo>
                    <a:pt x="2511420" y="57150"/>
                    <a:pt x="2510150" y="59690"/>
                    <a:pt x="2510150" y="62865"/>
                  </a:cubicBezTo>
                  <a:lnTo>
                    <a:pt x="2546345" y="62865"/>
                  </a:lnTo>
                  <a:cubicBezTo>
                    <a:pt x="2546345" y="62865"/>
                    <a:pt x="2545710" y="57785"/>
                    <a:pt x="2545075" y="55245"/>
                  </a:cubicBezTo>
                  <a:cubicBezTo>
                    <a:pt x="2544440" y="52705"/>
                    <a:pt x="2543170" y="50800"/>
                    <a:pt x="2541900" y="48895"/>
                  </a:cubicBezTo>
                  <a:cubicBezTo>
                    <a:pt x="2540630" y="46990"/>
                    <a:pt x="2538725" y="45720"/>
                    <a:pt x="2536185" y="44450"/>
                  </a:cubicBezTo>
                  <a:cubicBezTo>
                    <a:pt x="2533645" y="43180"/>
                    <a:pt x="2531105" y="43180"/>
                    <a:pt x="2527930" y="43180"/>
                  </a:cubicBezTo>
                  <a:close/>
                  <a:moveTo>
                    <a:pt x="2214240" y="43180"/>
                  </a:moveTo>
                  <a:cubicBezTo>
                    <a:pt x="2211700" y="43180"/>
                    <a:pt x="2209160" y="43180"/>
                    <a:pt x="2207255" y="44450"/>
                  </a:cubicBezTo>
                  <a:cubicBezTo>
                    <a:pt x="2205350" y="45085"/>
                    <a:pt x="2203445" y="46355"/>
                    <a:pt x="2202175" y="48260"/>
                  </a:cubicBezTo>
                  <a:cubicBezTo>
                    <a:pt x="2200905" y="50165"/>
                    <a:pt x="2199635" y="52070"/>
                    <a:pt x="2198365" y="54610"/>
                  </a:cubicBezTo>
                  <a:cubicBezTo>
                    <a:pt x="2197730" y="57150"/>
                    <a:pt x="2196460" y="59690"/>
                    <a:pt x="2196460" y="62865"/>
                  </a:cubicBezTo>
                  <a:lnTo>
                    <a:pt x="2232655" y="62865"/>
                  </a:lnTo>
                  <a:cubicBezTo>
                    <a:pt x="2232655" y="62865"/>
                    <a:pt x="2232020" y="57785"/>
                    <a:pt x="2231385" y="55245"/>
                  </a:cubicBezTo>
                  <a:cubicBezTo>
                    <a:pt x="2230750" y="52705"/>
                    <a:pt x="2229480" y="50800"/>
                    <a:pt x="2228210" y="48895"/>
                  </a:cubicBezTo>
                  <a:cubicBezTo>
                    <a:pt x="2226940" y="46990"/>
                    <a:pt x="2225035" y="45720"/>
                    <a:pt x="2222495" y="44450"/>
                  </a:cubicBezTo>
                  <a:cubicBezTo>
                    <a:pt x="2219955" y="43180"/>
                    <a:pt x="2217415" y="43180"/>
                    <a:pt x="2214240" y="43180"/>
                  </a:cubicBezTo>
                  <a:close/>
                  <a:moveTo>
                    <a:pt x="2027551" y="43180"/>
                  </a:moveTo>
                  <a:cubicBezTo>
                    <a:pt x="2025011" y="43180"/>
                    <a:pt x="2022471" y="43180"/>
                    <a:pt x="2020566" y="44450"/>
                  </a:cubicBezTo>
                  <a:cubicBezTo>
                    <a:pt x="2018661" y="45085"/>
                    <a:pt x="2016756" y="46355"/>
                    <a:pt x="2015486" y="48260"/>
                  </a:cubicBezTo>
                  <a:cubicBezTo>
                    <a:pt x="2014216" y="50165"/>
                    <a:pt x="2012946" y="52070"/>
                    <a:pt x="2011676" y="54610"/>
                  </a:cubicBezTo>
                  <a:cubicBezTo>
                    <a:pt x="2011041" y="57150"/>
                    <a:pt x="2010406" y="59690"/>
                    <a:pt x="2009771" y="62865"/>
                  </a:cubicBezTo>
                  <a:lnTo>
                    <a:pt x="2045966" y="62865"/>
                  </a:lnTo>
                  <a:cubicBezTo>
                    <a:pt x="2045966" y="62865"/>
                    <a:pt x="2045331" y="57785"/>
                    <a:pt x="2044696" y="55245"/>
                  </a:cubicBezTo>
                  <a:cubicBezTo>
                    <a:pt x="2044061" y="52705"/>
                    <a:pt x="2042791" y="50800"/>
                    <a:pt x="2041521" y="48895"/>
                  </a:cubicBezTo>
                  <a:cubicBezTo>
                    <a:pt x="2040251" y="46990"/>
                    <a:pt x="2038346" y="45720"/>
                    <a:pt x="2035806" y="44450"/>
                  </a:cubicBezTo>
                  <a:cubicBezTo>
                    <a:pt x="2033266" y="43180"/>
                    <a:pt x="2030726" y="43180"/>
                    <a:pt x="2027551" y="43180"/>
                  </a:cubicBezTo>
                  <a:close/>
                  <a:moveTo>
                    <a:pt x="1949445" y="43180"/>
                  </a:moveTo>
                  <a:cubicBezTo>
                    <a:pt x="1947540" y="43180"/>
                    <a:pt x="1945635" y="43180"/>
                    <a:pt x="1944365" y="43815"/>
                  </a:cubicBezTo>
                  <a:cubicBezTo>
                    <a:pt x="1942460" y="43815"/>
                    <a:pt x="1941190" y="45085"/>
                    <a:pt x="1939285" y="45720"/>
                  </a:cubicBezTo>
                  <a:cubicBezTo>
                    <a:pt x="1938015" y="46355"/>
                    <a:pt x="1936110" y="47625"/>
                    <a:pt x="1934840" y="48895"/>
                  </a:cubicBezTo>
                  <a:cubicBezTo>
                    <a:pt x="1933570" y="50165"/>
                    <a:pt x="1932300" y="51435"/>
                    <a:pt x="1931665" y="52705"/>
                  </a:cubicBezTo>
                  <a:lnTo>
                    <a:pt x="1931665" y="85725"/>
                  </a:lnTo>
                  <a:cubicBezTo>
                    <a:pt x="1931665" y="85725"/>
                    <a:pt x="1933570" y="88265"/>
                    <a:pt x="1934840" y="89535"/>
                  </a:cubicBezTo>
                  <a:cubicBezTo>
                    <a:pt x="1936110" y="90805"/>
                    <a:pt x="1937380" y="92075"/>
                    <a:pt x="1939285" y="92710"/>
                  </a:cubicBezTo>
                  <a:cubicBezTo>
                    <a:pt x="1941190" y="93980"/>
                    <a:pt x="1942460" y="94615"/>
                    <a:pt x="1944365" y="95250"/>
                  </a:cubicBezTo>
                  <a:cubicBezTo>
                    <a:pt x="1946270" y="95250"/>
                    <a:pt x="1948175" y="95885"/>
                    <a:pt x="1950080" y="95885"/>
                  </a:cubicBezTo>
                  <a:cubicBezTo>
                    <a:pt x="1955795" y="95885"/>
                    <a:pt x="1959605" y="93980"/>
                    <a:pt x="1962780" y="89535"/>
                  </a:cubicBezTo>
                  <a:cubicBezTo>
                    <a:pt x="1965955" y="85090"/>
                    <a:pt x="1967225" y="79375"/>
                    <a:pt x="1967225" y="71120"/>
                  </a:cubicBezTo>
                  <a:lnTo>
                    <a:pt x="1966590" y="71755"/>
                  </a:lnTo>
                  <a:cubicBezTo>
                    <a:pt x="1966590" y="62230"/>
                    <a:pt x="1965320" y="54610"/>
                    <a:pt x="1962145" y="50165"/>
                  </a:cubicBezTo>
                  <a:cubicBezTo>
                    <a:pt x="1958970" y="45720"/>
                    <a:pt x="1954525" y="43180"/>
                    <a:pt x="1949445" y="43180"/>
                  </a:cubicBezTo>
                  <a:close/>
                  <a:moveTo>
                    <a:pt x="1829431" y="43180"/>
                  </a:moveTo>
                  <a:cubicBezTo>
                    <a:pt x="1826891" y="43180"/>
                    <a:pt x="1824351" y="43180"/>
                    <a:pt x="1822446" y="44450"/>
                  </a:cubicBezTo>
                  <a:cubicBezTo>
                    <a:pt x="1820541" y="45085"/>
                    <a:pt x="1818636" y="46355"/>
                    <a:pt x="1817366" y="48260"/>
                  </a:cubicBezTo>
                  <a:cubicBezTo>
                    <a:pt x="1816096" y="50165"/>
                    <a:pt x="1814826" y="52070"/>
                    <a:pt x="1813556" y="54610"/>
                  </a:cubicBezTo>
                  <a:cubicBezTo>
                    <a:pt x="1812921" y="57150"/>
                    <a:pt x="1811651" y="59690"/>
                    <a:pt x="1811651" y="62865"/>
                  </a:cubicBezTo>
                  <a:lnTo>
                    <a:pt x="1847846" y="62865"/>
                  </a:lnTo>
                  <a:cubicBezTo>
                    <a:pt x="1847846" y="62865"/>
                    <a:pt x="1847211" y="57785"/>
                    <a:pt x="1846576" y="55245"/>
                  </a:cubicBezTo>
                  <a:cubicBezTo>
                    <a:pt x="1845941" y="52705"/>
                    <a:pt x="1844671" y="50800"/>
                    <a:pt x="1843401" y="48895"/>
                  </a:cubicBezTo>
                  <a:cubicBezTo>
                    <a:pt x="1842131" y="46990"/>
                    <a:pt x="1840226" y="45720"/>
                    <a:pt x="1837686" y="44450"/>
                  </a:cubicBezTo>
                  <a:cubicBezTo>
                    <a:pt x="1835146" y="43180"/>
                    <a:pt x="1832606" y="43180"/>
                    <a:pt x="1829431" y="43180"/>
                  </a:cubicBezTo>
                  <a:close/>
                  <a:moveTo>
                    <a:pt x="1178561" y="43180"/>
                  </a:moveTo>
                  <a:cubicBezTo>
                    <a:pt x="1176021" y="43180"/>
                    <a:pt x="1173481" y="43180"/>
                    <a:pt x="1171576" y="44450"/>
                  </a:cubicBezTo>
                  <a:cubicBezTo>
                    <a:pt x="1169671" y="45085"/>
                    <a:pt x="1167766" y="46355"/>
                    <a:pt x="1166496" y="48260"/>
                  </a:cubicBezTo>
                  <a:cubicBezTo>
                    <a:pt x="1165226" y="50165"/>
                    <a:pt x="1163956" y="52070"/>
                    <a:pt x="1162686" y="54610"/>
                  </a:cubicBezTo>
                  <a:cubicBezTo>
                    <a:pt x="1162051" y="57150"/>
                    <a:pt x="1160781" y="59690"/>
                    <a:pt x="1160781" y="62865"/>
                  </a:cubicBezTo>
                  <a:lnTo>
                    <a:pt x="1196976" y="62865"/>
                  </a:lnTo>
                  <a:cubicBezTo>
                    <a:pt x="1196976" y="62865"/>
                    <a:pt x="1196341" y="57785"/>
                    <a:pt x="1195706" y="55245"/>
                  </a:cubicBezTo>
                  <a:cubicBezTo>
                    <a:pt x="1195071" y="52705"/>
                    <a:pt x="1193801" y="50800"/>
                    <a:pt x="1192531" y="48895"/>
                  </a:cubicBezTo>
                  <a:cubicBezTo>
                    <a:pt x="1191261" y="46990"/>
                    <a:pt x="1189356" y="45720"/>
                    <a:pt x="1186816" y="44450"/>
                  </a:cubicBezTo>
                  <a:cubicBezTo>
                    <a:pt x="1184276" y="43180"/>
                    <a:pt x="1181736" y="43180"/>
                    <a:pt x="1178561" y="43180"/>
                  </a:cubicBezTo>
                  <a:close/>
                  <a:moveTo>
                    <a:pt x="898525" y="43180"/>
                  </a:moveTo>
                  <a:cubicBezTo>
                    <a:pt x="895985" y="43180"/>
                    <a:pt x="893445" y="43180"/>
                    <a:pt x="891540" y="44450"/>
                  </a:cubicBezTo>
                  <a:cubicBezTo>
                    <a:pt x="889635" y="45085"/>
                    <a:pt x="887730" y="46355"/>
                    <a:pt x="886460" y="48260"/>
                  </a:cubicBezTo>
                  <a:cubicBezTo>
                    <a:pt x="885190" y="50165"/>
                    <a:pt x="883920" y="52070"/>
                    <a:pt x="882650" y="54610"/>
                  </a:cubicBezTo>
                  <a:cubicBezTo>
                    <a:pt x="882015" y="57150"/>
                    <a:pt x="881380" y="59690"/>
                    <a:pt x="880745" y="62865"/>
                  </a:cubicBezTo>
                  <a:lnTo>
                    <a:pt x="916940" y="62865"/>
                  </a:lnTo>
                  <a:cubicBezTo>
                    <a:pt x="916940" y="62865"/>
                    <a:pt x="916305" y="57785"/>
                    <a:pt x="915670" y="55245"/>
                  </a:cubicBezTo>
                  <a:cubicBezTo>
                    <a:pt x="915035" y="52705"/>
                    <a:pt x="913765" y="50800"/>
                    <a:pt x="912495" y="48895"/>
                  </a:cubicBezTo>
                  <a:cubicBezTo>
                    <a:pt x="911225" y="46990"/>
                    <a:pt x="909320" y="45720"/>
                    <a:pt x="906780" y="44450"/>
                  </a:cubicBezTo>
                  <a:cubicBezTo>
                    <a:pt x="904240" y="43180"/>
                    <a:pt x="901700" y="43180"/>
                    <a:pt x="898525" y="43180"/>
                  </a:cubicBezTo>
                  <a:close/>
                  <a:moveTo>
                    <a:pt x="584834" y="43180"/>
                  </a:moveTo>
                  <a:cubicBezTo>
                    <a:pt x="582294" y="43180"/>
                    <a:pt x="579754" y="43180"/>
                    <a:pt x="577849" y="44450"/>
                  </a:cubicBezTo>
                  <a:cubicBezTo>
                    <a:pt x="575944" y="45085"/>
                    <a:pt x="574039" y="46355"/>
                    <a:pt x="572769" y="48260"/>
                  </a:cubicBezTo>
                  <a:cubicBezTo>
                    <a:pt x="571499" y="50165"/>
                    <a:pt x="570229" y="52070"/>
                    <a:pt x="568959" y="54610"/>
                  </a:cubicBezTo>
                  <a:cubicBezTo>
                    <a:pt x="568324" y="57150"/>
                    <a:pt x="567689" y="59690"/>
                    <a:pt x="567054" y="62865"/>
                  </a:cubicBezTo>
                  <a:lnTo>
                    <a:pt x="603249" y="62865"/>
                  </a:lnTo>
                  <a:cubicBezTo>
                    <a:pt x="603249" y="62865"/>
                    <a:pt x="602614" y="57785"/>
                    <a:pt x="601979" y="55245"/>
                  </a:cubicBezTo>
                  <a:cubicBezTo>
                    <a:pt x="601344" y="52705"/>
                    <a:pt x="600074" y="50800"/>
                    <a:pt x="598804" y="48895"/>
                  </a:cubicBezTo>
                  <a:cubicBezTo>
                    <a:pt x="597534" y="46990"/>
                    <a:pt x="595629" y="45720"/>
                    <a:pt x="593089" y="44450"/>
                  </a:cubicBezTo>
                  <a:cubicBezTo>
                    <a:pt x="590549" y="43180"/>
                    <a:pt x="588009" y="43180"/>
                    <a:pt x="584834" y="43180"/>
                  </a:cubicBezTo>
                  <a:close/>
                  <a:moveTo>
                    <a:pt x="398145" y="43180"/>
                  </a:moveTo>
                  <a:cubicBezTo>
                    <a:pt x="395605" y="43180"/>
                    <a:pt x="393065" y="43180"/>
                    <a:pt x="391160" y="44450"/>
                  </a:cubicBezTo>
                  <a:cubicBezTo>
                    <a:pt x="389255" y="45085"/>
                    <a:pt x="387350" y="46355"/>
                    <a:pt x="386080" y="48260"/>
                  </a:cubicBezTo>
                  <a:cubicBezTo>
                    <a:pt x="384810" y="50165"/>
                    <a:pt x="383540" y="52070"/>
                    <a:pt x="382270" y="54610"/>
                  </a:cubicBezTo>
                  <a:cubicBezTo>
                    <a:pt x="381635" y="57150"/>
                    <a:pt x="380365" y="59690"/>
                    <a:pt x="380365" y="62865"/>
                  </a:cubicBezTo>
                  <a:lnTo>
                    <a:pt x="416560" y="62865"/>
                  </a:lnTo>
                  <a:cubicBezTo>
                    <a:pt x="416560" y="62865"/>
                    <a:pt x="415925" y="57785"/>
                    <a:pt x="415290" y="55245"/>
                  </a:cubicBezTo>
                  <a:cubicBezTo>
                    <a:pt x="414655" y="52705"/>
                    <a:pt x="413385" y="50800"/>
                    <a:pt x="412115" y="48895"/>
                  </a:cubicBezTo>
                  <a:cubicBezTo>
                    <a:pt x="410845" y="46990"/>
                    <a:pt x="408940" y="45720"/>
                    <a:pt x="406400" y="44450"/>
                  </a:cubicBezTo>
                  <a:cubicBezTo>
                    <a:pt x="403860" y="43180"/>
                    <a:pt x="401320" y="43180"/>
                    <a:pt x="398145" y="43180"/>
                  </a:cubicBezTo>
                  <a:close/>
                  <a:moveTo>
                    <a:pt x="320039" y="43180"/>
                  </a:moveTo>
                  <a:cubicBezTo>
                    <a:pt x="318134" y="43180"/>
                    <a:pt x="316229" y="43180"/>
                    <a:pt x="314959" y="43815"/>
                  </a:cubicBezTo>
                  <a:cubicBezTo>
                    <a:pt x="313054" y="43815"/>
                    <a:pt x="311784" y="45085"/>
                    <a:pt x="309879" y="45720"/>
                  </a:cubicBezTo>
                  <a:cubicBezTo>
                    <a:pt x="308609" y="46355"/>
                    <a:pt x="306704" y="47625"/>
                    <a:pt x="305434" y="48895"/>
                  </a:cubicBezTo>
                  <a:cubicBezTo>
                    <a:pt x="304164" y="50165"/>
                    <a:pt x="302894" y="51435"/>
                    <a:pt x="302259" y="52705"/>
                  </a:cubicBezTo>
                  <a:lnTo>
                    <a:pt x="302259" y="85725"/>
                  </a:lnTo>
                  <a:cubicBezTo>
                    <a:pt x="302259" y="85725"/>
                    <a:pt x="304164" y="88265"/>
                    <a:pt x="305434" y="89535"/>
                  </a:cubicBezTo>
                  <a:cubicBezTo>
                    <a:pt x="306704" y="90805"/>
                    <a:pt x="307974" y="92075"/>
                    <a:pt x="309879" y="92710"/>
                  </a:cubicBezTo>
                  <a:cubicBezTo>
                    <a:pt x="311784" y="93980"/>
                    <a:pt x="313054" y="94615"/>
                    <a:pt x="314959" y="95250"/>
                  </a:cubicBezTo>
                  <a:cubicBezTo>
                    <a:pt x="316864" y="95250"/>
                    <a:pt x="318769" y="95885"/>
                    <a:pt x="320674" y="95885"/>
                  </a:cubicBezTo>
                  <a:cubicBezTo>
                    <a:pt x="326389" y="95885"/>
                    <a:pt x="330199" y="93980"/>
                    <a:pt x="333374" y="89535"/>
                  </a:cubicBezTo>
                  <a:cubicBezTo>
                    <a:pt x="336549" y="85090"/>
                    <a:pt x="337819" y="79375"/>
                    <a:pt x="337819" y="71120"/>
                  </a:cubicBezTo>
                  <a:lnTo>
                    <a:pt x="337184" y="71755"/>
                  </a:lnTo>
                  <a:cubicBezTo>
                    <a:pt x="337184" y="62230"/>
                    <a:pt x="335914" y="54610"/>
                    <a:pt x="332739" y="50165"/>
                  </a:cubicBezTo>
                  <a:cubicBezTo>
                    <a:pt x="329564" y="45720"/>
                    <a:pt x="325119" y="43180"/>
                    <a:pt x="320039" y="43180"/>
                  </a:cubicBezTo>
                  <a:close/>
                  <a:moveTo>
                    <a:pt x="200025" y="43180"/>
                  </a:moveTo>
                  <a:cubicBezTo>
                    <a:pt x="197485" y="43180"/>
                    <a:pt x="194945" y="43180"/>
                    <a:pt x="193040" y="44450"/>
                  </a:cubicBezTo>
                  <a:cubicBezTo>
                    <a:pt x="191135" y="45085"/>
                    <a:pt x="189230" y="46355"/>
                    <a:pt x="187960" y="48260"/>
                  </a:cubicBezTo>
                  <a:cubicBezTo>
                    <a:pt x="186690" y="50165"/>
                    <a:pt x="185420" y="52070"/>
                    <a:pt x="184150" y="54610"/>
                  </a:cubicBezTo>
                  <a:cubicBezTo>
                    <a:pt x="183515" y="57150"/>
                    <a:pt x="182880" y="59690"/>
                    <a:pt x="182245" y="62865"/>
                  </a:cubicBezTo>
                  <a:lnTo>
                    <a:pt x="218440" y="62865"/>
                  </a:lnTo>
                  <a:cubicBezTo>
                    <a:pt x="218440" y="62865"/>
                    <a:pt x="217805" y="57785"/>
                    <a:pt x="217170" y="55245"/>
                  </a:cubicBezTo>
                  <a:cubicBezTo>
                    <a:pt x="216535" y="52705"/>
                    <a:pt x="215265" y="50800"/>
                    <a:pt x="213995" y="48895"/>
                  </a:cubicBezTo>
                  <a:cubicBezTo>
                    <a:pt x="212725" y="46990"/>
                    <a:pt x="210820" y="45720"/>
                    <a:pt x="208280" y="44450"/>
                  </a:cubicBezTo>
                  <a:cubicBezTo>
                    <a:pt x="205740" y="43180"/>
                    <a:pt x="203200" y="43180"/>
                    <a:pt x="200025" y="43180"/>
                  </a:cubicBezTo>
                  <a:close/>
                  <a:moveTo>
                    <a:pt x="4439281" y="43179"/>
                  </a:moveTo>
                  <a:cubicBezTo>
                    <a:pt x="4433566" y="43179"/>
                    <a:pt x="4429756" y="45084"/>
                    <a:pt x="4426581" y="49529"/>
                  </a:cubicBezTo>
                  <a:cubicBezTo>
                    <a:pt x="4423406" y="53974"/>
                    <a:pt x="4422136" y="59689"/>
                    <a:pt x="4422136" y="67944"/>
                  </a:cubicBezTo>
                  <a:cubicBezTo>
                    <a:pt x="4422136" y="73024"/>
                    <a:pt x="4422136" y="76834"/>
                    <a:pt x="4423406" y="80644"/>
                  </a:cubicBezTo>
                  <a:cubicBezTo>
                    <a:pt x="4424041" y="84454"/>
                    <a:pt x="4425311" y="86994"/>
                    <a:pt x="4426581" y="89534"/>
                  </a:cubicBezTo>
                  <a:cubicBezTo>
                    <a:pt x="4427851" y="92074"/>
                    <a:pt x="4429756" y="93344"/>
                    <a:pt x="4432296" y="94614"/>
                  </a:cubicBezTo>
                  <a:cubicBezTo>
                    <a:pt x="4434201" y="95884"/>
                    <a:pt x="4436741" y="96519"/>
                    <a:pt x="4439916" y="96519"/>
                  </a:cubicBezTo>
                  <a:cubicBezTo>
                    <a:pt x="4441821" y="96519"/>
                    <a:pt x="4443726" y="96519"/>
                    <a:pt x="4444996" y="95884"/>
                  </a:cubicBezTo>
                  <a:cubicBezTo>
                    <a:pt x="4446901" y="95884"/>
                    <a:pt x="4448171" y="94614"/>
                    <a:pt x="4450076" y="93344"/>
                  </a:cubicBezTo>
                  <a:cubicBezTo>
                    <a:pt x="4451346" y="92709"/>
                    <a:pt x="4453251" y="91439"/>
                    <a:pt x="4454521" y="90169"/>
                  </a:cubicBezTo>
                  <a:cubicBezTo>
                    <a:pt x="4455791" y="88899"/>
                    <a:pt x="4457061" y="87629"/>
                    <a:pt x="4457696" y="86359"/>
                  </a:cubicBezTo>
                  <a:lnTo>
                    <a:pt x="4457696" y="53339"/>
                  </a:lnTo>
                  <a:cubicBezTo>
                    <a:pt x="4457696" y="53339"/>
                    <a:pt x="4455791" y="50799"/>
                    <a:pt x="4454521" y="49529"/>
                  </a:cubicBezTo>
                  <a:cubicBezTo>
                    <a:pt x="4453251" y="48259"/>
                    <a:pt x="4451981" y="46989"/>
                    <a:pt x="4450076" y="46354"/>
                  </a:cubicBezTo>
                  <a:cubicBezTo>
                    <a:pt x="4448806" y="45084"/>
                    <a:pt x="4446901" y="44449"/>
                    <a:pt x="4444996" y="43814"/>
                  </a:cubicBezTo>
                  <a:cubicBezTo>
                    <a:pt x="4443091" y="43814"/>
                    <a:pt x="4441186" y="43179"/>
                    <a:pt x="4439281" y="43179"/>
                  </a:cubicBezTo>
                  <a:close/>
                  <a:moveTo>
                    <a:pt x="1014731" y="43179"/>
                  </a:moveTo>
                  <a:cubicBezTo>
                    <a:pt x="1009016" y="43179"/>
                    <a:pt x="1005206" y="45084"/>
                    <a:pt x="1002032" y="49529"/>
                  </a:cubicBezTo>
                  <a:cubicBezTo>
                    <a:pt x="998856" y="53974"/>
                    <a:pt x="997587" y="59689"/>
                    <a:pt x="997587" y="67944"/>
                  </a:cubicBezTo>
                  <a:cubicBezTo>
                    <a:pt x="997587" y="77469"/>
                    <a:pt x="998856" y="84454"/>
                    <a:pt x="1002032" y="88899"/>
                  </a:cubicBezTo>
                  <a:cubicBezTo>
                    <a:pt x="1005206" y="93979"/>
                    <a:pt x="1009016" y="95884"/>
                    <a:pt x="1015367" y="95884"/>
                  </a:cubicBezTo>
                  <a:cubicBezTo>
                    <a:pt x="1018541" y="95884"/>
                    <a:pt x="1022352" y="95249"/>
                    <a:pt x="1024891" y="93344"/>
                  </a:cubicBezTo>
                  <a:cubicBezTo>
                    <a:pt x="1028067" y="91439"/>
                    <a:pt x="1030607" y="88899"/>
                    <a:pt x="1033147" y="86359"/>
                  </a:cubicBezTo>
                  <a:lnTo>
                    <a:pt x="1033147" y="53339"/>
                  </a:lnTo>
                  <a:cubicBezTo>
                    <a:pt x="1033147" y="53339"/>
                    <a:pt x="1031242" y="50799"/>
                    <a:pt x="1029971" y="49529"/>
                  </a:cubicBezTo>
                  <a:cubicBezTo>
                    <a:pt x="1028702" y="48259"/>
                    <a:pt x="1027431" y="46989"/>
                    <a:pt x="1025526" y="46354"/>
                  </a:cubicBezTo>
                  <a:cubicBezTo>
                    <a:pt x="1023621" y="45084"/>
                    <a:pt x="1022352" y="44449"/>
                    <a:pt x="1020446" y="43814"/>
                  </a:cubicBezTo>
                  <a:cubicBezTo>
                    <a:pt x="1018541" y="43179"/>
                    <a:pt x="1016636" y="43179"/>
                    <a:pt x="1014731" y="43179"/>
                  </a:cubicBezTo>
                  <a:close/>
                  <a:moveTo>
                    <a:pt x="4524370" y="31114"/>
                  </a:moveTo>
                  <a:lnTo>
                    <a:pt x="4538975" y="31114"/>
                  </a:lnTo>
                  <a:lnTo>
                    <a:pt x="4552310" y="84454"/>
                  </a:lnTo>
                  <a:lnTo>
                    <a:pt x="4566915" y="31114"/>
                  </a:lnTo>
                  <a:lnTo>
                    <a:pt x="4579615" y="31114"/>
                  </a:lnTo>
                  <a:lnTo>
                    <a:pt x="4594220" y="84454"/>
                  </a:lnTo>
                  <a:lnTo>
                    <a:pt x="4606920" y="31114"/>
                  </a:lnTo>
                  <a:lnTo>
                    <a:pt x="4622160" y="31114"/>
                  </a:lnTo>
                  <a:lnTo>
                    <a:pt x="4600570" y="108584"/>
                  </a:lnTo>
                  <a:lnTo>
                    <a:pt x="4587235" y="108584"/>
                  </a:lnTo>
                  <a:lnTo>
                    <a:pt x="4572630" y="54609"/>
                  </a:lnTo>
                  <a:lnTo>
                    <a:pt x="4558660" y="108584"/>
                  </a:lnTo>
                  <a:lnTo>
                    <a:pt x="4545325" y="108584"/>
                  </a:lnTo>
                  <a:close/>
                  <a:moveTo>
                    <a:pt x="4123686" y="31114"/>
                  </a:moveTo>
                  <a:lnTo>
                    <a:pt x="4138926" y="31114"/>
                  </a:lnTo>
                  <a:lnTo>
                    <a:pt x="4152261" y="84454"/>
                  </a:lnTo>
                  <a:lnTo>
                    <a:pt x="4166866" y="31114"/>
                  </a:lnTo>
                  <a:lnTo>
                    <a:pt x="4178931" y="31114"/>
                  </a:lnTo>
                  <a:lnTo>
                    <a:pt x="4193536" y="84454"/>
                  </a:lnTo>
                  <a:lnTo>
                    <a:pt x="4206871" y="31114"/>
                  </a:lnTo>
                  <a:lnTo>
                    <a:pt x="4222111" y="31114"/>
                  </a:lnTo>
                  <a:lnTo>
                    <a:pt x="4200521" y="108584"/>
                  </a:lnTo>
                  <a:lnTo>
                    <a:pt x="4187186" y="108584"/>
                  </a:lnTo>
                  <a:lnTo>
                    <a:pt x="4172581" y="54609"/>
                  </a:lnTo>
                  <a:lnTo>
                    <a:pt x="4157976" y="108584"/>
                  </a:lnTo>
                  <a:lnTo>
                    <a:pt x="4145276" y="108584"/>
                  </a:lnTo>
                  <a:close/>
                  <a:moveTo>
                    <a:pt x="2837811" y="31114"/>
                  </a:moveTo>
                  <a:lnTo>
                    <a:pt x="2852416" y="31114"/>
                  </a:lnTo>
                  <a:lnTo>
                    <a:pt x="2865751" y="84454"/>
                  </a:lnTo>
                  <a:lnTo>
                    <a:pt x="2880356" y="31114"/>
                  </a:lnTo>
                  <a:lnTo>
                    <a:pt x="2893056" y="31114"/>
                  </a:lnTo>
                  <a:lnTo>
                    <a:pt x="2907661" y="84454"/>
                  </a:lnTo>
                  <a:lnTo>
                    <a:pt x="2920361" y="31114"/>
                  </a:lnTo>
                  <a:lnTo>
                    <a:pt x="2935601" y="31114"/>
                  </a:lnTo>
                  <a:lnTo>
                    <a:pt x="2914011" y="108584"/>
                  </a:lnTo>
                  <a:lnTo>
                    <a:pt x="2900676" y="108584"/>
                  </a:lnTo>
                  <a:lnTo>
                    <a:pt x="2886706" y="54609"/>
                  </a:lnTo>
                  <a:lnTo>
                    <a:pt x="2872101" y="108584"/>
                  </a:lnTo>
                  <a:lnTo>
                    <a:pt x="2858766" y="108584"/>
                  </a:lnTo>
                  <a:close/>
                  <a:moveTo>
                    <a:pt x="1354455" y="31114"/>
                  </a:moveTo>
                  <a:lnTo>
                    <a:pt x="1369695" y="31114"/>
                  </a:lnTo>
                  <a:lnTo>
                    <a:pt x="1369695" y="109219"/>
                  </a:lnTo>
                  <a:lnTo>
                    <a:pt x="1354455" y="109219"/>
                  </a:lnTo>
                  <a:close/>
                  <a:moveTo>
                    <a:pt x="2646040" y="29844"/>
                  </a:moveTo>
                  <a:cubicBezTo>
                    <a:pt x="2650485" y="29844"/>
                    <a:pt x="2654295" y="29844"/>
                    <a:pt x="2658105" y="31749"/>
                  </a:cubicBezTo>
                  <a:cubicBezTo>
                    <a:pt x="2661915" y="33019"/>
                    <a:pt x="2665090" y="34289"/>
                    <a:pt x="2667630" y="36829"/>
                  </a:cubicBezTo>
                  <a:cubicBezTo>
                    <a:pt x="2670170" y="38734"/>
                    <a:pt x="2672075" y="41909"/>
                    <a:pt x="2673345" y="45084"/>
                  </a:cubicBezTo>
                  <a:cubicBezTo>
                    <a:pt x="2674615" y="48259"/>
                    <a:pt x="2675250" y="52069"/>
                    <a:pt x="2675250" y="56514"/>
                  </a:cubicBezTo>
                  <a:lnTo>
                    <a:pt x="2675250" y="109854"/>
                  </a:lnTo>
                  <a:lnTo>
                    <a:pt x="2660010" y="109854"/>
                  </a:lnTo>
                  <a:lnTo>
                    <a:pt x="2660010" y="108584"/>
                  </a:lnTo>
                  <a:lnTo>
                    <a:pt x="2660010" y="100964"/>
                  </a:lnTo>
                  <a:cubicBezTo>
                    <a:pt x="2660010" y="100964"/>
                    <a:pt x="2656200" y="104139"/>
                    <a:pt x="2654930" y="104774"/>
                  </a:cubicBezTo>
                  <a:cubicBezTo>
                    <a:pt x="2653660" y="105409"/>
                    <a:pt x="2652390" y="106679"/>
                    <a:pt x="2651120" y="107314"/>
                  </a:cubicBezTo>
                  <a:cubicBezTo>
                    <a:pt x="2649850" y="107949"/>
                    <a:pt x="2647945" y="108584"/>
                    <a:pt x="2646040" y="109219"/>
                  </a:cubicBezTo>
                  <a:cubicBezTo>
                    <a:pt x="2644135" y="109219"/>
                    <a:pt x="2641595" y="109854"/>
                    <a:pt x="2639055" y="109854"/>
                  </a:cubicBezTo>
                  <a:cubicBezTo>
                    <a:pt x="2635880" y="109854"/>
                    <a:pt x="2632705" y="109854"/>
                    <a:pt x="2629530" y="108584"/>
                  </a:cubicBezTo>
                  <a:cubicBezTo>
                    <a:pt x="2626355" y="107949"/>
                    <a:pt x="2623180" y="106044"/>
                    <a:pt x="2620640" y="104139"/>
                  </a:cubicBezTo>
                  <a:cubicBezTo>
                    <a:pt x="2618100" y="102234"/>
                    <a:pt x="2616195" y="99059"/>
                    <a:pt x="2614290" y="95884"/>
                  </a:cubicBezTo>
                  <a:cubicBezTo>
                    <a:pt x="2612385" y="92709"/>
                    <a:pt x="2611750" y="88264"/>
                    <a:pt x="2611750" y="83819"/>
                  </a:cubicBezTo>
                  <a:cubicBezTo>
                    <a:pt x="2611750" y="79374"/>
                    <a:pt x="2612385" y="75564"/>
                    <a:pt x="2614290" y="72389"/>
                  </a:cubicBezTo>
                  <a:cubicBezTo>
                    <a:pt x="2615560" y="69214"/>
                    <a:pt x="2618100" y="66674"/>
                    <a:pt x="2620640" y="64769"/>
                  </a:cubicBezTo>
                  <a:cubicBezTo>
                    <a:pt x="2623180" y="62864"/>
                    <a:pt x="2626990" y="60959"/>
                    <a:pt x="2630800" y="60324"/>
                  </a:cubicBezTo>
                  <a:cubicBezTo>
                    <a:pt x="2634610" y="59054"/>
                    <a:pt x="2638420" y="59054"/>
                    <a:pt x="2642865" y="59054"/>
                  </a:cubicBezTo>
                  <a:cubicBezTo>
                    <a:pt x="2646675" y="59054"/>
                    <a:pt x="2650485" y="59054"/>
                    <a:pt x="2653025" y="59689"/>
                  </a:cubicBezTo>
                  <a:cubicBezTo>
                    <a:pt x="2655565" y="59689"/>
                    <a:pt x="2658105" y="60959"/>
                    <a:pt x="2660010" y="61594"/>
                  </a:cubicBezTo>
                  <a:lnTo>
                    <a:pt x="2660010" y="55879"/>
                  </a:lnTo>
                  <a:cubicBezTo>
                    <a:pt x="2660010" y="51434"/>
                    <a:pt x="2658740" y="48259"/>
                    <a:pt x="2656200" y="46354"/>
                  </a:cubicBezTo>
                  <a:cubicBezTo>
                    <a:pt x="2653660" y="43814"/>
                    <a:pt x="2649850" y="43179"/>
                    <a:pt x="2645405" y="43179"/>
                  </a:cubicBezTo>
                  <a:cubicBezTo>
                    <a:pt x="2641595" y="43179"/>
                    <a:pt x="2637785" y="43179"/>
                    <a:pt x="2634610" y="44449"/>
                  </a:cubicBezTo>
                  <a:cubicBezTo>
                    <a:pt x="2631435" y="45084"/>
                    <a:pt x="2628260" y="46354"/>
                    <a:pt x="2625085" y="48259"/>
                  </a:cubicBezTo>
                  <a:lnTo>
                    <a:pt x="2619370" y="36829"/>
                  </a:lnTo>
                  <a:cubicBezTo>
                    <a:pt x="2623180" y="34289"/>
                    <a:pt x="2626990" y="33019"/>
                    <a:pt x="2631435" y="31749"/>
                  </a:cubicBezTo>
                  <a:cubicBezTo>
                    <a:pt x="2635880" y="30479"/>
                    <a:pt x="2640325" y="29844"/>
                    <a:pt x="2646040" y="29844"/>
                  </a:cubicBezTo>
                  <a:close/>
                  <a:moveTo>
                    <a:pt x="1114426" y="29844"/>
                  </a:moveTo>
                  <a:lnTo>
                    <a:pt x="1129666" y="29844"/>
                  </a:lnTo>
                  <a:lnTo>
                    <a:pt x="1129666" y="107949"/>
                  </a:lnTo>
                  <a:lnTo>
                    <a:pt x="1114426" y="107949"/>
                  </a:lnTo>
                  <a:lnTo>
                    <a:pt x="1114426" y="100964"/>
                  </a:lnTo>
                  <a:cubicBezTo>
                    <a:pt x="1114426" y="100964"/>
                    <a:pt x="1109981" y="106044"/>
                    <a:pt x="1106171" y="107314"/>
                  </a:cubicBezTo>
                  <a:cubicBezTo>
                    <a:pt x="1102996" y="109219"/>
                    <a:pt x="1098551" y="109854"/>
                    <a:pt x="1094741" y="109854"/>
                  </a:cubicBezTo>
                  <a:cubicBezTo>
                    <a:pt x="1085851" y="109854"/>
                    <a:pt x="1078866" y="106679"/>
                    <a:pt x="1073786" y="100964"/>
                  </a:cubicBezTo>
                  <a:cubicBezTo>
                    <a:pt x="1069341" y="95249"/>
                    <a:pt x="1066800" y="86359"/>
                    <a:pt x="1066800" y="74929"/>
                  </a:cubicBezTo>
                  <a:lnTo>
                    <a:pt x="1066800" y="30479"/>
                  </a:lnTo>
                  <a:lnTo>
                    <a:pt x="1082040" y="30479"/>
                  </a:lnTo>
                  <a:lnTo>
                    <a:pt x="1082040" y="74294"/>
                  </a:lnTo>
                  <a:cubicBezTo>
                    <a:pt x="1082040" y="81279"/>
                    <a:pt x="1083311" y="86994"/>
                    <a:pt x="1085851" y="90169"/>
                  </a:cubicBezTo>
                  <a:cubicBezTo>
                    <a:pt x="1088390" y="93979"/>
                    <a:pt x="1092201" y="95249"/>
                    <a:pt x="1097916" y="95249"/>
                  </a:cubicBezTo>
                  <a:cubicBezTo>
                    <a:pt x="1102996" y="95249"/>
                    <a:pt x="1106806" y="93344"/>
                    <a:pt x="1109981" y="90169"/>
                  </a:cubicBezTo>
                  <a:cubicBezTo>
                    <a:pt x="1112521" y="86994"/>
                    <a:pt x="1114426" y="81914"/>
                    <a:pt x="1114426" y="75564"/>
                  </a:cubicBezTo>
                  <a:close/>
                  <a:moveTo>
                    <a:pt x="1011556" y="29844"/>
                  </a:moveTo>
                  <a:cubicBezTo>
                    <a:pt x="1013461" y="29844"/>
                    <a:pt x="1015367" y="29844"/>
                    <a:pt x="1017272" y="30479"/>
                  </a:cubicBezTo>
                  <a:cubicBezTo>
                    <a:pt x="1019176" y="30479"/>
                    <a:pt x="1021081" y="31749"/>
                    <a:pt x="1022352" y="32384"/>
                  </a:cubicBezTo>
                  <a:cubicBezTo>
                    <a:pt x="1024257" y="33019"/>
                    <a:pt x="1025526" y="34289"/>
                    <a:pt x="1026797" y="35559"/>
                  </a:cubicBezTo>
                  <a:cubicBezTo>
                    <a:pt x="1028067" y="36829"/>
                    <a:pt x="1029336" y="37464"/>
                    <a:pt x="1030607" y="38734"/>
                  </a:cubicBezTo>
                  <a:lnTo>
                    <a:pt x="1030607" y="31749"/>
                  </a:lnTo>
                  <a:lnTo>
                    <a:pt x="1045847" y="31749"/>
                  </a:lnTo>
                  <a:lnTo>
                    <a:pt x="1045847" y="130809"/>
                  </a:lnTo>
                  <a:lnTo>
                    <a:pt x="1032512" y="137477"/>
                  </a:lnTo>
                  <a:lnTo>
                    <a:pt x="1032512" y="101599"/>
                  </a:lnTo>
                  <a:cubicBezTo>
                    <a:pt x="1032512" y="101599"/>
                    <a:pt x="1026797" y="106679"/>
                    <a:pt x="1022986" y="107949"/>
                  </a:cubicBezTo>
                  <a:cubicBezTo>
                    <a:pt x="1019812" y="109854"/>
                    <a:pt x="1016001" y="110489"/>
                    <a:pt x="1011556" y="110489"/>
                  </a:cubicBezTo>
                  <a:cubicBezTo>
                    <a:pt x="1007111" y="110489"/>
                    <a:pt x="1003301" y="109854"/>
                    <a:pt x="999491" y="107949"/>
                  </a:cubicBezTo>
                  <a:cubicBezTo>
                    <a:pt x="995681" y="106679"/>
                    <a:pt x="992506" y="104139"/>
                    <a:pt x="989966" y="100329"/>
                  </a:cubicBezTo>
                  <a:cubicBezTo>
                    <a:pt x="987426" y="97154"/>
                    <a:pt x="984886" y="92709"/>
                    <a:pt x="983616" y="87629"/>
                  </a:cubicBezTo>
                  <a:cubicBezTo>
                    <a:pt x="982346" y="82549"/>
                    <a:pt x="981076" y="76199"/>
                    <a:pt x="981076" y="68579"/>
                  </a:cubicBezTo>
                  <a:cubicBezTo>
                    <a:pt x="981076" y="61594"/>
                    <a:pt x="981711" y="55879"/>
                    <a:pt x="983616" y="51434"/>
                  </a:cubicBezTo>
                  <a:cubicBezTo>
                    <a:pt x="985521" y="46354"/>
                    <a:pt x="987426" y="42544"/>
                    <a:pt x="990601" y="39369"/>
                  </a:cubicBezTo>
                  <a:cubicBezTo>
                    <a:pt x="993142" y="36194"/>
                    <a:pt x="996951" y="33654"/>
                    <a:pt x="1000126" y="32384"/>
                  </a:cubicBezTo>
                  <a:cubicBezTo>
                    <a:pt x="1003937" y="31114"/>
                    <a:pt x="1007746" y="29844"/>
                    <a:pt x="1011556" y="29844"/>
                  </a:cubicBezTo>
                  <a:close/>
                  <a:moveTo>
                    <a:pt x="4871716" y="29210"/>
                  </a:moveTo>
                  <a:cubicBezTo>
                    <a:pt x="4876796" y="29210"/>
                    <a:pt x="4881241" y="29845"/>
                    <a:pt x="4885686" y="31750"/>
                  </a:cubicBezTo>
                  <a:cubicBezTo>
                    <a:pt x="4890131" y="33655"/>
                    <a:pt x="4894576" y="35560"/>
                    <a:pt x="4897751" y="38100"/>
                  </a:cubicBezTo>
                  <a:lnTo>
                    <a:pt x="4899021" y="38100"/>
                  </a:lnTo>
                  <a:lnTo>
                    <a:pt x="4892036" y="50165"/>
                  </a:lnTo>
                  <a:cubicBezTo>
                    <a:pt x="4888861" y="47625"/>
                    <a:pt x="4885686" y="46355"/>
                    <a:pt x="4882511" y="45085"/>
                  </a:cubicBezTo>
                  <a:cubicBezTo>
                    <a:pt x="4879336" y="43815"/>
                    <a:pt x="4875526" y="43180"/>
                    <a:pt x="4872351" y="43180"/>
                  </a:cubicBezTo>
                  <a:cubicBezTo>
                    <a:pt x="4869176" y="43180"/>
                    <a:pt x="4866001" y="43815"/>
                    <a:pt x="4864096" y="45085"/>
                  </a:cubicBezTo>
                  <a:cubicBezTo>
                    <a:pt x="4862191" y="46355"/>
                    <a:pt x="4861556" y="48260"/>
                    <a:pt x="4861556" y="50165"/>
                  </a:cubicBezTo>
                  <a:cubicBezTo>
                    <a:pt x="4861556" y="51435"/>
                    <a:pt x="4861556" y="52070"/>
                    <a:pt x="4861556" y="52705"/>
                  </a:cubicBezTo>
                  <a:cubicBezTo>
                    <a:pt x="4861556" y="53340"/>
                    <a:pt x="4862826" y="54610"/>
                    <a:pt x="4863461" y="55245"/>
                  </a:cubicBezTo>
                  <a:cubicBezTo>
                    <a:pt x="4864731" y="55880"/>
                    <a:pt x="4866001" y="57150"/>
                    <a:pt x="4867906" y="57785"/>
                  </a:cubicBezTo>
                  <a:cubicBezTo>
                    <a:pt x="4869811" y="59055"/>
                    <a:pt x="4872351" y="59690"/>
                    <a:pt x="4874891" y="60960"/>
                  </a:cubicBezTo>
                  <a:cubicBezTo>
                    <a:pt x="4879336" y="62865"/>
                    <a:pt x="4883146" y="64135"/>
                    <a:pt x="4886321" y="66040"/>
                  </a:cubicBezTo>
                  <a:cubicBezTo>
                    <a:pt x="4889496" y="67310"/>
                    <a:pt x="4892036" y="69215"/>
                    <a:pt x="4894576" y="71120"/>
                  </a:cubicBezTo>
                  <a:cubicBezTo>
                    <a:pt x="4896481" y="73025"/>
                    <a:pt x="4898386" y="75565"/>
                    <a:pt x="4899656" y="78105"/>
                  </a:cubicBezTo>
                  <a:cubicBezTo>
                    <a:pt x="4900926" y="80645"/>
                    <a:pt x="4901561" y="83820"/>
                    <a:pt x="4901561" y="87630"/>
                  </a:cubicBezTo>
                  <a:cubicBezTo>
                    <a:pt x="4901561" y="92075"/>
                    <a:pt x="4900926" y="95250"/>
                    <a:pt x="4899021" y="98425"/>
                  </a:cubicBezTo>
                  <a:cubicBezTo>
                    <a:pt x="4897116" y="101600"/>
                    <a:pt x="4895211" y="103505"/>
                    <a:pt x="4892671" y="105410"/>
                  </a:cubicBezTo>
                  <a:cubicBezTo>
                    <a:pt x="4890131" y="107315"/>
                    <a:pt x="4886956" y="108585"/>
                    <a:pt x="4883146" y="109220"/>
                  </a:cubicBezTo>
                  <a:cubicBezTo>
                    <a:pt x="4879336" y="109855"/>
                    <a:pt x="4876161" y="110490"/>
                    <a:pt x="4872351" y="110490"/>
                  </a:cubicBezTo>
                  <a:cubicBezTo>
                    <a:pt x="4867271" y="110490"/>
                    <a:pt x="4862191" y="109855"/>
                    <a:pt x="4857111" y="107950"/>
                  </a:cubicBezTo>
                  <a:cubicBezTo>
                    <a:pt x="4851396" y="106045"/>
                    <a:pt x="4846951" y="103505"/>
                    <a:pt x="4842506" y="100965"/>
                  </a:cubicBezTo>
                  <a:lnTo>
                    <a:pt x="4849491" y="89535"/>
                  </a:lnTo>
                  <a:cubicBezTo>
                    <a:pt x="4853301" y="92075"/>
                    <a:pt x="4857111" y="93980"/>
                    <a:pt x="4860921" y="95250"/>
                  </a:cubicBezTo>
                  <a:cubicBezTo>
                    <a:pt x="4864731" y="96520"/>
                    <a:pt x="4868541" y="97155"/>
                    <a:pt x="4872351" y="97155"/>
                  </a:cubicBezTo>
                  <a:cubicBezTo>
                    <a:pt x="4877431" y="97155"/>
                    <a:pt x="4880606" y="96520"/>
                    <a:pt x="4883146" y="94615"/>
                  </a:cubicBezTo>
                  <a:cubicBezTo>
                    <a:pt x="4885686" y="93345"/>
                    <a:pt x="4886321" y="90805"/>
                    <a:pt x="4886321" y="88265"/>
                  </a:cubicBezTo>
                  <a:cubicBezTo>
                    <a:pt x="4886321" y="86995"/>
                    <a:pt x="4886321" y="85725"/>
                    <a:pt x="4885051" y="84455"/>
                  </a:cubicBezTo>
                  <a:cubicBezTo>
                    <a:pt x="4884416" y="83185"/>
                    <a:pt x="4883146" y="82550"/>
                    <a:pt x="4881241" y="81280"/>
                  </a:cubicBezTo>
                  <a:cubicBezTo>
                    <a:pt x="4879971" y="80010"/>
                    <a:pt x="4878066" y="79375"/>
                    <a:pt x="4875526" y="78105"/>
                  </a:cubicBezTo>
                  <a:cubicBezTo>
                    <a:pt x="4872986" y="77470"/>
                    <a:pt x="4871081" y="76200"/>
                    <a:pt x="4867906" y="74930"/>
                  </a:cubicBezTo>
                  <a:cubicBezTo>
                    <a:pt x="4863461" y="73025"/>
                    <a:pt x="4860286" y="71755"/>
                    <a:pt x="4857111" y="69850"/>
                  </a:cubicBezTo>
                  <a:cubicBezTo>
                    <a:pt x="4853936" y="67945"/>
                    <a:pt x="4852031" y="66675"/>
                    <a:pt x="4850126" y="64770"/>
                  </a:cubicBezTo>
                  <a:cubicBezTo>
                    <a:pt x="4848221" y="62865"/>
                    <a:pt x="4846951" y="60960"/>
                    <a:pt x="4846316" y="58420"/>
                  </a:cubicBezTo>
                  <a:cubicBezTo>
                    <a:pt x="4845681" y="55880"/>
                    <a:pt x="4845046" y="53340"/>
                    <a:pt x="4845046" y="50165"/>
                  </a:cubicBezTo>
                  <a:cubicBezTo>
                    <a:pt x="4845046" y="46990"/>
                    <a:pt x="4845681" y="43815"/>
                    <a:pt x="4846951" y="40640"/>
                  </a:cubicBezTo>
                  <a:cubicBezTo>
                    <a:pt x="4848221" y="38100"/>
                    <a:pt x="4850126" y="35560"/>
                    <a:pt x="4852666" y="34290"/>
                  </a:cubicBezTo>
                  <a:cubicBezTo>
                    <a:pt x="4855206" y="32385"/>
                    <a:pt x="4857746" y="31115"/>
                    <a:pt x="4860921" y="30480"/>
                  </a:cubicBezTo>
                  <a:cubicBezTo>
                    <a:pt x="4864096" y="29845"/>
                    <a:pt x="4867906" y="29210"/>
                    <a:pt x="4871716" y="29210"/>
                  </a:cubicBezTo>
                  <a:close/>
                  <a:moveTo>
                    <a:pt x="4749796" y="29210"/>
                  </a:moveTo>
                  <a:cubicBezTo>
                    <a:pt x="4752971" y="29210"/>
                    <a:pt x="4755511" y="29210"/>
                    <a:pt x="4757416" y="29845"/>
                  </a:cubicBezTo>
                  <a:cubicBezTo>
                    <a:pt x="4759321" y="30480"/>
                    <a:pt x="4761226" y="31115"/>
                    <a:pt x="4763131" y="32385"/>
                  </a:cubicBezTo>
                  <a:lnTo>
                    <a:pt x="4759321" y="46990"/>
                  </a:lnTo>
                  <a:lnTo>
                    <a:pt x="4758051" y="46990"/>
                  </a:lnTo>
                  <a:cubicBezTo>
                    <a:pt x="4758051" y="46990"/>
                    <a:pt x="4754876" y="45085"/>
                    <a:pt x="4752971" y="45085"/>
                  </a:cubicBezTo>
                  <a:cubicBezTo>
                    <a:pt x="4751066" y="45085"/>
                    <a:pt x="4749161" y="44450"/>
                    <a:pt x="4746621" y="44450"/>
                  </a:cubicBezTo>
                  <a:cubicBezTo>
                    <a:pt x="4741541" y="44450"/>
                    <a:pt x="4737731" y="46355"/>
                    <a:pt x="4735191" y="49530"/>
                  </a:cubicBezTo>
                  <a:cubicBezTo>
                    <a:pt x="4732651" y="52705"/>
                    <a:pt x="4731381" y="57785"/>
                    <a:pt x="4731381" y="64770"/>
                  </a:cubicBezTo>
                  <a:lnTo>
                    <a:pt x="4731381" y="109220"/>
                  </a:lnTo>
                  <a:lnTo>
                    <a:pt x="4716141" y="109220"/>
                  </a:lnTo>
                  <a:lnTo>
                    <a:pt x="4716141" y="31115"/>
                  </a:lnTo>
                  <a:lnTo>
                    <a:pt x="4731381" y="31115"/>
                  </a:lnTo>
                  <a:lnTo>
                    <a:pt x="4731381" y="38735"/>
                  </a:lnTo>
                  <a:cubicBezTo>
                    <a:pt x="4731381" y="38735"/>
                    <a:pt x="4733286" y="36195"/>
                    <a:pt x="4734556" y="34925"/>
                  </a:cubicBezTo>
                  <a:cubicBezTo>
                    <a:pt x="4735826" y="33655"/>
                    <a:pt x="4737096" y="33020"/>
                    <a:pt x="4739001" y="31750"/>
                  </a:cubicBezTo>
                  <a:cubicBezTo>
                    <a:pt x="4740271" y="31115"/>
                    <a:pt x="4742176" y="30480"/>
                    <a:pt x="4744081" y="29845"/>
                  </a:cubicBezTo>
                  <a:cubicBezTo>
                    <a:pt x="4745986" y="29845"/>
                    <a:pt x="4747891" y="29210"/>
                    <a:pt x="4749796" y="29210"/>
                  </a:cubicBezTo>
                  <a:close/>
                  <a:moveTo>
                    <a:pt x="4349110" y="29210"/>
                  </a:moveTo>
                  <a:cubicBezTo>
                    <a:pt x="4352285" y="29210"/>
                    <a:pt x="4354825" y="29210"/>
                    <a:pt x="4356730" y="29845"/>
                  </a:cubicBezTo>
                  <a:cubicBezTo>
                    <a:pt x="4358635" y="29845"/>
                    <a:pt x="4360540" y="31115"/>
                    <a:pt x="4362445" y="32385"/>
                  </a:cubicBezTo>
                  <a:lnTo>
                    <a:pt x="4358635" y="46990"/>
                  </a:lnTo>
                  <a:lnTo>
                    <a:pt x="4357365" y="46990"/>
                  </a:lnTo>
                  <a:cubicBezTo>
                    <a:pt x="4357365" y="46990"/>
                    <a:pt x="4354190" y="45085"/>
                    <a:pt x="4352285" y="45085"/>
                  </a:cubicBezTo>
                  <a:cubicBezTo>
                    <a:pt x="4350380" y="45085"/>
                    <a:pt x="4348475" y="44450"/>
                    <a:pt x="4345935" y="44450"/>
                  </a:cubicBezTo>
                  <a:cubicBezTo>
                    <a:pt x="4340855" y="44450"/>
                    <a:pt x="4337045" y="46355"/>
                    <a:pt x="4334505" y="49530"/>
                  </a:cubicBezTo>
                  <a:cubicBezTo>
                    <a:pt x="4331965" y="52705"/>
                    <a:pt x="4330695" y="57785"/>
                    <a:pt x="4330695" y="64770"/>
                  </a:cubicBezTo>
                  <a:lnTo>
                    <a:pt x="4330695" y="109220"/>
                  </a:lnTo>
                  <a:lnTo>
                    <a:pt x="4315455" y="109220"/>
                  </a:lnTo>
                  <a:lnTo>
                    <a:pt x="4315455" y="31115"/>
                  </a:lnTo>
                  <a:lnTo>
                    <a:pt x="4330695" y="31115"/>
                  </a:lnTo>
                  <a:lnTo>
                    <a:pt x="4330695" y="38735"/>
                  </a:lnTo>
                  <a:cubicBezTo>
                    <a:pt x="4330695" y="38735"/>
                    <a:pt x="4332600" y="36195"/>
                    <a:pt x="4333870" y="34925"/>
                  </a:cubicBezTo>
                  <a:cubicBezTo>
                    <a:pt x="4335140" y="33655"/>
                    <a:pt x="4336410" y="33020"/>
                    <a:pt x="4338315" y="31750"/>
                  </a:cubicBezTo>
                  <a:cubicBezTo>
                    <a:pt x="4339585" y="31115"/>
                    <a:pt x="4341490" y="30480"/>
                    <a:pt x="4343395" y="29845"/>
                  </a:cubicBezTo>
                  <a:cubicBezTo>
                    <a:pt x="4345300" y="29845"/>
                    <a:pt x="4347205" y="29210"/>
                    <a:pt x="4349110" y="29210"/>
                  </a:cubicBezTo>
                  <a:close/>
                  <a:moveTo>
                    <a:pt x="4044310" y="29210"/>
                  </a:moveTo>
                  <a:cubicBezTo>
                    <a:pt x="4050025" y="29210"/>
                    <a:pt x="4054470" y="30480"/>
                    <a:pt x="4058915" y="32385"/>
                  </a:cubicBezTo>
                  <a:cubicBezTo>
                    <a:pt x="4062725" y="34290"/>
                    <a:pt x="4066535" y="37465"/>
                    <a:pt x="4069075" y="40640"/>
                  </a:cubicBezTo>
                  <a:cubicBezTo>
                    <a:pt x="4071615" y="44450"/>
                    <a:pt x="4073520" y="48260"/>
                    <a:pt x="4075425" y="53340"/>
                  </a:cubicBezTo>
                  <a:cubicBezTo>
                    <a:pt x="4076695" y="57785"/>
                    <a:pt x="4077330" y="62865"/>
                    <a:pt x="4077330" y="68580"/>
                  </a:cubicBezTo>
                  <a:lnTo>
                    <a:pt x="4076060" y="68580"/>
                  </a:lnTo>
                  <a:cubicBezTo>
                    <a:pt x="4076060" y="68580"/>
                    <a:pt x="4076060" y="71120"/>
                    <a:pt x="4076060" y="72390"/>
                  </a:cubicBezTo>
                  <a:cubicBezTo>
                    <a:pt x="4076060" y="73660"/>
                    <a:pt x="4076060" y="74295"/>
                    <a:pt x="4076060" y="75565"/>
                  </a:cubicBezTo>
                  <a:lnTo>
                    <a:pt x="4024625" y="75565"/>
                  </a:lnTo>
                  <a:cubicBezTo>
                    <a:pt x="4024625" y="79375"/>
                    <a:pt x="4025895" y="82550"/>
                    <a:pt x="4027165" y="85090"/>
                  </a:cubicBezTo>
                  <a:cubicBezTo>
                    <a:pt x="4028435" y="87630"/>
                    <a:pt x="4029705" y="90170"/>
                    <a:pt x="4031610" y="91440"/>
                  </a:cubicBezTo>
                  <a:cubicBezTo>
                    <a:pt x="4033515" y="93345"/>
                    <a:pt x="4035420" y="94615"/>
                    <a:pt x="4037325" y="95250"/>
                  </a:cubicBezTo>
                  <a:cubicBezTo>
                    <a:pt x="4039230" y="95885"/>
                    <a:pt x="4041770" y="96520"/>
                    <a:pt x="4044310" y="96520"/>
                  </a:cubicBezTo>
                  <a:cubicBezTo>
                    <a:pt x="4046215" y="96520"/>
                    <a:pt x="4047485" y="96520"/>
                    <a:pt x="4049390" y="96520"/>
                  </a:cubicBezTo>
                  <a:cubicBezTo>
                    <a:pt x="4050660" y="96520"/>
                    <a:pt x="4052565" y="95885"/>
                    <a:pt x="4053835" y="95250"/>
                  </a:cubicBezTo>
                  <a:cubicBezTo>
                    <a:pt x="4055105" y="95250"/>
                    <a:pt x="4056375" y="93980"/>
                    <a:pt x="4057645" y="93345"/>
                  </a:cubicBezTo>
                  <a:cubicBezTo>
                    <a:pt x="4058915" y="93345"/>
                    <a:pt x="4060185" y="92075"/>
                    <a:pt x="4062090" y="90805"/>
                  </a:cubicBezTo>
                  <a:lnTo>
                    <a:pt x="4070980" y="100330"/>
                  </a:lnTo>
                  <a:cubicBezTo>
                    <a:pt x="4070980" y="100330"/>
                    <a:pt x="4067170" y="103505"/>
                    <a:pt x="4065265" y="104775"/>
                  </a:cubicBezTo>
                  <a:cubicBezTo>
                    <a:pt x="4063360" y="106045"/>
                    <a:pt x="4061455" y="106680"/>
                    <a:pt x="4059550" y="107950"/>
                  </a:cubicBezTo>
                  <a:cubicBezTo>
                    <a:pt x="4057645" y="108585"/>
                    <a:pt x="4055105" y="109855"/>
                    <a:pt x="4052565" y="109855"/>
                  </a:cubicBezTo>
                  <a:cubicBezTo>
                    <a:pt x="4050025" y="109855"/>
                    <a:pt x="4046850" y="110490"/>
                    <a:pt x="4043675" y="110490"/>
                  </a:cubicBezTo>
                  <a:cubicBezTo>
                    <a:pt x="4040500" y="110490"/>
                    <a:pt x="4037325" y="110490"/>
                    <a:pt x="4034150" y="109220"/>
                  </a:cubicBezTo>
                  <a:cubicBezTo>
                    <a:pt x="4030975" y="108585"/>
                    <a:pt x="4028435" y="107315"/>
                    <a:pt x="4026530" y="105410"/>
                  </a:cubicBezTo>
                  <a:cubicBezTo>
                    <a:pt x="4023990" y="104140"/>
                    <a:pt x="4022085" y="102235"/>
                    <a:pt x="4020180" y="100330"/>
                  </a:cubicBezTo>
                  <a:cubicBezTo>
                    <a:pt x="4018275" y="98425"/>
                    <a:pt x="4016370" y="95885"/>
                    <a:pt x="4015100" y="92710"/>
                  </a:cubicBezTo>
                  <a:cubicBezTo>
                    <a:pt x="4013195" y="89535"/>
                    <a:pt x="4011925" y="86360"/>
                    <a:pt x="4011290" y="82550"/>
                  </a:cubicBezTo>
                  <a:cubicBezTo>
                    <a:pt x="4010655" y="78740"/>
                    <a:pt x="4010020" y="74295"/>
                    <a:pt x="4010020" y="69850"/>
                  </a:cubicBezTo>
                  <a:cubicBezTo>
                    <a:pt x="4010020" y="63500"/>
                    <a:pt x="4010655" y="57150"/>
                    <a:pt x="4012560" y="52070"/>
                  </a:cubicBezTo>
                  <a:cubicBezTo>
                    <a:pt x="4014465" y="46990"/>
                    <a:pt x="4016370" y="42545"/>
                    <a:pt x="4019545" y="39370"/>
                  </a:cubicBezTo>
                  <a:cubicBezTo>
                    <a:pt x="4022720" y="36195"/>
                    <a:pt x="4025895" y="33020"/>
                    <a:pt x="4030340" y="31750"/>
                  </a:cubicBezTo>
                  <a:cubicBezTo>
                    <a:pt x="4034785" y="29845"/>
                    <a:pt x="4039230" y="29210"/>
                    <a:pt x="4044310" y="29210"/>
                  </a:cubicBezTo>
                  <a:close/>
                  <a:moveTo>
                    <a:pt x="3811900" y="29210"/>
                  </a:moveTo>
                  <a:cubicBezTo>
                    <a:pt x="3815075" y="29210"/>
                    <a:pt x="3817615" y="29210"/>
                    <a:pt x="3819520" y="29845"/>
                  </a:cubicBezTo>
                  <a:cubicBezTo>
                    <a:pt x="3821425" y="29845"/>
                    <a:pt x="3823330" y="31115"/>
                    <a:pt x="3825235" y="32385"/>
                  </a:cubicBezTo>
                  <a:lnTo>
                    <a:pt x="3821425" y="46990"/>
                  </a:lnTo>
                  <a:lnTo>
                    <a:pt x="3820155" y="46990"/>
                  </a:lnTo>
                  <a:cubicBezTo>
                    <a:pt x="3820155" y="46990"/>
                    <a:pt x="3816980" y="45085"/>
                    <a:pt x="3815075" y="45085"/>
                  </a:cubicBezTo>
                  <a:cubicBezTo>
                    <a:pt x="3813170" y="45085"/>
                    <a:pt x="3811265" y="44450"/>
                    <a:pt x="3808725" y="44450"/>
                  </a:cubicBezTo>
                  <a:cubicBezTo>
                    <a:pt x="3803645" y="44450"/>
                    <a:pt x="3799835" y="46355"/>
                    <a:pt x="3797295" y="49530"/>
                  </a:cubicBezTo>
                  <a:cubicBezTo>
                    <a:pt x="3794755" y="52705"/>
                    <a:pt x="3793485" y="57785"/>
                    <a:pt x="3793485" y="64770"/>
                  </a:cubicBezTo>
                  <a:lnTo>
                    <a:pt x="3793485" y="109220"/>
                  </a:lnTo>
                  <a:lnTo>
                    <a:pt x="3778245" y="109220"/>
                  </a:lnTo>
                  <a:lnTo>
                    <a:pt x="3778245" y="31115"/>
                  </a:lnTo>
                  <a:lnTo>
                    <a:pt x="3793485" y="31115"/>
                  </a:lnTo>
                  <a:lnTo>
                    <a:pt x="3793485" y="38735"/>
                  </a:lnTo>
                  <a:cubicBezTo>
                    <a:pt x="3793485" y="38735"/>
                    <a:pt x="3795390" y="36195"/>
                    <a:pt x="3796660" y="34925"/>
                  </a:cubicBezTo>
                  <a:cubicBezTo>
                    <a:pt x="3797930" y="33655"/>
                    <a:pt x="3799200" y="33020"/>
                    <a:pt x="3801105" y="31750"/>
                  </a:cubicBezTo>
                  <a:cubicBezTo>
                    <a:pt x="3802375" y="31115"/>
                    <a:pt x="3804280" y="30480"/>
                    <a:pt x="3806185" y="29845"/>
                  </a:cubicBezTo>
                  <a:cubicBezTo>
                    <a:pt x="3808090" y="29845"/>
                    <a:pt x="3809995" y="29210"/>
                    <a:pt x="3811900" y="29210"/>
                  </a:cubicBezTo>
                  <a:close/>
                  <a:moveTo>
                    <a:pt x="3729986" y="29210"/>
                  </a:moveTo>
                  <a:cubicBezTo>
                    <a:pt x="3735701" y="29210"/>
                    <a:pt x="3740146" y="30480"/>
                    <a:pt x="3744591" y="32385"/>
                  </a:cubicBezTo>
                  <a:cubicBezTo>
                    <a:pt x="3748401" y="34290"/>
                    <a:pt x="3752211" y="37465"/>
                    <a:pt x="3754751" y="40640"/>
                  </a:cubicBezTo>
                  <a:cubicBezTo>
                    <a:pt x="3757291" y="44450"/>
                    <a:pt x="3759196" y="48260"/>
                    <a:pt x="3761101" y="53340"/>
                  </a:cubicBezTo>
                  <a:cubicBezTo>
                    <a:pt x="3762371" y="57785"/>
                    <a:pt x="3763006" y="62865"/>
                    <a:pt x="3763006" y="68580"/>
                  </a:cubicBezTo>
                  <a:lnTo>
                    <a:pt x="3761736" y="68580"/>
                  </a:lnTo>
                  <a:cubicBezTo>
                    <a:pt x="3761736" y="68580"/>
                    <a:pt x="3761736" y="71120"/>
                    <a:pt x="3761736" y="72390"/>
                  </a:cubicBezTo>
                  <a:cubicBezTo>
                    <a:pt x="3761736" y="73660"/>
                    <a:pt x="3761736" y="74295"/>
                    <a:pt x="3761736" y="75565"/>
                  </a:cubicBezTo>
                  <a:lnTo>
                    <a:pt x="3710301" y="75565"/>
                  </a:lnTo>
                  <a:cubicBezTo>
                    <a:pt x="3710301" y="79375"/>
                    <a:pt x="3711571" y="82550"/>
                    <a:pt x="3712841" y="85090"/>
                  </a:cubicBezTo>
                  <a:cubicBezTo>
                    <a:pt x="3714111" y="87630"/>
                    <a:pt x="3715381" y="90170"/>
                    <a:pt x="3717286" y="91440"/>
                  </a:cubicBezTo>
                  <a:cubicBezTo>
                    <a:pt x="3719191" y="93345"/>
                    <a:pt x="3721096" y="94615"/>
                    <a:pt x="3723001" y="95250"/>
                  </a:cubicBezTo>
                  <a:cubicBezTo>
                    <a:pt x="3724906" y="95885"/>
                    <a:pt x="3727446" y="96520"/>
                    <a:pt x="3729986" y="96520"/>
                  </a:cubicBezTo>
                  <a:cubicBezTo>
                    <a:pt x="3731891" y="96520"/>
                    <a:pt x="3733161" y="96520"/>
                    <a:pt x="3735066" y="96520"/>
                  </a:cubicBezTo>
                  <a:cubicBezTo>
                    <a:pt x="3736336" y="96520"/>
                    <a:pt x="3738241" y="95885"/>
                    <a:pt x="3739511" y="95250"/>
                  </a:cubicBezTo>
                  <a:cubicBezTo>
                    <a:pt x="3740781" y="95250"/>
                    <a:pt x="3742051" y="93980"/>
                    <a:pt x="3743321" y="93345"/>
                  </a:cubicBezTo>
                  <a:cubicBezTo>
                    <a:pt x="3744591" y="93345"/>
                    <a:pt x="3745861" y="92075"/>
                    <a:pt x="3747766" y="90805"/>
                  </a:cubicBezTo>
                  <a:lnTo>
                    <a:pt x="3756656" y="100330"/>
                  </a:lnTo>
                  <a:cubicBezTo>
                    <a:pt x="3756656" y="100330"/>
                    <a:pt x="3752846" y="103505"/>
                    <a:pt x="3750941" y="104775"/>
                  </a:cubicBezTo>
                  <a:cubicBezTo>
                    <a:pt x="3749036" y="106045"/>
                    <a:pt x="3747131" y="106680"/>
                    <a:pt x="3745226" y="107950"/>
                  </a:cubicBezTo>
                  <a:cubicBezTo>
                    <a:pt x="3743321" y="108585"/>
                    <a:pt x="3740781" y="109855"/>
                    <a:pt x="3738241" y="109855"/>
                  </a:cubicBezTo>
                  <a:cubicBezTo>
                    <a:pt x="3735701" y="109855"/>
                    <a:pt x="3732526" y="110490"/>
                    <a:pt x="3729351" y="110490"/>
                  </a:cubicBezTo>
                  <a:cubicBezTo>
                    <a:pt x="3726176" y="110490"/>
                    <a:pt x="3723001" y="110490"/>
                    <a:pt x="3719826" y="109220"/>
                  </a:cubicBezTo>
                  <a:cubicBezTo>
                    <a:pt x="3716651" y="108585"/>
                    <a:pt x="3714111" y="107315"/>
                    <a:pt x="3712206" y="105410"/>
                  </a:cubicBezTo>
                  <a:cubicBezTo>
                    <a:pt x="3709666" y="104140"/>
                    <a:pt x="3707761" y="102235"/>
                    <a:pt x="3705856" y="100330"/>
                  </a:cubicBezTo>
                  <a:cubicBezTo>
                    <a:pt x="3703951" y="98425"/>
                    <a:pt x="3702046" y="95885"/>
                    <a:pt x="3700776" y="92710"/>
                  </a:cubicBezTo>
                  <a:cubicBezTo>
                    <a:pt x="3698871" y="89535"/>
                    <a:pt x="3697601" y="86360"/>
                    <a:pt x="3696966" y="82550"/>
                  </a:cubicBezTo>
                  <a:cubicBezTo>
                    <a:pt x="3696331" y="78740"/>
                    <a:pt x="3695696" y="74295"/>
                    <a:pt x="3695696" y="69850"/>
                  </a:cubicBezTo>
                  <a:cubicBezTo>
                    <a:pt x="3695696" y="63500"/>
                    <a:pt x="3696331" y="57150"/>
                    <a:pt x="3698236" y="52070"/>
                  </a:cubicBezTo>
                  <a:cubicBezTo>
                    <a:pt x="3700141" y="46990"/>
                    <a:pt x="3702046" y="42545"/>
                    <a:pt x="3705221" y="39370"/>
                  </a:cubicBezTo>
                  <a:cubicBezTo>
                    <a:pt x="3708396" y="36195"/>
                    <a:pt x="3711571" y="33020"/>
                    <a:pt x="3716016" y="31750"/>
                  </a:cubicBezTo>
                  <a:cubicBezTo>
                    <a:pt x="3720461" y="29845"/>
                    <a:pt x="3724906" y="29210"/>
                    <a:pt x="3729986" y="29210"/>
                  </a:cubicBezTo>
                  <a:close/>
                  <a:moveTo>
                    <a:pt x="3543296" y="29210"/>
                  </a:moveTo>
                  <a:cubicBezTo>
                    <a:pt x="3549011" y="29210"/>
                    <a:pt x="3553456" y="30480"/>
                    <a:pt x="3557901" y="32385"/>
                  </a:cubicBezTo>
                  <a:cubicBezTo>
                    <a:pt x="3561711" y="34290"/>
                    <a:pt x="3565521" y="37465"/>
                    <a:pt x="3568061" y="40640"/>
                  </a:cubicBezTo>
                  <a:cubicBezTo>
                    <a:pt x="3570601" y="44450"/>
                    <a:pt x="3572506" y="48260"/>
                    <a:pt x="3574411" y="53340"/>
                  </a:cubicBezTo>
                  <a:cubicBezTo>
                    <a:pt x="3575681" y="57785"/>
                    <a:pt x="3576316" y="62865"/>
                    <a:pt x="3576316" y="68580"/>
                  </a:cubicBezTo>
                  <a:lnTo>
                    <a:pt x="3575046" y="68580"/>
                  </a:lnTo>
                  <a:cubicBezTo>
                    <a:pt x="3575046" y="68580"/>
                    <a:pt x="3575046" y="71120"/>
                    <a:pt x="3575046" y="72390"/>
                  </a:cubicBezTo>
                  <a:cubicBezTo>
                    <a:pt x="3575046" y="73660"/>
                    <a:pt x="3575046" y="74295"/>
                    <a:pt x="3575046" y="75565"/>
                  </a:cubicBezTo>
                  <a:lnTo>
                    <a:pt x="3523611" y="75565"/>
                  </a:lnTo>
                  <a:cubicBezTo>
                    <a:pt x="3523611" y="79375"/>
                    <a:pt x="3524881" y="82550"/>
                    <a:pt x="3526151" y="85090"/>
                  </a:cubicBezTo>
                  <a:cubicBezTo>
                    <a:pt x="3527421" y="87630"/>
                    <a:pt x="3528691" y="90170"/>
                    <a:pt x="3530596" y="91440"/>
                  </a:cubicBezTo>
                  <a:cubicBezTo>
                    <a:pt x="3532501" y="93345"/>
                    <a:pt x="3534406" y="94615"/>
                    <a:pt x="3536311" y="95250"/>
                  </a:cubicBezTo>
                  <a:cubicBezTo>
                    <a:pt x="3538216" y="95885"/>
                    <a:pt x="3540756" y="96520"/>
                    <a:pt x="3543296" y="96520"/>
                  </a:cubicBezTo>
                  <a:cubicBezTo>
                    <a:pt x="3545201" y="96520"/>
                    <a:pt x="3546471" y="96520"/>
                    <a:pt x="3548376" y="96520"/>
                  </a:cubicBezTo>
                  <a:cubicBezTo>
                    <a:pt x="3549646" y="96520"/>
                    <a:pt x="3551551" y="95885"/>
                    <a:pt x="3552821" y="95250"/>
                  </a:cubicBezTo>
                  <a:cubicBezTo>
                    <a:pt x="3554091" y="95250"/>
                    <a:pt x="3555361" y="93980"/>
                    <a:pt x="3556631" y="93345"/>
                  </a:cubicBezTo>
                  <a:cubicBezTo>
                    <a:pt x="3557901" y="93345"/>
                    <a:pt x="3559171" y="92075"/>
                    <a:pt x="3561076" y="90805"/>
                  </a:cubicBezTo>
                  <a:lnTo>
                    <a:pt x="3569966" y="100330"/>
                  </a:lnTo>
                  <a:cubicBezTo>
                    <a:pt x="3569966" y="100330"/>
                    <a:pt x="3566156" y="103505"/>
                    <a:pt x="3564251" y="104775"/>
                  </a:cubicBezTo>
                  <a:cubicBezTo>
                    <a:pt x="3562346" y="106045"/>
                    <a:pt x="3560441" y="106680"/>
                    <a:pt x="3558536" y="107950"/>
                  </a:cubicBezTo>
                  <a:cubicBezTo>
                    <a:pt x="3556631" y="108585"/>
                    <a:pt x="3554091" y="109855"/>
                    <a:pt x="3551551" y="109855"/>
                  </a:cubicBezTo>
                  <a:cubicBezTo>
                    <a:pt x="3549011" y="109855"/>
                    <a:pt x="3545836" y="110490"/>
                    <a:pt x="3542661" y="110490"/>
                  </a:cubicBezTo>
                  <a:cubicBezTo>
                    <a:pt x="3539486" y="110490"/>
                    <a:pt x="3536311" y="110490"/>
                    <a:pt x="3533136" y="109220"/>
                  </a:cubicBezTo>
                  <a:cubicBezTo>
                    <a:pt x="3529961" y="108585"/>
                    <a:pt x="3527421" y="107315"/>
                    <a:pt x="3525516" y="105410"/>
                  </a:cubicBezTo>
                  <a:cubicBezTo>
                    <a:pt x="3522976" y="104140"/>
                    <a:pt x="3521071" y="102235"/>
                    <a:pt x="3519166" y="100330"/>
                  </a:cubicBezTo>
                  <a:cubicBezTo>
                    <a:pt x="3517261" y="98425"/>
                    <a:pt x="3515356" y="95885"/>
                    <a:pt x="3514086" y="92710"/>
                  </a:cubicBezTo>
                  <a:cubicBezTo>
                    <a:pt x="3512181" y="89535"/>
                    <a:pt x="3510911" y="86360"/>
                    <a:pt x="3510276" y="82550"/>
                  </a:cubicBezTo>
                  <a:cubicBezTo>
                    <a:pt x="3509641" y="78740"/>
                    <a:pt x="3509006" y="74295"/>
                    <a:pt x="3509006" y="69850"/>
                  </a:cubicBezTo>
                  <a:cubicBezTo>
                    <a:pt x="3509006" y="63500"/>
                    <a:pt x="3509641" y="57150"/>
                    <a:pt x="3511546" y="52070"/>
                  </a:cubicBezTo>
                  <a:cubicBezTo>
                    <a:pt x="3513451" y="46990"/>
                    <a:pt x="3515356" y="42545"/>
                    <a:pt x="3518531" y="39370"/>
                  </a:cubicBezTo>
                  <a:cubicBezTo>
                    <a:pt x="3521706" y="36195"/>
                    <a:pt x="3524881" y="33020"/>
                    <a:pt x="3529326" y="31750"/>
                  </a:cubicBezTo>
                  <a:cubicBezTo>
                    <a:pt x="3533771" y="29845"/>
                    <a:pt x="3538216" y="29210"/>
                    <a:pt x="3543296" y="29210"/>
                  </a:cubicBezTo>
                  <a:close/>
                  <a:moveTo>
                    <a:pt x="3345176" y="29210"/>
                  </a:moveTo>
                  <a:cubicBezTo>
                    <a:pt x="3350891" y="29210"/>
                    <a:pt x="3355336" y="30480"/>
                    <a:pt x="3359781" y="32385"/>
                  </a:cubicBezTo>
                  <a:cubicBezTo>
                    <a:pt x="3363591" y="34290"/>
                    <a:pt x="3367401" y="37465"/>
                    <a:pt x="3369941" y="40640"/>
                  </a:cubicBezTo>
                  <a:cubicBezTo>
                    <a:pt x="3372481" y="44450"/>
                    <a:pt x="3374386" y="48260"/>
                    <a:pt x="3376291" y="53340"/>
                  </a:cubicBezTo>
                  <a:cubicBezTo>
                    <a:pt x="3377561" y="57785"/>
                    <a:pt x="3378196" y="62865"/>
                    <a:pt x="3378196" y="68580"/>
                  </a:cubicBezTo>
                  <a:lnTo>
                    <a:pt x="3376926" y="68580"/>
                  </a:lnTo>
                  <a:cubicBezTo>
                    <a:pt x="3376926" y="68580"/>
                    <a:pt x="3376926" y="71120"/>
                    <a:pt x="3376926" y="72390"/>
                  </a:cubicBezTo>
                  <a:cubicBezTo>
                    <a:pt x="3376926" y="73660"/>
                    <a:pt x="3376926" y="74295"/>
                    <a:pt x="3376926" y="75565"/>
                  </a:cubicBezTo>
                  <a:lnTo>
                    <a:pt x="3325491" y="75565"/>
                  </a:lnTo>
                  <a:cubicBezTo>
                    <a:pt x="3325491" y="79375"/>
                    <a:pt x="3326761" y="82550"/>
                    <a:pt x="3328031" y="85090"/>
                  </a:cubicBezTo>
                  <a:cubicBezTo>
                    <a:pt x="3329301" y="87630"/>
                    <a:pt x="3330571" y="90170"/>
                    <a:pt x="3332476" y="91440"/>
                  </a:cubicBezTo>
                  <a:cubicBezTo>
                    <a:pt x="3334381" y="93345"/>
                    <a:pt x="3336286" y="94615"/>
                    <a:pt x="3338191" y="95250"/>
                  </a:cubicBezTo>
                  <a:cubicBezTo>
                    <a:pt x="3340096" y="95885"/>
                    <a:pt x="3342636" y="96520"/>
                    <a:pt x="3345176" y="96520"/>
                  </a:cubicBezTo>
                  <a:cubicBezTo>
                    <a:pt x="3347081" y="96520"/>
                    <a:pt x="3348351" y="96520"/>
                    <a:pt x="3350256" y="96520"/>
                  </a:cubicBezTo>
                  <a:cubicBezTo>
                    <a:pt x="3351526" y="96520"/>
                    <a:pt x="3353431" y="95885"/>
                    <a:pt x="3354701" y="95250"/>
                  </a:cubicBezTo>
                  <a:cubicBezTo>
                    <a:pt x="3355971" y="95250"/>
                    <a:pt x="3357241" y="93980"/>
                    <a:pt x="3358511" y="93345"/>
                  </a:cubicBezTo>
                  <a:cubicBezTo>
                    <a:pt x="3359781" y="93345"/>
                    <a:pt x="3361051" y="92075"/>
                    <a:pt x="3362956" y="90805"/>
                  </a:cubicBezTo>
                  <a:lnTo>
                    <a:pt x="3371846" y="100330"/>
                  </a:lnTo>
                  <a:cubicBezTo>
                    <a:pt x="3371846" y="100330"/>
                    <a:pt x="3368036" y="103505"/>
                    <a:pt x="3366131" y="104775"/>
                  </a:cubicBezTo>
                  <a:cubicBezTo>
                    <a:pt x="3364226" y="106045"/>
                    <a:pt x="3362321" y="106680"/>
                    <a:pt x="3360416" y="107950"/>
                  </a:cubicBezTo>
                  <a:cubicBezTo>
                    <a:pt x="3358511" y="108585"/>
                    <a:pt x="3355971" y="109855"/>
                    <a:pt x="3353431" y="109855"/>
                  </a:cubicBezTo>
                  <a:cubicBezTo>
                    <a:pt x="3350891" y="109855"/>
                    <a:pt x="3347716" y="110490"/>
                    <a:pt x="3344541" y="110490"/>
                  </a:cubicBezTo>
                  <a:cubicBezTo>
                    <a:pt x="3341366" y="110490"/>
                    <a:pt x="3338191" y="110490"/>
                    <a:pt x="3335016" y="109220"/>
                  </a:cubicBezTo>
                  <a:cubicBezTo>
                    <a:pt x="3331841" y="108585"/>
                    <a:pt x="3329301" y="107315"/>
                    <a:pt x="3327396" y="105410"/>
                  </a:cubicBezTo>
                  <a:cubicBezTo>
                    <a:pt x="3324856" y="104140"/>
                    <a:pt x="3322951" y="102235"/>
                    <a:pt x="3321046" y="100330"/>
                  </a:cubicBezTo>
                  <a:cubicBezTo>
                    <a:pt x="3319141" y="98425"/>
                    <a:pt x="3317236" y="95885"/>
                    <a:pt x="3315966" y="92710"/>
                  </a:cubicBezTo>
                  <a:cubicBezTo>
                    <a:pt x="3314061" y="89535"/>
                    <a:pt x="3312791" y="86360"/>
                    <a:pt x="3312156" y="82550"/>
                  </a:cubicBezTo>
                  <a:cubicBezTo>
                    <a:pt x="3311521" y="78740"/>
                    <a:pt x="3310886" y="74295"/>
                    <a:pt x="3310886" y="69850"/>
                  </a:cubicBezTo>
                  <a:cubicBezTo>
                    <a:pt x="3310886" y="63500"/>
                    <a:pt x="3311521" y="57150"/>
                    <a:pt x="3313426" y="52070"/>
                  </a:cubicBezTo>
                  <a:cubicBezTo>
                    <a:pt x="3315331" y="46990"/>
                    <a:pt x="3317236" y="42545"/>
                    <a:pt x="3320411" y="39370"/>
                  </a:cubicBezTo>
                  <a:cubicBezTo>
                    <a:pt x="3323586" y="36195"/>
                    <a:pt x="3326761" y="33020"/>
                    <a:pt x="3331206" y="31750"/>
                  </a:cubicBezTo>
                  <a:cubicBezTo>
                    <a:pt x="3335651" y="29845"/>
                    <a:pt x="3340096" y="29210"/>
                    <a:pt x="3345176" y="29210"/>
                  </a:cubicBezTo>
                  <a:close/>
                  <a:moveTo>
                    <a:pt x="3060696" y="29210"/>
                  </a:moveTo>
                  <a:cubicBezTo>
                    <a:pt x="3063871" y="29210"/>
                    <a:pt x="3066411" y="29210"/>
                    <a:pt x="3068316" y="29845"/>
                  </a:cubicBezTo>
                  <a:cubicBezTo>
                    <a:pt x="3070221" y="29845"/>
                    <a:pt x="3072126" y="31115"/>
                    <a:pt x="3074031" y="32385"/>
                  </a:cubicBezTo>
                  <a:lnTo>
                    <a:pt x="3070221" y="46990"/>
                  </a:lnTo>
                  <a:lnTo>
                    <a:pt x="3068951" y="46990"/>
                  </a:lnTo>
                  <a:cubicBezTo>
                    <a:pt x="3068951" y="46990"/>
                    <a:pt x="3065776" y="45085"/>
                    <a:pt x="3063871" y="45085"/>
                  </a:cubicBezTo>
                  <a:cubicBezTo>
                    <a:pt x="3061966" y="45085"/>
                    <a:pt x="3060061" y="44450"/>
                    <a:pt x="3057521" y="44450"/>
                  </a:cubicBezTo>
                  <a:cubicBezTo>
                    <a:pt x="3052441" y="44450"/>
                    <a:pt x="3048631" y="46355"/>
                    <a:pt x="3046091" y="49530"/>
                  </a:cubicBezTo>
                  <a:cubicBezTo>
                    <a:pt x="3043551" y="52705"/>
                    <a:pt x="3042281" y="57785"/>
                    <a:pt x="3042281" y="64770"/>
                  </a:cubicBezTo>
                  <a:lnTo>
                    <a:pt x="3042281" y="109220"/>
                  </a:lnTo>
                  <a:lnTo>
                    <a:pt x="3027041" y="109220"/>
                  </a:lnTo>
                  <a:lnTo>
                    <a:pt x="3027041" y="31115"/>
                  </a:lnTo>
                  <a:lnTo>
                    <a:pt x="3042281" y="31115"/>
                  </a:lnTo>
                  <a:lnTo>
                    <a:pt x="3042281" y="38735"/>
                  </a:lnTo>
                  <a:cubicBezTo>
                    <a:pt x="3042281" y="38735"/>
                    <a:pt x="3044186" y="36195"/>
                    <a:pt x="3045456" y="34925"/>
                  </a:cubicBezTo>
                  <a:cubicBezTo>
                    <a:pt x="3046726" y="33655"/>
                    <a:pt x="3047996" y="33020"/>
                    <a:pt x="3049901" y="31750"/>
                  </a:cubicBezTo>
                  <a:cubicBezTo>
                    <a:pt x="3051171" y="31115"/>
                    <a:pt x="3053076" y="30480"/>
                    <a:pt x="3054981" y="29845"/>
                  </a:cubicBezTo>
                  <a:cubicBezTo>
                    <a:pt x="3056886" y="29845"/>
                    <a:pt x="3058791" y="29210"/>
                    <a:pt x="3060696" y="29210"/>
                  </a:cubicBezTo>
                  <a:close/>
                  <a:moveTo>
                    <a:pt x="2978781" y="29210"/>
                  </a:moveTo>
                  <a:cubicBezTo>
                    <a:pt x="2984496" y="29210"/>
                    <a:pt x="2988941" y="30480"/>
                    <a:pt x="2993386" y="32385"/>
                  </a:cubicBezTo>
                  <a:cubicBezTo>
                    <a:pt x="2997196" y="34290"/>
                    <a:pt x="3001006" y="37465"/>
                    <a:pt x="3003546" y="40640"/>
                  </a:cubicBezTo>
                  <a:cubicBezTo>
                    <a:pt x="3006086" y="44450"/>
                    <a:pt x="3007991" y="48260"/>
                    <a:pt x="3009896" y="53340"/>
                  </a:cubicBezTo>
                  <a:cubicBezTo>
                    <a:pt x="3011166" y="57785"/>
                    <a:pt x="3011801" y="62865"/>
                    <a:pt x="3011801" y="68580"/>
                  </a:cubicBezTo>
                  <a:lnTo>
                    <a:pt x="3010531" y="68580"/>
                  </a:lnTo>
                  <a:cubicBezTo>
                    <a:pt x="3010531" y="68580"/>
                    <a:pt x="3010531" y="71120"/>
                    <a:pt x="3010531" y="72390"/>
                  </a:cubicBezTo>
                  <a:cubicBezTo>
                    <a:pt x="3010531" y="73660"/>
                    <a:pt x="3010531" y="74295"/>
                    <a:pt x="3010531" y="75565"/>
                  </a:cubicBezTo>
                  <a:lnTo>
                    <a:pt x="2959096" y="75565"/>
                  </a:lnTo>
                  <a:cubicBezTo>
                    <a:pt x="2959096" y="79375"/>
                    <a:pt x="2960366" y="82550"/>
                    <a:pt x="2961636" y="85090"/>
                  </a:cubicBezTo>
                  <a:cubicBezTo>
                    <a:pt x="2962906" y="87630"/>
                    <a:pt x="2964176" y="90170"/>
                    <a:pt x="2966081" y="91440"/>
                  </a:cubicBezTo>
                  <a:cubicBezTo>
                    <a:pt x="2967986" y="93345"/>
                    <a:pt x="2969891" y="94615"/>
                    <a:pt x="2971796" y="95250"/>
                  </a:cubicBezTo>
                  <a:cubicBezTo>
                    <a:pt x="2974336" y="95885"/>
                    <a:pt x="2976241" y="96520"/>
                    <a:pt x="2978781" y="96520"/>
                  </a:cubicBezTo>
                  <a:cubicBezTo>
                    <a:pt x="2980686" y="96520"/>
                    <a:pt x="2981956" y="96520"/>
                    <a:pt x="2983861" y="96520"/>
                  </a:cubicBezTo>
                  <a:cubicBezTo>
                    <a:pt x="2985131" y="96520"/>
                    <a:pt x="2987036" y="95885"/>
                    <a:pt x="2988306" y="95250"/>
                  </a:cubicBezTo>
                  <a:cubicBezTo>
                    <a:pt x="2989576" y="95250"/>
                    <a:pt x="2990846" y="93980"/>
                    <a:pt x="2992116" y="93345"/>
                  </a:cubicBezTo>
                  <a:cubicBezTo>
                    <a:pt x="2993386" y="93345"/>
                    <a:pt x="2994656" y="92075"/>
                    <a:pt x="2996561" y="90805"/>
                  </a:cubicBezTo>
                  <a:lnTo>
                    <a:pt x="3005451" y="100330"/>
                  </a:lnTo>
                  <a:cubicBezTo>
                    <a:pt x="3005451" y="100330"/>
                    <a:pt x="3001641" y="103505"/>
                    <a:pt x="2999736" y="104775"/>
                  </a:cubicBezTo>
                  <a:cubicBezTo>
                    <a:pt x="2997831" y="106045"/>
                    <a:pt x="2995926" y="106680"/>
                    <a:pt x="2994021" y="107950"/>
                  </a:cubicBezTo>
                  <a:cubicBezTo>
                    <a:pt x="2992116" y="108585"/>
                    <a:pt x="2989576" y="109855"/>
                    <a:pt x="2987036" y="109855"/>
                  </a:cubicBezTo>
                  <a:cubicBezTo>
                    <a:pt x="2984496" y="109855"/>
                    <a:pt x="2981321" y="110490"/>
                    <a:pt x="2978146" y="110490"/>
                  </a:cubicBezTo>
                  <a:cubicBezTo>
                    <a:pt x="2974971" y="110490"/>
                    <a:pt x="2971796" y="110490"/>
                    <a:pt x="2968621" y="109220"/>
                  </a:cubicBezTo>
                  <a:cubicBezTo>
                    <a:pt x="2965446" y="108585"/>
                    <a:pt x="2962906" y="107315"/>
                    <a:pt x="2961001" y="105410"/>
                  </a:cubicBezTo>
                  <a:cubicBezTo>
                    <a:pt x="2958461" y="104140"/>
                    <a:pt x="2956556" y="102235"/>
                    <a:pt x="2954651" y="100330"/>
                  </a:cubicBezTo>
                  <a:cubicBezTo>
                    <a:pt x="2952746" y="98425"/>
                    <a:pt x="2950841" y="95885"/>
                    <a:pt x="2949571" y="92710"/>
                  </a:cubicBezTo>
                  <a:cubicBezTo>
                    <a:pt x="2947666" y="89535"/>
                    <a:pt x="2946396" y="86360"/>
                    <a:pt x="2945761" y="82550"/>
                  </a:cubicBezTo>
                  <a:cubicBezTo>
                    <a:pt x="2945126" y="78740"/>
                    <a:pt x="2944491" y="74295"/>
                    <a:pt x="2944491" y="69850"/>
                  </a:cubicBezTo>
                  <a:cubicBezTo>
                    <a:pt x="2944491" y="63500"/>
                    <a:pt x="2945126" y="57150"/>
                    <a:pt x="2947031" y="52070"/>
                  </a:cubicBezTo>
                  <a:cubicBezTo>
                    <a:pt x="2948936" y="46990"/>
                    <a:pt x="2950841" y="42545"/>
                    <a:pt x="2954016" y="39370"/>
                  </a:cubicBezTo>
                  <a:cubicBezTo>
                    <a:pt x="2957191" y="36195"/>
                    <a:pt x="2960366" y="33020"/>
                    <a:pt x="2964811" y="31750"/>
                  </a:cubicBezTo>
                  <a:cubicBezTo>
                    <a:pt x="2969256" y="29845"/>
                    <a:pt x="2973701" y="29210"/>
                    <a:pt x="2978781" y="29210"/>
                  </a:cubicBezTo>
                  <a:close/>
                  <a:moveTo>
                    <a:pt x="2798440" y="29210"/>
                  </a:moveTo>
                  <a:cubicBezTo>
                    <a:pt x="2803520" y="29210"/>
                    <a:pt x="2807965" y="29845"/>
                    <a:pt x="2813045" y="31750"/>
                  </a:cubicBezTo>
                  <a:cubicBezTo>
                    <a:pt x="2817490" y="33655"/>
                    <a:pt x="2821935" y="35560"/>
                    <a:pt x="2825110" y="38100"/>
                  </a:cubicBezTo>
                  <a:lnTo>
                    <a:pt x="2827015" y="38100"/>
                  </a:lnTo>
                  <a:lnTo>
                    <a:pt x="2820030" y="50165"/>
                  </a:lnTo>
                  <a:cubicBezTo>
                    <a:pt x="2816855" y="47625"/>
                    <a:pt x="2813680" y="46355"/>
                    <a:pt x="2810505" y="45085"/>
                  </a:cubicBezTo>
                  <a:cubicBezTo>
                    <a:pt x="2807330" y="43815"/>
                    <a:pt x="2803520" y="43180"/>
                    <a:pt x="2799710" y="43180"/>
                  </a:cubicBezTo>
                  <a:cubicBezTo>
                    <a:pt x="2795900" y="43180"/>
                    <a:pt x="2793360" y="43815"/>
                    <a:pt x="2791455" y="45085"/>
                  </a:cubicBezTo>
                  <a:cubicBezTo>
                    <a:pt x="2789550" y="46355"/>
                    <a:pt x="2788915" y="48260"/>
                    <a:pt x="2788915" y="50165"/>
                  </a:cubicBezTo>
                  <a:cubicBezTo>
                    <a:pt x="2788915" y="51435"/>
                    <a:pt x="2788915" y="52070"/>
                    <a:pt x="2788915" y="52705"/>
                  </a:cubicBezTo>
                  <a:cubicBezTo>
                    <a:pt x="2788915" y="53340"/>
                    <a:pt x="2790185" y="54610"/>
                    <a:pt x="2790820" y="55245"/>
                  </a:cubicBezTo>
                  <a:cubicBezTo>
                    <a:pt x="2792090" y="55880"/>
                    <a:pt x="2793360" y="57150"/>
                    <a:pt x="2795265" y="57785"/>
                  </a:cubicBezTo>
                  <a:cubicBezTo>
                    <a:pt x="2797170" y="59055"/>
                    <a:pt x="2799710" y="59690"/>
                    <a:pt x="2802250" y="60960"/>
                  </a:cubicBezTo>
                  <a:cubicBezTo>
                    <a:pt x="2806695" y="62865"/>
                    <a:pt x="2810505" y="64135"/>
                    <a:pt x="2813680" y="66040"/>
                  </a:cubicBezTo>
                  <a:cubicBezTo>
                    <a:pt x="2816855" y="67310"/>
                    <a:pt x="2819395" y="69215"/>
                    <a:pt x="2821935" y="71120"/>
                  </a:cubicBezTo>
                  <a:cubicBezTo>
                    <a:pt x="2823840" y="73025"/>
                    <a:pt x="2825745" y="75565"/>
                    <a:pt x="2827015" y="78105"/>
                  </a:cubicBezTo>
                  <a:cubicBezTo>
                    <a:pt x="2828285" y="80645"/>
                    <a:pt x="2828920" y="83820"/>
                    <a:pt x="2828920" y="87630"/>
                  </a:cubicBezTo>
                  <a:cubicBezTo>
                    <a:pt x="2828920" y="92075"/>
                    <a:pt x="2828285" y="95250"/>
                    <a:pt x="2826380" y="98425"/>
                  </a:cubicBezTo>
                  <a:cubicBezTo>
                    <a:pt x="2824475" y="101600"/>
                    <a:pt x="2822570" y="103505"/>
                    <a:pt x="2820030" y="105410"/>
                  </a:cubicBezTo>
                  <a:cubicBezTo>
                    <a:pt x="2817490" y="107315"/>
                    <a:pt x="2814315" y="108585"/>
                    <a:pt x="2810505" y="109220"/>
                  </a:cubicBezTo>
                  <a:cubicBezTo>
                    <a:pt x="2806695" y="109855"/>
                    <a:pt x="2803520" y="110490"/>
                    <a:pt x="2799710" y="110490"/>
                  </a:cubicBezTo>
                  <a:cubicBezTo>
                    <a:pt x="2794630" y="110490"/>
                    <a:pt x="2789550" y="109855"/>
                    <a:pt x="2783835" y="107950"/>
                  </a:cubicBezTo>
                  <a:cubicBezTo>
                    <a:pt x="2778120" y="106045"/>
                    <a:pt x="2773675" y="103505"/>
                    <a:pt x="2769230" y="100965"/>
                  </a:cubicBezTo>
                  <a:lnTo>
                    <a:pt x="2776215" y="89535"/>
                  </a:lnTo>
                  <a:cubicBezTo>
                    <a:pt x="2780025" y="92075"/>
                    <a:pt x="2783835" y="93980"/>
                    <a:pt x="2787645" y="95250"/>
                  </a:cubicBezTo>
                  <a:cubicBezTo>
                    <a:pt x="2791455" y="96520"/>
                    <a:pt x="2795265" y="97155"/>
                    <a:pt x="2799075" y="97155"/>
                  </a:cubicBezTo>
                  <a:cubicBezTo>
                    <a:pt x="2804155" y="97155"/>
                    <a:pt x="2807330" y="96520"/>
                    <a:pt x="2809870" y="94615"/>
                  </a:cubicBezTo>
                  <a:cubicBezTo>
                    <a:pt x="2812410" y="93345"/>
                    <a:pt x="2813045" y="90805"/>
                    <a:pt x="2813045" y="88265"/>
                  </a:cubicBezTo>
                  <a:cubicBezTo>
                    <a:pt x="2813045" y="86995"/>
                    <a:pt x="2813045" y="85725"/>
                    <a:pt x="2811775" y="84455"/>
                  </a:cubicBezTo>
                  <a:cubicBezTo>
                    <a:pt x="2811140" y="83185"/>
                    <a:pt x="2809870" y="82550"/>
                    <a:pt x="2807965" y="81280"/>
                  </a:cubicBezTo>
                  <a:cubicBezTo>
                    <a:pt x="2806695" y="80010"/>
                    <a:pt x="2804790" y="79375"/>
                    <a:pt x="2802250" y="78105"/>
                  </a:cubicBezTo>
                  <a:cubicBezTo>
                    <a:pt x="2800345" y="77470"/>
                    <a:pt x="2797805" y="76200"/>
                    <a:pt x="2794630" y="74930"/>
                  </a:cubicBezTo>
                  <a:cubicBezTo>
                    <a:pt x="2790185" y="73025"/>
                    <a:pt x="2787010" y="71755"/>
                    <a:pt x="2783835" y="69850"/>
                  </a:cubicBezTo>
                  <a:cubicBezTo>
                    <a:pt x="2780660" y="67945"/>
                    <a:pt x="2778755" y="66675"/>
                    <a:pt x="2776850" y="64770"/>
                  </a:cubicBezTo>
                  <a:cubicBezTo>
                    <a:pt x="2774945" y="62865"/>
                    <a:pt x="2773675" y="60960"/>
                    <a:pt x="2773040" y="58420"/>
                  </a:cubicBezTo>
                  <a:cubicBezTo>
                    <a:pt x="2772405" y="55880"/>
                    <a:pt x="2771770" y="53340"/>
                    <a:pt x="2771770" y="50165"/>
                  </a:cubicBezTo>
                  <a:cubicBezTo>
                    <a:pt x="2771770" y="46990"/>
                    <a:pt x="2772405" y="43815"/>
                    <a:pt x="2773675" y="40640"/>
                  </a:cubicBezTo>
                  <a:cubicBezTo>
                    <a:pt x="2774945" y="38100"/>
                    <a:pt x="2776850" y="35560"/>
                    <a:pt x="2779390" y="34290"/>
                  </a:cubicBezTo>
                  <a:cubicBezTo>
                    <a:pt x="2781930" y="32385"/>
                    <a:pt x="2784470" y="31115"/>
                    <a:pt x="2787645" y="30480"/>
                  </a:cubicBezTo>
                  <a:cubicBezTo>
                    <a:pt x="2790820" y="29845"/>
                    <a:pt x="2794630" y="29210"/>
                    <a:pt x="2798440" y="29210"/>
                  </a:cubicBezTo>
                  <a:close/>
                  <a:moveTo>
                    <a:pt x="2723510" y="29210"/>
                  </a:moveTo>
                  <a:cubicBezTo>
                    <a:pt x="2725415" y="29210"/>
                    <a:pt x="2727320" y="29210"/>
                    <a:pt x="2729225" y="29210"/>
                  </a:cubicBezTo>
                  <a:cubicBezTo>
                    <a:pt x="2733670" y="29210"/>
                    <a:pt x="2738115" y="29845"/>
                    <a:pt x="2741290" y="31750"/>
                  </a:cubicBezTo>
                  <a:cubicBezTo>
                    <a:pt x="2744465" y="33020"/>
                    <a:pt x="2747640" y="35560"/>
                    <a:pt x="2750180" y="38100"/>
                  </a:cubicBezTo>
                  <a:cubicBezTo>
                    <a:pt x="2752720" y="41275"/>
                    <a:pt x="2753990" y="44450"/>
                    <a:pt x="2755260" y="48895"/>
                  </a:cubicBezTo>
                  <a:cubicBezTo>
                    <a:pt x="2756530" y="53340"/>
                    <a:pt x="2757165" y="58420"/>
                    <a:pt x="2757165" y="64135"/>
                  </a:cubicBezTo>
                  <a:lnTo>
                    <a:pt x="2757165" y="108585"/>
                  </a:lnTo>
                  <a:lnTo>
                    <a:pt x="2741925" y="108585"/>
                  </a:lnTo>
                  <a:lnTo>
                    <a:pt x="2741290" y="108585"/>
                  </a:lnTo>
                  <a:lnTo>
                    <a:pt x="2741290" y="64770"/>
                  </a:lnTo>
                  <a:cubicBezTo>
                    <a:pt x="2741290" y="57785"/>
                    <a:pt x="2740020" y="52070"/>
                    <a:pt x="2737480" y="48895"/>
                  </a:cubicBezTo>
                  <a:cubicBezTo>
                    <a:pt x="2734940" y="45085"/>
                    <a:pt x="2731130" y="43180"/>
                    <a:pt x="2725415" y="43180"/>
                  </a:cubicBezTo>
                  <a:cubicBezTo>
                    <a:pt x="2722875" y="43180"/>
                    <a:pt x="2720970" y="43180"/>
                    <a:pt x="2718430" y="44450"/>
                  </a:cubicBezTo>
                  <a:cubicBezTo>
                    <a:pt x="2716525" y="45085"/>
                    <a:pt x="2714620" y="46990"/>
                    <a:pt x="2713350" y="48260"/>
                  </a:cubicBezTo>
                  <a:cubicBezTo>
                    <a:pt x="2712080" y="50165"/>
                    <a:pt x="2710810" y="52070"/>
                    <a:pt x="2710175" y="54610"/>
                  </a:cubicBezTo>
                  <a:cubicBezTo>
                    <a:pt x="2710175" y="57150"/>
                    <a:pt x="2709540" y="59690"/>
                    <a:pt x="2709540" y="62865"/>
                  </a:cubicBezTo>
                  <a:lnTo>
                    <a:pt x="2709540" y="108585"/>
                  </a:lnTo>
                  <a:lnTo>
                    <a:pt x="2694300" y="108585"/>
                  </a:lnTo>
                  <a:lnTo>
                    <a:pt x="2694300" y="30480"/>
                  </a:lnTo>
                  <a:lnTo>
                    <a:pt x="2709540" y="30480"/>
                  </a:lnTo>
                  <a:lnTo>
                    <a:pt x="2709540" y="38100"/>
                  </a:lnTo>
                  <a:cubicBezTo>
                    <a:pt x="2709540" y="38100"/>
                    <a:pt x="2711445" y="35560"/>
                    <a:pt x="2713350" y="34290"/>
                  </a:cubicBezTo>
                  <a:cubicBezTo>
                    <a:pt x="2714620" y="33020"/>
                    <a:pt x="2716525" y="32385"/>
                    <a:pt x="2717795" y="31115"/>
                  </a:cubicBezTo>
                  <a:cubicBezTo>
                    <a:pt x="2719700" y="30480"/>
                    <a:pt x="2721605" y="29845"/>
                    <a:pt x="2723510" y="29210"/>
                  </a:cubicBezTo>
                  <a:close/>
                  <a:moveTo>
                    <a:pt x="2530470" y="29210"/>
                  </a:moveTo>
                  <a:cubicBezTo>
                    <a:pt x="2536185" y="29210"/>
                    <a:pt x="2540630" y="30480"/>
                    <a:pt x="2545075" y="32385"/>
                  </a:cubicBezTo>
                  <a:cubicBezTo>
                    <a:pt x="2548885" y="34290"/>
                    <a:pt x="2552695" y="37465"/>
                    <a:pt x="2555235" y="40640"/>
                  </a:cubicBezTo>
                  <a:cubicBezTo>
                    <a:pt x="2557775" y="44450"/>
                    <a:pt x="2559680" y="48260"/>
                    <a:pt x="2561585" y="53340"/>
                  </a:cubicBezTo>
                  <a:cubicBezTo>
                    <a:pt x="2562855" y="57785"/>
                    <a:pt x="2563490" y="62865"/>
                    <a:pt x="2563490" y="68580"/>
                  </a:cubicBezTo>
                  <a:lnTo>
                    <a:pt x="2562220" y="68580"/>
                  </a:lnTo>
                  <a:cubicBezTo>
                    <a:pt x="2562220" y="68580"/>
                    <a:pt x="2562220" y="71120"/>
                    <a:pt x="2562220" y="72390"/>
                  </a:cubicBezTo>
                  <a:cubicBezTo>
                    <a:pt x="2562220" y="73660"/>
                    <a:pt x="2562220" y="74295"/>
                    <a:pt x="2562220" y="75565"/>
                  </a:cubicBezTo>
                  <a:lnTo>
                    <a:pt x="2510785" y="75565"/>
                  </a:lnTo>
                  <a:cubicBezTo>
                    <a:pt x="2510785" y="79375"/>
                    <a:pt x="2512055" y="82550"/>
                    <a:pt x="2513325" y="85090"/>
                  </a:cubicBezTo>
                  <a:cubicBezTo>
                    <a:pt x="2514595" y="87630"/>
                    <a:pt x="2515865" y="90170"/>
                    <a:pt x="2517770" y="91440"/>
                  </a:cubicBezTo>
                  <a:cubicBezTo>
                    <a:pt x="2519675" y="93345"/>
                    <a:pt x="2521580" y="94615"/>
                    <a:pt x="2523485" y="95250"/>
                  </a:cubicBezTo>
                  <a:cubicBezTo>
                    <a:pt x="2525390" y="95885"/>
                    <a:pt x="2527930" y="96520"/>
                    <a:pt x="2530470" y="96520"/>
                  </a:cubicBezTo>
                  <a:cubicBezTo>
                    <a:pt x="2532375" y="96520"/>
                    <a:pt x="2533645" y="96520"/>
                    <a:pt x="2535550" y="96520"/>
                  </a:cubicBezTo>
                  <a:cubicBezTo>
                    <a:pt x="2536820" y="96520"/>
                    <a:pt x="2538725" y="95885"/>
                    <a:pt x="2539995" y="95250"/>
                  </a:cubicBezTo>
                  <a:cubicBezTo>
                    <a:pt x="2541265" y="95250"/>
                    <a:pt x="2542535" y="93980"/>
                    <a:pt x="2543805" y="93345"/>
                  </a:cubicBezTo>
                  <a:cubicBezTo>
                    <a:pt x="2545075" y="93345"/>
                    <a:pt x="2546345" y="92075"/>
                    <a:pt x="2548250" y="90805"/>
                  </a:cubicBezTo>
                  <a:lnTo>
                    <a:pt x="2557140" y="100330"/>
                  </a:lnTo>
                  <a:cubicBezTo>
                    <a:pt x="2557140" y="100330"/>
                    <a:pt x="2553330" y="103505"/>
                    <a:pt x="2551425" y="104775"/>
                  </a:cubicBezTo>
                  <a:cubicBezTo>
                    <a:pt x="2549520" y="106045"/>
                    <a:pt x="2547615" y="106680"/>
                    <a:pt x="2545710" y="107950"/>
                  </a:cubicBezTo>
                  <a:cubicBezTo>
                    <a:pt x="2543805" y="108585"/>
                    <a:pt x="2541265" y="109855"/>
                    <a:pt x="2538725" y="109855"/>
                  </a:cubicBezTo>
                  <a:cubicBezTo>
                    <a:pt x="2536185" y="109855"/>
                    <a:pt x="2533010" y="110490"/>
                    <a:pt x="2529835" y="110490"/>
                  </a:cubicBezTo>
                  <a:cubicBezTo>
                    <a:pt x="2526660" y="110490"/>
                    <a:pt x="2523485" y="110490"/>
                    <a:pt x="2520310" y="109220"/>
                  </a:cubicBezTo>
                  <a:cubicBezTo>
                    <a:pt x="2517135" y="108585"/>
                    <a:pt x="2514595" y="107315"/>
                    <a:pt x="2512690" y="105410"/>
                  </a:cubicBezTo>
                  <a:cubicBezTo>
                    <a:pt x="2510785" y="103505"/>
                    <a:pt x="2508245" y="102235"/>
                    <a:pt x="2506340" y="100330"/>
                  </a:cubicBezTo>
                  <a:cubicBezTo>
                    <a:pt x="2504435" y="98425"/>
                    <a:pt x="2502530" y="95885"/>
                    <a:pt x="2501260" y="92710"/>
                  </a:cubicBezTo>
                  <a:cubicBezTo>
                    <a:pt x="2499355" y="89535"/>
                    <a:pt x="2498085" y="86360"/>
                    <a:pt x="2497450" y="82550"/>
                  </a:cubicBezTo>
                  <a:cubicBezTo>
                    <a:pt x="2496815" y="78740"/>
                    <a:pt x="2496180" y="74295"/>
                    <a:pt x="2496180" y="69850"/>
                  </a:cubicBezTo>
                  <a:cubicBezTo>
                    <a:pt x="2496180" y="63500"/>
                    <a:pt x="2496815" y="57150"/>
                    <a:pt x="2498720" y="52070"/>
                  </a:cubicBezTo>
                  <a:cubicBezTo>
                    <a:pt x="2500625" y="46990"/>
                    <a:pt x="2502530" y="42545"/>
                    <a:pt x="2505705" y="39370"/>
                  </a:cubicBezTo>
                  <a:cubicBezTo>
                    <a:pt x="2508880" y="36195"/>
                    <a:pt x="2512055" y="33020"/>
                    <a:pt x="2516500" y="31750"/>
                  </a:cubicBezTo>
                  <a:cubicBezTo>
                    <a:pt x="2520945" y="29845"/>
                    <a:pt x="2525390" y="29210"/>
                    <a:pt x="2530470" y="29210"/>
                  </a:cubicBezTo>
                  <a:close/>
                  <a:moveTo>
                    <a:pt x="2298061" y="29210"/>
                  </a:moveTo>
                  <a:cubicBezTo>
                    <a:pt x="2301236" y="29210"/>
                    <a:pt x="2303776" y="29210"/>
                    <a:pt x="2305681" y="29845"/>
                  </a:cubicBezTo>
                  <a:cubicBezTo>
                    <a:pt x="2307586" y="29845"/>
                    <a:pt x="2309491" y="31115"/>
                    <a:pt x="2311396" y="32385"/>
                  </a:cubicBezTo>
                  <a:lnTo>
                    <a:pt x="2307586" y="46990"/>
                  </a:lnTo>
                  <a:lnTo>
                    <a:pt x="2306316" y="46990"/>
                  </a:lnTo>
                  <a:cubicBezTo>
                    <a:pt x="2306316" y="46990"/>
                    <a:pt x="2303141" y="45085"/>
                    <a:pt x="2301236" y="45085"/>
                  </a:cubicBezTo>
                  <a:cubicBezTo>
                    <a:pt x="2299331" y="45085"/>
                    <a:pt x="2297426" y="44450"/>
                    <a:pt x="2294886" y="44450"/>
                  </a:cubicBezTo>
                  <a:cubicBezTo>
                    <a:pt x="2289806" y="44450"/>
                    <a:pt x="2285996" y="46355"/>
                    <a:pt x="2283456" y="49530"/>
                  </a:cubicBezTo>
                  <a:cubicBezTo>
                    <a:pt x="2280916" y="52705"/>
                    <a:pt x="2279646" y="57785"/>
                    <a:pt x="2279646" y="64770"/>
                  </a:cubicBezTo>
                  <a:lnTo>
                    <a:pt x="2279646" y="109220"/>
                  </a:lnTo>
                  <a:lnTo>
                    <a:pt x="2264406" y="109220"/>
                  </a:lnTo>
                  <a:lnTo>
                    <a:pt x="2264406" y="31115"/>
                  </a:lnTo>
                  <a:lnTo>
                    <a:pt x="2279646" y="31115"/>
                  </a:lnTo>
                  <a:lnTo>
                    <a:pt x="2279646" y="38735"/>
                  </a:lnTo>
                  <a:cubicBezTo>
                    <a:pt x="2279646" y="38735"/>
                    <a:pt x="2281551" y="36195"/>
                    <a:pt x="2282821" y="34925"/>
                  </a:cubicBezTo>
                  <a:cubicBezTo>
                    <a:pt x="2284091" y="33655"/>
                    <a:pt x="2285361" y="33020"/>
                    <a:pt x="2287266" y="31750"/>
                  </a:cubicBezTo>
                  <a:cubicBezTo>
                    <a:pt x="2288536" y="31115"/>
                    <a:pt x="2290441" y="30480"/>
                    <a:pt x="2292346" y="29845"/>
                  </a:cubicBezTo>
                  <a:cubicBezTo>
                    <a:pt x="2294251" y="29845"/>
                    <a:pt x="2296156" y="29210"/>
                    <a:pt x="2298061" y="29210"/>
                  </a:cubicBezTo>
                  <a:close/>
                  <a:moveTo>
                    <a:pt x="2216145" y="29210"/>
                  </a:moveTo>
                  <a:cubicBezTo>
                    <a:pt x="2221860" y="29210"/>
                    <a:pt x="2226305" y="30480"/>
                    <a:pt x="2230750" y="32385"/>
                  </a:cubicBezTo>
                  <a:cubicBezTo>
                    <a:pt x="2234560" y="34290"/>
                    <a:pt x="2238370" y="37465"/>
                    <a:pt x="2240910" y="40640"/>
                  </a:cubicBezTo>
                  <a:cubicBezTo>
                    <a:pt x="2243450" y="44450"/>
                    <a:pt x="2245355" y="48260"/>
                    <a:pt x="2247260" y="53340"/>
                  </a:cubicBezTo>
                  <a:cubicBezTo>
                    <a:pt x="2248530" y="57785"/>
                    <a:pt x="2249165" y="62865"/>
                    <a:pt x="2249165" y="68580"/>
                  </a:cubicBezTo>
                  <a:lnTo>
                    <a:pt x="2247895" y="68580"/>
                  </a:lnTo>
                  <a:cubicBezTo>
                    <a:pt x="2247895" y="68580"/>
                    <a:pt x="2247895" y="71120"/>
                    <a:pt x="2247895" y="72390"/>
                  </a:cubicBezTo>
                  <a:cubicBezTo>
                    <a:pt x="2247895" y="73660"/>
                    <a:pt x="2247895" y="74295"/>
                    <a:pt x="2247895" y="75565"/>
                  </a:cubicBezTo>
                  <a:lnTo>
                    <a:pt x="2196460" y="75565"/>
                  </a:lnTo>
                  <a:cubicBezTo>
                    <a:pt x="2196460" y="79375"/>
                    <a:pt x="2197730" y="82550"/>
                    <a:pt x="2199000" y="85090"/>
                  </a:cubicBezTo>
                  <a:cubicBezTo>
                    <a:pt x="2200270" y="87630"/>
                    <a:pt x="2201540" y="90170"/>
                    <a:pt x="2203445" y="91440"/>
                  </a:cubicBezTo>
                  <a:cubicBezTo>
                    <a:pt x="2205350" y="93345"/>
                    <a:pt x="2207255" y="94615"/>
                    <a:pt x="2209160" y="95250"/>
                  </a:cubicBezTo>
                  <a:cubicBezTo>
                    <a:pt x="2211065" y="95885"/>
                    <a:pt x="2213605" y="96520"/>
                    <a:pt x="2216145" y="96520"/>
                  </a:cubicBezTo>
                  <a:cubicBezTo>
                    <a:pt x="2218050" y="96520"/>
                    <a:pt x="2219320" y="96520"/>
                    <a:pt x="2221225" y="96520"/>
                  </a:cubicBezTo>
                  <a:cubicBezTo>
                    <a:pt x="2222495" y="96520"/>
                    <a:pt x="2224400" y="95885"/>
                    <a:pt x="2225670" y="95250"/>
                  </a:cubicBezTo>
                  <a:cubicBezTo>
                    <a:pt x="2226940" y="95250"/>
                    <a:pt x="2228210" y="93980"/>
                    <a:pt x="2229480" y="93345"/>
                  </a:cubicBezTo>
                  <a:cubicBezTo>
                    <a:pt x="2230750" y="93345"/>
                    <a:pt x="2232020" y="92075"/>
                    <a:pt x="2233925" y="90805"/>
                  </a:cubicBezTo>
                  <a:lnTo>
                    <a:pt x="2242815" y="100330"/>
                  </a:lnTo>
                  <a:cubicBezTo>
                    <a:pt x="2242815" y="100330"/>
                    <a:pt x="2239005" y="103505"/>
                    <a:pt x="2237100" y="104775"/>
                  </a:cubicBezTo>
                  <a:cubicBezTo>
                    <a:pt x="2235195" y="106045"/>
                    <a:pt x="2233290" y="106680"/>
                    <a:pt x="2231385" y="107950"/>
                  </a:cubicBezTo>
                  <a:cubicBezTo>
                    <a:pt x="2229480" y="108585"/>
                    <a:pt x="2226940" y="109855"/>
                    <a:pt x="2224400" y="109855"/>
                  </a:cubicBezTo>
                  <a:cubicBezTo>
                    <a:pt x="2221860" y="109855"/>
                    <a:pt x="2218685" y="110490"/>
                    <a:pt x="2215510" y="110490"/>
                  </a:cubicBezTo>
                  <a:cubicBezTo>
                    <a:pt x="2212335" y="110490"/>
                    <a:pt x="2209160" y="110490"/>
                    <a:pt x="2205985" y="109220"/>
                  </a:cubicBezTo>
                  <a:cubicBezTo>
                    <a:pt x="2202810" y="108585"/>
                    <a:pt x="2200270" y="107315"/>
                    <a:pt x="2198365" y="105410"/>
                  </a:cubicBezTo>
                  <a:cubicBezTo>
                    <a:pt x="2195825" y="104140"/>
                    <a:pt x="2193920" y="102235"/>
                    <a:pt x="2192015" y="100330"/>
                  </a:cubicBezTo>
                  <a:cubicBezTo>
                    <a:pt x="2190110" y="98425"/>
                    <a:pt x="2188205" y="95885"/>
                    <a:pt x="2186935" y="92710"/>
                  </a:cubicBezTo>
                  <a:cubicBezTo>
                    <a:pt x="2185030" y="89535"/>
                    <a:pt x="2183760" y="86360"/>
                    <a:pt x="2183125" y="82550"/>
                  </a:cubicBezTo>
                  <a:cubicBezTo>
                    <a:pt x="2182490" y="78740"/>
                    <a:pt x="2181855" y="74295"/>
                    <a:pt x="2181855" y="69850"/>
                  </a:cubicBezTo>
                  <a:cubicBezTo>
                    <a:pt x="2181855" y="63500"/>
                    <a:pt x="2182490" y="57150"/>
                    <a:pt x="2184395" y="52070"/>
                  </a:cubicBezTo>
                  <a:cubicBezTo>
                    <a:pt x="2186300" y="46990"/>
                    <a:pt x="2188205" y="42545"/>
                    <a:pt x="2191380" y="39370"/>
                  </a:cubicBezTo>
                  <a:cubicBezTo>
                    <a:pt x="2194555" y="36195"/>
                    <a:pt x="2197730" y="33020"/>
                    <a:pt x="2202175" y="31750"/>
                  </a:cubicBezTo>
                  <a:cubicBezTo>
                    <a:pt x="2206620" y="29845"/>
                    <a:pt x="2211065" y="29210"/>
                    <a:pt x="2216145" y="29210"/>
                  </a:cubicBezTo>
                  <a:close/>
                  <a:moveTo>
                    <a:pt x="2029456" y="29210"/>
                  </a:moveTo>
                  <a:cubicBezTo>
                    <a:pt x="2035171" y="29210"/>
                    <a:pt x="2039616" y="30480"/>
                    <a:pt x="2044061" y="32385"/>
                  </a:cubicBezTo>
                  <a:cubicBezTo>
                    <a:pt x="2047871" y="34290"/>
                    <a:pt x="2051681" y="37465"/>
                    <a:pt x="2054221" y="40640"/>
                  </a:cubicBezTo>
                  <a:cubicBezTo>
                    <a:pt x="2056761" y="44450"/>
                    <a:pt x="2058666" y="48260"/>
                    <a:pt x="2060571" y="53340"/>
                  </a:cubicBezTo>
                  <a:cubicBezTo>
                    <a:pt x="2061841" y="57785"/>
                    <a:pt x="2062476" y="62865"/>
                    <a:pt x="2062476" y="68580"/>
                  </a:cubicBezTo>
                  <a:lnTo>
                    <a:pt x="2061206" y="68580"/>
                  </a:lnTo>
                  <a:cubicBezTo>
                    <a:pt x="2061206" y="68580"/>
                    <a:pt x="2061206" y="71120"/>
                    <a:pt x="2061206" y="72390"/>
                  </a:cubicBezTo>
                  <a:cubicBezTo>
                    <a:pt x="2061206" y="73660"/>
                    <a:pt x="2061206" y="74295"/>
                    <a:pt x="2061206" y="75565"/>
                  </a:cubicBezTo>
                  <a:lnTo>
                    <a:pt x="2009771" y="75565"/>
                  </a:lnTo>
                  <a:cubicBezTo>
                    <a:pt x="2009771" y="79375"/>
                    <a:pt x="2011041" y="82550"/>
                    <a:pt x="2012311" y="85090"/>
                  </a:cubicBezTo>
                  <a:cubicBezTo>
                    <a:pt x="2013581" y="87630"/>
                    <a:pt x="2014851" y="90170"/>
                    <a:pt x="2016756" y="91440"/>
                  </a:cubicBezTo>
                  <a:cubicBezTo>
                    <a:pt x="2018661" y="93345"/>
                    <a:pt x="2020566" y="94615"/>
                    <a:pt x="2022471" y="95250"/>
                  </a:cubicBezTo>
                  <a:cubicBezTo>
                    <a:pt x="2024376" y="95885"/>
                    <a:pt x="2026916" y="96520"/>
                    <a:pt x="2029456" y="96520"/>
                  </a:cubicBezTo>
                  <a:cubicBezTo>
                    <a:pt x="2031361" y="96520"/>
                    <a:pt x="2032631" y="96520"/>
                    <a:pt x="2034536" y="96520"/>
                  </a:cubicBezTo>
                  <a:cubicBezTo>
                    <a:pt x="2035806" y="96520"/>
                    <a:pt x="2037711" y="95885"/>
                    <a:pt x="2038981" y="95250"/>
                  </a:cubicBezTo>
                  <a:cubicBezTo>
                    <a:pt x="2040251" y="95250"/>
                    <a:pt x="2041521" y="93980"/>
                    <a:pt x="2042791" y="93345"/>
                  </a:cubicBezTo>
                  <a:cubicBezTo>
                    <a:pt x="2044061" y="93345"/>
                    <a:pt x="2045331" y="92075"/>
                    <a:pt x="2047236" y="90805"/>
                  </a:cubicBezTo>
                  <a:lnTo>
                    <a:pt x="2056126" y="100330"/>
                  </a:lnTo>
                  <a:cubicBezTo>
                    <a:pt x="2056126" y="100330"/>
                    <a:pt x="2052316" y="103505"/>
                    <a:pt x="2050411" y="104775"/>
                  </a:cubicBezTo>
                  <a:cubicBezTo>
                    <a:pt x="2048506" y="106045"/>
                    <a:pt x="2046601" y="106680"/>
                    <a:pt x="2044696" y="107950"/>
                  </a:cubicBezTo>
                  <a:cubicBezTo>
                    <a:pt x="2042791" y="108585"/>
                    <a:pt x="2040251" y="109855"/>
                    <a:pt x="2037711" y="109855"/>
                  </a:cubicBezTo>
                  <a:cubicBezTo>
                    <a:pt x="2035171" y="109855"/>
                    <a:pt x="2031996" y="110490"/>
                    <a:pt x="2028821" y="110490"/>
                  </a:cubicBezTo>
                  <a:cubicBezTo>
                    <a:pt x="2025646" y="110490"/>
                    <a:pt x="2022471" y="110490"/>
                    <a:pt x="2019296" y="109220"/>
                  </a:cubicBezTo>
                  <a:cubicBezTo>
                    <a:pt x="2016121" y="108585"/>
                    <a:pt x="2013581" y="107315"/>
                    <a:pt x="2011676" y="105410"/>
                  </a:cubicBezTo>
                  <a:cubicBezTo>
                    <a:pt x="2009136" y="104140"/>
                    <a:pt x="2007231" y="102235"/>
                    <a:pt x="2005326" y="100330"/>
                  </a:cubicBezTo>
                  <a:cubicBezTo>
                    <a:pt x="2003421" y="98425"/>
                    <a:pt x="2001516" y="95885"/>
                    <a:pt x="2000246" y="92710"/>
                  </a:cubicBezTo>
                  <a:cubicBezTo>
                    <a:pt x="1998341" y="89535"/>
                    <a:pt x="1997071" y="86360"/>
                    <a:pt x="1996436" y="82550"/>
                  </a:cubicBezTo>
                  <a:cubicBezTo>
                    <a:pt x="1995801" y="78740"/>
                    <a:pt x="1995166" y="74295"/>
                    <a:pt x="1995166" y="69850"/>
                  </a:cubicBezTo>
                  <a:cubicBezTo>
                    <a:pt x="1995166" y="63500"/>
                    <a:pt x="1995801" y="57150"/>
                    <a:pt x="1997706" y="52070"/>
                  </a:cubicBezTo>
                  <a:cubicBezTo>
                    <a:pt x="1999611" y="46990"/>
                    <a:pt x="2001516" y="42545"/>
                    <a:pt x="2004691" y="39370"/>
                  </a:cubicBezTo>
                  <a:cubicBezTo>
                    <a:pt x="2007866" y="36195"/>
                    <a:pt x="2011041" y="33020"/>
                    <a:pt x="2015486" y="31750"/>
                  </a:cubicBezTo>
                  <a:cubicBezTo>
                    <a:pt x="2019931" y="29845"/>
                    <a:pt x="2024376" y="29210"/>
                    <a:pt x="2029456" y="29210"/>
                  </a:cubicBezTo>
                  <a:close/>
                  <a:moveTo>
                    <a:pt x="1831336" y="29210"/>
                  </a:moveTo>
                  <a:cubicBezTo>
                    <a:pt x="1837051" y="29210"/>
                    <a:pt x="1841496" y="30480"/>
                    <a:pt x="1845941" y="32385"/>
                  </a:cubicBezTo>
                  <a:cubicBezTo>
                    <a:pt x="1849751" y="34290"/>
                    <a:pt x="1853561" y="37465"/>
                    <a:pt x="1856101" y="40640"/>
                  </a:cubicBezTo>
                  <a:cubicBezTo>
                    <a:pt x="1858641" y="44450"/>
                    <a:pt x="1860546" y="48260"/>
                    <a:pt x="1862451" y="53340"/>
                  </a:cubicBezTo>
                  <a:cubicBezTo>
                    <a:pt x="1863721" y="57785"/>
                    <a:pt x="1864356" y="62865"/>
                    <a:pt x="1864356" y="68580"/>
                  </a:cubicBezTo>
                  <a:lnTo>
                    <a:pt x="1863086" y="68580"/>
                  </a:lnTo>
                  <a:cubicBezTo>
                    <a:pt x="1863086" y="68580"/>
                    <a:pt x="1863086" y="71120"/>
                    <a:pt x="1863086" y="72390"/>
                  </a:cubicBezTo>
                  <a:cubicBezTo>
                    <a:pt x="1863086" y="73660"/>
                    <a:pt x="1863086" y="74295"/>
                    <a:pt x="1863086" y="75565"/>
                  </a:cubicBezTo>
                  <a:lnTo>
                    <a:pt x="1811651" y="75565"/>
                  </a:lnTo>
                  <a:cubicBezTo>
                    <a:pt x="1811651" y="79375"/>
                    <a:pt x="1812921" y="82550"/>
                    <a:pt x="1814191" y="85090"/>
                  </a:cubicBezTo>
                  <a:cubicBezTo>
                    <a:pt x="1815461" y="87630"/>
                    <a:pt x="1816731" y="90170"/>
                    <a:pt x="1818636" y="91440"/>
                  </a:cubicBezTo>
                  <a:cubicBezTo>
                    <a:pt x="1820541" y="93345"/>
                    <a:pt x="1822446" y="94615"/>
                    <a:pt x="1824351" y="95250"/>
                  </a:cubicBezTo>
                  <a:cubicBezTo>
                    <a:pt x="1826256" y="95885"/>
                    <a:pt x="1828796" y="96520"/>
                    <a:pt x="1831336" y="96520"/>
                  </a:cubicBezTo>
                  <a:cubicBezTo>
                    <a:pt x="1833241" y="96520"/>
                    <a:pt x="1834511" y="96520"/>
                    <a:pt x="1836416" y="96520"/>
                  </a:cubicBezTo>
                  <a:cubicBezTo>
                    <a:pt x="1837686" y="96520"/>
                    <a:pt x="1839591" y="95885"/>
                    <a:pt x="1840861" y="95250"/>
                  </a:cubicBezTo>
                  <a:cubicBezTo>
                    <a:pt x="1842131" y="95250"/>
                    <a:pt x="1843401" y="93980"/>
                    <a:pt x="1844671" y="93345"/>
                  </a:cubicBezTo>
                  <a:cubicBezTo>
                    <a:pt x="1845941" y="93345"/>
                    <a:pt x="1847211" y="92075"/>
                    <a:pt x="1849116" y="90805"/>
                  </a:cubicBezTo>
                  <a:lnTo>
                    <a:pt x="1858006" y="100330"/>
                  </a:lnTo>
                  <a:cubicBezTo>
                    <a:pt x="1858006" y="100330"/>
                    <a:pt x="1854196" y="103505"/>
                    <a:pt x="1852291" y="104775"/>
                  </a:cubicBezTo>
                  <a:cubicBezTo>
                    <a:pt x="1850386" y="106045"/>
                    <a:pt x="1848481" y="106680"/>
                    <a:pt x="1846576" y="107950"/>
                  </a:cubicBezTo>
                  <a:cubicBezTo>
                    <a:pt x="1844671" y="108585"/>
                    <a:pt x="1842131" y="109855"/>
                    <a:pt x="1839591" y="109855"/>
                  </a:cubicBezTo>
                  <a:cubicBezTo>
                    <a:pt x="1837051" y="109855"/>
                    <a:pt x="1833876" y="110490"/>
                    <a:pt x="1830701" y="110490"/>
                  </a:cubicBezTo>
                  <a:cubicBezTo>
                    <a:pt x="1827526" y="110490"/>
                    <a:pt x="1824351" y="110490"/>
                    <a:pt x="1821176" y="109220"/>
                  </a:cubicBezTo>
                  <a:cubicBezTo>
                    <a:pt x="1818001" y="108585"/>
                    <a:pt x="1815461" y="107315"/>
                    <a:pt x="1813556" y="105410"/>
                  </a:cubicBezTo>
                  <a:cubicBezTo>
                    <a:pt x="1811016" y="104140"/>
                    <a:pt x="1809111" y="102235"/>
                    <a:pt x="1807206" y="100330"/>
                  </a:cubicBezTo>
                  <a:cubicBezTo>
                    <a:pt x="1805301" y="98425"/>
                    <a:pt x="1803396" y="95885"/>
                    <a:pt x="1802126" y="92710"/>
                  </a:cubicBezTo>
                  <a:cubicBezTo>
                    <a:pt x="1800221" y="89535"/>
                    <a:pt x="1798951" y="86360"/>
                    <a:pt x="1798316" y="82550"/>
                  </a:cubicBezTo>
                  <a:cubicBezTo>
                    <a:pt x="1797681" y="78740"/>
                    <a:pt x="1797046" y="74295"/>
                    <a:pt x="1797046" y="69850"/>
                  </a:cubicBezTo>
                  <a:cubicBezTo>
                    <a:pt x="1797046" y="63500"/>
                    <a:pt x="1797681" y="57150"/>
                    <a:pt x="1799586" y="52070"/>
                  </a:cubicBezTo>
                  <a:cubicBezTo>
                    <a:pt x="1801491" y="46990"/>
                    <a:pt x="1803396" y="42545"/>
                    <a:pt x="1806571" y="39370"/>
                  </a:cubicBezTo>
                  <a:cubicBezTo>
                    <a:pt x="1809746" y="36195"/>
                    <a:pt x="1812921" y="33020"/>
                    <a:pt x="1817366" y="31750"/>
                  </a:cubicBezTo>
                  <a:cubicBezTo>
                    <a:pt x="1821811" y="29845"/>
                    <a:pt x="1826256" y="29210"/>
                    <a:pt x="1831336" y="29210"/>
                  </a:cubicBezTo>
                  <a:close/>
                  <a:moveTo>
                    <a:pt x="1501140" y="29210"/>
                  </a:moveTo>
                  <a:cubicBezTo>
                    <a:pt x="1503046" y="29210"/>
                    <a:pt x="1504951" y="29210"/>
                    <a:pt x="1506856" y="29210"/>
                  </a:cubicBezTo>
                  <a:cubicBezTo>
                    <a:pt x="1511301" y="29210"/>
                    <a:pt x="1515746" y="29845"/>
                    <a:pt x="1518920" y="31750"/>
                  </a:cubicBezTo>
                  <a:cubicBezTo>
                    <a:pt x="1522096" y="33020"/>
                    <a:pt x="1525271" y="35560"/>
                    <a:pt x="1527811" y="38100"/>
                  </a:cubicBezTo>
                  <a:cubicBezTo>
                    <a:pt x="1530351" y="41275"/>
                    <a:pt x="1531621" y="44450"/>
                    <a:pt x="1532891" y="48895"/>
                  </a:cubicBezTo>
                  <a:cubicBezTo>
                    <a:pt x="1534161" y="53340"/>
                    <a:pt x="1534796" y="58420"/>
                    <a:pt x="1534796" y="64135"/>
                  </a:cubicBezTo>
                  <a:lnTo>
                    <a:pt x="1534796" y="108585"/>
                  </a:lnTo>
                  <a:lnTo>
                    <a:pt x="1519556" y="108585"/>
                  </a:lnTo>
                  <a:lnTo>
                    <a:pt x="1518920" y="108585"/>
                  </a:lnTo>
                  <a:lnTo>
                    <a:pt x="1518920" y="64770"/>
                  </a:lnTo>
                  <a:cubicBezTo>
                    <a:pt x="1518920" y="57785"/>
                    <a:pt x="1517651" y="52070"/>
                    <a:pt x="1515111" y="48895"/>
                  </a:cubicBezTo>
                  <a:cubicBezTo>
                    <a:pt x="1512571" y="45085"/>
                    <a:pt x="1508761" y="43180"/>
                    <a:pt x="1503046" y="43180"/>
                  </a:cubicBezTo>
                  <a:cubicBezTo>
                    <a:pt x="1500506" y="43180"/>
                    <a:pt x="1498601" y="43180"/>
                    <a:pt x="1496061" y="44450"/>
                  </a:cubicBezTo>
                  <a:cubicBezTo>
                    <a:pt x="1494156" y="45085"/>
                    <a:pt x="1492250" y="46990"/>
                    <a:pt x="1490981" y="48260"/>
                  </a:cubicBezTo>
                  <a:cubicBezTo>
                    <a:pt x="1489711" y="50165"/>
                    <a:pt x="1488441" y="52070"/>
                    <a:pt x="1487806" y="54610"/>
                  </a:cubicBezTo>
                  <a:cubicBezTo>
                    <a:pt x="1487806" y="57150"/>
                    <a:pt x="1487170" y="59690"/>
                    <a:pt x="1487170" y="62865"/>
                  </a:cubicBezTo>
                  <a:lnTo>
                    <a:pt x="1487170" y="108585"/>
                  </a:lnTo>
                  <a:lnTo>
                    <a:pt x="1471931" y="108585"/>
                  </a:lnTo>
                  <a:lnTo>
                    <a:pt x="1471931" y="30480"/>
                  </a:lnTo>
                  <a:lnTo>
                    <a:pt x="1487170" y="30480"/>
                  </a:lnTo>
                  <a:lnTo>
                    <a:pt x="1487170" y="38100"/>
                  </a:lnTo>
                  <a:cubicBezTo>
                    <a:pt x="1487170" y="38100"/>
                    <a:pt x="1489076" y="35560"/>
                    <a:pt x="1490981" y="34290"/>
                  </a:cubicBezTo>
                  <a:cubicBezTo>
                    <a:pt x="1492250" y="33020"/>
                    <a:pt x="1494156" y="32385"/>
                    <a:pt x="1495426" y="31115"/>
                  </a:cubicBezTo>
                  <a:cubicBezTo>
                    <a:pt x="1497331" y="30480"/>
                    <a:pt x="1499236" y="29845"/>
                    <a:pt x="1501140" y="29210"/>
                  </a:cubicBezTo>
                  <a:close/>
                  <a:moveTo>
                    <a:pt x="1250316" y="29210"/>
                  </a:moveTo>
                  <a:cubicBezTo>
                    <a:pt x="1255396" y="29210"/>
                    <a:pt x="1259841" y="29845"/>
                    <a:pt x="1264286" y="31750"/>
                  </a:cubicBezTo>
                  <a:cubicBezTo>
                    <a:pt x="1268731" y="33655"/>
                    <a:pt x="1273176" y="35560"/>
                    <a:pt x="1276350" y="38100"/>
                  </a:cubicBezTo>
                  <a:lnTo>
                    <a:pt x="1278256" y="38100"/>
                  </a:lnTo>
                  <a:lnTo>
                    <a:pt x="1271271" y="50165"/>
                  </a:lnTo>
                  <a:cubicBezTo>
                    <a:pt x="1268095" y="47625"/>
                    <a:pt x="1264921" y="46355"/>
                    <a:pt x="1261746" y="45085"/>
                  </a:cubicBezTo>
                  <a:cubicBezTo>
                    <a:pt x="1258570" y="43815"/>
                    <a:pt x="1254761" y="43180"/>
                    <a:pt x="1250951" y="43180"/>
                  </a:cubicBezTo>
                  <a:cubicBezTo>
                    <a:pt x="1247141" y="43180"/>
                    <a:pt x="1244601" y="43815"/>
                    <a:pt x="1242696" y="45085"/>
                  </a:cubicBezTo>
                  <a:cubicBezTo>
                    <a:pt x="1240791" y="46355"/>
                    <a:pt x="1240156" y="48260"/>
                    <a:pt x="1240156" y="50165"/>
                  </a:cubicBezTo>
                  <a:cubicBezTo>
                    <a:pt x="1240156" y="51435"/>
                    <a:pt x="1240156" y="52070"/>
                    <a:pt x="1240156" y="52705"/>
                  </a:cubicBezTo>
                  <a:cubicBezTo>
                    <a:pt x="1240156" y="53340"/>
                    <a:pt x="1241426" y="54610"/>
                    <a:pt x="1242061" y="55245"/>
                  </a:cubicBezTo>
                  <a:cubicBezTo>
                    <a:pt x="1243331" y="55880"/>
                    <a:pt x="1244601" y="57150"/>
                    <a:pt x="1246506" y="57785"/>
                  </a:cubicBezTo>
                  <a:cubicBezTo>
                    <a:pt x="1248411" y="59055"/>
                    <a:pt x="1250951" y="59690"/>
                    <a:pt x="1253491" y="60960"/>
                  </a:cubicBezTo>
                  <a:cubicBezTo>
                    <a:pt x="1257936" y="62865"/>
                    <a:pt x="1261746" y="64135"/>
                    <a:pt x="1264921" y="66040"/>
                  </a:cubicBezTo>
                  <a:cubicBezTo>
                    <a:pt x="1268095" y="67310"/>
                    <a:pt x="1270635" y="69215"/>
                    <a:pt x="1273176" y="71120"/>
                  </a:cubicBezTo>
                  <a:cubicBezTo>
                    <a:pt x="1275080" y="73025"/>
                    <a:pt x="1276985" y="75565"/>
                    <a:pt x="1278256" y="78105"/>
                  </a:cubicBezTo>
                  <a:cubicBezTo>
                    <a:pt x="1279525" y="80645"/>
                    <a:pt x="1280161" y="83820"/>
                    <a:pt x="1280161" y="87630"/>
                  </a:cubicBezTo>
                  <a:cubicBezTo>
                    <a:pt x="1280161" y="92075"/>
                    <a:pt x="1279525" y="95250"/>
                    <a:pt x="1277621" y="98425"/>
                  </a:cubicBezTo>
                  <a:cubicBezTo>
                    <a:pt x="1275716" y="101600"/>
                    <a:pt x="1273811" y="103505"/>
                    <a:pt x="1271271" y="105410"/>
                  </a:cubicBezTo>
                  <a:cubicBezTo>
                    <a:pt x="1268731" y="107315"/>
                    <a:pt x="1265556" y="108585"/>
                    <a:pt x="1261746" y="109220"/>
                  </a:cubicBezTo>
                  <a:cubicBezTo>
                    <a:pt x="1257936" y="109855"/>
                    <a:pt x="1254761" y="110490"/>
                    <a:pt x="1250951" y="110490"/>
                  </a:cubicBezTo>
                  <a:cubicBezTo>
                    <a:pt x="1245871" y="110490"/>
                    <a:pt x="1240791" y="109855"/>
                    <a:pt x="1235711" y="107950"/>
                  </a:cubicBezTo>
                  <a:cubicBezTo>
                    <a:pt x="1229996" y="106045"/>
                    <a:pt x="1225551" y="103505"/>
                    <a:pt x="1221106" y="100965"/>
                  </a:cubicBezTo>
                  <a:lnTo>
                    <a:pt x="1228091" y="89535"/>
                  </a:lnTo>
                  <a:cubicBezTo>
                    <a:pt x="1231901" y="92075"/>
                    <a:pt x="1235711" y="93980"/>
                    <a:pt x="1239521" y="95250"/>
                  </a:cubicBezTo>
                  <a:cubicBezTo>
                    <a:pt x="1243331" y="96520"/>
                    <a:pt x="1247141" y="97155"/>
                    <a:pt x="1250951" y="97155"/>
                  </a:cubicBezTo>
                  <a:cubicBezTo>
                    <a:pt x="1256031" y="97155"/>
                    <a:pt x="1259205" y="96520"/>
                    <a:pt x="1261746" y="94615"/>
                  </a:cubicBezTo>
                  <a:cubicBezTo>
                    <a:pt x="1264286" y="93345"/>
                    <a:pt x="1264921" y="90805"/>
                    <a:pt x="1264921" y="88265"/>
                  </a:cubicBezTo>
                  <a:cubicBezTo>
                    <a:pt x="1264921" y="86995"/>
                    <a:pt x="1264921" y="85725"/>
                    <a:pt x="1263650" y="84455"/>
                  </a:cubicBezTo>
                  <a:cubicBezTo>
                    <a:pt x="1263015" y="83185"/>
                    <a:pt x="1261746" y="82550"/>
                    <a:pt x="1259841" y="81280"/>
                  </a:cubicBezTo>
                  <a:cubicBezTo>
                    <a:pt x="1258570" y="80010"/>
                    <a:pt x="1256666" y="79375"/>
                    <a:pt x="1254125" y="78105"/>
                  </a:cubicBezTo>
                  <a:cubicBezTo>
                    <a:pt x="1252221" y="77470"/>
                    <a:pt x="1249681" y="76200"/>
                    <a:pt x="1246506" y="74930"/>
                  </a:cubicBezTo>
                  <a:cubicBezTo>
                    <a:pt x="1242061" y="73025"/>
                    <a:pt x="1238886" y="71755"/>
                    <a:pt x="1235711" y="69850"/>
                  </a:cubicBezTo>
                  <a:cubicBezTo>
                    <a:pt x="1232536" y="67945"/>
                    <a:pt x="1230631" y="66675"/>
                    <a:pt x="1228726" y="64770"/>
                  </a:cubicBezTo>
                  <a:cubicBezTo>
                    <a:pt x="1226821" y="62865"/>
                    <a:pt x="1225551" y="60960"/>
                    <a:pt x="1224916" y="58420"/>
                  </a:cubicBezTo>
                  <a:cubicBezTo>
                    <a:pt x="1224281" y="55880"/>
                    <a:pt x="1223646" y="53340"/>
                    <a:pt x="1223646" y="50165"/>
                  </a:cubicBezTo>
                  <a:cubicBezTo>
                    <a:pt x="1223646" y="46990"/>
                    <a:pt x="1224281" y="43815"/>
                    <a:pt x="1225551" y="40640"/>
                  </a:cubicBezTo>
                  <a:cubicBezTo>
                    <a:pt x="1226821" y="38100"/>
                    <a:pt x="1228726" y="35560"/>
                    <a:pt x="1231266" y="34290"/>
                  </a:cubicBezTo>
                  <a:cubicBezTo>
                    <a:pt x="1233806" y="32385"/>
                    <a:pt x="1236346" y="31115"/>
                    <a:pt x="1239521" y="30480"/>
                  </a:cubicBezTo>
                  <a:cubicBezTo>
                    <a:pt x="1242696" y="29845"/>
                    <a:pt x="1246506" y="29210"/>
                    <a:pt x="1250316" y="29210"/>
                  </a:cubicBezTo>
                  <a:close/>
                  <a:moveTo>
                    <a:pt x="1180466" y="29210"/>
                  </a:moveTo>
                  <a:cubicBezTo>
                    <a:pt x="1186181" y="29210"/>
                    <a:pt x="1190626" y="30480"/>
                    <a:pt x="1195071" y="32385"/>
                  </a:cubicBezTo>
                  <a:cubicBezTo>
                    <a:pt x="1198881" y="34290"/>
                    <a:pt x="1202691" y="37465"/>
                    <a:pt x="1205231" y="40640"/>
                  </a:cubicBezTo>
                  <a:cubicBezTo>
                    <a:pt x="1207771" y="44450"/>
                    <a:pt x="1209676" y="48260"/>
                    <a:pt x="1211581" y="53340"/>
                  </a:cubicBezTo>
                  <a:cubicBezTo>
                    <a:pt x="1212851" y="57785"/>
                    <a:pt x="1213486" y="62865"/>
                    <a:pt x="1213486" y="68580"/>
                  </a:cubicBezTo>
                  <a:lnTo>
                    <a:pt x="1212216" y="68580"/>
                  </a:lnTo>
                  <a:cubicBezTo>
                    <a:pt x="1212216" y="68580"/>
                    <a:pt x="1212216" y="71120"/>
                    <a:pt x="1212216" y="72390"/>
                  </a:cubicBezTo>
                  <a:cubicBezTo>
                    <a:pt x="1212216" y="73660"/>
                    <a:pt x="1212216" y="74295"/>
                    <a:pt x="1212216" y="75565"/>
                  </a:cubicBezTo>
                  <a:lnTo>
                    <a:pt x="1160781" y="75565"/>
                  </a:lnTo>
                  <a:cubicBezTo>
                    <a:pt x="1160781" y="79375"/>
                    <a:pt x="1162051" y="82550"/>
                    <a:pt x="1163321" y="85090"/>
                  </a:cubicBezTo>
                  <a:cubicBezTo>
                    <a:pt x="1164591" y="87630"/>
                    <a:pt x="1165861" y="90170"/>
                    <a:pt x="1167766" y="91440"/>
                  </a:cubicBezTo>
                  <a:cubicBezTo>
                    <a:pt x="1169671" y="93345"/>
                    <a:pt x="1171576" y="94615"/>
                    <a:pt x="1173481" y="95250"/>
                  </a:cubicBezTo>
                  <a:cubicBezTo>
                    <a:pt x="1175386" y="95885"/>
                    <a:pt x="1177926" y="96520"/>
                    <a:pt x="1180466" y="96520"/>
                  </a:cubicBezTo>
                  <a:cubicBezTo>
                    <a:pt x="1182371" y="96520"/>
                    <a:pt x="1183641" y="96520"/>
                    <a:pt x="1185546" y="96520"/>
                  </a:cubicBezTo>
                  <a:cubicBezTo>
                    <a:pt x="1186816" y="96520"/>
                    <a:pt x="1188721" y="95885"/>
                    <a:pt x="1189991" y="95250"/>
                  </a:cubicBezTo>
                  <a:cubicBezTo>
                    <a:pt x="1191261" y="95250"/>
                    <a:pt x="1192531" y="93980"/>
                    <a:pt x="1193801" y="93345"/>
                  </a:cubicBezTo>
                  <a:cubicBezTo>
                    <a:pt x="1195071" y="93345"/>
                    <a:pt x="1196341" y="92075"/>
                    <a:pt x="1198246" y="90805"/>
                  </a:cubicBezTo>
                  <a:lnTo>
                    <a:pt x="1207136" y="100330"/>
                  </a:lnTo>
                  <a:cubicBezTo>
                    <a:pt x="1207136" y="100330"/>
                    <a:pt x="1203326" y="103505"/>
                    <a:pt x="1201421" y="104775"/>
                  </a:cubicBezTo>
                  <a:cubicBezTo>
                    <a:pt x="1199516" y="106045"/>
                    <a:pt x="1197611" y="106680"/>
                    <a:pt x="1195706" y="107950"/>
                  </a:cubicBezTo>
                  <a:cubicBezTo>
                    <a:pt x="1193801" y="108585"/>
                    <a:pt x="1191261" y="109855"/>
                    <a:pt x="1188721" y="109855"/>
                  </a:cubicBezTo>
                  <a:cubicBezTo>
                    <a:pt x="1186181" y="109855"/>
                    <a:pt x="1183006" y="110490"/>
                    <a:pt x="1179831" y="110490"/>
                  </a:cubicBezTo>
                  <a:cubicBezTo>
                    <a:pt x="1176656" y="110490"/>
                    <a:pt x="1173481" y="110490"/>
                    <a:pt x="1170306" y="109220"/>
                  </a:cubicBezTo>
                  <a:cubicBezTo>
                    <a:pt x="1167131" y="108585"/>
                    <a:pt x="1164591" y="107315"/>
                    <a:pt x="1162686" y="105410"/>
                  </a:cubicBezTo>
                  <a:cubicBezTo>
                    <a:pt x="1160781" y="103505"/>
                    <a:pt x="1158241" y="102235"/>
                    <a:pt x="1156336" y="100330"/>
                  </a:cubicBezTo>
                  <a:cubicBezTo>
                    <a:pt x="1154431" y="98425"/>
                    <a:pt x="1152526" y="95885"/>
                    <a:pt x="1151256" y="92710"/>
                  </a:cubicBezTo>
                  <a:cubicBezTo>
                    <a:pt x="1149351" y="89535"/>
                    <a:pt x="1148081" y="86360"/>
                    <a:pt x="1147446" y="82550"/>
                  </a:cubicBezTo>
                  <a:cubicBezTo>
                    <a:pt x="1146811" y="78740"/>
                    <a:pt x="1146176" y="74295"/>
                    <a:pt x="1146176" y="69850"/>
                  </a:cubicBezTo>
                  <a:cubicBezTo>
                    <a:pt x="1146176" y="63500"/>
                    <a:pt x="1146811" y="57150"/>
                    <a:pt x="1148716" y="52070"/>
                  </a:cubicBezTo>
                  <a:cubicBezTo>
                    <a:pt x="1150621" y="46990"/>
                    <a:pt x="1152526" y="42545"/>
                    <a:pt x="1155701" y="39370"/>
                  </a:cubicBezTo>
                  <a:cubicBezTo>
                    <a:pt x="1158876" y="36195"/>
                    <a:pt x="1162051" y="33020"/>
                    <a:pt x="1166496" y="31750"/>
                  </a:cubicBezTo>
                  <a:cubicBezTo>
                    <a:pt x="1170941" y="29845"/>
                    <a:pt x="1175386" y="29210"/>
                    <a:pt x="1180466" y="29210"/>
                  </a:cubicBezTo>
                  <a:close/>
                  <a:moveTo>
                    <a:pt x="901065" y="29210"/>
                  </a:moveTo>
                  <a:cubicBezTo>
                    <a:pt x="906780" y="29210"/>
                    <a:pt x="911225" y="30480"/>
                    <a:pt x="915670" y="32385"/>
                  </a:cubicBezTo>
                  <a:cubicBezTo>
                    <a:pt x="919480" y="34290"/>
                    <a:pt x="923290" y="37465"/>
                    <a:pt x="925830" y="40640"/>
                  </a:cubicBezTo>
                  <a:cubicBezTo>
                    <a:pt x="928370" y="44450"/>
                    <a:pt x="930275" y="48260"/>
                    <a:pt x="932180" y="53340"/>
                  </a:cubicBezTo>
                  <a:cubicBezTo>
                    <a:pt x="933450" y="57785"/>
                    <a:pt x="934085" y="62865"/>
                    <a:pt x="934085" y="68580"/>
                  </a:cubicBezTo>
                  <a:lnTo>
                    <a:pt x="932815" y="68580"/>
                  </a:lnTo>
                  <a:cubicBezTo>
                    <a:pt x="932815" y="68580"/>
                    <a:pt x="932815" y="71120"/>
                    <a:pt x="932815" y="72390"/>
                  </a:cubicBezTo>
                  <a:cubicBezTo>
                    <a:pt x="932815" y="73660"/>
                    <a:pt x="932815" y="74295"/>
                    <a:pt x="932815" y="75565"/>
                  </a:cubicBezTo>
                  <a:lnTo>
                    <a:pt x="881380" y="75565"/>
                  </a:lnTo>
                  <a:cubicBezTo>
                    <a:pt x="881380" y="79375"/>
                    <a:pt x="882650" y="82550"/>
                    <a:pt x="883920" y="85090"/>
                  </a:cubicBezTo>
                  <a:cubicBezTo>
                    <a:pt x="885190" y="87630"/>
                    <a:pt x="886460" y="90170"/>
                    <a:pt x="888365" y="91440"/>
                  </a:cubicBezTo>
                  <a:cubicBezTo>
                    <a:pt x="890270" y="93345"/>
                    <a:pt x="892175" y="94615"/>
                    <a:pt x="894080" y="95250"/>
                  </a:cubicBezTo>
                  <a:cubicBezTo>
                    <a:pt x="895985" y="95885"/>
                    <a:pt x="898525" y="96520"/>
                    <a:pt x="901065" y="96520"/>
                  </a:cubicBezTo>
                  <a:cubicBezTo>
                    <a:pt x="902970" y="96520"/>
                    <a:pt x="904240" y="96520"/>
                    <a:pt x="906145" y="96520"/>
                  </a:cubicBezTo>
                  <a:cubicBezTo>
                    <a:pt x="907415" y="96520"/>
                    <a:pt x="909320" y="95885"/>
                    <a:pt x="910590" y="95250"/>
                  </a:cubicBezTo>
                  <a:cubicBezTo>
                    <a:pt x="911860" y="95250"/>
                    <a:pt x="913130" y="93980"/>
                    <a:pt x="914400" y="93345"/>
                  </a:cubicBezTo>
                  <a:cubicBezTo>
                    <a:pt x="915670" y="93345"/>
                    <a:pt x="916940" y="92075"/>
                    <a:pt x="918845" y="90805"/>
                  </a:cubicBezTo>
                  <a:lnTo>
                    <a:pt x="927735" y="100330"/>
                  </a:lnTo>
                  <a:cubicBezTo>
                    <a:pt x="927735" y="100330"/>
                    <a:pt x="923925" y="103505"/>
                    <a:pt x="922020" y="104775"/>
                  </a:cubicBezTo>
                  <a:cubicBezTo>
                    <a:pt x="920115" y="106045"/>
                    <a:pt x="918210" y="106680"/>
                    <a:pt x="916305" y="107950"/>
                  </a:cubicBezTo>
                  <a:cubicBezTo>
                    <a:pt x="914400" y="108585"/>
                    <a:pt x="911860" y="109855"/>
                    <a:pt x="909320" y="109855"/>
                  </a:cubicBezTo>
                  <a:cubicBezTo>
                    <a:pt x="906780" y="109855"/>
                    <a:pt x="903605" y="110490"/>
                    <a:pt x="900430" y="110490"/>
                  </a:cubicBezTo>
                  <a:cubicBezTo>
                    <a:pt x="897255" y="110490"/>
                    <a:pt x="894080" y="110490"/>
                    <a:pt x="890905" y="109220"/>
                  </a:cubicBezTo>
                  <a:cubicBezTo>
                    <a:pt x="887730" y="108585"/>
                    <a:pt x="885190" y="107315"/>
                    <a:pt x="883285" y="105410"/>
                  </a:cubicBezTo>
                  <a:cubicBezTo>
                    <a:pt x="881380" y="103505"/>
                    <a:pt x="878840" y="102235"/>
                    <a:pt x="876935" y="100330"/>
                  </a:cubicBezTo>
                  <a:cubicBezTo>
                    <a:pt x="875030" y="98425"/>
                    <a:pt x="873125" y="95885"/>
                    <a:pt x="871855" y="92710"/>
                  </a:cubicBezTo>
                  <a:cubicBezTo>
                    <a:pt x="869950" y="89535"/>
                    <a:pt x="868680" y="86360"/>
                    <a:pt x="868045" y="82550"/>
                  </a:cubicBezTo>
                  <a:cubicBezTo>
                    <a:pt x="867410" y="78740"/>
                    <a:pt x="866775" y="74295"/>
                    <a:pt x="866775" y="69850"/>
                  </a:cubicBezTo>
                  <a:cubicBezTo>
                    <a:pt x="866775" y="63500"/>
                    <a:pt x="867410" y="57150"/>
                    <a:pt x="869315" y="52070"/>
                  </a:cubicBezTo>
                  <a:cubicBezTo>
                    <a:pt x="871220" y="46990"/>
                    <a:pt x="873125" y="42545"/>
                    <a:pt x="876300" y="39370"/>
                  </a:cubicBezTo>
                  <a:cubicBezTo>
                    <a:pt x="879475" y="36195"/>
                    <a:pt x="882650" y="33020"/>
                    <a:pt x="887095" y="31750"/>
                  </a:cubicBezTo>
                  <a:cubicBezTo>
                    <a:pt x="891540" y="29845"/>
                    <a:pt x="895985" y="29210"/>
                    <a:pt x="901065" y="29210"/>
                  </a:cubicBezTo>
                  <a:close/>
                  <a:moveTo>
                    <a:pt x="668656" y="29210"/>
                  </a:moveTo>
                  <a:cubicBezTo>
                    <a:pt x="671830" y="29210"/>
                    <a:pt x="674370" y="29210"/>
                    <a:pt x="676275" y="29845"/>
                  </a:cubicBezTo>
                  <a:cubicBezTo>
                    <a:pt x="678181" y="29845"/>
                    <a:pt x="680086" y="31115"/>
                    <a:pt x="681991" y="32385"/>
                  </a:cubicBezTo>
                  <a:lnTo>
                    <a:pt x="678181" y="46990"/>
                  </a:lnTo>
                  <a:lnTo>
                    <a:pt x="676910" y="46990"/>
                  </a:lnTo>
                  <a:cubicBezTo>
                    <a:pt x="676910" y="46990"/>
                    <a:pt x="673736" y="45085"/>
                    <a:pt x="671830" y="45085"/>
                  </a:cubicBezTo>
                  <a:cubicBezTo>
                    <a:pt x="669925" y="45085"/>
                    <a:pt x="668020" y="44450"/>
                    <a:pt x="665480" y="44450"/>
                  </a:cubicBezTo>
                  <a:cubicBezTo>
                    <a:pt x="660400" y="44450"/>
                    <a:pt x="656590" y="46355"/>
                    <a:pt x="654050" y="49530"/>
                  </a:cubicBezTo>
                  <a:cubicBezTo>
                    <a:pt x="651510" y="52705"/>
                    <a:pt x="650240" y="57785"/>
                    <a:pt x="650240" y="64770"/>
                  </a:cubicBezTo>
                  <a:lnTo>
                    <a:pt x="650240" y="109220"/>
                  </a:lnTo>
                  <a:lnTo>
                    <a:pt x="635000" y="109220"/>
                  </a:lnTo>
                  <a:lnTo>
                    <a:pt x="635000" y="31115"/>
                  </a:lnTo>
                  <a:lnTo>
                    <a:pt x="650240" y="31115"/>
                  </a:lnTo>
                  <a:lnTo>
                    <a:pt x="650240" y="38735"/>
                  </a:lnTo>
                  <a:cubicBezTo>
                    <a:pt x="650240" y="38735"/>
                    <a:pt x="652145" y="36195"/>
                    <a:pt x="653416" y="34925"/>
                  </a:cubicBezTo>
                  <a:cubicBezTo>
                    <a:pt x="654685" y="33655"/>
                    <a:pt x="655955" y="33020"/>
                    <a:pt x="657861" y="31750"/>
                  </a:cubicBezTo>
                  <a:cubicBezTo>
                    <a:pt x="659130" y="31115"/>
                    <a:pt x="661035" y="30480"/>
                    <a:pt x="662940" y="29845"/>
                  </a:cubicBezTo>
                  <a:cubicBezTo>
                    <a:pt x="664845" y="29845"/>
                    <a:pt x="666751" y="29210"/>
                    <a:pt x="668656" y="29210"/>
                  </a:cubicBezTo>
                  <a:close/>
                  <a:moveTo>
                    <a:pt x="586739" y="29210"/>
                  </a:moveTo>
                  <a:cubicBezTo>
                    <a:pt x="592454" y="29210"/>
                    <a:pt x="596899" y="30480"/>
                    <a:pt x="601344" y="32385"/>
                  </a:cubicBezTo>
                  <a:cubicBezTo>
                    <a:pt x="605154" y="34290"/>
                    <a:pt x="608964" y="37465"/>
                    <a:pt x="611504" y="40640"/>
                  </a:cubicBezTo>
                  <a:cubicBezTo>
                    <a:pt x="614044" y="44450"/>
                    <a:pt x="615949" y="48260"/>
                    <a:pt x="617854" y="53340"/>
                  </a:cubicBezTo>
                  <a:cubicBezTo>
                    <a:pt x="619124" y="57785"/>
                    <a:pt x="619759" y="62865"/>
                    <a:pt x="619759" y="68580"/>
                  </a:cubicBezTo>
                  <a:lnTo>
                    <a:pt x="618489" y="68580"/>
                  </a:lnTo>
                  <a:cubicBezTo>
                    <a:pt x="618489" y="68580"/>
                    <a:pt x="618489" y="71120"/>
                    <a:pt x="618489" y="72390"/>
                  </a:cubicBezTo>
                  <a:cubicBezTo>
                    <a:pt x="618489" y="73660"/>
                    <a:pt x="618489" y="74295"/>
                    <a:pt x="618489" y="75565"/>
                  </a:cubicBezTo>
                  <a:lnTo>
                    <a:pt x="567054" y="75565"/>
                  </a:lnTo>
                  <a:cubicBezTo>
                    <a:pt x="567054" y="79375"/>
                    <a:pt x="568324" y="82550"/>
                    <a:pt x="569594" y="85090"/>
                  </a:cubicBezTo>
                  <a:cubicBezTo>
                    <a:pt x="570864" y="87630"/>
                    <a:pt x="572134" y="90170"/>
                    <a:pt x="574039" y="91440"/>
                  </a:cubicBezTo>
                  <a:cubicBezTo>
                    <a:pt x="575944" y="93345"/>
                    <a:pt x="577849" y="94615"/>
                    <a:pt x="579754" y="95250"/>
                  </a:cubicBezTo>
                  <a:cubicBezTo>
                    <a:pt x="581659" y="95885"/>
                    <a:pt x="584199" y="96520"/>
                    <a:pt x="586739" y="96520"/>
                  </a:cubicBezTo>
                  <a:cubicBezTo>
                    <a:pt x="588644" y="96520"/>
                    <a:pt x="589914" y="96520"/>
                    <a:pt x="591819" y="96520"/>
                  </a:cubicBezTo>
                  <a:cubicBezTo>
                    <a:pt x="593089" y="96520"/>
                    <a:pt x="594994" y="95885"/>
                    <a:pt x="596264" y="95250"/>
                  </a:cubicBezTo>
                  <a:cubicBezTo>
                    <a:pt x="597534" y="95250"/>
                    <a:pt x="598804" y="93980"/>
                    <a:pt x="600074" y="93345"/>
                  </a:cubicBezTo>
                  <a:cubicBezTo>
                    <a:pt x="601344" y="93345"/>
                    <a:pt x="602614" y="92075"/>
                    <a:pt x="604519" y="90805"/>
                  </a:cubicBezTo>
                  <a:lnTo>
                    <a:pt x="613409" y="100330"/>
                  </a:lnTo>
                  <a:cubicBezTo>
                    <a:pt x="613409" y="100330"/>
                    <a:pt x="609599" y="103505"/>
                    <a:pt x="607694" y="104775"/>
                  </a:cubicBezTo>
                  <a:cubicBezTo>
                    <a:pt x="605789" y="106045"/>
                    <a:pt x="603884" y="106680"/>
                    <a:pt x="601979" y="107950"/>
                  </a:cubicBezTo>
                  <a:cubicBezTo>
                    <a:pt x="600074" y="108585"/>
                    <a:pt x="597534" y="109855"/>
                    <a:pt x="594994" y="109855"/>
                  </a:cubicBezTo>
                  <a:cubicBezTo>
                    <a:pt x="592454" y="109855"/>
                    <a:pt x="589279" y="110490"/>
                    <a:pt x="586104" y="110490"/>
                  </a:cubicBezTo>
                  <a:cubicBezTo>
                    <a:pt x="582929" y="110490"/>
                    <a:pt x="579754" y="110490"/>
                    <a:pt x="576579" y="109220"/>
                  </a:cubicBezTo>
                  <a:cubicBezTo>
                    <a:pt x="573404" y="108585"/>
                    <a:pt x="570864" y="107315"/>
                    <a:pt x="568959" y="105410"/>
                  </a:cubicBezTo>
                  <a:cubicBezTo>
                    <a:pt x="566419" y="104140"/>
                    <a:pt x="564514" y="102235"/>
                    <a:pt x="562609" y="100330"/>
                  </a:cubicBezTo>
                  <a:cubicBezTo>
                    <a:pt x="560704" y="98425"/>
                    <a:pt x="558799" y="95885"/>
                    <a:pt x="557529" y="92710"/>
                  </a:cubicBezTo>
                  <a:cubicBezTo>
                    <a:pt x="555624" y="89535"/>
                    <a:pt x="554354" y="86360"/>
                    <a:pt x="553719" y="82550"/>
                  </a:cubicBezTo>
                  <a:cubicBezTo>
                    <a:pt x="553084" y="78740"/>
                    <a:pt x="552449" y="74295"/>
                    <a:pt x="552449" y="69850"/>
                  </a:cubicBezTo>
                  <a:cubicBezTo>
                    <a:pt x="552449" y="63500"/>
                    <a:pt x="553084" y="57150"/>
                    <a:pt x="554989" y="52070"/>
                  </a:cubicBezTo>
                  <a:cubicBezTo>
                    <a:pt x="556894" y="46990"/>
                    <a:pt x="558799" y="42545"/>
                    <a:pt x="561974" y="39370"/>
                  </a:cubicBezTo>
                  <a:cubicBezTo>
                    <a:pt x="565149" y="36195"/>
                    <a:pt x="568324" y="33020"/>
                    <a:pt x="572769" y="31750"/>
                  </a:cubicBezTo>
                  <a:cubicBezTo>
                    <a:pt x="577214" y="29845"/>
                    <a:pt x="581659" y="29210"/>
                    <a:pt x="586739" y="29210"/>
                  </a:cubicBezTo>
                  <a:close/>
                  <a:moveTo>
                    <a:pt x="400050" y="29210"/>
                  </a:moveTo>
                  <a:cubicBezTo>
                    <a:pt x="405765" y="29210"/>
                    <a:pt x="410210" y="30480"/>
                    <a:pt x="414655" y="32385"/>
                  </a:cubicBezTo>
                  <a:cubicBezTo>
                    <a:pt x="418465" y="34290"/>
                    <a:pt x="422275" y="37465"/>
                    <a:pt x="424815" y="40640"/>
                  </a:cubicBezTo>
                  <a:cubicBezTo>
                    <a:pt x="427355" y="44450"/>
                    <a:pt x="429260" y="48260"/>
                    <a:pt x="431165" y="53340"/>
                  </a:cubicBezTo>
                  <a:cubicBezTo>
                    <a:pt x="432435" y="57785"/>
                    <a:pt x="433070" y="62865"/>
                    <a:pt x="433070" y="68580"/>
                  </a:cubicBezTo>
                  <a:lnTo>
                    <a:pt x="431800" y="68580"/>
                  </a:lnTo>
                  <a:cubicBezTo>
                    <a:pt x="431800" y="68580"/>
                    <a:pt x="431800" y="71120"/>
                    <a:pt x="431800" y="72390"/>
                  </a:cubicBezTo>
                  <a:cubicBezTo>
                    <a:pt x="431800" y="73660"/>
                    <a:pt x="431800" y="74295"/>
                    <a:pt x="431800" y="75565"/>
                  </a:cubicBezTo>
                  <a:lnTo>
                    <a:pt x="380365" y="75565"/>
                  </a:lnTo>
                  <a:cubicBezTo>
                    <a:pt x="380365" y="79375"/>
                    <a:pt x="381635" y="82550"/>
                    <a:pt x="382905" y="85090"/>
                  </a:cubicBezTo>
                  <a:cubicBezTo>
                    <a:pt x="384175" y="87630"/>
                    <a:pt x="385445" y="90170"/>
                    <a:pt x="387350" y="91440"/>
                  </a:cubicBezTo>
                  <a:cubicBezTo>
                    <a:pt x="389255" y="93345"/>
                    <a:pt x="391160" y="94615"/>
                    <a:pt x="393065" y="95250"/>
                  </a:cubicBezTo>
                  <a:cubicBezTo>
                    <a:pt x="394970" y="95885"/>
                    <a:pt x="397510" y="96520"/>
                    <a:pt x="400050" y="96520"/>
                  </a:cubicBezTo>
                  <a:cubicBezTo>
                    <a:pt x="401955" y="96520"/>
                    <a:pt x="403225" y="96520"/>
                    <a:pt x="405130" y="96520"/>
                  </a:cubicBezTo>
                  <a:cubicBezTo>
                    <a:pt x="406400" y="96520"/>
                    <a:pt x="408305" y="95885"/>
                    <a:pt x="409575" y="95250"/>
                  </a:cubicBezTo>
                  <a:cubicBezTo>
                    <a:pt x="410845" y="95250"/>
                    <a:pt x="412115" y="93980"/>
                    <a:pt x="413385" y="93345"/>
                  </a:cubicBezTo>
                  <a:cubicBezTo>
                    <a:pt x="414655" y="93345"/>
                    <a:pt x="415925" y="92075"/>
                    <a:pt x="417830" y="90805"/>
                  </a:cubicBezTo>
                  <a:lnTo>
                    <a:pt x="426720" y="100330"/>
                  </a:lnTo>
                  <a:cubicBezTo>
                    <a:pt x="426720" y="100330"/>
                    <a:pt x="422910" y="103505"/>
                    <a:pt x="421005" y="104775"/>
                  </a:cubicBezTo>
                  <a:cubicBezTo>
                    <a:pt x="419100" y="106045"/>
                    <a:pt x="417195" y="106680"/>
                    <a:pt x="415290" y="107950"/>
                  </a:cubicBezTo>
                  <a:cubicBezTo>
                    <a:pt x="413385" y="108585"/>
                    <a:pt x="410845" y="109855"/>
                    <a:pt x="408305" y="109855"/>
                  </a:cubicBezTo>
                  <a:cubicBezTo>
                    <a:pt x="405765" y="109855"/>
                    <a:pt x="402590" y="110490"/>
                    <a:pt x="399415" y="110490"/>
                  </a:cubicBezTo>
                  <a:cubicBezTo>
                    <a:pt x="396240" y="110490"/>
                    <a:pt x="393065" y="110490"/>
                    <a:pt x="389890" y="109220"/>
                  </a:cubicBezTo>
                  <a:cubicBezTo>
                    <a:pt x="386715" y="108585"/>
                    <a:pt x="384175" y="107315"/>
                    <a:pt x="382270" y="105410"/>
                  </a:cubicBezTo>
                  <a:cubicBezTo>
                    <a:pt x="380365" y="103505"/>
                    <a:pt x="377825" y="102235"/>
                    <a:pt x="375920" y="100330"/>
                  </a:cubicBezTo>
                  <a:cubicBezTo>
                    <a:pt x="374015" y="98425"/>
                    <a:pt x="372110" y="95885"/>
                    <a:pt x="370840" y="92710"/>
                  </a:cubicBezTo>
                  <a:cubicBezTo>
                    <a:pt x="368935" y="89535"/>
                    <a:pt x="367665" y="86360"/>
                    <a:pt x="367030" y="82550"/>
                  </a:cubicBezTo>
                  <a:cubicBezTo>
                    <a:pt x="366395" y="78740"/>
                    <a:pt x="365760" y="74295"/>
                    <a:pt x="365760" y="69850"/>
                  </a:cubicBezTo>
                  <a:cubicBezTo>
                    <a:pt x="365760" y="63500"/>
                    <a:pt x="366395" y="57150"/>
                    <a:pt x="368300" y="52070"/>
                  </a:cubicBezTo>
                  <a:cubicBezTo>
                    <a:pt x="370205" y="46990"/>
                    <a:pt x="372110" y="42545"/>
                    <a:pt x="375285" y="39370"/>
                  </a:cubicBezTo>
                  <a:cubicBezTo>
                    <a:pt x="378460" y="36195"/>
                    <a:pt x="381635" y="33020"/>
                    <a:pt x="386080" y="31750"/>
                  </a:cubicBezTo>
                  <a:cubicBezTo>
                    <a:pt x="390525" y="29845"/>
                    <a:pt x="394970" y="29210"/>
                    <a:pt x="400050" y="29210"/>
                  </a:cubicBezTo>
                  <a:close/>
                  <a:moveTo>
                    <a:pt x="201930" y="29210"/>
                  </a:moveTo>
                  <a:cubicBezTo>
                    <a:pt x="207645" y="29210"/>
                    <a:pt x="212090" y="30480"/>
                    <a:pt x="216535" y="32385"/>
                  </a:cubicBezTo>
                  <a:cubicBezTo>
                    <a:pt x="220345" y="34290"/>
                    <a:pt x="224155" y="37465"/>
                    <a:pt x="226695" y="40640"/>
                  </a:cubicBezTo>
                  <a:cubicBezTo>
                    <a:pt x="229235" y="44450"/>
                    <a:pt x="231140" y="48260"/>
                    <a:pt x="233045" y="53340"/>
                  </a:cubicBezTo>
                  <a:cubicBezTo>
                    <a:pt x="234315" y="57785"/>
                    <a:pt x="234950" y="62865"/>
                    <a:pt x="234950" y="68580"/>
                  </a:cubicBezTo>
                  <a:lnTo>
                    <a:pt x="233680" y="68580"/>
                  </a:lnTo>
                  <a:cubicBezTo>
                    <a:pt x="233680" y="68580"/>
                    <a:pt x="233680" y="71120"/>
                    <a:pt x="233680" y="72390"/>
                  </a:cubicBezTo>
                  <a:cubicBezTo>
                    <a:pt x="233680" y="73660"/>
                    <a:pt x="233680" y="74295"/>
                    <a:pt x="233680" y="75565"/>
                  </a:cubicBezTo>
                  <a:lnTo>
                    <a:pt x="182245" y="75565"/>
                  </a:lnTo>
                  <a:cubicBezTo>
                    <a:pt x="182245" y="79375"/>
                    <a:pt x="183515" y="82550"/>
                    <a:pt x="184785" y="85090"/>
                  </a:cubicBezTo>
                  <a:cubicBezTo>
                    <a:pt x="186055" y="87630"/>
                    <a:pt x="187325" y="90170"/>
                    <a:pt x="189230" y="91440"/>
                  </a:cubicBezTo>
                  <a:cubicBezTo>
                    <a:pt x="191135" y="93345"/>
                    <a:pt x="193040" y="94615"/>
                    <a:pt x="194945" y="95250"/>
                  </a:cubicBezTo>
                  <a:cubicBezTo>
                    <a:pt x="196850" y="95885"/>
                    <a:pt x="199390" y="96520"/>
                    <a:pt x="201930" y="96520"/>
                  </a:cubicBezTo>
                  <a:cubicBezTo>
                    <a:pt x="203835" y="96520"/>
                    <a:pt x="205105" y="96520"/>
                    <a:pt x="207010" y="96520"/>
                  </a:cubicBezTo>
                  <a:cubicBezTo>
                    <a:pt x="208280" y="96520"/>
                    <a:pt x="210185" y="95885"/>
                    <a:pt x="211455" y="95250"/>
                  </a:cubicBezTo>
                  <a:cubicBezTo>
                    <a:pt x="212725" y="95250"/>
                    <a:pt x="213995" y="93980"/>
                    <a:pt x="215265" y="93345"/>
                  </a:cubicBezTo>
                  <a:cubicBezTo>
                    <a:pt x="216535" y="93345"/>
                    <a:pt x="217805" y="92075"/>
                    <a:pt x="219710" y="90805"/>
                  </a:cubicBezTo>
                  <a:lnTo>
                    <a:pt x="228600" y="100330"/>
                  </a:lnTo>
                  <a:cubicBezTo>
                    <a:pt x="228600" y="100330"/>
                    <a:pt x="224790" y="103505"/>
                    <a:pt x="222885" y="104775"/>
                  </a:cubicBezTo>
                  <a:cubicBezTo>
                    <a:pt x="220980" y="106045"/>
                    <a:pt x="219075" y="106680"/>
                    <a:pt x="217170" y="107950"/>
                  </a:cubicBezTo>
                  <a:cubicBezTo>
                    <a:pt x="215265" y="108585"/>
                    <a:pt x="212725" y="109855"/>
                    <a:pt x="210185" y="109855"/>
                  </a:cubicBezTo>
                  <a:cubicBezTo>
                    <a:pt x="207645" y="109855"/>
                    <a:pt x="204470" y="110490"/>
                    <a:pt x="201295" y="110490"/>
                  </a:cubicBezTo>
                  <a:cubicBezTo>
                    <a:pt x="198120" y="110490"/>
                    <a:pt x="194945" y="110490"/>
                    <a:pt x="191770" y="109220"/>
                  </a:cubicBezTo>
                  <a:cubicBezTo>
                    <a:pt x="188595" y="108585"/>
                    <a:pt x="186055" y="107315"/>
                    <a:pt x="184150" y="105410"/>
                  </a:cubicBezTo>
                  <a:cubicBezTo>
                    <a:pt x="181610" y="104140"/>
                    <a:pt x="179705" y="102235"/>
                    <a:pt x="177800" y="100330"/>
                  </a:cubicBezTo>
                  <a:cubicBezTo>
                    <a:pt x="175895" y="98425"/>
                    <a:pt x="173990" y="95885"/>
                    <a:pt x="172720" y="92710"/>
                  </a:cubicBezTo>
                  <a:cubicBezTo>
                    <a:pt x="170815" y="89535"/>
                    <a:pt x="169545" y="86360"/>
                    <a:pt x="168910" y="82550"/>
                  </a:cubicBezTo>
                  <a:cubicBezTo>
                    <a:pt x="168275" y="78740"/>
                    <a:pt x="167640" y="74295"/>
                    <a:pt x="167640" y="69850"/>
                  </a:cubicBezTo>
                  <a:cubicBezTo>
                    <a:pt x="167640" y="63500"/>
                    <a:pt x="168275" y="57150"/>
                    <a:pt x="170180" y="52070"/>
                  </a:cubicBezTo>
                  <a:cubicBezTo>
                    <a:pt x="172085" y="46990"/>
                    <a:pt x="173990" y="42545"/>
                    <a:pt x="177165" y="39370"/>
                  </a:cubicBezTo>
                  <a:cubicBezTo>
                    <a:pt x="180340" y="36195"/>
                    <a:pt x="183515" y="33020"/>
                    <a:pt x="187960" y="31750"/>
                  </a:cubicBezTo>
                  <a:cubicBezTo>
                    <a:pt x="192405" y="29845"/>
                    <a:pt x="196850" y="29210"/>
                    <a:pt x="201930" y="29210"/>
                  </a:cubicBezTo>
                  <a:close/>
                  <a:moveTo>
                    <a:pt x="4664706" y="28574"/>
                  </a:moveTo>
                  <a:cubicBezTo>
                    <a:pt x="4669786" y="28574"/>
                    <a:pt x="4674231" y="29209"/>
                    <a:pt x="4678676" y="31749"/>
                  </a:cubicBezTo>
                  <a:cubicBezTo>
                    <a:pt x="4683121" y="33654"/>
                    <a:pt x="4686296" y="36194"/>
                    <a:pt x="4689471" y="40004"/>
                  </a:cubicBezTo>
                  <a:cubicBezTo>
                    <a:pt x="4692646" y="43814"/>
                    <a:pt x="4695186" y="47624"/>
                    <a:pt x="4696456" y="52704"/>
                  </a:cubicBezTo>
                  <a:cubicBezTo>
                    <a:pt x="4698361" y="57784"/>
                    <a:pt x="4698996" y="63499"/>
                    <a:pt x="4698996" y="69214"/>
                  </a:cubicBezTo>
                  <a:lnTo>
                    <a:pt x="4699631" y="69214"/>
                  </a:lnTo>
                  <a:cubicBezTo>
                    <a:pt x="4699631" y="75564"/>
                    <a:pt x="4698996" y="81279"/>
                    <a:pt x="4697091" y="86359"/>
                  </a:cubicBezTo>
                  <a:cubicBezTo>
                    <a:pt x="4695186" y="91439"/>
                    <a:pt x="4692646" y="95884"/>
                    <a:pt x="4689471" y="99059"/>
                  </a:cubicBezTo>
                  <a:cubicBezTo>
                    <a:pt x="4686296" y="102869"/>
                    <a:pt x="4682486" y="105409"/>
                    <a:pt x="4678041" y="107314"/>
                  </a:cubicBezTo>
                  <a:cubicBezTo>
                    <a:pt x="4673596" y="109219"/>
                    <a:pt x="4669151" y="109854"/>
                    <a:pt x="4664071" y="109854"/>
                  </a:cubicBezTo>
                  <a:cubicBezTo>
                    <a:pt x="4658991" y="109854"/>
                    <a:pt x="4654546" y="108584"/>
                    <a:pt x="4650101" y="106679"/>
                  </a:cubicBezTo>
                  <a:cubicBezTo>
                    <a:pt x="4645656" y="104774"/>
                    <a:pt x="4642481" y="102234"/>
                    <a:pt x="4639306" y="98424"/>
                  </a:cubicBezTo>
                  <a:cubicBezTo>
                    <a:pt x="4636131" y="94614"/>
                    <a:pt x="4633591" y="90804"/>
                    <a:pt x="4632321" y="85724"/>
                  </a:cubicBezTo>
                  <a:cubicBezTo>
                    <a:pt x="4630416" y="80644"/>
                    <a:pt x="4629781" y="74929"/>
                    <a:pt x="4629781" y="69214"/>
                  </a:cubicBezTo>
                  <a:cubicBezTo>
                    <a:pt x="4629781" y="63499"/>
                    <a:pt x="4630416" y="57149"/>
                    <a:pt x="4632321" y="52069"/>
                  </a:cubicBezTo>
                  <a:cubicBezTo>
                    <a:pt x="4634226" y="46989"/>
                    <a:pt x="4636766" y="42544"/>
                    <a:pt x="4639941" y="39369"/>
                  </a:cubicBezTo>
                  <a:cubicBezTo>
                    <a:pt x="4643116" y="35559"/>
                    <a:pt x="4646926" y="33019"/>
                    <a:pt x="4650736" y="31114"/>
                  </a:cubicBezTo>
                  <a:cubicBezTo>
                    <a:pt x="4655181" y="29209"/>
                    <a:pt x="4659626" y="28574"/>
                    <a:pt x="4664706" y="28574"/>
                  </a:cubicBezTo>
                  <a:close/>
                  <a:moveTo>
                    <a:pt x="4264655" y="28574"/>
                  </a:moveTo>
                  <a:cubicBezTo>
                    <a:pt x="4269735" y="28574"/>
                    <a:pt x="4274180" y="29209"/>
                    <a:pt x="4278625" y="31749"/>
                  </a:cubicBezTo>
                  <a:cubicBezTo>
                    <a:pt x="4283070" y="33654"/>
                    <a:pt x="4286245" y="36194"/>
                    <a:pt x="4289420" y="40004"/>
                  </a:cubicBezTo>
                  <a:cubicBezTo>
                    <a:pt x="4292595" y="43814"/>
                    <a:pt x="4295135" y="47624"/>
                    <a:pt x="4296405" y="52704"/>
                  </a:cubicBezTo>
                  <a:cubicBezTo>
                    <a:pt x="4298310" y="57784"/>
                    <a:pt x="4298945" y="63499"/>
                    <a:pt x="4298945" y="69214"/>
                  </a:cubicBezTo>
                  <a:lnTo>
                    <a:pt x="4299580" y="69214"/>
                  </a:lnTo>
                  <a:cubicBezTo>
                    <a:pt x="4299580" y="75564"/>
                    <a:pt x="4298945" y="81279"/>
                    <a:pt x="4297040" y="86359"/>
                  </a:cubicBezTo>
                  <a:cubicBezTo>
                    <a:pt x="4295135" y="91439"/>
                    <a:pt x="4292595" y="95884"/>
                    <a:pt x="4289420" y="99059"/>
                  </a:cubicBezTo>
                  <a:cubicBezTo>
                    <a:pt x="4286245" y="102869"/>
                    <a:pt x="4282435" y="105409"/>
                    <a:pt x="4277990" y="107314"/>
                  </a:cubicBezTo>
                  <a:cubicBezTo>
                    <a:pt x="4273545" y="109219"/>
                    <a:pt x="4269100" y="109854"/>
                    <a:pt x="4264020" y="109854"/>
                  </a:cubicBezTo>
                  <a:cubicBezTo>
                    <a:pt x="4258940" y="109854"/>
                    <a:pt x="4254495" y="108584"/>
                    <a:pt x="4250050" y="106679"/>
                  </a:cubicBezTo>
                  <a:cubicBezTo>
                    <a:pt x="4245605" y="104774"/>
                    <a:pt x="4242430" y="102234"/>
                    <a:pt x="4239255" y="98424"/>
                  </a:cubicBezTo>
                  <a:cubicBezTo>
                    <a:pt x="4236080" y="94614"/>
                    <a:pt x="4233540" y="90804"/>
                    <a:pt x="4232270" y="85724"/>
                  </a:cubicBezTo>
                  <a:cubicBezTo>
                    <a:pt x="4230365" y="80644"/>
                    <a:pt x="4229730" y="74929"/>
                    <a:pt x="4229730" y="69214"/>
                  </a:cubicBezTo>
                  <a:cubicBezTo>
                    <a:pt x="4229730" y="63499"/>
                    <a:pt x="4230365" y="57149"/>
                    <a:pt x="4232270" y="52069"/>
                  </a:cubicBezTo>
                  <a:cubicBezTo>
                    <a:pt x="4234175" y="46989"/>
                    <a:pt x="4236715" y="42544"/>
                    <a:pt x="4239890" y="39369"/>
                  </a:cubicBezTo>
                  <a:cubicBezTo>
                    <a:pt x="4243065" y="35559"/>
                    <a:pt x="4246875" y="33019"/>
                    <a:pt x="4250685" y="31114"/>
                  </a:cubicBezTo>
                  <a:cubicBezTo>
                    <a:pt x="4255130" y="29209"/>
                    <a:pt x="4259575" y="28574"/>
                    <a:pt x="4264655" y="28574"/>
                  </a:cubicBezTo>
                  <a:close/>
                  <a:moveTo>
                    <a:pt x="1420495" y="28574"/>
                  </a:moveTo>
                  <a:cubicBezTo>
                    <a:pt x="1425575" y="28574"/>
                    <a:pt x="1430020" y="29209"/>
                    <a:pt x="1434465" y="31749"/>
                  </a:cubicBezTo>
                  <a:cubicBezTo>
                    <a:pt x="1438910" y="33654"/>
                    <a:pt x="1442085" y="36194"/>
                    <a:pt x="1445260" y="40004"/>
                  </a:cubicBezTo>
                  <a:cubicBezTo>
                    <a:pt x="1448435" y="43814"/>
                    <a:pt x="1450975" y="47624"/>
                    <a:pt x="1452245" y="52704"/>
                  </a:cubicBezTo>
                  <a:cubicBezTo>
                    <a:pt x="1454150" y="57784"/>
                    <a:pt x="1454785" y="63499"/>
                    <a:pt x="1454785" y="69214"/>
                  </a:cubicBezTo>
                  <a:lnTo>
                    <a:pt x="1455420" y="69214"/>
                  </a:lnTo>
                  <a:cubicBezTo>
                    <a:pt x="1455420" y="75564"/>
                    <a:pt x="1454785" y="81279"/>
                    <a:pt x="1452880" y="86359"/>
                  </a:cubicBezTo>
                  <a:cubicBezTo>
                    <a:pt x="1450975" y="91439"/>
                    <a:pt x="1448435" y="95884"/>
                    <a:pt x="1445260" y="99059"/>
                  </a:cubicBezTo>
                  <a:cubicBezTo>
                    <a:pt x="1442085" y="102869"/>
                    <a:pt x="1438275" y="105409"/>
                    <a:pt x="1433830" y="107314"/>
                  </a:cubicBezTo>
                  <a:cubicBezTo>
                    <a:pt x="1429385" y="109219"/>
                    <a:pt x="1424940" y="109854"/>
                    <a:pt x="1419860" y="109854"/>
                  </a:cubicBezTo>
                  <a:cubicBezTo>
                    <a:pt x="1414780" y="109854"/>
                    <a:pt x="1410335" y="108584"/>
                    <a:pt x="1405890" y="106679"/>
                  </a:cubicBezTo>
                  <a:cubicBezTo>
                    <a:pt x="1401444" y="104774"/>
                    <a:pt x="1398270" y="102234"/>
                    <a:pt x="1395095" y="98424"/>
                  </a:cubicBezTo>
                  <a:cubicBezTo>
                    <a:pt x="1391920" y="94614"/>
                    <a:pt x="1389380" y="90804"/>
                    <a:pt x="1388110" y="85724"/>
                  </a:cubicBezTo>
                  <a:cubicBezTo>
                    <a:pt x="1386205" y="80644"/>
                    <a:pt x="1385570" y="74929"/>
                    <a:pt x="1385570" y="69214"/>
                  </a:cubicBezTo>
                  <a:cubicBezTo>
                    <a:pt x="1385570" y="63499"/>
                    <a:pt x="1386205" y="57149"/>
                    <a:pt x="1388110" y="52069"/>
                  </a:cubicBezTo>
                  <a:cubicBezTo>
                    <a:pt x="1390015" y="46989"/>
                    <a:pt x="1392555" y="42544"/>
                    <a:pt x="1395730" y="39369"/>
                  </a:cubicBezTo>
                  <a:cubicBezTo>
                    <a:pt x="1398905" y="35559"/>
                    <a:pt x="1402715" y="33019"/>
                    <a:pt x="1406525" y="31114"/>
                  </a:cubicBezTo>
                  <a:cubicBezTo>
                    <a:pt x="1410970" y="29209"/>
                    <a:pt x="1415415" y="28574"/>
                    <a:pt x="1420495" y="28574"/>
                  </a:cubicBezTo>
                  <a:close/>
                  <a:moveTo>
                    <a:pt x="3143245" y="5079"/>
                  </a:moveTo>
                  <a:lnTo>
                    <a:pt x="3219445" y="5079"/>
                  </a:lnTo>
                  <a:lnTo>
                    <a:pt x="3219445" y="20319"/>
                  </a:lnTo>
                  <a:lnTo>
                    <a:pt x="3188965" y="20319"/>
                  </a:lnTo>
                  <a:lnTo>
                    <a:pt x="3188965" y="108584"/>
                  </a:lnTo>
                  <a:lnTo>
                    <a:pt x="3173090" y="108584"/>
                  </a:lnTo>
                  <a:lnTo>
                    <a:pt x="3173090" y="20319"/>
                  </a:lnTo>
                  <a:lnTo>
                    <a:pt x="3143245" y="20319"/>
                  </a:lnTo>
                  <a:close/>
                  <a:moveTo>
                    <a:pt x="1628774" y="5079"/>
                  </a:moveTo>
                  <a:lnTo>
                    <a:pt x="1704970" y="5079"/>
                  </a:lnTo>
                  <a:lnTo>
                    <a:pt x="1704970" y="20319"/>
                  </a:lnTo>
                  <a:lnTo>
                    <a:pt x="1675129" y="20319"/>
                  </a:lnTo>
                  <a:lnTo>
                    <a:pt x="1675129" y="108584"/>
                  </a:lnTo>
                  <a:lnTo>
                    <a:pt x="1659255" y="108584"/>
                  </a:lnTo>
                  <a:lnTo>
                    <a:pt x="1659255" y="20319"/>
                  </a:lnTo>
                  <a:lnTo>
                    <a:pt x="1628774" y="20319"/>
                  </a:lnTo>
                  <a:close/>
                  <a:moveTo>
                    <a:pt x="0" y="5079"/>
                  </a:moveTo>
                  <a:lnTo>
                    <a:pt x="76200" y="5079"/>
                  </a:lnTo>
                  <a:lnTo>
                    <a:pt x="76200" y="20319"/>
                  </a:lnTo>
                  <a:lnTo>
                    <a:pt x="45720" y="20319"/>
                  </a:lnTo>
                  <a:lnTo>
                    <a:pt x="45720" y="108584"/>
                  </a:lnTo>
                  <a:lnTo>
                    <a:pt x="29845" y="108584"/>
                  </a:lnTo>
                  <a:lnTo>
                    <a:pt x="29845" y="20319"/>
                  </a:lnTo>
                  <a:lnTo>
                    <a:pt x="0" y="20319"/>
                  </a:lnTo>
                  <a:close/>
                  <a:moveTo>
                    <a:pt x="1362075" y="1269"/>
                  </a:moveTo>
                  <a:cubicBezTo>
                    <a:pt x="1363345" y="1269"/>
                    <a:pt x="1364615" y="1269"/>
                    <a:pt x="1365885" y="1904"/>
                  </a:cubicBezTo>
                  <a:cubicBezTo>
                    <a:pt x="1367155" y="1904"/>
                    <a:pt x="1367790" y="3174"/>
                    <a:pt x="1369060" y="3809"/>
                  </a:cubicBezTo>
                  <a:cubicBezTo>
                    <a:pt x="1369695" y="4444"/>
                    <a:pt x="1370965" y="5714"/>
                    <a:pt x="1370965" y="6984"/>
                  </a:cubicBezTo>
                  <a:cubicBezTo>
                    <a:pt x="1370965" y="8254"/>
                    <a:pt x="1371600" y="9524"/>
                    <a:pt x="1371600" y="10794"/>
                  </a:cubicBezTo>
                  <a:cubicBezTo>
                    <a:pt x="1371600" y="10794"/>
                    <a:pt x="1371600" y="13334"/>
                    <a:pt x="1370965" y="14604"/>
                  </a:cubicBezTo>
                  <a:cubicBezTo>
                    <a:pt x="1370965" y="15874"/>
                    <a:pt x="1369695" y="17144"/>
                    <a:pt x="1369060" y="17779"/>
                  </a:cubicBezTo>
                  <a:cubicBezTo>
                    <a:pt x="1368425" y="18414"/>
                    <a:pt x="1367155" y="19684"/>
                    <a:pt x="1365885" y="19684"/>
                  </a:cubicBezTo>
                  <a:cubicBezTo>
                    <a:pt x="1364615" y="19684"/>
                    <a:pt x="1363345" y="20319"/>
                    <a:pt x="1362075" y="20319"/>
                  </a:cubicBezTo>
                  <a:cubicBezTo>
                    <a:pt x="1360805" y="20319"/>
                    <a:pt x="1359535" y="20319"/>
                    <a:pt x="1358265" y="19684"/>
                  </a:cubicBezTo>
                  <a:cubicBezTo>
                    <a:pt x="1356995" y="19684"/>
                    <a:pt x="1355725" y="18414"/>
                    <a:pt x="1355090" y="17779"/>
                  </a:cubicBezTo>
                  <a:cubicBezTo>
                    <a:pt x="1354455" y="17144"/>
                    <a:pt x="1353185" y="15874"/>
                    <a:pt x="1353185" y="14604"/>
                  </a:cubicBezTo>
                  <a:cubicBezTo>
                    <a:pt x="1353185" y="13334"/>
                    <a:pt x="1352550" y="12064"/>
                    <a:pt x="1352550" y="10794"/>
                  </a:cubicBezTo>
                  <a:cubicBezTo>
                    <a:pt x="1352550" y="9524"/>
                    <a:pt x="1352550" y="8254"/>
                    <a:pt x="1353185" y="6984"/>
                  </a:cubicBezTo>
                  <a:cubicBezTo>
                    <a:pt x="1353185" y="5714"/>
                    <a:pt x="1354455" y="4444"/>
                    <a:pt x="1355090" y="3809"/>
                  </a:cubicBezTo>
                  <a:cubicBezTo>
                    <a:pt x="1355725" y="3174"/>
                    <a:pt x="1356995" y="1904"/>
                    <a:pt x="1358265" y="1904"/>
                  </a:cubicBezTo>
                  <a:cubicBezTo>
                    <a:pt x="1359535" y="1904"/>
                    <a:pt x="1360805" y="1269"/>
                    <a:pt x="1362075" y="1269"/>
                  </a:cubicBezTo>
                  <a:close/>
                  <a:moveTo>
                    <a:pt x="4789801" y="634"/>
                  </a:moveTo>
                  <a:lnTo>
                    <a:pt x="4789801" y="65404"/>
                  </a:lnTo>
                  <a:lnTo>
                    <a:pt x="4814566" y="31114"/>
                  </a:lnTo>
                  <a:lnTo>
                    <a:pt x="4831711" y="31114"/>
                  </a:lnTo>
                  <a:lnTo>
                    <a:pt x="4812026" y="57149"/>
                  </a:lnTo>
                  <a:lnTo>
                    <a:pt x="4835521" y="108584"/>
                  </a:lnTo>
                  <a:lnTo>
                    <a:pt x="4819011" y="108584"/>
                  </a:lnTo>
                  <a:lnTo>
                    <a:pt x="4801866" y="69849"/>
                  </a:lnTo>
                  <a:lnTo>
                    <a:pt x="4789801" y="85724"/>
                  </a:lnTo>
                  <a:lnTo>
                    <a:pt x="4789801" y="108584"/>
                  </a:lnTo>
                  <a:lnTo>
                    <a:pt x="4774561" y="108584"/>
                  </a:lnTo>
                  <a:lnTo>
                    <a:pt x="4774561" y="8889"/>
                  </a:lnTo>
                  <a:close/>
                  <a:moveTo>
                    <a:pt x="4472301" y="634"/>
                  </a:moveTo>
                  <a:lnTo>
                    <a:pt x="4472301" y="109219"/>
                  </a:lnTo>
                  <a:lnTo>
                    <a:pt x="4457061" y="109219"/>
                  </a:lnTo>
                  <a:lnTo>
                    <a:pt x="4457696" y="108584"/>
                  </a:lnTo>
                  <a:lnTo>
                    <a:pt x="4457696" y="100964"/>
                  </a:lnTo>
                  <a:cubicBezTo>
                    <a:pt x="4457696" y="100964"/>
                    <a:pt x="4454521" y="103504"/>
                    <a:pt x="4453251" y="104774"/>
                  </a:cubicBezTo>
                  <a:cubicBezTo>
                    <a:pt x="4451981" y="106044"/>
                    <a:pt x="4450076" y="106679"/>
                    <a:pt x="4448171" y="107949"/>
                  </a:cubicBezTo>
                  <a:cubicBezTo>
                    <a:pt x="4446266" y="108584"/>
                    <a:pt x="4444361" y="109219"/>
                    <a:pt x="4443091" y="109854"/>
                  </a:cubicBezTo>
                  <a:cubicBezTo>
                    <a:pt x="4441186" y="109854"/>
                    <a:pt x="4439281" y="109854"/>
                    <a:pt x="4437376" y="109854"/>
                  </a:cubicBezTo>
                  <a:cubicBezTo>
                    <a:pt x="4432931" y="109854"/>
                    <a:pt x="4429121" y="109219"/>
                    <a:pt x="4425946" y="107314"/>
                  </a:cubicBezTo>
                  <a:cubicBezTo>
                    <a:pt x="4422136" y="106044"/>
                    <a:pt x="4418961" y="103504"/>
                    <a:pt x="4416421" y="99694"/>
                  </a:cubicBezTo>
                  <a:cubicBezTo>
                    <a:pt x="4413881" y="96519"/>
                    <a:pt x="4411341" y="92074"/>
                    <a:pt x="4410071" y="86994"/>
                  </a:cubicBezTo>
                  <a:cubicBezTo>
                    <a:pt x="4408801" y="81914"/>
                    <a:pt x="4407531" y="75564"/>
                    <a:pt x="4407531" y="67944"/>
                  </a:cubicBezTo>
                  <a:cubicBezTo>
                    <a:pt x="4407531" y="61594"/>
                    <a:pt x="4408166" y="55244"/>
                    <a:pt x="4410071" y="50799"/>
                  </a:cubicBezTo>
                  <a:cubicBezTo>
                    <a:pt x="4411976" y="45719"/>
                    <a:pt x="4413881" y="41909"/>
                    <a:pt x="4417056" y="38734"/>
                  </a:cubicBezTo>
                  <a:cubicBezTo>
                    <a:pt x="4419596" y="35559"/>
                    <a:pt x="4423406" y="33019"/>
                    <a:pt x="4426581" y="31749"/>
                  </a:cubicBezTo>
                  <a:cubicBezTo>
                    <a:pt x="4430391" y="29844"/>
                    <a:pt x="4434201" y="29209"/>
                    <a:pt x="4438011" y="29209"/>
                  </a:cubicBezTo>
                  <a:cubicBezTo>
                    <a:pt x="4439916" y="29209"/>
                    <a:pt x="4441821" y="29209"/>
                    <a:pt x="4443726" y="29844"/>
                  </a:cubicBezTo>
                  <a:cubicBezTo>
                    <a:pt x="4445631" y="29844"/>
                    <a:pt x="4447536" y="31114"/>
                    <a:pt x="4448806" y="31749"/>
                  </a:cubicBezTo>
                  <a:cubicBezTo>
                    <a:pt x="4450711" y="32384"/>
                    <a:pt x="4451981" y="33654"/>
                    <a:pt x="4453251" y="34924"/>
                  </a:cubicBezTo>
                  <a:cubicBezTo>
                    <a:pt x="4454521" y="36194"/>
                    <a:pt x="4455791" y="36829"/>
                    <a:pt x="4457061" y="38099"/>
                  </a:cubicBezTo>
                  <a:lnTo>
                    <a:pt x="4457061" y="8254"/>
                  </a:lnTo>
                  <a:close/>
                  <a:moveTo>
                    <a:pt x="4390385" y="634"/>
                  </a:moveTo>
                  <a:lnTo>
                    <a:pt x="4390385" y="108584"/>
                  </a:lnTo>
                  <a:lnTo>
                    <a:pt x="4375145" y="108584"/>
                  </a:lnTo>
                  <a:lnTo>
                    <a:pt x="4375145" y="8889"/>
                  </a:lnTo>
                  <a:close/>
                  <a:moveTo>
                    <a:pt x="3946521" y="634"/>
                  </a:moveTo>
                  <a:lnTo>
                    <a:pt x="3946521" y="38099"/>
                  </a:lnTo>
                  <a:cubicBezTo>
                    <a:pt x="3946521" y="38099"/>
                    <a:pt x="3948426" y="35559"/>
                    <a:pt x="3950331" y="34289"/>
                  </a:cubicBezTo>
                  <a:cubicBezTo>
                    <a:pt x="3951601" y="33019"/>
                    <a:pt x="3953506" y="32384"/>
                    <a:pt x="3954776" y="31114"/>
                  </a:cubicBezTo>
                  <a:cubicBezTo>
                    <a:pt x="3956681" y="30479"/>
                    <a:pt x="3958586" y="29844"/>
                    <a:pt x="3960491" y="29209"/>
                  </a:cubicBezTo>
                  <a:cubicBezTo>
                    <a:pt x="3962396" y="29209"/>
                    <a:pt x="3964301" y="29209"/>
                    <a:pt x="3966206" y="29209"/>
                  </a:cubicBezTo>
                  <a:cubicBezTo>
                    <a:pt x="3970651" y="29209"/>
                    <a:pt x="3975096" y="29844"/>
                    <a:pt x="3978271" y="31749"/>
                  </a:cubicBezTo>
                  <a:cubicBezTo>
                    <a:pt x="3981446" y="33019"/>
                    <a:pt x="3984621" y="35559"/>
                    <a:pt x="3987161" y="38099"/>
                  </a:cubicBezTo>
                  <a:cubicBezTo>
                    <a:pt x="3989701" y="41274"/>
                    <a:pt x="3990971" y="44449"/>
                    <a:pt x="3992241" y="49529"/>
                  </a:cubicBezTo>
                  <a:cubicBezTo>
                    <a:pt x="3993511" y="53974"/>
                    <a:pt x="3994146" y="59054"/>
                    <a:pt x="3994146" y="64134"/>
                  </a:cubicBezTo>
                  <a:lnTo>
                    <a:pt x="3994146" y="108584"/>
                  </a:lnTo>
                  <a:lnTo>
                    <a:pt x="3978906" y="108584"/>
                  </a:lnTo>
                  <a:lnTo>
                    <a:pt x="3978271" y="108584"/>
                  </a:lnTo>
                  <a:lnTo>
                    <a:pt x="3978271" y="64769"/>
                  </a:lnTo>
                  <a:cubicBezTo>
                    <a:pt x="3978271" y="57784"/>
                    <a:pt x="3977001" y="52069"/>
                    <a:pt x="3974461" y="48894"/>
                  </a:cubicBezTo>
                  <a:cubicBezTo>
                    <a:pt x="3971921" y="45084"/>
                    <a:pt x="3968111" y="43814"/>
                    <a:pt x="3962396" y="43814"/>
                  </a:cubicBezTo>
                  <a:cubicBezTo>
                    <a:pt x="3959856" y="43814"/>
                    <a:pt x="3957951" y="43814"/>
                    <a:pt x="3956046" y="45084"/>
                  </a:cubicBezTo>
                  <a:cubicBezTo>
                    <a:pt x="3954141" y="45719"/>
                    <a:pt x="3952236" y="46989"/>
                    <a:pt x="3950966" y="48894"/>
                  </a:cubicBezTo>
                  <a:cubicBezTo>
                    <a:pt x="3949696" y="50799"/>
                    <a:pt x="3948426" y="52704"/>
                    <a:pt x="3947791" y="55244"/>
                  </a:cubicBezTo>
                  <a:cubicBezTo>
                    <a:pt x="3947156" y="57784"/>
                    <a:pt x="3946521" y="60324"/>
                    <a:pt x="3946521" y="63499"/>
                  </a:cubicBezTo>
                  <a:lnTo>
                    <a:pt x="3946521" y="109219"/>
                  </a:lnTo>
                  <a:lnTo>
                    <a:pt x="3931281" y="109219"/>
                  </a:lnTo>
                  <a:lnTo>
                    <a:pt x="3931281" y="8889"/>
                  </a:lnTo>
                  <a:close/>
                  <a:moveTo>
                    <a:pt x="3248021" y="634"/>
                  </a:moveTo>
                  <a:lnTo>
                    <a:pt x="3248021" y="38099"/>
                  </a:lnTo>
                  <a:cubicBezTo>
                    <a:pt x="3248021" y="38099"/>
                    <a:pt x="3249926" y="35559"/>
                    <a:pt x="3251831" y="34289"/>
                  </a:cubicBezTo>
                  <a:cubicBezTo>
                    <a:pt x="3253101" y="33019"/>
                    <a:pt x="3255006" y="32384"/>
                    <a:pt x="3256276" y="31114"/>
                  </a:cubicBezTo>
                  <a:cubicBezTo>
                    <a:pt x="3258181" y="30479"/>
                    <a:pt x="3260086" y="29844"/>
                    <a:pt x="3261991" y="29209"/>
                  </a:cubicBezTo>
                  <a:cubicBezTo>
                    <a:pt x="3263896" y="29209"/>
                    <a:pt x="3265801" y="29209"/>
                    <a:pt x="3267706" y="29209"/>
                  </a:cubicBezTo>
                  <a:cubicBezTo>
                    <a:pt x="3272151" y="29209"/>
                    <a:pt x="3276596" y="29844"/>
                    <a:pt x="3279771" y="31749"/>
                  </a:cubicBezTo>
                  <a:cubicBezTo>
                    <a:pt x="3282946" y="33019"/>
                    <a:pt x="3286121" y="35559"/>
                    <a:pt x="3288661" y="38099"/>
                  </a:cubicBezTo>
                  <a:cubicBezTo>
                    <a:pt x="3291201" y="41274"/>
                    <a:pt x="3292471" y="44449"/>
                    <a:pt x="3293741" y="49529"/>
                  </a:cubicBezTo>
                  <a:cubicBezTo>
                    <a:pt x="3295011" y="53974"/>
                    <a:pt x="3295646" y="59054"/>
                    <a:pt x="3295646" y="64134"/>
                  </a:cubicBezTo>
                  <a:lnTo>
                    <a:pt x="3295646" y="108584"/>
                  </a:lnTo>
                  <a:lnTo>
                    <a:pt x="3280406" y="108584"/>
                  </a:lnTo>
                  <a:lnTo>
                    <a:pt x="3279771" y="108584"/>
                  </a:lnTo>
                  <a:lnTo>
                    <a:pt x="3279771" y="64769"/>
                  </a:lnTo>
                  <a:cubicBezTo>
                    <a:pt x="3279771" y="57784"/>
                    <a:pt x="3278501" y="52069"/>
                    <a:pt x="3275961" y="48894"/>
                  </a:cubicBezTo>
                  <a:cubicBezTo>
                    <a:pt x="3273421" y="45084"/>
                    <a:pt x="3269611" y="43814"/>
                    <a:pt x="3263896" y="43814"/>
                  </a:cubicBezTo>
                  <a:cubicBezTo>
                    <a:pt x="3261356" y="43814"/>
                    <a:pt x="3259451" y="43814"/>
                    <a:pt x="3257546" y="45084"/>
                  </a:cubicBezTo>
                  <a:cubicBezTo>
                    <a:pt x="3255641" y="45719"/>
                    <a:pt x="3253736" y="46989"/>
                    <a:pt x="3252466" y="48894"/>
                  </a:cubicBezTo>
                  <a:cubicBezTo>
                    <a:pt x="3251196" y="50799"/>
                    <a:pt x="3249926" y="52704"/>
                    <a:pt x="3249291" y="55244"/>
                  </a:cubicBezTo>
                  <a:cubicBezTo>
                    <a:pt x="3248656" y="57784"/>
                    <a:pt x="3248021" y="60324"/>
                    <a:pt x="3248021" y="63499"/>
                  </a:cubicBezTo>
                  <a:lnTo>
                    <a:pt x="3248021" y="109219"/>
                  </a:lnTo>
                  <a:lnTo>
                    <a:pt x="3232781" y="109219"/>
                  </a:lnTo>
                  <a:lnTo>
                    <a:pt x="3232781" y="8889"/>
                  </a:lnTo>
                  <a:close/>
                  <a:moveTo>
                    <a:pt x="2432681" y="634"/>
                  </a:moveTo>
                  <a:lnTo>
                    <a:pt x="2432681" y="38099"/>
                  </a:lnTo>
                  <a:cubicBezTo>
                    <a:pt x="2432681" y="38099"/>
                    <a:pt x="2434586" y="35559"/>
                    <a:pt x="2436491" y="34289"/>
                  </a:cubicBezTo>
                  <a:cubicBezTo>
                    <a:pt x="2437761" y="33019"/>
                    <a:pt x="2439666" y="32384"/>
                    <a:pt x="2440936" y="31114"/>
                  </a:cubicBezTo>
                  <a:cubicBezTo>
                    <a:pt x="2442841" y="30479"/>
                    <a:pt x="2444746" y="29844"/>
                    <a:pt x="2446651" y="29209"/>
                  </a:cubicBezTo>
                  <a:cubicBezTo>
                    <a:pt x="2448556" y="29209"/>
                    <a:pt x="2450461" y="29209"/>
                    <a:pt x="2452366" y="29209"/>
                  </a:cubicBezTo>
                  <a:cubicBezTo>
                    <a:pt x="2456811" y="29209"/>
                    <a:pt x="2461256" y="29844"/>
                    <a:pt x="2464431" y="31749"/>
                  </a:cubicBezTo>
                  <a:cubicBezTo>
                    <a:pt x="2467606" y="33019"/>
                    <a:pt x="2470781" y="35559"/>
                    <a:pt x="2473321" y="38099"/>
                  </a:cubicBezTo>
                  <a:cubicBezTo>
                    <a:pt x="2475861" y="41274"/>
                    <a:pt x="2477131" y="44449"/>
                    <a:pt x="2478401" y="49529"/>
                  </a:cubicBezTo>
                  <a:cubicBezTo>
                    <a:pt x="2479671" y="53974"/>
                    <a:pt x="2480306" y="59054"/>
                    <a:pt x="2480306" y="64134"/>
                  </a:cubicBezTo>
                  <a:lnTo>
                    <a:pt x="2480306" y="108584"/>
                  </a:lnTo>
                  <a:lnTo>
                    <a:pt x="2465066" y="108584"/>
                  </a:lnTo>
                  <a:lnTo>
                    <a:pt x="2464431" y="108584"/>
                  </a:lnTo>
                  <a:lnTo>
                    <a:pt x="2464431" y="64769"/>
                  </a:lnTo>
                  <a:cubicBezTo>
                    <a:pt x="2464431" y="57784"/>
                    <a:pt x="2463161" y="52069"/>
                    <a:pt x="2460621" y="48894"/>
                  </a:cubicBezTo>
                  <a:cubicBezTo>
                    <a:pt x="2458081" y="45084"/>
                    <a:pt x="2454271" y="43814"/>
                    <a:pt x="2448556" y="43814"/>
                  </a:cubicBezTo>
                  <a:cubicBezTo>
                    <a:pt x="2446016" y="43814"/>
                    <a:pt x="2444111" y="43814"/>
                    <a:pt x="2442206" y="45084"/>
                  </a:cubicBezTo>
                  <a:cubicBezTo>
                    <a:pt x="2440301" y="45719"/>
                    <a:pt x="2438396" y="46989"/>
                    <a:pt x="2437126" y="48894"/>
                  </a:cubicBezTo>
                  <a:cubicBezTo>
                    <a:pt x="2435856" y="50799"/>
                    <a:pt x="2434586" y="52704"/>
                    <a:pt x="2433951" y="55244"/>
                  </a:cubicBezTo>
                  <a:cubicBezTo>
                    <a:pt x="2433316" y="57784"/>
                    <a:pt x="2432681" y="60324"/>
                    <a:pt x="2432681" y="63499"/>
                  </a:cubicBezTo>
                  <a:lnTo>
                    <a:pt x="2432681" y="109219"/>
                  </a:lnTo>
                  <a:lnTo>
                    <a:pt x="2417441" y="109219"/>
                  </a:lnTo>
                  <a:lnTo>
                    <a:pt x="2417441" y="8889"/>
                  </a:lnTo>
                  <a:close/>
                  <a:moveTo>
                    <a:pt x="1734181" y="634"/>
                  </a:moveTo>
                  <a:lnTo>
                    <a:pt x="1734181" y="38099"/>
                  </a:lnTo>
                  <a:cubicBezTo>
                    <a:pt x="1734181" y="38099"/>
                    <a:pt x="1736086" y="35559"/>
                    <a:pt x="1737991" y="34289"/>
                  </a:cubicBezTo>
                  <a:cubicBezTo>
                    <a:pt x="1739261" y="33019"/>
                    <a:pt x="1741166" y="32384"/>
                    <a:pt x="1742436" y="31114"/>
                  </a:cubicBezTo>
                  <a:cubicBezTo>
                    <a:pt x="1744341" y="30479"/>
                    <a:pt x="1746246" y="29844"/>
                    <a:pt x="1748151" y="29209"/>
                  </a:cubicBezTo>
                  <a:cubicBezTo>
                    <a:pt x="1750056" y="29209"/>
                    <a:pt x="1751961" y="29209"/>
                    <a:pt x="1753866" y="29209"/>
                  </a:cubicBezTo>
                  <a:cubicBezTo>
                    <a:pt x="1758311" y="29209"/>
                    <a:pt x="1762756" y="29844"/>
                    <a:pt x="1765931" y="31749"/>
                  </a:cubicBezTo>
                  <a:cubicBezTo>
                    <a:pt x="1769106" y="33019"/>
                    <a:pt x="1772281" y="35559"/>
                    <a:pt x="1774821" y="38099"/>
                  </a:cubicBezTo>
                  <a:cubicBezTo>
                    <a:pt x="1777361" y="41274"/>
                    <a:pt x="1778631" y="44449"/>
                    <a:pt x="1779901" y="49529"/>
                  </a:cubicBezTo>
                  <a:cubicBezTo>
                    <a:pt x="1781171" y="53974"/>
                    <a:pt x="1781806" y="59054"/>
                    <a:pt x="1781806" y="64134"/>
                  </a:cubicBezTo>
                  <a:lnTo>
                    <a:pt x="1781806" y="108584"/>
                  </a:lnTo>
                  <a:lnTo>
                    <a:pt x="1766566" y="108584"/>
                  </a:lnTo>
                  <a:lnTo>
                    <a:pt x="1765931" y="108584"/>
                  </a:lnTo>
                  <a:lnTo>
                    <a:pt x="1765931" y="64769"/>
                  </a:lnTo>
                  <a:cubicBezTo>
                    <a:pt x="1765931" y="57784"/>
                    <a:pt x="1764661" y="52069"/>
                    <a:pt x="1762121" y="48894"/>
                  </a:cubicBezTo>
                  <a:cubicBezTo>
                    <a:pt x="1759581" y="45084"/>
                    <a:pt x="1755771" y="43814"/>
                    <a:pt x="1750056" y="43814"/>
                  </a:cubicBezTo>
                  <a:cubicBezTo>
                    <a:pt x="1747516" y="43814"/>
                    <a:pt x="1745611" y="43814"/>
                    <a:pt x="1743706" y="45084"/>
                  </a:cubicBezTo>
                  <a:cubicBezTo>
                    <a:pt x="1741801" y="45719"/>
                    <a:pt x="1739896" y="46989"/>
                    <a:pt x="1738626" y="48894"/>
                  </a:cubicBezTo>
                  <a:cubicBezTo>
                    <a:pt x="1737356" y="50799"/>
                    <a:pt x="1736086" y="52704"/>
                    <a:pt x="1735451" y="55244"/>
                  </a:cubicBezTo>
                  <a:cubicBezTo>
                    <a:pt x="1734816" y="57784"/>
                    <a:pt x="1734181" y="60324"/>
                    <a:pt x="1734181" y="63499"/>
                  </a:cubicBezTo>
                  <a:lnTo>
                    <a:pt x="1734181" y="109219"/>
                  </a:lnTo>
                  <a:lnTo>
                    <a:pt x="1718941" y="109219"/>
                  </a:lnTo>
                  <a:lnTo>
                    <a:pt x="1718941" y="8889"/>
                  </a:lnTo>
                  <a:close/>
                  <a:moveTo>
                    <a:pt x="803275" y="634"/>
                  </a:moveTo>
                  <a:lnTo>
                    <a:pt x="803275" y="38099"/>
                  </a:lnTo>
                  <a:cubicBezTo>
                    <a:pt x="803275" y="38099"/>
                    <a:pt x="805180" y="35559"/>
                    <a:pt x="807085" y="34289"/>
                  </a:cubicBezTo>
                  <a:cubicBezTo>
                    <a:pt x="808355" y="33019"/>
                    <a:pt x="810260" y="32384"/>
                    <a:pt x="811530" y="31114"/>
                  </a:cubicBezTo>
                  <a:cubicBezTo>
                    <a:pt x="813435" y="30479"/>
                    <a:pt x="815340" y="29844"/>
                    <a:pt x="817245" y="29209"/>
                  </a:cubicBezTo>
                  <a:cubicBezTo>
                    <a:pt x="819150" y="29209"/>
                    <a:pt x="821055" y="29209"/>
                    <a:pt x="822960" y="29209"/>
                  </a:cubicBezTo>
                  <a:cubicBezTo>
                    <a:pt x="827405" y="29209"/>
                    <a:pt x="831850" y="29844"/>
                    <a:pt x="835025" y="31749"/>
                  </a:cubicBezTo>
                  <a:cubicBezTo>
                    <a:pt x="838200" y="33019"/>
                    <a:pt x="841375" y="35559"/>
                    <a:pt x="843915" y="38099"/>
                  </a:cubicBezTo>
                  <a:cubicBezTo>
                    <a:pt x="846455" y="41274"/>
                    <a:pt x="847725" y="44449"/>
                    <a:pt x="848995" y="49529"/>
                  </a:cubicBezTo>
                  <a:cubicBezTo>
                    <a:pt x="850265" y="53974"/>
                    <a:pt x="850900" y="59054"/>
                    <a:pt x="850900" y="64134"/>
                  </a:cubicBezTo>
                  <a:lnTo>
                    <a:pt x="850900" y="108584"/>
                  </a:lnTo>
                  <a:lnTo>
                    <a:pt x="835660" y="108584"/>
                  </a:lnTo>
                  <a:lnTo>
                    <a:pt x="835025" y="108584"/>
                  </a:lnTo>
                  <a:lnTo>
                    <a:pt x="835025" y="64769"/>
                  </a:lnTo>
                  <a:cubicBezTo>
                    <a:pt x="835025" y="57784"/>
                    <a:pt x="833755" y="52069"/>
                    <a:pt x="831215" y="48894"/>
                  </a:cubicBezTo>
                  <a:cubicBezTo>
                    <a:pt x="828675" y="45084"/>
                    <a:pt x="824865" y="43814"/>
                    <a:pt x="819150" y="43814"/>
                  </a:cubicBezTo>
                  <a:cubicBezTo>
                    <a:pt x="816610" y="43814"/>
                    <a:pt x="814705" y="43814"/>
                    <a:pt x="812800" y="45084"/>
                  </a:cubicBezTo>
                  <a:cubicBezTo>
                    <a:pt x="810895" y="45719"/>
                    <a:pt x="808990" y="46989"/>
                    <a:pt x="807720" y="48894"/>
                  </a:cubicBezTo>
                  <a:cubicBezTo>
                    <a:pt x="806450" y="50799"/>
                    <a:pt x="805180" y="52704"/>
                    <a:pt x="804545" y="55244"/>
                  </a:cubicBezTo>
                  <a:cubicBezTo>
                    <a:pt x="803910" y="57784"/>
                    <a:pt x="803275" y="60324"/>
                    <a:pt x="803275" y="63499"/>
                  </a:cubicBezTo>
                  <a:lnTo>
                    <a:pt x="803275" y="109219"/>
                  </a:lnTo>
                  <a:lnTo>
                    <a:pt x="788035" y="109219"/>
                  </a:lnTo>
                  <a:lnTo>
                    <a:pt x="788035" y="8889"/>
                  </a:lnTo>
                  <a:close/>
                  <a:moveTo>
                    <a:pt x="104774" y="634"/>
                  </a:moveTo>
                  <a:lnTo>
                    <a:pt x="104774" y="38099"/>
                  </a:lnTo>
                  <a:cubicBezTo>
                    <a:pt x="104774" y="38099"/>
                    <a:pt x="106679" y="35559"/>
                    <a:pt x="108584" y="34289"/>
                  </a:cubicBezTo>
                  <a:cubicBezTo>
                    <a:pt x="109854" y="33019"/>
                    <a:pt x="111759" y="32384"/>
                    <a:pt x="113029" y="31114"/>
                  </a:cubicBezTo>
                  <a:cubicBezTo>
                    <a:pt x="114934" y="30479"/>
                    <a:pt x="116839" y="29844"/>
                    <a:pt x="118744" y="29209"/>
                  </a:cubicBezTo>
                  <a:cubicBezTo>
                    <a:pt x="120649" y="29209"/>
                    <a:pt x="122554" y="29209"/>
                    <a:pt x="124459" y="29209"/>
                  </a:cubicBezTo>
                  <a:cubicBezTo>
                    <a:pt x="128904" y="29209"/>
                    <a:pt x="133349" y="29844"/>
                    <a:pt x="136524" y="31749"/>
                  </a:cubicBezTo>
                  <a:cubicBezTo>
                    <a:pt x="139699" y="33019"/>
                    <a:pt x="142874" y="35559"/>
                    <a:pt x="145414" y="38099"/>
                  </a:cubicBezTo>
                  <a:cubicBezTo>
                    <a:pt x="147954" y="41274"/>
                    <a:pt x="149224" y="44449"/>
                    <a:pt x="150494" y="49529"/>
                  </a:cubicBezTo>
                  <a:cubicBezTo>
                    <a:pt x="151764" y="53974"/>
                    <a:pt x="152399" y="59054"/>
                    <a:pt x="152399" y="64134"/>
                  </a:cubicBezTo>
                  <a:lnTo>
                    <a:pt x="152399" y="108584"/>
                  </a:lnTo>
                  <a:lnTo>
                    <a:pt x="137159" y="108584"/>
                  </a:lnTo>
                  <a:lnTo>
                    <a:pt x="136524" y="108584"/>
                  </a:lnTo>
                  <a:lnTo>
                    <a:pt x="136524" y="64769"/>
                  </a:lnTo>
                  <a:cubicBezTo>
                    <a:pt x="136524" y="57784"/>
                    <a:pt x="135254" y="52069"/>
                    <a:pt x="132714" y="48894"/>
                  </a:cubicBezTo>
                  <a:cubicBezTo>
                    <a:pt x="130174" y="45084"/>
                    <a:pt x="126364" y="43814"/>
                    <a:pt x="120649" y="43814"/>
                  </a:cubicBezTo>
                  <a:cubicBezTo>
                    <a:pt x="118109" y="43814"/>
                    <a:pt x="116204" y="43814"/>
                    <a:pt x="114299" y="45084"/>
                  </a:cubicBezTo>
                  <a:cubicBezTo>
                    <a:pt x="112394" y="45719"/>
                    <a:pt x="110489" y="46989"/>
                    <a:pt x="109219" y="48894"/>
                  </a:cubicBezTo>
                  <a:cubicBezTo>
                    <a:pt x="107949" y="50799"/>
                    <a:pt x="106679" y="52704"/>
                    <a:pt x="106044" y="55244"/>
                  </a:cubicBezTo>
                  <a:cubicBezTo>
                    <a:pt x="105409" y="57784"/>
                    <a:pt x="104774" y="60324"/>
                    <a:pt x="104774" y="63499"/>
                  </a:cubicBezTo>
                  <a:lnTo>
                    <a:pt x="104774" y="109219"/>
                  </a:lnTo>
                  <a:lnTo>
                    <a:pt x="89534" y="109219"/>
                  </a:lnTo>
                  <a:lnTo>
                    <a:pt x="89534" y="8889"/>
                  </a:lnTo>
                  <a:close/>
                  <a:moveTo>
                    <a:pt x="3894450" y="0"/>
                  </a:moveTo>
                  <a:lnTo>
                    <a:pt x="3894450" y="30480"/>
                  </a:lnTo>
                  <a:lnTo>
                    <a:pt x="3913500" y="30480"/>
                  </a:lnTo>
                  <a:lnTo>
                    <a:pt x="3913500" y="44450"/>
                  </a:lnTo>
                  <a:lnTo>
                    <a:pt x="3894450" y="44450"/>
                  </a:lnTo>
                  <a:lnTo>
                    <a:pt x="3894450" y="86995"/>
                  </a:lnTo>
                  <a:cubicBezTo>
                    <a:pt x="3894450" y="86995"/>
                    <a:pt x="3894450" y="90170"/>
                    <a:pt x="3894450" y="91440"/>
                  </a:cubicBezTo>
                  <a:cubicBezTo>
                    <a:pt x="3894450" y="92710"/>
                    <a:pt x="3895085" y="93345"/>
                    <a:pt x="3895720" y="94615"/>
                  </a:cubicBezTo>
                  <a:cubicBezTo>
                    <a:pt x="3896355" y="95250"/>
                    <a:pt x="3896990" y="95885"/>
                    <a:pt x="3898260" y="95885"/>
                  </a:cubicBezTo>
                  <a:cubicBezTo>
                    <a:pt x="3899530" y="95885"/>
                    <a:pt x="3900800" y="95885"/>
                    <a:pt x="3902070" y="95885"/>
                  </a:cubicBezTo>
                  <a:cubicBezTo>
                    <a:pt x="3903975" y="95885"/>
                    <a:pt x="3905880" y="95885"/>
                    <a:pt x="3908420" y="95250"/>
                  </a:cubicBezTo>
                  <a:cubicBezTo>
                    <a:pt x="3910325" y="94615"/>
                    <a:pt x="3912230" y="93980"/>
                    <a:pt x="3913500" y="93345"/>
                  </a:cubicBezTo>
                  <a:lnTo>
                    <a:pt x="3911595" y="106680"/>
                  </a:lnTo>
                  <a:cubicBezTo>
                    <a:pt x="3911595" y="106680"/>
                    <a:pt x="3907785" y="108585"/>
                    <a:pt x="3905245" y="109220"/>
                  </a:cubicBezTo>
                  <a:cubicBezTo>
                    <a:pt x="3902705" y="109855"/>
                    <a:pt x="3900165" y="110490"/>
                    <a:pt x="3896990" y="110490"/>
                  </a:cubicBezTo>
                  <a:cubicBezTo>
                    <a:pt x="3894450" y="110490"/>
                    <a:pt x="3891910" y="110490"/>
                    <a:pt x="3890005" y="109220"/>
                  </a:cubicBezTo>
                  <a:cubicBezTo>
                    <a:pt x="3888100" y="108585"/>
                    <a:pt x="3886195" y="107315"/>
                    <a:pt x="3884290" y="105410"/>
                  </a:cubicBezTo>
                  <a:cubicBezTo>
                    <a:pt x="3882385" y="103505"/>
                    <a:pt x="3881115" y="101600"/>
                    <a:pt x="3880480" y="99060"/>
                  </a:cubicBezTo>
                  <a:cubicBezTo>
                    <a:pt x="3879845" y="96520"/>
                    <a:pt x="3879210" y="93345"/>
                    <a:pt x="3879210" y="89535"/>
                  </a:cubicBezTo>
                  <a:lnTo>
                    <a:pt x="3879210" y="44450"/>
                  </a:lnTo>
                  <a:lnTo>
                    <a:pt x="3868415" y="44450"/>
                  </a:lnTo>
                  <a:lnTo>
                    <a:pt x="3868415" y="30480"/>
                  </a:lnTo>
                  <a:lnTo>
                    <a:pt x="3879210" y="30480"/>
                  </a:lnTo>
                  <a:lnTo>
                    <a:pt x="3879210" y="8255"/>
                  </a:lnTo>
                  <a:close/>
                  <a:moveTo>
                    <a:pt x="3664581" y="0"/>
                  </a:moveTo>
                  <a:lnTo>
                    <a:pt x="3664581" y="30480"/>
                  </a:lnTo>
                  <a:lnTo>
                    <a:pt x="3683631" y="30480"/>
                  </a:lnTo>
                  <a:lnTo>
                    <a:pt x="3683631" y="44450"/>
                  </a:lnTo>
                  <a:lnTo>
                    <a:pt x="3664581" y="44450"/>
                  </a:lnTo>
                  <a:lnTo>
                    <a:pt x="3664581" y="86995"/>
                  </a:lnTo>
                  <a:cubicBezTo>
                    <a:pt x="3664581" y="86995"/>
                    <a:pt x="3664581" y="90170"/>
                    <a:pt x="3664581" y="91440"/>
                  </a:cubicBezTo>
                  <a:cubicBezTo>
                    <a:pt x="3664581" y="92710"/>
                    <a:pt x="3665216" y="93345"/>
                    <a:pt x="3665851" y="94615"/>
                  </a:cubicBezTo>
                  <a:cubicBezTo>
                    <a:pt x="3666486" y="95250"/>
                    <a:pt x="3667121" y="95885"/>
                    <a:pt x="3668391" y="95885"/>
                  </a:cubicBezTo>
                  <a:cubicBezTo>
                    <a:pt x="3669661" y="95885"/>
                    <a:pt x="3670931" y="95885"/>
                    <a:pt x="3672201" y="95885"/>
                  </a:cubicBezTo>
                  <a:cubicBezTo>
                    <a:pt x="3674106" y="95885"/>
                    <a:pt x="3676011" y="95885"/>
                    <a:pt x="3678551" y="95250"/>
                  </a:cubicBezTo>
                  <a:cubicBezTo>
                    <a:pt x="3680456" y="94615"/>
                    <a:pt x="3682361" y="93980"/>
                    <a:pt x="3683631" y="93345"/>
                  </a:cubicBezTo>
                  <a:lnTo>
                    <a:pt x="3681726" y="106680"/>
                  </a:lnTo>
                  <a:cubicBezTo>
                    <a:pt x="3681726" y="106680"/>
                    <a:pt x="3677916" y="108585"/>
                    <a:pt x="3675376" y="109220"/>
                  </a:cubicBezTo>
                  <a:cubicBezTo>
                    <a:pt x="3672836" y="109855"/>
                    <a:pt x="3670296" y="110490"/>
                    <a:pt x="3667121" y="110490"/>
                  </a:cubicBezTo>
                  <a:cubicBezTo>
                    <a:pt x="3664581" y="110490"/>
                    <a:pt x="3662041" y="110490"/>
                    <a:pt x="3660136" y="109220"/>
                  </a:cubicBezTo>
                  <a:cubicBezTo>
                    <a:pt x="3658231" y="108585"/>
                    <a:pt x="3656326" y="107315"/>
                    <a:pt x="3654421" y="105410"/>
                  </a:cubicBezTo>
                  <a:cubicBezTo>
                    <a:pt x="3652516" y="103505"/>
                    <a:pt x="3651246" y="101600"/>
                    <a:pt x="3650611" y="99060"/>
                  </a:cubicBezTo>
                  <a:cubicBezTo>
                    <a:pt x="3649976" y="96520"/>
                    <a:pt x="3649341" y="93345"/>
                    <a:pt x="3649341" y="89535"/>
                  </a:cubicBezTo>
                  <a:lnTo>
                    <a:pt x="3649341" y="44450"/>
                  </a:lnTo>
                  <a:lnTo>
                    <a:pt x="3638546" y="44450"/>
                  </a:lnTo>
                  <a:lnTo>
                    <a:pt x="3638546" y="30480"/>
                  </a:lnTo>
                  <a:lnTo>
                    <a:pt x="3649341" y="30480"/>
                  </a:lnTo>
                  <a:lnTo>
                    <a:pt x="3649341" y="8255"/>
                  </a:lnTo>
                  <a:close/>
                  <a:moveTo>
                    <a:pt x="3610605" y="0"/>
                  </a:moveTo>
                  <a:lnTo>
                    <a:pt x="3610605" y="30480"/>
                  </a:lnTo>
                  <a:lnTo>
                    <a:pt x="3629655" y="30480"/>
                  </a:lnTo>
                  <a:lnTo>
                    <a:pt x="3629655" y="44450"/>
                  </a:lnTo>
                  <a:lnTo>
                    <a:pt x="3610605" y="44450"/>
                  </a:lnTo>
                  <a:lnTo>
                    <a:pt x="3610605" y="86995"/>
                  </a:lnTo>
                  <a:cubicBezTo>
                    <a:pt x="3610605" y="86995"/>
                    <a:pt x="3610605" y="90170"/>
                    <a:pt x="3610605" y="91440"/>
                  </a:cubicBezTo>
                  <a:cubicBezTo>
                    <a:pt x="3610605" y="92710"/>
                    <a:pt x="3611240" y="93345"/>
                    <a:pt x="3611875" y="94615"/>
                  </a:cubicBezTo>
                  <a:cubicBezTo>
                    <a:pt x="3612510" y="95250"/>
                    <a:pt x="3613145" y="95885"/>
                    <a:pt x="3614415" y="95885"/>
                  </a:cubicBezTo>
                  <a:cubicBezTo>
                    <a:pt x="3615685" y="95885"/>
                    <a:pt x="3616955" y="95885"/>
                    <a:pt x="3618225" y="95885"/>
                  </a:cubicBezTo>
                  <a:cubicBezTo>
                    <a:pt x="3620130" y="95885"/>
                    <a:pt x="3622035" y="95885"/>
                    <a:pt x="3624575" y="95250"/>
                  </a:cubicBezTo>
                  <a:cubicBezTo>
                    <a:pt x="3626480" y="94615"/>
                    <a:pt x="3628385" y="93980"/>
                    <a:pt x="3629655" y="93345"/>
                  </a:cubicBezTo>
                  <a:lnTo>
                    <a:pt x="3627750" y="106680"/>
                  </a:lnTo>
                  <a:cubicBezTo>
                    <a:pt x="3627750" y="106680"/>
                    <a:pt x="3623940" y="108585"/>
                    <a:pt x="3621400" y="109220"/>
                  </a:cubicBezTo>
                  <a:cubicBezTo>
                    <a:pt x="3618860" y="109855"/>
                    <a:pt x="3616320" y="110490"/>
                    <a:pt x="3613145" y="110490"/>
                  </a:cubicBezTo>
                  <a:cubicBezTo>
                    <a:pt x="3610605" y="110490"/>
                    <a:pt x="3608065" y="110490"/>
                    <a:pt x="3606160" y="109220"/>
                  </a:cubicBezTo>
                  <a:cubicBezTo>
                    <a:pt x="3604255" y="108585"/>
                    <a:pt x="3602350" y="107315"/>
                    <a:pt x="3600445" y="105410"/>
                  </a:cubicBezTo>
                  <a:cubicBezTo>
                    <a:pt x="3598540" y="103505"/>
                    <a:pt x="3597270" y="101600"/>
                    <a:pt x="3596635" y="99060"/>
                  </a:cubicBezTo>
                  <a:cubicBezTo>
                    <a:pt x="3596000" y="96520"/>
                    <a:pt x="3595365" y="93345"/>
                    <a:pt x="3595365" y="89535"/>
                  </a:cubicBezTo>
                  <a:lnTo>
                    <a:pt x="3595365" y="44450"/>
                  </a:lnTo>
                  <a:lnTo>
                    <a:pt x="3584570" y="44450"/>
                  </a:lnTo>
                  <a:lnTo>
                    <a:pt x="3584570" y="30480"/>
                  </a:lnTo>
                  <a:lnTo>
                    <a:pt x="3595365" y="30480"/>
                  </a:lnTo>
                  <a:lnTo>
                    <a:pt x="3595365" y="8255"/>
                  </a:lnTo>
                  <a:close/>
                  <a:moveTo>
                    <a:pt x="3445505" y="0"/>
                  </a:moveTo>
                  <a:lnTo>
                    <a:pt x="3445505" y="37465"/>
                  </a:lnTo>
                  <a:cubicBezTo>
                    <a:pt x="3445505" y="37465"/>
                    <a:pt x="3448680" y="34925"/>
                    <a:pt x="3449950" y="33655"/>
                  </a:cubicBezTo>
                  <a:cubicBezTo>
                    <a:pt x="3451220" y="33020"/>
                    <a:pt x="3452490" y="31750"/>
                    <a:pt x="3453760" y="31115"/>
                  </a:cubicBezTo>
                  <a:cubicBezTo>
                    <a:pt x="3455030" y="30480"/>
                    <a:pt x="3456935" y="29845"/>
                    <a:pt x="3458840" y="29210"/>
                  </a:cubicBezTo>
                  <a:cubicBezTo>
                    <a:pt x="3460745" y="29210"/>
                    <a:pt x="3463285" y="28575"/>
                    <a:pt x="3465825" y="28575"/>
                  </a:cubicBezTo>
                  <a:cubicBezTo>
                    <a:pt x="3470270" y="28575"/>
                    <a:pt x="3474080" y="29210"/>
                    <a:pt x="3477890" y="31115"/>
                  </a:cubicBezTo>
                  <a:cubicBezTo>
                    <a:pt x="3481700" y="32385"/>
                    <a:pt x="3484875" y="34925"/>
                    <a:pt x="3487415" y="38735"/>
                  </a:cubicBezTo>
                  <a:cubicBezTo>
                    <a:pt x="3489955" y="41910"/>
                    <a:pt x="3492495" y="46355"/>
                    <a:pt x="3493765" y="51435"/>
                  </a:cubicBezTo>
                  <a:cubicBezTo>
                    <a:pt x="3495035" y="56515"/>
                    <a:pt x="3496305" y="62865"/>
                    <a:pt x="3496305" y="70485"/>
                  </a:cubicBezTo>
                  <a:lnTo>
                    <a:pt x="3495670" y="71120"/>
                  </a:lnTo>
                  <a:cubicBezTo>
                    <a:pt x="3495670" y="77470"/>
                    <a:pt x="3495035" y="83820"/>
                    <a:pt x="3493130" y="88265"/>
                  </a:cubicBezTo>
                  <a:cubicBezTo>
                    <a:pt x="3491225" y="93345"/>
                    <a:pt x="3489320" y="97155"/>
                    <a:pt x="3486145" y="100330"/>
                  </a:cubicBezTo>
                  <a:cubicBezTo>
                    <a:pt x="3483605" y="103505"/>
                    <a:pt x="3479795" y="106045"/>
                    <a:pt x="3476620" y="107315"/>
                  </a:cubicBezTo>
                  <a:cubicBezTo>
                    <a:pt x="3472810" y="109220"/>
                    <a:pt x="3469000" y="109855"/>
                    <a:pt x="3465190" y="109855"/>
                  </a:cubicBezTo>
                  <a:cubicBezTo>
                    <a:pt x="3461380" y="109855"/>
                    <a:pt x="3457570" y="109220"/>
                    <a:pt x="3454395" y="107315"/>
                  </a:cubicBezTo>
                  <a:cubicBezTo>
                    <a:pt x="3450585" y="105410"/>
                    <a:pt x="3448045" y="103505"/>
                    <a:pt x="3445505" y="100965"/>
                  </a:cubicBezTo>
                  <a:lnTo>
                    <a:pt x="3445505" y="107950"/>
                  </a:lnTo>
                  <a:lnTo>
                    <a:pt x="3430265" y="107950"/>
                  </a:lnTo>
                  <a:lnTo>
                    <a:pt x="3430265" y="7620"/>
                  </a:lnTo>
                  <a:close/>
                  <a:moveTo>
                    <a:pt x="2380611" y="0"/>
                  </a:moveTo>
                  <a:lnTo>
                    <a:pt x="2380611" y="30480"/>
                  </a:lnTo>
                  <a:lnTo>
                    <a:pt x="2399661" y="30480"/>
                  </a:lnTo>
                  <a:lnTo>
                    <a:pt x="2399661" y="44450"/>
                  </a:lnTo>
                  <a:lnTo>
                    <a:pt x="2380611" y="44450"/>
                  </a:lnTo>
                  <a:lnTo>
                    <a:pt x="2380611" y="86995"/>
                  </a:lnTo>
                  <a:cubicBezTo>
                    <a:pt x="2380611" y="86995"/>
                    <a:pt x="2380611" y="90170"/>
                    <a:pt x="2380611" y="91440"/>
                  </a:cubicBezTo>
                  <a:cubicBezTo>
                    <a:pt x="2380611" y="92710"/>
                    <a:pt x="2381246" y="93345"/>
                    <a:pt x="2381881" y="94615"/>
                  </a:cubicBezTo>
                  <a:cubicBezTo>
                    <a:pt x="2382516" y="95250"/>
                    <a:pt x="2383151" y="95885"/>
                    <a:pt x="2384421" y="95885"/>
                  </a:cubicBezTo>
                  <a:cubicBezTo>
                    <a:pt x="2385691" y="95885"/>
                    <a:pt x="2386961" y="95885"/>
                    <a:pt x="2388231" y="95885"/>
                  </a:cubicBezTo>
                  <a:cubicBezTo>
                    <a:pt x="2390136" y="95885"/>
                    <a:pt x="2392041" y="95885"/>
                    <a:pt x="2394581" y="95250"/>
                  </a:cubicBezTo>
                  <a:cubicBezTo>
                    <a:pt x="2396486" y="94615"/>
                    <a:pt x="2398391" y="93980"/>
                    <a:pt x="2399661" y="93345"/>
                  </a:cubicBezTo>
                  <a:lnTo>
                    <a:pt x="2397756" y="106680"/>
                  </a:lnTo>
                  <a:cubicBezTo>
                    <a:pt x="2397756" y="106680"/>
                    <a:pt x="2393946" y="108585"/>
                    <a:pt x="2391406" y="109220"/>
                  </a:cubicBezTo>
                  <a:cubicBezTo>
                    <a:pt x="2388866" y="109855"/>
                    <a:pt x="2386326" y="110490"/>
                    <a:pt x="2383151" y="110490"/>
                  </a:cubicBezTo>
                  <a:cubicBezTo>
                    <a:pt x="2380611" y="110490"/>
                    <a:pt x="2378071" y="110490"/>
                    <a:pt x="2376166" y="109220"/>
                  </a:cubicBezTo>
                  <a:cubicBezTo>
                    <a:pt x="2374261" y="108585"/>
                    <a:pt x="2372356" y="107315"/>
                    <a:pt x="2370451" y="105410"/>
                  </a:cubicBezTo>
                  <a:cubicBezTo>
                    <a:pt x="2368546" y="103505"/>
                    <a:pt x="2367276" y="101600"/>
                    <a:pt x="2366641" y="99060"/>
                  </a:cubicBezTo>
                  <a:cubicBezTo>
                    <a:pt x="2366006" y="96520"/>
                    <a:pt x="2365371" y="93345"/>
                    <a:pt x="2365371" y="89535"/>
                  </a:cubicBezTo>
                  <a:lnTo>
                    <a:pt x="2365371" y="44450"/>
                  </a:lnTo>
                  <a:lnTo>
                    <a:pt x="2354576" y="44450"/>
                  </a:lnTo>
                  <a:lnTo>
                    <a:pt x="2354576" y="30480"/>
                  </a:lnTo>
                  <a:lnTo>
                    <a:pt x="2365371" y="30480"/>
                  </a:lnTo>
                  <a:lnTo>
                    <a:pt x="2365371" y="8255"/>
                  </a:lnTo>
                  <a:close/>
                  <a:moveTo>
                    <a:pt x="2150741" y="0"/>
                  </a:moveTo>
                  <a:lnTo>
                    <a:pt x="2150741" y="30480"/>
                  </a:lnTo>
                  <a:lnTo>
                    <a:pt x="2169791" y="30480"/>
                  </a:lnTo>
                  <a:lnTo>
                    <a:pt x="2169791" y="44450"/>
                  </a:lnTo>
                  <a:lnTo>
                    <a:pt x="2150741" y="44450"/>
                  </a:lnTo>
                  <a:lnTo>
                    <a:pt x="2150741" y="86995"/>
                  </a:lnTo>
                  <a:cubicBezTo>
                    <a:pt x="2150741" y="86995"/>
                    <a:pt x="2150741" y="90170"/>
                    <a:pt x="2150741" y="91440"/>
                  </a:cubicBezTo>
                  <a:cubicBezTo>
                    <a:pt x="2150741" y="92710"/>
                    <a:pt x="2151376" y="93345"/>
                    <a:pt x="2152011" y="94615"/>
                  </a:cubicBezTo>
                  <a:cubicBezTo>
                    <a:pt x="2152646" y="95250"/>
                    <a:pt x="2153281" y="95885"/>
                    <a:pt x="2154551" y="95885"/>
                  </a:cubicBezTo>
                  <a:cubicBezTo>
                    <a:pt x="2155821" y="95885"/>
                    <a:pt x="2157091" y="95885"/>
                    <a:pt x="2158361" y="95885"/>
                  </a:cubicBezTo>
                  <a:cubicBezTo>
                    <a:pt x="2160266" y="95885"/>
                    <a:pt x="2162171" y="95885"/>
                    <a:pt x="2164711" y="95250"/>
                  </a:cubicBezTo>
                  <a:cubicBezTo>
                    <a:pt x="2166616" y="94615"/>
                    <a:pt x="2168521" y="93980"/>
                    <a:pt x="2169791" y="93345"/>
                  </a:cubicBezTo>
                  <a:lnTo>
                    <a:pt x="2167886" y="106680"/>
                  </a:lnTo>
                  <a:cubicBezTo>
                    <a:pt x="2167886" y="106680"/>
                    <a:pt x="2164076" y="108585"/>
                    <a:pt x="2161536" y="109220"/>
                  </a:cubicBezTo>
                  <a:cubicBezTo>
                    <a:pt x="2158996" y="109855"/>
                    <a:pt x="2156456" y="110490"/>
                    <a:pt x="2153281" y="110490"/>
                  </a:cubicBezTo>
                  <a:cubicBezTo>
                    <a:pt x="2150741" y="110490"/>
                    <a:pt x="2148201" y="110490"/>
                    <a:pt x="2146296" y="109220"/>
                  </a:cubicBezTo>
                  <a:cubicBezTo>
                    <a:pt x="2144391" y="108585"/>
                    <a:pt x="2142486" y="107315"/>
                    <a:pt x="2140581" y="105410"/>
                  </a:cubicBezTo>
                  <a:cubicBezTo>
                    <a:pt x="2138676" y="103505"/>
                    <a:pt x="2137406" y="101600"/>
                    <a:pt x="2136771" y="99060"/>
                  </a:cubicBezTo>
                  <a:cubicBezTo>
                    <a:pt x="2136136" y="96520"/>
                    <a:pt x="2135501" y="93345"/>
                    <a:pt x="2135501" y="89535"/>
                  </a:cubicBezTo>
                  <a:lnTo>
                    <a:pt x="2135501" y="44450"/>
                  </a:lnTo>
                  <a:lnTo>
                    <a:pt x="2124706" y="44450"/>
                  </a:lnTo>
                  <a:lnTo>
                    <a:pt x="2124706" y="30480"/>
                  </a:lnTo>
                  <a:lnTo>
                    <a:pt x="2135501" y="30480"/>
                  </a:lnTo>
                  <a:lnTo>
                    <a:pt x="2135501" y="8255"/>
                  </a:lnTo>
                  <a:close/>
                  <a:moveTo>
                    <a:pt x="2096131" y="0"/>
                  </a:moveTo>
                  <a:lnTo>
                    <a:pt x="2096131" y="30480"/>
                  </a:lnTo>
                  <a:lnTo>
                    <a:pt x="2115181" y="30480"/>
                  </a:lnTo>
                  <a:lnTo>
                    <a:pt x="2115181" y="44450"/>
                  </a:lnTo>
                  <a:lnTo>
                    <a:pt x="2096131" y="44450"/>
                  </a:lnTo>
                  <a:lnTo>
                    <a:pt x="2096131" y="86995"/>
                  </a:lnTo>
                  <a:cubicBezTo>
                    <a:pt x="2096131" y="86995"/>
                    <a:pt x="2096131" y="90170"/>
                    <a:pt x="2096131" y="91440"/>
                  </a:cubicBezTo>
                  <a:cubicBezTo>
                    <a:pt x="2096131" y="92710"/>
                    <a:pt x="2096766" y="93345"/>
                    <a:pt x="2097401" y="94615"/>
                  </a:cubicBezTo>
                  <a:cubicBezTo>
                    <a:pt x="2098036" y="95250"/>
                    <a:pt x="2098671" y="95885"/>
                    <a:pt x="2099941" y="95885"/>
                  </a:cubicBezTo>
                  <a:cubicBezTo>
                    <a:pt x="2101211" y="95885"/>
                    <a:pt x="2102481" y="95885"/>
                    <a:pt x="2103751" y="95885"/>
                  </a:cubicBezTo>
                  <a:cubicBezTo>
                    <a:pt x="2105656" y="95885"/>
                    <a:pt x="2107561" y="95885"/>
                    <a:pt x="2110101" y="95250"/>
                  </a:cubicBezTo>
                  <a:cubicBezTo>
                    <a:pt x="2112006" y="94615"/>
                    <a:pt x="2113911" y="93980"/>
                    <a:pt x="2115181" y="93345"/>
                  </a:cubicBezTo>
                  <a:lnTo>
                    <a:pt x="2113276" y="106680"/>
                  </a:lnTo>
                  <a:cubicBezTo>
                    <a:pt x="2113276" y="106680"/>
                    <a:pt x="2109466" y="108585"/>
                    <a:pt x="2106926" y="109220"/>
                  </a:cubicBezTo>
                  <a:cubicBezTo>
                    <a:pt x="2104386" y="109855"/>
                    <a:pt x="2101846" y="110490"/>
                    <a:pt x="2098671" y="110490"/>
                  </a:cubicBezTo>
                  <a:cubicBezTo>
                    <a:pt x="2096131" y="110490"/>
                    <a:pt x="2093591" y="110490"/>
                    <a:pt x="2091686" y="109220"/>
                  </a:cubicBezTo>
                  <a:cubicBezTo>
                    <a:pt x="2089781" y="108585"/>
                    <a:pt x="2087876" y="107315"/>
                    <a:pt x="2085971" y="105410"/>
                  </a:cubicBezTo>
                  <a:cubicBezTo>
                    <a:pt x="2084066" y="103505"/>
                    <a:pt x="2082796" y="101600"/>
                    <a:pt x="2082161" y="99060"/>
                  </a:cubicBezTo>
                  <a:cubicBezTo>
                    <a:pt x="2081526" y="96520"/>
                    <a:pt x="2080891" y="93345"/>
                    <a:pt x="2080891" y="89535"/>
                  </a:cubicBezTo>
                  <a:lnTo>
                    <a:pt x="2080891" y="44450"/>
                  </a:lnTo>
                  <a:lnTo>
                    <a:pt x="2070096" y="44450"/>
                  </a:lnTo>
                  <a:lnTo>
                    <a:pt x="2070096" y="30480"/>
                  </a:lnTo>
                  <a:lnTo>
                    <a:pt x="2080891" y="30480"/>
                  </a:lnTo>
                  <a:lnTo>
                    <a:pt x="2080891" y="8255"/>
                  </a:lnTo>
                  <a:close/>
                  <a:moveTo>
                    <a:pt x="1931665" y="0"/>
                  </a:moveTo>
                  <a:lnTo>
                    <a:pt x="1931665" y="37465"/>
                  </a:lnTo>
                  <a:cubicBezTo>
                    <a:pt x="1931665" y="37465"/>
                    <a:pt x="1934840" y="34925"/>
                    <a:pt x="1936110" y="33655"/>
                  </a:cubicBezTo>
                  <a:cubicBezTo>
                    <a:pt x="1937380" y="33020"/>
                    <a:pt x="1938650" y="31750"/>
                    <a:pt x="1939920" y="31115"/>
                  </a:cubicBezTo>
                  <a:cubicBezTo>
                    <a:pt x="1941190" y="30480"/>
                    <a:pt x="1943095" y="29845"/>
                    <a:pt x="1945000" y="29210"/>
                  </a:cubicBezTo>
                  <a:cubicBezTo>
                    <a:pt x="1946905" y="29210"/>
                    <a:pt x="1949445" y="28575"/>
                    <a:pt x="1951985" y="28575"/>
                  </a:cubicBezTo>
                  <a:cubicBezTo>
                    <a:pt x="1956430" y="28575"/>
                    <a:pt x="1960240" y="29210"/>
                    <a:pt x="1964050" y="31115"/>
                  </a:cubicBezTo>
                  <a:cubicBezTo>
                    <a:pt x="1967860" y="32385"/>
                    <a:pt x="1971035" y="34925"/>
                    <a:pt x="1973575" y="38735"/>
                  </a:cubicBezTo>
                  <a:cubicBezTo>
                    <a:pt x="1976115" y="41910"/>
                    <a:pt x="1978655" y="46355"/>
                    <a:pt x="1979925" y="51435"/>
                  </a:cubicBezTo>
                  <a:cubicBezTo>
                    <a:pt x="1981195" y="56515"/>
                    <a:pt x="1982465" y="62865"/>
                    <a:pt x="1982465" y="70485"/>
                  </a:cubicBezTo>
                  <a:lnTo>
                    <a:pt x="1981830" y="71120"/>
                  </a:lnTo>
                  <a:cubicBezTo>
                    <a:pt x="1981830" y="77470"/>
                    <a:pt x="1981195" y="83820"/>
                    <a:pt x="1979290" y="88265"/>
                  </a:cubicBezTo>
                  <a:cubicBezTo>
                    <a:pt x="1977385" y="93345"/>
                    <a:pt x="1975480" y="97155"/>
                    <a:pt x="1972305" y="100330"/>
                  </a:cubicBezTo>
                  <a:cubicBezTo>
                    <a:pt x="1969765" y="103505"/>
                    <a:pt x="1965955" y="106045"/>
                    <a:pt x="1962780" y="107315"/>
                  </a:cubicBezTo>
                  <a:cubicBezTo>
                    <a:pt x="1958970" y="109220"/>
                    <a:pt x="1955160" y="109855"/>
                    <a:pt x="1951350" y="109855"/>
                  </a:cubicBezTo>
                  <a:cubicBezTo>
                    <a:pt x="1947540" y="109855"/>
                    <a:pt x="1943730" y="109220"/>
                    <a:pt x="1940555" y="107315"/>
                  </a:cubicBezTo>
                  <a:cubicBezTo>
                    <a:pt x="1936745" y="105410"/>
                    <a:pt x="1934205" y="103505"/>
                    <a:pt x="1931665" y="100965"/>
                  </a:cubicBezTo>
                  <a:lnTo>
                    <a:pt x="1931665" y="107950"/>
                  </a:lnTo>
                  <a:lnTo>
                    <a:pt x="1916425" y="107950"/>
                  </a:lnTo>
                  <a:lnTo>
                    <a:pt x="1916425" y="7620"/>
                  </a:lnTo>
                  <a:close/>
                  <a:moveTo>
                    <a:pt x="1316991" y="0"/>
                  </a:moveTo>
                  <a:lnTo>
                    <a:pt x="1316991" y="30480"/>
                  </a:lnTo>
                  <a:lnTo>
                    <a:pt x="1336041" y="30480"/>
                  </a:lnTo>
                  <a:lnTo>
                    <a:pt x="1336041" y="44450"/>
                  </a:lnTo>
                  <a:lnTo>
                    <a:pt x="1316991" y="44450"/>
                  </a:lnTo>
                  <a:lnTo>
                    <a:pt x="1316991" y="86995"/>
                  </a:lnTo>
                  <a:cubicBezTo>
                    <a:pt x="1316991" y="86995"/>
                    <a:pt x="1316991" y="90170"/>
                    <a:pt x="1316991" y="91440"/>
                  </a:cubicBezTo>
                  <a:cubicBezTo>
                    <a:pt x="1316991" y="92710"/>
                    <a:pt x="1317627" y="93345"/>
                    <a:pt x="1318261" y="94615"/>
                  </a:cubicBezTo>
                  <a:cubicBezTo>
                    <a:pt x="1318896" y="95250"/>
                    <a:pt x="1319531" y="95885"/>
                    <a:pt x="1320801" y="95885"/>
                  </a:cubicBezTo>
                  <a:cubicBezTo>
                    <a:pt x="1322072" y="95885"/>
                    <a:pt x="1323341" y="95885"/>
                    <a:pt x="1324611" y="95885"/>
                  </a:cubicBezTo>
                  <a:cubicBezTo>
                    <a:pt x="1326516" y="95885"/>
                    <a:pt x="1328422" y="95885"/>
                    <a:pt x="1330961" y="95250"/>
                  </a:cubicBezTo>
                  <a:cubicBezTo>
                    <a:pt x="1332867" y="94615"/>
                    <a:pt x="1334772" y="93980"/>
                    <a:pt x="1336041" y="93345"/>
                  </a:cubicBezTo>
                  <a:lnTo>
                    <a:pt x="1334136" y="106680"/>
                  </a:lnTo>
                  <a:cubicBezTo>
                    <a:pt x="1334136" y="106680"/>
                    <a:pt x="1330326" y="108585"/>
                    <a:pt x="1327786" y="109220"/>
                  </a:cubicBezTo>
                  <a:cubicBezTo>
                    <a:pt x="1325246" y="109855"/>
                    <a:pt x="1322706" y="110490"/>
                    <a:pt x="1319531" y="110490"/>
                  </a:cubicBezTo>
                  <a:cubicBezTo>
                    <a:pt x="1316991" y="110490"/>
                    <a:pt x="1314451" y="110490"/>
                    <a:pt x="1312546" y="109220"/>
                  </a:cubicBezTo>
                  <a:cubicBezTo>
                    <a:pt x="1310641" y="108585"/>
                    <a:pt x="1308736" y="107315"/>
                    <a:pt x="1306831" y="105410"/>
                  </a:cubicBezTo>
                  <a:cubicBezTo>
                    <a:pt x="1304926" y="103505"/>
                    <a:pt x="1303656" y="101600"/>
                    <a:pt x="1303021" y="99060"/>
                  </a:cubicBezTo>
                  <a:cubicBezTo>
                    <a:pt x="1302386" y="96520"/>
                    <a:pt x="1301751" y="93345"/>
                    <a:pt x="1301751" y="89535"/>
                  </a:cubicBezTo>
                  <a:lnTo>
                    <a:pt x="1301751" y="44450"/>
                  </a:lnTo>
                  <a:lnTo>
                    <a:pt x="1290956" y="44450"/>
                  </a:lnTo>
                  <a:lnTo>
                    <a:pt x="1290956" y="30480"/>
                  </a:lnTo>
                  <a:lnTo>
                    <a:pt x="1301751" y="30480"/>
                  </a:lnTo>
                  <a:lnTo>
                    <a:pt x="1301751" y="8255"/>
                  </a:lnTo>
                  <a:close/>
                  <a:moveTo>
                    <a:pt x="751206" y="0"/>
                  </a:moveTo>
                  <a:lnTo>
                    <a:pt x="751206" y="30480"/>
                  </a:lnTo>
                  <a:lnTo>
                    <a:pt x="770256" y="30480"/>
                  </a:lnTo>
                  <a:lnTo>
                    <a:pt x="770256" y="44450"/>
                  </a:lnTo>
                  <a:lnTo>
                    <a:pt x="751206" y="44450"/>
                  </a:lnTo>
                  <a:lnTo>
                    <a:pt x="751206" y="86995"/>
                  </a:lnTo>
                  <a:cubicBezTo>
                    <a:pt x="751206" y="86995"/>
                    <a:pt x="751206" y="90170"/>
                    <a:pt x="751206" y="91440"/>
                  </a:cubicBezTo>
                  <a:cubicBezTo>
                    <a:pt x="751206" y="92710"/>
                    <a:pt x="751841" y="93345"/>
                    <a:pt x="752476" y="94615"/>
                  </a:cubicBezTo>
                  <a:cubicBezTo>
                    <a:pt x="753111" y="95250"/>
                    <a:pt x="753746" y="95885"/>
                    <a:pt x="755016" y="95885"/>
                  </a:cubicBezTo>
                  <a:cubicBezTo>
                    <a:pt x="756286" y="95885"/>
                    <a:pt x="757556" y="95885"/>
                    <a:pt x="758826" y="95885"/>
                  </a:cubicBezTo>
                  <a:cubicBezTo>
                    <a:pt x="760731" y="95885"/>
                    <a:pt x="762636" y="95885"/>
                    <a:pt x="765176" y="95250"/>
                  </a:cubicBezTo>
                  <a:cubicBezTo>
                    <a:pt x="767081" y="94615"/>
                    <a:pt x="768986" y="93980"/>
                    <a:pt x="770256" y="93345"/>
                  </a:cubicBezTo>
                  <a:lnTo>
                    <a:pt x="768351" y="106680"/>
                  </a:lnTo>
                  <a:cubicBezTo>
                    <a:pt x="768351" y="106680"/>
                    <a:pt x="764541" y="108585"/>
                    <a:pt x="762001" y="109220"/>
                  </a:cubicBezTo>
                  <a:cubicBezTo>
                    <a:pt x="759461" y="109855"/>
                    <a:pt x="756921" y="110490"/>
                    <a:pt x="753746" y="110490"/>
                  </a:cubicBezTo>
                  <a:cubicBezTo>
                    <a:pt x="751206" y="110490"/>
                    <a:pt x="748666" y="110490"/>
                    <a:pt x="746761" y="109220"/>
                  </a:cubicBezTo>
                  <a:cubicBezTo>
                    <a:pt x="744856" y="108585"/>
                    <a:pt x="742951" y="107315"/>
                    <a:pt x="741045" y="105410"/>
                  </a:cubicBezTo>
                  <a:cubicBezTo>
                    <a:pt x="739141" y="103505"/>
                    <a:pt x="737871" y="101600"/>
                    <a:pt x="737236" y="99060"/>
                  </a:cubicBezTo>
                  <a:cubicBezTo>
                    <a:pt x="736600" y="96520"/>
                    <a:pt x="735966" y="93345"/>
                    <a:pt x="735966" y="89535"/>
                  </a:cubicBezTo>
                  <a:lnTo>
                    <a:pt x="735966" y="44450"/>
                  </a:lnTo>
                  <a:lnTo>
                    <a:pt x="725171" y="44450"/>
                  </a:lnTo>
                  <a:lnTo>
                    <a:pt x="725171" y="30480"/>
                  </a:lnTo>
                  <a:lnTo>
                    <a:pt x="735966" y="30480"/>
                  </a:lnTo>
                  <a:lnTo>
                    <a:pt x="735966" y="8255"/>
                  </a:lnTo>
                  <a:close/>
                  <a:moveTo>
                    <a:pt x="521335" y="0"/>
                  </a:moveTo>
                  <a:lnTo>
                    <a:pt x="521335" y="30480"/>
                  </a:lnTo>
                  <a:lnTo>
                    <a:pt x="540385" y="30480"/>
                  </a:lnTo>
                  <a:lnTo>
                    <a:pt x="540385" y="44450"/>
                  </a:lnTo>
                  <a:lnTo>
                    <a:pt x="521335" y="44450"/>
                  </a:lnTo>
                  <a:lnTo>
                    <a:pt x="521335" y="86995"/>
                  </a:lnTo>
                  <a:cubicBezTo>
                    <a:pt x="521335" y="86995"/>
                    <a:pt x="521335" y="90170"/>
                    <a:pt x="521335" y="91440"/>
                  </a:cubicBezTo>
                  <a:cubicBezTo>
                    <a:pt x="521335" y="92710"/>
                    <a:pt x="521970" y="93345"/>
                    <a:pt x="522605" y="94615"/>
                  </a:cubicBezTo>
                  <a:cubicBezTo>
                    <a:pt x="523240" y="95250"/>
                    <a:pt x="523875" y="95885"/>
                    <a:pt x="525145" y="95885"/>
                  </a:cubicBezTo>
                  <a:cubicBezTo>
                    <a:pt x="526415" y="95885"/>
                    <a:pt x="527685" y="95885"/>
                    <a:pt x="528955" y="95885"/>
                  </a:cubicBezTo>
                  <a:cubicBezTo>
                    <a:pt x="530860" y="95885"/>
                    <a:pt x="532765" y="95885"/>
                    <a:pt x="535305" y="95250"/>
                  </a:cubicBezTo>
                  <a:cubicBezTo>
                    <a:pt x="537210" y="94615"/>
                    <a:pt x="539115" y="93980"/>
                    <a:pt x="540385" y="93345"/>
                  </a:cubicBezTo>
                  <a:lnTo>
                    <a:pt x="538480" y="106680"/>
                  </a:lnTo>
                  <a:cubicBezTo>
                    <a:pt x="538480" y="106680"/>
                    <a:pt x="534670" y="108585"/>
                    <a:pt x="532130" y="109220"/>
                  </a:cubicBezTo>
                  <a:cubicBezTo>
                    <a:pt x="529590" y="109855"/>
                    <a:pt x="527050" y="110490"/>
                    <a:pt x="523875" y="110490"/>
                  </a:cubicBezTo>
                  <a:cubicBezTo>
                    <a:pt x="521335" y="110490"/>
                    <a:pt x="518795" y="110490"/>
                    <a:pt x="516890" y="109220"/>
                  </a:cubicBezTo>
                  <a:cubicBezTo>
                    <a:pt x="514985" y="108585"/>
                    <a:pt x="513080" y="107315"/>
                    <a:pt x="511175" y="105410"/>
                  </a:cubicBezTo>
                  <a:cubicBezTo>
                    <a:pt x="509270" y="103505"/>
                    <a:pt x="508000" y="101600"/>
                    <a:pt x="507365" y="99060"/>
                  </a:cubicBezTo>
                  <a:cubicBezTo>
                    <a:pt x="506730" y="96520"/>
                    <a:pt x="506095" y="93345"/>
                    <a:pt x="506095" y="89535"/>
                  </a:cubicBezTo>
                  <a:lnTo>
                    <a:pt x="506095" y="44450"/>
                  </a:lnTo>
                  <a:lnTo>
                    <a:pt x="495300" y="44450"/>
                  </a:lnTo>
                  <a:lnTo>
                    <a:pt x="495300" y="30480"/>
                  </a:lnTo>
                  <a:lnTo>
                    <a:pt x="506095" y="30480"/>
                  </a:lnTo>
                  <a:lnTo>
                    <a:pt x="506095" y="8255"/>
                  </a:lnTo>
                  <a:close/>
                  <a:moveTo>
                    <a:pt x="466724" y="0"/>
                  </a:moveTo>
                  <a:lnTo>
                    <a:pt x="466724" y="30480"/>
                  </a:lnTo>
                  <a:lnTo>
                    <a:pt x="485774" y="30480"/>
                  </a:lnTo>
                  <a:lnTo>
                    <a:pt x="485774" y="44450"/>
                  </a:lnTo>
                  <a:lnTo>
                    <a:pt x="466724" y="44450"/>
                  </a:lnTo>
                  <a:lnTo>
                    <a:pt x="466724" y="86995"/>
                  </a:lnTo>
                  <a:cubicBezTo>
                    <a:pt x="466724" y="86995"/>
                    <a:pt x="466724" y="90170"/>
                    <a:pt x="466724" y="91440"/>
                  </a:cubicBezTo>
                  <a:cubicBezTo>
                    <a:pt x="466724" y="92710"/>
                    <a:pt x="467359" y="93345"/>
                    <a:pt x="467994" y="94615"/>
                  </a:cubicBezTo>
                  <a:cubicBezTo>
                    <a:pt x="468629" y="95250"/>
                    <a:pt x="469264" y="95885"/>
                    <a:pt x="470534" y="95885"/>
                  </a:cubicBezTo>
                  <a:cubicBezTo>
                    <a:pt x="471804" y="95885"/>
                    <a:pt x="473074" y="95885"/>
                    <a:pt x="474344" y="95885"/>
                  </a:cubicBezTo>
                  <a:cubicBezTo>
                    <a:pt x="476249" y="95885"/>
                    <a:pt x="478154" y="95885"/>
                    <a:pt x="480694" y="95250"/>
                  </a:cubicBezTo>
                  <a:cubicBezTo>
                    <a:pt x="482599" y="94615"/>
                    <a:pt x="484504" y="93980"/>
                    <a:pt x="485774" y="93345"/>
                  </a:cubicBezTo>
                  <a:lnTo>
                    <a:pt x="483869" y="106680"/>
                  </a:lnTo>
                  <a:cubicBezTo>
                    <a:pt x="483869" y="106680"/>
                    <a:pt x="480059" y="108585"/>
                    <a:pt x="477519" y="109220"/>
                  </a:cubicBezTo>
                  <a:cubicBezTo>
                    <a:pt x="474979" y="109855"/>
                    <a:pt x="472439" y="110490"/>
                    <a:pt x="469264" y="110490"/>
                  </a:cubicBezTo>
                  <a:cubicBezTo>
                    <a:pt x="466724" y="110490"/>
                    <a:pt x="464184" y="110490"/>
                    <a:pt x="462279" y="109220"/>
                  </a:cubicBezTo>
                  <a:cubicBezTo>
                    <a:pt x="460374" y="108585"/>
                    <a:pt x="458469" y="107315"/>
                    <a:pt x="456564" y="105410"/>
                  </a:cubicBezTo>
                  <a:cubicBezTo>
                    <a:pt x="454659" y="103505"/>
                    <a:pt x="453389" y="101600"/>
                    <a:pt x="452754" y="99060"/>
                  </a:cubicBezTo>
                  <a:cubicBezTo>
                    <a:pt x="452119" y="96520"/>
                    <a:pt x="451484" y="93345"/>
                    <a:pt x="451484" y="89535"/>
                  </a:cubicBezTo>
                  <a:lnTo>
                    <a:pt x="451484" y="44450"/>
                  </a:lnTo>
                  <a:lnTo>
                    <a:pt x="440689" y="44450"/>
                  </a:lnTo>
                  <a:lnTo>
                    <a:pt x="440689" y="30480"/>
                  </a:lnTo>
                  <a:lnTo>
                    <a:pt x="451484" y="30480"/>
                  </a:lnTo>
                  <a:lnTo>
                    <a:pt x="451484" y="8255"/>
                  </a:lnTo>
                  <a:close/>
                  <a:moveTo>
                    <a:pt x="302259" y="0"/>
                  </a:moveTo>
                  <a:lnTo>
                    <a:pt x="302259" y="37465"/>
                  </a:lnTo>
                  <a:cubicBezTo>
                    <a:pt x="302259" y="37465"/>
                    <a:pt x="305434" y="34925"/>
                    <a:pt x="306704" y="33655"/>
                  </a:cubicBezTo>
                  <a:cubicBezTo>
                    <a:pt x="307974" y="33020"/>
                    <a:pt x="309244" y="31750"/>
                    <a:pt x="310514" y="31115"/>
                  </a:cubicBezTo>
                  <a:cubicBezTo>
                    <a:pt x="311784" y="30480"/>
                    <a:pt x="313689" y="29845"/>
                    <a:pt x="315594" y="29210"/>
                  </a:cubicBezTo>
                  <a:cubicBezTo>
                    <a:pt x="317499" y="29210"/>
                    <a:pt x="320039" y="28575"/>
                    <a:pt x="322579" y="28575"/>
                  </a:cubicBezTo>
                  <a:cubicBezTo>
                    <a:pt x="327024" y="28575"/>
                    <a:pt x="330834" y="29210"/>
                    <a:pt x="334644" y="31115"/>
                  </a:cubicBezTo>
                  <a:cubicBezTo>
                    <a:pt x="338454" y="32385"/>
                    <a:pt x="341629" y="34925"/>
                    <a:pt x="344169" y="38735"/>
                  </a:cubicBezTo>
                  <a:cubicBezTo>
                    <a:pt x="346709" y="41910"/>
                    <a:pt x="349249" y="46355"/>
                    <a:pt x="350519" y="51435"/>
                  </a:cubicBezTo>
                  <a:cubicBezTo>
                    <a:pt x="351789" y="56515"/>
                    <a:pt x="353059" y="62865"/>
                    <a:pt x="353059" y="70485"/>
                  </a:cubicBezTo>
                  <a:lnTo>
                    <a:pt x="352424" y="71120"/>
                  </a:lnTo>
                  <a:cubicBezTo>
                    <a:pt x="352424" y="77470"/>
                    <a:pt x="351789" y="83820"/>
                    <a:pt x="349884" y="88265"/>
                  </a:cubicBezTo>
                  <a:cubicBezTo>
                    <a:pt x="347979" y="93345"/>
                    <a:pt x="346074" y="97155"/>
                    <a:pt x="342899" y="100330"/>
                  </a:cubicBezTo>
                  <a:cubicBezTo>
                    <a:pt x="340359" y="103505"/>
                    <a:pt x="336549" y="106045"/>
                    <a:pt x="333374" y="107315"/>
                  </a:cubicBezTo>
                  <a:cubicBezTo>
                    <a:pt x="329564" y="109220"/>
                    <a:pt x="325754" y="109855"/>
                    <a:pt x="321944" y="109855"/>
                  </a:cubicBezTo>
                  <a:cubicBezTo>
                    <a:pt x="318134" y="109855"/>
                    <a:pt x="314324" y="109220"/>
                    <a:pt x="311149" y="107315"/>
                  </a:cubicBezTo>
                  <a:cubicBezTo>
                    <a:pt x="307339" y="105410"/>
                    <a:pt x="304799" y="103505"/>
                    <a:pt x="302259" y="100965"/>
                  </a:cubicBezTo>
                  <a:lnTo>
                    <a:pt x="302259" y="107950"/>
                  </a:lnTo>
                  <a:lnTo>
                    <a:pt x="287019" y="107950"/>
                  </a:lnTo>
                  <a:lnTo>
                    <a:pt x="287019" y="7620"/>
                  </a:lnTo>
                  <a:close/>
                </a:path>
              </a:pathLst>
            </a:custGeom>
            <a:solidFill>
              <a:schemeClr val="bg2"/>
            </a:solidFill>
            <a:ln w="63500" cap="flat">
              <a:noFill/>
              <a:prstDash val="solid"/>
              <a:miter/>
            </a:ln>
          </p:spPr>
          <p:txBody>
            <a:bodyPr rtlCol="0" anchor="ctr"/>
            <a:lstStyle/>
            <a:p>
              <a:endParaRPr lang="en-US">
                <a:solidFill>
                  <a:schemeClr val="bg1"/>
                </a:solidFill>
              </a:endParaRPr>
            </a:p>
          </p:txBody>
        </p:sp>
      </p:grpSp>
      <p:grpSp>
        <p:nvGrpSpPr>
          <p:cNvPr id="9" name="Group 8">
            <a:extLst>
              <a:ext uri="{FF2B5EF4-FFF2-40B4-BE49-F238E27FC236}">
                <a16:creationId xmlns:a16="http://schemas.microsoft.com/office/drawing/2014/main" id="{D96664EF-CE5B-CE23-BD45-8EBEE44AB59C}"/>
              </a:ext>
            </a:extLst>
          </p:cNvPr>
          <p:cNvGrpSpPr>
            <a:grpSpLocks noChangeAspect="1"/>
          </p:cNvGrpSpPr>
          <p:nvPr userDrawn="1"/>
        </p:nvGrpSpPr>
        <p:grpSpPr>
          <a:xfrm>
            <a:off x="10562024" y="5167683"/>
            <a:ext cx="1220400" cy="1285398"/>
            <a:chOff x="3913438" y="-99392"/>
            <a:chExt cx="6512821" cy="6859693"/>
          </a:xfrm>
        </p:grpSpPr>
        <p:sp>
          <p:nvSpPr>
            <p:cNvPr id="10" name="Freeform: Shape 9">
              <a:extLst>
                <a:ext uri="{FF2B5EF4-FFF2-40B4-BE49-F238E27FC236}">
                  <a16:creationId xmlns:a16="http://schemas.microsoft.com/office/drawing/2014/main" id="{E6DD499C-9F4F-85B2-7CED-8B5892C7AA74}"/>
                </a:ext>
              </a:extLst>
            </p:cNvPr>
            <p:cNvSpPr/>
            <p:nvPr/>
          </p:nvSpPr>
          <p:spPr>
            <a:xfrm>
              <a:off x="5319751" y="-99392"/>
              <a:ext cx="4303606" cy="1570696"/>
            </a:xfrm>
            <a:custGeom>
              <a:avLst/>
              <a:gdLst>
                <a:gd name="connsiteX0" fmla="*/ 4303607 w 4303606"/>
                <a:gd name="connsiteY0" fmla="*/ 0 h 1570696"/>
                <a:gd name="connsiteX1" fmla="*/ 0 w 4303606"/>
                <a:gd name="connsiteY1" fmla="*/ 1570697 h 1570696"/>
                <a:gd name="connsiteX2" fmla="*/ 4303607 w 4303606"/>
                <a:gd name="connsiteY2" fmla="*/ 810521 h 1570696"/>
                <a:gd name="connsiteX3" fmla="*/ 4303607 w 4303606"/>
                <a:gd name="connsiteY3" fmla="*/ 0 h 1570696"/>
              </a:gdLst>
              <a:ahLst/>
              <a:cxnLst>
                <a:cxn ang="0">
                  <a:pos x="connsiteX0" y="connsiteY0"/>
                </a:cxn>
                <a:cxn ang="0">
                  <a:pos x="connsiteX1" y="connsiteY1"/>
                </a:cxn>
                <a:cxn ang="0">
                  <a:pos x="connsiteX2" y="connsiteY2"/>
                </a:cxn>
                <a:cxn ang="0">
                  <a:pos x="connsiteX3" y="connsiteY3"/>
                </a:cxn>
              </a:cxnLst>
              <a:rect l="l" t="t" r="r" b="b"/>
              <a:pathLst>
                <a:path w="4303606" h="1570696">
                  <a:moveTo>
                    <a:pt x="4303607" y="0"/>
                  </a:moveTo>
                  <a:lnTo>
                    <a:pt x="0" y="1570697"/>
                  </a:lnTo>
                  <a:lnTo>
                    <a:pt x="4303607" y="810521"/>
                  </a:lnTo>
                  <a:lnTo>
                    <a:pt x="4303607" y="0"/>
                  </a:lnTo>
                  <a:close/>
                </a:path>
              </a:pathLst>
            </a:custGeom>
            <a:solidFill>
              <a:srgbClr val="FFE600"/>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sp>
          <p:nvSpPr>
            <p:cNvPr id="11" name="Freeform: Shape 10">
              <a:extLst>
                <a:ext uri="{FF2B5EF4-FFF2-40B4-BE49-F238E27FC236}">
                  <a16:creationId xmlns:a16="http://schemas.microsoft.com/office/drawing/2014/main" id="{0224288A-4174-3DC7-2268-294BCF7472B4}"/>
                </a:ext>
              </a:extLst>
            </p:cNvPr>
            <p:cNvSpPr/>
            <p:nvPr/>
          </p:nvSpPr>
          <p:spPr>
            <a:xfrm>
              <a:off x="5357395" y="2124345"/>
              <a:ext cx="3613052" cy="2176910"/>
            </a:xfrm>
            <a:custGeom>
              <a:avLst/>
              <a:gdLst>
                <a:gd name="connsiteX0" fmla="*/ 652845 w 3613052"/>
                <a:gd name="connsiteY0" fmla="*/ 1676205 h 2176910"/>
                <a:gd name="connsiteX1" fmla="*/ 1741463 w 3613052"/>
                <a:gd name="connsiteY1" fmla="*/ 1676205 h 2176910"/>
                <a:gd name="connsiteX2" fmla="*/ 1741463 w 3613052"/>
                <a:gd name="connsiteY2" fmla="*/ 2176910 h 2176910"/>
                <a:gd name="connsiteX3" fmla="*/ 0 w 3613052"/>
                <a:gd name="connsiteY3" fmla="*/ 2176910 h 2176910"/>
                <a:gd name="connsiteX4" fmla="*/ 0 w 3613052"/>
                <a:gd name="connsiteY4" fmla="*/ 0 h 2176910"/>
                <a:gd name="connsiteX5" fmla="*/ 1234766 w 3613052"/>
                <a:gd name="connsiteY5" fmla="*/ 0 h 2176910"/>
                <a:gd name="connsiteX6" fmla="*/ 1523675 w 3613052"/>
                <a:gd name="connsiteY6" fmla="*/ 500706 h 2176910"/>
                <a:gd name="connsiteX7" fmla="*/ 652910 w 3613052"/>
                <a:gd name="connsiteY7" fmla="*/ 500706 h 2176910"/>
                <a:gd name="connsiteX8" fmla="*/ 652910 w 3613052"/>
                <a:gd name="connsiteY8" fmla="*/ 859953 h 2176910"/>
                <a:gd name="connsiteX9" fmla="*/ 1440050 w 3613052"/>
                <a:gd name="connsiteY9" fmla="*/ 859953 h 2176910"/>
                <a:gd name="connsiteX10" fmla="*/ 1440050 w 3613052"/>
                <a:gd name="connsiteY10" fmla="*/ 1317022 h 2176910"/>
                <a:gd name="connsiteX11" fmla="*/ 652910 w 3613052"/>
                <a:gd name="connsiteY11" fmla="*/ 1317022 h 2176910"/>
                <a:gd name="connsiteX12" fmla="*/ 652910 w 3613052"/>
                <a:gd name="connsiteY12" fmla="*/ 1676205 h 2176910"/>
                <a:gd name="connsiteX13" fmla="*/ 2900485 w 3613052"/>
                <a:gd name="connsiteY13" fmla="*/ 0 h 2176910"/>
                <a:gd name="connsiteX14" fmla="*/ 2530687 w 3613052"/>
                <a:gd name="connsiteY14" fmla="*/ 710418 h 2176910"/>
                <a:gd name="connsiteX15" fmla="*/ 2161801 w 3613052"/>
                <a:gd name="connsiteY15" fmla="*/ 0 h 2176910"/>
                <a:gd name="connsiteX16" fmla="*/ 1439985 w 3613052"/>
                <a:gd name="connsiteY16" fmla="*/ 0 h 2176910"/>
                <a:gd name="connsiteX17" fmla="*/ 2200552 w 3613052"/>
                <a:gd name="connsiteY17" fmla="*/ 1317022 h 2176910"/>
                <a:gd name="connsiteX18" fmla="*/ 2200552 w 3613052"/>
                <a:gd name="connsiteY18" fmla="*/ 2176910 h 2176910"/>
                <a:gd name="connsiteX19" fmla="*/ 2851443 w 3613052"/>
                <a:gd name="connsiteY19" fmla="*/ 2176910 h 2176910"/>
                <a:gd name="connsiteX20" fmla="*/ 2851443 w 3613052"/>
                <a:gd name="connsiteY20" fmla="*/ 1317022 h 2176910"/>
                <a:gd name="connsiteX21" fmla="*/ 3613053 w 3613052"/>
                <a:gd name="connsiteY21" fmla="*/ 0 h 2176910"/>
                <a:gd name="connsiteX22" fmla="*/ 2900485 w 3613052"/>
                <a:gd name="connsiteY22" fmla="*/ 0 h 2176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613052" h="2176910">
                  <a:moveTo>
                    <a:pt x="652845" y="1676205"/>
                  </a:moveTo>
                  <a:lnTo>
                    <a:pt x="1741463" y="1676205"/>
                  </a:lnTo>
                  <a:lnTo>
                    <a:pt x="1741463" y="2176910"/>
                  </a:lnTo>
                  <a:lnTo>
                    <a:pt x="0" y="2176910"/>
                  </a:lnTo>
                  <a:lnTo>
                    <a:pt x="0" y="0"/>
                  </a:lnTo>
                  <a:lnTo>
                    <a:pt x="1234766" y="0"/>
                  </a:lnTo>
                  <a:lnTo>
                    <a:pt x="1523675" y="500706"/>
                  </a:lnTo>
                  <a:lnTo>
                    <a:pt x="652910" y="500706"/>
                  </a:lnTo>
                  <a:lnTo>
                    <a:pt x="652910" y="859953"/>
                  </a:lnTo>
                  <a:lnTo>
                    <a:pt x="1440050" y="859953"/>
                  </a:lnTo>
                  <a:lnTo>
                    <a:pt x="1440050" y="1317022"/>
                  </a:lnTo>
                  <a:lnTo>
                    <a:pt x="652910" y="1317022"/>
                  </a:lnTo>
                  <a:lnTo>
                    <a:pt x="652910" y="1676205"/>
                  </a:lnTo>
                  <a:close/>
                  <a:moveTo>
                    <a:pt x="2900485" y="0"/>
                  </a:moveTo>
                  <a:lnTo>
                    <a:pt x="2530687" y="710418"/>
                  </a:lnTo>
                  <a:lnTo>
                    <a:pt x="2161801" y="0"/>
                  </a:lnTo>
                  <a:lnTo>
                    <a:pt x="1439985" y="0"/>
                  </a:lnTo>
                  <a:lnTo>
                    <a:pt x="2200552" y="1317022"/>
                  </a:lnTo>
                  <a:lnTo>
                    <a:pt x="2200552" y="2176910"/>
                  </a:lnTo>
                  <a:lnTo>
                    <a:pt x="2851443" y="2176910"/>
                  </a:lnTo>
                  <a:lnTo>
                    <a:pt x="2851443" y="1317022"/>
                  </a:lnTo>
                  <a:lnTo>
                    <a:pt x="3613053" y="0"/>
                  </a:lnTo>
                  <a:lnTo>
                    <a:pt x="2900485" y="0"/>
                  </a:lnTo>
                  <a:close/>
                </a:path>
              </a:pathLst>
            </a:custGeom>
            <a:solidFill>
              <a:schemeClr val="bg2"/>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sp>
          <p:nvSpPr>
            <p:cNvPr id="14" name="Freeform: Shape 13">
              <a:extLst>
                <a:ext uri="{FF2B5EF4-FFF2-40B4-BE49-F238E27FC236}">
                  <a16:creationId xmlns:a16="http://schemas.microsoft.com/office/drawing/2014/main" id="{277925CB-5565-D7E0-CA9C-B423DA5657B2}"/>
                </a:ext>
              </a:extLst>
            </p:cNvPr>
            <p:cNvSpPr/>
            <p:nvPr/>
          </p:nvSpPr>
          <p:spPr>
            <a:xfrm>
              <a:off x="3913438" y="5111711"/>
              <a:ext cx="6512821" cy="1648590"/>
            </a:xfrm>
            <a:custGeom>
              <a:avLst/>
              <a:gdLst>
                <a:gd name="connsiteX0" fmla="*/ 5071143 w 6512821"/>
                <a:gd name="connsiteY0" fmla="*/ 1396740 h 1648590"/>
                <a:gd name="connsiteX1" fmla="*/ 5069124 w 6512821"/>
                <a:gd name="connsiteY1" fmla="*/ 1438552 h 1648590"/>
                <a:gd name="connsiteX2" fmla="*/ 4777545 w 6512821"/>
                <a:gd name="connsiteY2" fmla="*/ 1438552 h 1648590"/>
                <a:gd name="connsiteX3" fmla="*/ 4880513 w 6512821"/>
                <a:gd name="connsiteY3" fmla="*/ 1533378 h 1648590"/>
                <a:gd name="connsiteX4" fmla="*/ 4964137 w 6512821"/>
                <a:gd name="connsiteY4" fmla="*/ 1499707 h 1648590"/>
                <a:gd name="connsiteX5" fmla="*/ 5049781 w 6512821"/>
                <a:gd name="connsiteY5" fmla="*/ 1572065 h 1648590"/>
                <a:gd name="connsiteX6" fmla="*/ 4875433 w 6512821"/>
                <a:gd name="connsiteY6" fmla="*/ 1648525 h 1648590"/>
                <a:gd name="connsiteX7" fmla="*/ 4654192 w 6512821"/>
                <a:gd name="connsiteY7" fmla="*/ 1398759 h 1648590"/>
                <a:gd name="connsiteX8" fmla="*/ 4867292 w 6512821"/>
                <a:gd name="connsiteY8" fmla="*/ 1146908 h 1648590"/>
                <a:gd name="connsiteX9" fmla="*/ 5071208 w 6512821"/>
                <a:gd name="connsiteY9" fmla="*/ 1396675 h 1648590"/>
                <a:gd name="connsiteX10" fmla="*/ 4779564 w 6512821"/>
                <a:gd name="connsiteY10" fmla="*/ 1344767 h 1648590"/>
                <a:gd name="connsiteX11" fmla="*/ 4950851 w 6512821"/>
                <a:gd name="connsiteY11" fmla="*/ 1344767 h 1648590"/>
                <a:gd name="connsiteX12" fmla="*/ 4863189 w 6512821"/>
                <a:gd name="connsiteY12" fmla="*/ 1254044 h 1648590"/>
                <a:gd name="connsiteX13" fmla="*/ 4779564 w 6512821"/>
                <a:gd name="connsiteY13" fmla="*/ 1344767 h 1648590"/>
                <a:gd name="connsiteX14" fmla="*/ 6512756 w 6512821"/>
                <a:gd name="connsiteY14" fmla="*/ 1396740 h 1648590"/>
                <a:gd name="connsiteX15" fmla="*/ 6510737 w 6512821"/>
                <a:gd name="connsiteY15" fmla="*/ 1438552 h 1648590"/>
                <a:gd name="connsiteX16" fmla="*/ 6219158 w 6512821"/>
                <a:gd name="connsiteY16" fmla="*/ 1438552 h 1648590"/>
                <a:gd name="connsiteX17" fmla="*/ 6322126 w 6512821"/>
                <a:gd name="connsiteY17" fmla="*/ 1533378 h 1648590"/>
                <a:gd name="connsiteX18" fmla="*/ 6405751 w 6512821"/>
                <a:gd name="connsiteY18" fmla="*/ 1499707 h 1648590"/>
                <a:gd name="connsiteX19" fmla="*/ 6491394 w 6512821"/>
                <a:gd name="connsiteY19" fmla="*/ 1572065 h 1648590"/>
                <a:gd name="connsiteX20" fmla="*/ 6317046 w 6512821"/>
                <a:gd name="connsiteY20" fmla="*/ 1648525 h 1648590"/>
                <a:gd name="connsiteX21" fmla="*/ 6095805 w 6512821"/>
                <a:gd name="connsiteY21" fmla="*/ 1398759 h 1648590"/>
                <a:gd name="connsiteX22" fmla="*/ 6308905 w 6512821"/>
                <a:gd name="connsiteY22" fmla="*/ 1146908 h 1648590"/>
                <a:gd name="connsiteX23" fmla="*/ 6512821 w 6512821"/>
                <a:gd name="connsiteY23" fmla="*/ 1396675 h 1648590"/>
                <a:gd name="connsiteX24" fmla="*/ 6221177 w 6512821"/>
                <a:gd name="connsiteY24" fmla="*/ 1344767 h 1648590"/>
                <a:gd name="connsiteX25" fmla="*/ 6392465 w 6512821"/>
                <a:gd name="connsiteY25" fmla="*/ 1344767 h 1648590"/>
                <a:gd name="connsiteX26" fmla="*/ 6304802 w 6512821"/>
                <a:gd name="connsiteY26" fmla="*/ 1254044 h 1648590"/>
                <a:gd name="connsiteX27" fmla="*/ 6221177 w 6512821"/>
                <a:gd name="connsiteY27" fmla="*/ 1344767 h 1648590"/>
                <a:gd name="connsiteX28" fmla="*/ 5978509 w 6512821"/>
                <a:gd name="connsiteY28" fmla="*/ 1467143 h 1648590"/>
                <a:gd name="connsiteX29" fmla="*/ 6058031 w 6512821"/>
                <a:gd name="connsiteY29" fmla="*/ 1542561 h 1648590"/>
                <a:gd name="connsiteX30" fmla="*/ 5866359 w 6512821"/>
                <a:gd name="connsiteY30" fmla="*/ 1648590 h 1648590"/>
                <a:gd name="connsiteX31" fmla="*/ 5637954 w 6512821"/>
                <a:gd name="connsiteY31" fmla="*/ 1398823 h 1648590"/>
                <a:gd name="connsiteX32" fmla="*/ 5868378 w 6512821"/>
                <a:gd name="connsiteY32" fmla="*/ 1146973 h 1648590"/>
                <a:gd name="connsiteX33" fmla="*/ 6056989 w 6512821"/>
                <a:gd name="connsiteY33" fmla="*/ 1250983 h 1648590"/>
                <a:gd name="connsiteX34" fmla="*/ 5975448 w 6512821"/>
                <a:gd name="connsiteY34" fmla="*/ 1333565 h 1648590"/>
                <a:gd name="connsiteX35" fmla="*/ 5867401 w 6512821"/>
                <a:gd name="connsiteY35" fmla="*/ 1266288 h 1648590"/>
                <a:gd name="connsiteX36" fmla="*/ 5766452 w 6512821"/>
                <a:gd name="connsiteY36" fmla="*/ 1396804 h 1648590"/>
                <a:gd name="connsiteX37" fmla="*/ 5868378 w 6512821"/>
                <a:gd name="connsiteY37" fmla="*/ 1528299 h 1648590"/>
                <a:gd name="connsiteX38" fmla="*/ 5978509 w 6512821"/>
                <a:gd name="connsiteY38" fmla="*/ 1467143 h 1648590"/>
                <a:gd name="connsiteX39" fmla="*/ 4869246 w 6512821"/>
                <a:gd name="connsiteY39" fmla="*/ 667825 h 1648590"/>
                <a:gd name="connsiteX40" fmla="*/ 4750973 w 6512821"/>
                <a:gd name="connsiteY40" fmla="*/ 667825 h 1648590"/>
                <a:gd name="connsiteX41" fmla="*/ 4750973 w 6512821"/>
                <a:gd name="connsiteY41" fmla="*/ 634153 h 1648590"/>
                <a:gd name="connsiteX42" fmla="*/ 4638822 w 6512821"/>
                <a:gd name="connsiteY42" fmla="*/ 677984 h 1648590"/>
                <a:gd name="connsiteX43" fmla="*/ 4467535 w 6512821"/>
                <a:gd name="connsiteY43" fmla="*/ 458763 h 1648590"/>
                <a:gd name="connsiteX44" fmla="*/ 4467535 w 6512821"/>
                <a:gd name="connsiteY44" fmla="*/ 186527 h 1648590"/>
                <a:gd name="connsiteX45" fmla="*/ 4587827 w 6512821"/>
                <a:gd name="connsiteY45" fmla="*/ 186527 h 1648590"/>
                <a:gd name="connsiteX46" fmla="*/ 4587827 w 6512821"/>
                <a:gd name="connsiteY46" fmla="*/ 448538 h 1648590"/>
                <a:gd name="connsiteX47" fmla="*/ 4668390 w 6512821"/>
                <a:gd name="connsiteY47" fmla="*/ 562708 h 1648590"/>
                <a:gd name="connsiteX48" fmla="*/ 4748954 w 6512821"/>
                <a:gd name="connsiteY48" fmla="*/ 452576 h 1648590"/>
                <a:gd name="connsiteX49" fmla="*/ 4748954 w 6512821"/>
                <a:gd name="connsiteY49" fmla="*/ 186462 h 1648590"/>
                <a:gd name="connsiteX50" fmla="*/ 4869246 w 6512821"/>
                <a:gd name="connsiteY50" fmla="*/ 186462 h 1648590"/>
                <a:gd name="connsiteX51" fmla="*/ 4869246 w 6512821"/>
                <a:gd name="connsiteY51" fmla="*/ 667695 h 1648590"/>
                <a:gd name="connsiteX52" fmla="*/ 5244449 w 6512821"/>
                <a:gd name="connsiteY52" fmla="*/ 527083 h 1648590"/>
                <a:gd name="connsiteX53" fmla="*/ 5227125 w 6512821"/>
                <a:gd name="connsiteY53" fmla="*/ 649458 h 1648590"/>
                <a:gd name="connsiteX54" fmla="*/ 5128261 w 6512821"/>
                <a:gd name="connsiteY54" fmla="*/ 677984 h 1648590"/>
                <a:gd name="connsiteX55" fmla="*/ 4997744 w 6512821"/>
                <a:gd name="connsiteY55" fmla="*/ 535224 h 1648590"/>
                <a:gd name="connsiteX56" fmla="*/ 4997744 w 6512821"/>
                <a:gd name="connsiteY56" fmla="*/ 301739 h 1648590"/>
                <a:gd name="connsiteX57" fmla="*/ 4928447 w 6512821"/>
                <a:gd name="connsiteY57" fmla="*/ 301739 h 1648590"/>
                <a:gd name="connsiteX58" fmla="*/ 4928447 w 6512821"/>
                <a:gd name="connsiteY58" fmla="*/ 186527 h 1648590"/>
                <a:gd name="connsiteX59" fmla="*/ 4997744 w 6512821"/>
                <a:gd name="connsiteY59" fmla="*/ 186527 h 1648590"/>
                <a:gd name="connsiteX60" fmla="*/ 4997744 w 6512821"/>
                <a:gd name="connsiteY60" fmla="*/ 61155 h 1648590"/>
                <a:gd name="connsiteX61" fmla="*/ 5118035 w 6512821"/>
                <a:gd name="connsiteY61" fmla="*/ 0 h 1648590"/>
                <a:gd name="connsiteX62" fmla="*/ 5118035 w 6512821"/>
                <a:gd name="connsiteY62" fmla="*/ 186592 h 1648590"/>
                <a:gd name="connsiteX63" fmla="*/ 5232205 w 6512821"/>
                <a:gd name="connsiteY63" fmla="*/ 186592 h 1648590"/>
                <a:gd name="connsiteX64" fmla="*/ 5232205 w 6512821"/>
                <a:gd name="connsiteY64" fmla="*/ 301804 h 1648590"/>
                <a:gd name="connsiteX65" fmla="*/ 5118035 w 6512821"/>
                <a:gd name="connsiteY65" fmla="*/ 301804 h 1648590"/>
                <a:gd name="connsiteX66" fmla="*/ 5118035 w 6512821"/>
                <a:gd name="connsiteY66" fmla="*/ 503701 h 1648590"/>
                <a:gd name="connsiteX67" fmla="*/ 5164928 w 6512821"/>
                <a:gd name="connsiteY67" fmla="*/ 560819 h 1648590"/>
                <a:gd name="connsiteX68" fmla="*/ 5244449 w 6512821"/>
                <a:gd name="connsiteY68" fmla="*/ 527148 h 1648590"/>
                <a:gd name="connsiteX69" fmla="*/ 3417407 w 6512821"/>
                <a:gd name="connsiteY69" fmla="*/ 667825 h 1648590"/>
                <a:gd name="connsiteX70" fmla="*/ 3297116 w 6512821"/>
                <a:gd name="connsiteY70" fmla="*/ 667825 h 1648590"/>
                <a:gd name="connsiteX71" fmla="*/ 3297116 w 6512821"/>
                <a:gd name="connsiteY71" fmla="*/ 405814 h 1648590"/>
                <a:gd name="connsiteX72" fmla="*/ 3215575 w 6512821"/>
                <a:gd name="connsiteY72" fmla="*/ 292621 h 1648590"/>
                <a:gd name="connsiteX73" fmla="*/ 3132993 w 6512821"/>
                <a:gd name="connsiteY73" fmla="*/ 402753 h 1648590"/>
                <a:gd name="connsiteX74" fmla="*/ 3132993 w 6512821"/>
                <a:gd name="connsiteY74" fmla="*/ 667825 h 1648590"/>
                <a:gd name="connsiteX75" fmla="*/ 3012701 w 6512821"/>
                <a:gd name="connsiteY75" fmla="*/ 667825 h 1648590"/>
                <a:gd name="connsiteX76" fmla="*/ 3012701 w 6512821"/>
                <a:gd name="connsiteY76" fmla="*/ 61221 h 1648590"/>
                <a:gd name="connsiteX77" fmla="*/ 3132993 w 6512821"/>
                <a:gd name="connsiteY77" fmla="*/ 65 h 1648590"/>
                <a:gd name="connsiteX78" fmla="*/ 3132993 w 6512821"/>
                <a:gd name="connsiteY78" fmla="*/ 220264 h 1648590"/>
                <a:gd name="connsiteX79" fmla="*/ 3246186 w 6512821"/>
                <a:gd name="connsiteY79" fmla="*/ 176432 h 1648590"/>
                <a:gd name="connsiteX80" fmla="*/ 3417473 w 6512821"/>
                <a:gd name="connsiteY80" fmla="*/ 396631 h 1648590"/>
                <a:gd name="connsiteX81" fmla="*/ 3417473 w 6512821"/>
                <a:gd name="connsiteY81" fmla="*/ 667825 h 1648590"/>
                <a:gd name="connsiteX82" fmla="*/ 5564554 w 6512821"/>
                <a:gd name="connsiteY82" fmla="*/ 1638365 h 1648590"/>
                <a:gd name="connsiteX83" fmla="*/ 5440160 w 6512821"/>
                <a:gd name="connsiteY83" fmla="*/ 1638365 h 1648590"/>
                <a:gd name="connsiteX84" fmla="*/ 5440160 w 6512821"/>
                <a:gd name="connsiteY84" fmla="*/ 1376355 h 1648590"/>
                <a:gd name="connsiteX85" fmla="*/ 5357577 w 6512821"/>
                <a:gd name="connsiteY85" fmla="*/ 1264204 h 1648590"/>
                <a:gd name="connsiteX86" fmla="*/ 5273952 w 6512821"/>
                <a:gd name="connsiteY86" fmla="*/ 1373293 h 1648590"/>
                <a:gd name="connsiteX87" fmla="*/ 5273952 w 6512821"/>
                <a:gd name="connsiteY87" fmla="*/ 1638365 h 1648590"/>
                <a:gd name="connsiteX88" fmla="*/ 5149558 w 6512821"/>
                <a:gd name="connsiteY88" fmla="*/ 1638365 h 1648590"/>
                <a:gd name="connsiteX89" fmla="*/ 5149558 w 6512821"/>
                <a:gd name="connsiteY89" fmla="*/ 1157133 h 1648590"/>
                <a:gd name="connsiteX90" fmla="*/ 5273952 w 6512821"/>
                <a:gd name="connsiteY90" fmla="*/ 1157133 h 1648590"/>
                <a:gd name="connsiteX91" fmla="*/ 5273952 w 6512821"/>
                <a:gd name="connsiteY91" fmla="*/ 1189762 h 1648590"/>
                <a:gd name="connsiteX92" fmla="*/ 5391183 w 6512821"/>
                <a:gd name="connsiteY92" fmla="*/ 1146973 h 1648590"/>
                <a:gd name="connsiteX93" fmla="*/ 5564490 w 6512821"/>
                <a:gd name="connsiteY93" fmla="*/ 1366195 h 1648590"/>
                <a:gd name="connsiteX94" fmla="*/ 5564490 w 6512821"/>
                <a:gd name="connsiteY94" fmla="*/ 1638430 h 1648590"/>
                <a:gd name="connsiteX95" fmla="*/ 4008772 w 6512821"/>
                <a:gd name="connsiteY95" fmla="*/ 1115386 h 1648590"/>
                <a:gd name="connsiteX96" fmla="*/ 4080152 w 6512821"/>
                <a:gd name="connsiteY96" fmla="*/ 1044005 h 1648590"/>
                <a:gd name="connsiteX97" fmla="*/ 4008772 w 6512821"/>
                <a:gd name="connsiteY97" fmla="*/ 972624 h 1648590"/>
                <a:gd name="connsiteX98" fmla="*/ 3937391 w 6512821"/>
                <a:gd name="connsiteY98" fmla="*/ 1044005 h 1648590"/>
                <a:gd name="connsiteX99" fmla="*/ 4008772 w 6512821"/>
                <a:gd name="connsiteY99" fmla="*/ 1115386 h 1648590"/>
                <a:gd name="connsiteX100" fmla="*/ 829864 w 6512821"/>
                <a:gd name="connsiteY100" fmla="*/ 1115386 h 1648590"/>
                <a:gd name="connsiteX101" fmla="*/ 901244 w 6512821"/>
                <a:gd name="connsiteY101" fmla="*/ 1044005 h 1648590"/>
                <a:gd name="connsiteX102" fmla="*/ 829864 w 6512821"/>
                <a:gd name="connsiteY102" fmla="*/ 972624 h 1648590"/>
                <a:gd name="connsiteX103" fmla="*/ 758483 w 6512821"/>
                <a:gd name="connsiteY103" fmla="*/ 1044005 h 1648590"/>
                <a:gd name="connsiteX104" fmla="*/ 829864 w 6512821"/>
                <a:gd name="connsiteY104" fmla="*/ 1115386 h 1648590"/>
                <a:gd name="connsiteX105" fmla="*/ 6512756 w 6512821"/>
                <a:gd name="connsiteY105" fmla="*/ 426134 h 1648590"/>
                <a:gd name="connsiteX106" fmla="*/ 6510737 w 6512821"/>
                <a:gd name="connsiteY106" fmla="*/ 467946 h 1648590"/>
                <a:gd name="connsiteX107" fmla="*/ 6219158 w 6512821"/>
                <a:gd name="connsiteY107" fmla="*/ 467946 h 1648590"/>
                <a:gd name="connsiteX108" fmla="*/ 6322126 w 6512821"/>
                <a:gd name="connsiteY108" fmla="*/ 562773 h 1648590"/>
                <a:gd name="connsiteX109" fmla="*/ 6405751 w 6512821"/>
                <a:gd name="connsiteY109" fmla="*/ 529102 h 1648590"/>
                <a:gd name="connsiteX110" fmla="*/ 6491394 w 6512821"/>
                <a:gd name="connsiteY110" fmla="*/ 601459 h 1648590"/>
                <a:gd name="connsiteX111" fmla="*/ 6317046 w 6512821"/>
                <a:gd name="connsiteY111" fmla="*/ 677919 h 1648590"/>
                <a:gd name="connsiteX112" fmla="*/ 6095805 w 6512821"/>
                <a:gd name="connsiteY112" fmla="*/ 428153 h 1648590"/>
                <a:gd name="connsiteX113" fmla="*/ 6308905 w 6512821"/>
                <a:gd name="connsiteY113" fmla="*/ 176302 h 1648590"/>
                <a:gd name="connsiteX114" fmla="*/ 6512821 w 6512821"/>
                <a:gd name="connsiteY114" fmla="*/ 426069 h 1648590"/>
                <a:gd name="connsiteX115" fmla="*/ 6221177 w 6512821"/>
                <a:gd name="connsiteY115" fmla="*/ 374162 h 1648590"/>
                <a:gd name="connsiteX116" fmla="*/ 6392465 w 6512821"/>
                <a:gd name="connsiteY116" fmla="*/ 374162 h 1648590"/>
                <a:gd name="connsiteX117" fmla="*/ 6304802 w 6512821"/>
                <a:gd name="connsiteY117" fmla="*/ 283438 h 1648590"/>
                <a:gd name="connsiteX118" fmla="*/ 6221177 w 6512821"/>
                <a:gd name="connsiteY118" fmla="*/ 374162 h 1648590"/>
                <a:gd name="connsiteX119" fmla="*/ 5702235 w 6512821"/>
                <a:gd name="connsiteY119" fmla="*/ 667825 h 1648590"/>
                <a:gd name="connsiteX120" fmla="*/ 5583963 w 6512821"/>
                <a:gd name="connsiteY120" fmla="*/ 667825 h 1648590"/>
                <a:gd name="connsiteX121" fmla="*/ 5583963 w 6512821"/>
                <a:gd name="connsiteY121" fmla="*/ 634153 h 1648590"/>
                <a:gd name="connsiteX122" fmla="*/ 5471812 w 6512821"/>
                <a:gd name="connsiteY122" fmla="*/ 677984 h 1648590"/>
                <a:gd name="connsiteX123" fmla="*/ 5300525 w 6512821"/>
                <a:gd name="connsiteY123" fmla="*/ 458763 h 1648590"/>
                <a:gd name="connsiteX124" fmla="*/ 5300525 w 6512821"/>
                <a:gd name="connsiteY124" fmla="*/ 186527 h 1648590"/>
                <a:gd name="connsiteX125" fmla="*/ 5420817 w 6512821"/>
                <a:gd name="connsiteY125" fmla="*/ 186527 h 1648590"/>
                <a:gd name="connsiteX126" fmla="*/ 5420817 w 6512821"/>
                <a:gd name="connsiteY126" fmla="*/ 448538 h 1648590"/>
                <a:gd name="connsiteX127" fmla="*/ 5501380 w 6512821"/>
                <a:gd name="connsiteY127" fmla="*/ 562708 h 1648590"/>
                <a:gd name="connsiteX128" fmla="*/ 5581944 w 6512821"/>
                <a:gd name="connsiteY128" fmla="*/ 452576 h 1648590"/>
                <a:gd name="connsiteX129" fmla="*/ 5581944 w 6512821"/>
                <a:gd name="connsiteY129" fmla="*/ 186462 h 1648590"/>
                <a:gd name="connsiteX130" fmla="*/ 5702235 w 6512821"/>
                <a:gd name="connsiteY130" fmla="*/ 186462 h 1648590"/>
                <a:gd name="connsiteX131" fmla="*/ 5702235 w 6512821"/>
                <a:gd name="connsiteY131" fmla="*/ 667695 h 1648590"/>
                <a:gd name="connsiteX132" fmla="*/ 3895579 w 6512821"/>
                <a:gd name="connsiteY132" fmla="*/ 426134 h 1648590"/>
                <a:gd name="connsiteX133" fmla="*/ 3893560 w 6512821"/>
                <a:gd name="connsiteY133" fmla="*/ 467946 h 1648590"/>
                <a:gd name="connsiteX134" fmla="*/ 3601981 w 6512821"/>
                <a:gd name="connsiteY134" fmla="*/ 467946 h 1648590"/>
                <a:gd name="connsiteX135" fmla="*/ 3704949 w 6512821"/>
                <a:gd name="connsiteY135" fmla="*/ 562773 h 1648590"/>
                <a:gd name="connsiteX136" fmla="*/ 3788573 w 6512821"/>
                <a:gd name="connsiteY136" fmla="*/ 529102 h 1648590"/>
                <a:gd name="connsiteX137" fmla="*/ 3874217 w 6512821"/>
                <a:gd name="connsiteY137" fmla="*/ 601459 h 1648590"/>
                <a:gd name="connsiteX138" fmla="*/ 3699868 w 6512821"/>
                <a:gd name="connsiteY138" fmla="*/ 677919 h 1648590"/>
                <a:gd name="connsiteX139" fmla="*/ 3478628 w 6512821"/>
                <a:gd name="connsiteY139" fmla="*/ 428153 h 1648590"/>
                <a:gd name="connsiteX140" fmla="*/ 3691727 w 6512821"/>
                <a:gd name="connsiteY140" fmla="*/ 176302 h 1648590"/>
                <a:gd name="connsiteX141" fmla="*/ 3895644 w 6512821"/>
                <a:gd name="connsiteY141" fmla="*/ 426069 h 1648590"/>
                <a:gd name="connsiteX142" fmla="*/ 3604000 w 6512821"/>
                <a:gd name="connsiteY142" fmla="*/ 374162 h 1648590"/>
                <a:gd name="connsiteX143" fmla="*/ 3775287 w 6512821"/>
                <a:gd name="connsiteY143" fmla="*/ 374162 h 1648590"/>
                <a:gd name="connsiteX144" fmla="*/ 3687624 w 6512821"/>
                <a:gd name="connsiteY144" fmla="*/ 283438 h 1648590"/>
                <a:gd name="connsiteX145" fmla="*/ 3604000 w 6512821"/>
                <a:gd name="connsiteY145" fmla="*/ 374162 h 1648590"/>
                <a:gd name="connsiteX146" fmla="*/ 4579686 w 6512821"/>
                <a:gd name="connsiteY146" fmla="*/ 1638365 h 1648590"/>
                <a:gd name="connsiteX147" fmla="*/ 4455291 w 6512821"/>
                <a:gd name="connsiteY147" fmla="*/ 1638365 h 1648590"/>
                <a:gd name="connsiteX148" fmla="*/ 4455291 w 6512821"/>
                <a:gd name="connsiteY148" fmla="*/ 1606778 h 1648590"/>
                <a:gd name="connsiteX149" fmla="*/ 4346201 w 6512821"/>
                <a:gd name="connsiteY149" fmla="*/ 1648590 h 1648590"/>
                <a:gd name="connsiteX150" fmla="*/ 4148406 w 6512821"/>
                <a:gd name="connsiteY150" fmla="*/ 1393678 h 1648590"/>
                <a:gd name="connsiteX151" fmla="*/ 4343140 w 6512821"/>
                <a:gd name="connsiteY151" fmla="*/ 1146973 h 1648590"/>
                <a:gd name="connsiteX152" fmla="*/ 4455291 w 6512821"/>
                <a:gd name="connsiteY152" fmla="*/ 1185724 h 1648590"/>
                <a:gd name="connsiteX153" fmla="*/ 4455291 w 6512821"/>
                <a:gd name="connsiteY153" fmla="*/ 1031761 h 1648590"/>
                <a:gd name="connsiteX154" fmla="*/ 4579686 w 6512821"/>
                <a:gd name="connsiteY154" fmla="*/ 969564 h 1648590"/>
                <a:gd name="connsiteX155" fmla="*/ 4579686 w 6512821"/>
                <a:gd name="connsiteY155" fmla="*/ 1638365 h 1648590"/>
                <a:gd name="connsiteX156" fmla="*/ 4455356 w 6512821"/>
                <a:gd name="connsiteY156" fmla="*/ 1489547 h 1648590"/>
                <a:gd name="connsiteX157" fmla="*/ 4455356 w 6512821"/>
                <a:gd name="connsiteY157" fmla="*/ 1306016 h 1648590"/>
                <a:gd name="connsiteX158" fmla="*/ 4368670 w 6512821"/>
                <a:gd name="connsiteY158" fmla="*/ 1264204 h 1648590"/>
                <a:gd name="connsiteX159" fmla="*/ 4278924 w 6512821"/>
                <a:gd name="connsiteY159" fmla="*/ 1389575 h 1648590"/>
                <a:gd name="connsiteX160" fmla="*/ 4371731 w 6512821"/>
                <a:gd name="connsiteY160" fmla="*/ 1531294 h 1648590"/>
                <a:gd name="connsiteX161" fmla="*/ 4455356 w 6512821"/>
                <a:gd name="connsiteY161" fmla="*/ 1489482 h 1648590"/>
                <a:gd name="connsiteX162" fmla="*/ 3945532 w 6512821"/>
                <a:gd name="connsiteY162" fmla="*/ 1157198 h 1648590"/>
                <a:gd name="connsiteX163" fmla="*/ 3945532 w 6512821"/>
                <a:gd name="connsiteY163" fmla="*/ 1638430 h 1648590"/>
                <a:gd name="connsiteX164" fmla="*/ 4069927 w 6512821"/>
                <a:gd name="connsiteY164" fmla="*/ 1638430 h 1648590"/>
                <a:gd name="connsiteX165" fmla="*/ 4069927 w 6512821"/>
                <a:gd name="connsiteY165" fmla="*/ 1157198 h 1648590"/>
                <a:gd name="connsiteX166" fmla="*/ 3945532 w 6512821"/>
                <a:gd name="connsiteY166" fmla="*/ 1157198 h 1648590"/>
                <a:gd name="connsiteX167" fmla="*/ 3873175 w 6512821"/>
                <a:gd name="connsiteY167" fmla="*/ 985911 h 1648590"/>
                <a:gd name="connsiteX168" fmla="*/ 3873175 w 6512821"/>
                <a:gd name="connsiteY168" fmla="*/ 1085817 h 1648590"/>
                <a:gd name="connsiteX169" fmla="*/ 3812019 w 6512821"/>
                <a:gd name="connsiteY169" fmla="*/ 1076634 h 1648590"/>
                <a:gd name="connsiteX170" fmla="*/ 3760047 w 6512821"/>
                <a:gd name="connsiteY170" fmla="*/ 1118447 h 1648590"/>
                <a:gd name="connsiteX171" fmla="*/ 3760047 w 6512821"/>
                <a:gd name="connsiteY171" fmla="*/ 1157198 h 1648590"/>
                <a:gd name="connsiteX172" fmla="*/ 3863015 w 6512821"/>
                <a:gd name="connsiteY172" fmla="*/ 1157198 h 1648590"/>
                <a:gd name="connsiteX173" fmla="*/ 3863015 w 6512821"/>
                <a:gd name="connsiteY173" fmla="*/ 1273452 h 1648590"/>
                <a:gd name="connsiteX174" fmla="*/ 3760047 w 6512821"/>
                <a:gd name="connsiteY174" fmla="*/ 1273452 h 1648590"/>
                <a:gd name="connsiteX175" fmla="*/ 3760047 w 6512821"/>
                <a:gd name="connsiteY175" fmla="*/ 1638430 h 1648590"/>
                <a:gd name="connsiteX176" fmla="*/ 3635652 w 6512821"/>
                <a:gd name="connsiteY176" fmla="*/ 1638430 h 1648590"/>
                <a:gd name="connsiteX177" fmla="*/ 3635652 w 6512821"/>
                <a:gd name="connsiteY177" fmla="*/ 1273452 h 1648590"/>
                <a:gd name="connsiteX178" fmla="*/ 3568375 w 6512821"/>
                <a:gd name="connsiteY178" fmla="*/ 1273452 h 1648590"/>
                <a:gd name="connsiteX179" fmla="*/ 3568375 w 6512821"/>
                <a:gd name="connsiteY179" fmla="*/ 1157198 h 1648590"/>
                <a:gd name="connsiteX180" fmla="*/ 3635652 w 6512821"/>
                <a:gd name="connsiteY180" fmla="*/ 1157198 h 1648590"/>
                <a:gd name="connsiteX181" fmla="*/ 3635652 w 6512821"/>
                <a:gd name="connsiteY181" fmla="*/ 1099104 h 1648590"/>
                <a:gd name="connsiteX182" fmla="*/ 3782451 w 6512821"/>
                <a:gd name="connsiteY182" fmla="*/ 972690 h 1648590"/>
                <a:gd name="connsiteX183" fmla="*/ 3873175 w 6512821"/>
                <a:gd name="connsiteY183" fmla="*/ 985976 h 1648590"/>
                <a:gd name="connsiteX184" fmla="*/ 3507154 w 6512821"/>
                <a:gd name="connsiteY184" fmla="*/ 1638365 h 1648590"/>
                <a:gd name="connsiteX185" fmla="*/ 3382759 w 6512821"/>
                <a:gd name="connsiteY185" fmla="*/ 1638365 h 1648590"/>
                <a:gd name="connsiteX186" fmla="*/ 3382759 w 6512821"/>
                <a:gd name="connsiteY186" fmla="*/ 1376355 h 1648590"/>
                <a:gd name="connsiteX187" fmla="*/ 3300177 w 6512821"/>
                <a:gd name="connsiteY187" fmla="*/ 1264204 h 1648590"/>
                <a:gd name="connsiteX188" fmla="*/ 3216552 w 6512821"/>
                <a:gd name="connsiteY188" fmla="*/ 1373293 h 1648590"/>
                <a:gd name="connsiteX189" fmla="*/ 3216552 w 6512821"/>
                <a:gd name="connsiteY189" fmla="*/ 1638365 h 1648590"/>
                <a:gd name="connsiteX190" fmla="*/ 3092157 w 6512821"/>
                <a:gd name="connsiteY190" fmla="*/ 1638365 h 1648590"/>
                <a:gd name="connsiteX191" fmla="*/ 3092157 w 6512821"/>
                <a:gd name="connsiteY191" fmla="*/ 1157133 h 1648590"/>
                <a:gd name="connsiteX192" fmla="*/ 3216552 w 6512821"/>
                <a:gd name="connsiteY192" fmla="*/ 1157133 h 1648590"/>
                <a:gd name="connsiteX193" fmla="*/ 3216552 w 6512821"/>
                <a:gd name="connsiteY193" fmla="*/ 1189762 h 1648590"/>
                <a:gd name="connsiteX194" fmla="*/ 3333783 w 6512821"/>
                <a:gd name="connsiteY194" fmla="*/ 1146973 h 1648590"/>
                <a:gd name="connsiteX195" fmla="*/ 3507089 w 6512821"/>
                <a:gd name="connsiteY195" fmla="*/ 1366195 h 1648590"/>
                <a:gd name="connsiteX196" fmla="*/ 3507089 w 6512821"/>
                <a:gd name="connsiteY196" fmla="*/ 1638430 h 1648590"/>
                <a:gd name="connsiteX197" fmla="*/ 2792437 w 6512821"/>
                <a:gd name="connsiteY197" fmla="*/ 1146973 h 1648590"/>
                <a:gd name="connsiteX198" fmla="*/ 2567094 w 6512821"/>
                <a:gd name="connsiteY198" fmla="*/ 1397782 h 1648590"/>
                <a:gd name="connsiteX199" fmla="*/ 2792437 w 6512821"/>
                <a:gd name="connsiteY199" fmla="*/ 1648590 h 1648590"/>
                <a:gd name="connsiteX200" fmla="*/ 3017781 w 6512821"/>
                <a:gd name="connsiteY200" fmla="*/ 1397782 h 1648590"/>
                <a:gd name="connsiteX201" fmla="*/ 2792437 w 6512821"/>
                <a:gd name="connsiteY201" fmla="*/ 1146973 h 1648590"/>
                <a:gd name="connsiteX202" fmla="*/ 2792437 w 6512821"/>
                <a:gd name="connsiteY202" fmla="*/ 1528299 h 1648590"/>
                <a:gd name="connsiteX203" fmla="*/ 2695592 w 6512821"/>
                <a:gd name="connsiteY203" fmla="*/ 1397782 h 1648590"/>
                <a:gd name="connsiteX204" fmla="*/ 2792437 w 6512821"/>
                <a:gd name="connsiteY204" fmla="*/ 1266288 h 1648590"/>
                <a:gd name="connsiteX205" fmla="*/ 2889283 w 6512821"/>
                <a:gd name="connsiteY205" fmla="*/ 1397782 h 1648590"/>
                <a:gd name="connsiteX206" fmla="*/ 2792437 w 6512821"/>
                <a:gd name="connsiteY206" fmla="*/ 1528299 h 1648590"/>
                <a:gd name="connsiteX207" fmla="*/ 2446802 w 6512821"/>
                <a:gd name="connsiteY207" fmla="*/ 1467143 h 1648590"/>
                <a:gd name="connsiteX208" fmla="*/ 2526323 w 6512821"/>
                <a:gd name="connsiteY208" fmla="*/ 1542561 h 1648590"/>
                <a:gd name="connsiteX209" fmla="*/ 2334651 w 6512821"/>
                <a:gd name="connsiteY209" fmla="*/ 1648590 h 1648590"/>
                <a:gd name="connsiteX210" fmla="*/ 2106246 w 6512821"/>
                <a:gd name="connsiteY210" fmla="*/ 1398823 h 1648590"/>
                <a:gd name="connsiteX211" fmla="*/ 2336670 w 6512821"/>
                <a:gd name="connsiteY211" fmla="*/ 1146973 h 1648590"/>
                <a:gd name="connsiteX212" fmla="*/ 2525281 w 6512821"/>
                <a:gd name="connsiteY212" fmla="*/ 1250983 h 1648590"/>
                <a:gd name="connsiteX213" fmla="*/ 2443741 w 6512821"/>
                <a:gd name="connsiteY213" fmla="*/ 1333565 h 1648590"/>
                <a:gd name="connsiteX214" fmla="*/ 2335693 w 6512821"/>
                <a:gd name="connsiteY214" fmla="*/ 1266288 h 1648590"/>
                <a:gd name="connsiteX215" fmla="*/ 2234744 w 6512821"/>
                <a:gd name="connsiteY215" fmla="*/ 1396804 h 1648590"/>
                <a:gd name="connsiteX216" fmla="*/ 2336670 w 6512821"/>
                <a:gd name="connsiteY216" fmla="*/ 1528299 h 1648590"/>
                <a:gd name="connsiteX217" fmla="*/ 2446802 w 6512821"/>
                <a:gd name="connsiteY217" fmla="*/ 1467143 h 1648590"/>
                <a:gd name="connsiteX218" fmla="*/ 1803530 w 6512821"/>
                <a:gd name="connsiteY218" fmla="*/ 1638365 h 1648590"/>
                <a:gd name="connsiteX219" fmla="*/ 1679135 w 6512821"/>
                <a:gd name="connsiteY219" fmla="*/ 1638365 h 1648590"/>
                <a:gd name="connsiteX220" fmla="*/ 1679135 w 6512821"/>
                <a:gd name="connsiteY220" fmla="*/ 1376355 h 1648590"/>
                <a:gd name="connsiteX221" fmla="*/ 1596553 w 6512821"/>
                <a:gd name="connsiteY221" fmla="*/ 1264204 h 1648590"/>
                <a:gd name="connsiteX222" fmla="*/ 1511951 w 6512821"/>
                <a:gd name="connsiteY222" fmla="*/ 1373293 h 1648590"/>
                <a:gd name="connsiteX223" fmla="*/ 1511951 w 6512821"/>
                <a:gd name="connsiteY223" fmla="*/ 1638365 h 1648590"/>
                <a:gd name="connsiteX224" fmla="*/ 1387557 w 6512821"/>
                <a:gd name="connsiteY224" fmla="*/ 1638365 h 1648590"/>
                <a:gd name="connsiteX225" fmla="*/ 1387557 w 6512821"/>
                <a:gd name="connsiteY225" fmla="*/ 1031761 h 1648590"/>
                <a:gd name="connsiteX226" fmla="*/ 1511951 w 6512821"/>
                <a:gd name="connsiteY226" fmla="*/ 969564 h 1648590"/>
                <a:gd name="connsiteX227" fmla="*/ 1511951 w 6512821"/>
                <a:gd name="connsiteY227" fmla="*/ 1189762 h 1648590"/>
                <a:gd name="connsiteX228" fmla="*/ 1632243 w 6512821"/>
                <a:gd name="connsiteY228" fmla="*/ 1146973 h 1648590"/>
                <a:gd name="connsiteX229" fmla="*/ 1803530 w 6512821"/>
                <a:gd name="connsiteY229" fmla="*/ 1366195 h 1648590"/>
                <a:gd name="connsiteX230" fmla="*/ 1803530 w 6512821"/>
                <a:gd name="connsiteY230" fmla="*/ 1638430 h 1648590"/>
                <a:gd name="connsiteX231" fmla="*/ 1311031 w 6512821"/>
                <a:gd name="connsiteY231" fmla="*/ 1493650 h 1648590"/>
                <a:gd name="connsiteX232" fmla="*/ 1292665 w 6512821"/>
                <a:gd name="connsiteY232" fmla="*/ 1619022 h 1648590"/>
                <a:gd name="connsiteX233" fmla="*/ 1173350 w 6512821"/>
                <a:gd name="connsiteY233" fmla="*/ 1648590 h 1648590"/>
                <a:gd name="connsiteX234" fmla="*/ 1043875 w 6512821"/>
                <a:gd name="connsiteY234" fmla="*/ 1504852 h 1648590"/>
                <a:gd name="connsiteX235" fmla="*/ 1043875 w 6512821"/>
                <a:gd name="connsiteY235" fmla="*/ 1273387 h 1648590"/>
                <a:gd name="connsiteX236" fmla="*/ 960250 w 6512821"/>
                <a:gd name="connsiteY236" fmla="*/ 1273387 h 1648590"/>
                <a:gd name="connsiteX237" fmla="*/ 960250 w 6512821"/>
                <a:gd name="connsiteY237" fmla="*/ 1157133 h 1648590"/>
                <a:gd name="connsiteX238" fmla="*/ 1043875 w 6512821"/>
                <a:gd name="connsiteY238" fmla="*/ 1157133 h 1648590"/>
                <a:gd name="connsiteX239" fmla="*/ 1043875 w 6512821"/>
                <a:gd name="connsiteY239" fmla="*/ 1031761 h 1648590"/>
                <a:gd name="connsiteX240" fmla="*/ 1168270 w 6512821"/>
                <a:gd name="connsiteY240" fmla="*/ 969564 h 1648590"/>
                <a:gd name="connsiteX241" fmla="*/ 1168270 w 6512821"/>
                <a:gd name="connsiteY241" fmla="*/ 1157133 h 1648590"/>
                <a:gd name="connsiteX242" fmla="*/ 1308947 w 6512821"/>
                <a:gd name="connsiteY242" fmla="*/ 1157133 h 1648590"/>
                <a:gd name="connsiteX243" fmla="*/ 1308947 w 6512821"/>
                <a:gd name="connsiteY243" fmla="*/ 1273387 h 1648590"/>
                <a:gd name="connsiteX244" fmla="*/ 1168270 w 6512821"/>
                <a:gd name="connsiteY244" fmla="*/ 1273387 h 1648590"/>
                <a:gd name="connsiteX245" fmla="*/ 1168270 w 6512821"/>
                <a:gd name="connsiteY245" fmla="*/ 1471181 h 1648590"/>
                <a:gd name="connsiteX246" fmla="*/ 1214120 w 6512821"/>
                <a:gd name="connsiteY246" fmla="*/ 1529275 h 1648590"/>
                <a:gd name="connsiteX247" fmla="*/ 1310966 w 6512821"/>
                <a:gd name="connsiteY247" fmla="*/ 1493585 h 1648590"/>
                <a:gd name="connsiteX248" fmla="*/ 767666 w 6512821"/>
                <a:gd name="connsiteY248" fmla="*/ 1157198 h 1648590"/>
                <a:gd name="connsiteX249" fmla="*/ 767666 w 6512821"/>
                <a:gd name="connsiteY249" fmla="*/ 1638430 h 1648590"/>
                <a:gd name="connsiteX250" fmla="*/ 892061 w 6512821"/>
                <a:gd name="connsiteY250" fmla="*/ 1638430 h 1648590"/>
                <a:gd name="connsiteX251" fmla="*/ 892061 w 6512821"/>
                <a:gd name="connsiteY251" fmla="*/ 1157198 h 1648590"/>
                <a:gd name="connsiteX252" fmla="*/ 767666 w 6512821"/>
                <a:gd name="connsiteY252" fmla="*/ 1157198 h 1648590"/>
                <a:gd name="connsiteX253" fmla="*/ 702408 w 6512821"/>
                <a:gd name="connsiteY253" fmla="*/ 1157198 h 1648590"/>
                <a:gd name="connsiteX254" fmla="*/ 550529 w 6512821"/>
                <a:gd name="connsiteY254" fmla="*/ 1638430 h 1648590"/>
                <a:gd name="connsiteX255" fmla="*/ 436359 w 6512821"/>
                <a:gd name="connsiteY255" fmla="*/ 1638430 h 1648590"/>
                <a:gd name="connsiteX256" fmla="*/ 354819 w 6512821"/>
                <a:gd name="connsiteY256" fmla="*/ 1345809 h 1648590"/>
                <a:gd name="connsiteX257" fmla="*/ 272236 w 6512821"/>
                <a:gd name="connsiteY257" fmla="*/ 1638430 h 1648590"/>
                <a:gd name="connsiteX258" fmla="*/ 158066 w 6512821"/>
                <a:gd name="connsiteY258" fmla="*/ 1638430 h 1648590"/>
                <a:gd name="connsiteX259" fmla="*/ 7099 w 6512821"/>
                <a:gd name="connsiteY259" fmla="*/ 1157198 h 1648590"/>
                <a:gd name="connsiteX260" fmla="*/ 145757 w 6512821"/>
                <a:gd name="connsiteY260" fmla="*/ 1157198 h 1648590"/>
                <a:gd name="connsiteX261" fmla="*/ 218114 w 6512821"/>
                <a:gd name="connsiteY261" fmla="*/ 1436533 h 1648590"/>
                <a:gd name="connsiteX262" fmla="*/ 299655 w 6512821"/>
                <a:gd name="connsiteY262" fmla="*/ 1157198 h 1648590"/>
                <a:gd name="connsiteX263" fmla="*/ 412848 w 6512821"/>
                <a:gd name="connsiteY263" fmla="*/ 1157198 h 1648590"/>
                <a:gd name="connsiteX264" fmla="*/ 494388 w 6512821"/>
                <a:gd name="connsiteY264" fmla="*/ 1436533 h 1648590"/>
                <a:gd name="connsiteX265" fmla="*/ 567788 w 6512821"/>
                <a:gd name="connsiteY265" fmla="*/ 1157198 h 1648590"/>
                <a:gd name="connsiteX266" fmla="*/ 702343 w 6512821"/>
                <a:gd name="connsiteY266" fmla="*/ 1157198 h 1648590"/>
                <a:gd name="connsiteX267" fmla="*/ 4436990 w 6512821"/>
                <a:gd name="connsiteY267" fmla="*/ 16282 h 1648590"/>
                <a:gd name="connsiteX268" fmla="*/ 4436990 w 6512821"/>
                <a:gd name="connsiteY268" fmla="*/ 115147 h 1648590"/>
                <a:gd name="connsiteX269" fmla="*/ 4374792 w 6512821"/>
                <a:gd name="connsiteY269" fmla="*/ 104921 h 1648590"/>
                <a:gd name="connsiteX270" fmla="*/ 4322820 w 6512821"/>
                <a:gd name="connsiteY270" fmla="*/ 144715 h 1648590"/>
                <a:gd name="connsiteX271" fmla="*/ 4322820 w 6512821"/>
                <a:gd name="connsiteY271" fmla="*/ 186527 h 1648590"/>
                <a:gd name="connsiteX272" fmla="*/ 4404361 w 6512821"/>
                <a:gd name="connsiteY272" fmla="*/ 186527 h 1648590"/>
                <a:gd name="connsiteX273" fmla="*/ 4404361 w 6512821"/>
                <a:gd name="connsiteY273" fmla="*/ 302781 h 1648590"/>
                <a:gd name="connsiteX274" fmla="*/ 4322820 w 6512821"/>
                <a:gd name="connsiteY274" fmla="*/ 302781 h 1648590"/>
                <a:gd name="connsiteX275" fmla="*/ 4322820 w 6512821"/>
                <a:gd name="connsiteY275" fmla="*/ 667759 h 1648590"/>
                <a:gd name="connsiteX276" fmla="*/ 4202528 w 6512821"/>
                <a:gd name="connsiteY276" fmla="*/ 667759 h 1648590"/>
                <a:gd name="connsiteX277" fmla="*/ 4202528 w 6512821"/>
                <a:gd name="connsiteY277" fmla="*/ 302781 h 1648590"/>
                <a:gd name="connsiteX278" fmla="*/ 4143392 w 6512821"/>
                <a:gd name="connsiteY278" fmla="*/ 302781 h 1648590"/>
                <a:gd name="connsiteX279" fmla="*/ 4143392 w 6512821"/>
                <a:gd name="connsiteY279" fmla="*/ 186527 h 1648590"/>
                <a:gd name="connsiteX280" fmla="*/ 4202528 w 6512821"/>
                <a:gd name="connsiteY280" fmla="*/ 186527 h 1648590"/>
                <a:gd name="connsiteX281" fmla="*/ 4202528 w 6512821"/>
                <a:gd name="connsiteY281" fmla="*/ 128433 h 1648590"/>
                <a:gd name="connsiteX282" fmla="*/ 4348350 w 6512821"/>
                <a:gd name="connsiteY282" fmla="*/ 2019 h 1648590"/>
                <a:gd name="connsiteX283" fmla="*/ 4437055 w 6512821"/>
                <a:gd name="connsiteY283" fmla="*/ 16282 h 1648590"/>
                <a:gd name="connsiteX284" fmla="*/ 2957602 w 6512821"/>
                <a:gd name="connsiteY284" fmla="*/ 527083 h 1648590"/>
                <a:gd name="connsiteX285" fmla="*/ 2940278 w 6512821"/>
                <a:gd name="connsiteY285" fmla="*/ 649458 h 1648590"/>
                <a:gd name="connsiteX286" fmla="*/ 2843433 w 6512821"/>
                <a:gd name="connsiteY286" fmla="*/ 677984 h 1648590"/>
                <a:gd name="connsiteX287" fmla="*/ 2712916 w 6512821"/>
                <a:gd name="connsiteY287" fmla="*/ 535224 h 1648590"/>
                <a:gd name="connsiteX288" fmla="*/ 2712916 w 6512821"/>
                <a:gd name="connsiteY288" fmla="*/ 301739 h 1648590"/>
                <a:gd name="connsiteX289" fmla="*/ 2629291 w 6512821"/>
                <a:gd name="connsiteY289" fmla="*/ 301739 h 1648590"/>
                <a:gd name="connsiteX290" fmla="*/ 2629291 w 6512821"/>
                <a:gd name="connsiteY290" fmla="*/ 186527 h 1648590"/>
                <a:gd name="connsiteX291" fmla="*/ 2712916 w 6512821"/>
                <a:gd name="connsiteY291" fmla="*/ 186527 h 1648590"/>
                <a:gd name="connsiteX292" fmla="*/ 2712916 w 6512821"/>
                <a:gd name="connsiteY292" fmla="*/ 61155 h 1648590"/>
                <a:gd name="connsiteX293" fmla="*/ 2833208 w 6512821"/>
                <a:gd name="connsiteY293" fmla="*/ 0 h 1648590"/>
                <a:gd name="connsiteX294" fmla="*/ 2833208 w 6512821"/>
                <a:gd name="connsiteY294" fmla="*/ 186592 h 1648590"/>
                <a:gd name="connsiteX295" fmla="*/ 2945358 w 6512821"/>
                <a:gd name="connsiteY295" fmla="*/ 186592 h 1648590"/>
                <a:gd name="connsiteX296" fmla="*/ 2945358 w 6512821"/>
                <a:gd name="connsiteY296" fmla="*/ 301804 h 1648590"/>
                <a:gd name="connsiteX297" fmla="*/ 2833208 w 6512821"/>
                <a:gd name="connsiteY297" fmla="*/ 301804 h 1648590"/>
                <a:gd name="connsiteX298" fmla="*/ 2833208 w 6512821"/>
                <a:gd name="connsiteY298" fmla="*/ 503701 h 1648590"/>
                <a:gd name="connsiteX299" fmla="*/ 2880100 w 6512821"/>
                <a:gd name="connsiteY299" fmla="*/ 560819 h 1648590"/>
                <a:gd name="connsiteX300" fmla="*/ 2957602 w 6512821"/>
                <a:gd name="connsiteY300" fmla="*/ 527148 h 1648590"/>
                <a:gd name="connsiteX301" fmla="*/ 2397891 w 6512821"/>
                <a:gd name="connsiteY301" fmla="*/ 426134 h 1648590"/>
                <a:gd name="connsiteX302" fmla="*/ 2395872 w 6512821"/>
                <a:gd name="connsiteY302" fmla="*/ 467946 h 1648590"/>
                <a:gd name="connsiteX303" fmla="*/ 2114453 w 6512821"/>
                <a:gd name="connsiteY303" fmla="*/ 467946 h 1648590"/>
                <a:gd name="connsiteX304" fmla="*/ 2218462 w 6512821"/>
                <a:gd name="connsiteY304" fmla="*/ 562773 h 1648590"/>
                <a:gd name="connsiteX305" fmla="*/ 2301045 w 6512821"/>
                <a:gd name="connsiteY305" fmla="*/ 529102 h 1648590"/>
                <a:gd name="connsiteX306" fmla="*/ 2386689 w 6512821"/>
                <a:gd name="connsiteY306" fmla="*/ 601459 h 1648590"/>
                <a:gd name="connsiteX307" fmla="*/ 2210321 w 6512821"/>
                <a:gd name="connsiteY307" fmla="*/ 677919 h 1648590"/>
                <a:gd name="connsiteX308" fmla="*/ 1991100 w 6512821"/>
                <a:gd name="connsiteY308" fmla="*/ 429130 h 1648590"/>
                <a:gd name="connsiteX309" fmla="*/ 2205176 w 6512821"/>
                <a:gd name="connsiteY309" fmla="*/ 176302 h 1648590"/>
                <a:gd name="connsiteX310" fmla="*/ 2397891 w 6512821"/>
                <a:gd name="connsiteY310" fmla="*/ 426069 h 1648590"/>
                <a:gd name="connsiteX311" fmla="*/ 2116472 w 6512821"/>
                <a:gd name="connsiteY311" fmla="*/ 374162 h 1648590"/>
                <a:gd name="connsiteX312" fmla="*/ 2287759 w 6512821"/>
                <a:gd name="connsiteY312" fmla="*/ 374162 h 1648590"/>
                <a:gd name="connsiteX313" fmla="*/ 2199054 w 6512821"/>
                <a:gd name="connsiteY313" fmla="*/ 283438 h 1648590"/>
                <a:gd name="connsiteX314" fmla="*/ 2116472 w 6512821"/>
                <a:gd name="connsiteY314" fmla="*/ 374162 h 1648590"/>
                <a:gd name="connsiteX315" fmla="*/ 1933982 w 6512821"/>
                <a:gd name="connsiteY315" fmla="*/ 428218 h 1648590"/>
                <a:gd name="connsiteX316" fmla="*/ 1746413 w 6512821"/>
                <a:gd name="connsiteY316" fmla="*/ 677984 h 1648590"/>
                <a:gd name="connsiteX317" fmla="*/ 1639342 w 6512821"/>
                <a:gd name="connsiteY317" fmla="*/ 638191 h 1648590"/>
                <a:gd name="connsiteX318" fmla="*/ 1639342 w 6512821"/>
                <a:gd name="connsiteY318" fmla="*/ 784990 h 1648590"/>
                <a:gd name="connsiteX319" fmla="*/ 1519050 w 6512821"/>
                <a:gd name="connsiteY319" fmla="*/ 845169 h 1648590"/>
                <a:gd name="connsiteX320" fmla="*/ 1519050 w 6512821"/>
                <a:gd name="connsiteY320" fmla="*/ 186527 h 1648590"/>
                <a:gd name="connsiteX321" fmla="*/ 1639342 w 6512821"/>
                <a:gd name="connsiteY321" fmla="*/ 186527 h 1648590"/>
                <a:gd name="connsiteX322" fmla="*/ 1639342 w 6512821"/>
                <a:gd name="connsiteY322" fmla="*/ 219157 h 1648590"/>
                <a:gd name="connsiteX323" fmla="*/ 1748432 w 6512821"/>
                <a:gd name="connsiteY323" fmla="*/ 176367 h 1648590"/>
                <a:gd name="connsiteX324" fmla="*/ 1933982 w 6512821"/>
                <a:gd name="connsiteY324" fmla="*/ 428218 h 1648590"/>
                <a:gd name="connsiteX325" fmla="*/ 1809587 w 6512821"/>
                <a:gd name="connsiteY325" fmla="*/ 434340 h 1648590"/>
                <a:gd name="connsiteX326" fmla="*/ 1718864 w 6512821"/>
                <a:gd name="connsiteY326" fmla="*/ 292621 h 1648590"/>
                <a:gd name="connsiteX327" fmla="*/ 1639342 w 6512821"/>
                <a:gd name="connsiteY327" fmla="*/ 335410 h 1648590"/>
                <a:gd name="connsiteX328" fmla="*/ 1639342 w 6512821"/>
                <a:gd name="connsiteY328" fmla="*/ 518942 h 1648590"/>
                <a:gd name="connsiteX329" fmla="*/ 1726028 w 6512821"/>
                <a:gd name="connsiteY329" fmla="*/ 562773 h 1648590"/>
                <a:gd name="connsiteX330" fmla="*/ 1809652 w 6512821"/>
                <a:gd name="connsiteY330" fmla="*/ 434340 h 1648590"/>
                <a:gd name="connsiteX331" fmla="*/ 1435426 w 6512821"/>
                <a:gd name="connsiteY331" fmla="*/ 667825 h 1648590"/>
                <a:gd name="connsiteX332" fmla="*/ 1315134 w 6512821"/>
                <a:gd name="connsiteY332" fmla="*/ 667825 h 1648590"/>
                <a:gd name="connsiteX333" fmla="*/ 1315134 w 6512821"/>
                <a:gd name="connsiteY333" fmla="*/ 634153 h 1648590"/>
                <a:gd name="connsiteX334" fmla="*/ 1202983 w 6512821"/>
                <a:gd name="connsiteY334" fmla="*/ 677984 h 1648590"/>
                <a:gd name="connsiteX335" fmla="*/ 1033715 w 6512821"/>
                <a:gd name="connsiteY335" fmla="*/ 510800 h 1648590"/>
                <a:gd name="connsiteX336" fmla="*/ 1221284 w 6512821"/>
                <a:gd name="connsiteY336" fmla="*/ 348696 h 1648590"/>
                <a:gd name="connsiteX337" fmla="*/ 1315069 w 6512821"/>
                <a:gd name="connsiteY337" fmla="*/ 368040 h 1648590"/>
                <a:gd name="connsiteX338" fmla="*/ 1315069 w 6512821"/>
                <a:gd name="connsiteY338" fmla="*/ 342574 h 1648590"/>
                <a:gd name="connsiteX339" fmla="*/ 1232486 w 6512821"/>
                <a:gd name="connsiteY339" fmla="*/ 279335 h 1648590"/>
                <a:gd name="connsiteX340" fmla="*/ 1121378 w 6512821"/>
                <a:gd name="connsiteY340" fmla="*/ 310922 h 1648590"/>
                <a:gd name="connsiteX341" fmla="*/ 1073443 w 6512821"/>
                <a:gd name="connsiteY341" fmla="*/ 225278 h 1648590"/>
                <a:gd name="connsiteX342" fmla="*/ 1239650 w 6512821"/>
                <a:gd name="connsiteY342" fmla="*/ 176367 h 1648590"/>
                <a:gd name="connsiteX343" fmla="*/ 1435426 w 6512821"/>
                <a:gd name="connsiteY343" fmla="*/ 344593 h 1648590"/>
                <a:gd name="connsiteX344" fmla="*/ 1435426 w 6512821"/>
                <a:gd name="connsiteY344" fmla="*/ 667759 h 1648590"/>
                <a:gd name="connsiteX345" fmla="*/ 1315134 w 6512821"/>
                <a:gd name="connsiteY345" fmla="*/ 527083 h 1648590"/>
                <a:gd name="connsiteX346" fmla="*/ 1315134 w 6512821"/>
                <a:gd name="connsiteY346" fmla="*/ 465927 h 1648590"/>
                <a:gd name="connsiteX347" fmla="*/ 1234570 w 6512821"/>
                <a:gd name="connsiteY347" fmla="*/ 445542 h 1648590"/>
                <a:gd name="connsiteX348" fmla="*/ 1156091 w 6512821"/>
                <a:gd name="connsiteY348" fmla="*/ 507740 h 1648590"/>
                <a:gd name="connsiteX349" fmla="*/ 1224410 w 6512821"/>
                <a:gd name="connsiteY349" fmla="*/ 574040 h 1648590"/>
                <a:gd name="connsiteX350" fmla="*/ 1315134 w 6512821"/>
                <a:gd name="connsiteY350" fmla="*/ 527148 h 1648590"/>
                <a:gd name="connsiteX351" fmla="*/ 967480 w 6512821"/>
                <a:gd name="connsiteY351" fmla="*/ 667825 h 1648590"/>
                <a:gd name="connsiteX352" fmla="*/ 847188 w 6512821"/>
                <a:gd name="connsiteY352" fmla="*/ 667825 h 1648590"/>
                <a:gd name="connsiteX353" fmla="*/ 847188 w 6512821"/>
                <a:gd name="connsiteY353" fmla="*/ 405814 h 1648590"/>
                <a:gd name="connsiteX354" fmla="*/ 765647 w 6512821"/>
                <a:gd name="connsiteY354" fmla="*/ 292621 h 1648590"/>
                <a:gd name="connsiteX355" fmla="*/ 683065 w 6512821"/>
                <a:gd name="connsiteY355" fmla="*/ 402753 h 1648590"/>
                <a:gd name="connsiteX356" fmla="*/ 683065 w 6512821"/>
                <a:gd name="connsiteY356" fmla="*/ 667825 h 1648590"/>
                <a:gd name="connsiteX357" fmla="*/ 562773 w 6512821"/>
                <a:gd name="connsiteY357" fmla="*/ 667825 h 1648590"/>
                <a:gd name="connsiteX358" fmla="*/ 562773 w 6512821"/>
                <a:gd name="connsiteY358" fmla="*/ 61221 h 1648590"/>
                <a:gd name="connsiteX359" fmla="*/ 683065 w 6512821"/>
                <a:gd name="connsiteY359" fmla="*/ 65 h 1648590"/>
                <a:gd name="connsiteX360" fmla="*/ 683065 w 6512821"/>
                <a:gd name="connsiteY360" fmla="*/ 220264 h 1648590"/>
                <a:gd name="connsiteX361" fmla="*/ 796258 w 6512821"/>
                <a:gd name="connsiteY361" fmla="*/ 176432 h 1648590"/>
                <a:gd name="connsiteX362" fmla="*/ 967545 w 6512821"/>
                <a:gd name="connsiteY362" fmla="*/ 396631 h 1648590"/>
                <a:gd name="connsiteX363" fmla="*/ 967545 w 6512821"/>
                <a:gd name="connsiteY363" fmla="*/ 667825 h 1648590"/>
                <a:gd name="connsiteX364" fmla="*/ 496472 w 6512821"/>
                <a:gd name="connsiteY364" fmla="*/ 475110 h 1648590"/>
                <a:gd name="connsiteX365" fmla="*/ 255889 w 6512821"/>
                <a:gd name="connsiteY365" fmla="*/ 677984 h 1648590"/>
                <a:gd name="connsiteX366" fmla="*/ 0 w 6512821"/>
                <a:gd name="connsiteY366" fmla="*/ 562773 h 1648590"/>
                <a:gd name="connsiteX367" fmla="*/ 89747 w 6512821"/>
                <a:gd name="connsiteY367" fmla="*/ 483251 h 1648590"/>
                <a:gd name="connsiteX368" fmla="*/ 252893 w 6512821"/>
                <a:gd name="connsiteY368" fmla="*/ 556651 h 1648590"/>
                <a:gd name="connsiteX369" fmla="*/ 367063 w 6512821"/>
                <a:gd name="connsiteY369" fmla="*/ 478171 h 1648590"/>
                <a:gd name="connsiteX370" fmla="*/ 329353 w 6512821"/>
                <a:gd name="connsiteY370" fmla="*/ 426199 h 1648590"/>
                <a:gd name="connsiteX371" fmla="*/ 225344 w 6512821"/>
                <a:gd name="connsiteY371" fmla="*/ 394612 h 1648590"/>
                <a:gd name="connsiteX372" fmla="*/ 79522 w 6512821"/>
                <a:gd name="connsiteY372" fmla="*/ 335475 h 1648590"/>
                <a:gd name="connsiteX373" fmla="*/ 24488 w 6512821"/>
                <a:gd name="connsiteY373" fmla="*/ 207042 h 1648590"/>
                <a:gd name="connsiteX374" fmla="*/ 254912 w 6512821"/>
                <a:gd name="connsiteY374" fmla="*/ 16412 h 1648590"/>
                <a:gd name="connsiteX375" fmla="*/ 482274 w 6512821"/>
                <a:gd name="connsiteY375" fmla="*/ 115277 h 1648590"/>
                <a:gd name="connsiteX376" fmla="*/ 392528 w 6512821"/>
                <a:gd name="connsiteY376" fmla="*/ 202939 h 1648590"/>
                <a:gd name="connsiteX377" fmla="*/ 246706 w 6512821"/>
                <a:gd name="connsiteY377" fmla="*/ 137681 h 1648590"/>
                <a:gd name="connsiteX378" fmla="*/ 152921 w 6512821"/>
                <a:gd name="connsiteY378" fmla="*/ 199878 h 1648590"/>
                <a:gd name="connsiteX379" fmla="*/ 179428 w 6512821"/>
                <a:gd name="connsiteY379" fmla="*/ 243710 h 1648590"/>
                <a:gd name="connsiteX380" fmla="*/ 282396 w 6512821"/>
                <a:gd name="connsiteY380" fmla="*/ 277381 h 1648590"/>
                <a:gd name="connsiteX381" fmla="*/ 438378 w 6512821"/>
                <a:gd name="connsiteY381" fmla="*/ 341598 h 1648590"/>
                <a:gd name="connsiteX382" fmla="*/ 496472 w 6512821"/>
                <a:gd name="connsiteY382" fmla="*/ 475176 h 1648590"/>
                <a:gd name="connsiteX383" fmla="*/ 6100885 w 6512821"/>
                <a:gd name="connsiteY383" fmla="*/ 208996 h 1648590"/>
                <a:gd name="connsiteX384" fmla="*/ 6051778 w 6512821"/>
                <a:gd name="connsiteY384" fmla="*/ 329288 h 1648590"/>
                <a:gd name="connsiteX385" fmla="*/ 5982482 w 6512821"/>
                <a:gd name="connsiteY385" fmla="*/ 299720 h 1648590"/>
                <a:gd name="connsiteX386" fmla="*/ 5911232 w 6512821"/>
                <a:gd name="connsiteY386" fmla="*/ 405749 h 1648590"/>
                <a:gd name="connsiteX387" fmla="*/ 5911232 w 6512821"/>
                <a:gd name="connsiteY387" fmla="*/ 667759 h 1648590"/>
                <a:gd name="connsiteX388" fmla="*/ 5790940 w 6512821"/>
                <a:gd name="connsiteY388" fmla="*/ 667759 h 1648590"/>
                <a:gd name="connsiteX389" fmla="*/ 5790940 w 6512821"/>
                <a:gd name="connsiteY389" fmla="*/ 186527 h 1648590"/>
                <a:gd name="connsiteX390" fmla="*/ 5911232 w 6512821"/>
                <a:gd name="connsiteY390" fmla="*/ 186527 h 1648590"/>
                <a:gd name="connsiteX391" fmla="*/ 5911232 w 6512821"/>
                <a:gd name="connsiteY391" fmla="*/ 220198 h 1648590"/>
                <a:gd name="connsiteX392" fmla="*/ 6012181 w 6512821"/>
                <a:gd name="connsiteY392" fmla="*/ 176367 h 1648590"/>
                <a:gd name="connsiteX393" fmla="*/ 6100885 w 6512821"/>
                <a:gd name="connsiteY393" fmla="*/ 208996 h 16485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Lst>
              <a:rect l="l" t="t" r="r" b="b"/>
              <a:pathLst>
                <a:path w="6512821" h="1648590">
                  <a:moveTo>
                    <a:pt x="5071143" y="1396740"/>
                  </a:moveTo>
                  <a:cubicBezTo>
                    <a:pt x="5071143" y="1412045"/>
                    <a:pt x="5070101" y="1431388"/>
                    <a:pt x="5069124" y="1438552"/>
                  </a:cubicBezTo>
                  <a:lnTo>
                    <a:pt x="4777545" y="1438552"/>
                  </a:lnTo>
                  <a:cubicBezTo>
                    <a:pt x="4782625" y="1505829"/>
                    <a:pt x="4828541" y="1533378"/>
                    <a:pt x="4880513" y="1533378"/>
                  </a:cubicBezTo>
                  <a:cubicBezTo>
                    <a:pt x="4911123" y="1533378"/>
                    <a:pt x="4939649" y="1524196"/>
                    <a:pt x="4964137" y="1499707"/>
                  </a:cubicBezTo>
                  <a:lnTo>
                    <a:pt x="5049781" y="1572065"/>
                  </a:lnTo>
                  <a:cubicBezTo>
                    <a:pt x="5004908" y="1628140"/>
                    <a:pt x="4936588" y="1648525"/>
                    <a:pt x="4875433" y="1648525"/>
                  </a:cubicBezTo>
                  <a:cubicBezTo>
                    <a:pt x="4734756" y="1648525"/>
                    <a:pt x="4654192" y="1540478"/>
                    <a:pt x="4654192" y="1398759"/>
                  </a:cubicBezTo>
                  <a:cubicBezTo>
                    <a:pt x="4654192" y="1244795"/>
                    <a:pt x="4749019" y="1146908"/>
                    <a:pt x="4867292" y="1146908"/>
                  </a:cubicBezTo>
                  <a:cubicBezTo>
                    <a:pt x="4993706" y="1146908"/>
                    <a:pt x="5071208" y="1258016"/>
                    <a:pt x="5071208" y="1396675"/>
                  </a:cubicBezTo>
                  <a:close/>
                  <a:moveTo>
                    <a:pt x="4779564" y="1344767"/>
                  </a:moveTo>
                  <a:lnTo>
                    <a:pt x="4950851" y="1344767"/>
                  </a:lnTo>
                  <a:cubicBezTo>
                    <a:pt x="4946748" y="1290711"/>
                    <a:pt x="4912100" y="1254044"/>
                    <a:pt x="4863189" y="1254044"/>
                  </a:cubicBezTo>
                  <a:cubicBezTo>
                    <a:pt x="4805094" y="1254044"/>
                    <a:pt x="4782625" y="1305039"/>
                    <a:pt x="4779564" y="1344767"/>
                  </a:cubicBezTo>
                  <a:close/>
                  <a:moveTo>
                    <a:pt x="6512756" y="1396740"/>
                  </a:moveTo>
                  <a:cubicBezTo>
                    <a:pt x="6512756" y="1412045"/>
                    <a:pt x="6511714" y="1431388"/>
                    <a:pt x="6510737" y="1438552"/>
                  </a:cubicBezTo>
                  <a:lnTo>
                    <a:pt x="6219158" y="1438552"/>
                  </a:lnTo>
                  <a:cubicBezTo>
                    <a:pt x="6224238" y="1505829"/>
                    <a:pt x="6270154" y="1533378"/>
                    <a:pt x="6322126" y="1533378"/>
                  </a:cubicBezTo>
                  <a:cubicBezTo>
                    <a:pt x="6352736" y="1533378"/>
                    <a:pt x="6381262" y="1524196"/>
                    <a:pt x="6405751" y="1499707"/>
                  </a:cubicBezTo>
                  <a:lnTo>
                    <a:pt x="6491394" y="1572065"/>
                  </a:lnTo>
                  <a:cubicBezTo>
                    <a:pt x="6446521" y="1628140"/>
                    <a:pt x="6378201" y="1648525"/>
                    <a:pt x="6317046" y="1648525"/>
                  </a:cubicBezTo>
                  <a:cubicBezTo>
                    <a:pt x="6176369" y="1648525"/>
                    <a:pt x="6095805" y="1540478"/>
                    <a:pt x="6095805" y="1398759"/>
                  </a:cubicBezTo>
                  <a:cubicBezTo>
                    <a:pt x="6095805" y="1244795"/>
                    <a:pt x="6190632" y="1146908"/>
                    <a:pt x="6308905" y="1146908"/>
                  </a:cubicBezTo>
                  <a:cubicBezTo>
                    <a:pt x="6435319" y="1146908"/>
                    <a:pt x="6512821" y="1258016"/>
                    <a:pt x="6512821" y="1396675"/>
                  </a:cubicBezTo>
                  <a:close/>
                  <a:moveTo>
                    <a:pt x="6221177" y="1344767"/>
                  </a:moveTo>
                  <a:lnTo>
                    <a:pt x="6392465" y="1344767"/>
                  </a:lnTo>
                  <a:cubicBezTo>
                    <a:pt x="6388361" y="1290711"/>
                    <a:pt x="6353713" y="1254044"/>
                    <a:pt x="6304802" y="1254044"/>
                  </a:cubicBezTo>
                  <a:cubicBezTo>
                    <a:pt x="6246708" y="1254044"/>
                    <a:pt x="6224238" y="1305039"/>
                    <a:pt x="6221177" y="1344767"/>
                  </a:cubicBezTo>
                  <a:close/>
                  <a:moveTo>
                    <a:pt x="5978509" y="1467143"/>
                  </a:moveTo>
                  <a:lnTo>
                    <a:pt x="6058031" y="1542561"/>
                  </a:lnTo>
                  <a:cubicBezTo>
                    <a:pt x="6017261" y="1594534"/>
                    <a:pt x="5961185" y="1648590"/>
                    <a:pt x="5866359" y="1648590"/>
                  </a:cubicBezTo>
                  <a:cubicBezTo>
                    <a:pt x="5734865" y="1648590"/>
                    <a:pt x="5637954" y="1543604"/>
                    <a:pt x="5637954" y="1398823"/>
                  </a:cubicBezTo>
                  <a:cubicBezTo>
                    <a:pt x="5637954" y="1266288"/>
                    <a:pt x="5718518" y="1146973"/>
                    <a:pt x="5868378" y="1146973"/>
                  </a:cubicBezTo>
                  <a:cubicBezTo>
                    <a:pt x="5954021" y="1146973"/>
                    <a:pt x="6013157" y="1185724"/>
                    <a:pt x="6056989" y="1250983"/>
                  </a:cubicBezTo>
                  <a:lnTo>
                    <a:pt x="5975448" y="1333565"/>
                  </a:lnTo>
                  <a:cubicBezTo>
                    <a:pt x="5946922" y="1295856"/>
                    <a:pt x="5916312" y="1266288"/>
                    <a:pt x="5867401" y="1266288"/>
                  </a:cubicBezTo>
                  <a:cubicBezTo>
                    <a:pt x="5801100" y="1266288"/>
                    <a:pt x="5766452" y="1322363"/>
                    <a:pt x="5766452" y="1396804"/>
                  </a:cubicBezTo>
                  <a:cubicBezTo>
                    <a:pt x="5766452" y="1466101"/>
                    <a:pt x="5797062" y="1528299"/>
                    <a:pt x="5868378" y="1528299"/>
                  </a:cubicBezTo>
                  <a:cubicBezTo>
                    <a:pt x="5912209" y="1528299"/>
                    <a:pt x="5948941" y="1504852"/>
                    <a:pt x="5978509" y="1467143"/>
                  </a:cubicBezTo>
                  <a:close/>
                  <a:moveTo>
                    <a:pt x="4869246" y="667825"/>
                  </a:moveTo>
                  <a:lnTo>
                    <a:pt x="4750973" y="667825"/>
                  </a:lnTo>
                  <a:lnTo>
                    <a:pt x="4750973" y="634153"/>
                  </a:lnTo>
                  <a:cubicBezTo>
                    <a:pt x="4724466" y="663721"/>
                    <a:pt x="4681676" y="677984"/>
                    <a:pt x="4638822" y="677984"/>
                  </a:cubicBezTo>
                  <a:cubicBezTo>
                    <a:pt x="4514427" y="677984"/>
                    <a:pt x="4467535" y="588238"/>
                    <a:pt x="4467535" y="458763"/>
                  </a:cubicBezTo>
                  <a:lnTo>
                    <a:pt x="4467535" y="186527"/>
                  </a:lnTo>
                  <a:lnTo>
                    <a:pt x="4587827" y="186527"/>
                  </a:lnTo>
                  <a:lnTo>
                    <a:pt x="4587827" y="448538"/>
                  </a:lnTo>
                  <a:cubicBezTo>
                    <a:pt x="4587827" y="513797"/>
                    <a:pt x="4601113" y="562708"/>
                    <a:pt x="4668390" y="562708"/>
                  </a:cubicBezTo>
                  <a:cubicBezTo>
                    <a:pt x="4735668" y="562708"/>
                    <a:pt x="4748954" y="511712"/>
                    <a:pt x="4748954" y="452576"/>
                  </a:cubicBezTo>
                  <a:lnTo>
                    <a:pt x="4748954" y="186462"/>
                  </a:lnTo>
                  <a:lnTo>
                    <a:pt x="4869246" y="186462"/>
                  </a:lnTo>
                  <a:lnTo>
                    <a:pt x="4869246" y="667695"/>
                  </a:lnTo>
                  <a:close/>
                  <a:moveTo>
                    <a:pt x="5244449" y="527083"/>
                  </a:moveTo>
                  <a:lnTo>
                    <a:pt x="5227125" y="649458"/>
                  </a:lnTo>
                  <a:cubicBezTo>
                    <a:pt x="5202637" y="668802"/>
                    <a:pt x="5157829" y="677984"/>
                    <a:pt x="5128261" y="677984"/>
                  </a:cubicBezTo>
                  <a:cubicBezTo>
                    <a:pt x="5054861" y="677984"/>
                    <a:pt x="4997744" y="622951"/>
                    <a:pt x="4997744" y="535224"/>
                  </a:cubicBezTo>
                  <a:lnTo>
                    <a:pt x="4997744" y="301739"/>
                  </a:lnTo>
                  <a:lnTo>
                    <a:pt x="4928447" y="301739"/>
                  </a:lnTo>
                  <a:lnTo>
                    <a:pt x="4928447" y="186527"/>
                  </a:lnTo>
                  <a:lnTo>
                    <a:pt x="4997744" y="186527"/>
                  </a:lnTo>
                  <a:lnTo>
                    <a:pt x="4997744" y="61155"/>
                  </a:lnTo>
                  <a:lnTo>
                    <a:pt x="5118035" y="0"/>
                  </a:lnTo>
                  <a:lnTo>
                    <a:pt x="5118035" y="186592"/>
                  </a:lnTo>
                  <a:lnTo>
                    <a:pt x="5232205" y="186592"/>
                  </a:lnTo>
                  <a:lnTo>
                    <a:pt x="5232205" y="301804"/>
                  </a:lnTo>
                  <a:lnTo>
                    <a:pt x="5118035" y="301804"/>
                  </a:lnTo>
                  <a:lnTo>
                    <a:pt x="5118035" y="503701"/>
                  </a:lnTo>
                  <a:cubicBezTo>
                    <a:pt x="5118035" y="545514"/>
                    <a:pt x="5135360" y="560819"/>
                    <a:pt x="5164928" y="560819"/>
                  </a:cubicBezTo>
                  <a:cubicBezTo>
                    <a:pt x="5194496" y="560819"/>
                    <a:pt x="5225106" y="545514"/>
                    <a:pt x="5244449" y="527148"/>
                  </a:cubicBezTo>
                  <a:close/>
                  <a:moveTo>
                    <a:pt x="3417407" y="667825"/>
                  </a:moveTo>
                  <a:lnTo>
                    <a:pt x="3297116" y="667825"/>
                  </a:lnTo>
                  <a:lnTo>
                    <a:pt x="3297116" y="405814"/>
                  </a:lnTo>
                  <a:cubicBezTo>
                    <a:pt x="3297116" y="340555"/>
                    <a:pt x="3282853" y="292621"/>
                    <a:pt x="3215575" y="292621"/>
                  </a:cubicBezTo>
                  <a:cubicBezTo>
                    <a:pt x="3148298" y="292621"/>
                    <a:pt x="3132993" y="336452"/>
                    <a:pt x="3132993" y="402753"/>
                  </a:cubicBezTo>
                  <a:lnTo>
                    <a:pt x="3132993" y="667825"/>
                  </a:lnTo>
                  <a:lnTo>
                    <a:pt x="3012701" y="667825"/>
                  </a:lnTo>
                  <a:lnTo>
                    <a:pt x="3012701" y="61221"/>
                  </a:lnTo>
                  <a:lnTo>
                    <a:pt x="3132993" y="65"/>
                  </a:lnTo>
                  <a:lnTo>
                    <a:pt x="3132993" y="220264"/>
                  </a:lnTo>
                  <a:cubicBezTo>
                    <a:pt x="3159500" y="193756"/>
                    <a:pt x="3192129" y="176432"/>
                    <a:pt x="3246186" y="176432"/>
                  </a:cubicBezTo>
                  <a:cubicBezTo>
                    <a:pt x="3373641" y="176432"/>
                    <a:pt x="3417473" y="274320"/>
                    <a:pt x="3417473" y="396631"/>
                  </a:cubicBezTo>
                  <a:lnTo>
                    <a:pt x="3417473" y="667825"/>
                  </a:lnTo>
                  <a:close/>
                  <a:moveTo>
                    <a:pt x="5564554" y="1638365"/>
                  </a:moveTo>
                  <a:lnTo>
                    <a:pt x="5440160" y="1638365"/>
                  </a:lnTo>
                  <a:lnTo>
                    <a:pt x="5440160" y="1376355"/>
                  </a:lnTo>
                  <a:cubicBezTo>
                    <a:pt x="5440160" y="1309077"/>
                    <a:pt x="5424855" y="1264204"/>
                    <a:pt x="5357577" y="1264204"/>
                  </a:cubicBezTo>
                  <a:cubicBezTo>
                    <a:pt x="5294337" y="1264204"/>
                    <a:pt x="5273952" y="1301913"/>
                    <a:pt x="5273952" y="1373293"/>
                  </a:cubicBezTo>
                  <a:lnTo>
                    <a:pt x="5273952" y="1638365"/>
                  </a:lnTo>
                  <a:lnTo>
                    <a:pt x="5149558" y="1638365"/>
                  </a:lnTo>
                  <a:lnTo>
                    <a:pt x="5149558" y="1157133"/>
                  </a:lnTo>
                  <a:lnTo>
                    <a:pt x="5273952" y="1157133"/>
                  </a:lnTo>
                  <a:lnTo>
                    <a:pt x="5273952" y="1189762"/>
                  </a:lnTo>
                  <a:cubicBezTo>
                    <a:pt x="5299418" y="1164297"/>
                    <a:pt x="5337192" y="1146973"/>
                    <a:pt x="5391183" y="1146973"/>
                  </a:cubicBezTo>
                  <a:cubicBezTo>
                    <a:pt x="5521700" y="1146973"/>
                    <a:pt x="5564490" y="1247922"/>
                    <a:pt x="5564490" y="1366195"/>
                  </a:cubicBezTo>
                  <a:lnTo>
                    <a:pt x="5564490" y="1638430"/>
                  </a:lnTo>
                  <a:close/>
                  <a:moveTo>
                    <a:pt x="4008772" y="1115386"/>
                  </a:moveTo>
                  <a:cubicBezTo>
                    <a:pt x="4048565" y="1115386"/>
                    <a:pt x="4080152" y="1083798"/>
                    <a:pt x="4080152" y="1044005"/>
                  </a:cubicBezTo>
                  <a:cubicBezTo>
                    <a:pt x="4080152" y="1004212"/>
                    <a:pt x="4048565" y="972624"/>
                    <a:pt x="4008772" y="972624"/>
                  </a:cubicBezTo>
                  <a:cubicBezTo>
                    <a:pt x="3968978" y="972624"/>
                    <a:pt x="3937391" y="1004212"/>
                    <a:pt x="3937391" y="1044005"/>
                  </a:cubicBezTo>
                  <a:cubicBezTo>
                    <a:pt x="3937391" y="1083798"/>
                    <a:pt x="3968978" y="1115386"/>
                    <a:pt x="4008772" y="1115386"/>
                  </a:cubicBezTo>
                  <a:close/>
                  <a:moveTo>
                    <a:pt x="829864" y="1115386"/>
                  </a:moveTo>
                  <a:cubicBezTo>
                    <a:pt x="869657" y="1115386"/>
                    <a:pt x="901244" y="1083798"/>
                    <a:pt x="901244" y="1044005"/>
                  </a:cubicBezTo>
                  <a:cubicBezTo>
                    <a:pt x="901244" y="1004212"/>
                    <a:pt x="869657" y="972624"/>
                    <a:pt x="829864" y="972624"/>
                  </a:cubicBezTo>
                  <a:cubicBezTo>
                    <a:pt x="790070" y="972624"/>
                    <a:pt x="758483" y="1004212"/>
                    <a:pt x="758483" y="1044005"/>
                  </a:cubicBezTo>
                  <a:cubicBezTo>
                    <a:pt x="758483" y="1083798"/>
                    <a:pt x="790070" y="1115386"/>
                    <a:pt x="829864" y="1115386"/>
                  </a:cubicBezTo>
                  <a:close/>
                  <a:moveTo>
                    <a:pt x="6512756" y="426134"/>
                  </a:moveTo>
                  <a:cubicBezTo>
                    <a:pt x="6512756" y="441439"/>
                    <a:pt x="6511714" y="460782"/>
                    <a:pt x="6510737" y="467946"/>
                  </a:cubicBezTo>
                  <a:lnTo>
                    <a:pt x="6219158" y="467946"/>
                  </a:lnTo>
                  <a:cubicBezTo>
                    <a:pt x="6224238" y="535224"/>
                    <a:pt x="6270154" y="562773"/>
                    <a:pt x="6322126" y="562773"/>
                  </a:cubicBezTo>
                  <a:cubicBezTo>
                    <a:pt x="6352736" y="562773"/>
                    <a:pt x="6381262" y="553590"/>
                    <a:pt x="6405751" y="529102"/>
                  </a:cubicBezTo>
                  <a:lnTo>
                    <a:pt x="6491394" y="601459"/>
                  </a:lnTo>
                  <a:cubicBezTo>
                    <a:pt x="6446521" y="657535"/>
                    <a:pt x="6378201" y="677919"/>
                    <a:pt x="6317046" y="677919"/>
                  </a:cubicBezTo>
                  <a:cubicBezTo>
                    <a:pt x="6176369" y="677919"/>
                    <a:pt x="6095805" y="569872"/>
                    <a:pt x="6095805" y="428153"/>
                  </a:cubicBezTo>
                  <a:cubicBezTo>
                    <a:pt x="6095805" y="274190"/>
                    <a:pt x="6190632" y="176302"/>
                    <a:pt x="6308905" y="176302"/>
                  </a:cubicBezTo>
                  <a:cubicBezTo>
                    <a:pt x="6435319" y="176302"/>
                    <a:pt x="6512821" y="287411"/>
                    <a:pt x="6512821" y="426069"/>
                  </a:cubicBezTo>
                  <a:close/>
                  <a:moveTo>
                    <a:pt x="6221177" y="374162"/>
                  </a:moveTo>
                  <a:lnTo>
                    <a:pt x="6392465" y="374162"/>
                  </a:lnTo>
                  <a:cubicBezTo>
                    <a:pt x="6388361" y="320105"/>
                    <a:pt x="6353713" y="283438"/>
                    <a:pt x="6304802" y="283438"/>
                  </a:cubicBezTo>
                  <a:cubicBezTo>
                    <a:pt x="6246708" y="283438"/>
                    <a:pt x="6224238" y="334433"/>
                    <a:pt x="6221177" y="374162"/>
                  </a:cubicBezTo>
                  <a:close/>
                  <a:moveTo>
                    <a:pt x="5702235" y="667825"/>
                  </a:moveTo>
                  <a:lnTo>
                    <a:pt x="5583963" y="667825"/>
                  </a:lnTo>
                  <a:lnTo>
                    <a:pt x="5583963" y="634153"/>
                  </a:lnTo>
                  <a:cubicBezTo>
                    <a:pt x="5557456" y="663721"/>
                    <a:pt x="5514666" y="677984"/>
                    <a:pt x="5471812" y="677984"/>
                  </a:cubicBezTo>
                  <a:cubicBezTo>
                    <a:pt x="5347417" y="677984"/>
                    <a:pt x="5300525" y="588238"/>
                    <a:pt x="5300525" y="458763"/>
                  </a:cubicBezTo>
                  <a:lnTo>
                    <a:pt x="5300525" y="186527"/>
                  </a:lnTo>
                  <a:lnTo>
                    <a:pt x="5420817" y="186527"/>
                  </a:lnTo>
                  <a:lnTo>
                    <a:pt x="5420817" y="448538"/>
                  </a:lnTo>
                  <a:cubicBezTo>
                    <a:pt x="5420817" y="513797"/>
                    <a:pt x="5434103" y="562708"/>
                    <a:pt x="5501380" y="562708"/>
                  </a:cubicBezTo>
                  <a:cubicBezTo>
                    <a:pt x="5568657" y="562708"/>
                    <a:pt x="5581944" y="511712"/>
                    <a:pt x="5581944" y="452576"/>
                  </a:cubicBezTo>
                  <a:lnTo>
                    <a:pt x="5581944" y="186462"/>
                  </a:lnTo>
                  <a:lnTo>
                    <a:pt x="5702235" y="186462"/>
                  </a:lnTo>
                  <a:lnTo>
                    <a:pt x="5702235" y="667695"/>
                  </a:lnTo>
                  <a:close/>
                  <a:moveTo>
                    <a:pt x="3895579" y="426134"/>
                  </a:moveTo>
                  <a:cubicBezTo>
                    <a:pt x="3895579" y="441439"/>
                    <a:pt x="3894537" y="460782"/>
                    <a:pt x="3893560" y="467946"/>
                  </a:cubicBezTo>
                  <a:lnTo>
                    <a:pt x="3601981" y="467946"/>
                  </a:lnTo>
                  <a:cubicBezTo>
                    <a:pt x="3607061" y="535224"/>
                    <a:pt x="3652976" y="562773"/>
                    <a:pt x="3704949" y="562773"/>
                  </a:cubicBezTo>
                  <a:cubicBezTo>
                    <a:pt x="3735559" y="562773"/>
                    <a:pt x="3764085" y="553590"/>
                    <a:pt x="3788573" y="529102"/>
                  </a:cubicBezTo>
                  <a:lnTo>
                    <a:pt x="3874217" y="601459"/>
                  </a:lnTo>
                  <a:cubicBezTo>
                    <a:pt x="3829343" y="657535"/>
                    <a:pt x="3761024" y="677919"/>
                    <a:pt x="3699868" y="677919"/>
                  </a:cubicBezTo>
                  <a:cubicBezTo>
                    <a:pt x="3559192" y="677919"/>
                    <a:pt x="3478628" y="569872"/>
                    <a:pt x="3478628" y="428153"/>
                  </a:cubicBezTo>
                  <a:cubicBezTo>
                    <a:pt x="3478628" y="274190"/>
                    <a:pt x="3573455" y="176302"/>
                    <a:pt x="3691727" y="176302"/>
                  </a:cubicBezTo>
                  <a:cubicBezTo>
                    <a:pt x="3818141" y="176302"/>
                    <a:pt x="3895644" y="287411"/>
                    <a:pt x="3895644" y="426069"/>
                  </a:cubicBezTo>
                  <a:close/>
                  <a:moveTo>
                    <a:pt x="3604000" y="374162"/>
                  </a:moveTo>
                  <a:lnTo>
                    <a:pt x="3775287" y="374162"/>
                  </a:lnTo>
                  <a:cubicBezTo>
                    <a:pt x="3771184" y="320105"/>
                    <a:pt x="3736536" y="283438"/>
                    <a:pt x="3687624" y="283438"/>
                  </a:cubicBezTo>
                  <a:cubicBezTo>
                    <a:pt x="3629530" y="283438"/>
                    <a:pt x="3607061" y="334433"/>
                    <a:pt x="3604000" y="374162"/>
                  </a:cubicBezTo>
                  <a:close/>
                  <a:moveTo>
                    <a:pt x="4579686" y="1638365"/>
                  </a:moveTo>
                  <a:lnTo>
                    <a:pt x="4455291" y="1638365"/>
                  </a:lnTo>
                  <a:lnTo>
                    <a:pt x="4455291" y="1606778"/>
                  </a:lnTo>
                  <a:cubicBezTo>
                    <a:pt x="4414521" y="1636346"/>
                    <a:pt x="4390032" y="1648590"/>
                    <a:pt x="4346201" y="1648590"/>
                  </a:cubicBezTo>
                  <a:cubicBezTo>
                    <a:pt x="4207543" y="1648590"/>
                    <a:pt x="4148406" y="1528299"/>
                    <a:pt x="4148406" y="1393678"/>
                  </a:cubicBezTo>
                  <a:cubicBezTo>
                    <a:pt x="4148406" y="1247856"/>
                    <a:pt x="4217703" y="1146973"/>
                    <a:pt x="4343140" y="1146973"/>
                  </a:cubicBezTo>
                  <a:cubicBezTo>
                    <a:pt x="4384952" y="1146973"/>
                    <a:pt x="4424681" y="1158175"/>
                    <a:pt x="4455291" y="1185724"/>
                  </a:cubicBezTo>
                  <a:lnTo>
                    <a:pt x="4455291" y="1031761"/>
                  </a:lnTo>
                  <a:lnTo>
                    <a:pt x="4579686" y="969564"/>
                  </a:lnTo>
                  <a:lnTo>
                    <a:pt x="4579686" y="1638365"/>
                  </a:lnTo>
                  <a:close/>
                  <a:moveTo>
                    <a:pt x="4455356" y="1489547"/>
                  </a:moveTo>
                  <a:lnTo>
                    <a:pt x="4455356" y="1306016"/>
                  </a:lnTo>
                  <a:cubicBezTo>
                    <a:pt x="4428849" y="1277490"/>
                    <a:pt x="4403384" y="1264204"/>
                    <a:pt x="4368670" y="1264204"/>
                  </a:cubicBezTo>
                  <a:cubicBezTo>
                    <a:pt x="4296313" y="1264204"/>
                    <a:pt x="4278924" y="1321321"/>
                    <a:pt x="4278924" y="1389575"/>
                  </a:cubicBezTo>
                  <a:cubicBezTo>
                    <a:pt x="4278924" y="1467078"/>
                    <a:pt x="4301328" y="1531294"/>
                    <a:pt x="4371731" y="1531294"/>
                  </a:cubicBezTo>
                  <a:cubicBezTo>
                    <a:pt x="4406380" y="1531294"/>
                    <a:pt x="4430868" y="1515989"/>
                    <a:pt x="4455356" y="1489482"/>
                  </a:cubicBezTo>
                  <a:close/>
                  <a:moveTo>
                    <a:pt x="3945532" y="1157198"/>
                  </a:moveTo>
                  <a:lnTo>
                    <a:pt x="3945532" y="1638430"/>
                  </a:lnTo>
                  <a:lnTo>
                    <a:pt x="4069927" y="1638430"/>
                  </a:lnTo>
                  <a:lnTo>
                    <a:pt x="4069927" y="1157198"/>
                  </a:lnTo>
                  <a:lnTo>
                    <a:pt x="3945532" y="1157198"/>
                  </a:lnTo>
                  <a:close/>
                  <a:moveTo>
                    <a:pt x="3873175" y="985911"/>
                  </a:moveTo>
                  <a:lnTo>
                    <a:pt x="3873175" y="1085817"/>
                  </a:lnTo>
                  <a:cubicBezTo>
                    <a:pt x="3854809" y="1079695"/>
                    <a:pt x="3830386" y="1076634"/>
                    <a:pt x="3812019" y="1076634"/>
                  </a:cubicBezTo>
                  <a:cubicBezTo>
                    <a:pt x="3776329" y="1076634"/>
                    <a:pt x="3760047" y="1087836"/>
                    <a:pt x="3760047" y="1118447"/>
                  </a:cubicBezTo>
                  <a:lnTo>
                    <a:pt x="3760047" y="1157198"/>
                  </a:lnTo>
                  <a:lnTo>
                    <a:pt x="3863015" y="1157198"/>
                  </a:lnTo>
                  <a:lnTo>
                    <a:pt x="3863015" y="1273452"/>
                  </a:lnTo>
                  <a:lnTo>
                    <a:pt x="3760047" y="1273452"/>
                  </a:lnTo>
                  <a:lnTo>
                    <a:pt x="3760047" y="1638430"/>
                  </a:lnTo>
                  <a:lnTo>
                    <a:pt x="3635652" y="1638430"/>
                  </a:lnTo>
                  <a:lnTo>
                    <a:pt x="3635652" y="1273452"/>
                  </a:lnTo>
                  <a:lnTo>
                    <a:pt x="3568375" y="1273452"/>
                  </a:lnTo>
                  <a:lnTo>
                    <a:pt x="3568375" y="1157198"/>
                  </a:lnTo>
                  <a:lnTo>
                    <a:pt x="3635652" y="1157198"/>
                  </a:lnTo>
                  <a:lnTo>
                    <a:pt x="3635652" y="1099104"/>
                  </a:lnTo>
                  <a:cubicBezTo>
                    <a:pt x="3635652" y="1009357"/>
                    <a:pt x="3691727" y="972690"/>
                    <a:pt x="3782451" y="972690"/>
                  </a:cubicBezTo>
                  <a:cubicBezTo>
                    <a:pt x="3808958" y="972690"/>
                    <a:pt x="3847710" y="975751"/>
                    <a:pt x="3873175" y="985976"/>
                  </a:cubicBezTo>
                  <a:close/>
                  <a:moveTo>
                    <a:pt x="3507154" y="1638365"/>
                  </a:moveTo>
                  <a:lnTo>
                    <a:pt x="3382759" y="1638365"/>
                  </a:lnTo>
                  <a:lnTo>
                    <a:pt x="3382759" y="1376355"/>
                  </a:lnTo>
                  <a:cubicBezTo>
                    <a:pt x="3382759" y="1309077"/>
                    <a:pt x="3367454" y="1264204"/>
                    <a:pt x="3300177" y="1264204"/>
                  </a:cubicBezTo>
                  <a:cubicBezTo>
                    <a:pt x="3236937" y="1264204"/>
                    <a:pt x="3216552" y="1301913"/>
                    <a:pt x="3216552" y="1373293"/>
                  </a:cubicBezTo>
                  <a:lnTo>
                    <a:pt x="3216552" y="1638365"/>
                  </a:lnTo>
                  <a:lnTo>
                    <a:pt x="3092157" y="1638365"/>
                  </a:lnTo>
                  <a:lnTo>
                    <a:pt x="3092157" y="1157133"/>
                  </a:lnTo>
                  <a:lnTo>
                    <a:pt x="3216552" y="1157133"/>
                  </a:lnTo>
                  <a:lnTo>
                    <a:pt x="3216552" y="1189762"/>
                  </a:lnTo>
                  <a:cubicBezTo>
                    <a:pt x="3242017" y="1164297"/>
                    <a:pt x="3279792" y="1146973"/>
                    <a:pt x="3333783" y="1146973"/>
                  </a:cubicBezTo>
                  <a:cubicBezTo>
                    <a:pt x="3464300" y="1146973"/>
                    <a:pt x="3507089" y="1247922"/>
                    <a:pt x="3507089" y="1366195"/>
                  </a:cubicBezTo>
                  <a:lnTo>
                    <a:pt x="3507089" y="1638430"/>
                  </a:lnTo>
                  <a:close/>
                  <a:moveTo>
                    <a:pt x="2792437" y="1146973"/>
                  </a:moveTo>
                  <a:cubicBezTo>
                    <a:pt x="2653779" y="1146973"/>
                    <a:pt x="2567094" y="1256063"/>
                    <a:pt x="2567094" y="1397782"/>
                  </a:cubicBezTo>
                  <a:cubicBezTo>
                    <a:pt x="2567094" y="1546665"/>
                    <a:pt x="2661920" y="1648590"/>
                    <a:pt x="2792437" y="1648590"/>
                  </a:cubicBezTo>
                  <a:cubicBezTo>
                    <a:pt x="2922954" y="1648590"/>
                    <a:pt x="3017781" y="1546665"/>
                    <a:pt x="3017781" y="1397782"/>
                  </a:cubicBezTo>
                  <a:cubicBezTo>
                    <a:pt x="3017781" y="1248899"/>
                    <a:pt x="2931095" y="1146973"/>
                    <a:pt x="2792437" y="1146973"/>
                  </a:cubicBezTo>
                  <a:close/>
                  <a:moveTo>
                    <a:pt x="2792437" y="1528299"/>
                  </a:moveTo>
                  <a:cubicBezTo>
                    <a:pt x="2712916" y="1528299"/>
                    <a:pt x="2695592" y="1451838"/>
                    <a:pt x="2695592" y="1397782"/>
                  </a:cubicBezTo>
                  <a:cubicBezTo>
                    <a:pt x="2695592" y="1323340"/>
                    <a:pt x="2726202" y="1266288"/>
                    <a:pt x="2792437" y="1266288"/>
                  </a:cubicBezTo>
                  <a:cubicBezTo>
                    <a:pt x="2858673" y="1266288"/>
                    <a:pt x="2889283" y="1323405"/>
                    <a:pt x="2889283" y="1397782"/>
                  </a:cubicBezTo>
                  <a:cubicBezTo>
                    <a:pt x="2889283" y="1451838"/>
                    <a:pt x="2871959" y="1528299"/>
                    <a:pt x="2792437" y="1528299"/>
                  </a:cubicBezTo>
                  <a:close/>
                  <a:moveTo>
                    <a:pt x="2446802" y="1467143"/>
                  </a:moveTo>
                  <a:lnTo>
                    <a:pt x="2526323" y="1542561"/>
                  </a:lnTo>
                  <a:cubicBezTo>
                    <a:pt x="2485553" y="1594534"/>
                    <a:pt x="2429478" y="1648590"/>
                    <a:pt x="2334651" y="1648590"/>
                  </a:cubicBezTo>
                  <a:cubicBezTo>
                    <a:pt x="2203157" y="1648590"/>
                    <a:pt x="2106246" y="1543604"/>
                    <a:pt x="2106246" y="1398823"/>
                  </a:cubicBezTo>
                  <a:cubicBezTo>
                    <a:pt x="2106246" y="1266288"/>
                    <a:pt x="2186810" y="1146973"/>
                    <a:pt x="2336670" y="1146973"/>
                  </a:cubicBezTo>
                  <a:cubicBezTo>
                    <a:pt x="2422314" y="1146973"/>
                    <a:pt x="2481450" y="1185724"/>
                    <a:pt x="2525281" y="1250983"/>
                  </a:cubicBezTo>
                  <a:lnTo>
                    <a:pt x="2443741" y="1333565"/>
                  </a:lnTo>
                  <a:cubicBezTo>
                    <a:pt x="2415215" y="1295856"/>
                    <a:pt x="2384604" y="1266288"/>
                    <a:pt x="2335693" y="1266288"/>
                  </a:cubicBezTo>
                  <a:cubicBezTo>
                    <a:pt x="2269393" y="1266288"/>
                    <a:pt x="2234744" y="1322363"/>
                    <a:pt x="2234744" y="1396804"/>
                  </a:cubicBezTo>
                  <a:cubicBezTo>
                    <a:pt x="2234744" y="1466101"/>
                    <a:pt x="2265355" y="1528299"/>
                    <a:pt x="2336670" y="1528299"/>
                  </a:cubicBezTo>
                  <a:cubicBezTo>
                    <a:pt x="2380501" y="1528299"/>
                    <a:pt x="2417234" y="1504852"/>
                    <a:pt x="2446802" y="1467143"/>
                  </a:cubicBezTo>
                  <a:close/>
                  <a:moveTo>
                    <a:pt x="1803530" y="1638365"/>
                  </a:moveTo>
                  <a:lnTo>
                    <a:pt x="1679135" y="1638365"/>
                  </a:lnTo>
                  <a:lnTo>
                    <a:pt x="1679135" y="1376355"/>
                  </a:lnTo>
                  <a:cubicBezTo>
                    <a:pt x="1679135" y="1309077"/>
                    <a:pt x="1663830" y="1264204"/>
                    <a:pt x="1596553" y="1264204"/>
                  </a:cubicBezTo>
                  <a:cubicBezTo>
                    <a:pt x="1533314" y="1264204"/>
                    <a:pt x="1511951" y="1301913"/>
                    <a:pt x="1511951" y="1373293"/>
                  </a:cubicBezTo>
                  <a:lnTo>
                    <a:pt x="1511951" y="1638365"/>
                  </a:lnTo>
                  <a:lnTo>
                    <a:pt x="1387557" y="1638365"/>
                  </a:lnTo>
                  <a:lnTo>
                    <a:pt x="1387557" y="1031761"/>
                  </a:lnTo>
                  <a:lnTo>
                    <a:pt x="1511951" y="969564"/>
                  </a:lnTo>
                  <a:lnTo>
                    <a:pt x="1511951" y="1189762"/>
                  </a:lnTo>
                  <a:cubicBezTo>
                    <a:pt x="1535398" y="1161236"/>
                    <a:pt x="1584309" y="1146973"/>
                    <a:pt x="1632243" y="1146973"/>
                  </a:cubicBezTo>
                  <a:cubicBezTo>
                    <a:pt x="1758657" y="1146973"/>
                    <a:pt x="1803530" y="1246880"/>
                    <a:pt x="1803530" y="1366195"/>
                  </a:cubicBezTo>
                  <a:lnTo>
                    <a:pt x="1803530" y="1638430"/>
                  </a:lnTo>
                  <a:close/>
                  <a:moveTo>
                    <a:pt x="1311031" y="1493650"/>
                  </a:moveTo>
                  <a:lnTo>
                    <a:pt x="1292665" y="1619022"/>
                  </a:lnTo>
                  <a:cubicBezTo>
                    <a:pt x="1267200" y="1639407"/>
                    <a:pt x="1205979" y="1648590"/>
                    <a:pt x="1173350" y="1648590"/>
                  </a:cubicBezTo>
                  <a:cubicBezTo>
                    <a:pt x="1097931" y="1648590"/>
                    <a:pt x="1043875" y="1588412"/>
                    <a:pt x="1043875" y="1504852"/>
                  </a:cubicBezTo>
                  <a:lnTo>
                    <a:pt x="1043875" y="1273387"/>
                  </a:lnTo>
                  <a:lnTo>
                    <a:pt x="960250" y="1273387"/>
                  </a:lnTo>
                  <a:lnTo>
                    <a:pt x="960250" y="1157133"/>
                  </a:lnTo>
                  <a:lnTo>
                    <a:pt x="1043875" y="1157133"/>
                  </a:lnTo>
                  <a:lnTo>
                    <a:pt x="1043875" y="1031761"/>
                  </a:lnTo>
                  <a:lnTo>
                    <a:pt x="1168270" y="969564"/>
                  </a:lnTo>
                  <a:lnTo>
                    <a:pt x="1168270" y="1157133"/>
                  </a:lnTo>
                  <a:lnTo>
                    <a:pt x="1308947" y="1157133"/>
                  </a:lnTo>
                  <a:lnTo>
                    <a:pt x="1308947" y="1273387"/>
                  </a:lnTo>
                  <a:lnTo>
                    <a:pt x="1168270" y="1273387"/>
                  </a:lnTo>
                  <a:lnTo>
                    <a:pt x="1168270" y="1471181"/>
                  </a:lnTo>
                  <a:cubicBezTo>
                    <a:pt x="1168270" y="1515012"/>
                    <a:pt x="1184552" y="1529275"/>
                    <a:pt x="1214120" y="1529275"/>
                  </a:cubicBezTo>
                  <a:cubicBezTo>
                    <a:pt x="1243688" y="1529275"/>
                    <a:pt x="1289539" y="1513970"/>
                    <a:pt x="1310966" y="1493585"/>
                  </a:cubicBezTo>
                  <a:close/>
                  <a:moveTo>
                    <a:pt x="767666" y="1157198"/>
                  </a:moveTo>
                  <a:lnTo>
                    <a:pt x="767666" y="1638430"/>
                  </a:lnTo>
                  <a:lnTo>
                    <a:pt x="892061" y="1638430"/>
                  </a:lnTo>
                  <a:lnTo>
                    <a:pt x="892061" y="1157198"/>
                  </a:lnTo>
                  <a:lnTo>
                    <a:pt x="767666" y="1157198"/>
                  </a:lnTo>
                  <a:close/>
                  <a:moveTo>
                    <a:pt x="702408" y="1157198"/>
                  </a:moveTo>
                  <a:lnTo>
                    <a:pt x="550529" y="1638430"/>
                  </a:lnTo>
                  <a:lnTo>
                    <a:pt x="436359" y="1638430"/>
                  </a:lnTo>
                  <a:lnTo>
                    <a:pt x="354819" y="1345809"/>
                  </a:lnTo>
                  <a:lnTo>
                    <a:pt x="272236" y="1638430"/>
                  </a:lnTo>
                  <a:lnTo>
                    <a:pt x="158066" y="1638430"/>
                  </a:lnTo>
                  <a:lnTo>
                    <a:pt x="7099" y="1157198"/>
                  </a:lnTo>
                  <a:lnTo>
                    <a:pt x="145757" y="1157198"/>
                  </a:lnTo>
                  <a:lnTo>
                    <a:pt x="218114" y="1436533"/>
                  </a:lnTo>
                  <a:lnTo>
                    <a:pt x="299655" y="1157198"/>
                  </a:lnTo>
                  <a:lnTo>
                    <a:pt x="412848" y="1157198"/>
                  </a:lnTo>
                  <a:lnTo>
                    <a:pt x="494388" y="1436533"/>
                  </a:lnTo>
                  <a:lnTo>
                    <a:pt x="567788" y="1157198"/>
                  </a:lnTo>
                  <a:lnTo>
                    <a:pt x="702343" y="1157198"/>
                  </a:lnTo>
                  <a:close/>
                  <a:moveTo>
                    <a:pt x="4436990" y="16282"/>
                  </a:moveTo>
                  <a:lnTo>
                    <a:pt x="4436990" y="115147"/>
                  </a:lnTo>
                  <a:cubicBezTo>
                    <a:pt x="4409441" y="107983"/>
                    <a:pt x="4391139" y="104921"/>
                    <a:pt x="4374792" y="104921"/>
                  </a:cubicBezTo>
                  <a:cubicBezTo>
                    <a:pt x="4332003" y="104921"/>
                    <a:pt x="4322820" y="120227"/>
                    <a:pt x="4322820" y="144715"/>
                  </a:cubicBezTo>
                  <a:lnTo>
                    <a:pt x="4322820" y="186527"/>
                  </a:lnTo>
                  <a:lnTo>
                    <a:pt x="4404361" y="186527"/>
                  </a:lnTo>
                  <a:lnTo>
                    <a:pt x="4404361" y="302781"/>
                  </a:lnTo>
                  <a:lnTo>
                    <a:pt x="4322820" y="302781"/>
                  </a:lnTo>
                  <a:lnTo>
                    <a:pt x="4322820" y="667759"/>
                  </a:lnTo>
                  <a:lnTo>
                    <a:pt x="4202528" y="667759"/>
                  </a:lnTo>
                  <a:lnTo>
                    <a:pt x="4202528" y="302781"/>
                  </a:lnTo>
                  <a:lnTo>
                    <a:pt x="4143392" y="302781"/>
                  </a:lnTo>
                  <a:lnTo>
                    <a:pt x="4143392" y="186527"/>
                  </a:lnTo>
                  <a:lnTo>
                    <a:pt x="4202528" y="186527"/>
                  </a:lnTo>
                  <a:lnTo>
                    <a:pt x="4202528" y="128433"/>
                  </a:lnTo>
                  <a:cubicBezTo>
                    <a:pt x="4202528" y="44808"/>
                    <a:pt x="4246360" y="2019"/>
                    <a:pt x="4348350" y="2019"/>
                  </a:cubicBezTo>
                  <a:cubicBezTo>
                    <a:pt x="4380980" y="2019"/>
                    <a:pt x="4407487" y="8141"/>
                    <a:pt x="4437055" y="16282"/>
                  </a:cubicBezTo>
                  <a:close/>
                  <a:moveTo>
                    <a:pt x="2957602" y="527083"/>
                  </a:moveTo>
                  <a:lnTo>
                    <a:pt x="2940278" y="649458"/>
                  </a:lnTo>
                  <a:cubicBezTo>
                    <a:pt x="2915790" y="668802"/>
                    <a:pt x="2873001" y="677984"/>
                    <a:pt x="2843433" y="677984"/>
                  </a:cubicBezTo>
                  <a:cubicBezTo>
                    <a:pt x="2770033" y="677984"/>
                    <a:pt x="2712916" y="622951"/>
                    <a:pt x="2712916" y="535224"/>
                  </a:cubicBezTo>
                  <a:lnTo>
                    <a:pt x="2712916" y="301739"/>
                  </a:lnTo>
                  <a:lnTo>
                    <a:pt x="2629291" y="301739"/>
                  </a:lnTo>
                  <a:lnTo>
                    <a:pt x="2629291" y="186527"/>
                  </a:lnTo>
                  <a:lnTo>
                    <a:pt x="2712916" y="186527"/>
                  </a:lnTo>
                  <a:lnTo>
                    <a:pt x="2712916" y="61155"/>
                  </a:lnTo>
                  <a:lnTo>
                    <a:pt x="2833208" y="0"/>
                  </a:lnTo>
                  <a:lnTo>
                    <a:pt x="2833208" y="186592"/>
                  </a:lnTo>
                  <a:lnTo>
                    <a:pt x="2945358" y="186592"/>
                  </a:lnTo>
                  <a:lnTo>
                    <a:pt x="2945358" y="301804"/>
                  </a:lnTo>
                  <a:lnTo>
                    <a:pt x="2833208" y="301804"/>
                  </a:lnTo>
                  <a:lnTo>
                    <a:pt x="2833208" y="503701"/>
                  </a:lnTo>
                  <a:cubicBezTo>
                    <a:pt x="2833208" y="545514"/>
                    <a:pt x="2850532" y="560819"/>
                    <a:pt x="2880100" y="560819"/>
                  </a:cubicBezTo>
                  <a:cubicBezTo>
                    <a:pt x="2909668" y="560819"/>
                    <a:pt x="2938194" y="545514"/>
                    <a:pt x="2957602" y="527148"/>
                  </a:cubicBezTo>
                  <a:close/>
                  <a:moveTo>
                    <a:pt x="2397891" y="426134"/>
                  </a:moveTo>
                  <a:cubicBezTo>
                    <a:pt x="2397891" y="441439"/>
                    <a:pt x="2396849" y="460782"/>
                    <a:pt x="2395872" y="467946"/>
                  </a:cubicBezTo>
                  <a:lnTo>
                    <a:pt x="2114453" y="467946"/>
                  </a:lnTo>
                  <a:cubicBezTo>
                    <a:pt x="2119533" y="535224"/>
                    <a:pt x="2166425" y="562773"/>
                    <a:pt x="2218462" y="562773"/>
                  </a:cubicBezTo>
                  <a:cubicBezTo>
                    <a:pt x="2249073" y="562773"/>
                    <a:pt x="2276557" y="553590"/>
                    <a:pt x="2301045" y="529102"/>
                  </a:cubicBezTo>
                  <a:lnTo>
                    <a:pt x="2386689" y="601459"/>
                  </a:lnTo>
                  <a:cubicBezTo>
                    <a:pt x="2346895" y="654473"/>
                    <a:pt x="2274538" y="677919"/>
                    <a:pt x="2210321" y="677919"/>
                  </a:cubicBezTo>
                  <a:cubicBezTo>
                    <a:pt x="2072705" y="677919"/>
                    <a:pt x="1991100" y="569872"/>
                    <a:pt x="1991100" y="429130"/>
                  </a:cubicBezTo>
                  <a:cubicBezTo>
                    <a:pt x="1991100" y="288388"/>
                    <a:pt x="2079804" y="176302"/>
                    <a:pt x="2205176" y="176302"/>
                  </a:cubicBezTo>
                  <a:cubicBezTo>
                    <a:pt x="2339731" y="176302"/>
                    <a:pt x="2397891" y="298678"/>
                    <a:pt x="2397891" y="426069"/>
                  </a:cubicBezTo>
                  <a:close/>
                  <a:moveTo>
                    <a:pt x="2116472" y="374162"/>
                  </a:moveTo>
                  <a:lnTo>
                    <a:pt x="2287759" y="374162"/>
                  </a:lnTo>
                  <a:cubicBezTo>
                    <a:pt x="2282679" y="320105"/>
                    <a:pt x="2251027" y="283438"/>
                    <a:pt x="2199054" y="283438"/>
                  </a:cubicBezTo>
                  <a:cubicBezTo>
                    <a:pt x="2144021" y="283438"/>
                    <a:pt x="2119533" y="334433"/>
                    <a:pt x="2116472" y="374162"/>
                  </a:cubicBezTo>
                  <a:close/>
                  <a:moveTo>
                    <a:pt x="1933982" y="428218"/>
                  </a:moveTo>
                  <a:cubicBezTo>
                    <a:pt x="1933982" y="551571"/>
                    <a:pt x="1882987" y="677984"/>
                    <a:pt x="1746413" y="677984"/>
                  </a:cubicBezTo>
                  <a:cubicBezTo>
                    <a:pt x="1693399" y="677984"/>
                    <a:pt x="1660769" y="658642"/>
                    <a:pt x="1639342" y="638191"/>
                  </a:cubicBezTo>
                  <a:lnTo>
                    <a:pt x="1639342" y="784990"/>
                  </a:lnTo>
                  <a:lnTo>
                    <a:pt x="1519050" y="845169"/>
                  </a:lnTo>
                  <a:lnTo>
                    <a:pt x="1519050" y="186527"/>
                  </a:lnTo>
                  <a:lnTo>
                    <a:pt x="1639342" y="186527"/>
                  </a:lnTo>
                  <a:lnTo>
                    <a:pt x="1639342" y="219157"/>
                  </a:lnTo>
                  <a:cubicBezTo>
                    <a:pt x="1670929" y="190630"/>
                    <a:pt x="1703559" y="176367"/>
                    <a:pt x="1748432" y="176367"/>
                  </a:cubicBezTo>
                  <a:cubicBezTo>
                    <a:pt x="1877907" y="176367"/>
                    <a:pt x="1933982" y="298743"/>
                    <a:pt x="1933982" y="428218"/>
                  </a:cubicBezTo>
                  <a:close/>
                  <a:moveTo>
                    <a:pt x="1809587" y="434340"/>
                  </a:moveTo>
                  <a:cubicBezTo>
                    <a:pt x="1809587" y="364002"/>
                    <a:pt x="1791221" y="292621"/>
                    <a:pt x="1718864" y="292621"/>
                  </a:cubicBezTo>
                  <a:cubicBezTo>
                    <a:pt x="1685193" y="292621"/>
                    <a:pt x="1658685" y="307926"/>
                    <a:pt x="1639342" y="335410"/>
                  </a:cubicBezTo>
                  <a:lnTo>
                    <a:pt x="1639342" y="518942"/>
                  </a:lnTo>
                  <a:cubicBezTo>
                    <a:pt x="1658685" y="546491"/>
                    <a:pt x="1691315" y="562773"/>
                    <a:pt x="1726028" y="562773"/>
                  </a:cubicBezTo>
                  <a:cubicBezTo>
                    <a:pt x="1793305" y="562773"/>
                    <a:pt x="1809652" y="501618"/>
                    <a:pt x="1809652" y="434340"/>
                  </a:cubicBezTo>
                  <a:close/>
                  <a:moveTo>
                    <a:pt x="1435426" y="667825"/>
                  </a:moveTo>
                  <a:lnTo>
                    <a:pt x="1315134" y="667825"/>
                  </a:lnTo>
                  <a:lnTo>
                    <a:pt x="1315134" y="634153"/>
                  </a:lnTo>
                  <a:cubicBezTo>
                    <a:pt x="1286608" y="662680"/>
                    <a:pt x="1249876" y="677984"/>
                    <a:pt x="1202983" y="677984"/>
                  </a:cubicBezTo>
                  <a:cubicBezTo>
                    <a:pt x="1108157" y="677984"/>
                    <a:pt x="1033715" y="616829"/>
                    <a:pt x="1033715" y="510800"/>
                  </a:cubicBezTo>
                  <a:cubicBezTo>
                    <a:pt x="1033715" y="404772"/>
                    <a:pt x="1106072" y="348696"/>
                    <a:pt x="1221284" y="348696"/>
                  </a:cubicBezTo>
                  <a:cubicBezTo>
                    <a:pt x="1251894" y="348696"/>
                    <a:pt x="1283482" y="352799"/>
                    <a:pt x="1315069" y="368040"/>
                  </a:cubicBezTo>
                  <a:lnTo>
                    <a:pt x="1315069" y="342574"/>
                  </a:lnTo>
                  <a:cubicBezTo>
                    <a:pt x="1315069" y="297701"/>
                    <a:pt x="1285501" y="279335"/>
                    <a:pt x="1232486" y="279335"/>
                  </a:cubicBezTo>
                  <a:cubicBezTo>
                    <a:pt x="1194777" y="279335"/>
                    <a:pt x="1159087" y="288518"/>
                    <a:pt x="1121378" y="310922"/>
                  </a:cubicBezTo>
                  <a:lnTo>
                    <a:pt x="1073443" y="225278"/>
                  </a:lnTo>
                  <a:cubicBezTo>
                    <a:pt x="1125416" y="192649"/>
                    <a:pt x="1175369" y="176367"/>
                    <a:pt x="1239650" y="176367"/>
                  </a:cubicBezTo>
                  <a:cubicBezTo>
                    <a:pt x="1360984" y="176367"/>
                    <a:pt x="1435426" y="235503"/>
                    <a:pt x="1435426" y="344593"/>
                  </a:cubicBezTo>
                  <a:lnTo>
                    <a:pt x="1435426" y="667759"/>
                  </a:lnTo>
                  <a:close/>
                  <a:moveTo>
                    <a:pt x="1315134" y="527083"/>
                  </a:moveTo>
                  <a:lnTo>
                    <a:pt x="1315134" y="465927"/>
                  </a:lnTo>
                  <a:cubicBezTo>
                    <a:pt x="1290646" y="450622"/>
                    <a:pt x="1259059" y="445542"/>
                    <a:pt x="1234570" y="445542"/>
                  </a:cubicBezTo>
                  <a:cubicBezTo>
                    <a:pt x="1181556" y="445542"/>
                    <a:pt x="1156091" y="468988"/>
                    <a:pt x="1156091" y="507740"/>
                  </a:cubicBezTo>
                  <a:cubicBezTo>
                    <a:pt x="1156091" y="544472"/>
                    <a:pt x="1179537" y="574040"/>
                    <a:pt x="1224410" y="574040"/>
                  </a:cubicBezTo>
                  <a:cubicBezTo>
                    <a:pt x="1247857" y="574040"/>
                    <a:pt x="1288627" y="565899"/>
                    <a:pt x="1315134" y="527148"/>
                  </a:cubicBezTo>
                  <a:close/>
                  <a:moveTo>
                    <a:pt x="967480" y="667825"/>
                  </a:moveTo>
                  <a:lnTo>
                    <a:pt x="847188" y="667825"/>
                  </a:lnTo>
                  <a:lnTo>
                    <a:pt x="847188" y="405814"/>
                  </a:lnTo>
                  <a:cubicBezTo>
                    <a:pt x="847188" y="340555"/>
                    <a:pt x="832925" y="292621"/>
                    <a:pt x="765647" y="292621"/>
                  </a:cubicBezTo>
                  <a:cubicBezTo>
                    <a:pt x="698370" y="292621"/>
                    <a:pt x="683065" y="336452"/>
                    <a:pt x="683065" y="402753"/>
                  </a:cubicBezTo>
                  <a:lnTo>
                    <a:pt x="683065" y="667825"/>
                  </a:lnTo>
                  <a:lnTo>
                    <a:pt x="562773" y="667825"/>
                  </a:lnTo>
                  <a:lnTo>
                    <a:pt x="562773" y="61221"/>
                  </a:lnTo>
                  <a:lnTo>
                    <a:pt x="683065" y="65"/>
                  </a:lnTo>
                  <a:lnTo>
                    <a:pt x="683065" y="220264"/>
                  </a:lnTo>
                  <a:cubicBezTo>
                    <a:pt x="709572" y="193756"/>
                    <a:pt x="742201" y="176432"/>
                    <a:pt x="796258" y="176432"/>
                  </a:cubicBezTo>
                  <a:cubicBezTo>
                    <a:pt x="923713" y="176432"/>
                    <a:pt x="967545" y="274320"/>
                    <a:pt x="967545" y="396631"/>
                  </a:cubicBezTo>
                  <a:lnTo>
                    <a:pt x="967545" y="667825"/>
                  </a:lnTo>
                  <a:close/>
                  <a:moveTo>
                    <a:pt x="496472" y="475110"/>
                  </a:moveTo>
                  <a:cubicBezTo>
                    <a:pt x="496472" y="619890"/>
                    <a:pt x="386341" y="677984"/>
                    <a:pt x="255889" y="677984"/>
                  </a:cubicBezTo>
                  <a:cubicBezTo>
                    <a:pt x="162104" y="677984"/>
                    <a:pt x="58094" y="648416"/>
                    <a:pt x="0" y="562773"/>
                  </a:cubicBezTo>
                  <a:lnTo>
                    <a:pt x="89747" y="483251"/>
                  </a:lnTo>
                  <a:cubicBezTo>
                    <a:pt x="131559" y="533205"/>
                    <a:pt x="191672" y="556651"/>
                    <a:pt x="252893" y="556651"/>
                  </a:cubicBezTo>
                  <a:cubicBezTo>
                    <a:pt x="325250" y="556651"/>
                    <a:pt x="367063" y="524022"/>
                    <a:pt x="367063" y="478171"/>
                  </a:cubicBezTo>
                  <a:cubicBezTo>
                    <a:pt x="367063" y="459805"/>
                    <a:pt x="359899" y="441439"/>
                    <a:pt x="329353" y="426199"/>
                  </a:cubicBezTo>
                  <a:cubicBezTo>
                    <a:pt x="306949" y="414997"/>
                    <a:pt x="279400" y="407833"/>
                    <a:pt x="225344" y="394612"/>
                  </a:cubicBezTo>
                  <a:cubicBezTo>
                    <a:pt x="191672" y="386471"/>
                    <a:pt x="122376" y="370124"/>
                    <a:pt x="79522" y="335475"/>
                  </a:cubicBezTo>
                  <a:cubicBezTo>
                    <a:pt x="36732" y="300827"/>
                    <a:pt x="24488" y="250874"/>
                    <a:pt x="24488" y="207042"/>
                  </a:cubicBezTo>
                  <a:cubicBezTo>
                    <a:pt x="24488" y="71445"/>
                    <a:pt x="140742" y="16412"/>
                    <a:pt x="254912" y="16412"/>
                  </a:cubicBezTo>
                  <a:cubicBezTo>
                    <a:pt x="353776" y="16412"/>
                    <a:pt x="425157" y="57182"/>
                    <a:pt x="482274" y="115277"/>
                  </a:cubicBezTo>
                  <a:lnTo>
                    <a:pt x="392528" y="202939"/>
                  </a:lnTo>
                  <a:cubicBezTo>
                    <a:pt x="350715" y="161127"/>
                    <a:pt x="309945" y="137681"/>
                    <a:pt x="246706" y="137681"/>
                  </a:cubicBezTo>
                  <a:cubicBezTo>
                    <a:pt x="192649" y="137681"/>
                    <a:pt x="152921" y="155005"/>
                    <a:pt x="152921" y="199878"/>
                  </a:cubicBezTo>
                  <a:cubicBezTo>
                    <a:pt x="152921" y="219221"/>
                    <a:pt x="160085" y="232508"/>
                    <a:pt x="179428" y="243710"/>
                  </a:cubicBezTo>
                  <a:cubicBezTo>
                    <a:pt x="201832" y="255954"/>
                    <a:pt x="233485" y="265137"/>
                    <a:pt x="282396" y="277381"/>
                  </a:cubicBezTo>
                  <a:cubicBezTo>
                    <a:pt x="340490" y="292686"/>
                    <a:pt x="394547" y="305907"/>
                    <a:pt x="438378" y="341598"/>
                  </a:cubicBezTo>
                  <a:cubicBezTo>
                    <a:pt x="477129" y="373185"/>
                    <a:pt x="496472" y="414997"/>
                    <a:pt x="496472" y="475176"/>
                  </a:cubicBezTo>
                  <a:close/>
                  <a:moveTo>
                    <a:pt x="6100885" y="208996"/>
                  </a:moveTo>
                  <a:lnTo>
                    <a:pt x="6051778" y="329288"/>
                  </a:lnTo>
                  <a:cubicBezTo>
                    <a:pt x="6033413" y="311964"/>
                    <a:pt x="6011985" y="299720"/>
                    <a:pt x="5982482" y="299720"/>
                  </a:cubicBezTo>
                  <a:cubicBezTo>
                    <a:pt x="5925365" y="299720"/>
                    <a:pt x="5911232" y="347654"/>
                    <a:pt x="5911232" y="405749"/>
                  </a:cubicBezTo>
                  <a:lnTo>
                    <a:pt x="5911232" y="667759"/>
                  </a:lnTo>
                  <a:lnTo>
                    <a:pt x="5790940" y="667759"/>
                  </a:lnTo>
                  <a:lnTo>
                    <a:pt x="5790940" y="186527"/>
                  </a:lnTo>
                  <a:lnTo>
                    <a:pt x="5911232" y="186527"/>
                  </a:lnTo>
                  <a:lnTo>
                    <a:pt x="5911232" y="220198"/>
                  </a:lnTo>
                  <a:cubicBezTo>
                    <a:pt x="5938781" y="192649"/>
                    <a:pt x="5973429" y="176367"/>
                    <a:pt x="6012181" y="176367"/>
                  </a:cubicBezTo>
                  <a:cubicBezTo>
                    <a:pt x="6045852" y="176367"/>
                    <a:pt x="6075420" y="186592"/>
                    <a:pt x="6100885" y="208996"/>
                  </a:cubicBezTo>
                  <a:close/>
                </a:path>
              </a:pathLst>
            </a:custGeom>
            <a:solidFill>
              <a:schemeClr val="bg2"/>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grpSp>
    </p:spTree>
    <p:extLst>
      <p:ext uri="{BB962C8B-B14F-4D97-AF65-F5344CB8AC3E}">
        <p14:creationId xmlns:p14="http://schemas.microsoft.com/office/powerpoint/2010/main" val="257994047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Title Slide Frame 2">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7B25F44-CAE3-AE0B-B97B-B0F6E4B43D50}"/>
              </a:ext>
              <a:ext uri="{C183D7F6-B498-43B3-948B-1728B52AA6E4}">
                <adec:decorative xmlns:adec="http://schemas.microsoft.com/office/drawing/2017/decorative" val="1"/>
              </a:ext>
            </a:extLst>
          </p:cNvPr>
          <p:cNvSpPr/>
          <p:nvPr userDrawn="1"/>
        </p:nvSpPr>
        <p:spPr>
          <a:xfrm>
            <a:off x="0" y="0"/>
            <a:ext cx="8386354" cy="6858000"/>
          </a:xfrm>
          <a:prstGeom prst="rect">
            <a:avLst/>
          </a:prstGeom>
          <a:gradFill flip="none" rotWithShape="1">
            <a:gsLst>
              <a:gs pos="0">
                <a:schemeClr val="tx1">
                  <a:lumMod val="0"/>
                  <a:alpha val="0"/>
                </a:schemeClr>
              </a:gs>
              <a:gs pos="95000">
                <a:srgbClr val="000000">
                  <a:alpha val="70000"/>
                </a:srgbClr>
              </a:gs>
            </a:gsLst>
            <a:lin ang="108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endParaRPr lang="en-US" sz="1200" b="1">
              <a:solidFill>
                <a:schemeClr val="tx1"/>
              </a:solidFill>
            </a:endParaRPr>
          </a:p>
        </p:txBody>
      </p:sp>
      <p:sp>
        <p:nvSpPr>
          <p:cNvPr id="28" name="Subtitle 2">
            <a:extLst>
              <a:ext uri="{FF2B5EF4-FFF2-40B4-BE49-F238E27FC236}">
                <a16:creationId xmlns:a16="http://schemas.microsoft.com/office/drawing/2014/main" id="{632E76BF-46D5-8E94-88AA-4783DD302E89}"/>
              </a:ext>
            </a:extLst>
          </p:cNvPr>
          <p:cNvSpPr>
            <a:spLocks noGrp="1"/>
          </p:cNvSpPr>
          <p:nvPr>
            <p:ph type="subTitle" idx="1" hasCustomPrompt="1"/>
          </p:nvPr>
        </p:nvSpPr>
        <p:spPr>
          <a:xfrm>
            <a:off x="889762" y="4436485"/>
            <a:ext cx="4907628" cy="511939"/>
          </a:xfrm>
        </p:spPr>
        <p:txBody>
          <a:bodyPr wrap="square">
            <a:noAutofit/>
          </a:bodyPr>
          <a:lstStyle>
            <a:lvl1pPr marL="0" indent="0" algn="l">
              <a:buNone/>
              <a:defRPr lang="en-GB" sz="1600" kern="1200" dirty="0">
                <a:solidFill>
                  <a:schemeClr val="bg1"/>
                </a:solidFill>
                <a:latin typeface="EYInterstate Regular" panose="02000503020000020004" pitchFamily="2" charset="0"/>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29" name="Title 4">
            <a:extLst>
              <a:ext uri="{FF2B5EF4-FFF2-40B4-BE49-F238E27FC236}">
                <a16:creationId xmlns:a16="http://schemas.microsoft.com/office/drawing/2014/main" id="{1F7B1FDC-B90E-6693-A750-B9BA4B535E8A}"/>
              </a:ext>
            </a:extLst>
          </p:cNvPr>
          <p:cNvSpPr>
            <a:spLocks noGrp="1"/>
          </p:cNvSpPr>
          <p:nvPr>
            <p:ph type="title"/>
          </p:nvPr>
        </p:nvSpPr>
        <p:spPr>
          <a:xfrm>
            <a:off x="889762" y="2698751"/>
            <a:ext cx="4906009" cy="1654043"/>
          </a:xfrm>
        </p:spPr>
        <p:txBody>
          <a:bodyPr anchor="t">
            <a:noAutofit/>
          </a:bodyPr>
          <a:lstStyle>
            <a:lvl1pPr>
              <a:defRPr sz="4200" b="1" i="0">
                <a:solidFill>
                  <a:schemeClr val="bg1"/>
                </a:solidFill>
                <a:latin typeface="EYInterstate Regular" panose="02000503020000020004" pitchFamily="2" charset="0"/>
              </a:defRPr>
            </a:lvl1pPr>
          </a:lstStyle>
          <a:p>
            <a:r>
              <a:rPr lang="en-GB"/>
              <a:t>Click to edit Master title style</a:t>
            </a:r>
            <a:endParaRPr lang="en-US"/>
          </a:p>
        </p:txBody>
      </p:sp>
      <p:sp>
        <p:nvSpPr>
          <p:cNvPr id="30" name="Text Placeholder 288">
            <a:extLst>
              <a:ext uri="{FF2B5EF4-FFF2-40B4-BE49-F238E27FC236}">
                <a16:creationId xmlns:a16="http://schemas.microsoft.com/office/drawing/2014/main" id="{1673B89D-F206-B9D2-CDB7-BDE045C7447F}"/>
              </a:ext>
            </a:extLst>
          </p:cNvPr>
          <p:cNvSpPr>
            <a:spLocks noGrp="1"/>
          </p:cNvSpPr>
          <p:nvPr>
            <p:ph type="body" sz="quarter" idx="10"/>
          </p:nvPr>
        </p:nvSpPr>
        <p:spPr>
          <a:xfrm>
            <a:off x="889762" y="5047485"/>
            <a:ext cx="4906010" cy="246221"/>
          </a:xfrm>
        </p:spPr>
        <p:txBody>
          <a:bodyPr wrap="square">
            <a:spAutoFit/>
          </a:bodyPr>
          <a:lstStyle>
            <a:lvl1pPr marL="0" indent="0">
              <a:buNone/>
              <a:defRPr sz="1600" b="1">
                <a:solidFill>
                  <a:schemeClr val="bg1"/>
                </a:solidFill>
                <a:latin typeface="EYInterstate Regular" panose="02000503020000020004" pitchFamily="2" charset="0"/>
              </a:defRPr>
            </a:lvl1pPr>
            <a:lvl2pPr marL="252000" indent="0">
              <a:buNone/>
              <a:defRPr sz="1600" b="1">
                <a:latin typeface="+mj-lt"/>
              </a:defRPr>
            </a:lvl2pPr>
            <a:lvl3pPr marL="504000" indent="0">
              <a:buNone/>
              <a:defRPr sz="1600" b="1">
                <a:latin typeface="+mj-lt"/>
              </a:defRPr>
            </a:lvl3pPr>
            <a:lvl4pPr marL="756000" indent="0">
              <a:buNone/>
              <a:defRPr sz="1600" b="1">
                <a:latin typeface="+mj-lt"/>
              </a:defRPr>
            </a:lvl4pPr>
            <a:lvl5pPr marL="1008000" indent="0">
              <a:buNone/>
              <a:defRPr sz="1600" b="1">
                <a:latin typeface="+mj-lt"/>
              </a:defRPr>
            </a:lvl5pPr>
          </a:lstStyle>
          <a:p>
            <a:pPr lvl="0"/>
            <a:r>
              <a:rPr lang="en-GB"/>
              <a:t>Click to edit Master text styles</a:t>
            </a:r>
          </a:p>
        </p:txBody>
      </p:sp>
      <p:grpSp>
        <p:nvGrpSpPr>
          <p:cNvPr id="11" name="Group 10">
            <a:extLst>
              <a:ext uri="{FF2B5EF4-FFF2-40B4-BE49-F238E27FC236}">
                <a16:creationId xmlns:a16="http://schemas.microsoft.com/office/drawing/2014/main" id="{8092712F-14F6-2950-E68A-ADC32C53EBC0}"/>
              </a:ext>
            </a:extLst>
          </p:cNvPr>
          <p:cNvGrpSpPr/>
          <p:nvPr userDrawn="1"/>
        </p:nvGrpSpPr>
        <p:grpSpPr>
          <a:xfrm>
            <a:off x="485774" y="1291008"/>
            <a:ext cx="5706110" cy="4360545"/>
            <a:chOff x="485774" y="1291008"/>
            <a:chExt cx="5706110" cy="4360545"/>
          </a:xfrm>
        </p:grpSpPr>
        <p:sp>
          <p:nvSpPr>
            <p:cNvPr id="26" name="Freeform 25">
              <a:extLst>
                <a:ext uri="{FF2B5EF4-FFF2-40B4-BE49-F238E27FC236}">
                  <a16:creationId xmlns:a16="http://schemas.microsoft.com/office/drawing/2014/main" id="{F7E50E80-DFF0-E065-898F-1AFD970459B6}"/>
                </a:ext>
              </a:extLst>
            </p:cNvPr>
            <p:cNvSpPr/>
            <p:nvPr userDrawn="1"/>
          </p:nvSpPr>
          <p:spPr>
            <a:xfrm>
              <a:off x="485774" y="5549953"/>
              <a:ext cx="508000" cy="101600"/>
            </a:xfrm>
            <a:custGeom>
              <a:avLst/>
              <a:gdLst>
                <a:gd name="connsiteX0" fmla="*/ 406400 w 508000"/>
                <a:gd name="connsiteY0" fmla="*/ 0 h 101600"/>
                <a:gd name="connsiteX1" fmla="*/ 508000 w 508000"/>
                <a:gd name="connsiteY1" fmla="*/ 0 h 101600"/>
                <a:gd name="connsiteX2" fmla="*/ 508000 w 508000"/>
                <a:gd name="connsiteY2" fmla="*/ 101600 h 101600"/>
                <a:gd name="connsiteX3" fmla="*/ 406400 w 508000"/>
                <a:gd name="connsiteY3" fmla="*/ 101600 h 101600"/>
                <a:gd name="connsiteX4" fmla="*/ 203200 w 508000"/>
                <a:gd name="connsiteY4" fmla="*/ 0 h 101600"/>
                <a:gd name="connsiteX5" fmla="*/ 304800 w 508000"/>
                <a:gd name="connsiteY5" fmla="*/ 0 h 101600"/>
                <a:gd name="connsiteX6" fmla="*/ 304800 w 508000"/>
                <a:gd name="connsiteY6" fmla="*/ 101600 h 101600"/>
                <a:gd name="connsiteX7" fmla="*/ 203200 w 508000"/>
                <a:gd name="connsiteY7" fmla="*/ 101600 h 101600"/>
                <a:gd name="connsiteX8" fmla="*/ 0 w 508000"/>
                <a:gd name="connsiteY8" fmla="*/ 0 h 101600"/>
                <a:gd name="connsiteX9" fmla="*/ 101600 w 508000"/>
                <a:gd name="connsiteY9" fmla="*/ 0 h 101600"/>
                <a:gd name="connsiteX10" fmla="*/ 101600 w 508000"/>
                <a:gd name="connsiteY10" fmla="*/ 101600 h 101600"/>
                <a:gd name="connsiteX11" fmla="*/ 0 w 508000"/>
                <a:gd name="connsiteY11" fmla="*/ 101600 h 10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8000" h="101600">
                  <a:moveTo>
                    <a:pt x="406400" y="0"/>
                  </a:moveTo>
                  <a:lnTo>
                    <a:pt x="508000" y="0"/>
                  </a:lnTo>
                  <a:lnTo>
                    <a:pt x="508000" y="101600"/>
                  </a:lnTo>
                  <a:lnTo>
                    <a:pt x="406400" y="101600"/>
                  </a:lnTo>
                  <a:close/>
                  <a:moveTo>
                    <a:pt x="203200" y="0"/>
                  </a:moveTo>
                  <a:lnTo>
                    <a:pt x="304800" y="0"/>
                  </a:lnTo>
                  <a:lnTo>
                    <a:pt x="304800" y="101600"/>
                  </a:lnTo>
                  <a:lnTo>
                    <a:pt x="203200" y="101600"/>
                  </a:lnTo>
                  <a:close/>
                  <a:moveTo>
                    <a:pt x="0" y="0"/>
                  </a:moveTo>
                  <a:lnTo>
                    <a:pt x="101600" y="0"/>
                  </a:lnTo>
                  <a:lnTo>
                    <a:pt x="101600" y="101600"/>
                  </a:lnTo>
                  <a:lnTo>
                    <a:pt x="0" y="101600"/>
                  </a:lnTo>
                  <a:close/>
                </a:path>
              </a:pathLst>
            </a:custGeom>
            <a:solidFill>
              <a:schemeClr val="tx2"/>
            </a:solidFill>
            <a:ln w="63500" cap="flat">
              <a:noFill/>
              <a:prstDash val="solid"/>
              <a:miter/>
            </a:ln>
          </p:spPr>
          <p:txBody>
            <a:bodyPr rtlCol="0" anchor="ctr"/>
            <a:lstStyle/>
            <a:p>
              <a:endParaRPr lang="en-US"/>
            </a:p>
          </p:txBody>
        </p:sp>
        <p:sp>
          <p:nvSpPr>
            <p:cNvPr id="6" name="Freeform 5">
              <a:extLst>
                <a:ext uri="{FF2B5EF4-FFF2-40B4-BE49-F238E27FC236}">
                  <a16:creationId xmlns:a16="http://schemas.microsoft.com/office/drawing/2014/main" id="{CC99724B-50FD-5B78-B6B7-D645073026A7}"/>
                </a:ext>
              </a:extLst>
            </p:cNvPr>
            <p:cNvSpPr/>
            <p:nvPr userDrawn="1"/>
          </p:nvSpPr>
          <p:spPr>
            <a:xfrm>
              <a:off x="485775" y="1291008"/>
              <a:ext cx="5706109" cy="4359275"/>
            </a:xfrm>
            <a:custGeom>
              <a:avLst/>
              <a:gdLst>
                <a:gd name="connsiteX0" fmla="*/ 0 w 5706109"/>
                <a:gd name="connsiteY0" fmla="*/ 4157346 h 4359275"/>
                <a:gd name="connsiteX1" fmla="*/ 101600 w 5706109"/>
                <a:gd name="connsiteY1" fmla="*/ 4157346 h 4359275"/>
                <a:gd name="connsiteX2" fmla="*/ 101600 w 5706109"/>
                <a:gd name="connsiteY2" fmla="*/ 1075055 h 4359275"/>
                <a:gd name="connsiteX3" fmla="*/ 101600 w 5706109"/>
                <a:gd name="connsiteY3" fmla="*/ 1075055 h 4359275"/>
                <a:gd name="connsiteX4" fmla="*/ 191770 w 5706109"/>
                <a:gd name="connsiteY4" fmla="*/ 1059180 h 4359275"/>
                <a:gd name="connsiteX5" fmla="*/ 861060 w 5706109"/>
                <a:gd name="connsiteY5" fmla="*/ 942975 h 4359275"/>
                <a:gd name="connsiteX6" fmla="*/ 1195705 w 5706109"/>
                <a:gd name="connsiteY6" fmla="*/ 885190 h 4359275"/>
                <a:gd name="connsiteX7" fmla="*/ 1362710 w 5706109"/>
                <a:gd name="connsiteY7" fmla="*/ 855980 h 4359275"/>
                <a:gd name="connsiteX8" fmla="*/ 1529715 w 5706109"/>
                <a:gd name="connsiteY8" fmla="*/ 826770 h 4359275"/>
                <a:gd name="connsiteX9" fmla="*/ 1864360 w 5706109"/>
                <a:gd name="connsiteY9" fmla="*/ 768985 h 4359275"/>
                <a:gd name="connsiteX10" fmla="*/ 2031365 w 5706109"/>
                <a:gd name="connsiteY10" fmla="*/ 739775 h 4359275"/>
                <a:gd name="connsiteX11" fmla="*/ 2198370 w 5706109"/>
                <a:gd name="connsiteY11" fmla="*/ 710565 h 4359275"/>
                <a:gd name="connsiteX12" fmla="*/ 2365375 w 5706109"/>
                <a:gd name="connsiteY12" fmla="*/ 681355 h 4359275"/>
                <a:gd name="connsiteX13" fmla="*/ 2532380 w 5706109"/>
                <a:gd name="connsiteY13" fmla="*/ 652145 h 4359275"/>
                <a:gd name="connsiteX14" fmla="*/ 2699385 w 5706109"/>
                <a:gd name="connsiteY14" fmla="*/ 622935 h 4359275"/>
                <a:gd name="connsiteX15" fmla="*/ 2866390 w 5706109"/>
                <a:gd name="connsiteY15" fmla="*/ 593725 h 4359275"/>
                <a:gd name="connsiteX16" fmla="*/ 5461000 w 5706109"/>
                <a:gd name="connsiteY16" fmla="*/ 144145 h 4359275"/>
                <a:gd name="connsiteX17" fmla="*/ 5602605 w 5706109"/>
                <a:gd name="connsiteY17" fmla="*/ 119380 h 4359275"/>
                <a:gd name="connsiteX18" fmla="*/ 5602605 w 5706109"/>
                <a:gd name="connsiteY18" fmla="*/ 119380 h 4359275"/>
                <a:gd name="connsiteX19" fmla="*/ 5602605 w 5706109"/>
                <a:gd name="connsiteY19" fmla="*/ 4257676 h 4359275"/>
                <a:gd name="connsiteX20" fmla="*/ 609600 w 5706109"/>
                <a:gd name="connsiteY20" fmla="*/ 4257676 h 4359275"/>
                <a:gd name="connsiteX21" fmla="*/ 609600 w 5706109"/>
                <a:gd name="connsiteY21" fmla="*/ 4359276 h 4359275"/>
                <a:gd name="connsiteX22" fmla="*/ 5706110 w 5706109"/>
                <a:gd name="connsiteY22" fmla="*/ 4359276 h 4359275"/>
                <a:gd name="connsiteX23" fmla="*/ 5706110 w 5706109"/>
                <a:gd name="connsiteY23" fmla="*/ 0 h 4359275"/>
                <a:gd name="connsiteX24" fmla="*/ 5704840 w 5706109"/>
                <a:gd name="connsiteY24" fmla="*/ 0 h 4359275"/>
                <a:gd name="connsiteX25" fmla="*/ 5445760 w 5706109"/>
                <a:gd name="connsiteY25" fmla="*/ 45085 h 4359275"/>
                <a:gd name="connsiteX26" fmla="*/ 2851150 w 5706109"/>
                <a:gd name="connsiteY26" fmla="*/ 494665 h 4359275"/>
                <a:gd name="connsiteX27" fmla="*/ 2684145 w 5706109"/>
                <a:gd name="connsiteY27" fmla="*/ 523875 h 4359275"/>
                <a:gd name="connsiteX28" fmla="*/ 2517140 w 5706109"/>
                <a:gd name="connsiteY28" fmla="*/ 553085 h 4359275"/>
                <a:gd name="connsiteX29" fmla="*/ 2350135 w 5706109"/>
                <a:gd name="connsiteY29" fmla="*/ 582295 h 4359275"/>
                <a:gd name="connsiteX30" fmla="*/ 2183130 w 5706109"/>
                <a:gd name="connsiteY30" fmla="*/ 611505 h 4359275"/>
                <a:gd name="connsiteX31" fmla="*/ 2016125 w 5706109"/>
                <a:gd name="connsiteY31" fmla="*/ 640715 h 4359275"/>
                <a:gd name="connsiteX32" fmla="*/ 1849120 w 5706109"/>
                <a:gd name="connsiteY32" fmla="*/ 669925 h 4359275"/>
                <a:gd name="connsiteX33" fmla="*/ 1514475 w 5706109"/>
                <a:gd name="connsiteY33" fmla="*/ 727710 h 4359275"/>
                <a:gd name="connsiteX34" fmla="*/ 1347470 w 5706109"/>
                <a:gd name="connsiteY34" fmla="*/ 756920 h 4359275"/>
                <a:gd name="connsiteX35" fmla="*/ 1180465 w 5706109"/>
                <a:gd name="connsiteY35" fmla="*/ 786130 h 4359275"/>
                <a:gd name="connsiteX36" fmla="*/ 845820 w 5706109"/>
                <a:gd name="connsiteY36" fmla="*/ 843915 h 4359275"/>
                <a:gd name="connsiteX37" fmla="*/ 176530 w 5706109"/>
                <a:gd name="connsiteY37" fmla="*/ 960120 h 4359275"/>
                <a:gd name="connsiteX38" fmla="*/ 3175 w 5706109"/>
                <a:gd name="connsiteY38" fmla="*/ 989965 h 4359275"/>
                <a:gd name="connsiteX39" fmla="*/ 1905 w 5706109"/>
                <a:gd name="connsiteY39" fmla="*/ 989965 h 4359275"/>
                <a:gd name="connsiteX40" fmla="*/ 1905 w 5706109"/>
                <a:gd name="connsiteY40" fmla="*/ 4158616 h 4359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5706109" h="4359275">
                  <a:moveTo>
                    <a:pt x="0" y="4157346"/>
                  </a:moveTo>
                  <a:lnTo>
                    <a:pt x="101600" y="4157346"/>
                  </a:lnTo>
                  <a:lnTo>
                    <a:pt x="101600" y="1075055"/>
                  </a:lnTo>
                  <a:lnTo>
                    <a:pt x="101600" y="1075055"/>
                  </a:lnTo>
                  <a:lnTo>
                    <a:pt x="191770" y="1059180"/>
                  </a:lnTo>
                  <a:lnTo>
                    <a:pt x="861060" y="942975"/>
                  </a:lnTo>
                  <a:lnTo>
                    <a:pt x="1195705" y="885190"/>
                  </a:lnTo>
                  <a:lnTo>
                    <a:pt x="1362710" y="855980"/>
                  </a:lnTo>
                  <a:lnTo>
                    <a:pt x="1529715" y="826770"/>
                  </a:lnTo>
                  <a:lnTo>
                    <a:pt x="1864360" y="768985"/>
                  </a:lnTo>
                  <a:lnTo>
                    <a:pt x="2031365" y="739775"/>
                  </a:lnTo>
                  <a:lnTo>
                    <a:pt x="2198370" y="710565"/>
                  </a:lnTo>
                  <a:lnTo>
                    <a:pt x="2365375" y="681355"/>
                  </a:lnTo>
                  <a:lnTo>
                    <a:pt x="2532380" y="652145"/>
                  </a:lnTo>
                  <a:lnTo>
                    <a:pt x="2699385" y="622935"/>
                  </a:lnTo>
                  <a:lnTo>
                    <a:pt x="2866390" y="593725"/>
                  </a:lnTo>
                  <a:cubicBezTo>
                    <a:pt x="3731260" y="443865"/>
                    <a:pt x="4596130" y="294005"/>
                    <a:pt x="5461000" y="144145"/>
                  </a:cubicBezTo>
                  <a:lnTo>
                    <a:pt x="5602605" y="119380"/>
                  </a:lnTo>
                  <a:lnTo>
                    <a:pt x="5602605" y="119380"/>
                  </a:lnTo>
                  <a:lnTo>
                    <a:pt x="5602605" y="4257676"/>
                  </a:lnTo>
                  <a:lnTo>
                    <a:pt x="609600" y="4257676"/>
                  </a:lnTo>
                  <a:lnTo>
                    <a:pt x="609600" y="4359276"/>
                  </a:lnTo>
                  <a:lnTo>
                    <a:pt x="5706110" y="4359276"/>
                  </a:lnTo>
                  <a:lnTo>
                    <a:pt x="5706110" y="0"/>
                  </a:lnTo>
                  <a:lnTo>
                    <a:pt x="5704840" y="0"/>
                  </a:lnTo>
                  <a:cubicBezTo>
                    <a:pt x="5618480" y="15240"/>
                    <a:pt x="5532120" y="30480"/>
                    <a:pt x="5445760" y="45085"/>
                  </a:cubicBezTo>
                  <a:cubicBezTo>
                    <a:pt x="4580890" y="194945"/>
                    <a:pt x="3716020" y="344805"/>
                    <a:pt x="2851150" y="494665"/>
                  </a:cubicBezTo>
                  <a:lnTo>
                    <a:pt x="2684145" y="523875"/>
                  </a:lnTo>
                  <a:lnTo>
                    <a:pt x="2517140" y="553085"/>
                  </a:lnTo>
                  <a:lnTo>
                    <a:pt x="2350135" y="582295"/>
                  </a:lnTo>
                  <a:lnTo>
                    <a:pt x="2183130" y="611505"/>
                  </a:lnTo>
                  <a:lnTo>
                    <a:pt x="2016125" y="640715"/>
                  </a:lnTo>
                  <a:lnTo>
                    <a:pt x="1849120" y="669925"/>
                  </a:lnTo>
                  <a:lnTo>
                    <a:pt x="1514475" y="727710"/>
                  </a:lnTo>
                  <a:lnTo>
                    <a:pt x="1347470" y="756920"/>
                  </a:lnTo>
                  <a:lnTo>
                    <a:pt x="1180465" y="786130"/>
                  </a:lnTo>
                  <a:lnTo>
                    <a:pt x="845820" y="843915"/>
                  </a:lnTo>
                  <a:lnTo>
                    <a:pt x="176530" y="960120"/>
                  </a:lnTo>
                  <a:lnTo>
                    <a:pt x="3175" y="989965"/>
                  </a:lnTo>
                  <a:lnTo>
                    <a:pt x="1905" y="989965"/>
                  </a:lnTo>
                  <a:lnTo>
                    <a:pt x="1905" y="4158616"/>
                  </a:lnTo>
                  <a:close/>
                </a:path>
              </a:pathLst>
            </a:custGeom>
            <a:gradFill flip="none" rotWithShape="1">
              <a:gsLst>
                <a:gs pos="39000">
                  <a:srgbClr val="FFE600"/>
                </a:gs>
                <a:gs pos="68000">
                  <a:srgbClr val="A420F8"/>
                </a:gs>
                <a:gs pos="100000">
                  <a:srgbClr val="5C94F9"/>
                </a:gs>
              </a:gsLst>
              <a:lin ang="18720000" scaled="0"/>
              <a:tileRect/>
            </a:gradFill>
            <a:ln w="818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p>
          </p:txBody>
        </p:sp>
      </p:grpSp>
      <p:grpSp>
        <p:nvGrpSpPr>
          <p:cNvPr id="2" name="Group 1">
            <a:extLst>
              <a:ext uri="{FF2B5EF4-FFF2-40B4-BE49-F238E27FC236}">
                <a16:creationId xmlns:a16="http://schemas.microsoft.com/office/drawing/2014/main" id="{D24F0FAD-7582-E59D-E125-54DD5BA160A3}"/>
              </a:ext>
            </a:extLst>
          </p:cNvPr>
          <p:cNvGrpSpPr/>
          <p:nvPr userDrawn="1"/>
        </p:nvGrpSpPr>
        <p:grpSpPr>
          <a:xfrm>
            <a:off x="485775" y="6164633"/>
            <a:ext cx="4940935" cy="318770"/>
            <a:chOff x="485775" y="6164633"/>
            <a:chExt cx="4940935" cy="318770"/>
          </a:xfrm>
        </p:grpSpPr>
        <p:sp>
          <p:nvSpPr>
            <p:cNvPr id="4" name="Freeform 23">
              <a:extLst>
                <a:ext uri="{FF2B5EF4-FFF2-40B4-BE49-F238E27FC236}">
                  <a16:creationId xmlns:a16="http://schemas.microsoft.com/office/drawing/2014/main" id="{6FA849DF-1D4C-EAF0-08A5-7DDBACD55F3C}"/>
                </a:ext>
              </a:extLst>
            </p:cNvPr>
            <p:cNvSpPr/>
            <p:nvPr userDrawn="1"/>
          </p:nvSpPr>
          <p:spPr>
            <a:xfrm>
              <a:off x="485775" y="6164633"/>
              <a:ext cx="405765" cy="81280"/>
            </a:xfrm>
            <a:custGeom>
              <a:avLst/>
              <a:gdLst>
                <a:gd name="connsiteX0" fmla="*/ 324485 w 405765"/>
                <a:gd name="connsiteY0" fmla="*/ 0 h 81280"/>
                <a:gd name="connsiteX1" fmla="*/ 405765 w 405765"/>
                <a:gd name="connsiteY1" fmla="*/ 0 h 81280"/>
                <a:gd name="connsiteX2" fmla="*/ 405765 w 405765"/>
                <a:gd name="connsiteY2" fmla="*/ 81280 h 81280"/>
                <a:gd name="connsiteX3" fmla="*/ 324485 w 405765"/>
                <a:gd name="connsiteY3" fmla="*/ 81280 h 81280"/>
                <a:gd name="connsiteX4" fmla="*/ 161925 w 405765"/>
                <a:gd name="connsiteY4" fmla="*/ 0 h 81280"/>
                <a:gd name="connsiteX5" fmla="*/ 243205 w 405765"/>
                <a:gd name="connsiteY5" fmla="*/ 0 h 81280"/>
                <a:gd name="connsiteX6" fmla="*/ 243205 w 405765"/>
                <a:gd name="connsiteY6" fmla="*/ 81280 h 81280"/>
                <a:gd name="connsiteX7" fmla="*/ 161925 w 405765"/>
                <a:gd name="connsiteY7" fmla="*/ 81280 h 81280"/>
                <a:gd name="connsiteX8" fmla="*/ 0 w 405765"/>
                <a:gd name="connsiteY8" fmla="*/ 0 h 81280"/>
                <a:gd name="connsiteX9" fmla="*/ 81280 w 405765"/>
                <a:gd name="connsiteY9" fmla="*/ 0 h 81280"/>
                <a:gd name="connsiteX10" fmla="*/ 81280 w 405765"/>
                <a:gd name="connsiteY10" fmla="*/ 81280 h 81280"/>
                <a:gd name="connsiteX11" fmla="*/ 0 w 405765"/>
                <a:gd name="connsiteY11" fmla="*/ 81280 h 81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05765" h="81280">
                  <a:moveTo>
                    <a:pt x="324485" y="0"/>
                  </a:moveTo>
                  <a:lnTo>
                    <a:pt x="405765" y="0"/>
                  </a:lnTo>
                  <a:lnTo>
                    <a:pt x="405765" y="81280"/>
                  </a:lnTo>
                  <a:lnTo>
                    <a:pt x="324485" y="81280"/>
                  </a:lnTo>
                  <a:close/>
                  <a:moveTo>
                    <a:pt x="161925" y="0"/>
                  </a:moveTo>
                  <a:lnTo>
                    <a:pt x="243205" y="0"/>
                  </a:lnTo>
                  <a:lnTo>
                    <a:pt x="243205" y="81280"/>
                  </a:lnTo>
                  <a:lnTo>
                    <a:pt x="161925" y="81280"/>
                  </a:lnTo>
                  <a:close/>
                  <a:moveTo>
                    <a:pt x="0" y="0"/>
                  </a:moveTo>
                  <a:lnTo>
                    <a:pt x="81280" y="0"/>
                  </a:lnTo>
                  <a:lnTo>
                    <a:pt x="81280" y="81280"/>
                  </a:lnTo>
                  <a:lnTo>
                    <a:pt x="0" y="81280"/>
                  </a:lnTo>
                  <a:close/>
                </a:path>
              </a:pathLst>
            </a:custGeom>
            <a:solidFill>
              <a:srgbClr val="FFE600"/>
            </a:solidFill>
            <a:ln w="63500" cap="flat">
              <a:noFill/>
              <a:prstDash val="solid"/>
              <a:miter/>
            </a:ln>
          </p:spPr>
          <p:txBody>
            <a:bodyPr rtlCol="0" anchor="ctr"/>
            <a:lstStyle/>
            <a:p>
              <a:endParaRPr lang="en-US">
                <a:solidFill>
                  <a:schemeClr val="bg1"/>
                </a:solidFill>
              </a:endParaRPr>
            </a:p>
          </p:txBody>
        </p:sp>
        <p:sp>
          <p:nvSpPr>
            <p:cNvPr id="5" name="Freeform 24">
              <a:extLst>
                <a:ext uri="{FF2B5EF4-FFF2-40B4-BE49-F238E27FC236}">
                  <a16:creationId xmlns:a16="http://schemas.microsoft.com/office/drawing/2014/main" id="{AFCBB4D7-2A1F-809A-E4FD-A2FEADA71C98}"/>
                </a:ext>
              </a:extLst>
            </p:cNvPr>
            <p:cNvSpPr/>
            <p:nvPr userDrawn="1"/>
          </p:nvSpPr>
          <p:spPr bwMode="black">
            <a:xfrm>
              <a:off x="485779" y="6344974"/>
              <a:ext cx="4940931" cy="138429"/>
            </a:xfrm>
            <a:custGeom>
              <a:avLst/>
              <a:gdLst>
                <a:gd name="connsiteX0" fmla="*/ 1032512 w 4940931"/>
                <a:gd name="connsiteY0" fmla="*/ 137477 h 138429"/>
                <a:gd name="connsiteX1" fmla="*/ 1032512 w 4940931"/>
                <a:gd name="connsiteY1" fmla="*/ 137794 h 138429"/>
                <a:gd name="connsiteX2" fmla="*/ 1030607 w 4940931"/>
                <a:gd name="connsiteY2" fmla="*/ 138429 h 138429"/>
                <a:gd name="connsiteX3" fmla="*/ 4929501 w 4940931"/>
                <a:gd name="connsiteY3" fmla="*/ 87629 h 138429"/>
                <a:gd name="connsiteX4" fmla="*/ 4933946 w 4940931"/>
                <a:gd name="connsiteY4" fmla="*/ 88264 h 138429"/>
                <a:gd name="connsiteX5" fmla="*/ 4937756 w 4940931"/>
                <a:gd name="connsiteY5" fmla="*/ 90804 h 138429"/>
                <a:gd name="connsiteX6" fmla="*/ 4940296 w 4940931"/>
                <a:gd name="connsiteY6" fmla="*/ 94614 h 138429"/>
                <a:gd name="connsiteX7" fmla="*/ 4940931 w 4940931"/>
                <a:gd name="connsiteY7" fmla="*/ 99059 h 138429"/>
                <a:gd name="connsiteX8" fmla="*/ 4940296 w 4940931"/>
                <a:gd name="connsiteY8" fmla="*/ 103504 h 138429"/>
                <a:gd name="connsiteX9" fmla="*/ 4937756 w 4940931"/>
                <a:gd name="connsiteY9" fmla="*/ 107314 h 138429"/>
                <a:gd name="connsiteX10" fmla="*/ 4933946 w 4940931"/>
                <a:gd name="connsiteY10" fmla="*/ 109854 h 138429"/>
                <a:gd name="connsiteX11" fmla="*/ 4929501 w 4940931"/>
                <a:gd name="connsiteY11" fmla="*/ 110489 h 138429"/>
                <a:gd name="connsiteX12" fmla="*/ 4925056 w 4940931"/>
                <a:gd name="connsiteY12" fmla="*/ 109854 h 138429"/>
                <a:gd name="connsiteX13" fmla="*/ 4921246 w 4940931"/>
                <a:gd name="connsiteY13" fmla="*/ 107314 h 138429"/>
                <a:gd name="connsiteX14" fmla="*/ 4918706 w 4940931"/>
                <a:gd name="connsiteY14" fmla="*/ 103504 h 138429"/>
                <a:gd name="connsiteX15" fmla="*/ 4918071 w 4940931"/>
                <a:gd name="connsiteY15" fmla="*/ 99059 h 138429"/>
                <a:gd name="connsiteX16" fmla="*/ 4918706 w 4940931"/>
                <a:gd name="connsiteY16" fmla="*/ 94614 h 138429"/>
                <a:gd name="connsiteX17" fmla="*/ 4921246 w 4940931"/>
                <a:gd name="connsiteY17" fmla="*/ 90804 h 138429"/>
                <a:gd name="connsiteX18" fmla="*/ 4925056 w 4940931"/>
                <a:gd name="connsiteY18" fmla="*/ 88264 h 138429"/>
                <a:gd name="connsiteX19" fmla="*/ 4929501 w 4940931"/>
                <a:gd name="connsiteY19" fmla="*/ 87629 h 138429"/>
                <a:gd name="connsiteX20" fmla="*/ 3079110 w 4940931"/>
                <a:gd name="connsiteY20" fmla="*/ 87629 h 138429"/>
                <a:gd name="connsiteX21" fmla="*/ 3083555 w 4940931"/>
                <a:gd name="connsiteY21" fmla="*/ 88264 h 138429"/>
                <a:gd name="connsiteX22" fmla="*/ 3087365 w 4940931"/>
                <a:gd name="connsiteY22" fmla="*/ 90804 h 138429"/>
                <a:gd name="connsiteX23" fmla="*/ 3089905 w 4940931"/>
                <a:gd name="connsiteY23" fmla="*/ 94614 h 138429"/>
                <a:gd name="connsiteX24" fmla="*/ 3090540 w 4940931"/>
                <a:gd name="connsiteY24" fmla="*/ 99059 h 138429"/>
                <a:gd name="connsiteX25" fmla="*/ 3089905 w 4940931"/>
                <a:gd name="connsiteY25" fmla="*/ 103504 h 138429"/>
                <a:gd name="connsiteX26" fmla="*/ 3087365 w 4940931"/>
                <a:gd name="connsiteY26" fmla="*/ 107314 h 138429"/>
                <a:gd name="connsiteX27" fmla="*/ 3083555 w 4940931"/>
                <a:gd name="connsiteY27" fmla="*/ 109854 h 138429"/>
                <a:gd name="connsiteX28" fmla="*/ 3079110 w 4940931"/>
                <a:gd name="connsiteY28" fmla="*/ 110489 h 138429"/>
                <a:gd name="connsiteX29" fmla="*/ 3074665 w 4940931"/>
                <a:gd name="connsiteY29" fmla="*/ 109854 h 138429"/>
                <a:gd name="connsiteX30" fmla="*/ 3070855 w 4940931"/>
                <a:gd name="connsiteY30" fmla="*/ 107314 h 138429"/>
                <a:gd name="connsiteX31" fmla="*/ 3068315 w 4940931"/>
                <a:gd name="connsiteY31" fmla="*/ 103504 h 138429"/>
                <a:gd name="connsiteX32" fmla="*/ 3067680 w 4940931"/>
                <a:gd name="connsiteY32" fmla="*/ 99059 h 138429"/>
                <a:gd name="connsiteX33" fmla="*/ 3068315 w 4940931"/>
                <a:gd name="connsiteY33" fmla="*/ 94614 h 138429"/>
                <a:gd name="connsiteX34" fmla="*/ 3070855 w 4940931"/>
                <a:gd name="connsiteY34" fmla="*/ 90804 h 138429"/>
                <a:gd name="connsiteX35" fmla="*/ 3074665 w 4940931"/>
                <a:gd name="connsiteY35" fmla="*/ 88264 h 138429"/>
                <a:gd name="connsiteX36" fmla="*/ 3079110 w 4940931"/>
                <a:gd name="connsiteY36" fmla="*/ 87629 h 138429"/>
                <a:gd name="connsiteX37" fmla="*/ 1565275 w 4940931"/>
                <a:gd name="connsiteY37" fmla="*/ 87629 h 138429"/>
                <a:gd name="connsiteX38" fmla="*/ 1569720 w 4940931"/>
                <a:gd name="connsiteY38" fmla="*/ 88264 h 138429"/>
                <a:gd name="connsiteX39" fmla="*/ 1573529 w 4940931"/>
                <a:gd name="connsiteY39" fmla="*/ 90804 h 138429"/>
                <a:gd name="connsiteX40" fmla="*/ 1576069 w 4940931"/>
                <a:gd name="connsiteY40" fmla="*/ 94614 h 138429"/>
                <a:gd name="connsiteX41" fmla="*/ 1576705 w 4940931"/>
                <a:gd name="connsiteY41" fmla="*/ 99059 h 138429"/>
                <a:gd name="connsiteX42" fmla="*/ 1576069 w 4940931"/>
                <a:gd name="connsiteY42" fmla="*/ 103504 h 138429"/>
                <a:gd name="connsiteX43" fmla="*/ 1573529 w 4940931"/>
                <a:gd name="connsiteY43" fmla="*/ 107314 h 138429"/>
                <a:gd name="connsiteX44" fmla="*/ 1569720 w 4940931"/>
                <a:gd name="connsiteY44" fmla="*/ 109854 h 138429"/>
                <a:gd name="connsiteX45" fmla="*/ 1565275 w 4940931"/>
                <a:gd name="connsiteY45" fmla="*/ 110489 h 138429"/>
                <a:gd name="connsiteX46" fmla="*/ 1560830 w 4940931"/>
                <a:gd name="connsiteY46" fmla="*/ 109854 h 138429"/>
                <a:gd name="connsiteX47" fmla="*/ 1557020 w 4940931"/>
                <a:gd name="connsiteY47" fmla="*/ 107314 h 138429"/>
                <a:gd name="connsiteX48" fmla="*/ 1554479 w 4940931"/>
                <a:gd name="connsiteY48" fmla="*/ 103504 h 138429"/>
                <a:gd name="connsiteX49" fmla="*/ 1553844 w 4940931"/>
                <a:gd name="connsiteY49" fmla="*/ 99059 h 138429"/>
                <a:gd name="connsiteX50" fmla="*/ 1554479 w 4940931"/>
                <a:gd name="connsiteY50" fmla="*/ 94614 h 138429"/>
                <a:gd name="connsiteX51" fmla="*/ 1557020 w 4940931"/>
                <a:gd name="connsiteY51" fmla="*/ 90804 h 138429"/>
                <a:gd name="connsiteX52" fmla="*/ 1560830 w 4940931"/>
                <a:gd name="connsiteY52" fmla="*/ 88264 h 138429"/>
                <a:gd name="connsiteX53" fmla="*/ 1565275 w 4940931"/>
                <a:gd name="connsiteY53" fmla="*/ 87629 h 138429"/>
                <a:gd name="connsiteX54" fmla="*/ 2642230 w 4940931"/>
                <a:gd name="connsiteY54" fmla="*/ 73024 h 138429"/>
                <a:gd name="connsiteX55" fmla="*/ 2630800 w 4940931"/>
                <a:gd name="connsiteY55" fmla="*/ 76199 h 138429"/>
                <a:gd name="connsiteX56" fmla="*/ 2626355 w 4940931"/>
                <a:gd name="connsiteY56" fmla="*/ 84454 h 138429"/>
                <a:gd name="connsiteX57" fmla="*/ 2627625 w 4940931"/>
                <a:gd name="connsiteY57" fmla="*/ 90169 h 138429"/>
                <a:gd name="connsiteX58" fmla="*/ 2630800 w 4940931"/>
                <a:gd name="connsiteY58" fmla="*/ 93979 h 138429"/>
                <a:gd name="connsiteX59" fmla="*/ 2635245 w 4940931"/>
                <a:gd name="connsiteY59" fmla="*/ 96519 h 138429"/>
                <a:gd name="connsiteX60" fmla="*/ 2641595 w 4940931"/>
                <a:gd name="connsiteY60" fmla="*/ 97154 h 138429"/>
                <a:gd name="connsiteX61" fmla="*/ 2647310 w 4940931"/>
                <a:gd name="connsiteY61" fmla="*/ 96519 h 138429"/>
                <a:gd name="connsiteX62" fmla="*/ 2652390 w 4940931"/>
                <a:gd name="connsiteY62" fmla="*/ 93979 h 138429"/>
                <a:gd name="connsiteX63" fmla="*/ 2656835 w 4940931"/>
                <a:gd name="connsiteY63" fmla="*/ 90804 h 138429"/>
                <a:gd name="connsiteX64" fmla="*/ 2660010 w 4940931"/>
                <a:gd name="connsiteY64" fmla="*/ 86994 h 138429"/>
                <a:gd name="connsiteX65" fmla="*/ 2660010 w 4940931"/>
                <a:gd name="connsiteY65" fmla="*/ 75564 h 138429"/>
                <a:gd name="connsiteX66" fmla="*/ 2656200 w 4940931"/>
                <a:gd name="connsiteY66" fmla="*/ 74294 h 138429"/>
                <a:gd name="connsiteX67" fmla="*/ 2652390 w 4940931"/>
                <a:gd name="connsiteY67" fmla="*/ 73659 h 138429"/>
                <a:gd name="connsiteX68" fmla="*/ 2647945 w 4940931"/>
                <a:gd name="connsiteY68" fmla="*/ 73024 h 138429"/>
                <a:gd name="connsiteX69" fmla="*/ 2642230 w 4940931"/>
                <a:gd name="connsiteY69" fmla="*/ 73024 h 138429"/>
                <a:gd name="connsiteX70" fmla="*/ 4664706 w 4940931"/>
                <a:gd name="connsiteY70" fmla="*/ 43814 h 138429"/>
                <a:gd name="connsiteX71" fmla="*/ 4657086 w 4940931"/>
                <a:gd name="connsiteY71" fmla="*/ 45719 h 138429"/>
                <a:gd name="connsiteX72" fmla="*/ 4651371 w 4940931"/>
                <a:gd name="connsiteY72" fmla="*/ 50799 h 138429"/>
                <a:gd name="connsiteX73" fmla="*/ 4647561 w 4940931"/>
                <a:gd name="connsiteY73" fmla="*/ 59054 h 138429"/>
                <a:gd name="connsiteX74" fmla="*/ 4646291 w 4940931"/>
                <a:gd name="connsiteY74" fmla="*/ 69849 h 138429"/>
                <a:gd name="connsiteX75" fmla="*/ 4647561 w 4940931"/>
                <a:gd name="connsiteY75" fmla="*/ 81279 h 138429"/>
                <a:gd name="connsiteX76" fmla="*/ 4651371 w 4940931"/>
                <a:gd name="connsiteY76" fmla="*/ 89534 h 138429"/>
                <a:gd name="connsiteX77" fmla="*/ 4657721 w 4940931"/>
                <a:gd name="connsiteY77" fmla="*/ 94614 h 138429"/>
                <a:gd name="connsiteX78" fmla="*/ 4665341 w 4940931"/>
                <a:gd name="connsiteY78" fmla="*/ 96519 h 138429"/>
                <a:gd name="connsiteX79" fmla="*/ 4672961 w 4940931"/>
                <a:gd name="connsiteY79" fmla="*/ 94614 h 138429"/>
                <a:gd name="connsiteX80" fmla="*/ 4678676 w 4940931"/>
                <a:gd name="connsiteY80" fmla="*/ 88899 h 138429"/>
                <a:gd name="connsiteX81" fmla="*/ 4682486 w 4940931"/>
                <a:gd name="connsiteY81" fmla="*/ 80644 h 138429"/>
                <a:gd name="connsiteX82" fmla="*/ 4683756 w 4940931"/>
                <a:gd name="connsiteY82" fmla="*/ 70484 h 138429"/>
                <a:gd name="connsiteX83" fmla="*/ 4684391 w 4940931"/>
                <a:gd name="connsiteY83" fmla="*/ 69849 h 138429"/>
                <a:gd name="connsiteX84" fmla="*/ 4683121 w 4940931"/>
                <a:gd name="connsiteY84" fmla="*/ 59054 h 138429"/>
                <a:gd name="connsiteX85" fmla="*/ 4679311 w 4940931"/>
                <a:gd name="connsiteY85" fmla="*/ 50799 h 138429"/>
                <a:gd name="connsiteX86" fmla="*/ 4672961 w 4940931"/>
                <a:gd name="connsiteY86" fmla="*/ 45719 h 138429"/>
                <a:gd name="connsiteX87" fmla="*/ 4664706 w 4940931"/>
                <a:gd name="connsiteY87" fmla="*/ 43814 h 138429"/>
                <a:gd name="connsiteX88" fmla="*/ 4264020 w 4940931"/>
                <a:gd name="connsiteY88" fmla="*/ 43814 h 138429"/>
                <a:gd name="connsiteX89" fmla="*/ 4256400 w 4940931"/>
                <a:gd name="connsiteY89" fmla="*/ 45719 h 138429"/>
                <a:gd name="connsiteX90" fmla="*/ 4250685 w 4940931"/>
                <a:gd name="connsiteY90" fmla="*/ 50799 h 138429"/>
                <a:gd name="connsiteX91" fmla="*/ 4246875 w 4940931"/>
                <a:gd name="connsiteY91" fmla="*/ 59054 h 138429"/>
                <a:gd name="connsiteX92" fmla="*/ 4245605 w 4940931"/>
                <a:gd name="connsiteY92" fmla="*/ 69849 h 138429"/>
                <a:gd name="connsiteX93" fmla="*/ 4246875 w 4940931"/>
                <a:gd name="connsiteY93" fmla="*/ 81279 h 138429"/>
                <a:gd name="connsiteX94" fmla="*/ 4250685 w 4940931"/>
                <a:gd name="connsiteY94" fmla="*/ 89534 h 138429"/>
                <a:gd name="connsiteX95" fmla="*/ 4257035 w 4940931"/>
                <a:gd name="connsiteY95" fmla="*/ 94614 h 138429"/>
                <a:gd name="connsiteX96" fmla="*/ 4264655 w 4940931"/>
                <a:gd name="connsiteY96" fmla="*/ 96519 h 138429"/>
                <a:gd name="connsiteX97" fmla="*/ 4272275 w 4940931"/>
                <a:gd name="connsiteY97" fmla="*/ 94614 h 138429"/>
                <a:gd name="connsiteX98" fmla="*/ 4277990 w 4940931"/>
                <a:gd name="connsiteY98" fmla="*/ 88899 h 138429"/>
                <a:gd name="connsiteX99" fmla="*/ 4281800 w 4940931"/>
                <a:gd name="connsiteY99" fmla="*/ 80644 h 138429"/>
                <a:gd name="connsiteX100" fmla="*/ 4283070 w 4940931"/>
                <a:gd name="connsiteY100" fmla="*/ 70484 h 138429"/>
                <a:gd name="connsiteX101" fmla="*/ 4283705 w 4940931"/>
                <a:gd name="connsiteY101" fmla="*/ 69849 h 138429"/>
                <a:gd name="connsiteX102" fmla="*/ 4282435 w 4940931"/>
                <a:gd name="connsiteY102" fmla="*/ 59054 h 138429"/>
                <a:gd name="connsiteX103" fmla="*/ 4278625 w 4940931"/>
                <a:gd name="connsiteY103" fmla="*/ 50799 h 138429"/>
                <a:gd name="connsiteX104" fmla="*/ 4272275 w 4940931"/>
                <a:gd name="connsiteY104" fmla="*/ 45719 h 138429"/>
                <a:gd name="connsiteX105" fmla="*/ 4264020 w 4940931"/>
                <a:gd name="connsiteY105" fmla="*/ 43814 h 138429"/>
                <a:gd name="connsiteX106" fmla="*/ 1420495 w 4940931"/>
                <a:gd name="connsiteY106" fmla="*/ 43814 h 138429"/>
                <a:gd name="connsiteX107" fmla="*/ 1412875 w 4940931"/>
                <a:gd name="connsiteY107" fmla="*/ 45719 h 138429"/>
                <a:gd name="connsiteX108" fmla="*/ 1407160 w 4940931"/>
                <a:gd name="connsiteY108" fmla="*/ 50799 h 138429"/>
                <a:gd name="connsiteX109" fmla="*/ 1403350 w 4940931"/>
                <a:gd name="connsiteY109" fmla="*/ 59054 h 138429"/>
                <a:gd name="connsiteX110" fmla="*/ 1402080 w 4940931"/>
                <a:gd name="connsiteY110" fmla="*/ 69849 h 138429"/>
                <a:gd name="connsiteX111" fmla="*/ 1403350 w 4940931"/>
                <a:gd name="connsiteY111" fmla="*/ 81279 h 138429"/>
                <a:gd name="connsiteX112" fmla="*/ 1407160 w 4940931"/>
                <a:gd name="connsiteY112" fmla="*/ 89534 h 138429"/>
                <a:gd name="connsiteX113" fmla="*/ 1413510 w 4940931"/>
                <a:gd name="connsiteY113" fmla="*/ 94614 h 138429"/>
                <a:gd name="connsiteX114" fmla="*/ 1421130 w 4940931"/>
                <a:gd name="connsiteY114" fmla="*/ 96519 h 138429"/>
                <a:gd name="connsiteX115" fmla="*/ 1428750 w 4940931"/>
                <a:gd name="connsiteY115" fmla="*/ 94614 h 138429"/>
                <a:gd name="connsiteX116" fmla="*/ 1434465 w 4940931"/>
                <a:gd name="connsiteY116" fmla="*/ 88899 h 138429"/>
                <a:gd name="connsiteX117" fmla="*/ 1438275 w 4940931"/>
                <a:gd name="connsiteY117" fmla="*/ 80644 h 138429"/>
                <a:gd name="connsiteX118" fmla="*/ 1439545 w 4940931"/>
                <a:gd name="connsiteY118" fmla="*/ 70484 h 138429"/>
                <a:gd name="connsiteX119" fmla="*/ 1440180 w 4940931"/>
                <a:gd name="connsiteY119" fmla="*/ 69849 h 138429"/>
                <a:gd name="connsiteX120" fmla="*/ 1438910 w 4940931"/>
                <a:gd name="connsiteY120" fmla="*/ 59054 h 138429"/>
                <a:gd name="connsiteX121" fmla="*/ 1435100 w 4940931"/>
                <a:gd name="connsiteY121" fmla="*/ 50799 h 138429"/>
                <a:gd name="connsiteX122" fmla="*/ 1428750 w 4940931"/>
                <a:gd name="connsiteY122" fmla="*/ 45719 h 138429"/>
                <a:gd name="connsiteX123" fmla="*/ 1420495 w 4940931"/>
                <a:gd name="connsiteY123" fmla="*/ 43814 h 138429"/>
                <a:gd name="connsiteX124" fmla="*/ 4041770 w 4940931"/>
                <a:gd name="connsiteY124" fmla="*/ 43180 h 138429"/>
                <a:gd name="connsiteX125" fmla="*/ 4034785 w 4940931"/>
                <a:gd name="connsiteY125" fmla="*/ 44450 h 138429"/>
                <a:gd name="connsiteX126" fmla="*/ 4029705 w 4940931"/>
                <a:gd name="connsiteY126" fmla="*/ 48260 h 138429"/>
                <a:gd name="connsiteX127" fmla="*/ 4025895 w 4940931"/>
                <a:gd name="connsiteY127" fmla="*/ 54610 h 138429"/>
                <a:gd name="connsiteX128" fmla="*/ 4023990 w 4940931"/>
                <a:gd name="connsiteY128" fmla="*/ 62865 h 138429"/>
                <a:gd name="connsiteX129" fmla="*/ 4060185 w 4940931"/>
                <a:gd name="connsiteY129" fmla="*/ 62865 h 138429"/>
                <a:gd name="connsiteX130" fmla="*/ 4058915 w 4940931"/>
                <a:gd name="connsiteY130" fmla="*/ 55245 h 138429"/>
                <a:gd name="connsiteX131" fmla="*/ 4055740 w 4940931"/>
                <a:gd name="connsiteY131" fmla="*/ 48895 h 138429"/>
                <a:gd name="connsiteX132" fmla="*/ 4050025 w 4940931"/>
                <a:gd name="connsiteY132" fmla="*/ 44450 h 138429"/>
                <a:gd name="connsiteX133" fmla="*/ 4041770 w 4940931"/>
                <a:gd name="connsiteY133" fmla="*/ 43180 h 138429"/>
                <a:gd name="connsiteX134" fmla="*/ 3728081 w 4940931"/>
                <a:gd name="connsiteY134" fmla="*/ 43180 h 138429"/>
                <a:gd name="connsiteX135" fmla="*/ 3721096 w 4940931"/>
                <a:gd name="connsiteY135" fmla="*/ 44450 h 138429"/>
                <a:gd name="connsiteX136" fmla="*/ 3716016 w 4940931"/>
                <a:gd name="connsiteY136" fmla="*/ 48260 h 138429"/>
                <a:gd name="connsiteX137" fmla="*/ 3712206 w 4940931"/>
                <a:gd name="connsiteY137" fmla="*/ 54610 h 138429"/>
                <a:gd name="connsiteX138" fmla="*/ 3710301 w 4940931"/>
                <a:gd name="connsiteY138" fmla="*/ 62865 h 138429"/>
                <a:gd name="connsiteX139" fmla="*/ 3746496 w 4940931"/>
                <a:gd name="connsiteY139" fmla="*/ 62865 h 138429"/>
                <a:gd name="connsiteX140" fmla="*/ 3745226 w 4940931"/>
                <a:gd name="connsiteY140" fmla="*/ 55245 h 138429"/>
                <a:gd name="connsiteX141" fmla="*/ 3742051 w 4940931"/>
                <a:gd name="connsiteY141" fmla="*/ 48895 h 138429"/>
                <a:gd name="connsiteX142" fmla="*/ 3736336 w 4940931"/>
                <a:gd name="connsiteY142" fmla="*/ 44450 h 138429"/>
                <a:gd name="connsiteX143" fmla="*/ 3728081 w 4940931"/>
                <a:gd name="connsiteY143" fmla="*/ 43180 h 138429"/>
                <a:gd name="connsiteX144" fmla="*/ 3541391 w 4940931"/>
                <a:gd name="connsiteY144" fmla="*/ 43180 h 138429"/>
                <a:gd name="connsiteX145" fmla="*/ 3534406 w 4940931"/>
                <a:gd name="connsiteY145" fmla="*/ 44450 h 138429"/>
                <a:gd name="connsiteX146" fmla="*/ 3529326 w 4940931"/>
                <a:gd name="connsiteY146" fmla="*/ 48260 h 138429"/>
                <a:gd name="connsiteX147" fmla="*/ 3525516 w 4940931"/>
                <a:gd name="connsiteY147" fmla="*/ 54610 h 138429"/>
                <a:gd name="connsiteX148" fmla="*/ 3523611 w 4940931"/>
                <a:gd name="connsiteY148" fmla="*/ 62865 h 138429"/>
                <a:gd name="connsiteX149" fmla="*/ 3559806 w 4940931"/>
                <a:gd name="connsiteY149" fmla="*/ 62865 h 138429"/>
                <a:gd name="connsiteX150" fmla="*/ 3558536 w 4940931"/>
                <a:gd name="connsiteY150" fmla="*/ 55245 h 138429"/>
                <a:gd name="connsiteX151" fmla="*/ 3555361 w 4940931"/>
                <a:gd name="connsiteY151" fmla="*/ 48895 h 138429"/>
                <a:gd name="connsiteX152" fmla="*/ 3549646 w 4940931"/>
                <a:gd name="connsiteY152" fmla="*/ 44450 h 138429"/>
                <a:gd name="connsiteX153" fmla="*/ 3541391 w 4940931"/>
                <a:gd name="connsiteY153" fmla="*/ 43180 h 138429"/>
                <a:gd name="connsiteX154" fmla="*/ 3463285 w 4940931"/>
                <a:gd name="connsiteY154" fmla="*/ 43180 h 138429"/>
                <a:gd name="connsiteX155" fmla="*/ 3458205 w 4940931"/>
                <a:gd name="connsiteY155" fmla="*/ 43815 h 138429"/>
                <a:gd name="connsiteX156" fmla="*/ 3453125 w 4940931"/>
                <a:gd name="connsiteY156" fmla="*/ 45720 h 138429"/>
                <a:gd name="connsiteX157" fmla="*/ 3448680 w 4940931"/>
                <a:gd name="connsiteY157" fmla="*/ 48895 h 138429"/>
                <a:gd name="connsiteX158" fmla="*/ 3445505 w 4940931"/>
                <a:gd name="connsiteY158" fmla="*/ 52705 h 138429"/>
                <a:gd name="connsiteX159" fmla="*/ 3445505 w 4940931"/>
                <a:gd name="connsiteY159" fmla="*/ 85725 h 138429"/>
                <a:gd name="connsiteX160" fmla="*/ 3448680 w 4940931"/>
                <a:gd name="connsiteY160" fmla="*/ 89535 h 138429"/>
                <a:gd name="connsiteX161" fmla="*/ 3453125 w 4940931"/>
                <a:gd name="connsiteY161" fmla="*/ 92710 h 138429"/>
                <a:gd name="connsiteX162" fmla="*/ 3458205 w 4940931"/>
                <a:gd name="connsiteY162" fmla="*/ 95250 h 138429"/>
                <a:gd name="connsiteX163" fmla="*/ 3463920 w 4940931"/>
                <a:gd name="connsiteY163" fmla="*/ 95885 h 138429"/>
                <a:gd name="connsiteX164" fmla="*/ 3476620 w 4940931"/>
                <a:gd name="connsiteY164" fmla="*/ 89535 h 138429"/>
                <a:gd name="connsiteX165" fmla="*/ 3481065 w 4940931"/>
                <a:gd name="connsiteY165" fmla="*/ 71120 h 138429"/>
                <a:gd name="connsiteX166" fmla="*/ 3480430 w 4940931"/>
                <a:gd name="connsiteY166" fmla="*/ 71755 h 138429"/>
                <a:gd name="connsiteX167" fmla="*/ 3475985 w 4940931"/>
                <a:gd name="connsiteY167" fmla="*/ 50165 h 138429"/>
                <a:gd name="connsiteX168" fmla="*/ 3463285 w 4940931"/>
                <a:gd name="connsiteY168" fmla="*/ 43180 h 138429"/>
                <a:gd name="connsiteX169" fmla="*/ 3343271 w 4940931"/>
                <a:gd name="connsiteY169" fmla="*/ 43180 h 138429"/>
                <a:gd name="connsiteX170" fmla="*/ 3336286 w 4940931"/>
                <a:gd name="connsiteY170" fmla="*/ 44450 h 138429"/>
                <a:gd name="connsiteX171" fmla="*/ 3331206 w 4940931"/>
                <a:gd name="connsiteY171" fmla="*/ 48260 h 138429"/>
                <a:gd name="connsiteX172" fmla="*/ 3327396 w 4940931"/>
                <a:gd name="connsiteY172" fmla="*/ 54610 h 138429"/>
                <a:gd name="connsiteX173" fmla="*/ 3325491 w 4940931"/>
                <a:gd name="connsiteY173" fmla="*/ 62865 h 138429"/>
                <a:gd name="connsiteX174" fmla="*/ 3361686 w 4940931"/>
                <a:gd name="connsiteY174" fmla="*/ 62865 h 138429"/>
                <a:gd name="connsiteX175" fmla="*/ 3360416 w 4940931"/>
                <a:gd name="connsiteY175" fmla="*/ 55245 h 138429"/>
                <a:gd name="connsiteX176" fmla="*/ 3357241 w 4940931"/>
                <a:gd name="connsiteY176" fmla="*/ 48895 h 138429"/>
                <a:gd name="connsiteX177" fmla="*/ 3351526 w 4940931"/>
                <a:gd name="connsiteY177" fmla="*/ 44450 h 138429"/>
                <a:gd name="connsiteX178" fmla="*/ 3343271 w 4940931"/>
                <a:gd name="connsiteY178" fmla="*/ 43180 h 138429"/>
                <a:gd name="connsiteX179" fmla="*/ 2976876 w 4940931"/>
                <a:gd name="connsiteY179" fmla="*/ 43180 h 138429"/>
                <a:gd name="connsiteX180" fmla="*/ 2969891 w 4940931"/>
                <a:gd name="connsiteY180" fmla="*/ 44450 h 138429"/>
                <a:gd name="connsiteX181" fmla="*/ 2964811 w 4940931"/>
                <a:gd name="connsiteY181" fmla="*/ 48260 h 138429"/>
                <a:gd name="connsiteX182" fmla="*/ 2961001 w 4940931"/>
                <a:gd name="connsiteY182" fmla="*/ 54610 h 138429"/>
                <a:gd name="connsiteX183" fmla="*/ 2959096 w 4940931"/>
                <a:gd name="connsiteY183" fmla="*/ 62865 h 138429"/>
                <a:gd name="connsiteX184" fmla="*/ 2995291 w 4940931"/>
                <a:gd name="connsiteY184" fmla="*/ 62865 h 138429"/>
                <a:gd name="connsiteX185" fmla="*/ 2994021 w 4940931"/>
                <a:gd name="connsiteY185" fmla="*/ 55245 h 138429"/>
                <a:gd name="connsiteX186" fmla="*/ 2990846 w 4940931"/>
                <a:gd name="connsiteY186" fmla="*/ 48895 h 138429"/>
                <a:gd name="connsiteX187" fmla="*/ 2985131 w 4940931"/>
                <a:gd name="connsiteY187" fmla="*/ 44450 h 138429"/>
                <a:gd name="connsiteX188" fmla="*/ 2976876 w 4940931"/>
                <a:gd name="connsiteY188" fmla="*/ 43180 h 138429"/>
                <a:gd name="connsiteX189" fmla="*/ 2527930 w 4940931"/>
                <a:gd name="connsiteY189" fmla="*/ 43180 h 138429"/>
                <a:gd name="connsiteX190" fmla="*/ 2520945 w 4940931"/>
                <a:gd name="connsiteY190" fmla="*/ 44450 h 138429"/>
                <a:gd name="connsiteX191" fmla="*/ 2515865 w 4940931"/>
                <a:gd name="connsiteY191" fmla="*/ 48260 h 138429"/>
                <a:gd name="connsiteX192" fmla="*/ 2512055 w 4940931"/>
                <a:gd name="connsiteY192" fmla="*/ 54610 h 138429"/>
                <a:gd name="connsiteX193" fmla="*/ 2510150 w 4940931"/>
                <a:gd name="connsiteY193" fmla="*/ 62865 h 138429"/>
                <a:gd name="connsiteX194" fmla="*/ 2546345 w 4940931"/>
                <a:gd name="connsiteY194" fmla="*/ 62865 h 138429"/>
                <a:gd name="connsiteX195" fmla="*/ 2545075 w 4940931"/>
                <a:gd name="connsiteY195" fmla="*/ 55245 h 138429"/>
                <a:gd name="connsiteX196" fmla="*/ 2541900 w 4940931"/>
                <a:gd name="connsiteY196" fmla="*/ 48895 h 138429"/>
                <a:gd name="connsiteX197" fmla="*/ 2536185 w 4940931"/>
                <a:gd name="connsiteY197" fmla="*/ 44450 h 138429"/>
                <a:gd name="connsiteX198" fmla="*/ 2527930 w 4940931"/>
                <a:gd name="connsiteY198" fmla="*/ 43180 h 138429"/>
                <a:gd name="connsiteX199" fmla="*/ 2214240 w 4940931"/>
                <a:gd name="connsiteY199" fmla="*/ 43180 h 138429"/>
                <a:gd name="connsiteX200" fmla="*/ 2207255 w 4940931"/>
                <a:gd name="connsiteY200" fmla="*/ 44450 h 138429"/>
                <a:gd name="connsiteX201" fmla="*/ 2202175 w 4940931"/>
                <a:gd name="connsiteY201" fmla="*/ 48260 h 138429"/>
                <a:gd name="connsiteX202" fmla="*/ 2198365 w 4940931"/>
                <a:gd name="connsiteY202" fmla="*/ 54610 h 138429"/>
                <a:gd name="connsiteX203" fmla="*/ 2196460 w 4940931"/>
                <a:gd name="connsiteY203" fmla="*/ 62865 h 138429"/>
                <a:gd name="connsiteX204" fmla="*/ 2232655 w 4940931"/>
                <a:gd name="connsiteY204" fmla="*/ 62865 h 138429"/>
                <a:gd name="connsiteX205" fmla="*/ 2231385 w 4940931"/>
                <a:gd name="connsiteY205" fmla="*/ 55245 h 138429"/>
                <a:gd name="connsiteX206" fmla="*/ 2228210 w 4940931"/>
                <a:gd name="connsiteY206" fmla="*/ 48895 h 138429"/>
                <a:gd name="connsiteX207" fmla="*/ 2222495 w 4940931"/>
                <a:gd name="connsiteY207" fmla="*/ 44450 h 138429"/>
                <a:gd name="connsiteX208" fmla="*/ 2214240 w 4940931"/>
                <a:gd name="connsiteY208" fmla="*/ 43180 h 138429"/>
                <a:gd name="connsiteX209" fmla="*/ 2027551 w 4940931"/>
                <a:gd name="connsiteY209" fmla="*/ 43180 h 138429"/>
                <a:gd name="connsiteX210" fmla="*/ 2020566 w 4940931"/>
                <a:gd name="connsiteY210" fmla="*/ 44450 h 138429"/>
                <a:gd name="connsiteX211" fmla="*/ 2015486 w 4940931"/>
                <a:gd name="connsiteY211" fmla="*/ 48260 h 138429"/>
                <a:gd name="connsiteX212" fmla="*/ 2011676 w 4940931"/>
                <a:gd name="connsiteY212" fmla="*/ 54610 h 138429"/>
                <a:gd name="connsiteX213" fmla="*/ 2009771 w 4940931"/>
                <a:gd name="connsiteY213" fmla="*/ 62865 h 138429"/>
                <a:gd name="connsiteX214" fmla="*/ 2045966 w 4940931"/>
                <a:gd name="connsiteY214" fmla="*/ 62865 h 138429"/>
                <a:gd name="connsiteX215" fmla="*/ 2044696 w 4940931"/>
                <a:gd name="connsiteY215" fmla="*/ 55245 h 138429"/>
                <a:gd name="connsiteX216" fmla="*/ 2041521 w 4940931"/>
                <a:gd name="connsiteY216" fmla="*/ 48895 h 138429"/>
                <a:gd name="connsiteX217" fmla="*/ 2035806 w 4940931"/>
                <a:gd name="connsiteY217" fmla="*/ 44450 h 138429"/>
                <a:gd name="connsiteX218" fmla="*/ 2027551 w 4940931"/>
                <a:gd name="connsiteY218" fmla="*/ 43180 h 138429"/>
                <a:gd name="connsiteX219" fmla="*/ 1949445 w 4940931"/>
                <a:gd name="connsiteY219" fmla="*/ 43180 h 138429"/>
                <a:gd name="connsiteX220" fmla="*/ 1944365 w 4940931"/>
                <a:gd name="connsiteY220" fmla="*/ 43815 h 138429"/>
                <a:gd name="connsiteX221" fmla="*/ 1939285 w 4940931"/>
                <a:gd name="connsiteY221" fmla="*/ 45720 h 138429"/>
                <a:gd name="connsiteX222" fmla="*/ 1934840 w 4940931"/>
                <a:gd name="connsiteY222" fmla="*/ 48895 h 138429"/>
                <a:gd name="connsiteX223" fmla="*/ 1931665 w 4940931"/>
                <a:gd name="connsiteY223" fmla="*/ 52705 h 138429"/>
                <a:gd name="connsiteX224" fmla="*/ 1931665 w 4940931"/>
                <a:gd name="connsiteY224" fmla="*/ 85725 h 138429"/>
                <a:gd name="connsiteX225" fmla="*/ 1934840 w 4940931"/>
                <a:gd name="connsiteY225" fmla="*/ 89535 h 138429"/>
                <a:gd name="connsiteX226" fmla="*/ 1939285 w 4940931"/>
                <a:gd name="connsiteY226" fmla="*/ 92710 h 138429"/>
                <a:gd name="connsiteX227" fmla="*/ 1944365 w 4940931"/>
                <a:gd name="connsiteY227" fmla="*/ 95250 h 138429"/>
                <a:gd name="connsiteX228" fmla="*/ 1950080 w 4940931"/>
                <a:gd name="connsiteY228" fmla="*/ 95885 h 138429"/>
                <a:gd name="connsiteX229" fmla="*/ 1962780 w 4940931"/>
                <a:gd name="connsiteY229" fmla="*/ 89535 h 138429"/>
                <a:gd name="connsiteX230" fmla="*/ 1967225 w 4940931"/>
                <a:gd name="connsiteY230" fmla="*/ 71120 h 138429"/>
                <a:gd name="connsiteX231" fmla="*/ 1966590 w 4940931"/>
                <a:gd name="connsiteY231" fmla="*/ 71755 h 138429"/>
                <a:gd name="connsiteX232" fmla="*/ 1962145 w 4940931"/>
                <a:gd name="connsiteY232" fmla="*/ 50165 h 138429"/>
                <a:gd name="connsiteX233" fmla="*/ 1949445 w 4940931"/>
                <a:gd name="connsiteY233" fmla="*/ 43180 h 138429"/>
                <a:gd name="connsiteX234" fmla="*/ 1829431 w 4940931"/>
                <a:gd name="connsiteY234" fmla="*/ 43180 h 138429"/>
                <a:gd name="connsiteX235" fmla="*/ 1822446 w 4940931"/>
                <a:gd name="connsiteY235" fmla="*/ 44450 h 138429"/>
                <a:gd name="connsiteX236" fmla="*/ 1817366 w 4940931"/>
                <a:gd name="connsiteY236" fmla="*/ 48260 h 138429"/>
                <a:gd name="connsiteX237" fmla="*/ 1813556 w 4940931"/>
                <a:gd name="connsiteY237" fmla="*/ 54610 h 138429"/>
                <a:gd name="connsiteX238" fmla="*/ 1811651 w 4940931"/>
                <a:gd name="connsiteY238" fmla="*/ 62865 h 138429"/>
                <a:gd name="connsiteX239" fmla="*/ 1847846 w 4940931"/>
                <a:gd name="connsiteY239" fmla="*/ 62865 h 138429"/>
                <a:gd name="connsiteX240" fmla="*/ 1846576 w 4940931"/>
                <a:gd name="connsiteY240" fmla="*/ 55245 h 138429"/>
                <a:gd name="connsiteX241" fmla="*/ 1843401 w 4940931"/>
                <a:gd name="connsiteY241" fmla="*/ 48895 h 138429"/>
                <a:gd name="connsiteX242" fmla="*/ 1837686 w 4940931"/>
                <a:gd name="connsiteY242" fmla="*/ 44450 h 138429"/>
                <a:gd name="connsiteX243" fmla="*/ 1829431 w 4940931"/>
                <a:gd name="connsiteY243" fmla="*/ 43180 h 138429"/>
                <a:gd name="connsiteX244" fmla="*/ 1178561 w 4940931"/>
                <a:gd name="connsiteY244" fmla="*/ 43180 h 138429"/>
                <a:gd name="connsiteX245" fmla="*/ 1171576 w 4940931"/>
                <a:gd name="connsiteY245" fmla="*/ 44450 h 138429"/>
                <a:gd name="connsiteX246" fmla="*/ 1166496 w 4940931"/>
                <a:gd name="connsiteY246" fmla="*/ 48260 h 138429"/>
                <a:gd name="connsiteX247" fmla="*/ 1162686 w 4940931"/>
                <a:gd name="connsiteY247" fmla="*/ 54610 h 138429"/>
                <a:gd name="connsiteX248" fmla="*/ 1160781 w 4940931"/>
                <a:gd name="connsiteY248" fmla="*/ 62865 h 138429"/>
                <a:gd name="connsiteX249" fmla="*/ 1196976 w 4940931"/>
                <a:gd name="connsiteY249" fmla="*/ 62865 h 138429"/>
                <a:gd name="connsiteX250" fmla="*/ 1195706 w 4940931"/>
                <a:gd name="connsiteY250" fmla="*/ 55245 h 138429"/>
                <a:gd name="connsiteX251" fmla="*/ 1192531 w 4940931"/>
                <a:gd name="connsiteY251" fmla="*/ 48895 h 138429"/>
                <a:gd name="connsiteX252" fmla="*/ 1186816 w 4940931"/>
                <a:gd name="connsiteY252" fmla="*/ 44450 h 138429"/>
                <a:gd name="connsiteX253" fmla="*/ 1178561 w 4940931"/>
                <a:gd name="connsiteY253" fmla="*/ 43180 h 138429"/>
                <a:gd name="connsiteX254" fmla="*/ 898525 w 4940931"/>
                <a:gd name="connsiteY254" fmla="*/ 43180 h 138429"/>
                <a:gd name="connsiteX255" fmla="*/ 891540 w 4940931"/>
                <a:gd name="connsiteY255" fmla="*/ 44450 h 138429"/>
                <a:gd name="connsiteX256" fmla="*/ 886460 w 4940931"/>
                <a:gd name="connsiteY256" fmla="*/ 48260 h 138429"/>
                <a:gd name="connsiteX257" fmla="*/ 882650 w 4940931"/>
                <a:gd name="connsiteY257" fmla="*/ 54610 h 138429"/>
                <a:gd name="connsiteX258" fmla="*/ 880745 w 4940931"/>
                <a:gd name="connsiteY258" fmla="*/ 62865 h 138429"/>
                <a:gd name="connsiteX259" fmla="*/ 916940 w 4940931"/>
                <a:gd name="connsiteY259" fmla="*/ 62865 h 138429"/>
                <a:gd name="connsiteX260" fmla="*/ 915670 w 4940931"/>
                <a:gd name="connsiteY260" fmla="*/ 55245 h 138429"/>
                <a:gd name="connsiteX261" fmla="*/ 912495 w 4940931"/>
                <a:gd name="connsiteY261" fmla="*/ 48895 h 138429"/>
                <a:gd name="connsiteX262" fmla="*/ 906780 w 4940931"/>
                <a:gd name="connsiteY262" fmla="*/ 44450 h 138429"/>
                <a:gd name="connsiteX263" fmla="*/ 898525 w 4940931"/>
                <a:gd name="connsiteY263" fmla="*/ 43180 h 138429"/>
                <a:gd name="connsiteX264" fmla="*/ 584834 w 4940931"/>
                <a:gd name="connsiteY264" fmla="*/ 43180 h 138429"/>
                <a:gd name="connsiteX265" fmla="*/ 577849 w 4940931"/>
                <a:gd name="connsiteY265" fmla="*/ 44450 h 138429"/>
                <a:gd name="connsiteX266" fmla="*/ 572769 w 4940931"/>
                <a:gd name="connsiteY266" fmla="*/ 48260 h 138429"/>
                <a:gd name="connsiteX267" fmla="*/ 568959 w 4940931"/>
                <a:gd name="connsiteY267" fmla="*/ 54610 h 138429"/>
                <a:gd name="connsiteX268" fmla="*/ 567054 w 4940931"/>
                <a:gd name="connsiteY268" fmla="*/ 62865 h 138429"/>
                <a:gd name="connsiteX269" fmla="*/ 603249 w 4940931"/>
                <a:gd name="connsiteY269" fmla="*/ 62865 h 138429"/>
                <a:gd name="connsiteX270" fmla="*/ 601979 w 4940931"/>
                <a:gd name="connsiteY270" fmla="*/ 55245 h 138429"/>
                <a:gd name="connsiteX271" fmla="*/ 598804 w 4940931"/>
                <a:gd name="connsiteY271" fmla="*/ 48895 h 138429"/>
                <a:gd name="connsiteX272" fmla="*/ 593089 w 4940931"/>
                <a:gd name="connsiteY272" fmla="*/ 44450 h 138429"/>
                <a:gd name="connsiteX273" fmla="*/ 584834 w 4940931"/>
                <a:gd name="connsiteY273" fmla="*/ 43180 h 138429"/>
                <a:gd name="connsiteX274" fmla="*/ 398145 w 4940931"/>
                <a:gd name="connsiteY274" fmla="*/ 43180 h 138429"/>
                <a:gd name="connsiteX275" fmla="*/ 391160 w 4940931"/>
                <a:gd name="connsiteY275" fmla="*/ 44450 h 138429"/>
                <a:gd name="connsiteX276" fmla="*/ 386080 w 4940931"/>
                <a:gd name="connsiteY276" fmla="*/ 48260 h 138429"/>
                <a:gd name="connsiteX277" fmla="*/ 382270 w 4940931"/>
                <a:gd name="connsiteY277" fmla="*/ 54610 h 138429"/>
                <a:gd name="connsiteX278" fmla="*/ 380365 w 4940931"/>
                <a:gd name="connsiteY278" fmla="*/ 62865 h 138429"/>
                <a:gd name="connsiteX279" fmla="*/ 416560 w 4940931"/>
                <a:gd name="connsiteY279" fmla="*/ 62865 h 138429"/>
                <a:gd name="connsiteX280" fmla="*/ 415290 w 4940931"/>
                <a:gd name="connsiteY280" fmla="*/ 55245 h 138429"/>
                <a:gd name="connsiteX281" fmla="*/ 412115 w 4940931"/>
                <a:gd name="connsiteY281" fmla="*/ 48895 h 138429"/>
                <a:gd name="connsiteX282" fmla="*/ 406400 w 4940931"/>
                <a:gd name="connsiteY282" fmla="*/ 44450 h 138429"/>
                <a:gd name="connsiteX283" fmla="*/ 398145 w 4940931"/>
                <a:gd name="connsiteY283" fmla="*/ 43180 h 138429"/>
                <a:gd name="connsiteX284" fmla="*/ 320039 w 4940931"/>
                <a:gd name="connsiteY284" fmla="*/ 43180 h 138429"/>
                <a:gd name="connsiteX285" fmla="*/ 314959 w 4940931"/>
                <a:gd name="connsiteY285" fmla="*/ 43815 h 138429"/>
                <a:gd name="connsiteX286" fmla="*/ 309879 w 4940931"/>
                <a:gd name="connsiteY286" fmla="*/ 45720 h 138429"/>
                <a:gd name="connsiteX287" fmla="*/ 305434 w 4940931"/>
                <a:gd name="connsiteY287" fmla="*/ 48895 h 138429"/>
                <a:gd name="connsiteX288" fmla="*/ 302259 w 4940931"/>
                <a:gd name="connsiteY288" fmla="*/ 52705 h 138429"/>
                <a:gd name="connsiteX289" fmla="*/ 302259 w 4940931"/>
                <a:gd name="connsiteY289" fmla="*/ 85725 h 138429"/>
                <a:gd name="connsiteX290" fmla="*/ 305434 w 4940931"/>
                <a:gd name="connsiteY290" fmla="*/ 89535 h 138429"/>
                <a:gd name="connsiteX291" fmla="*/ 309879 w 4940931"/>
                <a:gd name="connsiteY291" fmla="*/ 92710 h 138429"/>
                <a:gd name="connsiteX292" fmla="*/ 314959 w 4940931"/>
                <a:gd name="connsiteY292" fmla="*/ 95250 h 138429"/>
                <a:gd name="connsiteX293" fmla="*/ 320674 w 4940931"/>
                <a:gd name="connsiteY293" fmla="*/ 95885 h 138429"/>
                <a:gd name="connsiteX294" fmla="*/ 333374 w 4940931"/>
                <a:gd name="connsiteY294" fmla="*/ 89535 h 138429"/>
                <a:gd name="connsiteX295" fmla="*/ 337819 w 4940931"/>
                <a:gd name="connsiteY295" fmla="*/ 71120 h 138429"/>
                <a:gd name="connsiteX296" fmla="*/ 337184 w 4940931"/>
                <a:gd name="connsiteY296" fmla="*/ 71755 h 138429"/>
                <a:gd name="connsiteX297" fmla="*/ 332739 w 4940931"/>
                <a:gd name="connsiteY297" fmla="*/ 50165 h 138429"/>
                <a:gd name="connsiteX298" fmla="*/ 320039 w 4940931"/>
                <a:gd name="connsiteY298" fmla="*/ 43180 h 138429"/>
                <a:gd name="connsiteX299" fmla="*/ 200025 w 4940931"/>
                <a:gd name="connsiteY299" fmla="*/ 43180 h 138429"/>
                <a:gd name="connsiteX300" fmla="*/ 193040 w 4940931"/>
                <a:gd name="connsiteY300" fmla="*/ 44450 h 138429"/>
                <a:gd name="connsiteX301" fmla="*/ 187960 w 4940931"/>
                <a:gd name="connsiteY301" fmla="*/ 48260 h 138429"/>
                <a:gd name="connsiteX302" fmla="*/ 184150 w 4940931"/>
                <a:gd name="connsiteY302" fmla="*/ 54610 h 138429"/>
                <a:gd name="connsiteX303" fmla="*/ 182245 w 4940931"/>
                <a:gd name="connsiteY303" fmla="*/ 62865 h 138429"/>
                <a:gd name="connsiteX304" fmla="*/ 218440 w 4940931"/>
                <a:gd name="connsiteY304" fmla="*/ 62865 h 138429"/>
                <a:gd name="connsiteX305" fmla="*/ 217170 w 4940931"/>
                <a:gd name="connsiteY305" fmla="*/ 55245 h 138429"/>
                <a:gd name="connsiteX306" fmla="*/ 213995 w 4940931"/>
                <a:gd name="connsiteY306" fmla="*/ 48895 h 138429"/>
                <a:gd name="connsiteX307" fmla="*/ 208280 w 4940931"/>
                <a:gd name="connsiteY307" fmla="*/ 44450 h 138429"/>
                <a:gd name="connsiteX308" fmla="*/ 200025 w 4940931"/>
                <a:gd name="connsiteY308" fmla="*/ 43180 h 138429"/>
                <a:gd name="connsiteX309" fmla="*/ 4439281 w 4940931"/>
                <a:gd name="connsiteY309" fmla="*/ 43179 h 138429"/>
                <a:gd name="connsiteX310" fmla="*/ 4426581 w 4940931"/>
                <a:gd name="connsiteY310" fmla="*/ 49529 h 138429"/>
                <a:gd name="connsiteX311" fmla="*/ 4422136 w 4940931"/>
                <a:gd name="connsiteY311" fmla="*/ 67944 h 138429"/>
                <a:gd name="connsiteX312" fmla="*/ 4423406 w 4940931"/>
                <a:gd name="connsiteY312" fmla="*/ 80644 h 138429"/>
                <a:gd name="connsiteX313" fmla="*/ 4426581 w 4940931"/>
                <a:gd name="connsiteY313" fmla="*/ 89534 h 138429"/>
                <a:gd name="connsiteX314" fmla="*/ 4432296 w 4940931"/>
                <a:gd name="connsiteY314" fmla="*/ 94614 h 138429"/>
                <a:gd name="connsiteX315" fmla="*/ 4439916 w 4940931"/>
                <a:gd name="connsiteY315" fmla="*/ 96519 h 138429"/>
                <a:gd name="connsiteX316" fmla="*/ 4444996 w 4940931"/>
                <a:gd name="connsiteY316" fmla="*/ 95884 h 138429"/>
                <a:gd name="connsiteX317" fmla="*/ 4450076 w 4940931"/>
                <a:gd name="connsiteY317" fmla="*/ 93344 h 138429"/>
                <a:gd name="connsiteX318" fmla="*/ 4454521 w 4940931"/>
                <a:gd name="connsiteY318" fmla="*/ 90169 h 138429"/>
                <a:gd name="connsiteX319" fmla="*/ 4457696 w 4940931"/>
                <a:gd name="connsiteY319" fmla="*/ 86359 h 138429"/>
                <a:gd name="connsiteX320" fmla="*/ 4457696 w 4940931"/>
                <a:gd name="connsiteY320" fmla="*/ 53339 h 138429"/>
                <a:gd name="connsiteX321" fmla="*/ 4454521 w 4940931"/>
                <a:gd name="connsiteY321" fmla="*/ 49529 h 138429"/>
                <a:gd name="connsiteX322" fmla="*/ 4450076 w 4940931"/>
                <a:gd name="connsiteY322" fmla="*/ 46354 h 138429"/>
                <a:gd name="connsiteX323" fmla="*/ 4444996 w 4940931"/>
                <a:gd name="connsiteY323" fmla="*/ 43814 h 138429"/>
                <a:gd name="connsiteX324" fmla="*/ 4439281 w 4940931"/>
                <a:gd name="connsiteY324" fmla="*/ 43179 h 138429"/>
                <a:gd name="connsiteX325" fmla="*/ 1014731 w 4940931"/>
                <a:gd name="connsiteY325" fmla="*/ 43179 h 138429"/>
                <a:gd name="connsiteX326" fmla="*/ 1002032 w 4940931"/>
                <a:gd name="connsiteY326" fmla="*/ 49529 h 138429"/>
                <a:gd name="connsiteX327" fmla="*/ 997587 w 4940931"/>
                <a:gd name="connsiteY327" fmla="*/ 67944 h 138429"/>
                <a:gd name="connsiteX328" fmla="*/ 1002032 w 4940931"/>
                <a:gd name="connsiteY328" fmla="*/ 88899 h 138429"/>
                <a:gd name="connsiteX329" fmla="*/ 1015367 w 4940931"/>
                <a:gd name="connsiteY329" fmla="*/ 95884 h 138429"/>
                <a:gd name="connsiteX330" fmla="*/ 1024891 w 4940931"/>
                <a:gd name="connsiteY330" fmla="*/ 93344 h 138429"/>
                <a:gd name="connsiteX331" fmla="*/ 1033147 w 4940931"/>
                <a:gd name="connsiteY331" fmla="*/ 86359 h 138429"/>
                <a:gd name="connsiteX332" fmla="*/ 1033147 w 4940931"/>
                <a:gd name="connsiteY332" fmla="*/ 53339 h 138429"/>
                <a:gd name="connsiteX333" fmla="*/ 1029971 w 4940931"/>
                <a:gd name="connsiteY333" fmla="*/ 49529 h 138429"/>
                <a:gd name="connsiteX334" fmla="*/ 1025526 w 4940931"/>
                <a:gd name="connsiteY334" fmla="*/ 46354 h 138429"/>
                <a:gd name="connsiteX335" fmla="*/ 1020446 w 4940931"/>
                <a:gd name="connsiteY335" fmla="*/ 43814 h 138429"/>
                <a:gd name="connsiteX336" fmla="*/ 1014731 w 4940931"/>
                <a:gd name="connsiteY336" fmla="*/ 43179 h 138429"/>
                <a:gd name="connsiteX337" fmla="*/ 4524370 w 4940931"/>
                <a:gd name="connsiteY337" fmla="*/ 31114 h 138429"/>
                <a:gd name="connsiteX338" fmla="*/ 4538975 w 4940931"/>
                <a:gd name="connsiteY338" fmla="*/ 31114 h 138429"/>
                <a:gd name="connsiteX339" fmla="*/ 4552310 w 4940931"/>
                <a:gd name="connsiteY339" fmla="*/ 84454 h 138429"/>
                <a:gd name="connsiteX340" fmla="*/ 4566915 w 4940931"/>
                <a:gd name="connsiteY340" fmla="*/ 31114 h 138429"/>
                <a:gd name="connsiteX341" fmla="*/ 4579615 w 4940931"/>
                <a:gd name="connsiteY341" fmla="*/ 31114 h 138429"/>
                <a:gd name="connsiteX342" fmla="*/ 4594220 w 4940931"/>
                <a:gd name="connsiteY342" fmla="*/ 84454 h 138429"/>
                <a:gd name="connsiteX343" fmla="*/ 4606920 w 4940931"/>
                <a:gd name="connsiteY343" fmla="*/ 31114 h 138429"/>
                <a:gd name="connsiteX344" fmla="*/ 4622160 w 4940931"/>
                <a:gd name="connsiteY344" fmla="*/ 31114 h 138429"/>
                <a:gd name="connsiteX345" fmla="*/ 4600570 w 4940931"/>
                <a:gd name="connsiteY345" fmla="*/ 108584 h 138429"/>
                <a:gd name="connsiteX346" fmla="*/ 4587235 w 4940931"/>
                <a:gd name="connsiteY346" fmla="*/ 108584 h 138429"/>
                <a:gd name="connsiteX347" fmla="*/ 4572630 w 4940931"/>
                <a:gd name="connsiteY347" fmla="*/ 54609 h 138429"/>
                <a:gd name="connsiteX348" fmla="*/ 4558660 w 4940931"/>
                <a:gd name="connsiteY348" fmla="*/ 108584 h 138429"/>
                <a:gd name="connsiteX349" fmla="*/ 4545325 w 4940931"/>
                <a:gd name="connsiteY349" fmla="*/ 108584 h 138429"/>
                <a:gd name="connsiteX350" fmla="*/ 4123686 w 4940931"/>
                <a:gd name="connsiteY350" fmla="*/ 31114 h 138429"/>
                <a:gd name="connsiteX351" fmla="*/ 4138926 w 4940931"/>
                <a:gd name="connsiteY351" fmla="*/ 31114 h 138429"/>
                <a:gd name="connsiteX352" fmla="*/ 4152261 w 4940931"/>
                <a:gd name="connsiteY352" fmla="*/ 84454 h 138429"/>
                <a:gd name="connsiteX353" fmla="*/ 4166866 w 4940931"/>
                <a:gd name="connsiteY353" fmla="*/ 31114 h 138429"/>
                <a:gd name="connsiteX354" fmla="*/ 4178931 w 4940931"/>
                <a:gd name="connsiteY354" fmla="*/ 31114 h 138429"/>
                <a:gd name="connsiteX355" fmla="*/ 4193536 w 4940931"/>
                <a:gd name="connsiteY355" fmla="*/ 84454 h 138429"/>
                <a:gd name="connsiteX356" fmla="*/ 4206871 w 4940931"/>
                <a:gd name="connsiteY356" fmla="*/ 31114 h 138429"/>
                <a:gd name="connsiteX357" fmla="*/ 4222111 w 4940931"/>
                <a:gd name="connsiteY357" fmla="*/ 31114 h 138429"/>
                <a:gd name="connsiteX358" fmla="*/ 4200521 w 4940931"/>
                <a:gd name="connsiteY358" fmla="*/ 108584 h 138429"/>
                <a:gd name="connsiteX359" fmla="*/ 4187186 w 4940931"/>
                <a:gd name="connsiteY359" fmla="*/ 108584 h 138429"/>
                <a:gd name="connsiteX360" fmla="*/ 4172581 w 4940931"/>
                <a:gd name="connsiteY360" fmla="*/ 54609 h 138429"/>
                <a:gd name="connsiteX361" fmla="*/ 4157976 w 4940931"/>
                <a:gd name="connsiteY361" fmla="*/ 108584 h 138429"/>
                <a:gd name="connsiteX362" fmla="*/ 4145276 w 4940931"/>
                <a:gd name="connsiteY362" fmla="*/ 108584 h 138429"/>
                <a:gd name="connsiteX363" fmla="*/ 2837811 w 4940931"/>
                <a:gd name="connsiteY363" fmla="*/ 31114 h 138429"/>
                <a:gd name="connsiteX364" fmla="*/ 2852416 w 4940931"/>
                <a:gd name="connsiteY364" fmla="*/ 31114 h 138429"/>
                <a:gd name="connsiteX365" fmla="*/ 2865751 w 4940931"/>
                <a:gd name="connsiteY365" fmla="*/ 84454 h 138429"/>
                <a:gd name="connsiteX366" fmla="*/ 2880356 w 4940931"/>
                <a:gd name="connsiteY366" fmla="*/ 31114 h 138429"/>
                <a:gd name="connsiteX367" fmla="*/ 2893056 w 4940931"/>
                <a:gd name="connsiteY367" fmla="*/ 31114 h 138429"/>
                <a:gd name="connsiteX368" fmla="*/ 2907661 w 4940931"/>
                <a:gd name="connsiteY368" fmla="*/ 84454 h 138429"/>
                <a:gd name="connsiteX369" fmla="*/ 2920361 w 4940931"/>
                <a:gd name="connsiteY369" fmla="*/ 31114 h 138429"/>
                <a:gd name="connsiteX370" fmla="*/ 2935601 w 4940931"/>
                <a:gd name="connsiteY370" fmla="*/ 31114 h 138429"/>
                <a:gd name="connsiteX371" fmla="*/ 2914011 w 4940931"/>
                <a:gd name="connsiteY371" fmla="*/ 108584 h 138429"/>
                <a:gd name="connsiteX372" fmla="*/ 2900676 w 4940931"/>
                <a:gd name="connsiteY372" fmla="*/ 108584 h 138429"/>
                <a:gd name="connsiteX373" fmla="*/ 2886706 w 4940931"/>
                <a:gd name="connsiteY373" fmla="*/ 54609 h 138429"/>
                <a:gd name="connsiteX374" fmla="*/ 2872101 w 4940931"/>
                <a:gd name="connsiteY374" fmla="*/ 108584 h 138429"/>
                <a:gd name="connsiteX375" fmla="*/ 2858766 w 4940931"/>
                <a:gd name="connsiteY375" fmla="*/ 108584 h 138429"/>
                <a:gd name="connsiteX376" fmla="*/ 1354455 w 4940931"/>
                <a:gd name="connsiteY376" fmla="*/ 31114 h 138429"/>
                <a:gd name="connsiteX377" fmla="*/ 1369695 w 4940931"/>
                <a:gd name="connsiteY377" fmla="*/ 31114 h 138429"/>
                <a:gd name="connsiteX378" fmla="*/ 1369695 w 4940931"/>
                <a:gd name="connsiteY378" fmla="*/ 109219 h 138429"/>
                <a:gd name="connsiteX379" fmla="*/ 1354455 w 4940931"/>
                <a:gd name="connsiteY379" fmla="*/ 109219 h 138429"/>
                <a:gd name="connsiteX380" fmla="*/ 2646040 w 4940931"/>
                <a:gd name="connsiteY380" fmla="*/ 29844 h 138429"/>
                <a:gd name="connsiteX381" fmla="*/ 2658105 w 4940931"/>
                <a:gd name="connsiteY381" fmla="*/ 31749 h 138429"/>
                <a:gd name="connsiteX382" fmla="*/ 2667630 w 4940931"/>
                <a:gd name="connsiteY382" fmla="*/ 36829 h 138429"/>
                <a:gd name="connsiteX383" fmla="*/ 2673345 w 4940931"/>
                <a:gd name="connsiteY383" fmla="*/ 45084 h 138429"/>
                <a:gd name="connsiteX384" fmla="*/ 2675250 w 4940931"/>
                <a:gd name="connsiteY384" fmla="*/ 56514 h 138429"/>
                <a:gd name="connsiteX385" fmla="*/ 2675250 w 4940931"/>
                <a:gd name="connsiteY385" fmla="*/ 109854 h 138429"/>
                <a:gd name="connsiteX386" fmla="*/ 2660010 w 4940931"/>
                <a:gd name="connsiteY386" fmla="*/ 109854 h 138429"/>
                <a:gd name="connsiteX387" fmla="*/ 2660010 w 4940931"/>
                <a:gd name="connsiteY387" fmla="*/ 108584 h 138429"/>
                <a:gd name="connsiteX388" fmla="*/ 2660010 w 4940931"/>
                <a:gd name="connsiteY388" fmla="*/ 100964 h 138429"/>
                <a:gd name="connsiteX389" fmla="*/ 2654930 w 4940931"/>
                <a:gd name="connsiteY389" fmla="*/ 104774 h 138429"/>
                <a:gd name="connsiteX390" fmla="*/ 2651120 w 4940931"/>
                <a:gd name="connsiteY390" fmla="*/ 107314 h 138429"/>
                <a:gd name="connsiteX391" fmla="*/ 2646040 w 4940931"/>
                <a:gd name="connsiteY391" fmla="*/ 109219 h 138429"/>
                <a:gd name="connsiteX392" fmla="*/ 2639055 w 4940931"/>
                <a:gd name="connsiteY392" fmla="*/ 109854 h 138429"/>
                <a:gd name="connsiteX393" fmla="*/ 2629530 w 4940931"/>
                <a:gd name="connsiteY393" fmla="*/ 108584 h 138429"/>
                <a:gd name="connsiteX394" fmla="*/ 2620640 w 4940931"/>
                <a:gd name="connsiteY394" fmla="*/ 104139 h 138429"/>
                <a:gd name="connsiteX395" fmla="*/ 2614290 w 4940931"/>
                <a:gd name="connsiteY395" fmla="*/ 95884 h 138429"/>
                <a:gd name="connsiteX396" fmla="*/ 2611750 w 4940931"/>
                <a:gd name="connsiteY396" fmla="*/ 83819 h 138429"/>
                <a:gd name="connsiteX397" fmla="*/ 2614290 w 4940931"/>
                <a:gd name="connsiteY397" fmla="*/ 72389 h 138429"/>
                <a:gd name="connsiteX398" fmla="*/ 2620640 w 4940931"/>
                <a:gd name="connsiteY398" fmla="*/ 64769 h 138429"/>
                <a:gd name="connsiteX399" fmla="*/ 2630800 w 4940931"/>
                <a:gd name="connsiteY399" fmla="*/ 60324 h 138429"/>
                <a:gd name="connsiteX400" fmla="*/ 2642865 w 4940931"/>
                <a:gd name="connsiteY400" fmla="*/ 59054 h 138429"/>
                <a:gd name="connsiteX401" fmla="*/ 2653025 w 4940931"/>
                <a:gd name="connsiteY401" fmla="*/ 59689 h 138429"/>
                <a:gd name="connsiteX402" fmla="*/ 2660010 w 4940931"/>
                <a:gd name="connsiteY402" fmla="*/ 61594 h 138429"/>
                <a:gd name="connsiteX403" fmla="*/ 2660010 w 4940931"/>
                <a:gd name="connsiteY403" fmla="*/ 55879 h 138429"/>
                <a:gd name="connsiteX404" fmla="*/ 2656200 w 4940931"/>
                <a:gd name="connsiteY404" fmla="*/ 46354 h 138429"/>
                <a:gd name="connsiteX405" fmla="*/ 2645405 w 4940931"/>
                <a:gd name="connsiteY405" fmla="*/ 43179 h 138429"/>
                <a:gd name="connsiteX406" fmla="*/ 2634610 w 4940931"/>
                <a:gd name="connsiteY406" fmla="*/ 44449 h 138429"/>
                <a:gd name="connsiteX407" fmla="*/ 2625085 w 4940931"/>
                <a:gd name="connsiteY407" fmla="*/ 48259 h 138429"/>
                <a:gd name="connsiteX408" fmla="*/ 2619370 w 4940931"/>
                <a:gd name="connsiteY408" fmla="*/ 36829 h 138429"/>
                <a:gd name="connsiteX409" fmla="*/ 2631435 w 4940931"/>
                <a:gd name="connsiteY409" fmla="*/ 31749 h 138429"/>
                <a:gd name="connsiteX410" fmla="*/ 2646040 w 4940931"/>
                <a:gd name="connsiteY410" fmla="*/ 29844 h 138429"/>
                <a:gd name="connsiteX411" fmla="*/ 1114426 w 4940931"/>
                <a:gd name="connsiteY411" fmla="*/ 29844 h 138429"/>
                <a:gd name="connsiteX412" fmla="*/ 1129666 w 4940931"/>
                <a:gd name="connsiteY412" fmla="*/ 29844 h 138429"/>
                <a:gd name="connsiteX413" fmla="*/ 1129666 w 4940931"/>
                <a:gd name="connsiteY413" fmla="*/ 107949 h 138429"/>
                <a:gd name="connsiteX414" fmla="*/ 1114426 w 4940931"/>
                <a:gd name="connsiteY414" fmla="*/ 107949 h 138429"/>
                <a:gd name="connsiteX415" fmla="*/ 1114426 w 4940931"/>
                <a:gd name="connsiteY415" fmla="*/ 100964 h 138429"/>
                <a:gd name="connsiteX416" fmla="*/ 1106171 w 4940931"/>
                <a:gd name="connsiteY416" fmla="*/ 107314 h 138429"/>
                <a:gd name="connsiteX417" fmla="*/ 1094741 w 4940931"/>
                <a:gd name="connsiteY417" fmla="*/ 109854 h 138429"/>
                <a:gd name="connsiteX418" fmla="*/ 1073786 w 4940931"/>
                <a:gd name="connsiteY418" fmla="*/ 100964 h 138429"/>
                <a:gd name="connsiteX419" fmla="*/ 1066800 w 4940931"/>
                <a:gd name="connsiteY419" fmla="*/ 74929 h 138429"/>
                <a:gd name="connsiteX420" fmla="*/ 1066800 w 4940931"/>
                <a:gd name="connsiteY420" fmla="*/ 30479 h 138429"/>
                <a:gd name="connsiteX421" fmla="*/ 1082040 w 4940931"/>
                <a:gd name="connsiteY421" fmla="*/ 30479 h 138429"/>
                <a:gd name="connsiteX422" fmla="*/ 1082040 w 4940931"/>
                <a:gd name="connsiteY422" fmla="*/ 74294 h 138429"/>
                <a:gd name="connsiteX423" fmla="*/ 1085851 w 4940931"/>
                <a:gd name="connsiteY423" fmla="*/ 90169 h 138429"/>
                <a:gd name="connsiteX424" fmla="*/ 1097916 w 4940931"/>
                <a:gd name="connsiteY424" fmla="*/ 95249 h 138429"/>
                <a:gd name="connsiteX425" fmla="*/ 1109981 w 4940931"/>
                <a:gd name="connsiteY425" fmla="*/ 90169 h 138429"/>
                <a:gd name="connsiteX426" fmla="*/ 1114426 w 4940931"/>
                <a:gd name="connsiteY426" fmla="*/ 75564 h 138429"/>
                <a:gd name="connsiteX427" fmla="*/ 1011556 w 4940931"/>
                <a:gd name="connsiteY427" fmla="*/ 29844 h 138429"/>
                <a:gd name="connsiteX428" fmla="*/ 1017272 w 4940931"/>
                <a:gd name="connsiteY428" fmla="*/ 30479 h 138429"/>
                <a:gd name="connsiteX429" fmla="*/ 1022352 w 4940931"/>
                <a:gd name="connsiteY429" fmla="*/ 32384 h 138429"/>
                <a:gd name="connsiteX430" fmla="*/ 1026797 w 4940931"/>
                <a:gd name="connsiteY430" fmla="*/ 35559 h 138429"/>
                <a:gd name="connsiteX431" fmla="*/ 1030607 w 4940931"/>
                <a:gd name="connsiteY431" fmla="*/ 38734 h 138429"/>
                <a:gd name="connsiteX432" fmla="*/ 1030607 w 4940931"/>
                <a:gd name="connsiteY432" fmla="*/ 31749 h 138429"/>
                <a:gd name="connsiteX433" fmla="*/ 1045847 w 4940931"/>
                <a:gd name="connsiteY433" fmla="*/ 31749 h 138429"/>
                <a:gd name="connsiteX434" fmla="*/ 1045847 w 4940931"/>
                <a:gd name="connsiteY434" fmla="*/ 130809 h 138429"/>
                <a:gd name="connsiteX435" fmla="*/ 1032512 w 4940931"/>
                <a:gd name="connsiteY435" fmla="*/ 137477 h 138429"/>
                <a:gd name="connsiteX436" fmla="*/ 1032512 w 4940931"/>
                <a:gd name="connsiteY436" fmla="*/ 101599 h 138429"/>
                <a:gd name="connsiteX437" fmla="*/ 1022986 w 4940931"/>
                <a:gd name="connsiteY437" fmla="*/ 107949 h 138429"/>
                <a:gd name="connsiteX438" fmla="*/ 1011556 w 4940931"/>
                <a:gd name="connsiteY438" fmla="*/ 110489 h 138429"/>
                <a:gd name="connsiteX439" fmla="*/ 999491 w 4940931"/>
                <a:gd name="connsiteY439" fmla="*/ 107949 h 138429"/>
                <a:gd name="connsiteX440" fmla="*/ 989966 w 4940931"/>
                <a:gd name="connsiteY440" fmla="*/ 100329 h 138429"/>
                <a:gd name="connsiteX441" fmla="*/ 983616 w 4940931"/>
                <a:gd name="connsiteY441" fmla="*/ 87629 h 138429"/>
                <a:gd name="connsiteX442" fmla="*/ 981076 w 4940931"/>
                <a:gd name="connsiteY442" fmla="*/ 68579 h 138429"/>
                <a:gd name="connsiteX443" fmla="*/ 983616 w 4940931"/>
                <a:gd name="connsiteY443" fmla="*/ 51434 h 138429"/>
                <a:gd name="connsiteX444" fmla="*/ 990601 w 4940931"/>
                <a:gd name="connsiteY444" fmla="*/ 39369 h 138429"/>
                <a:gd name="connsiteX445" fmla="*/ 1000126 w 4940931"/>
                <a:gd name="connsiteY445" fmla="*/ 32384 h 138429"/>
                <a:gd name="connsiteX446" fmla="*/ 1011556 w 4940931"/>
                <a:gd name="connsiteY446" fmla="*/ 29844 h 138429"/>
                <a:gd name="connsiteX447" fmla="*/ 4871716 w 4940931"/>
                <a:gd name="connsiteY447" fmla="*/ 29210 h 138429"/>
                <a:gd name="connsiteX448" fmla="*/ 4885686 w 4940931"/>
                <a:gd name="connsiteY448" fmla="*/ 31750 h 138429"/>
                <a:gd name="connsiteX449" fmla="*/ 4897751 w 4940931"/>
                <a:gd name="connsiteY449" fmla="*/ 38100 h 138429"/>
                <a:gd name="connsiteX450" fmla="*/ 4899021 w 4940931"/>
                <a:gd name="connsiteY450" fmla="*/ 38100 h 138429"/>
                <a:gd name="connsiteX451" fmla="*/ 4892036 w 4940931"/>
                <a:gd name="connsiteY451" fmla="*/ 50165 h 138429"/>
                <a:gd name="connsiteX452" fmla="*/ 4882511 w 4940931"/>
                <a:gd name="connsiteY452" fmla="*/ 45085 h 138429"/>
                <a:gd name="connsiteX453" fmla="*/ 4872351 w 4940931"/>
                <a:gd name="connsiteY453" fmla="*/ 43180 h 138429"/>
                <a:gd name="connsiteX454" fmla="*/ 4864096 w 4940931"/>
                <a:gd name="connsiteY454" fmla="*/ 45085 h 138429"/>
                <a:gd name="connsiteX455" fmla="*/ 4861556 w 4940931"/>
                <a:gd name="connsiteY455" fmla="*/ 50165 h 138429"/>
                <a:gd name="connsiteX456" fmla="*/ 4861556 w 4940931"/>
                <a:gd name="connsiteY456" fmla="*/ 52705 h 138429"/>
                <a:gd name="connsiteX457" fmla="*/ 4863461 w 4940931"/>
                <a:gd name="connsiteY457" fmla="*/ 55245 h 138429"/>
                <a:gd name="connsiteX458" fmla="*/ 4867906 w 4940931"/>
                <a:gd name="connsiteY458" fmla="*/ 57785 h 138429"/>
                <a:gd name="connsiteX459" fmla="*/ 4874891 w 4940931"/>
                <a:gd name="connsiteY459" fmla="*/ 60960 h 138429"/>
                <a:gd name="connsiteX460" fmla="*/ 4886321 w 4940931"/>
                <a:gd name="connsiteY460" fmla="*/ 66040 h 138429"/>
                <a:gd name="connsiteX461" fmla="*/ 4894576 w 4940931"/>
                <a:gd name="connsiteY461" fmla="*/ 71120 h 138429"/>
                <a:gd name="connsiteX462" fmla="*/ 4899656 w 4940931"/>
                <a:gd name="connsiteY462" fmla="*/ 78105 h 138429"/>
                <a:gd name="connsiteX463" fmla="*/ 4901561 w 4940931"/>
                <a:gd name="connsiteY463" fmla="*/ 87630 h 138429"/>
                <a:gd name="connsiteX464" fmla="*/ 4899021 w 4940931"/>
                <a:gd name="connsiteY464" fmla="*/ 98425 h 138429"/>
                <a:gd name="connsiteX465" fmla="*/ 4892671 w 4940931"/>
                <a:gd name="connsiteY465" fmla="*/ 105410 h 138429"/>
                <a:gd name="connsiteX466" fmla="*/ 4883146 w 4940931"/>
                <a:gd name="connsiteY466" fmla="*/ 109220 h 138429"/>
                <a:gd name="connsiteX467" fmla="*/ 4872351 w 4940931"/>
                <a:gd name="connsiteY467" fmla="*/ 110490 h 138429"/>
                <a:gd name="connsiteX468" fmla="*/ 4857111 w 4940931"/>
                <a:gd name="connsiteY468" fmla="*/ 107950 h 138429"/>
                <a:gd name="connsiteX469" fmla="*/ 4842506 w 4940931"/>
                <a:gd name="connsiteY469" fmla="*/ 100965 h 138429"/>
                <a:gd name="connsiteX470" fmla="*/ 4849491 w 4940931"/>
                <a:gd name="connsiteY470" fmla="*/ 89535 h 138429"/>
                <a:gd name="connsiteX471" fmla="*/ 4860921 w 4940931"/>
                <a:gd name="connsiteY471" fmla="*/ 95250 h 138429"/>
                <a:gd name="connsiteX472" fmla="*/ 4872351 w 4940931"/>
                <a:gd name="connsiteY472" fmla="*/ 97155 h 138429"/>
                <a:gd name="connsiteX473" fmla="*/ 4883146 w 4940931"/>
                <a:gd name="connsiteY473" fmla="*/ 94615 h 138429"/>
                <a:gd name="connsiteX474" fmla="*/ 4886321 w 4940931"/>
                <a:gd name="connsiteY474" fmla="*/ 88265 h 138429"/>
                <a:gd name="connsiteX475" fmla="*/ 4885051 w 4940931"/>
                <a:gd name="connsiteY475" fmla="*/ 84455 h 138429"/>
                <a:gd name="connsiteX476" fmla="*/ 4881241 w 4940931"/>
                <a:gd name="connsiteY476" fmla="*/ 81280 h 138429"/>
                <a:gd name="connsiteX477" fmla="*/ 4875526 w 4940931"/>
                <a:gd name="connsiteY477" fmla="*/ 78105 h 138429"/>
                <a:gd name="connsiteX478" fmla="*/ 4867906 w 4940931"/>
                <a:gd name="connsiteY478" fmla="*/ 74930 h 138429"/>
                <a:gd name="connsiteX479" fmla="*/ 4857111 w 4940931"/>
                <a:gd name="connsiteY479" fmla="*/ 69850 h 138429"/>
                <a:gd name="connsiteX480" fmla="*/ 4850126 w 4940931"/>
                <a:gd name="connsiteY480" fmla="*/ 64770 h 138429"/>
                <a:gd name="connsiteX481" fmla="*/ 4846316 w 4940931"/>
                <a:gd name="connsiteY481" fmla="*/ 58420 h 138429"/>
                <a:gd name="connsiteX482" fmla="*/ 4845046 w 4940931"/>
                <a:gd name="connsiteY482" fmla="*/ 50165 h 138429"/>
                <a:gd name="connsiteX483" fmla="*/ 4846951 w 4940931"/>
                <a:gd name="connsiteY483" fmla="*/ 40640 h 138429"/>
                <a:gd name="connsiteX484" fmla="*/ 4852666 w 4940931"/>
                <a:gd name="connsiteY484" fmla="*/ 34290 h 138429"/>
                <a:gd name="connsiteX485" fmla="*/ 4860921 w 4940931"/>
                <a:gd name="connsiteY485" fmla="*/ 30480 h 138429"/>
                <a:gd name="connsiteX486" fmla="*/ 4871716 w 4940931"/>
                <a:gd name="connsiteY486" fmla="*/ 29210 h 138429"/>
                <a:gd name="connsiteX487" fmla="*/ 4749796 w 4940931"/>
                <a:gd name="connsiteY487" fmla="*/ 29210 h 138429"/>
                <a:gd name="connsiteX488" fmla="*/ 4757416 w 4940931"/>
                <a:gd name="connsiteY488" fmla="*/ 29845 h 138429"/>
                <a:gd name="connsiteX489" fmla="*/ 4763131 w 4940931"/>
                <a:gd name="connsiteY489" fmla="*/ 32385 h 138429"/>
                <a:gd name="connsiteX490" fmla="*/ 4759321 w 4940931"/>
                <a:gd name="connsiteY490" fmla="*/ 46990 h 138429"/>
                <a:gd name="connsiteX491" fmla="*/ 4758051 w 4940931"/>
                <a:gd name="connsiteY491" fmla="*/ 46990 h 138429"/>
                <a:gd name="connsiteX492" fmla="*/ 4752971 w 4940931"/>
                <a:gd name="connsiteY492" fmla="*/ 45085 h 138429"/>
                <a:gd name="connsiteX493" fmla="*/ 4746621 w 4940931"/>
                <a:gd name="connsiteY493" fmla="*/ 44450 h 138429"/>
                <a:gd name="connsiteX494" fmla="*/ 4735191 w 4940931"/>
                <a:gd name="connsiteY494" fmla="*/ 49530 h 138429"/>
                <a:gd name="connsiteX495" fmla="*/ 4731381 w 4940931"/>
                <a:gd name="connsiteY495" fmla="*/ 64770 h 138429"/>
                <a:gd name="connsiteX496" fmla="*/ 4731381 w 4940931"/>
                <a:gd name="connsiteY496" fmla="*/ 109220 h 138429"/>
                <a:gd name="connsiteX497" fmla="*/ 4716141 w 4940931"/>
                <a:gd name="connsiteY497" fmla="*/ 109220 h 138429"/>
                <a:gd name="connsiteX498" fmla="*/ 4716141 w 4940931"/>
                <a:gd name="connsiteY498" fmla="*/ 31115 h 138429"/>
                <a:gd name="connsiteX499" fmla="*/ 4731381 w 4940931"/>
                <a:gd name="connsiteY499" fmla="*/ 31115 h 138429"/>
                <a:gd name="connsiteX500" fmla="*/ 4731381 w 4940931"/>
                <a:gd name="connsiteY500" fmla="*/ 38735 h 138429"/>
                <a:gd name="connsiteX501" fmla="*/ 4734556 w 4940931"/>
                <a:gd name="connsiteY501" fmla="*/ 34925 h 138429"/>
                <a:gd name="connsiteX502" fmla="*/ 4739001 w 4940931"/>
                <a:gd name="connsiteY502" fmla="*/ 31750 h 138429"/>
                <a:gd name="connsiteX503" fmla="*/ 4744081 w 4940931"/>
                <a:gd name="connsiteY503" fmla="*/ 29845 h 138429"/>
                <a:gd name="connsiteX504" fmla="*/ 4749796 w 4940931"/>
                <a:gd name="connsiteY504" fmla="*/ 29210 h 138429"/>
                <a:gd name="connsiteX505" fmla="*/ 4349110 w 4940931"/>
                <a:gd name="connsiteY505" fmla="*/ 29210 h 138429"/>
                <a:gd name="connsiteX506" fmla="*/ 4356730 w 4940931"/>
                <a:gd name="connsiteY506" fmla="*/ 29845 h 138429"/>
                <a:gd name="connsiteX507" fmla="*/ 4362445 w 4940931"/>
                <a:gd name="connsiteY507" fmla="*/ 32385 h 138429"/>
                <a:gd name="connsiteX508" fmla="*/ 4358635 w 4940931"/>
                <a:gd name="connsiteY508" fmla="*/ 46990 h 138429"/>
                <a:gd name="connsiteX509" fmla="*/ 4357365 w 4940931"/>
                <a:gd name="connsiteY509" fmla="*/ 46990 h 138429"/>
                <a:gd name="connsiteX510" fmla="*/ 4352285 w 4940931"/>
                <a:gd name="connsiteY510" fmla="*/ 45085 h 138429"/>
                <a:gd name="connsiteX511" fmla="*/ 4345935 w 4940931"/>
                <a:gd name="connsiteY511" fmla="*/ 44450 h 138429"/>
                <a:gd name="connsiteX512" fmla="*/ 4334505 w 4940931"/>
                <a:gd name="connsiteY512" fmla="*/ 49530 h 138429"/>
                <a:gd name="connsiteX513" fmla="*/ 4330695 w 4940931"/>
                <a:gd name="connsiteY513" fmla="*/ 64770 h 138429"/>
                <a:gd name="connsiteX514" fmla="*/ 4330695 w 4940931"/>
                <a:gd name="connsiteY514" fmla="*/ 109220 h 138429"/>
                <a:gd name="connsiteX515" fmla="*/ 4315455 w 4940931"/>
                <a:gd name="connsiteY515" fmla="*/ 109220 h 138429"/>
                <a:gd name="connsiteX516" fmla="*/ 4315455 w 4940931"/>
                <a:gd name="connsiteY516" fmla="*/ 31115 h 138429"/>
                <a:gd name="connsiteX517" fmla="*/ 4330695 w 4940931"/>
                <a:gd name="connsiteY517" fmla="*/ 31115 h 138429"/>
                <a:gd name="connsiteX518" fmla="*/ 4330695 w 4940931"/>
                <a:gd name="connsiteY518" fmla="*/ 38735 h 138429"/>
                <a:gd name="connsiteX519" fmla="*/ 4333870 w 4940931"/>
                <a:gd name="connsiteY519" fmla="*/ 34925 h 138429"/>
                <a:gd name="connsiteX520" fmla="*/ 4338315 w 4940931"/>
                <a:gd name="connsiteY520" fmla="*/ 31750 h 138429"/>
                <a:gd name="connsiteX521" fmla="*/ 4343395 w 4940931"/>
                <a:gd name="connsiteY521" fmla="*/ 29845 h 138429"/>
                <a:gd name="connsiteX522" fmla="*/ 4349110 w 4940931"/>
                <a:gd name="connsiteY522" fmla="*/ 29210 h 138429"/>
                <a:gd name="connsiteX523" fmla="*/ 4044310 w 4940931"/>
                <a:gd name="connsiteY523" fmla="*/ 29210 h 138429"/>
                <a:gd name="connsiteX524" fmla="*/ 4058915 w 4940931"/>
                <a:gd name="connsiteY524" fmla="*/ 32385 h 138429"/>
                <a:gd name="connsiteX525" fmla="*/ 4069075 w 4940931"/>
                <a:gd name="connsiteY525" fmla="*/ 40640 h 138429"/>
                <a:gd name="connsiteX526" fmla="*/ 4075425 w 4940931"/>
                <a:gd name="connsiteY526" fmla="*/ 53340 h 138429"/>
                <a:gd name="connsiteX527" fmla="*/ 4077330 w 4940931"/>
                <a:gd name="connsiteY527" fmla="*/ 68580 h 138429"/>
                <a:gd name="connsiteX528" fmla="*/ 4076060 w 4940931"/>
                <a:gd name="connsiteY528" fmla="*/ 68580 h 138429"/>
                <a:gd name="connsiteX529" fmla="*/ 4076060 w 4940931"/>
                <a:gd name="connsiteY529" fmla="*/ 72390 h 138429"/>
                <a:gd name="connsiteX530" fmla="*/ 4076060 w 4940931"/>
                <a:gd name="connsiteY530" fmla="*/ 75565 h 138429"/>
                <a:gd name="connsiteX531" fmla="*/ 4024625 w 4940931"/>
                <a:gd name="connsiteY531" fmla="*/ 75565 h 138429"/>
                <a:gd name="connsiteX532" fmla="*/ 4027165 w 4940931"/>
                <a:gd name="connsiteY532" fmla="*/ 85090 h 138429"/>
                <a:gd name="connsiteX533" fmla="*/ 4031610 w 4940931"/>
                <a:gd name="connsiteY533" fmla="*/ 91440 h 138429"/>
                <a:gd name="connsiteX534" fmla="*/ 4037325 w 4940931"/>
                <a:gd name="connsiteY534" fmla="*/ 95250 h 138429"/>
                <a:gd name="connsiteX535" fmla="*/ 4044310 w 4940931"/>
                <a:gd name="connsiteY535" fmla="*/ 96520 h 138429"/>
                <a:gd name="connsiteX536" fmla="*/ 4049390 w 4940931"/>
                <a:gd name="connsiteY536" fmla="*/ 96520 h 138429"/>
                <a:gd name="connsiteX537" fmla="*/ 4053835 w 4940931"/>
                <a:gd name="connsiteY537" fmla="*/ 95250 h 138429"/>
                <a:gd name="connsiteX538" fmla="*/ 4057645 w 4940931"/>
                <a:gd name="connsiteY538" fmla="*/ 93345 h 138429"/>
                <a:gd name="connsiteX539" fmla="*/ 4062090 w 4940931"/>
                <a:gd name="connsiteY539" fmla="*/ 90805 h 138429"/>
                <a:gd name="connsiteX540" fmla="*/ 4070980 w 4940931"/>
                <a:gd name="connsiteY540" fmla="*/ 100330 h 138429"/>
                <a:gd name="connsiteX541" fmla="*/ 4065265 w 4940931"/>
                <a:gd name="connsiteY541" fmla="*/ 104775 h 138429"/>
                <a:gd name="connsiteX542" fmla="*/ 4059550 w 4940931"/>
                <a:gd name="connsiteY542" fmla="*/ 107950 h 138429"/>
                <a:gd name="connsiteX543" fmla="*/ 4052565 w 4940931"/>
                <a:gd name="connsiteY543" fmla="*/ 109855 h 138429"/>
                <a:gd name="connsiteX544" fmla="*/ 4043675 w 4940931"/>
                <a:gd name="connsiteY544" fmla="*/ 110490 h 138429"/>
                <a:gd name="connsiteX545" fmla="*/ 4034150 w 4940931"/>
                <a:gd name="connsiteY545" fmla="*/ 109220 h 138429"/>
                <a:gd name="connsiteX546" fmla="*/ 4026530 w 4940931"/>
                <a:gd name="connsiteY546" fmla="*/ 105410 h 138429"/>
                <a:gd name="connsiteX547" fmla="*/ 4020180 w 4940931"/>
                <a:gd name="connsiteY547" fmla="*/ 100330 h 138429"/>
                <a:gd name="connsiteX548" fmla="*/ 4015100 w 4940931"/>
                <a:gd name="connsiteY548" fmla="*/ 92710 h 138429"/>
                <a:gd name="connsiteX549" fmla="*/ 4011290 w 4940931"/>
                <a:gd name="connsiteY549" fmla="*/ 82550 h 138429"/>
                <a:gd name="connsiteX550" fmla="*/ 4010020 w 4940931"/>
                <a:gd name="connsiteY550" fmla="*/ 69850 h 138429"/>
                <a:gd name="connsiteX551" fmla="*/ 4012560 w 4940931"/>
                <a:gd name="connsiteY551" fmla="*/ 52070 h 138429"/>
                <a:gd name="connsiteX552" fmla="*/ 4019545 w 4940931"/>
                <a:gd name="connsiteY552" fmla="*/ 39370 h 138429"/>
                <a:gd name="connsiteX553" fmla="*/ 4030340 w 4940931"/>
                <a:gd name="connsiteY553" fmla="*/ 31750 h 138429"/>
                <a:gd name="connsiteX554" fmla="*/ 4044310 w 4940931"/>
                <a:gd name="connsiteY554" fmla="*/ 29210 h 138429"/>
                <a:gd name="connsiteX555" fmla="*/ 3811900 w 4940931"/>
                <a:gd name="connsiteY555" fmla="*/ 29210 h 138429"/>
                <a:gd name="connsiteX556" fmla="*/ 3819520 w 4940931"/>
                <a:gd name="connsiteY556" fmla="*/ 29845 h 138429"/>
                <a:gd name="connsiteX557" fmla="*/ 3825235 w 4940931"/>
                <a:gd name="connsiteY557" fmla="*/ 32385 h 138429"/>
                <a:gd name="connsiteX558" fmla="*/ 3821425 w 4940931"/>
                <a:gd name="connsiteY558" fmla="*/ 46990 h 138429"/>
                <a:gd name="connsiteX559" fmla="*/ 3820155 w 4940931"/>
                <a:gd name="connsiteY559" fmla="*/ 46990 h 138429"/>
                <a:gd name="connsiteX560" fmla="*/ 3815075 w 4940931"/>
                <a:gd name="connsiteY560" fmla="*/ 45085 h 138429"/>
                <a:gd name="connsiteX561" fmla="*/ 3808725 w 4940931"/>
                <a:gd name="connsiteY561" fmla="*/ 44450 h 138429"/>
                <a:gd name="connsiteX562" fmla="*/ 3797295 w 4940931"/>
                <a:gd name="connsiteY562" fmla="*/ 49530 h 138429"/>
                <a:gd name="connsiteX563" fmla="*/ 3793485 w 4940931"/>
                <a:gd name="connsiteY563" fmla="*/ 64770 h 138429"/>
                <a:gd name="connsiteX564" fmla="*/ 3793485 w 4940931"/>
                <a:gd name="connsiteY564" fmla="*/ 109220 h 138429"/>
                <a:gd name="connsiteX565" fmla="*/ 3778245 w 4940931"/>
                <a:gd name="connsiteY565" fmla="*/ 109220 h 138429"/>
                <a:gd name="connsiteX566" fmla="*/ 3778245 w 4940931"/>
                <a:gd name="connsiteY566" fmla="*/ 31115 h 138429"/>
                <a:gd name="connsiteX567" fmla="*/ 3793485 w 4940931"/>
                <a:gd name="connsiteY567" fmla="*/ 31115 h 138429"/>
                <a:gd name="connsiteX568" fmla="*/ 3793485 w 4940931"/>
                <a:gd name="connsiteY568" fmla="*/ 38735 h 138429"/>
                <a:gd name="connsiteX569" fmla="*/ 3796660 w 4940931"/>
                <a:gd name="connsiteY569" fmla="*/ 34925 h 138429"/>
                <a:gd name="connsiteX570" fmla="*/ 3801105 w 4940931"/>
                <a:gd name="connsiteY570" fmla="*/ 31750 h 138429"/>
                <a:gd name="connsiteX571" fmla="*/ 3806185 w 4940931"/>
                <a:gd name="connsiteY571" fmla="*/ 29845 h 138429"/>
                <a:gd name="connsiteX572" fmla="*/ 3811900 w 4940931"/>
                <a:gd name="connsiteY572" fmla="*/ 29210 h 138429"/>
                <a:gd name="connsiteX573" fmla="*/ 3729986 w 4940931"/>
                <a:gd name="connsiteY573" fmla="*/ 29210 h 138429"/>
                <a:gd name="connsiteX574" fmla="*/ 3744591 w 4940931"/>
                <a:gd name="connsiteY574" fmla="*/ 32385 h 138429"/>
                <a:gd name="connsiteX575" fmla="*/ 3754751 w 4940931"/>
                <a:gd name="connsiteY575" fmla="*/ 40640 h 138429"/>
                <a:gd name="connsiteX576" fmla="*/ 3761101 w 4940931"/>
                <a:gd name="connsiteY576" fmla="*/ 53340 h 138429"/>
                <a:gd name="connsiteX577" fmla="*/ 3763006 w 4940931"/>
                <a:gd name="connsiteY577" fmla="*/ 68580 h 138429"/>
                <a:gd name="connsiteX578" fmla="*/ 3761736 w 4940931"/>
                <a:gd name="connsiteY578" fmla="*/ 68580 h 138429"/>
                <a:gd name="connsiteX579" fmla="*/ 3761736 w 4940931"/>
                <a:gd name="connsiteY579" fmla="*/ 72390 h 138429"/>
                <a:gd name="connsiteX580" fmla="*/ 3761736 w 4940931"/>
                <a:gd name="connsiteY580" fmla="*/ 75565 h 138429"/>
                <a:gd name="connsiteX581" fmla="*/ 3710301 w 4940931"/>
                <a:gd name="connsiteY581" fmla="*/ 75565 h 138429"/>
                <a:gd name="connsiteX582" fmla="*/ 3712841 w 4940931"/>
                <a:gd name="connsiteY582" fmla="*/ 85090 h 138429"/>
                <a:gd name="connsiteX583" fmla="*/ 3717286 w 4940931"/>
                <a:gd name="connsiteY583" fmla="*/ 91440 h 138429"/>
                <a:gd name="connsiteX584" fmla="*/ 3723001 w 4940931"/>
                <a:gd name="connsiteY584" fmla="*/ 95250 h 138429"/>
                <a:gd name="connsiteX585" fmla="*/ 3729986 w 4940931"/>
                <a:gd name="connsiteY585" fmla="*/ 96520 h 138429"/>
                <a:gd name="connsiteX586" fmla="*/ 3735066 w 4940931"/>
                <a:gd name="connsiteY586" fmla="*/ 96520 h 138429"/>
                <a:gd name="connsiteX587" fmla="*/ 3739511 w 4940931"/>
                <a:gd name="connsiteY587" fmla="*/ 95250 h 138429"/>
                <a:gd name="connsiteX588" fmla="*/ 3743321 w 4940931"/>
                <a:gd name="connsiteY588" fmla="*/ 93345 h 138429"/>
                <a:gd name="connsiteX589" fmla="*/ 3747766 w 4940931"/>
                <a:gd name="connsiteY589" fmla="*/ 90805 h 138429"/>
                <a:gd name="connsiteX590" fmla="*/ 3756656 w 4940931"/>
                <a:gd name="connsiteY590" fmla="*/ 100330 h 138429"/>
                <a:gd name="connsiteX591" fmla="*/ 3750941 w 4940931"/>
                <a:gd name="connsiteY591" fmla="*/ 104775 h 138429"/>
                <a:gd name="connsiteX592" fmla="*/ 3745226 w 4940931"/>
                <a:gd name="connsiteY592" fmla="*/ 107950 h 138429"/>
                <a:gd name="connsiteX593" fmla="*/ 3738241 w 4940931"/>
                <a:gd name="connsiteY593" fmla="*/ 109855 h 138429"/>
                <a:gd name="connsiteX594" fmla="*/ 3729351 w 4940931"/>
                <a:gd name="connsiteY594" fmla="*/ 110490 h 138429"/>
                <a:gd name="connsiteX595" fmla="*/ 3719826 w 4940931"/>
                <a:gd name="connsiteY595" fmla="*/ 109220 h 138429"/>
                <a:gd name="connsiteX596" fmla="*/ 3712206 w 4940931"/>
                <a:gd name="connsiteY596" fmla="*/ 105410 h 138429"/>
                <a:gd name="connsiteX597" fmla="*/ 3705856 w 4940931"/>
                <a:gd name="connsiteY597" fmla="*/ 100330 h 138429"/>
                <a:gd name="connsiteX598" fmla="*/ 3700776 w 4940931"/>
                <a:gd name="connsiteY598" fmla="*/ 92710 h 138429"/>
                <a:gd name="connsiteX599" fmla="*/ 3696966 w 4940931"/>
                <a:gd name="connsiteY599" fmla="*/ 82550 h 138429"/>
                <a:gd name="connsiteX600" fmla="*/ 3695696 w 4940931"/>
                <a:gd name="connsiteY600" fmla="*/ 69850 h 138429"/>
                <a:gd name="connsiteX601" fmla="*/ 3698236 w 4940931"/>
                <a:gd name="connsiteY601" fmla="*/ 52070 h 138429"/>
                <a:gd name="connsiteX602" fmla="*/ 3705221 w 4940931"/>
                <a:gd name="connsiteY602" fmla="*/ 39370 h 138429"/>
                <a:gd name="connsiteX603" fmla="*/ 3716016 w 4940931"/>
                <a:gd name="connsiteY603" fmla="*/ 31750 h 138429"/>
                <a:gd name="connsiteX604" fmla="*/ 3729986 w 4940931"/>
                <a:gd name="connsiteY604" fmla="*/ 29210 h 138429"/>
                <a:gd name="connsiteX605" fmla="*/ 3543296 w 4940931"/>
                <a:gd name="connsiteY605" fmla="*/ 29210 h 138429"/>
                <a:gd name="connsiteX606" fmla="*/ 3557901 w 4940931"/>
                <a:gd name="connsiteY606" fmla="*/ 32385 h 138429"/>
                <a:gd name="connsiteX607" fmla="*/ 3568061 w 4940931"/>
                <a:gd name="connsiteY607" fmla="*/ 40640 h 138429"/>
                <a:gd name="connsiteX608" fmla="*/ 3574411 w 4940931"/>
                <a:gd name="connsiteY608" fmla="*/ 53340 h 138429"/>
                <a:gd name="connsiteX609" fmla="*/ 3576316 w 4940931"/>
                <a:gd name="connsiteY609" fmla="*/ 68580 h 138429"/>
                <a:gd name="connsiteX610" fmla="*/ 3575046 w 4940931"/>
                <a:gd name="connsiteY610" fmla="*/ 68580 h 138429"/>
                <a:gd name="connsiteX611" fmla="*/ 3575046 w 4940931"/>
                <a:gd name="connsiteY611" fmla="*/ 72390 h 138429"/>
                <a:gd name="connsiteX612" fmla="*/ 3575046 w 4940931"/>
                <a:gd name="connsiteY612" fmla="*/ 75565 h 138429"/>
                <a:gd name="connsiteX613" fmla="*/ 3523611 w 4940931"/>
                <a:gd name="connsiteY613" fmla="*/ 75565 h 138429"/>
                <a:gd name="connsiteX614" fmla="*/ 3526151 w 4940931"/>
                <a:gd name="connsiteY614" fmla="*/ 85090 h 138429"/>
                <a:gd name="connsiteX615" fmla="*/ 3530596 w 4940931"/>
                <a:gd name="connsiteY615" fmla="*/ 91440 h 138429"/>
                <a:gd name="connsiteX616" fmla="*/ 3536311 w 4940931"/>
                <a:gd name="connsiteY616" fmla="*/ 95250 h 138429"/>
                <a:gd name="connsiteX617" fmla="*/ 3543296 w 4940931"/>
                <a:gd name="connsiteY617" fmla="*/ 96520 h 138429"/>
                <a:gd name="connsiteX618" fmla="*/ 3548376 w 4940931"/>
                <a:gd name="connsiteY618" fmla="*/ 96520 h 138429"/>
                <a:gd name="connsiteX619" fmla="*/ 3552821 w 4940931"/>
                <a:gd name="connsiteY619" fmla="*/ 95250 h 138429"/>
                <a:gd name="connsiteX620" fmla="*/ 3556631 w 4940931"/>
                <a:gd name="connsiteY620" fmla="*/ 93345 h 138429"/>
                <a:gd name="connsiteX621" fmla="*/ 3561076 w 4940931"/>
                <a:gd name="connsiteY621" fmla="*/ 90805 h 138429"/>
                <a:gd name="connsiteX622" fmla="*/ 3569966 w 4940931"/>
                <a:gd name="connsiteY622" fmla="*/ 100330 h 138429"/>
                <a:gd name="connsiteX623" fmla="*/ 3564251 w 4940931"/>
                <a:gd name="connsiteY623" fmla="*/ 104775 h 138429"/>
                <a:gd name="connsiteX624" fmla="*/ 3558536 w 4940931"/>
                <a:gd name="connsiteY624" fmla="*/ 107950 h 138429"/>
                <a:gd name="connsiteX625" fmla="*/ 3551551 w 4940931"/>
                <a:gd name="connsiteY625" fmla="*/ 109855 h 138429"/>
                <a:gd name="connsiteX626" fmla="*/ 3542661 w 4940931"/>
                <a:gd name="connsiteY626" fmla="*/ 110490 h 138429"/>
                <a:gd name="connsiteX627" fmla="*/ 3533136 w 4940931"/>
                <a:gd name="connsiteY627" fmla="*/ 109220 h 138429"/>
                <a:gd name="connsiteX628" fmla="*/ 3525516 w 4940931"/>
                <a:gd name="connsiteY628" fmla="*/ 105410 h 138429"/>
                <a:gd name="connsiteX629" fmla="*/ 3519166 w 4940931"/>
                <a:gd name="connsiteY629" fmla="*/ 100330 h 138429"/>
                <a:gd name="connsiteX630" fmla="*/ 3514086 w 4940931"/>
                <a:gd name="connsiteY630" fmla="*/ 92710 h 138429"/>
                <a:gd name="connsiteX631" fmla="*/ 3510276 w 4940931"/>
                <a:gd name="connsiteY631" fmla="*/ 82550 h 138429"/>
                <a:gd name="connsiteX632" fmla="*/ 3509006 w 4940931"/>
                <a:gd name="connsiteY632" fmla="*/ 69850 h 138429"/>
                <a:gd name="connsiteX633" fmla="*/ 3511546 w 4940931"/>
                <a:gd name="connsiteY633" fmla="*/ 52070 h 138429"/>
                <a:gd name="connsiteX634" fmla="*/ 3518531 w 4940931"/>
                <a:gd name="connsiteY634" fmla="*/ 39370 h 138429"/>
                <a:gd name="connsiteX635" fmla="*/ 3529326 w 4940931"/>
                <a:gd name="connsiteY635" fmla="*/ 31750 h 138429"/>
                <a:gd name="connsiteX636" fmla="*/ 3543296 w 4940931"/>
                <a:gd name="connsiteY636" fmla="*/ 29210 h 138429"/>
                <a:gd name="connsiteX637" fmla="*/ 3345176 w 4940931"/>
                <a:gd name="connsiteY637" fmla="*/ 29210 h 138429"/>
                <a:gd name="connsiteX638" fmla="*/ 3359781 w 4940931"/>
                <a:gd name="connsiteY638" fmla="*/ 32385 h 138429"/>
                <a:gd name="connsiteX639" fmla="*/ 3369941 w 4940931"/>
                <a:gd name="connsiteY639" fmla="*/ 40640 h 138429"/>
                <a:gd name="connsiteX640" fmla="*/ 3376291 w 4940931"/>
                <a:gd name="connsiteY640" fmla="*/ 53340 h 138429"/>
                <a:gd name="connsiteX641" fmla="*/ 3378196 w 4940931"/>
                <a:gd name="connsiteY641" fmla="*/ 68580 h 138429"/>
                <a:gd name="connsiteX642" fmla="*/ 3376926 w 4940931"/>
                <a:gd name="connsiteY642" fmla="*/ 68580 h 138429"/>
                <a:gd name="connsiteX643" fmla="*/ 3376926 w 4940931"/>
                <a:gd name="connsiteY643" fmla="*/ 72390 h 138429"/>
                <a:gd name="connsiteX644" fmla="*/ 3376926 w 4940931"/>
                <a:gd name="connsiteY644" fmla="*/ 75565 h 138429"/>
                <a:gd name="connsiteX645" fmla="*/ 3325491 w 4940931"/>
                <a:gd name="connsiteY645" fmla="*/ 75565 h 138429"/>
                <a:gd name="connsiteX646" fmla="*/ 3328031 w 4940931"/>
                <a:gd name="connsiteY646" fmla="*/ 85090 h 138429"/>
                <a:gd name="connsiteX647" fmla="*/ 3332476 w 4940931"/>
                <a:gd name="connsiteY647" fmla="*/ 91440 h 138429"/>
                <a:gd name="connsiteX648" fmla="*/ 3338191 w 4940931"/>
                <a:gd name="connsiteY648" fmla="*/ 95250 h 138429"/>
                <a:gd name="connsiteX649" fmla="*/ 3345176 w 4940931"/>
                <a:gd name="connsiteY649" fmla="*/ 96520 h 138429"/>
                <a:gd name="connsiteX650" fmla="*/ 3350256 w 4940931"/>
                <a:gd name="connsiteY650" fmla="*/ 96520 h 138429"/>
                <a:gd name="connsiteX651" fmla="*/ 3354701 w 4940931"/>
                <a:gd name="connsiteY651" fmla="*/ 95250 h 138429"/>
                <a:gd name="connsiteX652" fmla="*/ 3358511 w 4940931"/>
                <a:gd name="connsiteY652" fmla="*/ 93345 h 138429"/>
                <a:gd name="connsiteX653" fmla="*/ 3362956 w 4940931"/>
                <a:gd name="connsiteY653" fmla="*/ 90805 h 138429"/>
                <a:gd name="connsiteX654" fmla="*/ 3371846 w 4940931"/>
                <a:gd name="connsiteY654" fmla="*/ 100330 h 138429"/>
                <a:gd name="connsiteX655" fmla="*/ 3366131 w 4940931"/>
                <a:gd name="connsiteY655" fmla="*/ 104775 h 138429"/>
                <a:gd name="connsiteX656" fmla="*/ 3360416 w 4940931"/>
                <a:gd name="connsiteY656" fmla="*/ 107950 h 138429"/>
                <a:gd name="connsiteX657" fmla="*/ 3353431 w 4940931"/>
                <a:gd name="connsiteY657" fmla="*/ 109855 h 138429"/>
                <a:gd name="connsiteX658" fmla="*/ 3344541 w 4940931"/>
                <a:gd name="connsiteY658" fmla="*/ 110490 h 138429"/>
                <a:gd name="connsiteX659" fmla="*/ 3335016 w 4940931"/>
                <a:gd name="connsiteY659" fmla="*/ 109220 h 138429"/>
                <a:gd name="connsiteX660" fmla="*/ 3327396 w 4940931"/>
                <a:gd name="connsiteY660" fmla="*/ 105410 h 138429"/>
                <a:gd name="connsiteX661" fmla="*/ 3321046 w 4940931"/>
                <a:gd name="connsiteY661" fmla="*/ 100330 h 138429"/>
                <a:gd name="connsiteX662" fmla="*/ 3315966 w 4940931"/>
                <a:gd name="connsiteY662" fmla="*/ 92710 h 138429"/>
                <a:gd name="connsiteX663" fmla="*/ 3312156 w 4940931"/>
                <a:gd name="connsiteY663" fmla="*/ 82550 h 138429"/>
                <a:gd name="connsiteX664" fmla="*/ 3310886 w 4940931"/>
                <a:gd name="connsiteY664" fmla="*/ 69850 h 138429"/>
                <a:gd name="connsiteX665" fmla="*/ 3313426 w 4940931"/>
                <a:gd name="connsiteY665" fmla="*/ 52070 h 138429"/>
                <a:gd name="connsiteX666" fmla="*/ 3320411 w 4940931"/>
                <a:gd name="connsiteY666" fmla="*/ 39370 h 138429"/>
                <a:gd name="connsiteX667" fmla="*/ 3331206 w 4940931"/>
                <a:gd name="connsiteY667" fmla="*/ 31750 h 138429"/>
                <a:gd name="connsiteX668" fmla="*/ 3345176 w 4940931"/>
                <a:gd name="connsiteY668" fmla="*/ 29210 h 138429"/>
                <a:gd name="connsiteX669" fmla="*/ 3060696 w 4940931"/>
                <a:gd name="connsiteY669" fmla="*/ 29210 h 138429"/>
                <a:gd name="connsiteX670" fmla="*/ 3068316 w 4940931"/>
                <a:gd name="connsiteY670" fmla="*/ 29845 h 138429"/>
                <a:gd name="connsiteX671" fmla="*/ 3074031 w 4940931"/>
                <a:gd name="connsiteY671" fmla="*/ 32385 h 138429"/>
                <a:gd name="connsiteX672" fmla="*/ 3070221 w 4940931"/>
                <a:gd name="connsiteY672" fmla="*/ 46990 h 138429"/>
                <a:gd name="connsiteX673" fmla="*/ 3068951 w 4940931"/>
                <a:gd name="connsiteY673" fmla="*/ 46990 h 138429"/>
                <a:gd name="connsiteX674" fmla="*/ 3063871 w 4940931"/>
                <a:gd name="connsiteY674" fmla="*/ 45085 h 138429"/>
                <a:gd name="connsiteX675" fmla="*/ 3057521 w 4940931"/>
                <a:gd name="connsiteY675" fmla="*/ 44450 h 138429"/>
                <a:gd name="connsiteX676" fmla="*/ 3046091 w 4940931"/>
                <a:gd name="connsiteY676" fmla="*/ 49530 h 138429"/>
                <a:gd name="connsiteX677" fmla="*/ 3042281 w 4940931"/>
                <a:gd name="connsiteY677" fmla="*/ 64770 h 138429"/>
                <a:gd name="connsiteX678" fmla="*/ 3042281 w 4940931"/>
                <a:gd name="connsiteY678" fmla="*/ 109220 h 138429"/>
                <a:gd name="connsiteX679" fmla="*/ 3027041 w 4940931"/>
                <a:gd name="connsiteY679" fmla="*/ 109220 h 138429"/>
                <a:gd name="connsiteX680" fmla="*/ 3027041 w 4940931"/>
                <a:gd name="connsiteY680" fmla="*/ 31115 h 138429"/>
                <a:gd name="connsiteX681" fmla="*/ 3042281 w 4940931"/>
                <a:gd name="connsiteY681" fmla="*/ 31115 h 138429"/>
                <a:gd name="connsiteX682" fmla="*/ 3042281 w 4940931"/>
                <a:gd name="connsiteY682" fmla="*/ 38735 h 138429"/>
                <a:gd name="connsiteX683" fmla="*/ 3045456 w 4940931"/>
                <a:gd name="connsiteY683" fmla="*/ 34925 h 138429"/>
                <a:gd name="connsiteX684" fmla="*/ 3049901 w 4940931"/>
                <a:gd name="connsiteY684" fmla="*/ 31750 h 138429"/>
                <a:gd name="connsiteX685" fmla="*/ 3054981 w 4940931"/>
                <a:gd name="connsiteY685" fmla="*/ 29845 h 138429"/>
                <a:gd name="connsiteX686" fmla="*/ 3060696 w 4940931"/>
                <a:gd name="connsiteY686" fmla="*/ 29210 h 138429"/>
                <a:gd name="connsiteX687" fmla="*/ 2978781 w 4940931"/>
                <a:gd name="connsiteY687" fmla="*/ 29210 h 138429"/>
                <a:gd name="connsiteX688" fmla="*/ 2993386 w 4940931"/>
                <a:gd name="connsiteY688" fmla="*/ 32385 h 138429"/>
                <a:gd name="connsiteX689" fmla="*/ 3003546 w 4940931"/>
                <a:gd name="connsiteY689" fmla="*/ 40640 h 138429"/>
                <a:gd name="connsiteX690" fmla="*/ 3009896 w 4940931"/>
                <a:gd name="connsiteY690" fmla="*/ 53340 h 138429"/>
                <a:gd name="connsiteX691" fmla="*/ 3011801 w 4940931"/>
                <a:gd name="connsiteY691" fmla="*/ 68580 h 138429"/>
                <a:gd name="connsiteX692" fmla="*/ 3010531 w 4940931"/>
                <a:gd name="connsiteY692" fmla="*/ 68580 h 138429"/>
                <a:gd name="connsiteX693" fmla="*/ 3010531 w 4940931"/>
                <a:gd name="connsiteY693" fmla="*/ 72390 h 138429"/>
                <a:gd name="connsiteX694" fmla="*/ 3010531 w 4940931"/>
                <a:gd name="connsiteY694" fmla="*/ 75565 h 138429"/>
                <a:gd name="connsiteX695" fmla="*/ 2959096 w 4940931"/>
                <a:gd name="connsiteY695" fmla="*/ 75565 h 138429"/>
                <a:gd name="connsiteX696" fmla="*/ 2961636 w 4940931"/>
                <a:gd name="connsiteY696" fmla="*/ 85090 h 138429"/>
                <a:gd name="connsiteX697" fmla="*/ 2966081 w 4940931"/>
                <a:gd name="connsiteY697" fmla="*/ 91440 h 138429"/>
                <a:gd name="connsiteX698" fmla="*/ 2971796 w 4940931"/>
                <a:gd name="connsiteY698" fmla="*/ 95250 h 138429"/>
                <a:gd name="connsiteX699" fmla="*/ 2978781 w 4940931"/>
                <a:gd name="connsiteY699" fmla="*/ 96520 h 138429"/>
                <a:gd name="connsiteX700" fmla="*/ 2983861 w 4940931"/>
                <a:gd name="connsiteY700" fmla="*/ 96520 h 138429"/>
                <a:gd name="connsiteX701" fmla="*/ 2988306 w 4940931"/>
                <a:gd name="connsiteY701" fmla="*/ 95250 h 138429"/>
                <a:gd name="connsiteX702" fmla="*/ 2992116 w 4940931"/>
                <a:gd name="connsiteY702" fmla="*/ 93345 h 138429"/>
                <a:gd name="connsiteX703" fmla="*/ 2996561 w 4940931"/>
                <a:gd name="connsiteY703" fmla="*/ 90805 h 138429"/>
                <a:gd name="connsiteX704" fmla="*/ 3005451 w 4940931"/>
                <a:gd name="connsiteY704" fmla="*/ 100330 h 138429"/>
                <a:gd name="connsiteX705" fmla="*/ 2999736 w 4940931"/>
                <a:gd name="connsiteY705" fmla="*/ 104775 h 138429"/>
                <a:gd name="connsiteX706" fmla="*/ 2994021 w 4940931"/>
                <a:gd name="connsiteY706" fmla="*/ 107950 h 138429"/>
                <a:gd name="connsiteX707" fmla="*/ 2987036 w 4940931"/>
                <a:gd name="connsiteY707" fmla="*/ 109855 h 138429"/>
                <a:gd name="connsiteX708" fmla="*/ 2978146 w 4940931"/>
                <a:gd name="connsiteY708" fmla="*/ 110490 h 138429"/>
                <a:gd name="connsiteX709" fmla="*/ 2968621 w 4940931"/>
                <a:gd name="connsiteY709" fmla="*/ 109220 h 138429"/>
                <a:gd name="connsiteX710" fmla="*/ 2961001 w 4940931"/>
                <a:gd name="connsiteY710" fmla="*/ 105410 h 138429"/>
                <a:gd name="connsiteX711" fmla="*/ 2954651 w 4940931"/>
                <a:gd name="connsiteY711" fmla="*/ 100330 h 138429"/>
                <a:gd name="connsiteX712" fmla="*/ 2949571 w 4940931"/>
                <a:gd name="connsiteY712" fmla="*/ 92710 h 138429"/>
                <a:gd name="connsiteX713" fmla="*/ 2945761 w 4940931"/>
                <a:gd name="connsiteY713" fmla="*/ 82550 h 138429"/>
                <a:gd name="connsiteX714" fmla="*/ 2944491 w 4940931"/>
                <a:gd name="connsiteY714" fmla="*/ 69850 h 138429"/>
                <a:gd name="connsiteX715" fmla="*/ 2947031 w 4940931"/>
                <a:gd name="connsiteY715" fmla="*/ 52070 h 138429"/>
                <a:gd name="connsiteX716" fmla="*/ 2954016 w 4940931"/>
                <a:gd name="connsiteY716" fmla="*/ 39370 h 138429"/>
                <a:gd name="connsiteX717" fmla="*/ 2964811 w 4940931"/>
                <a:gd name="connsiteY717" fmla="*/ 31750 h 138429"/>
                <a:gd name="connsiteX718" fmla="*/ 2978781 w 4940931"/>
                <a:gd name="connsiteY718" fmla="*/ 29210 h 138429"/>
                <a:gd name="connsiteX719" fmla="*/ 2798440 w 4940931"/>
                <a:gd name="connsiteY719" fmla="*/ 29210 h 138429"/>
                <a:gd name="connsiteX720" fmla="*/ 2813045 w 4940931"/>
                <a:gd name="connsiteY720" fmla="*/ 31750 h 138429"/>
                <a:gd name="connsiteX721" fmla="*/ 2825110 w 4940931"/>
                <a:gd name="connsiteY721" fmla="*/ 38100 h 138429"/>
                <a:gd name="connsiteX722" fmla="*/ 2827015 w 4940931"/>
                <a:gd name="connsiteY722" fmla="*/ 38100 h 138429"/>
                <a:gd name="connsiteX723" fmla="*/ 2820030 w 4940931"/>
                <a:gd name="connsiteY723" fmla="*/ 50165 h 138429"/>
                <a:gd name="connsiteX724" fmla="*/ 2810505 w 4940931"/>
                <a:gd name="connsiteY724" fmla="*/ 45085 h 138429"/>
                <a:gd name="connsiteX725" fmla="*/ 2799710 w 4940931"/>
                <a:gd name="connsiteY725" fmla="*/ 43180 h 138429"/>
                <a:gd name="connsiteX726" fmla="*/ 2791455 w 4940931"/>
                <a:gd name="connsiteY726" fmla="*/ 45085 h 138429"/>
                <a:gd name="connsiteX727" fmla="*/ 2788915 w 4940931"/>
                <a:gd name="connsiteY727" fmla="*/ 50165 h 138429"/>
                <a:gd name="connsiteX728" fmla="*/ 2788915 w 4940931"/>
                <a:gd name="connsiteY728" fmla="*/ 52705 h 138429"/>
                <a:gd name="connsiteX729" fmla="*/ 2790820 w 4940931"/>
                <a:gd name="connsiteY729" fmla="*/ 55245 h 138429"/>
                <a:gd name="connsiteX730" fmla="*/ 2795265 w 4940931"/>
                <a:gd name="connsiteY730" fmla="*/ 57785 h 138429"/>
                <a:gd name="connsiteX731" fmla="*/ 2802250 w 4940931"/>
                <a:gd name="connsiteY731" fmla="*/ 60960 h 138429"/>
                <a:gd name="connsiteX732" fmla="*/ 2813680 w 4940931"/>
                <a:gd name="connsiteY732" fmla="*/ 66040 h 138429"/>
                <a:gd name="connsiteX733" fmla="*/ 2821935 w 4940931"/>
                <a:gd name="connsiteY733" fmla="*/ 71120 h 138429"/>
                <a:gd name="connsiteX734" fmla="*/ 2827015 w 4940931"/>
                <a:gd name="connsiteY734" fmla="*/ 78105 h 138429"/>
                <a:gd name="connsiteX735" fmla="*/ 2828920 w 4940931"/>
                <a:gd name="connsiteY735" fmla="*/ 87630 h 138429"/>
                <a:gd name="connsiteX736" fmla="*/ 2826380 w 4940931"/>
                <a:gd name="connsiteY736" fmla="*/ 98425 h 138429"/>
                <a:gd name="connsiteX737" fmla="*/ 2820030 w 4940931"/>
                <a:gd name="connsiteY737" fmla="*/ 105410 h 138429"/>
                <a:gd name="connsiteX738" fmla="*/ 2810505 w 4940931"/>
                <a:gd name="connsiteY738" fmla="*/ 109220 h 138429"/>
                <a:gd name="connsiteX739" fmla="*/ 2799710 w 4940931"/>
                <a:gd name="connsiteY739" fmla="*/ 110490 h 138429"/>
                <a:gd name="connsiteX740" fmla="*/ 2783835 w 4940931"/>
                <a:gd name="connsiteY740" fmla="*/ 107950 h 138429"/>
                <a:gd name="connsiteX741" fmla="*/ 2769230 w 4940931"/>
                <a:gd name="connsiteY741" fmla="*/ 100965 h 138429"/>
                <a:gd name="connsiteX742" fmla="*/ 2776215 w 4940931"/>
                <a:gd name="connsiteY742" fmla="*/ 89535 h 138429"/>
                <a:gd name="connsiteX743" fmla="*/ 2787645 w 4940931"/>
                <a:gd name="connsiteY743" fmla="*/ 95250 h 138429"/>
                <a:gd name="connsiteX744" fmla="*/ 2799075 w 4940931"/>
                <a:gd name="connsiteY744" fmla="*/ 97155 h 138429"/>
                <a:gd name="connsiteX745" fmla="*/ 2809870 w 4940931"/>
                <a:gd name="connsiteY745" fmla="*/ 94615 h 138429"/>
                <a:gd name="connsiteX746" fmla="*/ 2813045 w 4940931"/>
                <a:gd name="connsiteY746" fmla="*/ 88265 h 138429"/>
                <a:gd name="connsiteX747" fmla="*/ 2811775 w 4940931"/>
                <a:gd name="connsiteY747" fmla="*/ 84455 h 138429"/>
                <a:gd name="connsiteX748" fmla="*/ 2807965 w 4940931"/>
                <a:gd name="connsiteY748" fmla="*/ 81280 h 138429"/>
                <a:gd name="connsiteX749" fmla="*/ 2802250 w 4940931"/>
                <a:gd name="connsiteY749" fmla="*/ 78105 h 138429"/>
                <a:gd name="connsiteX750" fmla="*/ 2794630 w 4940931"/>
                <a:gd name="connsiteY750" fmla="*/ 74930 h 138429"/>
                <a:gd name="connsiteX751" fmla="*/ 2783835 w 4940931"/>
                <a:gd name="connsiteY751" fmla="*/ 69850 h 138429"/>
                <a:gd name="connsiteX752" fmla="*/ 2776850 w 4940931"/>
                <a:gd name="connsiteY752" fmla="*/ 64770 h 138429"/>
                <a:gd name="connsiteX753" fmla="*/ 2773040 w 4940931"/>
                <a:gd name="connsiteY753" fmla="*/ 58420 h 138429"/>
                <a:gd name="connsiteX754" fmla="*/ 2771770 w 4940931"/>
                <a:gd name="connsiteY754" fmla="*/ 50165 h 138429"/>
                <a:gd name="connsiteX755" fmla="*/ 2773675 w 4940931"/>
                <a:gd name="connsiteY755" fmla="*/ 40640 h 138429"/>
                <a:gd name="connsiteX756" fmla="*/ 2779390 w 4940931"/>
                <a:gd name="connsiteY756" fmla="*/ 34290 h 138429"/>
                <a:gd name="connsiteX757" fmla="*/ 2787645 w 4940931"/>
                <a:gd name="connsiteY757" fmla="*/ 30480 h 138429"/>
                <a:gd name="connsiteX758" fmla="*/ 2798440 w 4940931"/>
                <a:gd name="connsiteY758" fmla="*/ 29210 h 138429"/>
                <a:gd name="connsiteX759" fmla="*/ 2723510 w 4940931"/>
                <a:gd name="connsiteY759" fmla="*/ 29210 h 138429"/>
                <a:gd name="connsiteX760" fmla="*/ 2729225 w 4940931"/>
                <a:gd name="connsiteY760" fmla="*/ 29210 h 138429"/>
                <a:gd name="connsiteX761" fmla="*/ 2741290 w 4940931"/>
                <a:gd name="connsiteY761" fmla="*/ 31750 h 138429"/>
                <a:gd name="connsiteX762" fmla="*/ 2750180 w 4940931"/>
                <a:gd name="connsiteY762" fmla="*/ 38100 h 138429"/>
                <a:gd name="connsiteX763" fmla="*/ 2755260 w 4940931"/>
                <a:gd name="connsiteY763" fmla="*/ 48895 h 138429"/>
                <a:gd name="connsiteX764" fmla="*/ 2757165 w 4940931"/>
                <a:gd name="connsiteY764" fmla="*/ 64135 h 138429"/>
                <a:gd name="connsiteX765" fmla="*/ 2757165 w 4940931"/>
                <a:gd name="connsiteY765" fmla="*/ 108585 h 138429"/>
                <a:gd name="connsiteX766" fmla="*/ 2741925 w 4940931"/>
                <a:gd name="connsiteY766" fmla="*/ 108585 h 138429"/>
                <a:gd name="connsiteX767" fmla="*/ 2741290 w 4940931"/>
                <a:gd name="connsiteY767" fmla="*/ 108585 h 138429"/>
                <a:gd name="connsiteX768" fmla="*/ 2741290 w 4940931"/>
                <a:gd name="connsiteY768" fmla="*/ 64770 h 138429"/>
                <a:gd name="connsiteX769" fmla="*/ 2737480 w 4940931"/>
                <a:gd name="connsiteY769" fmla="*/ 48895 h 138429"/>
                <a:gd name="connsiteX770" fmla="*/ 2725415 w 4940931"/>
                <a:gd name="connsiteY770" fmla="*/ 43180 h 138429"/>
                <a:gd name="connsiteX771" fmla="*/ 2718430 w 4940931"/>
                <a:gd name="connsiteY771" fmla="*/ 44450 h 138429"/>
                <a:gd name="connsiteX772" fmla="*/ 2713350 w 4940931"/>
                <a:gd name="connsiteY772" fmla="*/ 48260 h 138429"/>
                <a:gd name="connsiteX773" fmla="*/ 2710175 w 4940931"/>
                <a:gd name="connsiteY773" fmla="*/ 54610 h 138429"/>
                <a:gd name="connsiteX774" fmla="*/ 2709540 w 4940931"/>
                <a:gd name="connsiteY774" fmla="*/ 62865 h 138429"/>
                <a:gd name="connsiteX775" fmla="*/ 2709540 w 4940931"/>
                <a:gd name="connsiteY775" fmla="*/ 108585 h 138429"/>
                <a:gd name="connsiteX776" fmla="*/ 2694300 w 4940931"/>
                <a:gd name="connsiteY776" fmla="*/ 108585 h 138429"/>
                <a:gd name="connsiteX777" fmla="*/ 2694300 w 4940931"/>
                <a:gd name="connsiteY777" fmla="*/ 30480 h 138429"/>
                <a:gd name="connsiteX778" fmla="*/ 2709540 w 4940931"/>
                <a:gd name="connsiteY778" fmla="*/ 30480 h 138429"/>
                <a:gd name="connsiteX779" fmla="*/ 2709540 w 4940931"/>
                <a:gd name="connsiteY779" fmla="*/ 38100 h 138429"/>
                <a:gd name="connsiteX780" fmla="*/ 2713350 w 4940931"/>
                <a:gd name="connsiteY780" fmla="*/ 34290 h 138429"/>
                <a:gd name="connsiteX781" fmla="*/ 2717795 w 4940931"/>
                <a:gd name="connsiteY781" fmla="*/ 31115 h 138429"/>
                <a:gd name="connsiteX782" fmla="*/ 2723510 w 4940931"/>
                <a:gd name="connsiteY782" fmla="*/ 29210 h 138429"/>
                <a:gd name="connsiteX783" fmla="*/ 2530470 w 4940931"/>
                <a:gd name="connsiteY783" fmla="*/ 29210 h 138429"/>
                <a:gd name="connsiteX784" fmla="*/ 2545075 w 4940931"/>
                <a:gd name="connsiteY784" fmla="*/ 32385 h 138429"/>
                <a:gd name="connsiteX785" fmla="*/ 2555235 w 4940931"/>
                <a:gd name="connsiteY785" fmla="*/ 40640 h 138429"/>
                <a:gd name="connsiteX786" fmla="*/ 2561585 w 4940931"/>
                <a:gd name="connsiteY786" fmla="*/ 53340 h 138429"/>
                <a:gd name="connsiteX787" fmla="*/ 2563490 w 4940931"/>
                <a:gd name="connsiteY787" fmla="*/ 68580 h 138429"/>
                <a:gd name="connsiteX788" fmla="*/ 2562220 w 4940931"/>
                <a:gd name="connsiteY788" fmla="*/ 68580 h 138429"/>
                <a:gd name="connsiteX789" fmla="*/ 2562220 w 4940931"/>
                <a:gd name="connsiteY789" fmla="*/ 72390 h 138429"/>
                <a:gd name="connsiteX790" fmla="*/ 2562220 w 4940931"/>
                <a:gd name="connsiteY790" fmla="*/ 75565 h 138429"/>
                <a:gd name="connsiteX791" fmla="*/ 2510785 w 4940931"/>
                <a:gd name="connsiteY791" fmla="*/ 75565 h 138429"/>
                <a:gd name="connsiteX792" fmla="*/ 2513325 w 4940931"/>
                <a:gd name="connsiteY792" fmla="*/ 85090 h 138429"/>
                <a:gd name="connsiteX793" fmla="*/ 2517770 w 4940931"/>
                <a:gd name="connsiteY793" fmla="*/ 91440 h 138429"/>
                <a:gd name="connsiteX794" fmla="*/ 2523485 w 4940931"/>
                <a:gd name="connsiteY794" fmla="*/ 95250 h 138429"/>
                <a:gd name="connsiteX795" fmla="*/ 2530470 w 4940931"/>
                <a:gd name="connsiteY795" fmla="*/ 96520 h 138429"/>
                <a:gd name="connsiteX796" fmla="*/ 2535550 w 4940931"/>
                <a:gd name="connsiteY796" fmla="*/ 96520 h 138429"/>
                <a:gd name="connsiteX797" fmla="*/ 2539995 w 4940931"/>
                <a:gd name="connsiteY797" fmla="*/ 95250 h 138429"/>
                <a:gd name="connsiteX798" fmla="*/ 2543805 w 4940931"/>
                <a:gd name="connsiteY798" fmla="*/ 93345 h 138429"/>
                <a:gd name="connsiteX799" fmla="*/ 2548250 w 4940931"/>
                <a:gd name="connsiteY799" fmla="*/ 90805 h 138429"/>
                <a:gd name="connsiteX800" fmla="*/ 2557140 w 4940931"/>
                <a:gd name="connsiteY800" fmla="*/ 100330 h 138429"/>
                <a:gd name="connsiteX801" fmla="*/ 2551425 w 4940931"/>
                <a:gd name="connsiteY801" fmla="*/ 104775 h 138429"/>
                <a:gd name="connsiteX802" fmla="*/ 2545710 w 4940931"/>
                <a:gd name="connsiteY802" fmla="*/ 107950 h 138429"/>
                <a:gd name="connsiteX803" fmla="*/ 2538725 w 4940931"/>
                <a:gd name="connsiteY803" fmla="*/ 109855 h 138429"/>
                <a:gd name="connsiteX804" fmla="*/ 2529835 w 4940931"/>
                <a:gd name="connsiteY804" fmla="*/ 110490 h 138429"/>
                <a:gd name="connsiteX805" fmla="*/ 2520310 w 4940931"/>
                <a:gd name="connsiteY805" fmla="*/ 109220 h 138429"/>
                <a:gd name="connsiteX806" fmla="*/ 2512690 w 4940931"/>
                <a:gd name="connsiteY806" fmla="*/ 105410 h 138429"/>
                <a:gd name="connsiteX807" fmla="*/ 2506340 w 4940931"/>
                <a:gd name="connsiteY807" fmla="*/ 100330 h 138429"/>
                <a:gd name="connsiteX808" fmla="*/ 2501260 w 4940931"/>
                <a:gd name="connsiteY808" fmla="*/ 92710 h 138429"/>
                <a:gd name="connsiteX809" fmla="*/ 2497450 w 4940931"/>
                <a:gd name="connsiteY809" fmla="*/ 82550 h 138429"/>
                <a:gd name="connsiteX810" fmla="*/ 2496180 w 4940931"/>
                <a:gd name="connsiteY810" fmla="*/ 69850 h 138429"/>
                <a:gd name="connsiteX811" fmla="*/ 2498720 w 4940931"/>
                <a:gd name="connsiteY811" fmla="*/ 52070 h 138429"/>
                <a:gd name="connsiteX812" fmla="*/ 2505705 w 4940931"/>
                <a:gd name="connsiteY812" fmla="*/ 39370 h 138429"/>
                <a:gd name="connsiteX813" fmla="*/ 2516500 w 4940931"/>
                <a:gd name="connsiteY813" fmla="*/ 31750 h 138429"/>
                <a:gd name="connsiteX814" fmla="*/ 2530470 w 4940931"/>
                <a:gd name="connsiteY814" fmla="*/ 29210 h 138429"/>
                <a:gd name="connsiteX815" fmla="*/ 2298061 w 4940931"/>
                <a:gd name="connsiteY815" fmla="*/ 29210 h 138429"/>
                <a:gd name="connsiteX816" fmla="*/ 2305681 w 4940931"/>
                <a:gd name="connsiteY816" fmla="*/ 29845 h 138429"/>
                <a:gd name="connsiteX817" fmla="*/ 2311396 w 4940931"/>
                <a:gd name="connsiteY817" fmla="*/ 32385 h 138429"/>
                <a:gd name="connsiteX818" fmla="*/ 2307586 w 4940931"/>
                <a:gd name="connsiteY818" fmla="*/ 46990 h 138429"/>
                <a:gd name="connsiteX819" fmla="*/ 2306316 w 4940931"/>
                <a:gd name="connsiteY819" fmla="*/ 46990 h 138429"/>
                <a:gd name="connsiteX820" fmla="*/ 2301236 w 4940931"/>
                <a:gd name="connsiteY820" fmla="*/ 45085 h 138429"/>
                <a:gd name="connsiteX821" fmla="*/ 2294886 w 4940931"/>
                <a:gd name="connsiteY821" fmla="*/ 44450 h 138429"/>
                <a:gd name="connsiteX822" fmla="*/ 2283456 w 4940931"/>
                <a:gd name="connsiteY822" fmla="*/ 49530 h 138429"/>
                <a:gd name="connsiteX823" fmla="*/ 2279646 w 4940931"/>
                <a:gd name="connsiteY823" fmla="*/ 64770 h 138429"/>
                <a:gd name="connsiteX824" fmla="*/ 2279646 w 4940931"/>
                <a:gd name="connsiteY824" fmla="*/ 109220 h 138429"/>
                <a:gd name="connsiteX825" fmla="*/ 2264406 w 4940931"/>
                <a:gd name="connsiteY825" fmla="*/ 109220 h 138429"/>
                <a:gd name="connsiteX826" fmla="*/ 2264406 w 4940931"/>
                <a:gd name="connsiteY826" fmla="*/ 31115 h 138429"/>
                <a:gd name="connsiteX827" fmla="*/ 2279646 w 4940931"/>
                <a:gd name="connsiteY827" fmla="*/ 31115 h 138429"/>
                <a:gd name="connsiteX828" fmla="*/ 2279646 w 4940931"/>
                <a:gd name="connsiteY828" fmla="*/ 38735 h 138429"/>
                <a:gd name="connsiteX829" fmla="*/ 2282821 w 4940931"/>
                <a:gd name="connsiteY829" fmla="*/ 34925 h 138429"/>
                <a:gd name="connsiteX830" fmla="*/ 2287266 w 4940931"/>
                <a:gd name="connsiteY830" fmla="*/ 31750 h 138429"/>
                <a:gd name="connsiteX831" fmla="*/ 2292346 w 4940931"/>
                <a:gd name="connsiteY831" fmla="*/ 29845 h 138429"/>
                <a:gd name="connsiteX832" fmla="*/ 2298061 w 4940931"/>
                <a:gd name="connsiteY832" fmla="*/ 29210 h 138429"/>
                <a:gd name="connsiteX833" fmla="*/ 2216145 w 4940931"/>
                <a:gd name="connsiteY833" fmla="*/ 29210 h 138429"/>
                <a:gd name="connsiteX834" fmla="*/ 2230750 w 4940931"/>
                <a:gd name="connsiteY834" fmla="*/ 32385 h 138429"/>
                <a:gd name="connsiteX835" fmla="*/ 2240910 w 4940931"/>
                <a:gd name="connsiteY835" fmla="*/ 40640 h 138429"/>
                <a:gd name="connsiteX836" fmla="*/ 2247260 w 4940931"/>
                <a:gd name="connsiteY836" fmla="*/ 53340 h 138429"/>
                <a:gd name="connsiteX837" fmla="*/ 2249165 w 4940931"/>
                <a:gd name="connsiteY837" fmla="*/ 68580 h 138429"/>
                <a:gd name="connsiteX838" fmla="*/ 2247895 w 4940931"/>
                <a:gd name="connsiteY838" fmla="*/ 68580 h 138429"/>
                <a:gd name="connsiteX839" fmla="*/ 2247895 w 4940931"/>
                <a:gd name="connsiteY839" fmla="*/ 72390 h 138429"/>
                <a:gd name="connsiteX840" fmla="*/ 2247895 w 4940931"/>
                <a:gd name="connsiteY840" fmla="*/ 75565 h 138429"/>
                <a:gd name="connsiteX841" fmla="*/ 2196460 w 4940931"/>
                <a:gd name="connsiteY841" fmla="*/ 75565 h 138429"/>
                <a:gd name="connsiteX842" fmla="*/ 2199000 w 4940931"/>
                <a:gd name="connsiteY842" fmla="*/ 85090 h 138429"/>
                <a:gd name="connsiteX843" fmla="*/ 2203445 w 4940931"/>
                <a:gd name="connsiteY843" fmla="*/ 91440 h 138429"/>
                <a:gd name="connsiteX844" fmla="*/ 2209160 w 4940931"/>
                <a:gd name="connsiteY844" fmla="*/ 95250 h 138429"/>
                <a:gd name="connsiteX845" fmla="*/ 2216145 w 4940931"/>
                <a:gd name="connsiteY845" fmla="*/ 96520 h 138429"/>
                <a:gd name="connsiteX846" fmla="*/ 2221225 w 4940931"/>
                <a:gd name="connsiteY846" fmla="*/ 96520 h 138429"/>
                <a:gd name="connsiteX847" fmla="*/ 2225670 w 4940931"/>
                <a:gd name="connsiteY847" fmla="*/ 95250 h 138429"/>
                <a:gd name="connsiteX848" fmla="*/ 2229480 w 4940931"/>
                <a:gd name="connsiteY848" fmla="*/ 93345 h 138429"/>
                <a:gd name="connsiteX849" fmla="*/ 2233925 w 4940931"/>
                <a:gd name="connsiteY849" fmla="*/ 90805 h 138429"/>
                <a:gd name="connsiteX850" fmla="*/ 2242815 w 4940931"/>
                <a:gd name="connsiteY850" fmla="*/ 100330 h 138429"/>
                <a:gd name="connsiteX851" fmla="*/ 2237100 w 4940931"/>
                <a:gd name="connsiteY851" fmla="*/ 104775 h 138429"/>
                <a:gd name="connsiteX852" fmla="*/ 2231385 w 4940931"/>
                <a:gd name="connsiteY852" fmla="*/ 107950 h 138429"/>
                <a:gd name="connsiteX853" fmla="*/ 2224400 w 4940931"/>
                <a:gd name="connsiteY853" fmla="*/ 109855 h 138429"/>
                <a:gd name="connsiteX854" fmla="*/ 2215510 w 4940931"/>
                <a:gd name="connsiteY854" fmla="*/ 110490 h 138429"/>
                <a:gd name="connsiteX855" fmla="*/ 2205985 w 4940931"/>
                <a:gd name="connsiteY855" fmla="*/ 109220 h 138429"/>
                <a:gd name="connsiteX856" fmla="*/ 2198365 w 4940931"/>
                <a:gd name="connsiteY856" fmla="*/ 105410 h 138429"/>
                <a:gd name="connsiteX857" fmla="*/ 2192015 w 4940931"/>
                <a:gd name="connsiteY857" fmla="*/ 100330 h 138429"/>
                <a:gd name="connsiteX858" fmla="*/ 2186935 w 4940931"/>
                <a:gd name="connsiteY858" fmla="*/ 92710 h 138429"/>
                <a:gd name="connsiteX859" fmla="*/ 2183125 w 4940931"/>
                <a:gd name="connsiteY859" fmla="*/ 82550 h 138429"/>
                <a:gd name="connsiteX860" fmla="*/ 2181855 w 4940931"/>
                <a:gd name="connsiteY860" fmla="*/ 69850 h 138429"/>
                <a:gd name="connsiteX861" fmla="*/ 2184395 w 4940931"/>
                <a:gd name="connsiteY861" fmla="*/ 52070 h 138429"/>
                <a:gd name="connsiteX862" fmla="*/ 2191380 w 4940931"/>
                <a:gd name="connsiteY862" fmla="*/ 39370 h 138429"/>
                <a:gd name="connsiteX863" fmla="*/ 2202175 w 4940931"/>
                <a:gd name="connsiteY863" fmla="*/ 31750 h 138429"/>
                <a:gd name="connsiteX864" fmla="*/ 2216145 w 4940931"/>
                <a:gd name="connsiteY864" fmla="*/ 29210 h 138429"/>
                <a:gd name="connsiteX865" fmla="*/ 2029456 w 4940931"/>
                <a:gd name="connsiteY865" fmla="*/ 29210 h 138429"/>
                <a:gd name="connsiteX866" fmla="*/ 2044061 w 4940931"/>
                <a:gd name="connsiteY866" fmla="*/ 32385 h 138429"/>
                <a:gd name="connsiteX867" fmla="*/ 2054221 w 4940931"/>
                <a:gd name="connsiteY867" fmla="*/ 40640 h 138429"/>
                <a:gd name="connsiteX868" fmla="*/ 2060571 w 4940931"/>
                <a:gd name="connsiteY868" fmla="*/ 53340 h 138429"/>
                <a:gd name="connsiteX869" fmla="*/ 2062476 w 4940931"/>
                <a:gd name="connsiteY869" fmla="*/ 68580 h 138429"/>
                <a:gd name="connsiteX870" fmla="*/ 2061206 w 4940931"/>
                <a:gd name="connsiteY870" fmla="*/ 68580 h 138429"/>
                <a:gd name="connsiteX871" fmla="*/ 2061206 w 4940931"/>
                <a:gd name="connsiteY871" fmla="*/ 72390 h 138429"/>
                <a:gd name="connsiteX872" fmla="*/ 2061206 w 4940931"/>
                <a:gd name="connsiteY872" fmla="*/ 75565 h 138429"/>
                <a:gd name="connsiteX873" fmla="*/ 2009771 w 4940931"/>
                <a:gd name="connsiteY873" fmla="*/ 75565 h 138429"/>
                <a:gd name="connsiteX874" fmla="*/ 2012311 w 4940931"/>
                <a:gd name="connsiteY874" fmla="*/ 85090 h 138429"/>
                <a:gd name="connsiteX875" fmla="*/ 2016756 w 4940931"/>
                <a:gd name="connsiteY875" fmla="*/ 91440 h 138429"/>
                <a:gd name="connsiteX876" fmla="*/ 2022471 w 4940931"/>
                <a:gd name="connsiteY876" fmla="*/ 95250 h 138429"/>
                <a:gd name="connsiteX877" fmla="*/ 2029456 w 4940931"/>
                <a:gd name="connsiteY877" fmla="*/ 96520 h 138429"/>
                <a:gd name="connsiteX878" fmla="*/ 2034536 w 4940931"/>
                <a:gd name="connsiteY878" fmla="*/ 96520 h 138429"/>
                <a:gd name="connsiteX879" fmla="*/ 2038981 w 4940931"/>
                <a:gd name="connsiteY879" fmla="*/ 95250 h 138429"/>
                <a:gd name="connsiteX880" fmla="*/ 2042791 w 4940931"/>
                <a:gd name="connsiteY880" fmla="*/ 93345 h 138429"/>
                <a:gd name="connsiteX881" fmla="*/ 2047236 w 4940931"/>
                <a:gd name="connsiteY881" fmla="*/ 90805 h 138429"/>
                <a:gd name="connsiteX882" fmla="*/ 2056126 w 4940931"/>
                <a:gd name="connsiteY882" fmla="*/ 100330 h 138429"/>
                <a:gd name="connsiteX883" fmla="*/ 2050411 w 4940931"/>
                <a:gd name="connsiteY883" fmla="*/ 104775 h 138429"/>
                <a:gd name="connsiteX884" fmla="*/ 2044696 w 4940931"/>
                <a:gd name="connsiteY884" fmla="*/ 107950 h 138429"/>
                <a:gd name="connsiteX885" fmla="*/ 2037711 w 4940931"/>
                <a:gd name="connsiteY885" fmla="*/ 109855 h 138429"/>
                <a:gd name="connsiteX886" fmla="*/ 2028821 w 4940931"/>
                <a:gd name="connsiteY886" fmla="*/ 110490 h 138429"/>
                <a:gd name="connsiteX887" fmla="*/ 2019296 w 4940931"/>
                <a:gd name="connsiteY887" fmla="*/ 109220 h 138429"/>
                <a:gd name="connsiteX888" fmla="*/ 2011676 w 4940931"/>
                <a:gd name="connsiteY888" fmla="*/ 105410 h 138429"/>
                <a:gd name="connsiteX889" fmla="*/ 2005326 w 4940931"/>
                <a:gd name="connsiteY889" fmla="*/ 100330 h 138429"/>
                <a:gd name="connsiteX890" fmla="*/ 2000246 w 4940931"/>
                <a:gd name="connsiteY890" fmla="*/ 92710 h 138429"/>
                <a:gd name="connsiteX891" fmla="*/ 1996436 w 4940931"/>
                <a:gd name="connsiteY891" fmla="*/ 82550 h 138429"/>
                <a:gd name="connsiteX892" fmla="*/ 1995166 w 4940931"/>
                <a:gd name="connsiteY892" fmla="*/ 69850 h 138429"/>
                <a:gd name="connsiteX893" fmla="*/ 1997706 w 4940931"/>
                <a:gd name="connsiteY893" fmla="*/ 52070 h 138429"/>
                <a:gd name="connsiteX894" fmla="*/ 2004691 w 4940931"/>
                <a:gd name="connsiteY894" fmla="*/ 39370 h 138429"/>
                <a:gd name="connsiteX895" fmla="*/ 2015486 w 4940931"/>
                <a:gd name="connsiteY895" fmla="*/ 31750 h 138429"/>
                <a:gd name="connsiteX896" fmla="*/ 2029456 w 4940931"/>
                <a:gd name="connsiteY896" fmla="*/ 29210 h 138429"/>
                <a:gd name="connsiteX897" fmla="*/ 1831336 w 4940931"/>
                <a:gd name="connsiteY897" fmla="*/ 29210 h 138429"/>
                <a:gd name="connsiteX898" fmla="*/ 1845941 w 4940931"/>
                <a:gd name="connsiteY898" fmla="*/ 32385 h 138429"/>
                <a:gd name="connsiteX899" fmla="*/ 1856101 w 4940931"/>
                <a:gd name="connsiteY899" fmla="*/ 40640 h 138429"/>
                <a:gd name="connsiteX900" fmla="*/ 1862451 w 4940931"/>
                <a:gd name="connsiteY900" fmla="*/ 53340 h 138429"/>
                <a:gd name="connsiteX901" fmla="*/ 1864356 w 4940931"/>
                <a:gd name="connsiteY901" fmla="*/ 68580 h 138429"/>
                <a:gd name="connsiteX902" fmla="*/ 1863086 w 4940931"/>
                <a:gd name="connsiteY902" fmla="*/ 68580 h 138429"/>
                <a:gd name="connsiteX903" fmla="*/ 1863086 w 4940931"/>
                <a:gd name="connsiteY903" fmla="*/ 72390 h 138429"/>
                <a:gd name="connsiteX904" fmla="*/ 1863086 w 4940931"/>
                <a:gd name="connsiteY904" fmla="*/ 75565 h 138429"/>
                <a:gd name="connsiteX905" fmla="*/ 1811651 w 4940931"/>
                <a:gd name="connsiteY905" fmla="*/ 75565 h 138429"/>
                <a:gd name="connsiteX906" fmla="*/ 1814191 w 4940931"/>
                <a:gd name="connsiteY906" fmla="*/ 85090 h 138429"/>
                <a:gd name="connsiteX907" fmla="*/ 1818636 w 4940931"/>
                <a:gd name="connsiteY907" fmla="*/ 91440 h 138429"/>
                <a:gd name="connsiteX908" fmla="*/ 1824351 w 4940931"/>
                <a:gd name="connsiteY908" fmla="*/ 95250 h 138429"/>
                <a:gd name="connsiteX909" fmla="*/ 1831336 w 4940931"/>
                <a:gd name="connsiteY909" fmla="*/ 96520 h 138429"/>
                <a:gd name="connsiteX910" fmla="*/ 1836416 w 4940931"/>
                <a:gd name="connsiteY910" fmla="*/ 96520 h 138429"/>
                <a:gd name="connsiteX911" fmla="*/ 1840861 w 4940931"/>
                <a:gd name="connsiteY911" fmla="*/ 95250 h 138429"/>
                <a:gd name="connsiteX912" fmla="*/ 1844671 w 4940931"/>
                <a:gd name="connsiteY912" fmla="*/ 93345 h 138429"/>
                <a:gd name="connsiteX913" fmla="*/ 1849116 w 4940931"/>
                <a:gd name="connsiteY913" fmla="*/ 90805 h 138429"/>
                <a:gd name="connsiteX914" fmla="*/ 1858006 w 4940931"/>
                <a:gd name="connsiteY914" fmla="*/ 100330 h 138429"/>
                <a:gd name="connsiteX915" fmla="*/ 1852291 w 4940931"/>
                <a:gd name="connsiteY915" fmla="*/ 104775 h 138429"/>
                <a:gd name="connsiteX916" fmla="*/ 1846576 w 4940931"/>
                <a:gd name="connsiteY916" fmla="*/ 107950 h 138429"/>
                <a:gd name="connsiteX917" fmla="*/ 1839591 w 4940931"/>
                <a:gd name="connsiteY917" fmla="*/ 109855 h 138429"/>
                <a:gd name="connsiteX918" fmla="*/ 1830701 w 4940931"/>
                <a:gd name="connsiteY918" fmla="*/ 110490 h 138429"/>
                <a:gd name="connsiteX919" fmla="*/ 1821176 w 4940931"/>
                <a:gd name="connsiteY919" fmla="*/ 109220 h 138429"/>
                <a:gd name="connsiteX920" fmla="*/ 1813556 w 4940931"/>
                <a:gd name="connsiteY920" fmla="*/ 105410 h 138429"/>
                <a:gd name="connsiteX921" fmla="*/ 1807206 w 4940931"/>
                <a:gd name="connsiteY921" fmla="*/ 100330 h 138429"/>
                <a:gd name="connsiteX922" fmla="*/ 1802126 w 4940931"/>
                <a:gd name="connsiteY922" fmla="*/ 92710 h 138429"/>
                <a:gd name="connsiteX923" fmla="*/ 1798316 w 4940931"/>
                <a:gd name="connsiteY923" fmla="*/ 82550 h 138429"/>
                <a:gd name="connsiteX924" fmla="*/ 1797046 w 4940931"/>
                <a:gd name="connsiteY924" fmla="*/ 69850 h 138429"/>
                <a:gd name="connsiteX925" fmla="*/ 1799586 w 4940931"/>
                <a:gd name="connsiteY925" fmla="*/ 52070 h 138429"/>
                <a:gd name="connsiteX926" fmla="*/ 1806571 w 4940931"/>
                <a:gd name="connsiteY926" fmla="*/ 39370 h 138429"/>
                <a:gd name="connsiteX927" fmla="*/ 1817366 w 4940931"/>
                <a:gd name="connsiteY927" fmla="*/ 31750 h 138429"/>
                <a:gd name="connsiteX928" fmla="*/ 1831336 w 4940931"/>
                <a:gd name="connsiteY928" fmla="*/ 29210 h 138429"/>
                <a:gd name="connsiteX929" fmla="*/ 1501140 w 4940931"/>
                <a:gd name="connsiteY929" fmla="*/ 29210 h 138429"/>
                <a:gd name="connsiteX930" fmla="*/ 1506856 w 4940931"/>
                <a:gd name="connsiteY930" fmla="*/ 29210 h 138429"/>
                <a:gd name="connsiteX931" fmla="*/ 1518920 w 4940931"/>
                <a:gd name="connsiteY931" fmla="*/ 31750 h 138429"/>
                <a:gd name="connsiteX932" fmla="*/ 1527811 w 4940931"/>
                <a:gd name="connsiteY932" fmla="*/ 38100 h 138429"/>
                <a:gd name="connsiteX933" fmla="*/ 1532891 w 4940931"/>
                <a:gd name="connsiteY933" fmla="*/ 48895 h 138429"/>
                <a:gd name="connsiteX934" fmla="*/ 1534796 w 4940931"/>
                <a:gd name="connsiteY934" fmla="*/ 64135 h 138429"/>
                <a:gd name="connsiteX935" fmla="*/ 1534796 w 4940931"/>
                <a:gd name="connsiteY935" fmla="*/ 108585 h 138429"/>
                <a:gd name="connsiteX936" fmla="*/ 1519556 w 4940931"/>
                <a:gd name="connsiteY936" fmla="*/ 108585 h 138429"/>
                <a:gd name="connsiteX937" fmla="*/ 1518920 w 4940931"/>
                <a:gd name="connsiteY937" fmla="*/ 108585 h 138429"/>
                <a:gd name="connsiteX938" fmla="*/ 1518920 w 4940931"/>
                <a:gd name="connsiteY938" fmla="*/ 64770 h 138429"/>
                <a:gd name="connsiteX939" fmla="*/ 1515111 w 4940931"/>
                <a:gd name="connsiteY939" fmla="*/ 48895 h 138429"/>
                <a:gd name="connsiteX940" fmla="*/ 1503046 w 4940931"/>
                <a:gd name="connsiteY940" fmla="*/ 43180 h 138429"/>
                <a:gd name="connsiteX941" fmla="*/ 1496061 w 4940931"/>
                <a:gd name="connsiteY941" fmla="*/ 44450 h 138429"/>
                <a:gd name="connsiteX942" fmla="*/ 1490981 w 4940931"/>
                <a:gd name="connsiteY942" fmla="*/ 48260 h 138429"/>
                <a:gd name="connsiteX943" fmla="*/ 1487806 w 4940931"/>
                <a:gd name="connsiteY943" fmla="*/ 54610 h 138429"/>
                <a:gd name="connsiteX944" fmla="*/ 1487170 w 4940931"/>
                <a:gd name="connsiteY944" fmla="*/ 62865 h 138429"/>
                <a:gd name="connsiteX945" fmla="*/ 1487170 w 4940931"/>
                <a:gd name="connsiteY945" fmla="*/ 108585 h 138429"/>
                <a:gd name="connsiteX946" fmla="*/ 1471931 w 4940931"/>
                <a:gd name="connsiteY946" fmla="*/ 108585 h 138429"/>
                <a:gd name="connsiteX947" fmla="*/ 1471931 w 4940931"/>
                <a:gd name="connsiteY947" fmla="*/ 30480 h 138429"/>
                <a:gd name="connsiteX948" fmla="*/ 1487170 w 4940931"/>
                <a:gd name="connsiteY948" fmla="*/ 30480 h 138429"/>
                <a:gd name="connsiteX949" fmla="*/ 1487170 w 4940931"/>
                <a:gd name="connsiteY949" fmla="*/ 38100 h 138429"/>
                <a:gd name="connsiteX950" fmla="*/ 1490981 w 4940931"/>
                <a:gd name="connsiteY950" fmla="*/ 34290 h 138429"/>
                <a:gd name="connsiteX951" fmla="*/ 1495426 w 4940931"/>
                <a:gd name="connsiteY951" fmla="*/ 31115 h 138429"/>
                <a:gd name="connsiteX952" fmla="*/ 1501140 w 4940931"/>
                <a:gd name="connsiteY952" fmla="*/ 29210 h 138429"/>
                <a:gd name="connsiteX953" fmla="*/ 1250316 w 4940931"/>
                <a:gd name="connsiteY953" fmla="*/ 29210 h 138429"/>
                <a:gd name="connsiteX954" fmla="*/ 1264286 w 4940931"/>
                <a:gd name="connsiteY954" fmla="*/ 31750 h 138429"/>
                <a:gd name="connsiteX955" fmla="*/ 1276350 w 4940931"/>
                <a:gd name="connsiteY955" fmla="*/ 38100 h 138429"/>
                <a:gd name="connsiteX956" fmla="*/ 1278256 w 4940931"/>
                <a:gd name="connsiteY956" fmla="*/ 38100 h 138429"/>
                <a:gd name="connsiteX957" fmla="*/ 1271271 w 4940931"/>
                <a:gd name="connsiteY957" fmla="*/ 50165 h 138429"/>
                <a:gd name="connsiteX958" fmla="*/ 1261746 w 4940931"/>
                <a:gd name="connsiteY958" fmla="*/ 45085 h 138429"/>
                <a:gd name="connsiteX959" fmla="*/ 1250951 w 4940931"/>
                <a:gd name="connsiteY959" fmla="*/ 43180 h 138429"/>
                <a:gd name="connsiteX960" fmla="*/ 1242696 w 4940931"/>
                <a:gd name="connsiteY960" fmla="*/ 45085 h 138429"/>
                <a:gd name="connsiteX961" fmla="*/ 1240156 w 4940931"/>
                <a:gd name="connsiteY961" fmla="*/ 50165 h 138429"/>
                <a:gd name="connsiteX962" fmla="*/ 1240156 w 4940931"/>
                <a:gd name="connsiteY962" fmla="*/ 52705 h 138429"/>
                <a:gd name="connsiteX963" fmla="*/ 1242061 w 4940931"/>
                <a:gd name="connsiteY963" fmla="*/ 55245 h 138429"/>
                <a:gd name="connsiteX964" fmla="*/ 1246506 w 4940931"/>
                <a:gd name="connsiteY964" fmla="*/ 57785 h 138429"/>
                <a:gd name="connsiteX965" fmla="*/ 1253491 w 4940931"/>
                <a:gd name="connsiteY965" fmla="*/ 60960 h 138429"/>
                <a:gd name="connsiteX966" fmla="*/ 1264921 w 4940931"/>
                <a:gd name="connsiteY966" fmla="*/ 66040 h 138429"/>
                <a:gd name="connsiteX967" fmla="*/ 1273176 w 4940931"/>
                <a:gd name="connsiteY967" fmla="*/ 71120 h 138429"/>
                <a:gd name="connsiteX968" fmla="*/ 1278256 w 4940931"/>
                <a:gd name="connsiteY968" fmla="*/ 78105 h 138429"/>
                <a:gd name="connsiteX969" fmla="*/ 1280161 w 4940931"/>
                <a:gd name="connsiteY969" fmla="*/ 87630 h 138429"/>
                <a:gd name="connsiteX970" fmla="*/ 1277621 w 4940931"/>
                <a:gd name="connsiteY970" fmla="*/ 98425 h 138429"/>
                <a:gd name="connsiteX971" fmla="*/ 1271271 w 4940931"/>
                <a:gd name="connsiteY971" fmla="*/ 105410 h 138429"/>
                <a:gd name="connsiteX972" fmla="*/ 1261746 w 4940931"/>
                <a:gd name="connsiteY972" fmla="*/ 109220 h 138429"/>
                <a:gd name="connsiteX973" fmla="*/ 1250951 w 4940931"/>
                <a:gd name="connsiteY973" fmla="*/ 110490 h 138429"/>
                <a:gd name="connsiteX974" fmla="*/ 1235711 w 4940931"/>
                <a:gd name="connsiteY974" fmla="*/ 107950 h 138429"/>
                <a:gd name="connsiteX975" fmla="*/ 1221106 w 4940931"/>
                <a:gd name="connsiteY975" fmla="*/ 100965 h 138429"/>
                <a:gd name="connsiteX976" fmla="*/ 1228091 w 4940931"/>
                <a:gd name="connsiteY976" fmla="*/ 89535 h 138429"/>
                <a:gd name="connsiteX977" fmla="*/ 1239521 w 4940931"/>
                <a:gd name="connsiteY977" fmla="*/ 95250 h 138429"/>
                <a:gd name="connsiteX978" fmla="*/ 1250951 w 4940931"/>
                <a:gd name="connsiteY978" fmla="*/ 97155 h 138429"/>
                <a:gd name="connsiteX979" fmla="*/ 1261746 w 4940931"/>
                <a:gd name="connsiteY979" fmla="*/ 94615 h 138429"/>
                <a:gd name="connsiteX980" fmla="*/ 1264921 w 4940931"/>
                <a:gd name="connsiteY980" fmla="*/ 88265 h 138429"/>
                <a:gd name="connsiteX981" fmla="*/ 1263650 w 4940931"/>
                <a:gd name="connsiteY981" fmla="*/ 84455 h 138429"/>
                <a:gd name="connsiteX982" fmla="*/ 1259841 w 4940931"/>
                <a:gd name="connsiteY982" fmla="*/ 81280 h 138429"/>
                <a:gd name="connsiteX983" fmla="*/ 1254125 w 4940931"/>
                <a:gd name="connsiteY983" fmla="*/ 78105 h 138429"/>
                <a:gd name="connsiteX984" fmla="*/ 1246506 w 4940931"/>
                <a:gd name="connsiteY984" fmla="*/ 74930 h 138429"/>
                <a:gd name="connsiteX985" fmla="*/ 1235711 w 4940931"/>
                <a:gd name="connsiteY985" fmla="*/ 69850 h 138429"/>
                <a:gd name="connsiteX986" fmla="*/ 1228726 w 4940931"/>
                <a:gd name="connsiteY986" fmla="*/ 64770 h 138429"/>
                <a:gd name="connsiteX987" fmla="*/ 1224916 w 4940931"/>
                <a:gd name="connsiteY987" fmla="*/ 58420 h 138429"/>
                <a:gd name="connsiteX988" fmla="*/ 1223646 w 4940931"/>
                <a:gd name="connsiteY988" fmla="*/ 50165 h 138429"/>
                <a:gd name="connsiteX989" fmla="*/ 1225551 w 4940931"/>
                <a:gd name="connsiteY989" fmla="*/ 40640 h 138429"/>
                <a:gd name="connsiteX990" fmla="*/ 1231266 w 4940931"/>
                <a:gd name="connsiteY990" fmla="*/ 34290 h 138429"/>
                <a:gd name="connsiteX991" fmla="*/ 1239521 w 4940931"/>
                <a:gd name="connsiteY991" fmla="*/ 30480 h 138429"/>
                <a:gd name="connsiteX992" fmla="*/ 1250316 w 4940931"/>
                <a:gd name="connsiteY992" fmla="*/ 29210 h 138429"/>
                <a:gd name="connsiteX993" fmla="*/ 1180466 w 4940931"/>
                <a:gd name="connsiteY993" fmla="*/ 29210 h 138429"/>
                <a:gd name="connsiteX994" fmla="*/ 1195071 w 4940931"/>
                <a:gd name="connsiteY994" fmla="*/ 32385 h 138429"/>
                <a:gd name="connsiteX995" fmla="*/ 1205231 w 4940931"/>
                <a:gd name="connsiteY995" fmla="*/ 40640 h 138429"/>
                <a:gd name="connsiteX996" fmla="*/ 1211581 w 4940931"/>
                <a:gd name="connsiteY996" fmla="*/ 53340 h 138429"/>
                <a:gd name="connsiteX997" fmla="*/ 1213486 w 4940931"/>
                <a:gd name="connsiteY997" fmla="*/ 68580 h 138429"/>
                <a:gd name="connsiteX998" fmla="*/ 1212216 w 4940931"/>
                <a:gd name="connsiteY998" fmla="*/ 68580 h 138429"/>
                <a:gd name="connsiteX999" fmla="*/ 1212216 w 4940931"/>
                <a:gd name="connsiteY999" fmla="*/ 72390 h 138429"/>
                <a:gd name="connsiteX1000" fmla="*/ 1212216 w 4940931"/>
                <a:gd name="connsiteY1000" fmla="*/ 75565 h 138429"/>
                <a:gd name="connsiteX1001" fmla="*/ 1160781 w 4940931"/>
                <a:gd name="connsiteY1001" fmla="*/ 75565 h 138429"/>
                <a:gd name="connsiteX1002" fmla="*/ 1163321 w 4940931"/>
                <a:gd name="connsiteY1002" fmla="*/ 85090 h 138429"/>
                <a:gd name="connsiteX1003" fmla="*/ 1167766 w 4940931"/>
                <a:gd name="connsiteY1003" fmla="*/ 91440 h 138429"/>
                <a:gd name="connsiteX1004" fmla="*/ 1173481 w 4940931"/>
                <a:gd name="connsiteY1004" fmla="*/ 95250 h 138429"/>
                <a:gd name="connsiteX1005" fmla="*/ 1180466 w 4940931"/>
                <a:gd name="connsiteY1005" fmla="*/ 96520 h 138429"/>
                <a:gd name="connsiteX1006" fmla="*/ 1185546 w 4940931"/>
                <a:gd name="connsiteY1006" fmla="*/ 96520 h 138429"/>
                <a:gd name="connsiteX1007" fmla="*/ 1189991 w 4940931"/>
                <a:gd name="connsiteY1007" fmla="*/ 95250 h 138429"/>
                <a:gd name="connsiteX1008" fmla="*/ 1193801 w 4940931"/>
                <a:gd name="connsiteY1008" fmla="*/ 93345 h 138429"/>
                <a:gd name="connsiteX1009" fmla="*/ 1198246 w 4940931"/>
                <a:gd name="connsiteY1009" fmla="*/ 90805 h 138429"/>
                <a:gd name="connsiteX1010" fmla="*/ 1207136 w 4940931"/>
                <a:gd name="connsiteY1010" fmla="*/ 100330 h 138429"/>
                <a:gd name="connsiteX1011" fmla="*/ 1201421 w 4940931"/>
                <a:gd name="connsiteY1011" fmla="*/ 104775 h 138429"/>
                <a:gd name="connsiteX1012" fmla="*/ 1195706 w 4940931"/>
                <a:gd name="connsiteY1012" fmla="*/ 107950 h 138429"/>
                <a:gd name="connsiteX1013" fmla="*/ 1188721 w 4940931"/>
                <a:gd name="connsiteY1013" fmla="*/ 109855 h 138429"/>
                <a:gd name="connsiteX1014" fmla="*/ 1179831 w 4940931"/>
                <a:gd name="connsiteY1014" fmla="*/ 110490 h 138429"/>
                <a:gd name="connsiteX1015" fmla="*/ 1170306 w 4940931"/>
                <a:gd name="connsiteY1015" fmla="*/ 109220 h 138429"/>
                <a:gd name="connsiteX1016" fmla="*/ 1162686 w 4940931"/>
                <a:gd name="connsiteY1016" fmla="*/ 105410 h 138429"/>
                <a:gd name="connsiteX1017" fmla="*/ 1156336 w 4940931"/>
                <a:gd name="connsiteY1017" fmla="*/ 100330 h 138429"/>
                <a:gd name="connsiteX1018" fmla="*/ 1151256 w 4940931"/>
                <a:gd name="connsiteY1018" fmla="*/ 92710 h 138429"/>
                <a:gd name="connsiteX1019" fmla="*/ 1147446 w 4940931"/>
                <a:gd name="connsiteY1019" fmla="*/ 82550 h 138429"/>
                <a:gd name="connsiteX1020" fmla="*/ 1146176 w 4940931"/>
                <a:gd name="connsiteY1020" fmla="*/ 69850 h 138429"/>
                <a:gd name="connsiteX1021" fmla="*/ 1148716 w 4940931"/>
                <a:gd name="connsiteY1021" fmla="*/ 52070 h 138429"/>
                <a:gd name="connsiteX1022" fmla="*/ 1155701 w 4940931"/>
                <a:gd name="connsiteY1022" fmla="*/ 39370 h 138429"/>
                <a:gd name="connsiteX1023" fmla="*/ 1166496 w 4940931"/>
                <a:gd name="connsiteY1023" fmla="*/ 31750 h 138429"/>
                <a:gd name="connsiteX1024" fmla="*/ 1180466 w 4940931"/>
                <a:gd name="connsiteY1024" fmla="*/ 29210 h 138429"/>
                <a:gd name="connsiteX1025" fmla="*/ 901065 w 4940931"/>
                <a:gd name="connsiteY1025" fmla="*/ 29210 h 138429"/>
                <a:gd name="connsiteX1026" fmla="*/ 915670 w 4940931"/>
                <a:gd name="connsiteY1026" fmla="*/ 32385 h 138429"/>
                <a:gd name="connsiteX1027" fmla="*/ 925830 w 4940931"/>
                <a:gd name="connsiteY1027" fmla="*/ 40640 h 138429"/>
                <a:gd name="connsiteX1028" fmla="*/ 932180 w 4940931"/>
                <a:gd name="connsiteY1028" fmla="*/ 53340 h 138429"/>
                <a:gd name="connsiteX1029" fmla="*/ 934085 w 4940931"/>
                <a:gd name="connsiteY1029" fmla="*/ 68580 h 138429"/>
                <a:gd name="connsiteX1030" fmla="*/ 932815 w 4940931"/>
                <a:gd name="connsiteY1030" fmla="*/ 68580 h 138429"/>
                <a:gd name="connsiteX1031" fmla="*/ 932815 w 4940931"/>
                <a:gd name="connsiteY1031" fmla="*/ 72390 h 138429"/>
                <a:gd name="connsiteX1032" fmla="*/ 932815 w 4940931"/>
                <a:gd name="connsiteY1032" fmla="*/ 75565 h 138429"/>
                <a:gd name="connsiteX1033" fmla="*/ 881380 w 4940931"/>
                <a:gd name="connsiteY1033" fmla="*/ 75565 h 138429"/>
                <a:gd name="connsiteX1034" fmla="*/ 883920 w 4940931"/>
                <a:gd name="connsiteY1034" fmla="*/ 85090 h 138429"/>
                <a:gd name="connsiteX1035" fmla="*/ 888365 w 4940931"/>
                <a:gd name="connsiteY1035" fmla="*/ 91440 h 138429"/>
                <a:gd name="connsiteX1036" fmla="*/ 894080 w 4940931"/>
                <a:gd name="connsiteY1036" fmla="*/ 95250 h 138429"/>
                <a:gd name="connsiteX1037" fmla="*/ 901065 w 4940931"/>
                <a:gd name="connsiteY1037" fmla="*/ 96520 h 138429"/>
                <a:gd name="connsiteX1038" fmla="*/ 906145 w 4940931"/>
                <a:gd name="connsiteY1038" fmla="*/ 96520 h 138429"/>
                <a:gd name="connsiteX1039" fmla="*/ 910590 w 4940931"/>
                <a:gd name="connsiteY1039" fmla="*/ 95250 h 138429"/>
                <a:gd name="connsiteX1040" fmla="*/ 914400 w 4940931"/>
                <a:gd name="connsiteY1040" fmla="*/ 93345 h 138429"/>
                <a:gd name="connsiteX1041" fmla="*/ 918845 w 4940931"/>
                <a:gd name="connsiteY1041" fmla="*/ 90805 h 138429"/>
                <a:gd name="connsiteX1042" fmla="*/ 927735 w 4940931"/>
                <a:gd name="connsiteY1042" fmla="*/ 100330 h 138429"/>
                <a:gd name="connsiteX1043" fmla="*/ 922020 w 4940931"/>
                <a:gd name="connsiteY1043" fmla="*/ 104775 h 138429"/>
                <a:gd name="connsiteX1044" fmla="*/ 916305 w 4940931"/>
                <a:gd name="connsiteY1044" fmla="*/ 107950 h 138429"/>
                <a:gd name="connsiteX1045" fmla="*/ 909320 w 4940931"/>
                <a:gd name="connsiteY1045" fmla="*/ 109855 h 138429"/>
                <a:gd name="connsiteX1046" fmla="*/ 900430 w 4940931"/>
                <a:gd name="connsiteY1046" fmla="*/ 110490 h 138429"/>
                <a:gd name="connsiteX1047" fmla="*/ 890905 w 4940931"/>
                <a:gd name="connsiteY1047" fmla="*/ 109220 h 138429"/>
                <a:gd name="connsiteX1048" fmla="*/ 883285 w 4940931"/>
                <a:gd name="connsiteY1048" fmla="*/ 105410 h 138429"/>
                <a:gd name="connsiteX1049" fmla="*/ 876935 w 4940931"/>
                <a:gd name="connsiteY1049" fmla="*/ 100330 h 138429"/>
                <a:gd name="connsiteX1050" fmla="*/ 871855 w 4940931"/>
                <a:gd name="connsiteY1050" fmla="*/ 92710 h 138429"/>
                <a:gd name="connsiteX1051" fmla="*/ 868045 w 4940931"/>
                <a:gd name="connsiteY1051" fmla="*/ 82550 h 138429"/>
                <a:gd name="connsiteX1052" fmla="*/ 866775 w 4940931"/>
                <a:gd name="connsiteY1052" fmla="*/ 69850 h 138429"/>
                <a:gd name="connsiteX1053" fmla="*/ 869315 w 4940931"/>
                <a:gd name="connsiteY1053" fmla="*/ 52070 h 138429"/>
                <a:gd name="connsiteX1054" fmla="*/ 876300 w 4940931"/>
                <a:gd name="connsiteY1054" fmla="*/ 39370 h 138429"/>
                <a:gd name="connsiteX1055" fmla="*/ 887095 w 4940931"/>
                <a:gd name="connsiteY1055" fmla="*/ 31750 h 138429"/>
                <a:gd name="connsiteX1056" fmla="*/ 901065 w 4940931"/>
                <a:gd name="connsiteY1056" fmla="*/ 29210 h 138429"/>
                <a:gd name="connsiteX1057" fmla="*/ 668656 w 4940931"/>
                <a:gd name="connsiteY1057" fmla="*/ 29210 h 138429"/>
                <a:gd name="connsiteX1058" fmla="*/ 676275 w 4940931"/>
                <a:gd name="connsiteY1058" fmla="*/ 29845 h 138429"/>
                <a:gd name="connsiteX1059" fmla="*/ 681991 w 4940931"/>
                <a:gd name="connsiteY1059" fmla="*/ 32385 h 138429"/>
                <a:gd name="connsiteX1060" fmla="*/ 678181 w 4940931"/>
                <a:gd name="connsiteY1060" fmla="*/ 46990 h 138429"/>
                <a:gd name="connsiteX1061" fmla="*/ 676910 w 4940931"/>
                <a:gd name="connsiteY1061" fmla="*/ 46990 h 138429"/>
                <a:gd name="connsiteX1062" fmla="*/ 671830 w 4940931"/>
                <a:gd name="connsiteY1062" fmla="*/ 45085 h 138429"/>
                <a:gd name="connsiteX1063" fmla="*/ 665480 w 4940931"/>
                <a:gd name="connsiteY1063" fmla="*/ 44450 h 138429"/>
                <a:gd name="connsiteX1064" fmla="*/ 654050 w 4940931"/>
                <a:gd name="connsiteY1064" fmla="*/ 49530 h 138429"/>
                <a:gd name="connsiteX1065" fmla="*/ 650240 w 4940931"/>
                <a:gd name="connsiteY1065" fmla="*/ 64770 h 138429"/>
                <a:gd name="connsiteX1066" fmla="*/ 650240 w 4940931"/>
                <a:gd name="connsiteY1066" fmla="*/ 109220 h 138429"/>
                <a:gd name="connsiteX1067" fmla="*/ 635000 w 4940931"/>
                <a:gd name="connsiteY1067" fmla="*/ 109220 h 138429"/>
                <a:gd name="connsiteX1068" fmla="*/ 635000 w 4940931"/>
                <a:gd name="connsiteY1068" fmla="*/ 31115 h 138429"/>
                <a:gd name="connsiteX1069" fmla="*/ 650240 w 4940931"/>
                <a:gd name="connsiteY1069" fmla="*/ 31115 h 138429"/>
                <a:gd name="connsiteX1070" fmla="*/ 650240 w 4940931"/>
                <a:gd name="connsiteY1070" fmla="*/ 38735 h 138429"/>
                <a:gd name="connsiteX1071" fmla="*/ 653416 w 4940931"/>
                <a:gd name="connsiteY1071" fmla="*/ 34925 h 138429"/>
                <a:gd name="connsiteX1072" fmla="*/ 657861 w 4940931"/>
                <a:gd name="connsiteY1072" fmla="*/ 31750 h 138429"/>
                <a:gd name="connsiteX1073" fmla="*/ 662940 w 4940931"/>
                <a:gd name="connsiteY1073" fmla="*/ 29845 h 138429"/>
                <a:gd name="connsiteX1074" fmla="*/ 668656 w 4940931"/>
                <a:gd name="connsiteY1074" fmla="*/ 29210 h 138429"/>
                <a:gd name="connsiteX1075" fmla="*/ 586739 w 4940931"/>
                <a:gd name="connsiteY1075" fmla="*/ 29210 h 138429"/>
                <a:gd name="connsiteX1076" fmla="*/ 601344 w 4940931"/>
                <a:gd name="connsiteY1076" fmla="*/ 32385 h 138429"/>
                <a:gd name="connsiteX1077" fmla="*/ 611504 w 4940931"/>
                <a:gd name="connsiteY1077" fmla="*/ 40640 h 138429"/>
                <a:gd name="connsiteX1078" fmla="*/ 617854 w 4940931"/>
                <a:gd name="connsiteY1078" fmla="*/ 53340 h 138429"/>
                <a:gd name="connsiteX1079" fmla="*/ 619759 w 4940931"/>
                <a:gd name="connsiteY1079" fmla="*/ 68580 h 138429"/>
                <a:gd name="connsiteX1080" fmla="*/ 618489 w 4940931"/>
                <a:gd name="connsiteY1080" fmla="*/ 68580 h 138429"/>
                <a:gd name="connsiteX1081" fmla="*/ 618489 w 4940931"/>
                <a:gd name="connsiteY1081" fmla="*/ 72390 h 138429"/>
                <a:gd name="connsiteX1082" fmla="*/ 618489 w 4940931"/>
                <a:gd name="connsiteY1082" fmla="*/ 75565 h 138429"/>
                <a:gd name="connsiteX1083" fmla="*/ 567054 w 4940931"/>
                <a:gd name="connsiteY1083" fmla="*/ 75565 h 138429"/>
                <a:gd name="connsiteX1084" fmla="*/ 569594 w 4940931"/>
                <a:gd name="connsiteY1084" fmla="*/ 85090 h 138429"/>
                <a:gd name="connsiteX1085" fmla="*/ 574039 w 4940931"/>
                <a:gd name="connsiteY1085" fmla="*/ 91440 h 138429"/>
                <a:gd name="connsiteX1086" fmla="*/ 579754 w 4940931"/>
                <a:gd name="connsiteY1086" fmla="*/ 95250 h 138429"/>
                <a:gd name="connsiteX1087" fmla="*/ 586739 w 4940931"/>
                <a:gd name="connsiteY1087" fmla="*/ 96520 h 138429"/>
                <a:gd name="connsiteX1088" fmla="*/ 591819 w 4940931"/>
                <a:gd name="connsiteY1088" fmla="*/ 96520 h 138429"/>
                <a:gd name="connsiteX1089" fmla="*/ 596264 w 4940931"/>
                <a:gd name="connsiteY1089" fmla="*/ 95250 h 138429"/>
                <a:gd name="connsiteX1090" fmla="*/ 600074 w 4940931"/>
                <a:gd name="connsiteY1090" fmla="*/ 93345 h 138429"/>
                <a:gd name="connsiteX1091" fmla="*/ 604519 w 4940931"/>
                <a:gd name="connsiteY1091" fmla="*/ 90805 h 138429"/>
                <a:gd name="connsiteX1092" fmla="*/ 613409 w 4940931"/>
                <a:gd name="connsiteY1092" fmla="*/ 100330 h 138429"/>
                <a:gd name="connsiteX1093" fmla="*/ 607694 w 4940931"/>
                <a:gd name="connsiteY1093" fmla="*/ 104775 h 138429"/>
                <a:gd name="connsiteX1094" fmla="*/ 601979 w 4940931"/>
                <a:gd name="connsiteY1094" fmla="*/ 107950 h 138429"/>
                <a:gd name="connsiteX1095" fmla="*/ 594994 w 4940931"/>
                <a:gd name="connsiteY1095" fmla="*/ 109855 h 138429"/>
                <a:gd name="connsiteX1096" fmla="*/ 586104 w 4940931"/>
                <a:gd name="connsiteY1096" fmla="*/ 110490 h 138429"/>
                <a:gd name="connsiteX1097" fmla="*/ 576579 w 4940931"/>
                <a:gd name="connsiteY1097" fmla="*/ 109220 h 138429"/>
                <a:gd name="connsiteX1098" fmla="*/ 568959 w 4940931"/>
                <a:gd name="connsiteY1098" fmla="*/ 105410 h 138429"/>
                <a:gd name="connsiteX1099" fmla="*/ 562609 w 4940931"/>
                <a:gd name="connsiteY1099" fmla="*/ 100330 h 138429"/>
                <a:gd name="connsiteX1100" fmla="*/ 557529 w 4940931"/>
                <a:gd name="connsiteY1100" fmla="*/ 92710 h 138429"/>
                <a:gd name="connsiteX1101" fmla="*/ 553719 w 4940931"/>
                <a:gd name="connsiteY1101" fmla="*/ 82550 h 138429"/>
                <a:gd name="connsiteX1102" fmla="*/ 552449 w 4940931"/>
                <a:gd name="connsiteY1102" fmla="*/ 69850 h 138429"/>
                <a:gd name="connsiteX1103" fmla="*/ 554989 w 4940931"/>
                <a:gd name="connsiteY1103" fmla="*/ 52070 h 138429"/>
                <a:gd name="connsiteX1104" fmla="*/ 561974 w 4940931"/>
                <a:gd name="connsiteY1104" fmla="*/ 39370 h 138429"/>
                <a:gd name="connsiteX1105" fmla="*/ 572769 w 4940931"/>
                <a:gd name="connsiteY1105" fmla="*/ 31750 h 138429"/>
                <a:gd name="connsiteX1106" fmla="*/ 586739 w 4940931"/>
                <a:gd name="connsiteY1106" fmla="*/ 29210 h 138429"/>
                <a:gd name="connsiteX1107" fmla="*/ 400050 w 4940931"/>
                <a:gd name="connsiteY1107" fmla="*/ 29210 h 138429"/>
                <a:gd name="connsiteX1108" fmla="*/ 414655 w 4940931"/>
                <a:gd name="connsiteY1108" fmla="*/ 32385 h 138429"/>
                <a:gd name="connsiteX1109" fmla="*/ 424815 w 4940931"/>
                <a:gd name="connsiteY1109" fmla="*/ 40640 h 138429"/>
                <a:gd name="connsiteX1110" fmla="*/ 431165 w 4940931"/>
                <a:gd name="connsiteY1110" fmla="*/ 53340 h 138429"/>
                <a:gd name="connsiteX1111" fmla="*/ 433070 w 4940931"/>
                <a:gd name="connsiteY1111" fmla="*/ 68580 h 138429"/>
                <a:gd name="connsiteX1112" fmla="*/ 431800 w 4940931"/>
                <a:gd name="connsiteY1112" fmla="*/ 68580 h 138429"/>
                <a:gd name="connsiteX1113" fmla="*/ 431800 w 4940931"/>
                <a:gd name="connsiteY1113" fmla="*/ 72390 h 138429"/>
                <a:gd name="connsiteX1114" fmla="*/ 431800 w 4940931"/>
                <a:gd name="connsiteY1114" fmla="*/ 75565 h 138429"/>
                <a:gd name="connsiteX1115" fmla="*/ 380365 w 4940931"/>
                <a:gd name="connsiteY1115" fmla="*/ 75565 h 138429"/>
                <a:gd name="connsiteX1116" fmla="*/ 382905 w 4940931"/>
                <a:gd name="connsiteY1116" fmla="*/ 85090 h 138429"/>
                <a:gd name="connsiteX1117" fmla="*/ 387350 w 4940931"/>
                <a:gd name="connsiteY1117" fmla="*/ 91440 h 138429"/>
                <a:gd name="connsiteX1118" fmla="*/ 393065 w 4940931"/>
                <a:gd name="connsiteY1118" fmla="*/ 95250 h 138429"/>
                <a:gd name="connsiteX1119" fmla="*/ 400050 w 4940931"/>
                <a:gd name="connsiteY1119" fmla="*/ 96520 h 138429"/>
                <a:gd name="connsiteX1120" fmla="*/ 405130 w 4940931"/>
                <a:gd name="connsiteY1120" fmla="*/ 96520 h 138429"/>
                <a:gd name="connsiteX1121" fmla="*/ 409575 w 4940931"/>
                <a:gd name="connsiteY1121" fmla="*/ 95250 h 138429"/>
                <a:gd name="connsiteX1122" fmla="*/ 413385 w 4940931"/>
                <a:gd name="connsiteY1122" fmla="*/ 93345 h 138429"/>
                <a:gd name="connsiteX1123" fmla="*/ 417830 w 4940931"/>
                <a:gd name="connsiteY1123" fmla="*/ 90805 h 138429"/>
                <a:gd name="connsiteX1124" fmla="*/ 426720 w 4940931"/>
                <a:gd name="connsiteY1124" fmla="*/ 100330 h 138429"/>
                <a:gd name="connsiteX1125" fmla="*/ 421005 w 4940931"/>
                <a:gd name="connsiteY1125" fmla="*/ 104775 h 138429"/>
                <a:gd name="connsiteX1126" fmla="*/ 415290 w 4940931"/>
                <a:gd name="connsiteY1126" fmla="*/ 107950 h 138429"/>
                <a:gd name="connsiteX1127" fmla="*/ 408305 w 4940931"/>
                <a:gd name="connsiteY1127" fmla="*/ 109855 h 138429"/>
                <a:gd name="connsiteX1128" fmla="*/ 399415 w 4940931"/>
                <a:gd name="connsiteY1128" fmla="*/ 110490 h 138429"/>
                <a:gd name="connsiteX1129" fmla="*/ 389890 w 4940931"/>
                <a:gd name="connsiteY1129" fmla="*/ 109220 h 138429"/>
                <a:gd name="connsiteX1130" fmla="*/ 382270 w 4940931"/>
                <a:gd name="connsiteY1130" fmla="*/ 105410 h 138429"/>
                <a:gd name="connsiteX1131" fmla="*/ 375920 w 4940931"/>
                <a:gd name="connsiteY1131" fmla="*/ 100330 h 138429"/>
                <a:gd name="connsiteX1132" fmla="*/ 370840 w 4940931"/>
                <a:gd name="connsiteY1132" fmla="*/ 92710 h 138429"/>
                <a:gd name="connsiteX1133" fmla="*/ 367030 w 4940931"/>
                <a:gd name="connsiteY1133" fmla="*/ 82550 h 138429"/>
                <a:gd name="connsiteX1134" fmla="*/ 365760 w 4940931"/>
                <a:gd name="connsiteY1134" fmla="*/ 69850 h 138429"/>
                <a:gd name="connsiteX1135" fmla="*/ 368300 w 4940931"/>
                <a:gd name="connsiteY1135" fmla="*/ 52070 h 138429"/>
                <a:gd name="connsiteX1136" fmla="*/ 375285 w 4940931"/>
                <a:gd name="connsiteY1136" fmla="*/ 39370 h 138429"/>
                <a:gd name="connsiteX1137" fmla="*/ 386080 w 4940931"/>
                <a:gd name="connsiteY1137" fmla="*/ 31750 h 138429"/>
                <a:gd name="connsiteX1138" fmla="*/ 400050 w 4940931"/>
                <a:gd name="connsiteY1138" fmla="*/ 29210 h 138429"/>
                <a:gd name="connsiteX1139" fmla="*/ 201930 w 4940931"/>
                <a:gd name="connsiteY1139" fmla="*/ 29210 h 138429"/>
                <a:gd name="connsiteX1140" fmla="*/ 216535 w 4940931"/>
                <a:gd name="connsiteY1140" fmla="*/ 32385 h 138429"/>
                <a:gd name="connsiteX1141" fmla="*/ 226695 w 4940931"/>
                <a:gd name="connsiteY1141" fmla="*/ 40640 h 138429"/>
                <a:gd name="connsiteX1142" fmla="*/ 233045 w 4940931"/>
                <a:gd name="connsiteY1142" fmla="*/ 53340 h 138429"/>
                <a:gd name="connsiteX1143" fmla="*/ 234950 w 4940931"/>
                <a:gd name="connsiteY1143" fmla="*/ 68580 h 138429"/>
                <a:gd name="connsiteX1144" fmla="*/ 233680 w 4940931"/>
                <a:gd name="connsiteY1144" fmla="*/ 68580 h 138429"/>
                <a:gd name="connsiteX1145" fmla="*/ 233680 w 4940931"/>
                <a:gd name="connsiteY1145" fmla="*/ 72390 h 138429"/>
                <a:gd name="connsiteX1146" fmla="*/ 233680 w 4940931"/>
                <a:gd name="connsiteY1146" fmla="*/ 75565 h 138429"/>
                <a:gd name="connsiteX1147" fmla="*/ 182245 w 4940931"/>
                <a:gd name="connsiteY1147" fmla="*/ 75565 h 138429"/>
                <a:gd name="connsiteX1148" fmla="*/ 184785 w 4940931"/>
                <a:gd name="connsiteY1148" fmla="*/ 85090 h 138429"/>
                <a:gd name="connsiteX1149" fmla="*/ 189230 w 4940931"/>
                <a:gd name="connsiteY1149" fmla="*/ 91440 h 138429"/>
                <a:gd name="connsiteX1150" fmla="*/ 194945 w 4940931"/>
                <a:gd name="connsiteY1150" fmla="*/ 95250 h 138429"/>
                <a:gd name="connsiteX1151" fmla="*/ 201930 w 4940931"/>
                <a:gd name="connsiteY1151" fmla="*/ 96520 h 138429"/>
                <a:gd name="connsiteX1152" fmla="*/ 207010 w 4940931"/>
                <a:gd name="connsiteY1152" fmla="*/ 96520 h 138429"/>
                <a:gd name="connsiteX1153" fmla="*/ 211455 w 4940931"/>
                <a:gd name="connsiteY1153" fmla="*/ 95250 h 138429"/>
                <a:gd name="connsiteX1154" fmla="*/ 215265 w 4940931"/>
                <a:gd name="connsiteY1154" fmla="*/ 93345 h 138429"/>
                <a:gd name="connsiteX1155" fmla="*/ 219710 w 4940931"/>
                <a:gd name="connsiteY1155" fmla="*/ 90805 h 138429"/>
                <a:gd name="connsiteX1156" fmla="*/ 228600 w 4940931"/>
                <a:gd name="connsiteY1156" fmla="*/ 100330 h 138429"/>
                <a:gd name="connsiteX1157" fmla="*/ 222885 w 4940931"/>
                <a:gd name="connsiteY1157" fmla="*/ 104775 h 138429"/>
                <a:gd name="connsiteX1158" fmla="*/ 217170 w 4940931"/>
                <a:gd name="connsiteY1158" fmla="*/ 107950 h 138429"/>
                <a:gd name="connsiteX1159" fmla="*/ 210185 w 4940931"/>
                <a:gd name="connsiteY1159" fmla="*/ 109855 h 138429"/>
                <a:gd name="connsiteX1160" fmla="*/ 201295 w 4940931"/>
                <a:gd name="connsiteY1160" fmla="*/ 110490 h 138429"/>
                <a:gd name="connsiteX1161" fmla="*/ 191770 w 4940931"/>
                <a:gd name="connsiteY1161" fmla="*/ 109220 h 138429"/>
                <a:gd name="connsiteX1162" fmla="*/ 184150 w 4940931"/>
                <a:gd name="connsiteY1162" fmla="*/ 105410 h 138429"/>
                <a:gd name="connsiteX1163" fmla="*/ 177800 w 4940931"/>
                <a:gd name="connsiteY1163" fmla="*/ 100330 h 138429"/>
                <a:gd name="connsiteX1164" fmla="*/ 172720 w 4940931"/>
                <a:gd name="connsiteY1164" fmla="*/ 92710 h 138429"/>
                <a:gd name="connsiteX1165" fmla="*/ 168910 w 4940931"/>
                <a:gd name="connsiteY1165" fmla="*/ 82550 h 138429"/>
                <a:gd name="connsiteX1166" fmla="*/ 167640 w 4940931"/>
                <a:gd name="connsiteY1166" fmla="*/ 69850 h 138429"/>
                <a:gd name="connsiteX1167" fmla="*/ 170180 w 4940931"/>
                <a:gd name="connsiteY1167" fmla="*/ 52070 h 138429"/>
                <a:gd name="connsiteX1168" fmla="*/ 177165 w 4940931"/>
                <a:gd name="connsiteY1168" fmla="*/ 39370 h 138429"/>
                <a:gd name="connsiteX1169" fmla="*/ 187960 w 4940931"/>
                <a:gd name="connsiteY1169" fmla="*/ 31750 h 138429"/>
                <a:gd name="connsiteX1170" fmla="*/ 201930 w 4940931"/>
                <a:gd name="connsiteY1170" fmla="*/ 29210 h 138429"/>
                <a:gd name="connsiteX1171" fmla="*/ 4664706 w 4940931"/>
                <a:gd name="connsiteY1171" fmla="*/ 28574 h 138429"/>
                <a:gd name="connsiteX1172" fmla="*/ 4678676 w 4940931"/>
                <a:gd name="connsiteY1172" fmla="*/ 31749 h 138429"/>
                <a:gd name="connsiteX1173" fmla="*/ 4689471 w 4940931"/>
                <a:gd name="connsiteY1173" fmla="*/ 40004 h 138429"/>
                <a:gd name="connsiteX1174" fmla="*/ 4696456 w 4940931"/>
                <a:gd name="connsiteY1174" fmla="*/ 52704 h 138429"/>
                <a:gd name="connsiteX1175" fmla="*/ 4698996 w 4940931"/>
                <a:gd name="connsiteY1175" fmla="*/ 69214 h 138429"/>
                <a:gd name="connsiteX1176" fmla="*/ 4699631 w 4940931"/>
                <a:gd name="connsiteY1176" fmla="*/ 69214 h 138429"/>
                <a:gd name="connsiteX1177" fmla="*/ 4697091 w 4940931"/>
                <a:gd name="connsiteY1177" fmla="*/ 86359 h 138429"/>
                <a:gd name="connsiteX1178" fmla="*/ 4689471 w 4940931"/>
                <a:gd name="connsiteY1178" fmla="*/ 99059 h 138429"/>
                <a:gd name="connsiteX1179" fmla="*/ 4678041 w 4940931"/>
                <a:gd name="connsiteY1179" fmla="*/ 107314 h 138429"/>
                <a:gd name="connsiteX1180" fmla="*/ 4664071 w 4940931"/>
                <a:gd name="connsiteY1180" fmla="*/ 109854 h 138429"/>
                <a:gd name="connsiteX1181" fmla="*/ 4650101 w 4940931"/>
                <a:gd name="connsiteY1181" fmla="*/ 106679 h 138429"/>
                <a:gd name="connsiteX1182" fmla="*/ 4639306 w 4940931"/>
                <a:gd name="connsiteY1182" fmla="*/ 98424 h 138429"/>
                <a:gd name="connsiteX1183" fmla="*/ 4632321 w 4940931"/>
                <a:gd name="connsiteY1183" fmla="*/ 85724 h 138429"/>
                <a:gd name="connsiteX1184" fmla="*/ 4629781 w 4940931"/>
                <a:gd name="connsiteY1184" fmla="*/ 69214 h 138429"/>
                <a:gd name="connsiteX1185" fmla="*/ 4632321 w 4940931"/>
                <a:gd name="connsiteY1185" fmla="*/ 52069 h 138429"/>
                <a:gd name="connsiteX1186" fmla="*/ 4639941 w 4940931"/>
                <a:gd name="connsiteY1186" fmla="*/ 39369 h 138429"/>
                <a:gd name="connsiteX1187" fmla="*/ 4650736 w 4940931"/>
                <a:gd name="connsiteY1187" fmla="*/ 31114 h 138429"/>
                <a:gd name="connsiteX1188" fmla="*/ 4664706 w 4940931"/>
                <a:gd name="connsiteY1188" fmla="*/ 28574 h 138429"/>
                <a:gd name="connsiteX1189" fmla="*/ 4264655 w 4940931"/>
                <a:gd name="connsiteY1189" fmla="*/ 28574 h 138429"/>
                <a:gd name="connsiteX1190" fmla="*/ 4278625 w 4940931"/>
                <a:gd name="connsiteY1190" fmla="*/ 31749 h 138429"/>
                <a:gd name="connsiteX1191" fmla="*/ 4289420 w 4940931"/>
                <a:gd name="connsiteY1191" fmla="*/ 40004 h 138429"/>
                <a:gd name="connsiteX1192" fmla="*/ 4296405 w 4940931"/>
                <a:gd name="connsiteY1192" fmla="*/ 52704 h 138429"/>
                <a:gd name="connsiteX1193" fmla="*/ 4298945 w 4940931"/>
                <a:gd name="connsiteY1193" fmla="*/ 69214 h 138429"/>
                <a:gd name="connsiteX1194" fmla="*/ 4299580 w 4940931"/>
                <a:gd name="connsiteY1194" fmla="*/ 69214 h 138429"/>
                <a:gd name="connsiteX1195" fmla="*/ 4297040 w 4940931"/>
                <a:gd name="connsiteY1195" fmla="*/ 86359 h 138429"/>
                <a:gd name="connsiteX1196" fmla="*/ 4289420 w 4940931"/>
                <a:gd name="connsiteY1196" fmla="*/ 99059 h 138429"/>
                <a:gd name="connsiteX1197" fmla="*/ 4277990 w 4940931"/>
                <a:gd name="connsiteY1197" fmla="*/ 107314 h 138429"/>
                <a:gd name="connsiteX1198" fmla="*/ 4264020 w 4940931"/>
                <a:gd name="connsiteY1198" fmla="*/ 109854 h 138429"/>
                <a:gd name="connsiteX1199" fmla="*/ 4250050 w 4940931"/>
                <a:gd name="connsiteY1199" fmla="*/ 106679 h 138429"/>
                <a:gd name="connsiteX1200" fmla="*/ 4239255 w 4940931"/>
                <a:gd name="connsiteY1200" fmla="*/ 98424 h 138429"/>
                <a:gd name="connsiteX1201" fmla="*/ 4232270 w 4940931"/>
                <a:gd name="connsiteY1201" fmla="*/ 85724 h 138429"/>
                <a:gd name="connsiteX1202" fmla="*/ 4229730 w 4940931"/>
                <a:gd name="connsiteY1202" fmla="*/ 69214 h 138429"/>
                <a:gd name="connsiteX1203" fmla="*/ 4232270 w 4940931"/>
                <a:gd name="connsiteY1203" fmla="*/ 52069 h 138429"/>
                <a:gd name="connsiteX1204" fmla="*/ 4239890 w 4940931"/>
                <a:gd name="connsiteY1204" fmla="*/ 39369 h 138429"/>
                <a:gd name="connsiteX1205" fmla="*/ 4250685 w 4940931"/>
                <a:gd name="connsiteY1205" fmla="*/ 31114 h 138429"/>
                <a:gd name="connsiteX1206" fmla="*/ 4264655 w 4940931"/>
                <a:gd name="connsiteY1206" fmla="*/ 28574 h 138429"/>
                <a:gd name="connsiteX1207" fmla="*/ 1420495 w 4940931"/>
                <a:gd name="connsiteY1207" fmla="*/ 28574 h 138429"/>
                <a:gd name="connsiteX1208" fmla="*/ 1434465 w 4940931"/>
                <a:gd name="connsiteY1208" fmla="*/ 31749 h 138429"/>
                <a:gd name="connsiteX1209" fmla="*/ 1445260 w 4940931"/>
                <a:gd name="connsiteY1209" fmla="*/ 40004 h 138429"/>
                <a:gd name="connsiteX1210" fmla="*/ 1452245 w 4940931"/>
                <a:gd name="connsiteY1210" fmla="*/ 52704 h 138429"/>
                <a:gd name="connsiteX1211" fmla="*/ 1454785 w 4940931"/>
                <a:gd name="connsiteY1211" fmla="*/ 69214 h 138429"/>
                <a:gd name="connsiteX1212" fmla="*/ 1455420 w 4940931"/>
                <a:gd name="connsiteY1212" fmla="*/ 69214 h 138429"/>
                <a:gd name="connsiteX1213" fmla="*/ 1452880 w 4940931"/>
                <a:gd name="connsiteY1213" fmla="*/ 86359 h 138429"/>
                <a:gd name="connsiteX1214" fmla="*/ 1445260 w 4940931"/>
                <a:gd name="connsiteY1214" fmla="*/ 99059 h 138429"/>
                <a:gd name="connsiteX1215" fmla="*/ 1433830 w 4940931"/>
                <a:gd name="connsiteY1215" fmla="*/ 107314 h 138429"/>
                <a:gd name="connsiteX1216" fmla="*/ 1419860 w 4940931"/>
                <a:gd name="connsiteY1216" fmla="*/ 109854 h 138429"/>
                <a:gd name="connsiteX1217" fmla="*/ 1405890 w 4940931"/>
                <a:gd name="connsiteY1217" fmla="*/ 106679 h 138429"/>
                <a:gd name="connsiteX1218" fmla="*/ 1395095 w 4940931"/>
                <a:gd name="connsiteY1218" fmla="*/ 98424 h 138429"/>
                <a:gd name="connsiteX1219" fmla="*/ 1388110 w 4940931"/>
                <a:gd name="connsiteY1219" fmla="*/ 85724 h 138429"/>
                <a:gd name="connsiteX1220" fmla="*/ 1385570 w 4940931"/>
                <a:gd name="connsiteY1220" fmla="*/ 69214 h 138429"/>
                <a:gd name="connsiteX1221" fmla="*/ 1388110 w 4940931"/>
                <a:gd name="connsiteY1221" fmla="*/ 52069 h 138429"/>
                <a:gd name="connsiteX1222" fmla="*/ 1395730 w 4940931"/>
                <a:gd name="connsiteY1222" fmla="*/ 39369 h 138429"/>
                <a:gd name="connsiteX1223" fmla="*/ 1406525 w 4940931"/>
                <a:gd name="connsiteY1223" fmla="*/ 31114 h 138429"/>
                <a:gd name="connsiteX1224" fmla="*/ 1420495 w 4940931"/>
                <a:gd name="connsiteY1224" fmla="*/ 28574 h 138429"/>
                <a:gd name="connsiteX1225" fmla="*/ 3143245 w 4940931"/>
                <a:gd name="connsiteY1225" fmla="*/ 5079 h 138429"/>
                <a:gd name="connsiteX1226" fmla="*/ 3219445 w 4940931"/>
                <a:gd name="connsiteY1226" fmla="*/ 5079 h 138429"/>
                <a:gd name="connsiteX1227" fmla="*/ 3219445 w 4940931"/>
                <a:gd name="connsiteY1227" fmla="*/ 20319 h 138429"/>
                <a:gd name="connsiteX1228" fmla="*/ 3188965 w 4940931"/>
                <a:gd name="connsiteY1228" fmla="*/ 20319 h 138429"/>
                <a:gd name="connsiteX1229" fmla="*/ 3188965 w 4940931"/>
                <a:gd name="connsiteY1229" fmla="*/ 108584 h 138429"/>
                <a:gd name="connsiteX1230" fmla="*/ 3173090 w 4940931"/>
                <a:gd name="connsiteY1230" fmla="*/ 108584 h 138429"/>
                <a:gd name="connsiteX1231" fmla="*/ 3173090 w 4940931"/>
                <a:gd name="connsiteY1231" fmla="*/ 20319 h 138429"/>
                <a:gd name="connsiteX1232" fmla="*/ 3143245 w 4940931"/>
                <a:gd name="connsiteY1232" fmla="*/ 20319 h 138429"/>
                <a:gd name="connsiteX1233" fmla="*/ 1628774 w 4940931"/>
                <a:gd name="connsiteY1233" fmla="*/ 5079 h 138429"/>
                <a:gd name="connsiteX1234" fmla="*/ 1704970 w 4940931"/>
                <a:gd name="connsiteY1234" fmla="*/ 5079 h 138429"/>
                <a:gd name="connsiteX1235" fmla="*/ 1704970 w 4940931"/>
                <a:gd name="connsiteY1235" fmla="*/ 20319 h 138429"/>
                <a:gd name="connsiteX1236" fmla="*/ 1675129 w 4940931"/>
                <a:gd name="connsiteY1236" fmla="*/ 20319 h 138429"/>
                <a:gd name="connsiteX1237" fmla="*/ 1675129 w 4940931"/>
                <a:gd name="connsiteY1237" fmla="*/ 108584 h 138429"/>
                <a:gd name="connsiteX1238" fmla="*/ 1659255 w 4940931"/>
                <a:gd name="connsiteY1238" fmla="*/ 108584 h 138429"/>
                <a:gd name="connsiteX1239" fmla="*/ 1659255 w 4940931"/>
                <a:gd name="connsiteY1239" fmla="*/ 20319 h 138429"/>
                <a:gd name="connsiteX1240" fmla="*/ 1628774 w 4940931"/>
                <a:gd name="connsiteY1240" fmla="*/ 20319 h 138429"/>
                <a:gd name="connsiteX1241" fmla="*/ 0 w 4940931"/>
                <a:gd name="connsiteY1241" fmla="*/ 5079 h 138429"/>
                <a:gd name="connsiteX1242" fmla="*/ 76200 w 4940931"/>
                <a:gd name="connsiteY1242" fmla="*/ 5079 h 138429"/>
                <a:gd name="connsiteX1243" fmla="*/ 76200 w 4940931"/>
                <a:gd name="connsiteY1243" fmla="*/ 20319 h 138429"/>
                <a:gd name="connsiteX1244" fmla="*/ 45720 w 4940931"/>
                <a:gd name="connsiteY1244" fmla="*/ 20319 h 138429"/>
                <a:gd name="connsiteX1245" fmla="*/ 45720 w 4940931"/>
                <a:gd name="connsiteY1245" fmla="*/ 108584 h 138429"/>
                <a:gd name="connsiteX1246" fmla="*/ 29845 w 4940931"/>
                <a:gd name="connsiteY1246" fmla="*/ 108584 h 138429"/>
                <a:gd name="connsiteX1247" fmla="*/ 29845 w 4940931"/>
                <a:gd name="connsiteY1247" fmla="*/ 20319 h 138429"/>
                <a:gd name="connsiteX1248" fmla="*/ 0 w 4940931"/>
                <a:gd name="connsiteY1248" fmla="*/ 20319 h 138429"/>
                <a:gd name="connsiteX1249" fmla="*/ 1362075 w 4940931"/>
                <a:gd name="connsiteY1249" fmla="*/ 1269 h 138429"/>
                <a:gd name="connsiteX1250" fmla="*/ 1365885 w 4940931"/>
                <a:gd name="connsiteY1250" fmla="*/ 1904 h 138429"/>
                <a:gd name="connsiteX1251" fmla="*/ 1369060 w 4940931"/>
                <a:gd name="connsiteY1251" fmla="*/ 3809 h 138429"/>
                <a:gd name="connsiteX1252" fmla="*/ 1370965 w 4940931"/>
                <a:gd name="connsiteY1252" fmla="*/ 6984 h 138429"/>
                <a:gd name="connsiteX1253" fmla="*/ 1371600 w 4940931"/>
                <a:gd name="connsiteY1253" fmla="*/ 10794 h 138429"/>
                <a:gd name="connsiteX1254" fmla="*/ 1370965 w 4940931"/>
                <a:gd name="connsiteY1254" fmla="*/ 14604 h 138429"/>
                <a:gd name="connsiteX1255" fmla="*/ 1369060 w 4940931"/>
                <a:gd name="connsiteY1255" fmla="*/ 17779 h 138429"/>
                <a:gd name="connsiteX1256" fmla="*/ 1365885 w 4940931"/>
                <a:gd name="connsiteY1256" fmla="*/ 19684 h 138429"/>
                <a:gd name="connsiteX1257" fmla="*/ 1362075 w 4940931"/>
                <a:gd name="connsiteY1257" fmla="*/ 20319 h 138429"/>
                <a:gd name="connsiteX1258" fmla="*/ 1358265 w 4940931"/>
                <a:gd name="connsiteY1258" fmla="*/ 19684 h 138429"/>
                <a:gd name="connsiteX1259" fmla="*/ 1355090 w 4940931"/>
                <a:gd name="connsiteY1259" fmla="*/ 17779 h 138429"/>
                <a:gd name="connsiteX1260" fmla="*/ 1353185 w 4940931"/>
                <a:gd name="connsiteY1260" fmla="*/ 14604 h 138429"/>
                <a:gd name="connsiteX1261" fmla="*/ 1352550 w 4940931"/>
                <a:gd name="connsiteY1261" fmla="*/ 10794 h 138429"/>
                <a:gd name="connsiteX1262" fmla="*/ 1353185 w 4940931"/>
                <a:gd name="connsiteY1262" fmla="*/ 6984 h 138429"/>
                <a:gd name="connsiteX1263" fmla="*/ 1355090 w 4940931"/>
                <a:gd name="connsiteY1263" fmla="*/ 3809 h 138429"/>
                <a:gd name="connsiteX1264" fmla="*/ 1358265 w 4940931"/>
                <a:gd name="connsiteY1264" fmla="*/ 1904 h 138429"/>
                <a:gd name="connsiteX1265" fmla="*/ 1362075 w 4940931"/>
                <a:gd name="connsiteY1265" fmla="*/ 1269 h 138429"/>
                <a:gd name="connsiteX1266" fmla="*/ 4789801 w 4940931"/>
                <a:gd name="connsiteY1266" fmla="*/ 634 h 138429"/>
                <a:gd name="connsiteX1267" fmla="*/ 4789801 w 4940931"/>
                <a:gd name="connsiteY1267" fmla="*/ 65404 h 138429"/>
                <a:gd name="connsiteX1268" fmla="*/ 4814566 w 4940931"/>
                <a:gd name="connsiteY1268" fmla="*/ 31114 h 138429"/>
                <a:gd name="connsiteX1269" fmla="*/ 4831711 w 4940931"/>
                <a:gd name="connsiteY1269" fmla="*/ 31114 h 138429"/>
                <a:gd name="connsiteX1270" fmla="*/ 4812026 w 4940931"/>
                <a:gd name="connsiteY1270" fmla="*/ 57149 h 138429"/>
                <a:gd name="connsiteX1271" fmla="*/ 4835521 w 4940931"/>
                <a:gd name="connsiteY1271" fmla="*/ 108584 h 138429"/>
                <a:gd name="connsiteX1272" fmla="*/ 4819011 w 4940931"/>
                <a:gd name="connsiteY1272" fmla="*/ 108584 h 138429"/>
                <a:gd name="connsiteX1273" fmla="*/ 4801866 w 4940931"/>
                <a:gd name="connsiteY1273" fmla="*/ 69849 h 138429"/>
                <a:gd name="connsiteX1274" fmla="*/ 4789801 w 4940931"/>
                <a:gd name="connsiteY1274" fmla="*/ 85724 h 138429"/>
                <a:gd name="connsiteX1275" fmla="*/ 4789801 w 4940931"/>
                <a:gd name="connsiteY1275" fmla="*/ 108584 h 138429"/>
                <a:gd name="connsiteX1276" fmla="*/ 4774561 w 4940931"/>
                <a:gd name="connsiteY1276" fmla="*/ 108584 h 138429"/>
                <a:gd name="connsiteX1277" fmla="*/ 4774561 w 4940931"/>
                <a:gd name="connsiteY1277" fmla="*/ 8889 h 138429"/>
                <a:gd name="connsiteX1278" fmla="*/ 4472301 w 4940931"/>
                <a:gd name="connsiteY1278" fmla="*/ 634 h 138429"/>
                <a:gd name="connsiteX1279" fmla="*/ 4472301 w 4940931"/>
                <a:gd name="connsiteY1279" fmla="*/ 109219 h 138429"/>
                <a:gd name="connsiteX1280" fmla="*/ 4457061 w 4940931"/>
                <a:gd name="connsiteY1280" fmla="*/ 109219 h 138429"/>
                <a:gd name="connsiteX1281" fmla="*/ 4457696 w 4940931"/>
                <a:gd name="connsiteY1281" fmla="*/ 108584 h 138429"/>
                <a:gd name="connsiteX1282" fmla="*/ 4457696 w 4940931"/>
                <a:gd name="connsiteY1282" fmla="*/ 100964 h 138429"/>
                <a:gd name="connsiteX1283" fmla="*/ 4453251 w 4940931"/>
                <a:gd name="connsiteY1283" fmla="*/ 104774 h 138429"/>
                <a:gd name="connsiteX1284" fmla="*/ 4448171 w 4940931"/>
                <a:gd name="connsiteY1284" fmla="*/ 107949 h 138429"/>
                <a:gd name="connsiteX1285" fmla="*/ 4443091 w 4940931"/>
                <a:gd name="connsiteY1285" fmla="*/ 109854 h 138429"/>
                <a:gd name="connsiteX1286" fmla="*/ 4437376 w 4940931"/>
                <a:gd name="connsiteY1286" fmla="*/ 109854 h 138429"/>
                <a:gd name="connsiteX1287" fmla="*/ 4425946 w 4940931"/>
                <a:gd name="connsiteY1287" fmla="*/ 107314 h 138429"/>
                <a:gd name="connsiteX1288" fmla="*/ 4416421 w 4940931"/>
                <a:gd name="connsiteY1288" fmla="*/ 99694 h 138429"/>
                <a:gd name="connsiteX1289" fmla="*/ 4410071 w 4940931"/>
                <a:gd name="connsiteY1289" fmla="*/ 86994 h 138429"/>
                <a:gd name="connsiteX1290" fmla="*/ 4407531 w 4940931"/>
                <a:gd name="connsiteY1290" fmla="*/ 67944 h 138429"/>
                <a:gd name="connsiteX1291" fmla="*/ 4410071 w 4940931"/>
                <a:gd name="connsiteY1291" fmla="*/ 50799 h 138429"/>
                <a:gd name="connsiteX1292" fmla="*/ 4417056 w 4940931"/>
                <a:gd name="connsiteY1292" fmla="*/ 38734 h 138429"/>
                <a:gd name="connsiteX1293" fmla="*/ 4426581 w 4940931"/>
                <a:gd name="connsiteY1293" fmla="*/ 31749 h 138429"/>
                <a:gd name="connsiteX1294" fmla="*/ 4438011 w 4940931"/>
                <a:gd name="connsiteY1294" fmla="*/ 29209 h 138429"/>
                <a:gd name="connsiteX1295" fmla="*/ 4443726 w 4940931"/>
                <a:gd name="connsiteY1295" fmla="*/ 29844 h 138429"/>
                <a:gd name="connsiteX1296" fmla="*/ 4448806 w 4940931"/>
                <a:gd name="connsiteY1296" fmla="*/ 31749 h 138429"/>
                <a:gd name="connsiteX1297" fmla="*/ 4453251 w 4940931"/>
                <a:gd name="connsiteY1297" fmla="*/ 34924 h 138429"/>
                <a:gd name="connsiteX1298" fmla="*/ 4457061 w 4940931"/>
                <a:gd name="connsiteY1298" fmla="*/ 38099 h 138429"/>
                <a:gd name="connsiteX1299" fmla="*/ 4457061 w 4940931"/>
                <a:gd name="connsiteY1299" fmla="*/ 8254 h 138429"/>
                <a:gd name="connsiteX1300" fmla="*/ 4390385 w 4940931"/>
                <a:gd name="connsiteY1300" fmla="*/ 634 h 138429"/>
                <a:gd name="connsiteX1301" fmla="*/ 4390385 w 4940931"/>
                <a:gd name="connsiteY1301" fmla="*/ 108584 h 138429"/>
                <a:gd name="connsiteX1302" fmla="*/ 4375145 w 4940931"/>
                <a:gd name="connsiteY1302" fmla="*/ 108584 h 138429"/>
                <a:gd name="connsiteX1303" fmla="*/ 4375145 w 4940931"/>
                <a:gd name="connsiteY1303" fmla="*/ 8889 h 138429"/>
                <a:gd name="connsiteX1304" fmla="*/ 3946521 w 4940931"/>
                <a:gd name="connsiteY1304" fmla="*/ 634 h 138429"/>
                <a:gd name="connsiteX1305" fmla="*/ 3946521 w 4940931"/>
                <a:gd name="connsiteY1305" fmla="*/ 38099 h 138429"/>
                <a:gd name="connsiteX1306" fmla="*/ 3950331 w 4940931"/>
                <a:gd name="connsiteY1306" fmla="*/ 34289 h 138429"/>
                <a:gd name="connsiteX1307" fmla="*/ 3954776 w 4940931"/>
                <a:gd name="connsiteY1307" fmla="*/ 31114 h 138429"/>
                <a:gd name="connsiteX1308" fmla="*/ 3960491 w 4940931"/>
                <a:gd name="connsiteY1308" fmla="*/ 29209 h 138429"/>
                <a:gd name="connsiteX1309" fmla="*/ 3966206 w 4940931"/>
                <a:gd name="connsiteY1309" fmla="*/ 29209 h 138429"/>
                <a:gd name="connsiteX1310" fmla="*/ 3978271 w 4940931"/>
                <a:gd name="connsiteY1310" fmla="*/ 31749 h 138429"/>
                <a:gd name="connsiteX1311" fmla="*/ 3987161 w 4940931"/>
                <a:gd name="connsiteY1311" fmla="*/ 38099 h 138429"/>
                <a:gd name="connsiteX1312" fmla="*/ 3992241 w 4940931"/>
                <a:gd name="connsiteY1312" fmla="*/ 49529 h 138429"/>
                <a:gd name="connsiteX1313" fmla="*/ 3994146 w 4940931"/>
                <a:gd name="connsiteY1313" fmla="*/ 64134 h 138429"/>
                <a:gd name="connsiteX1314" fmla="*/ 3994146 w 4940931"/>
                <a:gd name="connsiteY1314" fmla="*/ 108584 h 138429"/>
                <a:gd name="connsiteX1315" fmla="*/ 3978906 w 4940931"/>
                <a:gd name="connsiteY1315" fmla="*/ 108584 h 138429"/>
                <a:gd name="connsiteX1316" fmla="*/ 3978271 w 4940931"/>
                <a:gd name="connsiteY1316" fmla="*/ 108584 h 138429"/>
                <a:gd name="connsiteX1317" fmla="*/ 3978271 w 4940931"/>
                <a:gd name="connsiteY1317" fmla="*/ 64769 h 138429"/>
                <a:gd name="connsiteX1318" fmla="*/ 3974461 w 4940931"/>
                <a:gd name="connsiteY1318" fmla="*/ 48894 h 138429"/>
                <a:gd name="connsiteX1319" fmla="*/ 3962396 w 4940931"/>
                <a:gd name="connsiteY1319" fmla="*/ 43814 h 138429"/>
                <a:gd name="connsiteX1320" fmla="*/ 3956046 w 4940931"/>
                <a:gd name="connsiteY1320" fmla="*/ 45084 h 138429"/>
                <a:gd name="connsiteX1321" fmla="*/ 3950966 w 4940931"/>
                <a:gd name="connsiteY1321" fmla="*/ 48894 h 138429"/>
                <a:gd name="connsiteX1322" fmla="*/ 3947791 w 4940931"/>
                <a:gd name="connsiteY1322" fmla="*/ 55244 h 138429"/>
                <a:gd name="connsiteX1323" fmla="*/ 3946521 w 4940931"/>
                <a:gd name="connsiteY1323" fmla="*/ 63499 h 138429"/>
                <a:gd name="connsiteX1324" fmla="*/ 3946521 w 4940931"/>
                <a:gd name="connsiteY1324" fmla="*/ 109219 h 138429"/>
                <a:gd name="connsiteX1325" fmla="*/ 3931281 w 4940931"/>
                <a:gd name="connsiteY1325" fmla="*/ 109219 h 138429"/>
                <a:gd name="connsiteX1326" fmla="*/ 3931281 w 4940931"/>
                <a:gd name="connsiteY1326" fmla="*/ 8889 h 138429"/>
                <a:gd name="connsiteX1327" fmla="*/ 3248021 w 4940931"/>
                <a:gd name="connsiteY1327" fmla="*/ 634 h 138429"/>
                <a:gd name="connsiteX1328" fmla="*/ 3248021 w 4940931"/>
                <a:gd name="connsiteY1328" fmla="*/ 38099 h 138429"/>
                <a:gd name="connsiteX1329" fmla="*/ 3251831 w 4940931"/>
                <a:gd name="connsiteY1329" fmla="*/ 34289 h 138429"/>
                <a:gd name="connsiteX1330" fmla="*/ 3256276 w 4940931"/>
                <a:gd name="connsiteY1330" fmla="*/ 31114 h 138429"/>
                <a:gd name="connsiteX1331" fmla="*/ 3261991 w 4940931"/>
                <a:gd name="connsiteY1331" fmla="*/ 29209 h 138429"/>
                <a:gd name="connsiteX1332" fmla="*/ 3267706 w 4940931"/>
                <a:gd name="connsiteY1332" fmla="*/ 29209 h 138429"/>
                <a:gd name="connsiteX1333" fmla="*/ 3279771 w 4940931"/>
                <a:gd name="connsiteY1333" fmla="*/ 31749 h 138429"/>
                <a:gd name="connsiteX1334" fmla="*/ 3288661 w 4940931"/>
                <a:gd name="connsiteY1334" fmla="*/ 38099 h 138429"/>
                <a:gd name="connsiteX1335" fmla="*/ 3293741 w 4940931"/>
                <a:gd name="connsiteY1335" fmla="*/ 49529 h 138429"/>
                <a:gd name="connsiteX1336" fmla="*/ 3295646 w 4940931"/>
                <a:gd name="connsiteY1336" fmla="*/ 64134 h 138429"/>
                <a:gd name="connsiteX1337" fmla="*/ 3295646 w 4940931"/>
                <a:gd name="connsiteY1337" fmla="*/ 108584 h 138429"/>
                <a:gd name="connsiteX1338" fmla="*/ 3280406 w 4940931"/>
                <a:gd name="connsiteY1338" fmla="*/ 108584 h 138429"/>
                <a:gd name="connsiteX1339" fmla="*/ 3279771 w 4940931"/>
                <a:gd name="connsiteY1339" fmla="*/ 108584 h 138429"/>
                <a:gd name="connsiteX1340" fmla="*/ 3279771 w 4940931"/>
                <a:gd name="connsiteY1340" fmla="*/ 64769 h 138429"/>
                <a:gd name="connsiteX1341" fmla="*/ 3275961 w 4940931"/>
                <a:gd name="connsiteY1341" fmla="*/ 48894 h 138429"/>
                <a:gd name="connsiteX1342" fmla="*/ 3263896 w 4940931"/>
                <a:gd name="connsiteY1342" fmla="*/ 43814 h 138429"/>
                <a:gd name="connsiteX1343" fmla="*/ 3257546 w 4940931"/>
                <a:gd name="connsiteY1343" fmla="*/ 45084 h 138429"/>
                <a:gd name="connsiteX1344" fmla="*/ 3252466 w 4940931"/>
                <a:gd name="connsiteY1344" fmla="*/ 48894 h 138429"/>
                <a:gd name="connsiteX1345" fmla="*/ 3249291 w 4940931"/>
                <a:gd name="connsiteY1345" fmla="*/ 55244 h 138429"/>
                <a:gd name="connsiteX1346" fmla="*/ 3248021 w 4940931"/>
                <a:gd name="connsiteY1346" fmla="*/ 63499 h 138429"/>
                <a:gd name="connsiteX1347" fmla="*/ 3248021 w 4940931"/>
                <a:gd name="connsiteY1347" fmla="*/ 109219 h 138429"/>
                <a:gd name="connsiteX1348" fmla="*/ 3232781 w 4940931"/>
                <a:gd name="connsiteY1348" fmla="*/ 109219 h 138429"/>
                <a:gd name="connsiteX1349" fmla="*/ 3232781 w 4940931"/>
                <a:gd name="connsiteY1349" fmla="*/ 8889 h 138429"/>
                <a:gd name="connsiteX1350" fmla="*/ 2432681 w 4940931"/>
                <a:gd name="connsiteY1350" fmla="*/ 634 h 138429"/>
                <a:gd name="connsiteX1351" fmla="*/ 2432681 w 4940931"/>
                <a:gd name="connsiteY1351" fmla="*/ 38099 h 138429"/>
                <a:gd name="connsiteX1352" fmla="*/ 2436491 w 4940931"/>
                <a:gd name="connsiteY1352" fmla="*/ 34289 h 138429"/>
                <a:gd name="connsiteX1353" fmla="*/ 2440936 w 4940931"/>
                <a:gd name="connsiteY1353" fmla="*/ 31114 h 138429"/>
                <a:gd name="connsiteX1354" fmla="*/ 2446651 w 4940931"/>
                <a:gd name="connsiteY1354" fmla="*/ 29209 h 138429"/>
                <a:gd name="connsiteX1355" fmla="*/ 2452366 w 4940931"/>
                <a:gd name="connsiteY1355" fmla="*/ 29209 h 138429"/>
                <a:gd name="connsiteX1356" fmla="*/ 2464431 w 4940931"/>
                <a:gd name="connsiteY1356" fmla="*/ 31749 h 138429"/>
                <a:gd name="connsiteX1357" fmla="*/ 2473321 w 4940931"/>
                <a:gd name="connsiteY1357" fmla="*/ 38099 h 138429"/>
                <a:gd name="connsiteX1358" fmla="*/ 2478401 w 4940931"/>
                <a:gd name="connsiteY1358" fmla="*/ 49529 h 138429"/>
                <a:gd name="connsiteX1359" fmla="*/ 2480306 w 4940931"/>
                <a:gd name="connsiteY1359" fmla="*/ 64134 h 138429"/>
                <a:gd name="connsiteX1360" fmla="*/ 2480306 w 4940931"/>
                <a:gd name="connsiteY1360" fmla="*/ 108584 h 138429"/>
                <a:gd name="connsiteX1361" fmla="*/ 2465066 w 4940931"/>
                <a:gd name="connsiteY1361" fmla="*/ 108584 h 138429"/>
                <a:gd name="connsiteX1362" fmla="*/ 2464431 w 4940931"/>
                <a:gd name="connsiteY1362" fmla="*/ 108584 h 138429"/>
                <a:gd name="connsiteX1363" fmla="*/ 2464431 w 4940931"/>
                <a:gd name="connsiteY1363" fmla="*/ 64769 h 138429"/>
                <a:gd name="connsiteX1364" fmla="*/ 2460621 w 4940931"/>
                <a:gd name="connsiteY1364" fmla="*/ 48894 h 138429"/>
                <a:gd name="connsiteX1365" fmla="*/ 2448556 w 4940931"/>
                <a:gd name="connsiteY1365" fmla="*/ 43814 h 138429"/>
                <a:gd name="connsiteX1366" fmla="*/ 2442206 w 4940931"/>
                <a:gd name="connsiteY1366" fmla="*/ 45084 h 138429"/>
                <a:gd name="connsiteX1367" fmla="*/ 2437126 w 4940931"/>
                <a:gd name="connsiteY1367" fmla="*/ 48894 h 138429"/>
                <a:gd name="connsiteX1368" fmla="*/ 2433951 w 4940931"/>
                <a:gd name="connsiteY1368" fmla="*/ 55244 h 138429"/>
                <a:gd name="connsiteX1369" fmla="*/ 2432681 w 4940931"/>
                <a:gd name="connsiteY1369" fmla="*/ 63499 h 138429"/>
                <a:gd name="connsiteX1370" fmla="*/ 2432681 w 4940931"/>
                <a:gd name="connsiteY1370" fmla="*/ 109219 h 138429"/>
                <a:gd name="connsiteX1371" fmla="*/ 2417441 w 4940931"/>
                <a:gd name="connsiteY1371" fmla="*/ 109219 h 138429"/>
                <a:gd name="connsiteX1372" fmla="*/ 2417441 w 4940931"/>
                <a:gd name="connsiteY1372" fmla="*/ 8889 h 138429"/>
                <a:gd name="connsiteX1373" fmla="*/ 1734181 w 4940931"/>
                <a:gd name="connsiteY1373" fmla="*/ 634 h 138429"/>
                <a:gd name="connsiteX1374" fmla="*/ 1734181 w 4940931"/>
                <a:gd name="connsiteY1374" fmla="*/ 38099 h 138429"/>
                <a:gd name="connsiteX1375" fmla="*/ 1737991 w 4940931"/>
                <a:gd name="connsiteY1375" fmla="*/ 34289 h 138429"/>
                <a:gd name="connsiteX1376" fmla="*/ 1742436 w 4940931"/>
                <a:gd name="connsiteY1376" fmla="*/ 31114 h 138429"/>
                <a:gd name="connsiteX1377" fmla="*/ 1748151 w 4940931"/>
                <a:gd name="connsiteY1377" fmla="*/ 29209 h 138429"/>
                <a:gd name="connsiteX1378" fmla="*/ 1753866 w 4940931"/>
                <a:gd name="connsiteY1378" fmla="*/ 29209 h 138429"/>
                <a:gd name="connsiteX1379" fmla="*/ 1765931 w 4940931"/>
                <a:gd name="connsiteY1379" fmla="*/ 31749 h 138429"/>
                <a:gd name="connsiteX1380" fmla="*/ 1774821 w 4940931"/>
                <a:gd name="connsiteY1380" fmla="*/ 38099 h 138429"/>
                <a:gd name="connsiteX1381" fmla="*/ 1779901 w 4940931"/>
                <a:gd name="connsiteY1381" fmla="*/ 49529 h 138429"/>
                <a:gd name="connsiteX1382" fmla="*/ 1781806 w 4940931"/>
                <a:gd name="connsiteY1382" fmla="*/ 64134 h 138429"/>
                <a:gd name="connsiteX1383" fmla="*/ 1781806 w 4940931"/>
                <a:gd name="connsiteY1383" fmla="*/ 108584 h 138429"/>
                <a:gd name="connsiteX1384" fmla="*/ 1766566 w 4940931"/>
                <a:gd name="connsiteY1384" fmla="*/ 108584 h 138429"/>
                <a:gd name="connsiteX1385" fmla="*/ 1765931 w 4940931"/>
                <a:gd name="connsiteY1385" fmla="*/ 108584 h 138429"/>
                <a:gd name="connsiteX1386" fmla="*/ 1765931 w 4940931"/>
                <a:gd name="connsiteY1386" fmla="*/ 64769 h 138429"/>
                <a:gd name="connsiteX1387" fmla="*/ 1762121 w 4940931"/>
                <a:gd name="connsiteY1387" fmla="*/ 48894 h 138429"/>
                <a:gd name="connsiteX1388" fmla="*/ 1750056 w 4940931"/>
                <a:gd name="connsiteY1388" fmla="*/ 43814 h 138429"/>
                <a:gd name="connsiteX1389" fmla="*/ 1743706 w 4940931"/>
                <a:gd name="connsiteY1389" fmla="*/ 45084 h 138429"/>
                <a:gd name="connsiteX1390" fmla="*/ 1738626 w 4940931"/>
                <a:gd name="connsiteY1390" fmla="*/ 48894 h 138429"/>
                <a:gd name="connsiteX1391" fmla="*/ 1735451 w 4940931"/>
                <a:gd name="connsiteY1391" fmla="*/ 55244 h 138429"/>
                <a:gd name="connsiteX1392" fmla="*/ 1734181 w 4940931"/>
                <a:gd name="connsiteY1392" fmla="*/ 63499 h 138429"/>
                <a:gd name="connsiteX1393" fmla="*/ 1734181 w 4940931"/>
                <a:gd name="connsiteY1393" fmla="*/ 109219 h 138429"/>
                <a:gd name="connsiteX1394" fmla="*/ 1718941 w 4940931"/>
                <a:gd name="connsiteY1394" fmla="*/ 109219 h 138429"/>
                <a:gd name="connsiteX1395" fmla="*/ 1718941 w 4940931"/>
                <a:gd name="connsiteY1395" fmla="*/ 8889 h 138429"/>
                <a:gd name="connsiteX1396" fmla="*/ 803275 w 4940931"/>
                <a:gd name="connsiteY1396" fmla="*/ 634 h 138429"/>
                <a:gd name="connsiteX1397" fmla="*/ 803275 w 4940931"/>
                <a:gd name="connsiteY1397" fmla="*/ 38099 h 138429"/>
                <a:gd name="connsiteX1398" fmla="*/ 807085 w 4940931"/>
                <a:gd name="connsiteY1398" fmla="*/ 34289 h 138429"/>
                <a:gd name="connsiteX1399" fmla="*/ 811530 w 4940931"/>
                <a:gd name="connsiteY1399" fmla="*/ 31114 h 138429"/>
                <a:gd name="connsiteX1400" fmla="*/ 817245 w 4940931"/>
                <a:gd name="connsiteY1400" fmla="*/ 29209 h 138429"/>
                <a:gd name="connsiteX1401" fmla="*/ 822960 w 4940931"/>
                <a:gd name="connsiteY1401" fmla="*/ 29209 h 138429"/>
                <a:gd name="connsiteX1402" fmla="*/ 835025 w 4940931"/>
                <a:gd name="connsiteY1402" fmla="*/ 31749 h 138429"/>
                <a:gd name="connsiteX1403" fmla="*/ 843915 w 4940931"/>
                <a:gd name="connsiteY1403" fmla="*/ 38099 h 138429"/>
                <a:gd name="connsiteX1404" fmla="*/ 848995 w 4940931"/>
                <a:gd name="connsiteY1404" fmla="*/ 49529 h 138429"/>
                <a:gd name="connsiteX1405" fmla="*/ 850900 w 4940931"/>
                <a:gd name="connsiteY1405" fmla="*/ 64134 h 138429"/>
                <a:gd name="connsiteX1406" fmla="*/ 850900 w 4940931"/>
                <a:gd name="connsiteY1406" fmla="*/ 108584 h 138429"/>
                <a:gd name="connsiteX1407" fmla="*/ 835660 w 4940931"/>
                <a:gd name="connsiteY1407" fmla="*/ 108584 h 138429"/>
                <a:gd name="connsiteX1408" fmla="*/ 835025 w 4940931"/>
                <a:gd name="connsiteY1408" fmla="*/ 108584 h 138429"/>
                <a:gd name="connsiteX1409" fmla="*/ 835025 w 4940931"/>
                <a:gd name="connsiteY1409" fmla="*/ 64769 h 138429"/>
                <a:gd name="connsiteX1410" fmla="*/ 831215 w 4940931"/>
                <a:gd name="connsiteY1410" fmla="*/ 48894 h 138429"/>
                <a:gd name="connsiteX1411" fmla="*/ 819150 w 4940931"/>
                <a:gd name="connsiteY1411" fmla="*/ 43814 h 138429"/>
                <a:gd name="connsiteX1412" fmla="*/ 812800 w 4940931"/>
                <a:gd name="connsiteY1412" fmla="*/ 45084 h 138429"/>
                <a:gd name="connsiteX1413" fmla="*/ 807720 w 4940931"/>
                <a:gd name="connsiteY1413" fmla="*/ 48894 h 138429"/>
                <a:gd name="connsiteX1414" fmla="*/ 804545 w 4940931"/>
                <a:gd name="connsiteY1414" fmla="*/ 55244 h 138429"/>
                <a:gd name="connsiteX1415" fmla="*/ 803275 w 4940931"/>
                <a:gd name="connsiteY1415" fmla="*/ 63499 h 138429"/>
                <a:gd name="connsiteX1416" fmla="*/ 803275 w 4940931"/>
                <a:gd name="connsiteY1416" fmla="*/ 109219 h 138429"/>
                <a:gd name="connsiteX1417" fmla="*/ 788035 w 4940931"/>
                <a:gd name="connsiteY1417" fmla="*/ 109219 h 138429"/>
                <a:gd name="connsiteX1418" fmla="*/ 788035 w 4940931"/>
                <a:gd name="connsiteY1418" fmla="*/ 8889 h 138429"/>
                <a:gd name="connsiteX1419" fmla="*/ 104774 w 4940931"/>
                <a:gd name="connsiteY1419" fmla="*/ 634 h 138429"/>
                <a:gd name="connsiteX1420" fmla="*/ 104774 w 4940931"/>
                <a:gd name="connsiteY1420" fmla="*/ 38099 h 138429"/>
                <a:gd name="connsiteX1421" fmla="*/ 108584 w 4940931"/>
                <a:gd name="connsiteY1421" fmla="*/ 34289 h 138429"/>
                <a:gd name="connsiteX1422" fmla="*/ 113029 w 4940931"/>
                <a:gd name="connsiteY1422" fmla="*/ 31114 h 138429"/>
                <a:gd name="connsiteX1423" fmla="*/ 118744 w 4940931"/>
                <a:gd name="connsiteY1423" fmla="*/ 29209 h 138429"/>
                <a:gd name="connsiteX1424" fmla="*/ 124459 w 4940931"/>
                <a:gd name="connsiteY1424" fmla="*/ 29209 h 138429"/>
                <a:gd name="connsiteX1425" fmla="*/ 136524 w 4940931"/>
                <a:gd name="connsiteY1425" fmla="*/ 31749 h 138429"/>
                <a:gd name="connsiteX1426" fmla="*/ 145414 w 4940931"/>
                <a:gd name="connsiteY1426" fmla="*/ 38099 h 138429"/>
                <a:gd name="connsiteX1427" fmla="*/ 150494 w 4940931"/>
                <a:gd name="connsiteY1427" fmla="*/ 49529 h 138429"/>
                <a:gd name="connsiteX1428" fmla="*/ 152399 w 4940931"/>
                <a:gd name="connsiteY1428" fmla="*/ 64134 h 138429"/>
                <a:gd name="connsiteX1429" fmla="*/ 152399 w 4940931"/>
                <a:gd name="connsiteY1429" fmla="*/ 108584 h 138429"/>
                <a:gd name="connsiteX1430" fmla="*/ 137159 w 4940931"/>
                <a:gd name="connsiteY1430" fmla="*/ 108584 h 138429"/>
                <a:gd name="connsiteX1431" fmla="*/ 136524 w 4940931"/>
                <a:gd name="connsiteY1431" fmla="*/ 108584 h 138429"/>
                <a:gd name="connsiteX1432" fmla="*/ 136524 w 4940931"/>
                <a:gd name="connsiteY1432" fmla="*/ 64769 h 138429"/>
                <a:gd name="connsiteX1433" fmla="*/ 132714 w 4940931"/>
                <a:gd name="connsiteY1433" fmla="*/ 48894 h 138429"/>
                <a:gd name="connsiteX1434" fmla="*/ 120649 w 4940931"/>
                <a:gd name="connsiteY1434" fmla="*/ 43814 h 138429"/>
                <a:gd name="connsiteX1435" fmla="*/ 114299 w 4940931"/>
                <a:gd name="connsiteY1435" fmla="*/ 45084 h 138429"/>
                <a:gd name="connsiteX1436" fmla="*/ 109219 w 4940931"/>
                <a:gd name="connsiteY1436" fmla="*/ 48894 h 138429"/>
                <a:gd name="connsiteX1437" fmla="*/ 106044 w 4940931"/>
                <a:gd name="connsiteY1437" fmla="*/ 55244 h 138429"/>
                <a:gd name="connsiteX1438" fmla="*/ 104774 w 4940931"/>
                <a:gd name="connsiteY1438" fmla="*/ 63499 h 138429"/>
                <a:gd name="connsiteX1439" fmla="*/ 104774 w 4940931"/>
                <a:gd name="connsiteY1439" fmla="*/ 109219 h 138429"/>
                <a:gd name="connsiteX1440" fmla="*/ 89534 w 4940931"/>
                <a:gd name="connsiteY1440" fmla="*/ 109219 h 138429"/>
                <a:gd name="connsiteX1441" fmla="*/ 89534 w 4940931"/>
                <a:gd name="connsiteY1441" fmla="*/ 8889 h 138429"/>
                <a:gd name="connsiteX1442" fmla="*/ 3894450 w 4940931"/>
                <a:gd name="connsiteY1442" fmla="*/ 0 h 138429"/>
                <a:gd name="connsiteX1443" fmla="*/ 3894450 w 4940931"/>
                <a:gd name="connsiteY1443" fmla="*/ 30480 h 138429"/>
                <a:gd name="connsiteX1444" fmla="*/ 3913500 w 4940931"/>
                <a:gd name="connsiteY1444" fmla="*/ 30480 h 138429"/>
                <a:gd name="connsiteX1445" fmla="*/ 3913500 w 4940931"/>
                <a:gd name="connsiteY1445" fmla="*/ 44450 h 138429"/>
                <a:gd name="connsiteX1446" fmla="*/ 3894450 w 4940931"/>
                <a:gd name="connsiteY1446" fmla="*/ 44450 h 138429"/>
                <a:gd name="connsiteX1447" fmla="*/ 3894450 w 4940931"/>
                <a:gd name="connsiteY1447" fmla="*/ 86995 h 138429"/>
                <a:gd name="connsiteX1448" fmla="*/ 3894450 w 4940931"/>
                <a:gd name="connsiteY1448" fmla="*/ 91440 h 138429"/>
                <a:gd name="connsiteX1449" fmla="*/ 3895720 w 4940931"/>
                <a:gd name="connsiteY1449" fmla="*/ 94615 h 138429"/>
                <a:gd name="connsiteX1450" fmla="*/ 3898260 w 4940931"/>
                <a:gd name="connsiteY1450" fmla="*/ 95885 h 138429"/>
                <a:gd name="connsiteX1451" fmla="*/ 3902070 w 4940931"/>
                <a:gd name="connsiteY1451" fmla="*/ 95885 h 138429"/>
                <a:gd name="connsiteX1452" fmla="*/ 3908420 w 4940931"/>
                <a:gd name="connsiteY1452" fmla="*/ 95250 h 138429"/>
                <a:gd name="connsiteX1453" fmla="*/ 3913500 w 4940931"/>
                <a:gd name="connsiteY1453" fmla="*/ 93345 h 138429"/>
                <a:gd name="connsiteX1454" fmla="*/ 3911595 w 4940931"/>
                <a:gd name="connsiteY1454" fmla="*/ 106680 h 138429"/>
                <a:gd name="connsiteX1455" fmla="*/ 3905245 w 4940931"/>
                <a:gd name="connsiteY1455" fmla="*/ 109220 h 138429"/>
                <a:gd name="connsiteX1456" fmla="*/ 3896990 w 4940931"/>
                <a:gd name="connsiteY1456" fmla="*/ 110490 h 138429"/>
                <a:gd name="connsiteX1457" fmla="*/ 3890005 w 4940931"/>
                <a:gd name="connsiteY1457" fmla="*/ 109220 h 138429"/>
                <a:gd name="connsiteX1458" fmla="*/ 3884290 w 4940931"/>
                <a:gd name="connsiteY1458" fmla="*/ 105410 h 138429"/>
                <a:gd name="connsiteX1459" fmla="*/ 3880480 w 4940931"/>
                <a:gd name="connsiteY1459" fmla="*/ 99060 h 138429"/>
                <a:gd name="connsiteX1460" fmla="*/ 3879210 w 4940931"/>
                <a:gd name="connsiteY1460" fmla="*/ 89535 h 138429"/>
                <a:gd name="connsiteX1461" fmla="*/ 3879210 w 4940931"/>
                <a:gd name="connsiteY1461" fmla="*/ 44450 h 138429"/>
                <a:gd name="connsiteX1462" fmla="*/ 3868415 w 4940931"/>
                <a:gd name="connsiteY1462" fmla="*/ 44450 h 138429"/>
                <a:gd name="connsiteX1463" fmla="*/ 3868415 w 4940931"/>
                <a:gd name="connsiteY1463" fmla="*/ 30480 h 138429"/>
                <a:gd name="connsiteX1464" fmla="*/ 3879210 w 4940931"/>
                <a:gd name="connsiteY1464" fmla="*/ 30480 h 138429"/>
                <a:gd name="connsiteX1465" fmla="*/ 3879210 w 4940931"/>
                <a:gd name="connsiteY1465" fmla="*/ 8255 h 138429"/>
                <a:gd name="connsiteX1466" fmla="*/ 3664581 w 4940931"/>
                <a:gd name="connsiteY1466" fmla="*/ 0 h 138429"/>
                <a:gd name="connsiteX1467" fmla="*/ 3664581 w 4940931"/>
                <a:gd name="connsiteY1467" fmla="*/ 30480 h 138429"/>
                <a:gd name="connsiteX1468" fmla="*/ 3683631 w 4940931"/>
                <a:gd name="connsiteY1468" fmla="*/ 30480 h 138429"/>
                <a:gd name="connsiteX1469" fmla="*/ 3683631 w 4940931"/>
                <a:gd name="connsiteY1469" fmla="*/ 44450 h 138429"/>
                <a:gd name="connsiteX1470" fmla="*/ 3664581 w 4940931"/>
                <a:gd name="connsiteY1470" fmla="*/ 44450 h 138429"/>
                <a:gd name="connsiteX1471" fmla="*/ 3664581 w 4940931"/>
                <a:gd name="connsiteY1471" fmla="*/ 86995 h 138429"/>
                <a:gd name="connsiteX1472" fmla="*/ 3664581 w 4940931"/>
                <a:gd name="connsiteY1472" fmla="*/ 91440 h 138429"/>
                <a:gd name="connsiteX1473" fmla="*/ 3665851 w 4940931"/>
                <a:gd name="connsiteY1473" fmla="*/ 94615 h 138429"/>
                <a:gd name="connsiteX1474" fmla="*/ 3668391 w 4940931"/>
                <a:gd name="connsiteY1474" fmla="*/ 95885 h 138429"/>
                <a:gd name="connsiteX1475" fmla="*/ 3672201 w 4940931"/>
                <a:gd name="connsiteY1475" fmla="*/ 95885 h 138429"/>
                <a:gd name="connsiteX1476" fmla="*/ 3678551 w 4940931"/>
                <a:gd name="connsiteY1476" fmla="*/ 95250 h 138429"/>
                <a:gd name="connsiteX1477" fmla="*/ 3683631 w 4940931"/>
                <a:gd name="connsiteY1477" fmla="*/ 93345 h 138429"/>
                <a:gd name="connsiteX1478" fmla="*/ 3681726 w 4940931"/>
                <a:gd name="connsiteY1478" fmla="*/ 106680 h 138429"/>
                <a:gd name="connsiteX1479" fmla="*/ 3675376 w 4940931"/>
                <a:gd name="connsiteY1479" fmla="*/ 109220 h 138429"/>
                <a:gd name="connsiteX1480" fmla="*/ 3667121 w 4940931"/>
                <a:gd name="connsiteY1480" fmla="*/ 110490 h 138429"/>
                <a:gd name="connsiteX1481" fmla="*/ 3660136 w 4940931"/>
                <a:gd name="connsiteY1481" fmla="*/ 109220 h 138429"/>
                <a:gd name="connsiteX1482" fmla="*/ 3654421 w 4940931"/>
                <a:gd name="connsiteY1482" fmla="*/ 105410 h 138429"/>
                <a:gd name="connsiteX1483" fmla="*/ 3650611 w 4940931"/>
                <a:gd name="connsiteY1483" fmla="*/ 99060 h 138429"/>
                <a:gd name="connsiteX1484" fmla="*/ 3649341 w 4940931"/>
                <a:gd name="connsiteY1484" fmla="*/ 89535 h 138429"/>
                <a:gd name="connsiteX1485" fmla="*/ 3649341 w 4940931"/>
                <a:gd name="connsiteY1485" fmla="*/ 44450 h 138429"/>
                <a:gd name="connsiteX1486" fmla="*/ 3638546 w 4940931"/>
                <a:gd name="connsiteY1486" fmla="*/ 44450 h 138429"/>
                <a:gd name="connsiteX1487" fmla="*/ 3638546 w 4940931"/>
                <a:gd name="connsiteY1487" fmla="*/ 30480 h 138429"/>
                <a:gd name="connsiteX1488" fmla="*/ 3649341 w 4940931"/>
                <a:gd name="connsiteY1488" fmla="*/ 30480 h 138429"/>
                <a:gd name="connsiteX1489" fmla="*/ 3649341 w 4940931"/>
                <a:gd name="connsiteY1489" fmla="*/ 8255 h 138429"/>
                <a:gd name="connsiteX1490" fmla="*/ 3610605 w 4940931"/>
                <a:gd name="connsiteY1490" fmla="*/ 0 h 138429"/>
                <a:gd name="connsiteX1491" fmla="*/ 3610605 w 4940931"/>
                <a:gd name="connsiteY1491" fmla="*/ 30480 h 138429"/>
                <a:gd name="connsiteX1492" fmla="*/ 3629655 w 4940931"/>
                <a:gd name="connsiteY1492" fmla="*/ 30480 h 138429"/>
                <a:gd name="connsiteX1493" fmla="*/ 3629655 w 4940931"/>
                <a:gd name="connsiteY1493" fmla="*/ 44450 h 138429"/>
                <a:gd name="connsiteX1494" fmla="*/ 3610605 w 4940931"/>
                <a:gd name="connsiteY1494" fmla="*/ 44450 h 138429"/>
                <a:gd name="connsiteX1495" fmla="*/ 3610605 w 4940931"/>
                <a:gd name="connsiteY1495" fmla="*/ 86995 h 138429"/>
                <a:gd name="connsiteX1496" fmla="*/ 3610605 w 4940931"/>
                <a:gd name="connsiteY1496" fmla="*/ 91440 h 138429"/>
                <a:gd name="connsiteX1497" fmla="*/ 3611875 w 4940931"/>
                <a:gd name="connsiteY1497" fmla="*/ 94615 h 138429"/>
                <a:gd name="connsiteX1498" fmla="*/ 3614415 w 4940931"/>
                <a:gd name="connsiteY1498" fmla="*/ 95885 h 138429"/>
                <a:gd name="connsiteX1499" fmla="*/ 3618225 w 4940931"/>
                <a:gd name="connsiteY1499" fmla="*/ 95885 h 138429"/>
                <a:gd name="connsiteX1500" fmla="*/ 3624575 w 4940931"/>
                <a:gd name="connsiteY1500" fmla="*/ 95250 h 138429"/>
                <a:gd name="connsiteX1501" fmla="*/ 3629655 w 4940931"/>
                <a:gd name="connsiteY1501" fmla="*/ 93345 h 138429"/>
                <a:gd name="connsiteX1502" fmla="*/ 3627750 w 4940931"/>
                <a:gd name="connsiteY1502" fmla="*/ 106680 h 138429"/>
                <a:gd name="connsiteX1503" fmla="*/ 3621400 w 4940931"/>
                <a:gd name="connsiteY1503" fmla="*/ 109220 h 138429"/>
                <a:gd name="connsiteX1504" fmla="*/ 3613145 w 4940931"/>
                <a:gd name="connsiteY1504" fmla="*/ 110490 h 138429"/>
                <a:gd name="connsiteX1505" fmla="*/ 3606160 w 4940931"/>
                <a:gd name="connsiteY1505" fmla="*/ 109220 h 138429"/>
                <a:gd name="connsiteX1506" fmla="*/ 3600445 w 4940931"/>
                <a:gd name="connsiteY1506" fmla="*/ 105410 h 138429"/>
                <a:gd name="connsiteX1507" fmla="*/ 3596635 w 4940931"/>
                <a:gd name="connsiteY1507" fmla="*/ 99060 h 138429"/>
                <a:gd name="connsiteX1508" fmla="*/ 3595365 w 4940931"/>
                <a:gd name="connsiteY1508" fmla="*/ 89535 h 138429"/>
                <a:gd name="connsiteX1509" fmla="*/ 3595365 w 4940931"/>
                <a:gd name="connsiteY1509" fmla="*/ 44450 h 138429"/>
                <a:gd name="connsiteX1510" fmla="*/ 3584570 w 4940931"/>
                <a:gd name="connsiteY1510" fmla="*/ 44450 h 138429"/>
                <a:gd name="connsiteX1511" fmla="*/ 3584570 w 4940931"/>
                <a:gd name="connsiteY1511" fmla="*/ 30480 h 138429"/>
                <a:gd name="connsiteX1512" fmla="*/ 3595365 w 4940931"/>
                <a:gd name="connsiteY1512" fmla="*/ 30480 h 138429"/>
                <a:gd name="connsiteX1513" fmla="*/ 3595365 w 4940931"/>
                <a:gd name="connsiteY1513" fmla="*/ 8255 h 138429"/>
                <a:gd name="connsiteX1514" fmla="*/ 3445505 w 4940931"/>
                <a:gd name="connsiteY1514" fmla="*/ 0 h 138429"/>
                <a:gd name="connsiteX1515" fmla="*/ 3445505 w 4940931"/>
                <a:gd name="connsiteY1515" fmla="*/ 37465 h 138429"/>
                <a:gd name="connsiteX1516" fmla="*/ 3449950 w 4940931"/>
                <a:gd name="connsiteY1516" fmla="*/ 33655 h 138429"/>
                <a:gd name="connsiteX1517" fmla="*/ 3453760 w 4940931"/>
                <a:gd name="connsiteY1517" fmla="*/ 31115 h 138429"/>
                <a:gd name="connsiteX1518" fmla="*/ 3458840 w 4940931"/>
                <a:gd name="connsiteY1518" fmla="*/ 29210 h 138429"/>
                <a:gd name="connsiteX1519" fmla="*/ 3465825 w 4940931"/>
                <a:gd name="connsiteY1519" fmla="*/ 28575 h 138429"/>
                <a:gd name="connsiteX1520" fmla="*/ 3477890 w 4940931"/>
                <a:gd name="connsiteY1520" fmla="*/ 31115 h 138429"/>
                <a:gd name="connsiteX1521" fmla="*/ 3487415 w 4940931"/>
                <a:gd name="connsiteY1521" fmla="*/ 38735 h 138429"/>
                <a:gd name="connsiteX1522" fmla="*/ 3493765 w 4940931"/>
                <a:gd name="connsiteY1522" fmla="*/ 51435 h 138429"/>
                <a:gd name="connsiteX1523" fmla="*/ 3496305 w 4940931"/>
                <a:gd name="connsiteY1523" fmla="*/ 70485 h 138429"/>
                <a:gd name="connsiteX1524" fmla="*/ 3495670 w 4940931"/>
                <a:gd name="connsiteY1524" fmla="*/ 71120 h 138429"/>
                <a:gd name="connsiteX1525" fmla="*/ 3493130 w 4940931"/>
                <a:gd name="connsiteY1525" fmla="*/ 88265 h 138429"/>
                <a:gd name="connsiteX1526" fmla="*/ 3486145 w 4940931"/>
                <a:gd name="connsiteY1526" fmla="*/ 100330 h 138429"/>
                <a:gd name="connsiteX1527" fmla="*/ 3476620 w 4940931"/>
                <a:gd name="connsiteY1527" fmla="*/ 107315 h 138429"/>
                <a:gd name="connsiteX1528" fmla="*/ 3465190 w 4940931"/>
                <a:gd name="connsiteY1528" fmla="*/ 109855 h 138429"/>
                <a:gd name="connsiteX1529" fmla="*/ 3454395 w 4940931"/>
                <a:gd name="connsiteY1529" fmla="*/ 107315 h 138429"/>
                <a:gd name="connsiteX1530" fmla="*/ 3445505 w 4940931"/>
                <a:gd name="connsiteY1530" fmla="*/ 100965 h 138429"/>
                <a:gd name="connsiteX1531" fmla="*/ 3445505 w 4940931"/>
                <a:gd name="connsiteY1531" fmla="*/ 107950 h 138429"/>
                <a:gd name="connsiteX1532" fmla="*/ 3430265 w 4940931"/>
                <a:gd name="connsiteY1532" fmla="*/ 107950 h 138429"/>
                <a:gd name="connsiteX1533" fmla="*/ 3430265 w 4940931"/>
                <a:gd name="connsiteY1533" fmla="*/ 7620 h 138429"/>
                <a:gd name="connsiteX1534" fmla="*/ 2380611 w 4940931"/>
                <a:gd name="connsiteY1534" fmla="*/ 0 h 138429"/>
                <a:gd name="connsiteX1535" fmla="*/ 2380611 w 4940931"/>
                <a:gd name="connsiteY1535" fmla="*/ 30480 h 138429"/>
                <a:gd name="connsiteX1536" fmla="*/ 2399661 w 4940931"/>
                <a:gd name="connsiteY1536" fmla="*/ 30480 h 138429"/>
                <a:gd name="connsiteX1537" fmla="*/ 2399661 w 4940931"/>
                <a:gd name="connsiteY1537" fmla="*/ 44450 h 138429"/>
                <a:gd name="connsiteX1538" fmla="*/ 2380611 w 4940931"/>
                <a:gd name="connsiteY1538" fmla="*/ 44450 h 138429"/>
                <a:gd name="connsiteX1539" fmla="*/ 2380611 w 4940931"/>
                <a:gd name="connsiteY1539" fmla="*/ 86995 h 138429"/>
                <a:gd name="connsiteX1540" fmla="*/ 2380611 w 4940931"/>
                <a:gd name="connsiteY1540" fmla="*/ 91440 h 138429"/>
                <a:gd name="connsiteX1541" fmla="*/ 2381881 w 4940931"/>
                <a:gd name="connsiteY1541" fmla="*/ 94615 h 138429"/>
                <a:gd name="connsiteX1542" fmla="*/ 2384421 w 4940931"/>
                <a:gd name="connsiteY1542" fmla="*/ 95885 h 138429"/>
                <a:gd name="connsiteX1543" fmla="*/ 2388231 w 4940931"/>
                <a:gd name="connsiteY1543" fmla="*/ 95885 h 138429"/>
                <a:gd name="connsiteX1544" fmla="*/ 2394581 w 4940931"/>
                <a:gd name="connsiteY1544" fmla="*/ 95250 h 138429"/>
                <a:gd name="connsiteX1545" fmla="*/ 2399661 w 4940931"/>
                <a:gd name="connsiteY1545" fmla="*/ 93345 h 138429"/>
                <a:gd name="connsiteX1546" fmla="*/ 2397756 w 4940931"/>
                <a:gd name="connsiteY1546" fmla="*/ 106680 h 138429"/>
                <a:gd name="connsiteX1547" fmla="*/ 2391406 w 4940931"/>
                <a:gd name="connsiteY1547" fmla="*/ 109220 h 138429"/>
                <a:gd name="connsiteX1548" fmla="*/ 2383151 w 4940931"/>
                <a:gd name="connsiteY1548" fmla="*/ 110490 h 138429"/>
                <a:gd name="connsiteX1549" fmla="*/ 2376166 w 4940931"/>
                <a:gd name="connsiteY1549" fmla="*/ 109220 h 138429"/>
                <a:gd name="connsiteX1550" fmla="*/ 2370451 w 4940931"/>
                <a:gd name="connsiteY1550" fmla="*/ 105410 h 138429"/>
                <a:gd name="connsiteX1551" fmla="*/ 2366641 w 4940931"/>
                <a:gd name="connsiteY1551" fmla="*/ 99060 h 138429"/>
                <a:gd name="connsiteX1552" fmla="*/ 2365371 w 4940931"/>
                <a:gd name="connsiteY1552" fmla="*/ 89535 h 138429"/>
                <a:gd name="connsiteX1553" fmla="*/ 2365371 w 4940931"/>
                <a:gd name="connsiteY1553" fmla="*/ 44450 h 138429"/>
                <a:gd name="connsiteX1554" fmla="*/ 2354576 w 4940931"/>
                <a:gd name="connsiteY1554" fmla="*/ 44450 h 138429"/>
                <a:gd name="connsiteX1555" fmla="*/ 2354576 w 4940931"/>
                <a:gd name="connsiteY1555" fmla="*/ 30480 h 138429"/>
                <a:gd name="connsiteX1556" fmla="*/ 2365371 w 4940931"/>
                <a:gd name="connsiteY1556" fmla="*/ 30480 h 138429"/>
                <a:gd name="connsiteX1557" fmla="*/ 2365371 w 4940931"/>
                <a:gd name="connsiteY1557" fmla="*/ 8255 h 138429"/>
                <a:gd name="connsiteX1558" fmla="*/ 2150741 w 4940931"/>
                <a:gd name="connsiteY1558" fmla="*/ 0 h 138429"/>
                <a:gd name="connsiteX1559" fmla="*/ 2150741 w 4940931"/>
                <a:gd name="connsiteY1559" fmla="*/ 30480 h 138429"/>
                <a:gd name="connsiteX1560" fmla="*/ 2169791 w 4940931"/>
                <a:gd name="connsiteY1560" fmla="*/ 30480 h 138429"/>
                <a:gd name="connsiteX1561" fmla="*/ 2169791 w 4940931"/>
                <a:gd name="connsiteY1561" fmla="*/ 44450 h 138429"/>
                <a:gd name="connsiteX1562" fmla="*/ 2150741 w 4940931"/>
                <a:gd name="connsiteY1562" fmla="*/ 44450 h 138429"/>
                <a:gd name="connsiteX1563" fmla="*/ 2150741 w 4940931"/>
                <a:gd name="connsiteY1563" fmla="*/ 86995 h 138429"/>
                <a:gd name="connsiteX1564" fmla="*/ 2150741 w 4940931"/>
                <a:gd name="connsiteY1564" fmla="*/ 91440 h 138429"/>
                <a:gd name="connsiteX1565" fmla="*/ 2152011 w 4940931"/>
                <a:gd name="connsiteY1565" fmla="*/ 94615 h 138429"/>
                <a:gd name="connsiteX1566" fmla="*/ 2154551 w 4940931"/>
                <a:gd name="connsiteY1566" fmla="*/ 95885 h 138429"/>
                <a:gd name="connsiteX1567" fmla="*/ 2158361 w 4940931"/>
                <a:gd name="connsiteY1567" fmla="*/ 95885 h 138429"/>
                <a:gd name="connsiteX1568" fmla="*/ 2164711 w 4940931"/>
                <a:gd name="connsiteY1568" fmla="*/ 95250 h 138429"/>
                <a:gd name="connsiteX1569" fmla="*/ 2169791 w 4940931"/>
                <a:gd name="connsiteY1569" fmla="*/ 93345 h 138429"/>
                <a:gd name="connsiteX1570" fmla="*/ 2167886 w 4940931"/>
                <a:gd name="connsiteY1570" fmla="*/ 106680 h 138429"/>
                <a:gd name="connsiteX1571" fmla="*/ 2161536 w 4940931"/>
                <a:gd name="connsiteY1571" fmla="*/ 109220 h 138429"/>
                <a:gd name="connsiteX1572" fmla="*/ 2153281 w 4940931"/>
                <a:gd name="connsiteY1572" fmla="*/ 110490 h 138429"/>
                <a:gd name="connsiteX1573" fmla="*/ 2146296 w 4940931"/>
                <a:gd name="connsiteY1573" fmla="*/ 109220 h 138429"/>
                <a:gd name="connsiteX1574" fmla="*/ 2140581 w 4940931"/>
                <a:gd name="connsiteY1574" fmla="*/ 105410 h 138429"/>
                <a:gd name="connsiteX1575" fmla="*/ 2136771 w 4940931"/>
                <a:gd name="connsiteY1575" fmla="*/ 99060 h 138429"/>
                <a:gd name="connsiteX1576" fmla="*/ 2135501 w 4940931"/>
                <a:gd name="connsiteY1576" fmla="*/ 89535 h 138429"/>
                <a:gd name="connsiteX1577" fmla="*/ 2135501 w 4940931"/>
                <a:gd name="connsiteY1577" fmla="*/ 44450 h 138429"/>
                <a:gd name="connsiteX1578" fmla="*/ 2124706 w 4940931"/>
                <a:gd name="connsiteY1578" fmla="*/ 44450 h 138429"/>
                <a:gd name="connsiteX1579" fmla="*/ 2124706 w 4940931"/>
                <a:gd name="connsiteY1579" fmla="*/ 30480 h 138429"/>
                <a:gd name="connsiteX1580" fmla="*/ 2135501 w 4940931"/>
                <a:gd name="connsiteY1580" fmla="*/ 30480 h 138429"/>
                <a:gd name="connsiteX1581" fmla="*/ 2135501 w 4940931"/>
                <a:gd name="connsiteY1581" fmla="*/ 8255 h 138429"/>
                <a:gd name="connsiteX1582" fmla="*/ 2096131 w 4940931"/>
                <a:gd name="connsiteY1582" fmla="*/ 0 h 138429"/>
                <a:gd name="connsiteX1583" fmla="*/ 2096131 w 4940931"/>
                <a:gd name="connsiteY1583" fmla="*/ 30480 h 138429"/>
                <a:gd name="connsiteX1584" fmla="*/ 2115181 w 4940931"/>
                <a:gd name="connsiteY1584" fmla="*/ 30480 h 138429"/>
                <a:gd name="connsiteX1585" fmla="*/ 2115181 w 4940931"/>
                <a:gd name="connsiteY1585" fmla="*/ 44450 h 138429"/>
                <a:gd name="connsiteX1586" fmla="*/ 2096131 w 4940931"/>
                <a:gd name="connsiteY1586" fmla="*/ 44450 h 138429"/>
                <a:gd name="connsiteX1587" fmla="*/ 2096131 w 4940931"/>
                <a:gd name="connsiteY1587" fmla="*/ 86995 h 138429"/>
                <a:gd name="connsiteX1588" fmla="*/ 2096131 w 4940931"/>
                <a:gd name="connsiteY1588" fmla="*/ 91440 h 138429"/>
                <a:gd name="connsiteX1589" fmla="*/ 2097401 w 4940931"/>
                <a:gd name="connsiteY1589" fmla="*/ 94615 h 138429"/>
                <a:gd name="connsiteX1590" fmla="*/ 2099941 w 4940931"/>
                <a:gd name="connsiteY1590" fmla="*/ 95885 h 138429"/>
                <a:gd name="connsiteX1591" fmla="*/ 2103751 w 4940931"/>
                <a:gd name="connsiteY1591" fmla="*/ 95885 h 138429"/>
                <a:gd name="connsiteX1592" fmla="*/ 2110101 w 4940931"/>
                <a:gd name="connsiteY1592" fmla="*/ 95250 h 138429"/>
                <a:gd name="connsiteX1593" fmla="*/ 2115181 w 4940931"/>
                <a:gd name="connsiteY1593" fmla="*/ 93345 h 138429"/>
                <a:gd name="connsiteX1594" fmla="*/ 2113276 w 4940931"/>
                <a:gd name="connsiteY1594" fmla="*/ 106680 h 138429"/>
                <a:gd name="connsiteX1595" fmla="*/ 2106926 w 4940931"/>
                <a:gd name="connsiteY1595" fmla="*/ 109220 h 138429"/>
                <a:gd name="connsiteX1596" fmla="*/ 2098671 w 4940931"/>
                <a:gd name="connsiteY1596" fmla="*/ 110490 h 138429"/>
                <a:gd name="connsiteX1597" fmla="*/ 2091686 w 4940931"/>
                <a:gd name="connsiteY1597" fmla="*/ 109220 h 138429"/>
                <a:gd name="connsiteX1598" fmla="*/ 2085971 w 4940931"/>
                <a:gd name="connsiteY1598" fmla="*/ 105410 h 138429"/>
                <a:gd name="connsiteX1599" fmla="*/ 2082161 w 4940931"/>
                <a:gd name="connsiteY1599" fmla="*/ 99060 h 138429"/>
                <a:gd name="connsiteX1600" fmla="*/ 2080891 w 4940931"/>
                <a:gd name="connsiteY1600" fmla="*/ 89535 h 138429"/>
                <a:gd name="connsiteX1601" fmla="*/ 2080891 w 4940931"/>
                <a:gd name="connsiteY1601" fmla="*/ 44450 h 138429"/>
                <a:gd name="connsiteX1602" fmla="*/ 2070096 w 4940931"/>
                <a:gd name="connsiteY1602" fmla="*/ 44450 h 138429"/>
                <a:gd name="connsiteX1603" fmla="*/ 2070096 w 4940931"/>
                <a:gd name="connsiteY1603" fmla="*/ 30480 h 138429"/>
                <a:gd name="connsiteX1604" fmla="*/ 2080891 w 4940931"/>
                <a:gd name="connsiteY1604" fmla="*/ 30480 h 138429"/>
                <a:gd name="connsiteX1605" fmla="*/ 2080891 w 4940931"/>
                <a:gd name="connsiteY1605" fmla="*/ 8255 h 138429"/>
                <a:gd name="connsiteX1606" fmla="*/ 1931665 w 4940931"/>
                <a:gd name="connsiteY1606" fmla="*/ 0 h 138429"/>
                <a:gd name="connsiteX1607" fmla="*/ 1931665 w 4940931"/>
                <a:gd name="connsiteY1607" fmla="*/ 37465 h 138429"/>
                <a:gd name="connsiteX1608" fmla="*/ 1936110 w 4940931"/>
                <a:gd name="connsiteY1608" fmla="*/ 33655 h 138429"/>
                <a:gd name="connsiteX1609" fmla="*/ 1939920 w 4940931"/>
                <a:gd name="connsiteY1609" fmla="*/ 31115 h 138429"/>
                <a:gd name="connsiteX1610" fmla="*/ 1945000 w 4940931"/>
                <a:gd name="connsiteY1610" fmla="*/ 29210 h 138429"/>
                <a:gd name="connsiteX1611" fmla="*/ 1951985 w 4940931"/>
                <a:gd name="connsiteY1611" fmla="*/ 28575 h 138429"/>
                <a:gd name="connsiteX1612" fmla="*/ 1964050 w 4940931"/>
                <a:gd name="connsiteY1612" fmla="*/ 31115 h 138429"/>
                <a:gd name="connsiteX1613" fmla="*/ 1973575 w 4940931"/>
                <a:gd name="connsiteY1613" fmla="*/ 38735 h 138429"/>
                <a:gd name="connsiteX1614" fmla="*/ 1979925 w 4940931"/>
                <a:gd name="connsiteY1614" fmla="*/ 51435 h 138429"/>
                <a:gd name="connsiteX1615" fmla="*/ 1982465 w 4940931"/>
                <a:gd name="connsiteY1615" fmla="*/ 70485 h 138429"/>
                <a:gd name="connsiteX1616" fmla="*/ 1981830 w 4940931"/>
                <a:gd name="connsiteY1616" fmla="*/ 71120 h 138429"/>
                <a:gd name="connsiteX1617" fmla="*/ 1979290 w 4940931"/>
                <a:gd name="connsiteY1617" fmla="*/ 88265 h 138429"/>
                <a:gd name="connsiteX1618" fmla="*/ 1972305 w 4940931"/>
                <a:gd name="connsiteY1618" fmla="*/ 100330 h 138429"/>
                <a:gd name="connsiteX1619" fmla="*/ 1962780 w 4940931"/>
                <a:gd name="connsiteY1619" fmla="*/ 107315 h 138429"/>
                <a:gd name="connsiteX1620" fmla="*/ 1951350 w 4940931"/>
                <a:gd name="connsiteY1620" fmla="*/ 109855 h 138429"/>
                <a:gd name="connsiteX1621" fmla="*/ 1940555 w 4940931"/>
                <a:gd name="connsiteY1621" fmla="*/ 107315 h 138429"/>
                <a:gd name="connsiteX1622" fmla="*/ 1931665 w 4940931"/>
                <a:gd name="connsiteY1622" fmla="*/ 100965 h 138429"/>
                <a:gd name="connsiteX1623" fmla="*/ 1931665 w 4940931"/>
                <a:gd name="connsiteY1623" fmla="*/ 107950 h 138429"/>
                <a:gd name="connsiteX1624" fmla="*/ 1916425 w 4940931"/>
                <a:gd name="connsiteY1624" fmla="*/ 107950 h 138429"/>
                <a:gd name="connsiteX1625" fmla="*/ 1916425 w 4940931"/>
                <a:gd name="connsiteY1625" fmla="*/ 7620 h 138429"/>
                <a:gd name="connsiteX1626" fmla="*/ 1316991 w 4940931"/>
                <a:gd name="connsiteY1626" fmla="*/ 0 h 138429"/>
                <a:gd name="connsiteX1627" fmla="*/ 1316991 w 4940931"/>
                <a:gd name="connsiteY1627" fmla="*/ 30480 h 138429"/>
                <a:gd name="connsiteX1628" fmla="*/ 1336041 w 4940931"/>
                <a:gd name="connsiteY1628" fmla="*/ 30480 h 138429"/>
                <a:gd name="connsiteX1629" fmla="*/ 1336041 w 4940931"/>
                <a:gd name="connsiteY1629" fmla="*/ 44450 h 138429"/>
                <a:gd name="connsiteX1630" fmla="*/ 1316991 w 4940931"/>
                <a:gd name="connsiteY1630" fmla="*/ 44450 h 138429"/>
                <a:gd name="connsiteX1631" fmla="*/ 1316991 w 4940931"/>
                <a:gd name="connsiteY1631" fmla="*/ 86995 h 138429"/>
                <a:gd name="connsiteX1632" fmla="*/ 1316991 w 4940931"/>
                <a:gd name="connsiteY1632" fmla="*/ 91440 h 138429"/>
                <a:gd name="connsiteX1633" fmla="*/ 1318261 w 4940931"/>
                <a:gd name="connsiteY1633" fmla="*/ 94615 h 138429"/>
                <a:gd name="connsiteX1634" fmla="*/ 1320801 w 4940931"/>
                <a:gd name="connsiteY1634" fmla="*/ 95885 h 138429"/>
                <a:gd name="connsiteX1635" fmla="*/ 1324611 w 4940931"/>
                <a:gd name="connsiteY1635" fmla="*/ 95885 h 138429"/>
                <a:gd name="connsiteX1636" fmla="*/ 1330961 w 4940931"/>
                <a:gd name="connsiteY1636" fmla="*/ 95250 h 138429"/>
                <a:gd name="connsiteX1637" fmla="*/ 1336041 w 4940931"/>
                <a:gd name="connsiteY1637" fmla="*/ 93345 h 138429"/>
                <a:gd name="connsiteX1638" fmla="*/ 1334136 w 4940931"/>
                <a:gd name="connsiteY1638" fmla="*/ 106680 h 138429"/>
                <a:gd name="connsiteX1639" fmla="*/ 1327786 w 4940931"/>
                <a:gd name="connsiteY1639" fmla="*/ 109220 h 138429"/>
                <a:gd name="connsiteX1640" fmla="*/ 1319531 w 4940931"/>
                <a:gd name="connsiteY1640" fmla="*/ 110490 h 138429"/>
                <a:gd name="connsiteX1641" fmla="*/ 1312546 w 4940931"/>
                <a:gd name="connsiteY1641" fmla="*/ 109220 h 138429"/>
                <a:gd name="connsiteX1642" fmla="*/ 1306831 w 4940931"/>
                <a:gd name="connsiteY1642" fmla="*/ 105410 h 138429"/>
                <a:gd name="connsiteX1643" fmla="*/ 1303021 w 4940931"/>
                <a:gd name="connsiteY1643" fmla="*/ 99060 h 138429"/>
                <a:gd name="connsiteX1644" fmla="*/ 1301751 w 4940931"/>
                <a:gd name="connsiteY1644" fmla="*/ 89535 h 138429"/>
                <a:gd name="connsiteX1645" fmla="*/ 1301751 w 4940931"/>
                <a:gd name="connsiteY1645" fmla="*/ 44450 h 138429"/>
                <a:gd name="connsiteX1646" fmla="*/ 1290956 w 4940931"/>
                <a:gd name="connsiteY1646" fmla="*/ 44450 h 138429"/>
                <a:gd name="connsiteX1647" fmla="*/ 1290956 w 4940931"/>
                <a:gd name="connsiteY1647" fmla="*/ 30480 h 138429"/>
                <a:gd name="connsiteX1648" fmla="*/ 1301751 w 4940931"/>
                <a:gd name="connsiteY1648" fmla="*/ 30480 h 138429"/>
                <a:gd name="connsiteX1649" fmla="*/ 1301751 w 4940931"/>
                <a:gd name="connsiteY1649" fmla="*/ 8255 h 138429"/>
                <a:gd name="connsiteX1650" fmla="*/ 751206 w 4940931"/>
                <a:gd name="connsiteY1650" fmla="*/ 0 h 138429"/>
                <a:gd name="connsiteX1651" fmla="*/ 751206 w 4940931"/>
                <a:gd name="connsiteY1651" fmla="*/ 30480 h 138429"/>
                <a:gd name="connsiteX1652" fmla="*/ 770256 w 4940931"/>
                <a:gd name="connsiteY1652" fmla="*/ 30480 h 138429"/>
                <a:gd name="connsiteX1653" fmla="*/ 770256 w 4940931"/>
                <a:gd name="connsiteY1653" fmla="*/ 44450 h 138429"/>
                <a:gd name="connsiteX1654" fmla="*/ 751206 w 4940931"/>
                <a:gd name="connsiteY1654" fmla="*/ 44450 h 138429"/>
                <a:gd name="connsiteX1655" fmla="*/ 751206 w 4940931"/>
                <a:gd name="connsiteY1655" fmla="*/ 86995 h 138429"/>
                <a:gd name="connsiteX1656" fmla="*/ 751206 w 4940931"/>
                <a:gd name="connsiteY1656" fmla="*/ 91440 h 138429"/>
                <a:gd name="connsiteX1657" fmla="*/ 752476 w 4940931"/>
                <a:gd name="connsiteY1657" fmla="*/ 94615 h 138429"/>
                <a:gd name="connsiteX1658" fmla="*/ 755016 w 4940931"/>
                <a:gd name="connsiteY1658" fmla="*/ 95885 h 138429"/>
                <a:gd name="connsiteX1659" fmla="*/ 758826 w 4940931"/>
                <a:gd name="connsiteY1659" fmla="*/ 95885 h 138429"/>
                <a:gd name="connsiteX1660" fmla="*/ 765176 w 4940931"/>
                <a:gd name="connsiteY1660" fmla="*/ 95250 h 138429"/>
                <a:gd name="connsiteX1661" fmla="*/ 770256 w 4940931"/>
                <a:gd name="connsiteY1661" fmla="*/ 93345 h 138429"/>
                <a:gd name="connsiteX1662" fmla="*/ 768351 w 4940931"/>
                <a:gd name="connsiteY1662" fmla="*/ 106680 h 138429"/>
                <a:gd name="connsiteX1663" fmla="*/ 762001 w 4940931"/>
                <a:gd name="connsiteY1663" fmla="*/ 109220 h 138429"/>
                <a:gd name="connsiteX1664" fmla="*/ 753746 w 4940931"/>
                <a:gd name="connsiteY1664" fmla="*/ 110490 h 138429"/>
                <a:gd name="connsiteX1665" fmla="*/ 746761 w 4940931"/>
                <a:gd name="connsiteY1665" fmla="*/ 109220 h 138429"/>
                <a:gd name="connsiteX1666" fmla="*/ 741045 w 4940931"/>
                <a:gd name="connsiteY1666" fmla="*/ 105410 h 138429"/>
                <a:gd name="connsiteX1667" fmla="*/ 737236 w 4940931"/>
                <a:gd name="connsiteY1667" fmla="*/ 99060 h 138429"/>
                <a:gd name="connsiteX1668" fmla="*/ 735966 w 4940931"/>
                <a:gd name="connsiteY1668" fmla="*/ 89535 h 138429"/>
                <a:gd name="connsiteX1669" fmla="*/ 735966 w 4940931"/>
                <a:gd name="connsiteY1669" fmla="*/ 44450 h 138429"/>
                <a:gd name="connsiteX1670" fmla="*/ 725171 w 4940931"/>
                <a:gd name="connsiteY1670" fmla="*/ 44450 h 138429"/>
                <a:gd name="connsiteX1671" fmla="*/ 725171 w 4940931"/>
                <a:gd name="connsiteY1671" fmla="*/ 30480 h 138429"/>
                <a:gd name="connsiteX1672" fmla="*/ 735966 w 4940931"/>
                <a:gd name="connsiteY1672" fmla="*/ 30480 h 138429"/>
                <a:gd name="connsiteX1673" fmla="*/ 735966 w 4940931"/>
                <a:gd name="connsiteY1673" fmla="*/ 8255 h 138429"/>
                <a:gd name="connsiteX1674" fmla="*/ 521335 w 4940931"/>
                <a:gd name="connsiteY1674" fmla="*/ 0 h 138429"/>
                <a:gd name="connsiteX1675" fmla="*/ 521335 w 4940931"/>
                <a:gd name="connsiteY1675" fmla="*/ 30480 h 138429"/>
                <a:gd name="connsiteX1676" fmla="*/ 540385 w 4940931"/>
                <a:gd name="connsiteY1676" fmla="*/ 30480 h 138429"/>
                <a:gd name="connsiteX1677" fmla="*/ 540385 w 4940931"/>
                <a:gd name="connsiteY1677" fmla="*/ 44450 h 138429"/>
                <a:gd name="connsiteX1678" fmla="*/ 521335 w 4940931"/>
                <a:gd name="connsiteY1678" fmla="*/ 44450 h 138429"/>
                <a:gd name="connsiteX1679" fmla="*/ 521335 w 4940931"/>
                <a:gd name="connsiteY1679" fmla="*/ 86995 h 138429"/>
                <a:gd name="connsiteX1680" fmla="*/ 521335 w 4940931"/>
                <a:gd name="connsiteY1680" fmla="*/ 91440 h 138429"/>
                <a:gd name="connsiteX1681" fmla="*/ 522605 w 4940931"/>
                <a:gd name="connsiteY1681" fmla="*/ 94615 h 138429"/>
                <a:gd name="connsiteX1682" fmla="*/ 525145 w 4940931"/>
                <a:gd name="connsiteY1682" fmla="*/ 95885 h 138429"/>
                <a:gd name="connsiteX1683" fmla="*/ 528955 w 4940931"/>
                <a:gd name="connsiteY1683" fmla="*/ 95885 h 138429"/>
                <a:gd name="connsiteX1684" fmla="*/ 535305 w 4940931"/>
                <a:gd name="connsiteY1684" fmla="*/ 95250 h 138429"/>
                <a:gd name="connsiteX1685" fmla="*/ 540385 w 4940931"/>
                <a:gd name="connsiteY1685" fmla="*/ 93345 h 138429"/>
                <a:gd name="connsiteX1686" fmla="*/ 538480 w 4940931"/>
                <a:gd name="connsiteY1686" fmla="*/ 106680 h 138429"/>
                <a:gd name="connsiteX1687" fmla="*/ 532130 w 4940931"/>
                <a:gd name="connsiteY1687" fmla="*/ 109220 h 138429"/>
                <a:gd name="connsiteX1688" fmla="*/ 523875 w 4940931"/>
                <a:gd name="connsiteY1688" fmla="*/ 110490 h 138429"/>
                <a:gd name="connsiteX1689" fmla="*/ 516890 w 4940931"/>
                <a:gd name="connsiteY1689" fmla="*/ 109220 h 138429"/>
                <a:gd name="connsiteX1690" fmla="*/ 511175 w 4940931"/>
                <a:gd name="connsiteY1690" fmla="*/ 105410 h 138429"/>
                <a:gd name="connsiteX1691" fmla="*/ 507365 w 4940931"/>
                <a:gd name="connsiteY1691" fmla="*/ 99060 h 138429"/>
                <a:gd name="connsiteX1692" fmla="*/ 506095 w 4940931"/>
                <a:gd name="connsiteY1692" fmla="*/ 89535 h 138429"/>
                <a:gd name="connsiteX1693" fmla="*/ 506095 w 4940931"/>
                <a:gd name="connsiteY1693" fmla="*/ 44450 h 138429"/>
                <a:gd name="connsiteX1694" fmla="*/ 495300 w 4940931"/>
                <a:gd name="connsiteY1694" fmla="*/ 44450 h 138429"/>
                <a:gd name="connsiteX1695" fmla="*/ 495300 w 4940931"/>
                <a:gd name="connsiteY1695" fmla="*/ 30480 h 138429"/>
                <a:gd name="connsiteX1696" fmla="*/ 506095 w 4940931"/>
                <a:gd name="connsiteY1696" fmla="*/ 30480 h 138429"/>
                <a:gd name="connsiteX1697" fmla="*/ 506095 w 4940931"/>
                <a:gd name="connsiteY1697" fmla="*/ 8255 h 138429"/>
                <a:gd name="connsiteX1698" fmla="*/ 466724 w 4940931"/>
                <a:gd name="connsiteY1698" fmla="*/ 0 h 138429"/>
                <a:gd name="connsiteX1699" fmla="*/ 466724 w 4940931"/>
                <a:gd name="connsiteY1699" fmla="*/ 30480 h 138429"/>
                <a:gd name="connsiteX1700" fmla="*/ 485774 w 4940931"/>
                <a:gd name="connsiteY1700" fmla="*/ 30480 h 138429"/>
                <a:gd name="connsiteX1701" fmla="*/ 485774 w 4940931"/>
                <a:gd name="connsiteY1701" fmla="*/ 44450 h 138429"/>
                <a:gd name="connsiteX1702" fmla="*/ 466724 w 4940931"/>
                <a:gd name="connsiteY1702" fmla="*/ 44450 h 138429"/>
                <a:gd name="connsiteX1703" fmla="*/ 466724 w 4940931"/>
                <a:gd name="connsiteY1703" fmla="*/ 86995 h 138429"/>
                <a:gd name="connsiteX1704" fmla="*/ 466724 w 4940931"/>
                <a:gd name="connsiteY1704" fmla="*/ 91440 h 138429"/>
                <a:gd name="connsiteX1705" fmla="*/ 467994 w 4940931"/>
                <a:gd name="connsiteY1705" fmla="*/ 94615 h 138429"/>
                <a:gd name="connsiteX1706" fmla="*/ 470534 w 4940931"/>
                <a:gd name="connsiteY1706" fmla="*/ 95885 h 138429"/>
                <a:gd name="connsiteX1707" fmla="*/ 474344 w 4940931"/>
                <a:gd name="connsiteY1707" fmla="*/ 95885 h 138429"/>
                <a:gd name="connsiteX1708" fmla="*/ 480694 w 4940931"/>
                <a:gd name="connsiteY1708" fmla="*/ 95250 h 138429"/>
                <a:gd name="connsiteX1709" fmla="*/ 485774 w 4940931"/>
                <a:gd name="connsiteY1709" fmla="*/ 93345 h 138429"/>
                <a:gd name="connsiteX1710" fmla="*/ 483869 w 4940931"/>
                <a:gd name="connsiteY1710" fmla="*/ 106680 h 138429"/>
                <a:gd name="connsiteX1711" fmla="*/ 477519 w 4940931"/>
                <a:gd name="connsiteY1711" fmla="*/ 109220 h 138429"/>
                <a:gd name="connsiteX1712" fmla="*/ 469264 w 4940931"/>
                <a:gd name="connsiteY1712" fmla="*/ 110490 h 138429"/>
                <a:gd name="connsiteX1713" fmla="*/ 462279 w 4940931"/>
                <a:gd name="connsiteY1713" fmla="*/ 109220 h 138429"/>
                <a:gd name="connsiteX1714" fmla="*/ 456564 w 4940931"/>
                <a:gd name="connsiteY1714" fmla="*/ 105410 h 138429"/>
                <a:gd name="connsiteX1715" fmla="*/ 452754 w 4940931"/>
                <a:gd name="connsiteY1715" fmla="*/ 99060 h 138429"/>
                <a:gd name="connsiteX1716" fmla="*/ 451484 w 4940931"/>
                <a:gd name="connsiteY1716" fmla="*/ 89535 h 138429"/>
                <a:gd name="connsiteX1717" fmla="*/ 451484 w 4940931"/>
                <a:gd name="connsiteY1717" fmla="*/ 44450 h 138429"/>
                <a:gd name="connsiteX1718" fmla="*/ 440689 w 4940931"/>
                <a:gd name="connsiteY1718" fmla="*/ 44450 h 138429"/>
                <a:gd name="connsiteX1719" fmla="*/ 440689 w 4940931"/>
                <a:gd name="connsiteY1719" fmla="*/ 30480 h 138429"/>
                <a:gd name="connsiteX1720" fmla="*/ 451484 w 4940931"/>
                <a:gd name="connsiteY1720" fmla="*/ 30480 h 138429"/>
                <a:gd name="connsiteX1721" fmla="*/ 451484 w 4940931"/>
                <a:gd name="connsiteY1721" fmla="*/ 8255 h 138429"/>
                <a:gd name="connsiteX1722" fmla="*/ 302259 w 4940931"/>
                <a:gd name="connsiteY1722" fmla="*/ 0 h 138429"/>
                <a:gd name="connsiteX1723" fmla="*/ 302259 w 4940931"/>
                <a:gd name="connsiteY1723" fmla="*/ 37465 h 138429"/>
                <a:gd name="connsiteX1724" fmla="*/ 306704 w 4940931"/>
                <a:gd name="connsiteY1724" fmla="*/ 33655 h 138429"/>
                <a:gd name="connsiteX1725" fmla="*/ 310514 w 4940931"/>
                <a:gd name="connsiteY1725" fmla="*/ 31115 h 138429"/>
                <a:gd name="connsiteX1726" fmla="*/ 315594 w 4940931"/>
                <a:gd name="connsiteY1726" fmla="*/ 29210 h 138429"/>
                <a:gd name="connsiteX1727" fmla="*/ 322579 w 4940931"/>
                <a:gd name="connsiteY1727" fmla="*/ 28575 h 138429"/>
                <a:gd name="connsiteX1728" fmla="*/ 334644 w 4940931"/>
                <a:gd name="connsiteY1728" fmla="*/ 31115 h 138429"/>
                <a:gd name="connsiteX1729" fmla="*/ 344169 w 4940931"/>
                <a:gd name="connsiteY1729" fmla="*/ 38735 h 138429"/>
                <a:gd name="connsiteX1730" fmla="*/ 350519 w 4940931"/>
                <a:gd name="connsiteY1730" fmla="*/ 51435 h 138429"/>
                <a:gd name="connsiteX1731" fmla="*/ 353059 w 4940931"/>
                <a:gd name="connsiteY1731" fmla="*/ 70485 h 138429"/>
                <a:gd name="connsiteX1732" fmla="*/ 352424 w 4940931"/>
                <a:gd name="connsiteY1732" fmla="*/ 71120 h 138429"/>
                <a:gd name="connsiteX1733" fmla="*/ 349884 w 4940931"/>
                <a:gd name="connsiteY1733" fmla="*/ 88265 h 138429"/>
                <a:gd name="connsiteX1734" fmla="*/ 342899 w 4940931"/>
                <a:gd name="connsiteY1734" fmla="*/ 100330 h 138429"/>
                <a:gd name="connsiteX1735" fmla="*/ 333374 w 4940931"/>
                <a:gd name="connsiteY1735" fmla="*/ 107315 h 138429"/>
                <a:gd name="connsiteX1736" fmla="*/ 321944 w 4940931"/>
                <a:gd name="connsiteY1736" fmla="*/ 109855 h 138429"/>
                <a:gd name="connsiteX1737" fmla="*/ 311149 w 4940931"/>
                <a:gd name="connsiteY1737" fmla="*/ 107315 h 138429"/>
                <a:gd name="connsiteX1738" fmla="*/ 302259 w 4940931"/>
                <a:gd name="connsiteY1738" fmla="*/ 100965 h 138429"/>
                <a:gd name="connsiteX1739" fmla="*/ 302259 w 4940931"/>
                <a:gd name="connsiteY1739" fmla="*/ 107950 h 138429"/>
                <a:gd name="connsiteX1740" fmla="*/ 287019 w 4940931"/>
                <a:gd name="connsiteY1740" fmla="*/ 107950 h 138429"/>
                <a:gd name="connsiteX1741" fmla="*/ 287019 w 4940931"/>
                <a:gd name="connsiteY1741" fmla="*/ 7620 h 138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Lst>
              <a:rect l="l" t="t" r="r" b="b"/>
              <a:pathLst>
                <a:path w="4940931" h="138429">
                  <a:moveTo>
                    <a:pt x="1032512" y="137477"/>
                  </a:moveTo>
                  <a:lnTo>
                    <a:pt x="1032512" y="137794"/>
                  </a:lnTo>
                  <a:lnTo>
                    <a:pt x="1030607" y="138429"/>
                  </a:lnTo>
                  <a:close/>
                  <a:moveTo>
                    <a:pt x="4929501" y="87629"/>
                  </a:moveTo>
                  <a:cubicBezTo>
                    <a:pt x="4930771" y="87629"/>
                    <a:pt x="4932676" y="87629"/>
                    <a:pt x="4933946" y="88264"/>
                  </a:cubicBezTo>
                  <a:cubicBezTo>
                    <a:pt x="4935216" y="88264"/>
                    <a:pt x="4936486" y="89534"/>
                    <a:pt x="4937756" y="90804"/>
                  </a:cubicBezTo>
                  <a:cubicBezTo>
                    <a:pt x="4939026" y="92074"/>
                    <a:pt x="4939661" y="93344"/>
                    <a:pt x="4940296" y="94614"/>
                  </a:cubicBezTo>
                  <a:cubicBezTo>
                    <a:pt x="4940296" y="95884"/>
                    <a:pt x="4940931" y="97789"/>
                    <a:pt x="4940931" y="99059"/>
                  </a:cubicBezTo>
                  <a:cubicBezTo>
                    <a:pt x="4940931" y="99059"/>
                    <a:pt x="4940931" y="102234"/>
                    <a:pt x="4940296" y="103504"/>
                  </a:cubicBezTo>
                  <a:cubicBezTo>
                    <a:pt x="4940296" y="104774"/>
                    <a:pt x="4939026" y="106044"/>
                    <a:pt x="4937756" y="107314"/>
                  </a:cubicBezTo>
                  <a:cubicBezTo>
                    <a:pt x="4936486" y="108584"/>
                    <a:pt x="4935216" y="109219"/>
                    <a:pt x="4933946" y="109854"/>
                  </a:cubicBezTo>
                  <a:cubicBezTo>
                    <a:pt x="4932676" y="109854"/>
                    <a:pt x="4930771" y="110489"/>
                    <a:pt x="4929501" y="110489"/>
                  </a:cubicBezTo>
                  <a:cubicBezTo>
                    <a:pt x="4928231" y="110489"/>
                    <a:pt x="4926326" y="110489"/>
                    <a:pt x="4925056" y="109854"/>
                  </a:cubicBezTo>
                  <a:cubicBezTo>
                    <a:pt x="4923786" y="109854"/>
                    <a:pt x="4922516" y="108584"/>
                    <a:pt x="4921246" y="107314"/>
                  </a:cubicBezTo>
                  <a:cubicBezTo>
                    <a:pt x="4919976" y="106044"/>
                    <a:pt x="4919341" y="104774"/>
                    <a:pt x="4918706" y="103504"/>
                  </a:cubicBezTo>
                  <a:cubicBezTo>
                    <a:pt x="4918706" y="102234"/>
                    <a:pt x="4918071" y="100329"/>
                    <a:pt x="4918071" y="99059"/>
                  </a:cubicBezTo>
                  <a:cubicBezTo>
                    <a:pt x="4918071" y="97789"/>
                    <a:pt x="4918071" y="95884"/>
                    <a:pt x="4918706" y="94614"/>
                  </a:cubicBezTo>
                  <a:cubicBezTo>
                    <a:pt x="4918706" y="93344"/>
                    <a:pt x="4919976" y="92074"/>
                    <a:pt x="4921246" y="90804"/>
                  </a:cubicBezTo>
                  <a:cubicBezTo>
                    <a:pt x="4922516" y="89534"/>
                    <a:pt x="4923786" y="88899"/>
                    <a:pt x="4925056" y="88264"/>
                  </a:cubicBezTo>
                  <a:cubicBezTo>
                    <a:pt x="4926326" y="88264"/>
                    <a:pt x="4928231" y="87629"/>
                    <a:pt x="4929501" y="87629"/>
                  </a:cubicBezTo>
                  <a:close/>
                  <a:moveTo>
                    <a:pt x="3079110" y="87629"/>
                  </a:moveTo>
                  <a:cubicBezTo>
                    <a:pt x="3080380" y="87629"/>
                    <a:pt x="3082285" y="87629"/>
                    <a:pt x="3083555" y="88264"/>
                  </a:cubicBezTo>
                  <a:cubicBezTo>
                    <a:pt x="3084825" y="88264"/>
                    <a:pt x="3086095" y="89534"/>
                    <a:pt x="3087365" y="90804"/>
                  </a:cubicBezTo>
                  <a:cubicBezTo>
                    <a:pt x="3088635" y="92074"/>
                    <a:pt x="3089270" y="93344"/>
                    <a:pt x="3089905" y="94614"/>
                  </a:cubicBezTo>
                  <a:cubicBezTo>
                    <a:pt x="3089905" y="95884"/>
                    <a:pt x="3090540" y="97789"/>
                    <a:pt x="3090540" y="99059"/>
                  </a:cubicBezTo>
                  <a:cubicBezTo>
                    <a:pt x="3090540" y="99059"/>
                    <a:pt x="3090540" y="102234"/>
                    <a:pt x="3089905" y="103504"/>
                  </a:cubicBezTo>
                  <a:cubicBezTo>
                    <a:pt x="3089905" y="104774"/>
                    <a:pt x="3088635" y="106044"/>
                    <a:pt x="3087365" y="107314"/>
                  </a:cubicBezTo>
                  <a:cubicBezTo>
                    <a:pt x="3086095" y="108584"/>
                    <a:pt x="3084825" y="109219"/>
                    <a:pt x="3083555" y="109854"/>
                  </a:cubicBezTo>
                  <a:cubicBezTo>
                    <a:pt x="3082285" y="109854"/>
                    <a:pt x="3080380" y="110489"/>
                    <a:pt x="3079110" y="110489"/>
                  </a:cubicBezTo>
                  <a:cubicBezTo>
                    <a:pt x="3077840" y="110489"/>
                    <a:pt x="3075935" y="110489"/>
                    <a:pt x="3074665" y="109854"/>
                  </a:cubicBezTo>
                  <a:cubicBezTo>
                    <a:pt x="3073395" y="109854"/>
                    <a:pt x="3072125" y="108584"/>
                    <a:pt x="3070855" y="107314"/>
                  </a:cubicBezTo>
                  <a:cubicBezTo>
                    <a:pt x="3069585" y="106044"/>
                    <a:pt x="3068950" y="104774"/>
                    <a:pt x="3068315" y="103504"/>
                  </a:cubicBezTo>
                  <a:cubicBezTo>
                    <a:pt x="3068315" y="102234"/>
                    <a:pt x="3067680" y="100329"/>
                    <a:pt x="3067680" y="99059"/>
                  </a:cubicBezTo>
                  <a:cubicBezTo>
                    <a:pt x="3067680" y="97789"/>
                    <a:pt x="3067680" y="95884"/>
                    <a:pt x="3068315" y="94614"/>
                  </a:cubicBezTo>
                  <a:cubicBezTo>
                    <a:pt x="3068315" y="93344"/>
                    <a:pt x="3069585" y="92074"/>
                    <a:pt x="3070855" y="90804"/>
                  </a:cubicBezTo>
                  <a:cubicBezTo>
                    <a:pt x="3072125" y="89534"/>
                    <a:pt x="3073395" y="88899"/>
                    <a:pt x="3074665" y="88264"/>
                  </a:cubicBezTo>
                  <a:cubicBezTo>
                    <a:pt x="3075935" y="88264"/>
                    <a:pt x="3077840" y="87629"/>
                    <a:pt x="3079110" y="87629"/>
                  </a:cubicBezTo>
                  <a:close/>
                  <a:moveTo>
                    <a:pt x="1565275" y="87629"/>
                  </a:moveTo>
                  <a:cubicBezTo>
                    <a:pt x="1566545" y="87629"/>
                    <a:pt x="1568450" y="87629"/>
                    <a:pt x="1569720" y="88264"/>
                  </a:cubicBezTo>
                  <a:cubicBezTo>
                    <a:pt x="1570990" y="88264"/>
                    <a:pt x="1572260" y="89534"/>
                    <a:pt x="1573529" y="90804"/>
                  </a:cubicBezTo>
                  <a:cubicBezTo>
                    <a:pt x="1574800" y="92074"/>
                    <a:pt x="1575435" y="93344"/>
                    <a:pt x="1576069" y="94614"/>
                  </a:cubicBezTo>
                  <a:cubicBezTo>
                    <a:pt x="1576069" y="95884"/>
                    <a:pt x="1576705" y="97789"/>
                    <a:pt x="1576705" y="99059"/>
                  </a:cubicBezTo>
                  <a:cubicBezTo>
                    <a:pt x="1576705" y="99059"/>
                    <a:pt x="1576705" y="102234"/>
                    <a:pt x="1576069" y="103504"/>
                  </a:cubicBezTo>
                  <a:cubicBezTo>
                    <a:pt x="1576069" y="104774"/>
                    <a:pt x="1574800" y="106044"/>
                    <a:pt x="1573529" y="107314"/>
                  </a:cubicBezTo>
                  <a:cubicBezTo>
                    <a:pt x="1572260" y="108584"/>
                    <a:pt x="1570990" y="109219"/>
                    <a:pt x="1569720" y="109854"/>
                  </a:cubicBezTo>
                  <a:cubicBezTo>
                    <a:pt x="1568450" y="109854"/>
                    <a:pt x="1566545" y="110489"/>
                    <a:pt x="1565275" y="110489"/>
                  </a:cubicBezTo>
                  <a:cubicBezTo>
                    <a:pt x="1564005" y="110489"/>
                    <a:pt x="1562099" y="110489"/>
                    <a:pt x="1560830" y="109854"/>
                  </a:cubicBezTo>
                  <a:cubicBezTo>
                    <a:pt x="1559559" y="109854"/>
                    <a:pt x="1558289" y="108584"/>
                    <a:pt x="1557020" y="107314"/>
                  </a:cubicBezTo>
                  <a:cubicBezTo>
                    <a:pt x="1555750" y="106044"/>
                    <a:pt x="1555114" y="104774"/>
                    <a:pt x="1554479" y="103504"/>
                  </a:cubicBezTo>
                  <a:cubicBezTo>
                    <a:pt x="1554479" y="102234"/>
                    <a:pt x="1553844" y="100329"/>
                    <a:pt x="1553844" y="99059"/>
                  </a:cubicBezTo>
                  <a:cubicBezTo>
                    <a:pt x="1553844" y="97789"/>
                    <a:pt x="1553844" y="95884"/>
                    <a:pt x="1554479" y="94614"/>
                  </a:cubicBezTo>
                  <a:cubicBezTo>
                    <a:pt x="1554479" y="93344"/>
                    <a:pt x="1555750" y="92074"/>
                    <a:pt x="1557020" y="90804"/>
                  </a:cubicBezTo>
                  <a:cubicBezTo>
                    <a:pt x="1558289" y="89534"/>
                    <a:pt x="1559559" y="88899"/>
                    <a:pt x="1560830" y="88264"/>
                  </a:cubicBezTo>
                  <a:cubicBezTo>
                    <a:pt x="1562099" y="88264"/>
                    <a:pt x="1564005" y="87629"/>
                    <a:pt x="1565275" y="87629"/>
                  </a:cubicBezTo>
                  <a:close/>
                  <a:moveTo>
                    <a:pt x="2642230" y="73024"/>
                  </a:moveTo>
                  <a:cubicBezTo>
                    <a:pt x="2637150" y="73024"/>
                    <a:pt x="2633340" y="74294"/>
                    <a:pt x="2630800" y="76199"/>
                  </a:cubicBezTo>
                  <a:cubicBezTo>
                    <a:pt x="2627625" y="78104"/>
                    <a:pt x="2626355" y="81279"/>
                    <a:pt x="2626355" y="84454"/>
                  </a:cubicBezTo>
                  <a:cubicBezTo>
                    <a:pt x="2626355" y="86994"/>
                    <a:pt x="2626355" y="88899"/>
                    <a:pt x="2627625" y="90169"/>
                  </a:cubicBezTo>
                  <a:cubicBezTo>
                    <a:pt x="2628260" y="92074"/>
                    <a:pt x="2629530" y="93344"/>
                    <a:pt x="2630800" y="93979"/>
                  </a:cubicBezTo>
                  <a:cubicBezTo>
                    <a:pt x="2632070" y="95249"/>
                    <a:pt x="2633340" y="95884"/>
                    <a:pt x="2635245" y="96519"/>
                  </a:cubicBezTo>
                  <a:cubicBezTo>
                    <a:pt x="2637150" y="96519"/>
                    <a:pt x="2639055" y="97154"/>
                    <a:pt x="2641595" y="97154"/>
                  </a:cubicBezTo>
                  <a:cubicBezTo>
                    <a:pt x="2643500" y="97154"/>
                    <a:pt x="2645405" y="97154"/>
                    <a:pt x="2647310" y="96519"/>
                  </a:cubicBezTo>
                  <a:cubicBezTo>
                    <a:pt x="2649215" y="96519"/>
                    <a:pt x="2651120" y="95249"/>
                    <a:pt x="2652390" y="93979"/>
                  </a:cubicBezTo>
                  <a:cubicBezTo>
                    <a:pt x="2654295" y="93344"/>
                    <a:pt x="2655565" y="92074"/>
                    <a:pt x="2656835" y="90804"/>
                  </a:cubicBezTo>
                  <a:cubicBezTo>
                    <a:pt x="2658105" y="89534"/>
                    <a:pt x="2659375" y="88264"/>
                    <a:pt x="2660010" y="86994"/>
                  </a:cubicBezTo>
                  <a:lnTo>
                    <a:pt x="2660010" y="75564"/>
                  </a:lnTo>
                  <a:cubicBezTo>
                    <a:pt x="2660010" y="75564"/>
                    <a:pt x="2657470" y="74294"/>
                    <a:pt x="2656200" y="74294"/>
                  </a:cubicBezTo>
                  <a:cubicBezTo>
                    <a:pt x="2654930" y="74294"/>
                    <a:pt x="2653660" y="73659"/>
                    <a:pt x="2652390" y="73659"/>
                  </a:cubicBezTo>
                  <a:cubicBezTo>
                    <a:pt x="2651120" y="73659"/>
                    <a:pt x="2649850" y="73659"/>
                    <a:pt x="2647945" y="73024"/>
                  </a:cubicBezTo>
                  <a:cubicBezTo>
                    <a:pt x="2646040" y="73024"/>
                    <a:pt x="2644135" y="73024"/>
                    <a:pt x="2642230" y="73024"/>
                  </a:cubicBezTo>
                  <a:close/>
                  <a:moveTo>
                    <a:pt x="4664706" y="43814"/>
                  </a:moveTo>
                  <a:cubicBezTo>
                    <a:pt x="4661531" y="43814"/>
                    <a:pt x="4658991" y="43814"/>
                    <a:pt x="4657086" y="45719"/>
                  </a:cubicBezTo>
                  <a:cubicBezTo>
                    <a:pt x="4654546" y="46989"/>
                    <a:pt x="4652641" y="48894"/>
                    <a:pt x="4651371" y="50799"/>
                  </a:cubicBezTo>
                  <a:cubicBezTo>
                    <a:pt x="4649466" y="53339"/>
                    <a:pt x="4648831" y="55879"/>
                    <a:pt x="4647561" y="59054"/>
                  </a:cubicBezTo>
                  <a:cubicBezTo>
                    <a:pt x="4646926" y="62229"/>
                    <a:pt x="4646291" y="65404"/>
                    <a:pt x="4646291" y="69849"/>
                  </a:cubicBezTo>
                  <a:cubicBezTo>
                    <a:pt x="4646291" y="74294"/>
                    <a:pt x="4646291" y="78104"/>
                    <a:pt x="4647561" y="81279"/>
                  </a:cubicBezTo>
                  <a:cubicBezTo>
                    <a:pt x="4648196" y="84454"/>
                    <a:pt x="4650101" y="87629"/>
                    <a:pt x="4651371" y="89534"/>
                  </a:cubicBezTo>
                  <a:cubicBezTo>
                    <a:pt x="4653276" y="92074"/>
                    <a:pt x="4655181" y="93344"/>
                    <a:pt x="4657721" y="94614"/>
                  </a:cubicBezTo>
                  <a:cubicBezTo>
                    <a:pt x="4660261" y="95884"/>
                    <a:pt x="4662801" y="96519"/>
                    <a:pt x="4665341" y="96519"/>
                  </a:cubicBezTo>
                  <a:cubicBezTo>
                    <a:pt x="4667881" y="96519"/>
                    <a:pt x="4671056" y="95884"/>
                    <a:pt x="4672961" y="94614"/>
                  </a:cubicBezTo>
                  <a:cubicBezTo>
                    <a:pt x="4675501" y="93344"/>
                    <a:pt x="4677406" y="91439"/>
                    <a:pt x="4678676" y="88899"/>
                  </a:cubicBezTo>
                  <a:cubicBezTo>
                    <a:pt x="4680581" y="86359"/>
                    <a:pt x="4681851" y="83819"/>
                    <a:pt x="4682486" y="80644"/>
                  </a:cubicBezTo>
                  <a:cubicBezTo>
                    <a:pt x="4683121" y="77469"/>
                    <a:pt x="4683756" y="74294"/>
                    <a:pt x="4683756" y="70484"/>
                  </a:cubicBezTo>
                  <a:lnTo>
                    <a:pt x="4684391" y="69849"/>
                  </a:lnTo>
                  <a:cubicBezTo>
                    <a:pt x="4684391" y="66039"/>
                    <a:pt x="4684391" y="62229"/>
                    <a:pt x="4683121" y="59054"/>
                  </a:cubicBezTo>
                  <a:cubicBezTo>
                    <a:pt x="4682486" y="55879"/>
                    <a:pt x="4680581" y="53339"/>
                    <a:pt x="4679311" y="50799"/>
                  </a:cubicBezTo>
                  <a:cubicBezTo>
                    <a:pt x="4677406" y="48259"/>
                    <a:pt x="4675501" y="46989"/>
                    <a:pt x="4672961" y="45719"/>
                  </a:cubicBezTo>
                  <a:cubicBezTo>
                    <a:pt x="4670421" y="44449"/>
                    <a:pt x="4667881" y="43814"/>
                    <a:pt x="4664706" y="43814"/>
                  </a:cubicBezTo>
                  <a:close/>
                  <a:moveTo>
                    <a:pt x="4264020" y="43814"/>
                  </a:moveTo>
                  <a:cubicBezTo>
                    <a:pt x="4260845" y="43814"/>
                    <a:pt x="4258305" y="43814"/>
                    <a:pt x="4256400" y="45719"/>
                  </a:cubicBezTo>
                  <a:cubicBezTo>
                    <a:pt x="4253860" y="46989"/>
                    <a:pt x="4251955" y="48894"/>
                    <a:pt x="4250685" y="50799"/>
                  </a:cubicBezTo>
                  <a:cubicBezTo>
                    <a:pt x="4248780" y="53339"/>
                    <a:pt x="4247510" y="55879"/>
                    <a:pt x="4246875" y="59054"/>
                  </a:cubicBezTo>
                  <a:cubicBezTo>
                    <a:pt x="4246240" y="62229"/>
                    <a:pt x="4245605" y="65404"/>
                    <a:pt x="4245605" y="69849"/>
                  </a:cubicBezTo>
                  <a:cubicBezTo>
                    <a:pt x="4245605" y="74294"/>
                    <a:pt x="4245605" y="78104"/>
                    <a:pt x="4246875" y="81279"/>
                  </a:cubicBezTo>
                  <a:cubicBezTo>
                    <a:pt x="4247510" y="84454"/>
                    <a:pt x="4249415" y="87629"/>
                    <a:pt x="4250685" y="89534"/>
                  </a:cubicBezTo>
                  <a:cubicBezTo>
                    <a:pt x="4252590" y="92074"/>
                    <a:pt x="4254495" y="93344"/>
                    <a:pt x="4257035" y="94614"/>
                  </a:cubicBezTo>
                  <a:cubicBezTo>
                    <a:pt x="4259575" y="95884"/>
                    <a:pt x="4262115" y="96519"/>
                    <a:pt x="4264655" y="96519"/>
                  </a:cubicBezTo>
                  <a:cubicBezTo>
                    <a:pt x="4267195" y="96519"/>
                    <a:pt x="4270370" y="95884"/>
                    <a:pt x="4272275" y="94614"/>
                  </a:cubicBezTo>
                  <a:cubicBezTo>
                    <a:pt x="4274815" y="93344"/>
                    <a:pt x="4276720" y="91439"/>
                    <a:pt x="4277990" y="88899"/>
                  </a:cubicBezTo>
                  <a:cubicBezTo>
                    <a:pt x="4279895" y="86359"/>
                    <a:pt x="4281165" y="83819"/>
                    <a:pt x="4281800" y="80644"/>
                  </a:cubicBezTo>
                  <a:cubicBezTo>
                    <a:pt x="4282435" y="77469"/>
                    <a:pt x="4283070" y="74294"/>
                    <a:pt x="4283070" y="70484"/>
                  </a:cubicBezTo>
                  <a:lnTo>
                    <a:pt x="4283705" y="69849"/>
                  </a:lnTo>
                  <a:cubicBezTo>
                    <a:pt x="4283705" y="66039"/>
                    <a:pt x="4283705" y="62229"/>
                    <a:pt x="4282435" y="59054"/>
                  </a:cubicBezTo>
                  <a:cubicBezTo>
                    <a:pt x="4281800" y="55879"/>
                    <a:pt x="4279895" y="53339"/>
                    <a:pt x="4278625" y="50799"/>
                  </a:cubicBezTo>
                  <a:cubicBezTo>
                    <a:pt x="4276720" y="48259"/>
                    <a:pt x="4274815" y="46989"/>
                    <a:pt x="4272275" y="45719"/>
                  </a:cubicBezTo>
                  <a:cubicBezTo>
                    <a:pt x="4269735" y="44449"/>
                    <a:pt x="4267195" y="43814"/>
                    <a:pt x="4264020" y="43814"/>
                  </a:cubicBezTo>
                  <a:close/>
                  <a:moveTo>
                    <a:pt x="1420495" y="43814"/>
                  </a:moveTo>
                  <a:cubicBezTo>
                    <a:pt x="1417320" y="43814"/>
                    <a:pt x="1414780" y="43814"/>
                    <a:pt x="1412875" y="45719"/>
                  </a:cubicBezTo>
                  <a:cubicBezTo>
                    <a:pt x="1410335" y="46989"/>
                    <a:pt x="1408430" y="48894"/>
                    <a:pt x="1407160" y="50799"/>
                  </a:cubicBezTo>
                  <a:cubicBezTo>
                    <a:pt x="1405255" y="53339"/>
                    <a:pt x="1403985" y="55879"/>
                    <a:pt x="1403350" y="59054"/>
                  </a:cubicBezTo>
                  <a:cubicBezTo>
                    <a:pt x="1402715" y="62229"/>
                    <a:pt x="1402080" y="65404"/>
                    <a:pt x="1402080" y="69849"/>
                  </a:cubicBezTo>
                  <a:cubicBezTo>
                    <a:pt x="1402080" y="74294"/>
                    <a:pt x="1402080" y="78104"/>
                    <a:pt x="1403350" y="81279"/>
                  </a:cubicBezTo>
                  <a:cubicBezTo>
                    <a:pt x="1403985" y="84454"/>
                    <a:pt x="1405890" y="87629"/>
                    <a:pt x="1407160" y="89534"/>
                  </a:cubicBezTo>
                  <a:cubicBezTo>
                    <a:pt x="1409065" y="92074"/>
                    <a:pt x="1410970" y="93344"/>
                    <a:pt x="1413510" y="94614"/>
                  </a:cubicBezTo>
                  <a:cubicBezTo>
                    <a:pt x="1416050" y="95884"/>
                    <a:pt x="1418590" y="96519"/>
                    <a:pt x="1421130" y="96519"/>
                  </a:cubicBezTo>
                  <a:cubicBezTo>
                    <a:pt x="1423670" y="96519"/>
                    <a:pt x="1426845" y="95884"/>
                    <a:pt x="1428750" y="94614"/>
                  </a:cubicBezTo>
                  <a:cubicBezTo>
                    <a:pt x="1431290" y="93344"/>
                    <a:pt x="1433195" y="91439"/>
                    <a:pt x="1434465" y="88899"/>
                  </a:cubicBezTo>
                  <a:cubicBezTo>
                    <a:pt x="1436370" y="86359"/>
                    <a:pt x="1437640" y="83819"/>
                    <a:pt x="1438275" y="80644"/>
                  </a:cubicBezTo>
                  <a:cubicBezTo>
                    <a:pt x="1438910" y="77469"/>
                    <a:pt x="1439545" y="74294"/>
                    <a:pt x="1439545" y="70484"/>
                  </a:cubicBezTo>
                  <a:lnTo>
                    <a:pt x="1440180" y="69849"/>
                  </a:lnTo>
                  <a:cubicBezTo>
                    <a:pt x="1440180" y="66039"/>
                    <a:pt x="1440180" y="62229"/>
                    <a:pt x="1438910" y="59054"/>
                  </a:cubicBezTo>
                  <a:cubicBezTo>
                    <a:pt x="1438275" y="55879"/>
                    <a:pt x="1436370" y="53339"/>
                    <a:pt x="1435100" y="50799"/>
                  </a:cubicBezTo>
                  <a:cubicBezTo>
                    <a:pt x="1433195" y="48259"/>
                    <a:pt x="1431290" y="46989"/>
                    <a:pt x="1428750" y="45719"/>
                  </a:cubicBezTo>
                  <a:cubicBezTo>
                    <a:pt x="1426210" y="44449"/>
                    <a:pt x="1423670" y="43814"/>
                    <a:pt x="1420495" y="43814"/>
                  </a:cubicBezTo>
                  <a:close/>
                  <a:moveTo>
                    <a:pt x="4041770" y="43180"/>
                  </a:moveTo>
                  <a:cubicBezTo>
                    <a:pt x="4039230" y="43180"/>
                    <a:pt x="4036690" y="43180"/>
                    <a:pt x="4034785" y="44450"/>
                  </a:cubicBezTo>
                  <a:cubicBezTo>
                    <a:pt x="4032880" y="45085"/>
                    <a:pt x="4030975" y="46355"/>
                    <a:pt x="4029705" y="48260"/>
                  </a:cubicBezTo>
                  <a:cubicBezTo>
                    <a:pt x="4028435" y="50165"/>
                    <a:pt x="4027165" y="52070"/>
                    <a:pt x="4025895" y="54610"/>
                  </a:cubicBezTo>
                  <a:cubicBezTo>
                    <a:pt x="4025260" y="57150"/>
                    <a:pt x="4023990" y="59690"/>
                    <a:pt x="4023990" y="62865"/>
                  </a:cubicBezTo>
                  <a:lnTo>
                    <a:pt x="4060185" y="62865"/>
                  </a:lnTo>
                  <a:cubicBezTo>
                    <a:pt x="4060185" y="62865"/>
                    <a:pt x="4059550" y="57785"/>
                    <a:pt x="4058915" y="55245"/>
                  </a:cubicBezTo>
                  <a:cubicBezTo>
                    <a:pt x="4058280" y="52705"/>
                    <a:pt x="4057010" y="50800"/>
                    <a:pt x="4055740" y="48895"/>
                  </a:cubicBezTo>
                  <a:cubicBezTo>
                    <a:pt x="4054470" y="46990"/>
                    <a:pt x="4052565" y="45720"/>
                    <a:pt x="4050025" y="44450"/>
                  </a:cubicBezTo>
                  <a:cubicBezTo>
                    <a:pt x="4047485" y="43180"/>
                    <a:pt x="4044945" y="43180"/>
                    <a:pt x="4041770" y="43180"/>
                  </a:cubicBezTo>
                  <a:close/>
                  <a:moveTo>
                    <a:pt x="3728081" y="43180"/>
                  </a:moveTo>
                  <a:cubicBezTo>
                    <a:pt x="3725541" y="43180"/>
                    <a:pt x="3723001" y="43180"/>
                    <a:pt x="3721096" y="44450"/>
                  </a:cubicBezTo>
                  <a:cubicBezTo>
                    <a:pt x="3719191" y="45085"/>
                    <a:pt x="3717286" y="46355"/>
                    <a:pt x="3716016" y="48260"/>
                  </a:cubicBezTo>
                  <a:cubicBezTo>
                    <a:pt x="3714746" y="50165"/>
                    <a:pt x="3713476" y="52070"/>
                    <a:pt x="3712206" y="54610"/>
                  </a:cubicBezTo>
                  <a:cubicBezTo>
                    <a:pt x="3711571" y="57150"/>
                    <a:pt x="3710301" y="59690"/>
                    <a:pt x="3710301" y="62865"/>
                  </a:cubicBezTo>
                  <a:lnTo>
                    <a:pt x="3746496" y="62865"/>
                  </a:lnTo>
                  <a:cubicBezTo>
                    <a:pt x="3746496" y="62865"/>
                    <a:pt x="3745861" y="57785"/>
                    <a:pt x="3745226" y="55245"/>
                  </a:cubicBezTo>
                  <a:cubicBezTo>
                    <a:pt x="3744591" y="52705"/>
                    <a:pt x="3743321" y="50800"/>
                    <a:pt x="3742051" y="48895"/>
                  </a:cubicBezTo>
                  <a:cubicBezTo>
                    <a:pt x="3740781" y="46990"/>
                    <a:pt x="3738876" y="45720"/>
                    <a:pt x="3736336" y="44450"/>
                  </a:cubicBezTo>
                  <a:cubicBezTo>
                    <a:pt x="3733796" y="43180"/>
                    <a:pt x="3731256" y="43180"/>
                    <a:pt x="3728081" y="43180"/>
                  </a:cubicBezTo>
                  <a:close/>
                  <a:moveTo>
                    <a:pt x="3541391" y="43180"/>
                  </a:moveTo>
                  <a:cubicBezTo>
                    <a:pt x="3538851" y="43180"/>
                    <a:pt x="3536311" y="43180"/>
                    <a:pt x="3534406" y="44450"/>
                  </a:cubicBezTo>
                  <a:cubicBezTo>
                    <a:pt x="3532501" y="45085"/>
                    <a:pt x="3530596" y="46355"/>
                    <a:pt x="3529326" y="48260"/>
                  </a:cubicBezTo>
                  <a:cubicBezTo>
                    <a:pt x="3528056" y="50165"/>
                    <a:pt x="3526786" y="52070"/>
                    <a:pt x="3525516" y="54610"/>
                  </a:cubicBezTo>
                  <a:cubicBezTo>
                    <a:pt x="3524881" y="57150"/>
                    <a:pt x="3524246" y="59690"/>
                    <a:pt x="3523611" y="62865"/>
                  </a:cubicBezTo>
                  <a:lnTo>
                    <a:pt x="3559806" y="62865"/>
                  </a:lnTo>
                  <a:cubicBezTo>
                    <a:pt x="3559806" y="62865"/>
                    <a:pt x="3559171" y="57785"/>
                    <a:pt x="3558536" y="55245"/>
                  </a:cubicBezTo>
                  <a:cubicBezTo>
                    <a:pt x="3557901" y="52705"/>
                    <a:pt x="3556631" y="50800"/>
                    <a:pt x="3555361" y="48895"/>
                  </a:cubicBezTo>
                  <a:cubicBezTo>
                    <a:pt x="3554091" y="46990"/>
                    <a:pt x="3552186" y="45720"/>
                    <a:pt x="3549646" y="44450"/>
                  </a:cubicBezTo>
                  <a:cubicBezTo>
                    <a:pt x="3547106" y="43180"/>
                    <a:pt x="3544566" y="43180"/>
                    <a:pt x="3541391" y="43180"/>
                  </a:cubicBezTo>
                  <a:close/>
                  <a:moveTo>
                    <a:pt x="3463285" y="43180"/>
                  </a:moveTo>
                  <a:cubicBezTo>
                    <a:pt x="3461380" y="43180"/>
                    <a:pt x="3459475" y="43180"/>
                    <a:pt x="3458205" y="43815"/>
                  </a:cubicBezTo>
                  <a:cubicBezTo>
                    <a:pt x="3456300" y="43815"/>
                    <a:pt x="3455030" y="45085"/>
                    <a:pt x="3453125" y="45720"/>
                  </a:cubicBezTo>
                  <a:cubicBezTo>
                    <a:pt x="3451855" y="46355"/>
                    <a:pt x="3449950" y="47625"/>
                    <a:pt x="3448680" y="48895"/>
                  </a:cubicBezTo>
                  <a:cubicBezTo>
                    <a:pt x="3447410" y="50165"/>
                    <a:pt x="3446140" y="51435"/>
                    <a:pt x="3445505" y="52705"/>
                  </a:cubicBezTo>
                  <a:lnTo>
                    <a:pt x="3445505" y="85725"/>
                  </a:lnTo>
                  <a:cubicBezTo>
                    <a:pt x="3445505" y="85725"/>
                    <a:pt x="3447410" y="88265"/>
                    <a:pt x="3448680" y="89535"/>
                  </a:cubicBezTo>
                  <a:cubicBezTo>
                    <a:pt x="3449950" y="90805"/>
                    <a:pt x="3451220" y="92075"/>
                    <a:pt x="3453125" y="92710"/>
                  </a:cubicBezTo>
                  <a:cubicBezTo>
                    <a:pt x="3455030" y="93980"/>
                    <a:pt x="3456300" y="94615"/>
                    <a:pt x="3458205" y="95250"/>
                  </a:cubicBezTo>
                  <a:cubicBezTo>
                    <a:pt x="3460110" y="95250"/>
                    <a:pt x="3462015" y="95885"/>
                    <a:pt x="3463920" y="95885"/>
                  </a:cubicBezTo>
                  <a:cubicBezTo>
                    <a:pt x="3469635" y="95885"/>
                    <a:pt x="3473445" y="93980"/>
                    <a:pt x="3476620" y="89535"/>
                  </a:cubicBezTo>
                  <a:cubicBezTo>
                    <a:pt x="3479795" y="85090"/>
                    <a:pt x="3481065" y="79375"/>
                    <a:pt x="3481065" y="71120"/>
                  </a:cubicBezTo>
                  <a:lnTo>
                    <a:pt x="3480430" y="71755"/>
                  </a:lnTo>
                  <a:cubicBezTo>
                    <a:pt x="3480430" y="62230"/>
                    <a:pt x="3479160" y="54610"/>
                    <a:pt x="3475985" y="50165"/>
                  </a:cubicBezTo>
                  <a:cubicBezTo>
                    <a:pt x="3472810" y="45720"/>
                    <a:pt x="3468365" y="43180"/>
                    <a:pt x="3463285" y="43180"/>
                  </a:cubicBezTo>
                  <a:close/>
                  <a:moveTo>
                    <a:pt x="3343271" y="43180"/>
                  </a:moveTo>
                  <a:cubicBezTo>
                    <a:pt x="3340731" y="43180"/>
                    <a:pt x="3338191" y="43180"/>
                    <a:pt x="3336286" y="44450"/>
                  </a:cubicBezTo>
                  <a:cubicBezTo>
                    <a:pt x="3334381" y="45085"/>
                    <a:pt x="3332476" y="46355"/>
                    <a:pt x="3331206" y="48260"/>
                  </a:cubicBezTo>
                  <a:cubicBezTo>
                    <a:pt x="3329936" y="50165"/>
                    <a:pt x="3328666" y="52070"/>
                    <a:pt x="3327396" y="54610"/>
                  </a:cubicBezTo>
                  <a:cubicBezTo>
                    <a:pt x="3326761" y="57150"/>
                    <a:pt x="3326126" y="59690"/>
                    <a:pt x="3325491" y="62865"/>
                  </a:cubicBezTo>
                  <a:lnTo>
                    <a:pt x="3361686" y="62865"/>
                  </a:lnTo>
                  <a:cubicBezTo>
                    <a:pt x="3361686" y="62865"/>
                    <a:pt x="3361051" y="57785"/>
                    <a:pt x="3360416" y="55245"/>
                  </a:cubicBezTo>
                  <a:cubicBezTo>
                    <a:pt x="3359781" y="52705"/>
                    <a:pt x="3358511" y="50800"/>
                    <a:pt x="3357241" y="48895"/>
                  </a:cubicBezTo>
                  <a:cubicBezTo>
                    <a:pt x="3355971" y="46990"/>
                    <a:pt x="3354066" y="45720"/>
                    <a:pt x="3351526" y="44450"/>
                  </a:cubicBezTo>
                  <a:cubicBezTo>
                    <a:pt x="3348986" y="43180"/>
                    <a:pt x="3346446" y="43180"/>
                    <a:pt x="3343271" y="43180"/>
                  </a:cubicBezTo>
                  <a:close/>
                  <a:moveTo>
                    <a:pt x="2976876" y="43180"/>
                  </a:moveTo>
                  <a:cubicBezTo>
                    <a:pt x="2974336" y="43180"/>
                    <a:pt x="2971796" y="43180"/>
                    <a:pt x="2969891" y="44450"/>
                  </a:cubicBezTo>
                  <a:cubicBezTo>
                    <a:pt x="2967986" y="45085"/>
                    <a:pt x="2966081" y="46355"/>
                    <a:pt x="2964811" y="48260"/>
                  </a:cubicBezTo>
                  <a:cubicBezTo>
                    <a:pt x="2963541" y="50165"/>
                    <a:pt x="2962271" y="52070"/>
                    <a:pt x="2961001" y="54610"/>
                  </a:cubicBezTo>
                  <a:cubicBezTo>
                    <a:pt x="2960366" y="57150"/>
                    <a:pt x="2959731" y="59690"/>
                    <a:pt x="2959096" y="62865"/>
                  </a:cubicBezTo>
                  <a:lnTo>
                    <a:pt x="2995291" y="62865"/>
                  </a:lnTo>
                  <a:cubicBezTo>
                    <a:pt x="2995291" y="62865"/>
                    <a:pt x="2994656" y="57785"/>
                    <a:pt x="2994021" y="55245"/>
                  </a:cubicBezTo>
                  <a:cubicBezTo>
                    <a:pt x="2993386" y="52705"/>
                    <a:pt x="2992116" y="50800"/>
                    <a:pt x="2990846" y="48895"/>
                  </a:cubicBezTo>
                  <a:cubicBezTo>
                    <a:pt x="2989576" y="46990"/>
                    <a:pt x="2987671" y="45720"/>
                    <a:pt x="2985131" y="44450"/>
                  </a:cubicBezTo>
                  <a:cubicBezTo>
                    <a:pt x="2982591" y="43180"/>
                    <a:pt x="2980051" y="43180"/>
                    <a:pt x="2976876" y="43180"/>
                  </a:cubicBezTo>
                  <a:close/>
                  <a:moveTo>
                    <a:pt x="2527930" y="43180"/>
                  </a:moveTo>
                  <a:cubicBezTo>
                    <a:pt x="2525390" y="43180"/>
                    <a:pt x="2522850" y="43180"/>
                    <a:pt x="2520945" y="44450"/>
                  </a:cubicBezTo>
                  <a:cubicBezTo>
                    <a:pt x="2519040" y="45085"/>
                    <a:pt x="2517135" y="46355"/>
                    <a:pt x="2515865" y="48260"/>
                  </a:cubicBezTo>
                  <a:cubicBezTo>
                    <a:pt x="2514595" y="50165"/>
                    <a:pt x="2513325" y="52070"/>
                    <a:pt x="2512055" y="54610"/>
                  </a:cubicBezTo>
                  <a:cubicBezTo>
                    <a:pt x="2511420" y="57150"/>
                    <a:pt x="2510150" y="59690"/>
                    <a:pt x="2510150" y="62865"/>
                  </a:cubicBezTo>
                  <a:lnTo>
                    <a:pt x="2546345" y="62865"/>
                  </a:lnTo>
                  <a:cubicBezTo>
                    <a:pt x="2546345" y="62865"/>
                    <a:pt x="2545710" y="57785"/>
                    <a:pt x="2545075" y="55245"/>
                  </a:cubicBezTo>
                  <a:cubicBezTo>
                    <a:pt x="2544440" y="52705"/>
                    <a:pt x="2543170" y="50800"/>
                    <a:pt x="2541900" y="48895"/>
                  </a:cubicBezTo>
                  <a:cubicBezTo>
                    <a:pt x="2540630" y="46990"/>
                    <a:pt x="2538725" y="45720"/>
                    <a:pt x="2536185" y="44450"/>
                  </a:cubicBezTo>
                  <a:cubicBezTo>
                    <a:pt x="2533645" y="43180"/>
                    <a:pt x="2531105" y="43180"/>
                    <a:pt x="2527930" y="43180"/>
                  </a:cubicBezTo>
                  <a:close/>
                  <a:moveTo>
                    <a:pt x="2214240" y="43180"/>
                  </a:moveTo>
                  <a:cubicBezTo>
                    <a:pt x="2211700" y="43180"/>
                    <a:pt x="2209160" y="43180"/>
                    <a:pt x="2207255" y="44450"/>
                  </a:cubicBezTo>
                  <a:cubicBezTo>
                    <a:pt x="2205350" y="45085"/>
                    <a:pt x="2203445" y="46355"/>
                    <a:pt x="2202175" y="48260"/>
                  </a:cubicBezTo>
                  <a:cubicBezTo>
                    <a:pt x="2200905" y="50165"/>
                    <a:pt x="2199635" y="52070"/>
                    <a:pt x="2198365" y="54610"/>
                  </a:cubicBezTo>
                  <a:cubicBezTo>
                    <a:pt x="2197730" y="57150"/>
                    <a:pt x="2196460" y="59690"/>
                    <a:pt x="2196460" y="62865"/>
                  </a:cubicBezTo>
                  <a:lnTo>
                    <a:pt x="2232655" y="62865"/>
                  </a:lnTo>
                  <a:cubicBezTo>
                    <a:pt x="2232655" y="62865"/>
                    <a:pt x="2232020" y="57785"/>
                    <a:pt x="2231385" y="55245"/>
                  </a:cubicBezTo>
                  <a:cubicBezTo>
                    <a:pt x="2230750" y="52705"/>
                    <a:pt x="2229480" y="50800"/>
                    <a:pt x="2228210" y="48895"/>
                  </a:cubicBezTo>
                  <a:cubicBezTo>
                    <a:pt x="2226940" y="46990"/>
                    <a:pt x="2225035" y="45720"/>
                    <a:pt x="2222495" y="44450"/>
                  </a:cubicBezTo>
                  <a:cubicBezTo>
                    <a:pt x="2219955" y="43180"/>
                    <a:pt x="2217415" y="43180"/>
                    <a:pt x="2214240" y="43180"/>
                  </a:cubicBezTo>
                  <a:close/>
                  <a:moveTo>
                    <a:pt x="2027551" y="43180"/>
                  </a:moveTo>
                  <a:cubicBezTo>
                    <a:pt x="2025011" y="43180"/>
                    <a:pt x="2022471" y="43180"/>
                    <a:pt x="2020566" y="44450"/>
                  </a:cubicBezTo>
                  <a:cubicBezTo>
                    <a:pt x="2018661" y="45085"/>
                    <a:pt x="2016756" y="46355"/>
                    <a:pt x="2015486" y="48260"/>
                  </a:cubicBezTo>
                  <a:cubicBezTo>
                    <a:pt x="2014216" y="50165"/>
                    <a:pt x="2012946" y="52070"/>
                    <a:pt x="2011676" y="54610"/>
                  </a:cubicBezTo>
                  <a:cubicBezTo>
                    <a:pt x="2011041" y="57150"/>
                    <a:pt x="2010406" y="59690"/>
                    <a:pt x="2009771" y="62865"/>
                  </a:cubicBezTo>
                  <a:lnTo>
                    <a:pt x="2045966" y="62865"/>
                  </a:lnTo>
                  <a:cubicBezTo>
                    <a:pt x="2045966" y="62865"/>
                    <a:pt x="2045331" y="57785"/>
                    <a:pt x="2044696" y="55245"/>
                  </a:cubicBezTo>
                  <a:cubicBezTo>
                    <a:pt x="2044061" y="52705"/>
                    <a:pt x="2042791" y="50800"/>
                    <a:pt x="2041521" y="48895"/>
                  </a:cubicBezTo>
                  <a:cubicBezTo>
                    <a:pt x="2040251" y="46990"/>
                    <a:pt x="2038346" y="45720"/>
                    <a:pt x="2035806" y="44450"/>
                  </a:cubicBezTo>
                  <a:cubicBezTo>
                    <a:pt x="2033266" y="43180"/>
                    <a:pt x="2030726" y="43180"/>
                    <a:pt x="2027551" y="43180"/>
                  </a:cubicBezTo>
                  <a:close/>
                  <a:moveTo>
                    <a:pt x="1949445" y="43180"/>
                  </a:moveTo>
                  <a:cubicBezTo>
                    <a:pt x="1947540" y="43180"/>
                    <a:pt x="1945635" y="43180"/>
                    <a:pt x="1944365" y="43815"/>
                  </a:cubicBezTo>
                  <a:cubicBezTo>
                    <a:pt x="1942460" y="43815"/>
                    <a:pt x="1941190" y="45085"/>
                    <a:pt x="1939285" y="45720"/>
                  </a:cubicBezTo>
                  <a:cubicBezTo>
                    <a:pt x="1938015" y="46355"/>
                    <a:pt x="1936110" y="47625"/>
                    <a:pt x="1934840" y="48895"/>
                  </a:cubicBezTo>
                  <a:cubicBezTo>
                    <a:pt x="1933570" y="50165"/>
                    <a:pt x="1932300" y="51435"/>
                    <a:pt x="1931665" y="52705"/>
                  </a:cubicBezTo>
                  <a:lnTo>
                    <a:pt x="1931665" y="85725"/>
                  </a:lnTo>
                  <a:cubicBezTo>
                    <a:pt x="1931665" y="85725"/>
                    <a:pt x="1933570" y="88265"/>
                    <a:pt x="1934840" y="89535"/>
                  </a:cubicBezTo>
                  <a:cubicBezTo>
                    <a:pt x="1936110" y="90805"/>
                    <a:pt x="1937380" y="92075"/>
                    <a:pt x="1939285" y="92710"/>
                  </a:cubicBezTo>
                  <a:cubicBezTo>
                    <a:pt x="1941190" y="93980"/>
                    <a:pt x="1942460" y="94615"/>
                    <a:pt x="1944365" y="95250"/>
                  </a:cubicBezTo>
                  <a:cubicBezTo>
                    <a:pt x="1946270" y="95250"/>
                    <a:pt x="1948175" y="95885"/>
                    <a:pt x="1950080" y="95885"/>
                  </a:cubicBezTo>
                  <a:cubicBezTo>
                    <a:pt x="1955795" y="95885"/>
                    <a:pt x="1959605" y="93980"/>
                    <a:pt x="1962780" y="89535"/>
                  </a:cubicBezTo>
                  <a:cubicBezTo>
                    <a:pt x="1965955" y="85090"/>
                    <a:pt x="1967225" y="79375"/>
                    <a:pt x="1967225" y="71120"/>
                  </a:cubicBezTo>
                  <a:lnTo>
                    <a:pt x="1966590" y="71755"/>
                  </a:lnTo>
                  <a:cubicBezTo>
                    <a:pt x="1966590" y="62230"/>
                    <a:pt x="1965320" y="54610"/>
                    <a:pt x="1962145" y="50165"/>
                  </a:cubicBezTo>
                  <a:cubicBezTo>
                    <a:pt x="1958970" y="45720"/>
                    <a:pt x="1954525" y="43180"/>
                    <a:pt x="1949445" y="43180"/>
                  </a:cubicBezTo>
                  <a:close/>
                  <a:moveTo>
                    <a:pt x="1829431" y="43180"/>
                  </a:moveTo>
                  <a:cubicBezTo>
                    <a:pt x="1826891" y="43180"/>
                    <a:pt x="1824351" y="43180"/>
                    <a:pt x="1822446" y="44450"/>
                  </a:cubicBezTo>
                  <a:cubicBezTo>
                    <a:pt x="1820541" y="45085"/>
                    <a:pt x="1818636" y="46355"/>
                    <a:pt x="1817366" y="48260"/>
                  </a:cubicBezTo>
                  <a:cubicBezTo>
                    <a:pt x="1816096" y="50165"/>
                    <a:pt x="1814826" y="52070"/>
                    <a:pt x="1813556" y="54610"/>
                  </a:cubicBezTo>
                  <a:cubicBezTo>
                    <a:pt x="1812921" y="57150"/>
                    <a:pt x="1811651" y="59690"/>
                    <a:pt x="1811651" y="62865"/>
                  </a:cubicBezTo>
                  <a:lnTo>
                    <a:pt x="1847846" y="62865"/>
                  </a:lnTo>
                  <a:cubicBezTo>
                    <a:pt x="1847846" y="62865"/>
                    <a:pt x="1847211" y="57785"/>
                    <a:pt x="1846576" y="55245"/>
                  </a:cubicBezTo>
                  <a:cubicBezTo>
                    <a:pt x="1845941" y="52705"/>
                    <a:pt x="1844671" y="50800"/>
                    <a:pt x="1843401" y="48895"/>
                  </a:cubicBezTo>
                  <a:cubicBezTo>
                    <a:pt x="1842131" y="46990"/>
                    <a:pt x="1840226" y="45720"/>
                    <a:pt x="1837686" y="44450"/>
                  </a:cubicBezTo>
                  <a:cubicBezTo>
                    <a:pt x="1835146" y="43180"/>
                    <a:pt x="1832606" y="43180"/>
                    <a:pt x="1829431" y="43180"/>
                  </a:cubicBezTo>
                  <a:close/>
                  <a:moveTo>
                    <a:pt x="1178561" y="43180"/>
                  </a:moveTo>
                  <a:cubicBezTo>
                    <a:pt x="1176021" y="43180"/>
                    <a:pt x="1173481" y="43180"/>
                    <a:pt x="1171576" y="44450"/>
                  </a:cubicBezTo>
                  <a:cubicBezTo>
                    <a:pt x="1169671" y="45085"/>
                    <a:pt x="1167766" y="46355"/>
                    <a:pt x="1166496" y="48260"/>
                  </a:cubicBezTo>
                  <a:cubicBezTo>
                    <a:pt x="1165226" y="50165"/>
                    <a:pt x="1163956" y="52070"/>
                    <a:pt x="1162686" y="54610"/>
                  </a:cubicBezTo>
                  <a:cubicBezTo>
                    <a:pt x="1162051" y="57150"/>
                    <a:pt x="1160781" y="59690"/>
                    <a:pt x="1160781" y="62865"/>
                  </a:cubicBezTo>
                  <a:lnTo>
                    <a:pt x="1196976" y="62865"/>
                  </a:lnTo>
                  <a:cubicBezTo>
                    <a:pt x="1196976" y="62865"/>
                    <a:pt x="1196341" y="57785"/>
                    <a:pt x="1195706" y="55245"/>
                  </a:cubicBezTo>
                  <a:cubicBezTo>
                    <a:pt x="1195071" y="52705"/>
                    <a:pt x="1193801" y="50800"/>
                    <a:pt x="1192531" y="48895"/>
                  </a:cubicBezTo>
                  <a:cubicBezTo>
                    <a:pt x="1191261" y="46990"/>
                    <a:pt x="1189356" y="45720"/>
                    <a:pt x="1186816" y="44450"/>
                  </a:cubicBezTo>
                  <a:cubicBezTo>
                    <a:pt x="1184276" y="43180"/>
                    <a:pt x="1181736" y="43180"/>
                    <a:pt x="1178561" y="43180"/>
                  </a:cubicBezTo>
                  <a:close/>
                  <a:moveTo>
                    <a:pt x="898525" y="43180"/>
                  </a:moveTo>
                  <a:cubicBezTo>
                    <a:pt x="895985" y="43180"/>
                    <a:pt x="893445" y="43180"/>
                    <a:pt x="891540" y="44450"/>
                  </a:cubicBezTo>
                  <a:cubicBezTo>
                    <a:pt x="889635" y="45085"/>
                    <a:pt x="887730" y="46355"/>
                    <a:pt x="886460" y="48260"/>
                  </a:cubicBezTo>
                  <a:cubicBezTo>
                    <a:pt x="885190" y="50165"/>
                    <a:pt x="883920" y="52070"/>
                    <a:pt x="882650" y="54610"/>
                  </a:cubicBezTo>
                  <a:cubicBezTo>
                    <a:pt x="882015" y="57150"/>
                    <a:pt x="881380" y="59690"/>
                    <a:pt x="880745" y="62865"/>
                  </a:cubicBezTo>
                  <a:lnTo>
                    <a:pt x="916940" y="62865"/>
                  </a:lnTo>
                  <a:cubicBezTo>
                    <a:pt x="916940" y="62865"/>
                    <a:pt x="916305" y="57785"/>
                    <a:pt x="915670" y="55245"/>
                  </a:cubicBezTo>
                  <a:cubicBezTo>
                    <a:pt x="915035" y="52705"/>
                    <a:pt x="913765" y="50800"/>
                    <a:pt x="912495" y="48895"/>
                  </a:cubicBezTo>
                  <a:cubicBezTo>
                    <a:pt x="911225" y="46990"/>
                    <a:pt x="909320" y="45720"/>
                    <a:pt x="906780" y="44450"/>
                  </a:cubicBezTo>
                  <a:cubicBezTo>
                    <a:pt x="904240" y="43180"/>
                    <a:pt x="901700" y="43180"/>
                    <a:pt x="898525" y="43180"/>
                  </a:cubicBezTo>
                  <a:close/>
                  <a:moveTo>
                    <a:pt x="584834" y="43180"/>
                  </a:moveTo>
                  <a:cubicBezTo>
                    <a:pt x="582294" y="43180"/>
                    <a:pt x="579754" y="43180"/>
                    <a:pt x="577849" y="44450"/>
                  </a:cubicBezTo>
                  <a:cubicBezTo>
                    <a:pt x="575944" y="45085"/>
                    <a:pt x="574039" y="46355"/>
                    <a:pt x="572769" y="48260"/>
                  </a:cubicBezTo>
                  <a:cubicBezTo>
                    <a:pt x="571499" y="50165"/>
                    <a:pt x="570229" y="52070"/>
                    <a:pt x="568959" y="54610"/>
                  </a:cubicBezTo>
                  <a:cubicBezTo>
                    <a:pt x="568324" y="57150"/>
                    <a:pt x="567689" y="59690"/>
                    <a:pt x="567054" y="62865"/>
                  </a:cubicBezTo>
                  <a:lnTo>
                    <a:pt x="603249" y="62865"/>
                  </a:lnTo>
                  <a:cubicBezTo>
                    <a:pt x="603249" y="62865"/>
                    <a:pt x="602614" y="57785"/>
                    <a:pt x="601979" y="55245"/>
                  </a:cubicBezTo>
                  <a:cubicBezTo>
                    <a:pt x="601344" y="52705"/>
                    <a:pt x="600074" y="50800"/>
                    <a:pt x="598804" y="48895"/>
                  </a:cubicBezTo>
                  <a:cubicBezTo>
                    <a:pt x="597534" y="46990"/>
                    <a:pt x="595629" y="45720"/>
                    <a:pt x="593089" y="44450"/>
                  </a:cubicBezTo>
                  <a:cubicBezTo>
                    <a:pt x="590549" y="43180"/>
                    <a:pt x="588009" y="43180"/>
                    <a:pt x="584834" y="43180"/>
                  </a:cubicBezTo>
                  <a:close/>
                  <a:moveTo>
                    <a:pt x="398145" y="43180"/>
                  </a:moveTo>
                  <a:cubicBezTo>
                    <a:pt x="395605" y="43180"/>
                    <a:pt x="393065" y="43180"/>
                    <a:pt x="391160" y="44450"/>
                  </a:cubicBezTo>
                  <a:cubicBezTo>
                    <a:pt x="389255" y="45085"/>
                    <a:pt x="387350" y="46355"/>
                    <a:pt x="386080" y="48260"/>
                  </a:cubicBezTo>
                  <a:cubicBezTo>
                    <a:pt x="384810" y="50165"/>
                    <a:pt x="383540" y="52070"/>
                    <a:pt x="382270" y="54610"/>
                  </a:cubicBezTo>
                  <a:cubicBezTo>
                    <a:pt x="381635" y="57150"/>
                    <a:pt x="380365" y="59690"/>
                    <a:pt x="380365" y="62865"/>
                  </a:cubicBezTo>
                  <a:lnTo>
                    <a:pt x="416560" y="62865"/>
                  </a:lnTo>
                  <a:cubicBezTo>
                    <a:pt x="416560" y="62865"/>
                    <a:pt x="415925" y="57785"/>
                    <a:pt x="415290" y="55245"/>
                  </a:cubicBezTo>
                  <a:cubicBezTo>
                    <a:pt x="414655" y="52705"/>
                    <a:pt x="413385" y="50800"/>
                    <a:pt x="412115" y="48895"/>
                  </a:cubicBezTo>
                  <a:cubicBezTo>
                    <a:pt x="410845" y="46990"/>
                    <a:pt x="408940" y="45720"/>
                    <a:pt x="406400" y="44450"/>
                  </a:cubicBezTo>
                  <a:cubicBezTo>
                    <a:pt x="403860" y="43180"/>
                    <a:pt x="401320" y="43180"/>
                    <a:pt x="398145" y="43180"/>
                  </a:cubicBezTo>
                  <a:close/>
                  <a:moveTo>
                    <a:pt x="320039" y="43180"/>
                  </a:moveTo>
                  <a:cubicBezTo>
                    <a:pt x="318134" y="43180"/>
                    <a:pt x="316229" y="43180"/>
                    <a:pt x="314959" y="43815"/>
                  </a:cubicBezTo>
                  <a:cubicBezTo>
                    <a:pt x="313054" y="43815"/>
                    <a:pt x="311784" y="45085"/>
                    <a:pt x="309879" y="45720"/>
                  </a:cubicBezTo>
                  <a:cubicBezTo>
                    <a:pt x="308609" y="46355"/>
                    <a:pt x="306704" y="47625"/>
                    <a:pt x="305434" y="48895"/>
                  </a:cubicBezTo>
                  <a:cubicBezTo>
                    <a:pt x="304164" y="50165"/>
                    <a:pt x="302894" y="51435"/>
                    <a:pt x="302259" y="52705"/>
                  </a:cubicBezTo>
                  <a:lnTo>
                    <a:pt x="302259" y="85725"/>
                  </a:lnTo>
                  <a:cubicBezTo>
                    <a:pt x="302259" y="85725"/>
                    <a:pt x="304164" y="88265"/>
                    <a:pt x="305434" y="89535"/>
                  </a:cubicBezTo>
                  <a:cubicBezTo>
                    <a:pt x="306704" y="90805"/>
                    <a:pt x="307974" y="92075"/>
                    <a:pt x="309879" y="92710"/>
                  </a:cubicBezTo>
                  <a:cubicBezTo>
                    <a:pt x="311784" y="93980"/>
                    <a:pt x="313054" y="94615"/>
                    <a:pt x="314959" y="95250"/>
                  </a:cubicBezTo>
                  <a:cubicBezTo>
                    <a:pt x="316864" y="95250"/>
                    <a:pt x="318769" y="95885"/>
                    <a:pt x="320674" y="95885"/>
                  </a:cubicBezTo>
                  <a:cubicBezTo>
                    <a:pt x="326389" y="95885"/>
                    <a:pt x="330199" y="93980"/>
                    <a:pt x="333374" y="89535"/>
                  </a:cubicBezTo>
                  <a:cubicBezTo>
                    <a:pt x="336549" y="85090"/>
                    <a:pt x="337819" y="79375"/>
                    <a:pt x="337819" y="71120"/>
                  </a:cubicBezTo>
                  <a:lnTo>
                    <a:pt x="337184" y="71755"/>
                  </a:lnTo>
                  <a:cubicBezTo>
                    <a:pt x="337184" y="62230"/>
                    <a:pt x="335914" y="54610"/>
                    <a:pt x="332739" y="50165"/>
                  </a:cubicBezTo>
                  <a:cubicBezTo>
                    <a:pt x="329564" y="45720"/>
                    <a:pt x="325119" y="43180"/>
                    <a:pt x="320039" y="43180"/>
                  </a:cubicBezTo>
                  <a:close/>
                  <a:moveTo>
                    <a:pt x="200025" y="43180"/>
                  </a:moveTo>
                  <a:cubicBezTo>
                    <a:pt x="197485" y="43180"/>
                    <a:pt x="194945" y="43180"/>
                    <a:pt x="193040" y="44450"/>
                  </a:cubicBezTo>
                  <a:cubicBezTo>
                    <a:pt x="191135" y="45085"/>
                    <a:pt x="189230" y="46355"/>
                    <a:pt x="187960" y="48260"/>
                  </a:cubicBezTo>
                  <a:cubicBezTo>
                    <a:pt x="186690" y="50165"/>
                    <a:pt x="185420" y="52070"/>
                    <a:pt x="184150" y="54610"/>
                  </a:cubicBezTo>
                  <a:cubicBezTo>
                    <a:pt x="183515" y="57150"/>
                    <a:pt x="182880" y="59690"/>
                    <a:pt x="182245" y="62865"/>
                  </a:cubicBezTo>
                  <a:lnTo>
                    <a:pt x="218440" y="62865"/>
                  </a:lnTo>
                  <a:cubicBezTo>
                    <a:pt x="218440" y="62865"/>
                    <a:pt x="217805" y="57785"/>
                    <a:pt x="217170" y="55245"/>
                  </a:cubicBezTo>
                  <a:cubicBezTo>
                    <a:pt x="216535" y="52705"/>
                    <a:pt x="215265" y="50800"/>
                    <a:pt x="213995" y="48895"/>
                  </a:cubicBezTo>
                  <a:cubicBezTo>
                    <a:pt x="212725" y="46990"/>
                    <a:pt x="210820" y="45720"/>
                    <a:pt x="208280" y="44450"/>
                  </a:cubicBezTo>
                  <a:cubicBezTo>
                    <a:pt x="205740" y="43180"/>
                    <a:pt x="203200" y="43180"/>
                    <a:pt x="200025" y="43180"/>
                  </a:cubicBezTo>
                  <a:close/>
                  <a:moveTo>
                    <a:pt x="4439281" y="43179"/>
                  </a:moveTo>
                  <a:cubicBezTo>
                    <a:pt x="4433566" y="43179"/>
                    <a:pt x="4429756" y="45084"/>
                    <a:pt x="4426581" y="49529"/>
                  </a:cubicBezTo>
                  <a:cubicBezTo>
                    <a:pt x="4423406" y="53974"/>
                    <a:pt x="4422136" y="59689"/>
                    <a:pt x="4422136" y="67944"/>
                  </a:cubicBezTo>
                  <a:cubicBezTo>
                    <a:pt x="4422136" y="73024"/>
                    <a:pt x="4422136" y="76834"/>
                    <a:pt x="4423406" y="80644"/>
                  </a:cubicBezTo>
                  <a:cubicBezTo>
                    <a:pt x="4424041" y="84454"/>
                    <a:pt x="4425311" y="86994"/>
                    <a:pt x="4426581" y="89534"/>
                  </a:cubicBezTo>
                  <a:cubicBezTo>
                    <a:pt x="4427851" y="92074"/>
                    <a:pt x="4429756" y="93344"/>
                    <a:pt x="4432296" y="94614"/>
                  </a:cubicBezTo>
                  <a:cubicBezTo>
                    <a:pt x="4434201" y="95884"/>
                    <a:pt x="4436741" y="96519"/>
                    <a:pt x="4439916" y="96519"/>
                  </a:cubicBezTo>
                  <a:cubicBezTo>
                    <a:pt x="4441821" y="96519"/>
                    <a:pt x="4443726" y="96519"/>
                    <a:pt x="4444996" y="95884"/>
                  </a:cubicBezTo>
                  <a:cubicBezTo>
                    <a:pt x="4446901" y="95884"/>
                    <a:pt x="4448171" y="94614"/>
                    <a:pt x="4450076" y="93344"/>
                  </a:cubicBezTo>
                  <a:cubicBezTo>
                    <a:pt x="4451346" y="92709"/>
                    <a:pt x="4453251" y="91439"/>
                    <a:pt x="4454521" y="90169"/>
                  </a:cubicBezTo>
                  <a:cubicBezTo>
                    <a:pt x="4455791" y="88899"/>
                    <a:pt x="4457061" y="87629"/>
                    <a:pt x="4457696" y="86359"/>
                  </a:cubicBezTo>
                  <a:lnTo>
                    <a:pt x="4457696" y="53339"/>
                  </a:lnTo>
                  <a:cubicBezTo>
                    <a:pt x="4457696" y="53339"/>
                    <a:pt x="4455791" y="50799"/>
                    <a:pt x="4454521" y="49529"/>
                  </a:cubicBezTo>
                  <a:cubicBezTo>
                    <a:pt x="4453251" y="48259"/>
                    <a:pt x="4451981" y="46989"/>
                    <a:pt x="4450076" y="46354"/>
                  </a:cubicBezTo>
                  <a:cubicBezTo>
                    <a:pt x="4448806" y="45084"/>
                    <a:pt x="4446901" y="44449"/>
                    <a:pt x="4444996" y="43814"/>
                  </a:cubicBezTo>
                  <a:cubicBezTo>
                    <a:pt x="4443091" y="43814"/>
                    <a:pt x="4441186" y="43179"/>
                    <a:pt x="4439281" y="43179"/>
                  </a:cubicBezTo>
                  <a:close/>
                  <a:moveTo>
                    <a:pt x="1014731" y="43179"/>
                  </a:moveTo>
                  <a:cubicBezTo>
                    <a:pt x="1009016" y="43179"/>
                    <a:pt x="1005206" y="45084"/>
                    <a:pt x="1002032" y="49529"/>
                  </a:cubicBezTo>
                  <a:cubicBezTo>
                    <a:pt x="998856" y="53974"/>
                    <a:pt x="997587" y="59689"/>
                    <a:pt x="997587" y="67944"/>
                  </a:cubicBezTo>
                  <a:cubicBezTo>
                    <a:pt x="997587" y="77469"/>
                    <a:pt x="998856" y="84454"/>
                    <a:pt x="1002032" y="88899"/>
                  </a:cubicBezTo>
                  <a:cubicBezTo>
                    <a:pt x="1005206" y="93979"/>
                    <a:pt x="1009016" y="95884"/>
                    <a:pt x="1015367" y="95884"/>
                  </a:cubicBezTo>
                  <a:cubicBezTo>
                    <a:pt x="1018541" y="95884"/>
                    <a:pt x="1022352" y="95249"/>
                    <a:pt x="1024891" y="93344"/>
                  </a:cubicBezTo>
                  <a:cubicBezTo>
                    <a:pt x="1028067" y="91439"/>
                    <a:pt x="1030607" y="88899"/>
                    <a:pt x="1033147" y="86359"/>
                  </a:cubicBezTo>
                  <a:lnTo>
                    <a:pt x="1033147" y="53339"/>
                  </a:lnTo>
                  <a:cubicBezTo>
                    <a:pt x="1033147" y="53339"/>
                    <a:pt x="1031242" y="50799"/>
                    <a:pt x="1029971" y="49529"/>
                  </a:cubicBezTo>
                  <a:cubicBezTo>
                    <a:pt x="1028702" y="48259"/>
                    <a:pt x="1027431" y="46989"/>
                    <a:pt x="1025526" y="46354"/>
                  </a:cubicBezTo>
                  <a:cubicBezTo>
                    <a:pt x="1023621" y="45084"/>
                    <a:pt x="1022352" y="44449"/>
                    <a:pt x="1020446" y="43814"/>
                  </a:cubicBezTo>
                  <a:cubicBezTo>
                    <a:pt x="1018541" y="43179"/>
                    <a:pt x="1016636" y="43179"/>
                    <a:pt x="1014731" y="43179"/>
                  </a:cubicBezTo>
                  <a:close/>
                  <a:moveTo>
                    <a:pt x="4524370" y="31114"/>
                  </a:moveTo>
                  <a:lnTo>
                    <a:pt x="4538975" y="31114"/>
                  </a:lnTo>
                  <a:lnTo>
                    <a:pt x="4552310" y="84454"/>
                  </a:lnTo>
                  <a:lnTo>
                    <a:pt x="4566915" y="31114"/>
                  </a:lnTo>
                  <a:lnTo>
                    <a:pt x="4579615" y="31114"/>
                  </a:lnTo>
                  <a:lnTo>
                    <a:pt x="4594220" y="84454"/>
                  </a:lnTo>
                  <a:lnTo>
                    <a:pt x="4606920" y="31114"/>
                  </a:lnTo>
                  <a:lnTo>
                    <a:pt x="4622160" y="31114"/>
                  </a:lnTo>
                  <a:lnTo>
                    <a:pt x="4600570" y="108584"/>
                  </a:lnTo>
                  <a:lnTo>
                    <a:pt x="4587235" y="108584"/>
                  </a:lnTo>
                  <a:lnTo>
                    <a:pt x="4572630" y="54609"/>
                  </a:lnTo>
                  <a:lnTo>
                    <a:pt x="4558660" y="108584"/>
                  </a:lnTo>
                  <a:lnTo>
                    <a:pt x="4545325" y="108584"/>
                  </a:lnTo>
                  <a:close/>
                  <a:moveTo>
                    <a:pt x="4123686" y="31114"/>
                  </a:moveTo>
                  <a:lnTo>
                    <a:pt x="4138926" y="31114"/>
                  </a:lnTo>
                  <a:lnTo>
                    <a:pt x="4152261" y="84454"/>
                  </a:lnTo>
                  <a:lnTo>
                    <a:pt x="4166866" y="31114"/>
                  </a:lnTo>
                  <a:lnTo>
                    <a:pt x="4178931" y="31114"/>
                  </a:lnTo>
                  <a:lnTo>
                    <a:pt x="4193536" y="84454"/>
                  </a:lnTo>
                  <a:lnTo>
                    <a:pt x="4206871" y="31114"/>
                  </a:lnTo>
                  <a:lnTo>
                    <a:pt x="4222111" y="31114"/>
                  </a:lnTo>
                  <a:lnTo>
                    <a:pt x="4200521" y="108584"/>
                  </a:lnTo>
                  <a:lnTo>
                    <a:pt x="4187186" y="108584"/>
                  </a:lnTo>
                  <a:lnTo>
                    <a:pt x="4172581" y="54609"/>
                  </a:lnTo>
                  <a:lnTo>
                    <a:pt x="4157976" y="108584"/>
                  </a:lnTo>
                  <a:lnTo>
                    <a:pt x="4145276" y="108584"/>
                  </a:lnTo>
                  <a:close/>
                  <a:moveTo>
                    <a:pt x="2837811" y="31114"/>
                  </a:moveTo>
                  <a:lnTo>
                    <a:pt x="2852416" y="31114"/>
                  </a:lnTo>
                  <a:lnTo>
                    <a:pt x="2865751" y="84454"/>
                  </a:lnTo>
                  <a:lnTo>
                    <a:pt x="2880356" y="31114"/>
                  </a:lnTo>
                  <a:lnTo>
                    <a:pt x="2893056" y="31114"/>
                  </a:lnTo>
                  <a:lnTo>
                    <a:pt x="2907661" y="84454"/>
                  </a:lnTo>
                  <a:lnTo>
                    <a:pt x="2920361" y="31114"/>
                  </a:lnTo>
                  <a:lnTo>
                    <a:pt x="2935601" y="31114"/>
                  </a:lnTo>
                  <a:lnTo>
                    <a:pt x="2914011" y="108584"/>
                  </a:lnTo>
                  <a:lnTo>
                    <a:pt x="2900676" y="108584"/>
                  </a:lnTo>
                  <a:lnTo>
                    <a:pt x="2886706" y="54609"/>
                  </a:lnTo>
                  <a:lnTo>
                    <a:pt x="2872101" y="108584"/>
                  </a:lnTo>
                  <a:lnTo>
                    <a:pt x="2858766" y="108584"/>
                  </a:lnTo>
                  <a:close/>
                  <a:moveTo>
                    <a:pt x="1354455" y="31114"/>
                  </a:moveTo>
                  <a:lnTo>
                    <a:pt x="1369695" y="31114"/>
                  </a:lnTo>
                  <a:lnTo>
                    <a:pt x="1369695" y="109219"/>
                  </a:lnTo>
                  <a:lnTo>
                    <a:pt x="1354455" y="109219"/>
                  </a:lnTo>
                  <a:close/>
                  <a:moveTo>
                    <a:pt x="2646040" y="29844"/>
                  </a:moveTo>
                  <a:cubicBezTo>
                    <a:pt x="2650485" y="29844"/>
                    <a:pt x="2654295" y="29844"/>
                    <a:pt x="2658105" y="31749"/>
                  </a:cubicBezTo>
                  <a:cubicBezTo>
                    <a:pt x="2661915" y="33019"/>
                    <a:pt x="2665090" y="34289"/>
                    <a:pt x="2667630" y="36829"/>
                  </a:cubicBezTo>
                  <a:cubicBezTo>
                    <a:pt x="2670170" y="38734"/>
                    <a:pt x="2672075" y="41909"/>
                    <a:pt x="2673345" y="45084"/>
                  </a:cubicBezTo>
                  <a:cubicBezTo>
                    <a:pt x="2674615" y="48259"/>
                    <a:pt x="2675250" y="52069"/>
                    <a:pt x="2675250" y="56514"/>
                  </a:cubicBezTo>
                  <a:lnTo>
                    <a:pt x="2675250" y="109854"/>
                  </a:lnTo>
                  <a:lnTo>
                    <a:pt x="2660010" y="109854"/>
                  </a:lnTo>
                  <a:lnTo>
                    <a:pt x="2660010" y="108584"/>
                  </a:lnTo>
                  <a:lnTo>
                    <a:pt x="2660010" y="100964"/>
                  </a:lnTo>
                  <a:cubicBezTo>
                    <a:pt x="2660010" y="100964"/>
                    <a:pt x="2656200" y="104139"/>
                    <a:pt x="2654930" y="104774"/>
                  </a:cubicBezTo>
                  <a:cubicBezTo>
                    <a:pt x="2653660" y="105409"/>
                    <a:pt x="2652390" y="106679"/>
                    <a:pt x="2651120" y="107314"/>
                  </a:cubicBezTo>
                  <a:cubicBezTo>
                    <a:pt x="2649850" y="107949"/>
                    <a:pt x="2647945" y="108584"/>
                    <a:pt x="2646040" y="109219"/>
                  </a:cubicBezTo>
                  <a:cubicBezTo>
                    <a:pt x="2644135" y="109219"/>
                    <a:pt x="2641595" y="109854"/>
                    <a:pt x="2639055" y="109854"/>
                  </a:cubicBezTo>
                  <a:cubicBezTo>
                    <a:pt x="2635880" y="109854"/>
                    <a:pt x="2632705" y="109854"/>
                    <a:pt x="2629530" y="108584"/>
                  </a:cubicBezTo>
                  <a:cubicBezTo>
                    <a:pt x="2626355" y="107949"/>
                    <a:pt x="2623180" y="106044"/>
                    <a:pt x="2620640" y="104139"/>
                  </a:cubicBezTo>
                  <a:cubicBezTo>
                    <a:pt x="2618100" y="102234"/>
                    <a:pt x="2616195" y="99059"/>
                    <a:pt x="2614290" y="95884"/>
                  </a:cubicBezTo>
                  <a:cubicBezTo>
                    <a:pt x="2612385" y="92709"/>
                    <a:pt x="2611750" y="88264"/>
                    <a:pt x="2611750" y="83819"/>
                  </a:cubicBezTo>
                  <a:cubicBezTo>
                    <a:pt x="2611750" y="79374"/>
                    <a:pt x="2612385" y="75564"/>
                    <a:pt x="2614290" y="72389"/>
                  </a:cubicBezTo>
                  <a:cubicBezTo>
                    <a:pt x="2615560" y="69214"/>
                    <a:pt x="2618100" y="66674"/>
                    <a:pt x="2620640" y="64769"/>
                  </a:cubicBezTo>
                  <a:cubicBezTo>
                    <a:pt x="2623180" y="62864"/>
                    <a:pt x="2626990" y="60959"/>
                    <a:pt x="2630800" y="60324"/>
                  </a:cubicBezTo>
                  <a:cubicBezTo>
                    <a:pt x="2634610" y="59054"/>
                    <a:pt x="2638420" y="59054"/>
                    <a:pt x="2642865" y="59054"/>
                  </a:cubicBezTo>
                  <a:cubicBezTo>
                    <a:pt x="2646675" y="59054"/>
                    <a:pt x="2650485" y="59054"/>
                    <a:pt x="2653025" y="59689"/>
                  </a:cubicBezTo>
                  <a:cubicBezTo>
                    <a:pt x="2655565" y="59689"/>
                    <a:pt x="2658105" y="60959"/>
                    <a:pt x="2660010" y="61594"/>
                  </a:cubicBezTo>
                  <a:lnTo>
                    <a:pt x="2660010" y="55879"/>
                  </a:lnTo>
                  <a:cubicBezTo>
                    <a:pt x="2660010" y="51434"/>
                    <a:pt x="2658740" y="48259"/>
                    <a:pt x="2656200" y="46354"/>
                  </a:cubicBezTo>
                  <a:cubicBezTo>
                    <a:pt x="2653660" y="43814"/>
                    <a:pt x="2649850" y="43179"/>
                    <a:pt x="2645405" y="43179"/>
                  </a:cubicBezTo>
                  <a:cubicBezTo>
                    <a:pt x="2641595" y="43179"/>
                    <a:pt x="2637785" y="43179"/>
                    <a:pt x="2634610" y="44449"/>
                  </a:cubicBezTo>
                  <a:cubicBezTo>
                    <a:pt x="2631435" y="45084"/>
                    <a:pt x="2628260" y="46354"/>
                    <a:pt x="2625085" y="48259"/>
                  </a:cubicBezTo>
                  <a:lnTo>
                    <a:pt x="2619370" y="36829"/>
                  </a:lnTo>
                  <a:cubicBezTo>
                    <a:pt x="2623180" y="34289"/>
                    <a:pt x="2626990" y="33019"/>
                    <a:pt x="2631435" y="31749"/>
                  </a:cubicBezTo>
                  <a:cubicBezTo>
                    <a:pt x="2635880" y="30479"/>
                    <a:pt x="2640325" y="29844"/>
                    <a:pt x="2646040" y="29844"/>
                  </a:cubicBezTo>
                  <a:close/>
                  <a:moveTo>
                    <a:pt x="1114426" y="29844"/>
                  </a:moveTo>
                  <a:lnTo>
                    <a:pt x="1129666" y="29844"/>
                  </a:lnTo>
                  <a:lnTo>
                    <a:pt x="1129666" y="107949"/>
                  </a:lnTo>
                  <a:lnTo>
                    <a:pt x="1114426" y="107949"/>
                  </a:lnTo>
                  <a:lnTo>
                    <a:pt x="1114426" y="100964"/>
                  </a:lnTo>
                  <a:cubicBezTo>
                    <a:pt x="1114426" y="100964"/>
                    <a:pt x="1109981" y="106044"/>
                    <a:pt x="1106171" y="107314"/>
                  </a:cubicBezTo>
                  <a:cubicBezTo>
                    <a:pt x="1102996" y="109219"/>
                    <a:pt x="1098551" y="109854"/>
                    <a:pt x="1094741" y="109854"/>
                  </a:cubicBezTo>
                  <a:cubicBezTo>
                    <a:pt x="1085851" y="109854"/>
                    <a:pt x="1078866" y="106679"/>
                    <a:pt x="1073786" y="100964"/>
                  </a:cubicBezTo>
                  <a:cubicBezTo>
                    <a:pt x="1069341" y="95249"/>
                    <a:pt x="1066800" y="86359"/>
                    <a:pt x="1066800" y="74929"/>
                  </a:cubicBezTo>
                  <a:lnTo>
                    <a:pt x="1066800" y="30479"/>
                  </a:lnTo>
                  <a:lnTo>
                    <a:pt x="1082040" y="30479"/>
                  </a:lnTo>
                  <a:lnTo>
                    <a:pt x="1082040" y="74294"/>
                  </a:lnTo>
                  <a:cubicBezTo>
                    <a:pt x="1082040" y="81279"/>
                    <a:pt x="1083311" y="86994"/>
                    <a:pt x="1085851" y="90169"/>
                  </a:cubicBezTo>
                  <a:cubicBezTo>
                    <a:pt x="1088390" y="93979"/>
                    <a:pt x="1092201" y="95249"/>
                    <a:pt x="1097916" y="95249"/>
                  </a:cubicBezTo>
                  <a:cubicBezTo>
                    <a:pt x="1102996" y="95249"/>
                    <a:pt x="1106806" y="93344"/>
                    <a:pt x="1109981" y="90169"/>
                  </a:cubicBezTo>
                  <a:cubicBezTo>
                    <a:pt x="1112521" y="86994"/>
                    <a:pt x="1114426" y="81914"/>
                    <a:pt x="1114426" y="75564"/>
                  </a:cubicBezTo>
                  <a:close/>
                  <a:moveTo>
                    <a:pt x="1011556" y="29844"/>
                  </a:moveTo>
                  <a:cubicBezTo>
                    <a:pt x="1013461" y="29844"/>
                    <a:pt x="1015367" y="29844"/>
                    <a:pt x="1017272" y="30479"/>
                  </a:cubicBezTo>
                  <a:cubicBezTo>
                    <a:pt x="1019176" y="30479"/>
                    <a:pt x="1021081" y="31749"/>
                    <a:pt x="1022352" y="32384"/>
                  </a:cubicBezTo>
                  <a:cubicBezTo>
                    <a:pt x="1024257" y="33019"/>
                    <a:pt x="1025526" y="34289"/>
                    <a:pt x="1026797" y="35559"/>
                  </a:cubicBezTo>
                  <a:cubicBezTo>
                    <a:pt x="1028067" y="36829"/>
                    <a:pt x="1029336" y="37464"/>
                    <a:pt x="1030607" y="38734"/>
                  </a:cubicBezTo>
                  <a:lnTo>
                    <a:pt x="1030607" y="31749"/>
                  </a:lnTo>
                  <a:lnTo>
                    <a:pt x="1045847" y="31749"/>
                  </a:lnTo>
                  <a:lnTo>
                    <a:pt x="1045847" y="130809"/>
                  </a:lnTo>
                  <a:lnTo>
                    <a:pt x="1032512" y="137477"/>
                  </a:lnTo>
                  <a:lnTo>
                    <a:pt x="1032512" y="101599"/>
                  </a:lnTo>
                  <a:cubicBezTo>
                    <a:pt x="1032512" y="101599"/>
                    <a:pt x="1026797" y="106679"/>
                    <a:pt x="1022986" y="107949"/>
                  </a:cubicBezTo>
                  <a:cubicBezTo>
                    <a:pt x="1019812" y="109854"/>
                    <a:pt x="1016001" y="110489"/>
                    <a:pt x="1011556" y="110489"/>
                  </a:cubicBezTo>
                  <a:cubicBezTo>
                    <a:pt x="1007111" y="110489"/>
                    <a:pt x="1003301" y="109854"/>
                    <a:pt x="999491" y="107949"/>
                  </a:cubicBezTo>
                  <a:cubicBezTo>
                    <a:pt x="995681" y="106679"/>
                    <a:pt x="992506" y="104139"/>
                    <a:pt x="989966" y="100329"/>
                  </a:cubicBezTo>
                  <a:cubicBezTo>
                    <a:pt x="987426" y="97154"/>
                    <a:pt x="984886" y="92709"/>
                    <a:pt x="983616" y="87629"/>
                  </a:cubicBezTo>
                  <a:cubicBezTo>
                    <a:pt x="982346" y="82549"/>
                    <a:pt x="981076" y="76199"/>
                    <a:pt x="981076" y="68579"/>
                  </a:cubicBezTo>
                  <a:cubicBezTo>
                    <a:pt x="981076" y="61594"/>
                    <a:pt x="981711" y="55879"/>
                    <a:pt x="983616" y="51434"/>
                  </a:cubicBezTo>
                  <a:cubicBezTo>
                    <a:pt x="985521" y="46354"/>
                    <a:pt x="987426" y="42544"/>
                    <a:pt x="990601" y="39369"/>
                  </a:cubicBezTo>
                  <a:cubicBezTo>
                    <a:pt x="993142" y="36194"/>
                    <a:pt x="996951" y="33654"/>
                    <a:pt x="1000126" y="32384"/>
                  </a:cubicBezTo>
                  <a:cubicBezTo>
                    <a:pt x="1003937" y="31114"/>
                    <a:pt x="1007746" y="29844"/>
                    <a:pt x="1011556" y="29844"/>
                  </a:cubicBezTo>
                  <a:close/>
                  <a:moveTo>
                    <a:pt x="4871716" y="29210"/>
                  </a:moveTo>
                  <a:cubicBezTo>
                    <a:pt x="4876796" y="29210"/>
                    <a:pt x="4881241" y="29845"/>
                    <a:pt x="4885686" y="31750"/>
                  </a:cubicBezTo>
                  <a:cubicBezTo>
                    <a:pt x="4890131" y="33655"/>
                    <a:pt x="4894576" y="35560"/>
                    <a:pt x="4897751" y="38100"/>
                  </a:cubicBezTo>
                  <a:lnTo>
                    <a:pt x="4899021" y="38100"/>
                  </a:lnTo>
                  <a:lnTo>
                    <a:pt x="4892036" y="50165"/>
                  </a:lnTo>
                  <a:cubicBezTo>
                    <a:pt x="4888861" y="47625"/>
                    <a:pt x="4885686" y="46355"/>
                    <a:pt x="4882511" y="45085"/>
                  </a:cubicBezTo>
                  <a:cubicBezTo>
                    <a:pt x="4879336" y="43815"/>
                    <a:pt x="4875526" y="43180"/>
                    <a:pt x="4872351" y="43180"/>
                  </a:cubicBezTo>
                  <a:cubicBezTo>
                    <a:pt x="4869176" y="43180"/>
                    <a:pt x="4866001" y="43815"/>
                    <a:pt x="4864096" y="45085"/>
                  </a:cubicBezTo>
                  <a:cubicBezTo>
                    <a:pt x="4862191" y="46355"/>
                    <a:pt x="4861556" y="48260"/>
                    <a:pt x="4861556" y="50165"/>
                  </a:cubicBezTo>
                  <a:cubicBezTo>
                    <a:pt x="4861556" y="51435"/>
                    <a:pt x="4861556" y="52070"/>
                    <a:pt x="4861556" y="52705"/>
                  </a:cubicBezTo>
                  <a:cubicBezTo>
                    <a:pt x="4861556" y="53340"/>
                    <a:pt x="4862826" y="54610"/>
                    <a:pt x="4863461" y="55245"/>
                  </a:cubicBezTo>
                  <a:cubicBezTo>
                    <a:pt x="4864731" y="55880"/>
                    <a:pt x="4866001" y="57150"/>
                    <a:pt x="4867906" y="57785"/>
                  </a:cubicBezTo>
                  <a:cubicBezTo>
                    <a:pt x="4869811" y="59055"/>
                    <a:pt x="4872351" y="59690"/>
                    <a:pt x="4874891" y="60960"/>
                  </a:cubicBezTo>
                  <a:cubicBezTo>
                    <a:pt x="4879336" y="62865"/>
                    <a:pt x="4883146" y="64135"/>
                    <a:pt x="4886321" y="66040"/>
                  </a:cubicBezTo>
                  <a:cubicBezTo>
                    <a:pt x="4889496" y="67310"/>
                    <a:pt x="4892036" y="69215"/>
                    <a:pt x="4894576" y="71120"/>
                  </a:cubicBezTo>
                  <a:cubicBezTo>
                    <a:pt x="4896481" y="73025"/>
                    <a:pt x="4898386" y="75565"/>
                    <a:pt x="4899656" y="78105"/>
                  </a:cubicBezTo>
                  <a:cubicBezTo>
                    <a:pt x="4900926" y="80645"/>
                    <a:pt x="4901561" y="83820"/>
                    <a:pt x="4901561" y="87630"/>
                  </a:cubicBezTo>
                  <a:cubicBezTo>
                    <a:pt x="4901561" y="92075"/>
                    <a:pt x="4900926" y="95250"/>
                    <a:pt x="4899021" y="98425"/>
                  </a:cubicBezTo>
                  <a:cubicBezTo>
                    <a:pt x="4897116" y="101600"/>
                    <a:pt x="4895211" y="103505"/>
                    <a:pt x="4892671" y="105410"/>
                  </a:cubicBezTo>
                  <a:cubicBezTo>
                    <a:pt x="4890131" y="107315"/>
                    <a:pt x="4886956" y="108585"/>
                    <a:pt x="4883146" y="109220"/>
                  </a:cubicBezTo>
                  <a:cubicBezTo>
                    <a:pt x="4879336" y="109855"/>
                    <a:pt x="4876161" y="110490"/>
                    <a:pt x="4872351" y="110490"/>
                  </a:cubicBezTo>
                  <a:cubicBezTo>
                    <a:pt x="4867271" y="110490"/>
                    <a:pt x="4862191" y="109855"/>
                    <a:pt x="4857111" y="107950"/>
                  </a:cubicBezTo>
                  <a:cubicBezTo>
                    <a:pt x="4851396" y="106045"/>
                    <a:pt x="4846951" y="103505"/>
                    <a:pt x="4842506" y="100965"/>
                  </a:cubicBezTo>
                  <a:lnTo>
                    <a:pt x="4849491" y="89535"/>
                  </a:lnTo>
                  <a:cubicBezTo>
                    <a:pt x="4853301" y="92075"/>
                    <a:pt x="4857111" y="93980"/>
                    <a:pt x="4860921" y="95250"/>
                  </a:cubicBezTo>
                  <a:cubicBezTo>
                    <a:pt x="4864731" y="96520"/>
                    <a:pt x="4868541" y="97155"/>
                    <a:pt x="4872351" y="97155"/>
                  </a:cubicBezTo>
                  <a:cubicBezTo>
                    <a:pt x="4877431" y="97155"/>
                    <a:pt x="4880606" y="96520"/>
                    <a:pt x="4883146" y="94615"/>
                  </a:cubicBezTo>
                  <a:cubicBezTo>
                    <a:pt x="4885686" y="93345"/>
                    <a:pt x="4886321" y="90805"/>
                    <a:pt x="4886321" y="88265"/>
                  </a:cubicBezTo>
                  <a:cubicBezTo>
                    <a:pt x="4886321" y="86995"/>
                    <a:pt x="4886321" y="85725"/>
                    <a:pt x="4885051" y="84455"/>
                  </a:cubicBezTo>
                  <a:cubicBezTo>
                    <a:pt x="4884416" y="83185"/>
                    <a:pt x="4883146" y="82550"/>
                    <a:pt x="4881241" y="81280"/>
                  </a:cubicBezTo>
                  <a:cubicBezTo>
                    <a:pt x="4879971" y="80010"/>
                    <a:pt x="4878066" y="79375"/>
                    <a:pt x="4875526" y="78105"/>
                  </a:cubicBezTo>
                  <a:cubicBezTo>
                    <a:pt x="4872986" y="77470"/>
                    <a:pt x="4871081" y="76200"/>
                    <a:pt x="4867906" y="74930"/>
                  </a:cubicBezTo>
                  <a:cubicBezTo>
                    <a:pt x="4863461" y="73025"/>
                    <a:pt x="4860286" y="71755"/>
                    <a:pt x="4857111" y="69850"/>
                  </a:cubicBezTo>
                  <a:cubicBezTo>
                    <a:pt x="4853936" y="67945"/>
                    <a:pt x="4852031" y="66675"/>
                    <a:pt x="4850126" y="64770"/>
                  </a:cubicBezTo>
                  <a:cubicBezTo>
                    <a:pt x="4848221" y="62865"/>
                    <a:pt x="4846951" y="60960"/>
                    <a:pt x="4846316" y="58420"/>
                  </a:cubicBezTo>
                  <a:cubicBezTo>
                    <a:pt x="4845681" y="55880"/>
                    <a:pt x="4845046" y="53340"/>
                    <a:pt x="4845046" y="50165"/>
                  </a:cubicBezTo>
                  <a:cubicBezTo>
                    <a:pt x="4845046" y="46990"/>
                    <a:pt x="4845681" y="43815"/>
                    <a:pt x="4846951" y="40640"/>
                  </a:cubicBezTo>
                  <a:cubicBezTo>
                    <a:pt x="4848221" y="38100"/>
                    <a:pt x="4850126" y="35560"/>
                    <a:pt x="4852666" y="34290"/>
                  </a:cubicBezTo>
                  <a:cubicBezTo>
                    <a:pt x="4855206" y="32385"/>
                    <a:pt x="4857746" y="31115"/>
                    <a:pt x="4860921" y="30480"/>
                  </a:cubicBezTo>
                  <a:cubicBezTo>
                    <a:pt x="4864096" y="29845"/>
                    <a:pt x="4867906" y="29210"/>
                    <a:pt x="4871716" y="29210"/>
                  </a:cubicBezTo>
                  <a:close/>
                  <a:moveTo>
                    <a:pt x="4749796" y="29210"/>
                  </a:moveTo>
                  <a:cubicBezTo>
                    <a:pt x="4752971" y="29210"/>
                    <a:pt x="4755511" y="29210"/>
                    <a:pt x="4757416" y="29845"/>
                  </a:cubicBezTo>
                  <a:cubicBezTo>
                    <a:pt x="4759321" y="30480"/>
                    <a:pt x="4761226" y="31115"/>
                    <a:pt x="4763131" y="32385"/>
                  </a:cubicBezTo>
                  <a:lnTo>
                    <a:pt x="4759321" y="46990"/>
                  </a:lnTo>
                  <a:lnTo>
                    <a:pt x="4758051" y="46990"/>
                  </a:lnTo>
                  <a:cubicBezTo>
                    <a:pt x="4758051" y="46990"/>
                    <a:pt x="4754876" y="45085"/>
                    <a:pt x="4752971" y="45085"/>
                  </a:cubicBezTo>
                  <a:cubicBezTo>
                    <a:pt x="4751066" y="45085"/>
                    <a:pt x="4749161" y="44450"/>
                    <a:pt x="4746621" y="44450"/>
                  </a:cubicBezTo>
                  <a:cubicBezTo>
                    <a:pt x="4741541" y="44450"/>
                    <a:pt x="4737731" y="46355"/>
                    <a:pt x="4735191" y="49530"/>
                  </a:cubicBezTo>
                  <a:cubicBezTo>
                    <a:pt x="4732651" y="52705"/>
                    <a:pt x="4731381" y="57785"/>
                    <a:pt x="4731381" y="64770"/>
                  </a:cubicBezTo>
                  <a:lnTo>
                    <a:pt x="4731381" y="109220"/>
                  </a:lnTo>
                  <a:lnTo>
                    <a:pt x="4716141" y="109220"/>
                  </a:lnTo>
                  <a:lnTo>
                    <a:pt x="4716141" y="31115"/>
                  </a:lnTo>
                  <a:lnTo>
                    <a:pt x="4731381" y="31115"/>
                  </a:lnTo>
                  <a:lnTo>
                    <a:pt x="4731381" y="38735"/>
                  </a:lnTo>
                  <a:cubicBezTo>
                    <a:pt x="4731381" y="38735"/>
                    <a:pt x="4733286" y="36195"/>
                    <a:pt x="4734556" y="34925"/>
                  </a:cubicBezTo>
                  <a:cubicBezTo>
                    <a:pt x="4735826" y="33655"/>
                    <a:pt x="4737096" y="33020"/>
                    <a:pt x="4739001" y="31750"/>
                  </a:cubicBezTo>
                  <a:cubicBezTo>
                    <a:pt x="4740271" y="31115"/>
                    <a:pt x="4742176" y="30480"/>
                    <a:pt x="4744081" y="29845"/>
                  </a:cubicBezTo>
                  <a:cubicBezTo>
                    <a:pt x="4745986" y="29845"/>
                    <a:pt x="4747891" y="29210"/>
                    <a:pt x="4749796" y="29210"/>
                  </a:cubicBezTo>
                  <a:close/>
                  <a:moveTo>
                    <a:pt x="4349110" y="29210"/>
                  </a:moveTo>
                  <a:cubicBezTo>
                    <a:pt x="4352285" y="29210"/>
                    <a:pt x="4354825" y="29210"/>
                    <a:pt x="4356730" y="29845"/>
                  </a:cubicBezTo>
                  <a:cubicBezTo>
                    <a:pt x="4358635" y="29845"/>
                    <a:pt x="4360540" y="31115"/>
                    <a:pt x="4362445" y="32385"/>
                  </a:cubicBezTo>
                  <a:lnTo>
                    <a:pt x="4358635" y="46990"/>
                  </a:lnTo>
                  <a:lnTo>
                    <a:pt x="4357365" y="46990"/>
                  </a:lnTo>
                  <a:cubicBezTo>
                    <a:pt x="4357365" y="46990"/>
                    <a:pt x="4354190" y="45085"/>
                    <a:pt x="4352285" y="45085"/>
                  </a:cubicBezTo>
                  <a:cubicBezTo>
                    <a:pt x="4350380" y="45085"/>
                    <a:pt x="4348475" y="44450"/>
                    <a:pt x="4345935" y="44450"/>
                  </a:cubicBezTo>
                  <a:cubicBezTo>
                    <a:pt x="4340855" y="44450"/>
                    <a:pt x="4337045" y="46355"/>
                    <a:pt x="4334505" y="49530"/>
                  </a:cubicBezTo>
                  <a:cubicBezTo>
                    <a:pt x="4331965" y="52705"/>
                    <a:pt x="4330695" y="57785"/>
                    <a:pt x="4330695" y="64770"/>
                  </a:cubicBezTo>
                  <a:lnTo>
                    <a:pt x="4330695" y="109220"/>
                  </a:lnTo>
                  <a:lnTo>
                    <a:pt x="4315455" y="109220"/>
                  </a:lnTo>
                  <a:lnTo>
                    <a:pt x="4315455" y="31115"/>
                  </a:lnTo>
                  <a:lnTo>
                    <a:pt x="4330695" y="31115"/>
                  </a:lnTo>
                  <a:lnTo>
                    <a:pt x="4330695" y="38735"/>
                  </a:lnTo>
                  <a:cubicBezTo>
                    <a:pt x="4330695" y="38735"/>
                    <a:pt x="4332600" y="36195"/>
                    <a:pt x="4333870" y="34925"/>
                  </a:cubicBezTo>
                  <a:cubicBezTo>
                    <a:pt x="4335140" y="33655"/>
                    <a:pt x="4336410" y="33020"/>
                    <a:pt x="4338315" y="31750"/>
                  </a:cubicBezTo>
                  <a:cubicBezTo>
                    <a:pt x="4339585" y="31115"/>
                    <a:pt x="4341490" y="30480"/>
                    <a:pt x="4343395" y="29845"/>
                  </a:cubicBezTo>
                  <a:cubicBezTo>
                    <a:pt x="4345300" y="29845"/>
                    <a:pt x="4347205" y="29210"/>
                    <a:pt x="4349110" y="29210"/>
                  </a:cubicBezTo>
                  <a:close/>
                  <a:moveTo>
                    <a:pt x="4044310" y="29210"/>
                  </a:moveTo>
                  <a:cubicBezTo>
                    <a:pt x="4050025" y="29210"/>
                    <a:pt x="4054470" y="30480"/>
                    <a:pt x="4058915" y="32385"/>
                  </a:cubicBezTo>
                  <a:cubicBezTo>
                    <a:pt x="4062725" y="34290"/>
                    <a:pt x="4066535" y="37465"/>
                    <a:pt x="4069075" y="40640"/>
                  </a:cubicBezTo>
                  <a:cubicBezTo>
                    <a:pt x="4071615" y="44450"/>
                    <a:pt x="4073520" y="48260"/>
                    <a:pt x="4075425" y="53340"/>
                  </a:cubicBezTo>
                  <a:cubicBezTo>
                    <a:pt x="4076695" y="57785"/>
                    <a:pt x="4077330" y="62865"/>
                    <a:pt x="4077330" y="68580"/>
                  </a:cubicBezTo>
                  <a:lnTo>
                    <a:pt x="4076060" y="68580"/>
                  </a:lnTo>
                  <a:cubicBezTo>
                    <a:pt x="4076060" y="68580"/>
                    <a:pt x="4076060" y="71120"/>
                    <a:pt x="4076060" y="72390"/>
                  </a:cubicBezTo>
                  <a:cubicBezTo>
                    <a:pt x="4076060" y="73660"/>
                    <a:pt x="4076060" y="74295"/>
                    <a:pt x="4076060" y="75565"/>
                  </a:cubicBezTo>
                  <a:lnTo>
                    <a:pt x="4024625" y="75565"/>
                  </a:lnTo>
                  <a:cubicBezTo>
                    <a:pt x="4024625" y="79375"/>
                    <a:pt x="4025895" y="82550"/>
                    <a:pt x="4027165" y="85090"/>
                  </a:cubicBezTo>
                  <a:cubicBezTo>
                    <a:pt x="4028435" y="87630"/>
                    <a:pt x="4029705" y="90170"/>
                    <a:pt x="4031610" y="91440"/>
                  </a:cubicBezTo>
                  <a:cubicBezTo>
                    <a:pt x="4033515" y="93345"/>
                    <a:pt x="4035420" y="94615"/>
                    <a:pt x="4037325" y="95250"/>
                  </a:cubicBezTo>
                  <a:cubicBezTo>
                    <a:pt x="4039230" y="95885"/>
                    <a:pt x="4041770" y="96520"/>
                    <a:pt x="4044310" y="96520"/>
                  </a:cubicBezTo>
                  <a:cubicBezTo>
                    <a:pt x="4046215" y="96520"/>
                    <a:pt x="4047485" y="96520"/>
                    <a:pt x="4049390" y="96520"/>
                  </a:cubicBezTo>
                  <a:cubicBezTo>
                    <a:pt x="4050660" y="96520"/>
                    <a:pt x="4052565" y="95885"/>
                    <a:pt x="4053835" y="95250"/>
                  </a:cubicBezTo>
                  <a:cubicBezTo>
                    <a:pt x="4055105" y="95250"/>
                    <a:pt x="4056375" y="93980"/>
                    <a:pt x="4057645" y="93345"/>
                  </a:cubicBezTo>
                  <a:cubicBezTo>
                    <a:pt x="4058915" y="93345"/>
                    <a:pt x="4060185" y="92075"/>
                    <a:pt x="4062090" y="90805"/>
                  </a:cubicBezTo>
                  <a:lnTo>
                    <a:pt x="4070980" y="100330"/>
                  </a:lnTo>
                  <a:cubicBezTo>
                    <a:pt x="4070980" y="100330"/>
                    <a:pt x="4067170" y="103505"/>
                    <a:pt x="4065265" y="104775"/>
                  </a:cubicBezTo>
                  <a:cubicBezTo>
                    <a:pt x="4063360" y="106045"/>
                    <a:pt x="4061455" y="106680"/>
                    <a:pt x="4059550" y="107950"/>
                  </a:cubicBezTo>
                  <a:cubicBezTo>
                    <a:pt x="4057645" y="108585"/>
                    <a:pt x="4055105" y="109855"/>
                    <a:pt x="4052565" y="109855"/>
                  </a:cubicBezTo>
                  <a:cubicBezTo>
                    <a:pt x="4050025" y="109855"/>
                    <a:pt x="4046850" y="110490"/>
                    <a:pt x="4043675" y="110490"/>
                  </a:cubicBezTo>
                  <a:cubicBezTo>
                    <a:pt x="4040500" y="110490"/>
                    <a:pt x="4037325" y="110490"/>
                    <a:pt x="4034150" y="109220"/>
                  </a:cubicBezTo>
                  <a:cubicBezTo>
                    <a:pt x="4030975" y="108585"/>
                    <a:pt x="4028435" y="107315"/>
                    <a:pt x="4026530" y="105410"/>
                  </a:cubicBezTo>
                  <a:cubicBezTo>
                    <a:pt x="4023990" y="104140"/>
                    <a:pt x="4022085" y="102235"/>
                    <a:pt x="4020180" y="100330"/>
                  </a:cubicBezTo>
                  <a:cubicBezTo>
                    <a:pt x="4018275" y="98425"/>
                    <a:pt x="4016370" y="95885"/>
                    <a:pt x="4015100" y="92710"/>
                  </a:cubicBezTo>
                  <a:cubicBezTo>
                    <a:pt x="4013195" y="89535"/>
                    <a:pt x="4011925" y="86360"/>
                    <a:pt x="4011290" y="82550"/>
                  </a:cubicBezTo>
                  <a:cubicBezTo>
                    <a:pt x="4010655" y="78740"/>
                    <a:pt x="4010020" y="74295"/>
                    <a:pt x="4010020" y="69850"/>
                  </a:cubicBezTo>
                  <a:cubicBezTo>
                    <a:pt x="4010020" y="63500"/>
                    <a:pt x="4010655" y="57150"/>
                    <a:pt x="4012560" y="52070"/>
                  </a:cubicBezTo>
                  <a:cubicBezTo>
                    <a:pt x="4014465" y="46990"/>
                    <a:pt x="4016370" y="42545"/>
                    <a:pt x="4019545" y="39370"/>
                  </a:cubicBezTo>
                  <a:cubicBezTo>
                    <a:pt x="4022720" y="36195"/>
                    <a:pt x="4025895" y="33020"/>
                    <a:pt x="4030340" y="31750"/>
                  </a:cubicBezTo>
                  <a:cubicBezTo>
                    <a:pt x="4034785" y="29845"/>
                    <a:pt x="4039230" y="29210"/>
                    <a:pt x="4044310" y="29210"/>
                  </a:cubicBezTo>
                  <a:close/>
                  <a:moveTo>
                    <a:pt x="3811900" y="29210"/>
                  </a:moveTo>
                  <a:cubicBezTo>
                    <a:pt x="3815075" y="29210"/>
                    <a:pt x="3817615" y="29210"/>
                    <a:pt x="3819520" y="29845"/>
                  </a:cubicBezTo>
                  <a:cubicBezTo>
                    <a:pt x="3821425" y="29845"/>
                    <a:pt x="3823330" y="31115"/>
                    <a:pt x="3825235" y="32385"/>
                  </a:cubicBezTo>
                  <a:lnTo>
                    <a:pt x="3821425" y="46990"/>
                  </a:lnTo>
                  <a:lnTo>
                    <a:pt x="3820155" y="46990"/>
                  </a:lnTo>
                  <a:cubicBezTo>
                    <a:pt x="3820155" y="46990"/>
                    <a:pt x="3816980" y="45085"/>
                    <a:pt x="3815075" y="45085"/>
                  </a:cubicBezTo>
                  <a:cubicBezTo>
                    <a:pt x="3813170" y="45085"/>
                    <a:pt x="3811265" y="44450"/>
                    <a:pt x="3808725" y="44450"/>
                  </a:cubicBezTo>
                  <a:cubicBezTo>
                    <a:pt x="3803645" y="44450"/>
                    <a:pt x="3799835" y="46355"/>
                    <a:pt x="3797295" y="49530"/>
                  </a:cubicBezTo>
                  <a:cubicBezTo>
                    <a:pt x="3794755" y="52705"/>
                    <a:pt x="3793485" y="57785"/>
                    <a:pt x="3793485" y="64770"/>
                  </a:cubicBezTo>
                  <a:lnTo>
                    <a:pt x="3793485" y="109220"/>
                  </a:lnTo>
                  <a:lnTo>
                    <a:pt x="3778245" y="109220"/>
                  </a:lnTo>
                  <a:lnTo>
                    <a:pt x="3778245" y="31115"/>
                  </a:lnTo>
                  <a:lnTo>
                    <a:pt x="3793485" y="31115"/>
                  </a:lnTo>
                  <a:lnTo>
                    <a:pt x="3793485" y="38735"/>
                  </a:lnTo>
                  <a:cubicBezTo>
                    <a:pt x="3793485" y="38735"/>
                    <a:pt x="3795390" y="36195"/>
                    <a:pt x="3796660" y="34925"/>
                  </a:cubicBezTo>
                  <a:cubicBezTo>
                    <a:pt x="3797930" y="33655"/>
                    <a:pt x="3799200" y="33020"/>
                    <a:pt x="3801105" y="31750"/>
                  </a:cubicBezTo>
                  <a:cubicBezTo>
                    <a:pt x="3802375" y="31115"/>
                    <a:pt x="3804280" y="30480"/>
                    <a:pt x="3806185" y="29845"/>
                  </a:cubicBezTo>
                  <a:cubicBezTo>
                    <a:pt x="3808090" y="29845"/>
                    <a:pt x="3809995" y="29210"/>
                    <a:pt x="3811900" y="29210"/>
                  </a:cubicBezTo>
                  <a:close/>
                  <a:moveTo>
                    <a:pt x="3729986" y="29210"/>
                  </a:moveTo>
                  <a:cubicBezTo>
                    <a:pt x="3735701" y="29210"/>
                    <a:pt x="3740146" y="30480"/>
                    <a:pt x="3744591" y="32385"/>
                  </a:cubicBezTo>
                  <a:cubicBezTo>
                    <a:pt x="3748401" y="34290"/>
                    <a:pt x="3752211" y="37465"/>
                    <a:pt x="3754751" y="40640"/>
                  </a:cubicBezTo>
                  <a:cubicBezTo>
                    <a:pt x="3757291" y="44450"/>
                    <a:pt x="3759196" y="48260"/>
                    <a:pt x="3761101" y="53340"/>
                  </a:cubicBezTo>
                  <a:cubicBezTo>
                    <a:pt x="3762371" y="57785"/>
                    <a:pt x="3763006" y="62865"/>
                    <a:pt x="3763006" y="68580"/>
                  </a:cubicBezTo>
                  <a:lnTo>
                    <a:pt x="3761736" y="68580"/>
                  </a:lnTo>
                  <a:cubicBezTo>
                    <a:pt x="3761736" y="68580"/>
                    <a:pt x="3761736" y="71120"/>
                    <a:pt x="3761736" y="72390"/>
                  </a:cubicBezTo>
                  <a:cubicBezTo>
                    <a:pt x="3761736" y="73660"/>
                    <a:pt x="3761736" y="74295"/>
                    <a:pt x="3761736" y="75565"/>
                  </a:cubicBezTo>
                  <a:lnTo>
                    <a:pt x="3710301" y="75565"/>
                  </a:lnTo>
                  <a:cubicBezTo>
                    <a:pt x="3710301" y="79375"/>
                    <a:pt x="3711571" y="82550"/>
                    <a:pt x="3712841" y="85090"/>
                  </a:cubicBezTo>
                  <a:cubicBezTo>
                    <a:pt x="3714111" y="87630"/>
                    <a:pt x="3715381" y="90170"/>
                    <a:pt x="3717286" y="91440"/>
                  </a:cubicBezTo>
                  <a:cubicBezTo>
                    <a:pt x="3719191" y="93345"/>
                    <a:pt x="3721096" y="94615"/>
                    <a:pt x="3723001" y="95250"/>
                  </a:cubicBezTo>
                  <a:cubicBezTo>
                    <a:pt x="3724906" y="95885"/>
                    <a:pt x="3727446" y="96520"/>
                    <a:pt x="3729986" y="96520"/>
                  </a:cubicBezTo>
                  <a:cubicBezTo>
                    <a:pt x="3731891" y="96520"/>
                    <a:pt x="3733161" y="96520"/>
                    <a:pt x="3735066" y="96520"/>
                  </a:cubicBezTo>
                  <a:cubicBezTo>
                    <a:pt x="3736336" y="96520"/>
                    <a:pt x="3738241" y="95885"/>
                    <a:pt x="3739511" y="95250"/>
                  </a:cubicBezTo>
                  <a:cubicBezTo>
                    <a:pt x="3740781" y="95250"/>
                    <a:pt x="3742051" y="93980"/>
                    <a:pt x="3743321" y="93345"/>
                  </a:cubicBezTo>
                  <a:cubicBezTo>
                    <a:pt x="3744591" y="93345"/>
                    <a:pt x="3745861" y="92075"/>
                    <a:pt x="3747766" y="90805"/>
                  </a:cubicBezTo>
                  <a:lnTo>
                    <a:pt x="3756656" y="100330"/>
                  </a:lnTo>
                  <a:cubicBezTo>
                    <a:pt x="3756656" y="100330"/>
                    <a:pt x="3752846" y="103505"/>
                    <a:pt x="3750941" y="104775"/>
                  </a:cubicBezTo>
                  <a:cubicBezTo>
                    <a:pt x="3749036" y="106045"/>
                    <a:pt x="3747131" y="106680"/>
                    <a:pt x="3745226" y="107950"/>
                  </a:cubicBezTo>
                  <a:cubicBezTo>
                    <a:pt x="3743321" y="108585"/>
                    <a:pt x="3740781" y="109855"/>
                    <a:pt x="3738241" y="109855"/>
                  </a:cubicBezTo>
                  <a:cubicBezTo>
                    <a:pt x="3735701" y="109855"/>
                    <a:pt x="3732526" y="110490"/>
                    <a:pt x="3729351" y="110490"/>
                  </a:cubicBezTo>
                  <a:cubicBezTo>
                    <a:pt x="3726176" y="110490"/>
                    <a:pt x="3723001" y="110490"/>
                    <a:pt x="3719826" y="109220"/>
                  </a:cubicBezTo>
                  <a:cubicBezTo>
                    <a:pt x="3716651" y="108585"/>
                    <a:pt x="3714111" y="107315"/>
                    <a:pt x="3712206" y="105410"/>
                  </a:cubicBezTo>
                  <a:cubicBezTo>
                    <a:pt x="3709666" y="104140"/>
                    <a:pt x="3707761" y="102235"/>
                    <a:pt x="3705856" y="100330"/>
                  </a:cubicBezTo>
                  <a:cubicBezTo>
                    <a:pt x="3703951" y="98425"/>
                    <a:pt x="3702046" y="95885"/>
                    <a:pt x="3700776" y="92710"/>
                  </a:cubicBezTo>
                  <a:cubicBezTo>
                    <a:pt x="3698871" y="89535"/>
                    <a:pt x="3697601" y="86360"/>
                    <a:pt x="3696966" y="82550"/>
                  </a:cubicBezTo>
                  <a:cubicBezTo>
                    <a:pt x="3696331" y="78740"/>
                    <a:pt x="3695696" y="74295"/>
                    <a:pt x="3695696" y="69850"/>
                  </a:cubicBezTo>
                  <a:cubicBezTo>
                    <a:pt x="3695696" y="63500"/>
                    <a:pt x="3696331" y="57150"/>
                    <a:pt x="3698236" y="52070"/>
                  </a:cubicBezTo>
                  <a:cubicBezTo>
                    <a:pt x="3700141" y="46990"/>
                    <a:pt x="3702046" y="42545"/>
                    <a:pt x="3705221" y="39370"/>
                  </a:cubicBezTo>
                  <a:cubicBezTo>
                    <a:pt x="3708396" y="36195"/>
                    <a:pt x="3711571" y="33020"/>
                    <a:pt x="3716016" y="31750"/>
                  </a:cubicBezTo>
                  <a:cubicBezTo>
                    <a:pt x="3720461" y="29845"/>
                    <a:pt x="3724906" y="29210"/>
                    <a:pt x="3729986" y="29210"/>
                  </a:cubicBezTo>
                  <a:close/>
                  <a:moveTo>
                    <a:pt x="3543296" y="29210"/>
                  </a:moveTo>
                  <a:cubicBezTo>
                    <a:pt x="3549011" y="29210"/>
                    <a:pt x="3553456" y="30480"/>
                    <a:pt x="3557901" y="32385"/>
                  </a:cubicBezTo>
                  <a:cubicBezTo>
                    <a:pt x="3561711" y="34290"/>
                    <a:pt x="3565521" y="37465"/>
                    <a:pt x="3568061" y="40640"/>
                  </a:cubicBezTo>
                  <a:cubicBezTo>
                    <a:pt x="3570601" y="44450"/>
                    <a:pt x="3572506" y="48260"/>
                    <a:pt x="3574411" y="53340"/>
                  </a:cubicBezTo>
                  <a:cubicBezTo>
                    <a:pt x="3575681" y="57785"/>
                    <a:pt x="3576316" y="62865"/>
                    <a:pt x="3576316" y="68580"/>
                  </a:cubicBezTo>
                  <a:lnTo>
                    <a:pt x="3575046" y="68580"/>
                  </a:lnTo>
                  <a:cubicBezTo>
                    <a:pt x="3575046" y="68580"/>
                    <a:pt x="3575046" y="71120"/>
                    <a:pt x="3575046" y="72390"/>
                  </a:cubicBezTo>
                  <a:cubicBezTo>
                    <a:pt x="3575046" y="73660"/>
                    <a:pt x="3575046" y="74295"/>
                    <a:pt x="3575046" y="75565"/>
                  </a:cubicBezTo>
                  <a:lnTo>
                    <a:pt x="3523611" y="75565"/>
                  </a:lnTo>
                  <a:cubicBezTo>
                    <a:pt x="3523611" y="79375"/>
                    <a:pt x="3524881" y="82550"/>
                    <a:pt x="3526151" y="85090"/>
                  </a:cubicBezTo>
                  <a:cubicBezTo>
                    <a:pt x="3527421" y="87630"/>
                    <a:pt x="3528691" y="90170"/>
                    <a:pt x="3530596" y="91440"/>
                  </a:cubicBezTo>
                  <a:cubicBezTo>
                    <a:pt x="3532501" y="93345"/>
                    <a:pt x="3534406" y="94615"/>
                    <a:pt x="3536311" y="95250"/>
                  </a:cubicBezTo>
                  <a:cubicBezTo>
                    <a:pt x="3538216" y="95885"/>
                    <a:pt x="3540756" y="96520"/>
                    <a:pt x="3543296" y="96520"/>
                  </a:cubicBezTo>
                  <a:cubicBezTo>
                    <a:pt x="3545201" y="96520"/>
                    <a:pt x="3546471" y="96520"/>
                    <a:pt x="3548376" y="96520"/>
                  </a:cubicBezTo>
                  <a:cubicBezTo>
                    <a:pt x="3549646" y="96520"/>
                    <a:pt x="3551551" y="95885"/>
                    <a:pt x="3552821" y="95250"/>
                  </a:cubicBezTo>
                  <a:cubicBezTo>
                    <a:pt x="3554091" y="95250"/>
                    <a:pt x="3555361" y="93980"/>
                    <a:pt x="3556631" y="93345"/>
                  </a:cubicBezTo>
                  <a:cubicBezTo>
                    <a:pt x="3557901" y="93345"/>
                    <a:pt x="3559171" y="92075"/>
                    <a:pt x="3561076" y="90805"/>
                  </a:cubicBezTo>
                  <a:lnTo>
                    <a:pt x="3569966" y="100330"/>
                  </a:lnTo>
                  <a:cubicBezTo>
                    <a:pt x="3569966" y="100330"/>
                    <a:pt x="3566156" y="103505"/>
                    <a:pt x="3564251" y="104775"/>
                  </a:cubicBezTo>
                  <a:cubicBezTo>
                    <a:pt x="3562346" y="106045"/>
                    <a:pt x="3560441" y="106680"/>
                    <a:pt x="3558536" y="107950"/>
                  </a:cubicBezTo>
                  <a:cubicBezTo>
                    <a:pt x="3556631" y="108585"/>
                    <a:pt x="3554091" y="109855"/>
                    <a:pt x="3551551" y="109855"/>
                  </a:cubicBezTo>
                  <a:cubicBezTo>
                    <a:pt x="3549011" y="109855"/>
                    <a:pt x="3545836" y="110490"/>
                    <a:pt x="3542661" y="110490"/>
                  </a:cubicBezTo>
                  <a:cubicBezTo>
                    <a:pt x="3539486" y="110490"/>
                    <a:pt x="3536311" y="110490"/>
                    <a:pt x="3533136" y="109220"/>
                  </a:cubicBezTo>
                  <a:cubicBezTo>
                    <a:pt x="3529961" y="108585"/>
                    <a:pt x="3527421" y="107315"/>
                    <a:pt x="3525516" y="105410"/>
                  </a:cubicBezTo>
                  <a:cubicBezTo>
                    <a:pt x="3522976" y="104140"/>
                    <a:pt x="3521071" y="102235"/>
                    <a:pt x="3519166" y="100330"/>
                  </a:cubicBezTo>
                  <a:cubicBezTo>
                    <a:pt x="3517261" y="98425"/>
                    <a:pt x="3515356" y="95885"/>
                    <a:pt x="3514086" y="92710"/>
                  </a:cubicBezTo>
                  <a:cubicBezTo>
                    <a:pt x="3512181" y="89535"/>
                    <a:pt x="3510911" y="86360"/>
                    <a:pt x="3510276" y="82550"/>
                  </a:cubicBezTo>
                  <a:cubicBezTo>
                    <a:pt x="3509641" y="78740"/>
                    <a:pt x="3509006" y="74295"/>
                    <a:pt x="3509006" y="69850"/>
                  </a:cubicBezTo>
                  <a:cubicBezTo>
                    <a:pt x="3509006" y="63500"/>
                    <a:pt x="3509641" y="57150"/>
                    <a:pt x="3511546" y="52070"/>
                  </a:cubicBezTo>
                  <a:cubicBezTo>
                    <a:pt x="3513451" y="46990"/>
                    <a:pt x="3515356" y="42545"/>
                    <a:pt x="3518531" y="39370"/>
                  </a:cubicBezTo>
                  <a:cubicBezTo>
                    <a:pt x="3521706" y="36195"/>
                    <a:pt x="3524881" y="33020"/>
                    <a:pt x="3529326" y="31750"/>
                  </a:cubicBezTo>
                  <a:cubicBezTo>
                    <a:pt x="3533771" y="29845"/>
                    <a:pt x="3538216" y="29210"/>
                    <a:pt x="3543296" y="29210"/>
                  </a:cubicBezTo>
                  <a:close/>
                  <a:moveTo>
                    <a:pt x="3345176" y="29210"/>
                  </a:moveTo>
                  <a:cubicBezTo>
                    <a:pt x="3350891" y="29210"/>
                    <a:pt x="3355336" y="30480"/>
                    <a:pt x="3359781" y="32385"/>
                  </a:cubicBezTo>
                  <a:cubicBezTo>
                    <a:pt x="3363591" y="34290"/>
                    <a:pt x="3367401" y="37465"/>
                    <a:pt x="3369941" y="40640"/>
                  </a:cubicBezTo>
                  <a:cubicBezTo>
                    <a:pt x="3372481" y="44450"/>
                    <a:pt x="3374386" y="48260"/>
                    <a:pt x="3376291" y="53340"/>
                  </a:cubicBezTo>
                  <a:cubicBezTo>
                    <a:pt x="3377561" y="57785"/>
                    <a:pt x="3378196" y="62865"/>
                    <a:pt x="3378196" y="68580"/>
                  </a:cubicBezTo>
                  <a:lnTo>
                    <a:pt x="3376926" y="68580"/>
                  </a:lnTo>
                  <a:cubicBezTo>
                    <a:pt x="3376926" y="68580"/>
                    <a:pt x="3376926" y="71120"/>
                    <a:pt x="3376926" y="72390"/>
                  </a:cubicBezTo>
                  <a:cubicBezTo>
                    <a:pt x="3376926" y="73660"/>
                    <a:pt x="3376926" y="74295"/>
                    <a:pt x="3376926" y="75565"/>
                  </a:cubicBezTo>
                  <a:lnTo>
                    <a:pt x="3325491" y="75565"/>
                  </a:lnTo>
                  <a:cubicBezTo>
                    <a:pt x="3325491" y="79375"/>
                    <a:pt x="3326761" y="82550"/>
                    <a:pt x="3328031" y="85090"/>
                  </a:cubicBezTo>
                  <a:cubicBezTo>
                    <a:pt x="3329301" y="87630"/>
                    <a:pt x="3330571" y="90170"/>
                    <a:pt x="3332476" y="91440"/>
                  </a:cubicBezTo>
                  <a:cubicBezTo>
                    <a:pt x="3334381" y="93345"/>
                    <a:pt x="3336286" y="94615"/>
                    <a:pt x="3338191" y="95250"/>
                  </a:cubicBezTo>
                  <a:cubicBezTo>
                    <a:pt x="3340096" y="95885"/>
                    <a:pt x="3342636" y="96520"/>
                    <a:pt x="3345176" y="96520"/>
                  </a:cubicBezTo>
                  <a:cubicBezTo>
                    <a:pt x="3347081" y="96520"/>
                    <a:pt x="3348351" y="96520"/>
                    <a:pt x="3350256" y="96520"/>
                  </a:cubicBezTo>
                  <a:cubicBezTo>
                    <a:pt x="3351526" y="96520"/>
                    <a:pt x="3353431" y="95885"/>
                    <a:pt x="3354701" y="95250"/>
                  </a:cubicBezTo>
                  <a:cubicBezTo>
                    <a:pt x="3355971" y="95250"/>
                    <a:pt x="3357241" y="93980"/>
                    <a:pt x="3358511" y="93345"/>
                  </a:cubicBezTo>
                  <a:cubicBezTo>
                    <a:pt x="3359781" y="93345"/>
                    <a:pt x="3361051" y="92075"/>
                    <a:pt x="3362956" y="90805"/>
                  </a:cubicBezTo>
                  <a:lnTo>
                    <a:pt x="3371846" y="100330"/>
                  </a:lnTo>
                  <a:cubicBezTo>
                    <a:pt x="3371846" y="100330"/>
                    <a:pt x="3368036" y="103505"/>
                    <a:pt x="3366131" y="104775"/>
                  </a:cubicBezTo>
                  <a:cubicBezTo>
                    <a:pt x="3364226" y="106045"/>
                    <a:pt x="3362321" y="106680"/>
                    <a:pt x="3360416" y="107950"/>
                  </a:cubicBezTo>
                  <a:cubicBezTo>
                    <a:pt x="3358511" y="108585"/>
                    <a:pt x="3355971" y="109855"/>
                    <a:pt x="3353431" y="109855"/>
                  </a:cubicBezTo>
                  <a:cubicBezTo>
                    <a:pt x="3350891" y="109855"/>
                    <a:pt x="3347716" y="110490"/>
                    <a:pt x="3344541" y="110490"/>
                  </a:cubicBezTo>
                  <a:cubicBezTo>
                    <a:pt x="3341366" y="110490"/>
                    <a:pt x="3338191" y="110490"/>
                    <a:pt x="3335016" y="109220"/>
                  </a:cubicBezTo>
                  <a:cubicBezTo>
                    <a:pt x="3331841" y="108585"/>
                    <a:pt x="3329301" y="107315"/>
                    <a:pt x="3327396" y="105410"/>
                  </a:cubicBezTo>
                  <a:cubicBezTo>
                    <a:pt x="3324856" y="104140"/>
                    <a:pt x="3322951" y="102235"/>
                    <a:pt x="3321046" y="100330"/>
                  </a:cubicBezTo>
                  <a:cubicBezTo>
                    <a:pt x="3319141" y="98425"/>
                    <a:pt x="3317236" y="95885"/>
                    <a:pt x="3315966" y="92710"/>
                  </a:cubicBezTo>
                  <a:cubicBezTo>
                    <a:pt x="3314061" y="89535"/>
                    <a:pt x="3312791" y="86360"/>
                    <a:pt x="3312156" y="82550"/>
                  </a:cubicBezTo>
                  <a:cubicBezTo>
                    <a:pt x="3311521" y="78740"/>
                    <a:pt x="3310886" y="74295"/>
                    <a:pt x="3310886" y="69850"/>
                  </a:cubicBezTo>
                  <a:cubicBezTo>
                    <a:pt x="3310886" y="63500"/>
                    <a:pt x="3311521" y="57150"/>
                    <a:pt x="3313426" y="52070"/>
                  </a:cubicBezTo>
                  <a:cubicBezTo>
                    <a:pt x="3315331" y="46990"/>
                    <a:pt x="3317236" y="42545"/>
                    <a:pt x="3320411" y="39370"/>
                  </a:cubicBezTo>
                  <a:cubicBezTo>
                    <a:pt x="3323586" y="36195"/>
                    <a:pt x="3326761" y="33020"/>
                    <a:pt x="3331206" y="31750"/>
                  </a:cubicBezTo>
                  <a:cubicBezTo>
                    <a:pt x="3335651" y="29845"/>
                    <a:pt x="3340096" y="29210"/>
                    <a:pt x="3345176" y="29210"/>
                  </a:cubicBezTo>
                  <a:close/>
                  <a:moveTo>
                    <a:pt x="3060696" y="29210"/>
                  </a:moveTo>
                  <a:cubicBezTo>
                    <a:pt x="3063871" y="29210"/>
                    <a:pt x="3066411" y="29210"/>
                    <a:pt x="3068316" y="29845"/>
                  </a:cubicBezTo>
                  <a:cubicBezTo>
                    <a:pt x="3070221" y="29845"/>
                    <a:pt x="3072126" y="31115"/>
                    <a:pt x="3074031" y="32385"/>
                  </a:cubicBezTo>
                  <a:lnTo>
                    <a:pt x="3070221" y="46990"/>
                  </a:lnTo>
                  <a:lnTo>
                    <a:pt x="3068951" y="46990"/>
                  </a:lnTo>
                  <a:cubicBezTo>
                    <a:pt x="3068951" y="46990"/>
                    <a:pt x="3065776" y="45085"/>
                    <a:pt x="3063871" y="45085"/>
                  </a:cubicBezTo>
                  <a:cubicBezTo>
                    <a:pt x="3061966" y="45085"/>
                    <a:pt x="3060061" y="44450"/>
                    <a:pt x="3057521" y="44450"/>
                  </a:cubicBezTo>
                  <a:cubicBezTo>
                    <a:pt x="3052441" y="44450"/>
                    <a:pt x="3048631" y="46355"/>
                    <a:pt x="3046091" y="49530"/>
                  </a:cubicBezTo>
                  <a:cubicBezTo>
                    <a:pt x="3043551" y="52705"/>
                    <a:pt x="3042281" y="57785"/>
                    <a:pt x="3042281" y="64770"/>
                  </a:cubicBezTo>
                  <a:lnTo>
                    <a:pt x="3042281" y="109220"/>
                  </a:lnTo>
                  <a:lnTo>
                    <a:pt x="3027041" y="109220"/>
                  </a:lnTo>
                  <a:lnTo>
                    <a:pt x="3027041" y="31115"/>
                  </a:lnTo>
                  <a:lnTo>
                    <a:pt x="3042281" y="31115"/>
                  </a:lnTo>
                  <a:lnTo>
                    <a:pt x="3042281" y="38735"/>
                  </a:lnTo>
                  <a:cubicBezTo>
                    <a:pt x="3042281" y="38735"/>
                    <a:pt x="3044186" y="36195"/>
                    <a:pt x="3045456" y="34925"/>
                  </a:cubicBezTo>
                  <a:cubicBezTo>
                    <a:pt x="3046726" y="33655"/>
                    <a:pt x="3047996" y="33020"/>
                    <a:pt x="3049901" y="31750"/>
                  </a:cubicBezTo>
                  <a:cubicBezTo>
                    <a:pt x="3051171" y="31115"/>
                    <a:pt x="3053076" y="30480"/>
                    <a:pt x="3054981" y="29845"/>
                  </a:cubicBezTo>
                  <a:cubicBezTo>
                    <a:pt x="3056886" y="29845"/>
                    <a:pt x="3058791" y="29210"/>
                    <a:pt x="3060696" y="29210"/>
                  </a:cubicBezTo>
                  <a:close/>
                  <a:moveTo>
                    <a:pt x="2978781" y="29210"/>
                  </a:moveTo>
                  <a:cubicBezTo>
                    <a:pt x="2984496" y="29210"/>
                    <a:pt x="2988941" y="30480"/>
                    <a:pt x="2993386" y="32385"/>
                  </a:cubicBezTo>
                  <a:cubicBezTo>
                    <a:pt x="2997196" y="34290"/>
                    <a:pt x="3001006" y="37465"/>
                    <a:pt x="3003546" y="40640"/>
                  </a:cubicBezTo>
                  <a:cubicBezTo>
                    <a:pt x="3006086" y="44450"/>
                    <a:pt x="3007991" y="48260"/>
                    <a:pt x="3009896" y="53340"/>
                  </a:cubicBezTo>
                  <a:cubicBezTo>
                    <a:pt x="3011166" y="57785"/>
                    <a:pt x="3011801" y="62865"/>
                    <a:pt x="3011801" y="68580"/>
                  </a:cubicBezTo>
                  <a:lnTo>
                    <a:pt x="3010531" y="68580"/>
                  </a:lnTo>
                  <a:cubicBezTo>
                    <a:pt x="3010531" y="68580"/>
                    <a:pt x="3010531" y="71120"/>
                    <a:pt x="3010531" y="72390"/>
                  </a:cubicBezTo>
                  <a:cubicBezTo>
                    <a:pt x="3010531" y="73660"/>
                    <a:pt x="3010531" y="74295"/>
                    <a:pt x="3010531" y="75565"/>
                  </a:cubicBezTo>
                  <a:lnTo>
                    <a:pt x="2959096" y="75565"/>
                  </a:lnTo>
                  <a:cubicBezTo>
                    <a:pt x="2959096" y="79375"/>
                    <a:pt x="2960366" y="82550"/>
                    <a:pt x="2961636" y="85090"/>
                  </a:cubicBezTo>
                  <a:cubicBezTo>
                    <a:pt x="2962906" y="87630"/>
                    <a:pt x="2964176" y="90170"/>
                    <a:pt x="2966081" y="91440"/>
                  </a:cubicBezTo>
                  <a:cubicBezTo>
                    <a:pt x="2967986" y="93345"/>
                    <a:pt x="2969891" y="94615"/>
                    <a:pt x="2971796" y="95250"/>
                  </a:cubicBezTo>
                  <a:cubicBezTo>
                    <a:pt x="2974336" y="95885"/>
                    <a:pt x="2976241" y="96520"/>
                    <a:pt x="2978781" y="96520"/>
                  </a:cubicBezTo>
                  <a:cubicBezTo>
                    <a:pt x="2980686" y="96520"/>
                    <a:pt x="2981956" y="96520"/>
                    <a:pt x="2983861" y="96520"/>
                  </a:cubicBezTo>
                  <a:cubicBezTo>
                    <a:pt x="2985131" y="96520"/>
                    <a:pt x="2987036" y="95885"/>
                    <a:pt x="2988306" y="95250"/>
                  </a:cubicBezTo>
                  <a:cubicBezTo>
                    <a:pt x="2989576" y="95250"/>
                    <a:pt x="2990846" y="93980"/>
                    <a:pt x="2992116" y="93345"/>
                  </a:cubicBezTo>
                  <a:cubicBezTo>
                    <a:pt x="2993386" y="93345"/>
                    <a:pt x="2994656" y="92075"/>
                    <a:pt x="2996561" y="90805"/>
                  </a:cubicBezTo>
                  <a:lnTo>
                    <a:pt x="3005451" y="100330"/>
                  </a:lnTo>
                  <a:cubicBezTo>
                    <a:pt x="3005451" y="100330"/>
                    <a:pt x="3001641" y="103505"/>
                    <a:pt x="2999736" y="104775"/>
                  </a:cubicBezTo>
                  <a:cubicBezTo>
                    <a:pt x="2997831" y="106045"/>
                    <a:pt x="2995926" y="106680"/>
                    <a:pt x="2994021" y="107950"/>
                  </a:cubicBezTo>
                  <a:cubicBezTo>
                    <a:pt x="2992116" y="108585"/>
                    <a:pt x="2989576" y="109855"/>
                    <a:pt x="2987036" y="109855"/>
                  </a:cubicBezTo>
                  <a:cubicBezTo>
                    <a:pt x="2984496" y="109855"/>
                    <a:pt x="2981321" y="110490"/>
                    <a:pt x="2978146" y="110490"/>
                  </a:cubicBezTo>
                  <a:cubicBezTo>
                    <a:pt x="2974971" y="110490"/>
                    <a:pt x="2971796" y="110490"/>
                    <a:pt x="2968621" y="109220"/>
                  </a:cubicBezTo>
                  <a:cubicBezTo>
                    <a:pt x="2965446" y="108585"/>
                    <a:pt x="2962906" y="107315"/>
                    <a:pt x="2961001" y="105410"/>
                  </a:cubicBezTo>
                  <a:cubicBezTo>
                    <a:pt x="2958461" y="104140"/>
                    <a:pt x="2956556" y="102235"/>
                    <a:pt x="2954651" y="100330"/>
                  </a:cubicBezTo>
                  <a:cubicBezTo>
                    <a:pt x="2952746" y="98425"/>
                    <a:pt x="2950841" y="95885"/>
                    <a:pt x="2949571" y="92710"/>
                  </a:cubicBezTo>
                  <a:cubicBezTo>
                    <a:pt x="2947666" y="89535"/>
                    <a:pt x="2946396" y="86360"/>
                    <a:pt x="2945761" y="82550"/>
                  </a:cubicBezTo>
                  <a:cubicBezTo>
                    <a:pt x="2945126" y="78740"/>
                    <a:pt x="2944491" y="74295"/>
                    <a:pt x="2944491" y="69850"/>
                  </a:cubicBezTo>
                  <a:cubicBezTo>
                    <a:pt x="2944491" y="63500"/>
                    <a:pt x="2945126" y="57150"/>
                    <a:pt x="2947031" y="52070"/>
                  </a:cubicBezTo>
                  <a:cubicBezTo>
                    <a:pt x="2948936" y="46990"/>
                    <a:pt x="2950841" y="42545"/>
                    <a:pt x="2954016" y="39370"/>
                  </a:cubicBezTo>
                  <a:cubicBezTo>
                    <a:pt x="2957191" y="36195"/>
                    <a:pt x="2960366" y="33020"/>
                    <a:pt x="2964811" y="31750"/>
                  </a:cubicBezTo>
                  <a:cubicBezTo>
                    <a:pt x="2969256" y="29845"/>
                    <a:pt x="2973701" y="29210"/>
                    <a:pt x="2978781" y="29210"/>
                  </a:cubicBezTo>
                  <a:close/>
                  <a:moveTo>
                    <a:pt x="2798440" y="29210"/>
                  </a:moveTo>
                  <a:cubicBezTo>
                    <a:pt x="2803520" y="29210"/>
                    <a:pt x="2807965" y="29845"/>
                    <a:pt x="2813045" y="31750"/>
                  </a:cubicBezTo>
                  <a:cubicBezTo>
                    <a:pt x="2817490" y="33655"/>
                    <a:pt x="2821935" y="35560"/>
                    <a:pt x="2825110" y="38100"/>
                  </a:cubicBezTo>
                  <a:lnTo>
                    <a:pt x="2827015" y="38100"/>
                  </a:lnTo>
                  <a:lnTo>
                    <a:pt x="2820030" y="50165"/>
                  </a:lnTo>
                  <a:cubicBezTo>
                    <a:pt x="2816855" y="47625"/>
                    <a:pt x="2813680" y="46355"/>
                    <a:pt x="2810505" y="45085"/>
                  </a:cubicBezTo>
                  <a:cubicBezTo>
                    <a:pt x="2807330" y="43815"/>
                    <a:pt x="2803520" y="43180"/>
                    <a:pt x="2799710" y="43180"/>
                  </a:cubicBezTo>
                  <a:cubicBezTo>
                    <a:pt x="2795900" y="43180"/>
                    <a:pt x="2793360" y="43815"/>
                    <a:pt x="2791455" y="45085"/>
                  </a:cubicBezTo>
                  <a:cubicBezTo>
                    <a:pt x="2789550" y="46355"/>
                    <a:pt x="2788915" y="48260"/>
                    <a:pt x="2788915" y="50165"/>
                  </a:cubicBezTo>
                  <a:cubicBezTo>
                    <a:pt x="2788915" y="51435"/>
                    <a:pt x="2788915" y="52070"/>
                    <a:pt x="2788915" y="52705"/>
                  </a:cubicBezTo>
                  <a:cubicBezTo>
                    <a:pt x="2788915" y="53340"/>
                    <a:pt x="2790185" y="54610"/>
                    <a:pt x="2790820" y="55245"/>
                  </a:cubicBezTo>
                  <a:cubicBezTo>
                    <a:pt x="2792090" y="55880"/>
                    <a:pt x="2793360" y="57150"/>
                    <a:pt x="2795265" y="57785"/>
                  </a:cubicBezTo>
                  <a:cubicBezTo>
                    <a:pt x="2797170" y="59055"/>
                    <a:pt x="2799710" y="59690"/>
                    <a:pt x="2802250" y="60960"/>
                  </a:cubicBezTo>
                  <a:cubicBezTo>
                    <a:pt x="2806695" y="62865"/>
                    <a:pt x="2810505" y="64135"/>
                    <a:pt x="2813680" y="66040"/>
                  </a:cubicBezTo>
                  <a:cubicBezTo>
                    <a:pt x="2816855" y="67310"/>
                    <a:pt x="2819395" y="69215"/>
                    <a:pt x="2821935" y="71120"/>
                  </a:cubicBezTo>
                  <a:cubicBezTo>
                    <a:pt x="2823840" y="73025"/>
                    <a:pt x="2825745" y="75565"/>
                    <a:pt x="2827015" y="78105"/>
                  </a:cubicBezTo>
                  <a:cubicBezTo>
                    <a:pt x="2828285" y="80645"/>
                    <a:pt x="2828920" y="83820"/>
                    <a:pt x="2828920" y="87630"/>
                  </a:cubicBezTo>
                  <a:cubicBezTo>
                    <a:pt x="2828920" y="92075"/>
                    <a:pt x="2828285" y="95250"/>
                    <a:pt x="2826380" y="98425"/>
                  </a:cubicBezTo>
                  <a:cubicBezTo>
                    <a:pt x="2824475" y="101600"/>
                    <a:pt x="2822570" y="103505"/>
                    <a:pt x="2820030" y="105410"/>
                  </a:cubicBezTo>
                  <a:cubicBezTo>
                    <a:pt x="2817490" y="107315"/>
                    <a:pt x="2814315" y="108585"/>
                    <a:pt x="2810505" y="109220"/>
                  </a:cubicBezTo>
                  <a:cubicBezTo>
                    <a:pt x="2806695" y="109855"/>
                    <a:pt x="2803520" y="110490"/>
                    <a:pt x="2799710" y="110490"/>
                  </a:cubicBezTo>
                  <a:cubicBezTo>
                    <a:pt x="2794630" y="110490"/>
                    <a:pt x="2789550" y="109855"/>
                    <a:pt x="2783835" y="107950"/>
                  </a:cubicBezTo>
                  <a:cubicBezTo>
                    <a:pt x="2778120" y="106045"/>
                    <a:pt x="2773675" y="103505"/>
                    <a:pt x="2769230" y="100965"/>
                  </a:cubicBezTo>
                  <a:lnTo>
                    <a:pt x="2776215" y="89535"/>
                  </a:lnTo>
                  <a:cubicBezTo>
                    <a:pt x="2780025" y="92075"/>
                    <a:pt x="2783835" y="93980"/>
                    <a:pt x="2787645" y="95250"/>
                  </a:cubicBezTo>
                  <a:cubicBezTo>
                    <a:pt x="2791455" y="96520"/>
                    <a:pt x="2795265" y="97155"/>
                    <a:pt x="2799075" y="97155"/>
                  </a:cubicBezTo>
                  <a:cubicBezTo>
                    <a:pt x="2804155" y="97155"/>
                    <a:pt x="2807330" y="96520"/>
                    <a:pt x="2809870" y="94615"/>
                  </a:cubicBezTo>
                  <a:cubicBezTo>
                    <a:pt x="2812410" y="93345"/>
                    <a:pt x="2813045" y="90805"/>
                    <a:pt x="2813045" y="88265"/>
                  </a:cubicBezTo>
                  <a:cubicBezTo>
                    <a:pt x="2813045" y="86995"/>
                    <a:pt x="2813045" y="85725"/>
                    <a:pt x="2811775" y="84455"/>
                  </a:cubicBezTo>
                  <a:cubicBezTo>
                    <a:pt x="2811140" y="83185"/>
                    <a:pt x="2809870" y="82550"/>
                    <a:pt x="2807965" y="81280"/>
                  </a:cubicBezTo>
                  <a:cubicBezTo>
                    <a:pt x="2806695" y="80010"/>
                    <a:pt x="2804790" y="79375"/>
                    <a:pt x="2802250" y="78105"/>
                  </a:cubicBezTo>
                  <a:cubicBezTo>
                    <a:pt x="2800345" y="77470"/>
                    <a:pt x="2797805" y="76200"/>
                    <a:pt x="2794630" y="74930"/>
                  </a:cubicBezTo>
                  <a:cubicBezTo>
                    <a:pt x="2790185" y="73025"/>
                    <a:pt x="2787010" y="71755"/>
                    <a:pt x="2783835" y="69850"/>
                  </a:cubicBezTo>
                  <a:cubicBezTo>
                    <a:pt x="2780660" y="67945"/>
                    <a:pt x="2778755" y="66675"/>
                    <a:pt x="2776850" y="64770"/>
                  </a:cubicBezTo>
                  <a:cubicBezTo>
                    <a:pt x="2774945" y="62865"/>
                    <a:pt x="2773675" y="60960"/>
                    <a:pt x="2773040" y="58420"/>
                  </a:cubicBezTo>
                  <a:cubicBezTo>
                    <a:pt x="2772405" y="55880"/>
                    <a:pt x="2771770" y="53340"/>
                    <a:pt x="2771770" y="50165"/>
                  </a:cubicBezTo>
                  <a:cubicBezTo>
                    <a:pt x="2771770" y="46990"/>
                    <a:pt x="2772405" y="43815"/>
                    <a:pt x="2773675" y="40640"/>
                  </a:cubicBezTo>
                  <a:cubicBezTo>
                    <a:pt x="2774945" y="38100"/>
                    <a:pt x="2776850" y="35560"/>
                    <a:pt x="2779390" y="34290"/>
                  </a:cubicBezTo>
                  <a:cubicBezTo>
                    <a:pt x="2781930" y="32385"/>
                    <a:pt x="2784470" y="31115"/>
                    <a:pt x="2787645" y="30480"/>
                  </a:cubicBezTo>
                  <a:cubicBezTo>
                    <a:pt x="2790820" y="29845"/>
                    <a:pt x="2794630" y="29210"/>
                    <a:pt x="2798440" y="29210"/>
                  </a:cubicBezTo>
                  <a:close/>
                  <a:moveTo>
                    <a:pt x="2723510" y="29210"/>
                  </a:moveTo>
                  <a:cubicBezTo>
                    <a:pt x="2725415" y="29210"/>
                    <a:pt x="2727320" y="29210"/>
                    <a:pt x="2729225" y="29210"/>
                  </a:cubicBezTo>
                  <a:cubicBezTo>
                    <a:pt x="2733670" y="29210"/>
                    <a:pt x="2738115" y="29845"/>
                    <a:pt x="2741290" y="31750"/>
                  </a:cubicBezTo>
                  <a:cubicBezTo>
                    <a:pt x="2744465" y="33020"/>
                    <a:pt x="2747640" y="35560"/>
                    <a:pt x="2750180" y="38100"/>
                  </a:cubicBezTo>
                  <a:cubicBezTo>
                    <a:pt x="2752720" y="41275"/>
                    <a:pt x="2753990" y="44450"/>
                    <a:pt x="2755260" y="48895"/>
                  </a:cubicBezTo>
                  <a:cubicBezTo>
                    <a:pt x="2756530" y="53340"/>
                    <a:pt x="2757165" y="58420"/>
                    <a:pt x="2757165" y="64135"/>
                  </a:cubicBezTo>
                  <a:lnTo>
                    <a:pt x="2757165" y="108585"/>
                  </a:lnTo>
                  <a:lnTo>
                    <a:pt x="2741925" y="108585"/>
                  </a:lnTo>
                  <a:lnTo>
                    <a:pt x="2741290" y="108585"/>
                  </a:lnTo>
                  <a:lnTo>
                    <a:pt x="2741290" y="64770"/>
                  </a:lnTo>
                  <a:cubicBezTo>
                    <a:pt x="2741290" y="57785"/>
                    <a:pt x="2740020" y="52070"/>
                    <a:pt x="2737480" y="48895"/>
                  </a:cubicBezTo>
                  <a:cubicBezTo>
                    <a:pt x="2734940" y="45085"/>
                    <a:pt x="2731130" y="43180"/>
                    <a:pt x="2725415" y="43180"/>
                  </a:cubicBezTo>
                  <a:cubicBezTo>
                    <a:pt x="2722875" y="43180"/>
                    <a:pt x="2720970" y="43180"/>
                    <a:pt x="2718430" y="44450"/>
                  </a:cubicBezTo>
                  <a:cubicBezTo>
                    <a:pt x="2716525" y="45085"/>
                    <a:pt x="2714620" y="46990"/>
                    <a:pt x="2713350" y="48260"/>
                  </a:cubicBezTo>
                  <a:cubicBezTo>
                    <a:pt x="2712080" y="50165"/>
                    <a:pt x="2710810" y="52070"/>
                    <a:pt x="2710175" y="54610"/>
                  </a:cubicBezTo>
                  <a:cubicBezTo>
                    <a:pt x="2710175" y="57150"/>
                    <a:pt x="2709540" y="59690"/>
                    <a:pt x="2709540" y="62865"/>
                  </a:cubicBezTo>
                  <a:lnTo>
                    <a:pt x="2709540" y="108585"/>
                  </a:lnTo>
                  <a:lnTo>
                    <a:pt x="2694300" y="108585"/>
                  </a:lnTo>
                  <a:lnTo>
                    <a:pt x="2694300" y="30480"/>
                  </a:lnTo>
                  <a:lnTo>
                    <a:pt x="2709540" y="30480"/>
                  </a:lnTo>
                  <a:lnTo>
                    <a:pt x="2709540" y="38100"/>
                  </a:lnTo>
                  <a:cubicBezTo>
                    <a:pt x="2709540" y="38100"/>
                    <a:pt x="2711445" y="35560"/>
                    <a:pt x="2713350" y="34290"/>
                  </a:cubicBezTo>
                  <a:cubicBezTo>
                    <a:pt x="2714620" y="33020"/>
                    <a:pt x="2716525" y="32385"/>
                    <a:pt x="2717795" y="31115"/>
                  </a:cubicBezTo>
                  <a:cubicBezTo>
                    <a:pt x="2719700" y="30480"/>
                    <a:pt x="2721605" y="29845"/>
                    <a:pt x="2723510" y="29210"/>
                  </a:cubicBezTo>
                  <a:close/>
                  <a:moveTo>
                    <a:pt x="2530470" y="29210"/>
                  </a:moveTo>
                  <a:cubicBezTo>
                    <a:pt x="2536185" y="29210"/>
                    <a:pt x="2540630" y="30480"/>
                    <a:pt x="2545075" y="32385"/>
                  </a:cubicBezTo>
                  <a:cubicBezTo>
                    <a:pt x="2548885" y="34290"/>
                    <a:pt x="2552695" y="37465"/>
                    <a:pt x="2555235" y="40640"/>
                  </a:cubicBezTo>
                  <a:cubicBezTo>
                    <a:pt x="2557775" y="44450"/>
                    <a:pt x="2559680" y="48260"/>
                    <a:pt x="2561585" y="53340"/>
                  </a:cubicBezTo>
                  <a:cubicBezTo>
                    <a:pt x="2562855" y="57785"/>
                    <a:pt x="2563490" y="62865"/>
                    <a:pt x="2563490" y="68580"/>
                  </a:cubicBezTo>
                  <a:lnTo>
                    <a:pt x="2562220" y="68580"/>
                  </a:lnTo>
                  <a:cubicBezTo>
                    <a:pt x="2562220" y="68580"/>
                    <a:pt x="2562220" y="71120"/>
                    <a:pt x="2562220" y="72390"/>
                  </a:cubicBezTo>
                  <a:cubicBezTo>
                    <a:pt x="2562220" y="73660"/>
                    <a:pt x="2562220" y="74295"/>
                    <a:pt x="2562220" y="75565"/>
                  </a:cubicBezTo>
                  <a:lnTo>
                    <a:pt x="2510785" y="75565"/>
                  </a:lnTo>
                  <a:cubicBezTo>
                    <a:pt x="2510785" y="79375"/>
                    <a:pt x="2512055" y="82550"/>
                    <a:pt x="2513325" y="85090"/>
                  </a:cubicBezTo>
                  <a:cubicBezTo>
                    <a:pt x="2514595" y="87630"/>
                    <a:pt x="2515865" y="90170"/>
                    <a:pt x="2517770" y="91440"/>
                  </a:cubicBezTo>
                  <a:cubicBezTo>
                    <a:pt x="2519675" y="93345"/>
                    <a:pt x="2521580" y="94615"/>
                    <a:pt x="2523485" y="95250"/>
                  </a:cubicBezTo>
                  <a:cubicBezTo>
                    <a:pt x="2525390" y="95885"/>
                    <a:pt x="2527930" y="96520"/>
                    <a:pt x="2530470" y="96520"/>
                  </a:cubicBezTo>
                  <a:cubicBezTo>
                    <a:pt x="2532375" y="96520"/>
                    <a:pt x="2533645" y="96520"/>
                    <a:pt x="2535550" y="96520"/>
                  </a:cubicBezTo>
                  <a:cubicBezTo>
                    <a:pt x="2536820" y="96520"/>
                    <a:pt x="2538725" y="95885"/>
                    <a:pt x="2539995" y="95250"/>
                  </a:cubicBezTo>
                  <a:cubicBezTo>
                    <a:pt x="2541265" y="95250"/>
                    <a:pt x="2542535" y="93980"/>
                    <a:pt x="2543805" y="93345"/>
                  </a:cubicBezTo>
                  <a:cubicBezTo>
                    <a:pt x="2545075" y="93345"/>
                    <a:pt x="2546345" y="92075"/>
                    <a:pt x="2548250" y="90805"/>
                  </a:cubicBezTo>
                  <a:lnTo>
                    <a:pt x="2557140" y="100330"/>
                  </a:lnTo>
                  <a:cubicBezTo>
                    <a:pt x="2557140" y="100330"/>
                    <a:pt x="2553330" y="103505"/>
                    <a:pt x="2551425" y="104775"/>
                  </a:cubicBezTo>
                  <a:cubicBezTo>
                    <a:pt x="2549520" y="106045"/>
                    <a:pt x="2547615" y="106680"/>
                    <a:pt x="2545710" y="107950"/>
                  </a:cubicBezTo>
                  <a:cubicBezTo>
                    <a:pt x="2543805" y="108585"/>
                    <a:pt x="2541265" y="109855"/>
                    <a:pt x="2538725" y="109855"/>
                  </a:cubicBezTo>
                  <a:cubicBezTo>
                    <a:pt x="2536185" y="109855"/>
                    <a:pt x="2533010" y="110490"/>
                    <a:pt x="2529835" y="110490"/>
                  </a:cubicBezTo>
                  <a:cubicBezTo>
                    <a:pt x="2526660" y="110490"/>
                    <a:pt x="2523485" y="110490"/>
                    <a:pt x="2520310" y="109220"/>
                  </a:cubicBezTo>
                  <a:cubicBezTo>
                    <a:pt x="2517135" y="108585"/>
                    <a:pt x="2514595" y="107315"/>
                    <a:pt x="2512690" y="105410"/>
                  </a:cubicBezTo>
                  <a:cubicBezTo>
                    <a:pt x="2510785" y="103505"/>
                    <a:pt x="2508245" y="102235"/>
                    <a:pt x="2506340" y="100330"/>
                  </a:cubicBezTo>
                  <a:cubicBezTo>
                    <a:pt x="2504435" y="98425"/>
                    <a:pt x="2502530" y="95885"/>
                    <a:pt x="2501260" y="92710"/>
                  </a:cubicBezTo>
                  <a:cubicBezTo>
                    <a:pt x="2499355" y="89535"/>
                    <a:pt x="2498085" y="86360"/>
                    <a:pt x="2497450" y="82550"/>
                  </a:cubicBezTo>
                  <a:cubicBezTo>
                    <a:pt x="2496815" y="78740"/>
                    <a:pt x="2496180" y="74295"/>
                    <a:pt x="2496180" y="69850"/>
                  </a:cubicBezTo>
                  <a:cubicBezTo>
                    <a:pt x="2496180" y="63500"/>
                    <a:pt x="2496815" y="57150"/>
                    <a:pt x="2498720" y="52070"/>
                  </a:cubicBezTo>
                  <a:cubicBezTo>
                    <a:pt x="2500625" y="46990"/>
                    <a:pt x="2502530" y="42545"/>
                    <a:pt x="2505705" y="39370"/>
                  </a:cubicBezTo>
                  <a:cubicBezTo>
                    <a:pt x="2508880" y="36195"/>
                    <a:pt x="2512055" y="33020"/>
                    <a:pt x="2516500" y="31750"/>
                  </a:cubicBezTo>
                  <a:cubicBezTo>
                    <a:pt x="2520945" y="29845"/>
                    <a:pt x="2525390" y="29210"/>
                    <a:pt x="2530470" y="29210"/>
                  </a:cubicBezTo>
                  <a:close/>
                  <a:moveTo>
                    <a:pt x="2298061" y="29210"/>
                  </a:moveTo>
                  <a:cubicBezTo>
                    <a:pt x="2301236" y="29210"/>
                    <a:pt x="2303776" y="29210"/>
                    <a:pt x="2305681" y="29845"/>
                  </a:cubicBezTo>
                  <a:cubicBezTo>
                    <a:pt x="2307586" y="29845"/>
                    <a:pt x="2309491" y="31115"/>
                    <a:pt x="2311396" y="32385"/>
                  </a:cubicBezTo>
                  <a:lnTo>
                    <a:pt x="2307586" y="46990"/>
                  </a:lnTo>
                  <a:lnTo>
                    <a:pt x="2306316" y="46990"/>
                  </a:lnTo>
                  <a:cubicBezTo>
                    <a:pt x="2306316" y="46990"/>
                    <a:pt x="2303141" y="45085"/>
                    <a:pt x="2301236" y="45085"/>
                  </a:cubicBezTo>
                  <a:cubicBezTo>
                    <a:pt x="2299331" y="45085"/>
                    <a:pt x="2297426" y="44450"/>
                    <a:pt x="2294886" y="44450"/>
                  </a:cubicBezTo>
                  <a:cubicBezTo>
                    <a:pt x="2289806" y="44450"/>
                    <a:pt x="2285996" y="46355"/>
                    <a:pt x="2283456" y="49530"/>
                  </a:cubicBezTo>
                  <a:cubicBezTo>
                    <a:pt x="2280916" y="52705"/>
                    <a:pt x="2279646" y="57785"/>
                    <a:pt x="2279646" y="64770"/>
                  </a:cubicBezTo>
                  <a:lnTo>
                    <a:pt x="2279646" y="109220"/>
                  </a:lnTo>
                  <a:lnTo>
                    <a:pt x="2264406" y="109220"/>
                  </a:lnTo>
                  <a:lnTo>
                    <a:pt x="2264406" y="31115"/>
                  </a:lnTo>
                  <a:lnTo>
                    <a:pt x="2279646" y="31115"/>
                  </a:lnTo>
                  <a:lnTo>
                    <a:pt x="2279646" y="38735"/>
                  </a:lnTo>
                  <a:cubicBezTo>
                    <a:pt x="2279646" y="38735"/>
                    <a:pt x="2281551" y="36195"/>
                    <a:pt x="2282821" y="34925"/>
                  </a:cubicBezTo>
                  <a:cubicBezTo>
                    <a:pt x="2284091" y="33655"/>
                    <a:pt x="2285361" y="33020"/>
                    <a:pt x="2287266" y="31750"/>
                  </a:cubicBezTo>
                  <a:cubicBezTo>
                    <a:pt x="2288536" y="31115"/>
                    <a:pt x="2290441" y="30480"/>
                    <a:pt x="2292346" y="29845"/>
                  </a:cubicBezTo>
                  <a:cubicBezTo>
                    <a:pt x="2294251" y="29845"/>
                    <a:pt x="2296156" y="29210"/>
                    <a:pt x="2298061" y="29210"/>
                  </a:cubicBezTo>
                  <a:close/>
                  <a:moveTo>
                    <a:pt x="2216145" y="29210"/>
                  </a:moveTo>
                  <a:cubicBezTo>
                    <a:pt x="2221860" y="29210"/>
                    <a:pt x="2226305" y="30480"/>
                    <a:pt x="2230750" y="32385"/>
                  </a:cubicBezTo>
                  <a:cubicBezTo>
                    <a:pt x="2234560" y="34290"/>
                    <a:pt x="2238370" y="37465"/>
                    <a:pt x="2240910" y="40640"/>
                  </a:cubicBezTo>
                  <a:cubicBezTo>
                    <a:pt x="2243450" y="44450"/>
                    <a:pt x="2245355" y="48260"/>
                    <a:pt x="2247260" y="53340"/>
                  </a:cubicBezTo>
                  <a:cubicBezTo>
                    <a:pt x="2248530" y="57785"/>
                    <a:pt x="2249165" y="62865"/>
                    <a:pt x="2249165" y="68580"/>
                  </a:cubicBezTo>
                  <a:lnTo>
                    <a:pt x="2247895" y="68580"/>
                  </a:lnTo>
                  <a:cubicBezTo>
                    <a:pt x="2247895" y="68580"/>
                    <a:pt x="2247895" y="71120"/>
                    <a:pt x="2247895" y="72390"/>
                  </a:cubicBezTo>
                  <a:cubicBezTo>
                    <a:pt x="2247895" y="73660"/>
                    <a:pt x="2247895" y="74295"/>
                    <a:pt x="2247895" y="75565"/>
                  </a:cubicBezTo>
                  <a:lnTo>
                    <a:pt x="2196460" y="75565"/>
                  </a:lnTo>
                  <a:cubicBezTo>
                    <a:pt x="2196460" y="79375"/>
                    <a:pt x="2197730" y="82550"/>
                    <a:pt x="2199000" y="85090"/>
                  </a:cubicBezTo>
                  <a:cubicBezTo>
                    <a:pt x="2200270" y="87630"/>
                    <a:pt x="2201540" y="90170"/>
                    <a:pt x="2203445" y="91440"/>
                  </a:cubicBezTo>
                  <a:cubicBezTo>
                    <a:pt x="2205350" y="93345"/>
                    <a:pt x="2207255" y="94615"/>
                    <a:pt x="2209160" y="95250"/>
                  </a:cubicBezTo>
                  <a:cubicBezTo>
                    <a:pt x="2211065" y="95885"/>
                    <a:pt x="2213605" y="96520"/>
                    <a:pt x="2216145" y="96520"/>
                  </a:cubicBezTo>
                  <a:cubicBezTo>
                    <a:pt x="2218050" y="96520"/>
                    <a:pt x="2219320" y="96520"/>
                    <a:pt x="2221225" y="96520"/>
                  </a:cubicBezTo>
                  <a:cubicBezTo>
                    <a:pt x="2222495" y="96520"/>
                    <a:pt x="2224400" y="95885"/>
                    <a:pt x="2225670" y="95250"/>
                  </a:cubicBezTo>
                  <a:cubicBezTo>
                    <a:pt x="2226940" y="95250"/>
                    <a:pt x="2228210" y="93980"/>
                    <a:pt x="2229480" y="93345"/>
                  </a:cubicBezTo>
                  <a:cubicBezTo>
                    <a:pt x="2230750" y="93345"/>
                    <a:pt x="2232020" y="92075"/>
                    <a:pt x="2233925" y="90805"/>
                  </a:cubicBezTo>
                  <a:lnTo>
                    <a:pt x="2242815" y="100330"/>
                  </a:lnTo>
                  <a:cubicBezTo>
                    <a:pt x="2242815" y="100330"/>
                    <a:pt x="2239005" y="103505"/>
                    <a:pt x="2237100" y="104775"/>
                  </a:cubicBezTo>
                  <a:cubicBezTo>
                    <a:pt x="2235195" y="106045"/>
                    <a:pt x="2233290" y="106680"/>
                    <a:pt x="2231385" y="107950"/>
                  </a:cubicBezTo>
                  <a:cubicBezTo>
                    <a:pt x="2229480" y="108585"/>
                    <a:pt x="2226940" y="109855"/>
                    <a:pt x="2224400" y="109855"/>
                  </a:cubicBezTo>
                  <a:cubicBezTo>
                    <a:pt x="2221860" y="109855"/>
                    <a:pt x="2218685" y="110490"/>
                    <a:pt x="2215510" y="110490"/>
                  </a:cubicBezTo>
                  <a:cubicBezTo>
                    <a:pt x="2212335" y="110490"/>
                    <a:pt x="2209160" y="110490"/>
                    <a:pt x="2205985" y="109220"/>
                  </a:cubicBezTo>
                  <a:cubicBezTo>
                    <a:pt x="2202810" y="108585"/>
                    <a:pt x="2200270" y="107315"/>
                    <a:pt x="2198365" y="105410"/>
                  </a:cubicBezTo>
                  <a:cubicBezTo>
                    <a:pt x="2195825" y="104140"/>
                    <a:pt x="2193920" y="102235"/>
                    <a:pt x="2192015" y="100330"/>
                  </a:cubicBezTo>
                  <a:cubicBezTo>
                    <a:pt x="2190110" y="98425"/>
                    <a:pt x="2188205" y="95885"/>
                    <a:pt x="2186935" y="92710"/>
                  </a:cubicBezTo>
                  <a:cubicBezTo>
                    <a:pt x="2185030" y="89535"/>
                    <a:pt x="2183760" y="86360"/>
                    <a:pt x="2183125" y="82550"/>
                  </a:cubicBezTo>
                  <a:cubicBezTo>
                    <a:pt x="2182490" y="78740"/>
                    <a:pt x="2181855" y="74295"/>
                    <a:pt x="2181855" y="69850"/>
                  </a:cubicBezTo>
                  <a:cubicBezTo>
                    <a:pt x="2181855" y="63500"/>
                    <a:pt x="2182490" y="57150"/>
                    <a:pt x="2184395" y="52070"/>
                  </a:cubicBezTo>
                  <a:cubicBezTo>
                    <a:pt x="2186300" y="46990"/>
                    <a:pt x="2188205" y="42545"/>
                    <a:pt x="2191380" y="39370"/>
                  </a:cubicBezTo>
                  <a:cubicBezTo>
                    <a:pt x="2194555" y="36195"/>
                    <a:pt x="2197730" y="33020"/>
                    <a:pt x="2202175" y="31750"/>
                  </a:cubicBezTo>
                  <a:cubicBezTo>
                    <a:pt x="2206620" y="29845"/>
                    <a:pt x="2211065" y="29210"/>
                    <a:pt x="2216145" y="29210"/>
                  </a:cubicBezTo>
                  <a:close/>
                  <a:moveTo>
                    <a:pt x="2029456" y="29210"/>
                  </a:moveTo>
                  <a:cubicBezTo>
                    <a:pt x="2035171" y="29210"/>
                    <a:pt x="2039616" y="30480"/>
                    <a:pt x="2044061" y="32385"/>
                  </a:cubicBezTo>
                  <a:cubicBezTo>
                    <a:pt x="2047871" y="34290"/>
                    <a:pt x="2051681" y="37465"/>
                    <a:pt x="2054221" y="40640"/>
                  </a:cubicBezTo>
                  <a:cubicBezTo>
                    <a:pt x="2056761" y="44450"/>
                    <a:pt x="2058666" y="48260"/>
                    <a:pt x="2060571" y="53340"/>
                  </a:cubicBezTo>
                  <a:cubicBezTo>
                    <a:pt x="2061841" y="57785"/>
                    <a:pt x="2062476" y="62865"/>
                    <a:pt x="2062476" y="68580"/>
                  </a:cubicBezTo>
                  <a:lnTo>
                    <a:pt x="2061206" y="68580"/>
                  </a:lnTo>
                  <a:cubicBezTo>
                    <a:pt x="2061206" y="68580"/>
                    <a:pt x="2061206" y="71120"/>
                    <a:pt x="2061206" y="72390"/>
                  </a:cubicBezTo>
                  <a:cubicBezTo>
                    <a:pt x="2061206" y="73660"/>
                    <a:pt x="2061206" y="74295"/>
                    <a:pt x="2061206" y="75565"/>
                  </a:cubicBezTo>
                  <a:lnTo>
                    <a:pt x="2009771" y="75565"/>
                  </a:lnTo>
                  <a:cubicBezTo>
                    <a:pt x="2009771" y="79375"/>
                    <a:pt x="2011041" y="82550"/>
                    <a:pt x="2012311" y="85090"/>
                  </a:cubicBezTo>
                  <a:cubicBezTo>
                    <a:pt x="2013581" y="87630"/>
                    <a:pt x="2014851" y="90170"/>
                    <a:pt x="2016756" y="91440"/>
                  </a:cubicBezTo>
                  <a:cubicBezTo>
                    <a:pt x="2018661" y="93345"/>
                    <a:pt x="2020566" y="94615"/>
                    <a:pt x="2022471" y="95250"/>
                  </a:cubicBezTo>
                  <a:cubicBezTo>
                    <a:pt x="2024376" y="95885"/>
                    <a:pt x="2026916" y="96520"/>
                    <a:pt x="2029456" y="96520"/>
                  </a:cubicBezTo>
                  <a:cubicBezTo>
                    <a:pt x="2031361" y="96520"/>
                    <a:pt x="2032631" y="96520"/>
                    <a:pt x="2034536" y="96520"/>
                  </a:cubicBezTo>
                  <a:cubicBezTo>
                    <a:pt x="2035806" y="96520"/>
                    <a:pt x="2037711" y="95885"/>
                    <a:pt x="2038981" y="95250"/>
                  </a:cubicBezTo>
                  <a:cubicBezTo>
                    <a:pt x="2040251" y="95250"/>
                    <a:pt x="2041521" y="93980"/>
                    <a:pt x="2042791" y="93345"/>
                  </a:cubicBezTo>
                  <a:cubicBezTo>
                    <a:pt x="2044061" y="93345"/>
                    <a:pt x="2045331" y="92075"/>
                    <a:pt x="2047236" y="90805"/>
                  </a:cubicBezTo>
                  <a:lnTo>
                    <a:pt x="2056126" y="100330"/>
                  </a:lnTo>
                  <a:cubicBezTo>
                    <a:pt x="2056126" y="100330"/>
                    <a:pt x="2052316" y="103505"/>
                    <a:pt x="2050411" y="104775"/>
                  </a:cubicBezTo>
                  <a:cubicBezTo>
                    <a:pt x="2048506" y="106045"/>
                    <a:pt x="2046601" y="106680"/>
                    <a:pt x="2044696" y="107950"/>
                  </a:cubicBezTo>
                  <a:cubicBezTo>
                    <a:pt x="2042791" y="108585"/>
                    <a:pt x="2040251" y="109855"/>
                    <a:pt x="2037711" y="109855"/>
                  </a:cubicBezTo>
                  <a:cubicBezTo>
                    <a:pt x="2035171" y="109855"/>
                    <a:pt x="2031996" y="110490"/>
                    <a:pt x="2028821" y="110490"/>
                  </a:cubicBezTo>
                  <a:cubicBezTo>
                    <a:pt x="2025646" y="110490"/>
                    <a:pt x="2022471" y="110490"/>
                    <a:pt x="2019296" y="109220"/>
                  </a:cubicBezTo>
                  <a:cubicBezTo>
                    <a:pt x="2016121" y="108585"/>
                    <a:pt x="2013581" y="107315"/>
                    <a:pt x="2011676" y="105410"/>
                  </a:cubicBezTo>
                  <a:cubicBezTo>
                    <a:pt x="2009136" y="104140"/>
                    <a:pt x="2007231" y="102235"/>
                    <a:pt x="2005326" y="100330"/>
                  </a:cubicBezTo>
                  <a:cubicBezTo>
                    <a:pt x="2003421" y="98425"/>
                    <a:pt x="2001516" y="95885"/>
                    <a:pt x="2000246" y="92710"/>
                  </a:cubicBezTo>
                  <a:cubicBezTo>
                    <a:pt x="1998341" y="89535"/>
                    <a:pt x="1997071" y="86360"/>
                    <a:pt x="1996436" y="82550"/>
                  </a:cubicBezTo>
                  <a:cubicBezTo>
                    <a:pt x="1995801" y="78740"/>
                    <a:pt x="1995166" y="74295"/>
                    <a:pt x="1995166" y="69850"/>
                  </a:cubicBezTo>
                  <a:cubicBezTo>
                    <a:pt x="1995166" y="63500"/>
                    <a:pt x="1995801" y="57150"/>
                    <a:pt x="1997706" y="52070"/>
                  </a:cubicBezTo>
                  <a:cubicBezTo>
                    <a:pt x="1999611" y="46990"/>
                    <a:pt x="2001516" y="42545"/>
                    <a:pt x="2004691" y="39370"/>
                  </a:cubicBezTo>
                  <a:cubicBezTo>
                    <a:pt x="2007866" y="36195"/>
                    <a:pt x="2011041" y="33020"/>
                    <a:pt x="2015486" y="31750"/>
                  </a:cubicBezTo>
                  <a:cubicBezTo>
                    <a:pt x="2019931" y="29845"/>
                    <a:pt x="2024376" y="29210"/>
                    <a:pt x="2029456" y="29210"/>
                  </a:cubicBezTo>
                  <a:close/>
                  <a:moveTo>
                    <a:pt x="1831336" y="29210"/>
                  </a:moveTo>
                  <a:cubicBezTo>
                    <a:pt x="1837051" y="29210"/>
                    <a:pt x="1841496" y="30480"/>
                    <a:pt x="1845941" y="32385"/>
                  </a:cubicBezTo>
                  <a:cubicBezTo>
                    <a:pt x="1849751" y="34290"/>
                    <a:pt x="1853561" y="37465"/>
                    <a:pt x="1856101" y="40640"/>
                  </a:cubicBezTo>
                  <a:cubicBezTo>
                    <a:pt x="1858641" y="44450"/>
                    <a:pt x="1860546" y="48260"/>
                    <a:pt x="1862451" y="53340"/>
                  </a:cubicBezTo>
                  <a:cubicBezTo>
                    <a:pt x="1863721" y="57785"/>
                    <a:pt x="1864356" y="62865"/>
                    <a:pt x="1864356" y="68580"/>
                  </a:cubicBezTo>
                  <a:lnTo>
                    <a:pt x="1863086" y="68580"/>
                  </a:lnTo>
                  <a:cubicBezTo>
                    <a:pt x="1863086" y="68580"/>
                    <a:pt x="1863086" y="71120"/>
                    <a:pt x="1863086" y="72390"/>
                  </a:cubicBezTo>
                  <a:cubicBezTo>
                    <a:pt x="1863086" y="73660"/>
                    <a:pt x="1863086" y="74295"/>
                    <a:pt x="1863086" y="75565"/>
                  </a:cubicBezTo>
                  <a:lnTo>
                    <a:pt x="1811651" y="75565"/>
                  </a:lnTo>
                  <a:cubicBezTo>
                    <a:pt x="1811651" y="79375"/>
                    <a:pt x="1812921" y="82550"/>
                    <a:pt x="1814191" y="85090"/>
                  </a:cubicBezTo>
                  <a:cubicBezTo>
                    <a:pt x="1815461" y="87630"/>
                    <a:pt x="1816731" y="90170"/>
                    <a:pt x="1818636" y="91440"/>
                  </a:cubicBezTo>
                  <a:cubicBezTo>
                    <a:pt x="1820541" y="93345"/>
                    <a:pt x="1822446" y="94615"/>
                    <a:pt x="1824351" y="95250"/>
                  </a:cubicBezTo>
                  <a:cubicBezTo>
                    <a:pt x="1826256" y="95885"/>
                    <a:pt x="1828796" y="96520"/>
                    <a:pt x="1831336" y="96520"/>
                  </a:cubicBezTo>
                  <a:cubicBezTo>
                    <a:pt x="1833241" y="96520"/>
                    <a:pt x="1834511" y="96520"/>
                    <a:pt x="1836416" y="96520"/>
                  </a:cubicBezTo>
                  <a:cubicBezTo>
                    <a:pt x="1837686" y="96520"/>
                    <a:pt x="1839591" y="95885"/>
                    <a:pt x="1840861" y="95250"/>
                  </a:cubicBezTo>
                  <a:cubicBezTo>
                    <a:pt x="1842131" y="95250"/>
                    <a:pt x="1843401" y="93980"/>
                    <a:pt x="1844671" y="93345"/>
                  </a:cubicBezTo>
                  <a:cubicBezTo>
                    <a:pt x="1845941" y="93345"/>
                    <a:pt x="1847211" y="92075"/>
                    <a:pt x="1849116" y="90805"/>
                  </a:cubicBezTo>
                  <a:lnTo>
                    <a:pt x="1858006" y="100330"/>
                  </a:lnTo>
                  <a:cubicBezTo>
                    <a:pt x="1858006" y="100330"/>
                    <a:pt x="1854196" y="103505"/>
                    <a:pt x="1852291" y="104775"/>
                  </a:cubicBezTo>
                  <a:cubicBezTo>
                    <a:pt x="1850386" y="106045"/>
                    <a:pt x="1848481" y="106680"/>
                    <a:pt x="1846576" y="107950"/>
                  </a:cubicBezTo>
                  <a:cubicBezTo>
                    <a:pt x="1844671" y="108585"/>
                    <a:pt x="1842131" y="109855"/>
                    <a:pt x="1839591" y="109855"/>
                  </a:cubicBezTo>
                  <a:cubicBezTo>
                    <a:pt x="1837051" y="109855"/>
                    <a:pt x="1833876" y="110490"/>
                    <a:pt x="1830701" y="110490"/>
                  </a:cubicBezTo>
                  <a:cubicBezTo>
                    <a:pt x="1827526" y="110490"/>
                    <a:pt x="1824351" y="110490"/>
                    <a:pt x="1821176" y="109220"/>
                  </a:cubicBezTo>
                  <a:cubicBezTo>
                    <a:pt x="1818001" y="108585"/>
                    <a:pt x="1815461" y="107315"/>
                    <a:pt x="1813556" y="105410"/>
                  </a:cubicBezTo>
                  <a:cubicBezTo>
                    <a:pt x="1811016" y="104140"/>
                    <a:pt x="1809111" y="102235"/>
                    <a:pt x="1807206" y="100330"/>
                  </a:cubicBezTo>
                  <a:cubicBezTo>
                    <a:pt x="1805301" y="98425"/>
                    <a:pt x="1803396" y="95885"/>
                    <a:pt x="1802126" y="92710"/>
                  </a:cubicBezTo>
                  <a:cubicBezTo>
                    <a:pt x="1800221" y="89535"/>
                    <a:pt x="1798951" y="86360"/>
                    <a:pt x="1798316" y="82550"/>
                  </a:cubicBezTo>
                  <a:cubicBezTo>
                    <a:pt x="1797681" y="78740"/>
                    <a:pt x="1797046" y="74295"/>
                    <a:pt x="1797046" y="69850"/>
                  </a:cubicBezTo>
                  <a:cubicBezTo>
                    <a:pt x="1797046" y="63500"/>
                    <a:pt x="1797681" y="57150"/>
                    <a:pt x="1799586" y="52070"/>
                  </a:cubicBezTo>
                  <a:cubicBezTo>
                    <a:pt x="1801491" y="46990"/>
                    <a:pt x="1803396" y="42545"/>
                    <a:pt x="1806571" y="39370"/>
                  </a:cubicBezTo>
                  <a:cubicBezTo>
                    <a:pt x="1809746" y="36195"/>
                    <a:pt x="1812921" y="33020"/>
                    <a:pt x="1817366" y="31750"/>
                  </a:cubicBezTo>
                  <a:cubicBezTo>
                    <a:pt x="1821811" y="29845"/>
                    <a:pt x="1826256" y="29210"/>
                    <a:pt x="1831336" y="29210"/>
                  </a:cubicBezTo>
                  <a:close/>
                  <a:moveTo>
                    <a:pt x="1501140" y="29210"/>
                  </a:moveTo>
                  <a:cubicBezTo>
                    <a:pt x="1503046" y="29210"/>
                    <a:pt x="1504951" y="29210"/>
                    <a:pt x="1506856" y="29210"/>
                  </a:cubicBezTo>
                  <a:cubicBezTo>
                    <a:pt x="1511301" y="29210"/>
                    <a:pt x="1515746" y="29845"/>
                    <a:pt x="1518920" y="31750"/>
                  </a:cubicBezTo>
                  <a:cubicBezTo>
                    <a:pt x="1522096" y="33020"/>
                    <a:pt x="1525271" y="35560"/>
                    <a:pt x="1527811" y="38100"/>
                  </a:cubicBezTo>
                  <a:cubicBezTo>
                    <a:pt x="1530351" y="41275"/>
                    <a:pt x="1531621" y="44450"/>
                    <a:pt x="1532891" y="48895"/>
                  </a:cubicBezTo>
                  <a:cubicBezTo>
                    <a:pt x="1534161" y="53340"/>
                    <a:pt x="1534796" y="58420"/>
                    <a:pt x="1534796" y="64135"/>
                  </a:cubicBezTo>
                  <a:lnTo>
                    <a:pt x="1534796" y="108585"/>
                  </a:lnTo>
                  <a:lnTo>
                    <a:pt x="1519556" y="108585"/>
                  </a:lnTo>
                  <a:lnTo>
                    <a:pt x="1518920" y="108585"/>
                  </a:lnTo>
                  <a:lnTo>
                    <a:pt x="1518920" y="64770"/>
                  </a:lnTo>
                  <a:cubicBezTo>
                    <a:pt x="1518920" y="57785"/>
                    <a:pt x="1517651" y="52070"/>
                    <a:pt x="1515111" y="48895"/>
                  </a:cubicBezTo>
                  <a:cubicBezTo>
                    <a:pt x="1512571" y="45085"/>
                    <a:pt x="1508761" y="43180"/>
                    <a:pt x="1503046" y="43180"/>
                  </a:cubicBezTo>
                  <a:cubicBezTo>
                    <a:pt x="1500506" y="43180"/>
                    <a:pt x="1498601" y="43180"/>
                    <a:pt x="1496061" y="44450"/>
                  </a:cubicBezTo>
                  <a:cubicBezTo>
                    <a:pt x="1494156" y="45085"/>
                    <a:pt x="1492250" y="46990"/>
                    <a:pt x="1490981" y="48260"/>
                  </a:cubicBezTo>
                  <a:cubicBezTo>
                    <a:pt x="1489711" y="50165"/>
                    <a:pt x="1488441" y="52070"/>
                    <a:pt x="1487806" y="54610"/>
                  </a:cubicBezTo>
                  <a:cubicBezTo>
                    <a:pt x="1487806" y="57150"/>
                    <a:pt x="1487170" y="59690"/>
                    <a:pt x="1487170" y="62865"/>
                  </a:cubicBezTo>
                  <a:lnTo>
                    <a:pt x="1487170" y="108585"/>
                  </a:lnTo>
                  <a:lnTo>
                    <a:pt x="1471931" y="108585"/>
                  </a:lnTo>
                  <a:lnTo>
                    <a:pt x="1471931" y="30480"/>
                  </a:lnTo>
                  <a:lnTo>
                    <a:pt x="1487170" y="30480"/>
                  </a:lnTo>
                  <a:lnTo>
                    <a:pt x="1487170" y="38100"/>
                  </a:lnTo>
                  <a:cubicBezTo>
                    <a:pt x="1487170" y="38100"/>
                    <a:pt x="1489076" y="35560"/>
                    <a:pt x="1490981" y="34290"/>
                  </a:cubicBezTo>
                  <a:cubicBezTo>
                    <a:pt x="1492250" y="33020"/>
                    <a:pt x="1494156" y="32385"/>
                    <a:pt x="1495426" y="31115"/>
                  </a:cubicBezTo>
                  <a:cubicBezTo>
                    <a:pt x="1497331" y="30480"/>
                    <a:pt x="1499236" y="29845"/>
                    <a:pt x="1501140" y="29210"/>
                  </a:cubicBezTo>
                  <a:close/>
                  <a:moveTo>
                    <a:pt x="1250316" y="29210"/>
                  </a:moveTo>
                  <a:cubicBezTo>
                    <a:pt x="1255396" y="29210"/>
                    <a:pt x="1259841" y="29845"/>
                    <a:pt x="1264286" y="31750"/>
                  </a:cubicBezTo>
                  <a:cubicBezTo>
                    <a:pt x="1268731" y="33655"/>
                    <a:pt x="1273176" y="35560"/>
                    <a:pt x="1276350" y="38100"/>
                  </a:cubicBezTo>
                  <a:lnTo>
                    <a:pt x="1278256" y="38100"/>
                  </a:lnTo>
                  <a:lnTo>
                    <a:pt x="1271271" y="50165"/>
                  </a:lnTo>
                  <a:cubicBezTo>
                    <a:pt x="1268095" y="47625"/>
                    <a:pt x="1264921" y="46355"/>
                    <a:pt x="1261746" y="45085"/>
                  </a:cubicBezTo>
                  <a:cubicBezTo>
                    <a:pt x="1258570" y="43815"/>
                    <a:pt x="1254761" y="43180"/>
                    <a:pt x="1250951" y="43180"/>
                  </a:cubicBezTo>
                  <a:cubicBezTo>
                    <a:pt x="1247141" y="43180"/>
                    <a:pt x="1244601" y="43815"/>
                    <a:pt x="1242696" y="45085"/>
                  </a:cubicBezTo>
                  <a:cubicBezTo>
                    <a:pt x="1240791" y="46355"/>
                    <a:pt x="1240156" y="48260"/>
                    <a:pt x="1240156" y="50165"/>
                  </a:cubicBezTo>
                  <a:cubicBezTo>
                    <a:pt x="1240156" y="51435"/>
                    <a:pt x="1240156" y="52070"/>
                    <a:pt x="1240156" y="52705"/>
                  </a:cubicBezTo>
                  <a:cubicBezTo>
                    <a:pt x="1240156" y="53340"/>
                    <a:pt x="1241426" y="54610"/>
                    <a:pt x="1242061" y="55245"/>
                  </a:cubicBezTo>
                  <a:cubicBezTo>
                    <a:pt x="1243331" y="55880"/>
                    <a:pt x="1244601" y="57150"/>
                    <a:pt x="1246506" y="57785"/>
                  </a:cubicBezTo>
                  <a:cubicBezTo>
                    <a:pt x="1248411" y="59055"/>
                    <a:pt x="1250951" y="59690"/>
                    <a:pt x="1253491" y="60960"/>
                  </a:cubicBezTo>
                  <a:cubicBezTo>
                    <a:pt x="1257936" y="62865"/>
                    <a:pt x="1261746" y="64135"/>
                    <a:pt x="1264921" y="66040"/>
                  </a:cubicBezTo>
                  <a:cubicBezTo>
                    <a:pt x="1268095" y="67310"/>
                    <a:pt x="1270635" y="69215"/>
                    <a:pt x="1273176" y="71120"/>
                  </a:cubicBezTo>
                  <a:cubicBezTo>
                    <a:pt x="1275080" y="73025"/>
                    <a:pt x="1276985" y="75565"/>
                    <a:pt x="1278256" y="78105"/>
                  </a:cubicBezTo>
                  <a:cubicBezTo>
                    <a:pt x="1279525" y="80645"/>
                    <a:pt x="1280161" y="83820"/>
                    <a:pt x="1280161" y="87630"/>
                  </a:cubicBezTo>
                  <a:cubicBezTo>
                    <a:pt x="1280161" y="92075"/>
                    <a:pt x="1279525" y="95250"/>
                    <a:pt x="1277621" y="98425"/>
                  </a:cubicBezTo>
                  <a:cubicBezTo>
                    <a:pt x="1275716" y="101600"/>
                    <a:pt x="1273811" y="103505"/>
                    <a:pt x="1271271" y="105410"/>
                  </a:cubicBezTo>
                  <a:cubicBezTo>
                    <a:pt x="1268731" y="107315"/>
                    <a:pt x="1265556" y="108585"/>
                    <a:pt x="1261746" y="109220"/>
                  </a:cubicBezTo>
                  <a:cubicBezTo>
                    <a:pt x="1257936" y="109855"/>
                    <a:pt x="1254761" y="110490"/>
                    <a:pt x="1250951" y="110490"/>
                  </a:cubicBezTo>
                  <a:cubicBezTo>
                    <a:pt x="1245871" y="110490"/>
                    <a:pt x="1240791" y="109855"/>
                    <a:pt x="1235711" y="107950"/>
                  </a:cubicBezTo>
                  <a:cubicBezTo>
                    <a:pt x="1229996" y="106045"/>
                    <a:pt x="1225551" y="103505"/>
                    <a:pt x="1221106" y="100965"/>
                  </a:cubicBezTo>
                  <a:lnTo>
                    <a:pt x="1228091" y="89535"/>
                  </a:lnTo>
                  <a:cubicBezTo>
                    <a:pt x="1231901" y="92075"/>
                    <a:pt x="1235711" y="93980"/>
                    <a:pt x="1239521" y="95250"/>
                  </a:cubicBezTo>
                  <a:cubicBezTo>
                    <a:pt x="1243331" y="96520"/>
                    <a:pt x="1247141" y="97155"/>
                    <a:pt x="1250951" y="97155"/>
                  </a:cubicBezTo>
                  <a:cubicBezTo>
                    <a:pt x="1256031" y="97155"/>
                    <a:pt x="1259205" y="96520"/>
                    <a:pt x="1261746" y="94615"/>
                  </a:cubicBezTo>
                  <a:cubicBezTo>
                    <a:pt x="1264286" y="93345"/>
                    <a:pt x="1264921" y="90805"/>
                    <a:pt x="1264921" y="88265"/>
                  </a:cubicBezTo>
                  <a:cubicBezTo>
                    <a:pt x="1264921" y="86995"/>
                    <a:pt x="1264921" y="85725"/>
                    <a:pt x="1263650" y="84455"/>
                  </a:cubicBezTo>
                  <a:cubicBezTo>
                    <a:pt x="1263015" y="83185"/>
                    <a:pt x="1261746" y="82550"/>
                    <a:pt x="1259841" y="81280"/>
                  </a:cubicBezTo>
                  <a:cubicBezTo>
                    <a:pt x="1258570" y="80010"/>
                    <a:pt x="1256666" y="79375"/>
                    <a:pt x="1254125" y="78105"/>
                  </a:cubicBezTo>
                  <a:cubicBezTo>
                    <a:pt x="1252221" y="77470"/>
                    <a:pt x="1249681" y="76200"/>
                    <a:pt x="1246506" y="74930"/>
                  </a:cubicBezTo>
                  <a:cubicBezTo>
                    <a:pt x="1242061" y="73025"/>
                    <a:pt x="1238886" y="71755"/>
                    <a:pt x="1235711" y="69850"/>
                  </a:cubicBezTo>
                  <a:cubicBezTo>
                    <a:pt x="1232536" y="67945"/>
                    <a:pt x="1230631" y="66675"/>
                    <a:pt x="1228726" y="64770"/>
                  </a:cubicBezTo>
                  <a:cubicBezTo>
                    <a:pt x="1226821" y="62865"/>
                    <a:pt x="1225551" y="60960"/>
                    <a:pt x="1224916" y="58420"/>
                  </a:cubicBezTo>
                  <a:cubicBezTo>
                    <a:pt x="1224281" y="55880"/>
                    <a:pt x="1223646" y="53340"/>
                    <a:pt x="1223646" y="50165"/>
                  </a:cubicBezTo>
                  <a:cubicBezTo>
                    <a:pt x="1223646" y="46990"/>
                    <a:pt x="1224281" y="43815"/>
                    <a:pt x="1225551" y="40640"/>
                  </a:cubicBezTo>
                  <a:cubicBezTo>
                    <a:pt x="1226821" y="38100"/>
                    <a:pt x="1228726" y="35560"/>
                    <a:pt x="1231266" y="34290"/>
                  </a:cubicBezTo>
                  <a:cubicBezTo>
                    <a:pt x="1233806" y="32385"/>
                    <a:pt x="1236346" y="31115"/>
                    <a:pt x="1239521" y="30480"/>
                  </a:cubicBezTo>
                  <a:cubicBezTo>
                    <a:pt x="1242696" y="29845"/>
                    <a:pt x="1246506" y="29210"/>
                    <a:pt x="1250316" y="29210"/>
                  </a:cubicBezTo>
                  <a:close/>
                  <a:moveTo>
                    <a:pt x="1180466" y="29210"/>
                  </a:moveTo>
                  <a:cubicBezTo>
                    <a:pt x="1186181" y="29210"/>
                    <a:pt x="1190626" y="30480"/>
                    <a:pt x="1195071" y="32385"/>
                  </a:cubicBezTo>
                  <a:cubicBezTo>
                    <a:pt x="1198881" y="34290"/>
                    <a:pt x="1202691" y="37465"/>
                    <a:pt x="1205231" y="40640"/>
                  </a:cubicBezTo>
                  <a:cubicBezTo>
                    <a:pt x="1207771" y="44450"/>
                    <a:pt x="1209676" y="48260"/>
                    <a:pt x="1211581" y="53340"/>
                  </a:cubicBezTo>
                  <a:cubicBezTo>
                    <a:pt x="1212851" y="57785"/>
                    <a:pt x="1213486" y="62865"/>
                    <a:pt x="1213486" y="68580"/>
                  </a:cubicBezTo>
                  <a:lnTo>
                    <a:pt x="1212216" y="68580"/>
                  </a:lnTo>
                  <a:cubicBezTo>
                    <a:pt x="1212216" y="68580"/>
                    <a:pt x="1212216" y="71120"/>
                    <a:pt x="1212216" y="72390"/>
                  </a:cubicBezTo>
                  <a:cubicBezTo>
                    <a:pt x="1212216" y="73660"/>
                    <a:pt x="1212216" y="74295"/>
                    <a:pt x="1212216" y="75565"/>
                  </a:cubicBezTo>
                  <a:lnTo>
                    <a:pt x="1160781" y="75565"/>
                  </a:lnTo>
                  <a:cubicBezTo>
                    <a:pt x="1160781" y="79375"/>
                    <a:pt x="1162051" y="82550"/>
                    <a:pt x="1163321" y="85090"/>
                  </a:cubicBezTo>
                  <a:cubicBezTo>
                    <a:pt x="1164591" y="87630"/>
                    <a:pt x="1165861" y="90170"/>
                    <a:pt x="1167766" y="91440"/>
                  </a:cubicBezTo>
                  <a:cubicBezTo>
                    <a:pt x="1169671" y="93345"/>
                    <a:pt x="1171576" y="94615"/>
                    <a:pt x="1173481" y="95250"/>
                  </a:cubicBezTo>
                  <a:cubicBezTo>
                    <a:pt x="1175386" y="95885"/>
                    <a:pt x="1177926" y="96520"/>
                    <a:pt x="1180466" y="96520"/>
                  </a:cubicBezTo>
                  <a:cubicBezTo>
                    <a:pt x="1182371" y="96520"/>
                    <a:pt x="1183641" y="96520"/>
                    <a:pt x="1185546" y="96520"/>
                  </a:cubicBezTo>
                  <a:cubicBezTo>
                    <a:pt x="1186816" y="96520"/>
                    <a:pt x="1188721" y="95885"/>
                    <a:pt x="1189991" y="95250"/>
                  </a:cubicBezTo>
                  <a:cubicBezTo>
                    <a:pt x="1191261" y="95250"/>
                    <a:pt x="1192531" y="93980"/>
                    <a:pt x="1193801" y="93345"/>
                  </a:cubicBezTo>
                  <a:cubicBezTo>
                    <a:pt x="1195071" y="93345"/>
                    <a:pt x="1196341" y="92075"/>
                    <a:pt x="1198246" y="90805"/>
                  </a:cubicBezTo>
                  <a:lnTo>
                    <a:pt x="1207136" y="100330"/>
                  </a:lnTo>
                  <a:cubicBezTo>
                    <a:pt x="1207136" y="100330"/>
                    <a:pt x="1203326" y="103505"/>
                    <a:pt x="1201421" y="104775"/>
                  </a:cubicBezTo>
                  <a:cubicBezTo>
                    <a:pt x="1199516" y="106045"/>
                    <a:pt x="1197611" y="106680"/>
                    <a:pt x="1195706" y="107950"/>
                  </a:cubicBezTo>
                  <a:cubicBezTo>
                    <a:pt x="1193801" y="108585"/>
                    <a:pt x="1191261" y="109855"/>
                    <a:pt x="1188721" y="109855"/>
                  </a:cubicBezTo>
                  <a:cubicBezTo>
                    <a:pt x="1186181" y="109855"/>
                    <a:pt x="1183006" y="110490"/>
                    <a:pt x="1179831" y="110490"/>
                  </a:cubicBezTo>
                  <a:cubicBezTo>
                    <a:pt x="1176656" y="110490"/>
                    <a:pt x="1173481" y="110490"/>
                    <a:pt x="1170306" y="109220"/>
                  </a:cubicBezTo>
                  <a:cubicBezTo>
                    <a:pt x="1167131" y="108585"/>
                    <a:pt x="1164591" y="107315"/>
                    <a:pt x="1162686" y="105410"/>
                  </a:cubicBezTo>
                  <a:cubicBezTo>
                    <a:pt x="1160781" y="103505"/>
                    <a:pt x="1158241" y="102235"/>
                    <a:pt x="1156336" y="100330"/>
                  </a:cubicBezTo>
                  <a:cubicBezTo>
                    <a:pt x="1154431" y="98425"/>
                    <a:pt x="1152526" y="95885"/>
                    <a:pt x="1151256" y="92710"/>
                  </a:cubicBezTo>
                  <a:cubicBezTo>
                    <a:pt x="1149351" y="89535"/>
                    <a:pt x="1148081" y="86360"/>
                    <a:pt x="1147446" y="82550"/>
                  </a:cubicBezTo>
                  <a:cubicBezTo>
                    <a:pt x="1146811" y="78740"/>
                    <a:pt x="1146176" y="74295"/>
                    <a:pt x="1146176" y="69850"/>
                  </a:cubicBezTo>
                  <a:cubicBezTo>
                    <a:pt x="1146176" y="63500"/>
                    <a:pt x="1146811" y="57150"/>
                    <a:pt x="1148716" y="52070"/>
                  </a:cubicBezTo>
                  <a:cubicBezTo>
                    <a:pt x="1150621" y="46990"/>
                    <a:pt x="1152526" y="42545"/>
                    <a:pt x="1155701" y="39370"/>
                  </a:cubicBezTo>
                  <a:cubicBezTo>
                    <a:pt x="1158876" y="36195"/>
                    <a:pt x="1162051" y="33020"/>
                    <a:pt x="1166496" y="31750"/>
                  </a:cubicBezTo>
                  <a:cubicBezTo>
                    <a:pt x="1170941" y="29845"/>
                    <a:pt x="1175386" y="29210"/>
                    <a:pt x="1180466" y="29210"/>
                  </a:cubicBezTo>
                  <a:close/>
                  <a:moveTo>
                    <a:pt x="901065" y="29210"/>
                  </a:moveTo>
                  <a:cubicBezTo>
                    <a:pt x="906780" y="29210"/>
                    <a:pt x="911225" y="30480"/>
                    <a:pt x="915670" y="32385"/>
                  </a:cubicBezTo>
                  <a:cubicBezTo>
                    <a:pt x="919480" y="34290"/>
                    <a:pt x="923290" y="37465"/>
                    <a:pt x="925830" y="40640"/>
                  </a:cubicBezTo>
                  <a:cubicBezTo>
                    <a:pt x="928370" y="44450"/>
                    <a:pt x="930275" y="48260"/>
                    <a:pt x="932180" y="53340"/>
                  </a:cubicBezTo>
                  <a:cubicBezTo>
                    <a:pt x="933450" y="57785"/>
                    <a:pt x="934085" y="62865"/>
                    <a:pt x="934085" y="68580"/>
                  </a:cubicBezTo>
                  <a:lnTo>
                    <a:pt x="932815" y="68580"/>
                  </a:lnTo>
                  <a:cubicBezTo>
                    <a:pt x="932815" y="68580"/>
                    <a:pt x="932815" y="71120"/>
                    <a:pt x="932815" y="72390"/>
                  </a:cubicBezTo>
                  <a:cubicBezTo>
                    <a:pt x="932815" y="73660"/>
                    <a:pt x="932815" y="74295"/>
                    <a:pt x="932815" y="75565"/>
                  </a:cubicBezTo>
                  <a:lnTo>
                    <a:pt x="881380" y="75565"/>
                  </a:lnTo>
                  <a:cubicBezTo>
                    <a:pt x="881380" y="79375"/>
                    <a:pt x="882650" y="82550"/>
                    <a:pt x="883920" y="85090"/>
                  </a:cubicBezTo>
                  <a:cubicBezTo>
                    <a:pt x="885190" y="87630"/>
                    <a:pt x="886460" y="90170"/>
                    <a:pt x="888365" y="91440"/>
                  </a:cubicBezTo>
                  <a:cubicBezTo>
                    <a:pt x="890270" y="93345"/>
                    <a:pt x="892175" y="94615"/>
                    <a:pt x="894080" y="95250"/>
                  </a:cubicBezTo>
                  <a:cubicBezTo>
                    <a:pt x="895985" y="95885"/>
                    <a:pt x="898525" y="96520"/>
                    <a:pt x="901065" y="96520"/>
                  </a:cubicBezTo>
                  <a:cubicBezTo>
                    <a:pt x="902970" y="96520"/>
                    <a:pt x="904240" y="96520"/>
                    <a:pt x="906145" y="96520"/>
                  </a:cubicBezTo>
                  <a:cubicBezTo>
                    <a:pt x="907415" y="96520"/>
                    <a:pt x="909320" y="95885"/>
                    <a:pt x="910590" y="95250"/>
                  </a:cubicBezTo>
                  <a:cubicBezTo>
                    <a:pt x="911860" y="95250"/>
                    <a:pt x="913130" y="93980"/>
                    <a:pt x="914400" y="93345"/>
                  </a:cubicBezTo>
                  <a:cubicBezTo>
                    <a:pt x="915670" y="93345"/>
                    <a:pt x="916940" y="92075"/>
                    <a:pt x="918845" y="90805"/>
                  </a:cubicBezTo>
                  <a:lnTo>
                    <a:pt x="927735" y="100330"/>
                  </a:lnTo>
                  <a:cubicBezTo>
                    <a:pt x="927735" y="100330"/>
                    <a:pt x="923925" y="103505"/>
                    <a:pt x="922020" y="104775"/>
                  </a:cubicBezTo>
                  <a:cubicBezTo>
                    <a:pt x="920115" y="106045"/>
                    <a:pt x="918210" y="106680"/>
                    <a:pt x="916305" y="107950"/>
                  </a:cubicBezTo>
                  <a:cubicBezTo>
                    <a:pt x="914400" y="108585"/>
                    <a:pt x="911860" y="109855"/>
                    <a:pt x="909320" y="109855"/>
                  </a:cubicBezTo>
                  <a:cubicBezTo>
                    <a:pt x="906780" y="109855"/>
                    <a:pt x="903605" y="110490"/>
                    <a:pt x="900430" y="110490"/>
                  </a:cubicBezTo>
                  <a:cubicBezTo>
                    <a:pt x="897255" y="110490"/>
                    <a:pt x="894080" y="110490"/>
                    <a:pt x="890905" y="109220"/>
                  </a:cubicBezTo>
                  <a:cubicBezTo>
                    <a:pt x="887730" y="108585"/>
                    <a:pt x="885190" y="107315"/>
                    <a:pt x="883285" y="105410"/>
                  </a:cubicBezTo>
                  <a:cubicBezTo>
                    <a:pt x="881380" y="103505"/>
                    <a:pt x="878840" y="102235"/>
                    <a:pt x="876935" y="100330"/>
                  </a:cubicBezTo>
                  <a:cubicBezTo>
                    <a:pt x="875030" y="98425"/>
                    <a:pt x="873125" y="95885"/>
                    <a:pt x="871855" y="92710"/>
                  </a:cubicBezTo>
                  <a:cubicBezTo>
                    <a:pt x="869950" y="89535"/>
                    <a:pt x="868680" y="86360"/>
                    <a:pt x="868045" y="82550"/>
                  </a:cubicBezTo>
                  <a:cubicBezTo>
                    <a:pt x="867410" y="78740"/>
                    <a:pt x="866775" y="74295"/>
                    <a:pt x="866775" y="69850"/>
                  </a:cubicBezTo>
                  <a:cubicBezTo>
                    <a:pt x="866775" y="63500"/>
                    <a:pt x="867410" y="57150"/>
                    <a:pt x="869315" y="52070"/>
                  </a:cubicBezTo>
                  <a:cubicBezTo>
                    <a:pt x="871220" y="46990"/>
                    <a:pt x="873125" y="42545"/>
                    <a:pt x="876300" y="39370"/>
                  </a:cubicBezTo>
                  <a:cubicBezTo>
                    <a:pt x="879475" y="36195"/>
                    <a:pt x="882650" y="33020"/>
                    <a:pt x="887095" y="31750"/>
                  </a:cubicBezTo>
                  <a:cubicBezTo>
                    <a:pt x="891540" y="29845"/>
                    <a:pt x="895985" y="29210"/>
                    <a:pt x="901065" y="29210"/>
                  </a:cubicBezTo>
                  <a:close/>
                  <a:moveTo>
                    <a:pt x="668656" y="29210"/>
                  </a:moveTo>
                  <a:cubicBezTo>
                    <a:pt x="671830" y="29210"/>
                    <a:pt x="674370" y="29210"/>
                    <a:pt x="676275" y="29845"/>
                  </a:cubicBezTo>
                  <a:cubicBezTo>
                    <a:pt x="678181" y="29845"/>
                    <a:pt x="680086" y="31115"/>
                    <a:pt x="681991" y="32385"/>
                  </a:cubicBezTo>
                  <a:lnTo>
                    <a:pt x="678181" y="46990"/>
                  </a:lnTo>
                  <a:lnTo>
                    <a:pt x="676910" y="46990"/>
                  </a:lnTo>
                  <a:cubicBezTo>
                    <a:pt x="676910" y="46990"/>
                    <a:pt x="673736" y="45085"/>
                    <a:pt x="671830" y="45085"/>
                  </a:cubicBezTo>
                  <a:cubicBezTo>
                    <a:pt x="669925" y="45085"/>
                    <a:pt x="668020" y="44450"/>
                    <a:pt x="665480" y="44450"/>
                  </a:cubicBezTo>
                  <a:cubicBezTo>
                    <a:pt x="660400" y="44450"/>
                    <a:pt x="656590" y="46355"/>
                    <a:pt x="654050" y="49530"/>
                  </a:cubicBezTo>
                  <a:cubicBezTo>
                    <a:pt x="651510" y="52705"/>
                    <a:pt x="650240" y="57785"/>
                    <a:pt x="650240" y="64770"/>
                  </a:cubicBezTo>
                  <a:lnTo>
                    <a:pt x="650240" y="109220"/>
                  </a:lnTo>
                  <a:lnTo>
                    <a:pt x="635000" y="109220"/>
                  </a:lnTo>
                  <a:lnTo>
                    <a:pt x="635000" y="31115"/>
                  </a:lnTo>
                  <a:lnTo>
                    <a:pt x="650240" y="31115"/>
                  </a:lnTo>
                  <a:lnTo>
                    <a:pt x="650240" y="38735"/>
                  </a:lnTo>
                  <a:cubicBezTo>
                    <a:pt x="650240" y="38735"/>
                    <a:pt x="652145" y="36195"/>
                    <a:pt x="653416" y="34925"/>
                  </a:cubicBezTo>
                  <a:cubicBezTo>
                    <a:pt x="654685" y="33655"/>
                    <a:pt x="655955" y="33020"/>
                    <a:pt x="657861" y="31750"/>
                  </a:cubicBezTo>
                  <a:cubicBezTo>
                    <a:pt x="659130" y="31115"/>
                    <a:pt x="661035" y="30480"/>
                    <a:pt x="662940" y="29845"/>
                  </a:cubicBezTo>
                  <a:cubicBezTo>
                    <a:pt x="664845" y="29845"/>
                    <a:pt x="666751" y="29210"/>
                    <a:pt x="668656" y="29210"/>
                  </a:cubicBezTo>
                  <a:close/>
                  <a:moveTo>
                    <a:pt x="586739" y="29210"/>
                  </a:moveTo>
                  <a:cubicBezTo>
                    <a:pt x="592454" y="29210"/>
                    <a:pt x="596899" y="30480"/>
                    <a:pt x="601344" y="32385"/>
                  </a:cubicBezTo>
                  <a:cubicBezTo>
                    <a:pt x="605154" y="34290"/>
                    <a:pt x="608964" y="37465"/>
                    <a:pt x="611504" y="40640"/>
                  </a:cubicBezTo>
                  <a:cubicBezTo>
                    <a:pt x="614044" y="44450"/>
                    <a:pt x="615949" y="48260"/>
                    <a:pt x="617854" y="53340"/>
                  </a:cubicBezTo>
                  <a:cubicBezTo>
                    <a:pt x="619124" y="57785"/>
                    <a:pt x="619759" y="62865"/>
                    <a:pt x="619759" y="68580"/>
                  </a:cubicBezTo>
                  <a:lnTo>
                    <a:pt x="618489" y="68580"/>
                  </a:lnTo>
                  <a:cubicBezTo>
                    <a:pt x="618489" y="68580"/>
                    <a:pt x="618489" y="71120"/>
                    <a:pt x="618489" y="72390"/>
                  </a:cubicBezTo>
                  <a:cubicBezTo>
                    <a:pt x="618489" y="73660"/>
                    <a:pt x="618489" y="74295"/>
                    <a:pt x="618489" y="75565"/>
                  </a:cubicBezTo>
                  <a:lnTo>
                    <a:pt x="567054" y="75565"/>
                  </a:lnTo>
                  <a:cubicBezTo>
                    <a:pt x="567054" y="79375"/>
                    <a:pt x="568324" y="82550"/>
                    <a:pt x="569594" y="85090"/>
                  </a:cubicBezTo>
                  <a:cubicBezTo>
                    <a:pt x="570864" y="87630"/>
                    <a:pt x="572134" y="90170"/>
                    <a:pt x="574039" y="91440"/>
                  </a:cubicBezTo>
                  <a:cubicBezTo>
                    <a:pt x="575944" y="93345"/>
                    <a:pt x="577849" y="94615"/>
                    <a:pt x="579754" y="95250"/>
                  </a:cubicBezTo>
                  <a:cubicBezTo>
                    <a:pt x="581659" y="95885"/>
                    <a:pt x="584199" y="96520"/>
                    <a:pt x="586739" y="96520"/>
                  </a:cubicBezTo>
                  <a:cubicBezTo>
                    <a:pt x="588644" y="96520"/>
                    <a:pt x="589914" y="96520"/>
                    <a:pt x="591819" y="96520"/>
                  </a:cubicBezTo>
                  <a:cubicBezTo>
                    <a:pt x="593089" y="96520"/>
                    <a:pt x="594994" y="95885"/>
                    <a:pt x="596264" y="95250"/>
                  </a:cubicBezTo>
                  <a:cubicBezTo>
                    <a:pt x="597534" y="95250"/>
                    <a:pt x="598804" y="93980"/>
                    <a:pt x="600074" y="93345"/>
                  </a:cubicBezTo>
                  <a:cubicBezTo>
                    <a:pt x="601344" y="93345"/>
                    <a:pt x="602614" y="92075"/>
                    <a:pt x="604519" y="90805"/>
                  </a:cubicBezTo>
                  <a:lnTo>
                    <a:pt x="613409" y="100330"/>
                  </a:lnTo>
                  <a:cubicBezTo>
                    <a:pt x="613409" y="100330"/>
                    <a:pt x="609599" y="103505"/>
                    <a:pt x="607694" y="104775"/>
                  </a:cubicBezTo>
                  <a:cubicBezTo>
                    <a:pt x="605789" y="106045"/>
                    <a:pt x="603884" y="106680"/>
                    <a:pt x="601979" y="107950"/>
                  </a:cubicBezTo>
                  <a:cubicBezTo>
                    <a:pt x="600074" y="108585"/>
                    <a:pt x="597534" y="109855"/>
                    <a:pt x="594994" y="109855"/>
                  </a:cubicBezTo>
                  <a:cubicBezTo>
                    <a:pt x="592454" y="109855"/>
                    <a:pt x="589279" y="110490"/>
                    <a:pt x="586104" y="110490"/>
                  </a:cubicBezTo>
                  <a:cubicBezTo>
                    <a:pt x="582929" y="110490"/>
                    <a:pt x="579754" y="110490"/>
                    <a:pt x="576579" y="109220"/>
                  </a:cubicBezTo>
                  <a:cubicBezTo>
                    <a:pt x="573404" y="108585"/>
                    <a:pt x="570864" y="107315"/>
                    <a:pt x="568959" y="105410"/>
                  </a:cubicBezTo>
                  <a:cubicBezTo>
                    <a:pt x="566419" y="104140"/>
                    <a:pt x="564514" y="102235"/>
                    <a:pt x="562609" y="100330"/>
                  </a:cubicBezTo>
                  <a:cubicBezTo>
                    <a:pt x="560704" y="98425"/>
                    <a:pt x="558799" y="95885"/>
                    <a:pt x="557529" y="92710"/>
                  </a:cubicBezTo>
                  <a:cubicBezTo>
                    <a:pt x="555624" y="89535"/>
                    <a:pt x="554354" y="86360"/>
                    <a:pt x="553719" y="82550"/>
                  </a:cubicBezTo>
                  <a:cubicBezTo>
                    <a:pt x="553084" y="78740"/>
                    <a:pt x="552449" y="74295"/>
                    <a:pt x="552449" y="69850"/>
                  </a:cubicBezTo>
                  <a:cubicBezTo>
                    <a:pt x="552449" y="63500"/>
                    <a:pt x="553084" y="57150"/>
                    <a:pt x="554989" y="52070"/>
                  </a:cubicBezTo>
                  <a:cubicBezTo>
                    <a:pt x="556894" y="46990"/>
                    <a:pt x="558799" y="42545"/>
                    <a:pt x="561974" y="39370"/>
                  </a:cubicBezTo>
                  <a:cubicBezTo>
                    <a:pt x="565149" y="36195"/>
                    <a:pt x="568324" y="33020"/>
                    <a:pt x="572769" y="31750"/>
                  </a:cubicBezTo>
                  <a:cubicBezTo>
                    <a:pt x="577214" y="29845"/>
                    <a:pt x="581659" y="29210"/>
                    <a:pt x="586739" y="29210"/>
                  </a:cubicBezTo>
                  <a:close/>
                  <a:moveTo>
                    <a:pt x="400050" y="29210"/>
                  </a:moveTo>
                  <a:cubicBezTo>
                    <a:pt x="405765" y="29210"/>
                    <a:pt x="410210" y="30480"/>
                    <a:pt x="414655" y="32385"/>
                  </a:cubicBezTo>
                  <a:cubicBezTo>
                    <a:pt x="418465" y="34290"/>
                    <a:pt x="422275" y="37465"/>
                    <a:pt x="424815" y="40640"/>
                  </a:cubicBezTo>
                  <a:cubicBezTo>
                    <a:pt x="427355" y="44450"/>
                    <a:pt x="429260" y="48260"/>
                    <a:pt x="431165" y="53340"/>
                  </a:cubicBezTo>
                  <a:cubicBezTo>
                    <a:pt x="432435" y="57785"/>
                    <a:pt x="433070" y="62865"/>
                    <a:pt x="433070" y="68580"/>
                  </a:cubicBezTo>
                  <a:lnTo>
                    <a:pt x="431800" y="68580"/>
                  </a:lnTo>
                  <a:cubicBezTo>
                    <a:pt x="431800" y="68580"/>
                    <a:pt x="431800" y="71120"/>
                    <a:pt x="431800" y="72390"/>
                  </a:cubicBezTo>
                  <a:cubicBezTo>
                    <a:pt x="431800" y="73660"/>
                    <a:pt x="431800" y="74295"/>
                    <a:pt x="431800" y="75565"/>
                  </a:cubicBezTo>
                  <a:lnTo>
                    <a:pt x="380365" y="75565"/>
                  </a:lnTo>
                  <a:cubicBezTo>
                    <a:pt x="380365" y="79375"/>
                    <a:pt x="381635" y="82550"/>
                    <a:pt x="382905" y="85090"/>
                  </a:cubicBezTo>
                  <a:cubicBezTo>
                    <a:pt x="384175" y="87630"/>
                    <a:pt x="385445" y="90170"/>
                    <a:pt x="387350" y="91440"/>
                  </a:cubicBezTo>
                  <a:cubicBezTo>
                    <a:pt x="389255" y="93345"/>
                    <a:pt x="391160" y="94615"/>
                    <a:pt x="393065" y="95250"/>
                  </a:cubicBezTo>
                  <a:cubicBezTo>
                    <a:pt x="394970" y="95885"/>
                    <a:pt x="397510" y="96520"/>
                    <a:pt x="400050" y="96520"/>
                  </a:cubicBezTo>
                  <a:cubicBezTo>
                    <a:pt x="401955" y="96520"/>
                    <a:pt x="403225" y="96520"/>
                    <a:pt x="405130" y="96520"/>
                  </a:cubicBezTo>
                  <a:cubicBezTo>
                    <a:pt x="406400" y="96520"/>
                    <a:pt x="408305" y="95885"/>
                    <a:pt x="409575" y="95250"/>
                  </a:cubicBezTo>
                  <a:cubicBezTo>
                    <a:pt x="410845" y="95250"/>
                    <a:pt x="412115" y="93980"/>
                    <a:pt x="413385" y="93345"/>
                  </a:cubicBezTo>
                  <a:cubicBezTo>
                    <a:pt x="414655" y="93345"/>
                    <a:pt x="415925" y="92075"/>
                    <a:pt x="417830" y="90805"/>
                  </a:cubicBezTo>
                  <a:lnTo>
                    <a:pt x="426720" y="100330"/>
                  </a:lnTo>
                  <a:cubicBezTo>
                    <a:pt x="426720" y="100330"/>
                    <a:pt x="422910" y="103505"/>
                    <a:pt x="421005" y="104775"/>
                  </a:cubicBezTo>
                  <a:cubicBezTo>
                    <a:pt x="419100" y="106045"/>
                    <a:pt x="417195" y="106680"/>
                    <a:pt x="415290" y="107950"/>
                  </a:cubicBezTo>
                  <a:cubicBezTo>
                    <a:pt x="413385" y="108585"/>
                    <a:pt x="410845" y="109855"/>
                    <a:pt x="408305" y="109855"/>
                  </a:cubicBezTo>
                  <a:cubicBezTo>
                    <a:pt x="405765" y="109855"/>
                    <a:pt x="402590" y="110490"/>
                    <a:pt x="399415" y="110490"/>
                  </a:cubicBezTo>
                  <a:cubicBezTo>
                    <a:pt x="396240" y="110490"/>
                    <a:pt x="393065" y="110490"/>
                    <a:pt x="389890" y="109220"/>
                  </a:cubicBezTo>
                  <a:cubicBezTo>
                    <a:pt x="386715" y="108585"/>
                    <a:pt x="384175" y="107315"/>
                    <a:pt x="382270" y="105410"/>
                  </a:cubicBezTo>
                  <a:cubicBezTo>
                    <a:pt x="380365" y="103505"/>
                    <a:pt x="377825" y="102235"/>
                    <a:pt x="375920" y="100330"/>
                  </a:cubicBezTo>
                  <a:cubicBezTo>
                    <a:pt x="374015" y="98425"/>
                    <a:pt x="372110" y="95885"/>
                    <a:pt x="370840" y="92710"/>
                  </a:cubicBezTo>
                  <a:cubicBezTo>
                    <a:pt x="368935" y="89535"/>
                    <a:pt x="367665" y="86360"/>
                    <a:pt x="367030" y="82550"/>
                  </a:cubicBezTo>
                  <a:cubicBezTo>
                    <a:pt x="366395" y="78740"/>
                    <a:pt x="365760" y="74295"/>
                    <a:pt x="365760" y="69850"/>
                  </a:cubicBezTo>
                  <a:cubicBezTo>
                    <a:pt x="365760" y="63500"/>
                    <a:pt x="366395" y="57150"/>
                    <a:pt x="368300" y="52070"/>
                  </a:cubicBezTo>
                  <a:cubicBezTo>
                    <a:pt x="370205" y="46990"/>
                    <a:pt x="372110" y="42545"/>
                    <a:pt x="375285" y="39370"/>
                  </a:cubicBezTo>
                  <a:cubicBezTo>
                    <a:pt x="378460" y="36195"/>
                    <a:pt x="381635" y="33020"/>
                    <a:pt x="386080" y="31750"/>
                  </a:cubicBezTo>
                  <a:cubicBezTo>
                    <a:pt x="390525" y="29845"/>
                    <a:pt x="394970" y="29210"/>
                    <a:pt x="400050" y="29210"/>
                  </a:cubicBezTo>
                  <a:close/>
                  <a:moveTo>
                    <a:pt x="201930" y="29210"/>
                  </a:moveTo>
                  <a:cubicBezTo>
                    <a:pt x="207645" y="29210"/>
                    <a:pt x="212090" y="30480"/>
                    <a:pt x="216535" y="32385"/>
                  </a:cubicBezTo>
                  <a:cubicBezTo>
                    <a:pt x="220345" y="34290"/>
                    <a:pt x="224155" y="37465"/>
                    <a:pt x="226695" y="40640"/>
                  </a:cubicBezTo>
                  <a:cubicBezTo>
                    <a:pt x="229235" y="44450"/>
                    <a:pt x="231140" y="48260"/>
                    <a:pt x="233045" y="53340"/>
                  </a:cubicBezTo>
                  <a:cubicBezTo>
                    <a:pt x="234315" y="57785"/>
                    <a:pt x="234950" y="62865"/>
                    <a:pt x="234950" y="68580"/>
                  </a:cubicBezTo>
                  <a:lnTo>
                    <a:pt x="233680" y="68580"/>
                  </a:lnTo>
                  <a:cubicBezTo>
                    <a:pt x="233680" y="68580"/>
                    <a:pt x="233680" y="71120"/>
                    <a:pt x="233680" y="72390"/>
                  </a:cubicBezTo>
                  <a:cubicBezTo>
                    <a:pt x="233680" y="73660"/>
                    <a:pt x="233680" y="74295"/>
                    <a:pt x="233680" y="75565"/>
                  </a:cubicBezTo>
                  <a:lnTo>
                    <a:pt x="182245" y="75565"/>
                  </a:lnTo>
                  <a:cubicBezTo>
                    <a:pt x="182245" y="79375"/>
                    <a:pt x="183515" y="82550"/>
                    <a:pt x="184785" y="85090"/>
                  </a:cubicBezTo>
                  <a:cubicBezTo>
                    <a:pt x="186055" y="87630"/>
                    <a:pt x="187325" y="90170"/>
                    <a:pt x="189230" y="91440"/>
                  </a:cubicBezTo>
                  <a:cubicBezTo>
                    <a:pt x="191135" y="93345"/>
                    <a:pt x="193040" y="94615"/>
                    <a:pt x="194945" y="95250"/>
                  </a:cubicBezTo>
                  <a:cubicBezTo>
                    <a:pt x="196850" y="95885"/>
                    <a:pt x="199390" y="96520"/>
                    <a:pt x="201930" y="96520"/>
                  </a:cubicBezTo>
                  <a:cubicBezTo>
                    <a:pt x="203835" y="96520"/>
                    <a:pt x="205105" y="96520"/>
                    <a:pt x="207010" y="96520"/>
                  </a:cubicBezTo>
                  <a:cubicBezTo>
                    <a:pt x="208280" y="96520"/>
                    <a:pt x="210185" y="95885"/>
                    <a:pt x="211455" y="95250"/>
                  </a:cubicBezTo>
                  <a:cubicBezTo>
                    <a:pt x="212725" y="95250"/>
                    <a:pt x="213995" y="93980"/>
                    <a:pt x="215265" y="93345"/>
                  </a:cubicBezTo>
                  <a:cubicBezTo>
                    <a:pt x="216535" y="93345"/>
                    <a:pt x="217805" y="92075"/>
                    <a:pt x="219710" y="90805"/>
                  </a:cubicBezTo>
                  <a:lnTo>
                    <a:pt x="228600" y="100330"/>
                  </a:lnTo>
                  <a:cubicBezTo>
                    <a:pt x="228600" y="100330"/>
                    <a:pt x="224790" y="103505"/>
                    <a:pt x="222885" y="104775"/>
                  </a:cubicBezTo>
                  <a:cubicBezTo>
                    <a:pt x="220980" y="106045"/>
                    <a:pt x="219075" y="106680"/>
                    <a:pt x="217170" y="107950"/>
                  </a:cubicBezTo>
                  <a:cubicBezTo>
                    <a:pt x="215265" y="108585"/>
                    <a:pt x="212725" y="109855"/>
                    <a:pt x="210185" y="109855"/>
                  </a:cubicBezTo>
                  <a:cubicBezTo>
                    <a:pt x="207645" y="109855"/>
                    <a:pt x="204470" y="110490"/>
                    <a:pt x="201295" y="110490"/>
                  </a:cubicBezTo>
                  <a:cubicBezTo>
                    <a:pt x="198120" y="110490"/>
                    <a:pt x="194945" y="110490"/>
                    <a:pt x="191770" y="109220"/>
                  </a:cubicBezTo>
                  <a:cubicBezTo>
                    <a:pt x="188595" y="108585"/>
                    <a:pt x="186055" y="107315"/>
                    <a:pt x="184150" y="105410"/>
                  </a:cubicBezTo>
                  <a:cubicBezTo>
                    <a:pt x="181610" y="104140"/>
                    <a:pt x="179705" y="102235"/>
                    <a:pt x="177800" y="100330"/>
                  </a:cubicBezTo>
                  <a:cubicBezTo>
                    <a:pt x="175895" y="98425"/>
                    <a:pt x="173990" y="95885"/>
                    <a:pt x="172720" y="92710"/>
                  </a:cubicBezTo>
                  <a:cubicBezTo>
                    <a:pt x="170815" y="89535"/>
                    <a:pt x="169545" y="86360"/>
                    <a:pt x="168910" y="82550"/>
                  </a:cubicBezTo>
                  <a:cubicBezTo>
                    <a:pt x="168275" y="78740"/>
                    <a:pt x="167640" y="74295"/>
                    <a:pt x="167640" y="69850"/>
                  </a:cubicBezTo>
                  <a:cubicBezTo>
                    <a:pt x="167640" y="63500"/>
                    <a:pt x="168275" y="57150"/>
                    <a:pt x="170180" y="52070"/>
                  </a:cubicBezTo>
                  <a:cubicBezTo>
                    <a:pt x="172085" y="46990"/>
                    <a:pt x="173990" y="42545"/>
                    <a:pt x="177165" y="39370"/>
                  </a:cubicBezTo>
                  <a:cubicBezTo>
                    <a:pt x="180340" y="36195"/>
                    <a:pt x="183515" y="33020"/>
                    <a:pt x="187960" y="31750"/>
                  </a:cubicBezTo>
                  <a:cubicBezTo>
                    <a:pt x="192405" y="29845"/>
                    <a:pt x="196850" y="29210"/>
                    <a:pt x="201930" y="29210"/>
                  </a:cubicBezTo>
                  <a:close/>
                  <a:moveTo>
                    <a:pt x="4664706" y="28574"/>
                  </a:moveTo>
                  <a:cubicBezTo>
                    <a:pt x="4669786" y="28574"/>
                    <a:pt x="4674231" y="29209"/>
                    <a:pt x="4678676" y="31749"/>
                  </a:cubicBezTo>
                  <a:cubicBezTo>
                    <a:pt x="4683121" y="33654"/>
                    <a:pt x="4686296" y="36194"/>
                    <a:pt x="4689471" y="40004"/>
                  </a:cubicBezTo>
                  <a:cubicBezTo>
                    <a:pt x="4692646" y="43814"/>
                    <a:pt x="4695186" y="47624"/>
                    <a:pt x="4696456" y="52704"/>
                  </a:cubicBezTo>
                  <a:cubicBezTo>
                    <a:pt x="4698361" y="57784"/>
                    <a:pt x="4698996" y="63499"/>
                    <a:pt x="4698996" y="69214"/>
                  </a:cubicBezTo>
                  <a:lnTo>
                    <a:pt x="4699631" y="69214"/>
                  </a:lnTo>
                  <a:cubicBezTo>
                    <a:pt x="4699631" y="75564"/>
                    <a:pt x="4698996" y="81279"/>
                    <a:pt x="4697091" y="86359"/>
                  </a:cubicBezTo>
                  <a:cubicBezTo>
                    <a:pt x="4695186" y="91439"/>
                    <a:pt x="4692646" y="95884"/>
                    <a:pt x="4689471" y="99059"/>
                  </a:cubicBezTo>
                  <a:cubicBezTo>
                    <a:pt x="4686296" y="102869"/>
                    <a:pt x="4682486" y="105409"/>
                    <a:pt x="4678041" y="107314"/>
                  </a:cubicBezTo>
                  <a:cubicBezTo>
                    <a:pt x="4673596" y="109219"/>
                    <a:pt x="4669151" y="109854"/>
                    <a:pt x="4664071" y="109854"/>
                  </a:cubicBezTo>
                  <a:cubicBezTo>
                    <a:pt x="4658991" y="109854"/>
                    <a:pt x="4654546" y="108584"/>
                    <a:pt x="4650101" y="106679"/>
                  </a:cubicBezTo>
                  <a:cubicBezTo>
                    <a:pt x="4645656" y="104774"/>
                    <a:pt x="4642481" y="102234"/>
                    <a:pt x="4639306" y="98424"/>
                  </a:cubicBezTo>
                  <a:cubicBezTo>
                    <a:pt x="4636131" y="94614"/>
                    <a:pt x="4633591" y="90804"/>
                    <a:pt x="4632321" y="85724"/>
                  </a:cubicBezTo>
                  <a:cubicBezTo>
                    <a:pt x="4630416" y="80644"/>
                    <a:pt x="4629781" y="74929"/>
                    <a:pt x="4629781" y="69214"/>
                  </a:cubicBezTo>
                  <a:cubicBezTo>
                    <a:pt x="4629781" y="63499"/>
                    <a:pt x="4630416" y="57149"/>
                    <a:pt x="4632321" y="52069"/>
                  </a:cubicBezTo>
                  <a:cubicBezTo>
                    <a:pt x="4634226" y="46989"/>
                    <a:pt x="4636766" y="42544"/>
                    <a:pt x="4639941" y="39369"/>
                  </a:cubicBezTo>
                  <a:cubicBezTo>
                    <a:pt x="4643116" y="35559"/>
                    <a:pt x="4646926" y="33019"/>
                    <a:pt x="4650736" y="31114"/>
                  </a:cubicBezTo>
                  <a:cubicBezTo>
                    <a:pt x="4655181" y="29209"/>
                    <a:pt x="4659626" y="28574"/>
                    <a:pt x="4664706" y="28574"/>
                  </a:cubicBezTo>
                  <a:close/>
                  <a:moveTo>
                    <a:pt x="4264655" y="28574"/>
                  </a:moveTo>
                  <a:cubicBezTo>
                    <a:pt x="4269735" y="28574"/>
                    <a:pt x="4274180" y="29209"/>
                    <a:pt x="4278625" y="31749"/>
                  </a:cubicBezTo>
                  <a:cubicBezTo>
                    <a:pt x="4283070" y="33654"/>
                    <a:pt x="4286245" y="36194"/>
                    <a:pt x="4289420" y="40004"/>
                  </a:cubicBezTo>
                  <a:cubicBezTo>
                    <a:pt x="4292595" y="43814"/>
                    <a:pt x="4295135" y="47624"/>
                    <a:pt x="4296405" y="52704"/>
                  </a:cubicBezTo>
                  <a:cubicBezTo>
                    <a:pt x="4298310" y="57784"/>
                    <a:pt x="4298945" y="63499"/>
                    <a:pt x="4298945" y="69214"/>
                  </a:cubicBezTo>
                  <a:lnTo>
                    <a:pt x="4299580" y="69214"/>
                  </a:lnTo>
                  <a:cubicBezTo>
                    <a:pt x="4299580" y="75564"/>
                    <a:pt x="4298945" y="81279"/>
                    <a:pt x="4297040" y="86359"/>
                  </a:cubicBezTo>
                  <a:cubicBezTo>
                    <a:pt x="4295135" y="91439"/>
                    <a:pt x="4292595" y="95884"/>
                    <a:pt x="4289420" y="99059"/>
                  </a:cubicBezTo>
                  <a:cubicBezTo>
                    <a:pt x="4286245" y="102869"/>
                    <a:pt x="4282435" y="105409"/>
                    <a:pt x="4277990" y="107314"/>
                  </a:cubicBezTo>
                  <a:cubicBezTo>
                    <a:pt x="4273545" y="109219"/>
                    <a:pt x="4269100" y="109854"/>
                    <a:pt x="4264020" y="109854"/>
                  </a:cubicBezTo>
                  <a:cubicBezTo>
                    <a:pt x="4258940" y="109854"/>
                    <a:pt x="4254495" y="108584"/>
                    <a:pt x="4250050" y="106679"/>
                  </a:cubicBezTo>
                  <a:cubicBezTo>
                    <a:pt x="4245605" y="104774"/>
                    <a:pt x="4242430" y="102234"/>
                    <a:pt x="4239255" y="98424"/>
                  </a:cubicBezTo>
                  <a:cubicBezTo>
                    <a:pt x="4236080" y="94614"/>
                    <a:pt x="4233540" y="90804"/>
                    <a:pt x="4232270" y="85724"/>
                  </a:cubicBezTo>
                  <a:cubicBezTo>
                    <a:pt x="4230365" y="80644"/>
                    <a:pt x="4229730" y="74929"/>
                    <a:pt x="4229730" y="69214"/>
                  </a:cubicBezTo>
                  <a:cubicBezTo>
                    <a:pt x="4229730" y="63499"/>
                    <a:pt x="4230365" y="57149"/>
                    <a:pt x="4232270" y="52069"/>
                  </a:cubicBezTo>
                  <a:cubicBezTo>
                    <a:pt x="4234175" y="46989"/>
                    <a:pt x="4236715" y="42544"/>
                    <a:pt x="4239890" y="39369"/>
                  </a:cubicBezTo>
                  <a:cubicBezTo>
                    <a:pt x="4243065" y="35559"/>
                    <a:pt x="4246875" y="33019"/>
                    <a:pt x="4250685" y="31114"/>
                  </a:cubicBezTo>
                  <a:cubicBezTo>
                    <a:pt x="4255130" y="29209"/>
                    <a:pt x="4259575" y="28574"/>
                    <a:pt x="4264655" y="28574"/>
                  </a:cubicBezTo>
                  <a:close/>
                  <a:moveTo>
                    <a:pt x="1420495" y="28574"/>
                  </a:moveTo>
                  <a:cubicBezTo>
                    <a:pt x="1425575" y="28574"/>
                    <a:pt x="1430020" y="29209"/>
                    <a:pt x="1434465" y="31749"/>
                  </a:cubicBezTo>
                  <a:cubicBezTo>
                    <a:pt x="1438910" y="33654"/>
                    <a:pt x="1442085" y="36194"/>
                    <a:pt x="1445260" y="40004"/>
                  </a:cubicBezTo>
                  <a:cubicBezTo>
                    <a:pt x="1448435" y="43814"/>
                    <a:pt x="1450975" y="47624"/>
                    <a:pt x="1452245" y="52704"/>
                  </a:cubicBezTo>
                  <a:cubicBezTo>
                    <a:pt x="1454150" y="57784"/>
                    <a:pt x="1454785" y="63499"/>
                    <a:pt x="1454785" y="69214"/>
                  </a:cubicBezTo>
                  <a:lnTo>
                    <a:pt x="1455420" y="69214"/>
                  </a:lnTo>
                  <a:cubicBezTo>
                    <a:pt x="1455420" y="75564"/>
                    <a:pt x="1454785" y="81279"/>
                    <a:pt x="1452880" y="86359"/>
                  </a:cubicBezTo>
                  <a:cubicBezTo>
                    <a:pt x="1450975" y="91439"/>
                    <a:pt x="1448435" y="95884"/>
                    <a:pt x="1445260" y="99059"/>
                  </a:cubicBezTo>
                  <a:cubicBezTo>
                    <a:pt x="1442085" y="102869"/>
                    <a:pt x="1438275" y="105409"/>
                    <a:pt x="1433830" y="107314"/>
                  </a:cubicBezTo>
                  <a:cubicBezTo>
                    <a:pt x="1429385" y="109219"/>
                    <a:pt x="1424940" y="109854"/>
                    <a:pt x="1419860" y="109854"/>
                  </a:cubicBezTo>
                  <a:cubicBezTo>
                    <a:pt x="1414780" y="109854"/>
                    <a:pt x="1410335" y="108584"/>
                    <a:pt x="1405890" y="106679"/>
                  </a:cubicBezTo>
                  <a:cubicBezTo>
                    <a:pt x="1401444" y="104774"/>
                    <a:pt x="1398270" y="102234"/>
                    <a:pt x="1395095" y="98424"/>
                  </a:cubicBezTo>
                  <a:cubicBezTo>
                    <a:pt x="1391920" y="94614"/>
                    <a:pt x="1389380" y="90804"/>
                    <a:pt x="1388110" y="85724"/>
                  </a:cubicBezTo>
                  <a:cubicBezTo>
                    <a:pt x="1386205" y="80644"/>
                    <a:pt x="1385570" y="74929"/>
                    <a:pt x="1385570" y="69214"/>
                  </a:cubicBezTo>
                  <a:cubicBezTo>
                    <a:pt x="1385570" y="63499"/>
                    <a:pt x="1386205" y="57149"/>
                    <a:pt x="1388110" y="52069"/>
                  </a:cubicBezTo>
                  <a:cubicBezTo>
                    <a:pt x="1390015" y="46989"/>
                    <a:pt x="1392555" y="42544"/>
                    <a:pt x="1395730" y="39369"/>
                  </a:cubicBezTo>
                  <a:cubicBezTo>
                    <a:pt x="1398905" y="35559"/>
                    <a:pt x="1402715" y="33019"/>
                    <a:pt x="1406525" y="31114"/>
                  </a:cubicBezTo>
                  <a:cubicBezTo>
                    <a:pt x="1410970" y="29209"/>
                    <a:pt x="1415415" y="28574"/>
                    <a:pt x="1420495" y="28574"/>
                  </a:cubicBezTo>
                  <a:close/>
                  <a:moveTo>
                    <a:pt x="3143245" y="5079"/>
                  </a:moveTo>
                  <a:lnTo>
                    <a:pt x="3219445" y="5079"/>
                  </a:lnTo>
                  <a:lnTo>
                    <a:pt x="3219445" y="20319"/>
                  </a:lnTo>
                  <a:lnTo>
                    <a:pt x="3188965" y="20319"/>
                  </a:lnTo>
                  <a:lnTo>
                    <a:pt x="3188965" y="108584"/>
                  </a:lnTo>
                  <a:lnTo>
                    <a:pt x="3173090" y="108584"/>
                  </a:lnTo>
                  <a:lnTo>
                    <a:pt x="3173090" y="20319"/>
                  </a:lnTo>
                  <a:lnTo>
                    <a:pt x="3143245" y="20319"/>
                  </a:lnTo>
                  <a:close/>
                  <a:moveTo>
                    <a:pt x="1628774" y="5079"/>
                  </a:moveTo>
                  <a:lnTo>
                    <a:pt x="1704970" y="5079"/>
                  </a:lnTo>
                  <a:lnTo>
                    <a:pt x="1704970" y="20319"/>
                  </a:lnTo>
                  <a:lnTo>
                    <a:pt x="1675129" y="20319"/>
                  </a:lnTo>
                  <a:lnTo>
                    <a:pt x="1675129" y="108584"/>
                  </a:lnTo>
                  <a:lnTo>
                    <a:pt x="1659255" y="108584"/>
                  </a:lnTo>
                  <a:lnTo>
                    <a:pt x="1659255" y="20319"/>
                  </a:lnTo>
                  <a:lnTo>
                    <a:pt x="1628774" y="20319"/>
                  </a:lnTo>
                  <a:close/>
                  <a:moveTo>
                    <a:pt x="0" y="5079"/>
                  </a:moveTo>
                  <a:lnTo>
                    <a:pt x="76200" y="5079"/>
                  </a:lnTo>
                  <a:lnTo>
                    <a:pt x="76200" y="20319"/>
                  </a:lnTo>
                  <a:lnTo>
                    <a:pt x="45720" y="20319"/>
                  </a:lnTo>
                  <a:lnTo>
                    <a:pt x="45720" y="108584"/>
                  </a:lnTo>
                  <a:lnTo>
                    <a:pt x="29845" y="108584"/>
                  </a:lnTo>
                  <a:lnTo>
                    <a:pt x="29845" y="20319"/>
                  </a:lnTo>
                  <a:lnTo>
                    <a:pt x="0" y="20319"/>
                  </a:lnTo>
                  <a:close/>
                  <a:moveTo>
                    <a:pt x="1362075" y="1269"/>
                  </a:moveTo>
                  <a:cubicBezTo>
                    <a:pt x="1363345" y="1269"/>
                    <a:pt x="1364615" y="1269"/>
                    <a:pt x="1365885" y="1904"/>
                  </a:cubicBezTo>
                  <a:cubicBezTo>
                    <a:pt x="1367155" y="1904"/>
                    <a:pt x="1367790" y="3174"/>
                    <a:pt x="1369060" y="3809"/>
                  </a:cubicBezTo>
                  <a:cubicBezTo>
                    <a:pt x="1369695" y="4444"/>
                    <a:pt x="1370965" y="5714"/>
                    <a:pt x="1370965" y="6984"/>
                  </a:cubicBezTo>
                  <a:cubicBezTo>
                    <a:pt x="1370965" y="8254"/>
                    <a:pt x="1371600" y="9524"/>
                    <a:pt x="1371600" y="10794"/>
                  </a:cubicBezTo>
                  <a:cubicBezTo>
                    <a:pt x="1371600" y="10794"/>
                    <a:pt x="1371600" y="13334"/>
                    <a:pt x="1370965" y="14604"/>
                  </a:cubicBezTo>
                  <a:cubicBezTo>
                    <a:pt x="1370965" y="15874"/>
                    <a:pt x="1369695" y="17144"/>
                    <a:pt x="1369060" y="17779"/>
                  </a:cubicBezTo>
                  <a:cubicBezTo>
                    <a:pt x="1368425" y="18414"/>
                    <a:pt x="1367155" y="19684"/>
                    <a:pt x="1365885" y="19684"/>
                  </a:cubicBezTo>
                  <a:cubicBezTo>
                    <a:pt x="1364615" y="19684"/>
                    <a:pt x="1363345" y="20319"/>
                    <a:pt x="1362075" y="20319"/>
                  </a:cubicBezTo>
                  <a:cubicBezTo>
                    <a:pt x="1360805" y="20319"/>
                    <a:pt x="1359535" y="20319"/>
                    <a:pt x="1358265" y="19684"/>
                  </a:cubicBezTo>
                  <a:cubicBezTo>
                    <a:pt x="1356995" y="19684"/>
                    <a:pt x="1355725" y="18414"/>
                    <a:pt x="1355090" y="17779"/>
                  </a:cubicBezTo>
                  <a:cubicBezTo>
                    <a:pt x="1354455" y="17144"/>
                    <a:pt x="1353185" y="15874"/>
                    <a:pt x="1353185" y="14604"/>
                  </a:cubicBezTo>
                  <a:cubicBezTo>
                    <a:pt x="1353185" y="13334"/>
                    <a:pt x="1352550" y="12064"/>
                    <a:pt x="1352550" y="10794"/>
                  </a:cubicBezTo>
                  <a:cubicBezTo>
                    <a:pt x="1352550" y="9524"/>
                    <a:pt x="1352550" y="8254"/>
                    <a:pt x="1353185" y="6984"/>
                  </a:cubicBezTo>
                  <a:cubicBezTo>
                    <a:pt x="1353185" y="5714"/>
                    <a:pt x="1354455" y="4444"/>
                    <a:pt x="1355090" y="3809"/>
                  </a:cubicBezTo>
                  <a:cubicBezTo>
                    <a:pt x="1355725" y="3174"/>
                    <a:pt x="1356995" y="1904"/>
                    <a:pt x="1358265" y="1904"/>
                  </a:cubicBezTo>
                  <a:cubicBezTo>
                    <a:pt x="1359535" y="1904"/>
                    <a:pt x="1360805" y="1269"/>
                    <a:pt x="1362075" y="1269"/>
                  </a:cubicBezTo>
                  <a:close/>
                  <a:moveTo>
                    <a:pt x="4789801" y="634"/>
                  </a:moveTo>
                  <a:lnTo>
                    <a:pt x="4789801" y="65404"/>
                  </a:lnTo>
                  <a:lnTo>
                    <a:pt x="4814566" y="31114"/>
                  </a:lnTo>
                  <a:lnTo>
                    <a:pt x="4831711" y="31114"/>
                  </a:lnTo>
                  <a:lnTo>
                    <a:pt x="4812026" y="57149"/>
                  </a:lnTo>
                  <a:lnTo>
                    <a:pt x="4835521" y="108584"/>
                  </a:lnTo>
                  <a:lnTo>
                    <a:pt x="4819011" y="108584"/>
                  </a:lnTo>
                  <a:lnTo>
                    <a:pt x="4801866" y="69849"/>
                  </a:lnTo>
                  <a:lnTo>
                    <a:pt x="4789801" y="85724"/>
                  </a:lnTo>
                  <a:lnTo>
                    <a:pt x="4789801" y="108584"/>
                  </a:lnTo>
                  <a:lnTo>
                    <a:pt x="4774561" y="108584"/>
                  </a:lnTo>
                  <a:lnTo>
                    <a:pt x="4774561" y="8889"/>
                  </a:lnTo>
                  <a:close/>
                  <a:moveTo>
                    <a:pt x="4472301" y="634"/>
                  </a:moveTo>
                  <a:lnTo>
                    <a:pt x="4472301" y="109219"/>
                  </a:lnTo>
                  <a:lnTo>
                    <a:pt x="4457061" y="109219"/>
                  </a:lnTo>
                  <a:lnTo>
                    <a:pt x="4457696" y="108584"/>
                  </a:lnTo>
                  <a:lnTo>
                    <a:pt x="4457696" y="100964"/>
                  </a:lnTo>
                  <a:cubicBezTo>
                    <a:pt x="4457696" y="100964"/>
                    <a:pt x="4454521" y="103504"/>
                    <a:pt x="4453251" y="104774"/>
                  </a:cubicBezTo>
                  <a:cubicBezTo>
                    <a:pt x="4451981" y="106044"/>
                    <a:pt x="4450076" y="106679"/>
                    <a:pt x="4448171" y="107949"/>
                  </a:cubicBezTo>
                  <a:cubicBezTo>
                    <a:pt x="4446266" y="108584"/>
                    <a:pt x="4444361" y="109219"/>
                    <a:pt x="4443091" y="109854"/>
                  </a:cubicBezTo>
                  <a:cubicBezTo>
                    <a:pt x="4441186" y="109854"/>
                    <a:pt x="4439281" y="109854"/>
                    <a:pt x="4437376" y="109854"/>
                  </a:cubicBezTo>
                  <a:cubicBezTo>
                    <a:pt x="4432931" y="109854"/>
                    <a:pt x="4429121" y="109219"/>
                    <a:pt x="4425946" y="107314"/>
                  </a:cubicBezTo>
                  <a:cubicBezTo>
                    <a:pt x="4422136" y="106044"/>
                    <a:pt x="4418961" y="103504"/>
                    <a:pt x="4416421" y="99694"/>
                  </a:cubicBezTo>
                  <a:cubicBezTo>
                    <a:pt x="4413881" y="96519"/>
                    <a:pt x="4411341" y="92074"/>
                    <a:pt x="4410071" y="86994"/>
                  </a:cubicBezTo>
                  <a:cubicBezTo>
                    <a:pt x="4408801" y="81914"/>
                    <a:pt x="4407531" y="75564"/>
                    <a:pt x="4407531" y="67944"/>
                  </a:cubicBezTo>
                  <a:cubicBezTo>
                    <a:pt x="4407531" y="61594"/>
                    <a:pt x="4408166" y="55244"/>
                    <a:pt x="4410071" y="50799"/>
                  </a:cubicBezTo>
                  <a:cubicBezTo>
                    <a:pt x="4411976" y="45719"/>
                    <a:pt x="4413881" y="41909"/>
                    <a:pt x="4417056" y="38734"/>
                  </a:cubicBezTo>
                  <a:cubicBezTo>
                    <a:pt x="4419596" y="35559"/>
                    <a:pt x="4423406" y="33019"/>
                    <a:pt x="4426581" y="31749"/>
                  </a:cubicBezTo>
                  <a:cubicBezTo>
                    <a:pt x="4430391" y="29844"/>
                    <a:pt x="4434201" y="29209"/>
                    <a:pt x="4438011" y="29209"/>
                  </a:cubicBezTo>
                  <a:cubicBezTo>
                    <a:pt x="4439916" y="29209"/>
                    <a:pt x="4441821" y="29209"/>
                    <a:pt x="4443726" y="29844"/>
                  </a:cubicBezTo>
                  <a:cubicBezTo>
                    <a:pt x="4445631" y="29844"/>
                    <a:pt x="4447536" y="31114"/>
                    <a:pt x="4448806" y="31749"/>
                  </a:cubicBezTo>
                  <a:cubicBezTo>
                    <a:pt x="4450711" y="32384"/>
                    <a:pt x="4451981" y="33654"/>
                    <a:pt x="4453251" y="34924"/>
                  </a:cubicBezTo>
                  <a:cubicBezTo>
                    <a:pt x="4454521" y="36194"/>
                    <a:pt x="4455791" y="36829"/>
                    <a:pt x="4457061" y="38099"/>
                  </a:cubicBezTo>
                  <a:lnTo>
                    <a:pt x="4457061" y="8254"/>
                  </a:lnTo>
                  <a:close/>
                  <a:moveTo>
                    <a:pt x="4390385" y="634"/>
                  </a:moveTo>
                  <a:lnTo>
                    <a:pt x="4390385" y="108584"/>
                  </a:lnTo>
                  <a:lnTo>
                    <a:pt x="4375145" y="108584"/>
                  </a:lnTo>
                  <a:lnTo>
                    <a:pt x="4375145" y="8889"/>
                  </a:lnTo>
                  <a:close/>
                  <a:moveTo>
                    <a:pt x="3946521" y="634"/>
                  </a:moveTo>
                  <a:lnTo>
                    <a:pt x="3946521" y="38099"/>
                  </a:lnTo>
                  <a:cubicBezTo>
                    <a:pt x="3946521" y="38099"/>
                    <a:pt x="3948426" y="35559"/>
                    <a:pt x="3950331" y="34289"/>
                  </a:cubicBezTo>
                  <a:cubicBezTo>
                    <a:pt x="3951601" y="33019"/>
                    <a:pt x="3953506" y="32384"/>
                    <a:pt x="3954776" y="31114"/>
                  </a:cubicBezTo>
                  <a:cubicBezTo>
                    <a:pt x="3956681" y="30479"/>
                    <a:pt x="3958586" y="29844"/>
                    <a:pt x="3960491" y="29209"/>
                  </a:cubicBezTo>
                  <a:cubicBezTo>
                    <a:pt x="3962396" y="29209"/>
                    <a:pt x="3964301" y="29209"/>
                    <a:pt x="3966206" y="29209"/>
                  </a:cubicBezTo>
                  <a:cubicBezTo>
                    <a:pt x="3970651" y="29209"/>
                    <a:pt x="3975096" y="29844"/>
                    <a:pt x="3978271" y="31749"/>
                  </a:cubicBezTo>
                  <a:cubicBezTo>
                    <a:pt x="3981446" y="33019"/>
                    <a:pt x="3984621" y="35559"/>
                    <a:pt x="3987161" y="38099"/>
                  </a:cubicBezTo>
                  <a:cubicBezTo>
                    <a:pt x="3989701" y="41274"/>
                    <a:pt x="3990971" y="44449"/>
                    <a:pt x="3992241" y="49529"/>
                  </a:cubicBezTo>
                  <a:cubicBezTo>
                    <a:pt x="3993511" y="53974"/>
                    <a:pt x="3994146" y="59054"/>
                    <a:pt x="3994146" y="64134"/>
                  </a:cubicBezTo>
                  <a:lnTo>
                    <a:pt x="3994146" y="108584"/>
                  </a:lnTo>
                  <a:lnTo>
                    <a:pt x="3978906" y="108584"/>
                  </a:lnTo>
                  <a:lnTo>
                    <a:pt x="3978271" y="108584"/>
                  </a:lnTo>
                  <a:lnTo>
                    <a:pt x="3978271" y="64769"/>
                  </a:lnTo>
                  <a:cubicBezTo>
                    <a:pt x="3978271" y="57784"/>
                    <a:pt x="3977001" y="52069"/>
                    <a:pt x="3974461" y="48894"/>
                  </a:cubicBezTo>
                  <a:cubicBezTo>
                    <a:pt x="3971921" y="45084"/>
                    <a:pt x="3968111" y="43814"/>
                    <a:pt x="3962396" y="43814"/>
                  </a:cubicBezTo>
                  <a:cubicBezTo>
                    <a:pt x="3959856" y="43814"/>
                    <a:pt x="3957951" y="43814"/>
                    <a:pt x="3956046" y="45084"/>
                  </a:cubicBezTo>
                  <a:cubicBezTo>
                    <a:pt x="3954141" y="45719"/>
                    <a:pt x="3952236" y="46989"/>
                    <a:pt x="3950966" y="48894"/>
                  </a:cubicBezTo>
                  <a:cubicBezTo>
                    <a:pt x="3949696" y="50799"/>
                    <a:pt x="3948426" y="52704"/>
                    <a:pt x="3947791" y="55244"/>
                  </a:cubicBezTo>
                  <a:cubicBezTo>
                    <a:pt x="3947156" y="57784"/>
                    <a:pt x="3946521" y="60324"/>
                    <a:pt x="3946521" y="63499"/>
                  </a:cubicBezTo>
                  <a:lnTo>
                    <a:pt x="3946521" y="109219"/>
                  </a:lnTo>
                  <a:lnTo>
                    <a:pt x="3931281" y="109219"/>
                  </a:lnTo>
                  <a:lnTo>
                    <a:pt x="3931281" y="8889"/>
                  </a:lnTo>
                  <a:close/>
                  <a:moveTo>
                    <a:pt x="3248021" y="634"/>
                  </a:moveTo>
                  <a:lnTo>
                    <a:pt x="3248021" y="38099"/>
                  </a:lnTo>
                  <a:cubicBezTo>
                    <a:pt x="3248021" y="38099"/>
                    <a:pt x="3249926" y="35559"/>
                    <a:pt x="3251831" y="34289"/>
                  </a:cubicBezTo>
                  <a:cubicBezTo>
                    <a:pt x="3253101" y="33019"/>
                    <a:pt x="3255006" y="32384"/>
                    <a:pt x="3256276" y="31114"/>
                  </a:cubicBezTo>
                  <a:cubicBezTo>
                    <a:pt x="3258181" y="30479"/>
                    <a:pt x="3260086" y="29844"/>
                    <a:pt x="3261991" y="29209"/>
                  </a:cubicBezTo>
                  <a:cubicBezTo>
                    <a:pt x="3263896" y="29209"/>
                    <a:pt x="3265801" y="29209"/>
                    <a:pt x="3267706" y="29209"/>
                  </a:cubicBezTo>
                  <a:cubicBezTo>
                    <a:pt x="3272151" y="29209"/>
                    <a:pt x="3276596" y="29844"/>
                    <a:pt x="3279771" y="31749"/>
                  </a:cubicBezTo>
                  <a:cubicBezTo>
                    <a:pt x="3282946" y="33019"/>
                    <a:pt x="3286121" y="35559"/>
                    <a:pt x="3288661" y="38099"/>
                  </a:cubicBezTo>
                  <a:cubicBezTo>
                    <a:pt x="3291201" y="41274"/>
                    <a:pt x="3292471" y="44449"/>
                    <a:pt x="3293741" y="49529"/>
                  </a:cubicBezTo>
                  <a:cubicBezTo>
                    <a:pt x="3295011" y="53974"/>
                    <a:pt x="3295646" y="59054"/>
                    <a:pt x="3295646" y="64134"/>
                  </a:cubicBezTo>
                  <a:lnTo>
                    <a:pt x="3295646" y="108584"/>
                  </a:lnTo>
                  <a:lnTo>
                    <a:pt x="3280406" y="108584"/>
                  </a:lnTo>
                  <a:lnTo>
                    <a:pt x="3279771" y="108584"/>
                  </a:lnTo>
                  <a:lnTo>
                    <a:pt x="3279771" y="64769"/>
                  </a:lnTo>
                  <a:cubicBezTo>
                    <a:pt x="3279771" y="57784"/>
                    <a:pt x="3278501" y="52069"/>
                    <a:pt x="3275961" y="48894"/>
                  </a:cubicBezTo>
                  <a:cubicBezTo>
                    <a:pt x="3273421" y="45084"/>
                    <a:pt x="3269611" y="43814"/>
                    <a:pt x="3263896" y="43814"/>
                  </a:cubicBezTo>
                  <a:cubicBezTo>
                    <a:pt x="3261356" y="43814"/>
                    <a:pt x="3259451" y="43814"/>
                    <a:pt x="3257546" y="45084"/>
                  </a:cubicBezTo>
                  <a:cubicBezTo>
                    <a:pt x="3255641" y="45719"/>
                    <a:pt x="3253736" y="46989"/>
                    <a:pt x="3252466" y="48894"/>
                  </a:cubicBezTo>
                  <a:cubicBezTo>
                    <a:pt x="3251196" y="50799"/>
                    <a:pt x="3249926" y="52704"/>
                    <a:pt x="3249291" y="55244"/>
                  </a:cubicBezTo>
                  <a:cubicBezTo>
                    <a:pt x="3248656" y="57784"/>
                    <a:pt x="3248021" y="60324"/>
                    <a:pt x="3248021" y="63499"/>
                  </a:cubicBezTo>
                  <a:lnTo>
                    <a:pt x="3248021" y="109219"/>
                  </a:lnTo>
                  <a:lnTo>
                    <a:pt x="3232781" y="109219"/>
                  </a:lnTo>
                  <a:lnTo>
                    <a:pt x="3232781" y="8889"/>
                  </a:lnTo>
                  <a:close/>
                  <a:moveTo>
                    <a:pt x="2432681" y="634"/>
                  </a:moveTo>
                  <a:lnTo>
                    <a:pt x="2432681" y="38099"/>
                  </a:lnTo>
                  <a:cubicBezTo>
                    <a:pt x="2432681" y="38099"/>
                    <a:pt x="2434586" y="35559"/>
                    <a:pt x="2436491" y="34289"/>
                  </a:cubicBezTo>
                  <a:cubicBezTo>
                    <a:pt x="2437761" y="33019"/>
                    <a:pt x="2439666" y="32384"/>
                    <a:pt x="2440936" y="31114"/>
                  </a:cubicBezTo>
                  <a:cubicBezTo>
                    <a:pt x="2442841" y="30479"/>
                    <a:pt x="2444746" y="29844"/>
                    <a:pt x="2446651" y="29209"/>
                  </a:cubicBezTo>
                  <a:cubicBezTo>
                    <a:pt x="2448556" y="29209"/>
                    <a:pt x="2450461" y="29209"/>
                    <a:pt x="2452366" y="29209"/>
                  </a:cubicBezTo>
                  <a:cubicBezTo>
                    <a:pt x="2456811" y="29209"/>
                    <a:pt x="2461256" y="29844"/>
                    <a:pt x="2464431" y="31749"/>
                  </a:cubicBezTo>
                  <a:cubicBezTo>
                    <a:pt x="2467606" y="33019"/>
                    <a:pt x="2470781" y="35559"/>
                    <a:pt x="2473321" y="38099"/>
                  </a:cubicBezTo>
                  <a:cubicBezTo>
                    <a:pt x="2475861" y="41274"/>
                    <a:pt x="2477131" y="44449"/>
                    <a:pt x="2478401" y="49529"/>
                  </a:cubicBezTo>
                  <a:cubicBezTo>
                    <a:pt x="2479671" y="53974"/>
                    <a:pt x="2480306" y="59054"/>
                    <a:pt x="2480306" y="64134"/>
                  </a:cubicBezTo>
                  <a:lnTo>
                    <a:pt x="2480306" y="108584"/>
                  </a:lnTo>
                  <a:lnTo>
                    <a:pt x="2465066" y="108584"/>
                  </a:lnTo>
                  <a:lnTo>
                    <a:pt x="2464431" y="108584"/>
                  </a:lnTo>
                  <a:lnTo>
                    <a:pt x="2464431" y="64769"/>
                  </a:lnTo>
                  <a:cubicBezTo>
                    <a:pt x="2464431" y="57784"/>
                    <a:pt x="2463161" y="52069"/>
                    <a:pt x="2460621" y="48894"/>
                  </a:cubicBezTo>
                  <a:cubicBezTo>
                    <a:pt x="2458081" y="45084"/>
                    <a:pt x="2454271" y="43814"/>
                    <a:pt x="2448556" y="43814"/>
                  </a:cubicBezTo>
                  <a:cubicBezTo>
                    <a:pt x="2446016" y="43814"/>
                    <a:pt x="2444111" y="43814"/>
                    <a:pt x="2442206" y="45084"/>
                  </a:cubicBezTo>
                  <a:cubicBezTo>
                    <a:pt x="2440301" y="45719"/>
                    <a:pt x="2438396" y="46989"/>
                    <a:pt x="2437126" y="48894"/>
                  </a:cubicBezTo>
                  <a:cubicBezTo>
                    <a:pt x="2435856" y="50799"/>
                    <a:pt x="2434586" y="52704"/>
                    <a:pt x="2433951" y="55244"/>
                  </a:cubicBezTo>
                  <a:cubicBezTo>
                    <a:pt x="2433316" y="57784"/>
                    <a:pt x="2432681" y="60324"/>
                    <a:pt x="2432681" y="63499"/>
                  </a:cubicBezTo>
                  <a:lnTo>
                    <a:pt x="2432681" y="109219"/>
                  </a:lnTo>
                  <a:lnTo>
                    <a:pt x="2417441" y="109219"/>
                  </a:lnTo>
                  <a:lnTo>
                    <a:pt x="2417441" y="8889"/>
                  </a:lnTo>
                  <a:close/>
                  <a:moveTo>
                    <a:pt x="1734181" y="634"/>
                  </a:moveTo>
                  <a:lnTo>
                    <a:pt x="1734181" y="38099"/>
                  </a:lnTo>
                  <a:cubicBezTo>
                    <a:pt x="1734181" y="38099"/>
                    <a:pt x="1736086" y="35559"/>
                    <a:pt x="1737991" y="34289"/>
                  </a:cubicBezTo>
                  <a:cubicBezTo>
                    <a:pt x="1739261" y="33019"/>
                    <a:pt x="1741166" y="32384"/>
                    <a:pt x="1742436" y="31114"/>
                  </a:cubicBezTo>
                  <a:cubicBezTo>
                    <a:pt x="1744341" y="30479"/>
                    <a:pt x="1746246" y="29844"/>
                    <a:pt x="1748151" y="29209"/>
                  </a:cubicBezTo>
                  <a:cubicBezTo>
                    <a:pt x="1750056" y="29209"/>
                    <a:pt x="1751961" y="29209"/>
                    <a:pt x="1753866" y="29209"/>
                  </a:cubicBezTo>
                  <a:cubicBezTo>
                    <a:pt x="1758311" y="29209"/>
                    <a:pt x="1762756" y="29844"/>
                    <a:pt x="1765931" y="31749"/>
                  </a:cubicBezTo>
                  <a:cubicBezTo>
                    <a:pt x="1769106" y="33019"/>
                    <a:pt x="1772281" y="35559"/>
                    <a:pt x="1774821" y="38099"/>
                  </a:cubicBezTo>
                  <a:cubicBezTo>
                    <a:pt x="1777361" y="41274"/>
                    <a:pt x="1778631" y="44449"/>
                    <a:pt x="1779901" y="49529"/>
                  </a:cubicBezTo>
                  <a:cubicBezTo>
                    <a:pt x="1781171" y="53974"/>
                    <a:pt x="1781806" y="59054"/>
                    <a:pt x="1781806" y="64134"/>
                  </a:cubicBezTo>
                  <a:lnTo>
                    <a:pt x="1781806" y="108584"/>
                  </a:lnTo>
                  <a:lnTo>
                    <a:pt x="1766566" y="108584"/>
                  </a:lnTo>
                  <a:lnTo>
                    <a:pt x="1765931" y="108584"/>
                  </a:lnTo>
                  <a:lnTo>
                    <a:pt x="1765931" y="64769"/>
                  </a:lnTo>
                  <a:cubicBezTo>
                    <a:pt x="1765931" y="57784"/>
                    <a:pt x="1764661" y="52069"/>
                    <a:pt x="1762121" y="48894"/>
                  </a:cubicBezTo>
                  <a:cubicBezTo>
                    <a:pt x="1759581" y="45084"/>
                    <a:pt x="1755771" y="43814"/>
                    <a:pt x="1750056" y="43814"/>
                  </a:cubicBezTo>
                  <a:cubicBezTo>
                    <a:pt x="1747516" y="43814"/>
                    <a:pt x="1745611" y="43814"/>
                    <a:pt x="1743706" y="45084"/>
                  </a:cubicBezTo>
                  <a:cubicBezTo>
                    <a:pt x="1741801" y="45719"/>
                    <a:pt x="1739896" y="46989"/>
                    <a:pt x="1738626" y="48894"/>
                  </a:cubicBezTo>
                  <a:cubicBezTo>
                    <a:pt x="1737356" y="50799"/>
                    <a:pt x="1736086" y="52704"/>
                    <a:pt x="1735451" y="55244"/>
                  </a:cubicBezTo>
                  <a:cubicBezTo>
                    <a:pt x="1734816" y="57784"/>
                    <a:pt x="1734181" y="60324"/>
                    <a:pt x="1734181" y="63499"/>
                  </a:cubicBezTo>
                  <a:lnTo>
                    <a:pt x="1734181" y="109219"/>
                  </a:lnTo>
                  <a:lnTo>
                    <a:pt x="1718941" y="109219"/>
                  </a:lnTo>
                  <a:lnTo>
                    <a:pt x="1718941" y="8889"/>
                  </a:lnTo>
                  <a:close/>
                  <a:moveTo>
                    <a:pt x="803275" y="634"/>
                  </a:moveTo>
                  <a:lnTo>
                    <a:pt x="803275" y="38099"/>
                  </a:lnTo>
                  <a:cubicBezTo>
                    <a:pt x="803275" y="38099"/>
                    <a:pt x="805180" y="35559"/>
                    <a:pt x="807085" y="34289"/>
                  </a:cubicBezTo>
                  <a:cubicBezTo>
                    <a:pt x="808355" y="33019"/>
                    <a:pt x="810260" y="32384"/>
                    <a:pt x="811530" y="31114"/>
                  </a:cubicBezTo>
                  <a:cubicBezTo>
                    <a:pt x="813435" y="30479"/>
                    <a:pt x="815340" y="29844"/>
                    <a:pt x="817245" y="29209"/>
                  </a:cubicBezTo>
                  <a:cubicBezTo>
                    <a:pt x="819150" y="29209"/>
                    <a:pt x="821055" y="29209"/>
                    <a:pt x="822960" y="29209"/>
                  </a:cubicBezTo>
                  <a:cubicBezTo>
                    <a:pt x="827405" y="29209"/>
                    <a:pt x="831850" y="29844"/>
                    <a:pt x="835025" y="31749"/>
                  </a:cubicBezTo>
                  <a:cubicBezTo>
                    <a:pt x="838200" y="33019"/>
                    <a:pt x="841375" y="35559"/>
                    <a:pt x="843915" y="38099"/>
                  </a:cubicBezTo>
                  <a:cubicBezTo>
                    <a:pt x="846455" y="41274"/>
                    <a:pt x="847725" y="44449"/>
                    <a:pt x="848995" y="49529"/>
                  </a:cubicBezTo>
                  <a:cubicBezTo>
                    <a:pt x="850265" y="53974"/>
                    <a:pt x="850900" y="59054"/>
                    <a:pt x="850900" y="64134"/>
                  </a:cubicBezTo>
                  <a:lnTo>
                    <a:pt x="850900" y="108584"/>
                  </a:lnTo>
                  <a:lnTo>
                    <a:pt x="835660" y="108584"/>
                  </a:lnTo>
                  <a:lnTo>
                    <a:pt x="835025" y="108584"/>
                  </a:lnTo>
                  <a:lnTo>
                    <a:pt x="835025" y="64769"/>
                  </a:lnTo>
                  <a:cubicBezTo>
                    <a:pt x="835025" y="57784"/>
                    <a:pt x="833755" y="52069"/>
                    <a:pt x="831215" y="48894"/>
                  </a:cubicBezTo>
                  <a:cubicBezTo>
                    <a:pt x="828675" y="45084"/>
                    <a:pt x="824865" y="43814"/>
                    <a:pt x="819150" y="43814"/>
                  </a:cubicBezTo>
                  <a:cubicBezTo>
                    <a:pt x="816610" y="43814"/>
                    <a:pt x="814705" y="43814"/>
                    <a:pt x="812800" y="45084"/>
                  </a:cubicBezTo>
                  <a:cubicBezTo>
                    <a:pt x="810895" y="45719"/>
                    <a:pt x="808990" y="46989"/>
                    <a:pt x="807720" y="48894"/>
                  </a:cubicBezTo>
                  <a:cubicBezTo>
                    <a:pt x="806450" y="50799"/>
                    <a:pt x="805180" y="52704"/>
                    <a:pt x="804545" y="55244"/>
                  </a:cubicBezTo>
                  <a:cubicBezTo>
                    <a:pt x="803910" y="57784"/>
                    <a:pt x="803275" y="60324"/>
                    <a:pt x="803275" y="63499"/>
                  </a:cubicBezTo>
                  <a:lnTo>
                    <a:pt x="803275" y="109219"/>
                  </a:lnTo>
                  <a:lnTo>
                    <a:pt x="788035" y="109219"/>
                  </a:lnTo>
                  <a:lnTo>
                    <a:pt x="788035" y="8889"/>
                  </a:lnTo>
                  <a:close/>
                  <a:moveTo>
                    <a:pt x="104774" y="634"/>
                  </a:moveTo>
                  <a:lnTo>
                    <a:pt x="104774" y="38099"/>
                  </a:lnTo>
                  <a:cubicBezTo>
                    <a:pt x="104774" y="38099"/>
                    <a:pt x="106679" y="35559"/>
                    <a:pt x="108584" y="34289"/>
                  </a:cubicBezTo>
                  <a:cubicBezTo>
                    <a:pt x="109854" y="33019"/>
                    <a:pt x="111759" y="32384"/>
                    <a:pt x="113029" y="31114"/>
                  </a:cubicBezTo>
                  <a:cubicBezTo>
                    <a:pt x="114934" y="30479"/>
                    <a:pt x="116839" y="29844"/>
                    <a:pt x="118744" y="29209"/>
                  </a:cubicBezTo>
                  <a:cubicBezTo>
                    <a:pt x="120649" y="29209"/>
                    <a:pt x="122554" y="29209"/>
                    <a:pt x="124459" y="29209"/>
                  </a:cubicBezTo>
                  <a:cubicBezTo>
                    <a:pt x="128904" y="29209"/>
                    <a:pt x="133349" y="29844"/>
                    <a:pt x="136524" y="31749"/>
                  </a:cubicBezTo>
                  <a:cubicBezTo>
                    <a:pt x="139699" y="33019"/>
                    <a:pt x="142874" y="35559"/>
                    <a:pt x="145414" y="38099"/>
                  </a:cubicBezTo>
                  <a:cubicBezTo>
                    <a:pt x="147954" y="41274"/>
                    <a:pt x="149224" y="44449"/>
                    <a:pt x="150494" y="49529"/>
                  </a:cubicBezTo>
                  <a:cubicBezTo>
                    <a:pt x="151764" y="53974"/>
                    <a:pt x="152399" y="59054"/>
                    <a:pt x="152399" y="64134"/>
                  </a:cubicBezTo>
                  <a:lnTo>
                    <a:pt x="152399" y="108584"/>
                  </a:lnTo>
                  <a:lnTo>
                    <a:pt x="137159" y="108584"/>
                  </a:lnTo>
                  <a:lnTo>
                    <a:pt x="136524" y="108584"/>
                  </a:lnTo>
                  <a:lnTo>
                    <a:pt x="136524" y="64769"/>
                  </a:lnTo>
                  <a:cubicBezTo>
                    <a:pt x="136524" y="57784"/>
                    <a:pt x="135254" y="52069"/>
                    <a:pt x="132714" y="48894"/>
                  </a:cubicBezTo>
                  <a:cubicBezTo>
                    <a:pt x="130174" y="45084"/>
                    <a:pt x="126364" y="43814"/>
                    <a:pt x="120649" y="43814"/>
                  </a:cubicBezTo>
                  <a:cubicBezTo>
                    <a:pt x="118109" y="43814"/>
                    <a:pt x="116204" y="43814"/>
                    <a:pt x="114299" y="45084"/>
                  </a:cubicBezTo>
                  <a:cubicBezTo>
                    <a:pt x="112394" y="45719"/>
                    <a:pt x="110489" y="46989"/>
                    <a:pt x="109219" y="48894"/>
                  </a:cubicBezTo>
                  <a:cubicBezTo>
                    <a:pt x="107949" y="50799"/>
                    <a:pt x="106679" y="52704"/>
                    <a:pt x="106044" y="55244"/>
                  </a:cubicBezTo>
                  <a:cubicBezTo>
                    <a:pt x="105409" y="57784"/>
                    <a:pt x="104774" y="60324"/>
                    <a:pt x="104774" y="63499"/>
                  </a:cubicBezTo>
                  <a:lnTo>
                    <a:pt x="104774" y="109219"/>
                  </a:lnTo>
                  <a:lnTo>
                    <a:pt x="89534" y="109219"/>
                  </a:lnTo>
                  <a:lnTo>
                    <a:pt x="89534" y="8889"/>
                  </a:lnTo>
                  <a:close/>
                  <a:moveTo>
                    <a:pt x="3894450" y="0"/>
                  </a:moveTo>
                  <a:lnTo>
                    <a:pt x="3894450" y="30480"/>
                  </a:lnTo>
                  <a:lnTo>
                    <a:pt x="3913500" y="30480"/>
                  </a:lnTo>
                  <a:lnTo>
                    <a:pt x="3913500" y="44450"/>
                  </a:lnTo>
                  <a:lnTo>
                    <a:pt x="3894450" y="44450"/>
                  </a:lnTo>
                  <a:lnTo>
                    <a:pt x="3894450" y="86995"/>
                  </a:lnTo>
                  <a:cubicBezTo>
                    <a:pt x="3894450" y="86995"/>
                    <a:pt x="3894450" y="90170"/>
                    <a:pt x="3894450" y="91440"/>
                  </a:cubicBezTo>
                  <a:cubicBezTo>
                    <a:pt x="3894450" y="92710"/>
                    <a:pt x="3895085" y="93345"/>
                    <a:pt x="3895720" y="94615"/>
                  </a:cubicBezTo>
                  <a:cubicBezTo>
                    <a:pt x="3896355" y="95250"/>
                    <a:pt x="3896990" y="95885"/>
                    <a:pt x="3898260" y="95885"/>
                  </a:cubicBezTo>
                  <a:cubicBezTo>
                    <a:pt x="3899530" y="95885"/>
                    <a:pt x="3900800" y="95885"/>
                    <a:pt x="3902070" y="95885"/>
                  </a:cubicBezTo>
                  <a:cubicBezTo>
                    <a:pt x="3903975" y="95885"/>
                    <a:pt x="3905880" y="95885"/>
                    <a:pt x="3908420" y="95250"/>
                  </a:cubicBezTo>
                  <a:cubicBezTo>
                    <a:pt x="3910325" y="94615"/>
                    <a:pt x="3912230" y="93980"/>
                    <a:pt x="3913500" y="93345"/>
                  </a:cubicBezTo>
                  <a:lnTo>
                    <a:pt x="3911595" y="106680"/>
                  </a:lnTo>
                  <a:cubicBezTo>
                    <a:pt x="3911595" y="106680"/>
                    <a:pt x="3907785" y="108585"/>
                    <a:pt x="3905245" y="109220"/>
                  </a:cubicBezTo>
                  <a:cubicBezTo>
                    <a:pt x="3902705" y="109855"/>
                    <a:pt x="3900165" y="110490"/>
                    <a:pt x="3896990" y="110490"/>
                  </a:cubicBezTo>
                  <a:cubicBezTo>
                    <a:pt x="3894450" y="110490"/>
                    <a:pt x="3891910" y="110490"/>
                    <a:pt x="3890005" y="109220"/>
                  </a:cubicBezTo>
                  <a:cubicBezTo>
                    <a:pt x="3888100" y="108585"/>
                    <a:pt x="3886195" y="107315"/>
                    <a:pt x="3884290" y="105410"/>
                  </a:cubicBezTo>
                  <a:cubicBezTo>
                    <a:pt x="3882385" y="103505"/>
                    <a:pt x="3881115" y="101600"/>
                    <a:pt x="3880480" y="99060"/>
                  </a:cubicBezTo>
                  <a:cubicBezTo>
                    <a:pt x="3879845" y="96520"/>
                    <a:pt x="3879210" y="93345"/>
                    <a:pt x="3879210" y="89535"/>
                  </a:cubicBezTo>
                  <a:lnTo>
                    <a:pt x="3879210" y="44450"/>
                  </a:lnTo>
                  <a:lnTo>
                    <a:pt x="3868415" y="44450"/>
                  </a:lnTo>
                  <a:lnTo>
                    <a:pt x="3868415" y="30480"/>
                  </a:lnTo>
                  <a:lnTo>
                    <a:pt x="3879210" y="30480"/>
                  </a:lnTo>
                  <a:lnTo>
                    <a:pt x="3879210" y="8255"/>
                  </a:lnTo>
                  <a:close/>
                  <a:moveTo>
                    <a:pt x="3664581" y="0"/>
                  </a:moveTo>
                  <a:lnTo>
                    <a:pt x="3664581" y="30480"/>
                  </a:lnTo>
                  <a:lnTo>
                    <a:pt x="3683631" y="30480"/>
                  </a:lnTo>
                  <a:lnTo>
                    <a:pt x="3683631" y="44450"/>
                  </a:lnTo>
                  <a:lnTo>
                    <a:pt x="3664581" y="44450"/>
                  </a:lnTo>
                  <a:lnTo>
                    <a:pt x="3664581" y="86995"/>
                  </a:lnTo>
                  <a:cubicBezTo>
                    <a:pt x="3664581" y="86995"/>
                    <a:pt x="3664581" y="90170"/>
                    <a:pt x="3664581" y="91440"/>
                  </a:cubicBezTo>
                  <a:cubicBezTo>
                    <a:pt x="3664581" y="92710"/>
                    <a:pt x="3665216" y="93345"/>
                    <a:pt x="3665851" y="94615"/>
                  </a:cubicBezTo>
                  <a:cubicBezTo>
                    <a:pt x="3666486" y="95250"/>
                    <a:pt x="3667121" y="95885"/>
                    <a:pt x="3668391" y="95885"/>
                  </a:cubicBezTo>
                  <a:cubicBezTo>
                    <a:pt x="3669661" y="95885"/>
                    <a:pt x="3670931" y="95885"/>
                    <a:pt x="3672201" y="95885"/>
                  </a:cubicBezTo>
                  <a:cubicBezTo>
                    <a:pt x="3674106" y="95885"/>
                    <a:pt x="3676011" y="95885"/>
                    <a:pt x="3678551" y="95250"/>
                  </a:cubicBezTo>
                  <a:cubicBezTo>
                    <a:pt x="3680456" y="94615"/>
                    <a:pt x="3682361" y="93980"/>
                    <a:pt x="3683631" y="93345"/>
                  </a:cubicBezTo>
                  <a:lnTo>
                    <a:pt x="3681726" y="106680"/>
                  </a:lnTo>
                  <a:cubicBezTo>
                    <a:pt x="3681726" y="106680"/>
                    <a:pt x="3677916" y="108585"/>
                    <a:pt x="3675376" y="109220"/>
                  </a:cubicBezTo>
                  <a:cubicBezTo>
                    <a:pt x="3672836" y="109855"/>
                    <a:pt x="3670296" y="110490"/>
                    <a:pt x="3667121" y="110490"/>
                  </a:cubicBezTo>
                  <a:cubicBezTo>
                    <a:pt x="3664581" y="110490"/>
                    <a:pt x="3662041" y="110490"/>
                    <a:pt x="3660136" y="109220"/>
                  </a:cubicBezTo>
                  <a:cubicBezTo>
                    <a:pt x="3658231" y="108585"/>
                    <a:pt x="3656326" y="107315"/>
                    <a:pt x="3654421" y="105410"/>
                  </a:cubicBezTo>
                  <a:cubicBezTo>
                    <a:pt x="3652516" y="103505"/>
                    <a:pt x="3651246" y="101600"/>
                    <a:pt x="3650611" y="99060"/>
                  </a:cubicBezTo>
                  <a:cubicBezTo>
                    <a:pt x="3649976" y="96520"/>
                    <a:pt x="3649341" y="93345"/>
                    <a:pt x="3649341" y="89535"/>
                  </a:cubicBezTo>
                  <a:lnTo>
                    <a:pt x="3649341" y="44450"/>
                  </a:lnTo>
                  <a:lnTo>
                    <a:pt x="3638546" y="44450"/>
                  </a:lnTo>
                  <a:lnTo>
                    <a:pt x="3638546" y="30480"/>
                  </a:lnTo>
                  <a:lnTo>
                    <a:pt x="3649341" y="30480"/>
                  </a:lnTo>
                  <a:lnTo>
                    <a:pt x="3649341" y="8255"/>
                  </a:lnTo>
                  <a:close/>
                  <a:moveTo>
                    <a:pt x="3610605" y="0"/>
                  </a:moveTo>
                  <a:lnTo>
                    <a:pt x="3610605" y="30480"/>
                  </a:lnTo>
                  <a:lnTo>
                    <a:pt x="3629655" y="30480"/>
                  </a:lnTo>
                  <a:lnTo>
                    <a:pt x="3629655" y="44450"/>
                  </a:lnTo>
                  <a:lnTo>
                    <a:pt x="3610605" y="44450"/>
                  </a:lnTo>
                  <a:lnTo>
                    <a:pt x="3610605" y="86995"/>
                  </a:lnTo>
                  <a:cubicBezTo>
                    <a:pt x="3610605" y="86995"/>
                    <a:pt x="3610605" y="90170"/>
                    <a:pt x="3610605" y="91440"/>
                  </a:cubicBezTo>
                  <a:cubicBezTo>
                    <a:pt x="3610605" y="92710"/>
                    <a:pt x="3611240" y="93345"/>
                    <a:pt x="3611875" y="94615"/>
                  </a:cubicBezTo>
                  <a:cubicBezTo>
                    <a:pt x="3612510" y="95250"/>
                    <a:pt x="3613145" y="95885"/>
                    <a:pt x="3614415" y="95885"/>
                  </a:cubicBezTo>
                  <a:cubicBezTo>
                    <a:pt x="3615685" y="95885"/>
                    <a:pt x="3616955" y="95885"/>
                    <a:pt x="3618225" y="95885"/>
                  </a:cubicBezTo>
                  <a:cubicBezTo>
                    <a:pt x="3620130" y="95885"/>
                    <a:pt x="3622035" y="95885"/>
                    <a:pt x="3624575" y="95250"/>
                  </a:cubicBezTo>
                  <a:cubicBezTo>
                    <a:pt x="3626480" y="94615"/>
                    <a:pt x="3628385" y="93980"/>
                    <a:pt x="3629655" y="93345"/>
                  </a:cubicBezTo>
                  <a:lnTo>
                    <a:pt x="3627750" y="106680"/>
                  </a:lnTo>
                  <a:cubicBezTo>
                    <a:pt x="3627750" y="106680"/>
                    <a:pt x="3623940" y="108585"/>
                    <a:pt x="3621400" y="109220"/>
                  </a:cubicBezTo>
                  <a:cubicBezTo>
                    <a:pt x="3618860" y="109855"/>
                    <a:pt x="3616320" y="110490"/>
                    <a:pt x="3613145" y="110490"/>
                  </a:cubicBezTo>
                  <a:cubicBezTo>
                    <a:pt x="3610605" y="110490"/>
                    <a:pt x="3608065" y="110490"/>
                    <a:pt x="3606160" y="109220"/>
                  </a:cubicBezTo>
                  <a:cubicBezTo>
                    <a:pt x="3604255" y="108585"/>
                    <a:pt x="3602350" y="107315"/>
                    <a:pt x="3600445" y="105410"/>
                  </a:cubicBezTo>
                  <a:cubicBezTo>
                    <a:pt x="3598540" y="103505"/>
                    <a:pt x="3597270" y="101600"/>
                    <a:pt x="3596635" y="99060"/>
                  </a:cubicBezTo>
                  <a:cubicBezTo>
                    <a:pt x="3596000" y="96520"/>
                    <a:pt x="3595365" y="93345"/>
                    <a:pt x="3595365" y="89535"/>
                  </a:cubicBezTo>
                  <a:lnTo>
                    <a:pt x="3595365" y="44450"/>
                  </a:lnTo>
                  <a:lnTo>
                    <a:pt x="3584570" y="44450"/>
                  </a:lnTo>
                  <a:lnTo>
                    <a:pt x="3584570" y="30480"/>
                  </a:lnTo>
                  <a:lnTo>
                    <a:pt x="3595365" y="30480"/>
                  </a:lnTo>
                  <a:lnTo>
                    <a:pt x="3595365" y="8255"/>
                  </a:lnTo>
                  <a:close/>
                  <a:moveTo>
                    <a:pt x="3445505" y="0"/>
                  </a:moveTo>
                  <a:lnTo>
                    <a:pt x="3445505" y="37465"/>
                  </a:lnTo>
                  <a:cubicBezTo>
                    <a:pt x="3445505" y="37465"/>
                    <a:pt x="3448680" y="34925"/>
                    <a:pt x="3449950" y="33655"/>
                  </a:cubicBezTo>
                  <a:cubicBezTo>
                    <a:pt x="3451220" y="33020"/>
                    <a:pt x="3452490" y="31750"/>
                    <a:pt x="3453760" y="31115"/>
                  </a:cubicBezTo>
                  <a:cubicBezTo>
                    <a:pt x="3455030" y="30480"/>
                    <a:pt x="3456935" y="29845"/>
                    <a:pt x="3458840" y="29210"/>
                  </a:cubicBezTo>
                  <a:cubicBezTo>
                    <a:pt x="3460745" y="29210"/>
                    <a:pt x="3463285" y="28575"/>
                    <a:pt x="3465825" y="28575"/>
                  </a:cubicBezTo>
                  <a:cubicBezTo>
                    <a:pt x="3470270" y="28575"/>
                    <a:pt x="3474080" y="29210"/>
                    <a:pt x="3477890" y="31115"/>
                  </a:cubicBezTo>
                  <a:cubicBezTo>
                    <a:pt x="3481700" y="32385"/>
                    <a:pt x="3484875" y="34925"/>
                    <a:pt x="3487415" y="38735"/>
                  </a:cubicBezTo>
                  <a:cubicBezTo>
                    <a:pt x="3489955" y="41910"/>
                    <a:pt x="3492495" y="46355"/>
                    <a:pt x="3493765" y="51435"/>
                  </a:cubicBezTo>
                  <a:cubicBezTo>
                    <a:pt x="3495035" y="56515"/>
                    <a:pt x="3496305" y="62865"/>
                    <a:pt x="3496305" y="70485"/>
                  </a:cubicBezTo>
                  <a:lnTo>
                    <a:pt x="3495670" y="71120"/>
                  </a:lnTo>
                  <a:cubicBezTo>
                    <a:pt x="3495670" y="77470"/>
                    <a:pt x="3495035" y="83820"/>
                    <a:pt x="3493130" y="88265"/>
                  </a:cubicBezTo>
                  <a:cubicBezTo>
                    <a:pt x="3491225" y="93345"/>
                    <a:pt x="3489320" y="97155"/>
                    <a:pt x="3486145" y="100330"/>
                  </a:cubicBezTo>
                  <a:cubicBezTo>
                    <a:pt x="3483605" y="103505"/>
                    <a:pt x="3479795" y="106045"/>
                    <a:pt x="3476620" y="107315"/>
                  </a:cubicBezTo>
                  <a:cubicBezTo>
                    <a:pt x="3472810" y="109220"/>
                    <a:pt x="3469000" y="109855"/>
                    <a:pt x="3465190" y="109855"/>
                  </a:cubicBezTo>
                  <a:cubicBezTo>
                    <a:pt x="3461380" y="109855"/>
                    <a:pt x="3457570" y="109220"/>
                    <a:pt x="3454395" y="107315"/>
                  </a:cubicBezTo>
                  <a:cubicBezTo>
                    <a:pt x="3450585" y="105410"/>
                    <a:pt x="3448045" y="103505"/>
                    <a:pt x="3445505" y="100965"/>
                  </a:cubicBezTo>
                  <a:lnTo>
                    <a:pt x="3445505" y="107950"/>
                  </a:lnTo>
                  <a:lnTo>
                    <a:pt x="3430265" y="107950"/>
                  </a:lnTo>
                  <a:lnTo>
                    <a:pt x="3430265" y="7620"/>
                  </a:lnTo>
                  <a:close/>
                  <a:moveTo>
                    <a:pt x="2380611" y="0"/>
                  </a:moveTo>
                  <a:lnTo>
                    <a:pt x="2380611" y="30480"/>
                  </a:lnTo>
                  <a:lnTo>
                    <a:pt x="2399661" y="30480"/>
                  </a:lnTo>
                  <a:lnTo>
                    <a:pt x="2399661" y="44450"/>
                  </a:lnTo>
                  <a:lnTo>
                    <a:pt x="2380611" y="44450"/>
                  </a:lnTo>
                  <a:lnTo>
                    <a:pt x="2380611" y="86995"/>
                  </a:lnTo>
                  <a:cubicBezTo>
                    <a:pt x="2380611" y="86995"/>
                    <a:pt x="2380611" y="90170"/>
                    <a:pt x="2380611" y="91440"/>
                  </a:cubicBezTo>
                  <a:cubicBezTo>
                    <a:pt x="2380611" y="92710"/>
                    <a:pt x="2381246" y="93345"/>
                    <a:pt x="2381881" y="94615"/>
                  </a:cubicBezTo>
                  <a:cubicBezTo>
                    <a:pt x="2382516" y="95250"/>
                    <a:pt x="2383151" y="95885"/>
                    <a:pt x="2384421" y="95885"/>
                  </a:cubicBezTo>
                  <a:cubicBezTo>
                    <a:pt x="2385691" y="95885"/>
                    <a:pt x="2386961" y="95885"/>
                    <a:pt x="2388231" y="95885"/>
                  </a:cubicBezTo>
                  <a:cubicBezTo>
                    <a:pt x="2390136" y="95885"/>
                    <a:pt x="2392041" y="95885"/>
                    <a:pt x="2394581" y="95250"/>
                  </a:cubicBezTo>
                  <a:cubicBezTo>
                    <a:pt x="2396486" y="94615"/>
                    <a:pt x="2398391" y="93980"/>
                    <a:pt x="2399661" y="93345"/>
                  </a:cubicBezTo>
                  <a:lnTo>
                    <a:pt x="2397756" y="106680"/>
                  </a:lnTo>
                  <a:cubicBezTo>
                    <a:pt x="2397756" y="106680"/>
                    <a:pt x="2393946" y="108585"/>
                    <a:pt x="2391406" y="109220"/>
                  </a:cubicBezTo>
                  <a:cubicBezTo>
                    <a:pt x="2388866" y="109855"/>
                    <a:pt x="2386326" y="110490"/>
                    <a:pt x="2383151" y="110490"/>
                  </a:cubicBezTo>
                  <a:cubicBezTo>
                    <a:pt x="2380611" y="110490"/>
                    <a:pt x="2378071" y="110490"/>
                    <a:pt x="2376166" y="109220"/>
                  </a:cubicBezTo>
                  <a:cubicBezTo>
                    <a:pt x="2374261" y="108585"/>
                    <a:pt x="2372356" y="107315"/>
                    <a:pt x="2370451" y="105410"/>
                  </a:cubicBezTo>
                  <a:cubicBezTo>
                    <a:pt x="2368546" y="103505"/>
                    <a:pt x="2367276" y="101600"/>
                    <a:pt x="2366641" y="99060"/>
                  </a:cubicBezTo>
                  <a:cubicBezTo>
                    <a:pt x="2366006" y="96520"/>
                    <a:pt x="2365371" y="93345"/>
                    <a:pt x="2365371" y="89535"/>
                  </a:cubicBezTo>
                  <a:lnTo>
                    <a:pt x="2365371" y="44450"/>
                  </a:lnTo>
                  <a:lnTo>
                    <a:pt x="2354576" y="44450"/>
                  </a:lnTo>
                  <a:lnTo>
                    <a:pt x="2354576" y="30480"/>
                  </a:lnTo>
                  <a:lnTo>
                    <a:pt x="2365371" y="30480"/>
                  </a:lnTo>
                  <a:lnTo>
                    <a:pt x="2365371" y="8255"/>
                  </a:lnTo>
                  <a:close/>
                  <a:moveTo>
                    <a:pt x="2150741" y="0"/>
                  </a:moveTo>
                  <a:lnTo>
                    <a:pt x="2150741" y="30480"/>
                  </a:lnTo>
                  <a:lnTo>
                    <a:pt x="2169791" y="30480"/>
                  </a:lnTo>
                  <a:lnTo>
                    <a:pt x="2169791" y="44450"/>
                  </a:lnTo>
                  <a:lnTo>
                    <a:pt x="2150741" y="44450"/>
                  </a:lnTo>
                  <a:lnTo>
                    <a:pt x="2150741" y="86995"/>
                  </a:lnTo>
                  <a:cubicBezTo>
                    <a:pt x="2150741" y="86995"/>
                    <a:pt x="2150741" y="90170"/>
                    <a:pt x="2150741" y="91440"/>
                  </a:cubicBezTo>
                  <a:cubicBezTo>
                    <a:pt x="2150741" y="92710"/>
                    <a:pt x="2151376" y="93345"/>
                    <a:pt x="2152011" y="94615"/>
                  </a:cubicBezTo>
                  <a:cubicBezTo>
                    <a:pt x="2152646" y="95250"/>
                    <a:pt x="2153281" y="95885"/>
                    <a:pt x="2154551" y="95885"/>
                  </a:cubicBezTo>
                  <a:cubicBezTo>
                    <a:pt x="2155821" y="95885"/>
                    <a:pt x="2157091" y="95885"/>
                    <a:pt x="2158361" y="95885"/>
                  </a:cubicBezTo>
                  <a:cubicBezTo>
                    <a:pt x="2160266" y="95885"/>
                    <a:pt x="2162171" y="95885"/>
                    <a:pt x="2164711" y="95250"/>
                  </a:cubicBezTo>
                  <a:cubicBezTo>
                    <a:pt x="2166616" y="94615"/>
                    <a:pt x="2168521" y="93980"/>
                    <a:pt x="2169791" y="93345"/>
                  </a:cubicBezTo>
                  <a:lnTo>
                    <a:pt x="2167886" y="106680"/>
                  </a:lnTo>
                  <a:cubicBezTo>
                    <a:pt x="2167886" y="106680"/>
                    <a:pt x="2164076" y="108585"/>
                    <a:pt x="2161536" y="109220"/>
                  </a:cubicBezTo>
                  <a:cubicBezTo>
                    <a:pt x="2158996" y="109855"/>
                    <a:pt x="2156456" y="110490"/>
                    <a:pt x="2153281" y="110490"/>
                  </a:cubicBezTo>
                  <a:cubicBezTo>
                    <a:pt x="2150741" y="110490"/>
                    <a:pt x="2148201" y="110490"/>
                    <a:pt x="2146296" y="109220"/>
                  </a:cubicBezTo>
                  <a:cubicBezTo>
                    <a:pt x="2144391" y="108585"/>
                    <a:pt x="2142486" y="107315"/>
                    <a:pt x="2140581" y="105410"/>
                  </a:cubicBezTo>
                  <a:cubicBezTo>
                    <a:pt x="2138676" y="103505"/>
                    <a:pt x="2137406" y="101600"/>
                    <a:pt x="2136771" y="99060"/>
                  </a:cubicBezTo>
                  <a:cubicBezTo>
                    <a:pt x="2136136" y="96520"/>
                    <a:pt x="2135501" y="93345"/>
                    <a:pt x="2135501" y="89535"/>
                  </a:cubicBezTo>
                  <a:lnTo>
                    <a:pt x="2135501" y="44450"/>
                  </a:lnTo>
                  <a:lnTo>
                    <a:pt x="2124706" y="44450"/>
                  </a:lnTo>
                  <a:lnTo>
                    <a:pt x="2124706" y="30480"/>
                  </a:lnTo>
                  <a:lnTo>
                    <a:pt x="2135501" y="30480"/>
                  </a:lnTo>
                  <a:lnTo>
                    <a:pt x="2135501" y="8255"/>
                  </a:lnTo>
                  <a:close/>
                  <a:moveTo>
                    <a:pt x="2096131" y="0"/>
                  </a:moveTo>
                  <a:lnTo>
                    <a:pt x="2096131" y="30480"/>
                  </a:lnTo>
                  <a:lnTo>
                    <a:pt x="2115181" y="30480"/>
                  </a:lnTo>
                  <a:lnTo>
                    <a:pt x="2115181" y="44450"/>
                  </a:lnTo>
                  <a:lnTo>
                    <a:pt x="2096131" y="44450"/>
                  </a:lnTo>
                  <a:lnTo>
                    <a:pt x="2096131" y="86995"/>
                  </a:lnTo>
                  <a:cubicBezTo>
                    <a:pt x="2096131" y="86995"/>
                    <a:pt x="2096131" y="90170"/>
                    <a:pt x="2096131" y="91440"/>
                  </a:cubicBezTo>
                  <a:cubicBezTo>
                    <a:pt x="2096131" y="92710"/>
                    <a:pt x="2096766" y="93345"/>
                    <a:pt x="2097401" y="94615"/>
                  </a:cubicBezTo>
                  <a:cubicBezTo>
                    <a:pt x="2098036" y="95250"/>
                    <a:pt x="2098671" y="95885"/>
                    <a:pt x="2099941" y="95885"/>
                  </a:cubicBezTo>
                  <a:cubicBezTo>
                    <a:pt x="2101211" y="95885"/>
                    <a:pt x="2102481" y="95885"/>
                    <a:pt x="2103751" y="95885"/>
                  </a:cubicBezTo>
                  <a:cubicBezTo>
                    <a:pt x="2105656" y="95885"/>
                    <a:pt x="2107561" y="95885"/>
                    <a:pt x="2110101" y="95250"/>
                  </a:cubicBezTo>
                  <a:cubicBezTo>
                    <a:pt x="2112006" y="94615"/>
                    <a:pt x="2113911" y="93980"/>
                    <a:pt x="2115181" y="93345"/>
                  </a:cubicBezTo>
                  <a:lnTo>
                    <a:pt x="2113276" y="106680"/>
                  </a:lnTo>
                  <a:cubicBezTo>
                    <a:pt x="2113276" y="106680"/>
                    <a:pt x="2109466" y="108585"/>
                    <a:pt x="2106926" y="109220"/>
                  </a:cubicBezTo>
                  <a:cubicBezTo>
                    <a:pt x="2104386" y="109855"/>
                    <a:pt x="2101846" y="110490"/>
                    <a:pt x="2098671" y="110490"/>
                  </a:cubicBezTo>
                  <a:cubicBezTo>
                    <a:pt x="2096131" y="110490"/>
                    <a:pt x="2093591" y="110490"/>
                    <a:pt x="2091686" y="109220"/>
                  </a:cubicBezTo>
                  <a:cubicBezTo>
                    <a:pt x="2089781" y="108585"/>
                    <a:pt x="2087876" y="107315"/>
                    <a:pt x="2085971" y="105410"/>
                  </a:cubicBezTo>
                  <a:cubicBezTo>
                    <a:pt x="2084066" y="103505"/>
                    <a:pt x="2082796" y="101600"/>
                    <a:pt x="2082161" y="99060"/>
                  </a:cubicBezTo>
                  <a:cubicBezTo>
                    <a:pt x="2081526" y="96520"/>
                    <a:pt x="2080891" y="93345"/>
                    <a:pt x="2080891" y="89535"/>
                  </a:cubicBezTo>
                  <a:lnTo>
                    <a:pt x="2080891" y="44450"/>
                  </a:lnTo>
                  <a:lnTo>
                    <a:pt x="2070096" y="44450"/>
                  </a:lnTo>
                  <a:lnTo>
                    <a:pt x="2070096" y="30480"/>
                  </a:lnTo>
                  <a:lnTo>
                    <a:pt x="2080891" y="30480"/>
                  </a:lnTo>
                  <a:lnTo>
                    <a:pt x="2080891" y="8255"/>
                  </a:lnTo>
                  <a:close/>
                  <a:moveTo>
                    <a:pt x="1931665" y="0"/>
                  </a:moveTo>
                  <a:lnTo>
                    <a:pt x="1931665" y="37465"/>
                  </a:lnTo>
                  <a:cubicBezTo>
                    <a:pt x="1931665" y="37465"/>
                    <a:pt x="1934840" y="34925"/>
                    <a:pt x="1936110" y="33655"/>
                  </a:cubicBezTo>
                  <a:cubicBezTo>
                    <a:pt x="1937380" y="33020"/>
                    <a:pt x="1938650" y="31750"/>
                    <a:pt x="1939920" y="31115"/>
                  </a:cubicBezTo>
                  <a:cubicBezTo>
                    <a:pt x="1941190" y="30480"/>
                    <a:pt x="1943095" y="29845"/>
                    <a:pt x="1945000" y="29210"/>
                  </a:cubicBezTo>
                  <a:cubicBezTo>
                    <a:pt x="1946905" y="29210"/>
                    <a:pt x="1949445" y="28575"/>
                    <a:pt x="1951985" y="28575"/>
                  </a:cubicBezTo>
                  <a:cubicBezTo>
                    <a:pt x="1956430" y="28575"/>
                    <a:pt x="1960240" y="29210"/>
                    <a:pt x="1964050" y="31115"/>
                  </a:cubicBezTo>
                  <a:cubicBezTo>
                    <a:pt x="1967860" y="32385"/>
                    <a:pt x="1971035" y="34925"/>
                    <a:pt x="1973575" y="38735"/>
                  </a:cubicBezTo>
                  <a:cubicBezTo>
                    <a:pt x="1976115" y="41910"/>
                    <a:pt x="1978655" y="46355"/>
                    <a:pt x="1979925" y="51435"/>
                  </a:cubicBezTo>
                  <a:cubicBezTo>
                    <a:pt x="1981195" y="56515"/>
                    <a:pt x="1982465" y="62865"/>
                    <a:pt x="1982465" y="70485"/>
                  </a:cubicBezTo>
                  <a:lnTo>
                    <a:pt x="1981830" y="71120"/>
                  </a:lnTo>
                  <a:cubicBezTo>
                    <a:pt x="1981830" y="77470"/>
                    <a:pt x="1981195" y="83820"/>
                    <a:pt x="1979290" y="88265"/>
                  </a:cubicBezTo>
                  <a:cubicBezTo>
                    <a:pt x="1977385" y="93345"/>
                    <a:pt x="1975480" y="97155"/>
                    <a:pt x="1972305" y="100330"/>
                  </a:cubicBezTo>
                  <a:cubicBezTo>
                    <a:pt x="1969765" y="103505"/>
                    <a:pt x="1965955" y="106045"/>
                    <a:pt x="1962780" y="107315"/>
                  </a:cubicBezTo>
                  <a:cubicBezTo>
                    <a:pt x="1958970" y="109220"/>
                    <a:pt x="1955160" y="109855"/>
                    <a:pt x="1951350" y="109855"/>
                  </a:cubicBezTo>
                  <a:cubicBezTo>
                    <a:pt x="1947540" y="109855"/>
                    <a:pt x="1943730" y="109220"/>
                    <a:pt x="1940555" y="107315"/>
                  </a:cubicBezTo>
                  <a:cubicBezTo>
                    <a:pt x="1936745" y="105410"/>
                    <a:pt x="1934205" y="103505"/>
                    <a:pt x="1931665" y="100965"/>
                  </a:cubicBezTo>
                  <a:lnTo>
                    <a:pt x="1931665" y="107950"/>
                  </a:lnTo>
                  <a:lnTo>
                    <a:pt x="1916425" y="107950"/>
                  </a:lnTo>
                  <a:lnTo>
                    <a:pt x="1916425" y="7620"/>
                  </a:lnTo>
                  <a:close/>
                  <a:moveTo>
                    <a:pt x="1316991" y="0"/>
                  </a:moveTo>
                  <a:lnTo>
                    <a:pt x="1316991" y="30480"/>
                  </a:lnTo>
                  <a:lnTo>
                    <a:pt x="1336041" y="30480"/>
                  </a:lnTo>
                  <a:lnTo>
                    <a:pt x="1336041" y="44450"/>
                  </a:lnTo>
                  <a:lnTo>
                    <a:pt x="1316991" y="44450"/>
                  </a:lnTo>
                  <a:lnTo>
                    <a:pt x="1316991" y="86995"/>
                  </a:lnTo>
                  <a:cubicBezTo>
                    <a:pt x="1316991" y="86995"/>
                    <a:pt x="1316991" y="90170"/>
                    <a:pt x="1316991" y="91440"/>
                  </a:cubicBezTo>
                  <a:cubicBezTo>
                    <a:pt x="1316991" y="92710"/>
                    <a:pt x="1317627" y="93345"/>
                    <a:pt x="1318261" y="94615"/>
                  </a:cubicBezTo>
                  <a:cubicBezTo>
                    <a:pt x="1318896" y="95250"/>
                    <a:pt x="1319531" y="95885"/>
                    <a:pt x="1320801" y="95885"/>
                  </a:cubicBezTo>
                  <a:cubicBezTo>
                    <a:pt x="1322072" y="95885"/>
                    <a:pt x="1323341" y="95885"/>
                    <a:pt x="1324611" y="95885"/>
                  </a:cubicBezTo>
                  <a:cubicBezTo>
                    <a:pt x="1326516" y="95885"/>
                    <a:pt x="1328422" y="95885"/>
                    <a:pt x="1330961" y="95250"/>
                  </a:cubicBezTo>
                  <a:cubicBezTo>
                    <a:pt x="1332867" y="94615"/>
                    <a:pt x="1334772" y="93980"/>
                    <a:pt x="1336041" y="93345"/>
                  </a:cubicBezTo>
                  <a:lnTo>
                    <a:pt x="1334136" y="106680"/>
                  </a:lnTo>
                  <a:cubicBezTo>
                    <a:pt x="1334136" y="106680"/>
                    <a:pt x="1330326" y="108585"/>
                    <a:pt x="1327786" y="109220"/>
                  </a:cubicBezTo>
                  <a:cubicBezTo>
                    <a:pt x="1325246" y="109855"/>
                    <a:pt x="1322706" y="110490"/>
                    <a:pt x="1319531" y="110490"/>
                  </a:cubicBezTo>
                  <a:cubicBezTo>
                    <a:pt x="1316991" y="110490"/>
                    <a:pt x="1314451" y="110490"/>
                    <a:pt x="1312546" y="109220"/>
                  </a:cubicBezTo>
                  <a:cubicBezTo>
                    <a:pt x="1310641" y="108585"/>
                    <a:pt x="1308736" y="107315"/>
                    <a:pt x="1306831" y="105410"/>
                  </a:cubicBezTo>
                  <a:cubicBezTo>
                    <a:pt x="1304926" y="103505"/>
                    <a:pt x="1303656" y="101600"/>
                    <a:pt x="1303021" y="99060"/>
                  </a:cubicBezTo>
                  <a:cubicBezTo>
                    <a:pt x="1302386" y="96520"/>
                    <a:pt x="1301751" y="93345"/>
                    <a:pt x="1301751" y="89535"/>
                  </a:cubicBezTo>
                  <a:lnTo>
                    <a:pt x="1301751" y="44450"/>
                  </a:lnTo>
                  <a:lnTo>
                    <a:pt x="1290956" y="44450"/>
                  </a:lnTo>
                  <a:lnTo>
                    <a:pt x="1290956" y="30480"/>
                  </a:lnTo>
                  <a:lnTo>
                    <a:pt x="1301751" y="30480"/>
                  </a:lnTo>
                  <a:lnTo>
                    <a:pt x="1301751" y="8255"/>
                  </a:lnTo>
                  <a:close/>
                  <a:moveTo>
                    <a:pt x="751206" y="0"/>
                  </a:moveTo>
                  <a:lnTo>
                    <a:pt x="751206" y="30480"/>
                  </a:lnTo>
                  <a:lnTo>
                    <a:pt x="770256" y="30480"/>
                  </a:lnTo>
                  <a:lnTo>
                    <a:pt x="770256" y="44450"/>
                  </a:lnTo>
                  <a:lnTo>
                    <a:pt x="751206" y="44450"/>
                  </a:lnTo>
                  <a:lnTo>
                    <a:pt x="751206" y="86995"/>
                  </a:lnTo>
                  <a:cubicBezTo>
                    <a:pt x="751206" y="86995"/>
                    <a:pt x="751206" y="90170"/>
                    <a:pt x="751206" y="91440"/>
                  </a:cubicBezTo>
                  <a:cubicBezTo>
                    <a:pt x="751206" y="92710"/>
                    <a:pt x="751841" y="93345"/>
                    <a:pt x="752476" y="94615"/>
                  </a:cubicBezTo>
                  <a:cubicBezTo>
                    <a:pt x="753111" y="95250"/>
                    <a:pt x="753746" y="95885"/>
                    <a:pt x="755016" y="95885"/>
                  </a:cubicBezTo>
                  <a:cubicBezTo>
                    <a:pt x="756286" y="95885"/>
                    <a:pt x="757556" y="95885"/>
                    <a:pt x="758826" y="95885"/>
                  </a:cubicBezTo>
                  <a:cubicBezTo>
                    <a:pt x="760731" y="95885"/>
                    <a:pt x="762636" y="95885"/>
                    <a:pt x="765176" y="95250"/>
                  </a:cubicBezTo>
                  <a:cubicBezTo>
                    <a:pt x="767081" y="94615"/>
                    <a:pt x="768986" y="93980"/>
                    <a:pt x="770256" y="93345"/>
                  </a:cubicBezTo>
                  <a:lnTo>
                    <a:pt x="768351" y="106680"/>
                  </a:lnTo>
                  <a:cubicBezTo>
                    <a:pt x="768351" y="106680"/>
                    <a:pt x="764541" y="108585"/>
                    <a:pt x="762001" y="109220"/>
                  </a:cubicBezTo>
                  <a:cubicBezTo>
                    <a:pt x="759461" y="109855"/>
                    <a:pt x="756921" y="110490"/>
                    <a:pt x="753746" y="110490"/>
                  </a:cubicBezTo>
                  <a:cubicBezTo>
                    <a:pt x="751206" y="110490"/>
                    <a:pt x="748666" y="110490"/>
                    <a:pt x="746761" y="109220"/>
                  </a:cubicBezTo>
                  <a:cubicBezTo>
                    <a:pt x="744856" y="108585"/>
                    <a:pt x="742951" y="107315"/>
                    <a:pt x="741045" y="105410"/>
                  </a:cubicBezTo>
                  <a:cubicBezTo>
                    <a:pt x="739141" y="103505"/>
                    <a:pt x="737871" y="101600"/>
                    <a:pt x="737236" y="99060"/>
                  </a:cubicBezTo>
                  <a:cubicBezTo>
                    <a:pt x="736600" y="96520"/>
                    <a:pt x="735966" y="93345"/>
                    <a:pt x="735966" y="89535"/>
                  </a:cubicBezTo>
                  <a:lnTo>
                    <a:pt x="735966" y="44450"/>
                  </a:lnTo>
                  <a:lnTo>
                    <a:pt x="725171" y="44450"/>
                  </a:lnTo>
                  <a:lnTo>
                    <a:pt x="725171" y="30480"/>
                  </a:lnTo>
                  <a:lnTo>
                    <a:pt x="735966" y="30480"/>
                  </a:lnTo>
                  <a:lnTo>
                    <a:pt x="735966" y="8255"/>
                  </a:lnTo>
                  <a:close/>
                  <a:moveTo>
                    <a:pt x="521335" y="0"/>
                  </a:moveTo>
                  <a:lnTo>
                    <a:pt x="521335" y="30480"/>
                  </a:lnTo>
                  <a:lnTo>
                    <a:pt x="540385" y="30480"/>
                  </a:lnTo>
                  <a:lnTo>
                    <a:pt x="540385" y="44450"/>
                  </a:lnTo>
                  <a:lnTo>
                    <a:pt x="521335" y="44450"/>
                  </a:lnTo>
                  <a:lnTo>
                    <a:pt x="521335" y="86995"/>
                  </a:lnTo>
                  <a:cubicBezTo>
                    <a:pt x="521335" y="86995"/>
                    <a:pt x="521335" y="90170"/>
                    <a:pt x="521335" y="91440"/>
                  </a:cubicBezTo>
                  <a:cubicBezTo>
                    <a:pt x="521335" y="92710"/>
                    <a:pt x="521970" y="93345"/>
                    <a:pt x="522605" y="94615"/>
                  </a:cubicBezTo>
                  <a:cubicBezTo>
                    <a:pt x="523240" y="95250"/>
                    <a:pt x="523875" y="95885"/>
                    <a:pt x="525145" y="95885"/>
                  </a:cubicBezTo>
                  <a:cubicBezTo>
                    <a:pt x="526415" y="95885"/>
                    <a:pt x="527685" y="95885"/>
                    <a:pt x="528955" y="95885"/>
                  </a:cubicBezTo>
                  <a:cubicBezTo>
                    <a:pt x="530860" y="95885"/>
                    <a:pt x="532765" y="95885"/>
                    <a:pt x="535305" y="95250"/>
                  </a:cubicBezTo>
                  <a:cubicBezTo>
                    <a:pt x="537210" y="94615"/>
                    <a:pt x="539115" y="93980"/>
                    <a:pt x="540385" y="93345"/>
                  </a:cubicBezTo>
                  <a:lnTo>
                    <a:pt x="538480" y="106680"/>
                  </a:lnTo>
                  <a:cubicBezTo>
                    <a:pt x="538480" y="106680"/>
                    <a:pt x="534670" y="108585"/>
                    <a:pt x="532130" y="109220"/>
                  </a:cubicBezTo>
                  <a:cubicBezTo>
                    <a:pt x="529590" y="109855"/>
                    <a:pt x="527050" y="110490"/>
                    <a:pt x="523875" y="110490"/>
                  </a:cubicBezTo>
                  <a:cubicBezTo>
                    <a:pt x="521335" y="110490"/>
                    <a:pt x="518795" y="110490"/>
                    <a:pt x="516890" y="109220"/>
                  </a:cubicBezTo>
                  <a:cubicBezTo>
                    <a:pt x="514985" y="108585"/>
                    <a:pt x="513080" y="107315"/>
                    <a:pt x="511175" y="105410"/>
                  </a:cubicBezTo>
                  <a:cubicBezTo>
                    <a:pt x="509270" y="103505"/>
                    <a:pt x="508000" y="101600"/>
                    <a:pt x="507365" y="99060"/>
                  </a:cubicBezTo>
                  <a:cubicBezTo>
                    <a:pt x="506730" y="96520"/>
                    <a:pt x="506095" y="93345"/>
                    <a:pt x="506095" y="89535"/>
                  </a:cubicBezTo>
                  <a:lnTo>
                    <a:pt x="506095" y="44450"/>
                  </a:lnTo>
                  <a:lnTo>
                    <a:pt x="495300" y="44450"/>
                  </a:lnTo>
                  <a:lnTo>
                    <a:pt x="495300" y="30480"/>
                  </a:lnTo>
                  <a:lnTo>
                    <a:pt x="506095" y="30480"/>
                  </a:lnTo>
                  <a:lnTo>
                    <a:pt x="506095" y="8255"/>
                  </a:lnTo>
                  <a:close/>
                  <a:moveTo>
                    <a:pt x="466724" y="0"/>
                  </a:moveTo>
                  <a:lnTo>
                    <a:pt x="466724" y="30480"/>
                  </a:lnTo>
                  <a:lnTo>
                    <a:pt x="485774" y="30480"/>
                  </a:lnTo>
                  <a:lnTo>
                    <a:pt x="485774" y="44450"/>
                  </a:lnTo>
                  <a:lnTo>
                    <a:pt x="466724" y="44450"/>
                  </a:lnTo>
                  <a:lnTo>
                    <a:pt x="466724" y="86995"/>
                  </a:lnTo>
                  <a:cubicBezTo>
                    <a:pt x="466724" y="86995"/>
                    <a:pt x="466724" y="90170"/>
                    <a:pt x="466724" y="91440"/>
                  </a:cubicBezTo>
                  <a:cubicBezTo>
                    <a:pt x="466724" y="92710"/>
                    <a:pt x="467359" y="93345"/>
                    <a:pt x="467994" y="94615"/>
                  </a:cubicBezTo>
                  <a:cubicBezTo>
                    <a:pt x="468629" y="95250"/>
                    <a:pt x="469264" y="95885"/>
                    <a:pt x="470534" y="95885"/>
                  </a:cubicBezTo>
                  <a:cubicBezTo>
                    <a:pt x="471804" y="95885"/>
                    <a:pt x="473074" y="95885"/>
                    <a:pt x="474344" y="95885"/>
                  </a:cubicBezTo>
                  <a:cubicBezTo>
                    <a:pt x="476249" y="95885"/>
                    <a:pt x="478154" y="95885"/>
                    <a:pt x="480694" y="95250"/>
                  </a:cubicBezTo>
                  <a:cubicBezTo>
                    <a:pt x="482599" y="94615"/>
                    <a:pt x="484504" y="93980"/>
                    <a:pt x="485774" y="93345"/>
                  </a:cubicBezTo>
                  <a:lnTo>
                    <a:pt x="483869" y="106680"/>
                  </a:lnTo>
                  <a:cubicBezTo>
                    <a:pt x="483869" y="106680"/>
                    <a:pt x="480059" y="108585"/>
                    <a:pt x="477519" y="109220"/>
                  </a:cubicBezTo>
                  <a:cubicBezTo>
                    <a:pt x="474979" y="109855"/>
                    <a:pt x="472439" y="110490"/>
                    <a:pt x="469264" y="110490"/>
                  </a:cubicBezTo>
                  <a:cubicBezTo>
                    <a:pt x="466724" y="110490"/>
                    <a:pt x="464184" y="110490"/>
                    <a:pt x="462279" y="109220"/>
                  </a:cubicBezTo>
                  <a:cubicBezTo>
                    <a:pt x="460374" y="108585"/>
                    <a:pt x="458469" y="107315"/>
                    <a:pt x="456564" y="105410"/>
                  </a:cubicBezTo>
                  <a:cubicBezTo>
                    <a:pt x="454659" y="103505"/>
                    <a:pt x="453389" y="101600"/>
                    <a:pt x="452754" y="99060"/>
                  </a:cubicBezTo>
                  <a:cubicBezTo>
                    <a:pt x="452119" y="96520"/>
                    <a:pt x="451484" y="93345"/>
                    <a:pt x="451484" y="89535"/>
                  </a:cubicBezTo>
                  <a:lnTo>
                    <a:pt x="451484" y="44450"/>
                  </a:lnTo>
                  <a:lnTo>
                    <a:pt x="440689" y="44450"/>
                  </a:lnTo>
                  <a:lnTo>
                    <a:pt x="440689" y="30480"/>
                  </a:lnTo>
                  <a:lnTo>
                    <a:pt x="451484" y="30480"/>
                  </a:lnTo>
                  <a:lnTo>
                    <a:pt x="451484" y="8255"/>
                  </a:lnTo>
                  <a:close/>
                  <a:moveTo>
                    <a:pt x="302259" y="0"/>
                  </a:moveTo>
                  <a:lnTo>
                    <a:pt x="302259" y="37465"/>
                  </a:lnTo>
                  <a:cubicBezTo>
                    <a:pt x="302259" y="37465"/>
                    <a:pt x="305434" y="34925"/>
                    <a:pt x="306704" y="33655"/>
                  </a:cubicBezTo>
                  <a:cubicBezTo>
                    <a:pt x="307974" y="33020"/>
                    <a:pt x="309244" y="31750"/>
                    <a:pt x="310514" y="31115"/>
                  </a:cubicBezTo>
                  <a:cubicBezTo>
                    <a:pt x="311784" y="30480"/>
                    <a:pt x="313689" y="29845"/>
                    <a:pt x="315594" y="29210"/>
                  </a:cubicBezTo>
                  <a:cubicBezTo>
                    <a:pt x="317499" y="29210"/>
                    <a:pt x="320039" y="28575"/>
                    <a:pt x="322579" y="28575"/>
                  </a:cubicBezTo>
                  <a:cubicBezTo>
                    <a:pt x="327024" y="28575"/>
                    <a:pt x="330834" y="29210"/>
                    <a:pt x="334644" y="31115"/>
                  </a:cubicBezTo>
                  <a:cubicBezTo>
                    <a:pt x="338454" y="32385"/>
                    <a:pt x="341629" y="34925"/>
                    <a:pt x="344169" y="38735"/>
                  </a:cubicBezTo>
                  <a:cubicBezTo>
                    <a:pt x="346709" y="41910"/>
                    <a:pt x="349249" y="46355"/>
                    <a:pt x="350519" y="51435"/>
                  </a:cubicBezTo>
                  <a:cubicBezTo>
                    <a:pt x="351789" y="56515"/>
                    <a:pt x="353059" y="62865"/>
                    <a:pt x="353059" y="70485"/>
                  </a:cubicBezTo>
                  <a:lnTo>
                    <a:pt x="352424" y="71120"/>
                  </a:lnTo>
                  <a:cubicBezTo>
                    <a:pt x="352424" y="77470"/>
                    <a:pt x="351789" y="83820"/>
                    <a:pt x="349884" y="88265"/>
                  </a:cubicBezTo>
                  <a:cubicBezTo>
                    <a:pt x="347979" y="93345"/>
                    <a:pt x="346074" y="97155"/>
                    <a:pt x="342899" y="100330"/>
                  </a:cubicBezTo>
                  <a:cubicBezTo>
                    <a:pt x="340359" y="103505"/>
                    <a:pt x="336549" y="106045"/>
                    <a:pt x="333374" y="107315"/>
                  </a:cubicBezTo>
                  <a:cubicBezTo>
                    <a:pt x="329564" y="109220"/>
                    <a:pt x="325754" y="109855"/>
                    <a:pt x="321944" y="109855"/>
                  </a:cubicBezTo>
                  <a:cubicBezTo>
                    <a:pt x="318134" y="109855"/>
                    <a:pt x="314324" y="109220"/>
                    <a:pt x="311149" y="107315"/>
                  </a:cubicBezTo>
                  <a:cubicBezTo>
                    <a:pt x="307339" y="105410"/>
                    <a:pt x="304799" y="103505"/>
                    <a:pt x="302259" y="100965"/>
                  </a:cubicBezTo>
                  <a:lnTo>
                    <a:pt x="302259" y="107950"/>
                  </a:lnTo>
                  <a:lnTo>
                    <a:pt x="287019" y="107950"/>
                  </a:lnTo>
                  <a:lnTo>
                    <a:pt x="287019" y="7620"/>
                  </a:lnTo>
                  <a:close/>
                </a:path>
              </a:pathLst>
            </a:custGeom>
            <a:solidFill>
              <a:schemeClr val="bg2"/>
            </a:solidFill>
            <a:ln w="63500" cap="flat">
              <a:noFill/>
              <a:prstDash val="solid"/>
              <a:miter/>
            </a:ln>
          </p:spPr>
          <p:txBody>
            <a:bodyPr rtlCol="0" anchor="ctr"/>
            <a:lstStyle/>
            <a:p>
              <a:endParaRPr lang="en-US">
                <a:solidFill>
                  <a:schemeClr val="bg1"/>
                </a:solidFill>
              </a:endParaRPr>
            </a:p>
          </p:txBody>
        </p:sp>
      </p:grpSp>
      <p:grpSp>
        <p:nvGrpSpPr>
          <p:cNvPr id="8" name="Group 7">
            <a:extLst>
              <a:ext uri="{FF2B5EF4-FFF2-40B4-BE49-F238E27FC236}">
                <a16:creationId xmlns:a16="http://schemas.microsoft.com/office/drawing/2014/main" id="{A6CE9ED0-A8F9-201F-B8D4-E7719F6A1A7E}"/>
              </a:ext>
            </a:extLst>
          </p:cNvPr>
          <p:cNvGrpSpPr>
            <a:grpSpLocks noChangeAspect="1"/>
          </p:cNvGrpSpPr>
          <p:nvPr userDrawn="1"/>
        </p:nvGrpSpPr>
        <p:grpSpPr>
          <a:xfrm>
            <a:off x="10562024" y="5167683"/>
            <a:ext cx="1220400" cy="1285398"/>
            <a:chOff x="3913438" y="-99392"/>
            <a:chExt cx="6512821" cy="6859693"/>
          </a:xfrm>
        </p:grpSpPr>
        <p:sp>
          <p:nvSpPr>
            <p:cNvPr id="9" name="Freeform: Shape 8">
              <a:extLst>
                <a:ext uri="{FF2B5EF4-FFF2-40B4-BE49-F238E27FC236}">
                  <a16:creationId xmlns:a16="http://schemas.microsoft.com/office/drawing/2014/main" id="{54839EC8-BF8D-8EE4-F606-CEE2A03CBD2C}"/>
                </a:ext>
              </a:extLst>
            </p:cNvPr>
            <p:cNvSpPr/>
            <p:nvPr/>
          </p:nvSpPr>
          <p:spPr>
            <a:xfrm>
              <a:off x="5319751" y="-99392"/>
              <a:ext cx="4303606" cy="1570696"/>
            </a:xfrm>
            <a:custGeom>
              <a:avLst/>
              <a:gdLst>
                <a:gd name="connsiteX0" fmla="*/ 4303607 w 4303606"/>
                <a:gd name="connsiteY0" fmla="*/ 0 h 1570696"/>
                <a:gd name="connsiteX1" fmla="*/ 0 w 4303606"/>
                <a:gd name="connsiteY1" fmla="*/ 1570697 h 1570696"/>
                <a:gd name="connsiteX2" fmla="*/ 4303607 w 4303606"/>
                <a:gd name="connsiteY2" fmla="*/ 810521 h 1570696"/>
                <a:gd name="connsiteX3" fmla="*/ 4303607 w 4303606"/>
                <a:gd name="connsiteY3" fmla="*/ 0 h 1570696"/>
              </a:gdLst>
              <a:ahLst/>
              <a:cxnLst>
                <a:cxn ang="0">
                  <a:pos x="connsiteX0" y="connsiteY0"/>
                </a:cxn>
                <a:cxn ang="0">
                  <a:pos x="connsiteX1" y="connsiteY1"/>
                </a:cxn>
                <a:cxn ang="0">
                  <a:pos x="connsiteX2" y="connsiteY2"/>
                </a:cxn>
                <a:cxn ang="0">
                  <a:pos x="connsiteX3" y="connsiteY3"/>
                </a:cxn>
              </a:cxnLst>
              <a:rect l="l" t="t" r="r" b="b"/>
              <a:pathLst>
                <a:path w="4303606" h="1570696">
                  <a:moveTo>
                    <a:pt x="4303607" y="0"/>
                  </a:moveTo>
                  <a:lnTo>
                    <a:pt x="0" y="1570697"/>
                  </a:lnTo>
                  <a:lnTo>
                    <a:pt x="4303607" y="810521"/>
                  </a:lnTo>
                  <a:lnTo>
                    <a:pt x="4303607" y="0"/>
                  </a:lnTo>
                  <a:close/>
                </a:path>
              </a:pathLst>
            </a:custGeom>
            <a:solidFill>
              <a:srgbClr val="FFE600"/>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sp>
          <p:nvSpPr>
            <p:cNvPr id="10" name="Freeform: Shape 9">
              <a:extLst>
                <a:ext uri="{FF2B5EF4-FFF2-40B4-BE49-F238E27FC236}">
                  <a16:creationId xmlns:a16="http://schemas.microsoft.com/office/drawing/2014/main" id="{FEC72D34-A5B5-3A04-807D-A4539C621A76}"/>
                </a:ext>
              </a:extLst>
            </p:cNvPr>
            <p:cNvSpPr/>
            <p:nvPr/>
          </p:nvSpPr>
          <p:spPr>
            <a:xfrm>
              <a:off x="5357395" y="2124345"/>
              <a:ext cx="3613052" cy="2176910"/>
            </a:xfrm>
            <a:custGeom>
              <a:avLst/>
              <a:gdLst>
                <a:gd name="connsiteX0" fmla="*/ 652845 w 3613052"/>
                <a:gd name="connsiteY0" fmla="*/ 1676205 h 2176910"/>
                <a:gd name="connsiteX1" fmla="*/ 1741463 w 3613052"/>
                <a:gd name="connsiteY1" fmla="*/ 1676205 h 2176910"/>
                <a:gd name="connsiteX2" fmla="*/ 1741463 w 3613052"/>
                <a:gd name="connsiteY2" fmla="*/ 2176910 h 2176910"/>
                <a:gd name="connsiteX3" fmla="*/ 0 w 3613052"/>
                <a:gd name="connsiteY3" fmla="*/ 2176910 h 2176910"/>
                <a:gd name="connsiteX4" fmla="*/ 0 w 3613052"/>
                <a:gd name="connsiteY4" fmla="*/ 0 h 2176910"/>
                <a:gd name="connsiteX5" fmla="*/ 1234766 w 3613052"/>
                <a:gd name="connsiteY5" fmla="*/ 0 h 2176910"/>
                <a:gd name="connsiteX6" fmla="*/ 1523675 w 3613052"/>
                <a:gd name="connsiteY6" fmla="*/ 500706 h 2176910"/>
                <a:gd name="connsiteX7" fmla="*/ 652910 w 3613052"/>
                <a:gd name="connsiteY7" fmla="*/ 500706 h 2176910"/>
                <a:gd name="connsiteX8" fmla="*/ 652910 w 3613052"/>
                <a:gd name="connsiteY8" fmla="*/ 859953 h 2176910"/>
                <a:gd name="connsiteX9" fmla="*/ 1440050 w 3613052"/>
                <a:gd name="connsiteY9" fmla="*/ 859953 h 2176910"/>
                <a:gd name="connsiteX10" fmla="*/ 1440050 w 3613052"/>
                <a:gd name="connsiteY10" fmla="*/ 1317022 h 2176910"/>
                <a:gd name="connsiteX11" fmla="*/ 652910 w 3613052"/>
                <a:gd name="connsiteY11" fmla="*/ 1317022 h 2176910"/>
                <a:gd name="connsiteX12" fmla="*/ 652910 w 3613052"/>
                <a:gd name="connsiteY12" fmla="*/ 1676205 h 2176910"/>
                <a:gd name="connsiteX13" fmla="*/ 2900485 w 3613052"/>
                <a:gd name="connsiteY13" fmla="*/ 0 h 2176910"/>
                <a:gd name="connsiteX14" fmla="*/ 2530687 w 3613052"/>
                <a:gd name="connsiteY14" fmla="*/ 710418 h 2176910"/>
                <a:gd name="connsiteX15" fmla="*/ 2161801 w 3613052"/>
                <a:gd name="connsiteY15" fmla="*/ 0 h 2176910"/>
                <a:gd name="connsiteX16" fmla="*/ 1439985 w 3613052"/>
                <a:gd name="connsiteY16" fmla="*/ 0 h 2176910"/>
                <a:gd name="connsiteX17" fmla="*/ 2200552 w 3613052"/>
                <a:gd name="connsiteY17" fmla="*/ 1317022 h 2176910"/>
                <a:gd name="connsiteX18" fmla="*/ 2200552 w 3613052"/>
                <a:gd name="connsiteY18" fmla="*/ 2176910 h 2176910"/>
                <a:gd name="connsiteX19" fmla="*/ 2851443 w 3613052"/>
                <a:gd name="connsiteY19" fmla="*/ 2176910 h 2176910"/>
                <a:gd name="connsiteX20" fmla="*/ 2851443 w 3613052"/>
                <a:gd name="connsiteY20" fmla="*/ 1317022 h 2176910"/>
                <a:gd name="connsiteX21" fmla="*/ 3613053 w 3613052"/>
                <a:gd name="connsiteY21" fmla="*/ 0 h 2176910"/>
                <a:gd name="connsiteX22" fmla="*/ 2900485 w 3613052"/>
                <a:gd name="connsiteY22" fmla="*/ 0 h 2176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613052" h="2176910">
                  <a:moveTo>
                    <a:pt x="652845" y="1676205"/>
                  </a:moveTo>
                  <a:lnTo>
                    <a:pt x="1741463" y="1676205"/>
                  </a:lnTo>
                  <a:lnTo>
                    <a:pt x="1741463" y="2176910"/>
                  </a:lnTo>
                  <a:lnTo>
                    <a:pt x="0" y="2176910"/>
                  </a:lnTo>
                  <a:lnTo>
                    <a:pt x="0" y="0"/>
                  </a:lnTo>
                  <a:lnTo>
                    <a:pt x="1234766" y="0"/>
                  </a:lnTo>
                  <a:lnTo>
                    <a:pt x="1523675" y="500706"/>
                  </a:lnTo>
                  <a:lnTo>
                    <a:pt x="652910" y="500706"/>
                  </a:lnTo>
                  <a:lnTo>
                    <a:pt x="652910" y="859953"/>
                  </a:lnTo>
                  <a:lnTo>
                    <a:pt x="1440050" y="859953"/>
                  </a:lnTo>
                  <a:lnTo>
                    <a:pt x="1440050" y="1317022"/>
                  </a:lnTo>
                  <a:lnTo>
                    <a:pt x="652910" y="1317022"/>
                  </a:lnTo>
                  <a:lnTo>
                    <a:pt x="652910" y="1676205"/>
                  </a:lnTo>
                  <a:close/>
                  <a:moveTo>
                    <a:pt x="2900485" y="0"/>
                  </a:moveTo>
                  <a:lnTo>
                    <a:pt x="2530687" y="710418"/>
                  </a:lnTo>
                  <a:lnTo>
                    <a:pt x="2161801" y="0"/>
                  </a:lnTo>
                  <a:lnTo>
                    <a:pt x="1439985" y="0"/>
                  </a:lnTo>
                  <a:lnTo>
                    <a:pt x="2200552" y="1317022"/>
                  </a:lnTo>
                  <a:lnTo>
                    <a:pt x="2200552" y="2176910"/>
                  </a:lnTo>
                  <a:lnTo>
                    <a:pt x="2851443" y="2176910"/>
                  </a:lnTo>
                  <a:lnTo>
                    <a:pt x="2851443" y="1317022"/>
                  </a:lnTo>
                  <a:lnTo>
                    <a:pt x="3613053" y="0"/>
                  </a:lnTo>
                  <a:lnTo>
                    <a:pt x="2900485" y="0"/>
                  </a:lnTo>
                  <a:close/>
                </a:path>
              </a:pathLst>
            </a:custGeom>
            <a:solidFill>
              <a:schemeClr val="bg2"/>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sp>
          <p:nvSpPr>
            <p:cNvPr id="14" name="Freeform: Shape 13">
              <a:extLst>
                <a:ext uri="{FF2B5EF4-FFF2-40B4-BE49-F238E27FC236}">
                  <a16:creationId xmlns:a16="http://schemas.microsoft.com/office/drawing/2014/main" id="{9E33F9E4-7AB9-2619-EE33-D5ABBA23ADA3}"/>
                </a:ext>
              </a:extLst>
            </p:cNvPr>
            <p:cNvSpPr/>
            <p:nvPr/>
          </p:nvSpPr>
          <p:spPr>
            <a:xfrm>
              <a:off x="3913438" y="5111711"/>
              <a:ext cx="6512821" cy="1648590"/>
            </a:xfrm>
            <a:custGeom>
              <a:avLst/>
              <a:gdLst>
                <a:gd name="connsiteX0" fmla="*/ 5071143 w 6512821"/>
                <a:gd name="connsiteY0" fmla="*/ 1396740 h 1648590"/>
                <a:gd name="connsiteX1" fmla="*/ 5069124 w 6512821"/>
                <a:gd name="connsiteY1" fmla="*/ 1438552 h 1648590"/>
                <a:gd name="connsiteX2" fmla="*/ 4777545 w 6512821"/>
                <a:gd name="connsiteY2" fmla="*/ 1438552 h 1648590"/>
                <a:gd name="connsiteX3" fmla="*/ 4880513 w 6512821"/>
                <a:gd name="connsiteY3" fmla="*/ 1533378 h 1648590"/>
                <a:gd name="connsiteX4" fmla="*/ 4964137 w 6512821"/>
                <a:gd name="connsiteY4" fmla="*/ 1499707 h 1648590"/>
                <a:gd name="connsiteX5" fmla="*/ 5049781 w 6512821"/>
                <a:gd name="connsiteY5" fmla="*/ 1572065 h 1648590"/>
                <a:gd name="connsiteX6" fmla="*/ 4875433 w 6512821"/>
                <a:gd name="connsiteY6" fmla="*/ 1648525 h 1648590"/>
                <a:gd name="connsiteX7" fmla="*/ 4654192 w 6512821"/>
                <a:gd name="connsiteY7" fmla="*/ 1398759 h 1648590"/>
                <a:gd name="connsiteX8" fmla="*/ 4867292 w 6512821"/>
                <a:gd name="connsiteY8" fmla="*/ 1146908 h 1648590"/>
                <a:gd name="connsiteX9" fmla="*/ 5071208 w 6512821"/>
                <a:gd name="connsiteY9" fmla="*/ 1396675 h 1648590"/>
                <a:gd name="connsiteX10" fmla="*/ 4779564 w 6512821"/>
                <a:gd name="connsiteY10" fmla="*/ 1344767 h 1648590"/>
                <a:gd name="connsiteX11" fmla="*/ 4950851 w 6512821"/>
                <a:gd name="connsiteY11" fmla="*/ 1344767 h 1648590"/>
                <a:gd name="connsiteX12" fmla="*/ 4863189 w 6512821"/>
                <a:gd name="connsiteY12" fmla="*/ 1254044 h 1648590"/>
                <a:gd name="connsiteX13" fmla="*/ 4779564 w 6512821"/>
                <a:gd name="connsiteY13" fmla="*/ 1344767 h 1648590"/>
                <a:gd name="connsiteX14" fmla="*/ 6512756 w 6512821"/>
                <a:gd name="connsiteY14" fmla="*/ 1396740 h 1648590"/>
                <a:gd name="connsiteX15" fmla="*/ 6510737 w 6512821"/>
                <a:gd name="connsiteY15" fmla="*/ 1438552 h 1648590"/>
                <a:gd name="connsiteX16" fmla="*/ 6219158 w 6512821"/>
                <a:gd name="connsiteY16" fmla="*/ 1438552 h 1648590"/>
                <a:gd name="connsiteX17" fmla="*/ 6322126 w 6512821"/>
                <a:gd name="connsiteY17" fmla="*/ 1533378 h 1648590"/>
                <a:gd name="connsiteX18" fmla="*/ 6405751 w 6512821"/>
                <a:gd name="connsiteY18" fmla="*/ 1499707 h 1648590"/>
                <a:gd name="connsiteX19" fmla="*/ 6491394 w 6512821"/>
                <a:gd name="connsiteY19" fmla="*/ 1572065 h 1648590"/>
                <a:gd name="connsiteX20" fmla="*/ 6317046 w 6512821"/>
                <a:gd name="connsiteY20" fmla="*/ 1648525 h 1648590"/>
                <a:gd name="connsiteX21" fmla="*/ 6095805 w 6512821"/>
                <a:gd name="connsiteY21" fmla="*/ 1398759 h 1648590"/>
                <a:gd name="connsiteX22" fmla="*/ 6308905 w 6512821"/>
                <a:gd name="connsiteY22" fmla="*/ 1146908 h 1648590"/>
                <a:gd name="connsiteX23" fmla="*/ 6512821 w 6512821"/>
                <a:gd name="connsiteY23" fmla="*/ 1396675 h 1648590"/>
                <a:gd name="connsiteX24" fmla="*/ 6221177 w 6512821"/>
                <a:gd name="connsiteY24" fmla="*/ 1344767 h 1648590"/>
                <a:gd name="connsiteX25" fmla="*/ 6392465 w 6512821"/>
                <a:gd name="connsiteY25" fmla="*/ 1344767 h 1648590"/>
                <a:gd name="connsiteX26" fmla="*/ 6304802 w 6512821"/>
                <a:gd name="connsiteY26" fmla="*/ 1254044 h 1648590"/>
                <a:gd name="connsiteX27" fmla="*/ 6221177 w 6512821"/>
                <a:gd name="connsiteY27" fmla="*/ 1344767 h 1648590"/>
                <a:gd name="connsiteX28" fmla="*/ 5978509 w 6512821"/>
                <a:gd name="connsiteY28" fmla="*/ 1467143 h 1648590"/>
                <a:gd name="connsiteX29" fmla="*/ 6058031 w 6512821"/>
                <a:gd name="connsiteY29" fmla="*/ 1542561 h 1648590"/>
                <a:gd name="connsiteX30" fmla="*/ 5866359 w 6512821"/>
                <a:gd name="connsiteY30" fmla="*/ 1648590 h 1648590"/>
                <a:gd name="connsiteX31" fmla="*/ 5637954 w 6512821"/>
                <a:gd name="connsiteY31" fmla="*/ 1398823 h 1648590"/>
                <a:gd name="connsiteX32" fmla="*/ 5868378 w 6512821"/>
                <a:gd name="connsiteY32" fmla="*/ 1146973 h 1648590"/>
                <a:gd name="connsiteX33" fmla="*/ 6056989 w 6512821"/>
                <a:gd name="connsiteY33" fmla="*/ 1250983 h 1648590"/>
                <a:gd name="connsiteX34" fmla="*/ 5975448 w 6512821"/>
                <a:gd name="connsiteY34" fmla="*/ 1333565 h 1648590"/>
                <a:gd name="connsiteX35" fmla="*/ 5867401 w 6512821"/>
                <a:gd name="connsiteY35" fmla="*/ 1266288 h 1648590"/>
                <a:gd name="connsiteX36" fmla="*/ 5766452 w 6512821"/>
                <a:gd name="connsiteY36" fmla="*/ 1396804 h 1648590"/>
                <a:gd name="connsiteX37" fmla="*/ 5868378 w 6512821"/>
                <a:gd name="connsiteY37" fmla="*/ 1528299 h 1648590"/>
                <a:gd name="connsiteX38" fmla="*/ 5978509 w 6512821"/>
                <a:gd name="connsiteY38" fmla="*/ 1467143 h 1648590"/>
                <a:gd name="connsiteX39" fmla="*/ 4869246 w 6512821"/>
                <a:gd name="connsiteY39" fmla="*/ 667825 h 1648590"/>
                <a:gd name="connsiteX40" fmla="*/ 4750973 w 6512821"/>
                <a:gd name="connsiteY40" fmla="*/ 667825 h 1648590"/>
                <a:gd name="connsiteX41" fmla="*/ 4750973 w 6512821"/>
                <a:gd name="connsiteY41" fmla="*/ 634153 h 1648590"/>
                <a:gd name="connsiteX42" fmla="*/ 4638822 w 6512821"/>
                <a:gd name="connsiteY42" fmla="*/ 677984 h 1648590"/>
                <a:gd name="connsiteX43" fmla="*/ 4467535 w 6512821"/>
                <a:gd name="connsiteY43" fmla="*/ 458763 h 1648590"/>
                <a:gd name="connsiteX44" fmla="*/ 4467535 w 6512821"/>
                <a:gd name="connsiteY44" fmla="*/ 186527 h 1648590"/>
                <a:gd name="connsiteX45" fmla="*/ 4587827 w 6512821"/>
                <a:gd name="connsiteY45" fmla="*/ 186527 h 1648590"/>
                <a:gd name="connsiteX46" fmla="*/ 4587827 w 6512821"/>
                <a:gd name="connsiteY46" fmla="*/ 448538 h 1648590"/>
                <a:gd name="connsiteX47" fmla="*/ 4668390 w 6512821"/>
                <a:gd name="connsiteY47" fmla="*/ 562708 h 1648590"/>
                <a:gd name="connsiteX48" fmla="*/ 4748954 w 6512821"/>
                <a:gd name="connsiteY48" fmla="*/ 452576 h 1648590"/>
                <a:gd name="connsiteX49" fmla="*/ 4748954 w 6512821"/>
                <a:gd name="connsiteY49" fmla="*/ 186462 h 1648590"/>
                <a:gd name="connsiteX50" fmla="*/ 4869246 w 6512821"/>
                <a:gd name="connsiteY50" fmla="*/ 186462 h 1648590"/>
                <a:gd name="connsiteX51" fmla="*/ 4869246 w 6512821"/>
                <a:gd name="connsiteY51" fmla="*/ 667695 h 1648590"/>
                <a:gd name="connsiteX52" fmla="*/ 5244449 w 6512821"/>
                <a:gd name="connsiteY52" fmla="*/ 527083 h 1648590"/>
                <a:gd name="connsiteX53" fmla="*/ 5227125 w 6512821"/>
                <a:gd name="connsiteY53" fmla="*/ 649458 h 1648590"/>
                <a:gd name="connsiteX54" fmla="*/ 5128261 w 6512821"/>
                <a:gd name="connsiteY54" fmla="*/ 677984 h 1648590"/>
                <a:gd name="connsiteX55" fmla="*/ 4997744 w 6512821"/>
                <a:gd name="connsiteY55" fmla="*/ 535224 h 1648590"/>
                <a:gd name="connsiteX56" fmla="*/ 4997744 w 6512821"/>
                <a:gd name="connsiteY56" fmla="*/ 301739 h 1648590"/>
                <a:gd name="connsiteX57" fmla="*/ 4928447 w 6512821"/>
                <a:gd name="connsiteY57" fmla="*/ 301739 h 1648590"/>
                <a:gd name="connsiteX58" fmla="*/ 4928447 w 6512821"/>
                <a:gd name="connsiteY58" fmla="*/ 186527 h 1648590"/>
                <a:gd name="connsiteX59" fmla="*/ 4997744 w 6512821"/>
                <a:gd name="connsiteY59" fmla="*/ 186527 h 1648590"/>
                <a:gd name="connsiteX60" fmla="*/ 4997744 w 6512821"/>
                <a:gd name="connsiteY60" fmla="*/ 61155 h 1648590"/>
                <a:gd name="connsiteX61" fmla="*/ 5118035 w 6512821"/>
                <a:gd name="connsiteY61" fmla="*/ 0 h 1648590"/>
                <a:gd name="connsiteX62" fmla="*/ 5118035 w 6512821"/>
                <a:gd name="connsiteY62" fmla="*/ 186592 h 1648590"/>
                <a:gd name="connsiteX63" fmla="*/ 5232205 w 6512821"/>
                <a:gd name="connsiteY63" fmla="*/ 186592 h 1648590"/>
                <a:gd name="connsiteX64" fmla="*/ 5232205 w 6512821"/>
                <a:gd name="connsiteY64" fmla="*/ 301804 h 1648590"/>
                <a:gd name="connsiteX65" fmla="*/ 5118035 w 6512821"/>
                <a:gd name="connsiteY65" fmla="*/ 301804 h 1648590"/>
                <a:gd name="connsiteX66" fmla="*/ 5118035 w 6512821"/>
                <a:gd name="connsiteY66" fmla="*/ 503701 h 1648590"/>
                <a:gd name="connsiteX67" fmla="*/ 5164928 w 6512821"/>
                <a:gd name="connsiteY67" fmla="*/ 560819 h 1648590"/>
                <a:gd name="connsiteX68" fmla="*/ 5244449 w 6512821"/>
                <a:gd name="connsiteY68" fmla="*/ 527148 h 1648590"/>
                <a:gd name="connsiteX69" fmla="*/ 3417407 w 6512821"/>
                <a:gd name="connsiteY69" fmla="*/ 667825 h 1648590"/>
                <a:gd name="connsiteX70" fmla="*/ 3297116 w 6512821"/>
                <a:gd name="connsiteY70" fmla="*/ 667825 h 1648590"/>
                <a:gd name="connsiteX71" fmla="*/ 3297116 w 6512821"/>
                <a:gd name="connsiteY71" fmla="*/ 405814 h 1648590"/>
                <a:gd name="connsiteX72" fmla="*/ 3215575 w 6512821"/>
                <a:gd name="connsiteY72" fmla="*/ 292621 h 1648590"/>
                <a:gd name="connsiteX73" fmla="*/ 3132993 w 6512821"/>
                <a:gd name="connsiteY73" fmla="*/ 402753 h 1648590"/>
                <a:gd name="connsiteX74" fmla="*/ 3132993 w 6512821"/>
                <a:gd name="connsiteY74" fmla="*/ 667825 h 1648590"/>
                <a:gd name="connsiteX75" fmla="*/ 3012701 w 6512821"/>
                <a:gd name="connsiteY75" fmla="*/ 667825 h 1648590"/>
                <a:gd name="connsiteX76" fmla="*/ 3012701 w 6512821"/>
                <a:gd name="connsiteY76" fmla="*/ 61221 h 1648590"/>
                <a:gd name="connsiteX77" fmla="*/ 3132993 w 6512821"/>
                <a:gd name="connsiteY77" fmla="*/ 65 h 1648590"/>
                <a:gd name="connsiteX78" fmla="*/ 3132993 w 6512821"/>
                <a:gd name="connsiteY78" fmla="*/ 220264 h 1648590"/>
                <a:gd name="connsiteX79" fmla="*/ 3246186 w 6512821"/>
                <a:gd name="connsiteY79" fmla="*/ 176432 h 1648590"/>
                <a:gd name="connsiteX80" fmla="*/ 3417473 w 6512821"/>
                <a:gd name="connsiteY80" fmla="*/ 396631 h 1648590"/>
                <a:gd name="connsiteX81" fmla="*/ 3417473 w 6512821"/>
                <a:gd name="connsiteY81" fmla="*/ 667825 h 1648590"/>
                <a:gd name="connsiteX82" fmla="*/ 5564554 w 6512821"/>
                <a:gd name="connsiteY82" fmla="*/ 1638365 h 1648590"/>
                <a:gd name="connsiteX83" fmla="*/ 5440160 w 6512821"/>
                <a:gd name="connsiteY83" fmla="*/ 1638365 h 1648590"/>
                <a:gd name="connsiteX84" fmla="*/ 5440160 w 6512821"/>
                <a:gd name="connsiteY84" fmla="*/ 1376355 h 1648590"/>
                <a:gd name="connsiteX85" fmla="*/ 5357577 w 6512821"/>
                <a:gd name="connsiteY85" fmla="*/ 1264204 h 1648590"/>
                <a:gd name="connsiteX86" fmla="*/ 5273952 w 6512821"/>
                <a:gd name="connsiteY86" fmla="*/ 1373293 h 1648590"/>
                <a:gd name="connsiteX87" fmla="*/ 5273952 w 6512821"/>
                <a:gd name="connsiteY87" fmla="*/ 1638365 h 1648590"/>
                <a:gd name="connsiteX88" fmla="*/ 5149558 w 6512821"/>
                <a:gd name="connsiteY88" fmla="*/ 1638365 h 1648590"/>
                <a:gd name="connsiteX89" fmla="*/ 5149558 w 6512821"/>
                <a:gd name="connsiteY89" fmla="*/ 1157133 h 1648590"/>
                <a:gd name="connsiteX90" fmla="*/ 5273952 w 6512821"/>
                <a:gd name="connsiteY90" fmla="*/ 1157133 h 1648590"/>
                <a:gd name="connsiteX91" fmla="*/ 5273952 w 6512821"/>
                <a:gd name="connsiteY91" fmla="*/ 1189762 h 1648590"/>
                <a:gd name="connsiteX92" fmla="*/ 5391183 w 6512821"/>
                <a:gd name="connsiteY92" fmla="*/ 1146973 h 1648590"/>
                <a:gd name="connsiteX93" fmla="*/ 5564490 w 6512821"/>
                <a:gd name="connsiteY93" fmla="*/ 1366195 h 1648590"/>
                <a:gd name="connsiteX94" fmla="*/ 5564490 w 6512821"/>
                <a:gd name="connsiteY94" fmla="*/ 1638430 h 1648590"/>
                <a:gd name="connsiteX95" fmla="*/ 4008772 w 6512821"/>
                <a:gd name="connsiteY95" fmla="*/ 1115386 h 1648590"/>
                <a:gd name="connsiteX96" fmla="*/ 4080152 w 6512821"/>
                <a:gd name="connsiteY96" fmla="*/ 1044005 h 1648590"/>
                <a:gd name="connsiteX97" fmla="*/ 4008772 w 6512821"/>
                <a:gd name="connsiteY97" fmla="*/ 972624 h 1648590"/>
                <a:gd name="connsiteX98" fmla="*/ 3937391 w 6512821"/>
                <a:gd name="connsiteY98" fmla="*/ 1044005 h 1648590"/>
                <a:gd name="connsiteX99" fmla="*/ 4008772 w 6512821"/>
                <a:gd name="connsiteY99" fmla="*/ 1115386 h 1648590"/>
                <a:gd name="connsiteX100" fmla="*/ 829864 w 6512821"/>
                <a:gd name="connsiteY100" fmla="*/ 1115386 h 1648590"/>
                <a:gd name="connsiteX101" fmla="*/ 901244 w 6512821"/>
                <a:gd name="connsiteY101" fmla="*/ 1044005 h 1648590"/>
                <a:gd name="connsiteX102" fmla="*/ 829864 w 6512821"/>
                <a:gd name="connsiteY102" fmla="*/ 972624 h 1648590"/>
                <a:gd name="connsiteX103" fmla="*/ 758483 w 6512821"/>
                <a:gd name="connsiteY103" fmla="*/ 1044005 h 1648590"/>
                <a:gd name="connsiteX104" fmla="*/ 829864 w 6512821"/>
                <a:gd name="connsiteY104" fmla="*/ 1115386 h 1648590"/>
                <a:gd name="connsiteX105" fmla="*/ 6512756 w 6512821"/>
                <a:gd name="connsiteY105" fmla="*/ 426134 h 1648590"/>
                <a:gd name="connsiteX106" fmla="*/ 6510737 w 6512821"/>
                <a:gd name="connsiteY106" fmla="*/ 467946 h 1648590"/>
                <a:gd name="connsiteX107" fmla="*/ 6219158 w 6512821"/>
                <a:gd name="connsiteY107" fmla="*/ 467946 h 1648590"/>
                <a:gd name="connsiteX108" fmla="*/ 6322126 w 6512821"/>
                <a:gd name="connsiteY108" fmla="*/ 562773 h 1648590"/>
                <a:gd name="connsiteX109" fmla="*/ 6405751 w 6512821"/>
                <a:gd name="connsiteY109" fmla="*/ 529102 h 1648590"/>
                <a:gd name="connsiteX110" fmla="*/ 6491394 w 6512821"/>
                <a:gd name="connsiteY110" fmla="*/ 601459 h 1648590"/>
                <a:gd name="connsiteX111" fmla="*/ 6317046 w 6512821"/>
                <a:gd name="connsiteY111" fmla="*/ 677919 h 1648590"/>
                <a:gd name="connsiteX112" fmla="*/ 6095805 w 6512821"/>
                <a:gd name="connsiteY112" fmla="*/ 428153 h 1648590"/>
                <a:gd name="connsiteX113" fmla="*/ 6308905 w 6512821"/>
                <a:gd name="connsiteY113" fmla="*/ 176302 h 1648590"/>
                <a:gd name="connsiteX114" fmla="*/ 6512821 w 6512821"/>
                <a:gd name="connsiteY114" fmla="*/ 426069 h 1648590"/>
                <a:gd name="connsiteX115" fmla="*/ 6221177 w 6512821"/>
                <a:gd name="connsiteY115" fmla="*/ 374162 h 1648590"/>
                <a:gd name="connsiteX116" fmla="*/ 6392465 w 6512821"/>
                <a:gd name="connsiteY116" fmla="*/ 374162 h 1648590"/>
                <a:gd name="connsiteX117" fmla="*/ 6304802 w 6512821"/>
                <a:gd name="connsiteY117" fmla="*/ 283438 h 1648590"/>
                <a:gd name="connsiteX118" fmla="*/ 6221177 w 6512821"/>
                <a:gd name="connsiteY118" fmla="*/ 374162 h 1648590"/>
                <a:gd name="connsiteX119" fmla="*/ 5702235 w 6512821"/>
                <a:gd name="connsiteY119" fmla="*/ 667825 h 1648590"/>
                <a:gd name="connsiteX120" fmla="*/ 5583963 w 6512821"/>
                <a:gd name="connsiteY120" fmla="*/ 667825 h 1648590"/>
                <a:gd name="connsiteX121" fmla="*/ 5583963 w 6512821"/>
                <a:gd name="connsiteY121" fmla="*/ 634153 h 1648590"/>
                <a:gd name="connsiteX122" fmla="*/ 5471812 w 6512821"/>
                <a:gd name="connsiteY122" fmla="*/ 677984 h 1648590"/>
                <a:gd name="connsiteX123" fmla="*/ 5300525 w 6512821"/>
                <a:gd name="connsiteY123" fmla="*/ 458763 h 1648590"/>
                <a:gd name="connsiteX124" fmla="*/ 5300525 w 6512821"/>
                <a:gd name="connsiteY124" fmla="*/ 186527 h 1648590"/>
                <a:gd name="connsiteX125" fmla="*/ 5420817 w 6512821"/>
                <a:gd name="connsiteY125" fmla="*/ 186527 h 1648590"/>
                <a:gd name="connsiteX126" fmla="*/ 5420817 w 6512821"/>
                <a:gd name="connsiteY126" fmla="*/ 448538 h 1648590"/>
                <a:gd name="connsiteX127" fmla="*/ 5501380 w 6512821"/>
                <a:gd name="connsiteY127" fmla="*/ 562708 h 1648590"/>
                <a:gd name="connsiteX128" fmla="*/ 5581944 w 6512821"/>
                <a:gd name="connsiteY128" fmla="*/ 452576 h 1648590"/>
                <a:gd name="connsiteX129" fmla="*/ 5581944 w 6512821"/>
                <a:gd name="connsiteY129" fmla="*/ 186462 h 1648590"/>
                <a:gd name="connsiteX130" fmla="*/ 5702235 w 6512821"/>
                <a:gd name="connsiteY130" fmla="*/ 186462 h 1648590"/>
                <a:gd name="connsiteX131" fmla="*/ 5702235 w 6512821"/>
                <a:gd name="connsiteY131" fmla="*/ 667695 h 1648590"/>
                <a:gd name="connsiteX132" fmla="*/ 3895579 w 6512821"/>
                <a:gd name="connsiteY132" fmla="*/ 426134 h 1648590"/>
                <a:gd name="connsiteX133" fmla="*/ 3893560 w 6512821"/>
                <a:gd name="connsiteY133" fmla="*/ 467946 h 1648590"/>
                <a:gd name="connsiteX134" fmla="*/ 3601981 w 6512821"/>
                <a:gd name="connsiteY134" fmla="*/ 467946 h 1648590"/>
                <a:gd name="connsiteX135" fmla="*/ 3704949 w 6512821"/>
                <a:gd name="connsiteY135" fmla="*/ 562773 h 1648590"/>
                <a:gd name="connsiteX136" fmla="*/ 3788573 w 6512821"/>
                <a:gd name="connsiteY136" fmla="*/ 529102 h 1648590"/>
                <a:gd name="connsiteX137" fmla="*/ 3874217 w 6512821"/>
                <a:gd name="connsiteY137" fmla="*/ 601459 h 1648590"/>
                <a:gd name="connsiteX138" fmla="*/ 3699868 w 6512821"/>
                <a:gd name="connsiteY138" fmla="*/ 677919 h 1648590"/>
                <a:gd name="connsiteX139" fmla="*/ 3478628 w 6512821"/>
                <a:gd name="connsiteY139" fmla="*/ 428153 h 1648590"/>
                <a:gd name="connsiteX140" fmla="*/ 3691727 w 6512821"/>
                <a:gd name="connsiteY140" fmla="*/ 176302 h 1648590"/>
                <a:gd name="connsiteX141" fmla="*/ 3895644 w 6512821"/>
                <a:gd name="connsiteY141" fmla="*/ 426069 h 1648590"/>
                <a:gd name="connsiteX142" fmla="*/ 3604000 w 6512821"/>
                <a:gd name="connsiteY142" fmla="*/ 374162 h 1648590"/>
                <a:gd name="connsiteX143" fmla="*/ 3775287 w 6512821"/>
                <a:gd name="connsiteY143" fmla="*/ 374162 h 1648590"/>
                <a:gd name="connsiteX144" fmla="*/ 3687624 w 6512821"/>
                <a:gd name="connsiteY144" fmla="*/ 283438 h 1648590"/>
                <a:gd name="connsiteX145" fmla="*/ 3604000 w 6512821"/>
                <a:gd name="connsiteY145" fmla="*/ 374162 h 1648590"/>
                <a:gd name="connsiteX146" fmla="*/ 4579686 w 6512821"/>
                <a:gd name="connsiteY146" fmla="*/ 1638365 h 1648590"/>
                <a:gd name="connsiteX147" fmla="*/ 4455291 w 6512821"/>
                <a:gd name="connsiteY147" fmla="*/ 1638365 h 1648590"/>
                <a:gd name="connsiteX148" fmla="*/ 4455291 w 6512821"/>
                <a:gd name="connsiteY148" fmla="*/ 1606778 h 1648590"/>
                <a:gd name="connsiteX149" fmla="*/ 4346201 w 6512821"/>
                <a:gd name="connsiteY149" fmla="*/ 1648590 h 1648590"/>
                <a:gd name="connsiteX150" fmla="*/ 4148406 w 6512821"/>
                <a:gd name="connsiteY150" fmla="*/ 1393678 h 1648590"/>
                <a:gd name="connsiteX151" fmla="*/ 4343140 w 6512821"/>
                <a:gd name="connsiteY151" fmla="*/ 1146973 h 1648590"/>
                <a:gd name="connsiteX152" fmla="*/ 4455291 w 6512821"/>
                <a:gd name="connsiteY152" fmla="*/ 1185724 h 1648590"/>
                <a:gd name="connsiteX153" fmla="*/ 4455291 w 6512821"/>
                <a:gd name="connsiteY153" fmla="*/ 1031761 h 1648590"/>
                <a:gd name="connsiteX154" fmla="*/ 4579686 w 6512821"/>
                <a:gd name="connsiteY154" fmla="*/ 969564 h 1648590"/>
                <a:gd name="connsiteX155" fmla="*/ 4579686 w 6512821"/>
                <a:gd name="connsiteY155" fmla="*/ 1638365 h 1648590"/>
                <a:gd name="connsiteX156" fmla="*/ 4455356 w 6512821"/>
                <a:gd name="connsiteY156" fmla="*/ 1489547 h 1648590"/>
                <a:gd name="connsiteX157" fmla="*/ 4455356 w 6512821"/>
                <a:gd name="connsiteY157" fmla="*/ 1306016 h 1648590"/>
                <a:gd name="connsiteX158" fmla="*/ 4368670 w 6512821"/>
                <a:gd name="connsiteY158" fmla="*/ 1264204 h 1648590"/>
                <a:gd name="connsiteX159" fmla="*/ 4278924 w 6512821"/>
                <a:gd name="connsiteY159" fmla="*/ 1389575 h 1648590"/>
                <a:gd name="connsiteX160" fmla="*/ 4371731 w 6512821"/>
                <a:gd name="connsiteY160" fmla="*/ 1531294 h 1648590"/>
                <a:gd name="connsiteX161" fmla="*/ 4455356 w 6512821"/>
                <a:gd name="connsiteY161" fmla="*/ 1489482 h 1648590"/>
                <a:gd name="connsiteX162" fmla="*/ 3945532 w 6512821"/>
                <a:gd name="connsiteY162" fmla="*/ 1157198 h 1648590"/>
                <a:gd name="connsiteX163" fmla="*/ 3945532 w 6512821"/>
                <a:gd name="connsiteY163" fmla="*/ 1638430 h 1648590"/>
                <a:gd name="connsiteX164" fmla="*/ 4069927 w 6512821"/>
                <a:gd name="connsiteY164" fmla="*/ 1638430 h 1648590"/>
                <a:gd name="connsiteX165" fmla="*/ 4069927 w 6512821"/>
                <a:gd name="connsiteY165" fmla="*/ 1157198 h 1648590"/>
                <a:gd name="connsiteX166" fmla="*/ 3945532 w 6512821"/>
                <a:gd name="connsiteY166" fmla="*/ 1157198 h 1648590"/>
                <a:gd name="connsiteX167" fmla="*/ 3873175 w 6512821"/>
                <a:gd name="connsiteY167" fmla="*/ 985911 h 1648590"/>
                <a:gd name="connsiteX168" fmla="*/ 3873175 w 6512821"/>
                <a:gd name="connsiteY168" fmla="*/ 1085817 h 1648590"/>
                <a:gd name="connsiteX169" fmla="*/ 3812019 w 6512821"/>
                <a:gd name="connsiteY169" fmla="*/ 1076634 h 1648590"/>
                <a:gd name="connsiteX170" fmla="*/ 3760047 w 6512821"/>
                <a:gd name="connsiteY170" fmla="*/ 1118447 h 1648590"/>
                <a:gd name="connsiteX171" fmla="*/ 3760047 w 6512821"/>
                <a:gd name="connsiteY171" fmla="*/ 1157198 h 1648590"/>
                <a:gd name="connsiteX172" fmla="*/ 3863015 w 6512821"/>
                <a:gd name="connsiteY172" fmla="*/ 1157198 h 1648590"/>
                <a:gd name="connsiteX173" fmla="*/ 3863015 w 6512821"/>
                <a:gd name="connsiteY173" fmla="*/ 1273452 h 1648590"/>
                <a:gd name="connsiteX174" fmla="*/ 3760047 w 6512821"/>
                <a:gd name="connsiteY174" fmla="*/ 1273452 h 1648590"/>
                <a:gd name="connsiteX175" fmla="*/ 3760047 w 6512821"/>
                <a:gd name="connsiteY175" fmla="*/ 1638430 h 1648590"/>
                <a:gd name="connsiteX176" fmla="*/ 3635652 w 6512821"/>
                <a:gd name="connsiteY176" fmla="*/ 1638430 h 1648590"/>
                <a:gd name="connsiteX177" fmla="*/ 3635652 w 6512821"/>
                <a:gd name="connsiteY177" fmla="*/ 1273452 h 1648590"/>
                <a:gd name="connsiteX178" fmla="*/ 3568375 w 6512821"/>
                <a:gd name="connsiteY178" fmla="*/ 1273452 h 1648590"/>
                <a:gd name="connsiteX179" fmla="*/ 3568375 w 6512821"/>
                <a:gd name="connsiteY179" fmla="*/ 1157198 h 1648590"/>
                <a:gd name="connsiteX180" fmla="*/ 3635652 w 6512821"/>
                <a:gd name="connsiteY180" fmla="*/ 1157198 h 1648590"/>
                <a:gd name="connsiteX181" fmla="*/ 3635652 w 6512821"/>
                <a:gd name="connsiteY181" fmla="*/ 1099104 h 1648590"/>
                <a:gd name="connsiteX182" fmla="*/ 3782451 w 6512821"/>
                <a:gd name="connsiteY182" fmla="*/ 972690 h 1648590"/>
                <a:gd name="connsiteX183" fmla="*/ 3873175 w 6512821"/>
                <a:gd name="connsiteY183" fmla="*/ 985976 h 1648590"/>
                <a:gd name="connsiteX184" fmla="*/ 3507154 w 6512821"/>
                <a:gd name="connsiteY184" fmla="*/ 1638365 h 1648590"/>
                <a:gd name="connsiteX185" fmla="*/ 3382759 w 6512821"/>
                <a:gd name="connsiteY185" fmla="*/ 1638365 h 1648590"/>
                <a:gd name="connsiteX186" fmla="*/ 3382759 w 6512821"/>
                <a:gd name="connsiteY186" fmla="*/ 1376355 h 1648590"/>
                <a:gd name="connsiteX187" fmla="*/ 3300177 w 6512821"/>
                <a:gd name="connsiteY187" fmla="*/ 1264204 h 1648590"/>
                <a:gd name="connsiteX188" fmla="*/ 3216552 w 6512821"/>
                <a:gd name="connsiteY188" fmla="*/ 1373293 h 1648590"/>
                <a:gd name="connsiteX189" fmla="*/ 3216552 w 6512821"/>
                <a:gd name="connsiteY189" fmla="*/ 1638365 h 1648590"/>
                <a:gd name="connsiteX190" fmla="*/ 3092157 w 6512821"/>
                <a:gd name="connsiteY190" fmla="*/ 1638365 h 1648590"/>
                <a:gd name="connsiteX191" fmla="*/ 3092157 w 6512821"/>
                <a:gd name="connsiteY191" fmla="*/ 1157133 h 1648590"/>
                <a:gd name="connsiteX192" fmla="*/ 3216552 w 6512821"/>
                <a:gd name="connsiteY192" fmla="*/ 1157133 h 1648590"/>
                <a:gd name="connsiteX193" fmla="*/ 3216552 w 6512821"/>
                <a:gd name="connsiteY193" fmla="*/ 1189762 h 1648590"/>
                <a:gd name="connsiteX194" fmla="*/ 3333783 w 6512821"/>
                <a:gd name="connsiteY194" fmla="*/ 1146973 h 1648590"/>
                <a:gd name="connsiteX195" fmla="*/ 3507089 w 6512821"/>
                <a:gd name="connsiteY195" fmla="*/ 1366195 h 1648590"/>
                <a:gd name="connsiteX196" fmla="*/ 3507089 w 6512821"/>
                <a:gd name="connsiteY196" fmla="*/ 1638430 h 1648590"/>
                <a:gd name="connsiteX197" fmla="*/ 2792437 w 6512821"/>
                <a:gd name="connsiteY197" fmla="*/ 1146973 h 1648590"/>
                <a:gd name="connsiteX198" fmla="*/ 2567094 w 6512821"/>
                <a:gd name="connsiteY198" fmla="*/ 1397782 h 1648590"/>
                <a:gd name="connsiteX199" fmla="*/ 2792437 w 6512821"/>
                <a:gd name="connsiteY199" fmla="*/ 1648590 h 1648590"/>
                <a:gd name="connsiteX200" fmla="*/ 3017781 w 6512821"/>
                <a:gd name="connsiteY200" fmla="*/ 1397782 h 1648590"/>
                <a:gd name="connsiteX201" fmla="*/ 2792437 w 6512821"/>
                <a:gd name="connsiteY201" fmla="*/ 1146973 h 1648590"/>
                <a:gd name="connsiteX202" fmla="*/ 2792437 w 6512821"/>
                <a:gd name="connsiteY202" fmla="*/ 1528299 h 1648590"/>
                <a:gd name="connsiteX203" fmla="*/ 2695592 w 6512821"/>
                <a:gd name="connsiteY203" fmla="*/ 1397782 h 1648590"/>
                <a:gd name="connsiteX204" fmla="*/ 2792437 w 6512821"/>
                <a:gd name="connsiteY204" fmla="*/ 1266288 h 1648590"/>
                <a:gd name="connsiteX205" fmla="*/ 2889283 w 6512821"/>
                <a:gd name="connsiteY205" fmla="*/ 1397782 h 1648590"/>
                <a:gd name="connsiteX206" fmla="*/ 2792437 w 6512821"/>
                <a:gd name="connsiteY206" fmla="*/ 1528299 h 1648590"/>
                <a:gd name="connsiteX207" fmla="*/ 2446802 w 6512821"/>
                <a:gd name="connsiteY207" fmla="*/ 1467143 h 1648590"/>
                <a:gd name="connsiteX208" fmla="*/ 2526323 w 6512821"/>
                <a:gd name="connsiteY208" fmla="*/ 1542561 h 1648590"/>
                <a:gd name="connsiteX209" fmla="*/ 2334651 w 6512821"/>
                <a:gd name="connsiteY209" fmla="*/ 1648590 h 1648590"/>
                <a:gd name="connsiteX210" fmla="*/ 2106246 w 6512821"/>
                <a:gd name="connsiteY210" fmla="*/ 1398823 h 1648590"/>
                <a:gd name="connsiteX211" fmla="*/ 2336670 w 6512821"/>
                <a:gd name="connsiteY211" fmla="*/ 1146973 h 1648590"/>
                <a:gd name="connsiteX212" fmla="*/ 2525281 w 6512821"/>
                <a:gd name="connsiteY212" fmla="*/ 1250983 h 1648590"/>
                <a:gd name="connsiteX213" fmla="*/ 2443741 w 6512821"/>
                <a:gd name="connsiteY213" fmla="*/ 1333565 h 1648590"/>
                <a:gd name="connsiteX214" fmla="*/ 2335693 w 6512821"/>
                <a:gd name="connsiteY214" fmla="*/ 1266288 h 1648590"/>
                <a:gd name="connsiteX215" fmla="*/ 2234744 w 6512821"/>
                <a:gd name="connsiteY215" fmla="*/ 1396804 h 1648590"/>
                <a:gd name="connsiteX216" fmla="*/ 2336670 w 6512821"/>
                <a:gd name="connsiteY216" fmla="*/ 1528299 h 1648590"/>
                <a:gd name="connsiteX217" fmla="*/ 2446802 w 6512821"/>
                <a:gd name="connsiteY217" fmla="*/ 1467143 h 1648590"/>
                <a:gd name="connsiteX218" fmla="*/ 1803530 w 6512821"/>
                <a:gd name="connsiteY218" fmla="*/ 1638365 h 1648590"/>
                <a:gd name="connsiteX219" fmla="*/ 1679135 w 6512821"/>
                <a:gd name="connsiteY219" fmla="*/ 1638365 h 1648590"/>
                <a:gd name="connsiteX220" fmla="*/ 1679135 w 6512821"/>
                <a:gd name="connsiteY220" fmla="*/ 1376355 h 1648590"/>
                <a:gd name="connsiteX221" fmla="*/ 1596553 w 6512821"/>
                <a:gd name="connsiteY221" fmla="*/ 1264204 h 1648590"/>
                <a:gd name="connsiteX222" fmla="*/ 1511951 w 6512821"/>
                <a:gd name="connsiteY222" fmla="*/ 1373293 h 1648590"/>
                <a:gd name="connsiteX223" fmla="*/ 1511951 w 6512821"/>
                <a:gd name="connsiteY223" fmla="*/ 1638365 h 1648590"/>
                <a:gd name="connsiteX224" fmla="*/ 1387557 w 6512821"/>
                <a:gd name="connsiteY224" fmla="*/ 1638365 h 1648590"/>
                <a:gd name="connsiteX225" fmla="*/ 1387557 w 6512821"/>
                <a:gd name="connsiteY225" fmla="*/ 1031761 h 1648590"/>
                <a:gd name="connsiteX226" fmla="*/ 1511951 w 6512821"/>
                <a:gd name="connsiteY226" fmla="*/ 969564 h 1648590"/>
                <a:gd name="connsiteX227" fmla="*/ 1511951 w 6512821"/>
                <a:gd name="connsiteY227" fmla="*/ 1189762 h 1648590"/>
                <a:gd name="connsiteX228" fmla="*/ 1632243 w 6512821"/>
                <a:gd name="connsiteY228" fmla="*/ 1146973 h 1648590"/>
                <a:gd name="connsiteX229" fmla="*/ 1803530 w 6512821"/>
                <a:gd name="connsiteY229" fmla="*/ 1366195 h 1648590"/>
                <a:gd name="connsiteX230" fmla="*/ 1803530 w 6512821"/>
                <a:gd name="connsiteY230" fmla="*/ 1638430 h 1648590"/>
                <a:gd name="connsiteX231" fmla="*/ 1311031 w 6512821"/>
                <a:gd name="connsiteY231" fmla="*/ 1493650 h 1648590"/>
                <a:gd name="connsiteX232" fmla="*/ 1292665 w 6512821"/>
                <a:gd name="connsiteY232" fmla="*/ 1619022 h 1648590"/>
                <a:gd name="connsiteX233" fmla="*/ 1173350 w 6512821"/>
                <a:gd name="connsiteY233" fmla="*/ 1648590 h 1648590"/>
                <a:gd name="connsiteX234" fmla="*/ 1043875 w 6512821"/>
                <a:gd name="connsiteY234" fmla="*/ 1504852 h 1648590"/>
                <a:gd name="connsiteX235" fmla="*/ 1043875 w 6512821"/>
                <a:gd name="connsiteY235" fmla="*/ 1273387 h 1648590"/>
                <a:gd name="connsiteX236" fmla="*/ 960250 w 6512821"/>
                <a:gd name="connsiteY236" fmla="*/ 1273387 h 1648590"/>
                <a:gd name="connsiteX237" fmla="*/ 960250 w 6512821"/>
                <a:gd name="connsiteY237" fmla="*/ 1157133 h 1648590"/>
                <a:gd name="connsiteX238" fmla="*/ 1043875 w 6512821"/>
                <a:gd name="connsiteY238" fmla="*/ 1157133 h 1648590"/>
                <a:gd name="connsiteX239" fmla="*/ 1043875 w 6512821"/>
                <a:gd name="connsiteY239" fmla="*/ 1031761 h 1648590"/>
                <a:gd name="connsiteX240" fmla="*/ 1168270 w 6512821"/>
                <a:gd name="connsiteY240" fmla="*/ 969564 h 1648590"/>
                <a:gd name="connsiteX241" fmla="*/ 1168270 w 6512821"/>
                <a:gd name="connsiteY241" fmla="*/ 1157133 h 1648590"/>
                <a:gd name="connsiteX242" fmla="*/ 1308947 w 6512821"/>
                <a:gd name="connsiteY242" fmla="*/ 1157133 h 1648590"/>
                <a:gd name="connsiteX243" fmla="*/ 1308947 w 6512821"/>
                <a:gd name="connsiteY243" fmla="*/ 1273387 h 1648590"/>
                <a:gd name="connsiteX244" fmla="*/ 1168270 w 6512821"/>
                <a:gd name="connsiteY244" fmla="*/ 1273387 h 1648590"/>
                <a:gd name="connsiteX245" fmla="*/ 1168270 w 6512821"/>
                <a:gd name="connsiteY245" fmla="*/ 1471181 h 1648590"/>
                <a:gd name="connsiteX246" fmla="*/ 1214120 w 6512821"/>
                <a:gd name="connsiteY246" fmla="*/ 1529275 h 1648590"/>
                <a:gd name="connsiteX247" fmla="*/ 1310966 w 6512821"/>
                <a:gd name="connsiteY247" fmla="*/ 1493585 h 1648590"/>
                <a:gd name="connsiteX248" fmla="*/ 767666 w 6512821"/>
                <a:gd name="connsiteY248" fmla="*/ 1157198 h 1648590"/>
                <a:gd name="connsiteX249" fmla="*/ 767666 w 6512821"/>
                <a:gd name="connsiteY249" fmla="*/ 1638430 h 1648590"/>
                <a:gd name="connsiteX250" fmla="*/ 892061 w 6512821"/>
                <a:gd name="connsiteY250" fmla="*/ 1638430 h 1648590"/>
                <a:gd name="connsiteX251" fmla="*/ 892061 w 6512821"/>
                <a:gd name="connsiteY251" fmla="*/ 1157198 h 1648590"/>
                <a:gd name="connsiteX252" fmla="*/ 767666 w 6512821"/>
                <a:gd name="connsiteY252" fmla="*/ 1157198 h 1648590"/>
                <a:gd name="connsiteX253" fmla="*/ 702408 w 6512821"/>
                <a:gd name="connsiteY253" fmla="*/ 1157198 h 1648590"/>
                <a:gd name="connsiteX254" fmla="*/ 550529 w 6512821"/>
                <a:gd name="connsiteY254" fmla="*/ 1638430 h 1648590"/>
                <a:gd name="connsiteX255" fmla="*/ 436359 w 6512821"/>
                <a:gd name="connsiteY255" fmla="*/ 1638430 h 1648590"/>
                <a:gd name="connsiteX256" fmla="*/ 354819 w 6512821"/>
                <a:gd name="connsiteY256" fmla="*/ 1345809 h 1648590"/>
                <a:gd name="connsiteX257" fmla="*/ 272236 w 6512821"/>
                <a:gd name="connsiteY257" fmla="*/ 1638430 h 1648590"/>
                <a:gd name="connsiteX258" fmla="*/ 158066 w 6512821"/>
                <a:gd name="connsiteY258" fmla="*/ 1638430 h 1648590"/>
                <a:gd name="connsiteX259" fmla="*/ 7099 w 6512821"/>
                <a:gd name="connsiteY259" fmla="*/ 1157198 h 1648590"/>
                <a:gd name="connsiteX260" fmla="*/ 145757 w 6512821"/>
                <a:gd name="connsiteY260" fmla="*/ 1157198 h 1648590"/>
                <a:gd name="connsiteX261" fmla="*/ 218114 w 6512821"/>
                <a:gd name="connsiteY261" fmla="*/ 1436533 h 1648590"/>
                <a:gd name="connsiteX262" fmla="*/ 299655 w 6512821"/>
                <a:gd name="connsiteY262" fmla="*/ 1157198 h 1648590"/>
                <a:gd name="connsiteX263" fmla="*/ 412848 w 6512821"/>
                <a:gd name="connsiteY263" fmla="*/ 1157198 h 1648590"/>
                <a:gd name="connsiteX264" fmla="*/ 494388 w 6512821"/>
                <a:gd name="connsiteY264" fmla="*/ 1436533 h 1648590"/>
                <a:gd name="connsiteX265" fmla="*/ 567788 w 6512821"/>
                <a:gd name="connsiteY265" fmla="*/ 1157198 h 1648590"/>
                <a:gd name="connsiteX266" fmla="*/ 702343 w 6512821"/>
                <a:gd name="connsiteY266" fmla="*/ 1157198 h 1648590"/>
                <a:gd name="connsiteX267" fmla="*/ 4436990 w 6512821"/>
                <a:gd name="connsiteY267" fmla="*/ 16282 h 1648590"/>
                <a:gd name="connsiteX268" fmla="*/ 4436990 w 6512821"/>
                <a:gd name="connsiteY268" fmla="*/ 115147 h 1648590"/>
                <a:gd name="connsiteX269" fmla="*/ 4374792 w 6512821"/>
                <a:gd name="connsiteY269" fmla="*/ 104921 h 1648590"/>
                <a:gd name="connsiteX270" fmla="*/ 4322820 w 6512821"/>
                <a:gd name="connsiteY270" fmla="*/ 144715 h 1648590"/>
                <a:gd name="connsiteX271" fmla="*/ 4322820 w 6512821"/>
                <a:gd name="connsiteY271" fmla="*/ 186527 h 1648590"/>
                <a:gd name="connsiteX272" fmla="*/ 4404361 w 6512821"/>
                <a:gd name="connsiteY272" fmla="*/ 186527 h 1648590"/>
                <a:gd name="connsiteX273" fmla="*/ 4404361 w 6512821"/>
                <a:gd name="connsiteY273" fmla="*/ 302781 h 1648590"/>
                <a:gd name="connsiteX274" fmla="*/ 4322820 w 6512821"/>
                <a:gd name="connsiteY274" fmla="*/ 302781 h 1648590"/>
                <a:gd name="connsiteX275" fmla="*/ 4322820 w 6512821"/>
                <a:gd name="connsiteY275" fmla="*/ 667759 h 1648590"/>
                <a:gd name="connsiteX276" fmla="*/ 4202528 w 6512821"/>
                <a:gd name="connsiteY276" fmla="*/ 667759 h 1648590"/>
                <a:gd name="connsiteX277" fmla="*/ 4202528 w 6512821"/>
                <a:gd name="connsiteY277" fmla="*/ 302781 h 1648590"/>
                <a:gd name="connsiteX278" fmla="*/ 4143392 w 6512821"/>
                <a:gd name="connsiteY278" fmla="*/ 302781 h 1648590"/>
                <a:gd name="connsiteX279" fmla="*/ 4143392 w 6512821"/>
                <a:gd name="connsiteY279" fmla="*/ 186527 h 1648590"/>
                <a:gd name="connsiteX280" fmla="*/ 4202528 w 6512821"/>
                <a:gd name="connsiteY280" fmla="*/ 186527 h 1648590"/>
                <a:gd name="connsiteX281" fmla="*/ 4202528 w 6512821"/>
                <a:gd name="connsiteY281" fmla="*/ 128433 h 1648590"/>
                <a:gd name="connsiteX282" fmla="*/ 4348350 w 6512821"/>
                <a:gd name="connsiteY282" fmla="*/ 2019 h 1648590"/>
                <a:gd name="connsiteX283" fmla="*/ 4437055 w 6512821"/>
                <a:gd name="connsiteY283" fmla="*/ 16282 h 1648590"/>
                <a:gd name="connsiteX284" fmla="*/ 2957602 w 6512821"/>
                <a:gd name="connsiteY284" fmla="*/ 527083 h 1648590"/>
                <a:gd name="connsiteX285" fmla="*/ 2940278 w 6512821"/>
                <a:gd name="connsiteY285" fmla="*/ 649458 h 1648590"/>
                <a:gd name="connsiteX286" fmla="*/ 2843433 w 6512821"/>
                <a:gd name="connsiteY286" fmla="*/ 677984 h 1648590"/>
                <a:gd name="connsiteX287" fmla="*/ 2712916 w 6512821"/>
                <a:gd name="connsiteY287" fmla="*/ 535224 h 1648590"/>
                <a:gd name="connsiteX288" fmla="*/ 2712916 w 6512821"/>
                <a:gd name="connsiteY288" fmla="*/ 301739 h 1648590"/>
                <a:gd name="connsiteX289" fmla="*/ 2629291 w 6512821"/>
                <a:gd name="connsiteY289" fmla="*/ 301739 h 1648590"/>
                <a:gd name="connsiteX290" fmla="*/ 2629291 w 6512821"/>
                <a:gd name="connsiteY290" fmla="*/ 186527 h 1648590"/>
                <a:gd name="connsiteX291" fmla="*/ 2712916 w 6512821"/>
                <a:gd name="connsiteY291" fmla="*/ 186527 h 1648590"/>
                <a:gd name="connsiteX292" fmla="*/ 2712916 w 6512821"/>
                <a:gd name="connsiteY292" fmla="*/ 61155 h 1648590"/>
                <a:gd name="connsiteX293" fmla="*/ 2833208 w 6512821"/>
                <a:gd name="connsiteY293" fmla="*/ 0 h 1648590"/>
                <a:gd name="connsiteX294" fmla="*/ 2833208 w 6512821"/>
                <a:gd name="connsiteY294" fmla="*/ 186592 h 1648590"/>
                <a:gd name="connsiteX295" fmla="*/ 2945358 w 6512821"/>
                <a:gd name="connsiteY295" fmla="*/ 186592 h 1648590"/>
                <a:gd name="connsiteX296" fmla="*/ 2945358 w 6512821"/>
                <a:gd name="connsiteY296" fmla="*/ 301804 h 1648590"/>
                <a:gd name="connsiteX297" fmla="*/ 2833208 w 6512821"/>
                <a:gd name="connsiteY297" fmla="*/ 301804 h 1648590"/>
                <a:gd name="connsiteX298" fmla="*/ 2833208 w 6512821"/>
                <a:gd name="connsiteY298" fmla="*/ 503701 h 1648590"/>
                <a:gd name="connsiteX299" fmla="*/ 2880100 w 6512821"/>
                <a:gd name="connsiteY299" fmla="*/ 560819 h 1648590"/>
                <a:gd name="connsiteX300" fmla="*/ 2957602 w 6512821"/>
                <a:gd name="connsiteY300" fmla="*/ 527148 h 1648590"/>
                <a:gd name="connsiteX301" fmla="*/ 2397891 w 6512821"/>
                <a:gd name="connsiteY301" fmla="*/ 426134 h 1648590"/>
                <a:gd name="connsiteX302" fmla="*/ 2395872 w 6512821"/>
                <a:gd name="connsiteY302" fmla="*/ 467946 h 1648590"/>
                <a:gd name="connsiteX303" fmla="*/ 2114453 w 6512821"/>
                <a:gd name="connsiteY303" fmla="*/ 467946 h 1648590"/>
                <a:gd name="connsiteX304" fmla="*/ 2218462 w 6512821"/>
                <a:gd name="connsiteY304" fmla="*/ 562773 h 1648590"/>
                <a:gd name="connsiteX305" fmla="*/ 2301045 w 6512821"/>
                <a:gd name="connsiteY305" fmla="*/ 529102 h 1648590"/>
                <a:gd name="connsiteX306" fmla="*/ 2386689 w 6512821"/>
                <a:gd name="connsiteY306" fmla="*/ 601459 h 1648590"/>
                <a:gd name="connsiteX307" fmla="*/ 2210321 w 6512821"/>
                <a:gd name="connsiteY307" fmla="*/ 677919 h 1648590"/>
                <a:gd name="connsiteX308" fmla="*/ 1991100 w 6512821"/>
                <a:gd name="connsiteY308" fmla="*/ 429130 h 1648590"/>
                <a:gd name="connsiteX309" fmla="*/ 2205176 w 6512821"/>
                <a:gd name="connsiteY309" fmla="*/ 176302 h 1648590"/>
                <a:gd name="connsiteX310" fmla="*/ 2397891 w 6512821"/>
                <a:gd name="connsiteY310" fmla="*/ 426069 h 1648590"/>
                <a:gd name="connsiteX311" fmla="*/ 2116472 w 6512821"/>
                <a:gd name="connsiteY311" fmla="*/ 374162 h 1648590"/>
                <a:gd name="connsiteX312" fmla="*/ 2287759 w 6512821"/>
                <a:gd name="connsiteY312" fmla="*/ 374162 h 1648590"/>
                <a:gd name="connsiteX313" fmla="*/ 2199054 w 6512821"/>
                <a:gd name="connsiteY313" fmla="*/ 283438 h 1648590"/>
                <a:gd name="connsiteX314" fmla="*/ 2116472 w 6512821"/>
                <a:gd name="connsiteY314" fmla="*/ 374162 h 1648590"/>
                <a:gd name="connsiteX315" fmla="*/ 1933982 w 6512821"/>
                <a:gd name="connsiteY315" fmla="*/ 428218 h 1648590"/>
                <a:gd name="connsiteX316" fmla="*/ 1746413 w 6512821"/>
                <a:gd name="connsiteY316" fmla="*/ 677984 h 1648590"/>
                <a:gd name="connsiteX317" fmla="*/ 1639342 w 6512821"/>
                <a:gd name="connsiteY317" fmla="*/ 638191 h 1648590"/>
                <a:gd name="connsiteX318" fmla="*/ 1639342 w 6512821"/>
                <a:gd name="connsiteY318" fmla="*/ 784990 h 1648590"/>
                <a:gd name="connsiteX319" fmla="*/ 1519050 w 6512821"/>
                <a:gd name="connsiteY319" fmla="*/ 845169 h 1648590"/>
                <a:gd name="connsiteX320" fmla="*/ 1519050 w 6512821"/>
                <a:gd name="connsiteY320" fmla="*/ 186527 h 1648590"/>
                <a:gd name="connsiteX321" fmla="*/ 1639342 w 6512821"/>
                <a:gd name="connsiteY321" fmla="*/ 186527 h 1648590"/>
                <a:gd name="connsiteX322" fmla="*/ 1639342 w 6512821"/>
                <a:gd name="connsiteY322" fmla="*/ 219157 h 1648590"/>
                <a:gd name="connsiteX323" fmla="*/ 1748432 w 6512821"/>
                <a:gd name="connsiteY323" fmla="*/ 176367 h 1648590"/>
                <a:gd name="connsiteX324" fmla="*/ 1933982 w 6512821"/>
                <a:gd name="connsiteY324" fmla="*/ 428218 h 1648590"/>
                <a:gd name="connsiteX325" fmla="*/ 1809587 w 6512821"/>
                <a:gd name="connsiteY325" fmla="*/ 434340 h 1648590"/>
                <a:gd name="connsiteX326" fmla="*/ 1718864 w 6512821"/>
                <a:gd name="connsiteY326" fmla="*/ 292621 h 1648590"/>
                <a:gd name="connsiteX327" fmla="*/ 1639342 w 6512821"/>
                <a:gd name="connsiteY327" fmla="*/ 335410 h 1648590"/>
                <a:gd name="connsiteX328" fmla="*/ 1639342 w 6512821"/>
                <a:gd name="connsiteY328" fmla="*/ 518942 h 1648590"/>
                <a:gd name="connsiteX329" fmla="*/ 1726028 w 6512821"/>
                <a:gd name="connsiteY329" fmla="*/ 562773 h 1648590"/>
                <a:gd name="connsiteX330" fmla="*/ 1809652 w 6512821"/>
                <a:gd name="connsiteY330" fmla="*/ 434340 h 1648590"/>
                <a:gd name="connsiteX331" fmla="*/ 1435426 w 6512821"/>
                <a:gd name="connsiteY331" fmla="*/ 667825 h 1648590"/>
                <a:gd name="connsiteX332" fmla="*/ 1315134 w 6512821"/>
                <a:gd name="connsiteY332" fmla="*/ 667825 h 1648590"/>
                <a:gd name="connsiteX333" fmla="*/ 1315134 w 6512821"/>
                <a:gd name="connsiteY333" fmla="*/ 634153 h 1648590"/>
                <a:gd name="connsiteX334" fmla="*/ 1202983 w 6512821"/>
                <a:gd name="connsiteY334" fmla="*/ 677984 h 1648590"/>
                <a:gd name="connsiteX335" fmla="*/ 1033715 w 6512821"/>
                <a:gd name="connsiteY335" fmla="*/ 510800 h 1648590"/>
                <a:gd name="connsiteX336" fmla="*/ 1221284 w 6512821"/>
                <a:gd name="connsiteY336" fmla="*/ 348696 h 1648590"/>
                <a:gd name="connsiteX337" fmla="*/ 1315069 w 6512821"/>
                <a:gd name="connsiteY337" fmla="*/ 368040 h 1648590"/>
                <a:gd name="connsiteX338" fmla="*/ 1315069 w 6512821"/>
                <a:gd name="connsiteY338" fmla="*/ 342574 h 1648590"/>
                <a:gd name="connsiteX339" fmla="*/ 1232486 w 6512821"/>
                <a:gd name="connsiteY339" fmla="*/ 279335 h 1648590"/>
                <a:gd name="connsiteX340" fmla="*/ 1121378 w 6512821"/>
                <a:gd name="connsiteY340" fmla="*/ 310922 h 1648590"/>
                <a:gd name="connsiteX341" fmla="*/ 1073443 w 6512821"/>
                <a:gd name="connsiteY341" fmla="*/ 225278 h 1648590"/>
                <a:gd name="connsiteX342" fmla="*/ 1239650 w 6512821"/>
                <a:gd name="connsiteY342" fmla="*/ 176367 h 1648590"/>
                <a:gd name="connsiteX343" fmla="*/ 1435426 w 6512821"/>
                <a:gd name="connsiteY343" fmla="*/ 344593 h 1648590"/>
                <a:gd name="connsiteX344" fmla="*/ 1435426 w 6512821"/>
                <a:gd name="connsiteY344" fmla="*/ 667759 h 1648590"/>
                <a:gd name="connsiteX345" fmla="*/ 1315134 w 6512821"/>
                <a:gd name="connsiteY345" fmla="*/ 527083 h 1648590"/>
                <a:gd name="connsiteX346" fmla="*/ 1315134 w 6512821"/>
                <a:gd name="connsiteY346" fmla="*/ 465927 h 1648590"/>
                <a:gd name="connsiteX347" fmla="*/ 1234570 w 6512821"/>
                <a:gd name="connsiteY347" fmla="*/ 445542 h 1648590"/>
                <a:gd name="connsiteX348" fmla="*/ 1156091 w 6512821"/>
                <a:gd name="connsiteY348" fmla="*/ 507740 h 1648590"/>
                <a:gd name="connsiteX349" fmla="*/ 1224410 w 6512821"/>
                <a:gd name="connsiteY349" fmla="*/ 574040 h 1648590"/>
                <a:gd name="connsiteX350" fmla="*/ 1315134 w 6512821"/>
                <a:gd name="connsiteY350" fmla="*/ 527148 h 1648590"/>
                <a:gd name="connsiteX351" fmla="*/ 967480 w 6512821"/>
                <a:gd name="connsiteY351" fmla="*/ 667825 h 1648590"/>
                <a:gd name="connsiteX352" fmla="*/ 847188 w 6512821"/>
                <a:gd name="connsiteY352" fmla="*/ 667825 h 1648590"/>
                <a:gd name="connsiteX353" fmla="*/ 847188 w 6512821"/>
                <a:gd name="connsiteY353" fmla="*/ 405814 h 1648590"/>
                <a:gd name="connsiteX354" fmla="*/ 765647 w 6512821"/>
                <a:gd name="connsiteY354" fmla="*/ 292621 h 1648590"/>
                <a:gd name="connsiteX355" fmla="*/ 683065 w 6512821"/>
                <a:gd name="connsiteY355" fmla="*/ 402753 h 1648590"/>
                <a:gd name="connsiteX356" fmla="*/ 683065 w 6512821"/>
                <a:gd name="connsiteY356" fmla="*/ 667825 h 1648590"/>
                <a:gd name="connsiteX357" fmla="*/ 562773 w 6512821"/>
                <a:gd name="connsiteY357" fmla="*/ 667825 h 1648590"/>
                <a:gd name="connsiteX358" fmla="*/ 562773 w 6512821"/>
                <a:gd name="connsiteY358" fmla="*/ 61221 h 1648590"/>
                <a:gd name="connsiteX359" fmla="*/ 683065 w 6512821"/>
                <a:gd name="connsiteY359" fmla="*/ 65 h 1648590"/>
                <a:gd name="connsiteX360" fmla="*/ 683065 w 6512821"/>
                <a:gd name="connsiteY360" fmla="*/ 220264 h 1648590"/>
                <a:gd name="connsiteX361" fmla="*/ 796258 w 6512821"/>
                <a:gd name="connsiteY361" fmla="*/ 176432 h 1648590"/>
                <a:gd name="connsiteX362" fmla="*/ 967545 w 6512821"/>
                <a:gd name="connsiteY362" fmla="*/ 396631 h 1648590"/>
                <a:gd name="connsiteX363" fmla="*/ 967545 w 6512821"/>
                <a:gd name="connsiteY363" fmla="*/ 667825 h 1648590"/>
                <a:gd name="connsiteX364" fmla="*/ 496472 w 6512821"/>
                <a:gd name="connsiteY364" fmla="*/ 475110 h 1648590"/>
                <a:gd name="connsiteX365" fmla="*/ 255889 w 6512821"/>
                <a:gd name="connsiteY365" fmla="*/ 677984 h 1648590"/>
                <a:gd name="connsiteX366" fmla="*/ 0 w 6512821"/>
                <a:gd name="connsiteY366" fmla="*/ 562773 h 1648590"/>
                <a:gd name="connsiteX367" fmla="*/ 89747 w 6512821"/>
                <a:gd name="connsiteY367" fmla="*/ 483251 h 1648590"/>
                <a:gd name="connsiteX368" fmla="*/ 252893 w 6512821"/>
                <a:gd name="connsiteY368" fmla="*/ 556651 h 1648590"/>
                <a:gd name="connsiteX369" fmla="*/ 367063 w 6512821"/>
                <a:gd name="connsiteY369" fmla="*/ 478171 h 1648590"/>
                <a:gd name="connsiteX370" fmla="*/ 329353 w 6512821"/>
                <a:gd name="connsiteY370" fmla="*/ 426199 h 1648590"/>
                <a:gd name="connsiteX371" fmla="*/ 225344 w 6512821"/>
                <a:gd name="connsiteY371" fmla="*/ 394612 h 1648590"/>
                <a:gd name="connsiteX372" fmla="*/ 79522 w 6512821"/>
                <a:gd name="connsiteY372" fmla="*/ 335475 h 1648590"/>
                <a:gd name="connsiteX373" fmla="*/ 24488 w 6512821"/>
                <a:gd name="connsiteY373" fmla="*/ 207042 h 1648590"/>
                <a:gd name="connsiteX374" fmla="*/ 254912 w 6512821"/>
                <a:gd name="connsiteY374" fmla="*/ 16412 h 1648590"/>
                <a:gd name="connsiteX375" fmla="*/ 482274 w 6512821"/>
                <a:gd name="connsiteY375" fmla="*/ 115277 h 1648590"/>
                <a:gd name="connsiteX376" fmla="*/ 392528 w 6512821"/>
                <a:gd name="connsiteY376" fmla="*/ 202939 h 1648590"/>
                <a:gd name="connsiteX377" fmla="*/ 246706 w 6512821"/>
                <a:gd name="connsiteY377" fmla="*/ 137681 h 1648590"/>
                <a:gd name="connsiteX378" fmla="*/ 152921 w 6512821"/>
                <a:gd name="connsiteY378" fmla="*/ 199878 h 1648590"/>
                <a:gd name="connsiteX379" fmla="*/ 179428 w 6512821"/>
                <a:gd name="connsiteY379" fmla="*/ 243710 h 1648590"/>
                <a:gd name="connsiteX380" fmla="*/ 282396 w 6512821"/>
                <a:gd name="connsiteY380" fmla="*/ 277381 h 1648590"/>
                <a:gd name="connsiteX381" fmla="*/ 438378 w 6512821"/>
                <a:gd name="connsiteY381" fmla="*/ 341598 h 1648590"/>
                <a:gd name="connsiteX382" fmla="*/ 496472 w 6512821"/>
                <a:gd name="connsiteY382" fmla="*/ 475176 h 1648590"/>
                <a:gd name="connsiteX383" fmla="*/ 6100885 w 6512821"/>
                <a:gd name="connsiteY383" fmla="*/ 208996 h 1648590"/>
                <a:gd name="connsiteX384" fmla="*/ 6051778 w 6512821"/>
                <a:gd name="connsiteY384" fmla="*/ 329288 h 1648590"/>
                <a:gd name="connsiteX385" fmla="*/ 5982482 w 6512821"/>
                <a:gd name="connsiteY385" fmla="*/ 299720 h 1648590"/>
                <a:gd name="connsiteX386" fmla="*/ 5911232 w 6512821"/>
                <a:gd name="connsiteY386" fmla="*/ 405749 h 1648590"/>
                <a:gd name="connsiteX387" fmla="*/ 5911232 w 6512821"/>
                <a:gd name="connsiteY387" fmla="*/ 667759 h 1648590"/>
                <a:gd name="connsiteX388" fmla="*/ 5790940 w 6512821"/>
                <a:gd name="connsiteY388" fmla="*/ 667759 h 1648590"/>
                <a:gd name="connsiteX389" fmla="*/ 5790940 w 6512821"/>
                <a:gd name="connsiteY389" fmla="*/ 186527 h 1648590"/>
                <a:gd name="connsiteX390" fmla="*/ 5911232 w 6512821"/>
                <a:gd name="connsiteY390" fmla="*/ 186527 h 1648590"/>
                <a:gd name="connsiteX391" fmla="*/ 5911232 w 6512821"/>
                <a:gd name="connsiteY391" fmla="*/ 220198 h 1648590"/>
                <a:gd name="connsiteX392" fmla="*/ 6012181 w 6512821"/>
                <a:gd name="connsiteY392" fmla="*/ 176367 h 1648590"/>
                <a:gd name="connsiteX393" fmla="*/ 6100885 w 6512821"/>
                <a:gd name="connsiteY393" fmla="*/ 208996 h 16485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Lst>
              <a:rect l="l" t="t" r="r" b="b"/>
              <a:pathLst>
                <a:path w="6512821" h="1648590">
                  <a:moveTo>
                    <a:pt x="5071143" y="1396740"/>
                  </a:moveTo>
                  <a:cubicBezTo>
                    <a:pt x="5071143" y="1412045"/>
                    <a:pt x="5070101" y="1431388"/>
                    <a:pt x="5069124" y="1438552"/>
                  </a:cubicBezTo>
                  <a:lnTo>
                    <a:pt x="4777545" y="1438552"/>
                  </a:lnTo>
                  <a:cubicBezTo>
                    <a:pt x="4782625" y="1505829"/>
                    <a:pt x="4828541" y="1533378"/>
                    <a:pt x="4880513" y="1533378"/>
                  </a:cubicBezTo>
                  <a:cubicBezTo>
                    <a:pt x="4911123" y="1533378"/>
                    <a:pt x="4939649" y="1524196"/>
                    <a:pt x="4964137" y="1499707"/>
                  </a:cubicBezTo>
                  <a:lnTo>
                    <a:pt x="5049781" y="1572065"/>
                  </a:lnTo>
                  <a:cubicBezTo>
                    <a:pt x="5004908" y="1628140"/>
                    <a:pt x="4936588" y="1648525"/>
                    <a:pt x="4875433" y="1648525"/>
                  </a:cubicBezTo>
                  <a:cubicBezTo>
                    <a:pt x="4734756" y="1648525"/>
                    <a:pt x="4654192" y="1540478"/>
                    <a:pt x="4654192" y="1398759"/>
                  </a:cubicBezTo>
                  <a:cubicBezTo>
                    <a:pt x="4654192" y="1244795"/>
                    <a:pt x="4749019" y="1146908"/>
                    <a:pt x="4867292" y="1146908"/>
                  </a:cubicBezTo>
                  <a:cubicBezTo>
                    <a:pt x="4993706" y="1146908"/>
                    <a:pt x="5071208" y="1258016"/>
                    <a:pt x="5071208" y="1396675"/>
                  </a:cubicBezTo>
                  <a:close/>
                  <a:moveTo>
                    <a:pt x="4779564" y="1344767"/>
                  </a:moveTo>
                  <a:lnTo>
                    <a:pt x="4950851" y="1344767"/>
                  </a:lnTo>
                  <a:cubicBezTo>
                    <a:pt x="4946748" y="1290711"/>
                    <a:pt x="4912100" y="1254044"/>
                    <a:pt x="4863189" y="1254044"/>
                  </a:cubicBezTo>
                  <a:cubicBezTo>
                    <a:pt x="4805094" y="1254044"/>
                    <a:pt x="4782625" y="1305039"/>
                    <a:pt x="4779564" y="1344767"/>
                  </a:cubicBezTo>
                  <a:close/>
                  <a:moveTo>
                    <a:pt x="6512756" y="1396740"/>
                  </a:moveTo>
                  <a:cubicBezTo>
                    <a:pt x="6512756" y="1412045"/>
                    <a:pt x="6511714" y="1431388"/>
                    <a:pt x="6510737" y="1438552"/>
                  </a:cubicBezTo>
                  <a:lnTo>
                    <a:pt x="6219158" y="1438552"/>
                  </a:lnTo>
                  <a:cubicBezTo>
                    <a:pt x="6224238" y="1505829"/>
                    <a:pt x="6270154" y="1533378"/>
                    <a:pt x="6322126" y="1533378"/>
                  </a:cubicBezTo>
                  <a:cubicBezTo>
                    <a:pt x="6352736" y="1533378"/>
                    <a:pt x="6381262" y="1524196"/>
                    <a:pt x="6405751" y="1499707"/>
                  </a:cubicBezTo>
                  <a:lnTo>
                    <a:pt x="6491394" y="1572065"/>
                  </a:lnTo>
                  <a:cubicBezTo>
                    <a:pt x="6446521" y="1628140"/>
                    <a:pt x="6378201" y="1648525"/>
                    <a:pt x="6317046" y="1648525"/>
                  </a:cubicBezTo>
                  <a:cubicBezTo>
                    <a:pt x="6176369" y="1648525"/>
                    <a:pt x="6095805" y="1540478"/>
                    <a:pt x="6095805" y="1398759"/>
                  </a:cubicBezTo>
                  <a:cubicBezTo>
                    <a:pt x="6095805" y="1244795"/>
                    <a:pt x="6190632" y="1146908"/>
                    <a:pt x="6308905" y="1146908"/>
                  </a:cubicBezTo>
                  <a:cubicBezTo>
                    <a:pt x="6435319" y="1146908"/>
                    <a:pt x="6512821" y="1258016"/>
                    <a:pt x="6512821" y="1396675"/>
                  </a:cubicBezTo>
                  <a:close/>
                  <a:moveTo>
                    <a:pt x="6221177" y="1344767"/>
                  </a:moveTo>
                  <a:lnTo>
                    <a:pt x="6392465" y="1344767"/>
                  </a:lnTo>
                  <a:cubicBezTo>
                    <a:pt x="6388361" y="1290711"/>
                    <a:pt x="6353713" y="1254044"/>
                    <a:pt x="6304802" y="1254044"/>
                  </a:cubicBezTo>
                  <a:cubicBezTo>
                    <a:pt x="6246708" y="1254044"/>
                    <a:pt x="6224238" y="1305039"/>
                    <a:pt x="6221177" y="1344767"/>
                  </a:cubicBezTo>
                  <a:close/>
                  <a:moveTo>
                    <a:pt x="5978509" y="1467143"/>
                  </a:moveTo>
                  <a:lnTo>
                    <a:pt x="6058031" y="1542561"/>
                  </a:lnTo>
                  <a:cubicBezTo>
                    <a:pt x="6017261" y="1594534"/>
                    <a:pt x="5961185" y="1648590"/>
                    <a:pt x="5866359" y="1648590"/>
                  </a:cubicBezTo>
                  <a:cubicBezTo>
                    <a:pt x="5734865" y="1648590"/>
                    <a:pt x="5637954" y="1543604"/>
                    <a:pt x="5637954" y="1398823"/>
                  </a:cubicBezTo>
                  <a:cubicBezTo>
                    <a:pt x="5637954" y="1266288"/>
                    <a:pt x="5718518" y="1146973"/>
                    <a:pt x="5868378" y="1146973"/>
                  </a:cubicBezTo>
                  <a:cubicBezTo>
                    <a:pt x="5954021" y="1146973"/>
                    <a:pt x="6013157" y="1185724"/>
                    <a:pt x="6056989" y="1250983"/>
                  </a:cubicBezTo>
                  <a:lnTo>
                    <a:pt x="5975448" y="1333565"/>
                  </a:lnTo>
                  <a:cubicBezTo>
                    <a:pt x="5946922" y="1295856"/>
                    <a:pt x="5916312" y="1266288"/>
                    <a:pt x="5867401" y="1266288"/>
                  </a:cubicBezTo>
                  <a:cubicBezTo>
                    <a:pt x="5801100" y="1266288"/>
                    <a:pt x="5766452" y="1322363"/>
                    <a:pt x="5766452" y="1396804"/>
                  </a:cubicBezTo>
                  <a:cubicBezTo>
                    <a:pt x="5766452" y="1466101"/>
                    <a:pt x="5797062" y="1528299"/>
                    <a:pt x="5868378" y="1528299"/>
                  </a:cubicBezTo>
                  <a:cubicBezTo>
                    <a:pt x="5912209" y="1528299"/>
                    <a:pt x="5948941" y="1504852"/>
                    <a:pt x="5978509" y="1467143"/>
                  </a:cubicBezTo>
                  <a:close/>
                  <a:moveTo>
                    <a:pt x="4869246" y="667825"/>
                  </a:moveTo>
                  <a:lnTo>
                    <a:pt x="4750973" y="667825"/>
                  </a:lnTo>
                  <a:lnTo>
                    <a:pt x="4750973" y="634153"/>
                  </a:lnTo>
                  <a:cubicBezTo>
                    <a:pt x="4724466" y="663721"/>
                    <a:pt x="4681676" y="677984"/>
                    <a:pt x="4638822" y="677984"/>
                  </a:cubicBezTo>
                  <a:cubicBezTo>
                    <a:pt x="4514427" y="677984"/>
                    <a:pt x="4467535" y="588238"/>
                    <a:pt x="4467535" y="458763"/>
                  </a:cubicBezTo>
                  <a:lnTo>
                    <a:pt x="4467535" y="186527"/>
                  </a:lnTo>
                  <a:lnTo>
                    <a:pt x="4587827" y="186527"/>
                  </a:lnTo>
                  <a:lnTo>
                    <a:pt x="4587827" y="448538"/>
                  </a:lnTo>
                  <a:cubicBezTo>
                    <a:pt x="4587827" y="513797"/>
                    <a:pt x="4601113" y="562708"/>
                    <a:pt x="4668390" y="562708"/>
                  </a:cubicBezTo>
                  <a:cubicBezTo>
                    <a:pt x="4735668" y="562708"/>
                    <a:pt x="4748954" y="511712"/>
                    <a:pt x="4748954" y="452576"/>
                  </a:cubicBezTo>
                  <a:lnTo>
                    <a:pt x="4748954" y="186462"/>
                  </a:lnTo>
                  <a:lnTo>
                    <a:pt x="4869246" y="186462"/>
                  </a:lnTo>
                  <a:lnTo>
                    <a:pt x="4869246" y="667695"/>
                  </a:lnTo>
                  <a:close/>
                  <a:moveTo>
                    <a:pt x="5244449" y="527083"/>
                  </a:moveTo>
                  <a:lnTo>
                    <a:pt x="5227125" y="649458"/>
                  </a:lnTo>
                  <a:cubicBezTo>
                    <a:pt x="5202637" y="668802"/>
                    <a:pt x="5157829" y="677984"/>
                    <a:pt x="5128261" y="677984"/>
                  </a:cubicBezTo>
                  <a:cubicBezTo>
                    <a:pt x="5054861" y="677984"/>
                    <a:pt x="4997744" y="622951"/>
                    <a:pt x="4997744" y="535224"/>
                  </a:cubicBezTo>
                  <a:lnTo>
                    <a:pt x="4997744" y="301739"/>
                  </a:lnTo>
                  <a:lnTo>
                    <a:pt x="4928447" y="301739"/>
                  </a:lnTo>
                  <a:lnTo>
                    <a:pt x="4928447" y="186527"/>
                  </a:lnTo>
                  <a:lnTo>
                    <a:pt x="4997744" y="186527"/>
                  </a:lnTo>
                  <a:lnTo>
                    <a:pt x="4997744" y="61155"/>
                  </a:lnTo>
                  <a:lnTo>
                    <a:pt x="5118035" y="0"/>
                  </a:lnTo>
                  <a:lnTo>
                    <a:pt x="5118035" y="186592"/>
                  </a:lnTo>
                  <a:lnTo>
                    <a:pt x="5232205" y="186592"/>
                  </a:lnTo>
                  <a:lnTo>
                    <a:pt x="5232205" y="301804"/>
                  </a:lnTo>
                  <a:lnTo>
                    <a:pt x="5118035" y="301804"/>
                  </a:lnTo>
                  <a:lnTo>
                    <a:pt x="5118035" y="503701"/>
                  </a:lnTo>
                  <a:cubicBezTo>
                    <a:pt x="5118035" y="545514"/>
                    <a:pt x="5135360" y="560819"/>
                    <a:pt x="5164928" y="560819"/>
                  </a:cubicBezTo>
                  <a:cubicBezTo>
                    <a:pt x="5194496" y="560819"/>
                    <a:pt x="5225106" y="545514"/>
                    <a:pt x="5244449" y="527148"/>
                  </a:cubicBezTo>
                  <a:close/>
                  <a:moveTo>
                    <a:pt x="3417407" y="667825"/>
                  </a:moveTo>
                  <a:lnTo>
                    <a:pt x="3297116" y="667825"/>
                  </a:lnTo>
                  <a:lnTo>
                    <a:pt x="3297116" y="405814"/>
                  </a:lnTo>
                  <a:cubicBezTo>
                    <a:pt x="3297116" y="340555"/>
                    <a:pt x="3282853" y="292621"/>
                    <a:pt x="3215575" y="292621"/>
                  </a:cubicBezTo>
                  <a:cubicBezTo>
                    <a:pt x="3148298" y="292621"/>
                    <a:pt x="3132993" y="336452"/>
                    <a:pt x="3132993" y="402753"/>
                  </a:cubicBezTo>
                  <a:lnTo>
                    <a:pt x="3132993" y="667825"/>
                  </a:lnTo>
                  <a:lnTo>
                    <a:pt x="3012701" y="667825"/>
                  </a:lnTo>
                  <a:lnTo>
                    <a:pt x="3012701" y="61221"/>
                  </a:lnTo>
                  <a:lnTo>
                    <a:pt x="3132993" y="65"/>
                  </a:lnTo>
                  <a:lnTo>
                    <a:pt x="3132993" y="220264"/>
                  </a:lnTo>
                  <a:cubicBezTo>
                    <a:pt x="3159500" y="193756"/>
                    <a:pt x="3192129" y="176432"/>
                    <a:pt x="3246186" y="176432"/>
                  </a:cubicBezTo>
                  <a:cubicBezTo>
                    <a:pt x="3373641" y="176432"/>
                    <a:pt x="3417473" y="274320"/>
                    <a:pt x="3417473" y="396631"/>
                  </a:cubicBezTo>
                  <a:lnTo>
                    <a:pt x="3417473" y="667825"/>
                  </a:lnTo>
                  <a:close/>
                  <a:moveTo>
                    <a:pt x="5564554" y="1638365"/>
                  </a:moveTo>
                  <a:lnTo>
                    <a:pt x="5440160" y="1638365"/>
                  </a:lnTo>
                  <a:lnTo>
                    <a:pt x="5440160" y="1376355"/>
                  </a:lnTo>
                  <a:cubicBezTo>
                    <a:pt x="5440160" y="1309077"/>
                    <a:pt x="5424855" y="1264204"/>
                    <a:pt x="5357577" y="1264204"/>
                  </a:cubicBezTo>
                  <a:cubicBezTo>
                    <a:pt x="5294337" y="1264204"/>
                    <a:pt x="5273952" y="1301913"/>
                    <a:pt x="5273952" y="1373293"/>
                  </a:cubicBezTo>
                  <a:lnTo>
                    <a:pt x="5273952" y="1638365"/>
                  </a:lnTo>
                  <a:lnTo>
                    <a:pt x="5149558" y="1638365"/>
                  </a:lnTo>
                  <a:lnTo>
                    <a:pt x="5149558" y="1157133"/>
                  </a:lnTo>
                  <a:lnTo>
                    <a:pt x="5273952" y="1157133"/>
                  </a:lnTo>
                  <a:lnTo>
                    <a:pt x="5273952" y="1189762"/>
                  </a:lnTo>
                  <a:cubicBezTo>
                    <a:pt x="5299418" y="1164297"/>
                    <a:pt x="5337192" y="1146973"/>
                    <a:pt x="5391183" y="1146973"/>
                  </a:cubicBezTo>
                  <a:cubicBezTo>
                    <a:pt x="5521700" y="1146973"/>
                    <a:pt x="5564490" y="1247922"/>
                    <a:pt x="5564490" y="1366195"/>
                  </a:cubicBezTo>
                  <a:lnTo>
                    <a:pt x="5564490" y="1638430"/>
                  </a:lnTo>
                  <a:close/>
                  <a:moveTo>
                    <a:pt x="4008772" y="1115386"/>
                  </a:moveTo>
                  <a:cubicBezTo>
                    <a:pt x="4048565" y="1115386"/>
                    <a:pt x="4080152" y="1083798"/>
                    <a:pt x="4080152" y="1044005"/>
                  </a:cubicBezTo>
                  <a:cubicBezTo>
                    <a:pt x="4080152" y="1004212"/>
                    <a:pt x="4048565" y="972624"/>
                    <a:pt x="4008772" y="972624"/>
                  </a:cubicBezTo>
                  <a:cubicBezTo>
                    <a:pt x="3968978" y="972624"/>
                    <a:pt x="3937391" y="1004212"/>
                    <a:pt x="3937391" y="1044005"/>
                  </a:cubicBezTo>
                  <a:cubicBezTo>
                    <a:pt x="3937391" y="1083798"/>
                    <a:pt x="3968978" y="1115386"/>
                    <a:pt x="4008772" y="1115386"/>
                  </a:cubicBezTo>
                  <a:close/>
                  <a:moveTo>
                    <a:pt x="829864" y="1115386"/>
                  </a:moveTo>
                  <a:cubicBezTo>
                    <a:pt x="869657" y="1115386"/>
                    <a:pt x="901244" y="1083798"/>
                    <a:pt x="901244" y="1044005"/>
                  </a:cubicBezTo>
                  <a:cubicBezTo>
                    <a:pt x="901244" y="1004212"/>
                    <a:pt x="869657" y="972624"/>
                    <a:pt x="829864" y="972624"/>
                  </a:cubicBezTo>
                  <a:cubicBezTo>
                    <a:pt x="790070" y="972624"/>
                    <a:pt x="758483" y="1004212"/>
                    <a:pt x="758483" y="1044005"/>
                  </a:cubicBezTo>
                  <a:cubicBezTo>
                    <a:pt x="758483" y="1083798"/>
                    <a:pt x="790070" y="1115386"/>
                    <a:pt x="829864" y="1115386"/>
                  </a:cubicBezTo>
                  <a:close/>
                  <a:moveTo>
                    <a:pt x="6512756" y="426134"/>
                  </a:moveTo>
                  <a:cubicBezTo>
                    <a:pt x="6512756" y="441439"/>
                    <a:pt x="6511714" y="460782"/>
                    <a:pt x="6510737" y="467946"/>
                  </a:cubicBezTo>
                  <a:lnTo>
                    <a:pt x="6219158" y="467946"/>
                  </a:lnTo>
                  <a:cubicBezTo>
                    <a:pt x="6224238" y="535224"/>
                    <a:pt x="6270154" y="562773"/>
                    <a:pt x="6322126" y="562773"/>
                  </a:cubicBezTo>
                  <a:cubicBezTo>
                    <a:pt x="6352736" y="562773"/>
                    <a:pt x="6381262" y="553590"/>
                    <a:pt x="6405751" y="529102"/>
                  </a:cubicBezTo>
                  <a:lnTo>
                    <a:pt x="6491394" y="601459"/>
                  </a:lnTo>
                  <a:cubicBezTo>
                    <a:pt x="6446521" y="657535"/>
                    <a:pt x="6378201" y="677919"/>
                    <a:pt x="6317046" y="677919"/>
                  </a:cubicBezTo>
                  <a:cubicBezTo>
                    <a:pt x="6176369" y="677919"/>
                    <a:pt x="6095805" y="569872"/>
                    <a:pt x="6095805" y="428153"/>
                  </a:cubicBezTo>
                  <a:cubicBezTo>
                    <a:pt x="6095805" y="274190"/>
                    <a:pt x="6190632" y="176302"/>
                    <a:pt x="6308905" y="176302"/>
                  </a:cubicBezTo>
                  <a:cubicBezTo>
                    <a:pt x="6435319" y="176302"/>
                    <a:pt x="6512821" y="287411"/>
                    <a:pt x="6512821" y="426069"/>
                  </a:cubicBezTo>
                  <a:close/>
                  <a:moveTo>
                    <a:pt x="6221177" y="374162"/>
                  </a:moveTo>
                  <a:lnTo>
                    <a:pt x="6392465" y="374162"/>
                  </a:lnTo>
                  <a:cubicBezTo>
                    <a:pt x="6388361" y="320105"/>
                    <a:pt x="6353713" y="283438"/>
                    <a:pt x="6304802" y="283438"/>
                  </a:cubicBezTo>
                  <a:cubicBezTo>
                    <a:pt x="6246708" y="283438"/>
                    <a:pt x="6224238" y="334433"/>
                    <a:pt x="6221177" y="374162"/>
                  </a:cubicBezTo>
                  <a:close/>
                  <a:moveTo>
                    <a:pt x="5702235" y="667825"/>
                  </a:moveTo>
                  <a:lnTo>
                    <a:pt x="5583963" y="667825"/>
                  </a:lnTo>
                  <a:lnTo>
                    <a:pt x="5583963" y="634153"/>
                  </a:lnTo>
                  <a:cubicBezTo>
                    <a:pt x="5557456" y="663721"/>
                    <a:pt x="5514666" y="677984"/>
                    <a:pt x="5471812" y="677984"/>
                  </a:cubicBezTo>
                  <a:cubicBezTo>
                    <a:pt x="5347417" y="677984"/>
                    <a:pt x="5300525" y="588238"/>
                    <a:pt x="5300525" y="458763"/>
                  </a:cubicBezTo>
                  <a:lnTo>
                    <a:pt x="5300525" y="186527"/>
                  </a:lnTo>
                  <a:lnTo>
                    <a:pt x="5420817" y="186527"/>
                  </a:lnTo>
                  <a:lnTo>
                    <a:pt x="5420817" y="448538"/>
                  </a:lnTo>
                  <a:cubicBezTo>
                    <a:pt x="5420817" y="513797"/>
                    <a:pt x="5434103" y="562708"/>
                    <a:pt x="5501380" y="562708"/>
                  </a:cubicBezTo>
                  <a:cubicBezTo>
                    <a:pt x="5568657" y="562708"/>
                    <a:pt x="5581944" y="511712"/>
                    <a:pt x="5581944" y="452576"/>
                  </a:cubicBezTo>
                  <a:lnTo>
                    <a:pt x="5581944" y="186462"/>
                  </a:lnTo>
                  <a:lnTo>
                    <a:pt x="5702235" y="186462"/>
                  </a:lnTo>
                  <a:lnTo>
                    <a:pt x="5702235" y="667695"/>
                  </a:lnTo>
                  <a:close/>
                  <a:moveTo>
                    <a:pt x="3895579" y="426134"/>
                  </a:moveTo>
                  <a:cubicBezTo>
                    <a:pt x="3895579" y="441439"/>
                    <a:pt x="3894537" y="460782"/>
                    <a:pt x="3893560" y="467946"/>
                  </a:cubicBezTo>
                  <a:lnTo>
                    <a:pt x="3601981" y="467946"/>
                  </a:lnTo>
                  <a:cubicBezTo>
                    <a:pt x="3607061" y="535224"/>
                    <a:pt x="3652976" y="562773"/>
                    <a:pt x="3704949" y="562773"/>
                  </a:cubicBezTo>
                  <a:cubicBezTo>
                    <a:pt x="3735559" y="562773"/>
                    <a:pt x="3764085" y="553590"/>
                    <a:pt x="3788573" y="529102"/>
                  </a:cubicBezTo>
                  <a:lnTo>
                    <a:pt x="3874217" y="601459"/>
                  </a:lnTo>
                  <a:cubicBezTo>
                    <a:pt x="3829343" y="657535"/>
                    <a:pt x="3761024" y="677919"/>
                    <a:pt x="3699868" y="677919"/>
                  </a:cubicBezTo>
                  <a:cubicBezTo>
                    <a:pt x="3559192" y="677919"/>
                    <a:pt x="3478628" y="569872"/>
                    <a:pt x="3478628" y="428153"/>
                  </a:cubicBezTo>
                  <a:cubicBezTo>
                    <a:pt x="3478628" y="274190"/>
                    <a:pt x="3573455" y="176302"/>
                    <a:pt x="3691727" y="176302"/>
                  </a:cubicBezTo>
                  <a:cubicBezTo>
                    <a:pt x="3818141" y="176302"/>
                    <a:pt x="3895644" y="287411"/>
                    <a:pt x="3895644" y="426069"/>
                  </a:cubicBezTo>
                  <a:close/>
                  <a:moveTo>
                    <a:pt x="3604000" y="374162"/>
                  </a:moveTo>
                  <a:lnTo>
                    <a:pt x="3775287" y="374162"/>
                  </a:lnTo>
                  <a:cubicBezTo>
                    <a:pt x="3771184" y="320105"/>
                    <a:pt x="3736536" y="283438"/>
                    <a:pt x="3687624" y="283438"/>
                  </a:cubicBezTo>
                  <a:cubicBezTo>
                    <a:pt x="3629530" y="283438"/>
                    <a:pt x="3607061" y="334433"/>
                    <a:pt x="3604000" y="374162"/>
                  </a:cubicBezTo>
                  <a:close/>
                  <a:moveTo>
                    <a:pt x="4579686" y="1638365"/>
                  </a:moveTo>
                  <a:lnTo>
                    <a:pt x="4455291" y="1638365"/>
                  </a:lnTo>
                  <a:lnTo>
                    <a:pt x="4455291" y="1606778"/>
                  </a:lnTo>
                  <a:cubicBezTo>
                    <a:pt x="4414521" y="1636346"/>
                    <a:pt x="4390032" y="1648590"/>
                    <a:pt x="4346201" y="1648590"/>
                  </a:cubicBezTo>
                  <a:cubicBezTo>
                    <a:pt x="4207543" y="1648590"/>
                    <a:pt x="4148406" y="1528299"/>
                    <a:pt x="4148406" y="1393678"/>
                  </a:cubicBezTo>
                  <a:cubicBezTo>
                    <a:pt x="4148406" y="1247856"/>
                    <a:pt x="4217703" y="1146973"/>
                    <a:pt x="4343140" y="1146973"/>
                  </a:cubicBezTo>
                  <a:cubicBezTo>
                    <a:pt x="4384952" y="1146973"/>
                    <a:pt x="4424681" y="1158175"/>
                    <a:pt x="4455291" y="1185724"/>
                  </a:cubicBezTo>
                  <a:lnTo>
                    <a:pt x="4455291" y="1031761"/>
                  </a:lnTo>
                  <a:lnTo>
                    <a:pt x="4579686" y="969564"/>
                  </a:lnTo>
                  <a:lnTo>
                    <a:pt x="4579686" y="1638365"/>
                  </a:lnTo>
                  <a:close/>
                  <a:moveTo>
                    <a:pt x="4455356" y="1489547"/>
                  </a:moveTo>
                  <a:lnTo>
                    <a:pt x="4455356" y="1306016"/>
                  </a:lnTo>
                  <a:cubicBezTo>
                    <a:pt x="4428849" y="1277490"/>
                    <a:pt x="4403384" y="1264204"/>
                    <a:pt x="4368670" y="1264204"/>
                  </a:cubicBezTo>
                  <a:cubicBezTo>
                    <a:pt x="4296313" y="1264204"/>
                    <a:pt x="4278924" y="1321321"/>
                    <a:pt x="4278924" y="1389575"/>
                  </a:cubicBezTo>
                  <a:cubicBezTo>
                    <a:pt x="4278924" y="1467078"/>
                    <a:pt x="4301328" y="1531294"/>
                    <a:pt x="4371731" y="1531294"/>
                  </a:cubicBezTo>
                  <a:cubicBezTo>
                    <a:pt x="4406380" y="1531294"/>
                    <a:pt x="4430868" y="1515989"/>
                    <a:pt x="4455356" y="1489482"/>
                  </a:cubicBezTo>
                  <a:close/>
                  <a:moveTo>
                    <a:pt x="3945532" y="1157198"/>
                  </a:moveTo>
                  <a:lnTo>
                    <a:pt x="3945532" y="1638430"/>
                  </a:lnTo>
                  <a:lnTo>
                    <a:pt x="4069927" y="1638430"/>
                  </a:lnTo>
                  <a:lnTo>
                    <a:pt x="4069927" y="1157198"/>
                  </a:lnTo>
                  <a:lnTo>
                    <a:pt x="3945532" y="1157198"/>
                  </a:lnTo>
                  <a:close/>
                  <a:moveTo>
                    <a:pt x="3873175" y="985911"/>
                  </a:moveTo>
                  <a:lnTo>
                    <a:pt x="3873175" y="1085817"/>
                  </a:lnTo>
                  <a:cubicBezTo>
                    <a:pt x="3854809" y="1079695"/>
                    <a:pt x="3830386" y="1076634"/>
                    <a:pt x="3812019" y="1076634"/>
                  </a:cubicBezTo>
                  <a:cubicBezTo>
                    <a:pt x="3776329" y="1076634"/>
                    <a:pt x="3760047" y="1087836"/>
                    <a:pt x="3760047" y="1118447"/>
                  </a:cubicBezTo>
                  <a:lnTo>
                    <a:pt x="3760047" y="1157198"/>
                  </a:lnTo>
                  <a:lnTo>
                    <a:pt x="3863015" y="1157198"/>
                  </a:lnTo>
                  <a:lnTo>
                    <a:pt x="3863015" y="1273452"/>
                  </a:lnTo>
                  <a:lnTo>
                    <a:pt x="3760047" y="1273452"/>
                  </a:lnTo>
                  <a:lnTo>
                    <a:pt x="3760047" y="1638430"/>
                  </a:lnTo>
                  <a:lnTo>
                    <a:pt x="3635652" y="1638430"/>
                  </a:lnTo>
                  <a:lnTo>
                    <a:pt x="3635652" y="1273452"/>
                  </a:lnTo>
                  <a:lnTo>
                    <a:pt x="3568375" y="1273452"/>
                  </a:lnTo>
                  <a:lnTo>
                    <a:pt x="3568375" y="1157198"/>
                  </a:lnTo>
                  <a:lnTo>
                    <a:pt x="3635652" y="1157198"/>
                  </a:lnTo>
                  <a:lnTo>
                    <a:pt x="3635652" y="1099104"/>
                  </a:lnTo>
                  <a:cubicBezTo>
                    <a:pt x="3635652" y="1009357"/>
                    <a:pt x="3691727" y="972690"/>
                    <a:pt x="3782451" y="972690"/>
                  </a:cubicBezTo>
                  <a:cubicBezTo>
                    <a:pt x="3808958" y="972690"/>
                    <a:pt x="3847710" y="975751"/>
                    <a:pt x="3873175" y="985976"/>
                  </a:cubicBezTo>
                  <a:close/>
                  <a:moveTo>
                    <a:pt x="3507154" y="1638365"/>
                  </a:moveTo>
                  <a:lnTo>
                    <a:pt x="3382759" y="1638365"/>
                  </a:lnTo>
                  <a:lnTo>
                    <a:pt x="3382759" y="1376355"/>
                  </a:lnTo>
                  <a:cubicBezTo>
                    <a:pt x="3382759" y="1309077"/>
                    <a:pt x="3367454" y="1264204"/>
                    <a:pt x="3300177" y="1264204"/>
                  </a:cubicBezTo>
                  <a:cubicBezTo>
                    <a:pt x="3236937" y="1264204"/>
                    <a:pt x="3216552" y="1301913"/>
                    <a:pt x="3216552" y="1373293"/>
                  </a:cubicBezTo>
                  <a:lnTo>
                    <a:pt x="3216552" y="1638365"/>
                  </a:lnTo>
                  <a:lnTo>
                    <a:pt x="3092157" y="1638365"/>
                  </a:lnTo>
                  <a:lnTo>
                    <a:pt x="3092157" y="1157133"/>
                  </a:lnTo>
                  <a:lnTo>
                    <a:pt x="3216552" y="1157133"/>
                  </a:lnTo>
                  <a:lnTo>
                    <a:pt x="3216552" y="1189762"/>
                  </a:lnTo>
                  <a:cubicBezTo>
                    <a:pt x="3242017" y="1164297"/>
                    <a:pt x="3279792" y="1146973"/>
                    <a:pt x="3333783" y="1146973"/>
                  </a:cubicBezTo>
                  <a:cubicBezTo>
                    <a:pt x="3464300" y="1146973"/>
                    <a:pt x="3507089" y="1247922"/>
                    <a:pt x="3507089" y="1366195"/>
                  </a:cubicBezTo>
                  <a:lnTo>
                    <a:pt x="3507089" y="1638430"/>
                  </a:lnTo>
                  <a:close/>
                  <a:moveTo>
                    <a:pt x="2792437" y="1146973"/>
                  </a:moveTo>
                  <a:cubicBezTo>
                    <a:pt x="2653779" y="1146973"/>
                    <a:pt x="2567094" y="1256063"/>
                    <a:pt x="2567094" y="1397782"/>
                  </a:cubicBezTo>
                  <a:cubicBezTo>
                    <a:pt x="2567094" y="1546665"/>
                    <a:pt x="2661920" y="1648590"/>
                    <a:pt x="2792437" y="1648590"/>
                  </a:cubicBezTo>
                  <a:cubicBezTo>
                    <a:pt x="2922954" y="1648590"/>
                    <a:pt x="3017781" y="1546665"/>
                    <a:pt x="3017781" y="1397782"/>
                  </a:cubicBezTo>
                  <a:cubicBezTo>
                    <a:pt x="3017781" y="1248899"/>
                    <a:pt x="2931095" y="1146973"/>
                    <a:pt x="2792437" y="1146973"/>
                  </a:cubicBezTo>
                  <a:close/>
                  <a:moveTo>
                    <a:pt x="2792437" y="1528299"/>
                  </a:moveTo>
                  <a:cubicBezTo>
                    <a:pt x="2712916" y="1528299"/>
                    <a:pt x="2695592" y="1451838"/>
                    <a:pt x="2695592" y="1397782"/>
                  </a:cubicBezTo>
                  <a:cubicBezTo>
                    <a:pt x="2695592" y="1323340"/>
                    <a:pt x="2726202" y="1266288"/>
                    <a:pt x="2792437" y="1266288"/>
                  </a:cubicBezTo>
                  <a:cubicBezTo>
                    <a:pt x="2858673" y="1266288"/>
                    <a:pt x="2889283" y="1323405"/>
                    <a:pt x="2889283" y="1397782"/>
                  </a:cubicBezTo>
                  <a:cubicBezTo>
                    <a:pt x="2889283" y="1451838"/>
                    <a:pt x="2871959" y="1528299"/>
                    <a:pt x="2792437" y="1528299"/>
                  </a:cubicBezTo>
                  <a:close/>
                  <a:moveTo>
                    <a:pt x="2446802" y="1467143"/>
                  </a:moveTo>
                  <a:lnTo>
                    <a:pt x="2526323" y="1542561"/>
                  </a:lnTo>
                  <a:cubicBezTo>
                    <a:pt x="2485553" y="1594534"/>
                    <a:pt x="2429478" y="1648590"/>
                    <a:pt x="2334651" y="1648590"/>
                  </a:cubicBezTo>
                  <a:cubicBezTo>
                    <a:pt x="2203157" y="1648590"/>
                    <a:pt x="2106246" y="1543604"/>
                    <a:pt x="2106246" y="1398823"/>
                  </a:cubicBezTo>
                  <a:cubicBezTo>
                    <a:pt x="2106246" y="1266288"/>
                    <a:pt x="2186810" y="1146973"/>
                    <a:pt x="2336670" y="1146973"/>
                  </a:cubicBezTo>
                  <a:cubicBezTo>
                    <a:pt x="2422314" y="1146973"/>
                    <a:pt x="2481450" y="1185724"/>
                    <a:pt x="2525281" y="1250983"/>
                  </a:cubicBezTo>
                  <a:lnTo>
                    <a:pt x="2443741" y="1333565"/>
                  </a:lnTo>
                  <a:cubicBezTo>
                    <a:pt x="2415215" y="1295856"/>
                    <a:pt x="2384604" y="1266288"/>
                    <a:pt x="2335693" y="1266288"/>
                  </a:cubicBezTo>
                  <a:cubicBezTo>
                    <a:pt x="2269393" y="1266288"/>
                    <a:pt x="2234744" y="1322363"/>
                    <a:pt x="2234744" y="1396804"/>
                  </a:cubicBezTo>
                  <a:cubicBezTo>
                    <a:pt x="2234744" y="1466101"/>
                    <a:pt x="2265355" y="1528299"/>
                    <a:pt x="2336670" y="1528299"/>
                  </a:cubicBezTo>
                  <a:cubicBezTo>
                    <a:pt x="2380501" y="1528299"/>
                    <a:pt x="2417234" y="1504852"/>
                    <a:pt x="2446802" y="1467143"/>
                  </a:cubicBezTo>
                  <a:close/>
                  <a:moveTo>
                    <a:pt x="1803530" y="1638365"/>
                  </a:moveTo>
                  <a:lnTo>
                    <a:pt x="1679135" y="1638365"/>
                  </a:lnTo>
                  <a:lnTo>
                    <a:pt x="1679135" y="1376355"/>
                  </a:lnTo>
                  <a:cubicBezTo>
                    <a:pt x="1679135" y="1309077"/>
                    <a:pt x="1663830" y="1264204"/>
                    <a:pt x="1596553" y="1264204"/>
                  </a:cubicBezTo>
                  <a:cubicBezTo>
                    <a:pt x="1533314" y="1264204"/>
                    <a:pt x="1511951" y="1301913"/>
                    <a:pt x="1511951" y="1373293"/>
                  </a:cubicBezTo>
                  <a:lnTo>
                    <a:pt x="1511951" y="1638365"/>
                  </a:lnTo>
                  <a:lnTo>
                    <a:pt x="1387557" y="1638365"/>
                  </a:lnTo>
                  <a:lnTo>
                    <a:pt x="1387557" y="1031761"/>
                  </a:lnTo>
                  <a:lnTo>
                    <a:pt x="1511951" y="969564"/>
                  </a:lnTo>
                  <a:lnTo>
                    <a:pt x="1511951" y="1189762"/>
                  </a:lnTo>
                  <a:cubicBezTo>
                    <a:pt x="1535398" y="1161236"/>
                    <a:pt x="1584309" y="1146973"/>
                    <a:pt x="1632243" y="1146973"/>
                  </a:cubicBezTo>
                  <a:cubicBezTo>
                    <a:pt x="1758657" y="1146973"/>
                    <a:pt x="1803530" y="1246880"/>
                    <a:pt x="1803530" y="1366195"/>
                  </a:cubicBezTo>
                  <a:lnTo>
                    <a:pt x="1803530" y="1638430"/>
                  </a:lnTo>
                  <a:close/>
                  <a:moveTo>
                    <a:pt x="1311031" y="1493650"/>
                  </a:moveTo>
                  <a:lnTo>
                    <a:pt x="1292665" y="1619022"/>
                  </a:lnTo>
                  <a:cubicBezTo>
                    <a:pt x="1267200" y="1639407"/>
                    <a:pt x="1205979" y="1648590"/>
                    <a:pt x="1173350" y="1648590"/>
                  </a:cubicBezTo>
                  <a:cubicBezTo>
                    <a:pt x="1097931" y="1648590"/>
                    <a:pt x="1043875" y="1588412"/>
                    <a:pt x="1043875" y="1504852"/>
                  </a:cubicBezTo>
                  <a:lnTo>
                    <a:pt x="1043875" y="1273387"/>
                  </a:lnTo>
                  <a:lnTo>
                    <a:pt x="960250" y="1273387"/>
                  </a:lnTo>
                  <a:lnTo>
                    <a:pt x="960250" y="1157133"/>
                  </a:lnTo>
                  <a:lnTo>
                    <a:pt x="1043875" y="1157133"/>
                  </a:lnTo>
                  <a:lnTo>
                    <a:pt x="1043875" y="1031761"/>
                  </a:lnTo>
                  <a:lnTo>
                    <a:pt x="1168270" y="969564"/>
                  </a:lnTo>
                  <a:lnTo>
                    <a:pt x="1168270" y="1157133"/>
                  </a:lnTo>
                  <a:lnTo>
                    <a:pt x="1308947" y="1157133"/>
                  </a:lnTo>
                  <a:lnTo>
                    <a:pt x="1308947" y="1273387"/>
                  </a:lnTo>
                  <a:lnTo>
                    <a:pt x="1168270" y="1273387"/>
                  </a:lnTo>
                  <a:lnTo>
                    <a:pt x="1168270" y="1471181"/>
                  </a:lnTo>
                  <a:cubicBezTo>
                    <a:pt x="1168270" y="1515012"/>
                    <a:pt x="1184552" y="1529275"/>
                    <a:pt x="1214120" y="1529275"/>
                  </a:cubicBezTo>
                  <a:cubicBezTo>
                    <a:pt x="1243688" y="1529275"/>
                    <a:pt x="1289539" y="1513970"/>
                    <a:pt x="1310966" y="1493585"/>
                  </a:cubicBezTo>
                  <a:close/>
                  <a:moveTo>
                    <a:pt x="767666" y="1157198"/>
                  </a:moveTo>
                  <a:lnTo>
                    <a:pt x="767666" y="1638430"/>
                  </a:lnTo>
                  <a:lnTo>
                    <a:pt x="892061" y="1638430"/>
                  </a:lnTo>
                  <a:lnTo>
                    <a:pt x="892061" y="1157198"/>
                  </a:lnTo>
                  <a:lnTo>
                    <a:pt x="767666" y="1157198"/>
                  </a:lnTo>
                  <a:close/>
                  <a:moveTo>
                    <a:pt x="702408" y="1157198"/>
                  </a:moveTo>
                  <a:lnTo>
                    <a:pt x="550529" y="1638430"/>
                  </a:lnTo>
                  <a:lnTo>
                    <a:pt x="436359" y="1638430"/>
                  </a:lnTo>
                  <a:lnTo>
                    <a:pt x="354819" y="1345809"/>
                  </a:lnTo>
                  <a:lnTo>
                    <a:pt x="272236" y="1638430"/>
                  </a:lnTo>
                  <a:lnTo>
                    <a:pt x="158066" y="1638430"/>
                  </a:lnTo>
                  <a:lnTo>
                    <a:pt x="7099" y="1157198"/>
                  </a:lnTo>
                  <a:lnTo>
                    <a:pt x="145757" y="1157198"/>
                  </a:lnTo>
                  <a:lnTo>
                    <a:pt x="218114" y="1436533"/>
                  </a:lnTo>
                  <a:lnTo>
                    <a:pt x="299655" y="1157198"/>
                  </a:lnTo>
                  <a:lnTo>
                    <a:pt x="412848" y="1157198"/>
                  </a:lnTo>
                  <a:lnTo>
                    <a:pt x="494388" y="1436533"/>
                  </a:lnTo>
                  <a:lnTo>
                    <a:pt x="567788" y="1157198"/>
                  </a:lnTo>
                  <a:lnTo>
                    <a:pt x="702343" y="1157198"/>
                  </a:lnTo>
                  <a:close/>
                  <a:moveTo>
                    <a:pt x="4436990" y="16282"/>
                  </a:moveTo>
                  <a:lnTo>
                    <a:pt x="4436990" y="115147"/>
                  </a:lnTo>
                  <a:cubicBezTo>
                    <a:pt x="4409441" y="107983"/>
                    <a:pt x="4391139" y="104921"/>
                    <a:pt x="4374792" y="104921"/>
                  </a:cubicBezTo>
                  <a:cubicBezTo>
                    <a:pt x="4332003" y="104921"/>
                    <a:pt x="4322820" y="120227"/>
                    <a:pt x="4322820" y="144715"/>
                  </a:cubicBezTo>
                  <a:lnTo>
                    <a:pt x="4322820" y="186527"/>
                  </a:lnTo>
                  <a:lnTo>
                    <a:pt x="4404361" y="186527"/>
                  </a:lnTo>
                  <a:lnTo>
                    <a:pt x="4404361" y="302781"/>
                  </a:lnTo>
                  <a:lnTo>
                    <a:pt x="4322820" y="302781"/>
                  </a:lnTo>
                  <a:lnTo>
                    <a:pt x="4322820" y="667759"/>
                  </a:lnTo>
                  <a:lnTo>
                    <a:pt x="4202528" y="667759"/>
                  </a:lnTo>
                  <a:lnTo>
                    <a:pt x="4202528" y="302781"/>
                  </a:lnTo>
                  <a:lnTo>
                    <a:pt x="4143392" y="302781"/>
                  </a:lnTo>
                  <a:lnTo>
                    <a:pt x="4143392" y="186527"/>
                  </a:lnTo>
                  <a:lnTo>
                    <a:pt x="4202528" y="186527"/>
                  </a:lnTo>
                  <a:lnTo>
                    <a:pt x="4202528" y="128433"/>
                  </a:lnTo>
                  <a:cubicBezTo>
                    <a:pt x="4202528" y="44808"/>
                    <a:pt x="4246360" y="2019"/>
                    <a:pt x="4348350" y="2019"/>
                  </a:cubicBezTo>
                  <a:cubicBezTo>
                    <a:pt x="4380980" y="2019"/>
                    <a:pt x="4407487" y="8141"/>
                    <a:pt x="4437055" y="16282"/>
                  </a:cubicBezTo>
                  <a:close/>
                  <a:moveTo>
                    <a:pt x="2957602" y="527083"/>
                  </a:moveTo>
                  <a:lnTo>
                    <a:pt x="2940278" y="649458"/>
                  </a:lnTo>
                  <a:cubicBezTo>
                    <a:pt x="2915790" y="668802"/>
                    <a:pt x="2873001" y="677984"/>
                    <a:pt x="2843433" y="677984"/>
                  </a:cubicBezTo>
                  <a:cubicBezTo>
                    <a:pt x="2770033" y="677984"/>
                    <a:pt x="2712916" y="622951"/>
                    <a:pt x="2712916" y="535224"/>
                  </a:cubicBezTo>
                  <a:lnTo>
                    <a:pt x="2712916" y="301739"/>
                  </a:lnTo>
                  <a:lnTo>
                    <a:pt x="2629291" y="301739"/>
                  </a:lnTo>
                  <a:lnTo>
                    <a:pt x="2629291" y="186527"/>
                  </a:lnTo>
                  <a:lnTo>
                    <a:pt x="2712916" y="186527"/>
                  </a:lnTo>
                  <a:lnTo>
                    <a:pt x="2712916" y="61155"/>
                  </a:lnTo>
                  <a:lnTo>
                    <a:pt x="2833208" y="0"/>
                  </a:lnTo>
                  <a:lnTo>
                    <a:pt x="2833208" y="186592"/>
                  </a:lnTo>
                  <a:lnTo>
                    <a:pt x="2945358" y="186592"/>
                  </a:lnTo>
                  <a:lnTo>
                    <a:pt x="2945358" y="301804"/>
                  </a:lnTo>
                  <a:lnTo>
                    <a:pt x="2833208" y="301804"/>
                  </a:lnTo>
                  <a:lnTo>
                    <a:pt x="2833208" y="503701"/>
                  </a:lnTo>
                  <a:cubicBezTo>
                    <a:pt x="2833208" y="545514"/>
                    <a:pt x="2850532" y="560819"/>
                    <a:pt x="2880100" y="560819"/>
                  </a:cubicBezTo>
                  <a:cubicBezTo>
                    <a:pt x="2909668" y="560819"/>
                    <a:pt x="2938194" y="545514"/>
                    <a:pt x="2957602" y="527148"/>
                  </a:cubicBezTo>
                  <a:close/>
                  <a:moveTo>
                    <a:pt x="2397891" y="426134"/>
                  </a:moveTo>
                  <a:cubicBezTo>
                    <a:pt x="2397891" y="441439"/>
                    <a:pt x="2396849" y="460782"/>
                    <a:pt x="2395872" y="467946"/>
                  </a:cubicBezTo>
                  <a:lnTo>
                    <a:pt x="2114453" y="467946"/>
                  </a:lnTo>
                  <a:cubicBezTo>
                    <a:pt x="2119533" y="535224"/>
                    <a:pt x="2166425" y="562773"/>
                    <a:pt x="2218462" y="562773"/>
                  </a:cubicBezTo>
                  <a:cubicBezTo>
                    <a:pt x="2249073" y="562773"/>
                    <a:pt x="2276557" y="553590"/>
                    <a:pt x="2301045" y="529102"/>
                  </a:cubicBezTo>
                  <a:lnTo>
                    <a:pt x="2386689" y="601459"/>
                  </a:lnTo>
                  <a:cubicBezTo>
                    <a:pt x="2346895" y="654473"/>
                    <a:pt x="2274538" y="677919"/>
                    <a:pt x="2210321" y="677919"/>
                  </a:cubicBezTo>
                  <a:cubicBezTo>
                    <a:pt x="2072705" y="677919"/>
                    <a:pt x="1991100" y="569872"/>
                    <a:pt x="1991100" y="429130"/>
                  </a:cubicBezTo>
                  <a:cubicBezTo>
                    <a:pt x="1991100" y="288388"/>
                    <a:pt x="2079804" y="176302"/>
                    <a:pt x="2205176" y="176302"/>
                  </a:cubicBezTo>
                  <a:cubicBezTo>
                    <a:pt x="2339731" y="176302"/>
                    <a:pt x="2397891" y="298678"/>
                    <a:pt x="2397891" y="426069"/>
                  </a:cubicBezTo>
                  <a:close/>
                  <a:moveTo>
                    <a:pt x="2116472" y="374162"/>
                  </a:moveTo>
                  <a:lnTo>
                    <a:pt x="2287759" y="374162"/>
                  </a:lnTo>
                  <a:cubicBezTo>
                    <a:pt x="2282679" y="320105"/>
                    <a:pt x="2251027" y="283438"/>
                    <a:pt x="2199054" y="283438"/>
                  </a:cubicBezTo>
                  <a:cubicBezTo>
                    <a:pt x="2144021" y="283438"/>
                    <a:pt x="2119533" y="334433"/>
                    <a:pt x="2116472" y="374162"/>
                  </a:cubicBezTo>
                  <a:close/>
                  <a:moveTo>
                    <a:pt x="1933982" y="428218"/>
                  </a:moveTo>
                  <a:cubicBezTo>
                    <a:pt x="1933982" y="551571"/>
                    <a:pt x="1882987" y="677984"/>
                    <a:pt x="1746413" y="677984"/>
                  </a:cubicBezTo>
                  <a:cubicBezTo>
                    <a:pt x="1693399" y="677984"/>
                    <a:pt x="1660769" y="658642"/>
                    <a:pt x="1639342" y="638191"/>
                  </a:cubicBezTo>
                  <a:lnTo>
                    <a:pt x="1639342" y="784990"/>
                  </a:lnTo>
                  <a:lnTo>
                    <a:pt x="1519050" y="845169"/>
                  </a:lnTo>
                  <a:lnTo>
                    <a:pt x="1519050" y="186527"/>
                  </a:lnTo>
                  <a:lnTo>
                    <a:pt x="1639342" y="186527"/>
                  </a:lnTo>
                  <a:lnTo>
                    <a:pt x="1639342" y="219157"/>
                  </a:lnTo>
                  <a:cubicBezTo>
                    <a:pt x="1670929" y="190630"/>
                    <a:pt x="1703559" y="176367"/>
                    <a:pt x="1748432" y="176367"/>
                  </a:cubicBezTo>
                  <a:cubicBezTo>
                    <a:pt x="1877907" y="176367"/>
                    <a:pt x="1933982" y="298743"/>
                    <a:pt x="1933982" y="428218"/>
                  </a:cubicBezTo>
                  <a:close/>
                  <a:moveTo>
                    <a:pt x="1809587" y="434340"/>
                  </a:moveTo>
                  <a:cubicBezTo>
                    <a:pt x="1809587" y="364002"/>
                    <a:pt x="1791221" y="292621"/>
                    <a:pt x="1718864" y="292621"/>
                  </a:cubicBezTo>
                  <a:cubicBezTo>
                    <a:pt x="1685193" y="292621"/>
                    <a:pt x="1658685" y="307926"/>
                    <a:pt x="1639342" y="335410"/>
                  </a:cubicBezTo>
                  <a:lnTo>
                    <a:pt x="1639342" y="518942"/>
                  </a:lnTo>
                  <a:cubicBezTo>
                    <a:pt x="1658685" y="546491"/>
                    <a:pt x="1691315" y="562773"/>
                    <a:pt x="1726028" y="562773"/>
                  </a:cubicBezTo>
                  <a:cubicBezTo>
                    <a:pt x="1793305" y="562773"/>
                    <a:pt x="1809652" y="501618"/>
                    <a:pt x="1809652" y="434340"/>
                  </a:cubicBezTo>
                  <a:close/>
                  <a:moveTo>
                    <a:pt x="1435426" y="667825"/>
                  </a:moveTo>
                  <a:lnTo>
                    <a:pt x="1315134" y="667825"/>
                  </a:lnTo>
                  <a:lnTo>
                    <a:pt x="1315134" y="634153"/>
                  </a:lnTo>
                  <a:cubicBezTo>
                    <a:pt x="1286608" y="662680"/>
                    <a:pt x="1249876" y="677984"/>
                    <a:pt x="1202983" y="677984"/>
                  </a:cubicBezTo>
                  <a:cubicBezTo>
                    <a:pt x="1108157" y="677984"/>
                    <a:pt x="1033715" y="616829"/>
                    <a:pt x="1033715" y="510800"/>
                  </a:cubicBezTo>
                  <a:cubicBezTo>
                    <a:pt x="1033715" y="404772"/>
                    <a:pt x="1106072" y="348696"/>
                    <a:pt x="1221284" y="348696"/>
                  </a:cubicBezTo>
                  <a:cubicBezTo>
                    <a:pt x="1251894" y="348696"/>
                    <a:pt x="1283482" y="352799"/>
                    <a:pt x="1315069" y="368040"/>
                  </a:cubicBezTo>
                  <a:lnTo>
                    <a:pt x="1315069" y="342574"/>
                  </a:lnTo>
                  <a:cubicBezTo>
                    <a:pt x="1315069" y="297701"/>
                    <a:pt x="1285501" y="279335"/>
                    <a:pt x="1232486" y="279335"/>
                  </a:cubicBezTo>
                  <a:cubicBezTo>
                    <a:pt x="1194777" y="279335"/>
                    <a:pt x="1159087" y="288518"/>
                    <a:pt x="1121378" y="310922"/>
                  </a:cubicBezTo>
                  <a:lnTo>
                    <a:pt x="1073443" y="225278"/>
                  </a:lnTo>
                  <a:cubicBezTo>
                    <a:pt x="1125416" y="192649"/>
                    <a:pt x="1175369" y="176367"/>
                    <a:pt x="1239650" y="176367"/>
                  </a:cubicBezTo>
                  <a:cubicBezTo>
                    <a:pt x="1360984" y="176367"/>
                    <a:pt x="1435426" y="235503"/>
                    <a:pt x="1435426" y="344593"/>
                  </a:cubicBezTo>
                  <a:lnTo>
                    <a:pt x="1435426" y="667759"/>
                  </a:lnTo>
                  <a:close/>
                  <a:moveTo>
                    <a:pt x="1315134" y="527083"/>
                  </a:moveTo>
                  <a:lnTo>
                    <a:pt x="1315134" y="465927"/>
                  </a:lnTo>
                  <a:cubicBezTo>
                    <a:pt x="1290646" y="450622"/>
                    <a:pt x="1259059" y="445542"/>
                    <a:pt x="1234570" y="445542"/>
                  </a:cubicBezTo>
                  <a:cubicBezTo>
                    <a:pt x="1181556" y="445542"/>
                    <a:pt x="1156091" y="468988"/>
                    <a:pt x="1156091" y="507740"/>
                  </a:cubicBezTo>
                  <a:cubicBezTo>
                    <a:pt x="1156091" y="544472"/>
                    <a:pt x="1179537" y="574040"/>
                    <a:pt x="1224410" y="574040"/>
                  </a:cubicBezTo>
                  <a:cubicBezTo>
                    <a:pt x="1247857" y="574040"/>
                    <a:pt x="1288627" y="565899"/>
                    <a:pt x="1315134" y="527148"/>
                  </a:cubicBezTo>
                  <a:close/>
                  <a:moveTo>
                    <a:pt x="967480" y="667825"/>
                  </a:moveTo>
                  <a:lnTo>
                    <a:pt x="847188" y="667825"/>
                  </a:lnTo>
                  <a:lnTo>
                    <a:pt x="847188" y="405814"/>
                  </a:lnTo>
                  <a:cubicBezTo>
                    <a:pt x="847188" y="340555"/>
                    <a:pt x="832925" y="292621"/>
                    <a:pt x="765647" y="292621"/>
                  </a:cubicBezTo>
                  <a:cubicBezTo>
                    <a:pt x="698370" y="292621"/>
                    <a:pt x="683065" y="336452"/>
                    <a:pt x="683065" y="402753"/>
                  </a:cubicBezTo>
                  <a:lnTo>
                    <a:pt x="683065" y="667825"/>
                  </a:lnTo>
                  <a:lnTo>
                    <a:pt x="562773" y="667825"/>
                  </a:lnTo>
                  <a:lnTo>
                    <a:pt x="562773" y="61221"/>
                  </a:lnTo>
                  <a:lnTo>
                    <a:pt x="683065" y="65"/>
                  </a:lnTo>
                  <a:lnTo>
                    <a:pt x="683065" y="220264"/>
                  </a:lnTo>
                  <a:cubicBezTo>
                    <a:pt x="709572" y="193756"/>
                    <a:pt x="742201" y="176432"/>
                    <a:pt x="796258" y="176432"/>
                  </a:cubicBezTo>
                  <a:cubicBezTo>
                    <a:pt x="923713" y="176432"/>
                    <a:pt x="967545" y="274320"/>
                    <a:pt x="967545" y="396631"/>
                  </a:cubicBezTo>
                  <a:lnTo>
                    <a:pt x="967545" y="667825"/>
                  </a:lnTo>
                  <a:close/>
                  <a:moveTo>
                    <a:pt x="496472" y="475110"/>
                  </a:moveTo>
                  <a:cubicBezTo>
                    <a:pt x="496472" y="619890"/>
                    <a:pt x="386341" y="677984"/>
                    <a:pt x="255889" y="677984"/>
                  </a:cubicBezTo>
                  <a:cubicBezTo>
                    <a:pt x="162104" y="677984"/>
                    <a:pt x="58094" y="648416"/>
                    <a:pt x="0" y="562773"/>
                  </a:cubicBezTo>
                  <a:lnTo>
                    <a:pt x="89747" y="483251"/>
                  </a:lnTo>
                  <a:cubicBezTo>
                    <a:pt x="131559" y="533205"/>
                    <a:pt x="191672" y="556651"/>
                    <a:pt x="252893" y="556651"/>
                  </a:cubicBezTo>
                  <a:cubicBezTo>
                    <a:pt x="325250" y="556651"/>
                    <a:pt x="367063" y="524022"/>
                    <a:pt x="367063" y="478171"/>
                  </a:cubicBezTo>
                  <a:cubicBezTo>
                    <a:pt x="367063" y="459805"/>
                    <a:pt x="359899" y="441439"/>
                    <a:pt x="329353" y="426199"/>
                  </a:cubicBezTo>
                  <a:cubicBezTo>
                    <a:pt x="306949" y="414997"/>
                    <a:pt x="279400" y="407833"/>
                    <a:pt x="225344" y="394612"/>
                  </a:cubicBezTo>
                  <a:cubicBezTo>
                    <a:pt x="191672" y="386471"/>
                    <a:pt x="122376" y="370124"/>
                    <a:pt x="79522" y="335475"/>
                  </a:cubicBezTo>
                  <a:cubicBezTo>
                    <a:pt x="36732" y="300827"/>
                    <a:pt x="24488" y="250874"/>
                    <a:pt x="24488" y="207042"/>
                  </a:cubicBezTo>
                  <a:cubicBezTo>
                    <a:pt x="24488" y="71445"/>
                    <a:pt x="140742" y="16412"/>
                    <a:pt x="254912" y="16412"/>
                  </a:cubicBezTo>
                  <a:cubicBezTo>
                    <a:pt x="353776" y="16412"/>
                    <a:pt x="425157" y="57182"/>
                    <a:pt x="482274" y="115277"/>
                  </a:cubicBezTo>
                  <a:lnTo>
                    <a:pt x="392528" y="202939"/>
                  </a:lnTo>
                  <a:cubicBezTo>
                    <a:pt x="350715" y="161127"/>
                    <a:pt x="309945" y="137681"/>
                    <a:pt x="246706" y="137681"/>
                  </a:cubicBezTo>
                  <a:cubicBezTo>
                    <a:pt x="192649" y="137681"/>
                    <a:pt x="152921" y="155005"/>
                    <a:pt x="152921" y="199878"/>
                  </a:cubicBezTo>
                  <a:cubicBezTo>
                    <a:pt x="152921" y="219221"/>
                    <a:pt x="160085" y="232508"/>
                    <a:pt x="179428" y="243710"/>
                  </a:cubicBezTo>
                  <a:cubicBezTo>
                    <a:pt x="201832" y="255954"/>
                    <a:pt x="233485" y="265137"/>
                    <a:pt x="282396" y="277381"/>
                  </a:cubicBezTo>
                  <a:cubicBezTo>
                    <a:pt x="340490" y="292686"/>
                    <a:pt x="394547" y="305907"/>
                    <a:pt x="438378" y="341598"/>
                  </a:cubicBezTo>
                  <a:cubicBezTo>
                    <a:pt x="477129" y="373185"/>
                    <a:pt x="496472" y="414997"/>
                    <a:pt x="496472" y="475176"/>
                  </a:cubicBezTo>
                  <a:close/>
                  <a:moveTo>
                    <a:pt x="6100885" y="208996"/>
                  </a:moveTo>
                  <a:lnTo>
                    <a:pt x="6051778" y="329288"/>
                  </a:lnTo>
                  <a:cubicBezTo>
                    <a:pt x="6033413" y="311964"/>
                    <a:pt x="6011985" y="299720"/>
                    <a:pt x="5982482" y="299720"/>
                  </a:cubicBezTo>
                  <a:cubicBezTo>
                    <a:pt x="5925365" y="299720"/>
                    <a:pt x="5911232" y="347654"/>
                    <a:pt x="5911232" y="405749"/>
                  </a:cubicBezTo>
                  <a:lnTo>
                    <a:pt x="5911232" y="667759"/>
                  </a:lnTo>
                  <a:lnTo>
                    <a:pt x="5790940" y="667759"/>
                  </a:lnTo>
                  <a:lnTo>
                    <a:pt x="5790940" y="186527"/>
                  </a:lnTo>
                  <a:lnTo>
                    <a:pt x="5911232" y="186527"/>
                  </a:lnTo>
                  <a:lnTo>
                    <a:pt x="5911232" y="220198"/>
                  </a:lnTo>
                  <a:cubicBezTo>
                    <a:pt x="5938781" y="192649"/>
                    <a:pt x="5973429" y="176367"/>
                    <a:pt x="6012181" y="176367"/>
                  </a:cubicBezTo>
                  <a:cubicBezTo>
                    <a:pt x="6045852" y="176367"/>
                    <a:pt x="6075420" y="186592"/>
                    <a:pt x="6100885" y="208996"/>
                  </a:cubicBezTo>
                  <a:close/>
                </a:path>
              </a:pathLst>
            </a:custGeom>
            <a:solidFill>
              <a:schemeClr val="bg2"/>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grpSp>
    </p:spTree>
    <p:extLst>
      <p:ext uri="{BB962C8B-B14F-4D97-AF65-F5344CB8AC3E}">
        <p14:creationId xmlns:p14="http://schemas.microsoft.com/office/powerpoint/2010/main" val="415306653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Title Slide Frame 3">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D8D4830-1AF6-9C3D-EC53-70FC3C7CBE54}"/>
              </a:ext>
              <a:ext uri="{C183D7F6-B498-43B3-948B-1728B52AA6E4}">
                <adec:decorative xmlns:adec="http://schemas.microsoft.com/office/drawing/2017/decorative" val="1"/>
              </a:ext>
            </a:extLst>
          </p:cNvPr>
          <p:cNvSpPr/>
          <p:nvPr userDrawn="1"/>
        </p:nvSpPr>
        <p:spPr>
          <a:xfrm>
            <a:off x="0" y="0"/>
            <a:ext cx="8386354" cy="6858000"/>
          </a:xfrm>
          <a:prstGeom prst="rect">
            <a:avLst/>
          </a:prstGeom>
          <a:gradFill flip="none" rotWithShape="1">
            <a:gsLst>
              <a:gs pos="0">
                <a:schemeClr val="tx1">
                  <a:lumMod val="0"/>
                  <a:alpha val="0"/>
                </a:schemeClr>
              </a:gs>
              <a:gs pos="95000">
                <a:srgbClr val="000000">
                  <a:alpha val="70000"/>
                </a:srgbClr>
              </a:gs>
            </a:gsLst>
            <a:lin ang="108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endParaRPr lang="en-US" sz="1200" b="1">
              <a:solidFill>
                <a:schemeClr val="tx1"/>
              </a:solidFill>
            </a:endParaRPr>
          </a:p>
        </p:txBody>
      </p:sp>
      <p:sp>
        <p:nvSpPr>
          <p:cNvPr id="28" name="Subtitle 2">
            <a:extLst>
              <a:ext uri="{FF2B5EF4-FFF2-40B4-BE49-F238E27FC236}">
                <a16:creationId xmlns:a16="http://schemas.microsoft.com/office/drawing/2014/main" id="{632E76BF-46D5-8E94-88AA-4783DD302E89}"/>
              </a:ext>
            </a:extLst>
          </p:cNvPr>
          <p:cNvSpPr>
            <a:spLocks noGrp="1"/>
          </p:cNvSpPr>
          <p:nvPr>
            <p:ph type="subTitle" idx="1" hasCustomPrompt="1"/>
          </p:nvPr>
        </p:nvSpPr>
        <p:spPr>
          <a:xfrm>
            <a:off x="889762" y="4436485"/>
            <a:ext cx="4907628" cy="511939"/>
          </a:xfrm>
        </p:spPr>
        <p:txBody>
          <a:bodyPr wrap="square">
            <a:noAutofit/>
          </a:bodyPr>
          <a:lstStyle>
            <a:lvl1pPr marL="0" indent="0" algn="l">
              <a:buNone/>
              <a:defRPr lang="en-GB" sz="1600" kern="1200" dirty="0">
                <a:solidFill>
                  <a:schemeClr val="bg1"/>
                </a:solidFill>
                <a:latin typeface="EYInterstate Regular" panose="02000503020000020004" pitchFamily="2" charset="0"/>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29" name="Title 4">
            <a:extLst>
              <a:ext uri="{FF2B5EF4-FFF2-40B4-BE49-F238E27FC236}">
                <a16:creationId xmlns:a16="http://schemas.microsoft.com/office/drawing/2014/main" id="{1F7B1FDC-B90E-6693-A750-B9BA4B535E8A}"/>
              </a:ext>
            </a:extLst>
          </p:cNvPr>
          <p:cNvSpPr>
            <a:spLocks noGrp="1"/>
          </p:cNvSpPr>
          <p:nvPr>
            <p:ph type="title"/>
          </p:nvPr>
        </p:nvSpPr>
        <p:spPr>
          <a:xfrm>
            <a:off x="889762" y="2698751"/>
            <a:ext cx="4906009" cy="1654043"/>
          </a:xfrm>
        </p:spPr>
        <p:txBody>
          <a:bodyPr anchor="t">
            <a:noAutofit/>
          </a:bodyPr>
          <a:lstStyle>
            <a:lvl1pPr>
              <a:defRPr sz="4200" b="1" i="0">
                <a:solidFill>
                  <a:schemeClr val="bg1"/>
                </a:solidFill>
                <a:latin typeface="EYInterstate Regular" panose="02000503020000020004" pitchFamily="2" charset="0"/>
              </a:defRPr>
            </a:lvl1pPr>
          </a:lstStyle>
          <a:p>
            <a:r>
              <a:rPr lang="en-GB"/>
              <a:t>Click to edit Master title style</a:t>
            </a:r>
            <a:endParaRPr lang="en-US"/>
          </a:p>
        </p:txBody>
      </p:sp>
      <p:sp>
        <p:nvSpPr>
          <p:cNvPr id="30" name="Text Placeholder 288">
            <a:extLst>
              <a:ext uri="{FF2B5EF4-FFF2-40B4-BE49-F238E27FC236}">
                <a16:creationId xmlns:a16="http://schemas.microsoft.com/office/drawing/2014/main" id="{1673B89D-F206-B9D2-CDB7-BDE045C7447F}"/>
              </a:ext>
            </a:extLst>
          </p:cNvPr>
          <p:cNvSpPr>
            <a:spLocks noGrp="1"/>
          </p:cNvSpPr>
          <p:nvPr>
            <p:ph type="body" sz="quarter" idx="10"/>
          </p:nvPr>
        </p:nvSpPr>
        <p:spPr>
          <a:xfrm>
            <a:off x="889762" y="5047485"/>
            <a:ext cx="4906010" cy="246221"/>
          </a:xfrm>
        </p:spPr>
        <p:txBody>
          <a:bodyPr wrap="square">
            <a:spAutoFit/>
          </a:bodyPr>
          <a:lstStyle>
            <a:lvl1pPr marL="0" indent="0">
              <a:buNone/>
              <a:defRPr sz="1600" b="1">
                <a:solidFill>
                  <a:schemeClr val="bg1"/>
                </a:solidFill>
                <a:latin typeface="EYInterstate Regular" panose="02000503020000020004" pitchFamily="2" charset="0"/>
              </a:defRPr>
            </a:lvl1pPr>
            <a:lvl2pPr marL="252000" indent="0">
              <a:buNone/>
              <a:defRPr sz="1600" b="1">
                <a:latin typeface="+mj-lt"/>
              </a:defRPr>
            </a:lvl2pPr>
            <a:lvl3pPr marL="504000" indent="0">
              <a:buNone/>
              <a:defRPr sz="1600" b="1">
                <a:latin typeface="+mj-lt"/>
              </a:defRPr>
            </a:lvl3pPr>
            <a:lvl4pPr marL="756000" indent="0">
              <a:buNone/>
              <a:defRPr sz="1600" b="1">
                <a:latin typeface="+mj-lt"/>
              </a:defRPr>
            </a:lvl4pPr>
            <a:lvl5pPr marL="1008000" indent="0">
              <a:buNone/>
              <a:defRPr sz="1600" b="1">
                <a:latin typeface="+mj-lt"/>
              </a:defRPr>
            </a:lvl5pPr>
          </a:lstStyle>
          <a:p>
            <a:pPr lvl="0"/>
            <a:r>
              <a:rPr lang="en-GB"/>
              <a:t>Click to edit Master text styles</a:t>
            </a:r>
          </a:p>
        </p:txBody>
      </p:sp>
      <p:grpSp>
        <p:nvGrpSpPr>
          <p:cNvPr id="8" name="Group 7">
            <a:extLst>
              <a:ext uri="{FF2B5EF4-FFF2-40B4-BE49-F238E27FC236}">
                <a16:creationId xmlns:a16="http://schemas.microsoft.com/office/drawing/2014/main" id="{7E4019ED-5B2C-404F-02EC-797AD0FF10FD}"/>
              </a:ext>
            </a:extLst>
          </p:cNvPr>
          <p:cNvGrpSpPr/>
          <p:nvPr userDrawn="1"/>
        </p:nvGrpSpPr>
        <p:grpSpPr>
          <a:xfrm>
            <a:off x="485774" y="1291008"/>
            <a:ext cx="5706110" cy="4360545"/>
            <a:chOff x="485774" y="1291008"/>
            <a:chExt cx="5706110" cy="4360545"/>
          </a:xfrm>
        </p:grpSpPr>
        <p:sp>
          <p:nvSpPr>
            <p:cNvPr id="26" name="Freeform 25">
              <a:extLst>
                <a:ext uri="{FF2B5EF4-FFF2-40B4-BE49-F238E27FC236}">
                  <a16:creationId xmlns:a16="http://schemas.microsoft.com/office/drawing/2014/main" id="{F7E50E80-DFF0-E065-898F-1AFD970459B6}"/>
                </a:ext>
              </a:extLst>
            </p:cNvPr>
            <p:cNvSpPr/>
            <p:nvPr userDrawn="1"/>
          </p:nvSpPr>
          <p:spPr>
            <a:xfrm>
              <a:off x="485774" y="5549953"/>
              <a:ext cx="508000" cy="101600"/>
            </a:xfrm>
            <a:custGeom>
              <a:avLst/>
              <a:gdLst>
                <a:gd name="connsiteX0" fmla="*/ 406400 w 508000"/>
                <a:gd name="connsiteY0" fmla="*/ 0 h 101600"/>
                <a:gd name="connsiteX1" fmla="*/ 508000 w 508000"/>
                <a:gd name="connsiteY1" fmla="*/ 0 h 101600"/>
                <a:gd name="connsiteX2" fmla="*/ 508000 w 508000"/>
                <a:gd name="connsiteY2" fmla="*/ 101600 h 101600"/>
                <a:gd name="connsiteX3" fmla="*/ 406400 w 508000"/>
                <a:gd name="connsiteY3" fmla="*/ 101600 h 101600"/>
                <a:gd name="connsiteX4" fmla="*/ 203200 w 508000"/>
                <a:gd name="connsiteY4" fmla="*/ 0 h 101600"/>
                <a:gd name="connsiteX5" fmla="*/ 304800 w 508000"/>
                <a:gd name="connsiteY5" fmla="*/ 0 h 101600"/>
                <a:gd name="connsiteX6" fmla="*/ 304800 w 508000"/>
                <a:gd name="connsiteY6" fmla="*/ 101600 h 101600"/>
                <a:gd name="connsiteX7" fmla="*/ 203200 w 508000"/>
                <a:gd name="connsiteY7" fmla="*/ 101600 h 101600"/>
                <a:gd name="connsiteX8" fmla="*/ 0 w 508000"/>
                <a:gd name="connsiteY8" fmla="*/ 0 h 101600"/>
                <a:gd name="connsiteX9" fmla="*/ 101600 w 508000"/>
                <a:gd name="connsiteY9" fmla="*/ 0 h 101600"/>
                <a:gd name="connsiteX10" fmla="*/ 101600 w 508000"/>
                <a:gd name="connsiteY10" fmla="*/ 101600 h 101600"/>
                <a:gd name="connsiteX11" fmla="*/ 0 w 508000"/>
                <a:gd name="connsiteY11" fmla="*/ 101600 h 10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8000" h="101600">
                  <a:moveTo>
                    <a:pt x="406400" y="0"/>
                  </a:moveTo>
                  <a:lnTo>
                    <a:pt x="508000" y="0"/>
                  </a:lnTo>
                  <a:lnTo>
                    <a:pt x="508000" y="101600"/>
                  </a:lnTo>
                  <a:lnTo>
                    <a:pt x="406400" y="101600"/>
                  </a:lnTo>
                  <a:close/>
                  <a:moveTo>
                    <a:pt x="203200" y="0"/>
                  </a:moveTo>
                  <a:lnTo>
                    <a:pt x="304800" y="0"/>
                  </a:lnTo>
                  <a:lnTo>
                    <a:pt x="304800" y="101600"/>
                  </a:lnTo>
                  <a:lnTo>
                    <a:pt x="203200" y="101600"/>
                  </a:lnTo>
                  <a:close/>
                  <a:moveTo>
                    <a:pt x="0" y="0"/>
                  </a:moveTo>
                  <a:lnTo>
                    <a:pt x="101600" y="0"/>
                  </a:lnTo>
                  <a:lnTo>
                    <a:pt x="101600" y="101600"/>
                  </a:lnTo>
                  <a:lnTo>
                    <a:pt x="0" y="101600"/>
                  </a:lnTo>
                  <a:close/>
                </a:path>
              </a:pathLst>
            </a:custGeom>
            <a:solidFill>
              <a:schemeClr val="tx2"/>
            </a:solidFill>
            <a:ln w="63500" cap="flat">
              <a:noFill/>
              <a:prstDash val="solid"/>
              <a:miter/>
            </a:ln>
          </p:spPr>
          <p:txBody>
            <a:bodyPr rtlCol="0" anchor="ctr"/>
            <a:lstStyle/>
            <a:p>
              <a:endParaRPr lang="en-US"/>
            </a:p>
          </p:txBody>
        </p:sp>
        <p:sp>
          <p:nvSpPr>
            <p:cNvPr id="2" name="Freeform 1">
              <a:extLst>
                <a:ext uri="{FF2B5EF4-FFF2-40B4-BE49-F238E27FC236}">
                  <a16:creationId xmlns:a16="http://schemas.microsoft.com/office/drawing/2014/main" id="{63327741-8A1F-B922-5F7C-0313A67883A4}"/>
                </a:ext>
              </a:extLst>
            </p:cNvPr>
            <p:cNvSpPr/>
            <p:nvPr userDrawn="1"/>
          </p:nvSpPr>
          <p:spPr>
            <a:xfrm>
              <a:off x="485775" y="1291008"/>
              <a:ext cx="5706109" cy="4359275"/>
            </a:xfrm>
            <a:custGeom>
              <a:avLst/>
              <a:gdLst>
                <a:gd name="connsiteX0" fmla="*/ 0 w 5706109"/>
                <a:gd name="connsiteY0" fmla="*/ 4157346 h 4359275"/>
                <a:gd name="connsiteX1" fmla="*/ 101600 w 5706109"/>
                <a:gd name="connsiteY1" fmla="*/ 4157346 h 4359275"/>
                <a:gd name="connsiteX2" fmla="*/ 101600 w 5706109"/>
                <a:gd name="connsiteY2" fmla="*/ 1075055 h 4359275"/>
                <a:gd name="connsiteX3" fmla="*/ 101600 w 5706109"/>
                <a:gd name="connsiteY3" fmla="*/ 1075055 h 4359275"/>
                <a:gd name="connsiteX4" fmla="*/ 191770 w 5706109"/>
                <a:gd name="connsiteY4" fmla="*/ 1059180 h 4359275"/>
                <a:gd name="connsiteX5" fmla="*/ 861060 w 5706109"/>
                <a:gd name="connsiteY5" fmla="*/ 942975 h 4359275"/>
                <a:gd name="connsiteX6" fmla="*/ 1195705 w 5706109"/>
                <a:gd name="connsiteY6" fmla="*/ 885190 h 4359275"/>
                <a:gd name="connsiteX7" fmla="*/ 1362710 w 5706109"/>
                <a:gd name="connsiteY7" fmla="*/ 855980 h 4359275"/>
                <a:gd name="connsiteX8" fmla="*/ 1529715 w 5706109"/>
                <a:gd name="connsiteY8" fmla="*/ 826770 h 4359275"/>
                <a:gd name="connsiteX9" fmla="*/ 1864360 w 5706109"/>
                <a:gd name="connsiteY9" fmla="*/ 768985 h 4359275"/>
                <a:gd name="connsiteX10" fmla="*/ 2031365 w 5706109"/>
                <a:gd name="connsiteY10" fmla="*/ 739775 h 4359275"/>
                <a:gd name="connsiteX11" fmla="*/ 2198370 w 5706109"/>
                <a:gd name="connsiteY11" fmla="*/ 710565 h 4359275"/>
                <a:gd name="connsiteX12" fmla="*/ 2365375 w 5706109"/>
                <a:gd name="connsiteY12" fmla="*/ 681355 h 4359275"/>
                <a:gd name="connsiteX13" fmla="*/ 2532380 w 5706109"/>
                <a:gd name="connsiteY13" fmla="*/ 652145 h 4359275"/>
                <a:gd name="connsiteX14" fmla="*/ 2699385 w 5706109"/>
                <a:gd name="connsiteY14" fmla="*/ 622935 h 4359275"/>
                <a:gd name="connsiteX15" fmla="*/ 2866390 w 5706109"/>
                <a:gd name="connsiteY15" fmla="*/ 593725 h 4359275"/>
                <a:gd name="connsiteX16" fmla="*/ 5461000 w 5706109"/>
                <a:gd name="connsiteY16" fmla="*/ 144145 h 4359275"/>
                <a:gd name="connsiteX17" fmla="*/ 5602605 w 5706109"/>
                <a:gd name="connsiteY17" fmla="*/ 119380 h 4359275"/>
                <a:gd name="connsiteX18" fmla="*/ 5602605 w 5706109"/>
                <a:gd name="connsiteY18" fmla="*/ 119380 h 4359275"/>
                <a:gd name="connsiteX19" fmla="*/ 5602605 w 5706109"/>
                <a:gd name="connsiteY19" fmla="*/ 4257676 h 4359275"/>
                <a:gd name="connsiteX20" fmla="*/ 609600 w 5706109"/>
                <a:gd name="connsiteY20" fmla="*/ 4257676 h 4359275"/>
                <a:gd name="connsiteX21" fmla="*/ 609600 w 5706109"/>
                <a:gd name="connsiteY21" fmla="*/ 4359276 h 4359275"/>
                <a:gd name="connsiteX22" fmla="*/ 5706110 w 5706109"/>
                <a:gd name="connsiteY22" fmla="*/ 4359276 h 4359275"/>
                <a:gd name="connsiteX23" fmla="*/ 5706110 w 5706109"/>
                <a:gd name="connsiteY23" fmla="*/ 0 h 4359275"/>
                <a:gd name="connsiteX24" fmla="*/ 5704840 w 5706109"/>
                <a:gd name="connsiteY24" fmla="*/ 0 h 4359275"/>
                <a:gd name="connsiteX25" fmla="*/ 5445760 w 5706109"/>
                <a:gd name="connsiteY25" fmla="*/ 45085 h 4359275"/>
                <a:gd name="connsiteX26" fmla="*/ 2851150 w 5706109"/>
                <a:gd name="connsiteY26" fmla="*/ 494665 h 4359275"/>
                <a:gd name="connsiteX27" fmla="*/ 2684145 w 5706109"/>
                <a:gd name="connsiteY27" fmla="*/ 523875 h 4359275"/>
                <a:gd name="connsiteX28" fmla="*/ 2517140 w 5706109"/>
                <a:gd name="connsiteY28" fmla="*/ 553085 h 4359275"/>
                <a:gd name="connsiteX29" fmla="*/ 2350135 w 5706109"/>
                <a:gd name="connsiteY29" fmla="*/ 582295 h 4359275"/>
                <a:gd name="connsiteX30" fmla="*/ 2183130 w 5706109"/>
                <a:gd name="connsiteY30" fmla="*/ 611505 h 4359275"/>
                <a:gd name="connsiteX31" fmla="*/ 2016125 w 5706109"/>
                <a:gd name="connsiteY31" fmla="*/ 640715 h 4359275"/>
                <a:gd name="connsiteX32" fmla="*/ 1849120 w 5706109"/>
                <a:gd name="connsiteY32" fmla="*/ 669925 h 4359275"/>
                <a:gd name="connsiteX33" fmla="*/ 1514475 w 5706109"/>
                <a:gd name="connsiteY33" fmla="*/ 727710 h 4359275"/>
                <a:gd name="connsiteX34" fmla="*/ 1347470 w 5706109"/>
                <a:gd name="connsiteY34" fmla="*/ 756920 h 4359275"/>
                <a:gd name="connsiteX35" fmla="*/ 1180465 w 5706109"/>
                <a:gd name="connsiteY35" fmla="*/ 786130 h 4359275"/>
                <a:gd name="connsiteX36" fmla="*/ 845820 w 5706109"/>
                <a:gd name="connsiteY36" fmla="*/ 843915 h 4359275"/>
                <a:gd name="connsiteX37" fmla="*/ 176530 w 5706109"/>
                <a:gd name="connsiteY37" fmla="*/ 960120 h 4359275"/>
                <a:gd name="connsiteX38" fmla="*/ 3175 w 5706109"/>
                <a:gd name="connsiteY38" fmla="*/ 989965 h 4359275"/>
                <a:gd name="connsiteX39" fmla="*/ 1905 w 5706109"/>
                <a:gd name="connsiteY39" fmla="*/ 989965 h 4359275"/>
                <a:gd name="connsiteX40" fmla="*/ 1905 w 5706109"/>
                <a:gd name="connsiteY40" fmla="*/ 4158616 h 4359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5706109" h="4359275">
                  <a:moveTo>
                    <a:pt x="0" y="4157346"/>
                  </a:moveTo>
                  <a:lnTo>
                    <a:pt x="101600" y="4157346"/>
                  </a:lnTo>
                  <a:lnTo>
                    <a:pt x="101600" y="1075055"/>
                  </a:lnTo>
                  <a:lnTo>
                    <a:pt x="101600" y="1075055"/>
                  </a:lnTo>
                  <a:lnTo>
                    <a:pt x="191770" y="1059180"/>
                  </a:lnTo>
                  <a:lnTo>
                    <a:pt x="861060" y="942975"/>
                  </a:lnTo>
                  <a:lnTo>
                    <a:pt x="1195705" y="885190"/>
                  </a:lnTo>
                  <a:lnTo>
                    <a:pt x="1362710" y="855980"/>
                  </a:lnTo>
                  <a:lnTo>
                    <a:pt x="1529715" y="826770"/>
                  </a:lnTo>
                  <a:lnTo>
                    <a:pt x="1864360" y="768985"/>
                  </a:lnTo>
                  <a:lnTo>
                    <a:pt x="2031365" y="739775"/>
                  </a:lnTo>
                  <a:lnTo>
                    <a:pt x="2198370" y="710565"/>
                  </a:lnTo>
                  <a:lnTo>
                    <a:pt x="2365375" y="681355"/>
                  </a:lnTo>
                  <a:lnTo>
                    <a:pt x="2532380" y="652145"/>
                  </a:lnTo>
                  <a:lnTo>
                    <a:pt x="2699385" y="622935"/>
                  </a:lnTo>
                  <a:lnTo>
                    <a:pt x="2866390" y="593725"/>
                  </a:lnTo>
                  <a:cubicBezTo>
                    <a:pt x="3731260" y="443865"/>
                    <a:pt x="4596130" y="294005"/>
                    <a:pt x="5461000" y="144145"/>
                  </a:cubicBezTo>
                  <a:lnTo>
                    <a:pt x="5602605" y="119380"/>
                  </a:lnTo>
                  <a:lnTo>
                    <a:pt x="5602605" y="119380"/>
                  </a:lnTo>
                  <a:lnTo>
                    <a:pt x="5602605" y="4257676"/>
                  </a:lnTo>
                  <a:lnTo>
                    <a:pt x="609600" y="4257676"/>
                  </a:lnTo>
                  <a:lnTo>
                    <a:pt x="609600" y="4359276"/>
                  </a:lnTo>
                  <a:lnTo>
                    <a:pt x="5706110" y="4359276"/>
                  </a:lnTo>
                  <a:lnTo>
                    <a:pt x="5706110" y="0"/>
                  </a:lnTo>
                  <a:lnTo>
                    <a:pt x="5704840" y="0"/>
                  </a:lnTo>
                  <a:cubicBezTo>
                    <a:pt x="5618480" y="15240"/>
                    <a:pt x="5532120" y="30480"/>
                    <a:pt x="5445760" y="45085"/>
                  </a:cubicBezTo>
                  <a:cubicBezTo>
                    <a:pt x="4580890" y="194945"/>
                    <a:pt x="3716020" y="344805"/>
                    <a:pt x="2851150" y="494665"/>
                  </a:cubicBezTo>
                  <a:lnTo>
                    <a:pt x="2684145" y="523875"/>
                  </a:lnTo>
                  <a:lnTo>
                    <a:pt x="2517140" y="553085"/>
                  </a:lnTo>
                  <a:lnTo>
                    <a:pt x="2350135" y="582295"/>
                  </a:lnTo>
                  <a:lnTo>
                    <a:pt x="2183130" y="611505"/>
                  </a:lnTo>
                  <a:lnTo>
                    <a:pt x="2016125" y="640715"/>
                  </a:lnTo>
                  <a:lnTo>
                    <a:pt x="1849120" y="669925"/>
                  </a:lnTo>
                  <a:lnTo>
                    <a:pt x="1514475" y="727710"/>
                  </a:lnTo>
                  <a:lnTo>
                    <a:pt x="1347470" y="756920"/>
                  </a:lnTo>
                  <a:lnTo>
                    <a:pt x="1180465" y="786130"/>
                  </a:lnTo>
                  <a:lnTo>
                    <a:pt x="845820" y="843915"/>
                  </a:lnTo>
                  <a:lnTo>
                    <a:pt x="176530" y="960120"/>
                  </a:lnTo>
                  <a:lnTo>
                    <a:pt x="3175" y="989965"/>
                  </a:lnTo>
                  <a:lnTo>
                    <a:pt x="1905" y="989965"/>
                  </a:lnTo>
                  <a:lnTo>
                    <a:pt x="1905" y="4158616"/>
                  </a:lnTo>
                  <a:close/>
                </a:path>
              </a:pathLst>
            </a:custGeom>
            <a:gradFill flip="none" rotWithShape="1">
              <a:gsLst>
                <a:gs pos="39000">
                  <a:srgbClr val="FFE600"/>
                </a:gs>
                <a:gs pos="68000">
                  <a:srgbClr val="FF7D1E"/>
                </a:gs>
                <a:gs pos="100000">
                  <a:srgbClr val="FF32FF"/>
                </a:gs>
              </a:gsLst>
              <a:lin ang="18720000" scaled="0"/>
              <a:tileRect/>
            </a:gradFill>
            <a:ln w="8181" cap="flat">
              <a:noFill/>
              <a:prstDash val="solid"/>
              <a:miter/>
            </a:ln>
          </p:spPr>
          <p:txBody>
            <a:bodyPr rtlCol="0" anchor="ctr"/>
            <a:lstStyle/>
            <a:p>
              <a:pPr lvl="0"/>
              <a:endParaRPr lang="en-US"/>
            </a:p>
          </p:txBody>
        </p:sp>
      </p:grpSp>
      <p:grpSp>
        <p:nvGrpSpPr>
          <p:cNvPr id="3" name="Group 2">
            <a:extLst>
              <a:ext uri="{FF2B5EF4-FFF2-40B4-BE49-F238E27FC236}">
                <a16:creationId xmlns:a16="http://schemas.microsoft.com/office/drawing/2014/main" id="{A6D27708-5BDE-7609-B2E7-5BB669F020F7}"/>
              </a:ext>
            </a:extLst>
          </p:cNvPr>
          <p:cNvGrpSpPr/>
          <p:nvPr userDrawn="1"/>
        </p:nvGrpSpPr>
        <p:grpSpPr>
          <a:xfrm>
            <a:off x="485775" y="6164633"/>
            <a:ext cx="4940935" cy="318770"/>
            <a:chOff x="485775" y="6164633"/>
            <a:chExt cx="4940935" cy="318770"/>
          </a:xfrm>
        </p:grpSpPr>
        <p:sp>
          <p:nvSpPr>
            <p:cNvPr id="5" name="Freeform 23">
              <a:extLst>
                <a:ext uri="{FF2B5EF4-FFF2-40B4-BE49-F238E27FC236}">
                  <a16:creationId xmlns:a16="http://schemas.microsoft.com/office/drawing/2014/main" id="{ED53A776-F7E6-4162-5C9C-EBEC582A810E}"/>
                </a:ext>
              </a:extLst>
            </p:cNvPr>
            <p:cNvSpPr/>
            <p:nvPr userDrawn="1"/>
          </p:nvSpPr>
          <p:spPr>
            <a:xfrm>
              <a:off x="485775" y="6164633"/>
              <a:ext cx="405765" cy="81280"/>
            </a:xfrm>
            <a:custGeom>
              <a:avLst/>
              <a:gdLst>
                <a:gd name="connsiteX0" fmla="*/ 324485 w 405765"/>
                <a:gd name="connsiteY0" fmla="*/ 0 h 81280"/>
                <a:gd name="connsiteX1" fmla="*/ 405765 w 405765"/>
                <a:gd name="connsiteY1" fmla="*/ 0 h 81280"/>
                <a:gd name="connsiteX2" fmla="*/ 405765 w 405765"/>
                <a:gd name="connsiteY2" fmla="*/ 81280 h 81280"/>
                <a:gd name="connsiteX3" fmla="*/ 324485 w 405765"/>
                <a:gd name="connsiteY3" fmla="*/ 81280 h 81280"/>
                <a:gd name="connsiteX4" fmla="*/ 161925 w 405765"/>
                <a:gd name="connsiteY4" fmla="*/ 0 h 81280"/>
                <a:gd name="connsiteX5" fmla="*/ 243205 w 405765"/>
                <a:gd name="connsiteY5" fmla="*/ 0 h 81280"/>
                <a:gd name="connsiteX6" fmla="*/ 243205 w 405765"/>
                <a:gd name="connsiteY6" fmla="*/ 81280 h 81280"/>
                <a:gd name="connsiteX7" fmla="*/ 161925 w 405765"/>
                <a:gd name="connsiteY7" fmla="*/ 81280 h 81280"/>
                <a:gd name="connsiteX8" fmla="*/ 0 w 405765"/>
                <a:gd name="connsiteY8" fmla="*/ 0 h 81280"/>
                <a:gd name="connsiteX9" fmla="*/ 81280 w 405765"/>
                <a:gd name="connsiteY9" fmla="*/ 0 h 81280"/>
                <a:gd name="connsiteX10" fmla="*/ 81280 w 405765"/>
                <a:gd name="connsiteY10" fmla="*/ 81280 h 81280"/>
                <a:gd name="connsiteX11" fmla="*/ 0 w 405765"/>
                <a:gd name="connsiteY11" fmla="*/ 81280 h 81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05765" h="81280">
                  <a:moveTo>
                    <a:pt x="324485" y="0"/>
                  </a:moveTo>
                  <a:lnTo>
                    <a:pt x="405765" y="0"/>
                  </a:lnTo>
                  <a:lnTo>
                    <a:pt x="405765" y="81280"/>
                  </a:lnTo>
                  <a:lnTo>
                    <a:pt x="324485" y="81280"/>
                  </a:lnTo>
                  <a:close/>
                  <a:moveTo>
                    <a:pt x="161925" y="0"/>
                  </a:moveTo>
                  <a:lnTo>
                    <a:pt x="243205" y="0"/>
                  </a:lnTo>
                  <a:lnTo>
                    <a:pt x="243205" y="81280"/>
                  </a:lnTo>
                  <a:lnTo>
                    <a:pt x="161925" y="81280"/>
                  </a:lnTo>
                  <a:close/>
                  <a:moveTo>
                    <a:pt x="0" y="0"/>
                  </a:moveTo>
                  <a:lnTo>
                    <a:pt x="81280" y="0"/>
                  </a:lnTo>
                  <a:lnTo>
                    <a:pt x="81280" y="81280"/>
                  </a:lnTo>
                  <a:lnTo>
                    <a:pt x="0" y="81280"/>
                  </a:lnTo>
                  <a:close/>
                </a:path>
              </a:pathLst>
            </a:custGeom>
            <a:solidFill>
              <a:srgbClr val="FFE600"/>
            </a:solidFill>
            <a:ln w="63500" cap="flat">
              <a:noFill/>
              <a:prstDash val="solid"/>
              <a:miter/>
            </a:ln>
          </p:spPr>
          <p:txBody>
            <a:bodyPr rtlCol="0" anchor="ctr"/>
            <a:lstStyle/>
            <a:p>
              <a:endParaRPr lang="en-US">
                <a:solidFill>
                  <a:schemeClr val="bg1"/>
                </a:solidFill>
              </a:endParaRPr>
            </a:p>
          </p:txBody>
        </p:sp>
        <p:sp>
          <p:nvSpPr>
            <p:cNvPr id="6" name="Freeform 24">
              <a:extLst>
                <a:ext uri="{FF2B5EF4-FFF2-40B4-BE49-F238E27FC236}">
                  <a16:creationId xmlns:a16="http://schemas.microsoft.com/office/drawing/2014/main" id="{AD73404A-FC7B-D657-2C28-CB0C86D6B749}"/>
                </a:ext>
              </a:extLst>
            </p:cNvPr>
            <p:cNvSpPr/>
            <p:nvPr userDrawn="1"/>
          </p:nvSpPr>
          <p:spPr bwMode="black">
            <a:xfrm>
              <a:off x="485779" y="6344974"/>
              <a:ext cx="4940931" cy="138429"/>
            </a:xfrm>
            <a:custGeom>
              <a:avLst/>
              <a:gdLst>
                <a:gd name="connsiteX0" fmla="*/ 1032512 w 4940931"/>
                <a:gd name="connsiteY0" fmla="*/ 137477 h 138429"/>
                <a:gd name="connsiteX1" fmla="*/ 1032512 w 4940931"/>
                <a:gd name="connsiteY1" fmla="*/ 137794 h 138429"/>
                <a:gd name="connsiteX2" fmla="*/ 1030607 w 4940931"/>
                <a:gd name="connsiteY2" fmla="*/ 138429 h 138429"/>
                <a:gd name="connsiteX3" fmla="*/ 4929501 w 4940931"/>
                <a:gd name="connsiteY3" fmla="*/ 87629 h 138429"/>
                <a:gd name="connsiteX4" fmla="*/ 4933946 w 4940931"/>
                <a:gd name="connsiteY4" fmla="*/ 88264 h 138429"/>
                <a:gd name="connsiteX5" fmla="*/ 4937756 w 4940931"/>
                <a:gd name="connsiteY5" fmla="*/ 90804 h 138429"/>
                <a:gd name="connsiteX6" fmla="*/ 4940296 w 4940931"/>
                <a:gd name="connsiteY6" fmla="*/ 94614 h 138429"/>
                <a:gd name="connsiteX7" fmla="*/ 4940931 w 4940931"/>
                <a:gd name="connsiteY7" fmla="*/ 99059 h 138429"/>
                <a:gd name="connsiteX8" fmla="*/ 4940296 w 4940931"/>
                <a:gd name="connsiteY8" fmla="*/ 103504 h 138429"/>
                <a:gd name="connsiteX9" fmla="*/ 4937756 w 4940931"/>
                <a:gd name="connsiteY9" fmla="*/ 107314 h 138429"/>
                <a:gd name="connsiteX10" fmla="*/ 4933946 w 4940931"/>
                <a:gd name="connsiteY10" fmla="*/ 109854 h 138429"/>
                <a:gd name="connsiteX11" fmla="*/ 4929501 w 4940931"/>
                <a:gd name="connsiteY11" fmla="*/ 110489 h 138429"/>
                <a:gd name="connsiteX12" fmla="*/ 4925056 w 4940931"/>
                <a:gd name="connsiteY12" fmla="*/ 109854 h 138429"/>
                <a:gd name="connsiteX13" fmla="*/ 4921246 w 4940931"/>
                <a:gd name="connsiteY13" fmla="*/ 107314 h 138429"/>
                <a:gd name="connsiteX14" fmla="*/ 4918706 w 4940931"/>
                <a:gd name="connsiteY14" fmla="*/ 103504 h 138429"/>
                <a:gd name="connsiteX15" fmla="*/ 4918071 w 4940931"/>
                <a:gd name="connsiteY15" fmla="*/ 99059 h 138429"/>
                <a:gd name="connsiteX16" fmla="*/ 4918706 w 4940931"/>
                <a:gd name="connsiteY16" fmla="*/ 94614 h 138429"/>
                <a:gd name="connsiteX17" fmla="*/ 4921246 w 4940931"/>
                <a:gd name="connsiteY17" fmla="*/ 90804 h 138429"/>
                <a:gd name="connsiteX18" fmla="*/ 4925056 w 4940931"/>
                <a:gd name="connsiteY18" fmla="*/ 88264 h 138429"/>
                <a:gd name="connsiteX19" fmla="*/ 4929501 w 4940931"/>
                <a:gd name="connsiteY19" fmla="*/ 87629 h 138429"/>
                <a:gd name="connsiteX20" fmla="*/ 3079110 w 4940931"/>
                <a:gd name="connsiteY20" fmla="*/ 87629 h 138429"/>
                <a:gd name="connsiteX21" fmla="*/ 3083555 w 4940931"/>
                <a:gd name="connsiteY21" fmla="*/ 88264 h 138429"/>
                <a:gd name="connsiteX22" fmla="*/ 3087365 w 4940931"/>
                <a:gd name="connsiteY22" fmla="*/ 90804 h 138429"/>
                <a:gd name="connsiteX23" fmla="*/ 3089905 w 4940931"/>
                <a:gd name="connsiteY23" fmla="*/ 94614 h 138429"/>
                <a:gd name="connsiteX24" fmla="*/ 3090540 w 4940931"/>
                <a:gd name="connsiteY24" fmla="*/ 99059 h 138429"/>
                <a:gd name="connsiteX25" fmla="*/ 3089905 w 4940931"/>
                <a:gd name="connsiteY25" fmla="*/ 103504 h 138429"/>
                <a:gd name="connsiteX26" fmla="*/ 3087365 w 4940931"/>
                <a:gd name="connsiteY26" fmla="*/ 107314 h 138429"/>
                <a:gd name="connsiteX27" fmla="*/ 3083555 w 4940931"/>
                <a:gd name="connsiteY27" fmla="*/ 109854 h 138429"/>
                <a:gd name="connsiteX28" fmla="*/ 3079110 w 4940931"/>
                <a:gd name="connsiteY28" fmla="*/ 110489 h 138429"/>
                <a:gd name="connsiteX29" fmla="*/ 3074665 w 4940931"/>
                <a:gd name="connsiteY29" fmla="*/ 109854 h 138429"/>
                <a:gd name="connsiteX30" fmla="*/ 3070855 w 4940931"/>
                <a:gd name="connsiteY30" fmla="*/ 107314 h 138429"/>
                <a:gd name="connsiteX31" fmla="*/ 3068315 w 4940931"/>
                <a:gd name="connsiteY31" fmla="*/ 103504 h 138429"/>
                <a:gd name="connsiteX32" fmla="*/ 3067680 w 4940931"/>
                <a:gd name="connsiteY32" fmla="*/ 99059 h 138429"/>
                <a:gd name="connsiteX33" fmla="*/ 3068315 w 4940931"/>
                <a:gd name="connsiteY33" fmla="*/ 94614 h 138429"/>
                <a:gd name="connsiteX34" fmla="*/ 3070855 w 4940931"/>
                <a:gd name="connsiteY34" fmla="*/ 90804 h 138429"/>
                <a:gd name="connsiteX35" fmla="*/ 3074665 w 4940931"/>
                <a:gd name="connsiteY35" fmla="*/ 88264 h 138429"/>
                <a:gd name="connsiteX36" fmla="*/ 3079110 w 4940931"/>
                <a:gd name="connsiteY36" fmla="*/ 87629 h 138429"/>
                <a:gd name="connsiteX37" fmla="*/ 1565275 w 4940931"/>
                <a:gd name="connsiteY37" fmla="*/ 87629 h 138429"/>
                <a:gd name="connsiteX38" fmla="*/ 1569720 w 4940931"/>
                <a:gd name="connsiteY38" fmla="*/ 88264 h 138429"/>
                <a:gd name="connsiteX39" fmla="*/ 1573529 w 4940931"/>
                <a:gd name="connsiteY39" fmla="*/ 90804 h 138429"/>
                <a:gd name="connsiteX40" fmla="*/ 1576069 w 4940931"/>
                <a:gd name="connsiteY40" fmla="*/ 94614 h 138429"/>
                <a:gd name="connsiteX41" fmla="*/ 1576705 w 4940931"/>
                <a:gd name="connsiteY41" fmla="*/ 99059 h 138429"/>
                <a:gd name="connsiteX42" fmla="*/ 1576069 w 4940931"/>
                <a:gd name="connsiteY42" fmla="*/ 103504 h 138429"/>
                <a:gd name="connsiteX43" fmla="*/ 1573529 w 4940931"/>
                <a:gd name="connsiteY43" fmla="*/ 107314 h 138429"/>
                <a:gd name="connsiteX44" fmla="*/ 1569720 w 4940931"/>
                <a:gd name="connsiteY44" fmla="*/ 109854 h 138429"/>
                <a:gd name="connsiteX45" fmla="*/ 1565275 w 4940931"/>
                <a:gd name="connsiteY45" fmla="*/ 110489 h 138429"/>
                <a:gd name="connsiteX46" fmla="*/ 1560830 w 4940931"/>
                <a:gd name="connsiteY46" fmla="*/ 109854 h 138429"/>
                <a:gd name="connsiteX47" fmla="*/ 1557020 w 4940931"/>
                <a:gd name="connsiteY47" fmla="*/ 107314 h 138429"/>
                <a:gd name="connsiteX48" fmla="*/ 1554479 w 4940931"/>
                <a:gd name="connsiteY48" fmla="*/ 103504 h 138429"/>
                <a:gd name="connsiteX49" fmla="*/ 1553844 w 4940931"/>
                <a:gd name="connsiteY49" fmla="*/ 99059 h 138429"/>
                <a:gd name="connsiteX50" fmla="*/ 1554479 w 4940931"/>
                <a:gd name="connsiteY50" fmla="*/ 94614 h 138429"/>
                <a:gd name="connsiteX51" fmla="*/ 1557020 w 4940931"/>
                <a:gd name="connsiteY51" fmla="*/ 90804 h 138429"/>
                <a:gd name="connsiteX52" fmla="*/ 1560830 w 4940931"/>
                <a:gd name="connsiteY52" fmla="*/ 88264 h 138429"/>
                <a:gd name="connsiteX53" fmla="*/ 1565275 w 4940931"/>
                <a:gd name="connsiteY53" fmla="*/ 87629 h 138429"/>
                <a:gd name="connsiteX54" fmla="*/ 2642230 w 4940931"/>
                <a:gd name="connsiteY54" fmla="*/ 73024 h 138429"/>
                <a:gd name="connsiteX55" fmla="*/ 2630800 w 4940931"/>
                <a:gd name="connsiteY55" fmla="*/ 76199 h 138429"/>
                <a:gd name="connsiteX56" fmla="*/ 2626355 w 4940931"/>
                <a:gd name="connsiteY56" fmla="*/ 84454 h 138429"/>
                <a:gd name="connsiteX57" fmla="*/ 2627625 w 4940931"/>
                <a:gd name="connsiteY57" fmla="*/ 90169 h 138429"/>
                <a:gd name="connsiteX58" fmla="*/ 2630800 w 4940931"/>
                <a:gd name="connsiteY58" fmla="*/ 93979 h 138429"/>
                <a:gd name="connsiteX59" fmla="*/ 2635245 w 4940931"/>
                <a:gd name="connsiteY59" fmla="*/ 96519 h 138429"/>
                <a:gd name="connsiteX60" fmla="*/ 2641595 w 4940931"/>
                <a:gd name="connsiteY60" fmla="*/ 97154 h 138429"/>
                <a:gd name="connsiteX61" fmla="*/ 2647310 w 4940931"/>
                <a:gd name="connsiteY61" fmla="*/ 96519 h 138429"/>
                <a:gd name="connsiteX62" fmla="*/ 2652390 w 4940931"/>
                <a:gd name="connsiteY62" fmla="*/ 93979 h 138429"/>
                <a:gd name="connsiteX63" fmla="*/ 2656835 w 4940931"/>
                <a:gd name="connsiteY63" fmla="*/ 90804 h 138429"/>
                <a:gd name="connsiteX64" fmla="*/ 2660010 w 4940931"/>
                <a:gd name="connsiteY64" fmla="*/ 86994 h 138429"/>
                <a:gd name="connsiteX65" fmla="*/ 2660010 w 4940931"/>
                <a:gd name="connsiteY65" fmla="*/ 75564 h 138429"/>
                <a:gd name="connsiteX66" fmla="*/ 2656200 w 4940931"/>
                <a:gd name="connsiteY66" fmla="*/ 74294 h 138429"/>
                <a:gd name="connsiteX67" fmla="*/ 2652390 w 4940931"/>
                <a:gd name="connsiteY67" fmla="*/ 73659 h 138429"/>
                <a:gd name="connsiteX68" fmla="*/ 2647945 w 4940931"/>
                <a:gd name="connsiteY68" fmla="*/ 73024 h 138429"/>
                <a:gd name="connsiteX69" fmla="*/ 2642230 w 4940931"/>
                <a:gd name="connsiteY69" fmla="*/ 73024 h 138429"/>
                <a:gd name="connsiteX70" fmla="*/ 4664706 w 4940931"/>
                <a:gd name="connsiteY70" fmla="*/ 43814 h 138429"/>
                <a:gd name="connsiteX71" fmla="*/ 4657086 w 4940931"/>
                <a:gd name="connsiteY71" fmla="*/ 45719 h 138429"/>
                <a:gd name="connsiteX72" fmla="*/ 4651371 w 4940931"/>
                <a:gd name="connsiteY72" fmla="*/ 50799 h 138429"/>
                <a:gd name="connsiteX73" fmla="*/ 4647561 w 4940931"/>
                <a:gd name="connsiteY73" fmla="*/ 59054 h 138429"/>
                <a:gd name="connsiteX74" fmla="*/ 4646291 w 4940931"/>
                <a:gd name="connsiteY74" fmla="*/ 69849 h 138429"/>
                <a:gd name="connsiteX75" fmla="*/ 4647561 w 4940931"/>
                <a:gd name="connsiteY75" fmla="*/ 81279 h 138429"/>
                <a:gd name="connsiteX76" fmla="*/ 4651371 w 4940931"/>
                <a:gd name="connsiteY76" fmla="*/ 89534 h 138429"/>
                <a:gd name="connsiteX77" fmla="*/ 4657721 w 4940931"/>
                <a:gd name="connsiteY77" fmla="*/ 94614 h 138429"/>
                <a:gd name="connsiteX78" fmla="*/ 4665341 w 4940931"/>
                <a:gd name="connsiteY78" fmla="*/ 96519 h 138429"/>
                <a:gd name="connsiteX79" fmla="*/ 4672961 w 4940931"/>
                <a:gd name="connsiteY79" fmla="*/ 94614 h 138429"/>
                <a:gd name="connsiteX80" fmla="*/ 4678676 w 4940931"/>
                <a:gd name="connsiteY80" fmla="*/ 88899 h 138429"/>
                <a:gd name="connsiteX81" fmla="*/ 4682486 w 4940931"/>
                <a:gd name="connsiteY81" fmla="*/ 80644 h 138429"/>
                <a:gd name="connsiteX82" fmla="*/ 4683756 w 4940931"/>
                <a:gd name="connsiteY82" fmla="*/ 70484 h 138429"/>
                <a:gd name="connsiteX83" fmla="*/ 4684391 w 4940931"/>
                <a:gd name="connsiteY83" fmla="*/ 69849 h 138429"/>
                <a:gd name="connsiteX84" fmla="*/ 4683121 w 4940931"/>
                <a:gd name="connsiteY84" fmla="*/ 59054 h 138429"/>
                <a:gd name="connsiteX85" fmla="*/ 4679311 w 4940931"/>
                <a:gd name="connsiteY85" fmla="*/ 50799 h 138429"/>
                <a:gd name="connsiteX86" fmla="*/ 4672961 w 4940931"/>
                <a:gd name="connsiteY86" fmla="*/ 45719 h 138429"/>
                <a:gd name="connsiteX87" fmla="*/ 4664706 w 4940931"/>
                <a:gd name="connsiteY87" fmla="*/ 43814 h 138429"/>
                <a:gd name="connsiteX88" fmla="*/ 4264020 w 4940931"/>
                <a:gd name="connsiteY88" fmla="*/ 43814 h 138429"/>
                <a:gd name="connsiteX89" fmla="*/ 4256400 w 4940931"/>
                <a:gd name="connsiteY89" fmla="*/ 45719 h 138429"/>
                <a:gd name="connsiteX90" fmla="*/ 4250685 w 4940931"/>
                <a:gd name="connsiteY90" fmla="*/ 50799 h 138429"/>
                <a:gd name="connsiteX91" fmla="*/ 4246875 w 4940931"/>
                <a:gd name="connsiteY91" fmla="*/ 59054 h 138429"/>
                <a:gd name="connsiteX92" fmla="*/ 4245605 w 4940931"/>
                <a:gd name="connsiteY92" fmla="*/ 69849 h 138429"/>
                <a:gd name="connsiteX93" fmla="*/ 4246875 w 4940931"/>
                <a:gd name="connsiteY93" fmla="*/ 81279 h 138429"/>
                <a:gd name="connsiteX94" fmla="*/ 4250685 w 4940931"/>
                <a:gd name="connsiteY94" fmla="*/ 89534 h 138429"/>
                <a:gd name="connsiteX95" fmla="*/ 4257035 w 4940931"/>
                <a:gd name="connsiteY95" fmla="*/ 94614 h 138429"/>
                <a:gd name="connsiteX96" fmla="*/ 4264655 w 4940931"/>
                <a:gd name="connsiteY96" fmla="*/ 96519 h 138429"/>
                <a:gd name="connsiteX97" fmla="*/ 4272275 w 4940931"/>
                <a:gd name="connsiteY97" fmla="*/ 94614 h 138429"/>
                <a:gd name="connsiteX98" fmla="*/ 4277990 w 4940931"/>
                <a:gd name="connsiteY98" fmla="*/ 88899 h 138429"/>
                <a:gd name="connsiteX99" fmla="*/ 4281800 w 4940931"/>
                <a:gd name="connsiteY99" fmla="*/ 80644 h 138429"/>
                <a:gd name="connsiteX100" fmla="*/ 4283070 w 4940931"/>
                <a:gd name="connsiteY100" fmla="*/ 70484 h 138429"/>
                <a:gd name="connsiteX101" fmla="*/ 4283705 w 4940931"/>
                <a:gd name="connsiteY101" fmla="*/ 69849 h 138429"/>
                <a:gd name="connsiteX102" fmla="*/ 4282435 w 4940931"/>
                <a:gd name="connsiteY102" fmla="*/ 59054 h 138429"/>
                <a:gd name="connsiteX103" fmla="*/ 4278625 w 4940931"/>
                <a:gd name="connsiteY103" fmla="*/ 50799 h 138429"/>
                <a:gd name="connsiteX104" fmla="*/ 4272275 w 4940931"/>
                <a:gd name="connsiteY104" fmla="*/ 45719 h 138429"/>
                <a:gd name="connsiteX105" fmla="*/ 4264020 w 4940931"/>
                <a:gd name="connsiteY105" fmla="*/ 43814 h 138429"/>
                <a:gd name="connsiteX106" fmla="*/ 1420495 w 4940931"/>
                <a:gd name="connsiteY106" fmla="*/ 43814 h 138429"/>
                <a:gd name="connsiteX107" fmla="*/ 1412875 w 4940931"/>
                <a:gd name="connsiteY107" fmla="*/ 45719 h 138429"/>
                <a:gd name="connsiteX108" fmla="*/ 1407160 w 4940931"/>
                <a:gd name="connsiteY108" fmla="*/ 50799 h 138429"/>
                <a:gd name="connsiteX109" fmla="*/ 1403350 w 4940931"/>
                <a:gd name="connsiteY109" fmla="*/ 59054 h 138429"/>
                <a:gd name="connsiteX110" fmla="*/ 1402080 w 4940931"/>
                <a:gd name="connsiteY110" fmla="*/ 69849 h 138429"/>
                <a:gd name="connsiteX111" fmla="*/ 1403350 w 4940931"/>
                <a:gd name="connsiteY111" fmla="*/ 81279 h 138429"/>
                <a:gd name="connsiteX112" fmla="*/ 1407160 w 4940931"/>
                <a:gd name="connsiteY112" fmla="*/ 89534 h 138429"/>
                <a:gd name="connsiteX113" fmla="*/ 1413510 w 4940931"/>
                <a:gd name="connsiteY113" fmla="*/ 94614 h 138429"/>
                <a:gd name="connsiteX114" fmla="*/ 1421130 w 4940931"/>
                <a:gd name="connsiteY114" fmla="*/ 96519 h 138429"/>
                <a:gd name="connsiteX115" fmla="*/ 1428750 w 4940931"/>
                <a:gd name="connsiteY115" fmla="*/ 94614 h 138429"/>
                <a:gd name="connsiteX116" fmla="*/ 1434465 w 4940931"/>
                <a:gd name="connsiteY116" fmla="*/ 88899 h 138429"/>
                <a:gd name="connsiteX117" fmla="*/ 1438275 w 4940931"/>
                <a:gd name="connsiteY117" fmla="*/ 80644 h 138429"/>
                <a:gd name="connsiteX118" fmla="*/ 1439545 w 4940931"/>
                <a:gd name="connsiteY118" fmla="*/ 70484 h 138429"/>
                <a:gd name="connsiteX119" fmla="*/ 1440180 w 4940931"/>
                <a:gd name="connsiteY119" fmla="*/ 69849 h 138429"/>
                <a:gd name="connsiteX120" fmla="*/ 1438910 w 4940931"/>
                <a:gd name="connsiteY120" fmla="*/ 59054 h 138429"/>
                <a:gd name="connsiteX121" fmla="*/ 1435100 w 4940931"/>
                <a:gd name="connsiteY121" fmla="*/ 50799 h 138429"/>
                <a:gd name="connsiteX122" fmla="*/ 1428750 w 4940931"/>
                <a:gd name="connsiteY122" fmla="*/ 45719 h 138429"/>
                <a:gd name="connsiteX123" fmla="*/ 1420495 w 4940931"/>
                <a:gd name="connsiteY123" fmla="*/ 43814 h 138429"/>
                <a:gd name="connsiteX124" fmla="*/ 4041770 w 4940931"/>
                <a:gd name="connsiteY124" fmla="*/ 43180 h 138429"/>
                <a:gd name="connsiteX125" fmla="*/ 4034785 w 4940931"/>
                <a:gd name="connsiteY125" fmla="*/ 44450 h 138429"/>
                <a:gd name="connsiteX126" fmla="*/ 4029705 w 4940931"/>
                <a:gd name="connsiteY126" fmla="*/ 48260 h 138429"/>
                <a:gd name="connsiteX127" fmla="*/ 4025895 w 4940931"/>
                <a:gd name="connsiteY127" fmla="*/ 54610 h 138429"/>
                <a:gd name="connsiteX128" fmla="*/ 4023990 w 4940931"/>
                <a:gd name="connsiteY128" fmla="*/ 62865 h 138429"/>
                <a:gd name="connsiteX129" fmla="*/ 4060185 w 4940931"/>
                <a:gd name="connsiteY129" fmla="*/ 62865 h 138429"/>
                <a:gd name="connsiteX130" fmla="*/ 4058915 w 4940931"/>
                <a:gd name="connsiteY130" fmla="*/ 55245 h 138429"/>
                <a:gd name="connsiteX131" fmla="*/ 4055740 w 4940931"/>
                <a:gd name="connsiteY131" fmla="*/ 48895 h 138429"/>
                <a:gd name="connsiteX132" fmla="*/ 4050025 w 4940931"/>
                <a:gd name="connsiteY132" fmla="*/ 44450 h 138429"/>
                <a:gd name="connsiteX133" fmla="*/ 4041770 w 4940931"/>
                <a:gd name="connsiteY133" fmla="*/ 43180 h 138429"/>
                <a:gd name="connsiteX134" fmla="*/ 3728081 w 4940931"/>
                <a:gd name="connsiteY134" fmla="*/ 43180 h 138429"/>
                <a:gd name="connsiteX135" fmla="*/ 3721096 w 4940931"/>
                <a:gd name="connsiteY135" fmla="*/ 44450 h 138429"/>
                <a:gd name="connsiteX136" fmla="*/ 3716016 w 4940931"/>
                <a:gd name="connsiteY136" fmla="*/ 48260 h 138429"/>
                <a:gd name="connsiteX137" fmla="*/ 3712206 w 4940931"/>
                <a:gd name="connsiteY137" fmla="*/ 54610 h 138429"/>
                <a:gd name="connsiteX138" fmla="*/ 3710301 w 4940931"/>
                <a:gd name="connsiteY138" fmla="*/ 62865 h 138429"/>
                <a:gd name="connsiteX139" fmla="*/ 3746496 w 4940931"/>
                <a:gd name="connsiteY139" fmla="*/ 62865 h 138429"/>
                <a:gd name="connsiteX140" fmla="*/ 3745226 w 4940931"/>
                <a:gd name="connsiteY140" fmla="*/ 55245 h 138429"/>
                <a:gd name="connsiteX141" fmla="*/ 3742051 w 4940931"/>
                <a:gd name="connsiteY141" fmla="*/ 48895 h 138429"/>
                <a:gd name="connsiteX142" fmla="*/ 3736336 w 4940931"/>
                <a:gd name="connsiteY142" fmla="*/ 44450 h 138429"/>
                <a:gd name="connsiteX143" fmla="*/ 3728081 w 4940931"/>
                <a:gd name="connsiteY143" fmla="*/ 43180 h 138429"/>
                <a:gd name="connsiteX144" fmla="*/ 3541391 w 4940931"/>
                <a:gd name="connsiteY144" fmla="*/ 43180 h 138429"/>
                <a:gd name="connsiteX145" fmla="*/ 3534406 w 4940931"/>
                <a:gd name="connsiteY145" fmla="*/ 44450 h 138429"/>
                <a:gd name="connsiteX146" fmla="*/ 3529326 w 4940931"/>
                <a:gd name="connsiteY146" fmla="*/ 48260 h 138429"/>
                <a:gd name="connsiteX147" fmla="*/ 3525516 w 4940931"/>
                <a:gd name="connsiteY147" fmla="*/ 54610 h 138429"/>
                <a:gd name="connsiteX148" fmla="*/ 3523611 w 4940931"/>
                <a:gd name="connsiteY148" fmla="*/ 62865 h 138429"/>
                <a:gd name="connsiteX149" fmla="*/ 3559806 w 4940931"/>
                <a:gd name="connsiteY149" fmla="*/ 62865 h 138429"/>
                <a:gd name="connsiteX150" fmla="*/ 3558536 w 4940931"/>
                <a:gd name="connsiteY150" fmla="*/ 55245 h 138429"/>
                <a:gd name="connsiteX151" fmla="*/ 3555361 w 4940931"/>
                <a:gd name="connsiteY151" fmla="*/ 48895 h 138429"/>
                <a:gd name="connsiteX152" fmla="*/ 3549646 w 4940931"/>
                <a:gd name="connsiteY152" fmla="*/ 44450 h 138429"/>
                <a:gd name="connsiteX153" fmla="*/ 3541391 w 4940931"/>
                <a:gd name="connsiteY153" fmla="*/ 43180 h 138429"/>
                <a:gd name="connsiteX154" fmla="*/ 3463285 w 4940931"/>
                <a:gd name="connsiteY154" fmla="*/ 43180 h 138429"/>
                <a:gd name="connsiteX155" fmla="*/ 3458205 w 4940931"/>
                <a:gd name="connsiteY155" fmla="*/ 43815 h 138429"/>
                <a:gd name="connsiteX156" fmla="*/ 3453125 w 4940931"/>
                <a:gd name="connsiteY156" fmla="*/ 45720 h 138429"/>
                <a:gd name="connsiteX157" fmla="*/ 3448680 w 4940931"/>
                <a:gd name="connsiteY157" fmla="*/ 48895 h 138429"/>
                <a:gd name="connsiteX158" fmla="*/ 3445505 w 4940931"/>
                <a:gd name="connsiteY158" fmla="*/ 52705 h 138429"/>
                <a:gd name="connsiteX159" fmla="*/ 3445505 w 4940931"/>
                <a:gd name="connsiteY159" fmla="*/ 85725 h 138429"/>
                <a:gd name="connsiteX160" fmla="*/ 3448680 w 4940931"/>
                <a:gd name="connsiteY160" fmla="*/ 89535 h 138429"/>
                <a:gd name="connsiteX161" fmla="*/ 3453125 w 4940931"/>
                <a:gd name="connsiteY161" fmla="*/ 92710 h 138429"/>
                <a:gd name="connsiteX162" fmla="*/ 3458205 w 4940931"/>
                <a:gd name="connsiteY162" fmla="*/ 95250 h 138429"/>
                <a:gd name="connsiteX163" fmla="*/ 3463920 w 4940931"/>
                <a:gd name="connsiteY163" fmla="*/ 95885 h 138429"/>
                <a:gd name="connsiteX164" fmla="*/ 3476620 w 4940931"/>
                <a:gd name="connsiteY164" fmla="*/ 89535 h 138429"/>
                <a:gd name="connsiteX165" fmla="*/ 3481065 w 4940931"/>
                <a:gd name="connsiteY165" fmla="*/ 71120 h 138429"/>
                <a:gd name="connsiteX166" fmla="*/ 3480430 w 4940931"/>
                <a:gd name="connsiteY166" fmla="*/ 71755 h 138429"/>
                <a:gd name="connsiteX167" fmla="*/ 3475985 w 4940931"/>
                <a:gd name="connsiteY167" fmla="*/ 50165 h 138429"/>
                <a:gd name="connsiteX168" fmla="*/ 3463285 w 4940931"/>
                <a:gd name="connsiteY168" fmla="*/ 43180 h 138429"/>
                <a:gd name="connsiteX169" fmla="*/ 3343271 w 4940931"/>
                <a:gd name="connsiteY169" fmla="*/ 43180 h 138429"/>
                <a:gd name="connsiteX170" fmla="*/ 3336286 w 4940931"/>
                <a:gd name="connsiteY170" fmla="*/ 44450 h 138429"/>
                <a:gd name="connsiteX171" fmla="*/ 3331206 w 4940931"/>
                <a:gd name="connsiteY171" fmla="*/ 48260 h 138429"/>
                <a:gd name="connsiteX172" fmla="*/ 3327396 w 4940931"/>
                <a:gd name="connsiteY172" fmla="*/ 54610 h 138429"/>
                <a:gd name="connsiteX173" fmla="*/ 3325491 w 4940931"/>
                <a:gd name="connsiteY173" fmla="*/ 62865 h 138429"/>
                <a:gd name="connsiteX174" fmla="*/ 3361686 w 4940931"/>
                <a:gd name="connsiteY174" fmla="*/ 62865 h 138429"/>
                <a:gd name="connsiteX175" fmla="*/ 3360416 w 4940931"/>
                <a:gd name="connsiteY175" fmla="*/ 55245 h 138429"/>
                <a:gd name="connsiteX176" fmla="*/ 3357241 w 4940931"/>
                <a:gd name="connsiteY176" fmla="*/ 48895 h 138429"/>
                <a:gd name="connsiteX177" fmla="*/ 3351526 w 4940931"/>
                <a:gd name="connsiteY177" fmla="*/ 44450 h 138429"/>
                <a:gd name="connsiteX178" fmla="*/ 3343271 w 4940931"/>
                <a:gd name="connsiteY178" fmla="*/ 43180 h 138429"/>
                <a:gd name="connsiteX179" fmla="*/ 2976876 w 4940931"/>
                <a:gd name="connsiteY179" fmla="*/ 43180 h 138429"/>
                <a:gd name="connsiteX180" fmla="*/ 2969891 w 4940931"/>
                <a:gd name="connsiteY180" fmla="*/ 44450 h 138429"/>
                <a:gd name="connsiteX181" fmla="*/ 2964811 w 4940931"/>
                <a:gd name="connsiteY181" fmla="*/ 48260 h 138429"/>
                <a:gd name="connsiteX182" fmla="*/ 2961001 w 4940931"/>
                <a:gd name="connsiteY182" fmla="*/ 54610 h 138429"/>
                <a:gd name="connsiteX183" fmla="*/ 2959096 w 4940931"/>
                <a:gd name="connsiteY183" fmla="*/ 62865 h 138429"/>
                <a:gd name="connsiteX184" fmla="*/ 2995291 w 4940931"/>
                <a:gd name="connsiteY184" fmla="*/ 62865 h 138429"/>
                <a:gd name="connsiteX185" fmla="*/ 2994021 w 4940931"/>
                <a:gd name="connsiteY185" fmla="*/ 55245 h 138429"/>
                <a:gd name="connsiteX186" fmla="*/ 2990846 w 4940931"/>
                <a:gd name="connsiteY186" fmla="*/ 48895 h 138429"/>
                <a:gd name="connsiteX187" fmla="*/ 2985131 w 4940931"/>
                <a:gd name="connsiteY187" fmla="*/ 44450 h 138429"/>
                <a:gd name="connsiteX188" fmla="*/ 2976876 w 4940931"/>
                <a:gd name="connsiteY188" fmla="*/ 43180 h 138429"/>
                <a:gd name="connsiteX189" fmla="*/ 2527930 w 4940931"/>
                <a:gd name="connsiteY189" fmla="*/ 43180 h 138429"/>
                <a:gd name="connsiteX190" fmla="*/ 2520945 w 4940931"/>
                <a:gd name="connsiteY190" fmla="*/ 44450 h 138429"/>
                <a:gd name="connsiteX191" fmla="*/ 2515865 w 4940931"/>
                <a:gd name="connsiteY191" fmla="*/ 48260 h 138429"/>
                <a:gd name="connsiteX192" fmla="*/ 2512055 w 4940931"/>
                <a:gd name="connsiteY192" fmla="*/ 54610 h 138429"/>
                <a:gd name="connsiteX193" fmla="*/ 2510150 w 4940931"/>
                <a:gd name="connsiteY193" fmla="*/ 62865 h 138429"/>
                <a:gd name="connsiteX194" fmla="*/ 2546345 w 4940931"/>
                <a:gd name="connsiteY194" fmla="*/ 62865 h 138429"/>
                <a:gd name="connsiteX195" fmla="*/ 2545075 w 4940931"/>
                <a:gd name="connsiteY195" fmla="*/ 55245 h 138429"/>
                <a:gd name="connsiteX196" fmla="*/ 2541900 w 4940931"/>
                <a:gd name="connsiteY196" fmla="*/ 48895 h 138429"/>
                <a:gd name="connsiteX197" fmla="*/ 2536185 w 4940931"/>
                <a:gd name="connsiteY197" fmla="*/ 44450 h 138429"/>
                <a:gd name="connsiteX198" fmla="*/ 2527930 w 4940931"/>
                <a:gd name="connsiteY198" fmla="*/ 43180 h 138429"/>
                <a:gd name="connsiteX199" fmla="*/ 2214240 w 4940931"/>
                <a:gd name="connsiteY199" fmla="*/ 43180 h 138429"/>
                <a:gd name="connsiteX200" fmla="*/ 2207255 w 4940931"/>
                <a:gd name="connsiteY200" fmla="*/ 44450 h 138429"/>
                <a:gd name="connsiteX201" fmla="*/ 2202175 w 4940931"/>
                <a:gd name="connsiteY201" fmla="*/ 48260 h 138429"/>
                <a:gd name="connsiteX202" fmla="*/ 2198365 w 4940931"/>
                <a:gd name="connsiteY202" fmla="*/ 54610 h 138429"/>
                <a:gd name="connsiteX203" fmla="*/ 2196460 w 4940931"/>
                <a:gd name="connsiteY203" fmla="*/ 62865 h 138429"/>
                <a:gd name="connsiteX204" fmla="*/ 2232655 w 4940931"/>
                <a:gd name="connsiteY204" fmla="*/ 62865 h 138429"/>
                <a:gd name="connsiteX205" fmla="*/ 2231385 w 4940931"/>
                <a:gd name="connsiteY205" fmla="*/ 55245 h 138429"/>
                <a:gd name="connsiteX206" fmla="*/ 2228210 w 4940931"/>
                <a:gd name="connsiteY206" fmla="*/ 48895 h 138429"/>
                <a:gd name="connsiteX207" fmla="*/ 2222495 w 4940931"/>
                <a:gd name="connsiteY207" fmla="*/ 44450 h 138429"/>
                <a:gd name="connsiteX208" fmla="*/ 2214240 w 4940931"/>
                <a:gd name="connsiteY208" fmla="*/ 43180 h 138429"/>
                <a:gd name="connsiteX209" fmla="*/ 2027551 w 4940931"/>
                <a:gd name="connsiteY209" fmla="*/ 43180 h 138429"/>
                <a:gd name="connsiteX210" fmla="*/ 2020566 w 4940931"/>
                <a:gd name="connsiteY210" fmla="*/ 44450 h 138429"/>
                <a:gd name="connsiteX211" fmla="*/ 2015486 w 4940931"/>
                <a:gd name="connsiteY211" fmla="*/ 48260 h 138429"/>
                <a:gd name="connsiteX212" fmla="*/ 2011676 w 4940931"/>
                <a:gd name="connsiteY212" fmla="*/ 54610 h 138429"/>
                <a:gd name="connsiteX213" fmla="*/ 2009771 w 4940931"/>
                <a:gd name="connsiteY213" fmla="*/ 62865 h 138429"/>
                <a:gd name="connsiteX214" fmla="*/ 2045966 w 4940931"/>
                <a:gd name="connsiteY214" fmla="*/ 62865 h 138429"/>
                <a:gd name="connsiteX215" fmla="*/ 2044696 w 4940931"/>
                <a:gd name="connsiteY215" fmla="*/ 55245 h 138429"/>
                <a:gd name="connsiteX216" fmla="*/ 2041521 w 4940931"/>
                <a:gd name="connsiteY216" fmla="*/ 48895 h 138429"/>
                <a:gd name="connsiteX217" fmla="*/ 2035806 w 4940931"/>
                <a:gd name="connsiteY217" fmla="*/ 44450 h 138429"/>
                <a:gd name="connsiteX218" fmla="*/ 2027551 w 4940931"/>
                <a:gd name="connsiteY218" fmla="*/ 43180 h 138429"/>
                <a:gd name="connsiteX219" fmla="*/ 1949445 w 4940931"/>
                <a:gd name="connsiteY219" fmla="*/ 43180 h 138429"/>
                <a:gd name="connsiteX220" fmla="*/ 1944365 w 4940931"/>
                <a:gd name="connsiteY220" fmla="*/ 43815 h 138429"/>
                <a:gd name="connsiteX221" fmla="*/ 1939285 w 4940931"/>
                <a:gd name="connsiteY221" fmla="*/ 45720 h 138429"/>
                <a:gd name="connsiteX222" fmla="*/ 1934840 w 4940931"/>
                <a:gd name="connsiteY222" fmla="*/ 48895 h 138429"/>
                <a:gd name="connsiteX223" fmla="*/ 1931665 w 4940931"/>
                <a:gd name="connsiteY223" fmla="*/ 52705 h 138429"/>
                <a:gd name="connsiteX224" fmla="*/ 1931665 w 4940931"/>
                <a:gd name="connsiteY224" fmla="*/ 85725 h 138429"/>
                <a:gd name="connsiteX225" fmla="*/ 1934840 w 4940931"/>
                <a:gd name="connsiteY225" fmla="*/ 89535 h 138429"/>
                <a:gd name="connsiteX226" fmla="*/ 1939285 w 4940931"/>
                <a:gd name="connsiteY226" fmla="*/ 92710 h 138429"/>
                <a:gd name="connsiteX227" fmla="*/ 1944365 w 4940931"/>
                <a:gd name="connsiteY227" fmla="*/ 95250 h 138429"/>
                <a:gd name="connsiteX228" fmla="*/ 1950080 w 4940931"/>
                <a:gd name="connsiteY228" fmla="*/ 95885 h 138429"/>
                <a:gd name="connsiteX229" fmla="*/ 1962780 w 4940931"/>
                <a:gd name="connsiteY229" fmla="*/ 89535 h 138429"/>
                <a:gd name="connsiteX230" fmla="*/ 1967225 w 4940931"/>
                <a:gd name="connsiteY230" fmla="*/ 71120 h 138429"/>
                <a:gd name="connsiteX231" fmla="*/ 1966590 w 4940931"/>
                <a:gd name="connsiteY231" fmla="*/ 71755 h 138429"/>
                <a:gd name="connsiteX232" fmla="*/ 1962145 w 4940931"/>
                <a:gd name="connsiteY232" fmla="*/ 50165 h 138429"/>
                <a:gd name="connsiteX233" fmla="*/ 1949445 w 4940931"/>
                <a:gd name="connsiteY233" fmla="*/ 43180 h 138429"/>
                <a:gd name="connsiteX234" fmla="*/ 1829431 w 4940931"/>
                <a:gd name="connsiteY234" fmla="*/ 43180 h 138429"/>
                <a:gd name="connsiteX235" fmla="*/ 1822446 w 4940931"/>
                <a:gd name="connsiteY235" fmla="*/ 44450 h 138429"/>
                <a:gd name="connsiteX236" fmla="*/ 1817366 w 4940931"/>
                <a:gd name="connsiteY236" fmla="*/ 48260 h 138429"/>
                <a:gd name="connsiteX237" fmla="*/ 1813556 w 4940931"/>
                <a:gd name="connsiteY237" fmla="*/ 54610 h 138429"/>
                <a:gd name="connsiteX238" fmla="*/ 1811651 w 4940931"/>
                <a:gd name="connsiteY238" fmla="*/ 62865 h 138429"/>
                <a:gd name="connsiteX239" fmla="*/ 1847846 w 4940931"/>
                <a:gd name="connsiteY239" fmla="*/ 62865 h 138429"/>
                <a:gd name="connsiteX240" fmla="*/ 1846576 w 4940931"/>
                <a:gd name="connsiteY240" fmla="*/ 55245 h 138429"/>
                <a:gd name="connsiteX241" fmla="*/ 1843401 w 4940931"/>
                <a:gd name="connsiteY241" fmla="*/ 48895 h 138429"/>
                <a:gd name="connsiteX242" fmla="*/ 1837686 w 4940931"/>
                <a:gd name="connsiteY242" fmla="*/ 44450 h 138429"/>
                <a:gd name="connsiteX243" fmla="*/ 1829431 w 4940931"/>
                <a:gd name="connsiteY243" fmla="*/ 43180 h 138429"/>
                <a:gd name="connsiteX244" fmla="*/ 1178561 w 4940931"/>
                <a:gd name="connsiteY244" fmla="*/ 43180 h 138429"/>
                <a:gd name="connsiteX245" fmla="*/ 1171576 w 4940931"/>
                <a:gd name="connsiteY245" fmla="*/ 44450 h 138429"/>
                <a:gd name="connsiteX246" fmla="*/ 1166496 w 4940931"/>
                <a:gd name="connsiteY246" fmla="*/ 48260 h 138429"/>
                <a:gd name="connsiteX247" fmla="*/ 1162686 w 4940931"/>
                <a:gd name="connsiteY247" fmla="*/ 54610 h 138429"/>
                <a:gd name="connsiteX248" fmla="*/ 1160781 w 4940931"/>
                <a:gd name="connsiteY248" fmla="*/ 62865 h 138429"/>
                <a:gd name="connsiteX249" fmla="*/ 1196976 w 4940931"/>
                <a:gd name="connsiteY249" fmla="*/ 62865 h 138429"/>
                <a:gd name="connsiteX250" fmla="*/ 1195706 w 4940931"/>
                <a:gd name="connsiteY250" fmla="*/ 55245 h 138429"/>
                <a:gd name="connsiteX251" fmla="*/ 1192531 w 4940931"/>
                <a:gd name="connsiteY251" fmla="*/ 48895 h 138429"/>
                <a:gd name="connsiteX252" fmla="*/ 1186816 w 4940931"/>
                <a:gd name="connsiteY252" fmla="*/ 44450 h 138429"/>
                <a:gd name="connsiteX253" fmla="*/ 1178561 w 4940931"/>
                <a:gd name="connsiteY253" fmla="*/ 43180 h 138429"/>
                <a:gd name="connsiteX254" fmla="*/ 898525 w 4940931"/>
                <a:gd name="connsiteY254" fmla="*/ 43180 h 138429"/>
                <a:gd name="connsiteX255" fmla="*/ 891540 w 4940931"/>
                <a:gd name="connsiteY255" fmla="*/ 44450 h 138429"/>
                <a:gd name="connsiteX256" fmla="*/ 886460 w 4940931"/>
                <a:gd name="connsiteY256" fmla="*/ 48260 h 138429"/>
                <a:gd name="connsiteX257" fmla="*/ 882650 w 4940931"/>
                <a:gd name="connsiteY257" fmla="*/ 54610 h 138429"/>
                <a:gd name="connsiteX258" fmla="*/ 880745 w 4940931"/>
                <a:gd name="connsiteY258" fmla="*/ 62865 h 138429"/>
                <a:gd name="connsiteX259" fmla="*/ 916940 w 4940931"/>
                <a:gd name="connsiteY259" fmla="*/ 62865 h 138429"/>
                <a:gd name="connsiteX260" fmla="*/ 915670 w 4940931"/>
                <a:gd name="connsiteY260" fmla="*/ 55245 h 138429"/>
                <a:gd name="connsiteX261" fmla="*/ 912495 w 4940931"/>
                <a:gd name="connsiteY261" fmla="*/ 48895 h 138429"/>
                <a:gd name="connsiteX262" fmla="*/ 906780 w 4940931"/>
                <a:gd name="connsiteY262" fmla="*/ 44450 h 138429"/>
                <a:gd name="connsiteX263" fmla="*/ 898525 w 4940931"/>
                <a:gd name="connsiteY263" fmla="*/ 43180 h 138429"/>
                <a:gd name="connsiteX264" fmla="*/ 584834 w 4940931"/>
                <a:gd name="connsiteY264" fmla="*/ 43180 h 138429"/>
                <a:gd name="connsiteX265" fmla="*/ 577849 w 4940931"/>
                <a:gd name="connsiteY265" fmla="*/ 44450 h 138429"/>
                <a:gd name="connsiteX266" fmla="*/ 572769 w 4940931"/>
                <a:gd name="connsiteY266" fmla="*/ 48260 h 138429"/>
                <a:gd name="connsiteX267" fmla="*/ 568959 w 4940931"/>
                <a:gd name="connsiteY267" fmla="*/ 54610 h 138429"/>
                <a:gd name="connsiteX268" fmla="*/ 567054 w 4940931"/>
                <a:gd name="connsiteY268" fmla="*/ 62865 h 138429"/>
                <a:gd name="connsiteX269" fmla="*/ 603249 w 4940931"/>
                <a:gd name="connsiteY269" fmla="*/ 62865 h 138429"/>
                <a:gd name="connsiteX270" fmla="*/ 601979 w 4940931"/>
                <a:gd name="connsiteY270" fmla="*/ 55245 h 138429"/>
                <a:gd name="connsiteX271" fmla="*/ 598804 w 4940931"/>
                <a:gd name="connsiteY271" fmla="*/ 48895 h 138429"/>
                <a:gd name="connsiteX272" fmla="*/ 593089 w 4940931"/>
                <a:gd name="connsiteY272" fmla="*/ 44450 h 138429"/>
                <a:gd name="connsiteX273" fmla="*/ 584834 w 4940931"/>
                <a:gd name="connsiteY273" fmla="*/ 43180 h 138429"/>
                <a:gd name="connsiteX274" fmla="*/ 398145 w 4940931"/>
                <a:gd name="connsiteY274" fmla="*/ 43180 h 138429"/>
                <a:gd name="connsiteX275" fmla="*/ 391160 w 4940931"/>
                <a:gd name="connsiteY275" fmla="*/ 44450 h 138429"/>
                <a:gd name="connsiteX276" fmla="*/ 386080 w 4940931"/>
                <a:gd name="connsiteY276" fmla="*/ 48260 h 138429"/>
                <a:gd name="connsiteX277" fmla="*/ 382270 w 4940931"/>
                <a:gd name="connsiteY277" fmla="*/ 54610 h 138429"/>
                <a:gd name="connsiteX278" fmla="*/ 380365 w 4940931"/>
                <a:gd name="connsiteY278" fmla="*/ 62865 h 138429"/>
                <a:gd name="connsiteX279" fmla="*/ 416560 w 4940931"/>
                <a:gd name="connsiteY279" fmla="*/ 62865 h 138429"/>
                <a:gd name="connsiteX280" fmla="*/ 415290 w 4940931"/>
                <a:gd name="connsiteY280" fmla="*/ 55245 h 138429"/>
                <a:gd name="connsiteX281" fmla="*/ 412115 w 4940931"/>
                <a:gd name="connsiteY281" fmla="*/ 48895 h 138429"/>
                <a:gd name="connsiteX282" fmla="*/ 406400 w 4940931"/>
                <a:gd name="connsiteY282" fmla="*/ 44450 h 138429"/>
                <a:gd name="connsiteX283" fmla="*/ 398145 w 4940931"/>
                <a:gd name="connsiteY283" fmla="*/ 43180 h 138429"/>
                <a:gd name="connsiteX284" fmla="*/ 320039 w 4940931"/>
                <a:gd name="connsiteY284" fmla="*/ 43180 h 138429"/>
                <a:gd name="connsiteX285" fmla="*/ 314959 w 4940931"/>
                <a:gd name="connsiteY285" fmla="*/ 43815 h 138429"/>
                <a:gd name="connsiteX286" fmla="*/ 309879 w 4940931"/>
                <a:gd name="connsiteY286" fmla="*/ 45720 h 138429"/>
                <a:gd name="connsiteX287" fmla="*/ 305434 w 4940931"/>
                <a:gd name="connsiteY287" fmla="*/ 48895 h 138429"/>
                <a:gd name="connsiteX288" fmla="*/ 302259 w 4940931"/>
                <a:gd name="connsiteY288" fmla="*/ 52705 h 138429"/>
                <a:gd name="connsiteX289" fmla="*/ 302259 w 4940931"/>
                <a:gd name="connsiteY289" fmla="*/ 85725 h 138429"/>
                <a:gd name="connsiteX290" fmla="*/ 305434 w 4940931"/>
                <a:gd name="connsiteY290" fmla="*/ 89535 h 138429"/>
                <a:gd name="connsiteX291" fmla="*/ 309879 w 4940931"/>
                <a:gd name="connsiteY291" fmla="*/ 92710 h 138429"/>
                <a:gd name="connsiteX292" fmla="*/ 314959 w 4940931"/>
                <a:gd name="connsiteY292" fmla="*/ 95250 h 138429"/>
                <a:gd name="connsiteX293" fmla="*/ 320674 w 4940931"/>
                <a:gd name="connsiteY293" fmla="*/ 95885 h 138429"/>
                <a:gd name="connsiteX294" fmla="*/ 333374 w 4940931"/>
                <a:gd name="connsiteY294" fmla="*/ 89535 h 138429"/>
                <a:gd name="connsiteX295" fmla="*/ 337819 w 4940931"/>
                <a:gd name="connsiteY295" fmla="*/ 71120 h 138429"/>
                <a:gd name="connsiteX296" fmla="*/ 337184 w 4940931"/>
                <a:gd name="connsiteY296" fmla="*/ 71755 h 138429"/>
                <a:gd name="connsiteX297" fmla="*/ 332739 w 4940931"/>
                <a:gd name="connsiteY297" fmla="*/ 50165 h 138429"/>
                <a:gd name="connsiteX298" fmla="*/ 320039 w 4940931"/>
                <a:gd name="connsiteY298" fmla="*/ 43180 h 138429"/>
                <a:gd name="connsiteX299" fmla="*/ 200025 w 4940931"/>
                <a:gd name="connsiteY299" fmla="*/ 43180 h 138429"/>
                <a:gd name="connsiteX300" fmla="*/ 193040 w 4940931"/>
                <a:gd name="connsiteY300" fmla="*/ 44450 h 138429"/>
                <a:gd name="connsiteX301" fmla="*/ 187960 w 4940931"/>
                <a:gd name="connsiteY301" fmla="*/ 48260 h 138429"/>
                <a:gd name="connsiteX302" fmla="*/ 184150 w 4940931"/>
                <a:gd name="connsiteY302" fmla="*/ 54610 h 138429"/>
                <a:gd name="connsiteX303" fmla="*/ 182245 w 4940931"/>
                <a:gd name="connsiteY303" fmla="*/ 62865 h 138429"/>
                <a:gd name="connsiteX304" fmla="*/ 218440 w 4940931"/>
                <a:gd name="connsiteY304" fmla="*/ 62865 h 138429"/>
                <a:gd name="connsiteX305" fmla="*/ 217170 w 4940931"/>
                <a:gd name="connsiteY305" fmla="*/ 55245 h 138429"/>
                <a:gd name="connsiteX306" fmla="*/ 213995 w 4940931"/>
                <a:gd name="connsiteY306" fmla="*/ 48895 h 138429"/>
                <a:gd name="connsiteX307" fmla="*/ 208280 w 4940931"/>
                <a:gd name="connsiteY307" fmla="*/ 44450 h 138429"/>
                <a:gd name="connsiteX308" fmla="*/ 200025 w 4940931"/>
                <a:gd name="connsiteY308" fmla="*/ 43180 h 138429"/>
                <a:gd name="connsiteX309" fmla="*/ 4439281 w 4940931"/>
                <a:gd name="connsiteY309" fmla="*/ 43179 h 138429"/>
                <a:gd name="connsiteX310" fmla="*/ 4426581 w 4940931"/>
                <a:gd name="connsiteY310" fmla="*/ 49529 h 138429"/>
                <a:gd name="connsiteX311" fmla="*/ 4422136 w 4940931"/>
                <a:gd name="connsiteY311" fmla="*/ 67944 h 138429"/>
                <a:gd name="connsiteX312" fmla="*/ 4423406 w 4940931"/>
                <a:gd name="connsiteY312" fmla="*/ 80644 h 138429"/>
                <a:gd name="connsiteX313" fmla="*/ 4426581 w 4940931"/>
                <a:gd name="connsiteY313" fmla="*/ 89534 h 138429"/>
                <a:gd name="connsiteX314" fmla="*/ 4432296 w 4940931"/>
                <a:gd name="connsiteY314" fmla="*/ 94614 h 138429"/>
                <a:gd name="connsiteX315" fmla="*/ 4439916 w 4940931"/>
                <a:gd name="connsiteY315" fmla="*/ 96519 h 138429"/>
                <a:gd name="connsiteX316" fmla="*/ 4444996 w 4940931"/>
                <a:gd name="connsiteY316" fmla="*/ 95884 h 138429"/>
                <a:gd name="connsiteX317" fmla="*/ 4450076 w 4940931"/>
                <a:gd name="connsiteY317" fmla="*/ 93344 h 138429"/>
                <a:gd name="connsiteX318" fmla="*/ 4454521 w 4940931"/>
                <a:gd name="connsiteY318" fmla="*/ 90169 h 138429"/>
                <a:gd name="connsiteX319" fmla="*/ 4457696 w 4940931"/>
                <a:gd name="connsiteY319" fmla="*/ 86359 h 138429"/>
                <a:gd name="connsiteX320" fmla="*/ 4457696 w 4940931"/>
                <a:gd name="connsiteY320" fmla="*/ 53339 h 138429"/>
                <a:gd name="connsiteX321" fmla="*/ 4454521 w 4940931"/>
                <a:gd name="connsiteY321" fmla="*/ 49529 h 138429"/>
                <a:gd name="connsiteX322" fmla="*/ 4450076 w 4940931"/>
                <a:gd name="connsiteY322" fmla="*/ 46354 h 138429"/>
                <a:gd name="connsiteX323" fmla="*/ 4444996 w 4940931"/>
                <a:gd name="connsiteY323" fmla="*/ 43814 h 138429"/>
                <a:gd name="connsiteX324" fmla="*/ 4439281 w 4940931"/>
                <a:gd name="connsiteY324" fmla="*/ 43179 h 138429"/>
                <a:gd name="connsiteX325" fmla="*/ 1014731 w 4940931"/>
                <a:gd name="connsiteY325" fmla="*/ 43179 h 138429"/>
                <a:gd name="connsiteX326" fmla="*/ 1002032 w 4940931"/>
                <a:gd name="connsiteY326" fmla="*/ 49529 h 138429"/>
                <a:gd name="connsiteX327" fmla="*/ 997587 w 4940931"/>
                <a:gd name="connsiteY327" fmla="*/ 67944 h 138429"/>
                <a:gd name="connsiteX328" fmla="*/ 1002032 w 4940931"/>
                <a:gd name="connsiteY328" fmla="*/ 88899 h 138429"/>
                <a:gd name="connsiteX329" fmla="*/ 1015367 w 4940931"/>
                <a:gd name="connsiteY329" fmla="*/ 95884 h 138429"/>
                <a:gd name="connsiteX330" fmla="*/ 1024891 w 4940931"/>
                <a:gd name="connsiteY330" fmla="*/ 93344 h 138429"/>
                <a:gd name="connsiteX331" fmla="*/ 1033147 w 4940931"/>
                <a:gd name="connsiteY331" fmla="*/ 86359 h 138429"/>
                <a:gd name="connsiteX332" fmla="*/ 1033147 w 4940931"/>
                <a:gd name="connsiteY332" fmla="*/ 53339 h 138429"/>
                <a:gd name="connsiteX333" fmla="*/ 1029971 w 4940931"/>
                <a:gd name="connsiteY333" fmla="*/ 49529 h 138429"/>
                <a:gd name="connsiteX334" fmla="*/ 1025526 w 4940931"/>
                <a:gd name="connsiteY334" fmla="*/ 46354 h 138429"/>
                <a:gd name="connsiteX335" fmla="*/ 1020446 w 4940931"/>
                <a:gd name="connsiteY335" fmla="*/ 43814 h 138429"/>
                <a:gd name="connsiteX336" fmla="*/ 1014731 w 4940931"/>
                <a:gd name="connsiteY336" fmla="*/ 43179 h 138429"/>
                <a:gd name="connsiteX337" fmla="*/ 4524370 w 4940931"/>
                <a:gd name="connsiteY337" fmla="*/ 31114 h 138429"/>
                <a:gd name="connsiteX338" fmla="*/ 4538975 w 4940931"/>
                <a:gd name="connsiteY338" fmla="*/ 31114 h 138429"/>
                <a:gd name="connsiteX339" fmla="*/ 4552310 w 4940931"/>
                <a:gd name="connsiteY339" fmla="*/ 84454 h 138429"/>
                <a:gd name="connsiteX340" fmla="*/ 4566915 w 4940931"/>
                <a:gd name="connsiteY340" fmla="*/ 31114 h 138429"/>
                <a:gd name="connsiteX341" fmla="*/ 4579615 w 4940931"/>
                <a:gd name="connsiteY341" fmla="*/ 31114 h 138429"/>
                <a:gd name="connsiteX342" fmla="*/ 4594220 w 4940931"/>
                <a:gd name="connsiteY342" fmla="*/ 84454 h 138429"/>
                <a:gd name="connsiteX343" fmla="*/ 4606920 w 4940931"/>
                <a:gd name="connsiteY343" fmla="*/ 31114 h 138429"/>
                <a:gd name="connsiteX344" fmla="*/ 4622160 w 4940931"/>
                <a:gd name="connsiteY344" fmla="*/ 31114 h 138429"/>
                <a:gd name="connsiteX345" fmla="*/ 4600570 w 4940931"/>
                <a:gd name="connsiteY345" fmla="*/ 108584 h 138429"/>
                <a:gd name="connsiteX346" fmla="*/ 4587235 w 4940931"/>
                <a:gd name="connsiteY346" fmla="*/ 108584 h 138429"/>
                <a:gd name="connsiteX347" fmla="*/ 4572630 w 4940931"/>
                <a:gd name="connsiteY347" fmla="*/ 54609 h 138429"/>
                <a:gd name="connsiteX348" fmla="*/ 4558660 w 4940931"/>
                <a:gd name="connsiteY348" fmla="*/ 108584 h 138429"/>
                <a:gd name="connsiteX349" fmla="*/ 4545325 w 4940931"/>
                <a:gd name="connsiteY349" fmla="*/ 108584 h 138429"/>
                <a:gd name="connsiteX350" fmla="*/ 4123686 w 4940931"/>
                <a:gd name="connsiteY350" fmla="*/ 31114 h 138429"/>
                <a:gd name="connsiteX351" fmla="*/ 4138926 w 4940931"/>
                <a:gd name="connsiteY351" fmla="*/ 31114 h 138429"/>
                <a:gd name="connsiteX352" fmla="*/ 4152261 w 4940931"/>
                <a:gd name="connsiteY352" fmla="*/ 84454 h 138429"/>
                <a:gd name="connsiteX353" fmla="*/ 4166866 w 4940931"/>
                <a:gd name="connsiteY353" fmla="*/ 31114 h 138429"/>
                <a:gd name="connsiteX354" fmla="*/ 4178931 w 4940931"/>
                <a:gd name="connsiteY354" fmla="*/ 31114 h 138429"/>
                <a:gd name="connsiteX355" fmla="*/ 4193536 w 4940931"/>
                <a:gd name="connsiteY355" fmla="*/ 84454 h 138429"/>
                <a:gd name="connsiteX356" fmla="*/ 4206871 w 4940931"/>
                <a:gd name="connsiteY356" fmla="*/ 31114 h 138429"/>
                <a:gd name="connsiteX357" fmla="*/ 4222111 w 4940931"/>
                <a:gd name="connsiteY357" fmla="*/ 31114 h 138429"/>
                <a:gd name="connsiteX358" fmla="*/ 4200521 w 4940931"/>
                <a:gd name="connsiteY358" fmla="*/ 108584 h 138429"/>
                <a:gd name="connsiteX359" fmla="*/ 4187186 w 4940931"/>
                <a:gd name="connsiteY359" fmla="*/ 108584 h 138429"/>
                <a:gd name="connsiteX360" fmla="*/ 4172581 w 4940931"/>
                <a:gd name="connsiteY360" fmla="*/ 54609 h 138429"/>
                <a:gd name="connsiteX361" fmla="*/ 4157976 w 4940931"/>
                <a:gd name="connsiteY361" fmla="*/ 108584 h 138429"/>
                <a:gd name="connsiteX362" fmla="*/ 4145276 w 4940931"/>
                <a:gd name="connsiteY362" fmla="*/ 108584 h 138429"/>
                <a:gd name="connsiteX363" fmla="*/ 2837811 w 4940931"/>
                <a:gd name="connsiteY363" fmla="*/ 31114 h 138429"/>
                <a:gd name="connsiteX364" fmla="*/ 2852416 w 4940931"/>
                <a:gd name="connsiteY364" fmla="*/ 31114 h 138429"/>
                <a:gd name="connsiteX365" fmla="*/ 2865751 w 4940931"/>
                <a:gd name="connsiteY365" fmla="*/ 84454 h 138429"/>
                <a:gd name="connsiteX366" fmla="*/ 2880356 w 4940931"/>
                <a:gd name="connsiteY366" fmla="*/ 31114 h 138429"/>
                <a:gd name="connsiteX367" fmla="*/ 2893056 w 4940931"/>
                <a:gd name="connsiteY367" fmla="*/ 31114 h 138429"/>
                <a:gd name="connsiteX368" fmla="*/ 2907661 w 4940931"/>
                <a:gd name="connsiteY368" fmla="*/ 84454 h 138429"/>
                <a:gd name="connsiteX369" fmla="*/ 2920361 w 4940931"/>
                <a:gd name="connsiteY369" fmla="*/ 31114 h 138429"/>
                <a:gd name="connsiteX370" fmla="*/ 2935601 w 4940931"/>
                <a:gd name="connsiteY370" fmla="*/ 31114 h 138429"/>
                <a:gd name="connsiteX371" fmla="*/ 2914011 w 4940931"/>
                <a:gd name="connsiteY371" fmla="*/ 108584 h 138429"/>
                <a:gd name="connsiteX372" fmla="*/ 2900676 w 4940931"/>
                <a:gd name="connsiteY372" fmla="*/ 108584 h 138429"/>
                <a:gd name="connsiteX373" fmla="*/ 2886706 w 4940931"/>
                <a:gd name="connsiteY373" fmla="*/ 54609 h 138429"/>
                <a:gd name="connsiteX374" fmla="*/ 2872101 w 4940931"/>
                <a:gd name="connsiteY374" fmla="*/ 108584 h 138429"/>
                <a:gd name="connsiteX375" fmla="*/ 2858766 w 4940931"/>
                <a:gd name="connsiteY375" fmla="*/ 108584 h 138429"/>
                <a:gd name="connsiteX376" fmla="*/ 1354455 w 4940931"/>
                <a:gd name="connsiteY376" fmla="*/ 31114 h 138429"/>
                <a:gd name="connsiteX377" fmla="*/ 1369695 w 4940931"/>
                <a:gd name="connsiteY377" fmla="*/ 31114 h 138429"/>
                <a:gd name="connsiteX378" fmla="*/ 1369695 w 4940931"/>
                <a:gd name="connsiteY378" fmla="*/ 109219 h 138429"/>
                <a:gd name="connsiteX379" fmla="*/ 1354455 w 4940931"/>
                <a:gd name="connsiteY379" fmla="*/ 109219 h 138429"/>
                <a:gd name="connsiteX380" fmla="*/ 2646040 w 4940931"/>
                <a:gd name="connsiteY380" fmla="*/ 29844 h 138429"/>
                <a:gd name="connsiteX381" fmla="*/ 2658105 w 4940931"/>
                <a:gd name="connsiteY381" fmla="*/ 31749 h 138429"/>
                <a:gd name="connsiteX382" fmla="*/ 2667630 w 4940931"/>
                <a:gd name="connsiteY382" fmla="*/ 36829 h 138429"/>
                <a:gd name="connsiteX383" fmla="*/ 2673345 w 4940931"/>
                <a:gd name="connsiteY383" fmla="*/ 45084 h 138429"/>
                <a:gd name="connsiteX384" fmla="*/ 2675250 w 4940931"/>
                <a:gd name="connsiteY384" fmla="*/ 56514 h 138429"/>
                <a:gd name="connsiteX385" fmla="*/ 2675250 w 4940931"/>
                <a:gd name="connsiteY385" fmla="*/ 109854 h 138429"/>
                <a:gd name="connsiteX386" fmla="*/ 2660010 w 4940931"/>
                <a:gd name="connsiteY386" fmla="*/ 109854 h 138429"/>
                <a:gd name="connsiteX387" fmla="*/ 2660010 w 4940931"/>
                <a:gd name="connsiteY387" fmla="*/ 108584 h 138429"/>
                <a:gd name="connsiteX388" fmla="*/ 2660010 w 4940931"/>
                <a:gd name="connsiteY388" fmla="*/ 100964 h 138429"/>
                <a:gd name="connsiteX389" fmla="*/ 2654930 w 4940931"/>
                <a:gd name="connsiteY389" fmla="*/ 104774 h 138429"/>
                <a:gd name="connsiteX390" fmla="*/ 2651120 w 4940931"/>
                <a:gd name="connsiteY390" fmla="*/ 107314 h 138429"/>
                <a:gd name="connsiteX391" fmla="*/ 2646040 w 4940931"/>
                <a:gd name="connsiteY391" fmla="*/ 109219 h 138429"/>
                <a:gd name="connsiteX392" fmla="*/ 2639055 w 4940931"/>
                <a:gd name="connsiteY392" fmla="*/ 109854 h 138429"/>
                <a:gd name="connsiteX393" fmla="*/ 2629530 w 4940931"/>
                <a:gd name="connsiteY393" fmla="*/ 108584 h 138429"/>
                <a:gd name="connsiteX394" fmla="*/ 2620640 w 4940931"/>
                <a:gd name="connsiteY394" fmla="*/ 104139 h 138429"/>
                <a:gd name="connsiteX395" fmla="*/ 2614290 w 4940931"/>
                <a:gd name="connsiteY395" fmla="*/ 95884 h 138429"/>
                <a:gd name="connsiteX396" fmla="*/ 2611750 w 4940931"/>
                <a:gd name="connsiteY396" fmla="*/ 83819 h 138429"/>
                <a:gd name="connsiteX397" fmla="*/ 2614290 w 4940931"/>
                <a:gd name="connsiteY397" fmla="*/ 72389 h 138429"/>
                <a:gd name="connsiteX398" fmla="*/ 2620640 w 4940931"/>
                <a:gd name="connsiteY398" fmla="*/ 64769 h 138429"/>
                <a:gd name="connsiteX399" fmla="*/ 2630800 w 4940931"/>
                <a:gd name="connsiteY399" fmla="*/ 60324 h 138429"/>
                <a:gd name="connsiteX400" fmla="*/ 2642865 w 4940931"/>
                <a:gd name="connsiteY400" fmla="*/ 59054 h 138429"/>
                <a:gd name="connsiteX401" fmla="*/ 2653025 w 4940931"/>
                <a:gd name="connsiteY401" fmla="*/ 59689 h 138429"/>
                <a:gd name="connsiteX402" fmla="*/ 2660010 w 4940931"/>
                <a:gd name="connsiteY402" fmla="*/ 61594 h 138429"/>
                <a:gd name="connsiteX403" fmla="*/ 2660010 w 4940931"/>
                <a:gd name="connsiteY403" fmla="*/ 55879 h 138429"/>
                <a:gd name="connsiteX404" fmla="*/ 2656200 w 4940931"/>
                <a:gd name="connsiteY404" fmla="*/ 46354 h 138429"/>
                <a:gd name="connsiteX405" fmla="*/ 2645405 w 4940931"/>
                <a:gd name="connsiteY405" fmla="*/ 43179 h 138429"/>
                <a:gd name="connsiteX406" fmla="*/ 2634610 w 4940931"/>
                <a:gd name="connsiteY406" fmla="*/ 44449 h 138429"/>
                <a:gd name="connsiteX407" fmla="*/ 2625085 w 4940931"/>
                <a:gd name="connsiteY407" fmla="*/ 48259 h 138429"/>
                <a:gd name="connsiteX408" fmla="*/ 2619370 w 4940931"/>
                <a:gd name="connsiteY408" fmla="*/ 36829 h 138429"/>
                <a:gd name="connsiteX409" fmla="*/ 2631435 w 4940931"/>
                <a:gd name="connsiteY409" fmla="*/ 31749 h 138429"/>
                <a:gd name="connsiteX410" fmla="*/ 2646040 w 4940931"/>
                <a:gd name="connsiteY410" fmla="*/ 29844 h 138429"/>
                <a:gd name="connsiteX411" fmla="*/ 1114426 w 4940931"/>
                <a:gd name="connsiteY411" fmla="*/ 29844 h 138429"/>
                <a:gd name="connsiteX412" fmla="*/ 1129666 w 4940931"/>
                <a:gd name="connsiteY412" fmla="*/ 29844 h 138429"/>
                <a:gd name="connsiteX413" fmla="*/ 1129666 w 4940931"/>
                <a:gd name="connsiteY413" fmla="*/ 107949 h 138429"/>
                <a:gd name="connsiteX414" fmla="*/ 1114426 w 4940931"/>
                <a:gd name="connsiteY414" fmla="*/ 107949 h 138429"/>
                <a:gd name="connsiteX415" fmla="*/ 1114426 w 4940931"/>
                <a:gd name="connsiteY415" fmla="*/ 100964 h 138429"/>
                <a:gd name="connsiteX416" fmla="*/ 1106171 w 4940931"/>
                <a:gd name="connsiteY416" fmla="*/ 107314 h 138429"/>
                <a:gd name="connsiteX417" fmla="*/ 1094741 w 4940931"/>
                <a:gd name="connsiteY417" fmla="*/ 109854 h 138429"/>
                <a:gd name="connsiteX418" fmla="*/ 1073786 w 4940931"/>
                <a:gd name="connsiteY418" fmla="*/ 100964 h 138429"/>
                <a:gd name="connsiteX419" fmla="*/ 1066800 w 4940931"/>
                <a:gd name="connsiteY419" fmla="*/ 74929 h 138429"/>
                <a:gd name="connsiteX420" fmla="*/ 1066800 w 4940931"/>
                <a:gd name="connsiteY420" fmla="*/ 30479 h 138429"/>
                <a:gd name="connsiteX421" fmla="*/ 1082040 w 4940931"/>
                <a:gd name="connsiteY421" fmla="*/ 30479 h 138429"/>
                <a:gd name="connsiteX422" fmla="*/ 1082040 w 4940931"/>
                <a:gd name="connsiteY422" fmla="*/ 74294 h 138429"/>
                <a:gd name="connsiteX423" fmla="*/ 1085851 w 4940931"/>
                <a:gd name="connsiteY423" fmla="*/ 90169 h 138429"/>
                <a:gd name="connsiteX424" fmla="*/ 1097916 w 4940931"/>
                <a:gd name="connsiteY424" fmla="*/ 95249 h 138429"/>
                <a:gd name="connsiteX425" fmla="*/ 1109981 w 4940931"/>
                <a:gd name="connsiteY425" fmla="*/ 90169 h 138429"/>
                <a:gd name="connsiteX426" fmla="*/ 1114426 w 4940931"/>
                <a:gd name="connsiteY426" fmla="*/ 75564 h 138429"/>
                <a:gd name="connsiteX427" fmla="*/ 1011556 w 4940931"/>
                <a:gd name="connsiteY427" fmla="*/ 29844 h 138429"/>
                <a:gd name="connsiteX428" fmla="*/ 1017272 w 4940931"/>
                <a:gd name="connsiteY428" fmla="*/ 30479 h 138429"/>
                <a:gd name="connsiteX429" fmla="*/ 1022352 w 4940931"/>
                <a:gd name="connsiteY429" fmla="*/ 32384 h 138429"/>
                <a:gd name="connsiteX430" fmla="*/ 1026797 w 4940931"/>
                <a:gd name="connsiteY430" fmla="*/ 35559 h 138429"/>
                <a:gd name="connsiteX431" fmla="*/ 1030607 w 4940931"/>
                <a:gd name="connsiteY431" fmla="*/ 38734 h 138429"/>
                <a:gd name="connsiteX432" fmla="*/ 1030607 w 4940931"/>
                <a:gd name="connsiteY432" fmla="*/ 31749 h 138429"/>
                <a:gd name="connsiteX433" fmla="*/ 1045847 w 4940931"/>
                <a:gd name="connsiteY433" fmla="*/ 31749 h 138429"/>
                <a:gd name="connsiteX434" fmla="*/ 1045847 w 4940931"/>
                <a:gd name="connsiteY434" fmla="*/ 130809 h 138429"/>
                <a:gd name="connsiteX435" fmla="*/ 1032512 w 4940931"/>
                <a:gd name="connsiteY435" fmla="*/ 137477 h 138429"/>
                <a:gd name="connsiteX436" fmla="*/ 1032512 w 4940931"/>
                <a:gd name="connsiteY436" fmla="*/ 101599 h 138429"/>
                <a:gd name="connsiteX437" fmla="*/ 1022986 w 4940931"/>
                <a:gd name="connsiteY437" fmla="*/ 107949 h 138429"/>
                <a:gd name="connsiteX438" fmla="*/ 1011556 w 4940931"/>
                <a:gd name="connsiteY438" fmla="*/ 110489 h 138429"/>
                <a:gd name="connsiteX439" fmla="*/ 999491 w 4940931"/>
                <a:gd name="connsiteY439" fmla="*/ 107949 h 138429"/>
                <a:gd name="connsiteX440" fmla="*/ 989966 w 4940931"/>
                <a:gd name="connsiteY440" fmla="*/ 100329 h 138429"/>
                <a:gd name="connsiteX441" fmla="*/ 983616 w 4940931"/>
                <a:gd name="connsiteY441" fmla="*/ 87629 h 138429"/>
                <a:gd name="connsiteX442" fmla="*/ 981076 w 4940931"/>
                <a:gd name="connsiteY442" fmla="*/ 68579 h 138429"/>
                <a:gd name="connsiteX443" fmla="*/ 983616 w 4940931"/>
                <a:gd name="connsiteY443" fmla="*/ 51434 h 138429"/>
                <a:gd name="connsiteX444" fmla="*/ 990601 w 4940931"/>
                <a:gd name="connsiteY444" fmla="*/ 39369 h 138429"/>
                <a:gd name="connsiteX445" fmla="*/ 1000126 w 4940931"/>
                <a:gd name="connsiteY445" fmla="*/ 32384 h 138429"/>
                <a:gd name="connsiteX446" fmla="*/ 1011556 w 4940931"/>
                <a:gd name="connsiteY446" fmla="*/ 29844 h 138429"/>
                <a:gd name="connsiteX447" fmla="*/ 4871716 w 4940931"/>
                <a:gd name="connsiteY447" fmla="*/ 29210 h 138429"/>
                <a:gd name="connsiteX448" fmla="*/ 4885686 w 4940931"/>
                <a:gd name="connsiteY448" fmla="*/ 31750 h 138429"/>
                <a:gd name="connsiteX449" fmla="*/ 4897751 w 4940931"/>
                <a:gd name="connsiteY449" fmla="*/ 38100 h 138429"/>
                <a:gd name="connsiteX450" fmla="*/ 4899021 w 4940931"/>
                <a:gd name="connsiteY450" fmla="*/ 38100 h 138429"/>
                <a:gd name="connsiteX451" fmla="*/ 4892036 w 4940931"/>
                <a:gd name="connsiteY451" fmla="*/ 50165 h 138429"/>
                <a:gd name="connsiteX452" fmla="*/ 4882511 w 4940931"/>
                <a:gd name="connsiteY452" fmla="*/ 45085 h 138429"/>
                <a:gd name="connsiteX453" fmla="*/ 4872351 w 4940931"/>
                <a:gd name="connsiteY453" fmla="*/ 43180 h 138429"/>
                <a:gd name="connsiteX454" fmla="*/ 4864096 w 4940931"/>
                <a:gd name="connsiteY454" fmla="*/ 45085 h 138429"/>
                <a:gd name="connsiteX455" fmla="*/ 4861556 w 4940931"/>
                <a:gd name="connsiteY455" fmla="*/ 50165 h 138429"/>
                <a:gd name="connsiteX456" fmla="*/ 4861556 w 4940931"/>
                <a:gd name="connsiteY456" fmla="*/ 52705 h 138429"/>
                <a:gd name="connsiteX457" fmla="*/ 4863461 w 4940931"/>
                <a:gd name="connsiteY457" fmla="*/ 55245 h 138429"/>
                <a:gd name="connsiteX458" fmla="*/ 4867906 w 4940931"/>
                <a:gd name="connsiteY458" fmla="*/ 57785 h 138429"/>
                <a:gd name="connsiteX459" fmla="*/ 4874891 w 4940931"/>
                <a:gd name="connsiteY459" fmla="*/ 60960 h 138429"/>
                <a:gd name="connsiteX460" fmla="*/ 4886321 w 4940931"/>
                <a:gd name="connsiteY460" fmla="*/ 66040 h 138429"/>
                <a:gd name="connsiteX461" fmla="*/ 4894576 w 4940931"/>
                <a:gd name="connsiteY461" fmla="*/ 71120 h 138429"/>
                <a:gd name="connsiteX462" fmla="*/ 4899656 w 4940931"/>
                <a:gd name="connsiteY462" fmla="*/ 78105 h 138429"/>
                <a:gd name="connsiteX463" fmla="*/ 4901561 w 4940931"/>
                <a:gd name="connsiteY463" fmla="*/ 87630 h 138429"/>
                <a:gd name="connsiteX464" fmla="*/ 4899021 w 4940931"/>
                <a:gd name="connsiteY464" fmla="*/ 98425 h 138429"/>
                <a:gd name="connsiteX465" fmla="*/ 4892671 w 4940931"/>
                <a:gd name="connsiteY465" fmla="*/ 105410 h 138429"/>
                <a:gd name="connsiteX466" fmla="*/ 4883146 w 4940931"/>
                <a:gd name="connsiteY466" fmla="*/ 109220 h 138429"/>
                <a:gd name="connsiteX467" fmla="*/ 4872351 w 4940931"/>
                <a:gd name="connsiteY467" fmla="*/ 110490 h 138429"/>
                <a:gd name="connsiteX468" fmla="*/ 4857111 w 4940931"/>
                <a:gd name="connsiteY468" fmla="*/ 107950 h 138429"/>
                <a:gd name="connsiteX469" fmla="*/ 4842506 w 4940931"/>
                <a:gd name="connsiteY469" fmla="*/ 100965 h 138429"/>
                <a:gd name="connsiteX470" fmla="*/ 4849491 w 4940931"/>
                <a:gd name="connsiteY470" fmla="*/ 89535 h 138429"/>
                <a:gd name="connsiteX471" fmla="*/ 4860921 w 4940931"/>
                <a:gd name="connsiteY471" fmla="*/ 95250 h 138429"/>
                <a:gd name="connsiteX472" fmla="*/ 4872351 w 4940931"/>
                <a:gd name="connsiteY472" fmla="*/ 97155 h 138429"/>
                <a:gd name="connsiteX473" fmla="*/ 4883146 w 4940931"/>
                <a:gd name="connsiteY473" fmla="*/ 94615 h 138429"/>
                <a:gd name="connsiteX474" fmla="*/ 4886321 w 4940931"/>
                <a:gd name="connsiteY474" fmla="*/ 88265 h 138429"/>
                <a:gd name="connsiteX475" fmla="*/ 4885051 w 4940931"/>
                <a:gd name="connsiteY475" fmla="*/ 84455 h 138429"/>
                <a:gd name="connsiteX476" fmla="*/ 4881241 w 4940931"/>
                <a:gd name="connsiteY476" fmla="*/ 81280 h 138429"/>
                <a:gd name="connsiteX477" fmla="*/ 4875526 w 4940931"/>
                <a:gd name="connsiteY477" fmla="*/ 78105 h 138429"/>
                <a:gd name="connsiteX478" fmla="*/ 4867906 w 4940931"/>
                <a:gd name="connsiteY478" fmla="*/ 74930 h 138429"/>
                <a:gd name="connsiteX479" fmla="*/ 4857111 w 4940931"/>
                <a:gd name="connsiteY479" fmla="*/ 69850 h 138429"/>
                <a:gd name="connsiteX480" fmla="*/ 4850126 w 4940931"/>
                <a:gd name="connsiteY480" fmla="*/ 64770 h 138429"/>
                <a:gd name="connsiteX481" fmla="*/ 4846316 w 4940931"/>
                <a:gd name="connsiteY481" fmla="*/ 58420 h 138429"/>
                <a:gd name="connsiteX482" fmla="*/ 4845046 w 4940931"/>
                <a:gd name="connsiteY482" fmla="*/ 50165 h 138429"/>
                <a:gd name="connsiteX483" fmla="*/ 4846951 w 4940931"/>
                <a:gd name="connsiteY483" fmla="*/ 40640 h 138429"/>
                <a:gd name="connsiteX484" fmla="*/ 4852666 w 4940931"/>
                <a:gd name="connsiteY484" fmla="*/ 34290 h 138429"/>
                <a:gd name="connsiteX485" fmla="*/ 4860921 w 4940931"/>
                <a:gd name="connsiteY485" fmla="*/ 30480 h 138429"/>
                <a:gd name="connsiteX486" fmla="*/ 4871716 w 4940931"/>
                <a:gd name="connsiteY486" fmla="*/ 29210 h 138429"/>
                <a:gd name="connsiteX487" fmla="*/ 4749796 w 4940931"/>
                <a:gd name="connsiteY487" fmla="*/ 29210 h 138429"/>
                <a:gd name="connsiteX488" fmla="*/ 4757416 w 4940931"/>
                <a:gd name="connsiteY488" fmla="*/ 29845 h 138429"/>
                <a:gd name="connsiteX489" fmla="*/ 4763131 w 4940931"/>
                <a:gd name="connsiteY489" fmla="*/ 32385 h 138429"/>
                <a:gd name="connsiteX490" fmla="*/ 4759321 w 4940931"/>
                <a:gd name="connsiteY490" fmla="*/ 46990 h 138429"/>
                <a:gd name="connsiteX491" fmla="*/ 4758051 w 4940931"/>
                <a:gd name="connsiteY491" fmla="*/ 46990 h 138429"/>
                <a:gd name="connsiteX492" fmla="*/ 4752971 w 4940931"/>
                <a:gd name="connsiteY492" fmla="*/ 45085 h 138429"/>
                <a:gd name="connsiteX493" fmla="*/ 4746621 w 4940931"/>
                <a:gd name="connsiteY493" fmla="*/ 44450 h 138429"/>
                <a:gd name="connsiteX494" fmla="*/ 4735191 w 4940931"/>
                <a:gd name="connsiteY494" fmla="*/ 49530 h 138429"/>
                <a:gd name="connsiteX495" fmla="*/ 4731381 w 4940931"/>
                <a:gd name="connsiteY495" fmla="*/ 64770 h 138429"/>
                <a:gd name="connsiteX496" fmla="*/ 4731381 w 4940931"/>
                <a:gd name="connsiteY496" fmla="*/ 109220 h 138429"/>
                <a:gd name="connsiteX497" fmla="*/ 4716141 w 4940931"/>
                <a:gd name="connsiteY497" fmla="*/ 109220 h 138429"/>
                <a:gd name="connsiteX498" fmla="*/ 4716141 w 4940931"/>
                <a:gd name="connsiteY498" fmla="*/ 31115 h 138429"/>
                <a:gd name="connsiteX499" fmla="*/ 4731381 w 4940931"/>
                <a:gd name="connsiteY499" fmla="*/ 31115 h 138429"/>
                <a:gd name="connsiteX500" fmla="*/ 4731381 w 4940931"/>
                <a:gd name="connsiteY500" fmla="*/ 38735 h 138429"/>
                <a:gd name="connsiteX501" fmla="*/ 4734556 w 4940931"/>
                <a:gd name="connsiteY501" fmla="*/ 34925 h 138429"/>
                <a:gd name="connsiteX502" fmla="*/ 4739001 w 4940931"/>
                <a:gd name="connsiteY502" fmla="*/ 31750 h 138429"/>
                <a:gd name="connsiteX503" fmla="*/ 4744081 w 4940931"/>
                <a:gd name="connsiteY503" fmla="*/ 29845 h 138429"/>
                <a:gd name="connsiteX504" fmla="*/ 4749796 w 4940931"/>
                <a:gd name="connsiteY504" fmla="*/ 29210 h 138429"/>
                <a:gd name="connsiteX505" fmla="*/ 4349110 w 4940931"/>
                <a:gd name="connsiteY505" fmla="*/ 29210 h 138429"/>
                <a:gd name="connsiteX506" fmla="*/ 4356730 w 4940931"/>
                <a:gd name="connsiteY506" fmla="*/ 29845 h 138429"/>
                <a:gd name="connsiteX507" fmla="*/ 4362445 w 4940931"/>
                <a:gd name="connsiteY507" fmla="*/ 32385 h 138429"/>
                <a:gd name="connsiteX508" fmla="*/ 4358635 w 4940931"/>
                <a:gd name="connsiteY508" fmla="*/ 46990 h 138429"/>
                <a:gd name="connsiteX509" fmla="*/ 4357365 w 4940931"/>
                <a:gd name="connsiteY509" fmla="*/ 46990 h 138429"/>
                <a:gd name="connsiteX510" fmla="*/ 4352285 w 4940931"/>
                <a:gd name="connsiteY510" fmla="*/ 45085 h 138429"/>
                <a:gd name="connsiteX511" fmla="*/ 4345935 w 4940931"/>
                <a:gd name="connsiteY511" fmla="*/ 44450 h 138429"/>
                <a:gd name="connsiteX512" fmla="*/ 4334505 w 4940931"/>
                <a:gd name="connsiteY512" fmla="*/ 49530 h 138429"/>
                <a:gd name="connsiteX513" fmla="*/ 4330695 w 4940931"/>
                <a:gd name="connsiteY513" fmla="*/ 64770 h 138429"/>
                <a:gd name="connsiteX514" fmla="*/ 4330695 w 4940931"/>
                <a:gd name="connsiteY514" fmla="*/ 109220 h 138429"/>
                <a:gd name="connsiteX515" fmla="*/ 4315455 w 4940931"/>
                <a:gd name="connsiteY515" fmla="*/ 109220 h 138429"/>
                <a:gd name="connsiteX516" fmla="*/ 4315455 w 4940931"/>
                <a:gd name="connsiteY516" fmla="*/ 31115 h 138429"/>
                <a:gd name="connsiteX517" fmla="*/ 4330695 w 4940931"/>
                <a:gd name="connsiteY517" fmla="*/ 31115 h 138429"/>
                <a:gd name="connsiteX518" fmla="*/ 4330695 w 4940931"/>
                <a:gd name="connsiteY518" fmla="*/ 38735 h 138429"/>
                <a:gd name="connsiteX519" fmla="*/ 4333870 w 4940931"/>
                <a:gd name="connsiteY519" fmla="*/ 34925 h 138429"/>
                <a:gd name="connsiteX520" fmla="*/ 4338315 w 4940931"/>
                <a:gd name="connsiteY520" fmla="*/ 31750 h 138429"/>
                <a:gd name="connsiteX521" fmla="*/ 4343395 w 4940931"/>
                <a:gd name="connsiteY521" fmla="*/ 29845 h 138429"/>
                <a:gd name="connsiteX522" fmla="*/ 4349110 w 4940931"/>
                <a:gd name="connsiteY522" fmla="*/ 29210 h 138429"/>
                <a:gd name="connsiteX523" fmla="*/ 4044310 w 4940931"/>
                <a:gd name="connsiteY523" fmla="*/ 29210 h 138429"/>
                <a:gd name="connsiteX524" fmla="*/ 4058915 w 4940931"/>
                <a:gd name="connsiteY524" fmla="*/ 32385 h 138429"/>
                <a:gd name="connsiteX525" fmla="*/ 4069075 w 4940931"/>
                <a:gd name="connsiteY525" fmla="*/ 40640 h 138429"/>
                <a:gd name="connsiteX526" fmla="*/ 4075425 w 4940931"/>
                <a:gd name="connsiteY526" fmla="*/ 53340 h 138429"/>
                <a:gd name="connsiteX527" fmla="*/ 4077330 w 4940931"/>
                <a:gd name="connsiteY527" fmla="*/ 68580 h 138429"/>
                <a:gd name="connsiteX528" fmla="*/ 4076060 w 4940931"/>
                <a:gd name="connsiteY528" fmla="*/ 68580 h 138429"/>
                <a:gd name="connsiteX529" fmla="*/ 4076060 w 4940931"/>
                <a:gd name="connsiteY529" fmla="*/ 72390 h 138429"/>
                <a:gd name="connsiteX530" fmla="*/ 4076060 w 4940931"/>
                <a:gd name="connsiteY530" fmla="*/ 75565 h 138429"/>
                <a:gd name="connsiteX531" fmla="*/ 4024625 w 4940931"/>
                <a:gd name="connsiteY531" fmla="*/ 75565 h 138429"/>
                <a:gd name="connsiteX532" fmla="*/ 4027165 w 4940931"/>
                <a:gd name="connsiteY532" fmla="*/ 85090 h 138429"/>
                <a:gd name="connsiteX533" fmla="*/ 4031610 w 4940931"/>
                <a:gd name="connsiteY533" fmla="*/ 91440 h 138429"/>
                <a:gd name="connsiteX534" fmla="*/ 4037325 w 4940931"/>
                <a:gd name="connsiteY534" fmla="*/ 95250 h 138429"/>
                <a:gd name="connsiteX535" fmla="*/ 4044310 w 4940931"/>
                <a:gd name="connsiteY535" fmla="*/ 96520 h 138429"/>
                <a:gd name="connsiteX536" fmla="*/ 4049390 w 4940931"/>
                <a:gd name="connsiteY536" fmla="*/ 96520 h 138429"/>
                <a:gd name="connsiteX537" fmla="*/ 4053835 w 4940931"/>
                <a:gd name="connsiteY537" fmla="*/ 95250 h 138429"/>
                <a:gd name="connsiteX538" fmla="*/ 4057645 w 4940931"/>
                <a:gd name="connsiteY538" fmla="*/ 93345 h 138429"/>
                <a:gd name="connsiteX539" fmla="*/ 4062090 w 4940931"/>
                <a:gd name="connsiteY539" fmla="*/ 90805 h 138429"/>
                <a:gd name="connsiteX540" fmla="*/ 4070980 w 4940931"/>
                <a:gd name="connsiteY540" fmla="*/ 100330 h 138429"/>
                <a:gd name="connsiteX541" fmla="*/ 4065265 w 4940931"/>
                <a:gd name="connsiteY541" fmla="*/ 104775 h 138429"/>
                <a:gd name="connsiteX542" fmla="*/ 4059550 w 4940931"/>
                <a:gd name="connsiteY542" fmla="*/ 107950 h 138429"/>
                <a:gd name="connsiteX543" fmla="*/ 4052565 w 4940931"/>
                <a:gd name="connsiteY543" fmla="*/ 109855 h 138429"/>
                <a:gd name="connsiteX544" fmla="*/ 4043675 w 4940931"/>
                <a:gd name="connsiteY544" fmla="*/ 110490 h 138429"/>
                <a:gd name="connsiteX545" fmla="*/ 4034150 w 4940931"/>
                <a:gd name="connsiteY545" fmla="*/ 109220 h 138429"/>
                <a:gd name="connsiteX546" fmla="*/ 4026530 w 4940931"/>
                <a:gd name="connsiteY546" fmla="*/ 105410 h 138429"/>
                <a:gd name="connsiteX547" fmla="*/ 4020180 w 4940931"/>
                <a:gd name="connsiteY547" fmla="*/ 100330 h 138429"/>
                <a:gd name="connsiteX548" fmla="*/ 4015100 w 4940931"/>
                <a:gd name="connsiteY548" fmla="*/ 92710 h 138429"/>
                <a:gd name="connsiteX549" fmla="*/ 4011290 w 4940931"/>
                <a:gd name="connsiteY549" fmla="*/ 82550 h 138429"/>
                <a:gd name="connsiteX550" fmla="*/ 4010020 w 4940931"/>
                <a:gd name="connsiteY550" fmla="*/ 69850 h 138429"/>
                <a:gd name="connsiteX551" fmla="*/ 4012560 w 4940931"/>
                <a:gd name="connsiteY551" fmla="*/ 52070 h 138429"/>
                <a:gd name="connsiteX552" fmla="*/ 4019545 w 4940931"/>
                <a:gd name="connsiteY552" fmla="*/ 39370 h 138429"/>
                <a:gd name="connsiteX553" fmla="*/ 4030340 w 4940931"/>
                <a:gd name="connsiteY553" fmla="*/ 31750 h 138429"/>
                <a:gd name="connsiteX554" fmla="*/ 4044310 w 4940931"/>
                <a:gd name="connsiteY554" fmla="*/ 29210 h 138429"/>
                <a:gd name="connsiteX555" fmla="*/ 3811900 w 4940931"/>
                <a:gd name="connsiteY555" fmla="*/ 29210 h 138429"/>
                <a:gd name="connsiteX556" fmla="*/ 3819520 w 4940931"/>
                <a:gd name="connsiteY556" fmla="*/ 29845 h 138429"/>
                <a:gd name="connsiteX557" fmla="*/ 3825235 w 4940931"/>
                <a:gd name="connsiteY557" fmla="*/ 32385 h 138429"/>
                <a:gd name="connsiteX558" fmla="*/ 3821425 w 4940931"/>
                <a:gd name="connsiteY558" fmla="*/ 46990 h 138429"/>
                <a:gd name="connsiteX559" fmla="*/ 3820155 w 4940931"/>
                <a:gd name="connsiteY559" fmla="*/ 46990 h 138429"/>
                <a:gd name="connsiteX560" fmla="*/ 3815075 w 4940931"/>
                <a:gd name="connsiteY560" fmla="*/ 45085 h 138429"/>
                <a:gd name="connsiteX561" fmla="*/ 3808725 w 4940931"/>
                <a:gd name="connsiteY561" fmla="*/ 44450 h 138429"/>
                <a:gd name="connsiteX562" fmla="*/ 3797295 w 4940931"/>
                <a:gd name="connsiteY562" fmla="*/ 49530 h 138429"/>
                <a:gd name="connsiteX563" fmla="*/ 3793485 w 4940931"/>
                <a:gd name="connsiteY563" fmla="*/ 64770 h 138429"/>
                <a:gd name="connsiteX564" fmla="*/ 3793485 w 4940931"/>
                <a:gd name="connsiteY564" fmla="*/ 109220 h 138429"/>
                <a:gd name="connsiteX565" fmla="*/ 3778245 w 4940931"/>
                <a:gd name="connsiteY565" fmla="*/ 109220 h 138429"/>
                <a:gd name="connsiteX566" fmla="*/ 3778245 w 4940931"/>
                <a:gd name="connsiteY566" fmla="*/ 31115 h 138429"/>
                <a:gd name="connsiteX567" fmla="*/ 3793485 w 4940931"/>
                <a:gd name="connsiteY567" fmla="*/ 31115 h 138429"/>
                <a:gd name="connsiteX568" fmla="*/ 3793485 w 4940931"/>
                <a:gd name="connsiteY568" fmla="*/ 38735 h 138429"/>
                <a:gd name="connsiteX569" fmla="*/ 3796660 w 4940931"/>
                <a:gd name="connsiteY569" fmla="*/ 34925 h 138429"/>
                <a:gd name="connsiteX570" fmla="*/ 3801105 w 4940931"/>
                <a:gd name="connsiteY570" fmla="*/ 31750 h 138429"/>
                <a:gd name="connsiteX571" fmla="*/ 3806185 w 4940931"/>
                <a:gd name="connsiteY571" fmla="*/ 29845 h 138429"/>
                <a:gd name="connsiteX572" fmla="*/ 3811900 w 4940931"/>
                <a:gd name="connsiteY572" fmla="*/ 29210 h 138429"/>
                <a:gd name="connsiteX573" fmla="*/ 3729986 w 4940931"/>
                <a:gd name="connsiteY573" fmla="*/ 29210 h 138429"/>
                <a:gd name="connsiteX574" fmla="*/ 3744591 w 4940931"/>
                <a:gd name="connsiteY574" fmla="*/ 32385 h 138429"/>
                <a:gd name="connsiteX575" fmla="*/ 3754751 w 4940931"/>
                <a:gd name="connsiteY575" fmla="*/ 40640 h 138429"/>
                <a:gd name="connsiteX576" fmla="*/ 3761101 w 4940931"/>
                <a:gd name="connsiteY576" fmla="*/ 53340 h 138429"/>
                <a:gd name="connsiteX577" fmla="*/ 3763006 w 4940931"/>
                <a:gd name="connsiteY577" fmla="*/ 68580 h 138429"/>
                <a:gd name="connsiteX578" fmla="*/ 3761736 w 4940931"/>
                <a:gd name="connsiteY578" fmla="*/ 68580 h 138429"/>
                <a:gd name="connsiteX579" fmla="*/ 3761736 w 4940931"/>
                <a:gd name="connsiteY579" fmla="*/ 72390 h 138429"/>
                <a:gd name="connsiteX580" fmla="*/ 3761736 w 4940931"/>
                <a:gd name="connsiteY580" fmla="*/ 75565 h 138429"/>
                <a:gd name="connsiteX581" fmla="*/ 3710301 w 4940931"/>
                <a:gd name="connsiteY581" fmla="*/ 75565 h 138429"/>
                <a:gd name="connsiteX582" fmla="*/ 3712841 w 4940931"/>
                <a:gd name="connsiteY582" fmla="*/ 85090 h 138429"/>
                <a:gd name="connsiteX583" fmla="*/ 3717286 w 4940931"/>
                <a:gd name="connsiteY583" fmla="*/ 91440 h 138429"/>
                <a:gd name="connsiteX584" fmla="*/ 3723001 w 4940931"/>
                <a:gd name="connsiteY584" fmla="*/ 95250 h 138429"/>
                <a:gd name="connsiteX585" fmla="*/ 3729986 w 4940931"/>
                <a:gd name="connsiteY585" fmla="*/ 96520 h 138429"/>
                <a:gd name="connsiteX586" fmla="*/ 3735066 w 4940931"/>
                <a:gd name="connsiteY586" fmla="*/ 96520 h 138429"/>
                <a:gd name="connsiteX587" fmla="*/ 3739511 w 4940931"/>
                <a:gd name="connsiteY587" fmla="*/ 95250 h 138429"/>
                <a:gd name="connsiteX588" fmla="*/ 3743321 w 4940931"/>
                <a:gd name="connsiteY588" fmla="*/ 93345 h 138429"/>
                <a:gd name="connsiteX589" fmla="*/ 3747766 w 4940931"/>
                <a:gd name="connsiteY589" fmla="*/ 90805 h 138429"/>
                <a:gd name="connsiteX590" fmla="*/ 3756656 w 4940931"/>
                <a:gd name="connsiteY590" fmla="*/ 100330 h 138429"/>
                <a:gd name="connsiteX591" fmla="*/ 3750941 w 4940931"/>
                <a:gd name="connsiteY591" fmla="*/ 104775 h 138429"/>
                <a:gd name="connsiteX592" fmla="*/ 3745226 w 4940931"/>
                <a:gd name="connsiteY592" fmla="*/ 107950 h 138429"/>
                <a:gd name="connsiteX593" fmla="*/ 3738241 w 4940931"/>
                <a:gd name="connsiteY593" fmla="*/ 109855 h 138429"/>
                <a:gd name="connsiteX594" fmla="*/ 3729351 w 4940931"/>
                <a:gd name="connsiteY594" fmla="*/ 110490 h 138429"/>
                <a:gd name="connsiteX595" fmla="*/ 3719826 w 4940931"/>
                <a:gd name="connsiteY595" fmla="*/ 109220 h 138429"/>
                <a:gd name="connsiteX596" fmla="*/ 3712206 w 4940931"/>
                <a:gd name="connsiteY596" fmla="*/ 105410 h 138429"/>
                <a:gd name="connsiteX597" fmla="*/ 3705856 w 4940931"/>
                <a:gd name="connsiteY597" fmla="*/ 100330 h 138429"/>
                <a:gd name="connsiteX598" fmla="*/ 3700776 w 4940931"/>
                <a:gd name="connsiteY598" fmla="*/ 92710 h 138429"/>
                <a:gd name="connsiteX599" fmla="*/ 3696966 w 4940931"/>
                <a:gd name="connsiteY599" fmla="*/ 82550 h 138429"/>
                <a:gd name="connsiteX600" fmla="*/ 3695696 w 4940931"/>
                <a:gd name="connsiteY600" fmla="*/ 69850 h 138429"/>
                <a:gd name="connsiteX601" fmla="*/ 3698236 w 4940931"/>
                <a:gd name="connsiteY601" fmla="*/ 52070 h 138429"/>
                <a:gd name="connsiteX602" fmla="*/ 3705221 w 4940931"/>
                <a:gd name="connsiteY602" fmla="*/ 39370 h 138429"/>
                <a:gd name="connsiteX603" fmla="*/ 3716016 w 4940931"/>
                <a:gd name="connsiteY603" fmla="*/ 31750 h 138429"/>
                <a:gd name="connsiteX604" fmla="*/ 3729986 w 4940931"/>
                <a:gd name="connsiteY604" fmla="*/ 29210 h 138429"/>
                <a:gd name="connsiteX605" fmla="*/ 3543296 w 4940931"/>
                <a:gd name="connsiteY605" fmla="*/ 29210 h 138429"/>
                <a:gd name="connsiteX606" fmla="*/ 3557901 w 4940931"/>
                <a:gd name="connsiteY606" fmla="*/ 32385 h 138429"/>
                <a:gd name="connsiteX607" fmla="*/ 3568061 w 4940931"/>
                <a:gd name="connsiteY607" fmla="*/ 40640 h 138429"/>
                <a:gd name="connsiteX608" fmla="*/ 3574411 w 4940931"/>
                <a:gd name="connsiteY608" fmla="*/ 53340 h 138429"/>
                <a:gd name="connsiteX609" fmla="*/ 3576316 w 4940931"/>
                <a:gd name="connsiteY609" fmla="*/ 68580 h 138429"/>
                <a:gd name="connsiteX610" fmla="*/ 3575046 w 4940931"/>
                <a:gd name="connsiteY610" fmla="*/ 68580 h 138429"/>
                <a:gd name="connsiteX611" fmla="*/ 3575046 w 4940931"/>
                <a:gd name="connsiteY611" fmla="*/ 72390 h 138429"/>
                <a:gd name="connsiteX612" fmla="*/ 3575046 w 4940931"/>
                <a:gd name="connsiteY612" fmla="*/ 75565 h 138429"/>
                <a:gd name="connsiteX613" fmla="*/ 3523611 w 4940931"/>
                <a:gd name="connsiteY613" fmla="*/ 75565 h 138429"/>
                <a:gd name="connsiteX614" fmla="*/ 3526151 w 4940931"/>
                <a:gd name="connsiteY614" fmla="*/ 85090 h 138429"/>
                <a:gd name="connsiteX615" fmla="*/ 3530596 w 4940931"/>
                <a:gd name="connsiteY615" fmla="*/ 91440 h 138429"/>
                <a:gd name="connsiteX616" fmla="*/ 3536311 w 4940931"/>
                <a:gd name="connsiteY616" fmla="*/ 95250 h 138429"/>
                <a:gd name="connsiteX617" fmla="*/ 3543296 w 4940931"/>
                <a:gd name="connsiteY617" fmla="*/ 96520 h 138429"/>
                <a:gd name="connsiteX618" fmla="*/ 3548376 w 4940931"/>
                <a:gd name="connsiteY618" fmla="*/ 96520 h 138429"/>
                <a:gd name="connsiteX619" fmla="*/ 3552821 w 4940931"/>
                <a:gd name="connsiteY619" fmla="*/ 95250 h 138429"/>
                <a:gd name="connsiteX620" fmla="*/ 3556631 w 4940931"/>
                <a:gd name="connsiteY620" fmla="*/ 93345 h 138429"/>
                <a:gd name="connsiteX621" fmla="*/ 3561076 w 4940931"/>
                <a:gd name="connsiteY621" fmla="*/ 90805 h 138429"/>
                <a:gd name="connsiteX622" fmla="*/ 3569966 w 4940931"/>
                <a:gd name="connsiteY622" fmla="*/ 100330 h 138429"/>
                <a:gd name="connsiteX623" fmla="*/ 3564251 w 4940931"/>
                <a:gd name="connsiteY623" fmla="*/ 104775 h 138429"/>
                <a:gd name="connsiteX624" fmla="*/ 3558536 w 4940931"/>
                <a:gd name="connsiteY624" fmla="*/ 107950 h 138429"/>
                <a:gd name="connsiteX625" fmla="*/ 3551551 w 4940931"/>
                <a:gd name="connsiteY625" fmla="*/ 109855 h 138429"/>
                <a:gd name="connsiteX626" fmla="*/ 3542661 w 4940931"/>
                <a:gd name="connsiteY626" fmla="*/ 110490 h 138429"/>
                <a:gd name="connsiteX627" fmla="*/ 3533136 w 4940931"/>
                <a:gd name="connsiteY627" fmla="*/ 109220 h 138429"/>
                <a:gd name="connsiteX628" fmla="*/ 3525516 w 4940931"/>
                <a:gd name="connsiteY628" fmla="*/ 105410 h 138429"/>
                <a:gd name="connsiteX629" fmla="*/ 3519166 w 4940931"/>
                <a:gd name="connsiteY629" fmla="*/ 100330 h 138429"/>
                <a:gd name="connsiteX630" fmla="*/ 3514086 w 4940931"/>
                <a:gd name="connsiteY630" fmla="*/ 92710 h 138429"/>
                <a:gd name="connsiteX631" fmla="*/ 3510276 w 4940931"/>
                <a:gd name="connsiteY631" fmla="*/ 82550 h 138429"/>
                <a:gd name="connsiteX632" fmla="*/ 3509006 w 4940931"/>
                <a:gd name="connsiteY632" fmla="*/ 69850 h 138429"/>
                <a:gd name="connsiteX633" fmla="*/ 3511546 w 4940931"/>
                <a:gd name="connsiteY633" fmla="*/ 52070 h 138429"/>
                <a:gd name="connsiteX634" fmla="*/ 3518531 w 4940931"/>
                <a:gd name="connsiteY634" fmla="*/ 39370 h 138429"/>
                <a:gd name="connsiteX635" fmla="*/ 3529326 w 4940931"/>
                <a:gd name="connsiteY635" fmla="*/ 31750 h 138429"/>
                <a:gd name="connsiteX636" fmla="*/ 3543296 w 4940931"/>
                <a:gd name="connsiteY636" fmla="*/ 29210 h 138429"/>
                <a:gd name="connsiteX637" fmla="*/ 3345176 w 4940931"/>
                <a:gd name="connsiteY637" fmla="*/ 29210 h 138429"/>
                <a:gd name="connsiteX638" fmla="*/ 3359781 w 4940931"/>
                <a:gd name="connsiteY638" fmla="*/ 32385 h 138429"/>
                <a:gd name="connsiteX639" fmla="*/ 3369941 w 4940931"/>
                <a:gd name="connsiteY639" fmla="*/ 40640 h 138429"/>
                <a:gd name="connsiteX640" fmla="*/ 3376291 w 4940931"/>
                <a:gd name="connsiteY640" fmla="*/ 53340 h 138429"/>
                <a:gd name="connsiteX641" fmla="*/ 3378196 w 4940931"/>
                <a:gd name="connsiteY641" fmla="*/ 68580 h 138429"/>
                <a:gd name="connsiteX642" fmla="*/ 3376926 w 4940931"/>
                <a:gd name="connsiteY642" fmla="*/ 68580 h 138429"/>
                <a:gd name="connsiteX643" fmla="*/ 3376926 w 4940931"/>
                <a:gd name="connsiteY643" fmla="*/ 72390 h 138429"/>
                <a:gd name="connsiteX644" fmla="*/ 3376926 w 4940931"/>
                <a:gd name="connsiteY644" fmla="*/ 75565 h 138429"/>
                <a:gd name="connsiteX645" fmla="*/ 3325491 w 4940931"/>
                <a:gd name="connsiteY645" fmla="*/ 75565 h 138429"/>
                <a:gd name="connsiteX646" fmla="*/ 3328031 w 4940931"/>
                <a:gd name="connsiteY646" fmla="*/ 85090 h 138429"/>
                <a:gd name="connsiteX647" fmla="*/ 3332476 w 4940931"/>
                <a:gd name="connsiteY647" fmla="*/ 91440 h 138429"/>
                <a:gd name="connsiteX648" fmla="*/ 3338191 w 4940931"/>
                <a:gd name="connsiteY648" fmla="*/ 95250 h 138429"/>
                <a:gd name="connsiteX649" fmla="*/ 3345176 w 4940931"/>
                <a:gd name="connsiteY649" fmla="*/ 96520 h 138429"/>
                <a:gd name="connsiteX650" fmla="*/ 3350256 w 4940931"/>
                <a:gd name="connsiteY650" fmla="*/ 96520 h 138429"/>
                <a:gd name="connsiteX651" fmla="*/ 3354701 w 4940931"/>
                <a:gd name="connsiteY651" fmla="*/ 95250 h 138429"/>
                <a:gd name="connsiteX652" fmla="*/ 3358511 w 4940931"/>
                <a:gd name="connsiteY652" fmla="*/ 93345 h 138429"/>
                <a:gd name="connsiteX653" fmla="*/ 3362956 w 4940931"/>
                <a:gd name="connsiteY653" fmla="*/ 90805 h 138429"/>
                <a:gd name="connsiteX654" fmla="*/ 3371846 w 4940931"/>
                <a:gd name="connsiteY654" fmla="*/ 100330 h 138429"/>
                <a:gd name="connsiteX655" fmla="*/ 3366131 w 4940931"/>
                <a:gd name="connsiteY655" fmla="*/ 104775 h 138429"/>
                <a:gd name="connsiteX656" fmla="*/ 3360416 w 4940931"/>
                <a:gd name="connsiteY656" fmla="*/ 107950 h 138429"/>
                <a:gd name="connsiteX657" fmla="*/ 3353431 w 4940931"/>
                <a:gd name="connsiteY657" fmla="*/ 109855 h 138429"/>
                <a:gd name="connsiteX658" fmla="*/ 3344541 w 4940931"/>
                <a:gd name="connsiteY658" fmla="*/ 110490 h 138429"/>
                <a:gd name="connsiteX659" fmla="*/ 3335016 w 4940931"/>
                <a:gd name="connsiteY659" fmla="*/ 109220 h 138429"/>
                <a:gd name="connsiteX660" fmla="*/ 3327396 w 4940931"/>
                <a:gd name="connsiteY660" fmla="*/ 105410 h 138429"/>
                <a:gd name="connsiteX661" fmla="*/ 3321046 w 4940931"/>
                <a:gd name="connsiteY661" fmla="*/ 100330 h 138429"/>
                <a:gd name="connsiteX662" fmla="*/ 3315966 w 4940931"/>
                <a:gd name="connsiteY662" fmla="*/ 92710 h 138429"/>
                <a:gd name="connsiteX663" fmla="*/ 3312156 w 4940931"/>
                <a:gd name="connsiteY663" fmla="*/ 82550 h 138429"/>
                <a:gd name="connsiteX664" fmla="*/ 3310886 w 4940931"/>
                <a:gd name="connsiteY664" fmla="*/ 69850 h 138429"/>
                <a:gd name="connsiteX665" fmla="*/ 3313426 w 4940931"/>
                <a:gd name="connsiteY665" fmla="*/ 52070 h 138429"/>
                <a:gd name="connsiteX666" fmla="*/ 3320411 w 4940931"/>
                <a:gd name="connsiteY666" fmla="*/ 39370 h 138429"/>
                <a:gd name="connsiteX667" fmla="*/ 3331206 w 4940931"/>
                <a:gd name="connsiteY667" fmla="*/ 31750 h 138429"/>
                <a:gd name="connsiteX668" fmla="*/ 3345176 w 4940931"/>
                <a:gd name="connsiteY668" fmla="*/ 29210 h 138429"/>
                <a:gd name="connsiteX669" fmla="*/ 3060696 w 4940931"/>
                <a:gd name="connsiteY669" fmla="*/ 29210 h 138429"/>
                <a:gd name="connsiteX670" fmla="*/ 3068316 w 4940931"/>
                <a:gd name="connsiteY670" fmla="*/ 29845 h 138429"/>
                <a:gd name="connsiteX671" fmla="*/ 3074031 w 4940931"/>
                <a:gd name="connsiteY671" fmla="*/ 32385 h 138429"/>
                <a:gd name="connsiteX672" fmla="*/ 3070221 w 4940931"/>
                <a:gd name="connsiteY672" fmla="*/ 46990 h 138429"/>
                <a:gd name="connsiteX673" fmla="*/ 3068951 w 4940931"/>
                <a:gd name="connsiteY673" fmla="*/ 46990 h 138429"/>
                <a:gd name="connsiteX674" fmla="*/ 3063871 w 4940931"/>
                <a:gd name="connsiteY674" fmla="*/ 45085 h 138429"/>
                <a:gd name="connsiteX675" fmla="*/ 3057521 w 4940931"/>
                <a:gd name="connsiteY675" fmla="*/ 44450 h 138429"/>
                <a:gd name="connsiteX676" fmla="*/ 3046091 w 4940931"/>
                <a:gd name="connsiteY676" fmla="*/ 49530 h 138429"/>
                <a:gd name="connsiteX677" fmla="*/ 3042281 w 4940931"/>
                <a:gd name="connsiteY677" fmla="*/ 64770 h 138429"/>
                <a:gd name="connsiteX678" fmla="*/ 3042281 w 4940931"/>
                <a:gd name="connsiteY678" fmla="*/ 109220 h 138429"/>
                <a:gd name="connsiteX679" fmla="*/ 3027041 w 4940931"/>
                <a:gd name="connsiteY679" fmla="*/ 109220 h 138429"/>
                <a:gd name="connsiteX680" fmla="*/ 3027041 w 4940931"/>
                <a:gd name="connsiteY680" fmla="*/ 31115 h 138429"/>
                <a:gd name="connsiteX681" fmla="*/ 3042281 w 4940931"/>
                <a:gd name="connsiteY681" fmla="*/ 31115 h 138429"/>
                <a:gd name="connsiteX682" fmla="*/ 3042281 w 4940931"/>
                <a:gd name="connsiteY682" fmla="*/ 38735 h 138429"/>
                <a:gd name="connsiteX683" fmla="*/ 3045456 w 4940931"/>
                <a:gd name="connsiteY683" fmla="*/ 34925 h 138429"/>
                <a:gd name="connsiteX684" fmla="*/ 3049901 w 4940931"/>
                <a:gd name="connsiteY684" fmla="*/ 31750 h 138429"/>
                <a:gd name="connsiteX685" fmla="*/ 3054981 w 4940931"/>
                <a:gd name="connsiteY685" fmla="*/ 29845 h 138429"/>
                <a:gd name="connsiteX686" fmla="*/ 3060696 w 4940931"/>
                <a:gd name="connsiteY686" fmla="*/ 29210 h 138429"/>
                <a:gd name="connsiteX687" fmla="*/ 2978781 w 4940931"/>
                <a:gd name="connsiteY687" fmla="*/ 29210 h 138429"/>
                <a:gd name="connsiteX688" fmla="*/ 2993386 w 4940931"/>
                <a:gd name="connsiteY688" fmla="*/ 32385 h 138429"/>
                <a:gd name="connsiteX689" fmla="*/ 3003546 w 4940931"/>
                <a:gd name="connsiteY689" fmla="*/ 40640 h 138429"/>
                <a:gd name="connsiteX690" fmla="*/ 3009896 w 4940931"/>
                <a:gd name="connsiteY690" fmla="*/ 53340 h 138429"/>
                <a:gd name="connsiteX691" fmla="*/ 3011801 w 4940931"/>
                <a:gd name="connsiteY691" fmla="*/ 68580 h 138429"/>
                <a:gd name="connsiteX692" fmla="*/ 3010531 w 4940931"/>
                <a:gd name="connsiteY692" fmla="*/ 68580 h 138429"/>
                <a:gd name="connsiteX693" fmla="*/ 3010531 w 4940931"/>
                <a:gd name="connsiteY693" fmla="*/ 72390 h 138429"/>
                <a:gd name="connsiteX694" fmla="*/ 3010531 w 4940931"/>
                <a:gd name="connsiteY694" fmla="*/ 75565 h 138429"/>
                <a:gd name="connsiteX695" fmla="*/ 2959096 w 4940931"/>
                <a:gd name="connsiteY695" fmla="*/ 75565 h 138429"/>
                <a:gd name="connsiteX696" fmla="*/ 2961636 w 4940931"/>
                <a:gd name="connsiteY696" fmla="*/ 85090 h 138429"/>
                <a:gd name="connsiteX697" fmla="*/ 2966081 w 4940931"/>
                <a:gd name="connsiteY697" fmla="*/ 91440 h 138429"/>
                <a:gd name="connsiteX698" fmla="*/ 2971796 w 4940931"/>
                <a:gd name="connsiteY698" fmla="*/ 95250 h 138429"/>
                <a:gd name="connsiteX699" fmla="*/ 2978781 w 4940931"/>
                <a:gd name="connsiteY699" fmla="*/ 96520 h 138429"/>
                <a:gd name="connsiteX700" fmla="*/ 2983861 w 4940931"/>
                <a:gd name="connsiteY700" fmla="*/ 96520 h 138429"/>
                <a:gd name="connsiteX701" fmla="*/ 2988306 w 4940931"/>
                <a:gd name="connsiteY701" fmla="*/ 95250 h 138429"/>
                <a:gd name="connsiteX702" fmla="*/ 2992116 w 4940931"/>
                <a:gd name="connsiteY702" fmla="*/ 93345 h 138429"/>
                <a:gd name="connsiteX703" fmla="*/ 2996561 w 4940931"/>
                <a:gd name="connsiteY703" fmla="*/ 90805 h 138429"/>
                <a:gd name="connsiteX704" fmla="*/ 3005451 w 4940931"/>
                <a:gd name="connsiteY704" fmla="*/ 100330 h 138429"/>
                <a:gd name="connsiteX705" fmla="*/ 2999736 w 4940931"/>
                <a:gd name="connsiteY705" fmla="*/ 104775 h 138429"/>
                <a:gd name="connsiteX706" fmla="*/ 2994021 w 4940931"/>
                <a:gd name="connsiteY706" fmla="*/ 107950 h 138429"/>
                <a:gd name="connsiteX707" fmla="*/ 2987036 w 4940931"/>
                <a:gd name="connsiteY707" fmla="*/ 109855 h 138429"/>
                <a:gd name="connsiteX708" fmla="*/ 2978146 w 4940931"/>
                <a:gd name="connsiteY708" fmla="*/ 110490 h 138429"/>
                <a:gd name="connsiteX709" fmla="*/ 2968621 w 4940931"/>
                <a:gd name="connsiteY709" fmla="*/ 109220 h 138429"/>
                <a:gd name="connsiteX710" fmla="*/ 2961001 w 4940931"/>
                <a:gd name="connsiteY710" fmla="*/ 105410 h 138429"/>
                <a:gd name="connsiteX711" fmla="*/ 2954651 w 4940931"/>
                <a:gd name="connsiteY711" fmla="*/ 100330 h 138429"/>
                <a:gd name="connsiteX712" fmla="*/ 2949571 w 4940931"/>
                <a:gd name="connsiteY712" fmla="*/ 92710 h 138429"/>
                <a:gd name="connsiteX713" fmla="*/ 2945761 w 4940931"/>
                <a:gd name="connsiteY713" fmla="*/ 82550 h 138429"/>
                <a:gd name="connsiteX714" fmla="*/ 2944491 w 4940931"/>
                <a:gd name="connsiteY714" fmla="*/ 69850 h 138429"/>
                <a:gd name="connsiteX715" fmla="*/ 2947031 w 4940931"/>
                <a:gd name="connsiteY715" fmla="*/ 52070 h 138429"/>
                <a:gd name="connsiteX716" fmla="*/ 2954016 w 4940931"/>
                <a:gd name="connsiteY716" fmla="*/ 39370 h 138429"/>
                <a:gd name="connsiteX717" fmla="*/ 2964811 w 4940931"/>
                <a:gd name="connsiteY717" fmla="*/ 31750 h 138429"/>
                <a:gd name="connsiteX718" fmla="*/ 2978781 w 4940931"/>
                <a:gd name="connsiteY718" fmla="*/ 29210 h 138429"/>
                <a:gd name="connsiteX719" fmla="*/ 2798440 w 4940931"/>
                <a:gd name="connsiteY719" fmla="*/ 29210 h 138429"/>
                <a:gd name="connsiteX720" fmla="*/ 2813045 w 4940931"/>
                <a:gd name="connsiteY720" fmla="*/ 31750 h 138429"/>
                <a:gd name="connsiteX721" fmla="*/ 2825110 w 4940931"/>
                <a:gd name="connsiteY721" fmla="*/ 38100 h 138429"/>
                <a:gd name="connsiteX722" fmla="*/ 2827015 w 4940931"/>
                <a:gd name="connsiteY722" fmla="*/ 38100 h 138429"/>
                <a:gd name="connsiteX723" fmla="*/ 2820030 w 4940931"/>
                <a:gd name="connsiteY723" fmla="*/ 50165 h 138429"/>
                <a:gd name="connsiteX724" fmla="*/ 2810505 w 4940931"/>
                <a:gd name="connsiteY724" fmla="*/ 45085 h 138429"/>
                <a:gd name="connsiteX725" fmla="*/ 2799710 w 4940931"/>
                <a:gd name="connsiteY725" fmla="*/ 43180 h 138429"/>
                <a:gd name="connsiteX726" fmla="*/ 2791455 w 4940931"/>
                <a:gd name="connsiteY726" fmla="*/ 45085 h 138429"/>
                <a:gd name="connsiteX727" fmla="*/ 2788915 w 4940931"/>
                <a:gd name="connsiteY727" fmla="*/ 50165 h 138429"/>
                <a:gd name="connsiteX728" fmla="*/ 2788915 w 4940931"/>
                <a:gd name="connsiteY728" fmla="*/ 52705 h 138429"/>
                <a:gd name="connsiteX729" fmla="*/ 2790820 w 4940931"/>
                <a:gd name="connsiteY729" fmla="*/ 55245 h 138429"/>
                <a:gd name="connsiteX730" fmla="*/ 2795265 w 4940931"/>
                <a:gd name="connsiteY730" fmla="*/ 57785 h 138429"/>
                <a:gd name="connsiteX731" fmla="*/ 2802250 w 4940931"/>
                <a:gd name="connsiteY731" fmla="*/ 60960 h 138429"/>
                <a:gd name="connsiteX732" fmla="*/ 2813680 w 4940931"/>
                <a:gd name="connsiteY732" fmla="*/ 66040 h 138429"/>
                <a:gd name="connsiteX733" fmla="*/ 2821935 w 4940931"/>
                <a:gd name="connsiteY733" fmla="*/ 71120 h 138429"/>
                <a:gd name="connsiteX734" fmla="*/ 2827015 w 4940931"/>
                <a:gd name="connsiteY734" fmla="*/ 78105 h 138429"/>
                <a:gd name="connsiteX735" fmla="*/ 2828920 w 4940931"/>
                <a:gd name="connsiteY735" fmla="*/ 87630 h 138429"/>
                <a:gd name="connsiteX736" fmla="*/ 2826380 w 4940931"/>
                <a:gd name="connsiteY736" fmla="*/ 98425 h 138429"/>
                <a:gd name="connsiteX737" fmla="*/ 2820030 w 4940931"/>
                <a:gd name="connsiteY737" fmla="*/ 105410 h 138429"/>
                <a:gd name="connsiteX738" fmla="*/ 2810505 w 4940931"/>
                <a:gd name="connsiteY738" fmla="*/ 109220 h 138429"/>
                <a:gd name="connsiteX739" fmla="*/ 2799710 w 4940931"/>
                <a:gd name="connsiteY739" fmla="*/ 110490 h 138429"/>
                <a:gd name="connsiteX740" fmla="*/ 2783835 w 4940931"/>
                <a:gd name="connsiteY740" fmla="*/ 107950 h 138429"/>
                <a:gd name="connsiteX741" fmla="*/ 2769230 w 4940931"/>
                <a:gd name="connsiteY741" fmla="*/ 100965 h 138429"/>
                <a:gd name="connsiteX742" fmla="*/ 2776215 w 4940931"/>
                <a:gd name="connsiteY742" fmla="*/ 89535 h 138429"/>
                <a:gd name="connsiteX743" fmla="*/ 2787645 w 4940931"/>
                <a:gd name="connsiteY743" fmla="*/ 95250 h 138429"/>
                <a:gd name="connsiteX744" fmla="*/ 2799075 w 4940931"/>
                <a:gd name="connsiteY744" fmla="*/ 97155 h 138429"/>
                <a:gd name="connsiteX745" fmla="*/ 2809870 w 4940931"/>
                <a:gd name="connsiteY745" fmla="*/ 94615 h 138429"/>
                <a:gd name="connsiteX746" fmla="*/ 2813045 w 4940931"/>
                <a:gd name="connsiteY746" fmla="*/ 88265 h 138429"/>
                <a:gd name="connsiteX747" fmla="*/ 2811775 w 4940931"/>
                <a:gd name="connsiteY747" fmla="*/ 84455 h 138429"/>
                <a:gd name="connsiteX748" fmla="*/ 2807965 w 4940931"/>
                <a:gd name="connsiteY748" fmla="*/ 81280 h 138429"/>
                <a:gd name="connsiteX749" fmla="*/ 2802250 w 4940931"/>
                <a:gd name="connsiteY749" fmla="*/ 78105 h 138429"/>
                <a:gd name="connsiteX750" fmla="*/ 2794630 w 4940931"/>
                <a:gd name="connsiteY750" fmla="*/ 74930 h 138429"/>
                <a:gd name="connsiteX751" fmla="*/ 2783835 w 4940931"/>
                <a:gd name="connsiteY751" fmla="*/ 69850 h 138429"/>
                <a:gd name="connsiteX752" fmla="*/ 2776850 w 4940931"/>
                <a:gd name="connsiteY752" fmla="*/ 64770 h 138429"/>
                <a:gd name="connsiteX753" fmla="*/ 2773040 w 4940931"/>
                <a:gd name="connsiteY753" fmla="*/ 58420 h 138429"/>
                <a:gd name="connsiteX754" fmla="*/ 2771770 w 4940931"/>
                <a:gd name="connsiteY754" fmla="*/ 50165 h 138429"/>
                <a:gd name="connsiteX755" fmla="*/ 2773675 w 4940931"/>
                <a:gd name="connsiteY755" fmla="*/ 40640 h 138429"/>
                <a:gd name="connsiteX756" fmla="*/ 2779390 w 4940931"/>
                <a:gd name="connsiteY756" fmla="*/ 34290 h 138429"/>
                <a:gd name="connsiteX757" fmla="*/ 2787645 w 4940931"/>
                <a:gd name="connsiteY757" fmla="*/ 30480 h 138429"/>
                <a:gd name="connsiteX758" fmla="*/ 2798440 w 4940931"/>
                <a:gd name="connsiteY758" fmla="*/ 29210 h 138429"/>
                <a:gd name="connsiteX759" fmla="*/ 2723510 w 4940931"/>
                <a:gd name="connsiteY759" fmla="*/ 29210 h 138429"/>
                <a:gd name="connsiteX760" fmla="*/ 2729225 w 4940931"/>
                <a:gd name="connsiteY760" fmla="*/ 29210 h 138429"/>
                <a:gd name="connsiteX761" fmla="*/ 2741290 w 4940931"/>
                <a:gd name="connsiteY761" fmla="*/ 31750 h 138429"/>
                <a:gd name="connsiteX762" fmla="*/ 2750180 w 4940931"/>
                <a:gd name="connsiteY762" fmla="*/ 38100 h 138429"/>
                <a:gd name="connsiteX763" fmla="*/ 2755260 w 4940931"/>
                <a:gd name="connsiteY763" fmla="*/ 48895 h 138429"/>
                <a:gd name="connsiteX764" fmla="*/ 2757165 w 4940931"/>
                <a:gd name="connsiteY764" fmla="*/ 64135 h 138429"/>
                <a:gd name="connsiteX765" fmla="*/ 2757165 w 4940931"/>
                <a:gd name="connsiteY765" fmla="*/ 108585 h 138429"/>
                <a:gd name="connsiteX766" fmla="*/ 2741925 w 4940931"/>
                <a:gd name="connsiteY766" fmla="*/ 108585 h 138429"/>
                <a:gd name="connsiteX767" fmla="*/ 2741290 w 4940931"/>
                <a:gd name="connsiteY767" fmla="*/ 108585 h 138429"/>
                <a:gd name="connsiteX768" fmla="*/ 2741290 w 4940931"/>
                <a:gd name="connsiteY768" fmla="*/ 64770 h 138429"/>
                <a:gd name="connsiteX769" fmla="*/ 2737480 w 4940931"/>
                <a:gd name="connsiteY769" fmla="*/ 48895 h 138429"/>
                <a:gd name="connsiteX770" fmla="*/ 2725415 w 4940931"/>
                <a:gd name="connsiteY770" fmla="*/ 43180 h 138429"/>
                <a:gd name="connsiteX771" fmla="*/ 2718430 w 4940931"/>
                <a:gd name="connsiteY771" fmla="*/ 44450 h 138429"/>
                <a:gd name="connsiteX772" fmla="*/ 2713350 w 4940931"/>
                <a:gd name="connsiteY772" fmla="*/ 48260 h 138429"/>
                <a:gd name="connsiteX773" fmla="*/ 2710175 w 4940931"/>
                <a:gd name="connsiteY773" fmla="*/ 54610 h 138429"/>
                <a:gd name="connsiteX774" fmla="*/ 2709540 w 4940931"/>
                <a:gd name="connsiteY774" fmla="*/ 62865 h 138429"/>
                <a:gd name="connsiteX775" fmla="*/ 2709540 w 4940931"/>
                <a:gd name="connsiteY775" fmla="*/ 108585 h 138429"/>
                <a:gd name="connsiteX776" fmla="*/ 2694300 w 4940931"/>
                <a:gd name="connsiteY776" fmla="*/ 108585 h 138429"/>
                <a:gd name="connsiteX777" fmla="*/ 2694300 w 4940931"/>
                <a:gd name="connsiteY777" fmla="*/ 30480 h 138429"/>
                <a:gd name="connsiteX778" fmla="*/ 2709540 w 4940931"/>
                <a:gd name="connsiteY778" fmla="*/ 30480 h 138429"/>
                <a:gd name="connsiteX779" fmla="*/ 2709540 w 4940931"/>
                <a:gd name="connsiteY779" fmla="*/ 38100 h 138429"/>
                <a:gd name="connsiteX780" fmla="*/ 2713350 w 4940931"/>
                <a:gd name="connsiteY780" fmla="*/ 34290 h 138429"/>
                <a:gd name="connsiteX781" fmla="*/ 2717795 w 4940931"/>
                <a:gd name="connsiteY781" fmla="*/ 31115 h 138429"/>
                <a:gd name="connsiteX782" fmla="*/ 2723510 w 4940931"/>
                <a:gd name="connsiteY782" fmla="*/ 29210 h 138429"/>
                <a:gd name="connsiteX783" fmla="*/ 2530470 w 4940931"/>
                <a:gd name="connsiteY783" fmla="*/ 29210 h 138429"/>
                <a:gd name="connsiteX784" fmla="*/ 2545075 w 4940931"/>
                <a:gd name="connsiteY784" fmla="*/ 32385 h 138429"/>
                <a:gd name="connsiteX785" fmla="*/ 2555235 w 4940931"/>
                <a:gd name="connsiteY785" fmla="*/ 40640 h 138429"/>
                <a:gd name="connsiteX786" fmla="*/ 2561585 w 4940931"/>
                <a:gd name="connsiteY786" fmla="*/ 53340 h 138429"/>
                <a:gd name="connsiteX787" fmla="*/ 2563490 w 4940931"/>
                <a:gd name="connsiteY787" fmla="*/ 68580 h 138429"/>
                <a:gd name="connsiteX788" fmla="*/ 2562220 w 4940931"/>
                <a:gd name="connsiteY788" fmla="*/ 68580 h 138429"/>
                <a:gd name="connsiteX789" fmla="*/ 2562220 w 4940931"/>
                <a:gd name="connsiteY789" fmla="*/ 72390 h 138429"/>
                <a:gd name="connsiteX790" fmla="*/ 2562220 w 4940931"/>
                <a:gd name="connsiteY790" fmla="*/ 75565 h 138429"/>
                <a:gd name="connsiteX791" fmla="*/ 2510785 w 4940931"/>
                <a:gd name="connsiteY791" fmla="*/ 75565 h 138429"/>
                <a:gd name="connsiteX792" fmla="*/ 2513325 w 4940931"/>
                <a:gd name="connsiteY792" fmla="*/ 85090 h 138429"/>
                <a:gd name="connsiteX793" fmla="*/ 2517770 w 4940931"/>
                <a:gd name="connsiteY793" fmla="*/ 91440 h 138429"/>
                <a:gd name="connsiteX794" fmla="*/ 2523485 w 4940931"/>
                <a:gd name="connsiteY794" fmla="*/ 95250 h 138429"/>
                <a:gd name="connsiteX795" fmla="*/ 2530470 w 4940931"/>
                <a:gd name="connsiteY795" fmla="*/ 96520 h 138429"/>
                <a:gd name="connsiteX796" fmla="*/ 2535550 w 4940931"/>
                <a:gd name="connsiteY796" fmla="*/ 96520 h 138429"/>
                <a:gd name="connsiteX797" fmla="*/ 2539995 w 4940931"/>
                <a:gd name="connsiteY797" fmla="*/ 95250 h 138429"/>
                <a:gd name="connsiteX798" fmla="*/ 2543805 w 4940931"/>
                <a:gd name="connsiteY798" fmla="*/ 93345 h 138429"/>
                <a:gd name="connsiteX799" fmla="*/ 2548250 w 4940931"/>
                <a:gd name="connsiteY799" fmla="*/ 90805 h 138429"/>
                <a:gd name="connsiteX800" fmla="*/ 2557140 w 4940931"/>
                <a:gd name="connsiteY800" fmla="*/ 100330 h 138429"/>
                <a:gd name="connsiteX801" fmla="*/ 2551425 w 4940931"/>
                <a:gd name="connsiteY801" fmla="*/ 104775 h 138429"/>
                <a:gd name="connsiteX802" fmla="*/ 2545710 w 4940931"/>
                <a:gd name="connsiteY802" fmla="*/ 107950 h 138429"/>
                <a:gd name="connsiteX803" fmla="*/ 2538725 w 4940931"/>
                <a:gd name="connsiteY803" fmla="*/ 109855 h 138429"/>
                <a:gd name="connsiteX804" fmla="*/ 2529835 w 4940931"/>
                <a:gd name="connsiteY804" fmla="*/ 110490 h 138429"/>
                <a:gd name="connsiteX805" fmla="*/ 2520310 w 4940931"/>
                <a:gd name="connsiteY805" fmla="*/ 109220 h 138429"/>
                <a:gd name="connsiteX806" fmla="*/ 2512690 w 4940931"/>
                <a:gd name="connsiteY806" fmla="*/ 105410 h 138429"/>
                <a:gd name="connsiteX807" fmla="*/ 2506340 w 4940931"/>
                <a:gd name="connsiteY807" fmla="*/ 100330 h 138429"/>
                <a:gd name="connsiteX808" fmla="*/ 2501260 w 4940931"/>
                <a:gd name="connsiteY808" fmla="*/ 92710 h 138429"/>
                <a:gd name="connsiteX809" fmla="*/ 2497450 w 4940931"/>
                <a:gd name="connsiteY809" fmla="*/ 82550 h 138429"/>
                <a:gd name="connsiteX810" fmla="*/ 2496180 w 4940931"/>
                <a:gd name="connsiteY810" fmla="*/ 69850 h 138429"/>
                <a:gd name="connsiteX811" fmla="*/ 2498720 w 4940931"/>
                <a:gd name="connsiteY811" fmla="*/ 52070 h 138429"/>
                <a:gd name="connsiteX812" fmla="*/ 2505705 w 4940931"/>
                <a:gd name="connsiteY812" fmla="*/ 39370 h 138429"/>
                <a:gd name="connsiteX813" fmla="*/ 2516500 w 4940931"/>
                <a:gd name="connsiteY813" fmla="*/ 31750 h 138429"/>
                <a:gd name="connsiteX814" fmla="*/ 2530470 w 4940931"/>
                <a:gd name="connsiteY814" fmla="*/ 29210 h 138429"/>
                <a:gd name="connsiteX815" fmla="*/ 2298061 w 4940931"/>
                <a:gd name="connsiteY815" fmla="*/ 29210 h 138429"/>
                <a:gd name="connsiteX816" fmla="*/ 2305681 w 4940931"/>
                <a:gd name="connsiteY816" fmla="*/ 29845 h 138429"/>
                <a:gd name="connsiteX817" fmla="*/ 2311396 w 4940931"/>
                <a:gd name="connsiteY817" fmla="*/ 32385 h 138429"/>
                <a:gd name="connsiteX818" fmla="*/ 2307586 w 4940931"/>
                <a:gd name="connsiteY818" fmla="*/ 46990 h 138429"/>
                <a:gd name="connsiteX819" fmla="*/ 2306316 w 4940931"/>
                <a:gd name="connsiteY819" fmla="*/ 46990 h 138429"/>
                <a:gd name="connsiteX820" fmla="*/ 2301236 w 4940931"/>
                <a:gd name="connsiteY820" fmla="*/ 45085 h 138429"/>
                <a:gd name="connsiteX821" fmla="*/ 2294886 w 4940931"/>
                <a:gd name="connsiteY821" fmla="*/ 44450 h 138429"/>
                <a:gd name="connsiteX822" fmla="*/ 2283456 w 4940931"/>
                <a:gd name="connsiteY822" fmla="*/ 49530 h 138429"/>
                <a:gd name="connsiteX823" fmla="*/ 2279646 w 4940931"/>
                <a:gd name="connsiteY823" fmla="*/ 64770 h 138429"/>
                <a:gd name="connsiteX824" fmla="*/ 2279646 w 4940931"/>
                <a:gd name="connsiteY824" fmla="*/ 109220 h 138429"/>
                <a:gd name="connsiteX825" fmla="*/ 2264406 w 4940931"/>
                <a:gd name="connsiteY825" fmla="*/ 109220 h 138429"/>
                <a:gd name="connsiteX826" fmla="*/ 2264406 w 4940931"/>
                <a:gd name="connsiteY826" fmla="*/ 31115 h 138429"/>
                <a:gd name="connsiteX827" fmla="*/ 2279646 w 4940931"/>
                <a:gd name="connsiteY827" fmla="*/ 31115 h 138429"/>
                <a:gd name="connsiteX828" fmla="*/ 2279646 w 4940931"/>
                <a:gd name="connsiteY828" fmla="*/ 38735 h 138429"/>
                <a:gd name="connsiteX829" fmla="*/ 2282821 w 4940931"/>
                <a:gd name="connsiteY829" fmla="*/ 34925 h 138429"/>
                <a:gd name="connsiteX830" fmla="*/ 2287266 w 4940931"/>
                <a:gd name="connsiteY830" fmla="*/ 31750 h 138429"/>
                <a:gd name="connsiteX831" fmla="*/ 2292346 w 4940931"/>
                <a:gd name="connsiteY831" fmla="*/ 29845 h 138429"/>
                <a:gd name="connsiteX832" fmla="*/ 2298061 w 4940931"/>
                <a:gd name="connsiteY832" fmla="*/ 29210 h 138429"/>
                <a:gd name="connsiteX833" fmla="*/ 2216145 w 4940931"/>
                <a:gd name="connsiteY833" fmla="*/ 29210 h 138429"/>
                <a:gd name="connsiteX834" fmla="*/ 2230750 w 4940931"/>
                <a:gd name="connsiteY834" fmla="*/ 32385 h 138429"/>
                <a:gd name="connsiteX835" fmla="*/ 2240910 w 4940931"/>
                <a:gd name="connsiteY835" fmla="*/ 40640 h 138429"/>
                <a:gd name="connsiteX836" fmla="*/ 2247260 w 4940931"/>
                <a:gd name="connsiteY836" fmla="*/ 53340 h 138429"/>
                <a:gd name="connsiteX837" fmla="*/ 2249165 w 4940931"/>
                <a:gd name="connsiteY837" fmla="*/ 68580 h 138429"/>
                <a:gd name="connsiteX838" fmla="*/ 2247895 w 4940931"/>
                <a:gd name="connsiteY838" fmla="*/ 68580 h 138429"/>
                <a:gd name="connsiteX839" fmla="*/ 2247895 w 4940931"/>
                <a:gd name="connsiteY839" fmla="*/ 72390 h 138429"/>
                <a:gd name="connsiteX840" fmla="*/ 2247895 w 4940931"/>
                <a:gd name="connsiteY840" fmla="*/ 75565 h 138429"/>
                <a:gd name="connsiteX841" fmla="*/ 2196460 w 4940931"/>
                <a:gd name="connsiteY841" fmla="*/ 75565 h 138429"/>
                <a:gd name="connsiteX842" fmla="*/ 2199000 w 4940931"/>
                <a:gd name="connsiteY842" fmla="*/ 85090 h 138429"/>
                <a:gd name="connsiteX843" fmla="*/ 2203445 w 4940931"/>
                <a:gd name="connsiteY843" fmla="*/ 91440 h 138429"/>
                <a:gd name="connsiteX844" fmla="*/ 2209160 w 4940931"/>
                <a:gd name="connsiteY844" fmla="*/ 95250 h 138429"/>
                <a:gd name="connsiteX845" fmla="*/ 2216145 w 4940931"/>
                <a:gd name="connsiteY845" fmla="*/ 96520 h 138429"/>
                <a:gd name="connsiteX846" fmla="*/ 2221225 w 4940931"/>
                <a:gd name="connsiteY846" fmla="*/ 96520 h 138429"/>
                <a:gd name="connsiteX847" fmla="*/ 2225670 w 4940931"/>
                <a:gd name="connsiteY847" fmla="*/ 95250 h 138429"/>
                <a:gd name="connsiteX848" fmla="*/ 2229480 w 4940931"/>
                <a:gd name="connsiteY848" fmla="*/ 93345 h 138429"/>
                <a:gd name="connsiteX849" fmla="*/ 2233925 w 4940931"/>
                <a:gd name="connsiteY849" fmla="*/ 90805 h 138429"/>
                <a:gd name="connsiteX850" fmla="*/ 2242815 w 4940931"/>
                <a:gd name="connsiteY850" fmla="*/ 100330 h 138429"/>
                <a:gd name="connsiteX851" fmla="*/ 2237100 w 4940931"/>
                <a:gd name="connsiteY851" fmla="*/ 104775 h 138429"/>
                <a:gd name="connsiteX852" fmla="*/ 2231385 w 4940931"/>
                <a:gd name="connsiteY852" fmla="*/ 107950 h 138429"/>
                <a:gd name="connsiteX853" fmla="*/ 2224400 w 4940931"/>
                <a:gd name="connsiteY853" fmla="*/ 109855 h 138429"/>
                <a:gd name="connsiteX854" fmla="*/ 2215510 w 4940931"/>
                <a:gd name="connsiteY854" fmla="*/ 110490 h 138429"/>
                <a:gd name="connsiteX855" fmla="*/ 2205985 w 4940931"/>
                <a:gd name="connsiteY855" fmla="*/ 109220 h 138429"/>
                <a:gd name="connsiteX856" fmla="*/ 2198365 w 4940931"/>
                <a:gd name="connsiteY856" fmla="*/ 105410 h 138429"/>
                <a:gd name="connsiteX857" fmla="*/ 2192015 w 4940931"/>
                <a:gd name="connsiteY857" fmla="*/ 100330 h 138429"/>
                <a:gd name="connsiteX858" fmla="*/ 2186935 w 4940931"/>
                <a:gd name="connsiteY858" fmla="*/ 92710 h 138429"/>
                <a:gd name="connsiteX859" fmla="*/ 2183125 w 4940931"/>
                <a:gd name="connsiteY859" fmla="*/ 82550 h 138429"/>
                <a:gd name="connsiteX860" fmla="*/ 2181855 w 4940931"/>
                <a:gd name="connsiteY860" fmla="*/ 69850 h 138429"/>
                <a:gd name="connsiteX861" fmla="*/ 2184395 w 4940931"/>
                <a:gd name="connsiteY861" fmla="*/ 52070 h 138429"/>
                <a:gd name="connsiteX862" fmla="*/ 2191380 w 4940931"/>
                <a:gd name="connsiteY862" fmla="*/ 39370 h 138429"/>
                <a:gd name="connsiteX863" fmla="*/ 2202175 w 4940931"/>
                <a:gd name="connsiteY863" fmla="*/ 31750 h 138429"/>
                <a:gd name="connsiteX864" fmla="*/ 2216145 w 4940931"/>
                <a:gd name="connsiteY864" fmla="*/ 29210 h 138429"/>
                <a:gd name="connsiteX865" fmla="*/ 2029456 w 4940931"/>
                <a:gd name="connsiteY865" fmla="*/ 29210 h 138429"/>
                <a:gd name="connsiteX866" fmla="*/ 2044061 w 4940931"/>
                <a:gd name="connsiteY866" fmla="*/ 32385 h 138429"/>
                <a:gd name="connsiteX867" fmla="*/ 2054221 w 4940931"/>
                <a:gd name="connsiteY867" fmla="*/ 40640 h 138429"/>
                <a:gd name="connsiteX868" fmla="*/ 2060571 w 4940931"/>
                <a:gd name="connsiteY868" fmla="*/ 53340 h 138429"/>
                <a:gd name="connsiteX869" fmla="*/ 2062476 w 4940931"/>
                <a:gd name="connsiteY869" fmla="*/ 68580 h 138429"/>
                <a:gd name="connsiteX870" fmla="*/ 2061206 w 4940931"/>
                <a:gd name="connsiteY870" fmla="*/ 68580 h 138429"/>
                <a:gd name="connsiteX871" fmla="*/ 2061206 w 4940931"/>
                <a:gd name="connsiteY871" fmla="*/ 72390 h 138429"/>
                <a:gd name="connsiteX872" fmla="*/ 2061206 w 4940931"/>
                <a:gd name="connsiteY872" fmla="*/ 75565 h 138429"/>
                <a:gd name="connsiteX873" fmla="*/ 2009771 w 4940931"/>
                <a:gd name="connsiteY873" fmla="*/ 75565 h 138429"/>
                <a:gd name="connsiteX874" fmla="*/ 2012311 w 4940931"/>
                <a:gd name="connsiteY874" fmla="*/ 85090 h 138429"/>
                <a:gd name="connsiteX875" fmla="*/ 2016756 w 4940931"/>
                <a:gd name="connsiteY875" fmla="*/ 91440 h 138429"/>
                <a:gd name="connsiteX876" fmla="*/ 2022471 w 4940931"/>
                <a:gd name="connsiteY876" fmla="*/ 95250 h 138429"/>
                <a:gd name="connsiteX877" fmla="*/ 2029456 w 4940931"/>
                <a:gd name="connsiteY877" fmla="*/ 96520 h 138429"/>
                <a:gd name="connsiteX878" fmla="*/ 2034536 w 4940931"/>
                <a:gd name="connsiteY878" fmla="*/ 96520 h 138429"/>
                <a:gd name="connsiteX879" fmla="*/ 2038981 w 4940931"/>
                <a:gd name="connsiteY879" fmla="*/ 95250 h 138429"/>
                <a:gd name="connsiteX880" fmla="*/ 2042791 w 4940931"/>
                <a:gd name="connsiteY880" fmla="*/ 93345 h 138429"/>
                <a:gd name="connsiteX881" fmla="*/ 2047236 w 4940931"/>
                <a:gd name="connsiteY881" fmla="*/ 90805 h 138429"/>
                <a:gd name="connsiteX882" fmla="*/ 2056126 w 4940931"/>
                <a:gd name="connsiteY882" fmla="*/ 100330 h 138429"/>
                <a:gd name="connsiteX883" fmla="*/ 2050411 w 4940931"/>
                <a:gd name="connsiteY883" fmla="*/ 104775 h 138429"/>
                <a:gd name="connsiteX884" fmla="*/ 2044696 w 4940931"/>
                <a:gd name="connsiteY884" fmla="*/ 107950 h 138429"/>
                <a:gd name="connsiteX885" fmla="*/ 2037711 w 4940931"/>
                <a:gd name="connsiteY885" fmla="*/ 109855 h 138429"/>
                <a:gd name="connsiteX886" fmla="*/ 2028821 w 4940931"/>
                <a:gd name="connsiteY886" fmla="*/ 110490 h 138429"/>
                <a:gd name="connsiteX887" fmla="*/ 2019296 w 4940931"/>
                <a:gd name="connsiteY887" fmla="*/ 109220 h 138429"/>
                <a:gd name="connsiteX888" fmla="*/ 2011676 w 4940931"/>
                <a:gd name="connsiteY888" fmla="*/ 105410 h 138429"/>
                <a:gd name="connsiteX889" fmla="*/ 2005326 w 4940931"/>
                <a:gd name="connsiteY889" fmla="*/ 100330 h 138429"/>
                <a:gd name="connsiteX890" fmla="*/ 2000246 w 4940931"/>
                <a:gd name="connsiteY890" fmla="*/ 92710 h 138429"/>
                <a:gd name="connsiteX891" fmla="*/ 1996436 w 4940931"/>
                <a:gd name="connsiteY891" fmla="*/ 82550 h 138429"/>
                <a:gd name="connsiteX892" fmla="*/ 1995166 w 4940931"/>
                <a:gd name="connsiteY892" fmla="*/ 69850 h 138429"/>
                <a:gd name="connsiteX893" fmla="*/ 1997706 w 4940931"/>
                <a:gd name="connsiteY893" fmla="*/ 52070 h 138429"/>
                <a:gd name="connsiteX894" fmla="*/ 2004691 w 4940931"/>
                <a:gd name="connsiteY894" fmla="*/ 39370 h 138429"/>
                <a:gd name="connsiteX895" fmla="*/ 2015486 w 4940931"/>
                <a:gd name="connsiteY895" fmla="*/ 31750 h 138429"/>
                <a:gd name="connsiteX896" fmla="*/ 2029456 w 4940931"/>
                <a:gd name="connsiteY896" fmla="*/ 29210 h 138429"/>
                <a:gd name="connsiteX897" fmla="*/ 1831336 w 4940931"/>
                <a:gd name="connsiteY897" fmla="*/ 29210 h 138429"/>
                <a:gd name="connsiteX898" fmla="*/ 1845941 w 4940931"/>
                <a:gd name="connsiteY898" fmla="*/ 32385 h 138429"/>
                <a:gd name="connsiteX899" fmla="*/ 1856101 w 4940931"/>
                <a:gd name="connsiteY899" fmla="*/ 40640 h 138429"/>
                <a:gd name="connsiteX900" fmla="*/ 1862451 w 4940931"/>
                <a:gd name="connsiteY900" fmla="*/ 53340 h 138429"/>
                <a:gd name="connsiteX901" fmla="*/ 1864356 w 4940931"/>
                <a:gd name="connsiteY901" fmla="*/ 68580 h 138429"/>
                <a:gd name="connsiteX902" fmla="*/ 1863086 w 4940931"/>
                <a:gd name="connsiteY902" fmla="*/ 68580 h 138429"/>
                <a:gd name="connsiteX903" fmla="*/ 1863086 w 4940931"/>
                <a:gd name="connsiteY903" fmla="*/ 72390 h 138429"/>
                <a:gd name="connsiteX904" fmla="*/ 1863086 w 4940931"/>
                <a:gd name="connsiteY904" fmla="*/ 75565 h 138429"/>
                <a:gd name="connsiteX905" fmla="*/ 1811651 w 4940931"/>
                <a:gd name="connsiteY905" fmla="*/ 75565 h 138429"/>
                <a:gd name="connsiteX906" fmla="*/ 1814191 w 4940931"/>
                <a:gd name="connsiteY906" fmla="*/ 85090 h 138429"/>
                <a:gd name="connsiteX907" fmla="*/ 1818636 w 4940931"/>
                <a:gd name="connsiteY907" fmla="*/ 91440 h 138429"/>
                <a:gd name="connsiteX908" fmla="*/ 1824351 w 4940931"/>
                <a:gd name="connsiteY908" fmla="*/ 95250 h 138429"/>
                <a:gd name="connsiteX909" fmla="*/ 1831336 w 4940931"/>
                <a:gd name="connsiteY909" fmla="*/ 96520 h 138429"/>
                <a:gd name="connsiteX910" fmla="*/ 1836416 w 4940931"/>
                <a:gd name="connsiteY910" fmla="*/ 96520 h 138429"/>
                <a:gd name="connsiteX911" fmla="*/ 1840861 w 4940931"/>
                <a:gd name="connsiteY911" fmla="*/ 95250 h 138429"/>
                <a:gd name="connsiteX912" fmla="*/ 1844671 w 4940931"/>
                <a:gd name="connsiteY912" fmla="*/ 93345 h 138429"/>
                <a:gd name="connsiteX913" fmla="*/ 1849116 w 4940931"/>
                <a:gd name="connsiteY913" fmla="*/ 90805 h 138429"/>
                <a:gd name="connsiteX914" fmla="*/ 1858006 w 4940931"/>
                <a:gd name="connsiteY914" fmla="*/ 100330 h 138429"/>
                <a:gd name="connsiteX915" fmla="*/ 1852291 w 4940931"/>
                <a:gd name="connsiteY915" fmla="*/ 104775 h 138429"/>
                <a:gd name="connsiteX916" fmla="*/ 1846576 w 4940931"/>
                <a:gd name="connsiteY916" fmla="*/ 107950 h 138429"/>
                <a:gd name="connsiteX917" fmla="*/ 1839591 w 4940931"/>
                <a:gd name="connsiteY917" fmla="*/ 109855 h 138429"/>
                <a:gd name="connsiteX918" fmla="*/ 1830701 w 4940931"/>
                <a:gd name="connsiteY918" fmla="*/ 110490 h 138429"/>
                <a:gd name="connsiteX919" fmla="*/ 1821176 w 4940931"/>
                <a:gd name="connsiteY919" fmla="*/ 109220 h 138429"/>
                <a:gd name="connsiteX920" fmla="*/ 1813556 w 4940931"/>
                <a:gd name="connsiteY920" fmla="*/ 105410 h 138429"/>
                <a:gd name="connsiteX921" fmla="*/ 1807206 w 4940931"/>
                <a:gd name="connsiteY921" fmla="*/ 100330 h 138429"/>
                <a:gd name="connsiteX922" fmla="*/ 1802126 w 4940931"/>
                <a:gd name="connsiteY922" fmla="*/ 92710 h 138429"/>
                <a:gd name="connsiteX923" fmla="*/ 1798316 w 4940931"/>
                <a:gd name="connsiteY923" fmla="*/ 82550 h 138429"/>
                <a:gd name="connsiteX924" fmla="*/ 1797046 w 4940931"/>
                <a:gd name="connsiteY924" fmla="*/ 69850 h 138429"/>
                <a:gd name="connsiteX925" fmla="*/ 1799586 w 4940931"/>
                <a:gd name="connsiteY925" fmla="*/ 52070 h 138429"/>
                <a:gd name="connsiteX926" fmla="*/ 1806571 w 4940931"/>
                <a:gd name="connsiteY926" fmla="*/ 39370 h 138429"/>
                <a:gd name="connsiteX927" fmla="*/ 1817366 w 4940931"/>
                <a:gd name="connsiteY927" fmla="*/ 31750 h 138429"/>
                <a:gd name="connsiteX928" fmla="*/ 1831336 w 4940931"/>
                <a:gd name="connsiteY928" fmla="*/ 29210 h 138429"/>
                <a:gd name="connsiteX929" fmla="*/ 1501140 w 4940931"/>
                <a:gd name="connsiteY929" fmla="*/ 29210 h 138429"/>
                <a:gd name="connsiteX930" fmla="*/ 1506856 w 4940931"/>
                <a:gd name="connsiteY930" fmla="*/ 29210 h 138429"/>
                <a:gd name="connsiteX931" fmla="*/ 1518920 w 4940931"/>
                <a:gd name="connsiteY931" fmla="*/ 31750 h 138429"/>
                <a:gd name="connsiteX932" fmla="*/ 1527811 w 4940931"/>
                <a:gd name="connsiteY932" fmla="*/ 38100 h 138429"/>
                <a:gd name="connsiteX933" fmla="*/ 1532891 w 4940931"/>
                <a:gd name="connsiteY933" fmla="*/ 48895 h 138429"/>
                <a:gd name="connsiteX934" fmla="*/ 1534796 w 4940931"/>
                <a:gd name="connsiteY934" fmla="*/ 64135 h 138429"/>
                <a:gd name="connsiteX935" fmla="*/ 1534796 w 4940931"/>
                <a:gd name="connsiteY935" fmla="*/ 108585 h 138429"/>
                <a:gd name="connsiteX936" fmla="*/ 1519556 w 4940931"/>
                <a:gd name="connsiteY936" fmla="*/ 108585 h 138429"/>
                <a:gd name="connsiteX937" fmla="*/ 1518920 w 4940931"/>
                <a:gd name="connsiteY937" fmla="*/ 108585 h 138429"/>
                <a:gd name="connsiteX938" fmla="*/ 1518920 w 4940931"/>
                <a:gd name="connsiteY938" fmla="*/ 64770 h 138429"/>
                <a:gd name="connsiteX939" fmla="*/ 1515111 w 4940931"/>
                <a:gd name="connsiteY939" fmla="*/ 48895 h 138429"/>
                <a:gd name="connsiteX940" fmla="*/ 1503046 w 4940931"/>
                <a:gd name="connsiteY940" fmla="*/ 43180 h 138429"/>
                <a:gd name="connsiteX941" fmla="*/ 1496061 w 4940931"/>
                <a:gd name="connsiteY941" fmla="*/ 44450 h 138429"/>
                <a:gd name="connsiteX942" fmla="*/ 1490981 w 4940931"/>
                <a:gd name="connsiteY942" fmla="*/ 48260 h 138429"/>
                <a:gd name="connsiteX943" fmla="*/ 1487806 w 4940931"/>
                <a:gd name="connsiteY943" fmla="*/ 54610 h 138429"/>
                <a:gd name="connsiteX944" fmla="*/ 1487170 w 4940931"/>
                <a:gd name="connsiteY944" fmla="*/ 62865 h 138429"/>
                <a:gd name="connsiteX945" fmla="*/ 1487170 w 4940931"/>
                <a:gd name="connsiteY945" fmla="*/ 108585 h 138429"/>
                <a:gd name="connsiteX946" fmla="*/ 1471931 w 4940931"/>
                <a:gd name="connsiteY946" fmla="*/ 108585 h 138429"/>
                <a:gd name="connsiteX947" fmla="*/ 1471931 w 4940931"/>
                <a:gd name="connsiteY947" fmla="*/ 30480 h 138429"/>
                <a:gd name="connsiteX948" fmla="*/ 1487170 w 4940931"/>
                <a:gd name="connsiteY948" fmla="*/ 30480 h 138429"/>
                <a:gd name="connsiteX949" fmla="*/ 1487170 w 4940931"/>
                <a:gd name="connsiteY949" fmla="*/ 38100 h 138429"/>
                <a:gd name="connsiteX950" fmla="*/ 1490981 w 4940931"/>
                <a:gd name="connsiteY950" fmla="*/ 34290 h 138429"/>
                <a:gd name="connsiteX951" fmla="*/ 1495426 w 4940931"/>
                <a:gd name="connsiteY951" fmla="*/ 31115 h 138429"/>
                <a:gd name="connsiteX952" fmla="*/ 1501140 w 4940931"/>
                <a:gd name="connsiteY952" fmla="*/ 29210 h 138429"/>
                <a:gd name="connsiteX953" fmla="*/ 1250316 w 4940931"/>
                <a:gd name="connsiteY953" fmla="*/ 29210 h 138429"/>
                <a:gd name="connsiteX954" fmla="*/ 1264286 w 4940931"/>
                <a:gd name="connsiteY954" fmla="*/ 31750 h 138429"/>
                <a:gd name="connsiteX955" fmla="*/ 1276350 w 4940931"/>
                <a:gd name="connsiteY955" fmla="*/ 38100 h 138429"/>
                <a:gd name="connsiteX956" fmla="*/ 1278256 w 4940931"/>
                <a:gd name="connsiteY956" fmla="*/ 38100 h 138429"/>
                <a:gd name="connsiteX957" fmla="*/ 1271271 w 4940931"/>
                <a:gd name="connsiteY957" fmla="*/ 50165 h 138429"/>
                <a:gd name="connsiteX958" fmla="*/ 1261746 w 4940931"/>
                <a:gd name="connsiteY958" fmla="*/ 45085 h 138429"/>
                <a:gd name="connsiteX959" fmla="*/ 1250951 w 4940931"/>
                <a:gd name="connsiteY959" fmla="*/ 43180 h 138429"/>
                <a:gd name="connsiteX960" fmla="*/ 1242696 w 4940931"/>
                <a:gd name="connsiteY960" fmla="*/ 45085 h 138429"/>
                <a:gd name="connsiteX961" fmla="*/ 1240156 w 4940931"/>
                <a:gd name="connsiteY961" fmla="*/ 50165 h 138429"/>
                <a:gd name="connsiteX962" fmla="*/ 1240156 w 4940931"/>
                <a:gd name="connsiteY962" fmla="*/ 52705 h 138429"/>
                <a:gd name="connsiteX963" fmla="*/ 1242061 w 4940931"/>
                <a:gd name="connsiteY963" fmla="*/ 55245 h 138429"/>
                <a:gd name="connsiteX964" fmla="*/ 1246506 w 4940931"/>
                <a:gd name="connsiteY964" fmla="*/ 57785 h 138429"/>
                <a:gd name="connsiteX965" fmla="*/ 1253491 w 4940931"/>
                <a:gd name="connsiteY965" fmla="*/ 60960 h 138429"/>
                <a:gd name="connsiteX966" fmla="*/ 1264921 w 4940931"/>
                <a:gd name="connsiteY966" fmla="*/ 66040 h 138429"/>
                <a:gd name="connsiteX967" fmla="*/ 1273176 w 4940931"/>
                <a:gd name="connsiteY967" fmla="*/ 71120 h 138429"/>
                <a:gd name="connsiteX968" fmla="*/ 1278256 w 4940931"/>
                <a:gd name="connsiteY968" fmla="*/ 78105 h 138429"/>
                <a:gd name="connsiteX969" fmla="*/ 1280161 w 4940931"/>
                <a:gd name="connsiteY969" fmla="*/ 87630 h 138429"/>
                <a:gd name="connsiteX970" fmla="*/ 1277621 w 4940931"/>
                <a:gd name="connsiteY970" fmla="*/ 98425 h 138429"/>
                <a:gd name="connsiteX971" fmla="*/ 1271271 w 4940931"/>
                <a:gd name="connsiteY971" fmla="*/ 105410 h 138429"/>
                <a:gd name="connsiteX972" fmla="*/ 1261746 w 4940931"/>
                <a:gd name="connsiteY972" fmla="*/ 109220 h 138429"/>
                <a:gd name="connsiteX973" fmla="*/ 1250951 w 4940931"/>
                <a:gd name="connsiteY973" fmla="*/ 110490 h 138429"/>
                <a:gd name="connsiteX974" fmla="*/ 1235711 w 4940931"/>
                <a:gd name="connsiteY974" fmla="*/ 107950 h 138429"/>
                <a:gd name="connsiteX975" fmla="*/ 1221106 w 4940931"/>
                <a:gd name="connsiteY975" fmla="*/ 100965 h 138429"/>
                <a:gd name="connsiteX976" fmla="*/ 1228091 w 4940931"/>
                <a:gd name="connsiteY976" fmla="*/ 89535 h 138429"/>
                <a:gd name="connsiteX977" fmla="*/ 1239521 w 4940931"/>
                <a:gd name="connsiteY977" fmla="*/ 95250 h 138429"/>
                <a:gd name="connsiteX978" fmla="*/ 1250951 w 4940931"/>
                <a:gd name="connsiteY978" fmla="*/ 97155 h 138429"/>
                <a:gd name="connsiteX979" fmla="*/ 1261746 w 4940931"/>
                <a:gd name="connsiteY979" fmla="*/ 94615 h 138429"/>
                <a:gd name="connsiteX980" fmla="*/ 1264921 w 4940931"/>
                <a:gd name="connsiteY980" fmla="*/ 88265 h 138429"/>
                <a:gd name="connsiteX981" fmla="*/ 1263650 w 4940931"/>
                <a:gd name="connsiteY981" fmla="*/ 84455 h 138429"/>
                <a:gd name="connsiteX982" fmla="*/ 1259841 w 4940931"/>
                <a:gd name="connsiteY982" fmla="*/ 81280 h 138429"/>
                <a:gd name="connsiteX983" fmla="*/ 1254125 w 4940931"/>
                <a:gd name="connsiteY983" fmla="*/ 78105 h 138429"/>
                <a:gd name="connsiteX984" fmla="*/ 1246506 w 4940931"/>
                <a:gd name="connsiteY984" fmla="*/ 74930 h 138429"/>
                <a:gd name="connsiteX985" fmla="*/ 1235711 w 4940931"/>
                <a:gd name="connsiteY985" fmla="*/ 69850 h 138429"/>
                <a:gd name="connsiteX986" fmla="*/ 1228726 w 4940931"/>
                <a:gd name="connsiteY986" fmla="*/ 64770 h 138429"/>
                <a:gd name="connsiteX987" fmla="*/ 1224916 w 4940931"/>
                <a:gd name="connsiteY987" fmla="*/ 58420 h 138429"/>
                <a:gd name="connsiteX988" fmla="*/ 1223646 w 4940931"/>
                <a:gd name="connsiteY988" fmla="*/ 50165 h 138429"/>
                <a:gd name="connsiteX989" fmla="*/ 1225551 w 4940931"/>
                <a:gd name="connsiteY989" fmla="*/ 40640 h 138429"/>
                <a:gd name="connsiteX990" fmla="*/ 1231266 w 4940931"/>
                <a:gd name="connsiteY990" fmla="*/ 34290 h 138429"/>
                <a:gd name="connsiteX991" fmla="*/ 1239521 w 4940931"/>
                <a:gd name="connsiteY991" fmla="*/ 30480 h 138429"/>
                <a:gd name="connsiteX992" fmla="*/ 1250316 w 4940931"/>
                <a:gd name="connsiteY992" fmla="*/ 29210 h 138429"/>
                <a:gd name="connsiteX993" fmla="*/ 1180466 w 4940931"/>
                <a:gd name="connsiteY993" fmla="*/ 29210 h 138429"/>
                <a:gd name="connsiteX994" fmla="*/ 1195071 w 4940931"/>
                <a:gd name="connsiteY994" fmla="*/ 32385 h 138429"/>
                <a:gd name="connsiteX995" fmla="*/ 1205231 w 4940931"/>
                <a:gd name="connsiteY995" fmla="*/ 40640 h 138429"/>
                <a:gd name="connsiteX996" fmla="*/ 1211581 w 4940931"/>
                <a:gd name="connsiteY996" fmla="*/ 53340 h 138429"/>
                <a:gd name="connsiteX997" fmla="*/ 1213486 w 4940931"/>
                <a:gd name="connsiteY997" fmla="*/ 68580 h 138429"/>
                <a:gd name="connsiteX998" fmla="*/ 1212216 w 4940931"/>
                <a:gd name="connsiteY998" fmla="*/ 68580 h 138429"/>
                <a:gd name="connsiteX999" fmla="*/ 1212216 w 4940931"/>
                <a:gd name="connsiteY999" fmla="*/ 72390 h 138429"/>
                <a:gd name="connsiteX1000" fmla="*/ 1212216 w 4940931"/>
                <a:gd name="connsiteY1000" fmla="*/ 75565 h 138429"/>
                <a:gd name="connsiteX1001" fmla="*/ 1160781 w 4940931"/>
                <a:gd name="connsiteY1001" fmla="*/ 75565 h 138429"/>
                <a:gd name="connsiteX1002" fmla="*/ 1163321 w 4940931"/>
                <a:gd name="connsiteY1002" fmla="*/ 85090 h 138429"/>
                <a:gd name="connsiteX1003" fmla="*/ 1167766 w 4940931"/>
                <a:gd name="connsiteY1003" fmla="*/ 91440 h 138429"/>
                <a:gd name="connsiteX1004" fmla="*/ 1173481 w 4940931"/>
                <a:gd name="connsiteY1004" fmla="*/ 95250 h 138429"/>
                <a:gd name="connsiteX1005" fmla="*/ 1180466 w 4940931"/>
                <a:gd name="connsiteY1005" fmla="*/ 96520 h 138429"/>
                <a:gd name="connsiteX1006" fmla="*/ 1185546 w 4940931"/>
                <a:gd name="connsiteY1006" fmla="*/ 96520 h 138429"/>
                <a:gd name="connsiteX1007" fmla="*/ 1189991 w 4940931"/>
                <a:gd name="connsiteY1007" fmla="*/ 95250 h 138429"/>
                <a:gd name="connsiteX1008" fmla="*/ 1193801 w 4940931"/>
                <a:gd name="connsiteY1008" fmla="*/ 93345 h 138429"/>
                <a:gd name="connsiteX1009" fmla="*/ 1198246 w 4940931"/>
                <a:gd name="connsiteY1009" fmla="*/ 90805 h 138429"/>
                <a:gd name="connsiteX1010" fmla="*/ 1207136 w 4940931"/>
                <a:gd name="connsiteY1010" fmla="*/ 100330 h 138429"/>
                <a:gd name="connsiteX1011" fmla="*/ 1201421 w 4940931"/>
                <a:gd name="connsiteY1011" fmla="*/ 104775 h 138429"/>
                <a:gd name="connsiteX1012" fmla="*/ 1195706 w 4940931"/>
                <a:gd name="connsiteY1012" fmla="*/ 107950 h 138429"/>
                <a:gd name="connsiteX1013" fmla="*/ 1188721 w 4940931"/>
                <a:gd name="connsiteY1013" fmla="*/ 109855 h 138429"/>
                <a:gd name="connsiteX1014" fmla="*/ 1179831 w 4940931"/>
                <a:gd name="connsiteY1014" fmla="*/ 110490 h 138429"/>
                <a:gd name="connsiteX1015" fmla="*/ 1170306 w 4940931"/>
                <a:gd name="connsiteY1015" fmla="*/ 109220 h 138429"/>
                <a:gd name="connsiteX1016" fmla="*/ 1162686 w 4940931"/>
                <a:gd name="connsiteY1016" fmla="*/ 105410 h 138429"/>
                <a:gd name="connsiteX1017" fmla="*/ 1156336 w 4940931"/>
                <a:gd name="connsiteY1017" fmla="*/ 100330 h 138429"/>
                <a:gd name="connsiteX1018" fmla="*/ 1151256 w 4940931"/>
                <a:gd name="connsiteY1018" fmla="*/ 92710 h 138429"/>
                <a:gd name="connsiteX1019" fmla="*/ 1147446 w 4940931"/>
                <a:gd name="connsiteY1019" fmla="*/ 82550 h 138429"/>
                <a:gd name="connsiteX1020" fmla="*/ 1146176 w 4940931"/>
                <a:gd name="connsiteY1020" fmla="*/ 69850 h 138429"/>
                <a:gd name="connsiteX1021" fmla="*/ 1148716 w 4940931"/>
                <a:gd name="connsiteY1021" fmla="*/ 52070 h 138429"/>
                <a:gd name="connsiteX1022" fmla="*/ 1155701 w 4940931"/>
                <a:gd name="connsiteY1022" fmla="*/ 39370 h 138429"/>
                <a:gd name="connsiteX1023" fmla="*/ 1166496 w 4940931"/>
                <a:gd name="connsiteY1023" fmla="*/ 31750 h 138429"/>
                <a:gd name="connsiteX1024" fmla="*/ 1180466 w 4940931"/>
                <a:gd name="connsiteY1024" fmla="*/ 29210 h 138429"/>
                <a:gd name="connsiteX1025" fmla="*/ 901065 w 4940931"/>
                <a:gd name="connsiteY1025" fmla="*/ 29210 h 138429"/>
                <a:gd name="connsiteX1026" fmla="*/ 915670 w 4940931"/>
                <a:gd name="connsiteY1026" fmla="*/ 32385 h 138429"/>
                <a:gd name="connsiteX1027" fmla="*/ 925830 w 4940931"/>
                <a:gd name="connsiteY1027" fmla="*/ 40640 h 138429"/>
                <a:gd name="connsiteX1028" fmla="*/ 932180 w 4940931"/>
                <a:gd name="connsiteY1028" fmla="*/ 53340 h 138429"/>
                <a:gd name="connsiteX1029" fmla="*/ 934085 w 4940931"/>
                <a:gd name="connsiteY1029" fmla="*/ 68580 h 138429"/>
                <a:gd name="connsiteX1030" fmla="*/ 932815 w 4940931"/>
                <a:gd name="connsiteY1030" fmla="*/ 68580 h 138429"/>
                <a:gd name="connsiteX1031" fmla="*/ 932815 w 4940931"/>
                <a:gd name="connsiteY1031" fmla="*/ 72390 h 138429"/>
                <a:gd name="connsiteX1032" fmla="*/ 932815 w 4940931"/>
                <a:gd name="connsiteY1032" fmla="*/ 75565 h 138429"/>
                <a:gd name="connsiteX1033" fmla="*/ 881380 w 4940931"/>
                <a:gd name="connsiteY1033" fmla="*/ 75565 h 138429"/>
                <a:gd name="connsiteX1034" fmla="*/ 883920 w 4940931"/>
                <a:gd name="connsiteY1034" fmla="*/ 85090 h 138429"/>
                <a:gd name="connsiteX1035" fmla="*/ 888365 w 4940931"/>
                <a:gd name="connsiteY1035" fmla="*/ 91440 h 138429"/>
                <a:gd name="connsiteX1036" fmla="*/ 894080 w 4940931"/>
                <a:gd name="connsiteY1036" fmla="*/ 95250 h 138429"/>
                <a:gd name="connsiteX1037" fmla="*/ 901065 w 4940931"/>
                <a:gd name="connsiteY1037" fmla="*/ 96520 h 138429"/>
                <a:gd name="connsiteX1038" fmla="*/ 906145 w 4940931"/>
                <a:gd name="connsiteY1038" fmla="*/ 96520 h 138429"/>
                <a:gd name="connsiteX1039" fmla="*/ 910590 w 4940931"/>
                <a:gd name="connsiteY1039" fmla="*/ 95250 h 138429"/>
                <a:gd name="connsiteX1040" fmla="*/ 914400 w 4940931"/>
                <a:gd name="connsiteY1040" fmla="*/ 93345 h 138429"/>
                <a:gd name="connsiteX1041" fmla="*/ 918845 w 4940931"/>
                <a:gd name="connsiteY1041" fmla="*/ 90805 h 138429"/>
                <a:gd name="connsiteX1042" fmla="*/ 927735 w 4940931"/>
                <a:gd name="connsiteY1042" fmla="*/ 100330 h 138429"/>
                <a:gd name="connsiteX1043" fmla="*/ 922020 w 4940931"/>
                <a:gd name="connsiteY1043" fmla="*/ 104775 h 138429"/>
                <a:gd name="connsiteX1044" fmla="*/ 916305 w 4940931"/>
                <a:gd name="connsiteY1044" fmla="*/ 107950 h 138429"/>
                <a:gd name="connsiteX1045" fmla="*/ 909320 w 4940931"/>
                <a:gd name="connsiteY1045" fmla="*/ 109855 h 138429"/>
                <a:gd name="connsiteX1046" fmla="*/ 900430 w 4940931"/>
                <a:gd name="connsiteY1046" fmla="*/ 110490 h 138429"/>
                <a:gd name="connsiteX1047" fmla="*/ 890905 w 4940931"/>
                <a:gd name="connsiteY1047" fmla="*/ 109220 h 138429"/>
                <a:gd name="connsiteX1048" fmla="*/ 883285 w 4940931"/>
                <a:gd name="connsiteY1048" fmla="*/ 105410 h 138429"/>
                <a:gd name="connsiteX1049" fmla="*/ 876935 w 4940931"/>
                <a:gd name="connsiteY1049" fmla="*/ 100330 h 138429"/>
                <a:gd name="connsiteX1050" fmla="*/ 871855 w 4940931"/>
                <a:gd name="connsiteY1050" fmla="*/ 92710 h 138429"/>
                <a:gd name="connsiteX1051" fmla="*/ 868045 w 4940931"/>
                <a:gd name="connsiteY1051" fmla="*/ 82550 h 138429"/>
                <a:gd name="connsiteX1052" fmla="*/ 866775 w 4940931"/>
                <a:gd name="connsiteY1052" fmla="*/ 69850 h 138429"/>
                <a:gd name="connsiteX1053" fmla="*/ 869315 w 4940931"/>
                <a:gd name="connsiteY1053" fmla="*/ 52070 h 138429"/>
                <a:gd name="connsiteX1054" fmla="*/ 876300 w 4940931"/>
                <a:gd name="connsiteY1054" fmla="*/ 39370 h 138429"/>
                <a:gd name="connsiteX1055" fmla="*/ 887095 w 4940931"/>
                <a:gd name="connsiteY1055" fmla="*/ 31750 h 138429"/>
                <a:gd name="connsiteX1056" fmla="*/ 901065 w 4940931"/>
                <a:gd name="connsiteY1056" fmla="*/ 29210 h 138429"/>
                <a:gd name="connsiteX1057" fmla="*/ 668656 w 4940931"/>
                <a:gd name="connsiteY1057" fmla="*/ 29210 h 138429"/>
                <a:gd name="connsiteX1058" fmla="*/ 676275 w 4940931"/>
                <a:gd name="connsiteY1058" fmla="*/ 29845 h 138429"/>
                <a:gd name="connsiteX1059" fmla="*/ 681991 w 4940931"/>
                <a:gd name="connsiteY1059" fmla="*/ 32385 h 138429"/>
                <a:gd name="connsiteX1060" fmla="*/ 678181 w 4940931"/>
                <a:gd name="connsiteY1060" fmla="*/ 46990 h 138429"/>
                <a:gd name="connsiteX1061" fmla="*/ 676910 w 4940931"/>
                <a:gd name="connsiteY1061" fmla="*/ 46990 h 138429"/>
                <a:gd name="connsiteX1062" fmla="*/ 671830 w 4940931"/>
                <a:gd name="connsiteY1062" fmla="*/ 45085 h 138429"/>
                <a:gd name="connsiteX1063" fmla="*/ 665480 w 4940931"/>
                <a:gd name="connsiteY1063" fmla="*/ 44450 h 138429"/>
                <a:gd name="connsiteX1064" fmla="*/ 654050 w 4940931"/>
                <a:gd name="connsiteY1064" fmla="*/ 49530 h 138429"/>
                <a:gd name="connsiteX1065" fmla="*/ 650240 w 4940931"/>
                <a:gd name="connsiteY1065" fmla="*/ 64770 h 138429"/>
                <a:gd name="connsiteX1066" fmla="*/ 650240 w 4940931"/>
                <a:gd name="connsiteY1066" fmla="*/ 109220 h 138429"/>
                <a:gd name="connsiteX1067" fmla="*/ 635000 w 4940931"/>
                <a:gd name="connsiteY1067" fmla="*/ 109220 h 138429"/>
                <a:gd name="connsiteX1068" fmla="*/ 635000 w 4940931"/>
                <a:gd name="connsiteY1068" fmla="*/ 31115 h 138429"/>
                <a:gd name="connsiteX1069" fmla="*/ 650240 w 4940931"/>
                <a:gd name="connsiteY1069" fmla="*/ 31115 h 138429"/>
                <a:gd name="connsiteX1070" fmla="*/ 650240 w 4940931"/>
                <a:gd name="connsiteY1070" fmla="*/ 38735 h 138429"/>
                <a:gd name="connsiteX1071" fmla="*/ 653416 w 4940931"/>
                <a:gd name="connsiteY1071" fmla="*/ 34925 h 138429"/>
                <a:gd name="connsiteX1072" fmla="*/ 657861 w 4940931"/>
                <a:gd name="connsiteY1072" fmla="*/ 31750 h 138429"/>
                <a:gd name="connsiteX1073" fmla="*/ 662940 w 4940931"/>
                <a:gd name="connsiteY1073" fmla="*/ 29845 h 138429"/>
                <a:gd name="connsiteX1074" fmla="*/ 668656 w 4940931"/>
                <a:gd name="connsiteY1074" fmla="*/ 29210 h 138429"/>
                <a:gd name="connsiteX1075" fmla="*/ 586739 w 4940931"/>
                <a:gd name="connsiteY1075" fmla="*/ 29210 h 138429"/>
                <a:gd name="connsiteX1076" fmla="*/ 601344 w 4940931"/>
                <a:gd name="connsiteY1076" fmla="*/ 32385 h 138429"/>
                <a:gd name="connsiteX1077" fmla="*/ 611504 w 4940931"/>
                <a:gd name="connsiteY1077" fmla="*/ 40640 h 138429"/>
                <a:gd name="connsiteX1078" fmla="*/ 617854 w 4940931"/>
                <a:gd name="connsiteY1078" fmla="*/ 53340 h 138429"/>
                <a:gd name="connsiteX1079" fmla="*/ 619759 w 4940931"/>
                <a:gd name="connsiteY1079" fmla="*/ 68580 h 138429"/>
                <a:gd name="connsiteX1080" fmla="*/ 618489 w 4940931"/>
                <a:gd name="connsiteY1080" fmla="*/ 68580 h 138429"/>
                <a:gd name="connsiteX1081" fmla="*/ 618489 w 4940931"/>
                <a:gd name="connsiteY1081" fmla="*/ 72390 h 138429"/>
                <a:gd name="connsiteX1082" fmla="*/ 618489 w 4940931"/>
                <a:gd name="connsiteY1082" fmla="*/ 75565 h 138429"/>
                <a:gd name="connsiteX1083" fmla="*/ 567054 w 4940931"/>
                <a:gd name="connsiteY1083" fmla="*/ 75565 h 138429"/>
                <a:gd name="connsiteX1084" fmla="*/ 569594 w 4940931"/>
                <a:gd name="connsiteY1084" fmla="*/ 85090 h 138429"/>
                <a:gd name="connsiteX1085" fmla="*/ 574039 w 4940931"/>
                <a:gd name="connsiteY1085" fmla="*/ 91440 h 138429"/>
                <a:gd name="connsiteX1086" fmla="*/ 579754 w 4940931"/>
                <a:gd name="connsiteY1086" fmla="*/ 95250 h 138429"/>
                <a:gd name="connsiteX1087" fmla="*/ 586739 w 4940931"/>
                <a:gd name="connsiteY1087" fmla="*/ 96520 h 138429"/>
                <a:gd name="connsiteX1088" fmla="*/ 591819 w 4940931"/>
                <a:gd name="connsiteY1088" fmla="*/ 96520 h 138429"/>
                <a:gd name="connsiteX1089" fmla="*/ 596264 w 4940931"/>
                <a:gd name="connsiteY1089" fmla="*/ 95250 h 138429"/>
                <a:gd name="connsiteX1090" fmla="*/ 600074 w 4940931"/>
                <a:gd name="connsiteY1090" fmla="*/ 93345 h 138429"/>
                <a:gd name="connsiteX1091" fmla="*/ 604519 w 4940931"/>
                <a:gd name="connsiteY1091" fmla="*/ 90805 h 138429"/>
                <a:gd name="connsiteX1092" fmla="*/ 613409 w 4940931"/>
                <a:gd name="connsiteY1092" fmla="*/ 100330 h 138429"/>
                <a:gd name="connsiteX1093" fmla="*/ 607694 w 4940931"/>
                <a:gd name="connsiteY1093" fmla="*/ 104775 h 138429"/>
                <a:gd name="connsiteX1094" fmla="*/ 601979 w 4940931"/>
                <a:gd name="connsiteY1094" fmla="*/ 107950 h 138429"/>
                <a:gd name="connsiteX1095" fmla="*/ 594994 w 4940931"/>
                <a:gd name="connsiteY1095" fmla="*/ 109855 h 138429"/>
                <a:gd name="connsiteX1096" fmla="*/ 586104 w 4940931"/>
                <a:gd name="connsiteY1096" fmla="*/ 110490 h 138429"/>
                <a:gd name="connsiteX1097" fmla="*/ 576579 w 4940931"/>
                <a:gd name="connsiteY1097" fmla="*/ 109220 h 138429"/>
                <a:gd name="connsiteX1098" fmla="*/ 568959 w 4940931"/>
                <a:gd name="connsiteY1098" fmla="*/ 105410 h 138429"/>
                <a:gd name="connsiteX1099" fmla="*/ 562609 w 4940931"/>
                <a:gd name="connsiteY1099" fmla="*/ 100330 h 138429"/>
                <a:gd name="connsiteX1100" fmla="*/ 557529 w 4940931"/>
                <a:gd name="connsiteY1100" fmla="*/ 92710 h 138429"/>
                <a:gd name="connsiteX1101" fmla="*/ 553719 w 4940931"/>
                <a:gd name="connsiteY1101" fmla="*/ 82550 h 138429"/>
                <a:gd name="connsiteX1102" fmla="*/ 552449 w 4940931"/>
                <a:gd name="connsiteY1102" fmla="*/ 69850 h 138429"/>
                <a:gd name="connsiteX1103" fmla="*/ 554989 w 4940931"/>
                <a:gd name="connsiteY1103" fmla="*/ 52070 h 138429"/>
                <a:gd name="connsiteX1104" fmla="*/ 561974 w 4940931"/>
                <a:gd name="connsiteY1104" fmla="*/ 39370 h 138429"/>
                <a:gd name="connsiteX1105" fmla="*/ 572769 w 4940931"/>
                <a:gd name="connsiteY1105" fmla="*/ 31750 h 138429"/>
                <a:gd name="connsiteX1106" fmla="*/ 586739 w 4940931"/>
                <a:gd name="connsiteY1106" fmla="*/ 29210 h 138429"/>
                <a:gd name="connsiteX1107" fmla="*/ 400050 w 4940931"/>
                <a:gd name="connsiteY1107" fmla="*/ 29210 h 138429"/>
                <a:gd name="connsiteX1108" fmla="*/ 414655 w 4940931"/>
                <a:gd name="connsiteY1108" fmla="*/ 32385 h 138429"/>
                <a:gd name="connsiteX1109" fmla="*/ 424815 w 4940931"/>
                <a:gd name="connsiteY1109" fmla="*/ 40640 h 138429"/>
                <a:gd name="connsiteX1110" fmla="*/ 431165 w 4940931"/>
                <a:gd name="connsiteY1110" fmla="*/ 53340 h 138429"/>
                <a:gd name="connsiteX1111" fmla="*/ 433070 w 4940931"/>
                <a:gd name="connsiteY1111" fmla="*/ 68580 h 138429"/>
                <a:gd name="connsiteX1112" fmla="*/ 431800 w 4940931"/>
                <a:gd name="connsiteY1112" fmla="*/ 68580 h 138429"/>
                <a:gd name="connsiteX1113" fmla="*/ 431800 w 4940931"/>
                <a:gd name="connsiteY1113" fmla="*/ 72390 h 138429"/>
                <a:gd name="connsiteX1114" fmla="*/ 431800 w 4940931"/>
                <a:gd name="connsiteY1114" fmla="*/ 75565 h 138429"/>
                <a:gd name="connsiteX1115" fmla="*/ 380365 w 4940931"/>
                <a:gd name="connsiteY1115" fmla="*/ 75565 h 138429"/>
                <a:gd name="connsiteX1116" fmla="*/ 382905 w 4940931"/>
                <a:gd name="connsiteY1116" fmla="*/ 85090 h 138429"/>
                <a:gd name="connsiteX1117" fmla="*/ 387350 w 4940931"/>
                <a:gd name="connsiteY1117" fmla="*/ 91440 h 138429"/>
                <a:gd name="connsiteX1118" fmla="*/ 393065 w 4940931"/>
                <a:gd name="connsiteY1118" fmla="*/ 95250 h 138429"/>
                <a:gd name="connsiteX1119" fmla="*/ 400050 w 4940931"/>
                <a:gd name="connsiteY1119" fmla="*/ 96520 h 138429"/>
                <a:gd name="connsiteX1120" fmla="*/ 405130 w 4940931"/>
                <a:gd name="connsiteY1120" fmla="*/ 96520 h 138429"/>
                <a:gd name="connsiteX1121" fmla="*/ 409575 w 4940931"/>
                <a:gd name="connsiteY1121" fmla="*/ 95250 h 138429"/>
                <a:gd name="connsiteX1122" fmla="*/ 413385 w 4940931"/>
                <a:gd name="connsiteY1122" fmla="*/ 93345 h 138429"/>
                <a:gd name="connsiteX1123" fmla="*/ 417830 w 4940931"/>
                <a:gd name="connsiteY1123" fmla="*/ 90805 h 138429"/>
                <a:gd name="connsiteX1124" fmla="*/ 426720 w 4940931"/>
                <a:gd name="connsiteY1124" fmla="*/ 100330 h 138429"/>
                <a:gd name="connsiteX1125" fmla="*/ 421005 w 4940931"/>
                <a:gd name="connsiteY1125" fmla="*/ 104775 h 138429"/>
                <a:gd name="connsiteX1126" fmla="*/ 415290 w 4940931"/>
                <a:gd name="connsiteY1126" fmla="*/ 107950 h 138429"/>
                <a:gd name="connsiteX1127" fmla="*/ 408305 w 4940931"/>
                <a:gd name="connsiteY1127" fmla="*/ 109855 h 138429"/>
                <a:gd name="connsiteX1128" fmla="*/ 399415 w 4940931"/>
                <a:gd name="connsiteY1128" fmla="*/ 110490 h 138429"/>
                <a:gd name="connsiteX1129" fmla="*/ 389890 w 4940931"/>
                <a:gd name="connsiteY1129" fmla="*/ 109220 h 138429"/>
                <a:gd name="connsiteX1130" fmla="*/ 382270 w 4940931"/>
                <a:gd name="connsiteY1130" fmla="*/ 105410 h 138429"/>
                <a:gd name="connsiteX1131" fmla="*/ 375920 w 4940931"/>
                <a:gd name="connsiteY1131" fmla="*/ 100330 h 138429"/>
                <a:gd name="connsiteX1132" fmla="*/ 370840 w 4940931"/>
                <a:gd name="connsiteY1132" fmla="*/ 92710 h 138429"/>
                <a:gd name="connsiteX1133" fmla="*/ 367030 w 4940931"/>
                <a:gd name="connsiteY1133" fmla="*/ 82550 h 138429"/>
                <a:gd name="connsiteX1134" fmla="*/ 365760 w 4940931"/>
                <a:gd name="connsiteY1134" fmla="*/ 69850 h 138429"/>
                <a:gd name="connsiteX1135" fmla="*/ 368300 w 4940931"/>
                <a:gd name="connsiteY1135" fmla="*/ 52070 h 138429"/>
                <a:gd name="connsiteX1136" fmla="*/ 375285 w 4940931"/>
                <a:gd name="connsiteY1136" fmla="*/ 39370 h 138429"/>
                <a:gd name="connsiteX1137" fmla="*/ 386080 w 4940931"/>
                <a:gd name="connsiteY1137" fmla="*/ 31750 h 138429"/>
                <a:gd name="connsiteX1138" fmla="*/ 400050 w 4940931"/>
                <a:gd name="connsiteY1138" fmla="*/ 29210 h 138429"/>
                <a:gd name="connsiteX1139" fmla="*/ 201930 w 4940931"/>
                <a:gd name="connsiteY1139" fmla="*/ 29210 h 138429"/>
                <a:gd name="connsiteX1140" fmla="*/ 216535 w 4940931"/>
                <a:gd name="connsiteY1140" fmla="*/ 32385 h 138429"/>
                <a:gd name="connsiteX1141" fmla="*/ 226695 w 4940931"/>
                <a:gd name="connsiteY1141" fmla="*/ 40640 h 138429"/>
                <a:gd name="connsiteX1142" fmla="*/ 233045 w 4940931"/>
                <a:gd name="connsiteY1142" fmla="*/ 53340 h 138429"/>
                <a:gd name="connsiteX1143" fmla="*/ 234950 w 4940931"/>
                <a:gd name="connsiteY1143" fmla="*/ 68580 h 138429"/>
                <a:gd name="connsiteX1144" fmla="*/ 233680 w 4940931"/>
                <a:gd name="connsiteY1144" fmla="*/ 68580 h 138429"/>
                <a:gd name="connsiteX1145" fmla="*/ 233680 w 4940931"/>
                <a:gd name="connsiteY1145" fmla="*/ 72390 h 138429"/>
                <a:gd name="connsiteX1146" fmla="*/ 233680 w 4940931"/>
                <a:gd name="connsiteY1146" fmla="*/ 75565 h 138429"/>
                <a:gd name="connsiteX1147" fmla="*/ 182245 w 4940931"/>
                <a:gd name="connsiteY1147" fmla="*/ 75565 h 138429"/>
                <a:gd name="connsiteX1148" fmla="*/ 184785 w 4940931"/>
                <a:gd name="connsiteY1148" fmla="*/ 85090 h 138429"/>
                <a:gd name="connsiteX1149" fmla="*/ 189230 w 4940931"/>
                <a:gd name="connsiteY1149" fmla="*/ 91440 h 138429"/>
                <a:gd name="connsiteX1150" fmla="*/ 194945 w 4940931"/>
                <a:gd name="connsiteY1150" fmla="*/ 95250 h 138429"/>
                <a:gd name="connsiteX1151" fmla="*/ 201930 w 4940931"/>
                <a:gd name="connsiteY1151" fmla="*/ 96520 h 138429"/>
                <a:gd name="connsiteX1152" fmla="*/ 207010 w 4940931"/>
                <a:gd name="connsiteY1152" fmla="*/ 96520 h 138429"/>
                <a:gd name="connsiteX1153" fmla="*/ 211455 w 4940931"/>
                <a:gd name="connsiteY1153" fmla="*/ 95250 h 138429"/>
                <a:gd name="connsiteX1154" fmla="*/ 215265 w 4940931"/>
                <a:gd name="connsiteY1154" fmla="*/ 93345 h 138429"/>
                <a:gd name="connsiteX1155" fmla="*/ 219710 w 4940931"/>
                <a:gd name="connsiteY1155" fmla="*/ 90805 h 138429"/>
                <a:gd name="connsiteX1156" fmla="*/ 228600 w 4940931"/>
                <a:gd name="connsiteY1156" fmla="*/ 100330 h 138429"/>
                <a:gd name="connsiteX1157" fmla="*/ 222885 w 4940931"/>
                <a:gd name="connsiteY1157" fmla="*/ 104775 h 138429"/>
                <a:gd name="connsiteX1158" fmla="*/ 217170 w 4940931"/>
                <a:gd name="connsiteY1158" fmla="*/ 107950 h 138429"/>
                <a:gd name="connsiteX1159" fmla="*/ 210185 w 4940931"/>
                <a:gd name="connsiteY1159" fmla="*/ 109855 h 138429"/>
                <a:gd name="connsiteX1160" fmla="*/ 201295 w 4940931"/>
                <a:gd name="connsiteY1160" fmla="*/ 110490 h 138429"/>
                <a:gd name="connsiteX1161" fmla="*/ 191770 w 4940931"/>
                <a:gd name="connsiteY1161" fmla="*/ 109220 h 138429"/>
                <a:gd name="connsiteX1162" fmla="*/ 184150 w 4940931"/>
                <a:gd name="connsiteY1162" fmla="*/ 105410 h 138429"/>
                <a:gd name="connsiteX1163" fmla="*/ 177800 w 4940931"/>
                <a:gd name="connsiteY1163" fmla="*/ 100330 h 138429"/>
                <a:gd name="connsiteX1164" fmla="*/ 172720 w 4940931"/>
                <a:gd name="connsiteY1164" fmla="*/ 92710 h 138429"/>
                <a:gd name="connsiteX1165" fmla="*/ 168910 w 4940931"/>
                <a:gd name="connsiteY1165" fmla="*/ 82550 h 138429"/>
                <a:gd name="connsiteX1166" fmla="*/ 167640 w 4940931"/>
                <a:gd name="connsiteY1166" fmla="*/ 69850 h 138429"/>
                <a:gd name="connsiteX1167" fmla="*/ 170180 w 4940931"/>
                <a:gd name="connsiteY1167" fmla="*/ 52070 h 138429"/>
                <a:gd name="connsiteX1168" fmla="*/ 177165 w 4940931"/>
                <a:gd name="connsiteY1168" fmla="*/ 39370 h 138429"/>
                <a:gd name="connsiteX1169" fmla="*/ 187960 w 4940931"/>
                <a:gd name="connsiteY1169" fmla="*/ 31750 h 138429"/>
                <a:gd name="connsiteX1170" fmla="*/ 201930 w 4940931"/>
                <a:gd name="connsiteY1170" fmla="*/ 29210 h 138429"/>
                <a:gd name="connsiteX1171" fmla="*/ 4664706 w 4940931"/>
                <a:gd name="connsiteY1171" fmla="*/ 28574 h 138429"/>
                <a:gd name="connsiteX1172" fmla="*/ 4678676 w 4940931"/>
                <a:gd name="connsiteY1172" fmla="*/ 31749 h 138429"/>
                <a:gd name="connsiteX1173" fmla="*/ 4689471 w 4940931"/>
                <a:gd name="connsiteY1173" fmla="*/ 40004 h 138429"/>
                <a:gd name="connsiteX1174" fmla="*/ 4696456 w 4940931"/>
                <a:gd name="connsiteY1174" fmla="*/ 52704 h 138429"/>
                <a:gd name="connsiteX1175" fmla="*/ 4698996 w 4940931"/>
                <a:gd name="connsiteY1175" fmla="*/ 69214 h 138429"/>
                <a:gd name="connsiteX1176" fmla="*/ 4699631 w 4940931"/>
                <a:gd name="connsiteY1176" fmla="*/ 69214 h 138429"/>
                <a:gd name="connsiteX1177" fmla="*/ 4697091 w 4940931"/>
                <a:gd name="connsiteY1177" fmla="*/ 86359 h 138429"/>
                <a:gd name="connsiteX1178" fmla="*/ 4689471 w 4940931"/>
                <a:gd name="connsiteY1178" fmla="*/ 99059 h 138429"/>
                <a:gd name="connsiteX1179" fmla="*/ 4678041 w 4940931"/>
                <a:gd name="connsiteY1179" fmla="*/ 107314 h 138429"/>
                <a:gd name="connsiteX1180" fmla="*/ 4664071 w 4940931"/>
                <a:gd name="connsiteY1180" fmla="*/ 109854 h 138429"/>
                <a:gd name="connsiteX1181" fmla="*/ 4650101 w 4940931"/>
                <a:gd name="connsiteY1181" fmla="*/ 106679 h 138429"/>
                <a:gd name="connsiteX1182" fmla="*/ 4639306 w 4940931"/>
                <a:gd name="connsiteY1182" fmla="*/ 98424 h 138429"/>
                <a:gd name="connsiteX1183" fmla="*/ 4632321 w 4940931"/>
                <a:gd name="connsiteY1183" fmla="*/ 85724 h 138429"/>
                <a:gd name="connsiteX1184" fmla="*/ 4629781 w 4940931"/>
                <a:gd name="connsiteY1184" fmla="*/ 69214 h 138429"/>
                <a:gd name="connsiteX1185" fmla="*/ 4632321 w 4940931"/>
                <a:gd name="connsiteY1185" fmla="*/ 52069 h 138429"/>
                <a:gd name="connsiteX1186" fmla="*/ 4639941 w 4940931"/>
                <a:gd name="connsiteY1186" fmla="*/ 39369 h 138429"/>
                <a:gd name="connsiteX1187" fmla="*/ 4650736 w 4940931"/>
                <a:gd name="connsiteY1187" fmla="*/ 31114 h 138429"/>
                <a:gd name="connsiteX1188" fmla="*/ 4664706 w 4940931"/>
                <a:gd name="connsiteY1188" fmla="*/ 28574 h 138429"/>
                <a:gd name="connsiteX1189" fmla="*/ 4264655 w 4940931"/>
                <a:gd name="connsiteY1189" fmla="*/ 28574 h 138429"/>
                <a:gd name="connsiteX1190" fmla="*/ 4278625 w 4940931"/>
                <a:gd name="connsiteY1190" fmla="*/ 31749 h 138429"/>
                <a:gd name="connsiteX1191" fmla="*/ 4289420 w 4940931"/>
                <a:gd name="connsiteY1191" fmla="*/ 40004 h 138429"/>
                <a:gd name="connsiteX1192" fmla="*/ 4296405 w 4940931"/>
                <a:gd name="connsiteY1192" fmla="*/ 52704 h 138429"/>
                <a:gd name="connsiteX1193" fmla="*/ 4298945 w 4940931"/>
                <a:gd name="connsiteY1193" fmla="*/ 69214 h 138429"/>
                <a:gd name="connsiteX1194" fmla="*/ 4299580 w 4940931"/>
                <a:gd name="connsiteY1194" fmla="*/ 69214 h 138429"/>
                <a:gd name="connsiteX1195" fmla="*/ 4297040 w 4940931"/>
                <a:gd name="connsiteY1195" fmla="*/ 86359 h 138429"/>
                <a:gd name="connsiteX1196" fmla="*/ 4289420 w 4940931"/>
                <a:gd name="connsiteY1196" fmla="*/ 99059 h 138429"/>
                <a:gd name="connsiteX1197" fmla="*/ 4277990 w 4940931"/>
                <a:gd name="connsiteY1197" fmla="*/ 107314 h 138429"/>
                <a:gd name="connsiteX1198" fmla="*/ 4264020 w 4940931"/>
                <a:gd name="connsiteY1198" fmla="*/ 109854 h 138429"/>
                <a:gd name="connsiteX1199" fmla="*/ 4250050 w 4940931"/>
                <a:gd name="connsiteY1199" fmla="*/ 106679 h 138429"/>
                <a:gd name="connsiteX1200" fmla="*/ 4239255 w 4940931"/>
                <a:gd name="connsiteY1200" fmla="*/ 98424 h 138429"/>
                <a:gd name="connsiteX1201" fmla="*/ 4232270 w 4940931"/>
                <a:gd name="connsiteY1201" fmla="*/ 85724 h 138429"/>
                <a:gd name="connsiteX1202" fmla="*/ 4229730 w 4940931"/>
                <a:gd name="connsiteY1202" fmla="*/ 69214 h 138429"/>
                <a:gd name="connsiteX1203" fmla="*/ 4232270 w 4940931"/>
                <a:gd name="connsiteY1203" fmla="*/ 52069 h 138429"/>
                <a:gd name="connsiteX1204" fmla="*/ 4239890 w 4940931"/>
                <a:gd name="connsiteY1204" fmla="*/ 39369 h 138429"/>
                <a:gd name="connsiteX1205" fmla="*/ 4250685 w 4940931"/>
                <a:gd name="connsiteY1205" fmla="*/ 31114 h 138429"/>
                <a:gd name="connsiteX1206" fmla="*/ 4264655 w 4940931"/>
                <a:gd name="connsiteY1206" fmla="*/ 28574 h 138429"/>
                <a:gd name="connsiteX1207" fmla="*/ 1420495 w 4940931"/>
                <a:gd name="connsiteY1207" fmla="*/ 28574 h 138429"/>
                <a:gd name="connsiteX1208" fmla="*/ 1434465 w 4940931"/>
                <a:gd name="connsiteY1208" fmla="*/ 31749 h 138429"/>
                <a:gd name="connsiteX1209" fmla="*/ 1445260 w 4940931"/>
                <a:gd name="connsiteY1209" fmla="*/ 40004 h 138429"/>
                <a:gd name="connsiteX1210" fmla="*/ 1452245 w 4940931"/>
                <a:gd name="connsiteY1210" fmla="*/ 52704 h 138429"/>
                <a:gd name="connsiteX1211" fmla="*/ 1454785 w 4940931"/>
                <a:gd name="connsiteY1211" fmla="*/ 69214 h 138429"/>
                <a:gd name="connsiteX1212" fmla="*/ 1455420 w 4940931"/>
                <a:gd name="connsiteY1212" fmla="*/ 69214 h 138429"/>
                <a:gd name="connsiteX1213" fmla="*/ 1452880 w 4940931"/>
                <a:gd name="connsiteY1213" fmla="*/ 86359 h 138429"/>
                <a:gd name="connsiteX1214" fmla="*/ 1445260 w 4940931"/>
                <a:gd name="connsiteY1214" fmla="*/ 99059 h 138429"/>
                <a:gd name="connsiteX1215" fmla="*/ 1433830 w 4940931"/>
                <a:gd name="connsiteY1215" fmla="*/ 107314 h 138429"/>
                <a:gd name="connsiteX1216" fmla="*/ 1419860 w 4940931"/>
                <a:gd name="connsiteY1216" fmla="*/ 109854 h 138429"/>
                <a:gd name="connsiteX1217" fmla="*/ 1405890 w 4940931"/>
                <a:gd name="connsiteY1217" fmla="*/ 106679 h 138429"/>
                <a:gd name="connsiteX1218" fmla="*/ 1395095 w 4940931"/>
                <a:gd name="connsiteY1218" fmla="*/ 98424 h 138429"/>
                <a:gd name="connsiteX1219" fmla="*/ 1388110 w 4940931"/>
                <a:gd name="connsiteY1219" fmla="*/ 85724 h 138429"/>
                <a:gd name="connsiteX1220" fmla="*/ 1385570 w 4940931"/>
                <a:gd name="connsiteY1220" fmla="*/ 69214 h 138429"/>
                <a:gd name="connsiteX1221" fmla="*/ 1388110 w 4940931"/>
                <a:gd name="connsiteY1221" fmla="*/ 52069 h 138429"/>
                <a:gd name="connsiteX1222" fmla="*/ 1395730 w 4940931"/>
                <a:gd name="connsiteY1222" fmla="*/ 39369 h 138429"/>
                <a:gd name="connsiteX1223" fmla="*/ 1406525 w 4940931"/>
                <a:gd name="connsiteY1223" fmla="*/ 31114 h 138429"/>
                <a:gd name="connsiteX1224" fmla="*/ 1420495 w 4940931"/>
                <a:gd name="connsiteY1224" fmla="*/ 28574 h 138429"/>
                <a:gd name="connsiteX1225" fmla="*/ 3143245 w 4940931"/>
                <a:gd name="connsiteY1225" fmla="*/ 5079 h 138429"/>
                <a:gd name="connsiteX1226" fmla="*/ 3219445 w 4940931"/>
                <a:gd name="connsiteY1226" fmla="*/ 5079 h 138429"/>
                <a:gd name="connsiteX1227" fmla="*/ 3219445 w 4940931"/>
                <a:gd name="connsiteY1227" fmla="*/ 20319 h 138429"/>
                <a:gd name="connsiteX1228" fmla="*/ 3188965 w 4940931"/>
                <a:gd name="connsiteY1228" fmla="*/ 20319 h 138429"/>
                <a:gd name="connsiteX1229" fmla="*/ 3188965 w 4940931"/>
                <a:gd name="connsiteY1229" fmla="*/ 108584 h 138429"/>
                <a:gd name="connsiteX1230" fmla="*/ 3173090 w 4940931"/>
                <a:gd name="connsiteY1230" fmla="*/ 108584 h 138429"/>
                <a:gd name="connsiteX1231" fmla="*/ 3173090 w 4940931"/>
                <a:gd name="connsiteY1231" fmla="*/ 20319 h 138429"/>
                <a:gd name="connsiteX1232" fmla="*/ 3143245 w 4940931"/>
                <a:gd name="connsiteY1232" fmla="*/ 20319 h 138429"/>
                <a:gd name="connsiteX1233" fmla="*/ 1628774 w 4940931"/>
                <a:gd name="connsiteY1233" fmla="*/ 5079 h 138429"/>
                <a:gd name="connsiteX1234" fmla="*/ 1704970 w 4940931"/>
                <a:gd name="connsiteY1234" fmla="*/ 5079 h 138429"/>
                <a:gd name="connsiteX1235" fmla="*/ 1704970 w 4940931"/>
                <a:gd name="connsiteY1235" fmla="*/ 20319 h 138429"/>
                <a:gd name="connsiteX1236" fmla="*/ 1675129 w 4940931"/>
                <a:gd name="connsiteY1236" fmla="*/ 20319 h 138429"/>
                <a:gd name="connsiteX1237" fmla="*/ 1675129 w 4940931"/>
                <a:gd name="connsiteY1237" fmla="*/ 108584 h 138429"/>
                <a:gd name="connsiteX1238" fmla="*/ 1659255 w 4940931"/>
                <a:gd name="connsiteY1238" fmla="*/ 108584 h 138429"/>
                <a:gd name="connsiteX1239" fmla="*/ 1659255 w 4940931"/>
                <a:gd name="connsiteY1239" fmla="*/ 20319 h 138429"/>
                <a:gd name="connsiteX1240" fmla="*/ 1628774 w 4940931"/>
                <a:gd name="connsiteY1240" fmla="*/ 20319 h 138429"/>
                <a:gd name="connsiteX1241" fmla="*/ 0 w 4940931"/>
                <a:gd name="connsiteY1241" fmla="*/ 5079 h 138429"/>
                <a:gd name="connsiteX1242" fmla="*/ 76200 w 4940931"/>
                <a:gd name="connsiteY1242" fmla="*/ 5079 h 138429"/>
                <a:gd name="connsiteX1243" fmla="*/ 76200 w 4940931"/>
                <a:gd name="connsiteY1243" fmla="*/ 20319 h 138429"/>
                <a:gd name="connsiteX1244" fmla="*/ 45720 w 4940931"/>
                <a:gd name="connsiteY1244" fmla="*/ 20319 h 138429"/>
                <a:gd name="connsiteX1245" fmla="*/ 45720 w 4940931"/>
                <a:gd name="connsiteY1245" fmla="*/ 108584 h 138429"/>
                <a:gd name="connsiteX1246" fmla="*/ 29845 w 4940931"/>
                <a:gd name="connsiteY1246" fmla="*/ 108584 h 138429"/>
                <a:gd name="connsiteX1247" fmla="*/ 29845 w 4940931"/>
                <a:gd name="connsiteY1247" fmla="*/ 20319 h 138429"/>
                <a:gd name="connsiteX1248" fmla="*/ 0 w 4940931"/>
                <a:gd name="connsiteY1248" fmla="*/ 20319 h 138429"/>
                <a:gd name="connsiteX1249" fmla="*/ 1362075 w 4940931"/>
                <a:gd name="connsiteY1249" fmla="*/ 1269 h 138429"/>
                <a:gd name="connsiteX1250" fmla="*/ 1365885 w 4940931"/>
                <a:gd name="connsiteY1250" fmla="*/ 1904 h 138429"/>
                <a:gd name="connsiteX1251" fmla="*/ 1369060 w 4940931"/>
                <a:gd name="connsiteY1251" fmla="*/ 3809 h 138429"/>
                <a:gd name="connsiteX1252" fmla="*/ 1370965 w 4940931"/>
                <a:gd name="connsiteY1252" fmla="*/ 6984 h 138429"/>
                <a:gd name="connsiteX1253" fmla="*/ 1371600 w 4940931"/>
                <a:gd name="connsiteY1253" fmla="*/ 10794 h 138429"/>
                <a:gd name="connsiteX1254" fmla="*/ 1370965 w 4940931"/>
                <a:gd name="connsiteY1254" fmla="*/ 14604 h 138429"/>
                <a:gd name="connsiteX1255" fmla="*/ 1369060 w 4940931"/>
                <a:gd name="connsiteY1255" fmla="*/ 17779 h 138429"/>
                <a:gd name="connsiteX1256" fmla="*/ 1365885 w 4940931"/>
                <a:gd name="connsiteY1256" fmla="*/ 19684 h 138429"/>
                <a:gd name="connsiteX1257" fmla="*/ 1362075 w 4940931"/>
                <a:gd name="connsiteY1257" fmla="*/ 20319 h 138429"/>
                <a:gd name="connsiteX1258" fmla="*/ 1358265 w 4940931"/>
                <a:gd name="connsiteY1258" fmla="*/ 19684 h 138429"/>
                <a:gd name="connsiteX1259" fmla="*/ 1355090 w 4940931"/>
                <a:gd name="connsiteY1259" fmla="*/ 17779 h 138429"/>
                <a:gd name="connsiteX1260" fmla="*/ 1353185 w 4940931"/>
                <a:gd name="connsiteY1260" fmla="*/ 14604 h 138429"/>
                <a:gd name="connsiteX1261" fmla="*/ 1352550 w 4940931"/>
                <a:gd name="connsiteY1261" fmla="*/ 10794 h 138429"/>
                <a:gd name="connsiteX1262" fmla="*/ 1353185 w 4940931"/>
                <a:gd name="connsiteY1262" fmla="*/ 6984 h 138429"/>
                <a:gd name="connsiteX1263" fmla="*/ 1355090 w 4940931"/>
                <a:gd name="connsiteY1263" fmla="*/ 3809 h 138429"/>
                <a:gd name="connsiteX1264" fmla="*/ 1358265 w 4940931"/>
                <a:gd name="connsiteY1264" fmla="*/ 1904 h 138429"/>
                <a:gd name="connsiteX1265" fmla="*/ 1362075 w 4940931"/>
                <a:gd name="connsiteY1265" fmla="*/ 1269 h 138429"/>
                <a:gd name="connsiteX1266" fmla="*/ 4789801 w 4940931"/>
                <a:gd name="connsiteY1266" fmla="*/ 634 h 138429"/>
                <a:gd name="connsiteX1267" fmla="*/ 4789801 w 4940931"/>
                <a:gd name="connsiteY1267" fmla="*/ 65404 h 138429"/>
                <a:gd name="connsiteX1268" fmla="*/ 4814566 w 4940931"/>
                <a:gd name="connsiteY1268" fmla="*/ 31114 h 138429"/>
                <a:gd name="connsiteX1269" fmla="*/ 4831711 w 4940931"/>
                <a:gd name="connsiteY1269" fmla="*/ 31114 h 138429"/>
                <a:gd name="connsiteX1270" fmla="*/ 4812026 w 4940931"/>
                <a:gd name="connsiteY1270" fmla="*/ 57149 h 138429"/>
                <a:gd name="connsiteX1271" fmla="*/ 4835521 w 4940931"/>
                <a:gd name="connsiteY1271" fmla="*/ 108584 h 138429"/>
                <a:gd name="connsiteX1272" fmla="*/ 4819011 w 4940931"/>
                <a:gd name="connsiteY1272" fmla="*/ 108584 h 138429"/>
                <a:gd name="connsiteX1273" fmla="*/ 4801866 w 4940931"/>
                <a:gd name="connsiteY1273" fmla="*/ 69849 h 138429"/>
                <a:gd name="connsiteX1274" fmla="*/ 4789801 w 4940931"/>
                <a:gd name="connsiteY1274" fmla="*/ 85724 h 138429"/>
                <a:gd name="connsiteX1275" fmla="*/ 4789801 w 4940931"/>
                <a:gd name="connsiteY1275" fmla="*/ 108584 h 138429"/>
                <a:gd name="connsiteX1276" fmla="*/ 4774561 w 4940931"/>
                <a:gd name="connsiteY1276" fmla="*/ 108584 h 138429"/>
                <a:gd name="connsiteX1277" fmla="*/ 4774561 w 4940931"/>
                <a:gd name="connsiteY1277" fmla="*/ 8889 h 138429"/>
                <a:gd name="connsiteX1278" fmla="*/ 4472301 w 4940931"/>
                <a:gd name="connsiteY1278" fmla="*/ 634 h 138429"/>
                <a:gd name="connsiteX1279" fmla="*/ 4472301 w 4940931"/>
                <a:gd name="connsiteY1279" fmla="*/ 109219 h 138429"/>
                <a:gd name="connsiteX1280" fmla="*/ 4457061 w 4940931"/>
                <a:gd name="connsiteY1280" fmla="*/ 109219 h 138429"/>
                <a:gd name="connsiteX1281" fmla="*/ 4457696 w 4940931"/>
                <a:gd name="connsiteY1281" fmla="*/ 108584 h 138429"/>
                <a:gd name="connsiteX1282" fmla="*/ 4457696 w 4940931"/>
                <a:gd name="connsiteY1282" fmla="*/ 100964 h 138429"/>
                <a:gd name="connsiteX1283" fmla="*/ 4453251 w 4940931"/>
                <a:gd name="connsiteY1283" fmla="*/ 104774 h 138429"/>
                <a:gd name="connsiteX1284" fmla="*/ 4448171 w 4940931"/>
                <a:gd name="connsiteY1284" fmla="*/ 107949 h 138429"/>
                <a:gd name="connsiteX1285" fmla="*/ 4443091 w 4940931"/>
                <a:gd name="connsiteY1285" fmla="*/ 109854 h 138429"/>
                <a:gd name="connsiteX1286" fmla="*/ 4437376 w 4940931"/>
                <a:gd name="connsiteY1286" fmla="*/ 109854 h 138429"/>
                <a:gd name="connsiteX1287" fmla="*/ 4425946 w 4940931"/>
                <a:gd name="connsiteY1287" fmla="*/ 107314 h 138429"/>
                <a:gd name="connsiteX1288" fmla="*/ 4416421 w 4940931"/>
                <a:gd name="connsiteY1288" fmla="*/ 99694 h 138429"/>
                <a:gd name="connsiteX1289" fmla="*/ 4410071 w 4940931"/>
                <a:gd name="connsiteY1289" fmla="*/ 86994 h 138429"/>
                <a:gd name="connsiteX1290" fmla="*/ 4407531 w 4940931"/>
                <a:gd name="connsiteY1290" fmla="*/ 67944 h 138429"/>
                <a:gd name="connsiteX1291" fmla="*/ 4410071 w 4940931"/>
                <a:gd name="connsiteY1291" fmla="*/ 50799 h 138429"/>
                <a:gd name="connsiteX1292" fmla="*/ 4417056 w 4940931"/>
                <a:gd name="connsiteY1292" fmla="*/ 38734 h 138429"/>
                <a:gd name="connsiteX1293" fmla="*/ 4426581 w 4940931"/>
                <a:gd name="connsiteY1293" fmla="*/ 31749 h 138429"/>
                <a:gd name="connsiteX1294" fmla="*/ 4438011 w 4940931"/>
                <a:gd name="connsiteY1294" fmla="*/ 29209 h 138429"/>
                <a:gd name="connsiteX1295" fmla="*/ 4443726 w 4940931"/>
                <a:gd name="connsiteY1295" fmla="*/ 29844 h 138429"/>
                <a:gd name="connsiteX1296" fmla="*/ 4448806 w 4940931"/>
                <a:gd name="connsiteY1296" fmla="*/ 31749 h 138429"/>
                <a:gd name="connsiteX1297" fmla="*/ 4453251 w 4940931"/>
                <a:gd name="connsiteY1297" fmla="*/ 34924 h 138429"/>
                <a:gd name="connsiteX1298" fmla="*/ 4457061 w 4940931"/>
                <a:gd name="connsiteY1298" fmla="*/ 38099 h 138429"/>
                <a:gd name="connsiteX1299" fmla="*/ 4457061 w 4940931"/>
                <a:gd name="connsiteY1299" fmla="*/ 8254 h 138429"/>
                <a:gd name="connsiteX1300" fmla="*/ 4390385 w 4940931"/>
                <a:gd name="connsiteY1300" fmla="*/ 634 h 138429"/>
                <a:gd name="connsiteX1301" fmla="*/ 4390385 w 4940931"/>
                <a:gd name="connsiteY1301" fmla="*/ 108584 h 138429"/>
                <a:gd name="connsiteX1302" fmla="*/ 4375145 w 4940931"/>
                <a:gd name="connsiteY1302" fmla="*/ 108584 h 138429"/>
                <a:gd name="connsiteX1303" fmla="*/ 4375145 w 4940931"/>
                <a:gd name="connsiteY1303" fmla="*/ 8889 h 138429"/>
                <a:gd name="connsiteX1304" fmla="*/ 3946521 w 4940931"/>
                <a:gd name="connsiteY1304" fmla="*/ 634 h 138429"/>
                <a:gd name="connsiteX1305" fmla="*/ 3946521 w 4940931"/>
                <a:gd name="connsiteY1305" fmla="*/ 38099 h 138429"/>
                <a:gd name="connsiteX1306" fmla="*/ 3950331 w 4940931"/>
                <a:gd name="connsiteY1306" fmla="*/ 34289 h 138429"/>
                <a:gd name="connsiteX1307" fmla="*/ 3954776 w 4940931"/>
                <a:gd name="connsiteY1307" fmla="*/ 31114 h 138429"/>
                <a:gd name="connsiteX1308" fmla="*/ 3960491 w 4940931"/>
                <a:gd name="connsiteY1308" fmla="*/ 29209 h 138429"/>
                <a:gd name="connsiteX1309" fmla="*/ 3966206 w 4940931"/>
                <a:gd name="connsiteY1309" fmla="*/ 29209 h 138429"/>
                <a:gd name="connsiteX1310" fmla="*/ 3978271 w 4940931"/>
                <a:gd name="connsiteY1310" fmla="*/ 31749 h 138429"/>
                <a:gd name="connsiteX1311" fmla="*/ 3987161 w 4940931"/>
                <a:gd name="connsiteY1311" fmla="*/ 38099 h 138429"/>
                <a:gd name="connsiteX1312" fmla="*/ 3992241 w 4940931"/>
                <a:gd name="connsiteY1312" fmla="*/ 49529 h 138429"/>
                <a:gd name="connsiteX1313" fmla="*/ 3994146 w 4940931"/>
                <a:gd name="connsiteY1313" fmla="*/ 64134 h 138429"/>
                <a:gd name="connsiteX1314" fmla="*/ 3994146 w 4940931"/>
                <a:gd name="connsiteY1314" fmla="*/ 108584 h 138429"/>
                <a:gd name="connsiteX1315" fmla="*/ 3978906 w 4940931"/>
                <a:gd name="connsiteY1315" fmla="*/ 108584 h 138429"/>
                <a:gd name="connsiteX1316" fmla="*/ 3978271 w 4940931"/>
                <a:gd name="connsiteY1316" fmla="*/ 108584 h 138429"/>
                <a:gd name="connsiteX1317" fmla="*/ 3978271 w 4940931"/>
                <a:gd name="connsiteY1317" fmla="*/ 64769 h 138429"/>
                <a:gd name="connsiteX1318" fmla="*/ 3974461 w 4940931"/>
                <a:gd name="connsiteY1318" fmla="*/ 48894 h 138429"/>
                <a:gd name="connsiteX1319" fmla="*/ 3962396 w 4940931"/>
                <a:gd name="connsiteY1319" fmla="*/ 43814 h 138429"/>
                <a:gd name="connsiteX1320" fmla="*/ 3956046 w 4940931"/>
                <a:gd name="connsiteY1320" fmla="*/ 45084 h 138429"/>
                <a:gd name="connsiteX1321" fmla="*/ 3950966 w 4940931"/>
                <a:gd name="connsiteY1321" fmla="*/ 48894 h 138429"/>
                <a:gd name="connsiteX1322" fmla="*/ 3947791 w 4940931"/>
                <a:gd name="connsiteY1322" fmla="*/ 55244 h 138429"/>
                <a:gd name="connsiteX1323" fmla="*/ 3946521 w 4940931"/>
                <a:gd name="connsiteY1323" fmla="*/ 63499 h 138429"/>
                <a:gd name="connsiteX1324" fmla="*/ 3946521 w 4940931"/>
                <a:gd name="connsiteY1324" fmla="*/ 109219 h 138429"/>
                <a:gd name="connsiteX1325" fmla="*/ 3931281 w 4940931"/>
                <a:gd name="connsiteY1325" fmla="*/ 109219 h 138429"/>
                <a:gd name="connsiteX1326" fmla="*/ 3931281 w 4940931"/>
                <a:gd name="connsiteY1326" fmla="*/ 8889 h 138429"/>
                <a:gd name="connsiteX1327" fmla="*/ 3248021 w 4940931"/>
                <a:gd name="connsiteY1327" fmla="*/ 634 h 138429"/>
                <a:gd name="connsiteX1328" fmla="*/ 3248021 w 4940931"/>
                <a:gd name="connsiteY1328" fmla="*/ 38099 h 138429"/>
                <a:gd name="connsiteX1329" fmla="*/ 3251831 w 4940931"/>
                <a:gd name="connsiteY1329" fmla="*/ 34289 h 138429"/>
                <a:gd name="connsiteX1330" fmla="*/ 3256276 w 4940931"/>
                <a:gd name="connsiteY1330" fmla="*/ 31114 h 138429"/>
                <a:gd name="connsiteX1331" fmla="*/ 3261991 w 4940931"/>
                <a:gd name="connsiteY1331" fmla="*/ 29209 h 138429"/>
                <a:gd name="connsiteX1332" fmla="*/ 3267706 w 4940931"/>
                <a:gd name="connsiteY1332" fmla="*/ 29209 h 138429"/>
                <a:gd name="connsiteX1333" fmla="*/ 3279771 w 4940931"/>
                <a:gd name="connsiteY1333" fmla="*/ 31749 h 138429"/>
                <a:gd name="connsiteX1334" fmla="*/ 3288661 w 4940931"/>
                <a:gd name="connsiteY1334" fmla="*/ 38099 h 138429"/>
                <a:gd name="connsiteX1335" fmla="*/ 3293741 w 4940931"/>
                <a:gd name="connsiteY1335" fmla="*/ 49529 h 138429"/>
                <a:gd name="connsiteX1336" fmla="*/ 3295646 w 4940931"/>
                <a:gd name="connsiteY1336" fmla="*/ 64134 h 138429"/>
                <a:gd name="connsiteX1337" fmla="*/ 3295646 w 4940931"/>
                <a:gd name="connsiteY1337" fmla="*/ 108584 h 138429"/>
                <a:gd name="connsiteX1338" fmla="*/ 3280406 w 4940931"/>
                <a:gd name="connsiteY1338" fmla="*/ 108584 h 138429"/>
                <a:gd name="connsiteX1339" fmla="*/ 3279771 w 4940931"/>
                <a:gd name="connsiteY1339" fmla="*/ 108584 h 138429"/>
                <a:gd name="connsiteX1340" fmla="*/ 3279771 w 4940931"/>
                <a:gd name="connsiteY1340" fmla="*/ 64769 h 138429"/>
                <a:gd name="connsiteX1341" fmla="*/ 3275961 w 4940931"/>
                <a:gd name="connsiteY1341" fmla="*/ 48894 h 138429"/>
                <a:gd name="connsiteX1342" fmla="*/ 3263896 w 4940931"/>
                <a:gd name="connsiteY1342" fmla="*/ 43814 h 138429"/>
                <a:gd name="connsiteX1343" fmla="*/ 3257546 w 4940931"/>
                <a:gd name="connsiteY1343" fmla="*/ 45084 h 138429"/>
                <a:gd name="connsiteX1344" fmla="*/ 3252466 w 4940931"/>
                <a:gd name="connsiteY1344" fmla="*/ 48894 h 138429"/>
                <a:gd name="connsiteX1345" fmla="*/ 3249291 w 4940931"/>
                <a:gd name="connsiteY1345" fmla="*/ 55244 h 138429"/>
                <a:gd name="connsiteX1346" fmla="*/ 3248021 w 4940931"/>
                <a:gd name="connsiteY1346" fmla="*/ 63499 h 138429"/>
                <a:gd name="connsiteX1347" fmla="*/ 3248021 w 4940931"/>
                <a:gd name="connsiteY1347" fmla="*/ 109219 h 138429"/>
                <a:gd name="connsiteX1348" fmla="*/ 3232781 w 4940931"/>
                <a:gd name="connsiteY1348" fmla="*/ 109219 h 138429"/>
                <a:gd name="connsiteX1349" fmla="*/ 3232781 w 4940931"/>
                <a:gd name="connsiteY1349" fmla="*/ 8889 h 138429"/>
                <a:gd name="connsiteX1350" fmla="*/ 2432681 w 4940931"/>
                <a:gd name="connsiteY1350" fmla="*/ 634 h 138429"/>
                <a:gd name="connsiteX1351" fmla="*/ 2432681 w 4940931"/>
                <a:gd name="connsiteY1351" fmla="*/ 38099 h 138429"/>
                <a:gd name="connsiteX1352" fmla="*/ 2436491 w 4940931"/>
                <a:gd name="connsiteY1352" fmla="*/ 34289 h 138429"/>
                <a:gd name="connsiteX1353" fmla="*/ 2440936 w 4940931"/>
                <a:gd name="connsiteY1353" fmla="*/ 31114 h 138429"/>
                <a:gd name="connsiteX1354" fmla="*/ 2446651 w 4940931"/>
                <a:gd name="connsiteY1354" fmla="*/ 29209 h 138429"/>
                <a:gd name="connsiteX1355" fmla="*/ 2452366 w 4940931"/>
                <a:gd name="connsiteY1355" fmla="*/ 29209 h 138429"/>
                <a:gd name="connsiteX1356" fmla="*/ 2464431 w 4940931"/>
                <a:gd name="connsiteY1356" fmla="*/ 31749 h 138429"/>
                <a:gd name="connsiteX1357" fmla="*/ 2473321 w 4940931"/>
                <a:gd name="connsiteY1357" fmla="*/ 38099 h 138429"/>
                <a:gd name="connsiteX1358" fmla="*/ 2478401 w 4940931"/>
                <a:gd name="connsiteY1358" fmla="*/ 49529 h 138429"/>
                <a:gd name="connsiteX1359" fmla="*/ 2480306 w 4940931"/>
                <a:gd name="connsiteY1359" fmla="*/ 64134 h 138429"/>
                <a:gd name="connsiteX1360" fmla="*/ 2480306 w 4940931"/>
                <a:gd name="connsiteY1360" fmla="*/ 108584 h 138429"/>
                <a:gd name="connsiteX1361" fmla="*/ 2465066 w 4940931"/>
                <a:gd name="connsiteY1361" fmla="*/ 108584 h 138429"/>
                <a:gd name="connsiteX1362" fmla="*/ 2464431 w 4940931"/>
                <a:gd name="connsiteY1362" fmla="*/ 108584 h 138429"/>
                <a:gd name="connsiteX1363" fmla="*/ 2464431 w 4940931"/>
                <a:gd name="connsiteY1363" fmla="*/ 64769 h 138429"/>
                <a:gd name="connsiteX1364" fmla="*/ 2460621 w 4940931"/>
                <a:gd name="connsiteY1364" fmla="*/ 48894 h 138429"/>
                <a:gd name="connsiteX1365" fmla="*/ 2448556 w 4940931"/>
                <a:gd name="connsiteY1365" fmla="*/ 43814 h 138429"/>
                <a:gd name="connsiteX1366" fmla="*/ 2442206 w 4940931"/>
                <a:gd name="connsiteY1366" fmla="*/ 45084 h 138429"/>
                <a:gd name="connsiteX1367" fmla="*/ 2437126 w 4940931"/>
                <a:gd name="connsiteY1367" fmla="*/ 48894 h 138429"/>
                <a:gd name="connsiteX1368" fmla="*/ 2433951 w 4940931"/>
                <a:gd name="connsiteY1368" fmla="*/ 55244 h 138429"/>
                <a:gd name="connsiteX1369" fmla="*/ 2432681 w 4940931"/>
                <a:gd name="connsiteY1369" fmla="*/ 63499 h 138429"/>
                <a:gd name="connsiteX1370" fmla="*/ 2432681 w 4940931"/>
                <a:gd name="connsiteY1370" fmla="*/ 109219 h 138429"/>
                <a:gd name="connsiteX1371" fmla="*/ 2417441 w 4940931"/>
                <a:gd name="connsiteY1371" fmla="*/ 109219 h 138429"/>
                <a:gd name="connsiteX1372" fmla="*/ 2417441 w 4940931"/>
                <a:gd name="connsiteY1372" fmla="*/ 8889 h 138429"/>
                <a:gd name="connsiteX1373" fmla="*/ 1734181 w 4940931"/>
                <a:gd name="connsiteY1373" fmla="*/ 634 h 138429"/>
                <a:gd name="connsiteX1374" fmla="*/ 1734181 w 4940931"/>
                <a:gd name="connsiteY1374" fmla="*/ 38099 h 138429"/>
                <a:gd name="connsiteX1375" fmla="*/ 1737991 w 4940931"/>
                <a:gd name="connsiteY1375" fmla="*/ 34289 h 138429"/>
                <a:gd name="connsiteX1376" fmla="*/ 1742436 w 4940931"/>
                <a:gd name="connsiteY1376" fmla="*/ 31114 h 138429"/>
                <a:gd name="connsiteX1377" fmla="*/ 1748151 w 4940931"/>
                <a:gd name="connsiteY1377" fmla="*/ 29209 h 138429"/>
                <a:gd name="connsiteX1378" fmla="*/ 1753866 w 4940931"/>
                <a:gd name="connsiteY1378" fmla="*/ 29209 h 138429"/>
                <a:gd name="connsiteX1379" fmla="*/ 1765931 w 4940931"/>
                <a:gd name="connsiteY1379" fmla="*/ 31749 h 138429"/>
                <a:gd name="connsiteX1380" fmla="*/ 1774821 w 4940931"/>
                <a:gd name="connsiteY1380" fmla="*/ 38099 h 138429"/>
                <a:gd name="connsiteX1381" fmla="*/ 1779901 w 4940931"/>
                <a:gd name="connsiteY1381" fmla="*/ 49529 h 138429"/>
                <a:gd name="connsiteX1382" fmla="*/ 1781806 w 4940931"/>
                <a:gd name="connsiteY1382" fmla="*/ 64134 h 138429"/>
                <a:gd name="connsiteX1383" fmla="*/ 1781806 w 4940931"/>
                <a:gd name="connsiteY1383" fmla="*/ 108584 h 138429"/>
                <a:gd name="connsiteX1384" fmla="*/ 1766566 w 4940931"/>
                <a:gd name="connsiteY1384" fmla="*/ 108584 h 138429"/>
                <a:gd name="connsiteX1385" fmla="*/ 1765931 w 4940931"/>
                <a:gd name="connsiteY1385" fmla="*/ 108584 h 138429"/>
                <a:gd name="connsiteX1386" fmla="*/ 1765931 w 4940931"/>
                <a:gd name="connsiteY1386" fmla="*/ 64769 h 138429"/>
                <a:gd name="connsiteX1387" fmla="*/ 1762121 w 4940931"/>
                <a:gd name="connsiteY1387" fmla="*/ 48894 h 138429"/>
                <a:gd name="connsiteX1388" fmla="*/ 1750056 w 4940931"/>
                <a:gd name="connsiteY1388" fmla="*/ 43814 h 138429"/>
                <a:gd name="connsiteX1389" fmla="*/ 1743706 w 4940931"/>
                <a:gd name="connsiteY1389" fmla="*/ 45084 h 138429"/>
                <a:gd name="connsiteX1390" fmla="*/ 1738626 w 4940931"/>
                <a:gd name="connsiteY1390" fmla="*/ 48894 h 138429"/>
                <a:gd name="connsiteX1391" fmla="*/ 1735451 w 4940931"/>
                <a:gd name="connsiteY1391" fmla="*/ 55244 h 138429"/>
                <a:gd name="connsiteX1392" fmla="*/ 1734181 w 4940931"/>
                <a:gd name="connsiteY1392" fmla="*/ 63499 h 138429"/>
                <a:gd name="connsiteX1393" fmla="*/ 1734181 w 4940931"/>
                <a:gd name="connsiteY1393" fmla="*/ 109219 h 138429"/>
                <a:gd name="connsiteX1394" fmla="*/ 1718941 w 4940931"/>
                <a:gd name="connsiteY1394" fmla="*/ 109219 h 138429"/>
                <a:gd name="connsiteX1395" fmla="*/ 1718941 w 4940931"/>
                <a:gd name="connsiteY1395" fmla="*/ 8889 h 138429"/>
                <a:gd name="connsiteX1396" fmla="*/ 803275 w 4940931"/>
                <a:gd name="connsiteY1396" fmla="*/ 634 h 138429"/>
                <a:gd name="connsiteX1397" fmla="*/ 803275 w 4940931"/>
                <a:gd name="connsiteY1397" fmla="*/ 38099 h 138429"/>
                <a:gd name="connsiteX1398" fmla="*/ 807085 w 4940931"/>
                <a:gd name="connsiteY1398" fmla="*/ 34289 h 138429"/>
                <a:gd name="connsiteX1399" fmla="*/ 811530 w 4940931"/>
                <a:gd name="connsiteY1399" fmla="*/ 31114 h 138429"/>
                <a:gd name="connsiteX1400" fmla="*/ 817245 w 4940931"/>
                <a:gd name="connsiteY1400" fmla="*/ 29209 h 138429"/>
                <a:gd name="connsiteX1401" fmla="*/ 822960 w 4940931"/>
                <a:gd name="connsiteY1401" fmla="*/ 29209 h 138429"/>
                <a:gd name="connsiteX1402" fmla="*/ 835025 w 4940931"/>
                <a:gd name="connsiteY1402" fmla="*/ 31749 h 138429"/>
                <a:gd name="connsiteX1403" fmla="*/ 843915 w 4940931"/>
                <a:gd name="connsiteY1403" fmla="*/ 38099 h 138429"/>
                <a:gd name="connsiteX1404" fmla="*/ 848995 w 4940931"/>
                <a:gd name="connsiteY1404" fmla="*/ 49529 h 138429"/>
                <a:gd name="connsiteX1405" fmla="*/ 850900 w 4940931"/>
                <a:gd name="connsiteY1405" fmla="*/ 64134 h 138429"/>
                <a:gd name="connsiteX1406" fmla="*/ 850900 w 4940931"/>
                <a:gd name="connsiteY1406" fmla="*/ 108584 h 138429"/>
                <a:gd name="connsiteX1407" fmla="*/ 835660 w 4940931"/>
                <a:gd name="connsiteY1407" fmla="*/ 108584 h 138429"/>
                <a:gd name="connsiteX1408" fmla="*/ 835025 w 4940931"/>
                <a:gd name="connsiteY1408" fmla="*/ 108584 h 138429"/>
                <a:gd name="connsiteX1409" fmla="*/ 835025 w 4940931"/>
                <a:gd name="connsiteY1409" fmla="*/ 64769 h 138429"/>
                <a:gd name="connsiteX1410" fmla="*/ 831215 w 4940931"/>
                <a:gd name="connsiteY1410" fmla="*/ 48894 h 138429"/>
                <a:gd name="connsiteX1411" fmla="*/ 819150 w 4940931"/>
                <a:gd name="connsiteY1411" fmla="*/ 43814 h 138429"/>
                <a:gd name="connsiteX1412" fmla="*/ 812800 w 4940931"/>
                <a:gd name="connsiteY1412" fmla="*/ 45084 h 138429"/>
                <a:gd name="connsiteX1413" fmla="*/ 807720 w 4940931"/>
                <a:gd name="connsiteY1413" fmla="*/ 48894 h 138429"/>
                <a:gd name="connsiteX1414" fmla="*/ 804545 w 4940931"/>
                <a:gd name="connsiteY1414" fmla="*/ 55244 h 138429"/>
                <a:gd name="connsiteX1415" fmla="*/ 803275 w 4940931"/>
                <a:gd name="connsiteY1415" fmla="*/ 63499 h 138429"/>
                <a:gd name="connsiteX1416" fmla="*/ 803275 w 4940931"/>
                <a:gd name="connsiteY1416" fmla="*/ 109219 h 138429"/>
                <a:gd name="connsiteX1417" fmla="*/ 788035 w 4940931"/>
                <a:gd name="connsiteY1417" fmla="*/ 109219 h 138429"/>
                <a:gd name="connsiteX1418" fmla="*/ 788035 w 4940931"/>
                <a:gd name="connsiteY1418" fmla="*/ 8889 h 138429"/>
                <a:gd name="connsiteX1419" fmla="*/ 104774 w 4940931"/>
                <a:gd name="connsiteY1419" fmla="*/ 634 h 138429"/>
                <a:gd name="connsiteX1420" fmla="*/ 104774 w 4940931"/>
                <a:gd name="connsiteY1420" fmla="*/ 38099 h 138429"/>
                <a:gd name="connsiteX1421" fmla="*/ 108584 w 4940931"/>
                <a:gd name="connsiteY1421" fmla="*/ 34289 h 138429"/>
                <a:gd name="connsiteX1422" fmla="*/ 113029 w 4940931"/>
                <a:gd name="connsiteY1422" fmla="*/ 31114 h 138429"/>
                <a:gd name="connsiteX1423" fmla="*/ 118744 w 4940931"/>
                <a:gd name="connsiteY1423" fmla="*/ 29209 h 138429"/>
                <a:gd name="connsiteX1424" fmla="*/ 124459 w 4940931"/>
                <a:gd name="connsiteY1424" fmla="*/ 29209 h 138429"/>
                <a:gd name="connsiteX1425" fmla="*/ 136524 w 4940931"/>
                <a:gd name="connsiteY1425" fmla="*/ 31749 h 138429"/>
                <a:gd name="connsiteX1426" fmla="*/ 145414 w 4940931"/>
                <a:gd name="connsiteY1426" fmla="*/ 38099 h 138429"/>
                <a:gd name="connsiteX1427" fmla="*/ 150494 w 4940931"/>
                <a:gd name="connsiteY1427" fmla="*/ 49529 h 138429"/>
                <a:gd name="connsiteX1428" fmla="*/ 152399 w 4940931"/>
                <a:gd name="connsiteY1428" fmla="*/ 64134 h 138429"/>
                <a:gd name="connsiteX1429" fmla="*/ 152399 w 4940931"/>
                <a:gd name="connsiteY1429" fmla="*/ 108584 h 138429"/>
                <a:gd name="connsiteX1430" fmla="*/ 137159 w 4940931"/>
                <a:gd name="connsiteY1430" fmla="*/ 108584 h 138429"/>
                <a:gd name="connsiteX1431" fmla="*/ 136524 w 4940931"/>
                <a:gd name="connsiteY1431" fmla="*/ 108584 h 138429"/>
                <a:gd name="connsiteX1432" fmla="*/ 136524 w 4940931"/>
                <a:gd name="connsiteY1432" fmla="*/ 64769 h 138429"/>
                <a:gd name="connsiteX1433" fmla="*/ 132714 w 4940931"/>
                <a:gd name="connsiteY1433" fmla="*/ 48894 h 138429"/>
                <a:gd name="connsiteX1434" fmla="*/ 120649 w 4940931"/>
                <a:gd name="connsiteY1434" fmla="*/ 43814 h 138429"/>
                <a:gd name="connsiteX1435" fmla="*/ 114299 w 4940931"/>
                <a:gd name="connsiteY1435" fmla="*/ 45084 h 138429"/>
                <a:gd name="connsiteX1436" fmla="*/ 109219 w 4940931"/>
                <a:gd name="connsiteY1436" fmla="*/ 48894 h 138429"/>
                <a:gd name="connsiteX1437" fmla="*/ 106044 w 4940931"/>
                <a:gd name="connsiteY1437" fmla="*/ 55244 h 138429"/>
                <a:gd name="connsiteX1438" fmla="*/ 104774 w 4940931"/>
                <a:gd name="connsiteY1438" fmla="*/ 63499 h 138429"/>
                <a:gd name="connsiteX1439" fmla="*/ 104774 w 4940931"/>
                <a:gd name="connsiteY1439" fmla="*/ 109219 h 138429"/>
                <a:gd name="connsiteX1440" fmla="*/ 89534 w 4940931"/>
                <a:gd name="connsiteY1440" fmla="*/ 109219 h 138429"/>
                <a:gd name="connsiteX1441" fmla="*/ 89534 w 4940931"/>
                <a:gd name="connsiteY1441" fmla="*/ 8889 h 138429"/>
                <a:gd name="connsiteX1442" fmla="*/ 3894450 w 4940931"/>
                <a:gd name="connsiteY1442" fmla="*/ 0 h 138429"/>
                <a:gd name="connsiteX1443" fmla="*/ 3894450 w 4940931"/>
                <a:gd name="connsiteY1443" fmla="*/ 30480 h 138429"/>
                <a:gd name="connsiteX1444" fmla="*/ 3913500 w 4940931"/>
                <a:gd name="connsiteY1444" fmla="*/ 30480 h 138429"/>
                <a:gd name="connsiteX1445" fmla="*/ 3913500 w 4940931"/>
                <a:gd name="connsiteY1445" fmla="*/ 44450 h 138429"/>
                <a:gd name="connsiteX1446" fmla="*/ 3894450 w 4940931"/>
                <a:gd name="connsiteY1446" fmla="*/ 44450 h 138429"/>
                <a:gd name="connsiteX1447" fmla="*/ 3894450 w 4940931"/>
                <a:gd name="connsiteY1447" fmla="*/ 86995 h 138429"/>
                <a:gd name="connsiteX1448" fmla="*/ 3894450 w 4940931"/>
                <a:gd name="connsiteY1448" fmla="*/ 91440 h 138429"/>
                <a:gd name="connsiteX1449" fmla="*/ 3895720 w 4940931"/>
                <a:gd name="connsiteY1449" fmla="*/ 94615 h 138429"/>
                <a:gd name="connsiteX1450" fmla="*/ 3898260 w 4940931"/>
                <a:gd name="connsiteY1450" fmla="*/ 95885 h 138429"/>
                <a:gd name="connsiteX1451" fmla="*/ 3902070 w 4940931"/>
                <a:gd name="connsiteY1451" fmla="*/ 95885 h 138429"/>
                <a:gd name="connsiteX1452" fmla="*/ 3908420 w 4940931"/>
                <a:gd name="connsiteY1452" fmla="*/ 95250 h 138429"/>
                <a:gd name="connsiteX1453" fmla="*/ 3913500 w 4940931"/>
                <a:gd name="connsiteY1453" fmla="*/ 93345 h 138429"/>
                <a:gd name="connsiteX1454" fmla="*/ 3911595 w 4940931"/>
                <a:gd name="connsiteY1454" fmla="*/ 106680 h 138429"/>
                <a:gd name="connsiteX1455" fmla="*/ 3905245 w 4940931"/>
                <a:gd name="connsiteY1455" fmla="*/ 109220 h 138429"/>
                <a:gd name="connsiteX1456" fmla="*/ 3896990 w 4940931"/>
                <a:gd name="connsiteY1456" fmla="*/ 110490 h 138429"/>
                <a:gd name="connsiteX1457" fmla="*/ 3890005 w 4940931"/>
                <a:gd name="connsiteY1457" fmla="*/ 109220 h 138429"/>
                <a:gd name="connsiteX1458" fmla="*/ 3884290 w 4940931"/>
                <a:gd name="connsiteY1458" fmla="*/ 105410 h 138429"/>
                <a:gd name="connsiteX1459" fmla="*/ 3880480 w 4940931"/>
                <a:gd name="connsiteY1459" fmla="*/ 99060 h 138429"/>
                <a:gd name="connsiteX1460" fmla="*/ 3879210 w 4940931"/>
                <a:gd name="connsiteY1460" fmla="*/ 89535 h 138429"/>
                <a:gd name="connsiteX1461" fmla="*/ 3879210 w 4940931"/>
                <a:gd name="connsiteY1461" fmla="*/ 44450 h 138429"/>
                <a:gd name="connsiteX1462" fmla="*/ 3868415 w 4940931"/>
                <a:gd name="connsiteY1462" fmla="*/ 44450 h 138429"/>
                <a:gd name="connsiteX1463" fmla="*/ 3868415 w 4940931"/>
                <a:gd name="connsiteY1463" fmla="*/ 30480 h 138429"/>
                <a:gd name="connsiteX1464" fmla="*/ 3879210 w 4940931"/>
                <a:gd name="connsiteY1464" fmla="*/ 30480 h 138429"/>
                <a:gd name="connsiteX1465" fmla="*/ 3879210 w 4940931"/>
                <a:gd name="connsiteY1465" fmla="*/ 8255 h 138429"/>
                <a:gd name="connsiteX1466" fmla="*/ 3664581 w 4940931"/>
                <a:gd name="connsiteY1466" fmla="*/ 0 h 138429"/>
                <a:gd name="connsiteX1467" fmla="*/ 3664581 w 4940931"/>
                <a:gd name="connsiteY1467" fmla="*/ 30480 h 138429"/>
                <a:gd name="connsiteX1468" fmla="*/ 3683631 w 4940931"/>
                <a:gd name="connsiteY1468" fmla="*/ 30480 h 138429"/>
                <a:gd name="connsiteX1469" fmla="*/ 3683631 w 4940931"/>
                <a:gd name="connsiteY1469" fmla="*/ 44450 h 138429"/>
                <a:gd name="connsiteX1470" fmla="*/ 3664581 w 4940931"/>
                <a:gd name="connsiteY1470" fmla="*/ 44450 h 138429"/>
                <a:gd name="connsiteX1471" fmla="*/ 3664581 w 4940931"/>
                <a:gd name="connsiteY1471" fmla="*/ 86995 h 138429"/>
                <a:gd name="connsiteX1472" fmla="*/ 3664581 w 4940931"/>
                <a:gd name="connsiteY1472" fmla="*/ 91440 h 138429"/>
                <a:gd name="connsiteX1473" fmla="*/ 3665851 w 4940931"/>
                <a:gd name="connsiteY1473" fmla="*/ 94615 h 138429"/>
                <a:gd name="connsiteX1474" fmla="*/ 3668391 w 4940931"/>
                <a:gd name="connsiteY1474" fmla="*/ 95885 h 138429"/>
                <a:gd name="connsiteX1475" fmla="*/ 3672201 w 4940931"/>
                <a:gd name="connsiteY1475" fmla="*/ 95885 h 138429"/>
                <a:gd name="connsiteX1476" fmla="*/ 3678551 w 4940931"/>
                <a:gd name="connsiteY1476" fmla="*/ 95250 h 138429"/>
                <a:gd name="connsiteX1477" fmla="*/ 3683631 w 4940931"/>
                <a:gd name="connsiteY1477" fmla="*/ 93345 h 138429"/>
                <a:gd name="connsiteX1478" fmla="*/ 3681726 w 4940931"/>
                <a:gd name="connsiteY1478" fmla="*/ 106680 h 138429"/>
                <a:gd name="connsiteX1479" fmla="*/ 3675376 w 4940931"/>
                <a:gd name="connsiteY1479" fmla="*/ 109220 h 138429"/>
                <a:gd name="connsiteX1480" fmla="*/ 3667121 w 4940931"/>
                <a:gd name="connsiteY1480" fmla="*/ 110490 h 138429"/>
                <a:gd name="connsiteX1481" fmla="*/ 3660136 w 4940931"/>
                <a:gd name="connsiteY1481" fmla="*/ 109220 h 138429"/>
                <a:gd name="connsiteX1482" fmla="*/ 3654421 w 4940931"/>
                <a:gd name="connsiteY1482" fmla="*/ 105410 h 138429"/>
                <a:gd name="connsiteX1483" fmla="*/ 3650611 w 4940931"/>
                <a:gd name="connsiteY1483" fmla="*/ 99060 h 138429"/>
                <a:gd name="connsiteX1484" fmla="*/ 3649341 w 4940931"/>
                <a:gd name="connsiteY1484" fmla="*/ 89535 h 138429"/>
                <a:gd name="connsiteX1485" fmla="*/ 3649341 w 4940931"/>
                <a:gd name="connsiteY1485" fmla="*/ 44450 h 138429"/>
                <a:gd name="connsiteX1486" fmla="*/ 3638546 w 4940931"/>
                <a:gd name="connsiteY1486" fmla="*/ 44450 h 138429"/>
                <a:gd name="connsiteX1487" fmla="*/ 3638546 w 4940931"/>
                <a:gd name="connsiteY1487" fmla="*/ 30480 h 138429"/>
                <a:gd name="connsiteX1488" fmla="*/ 3649341 w 4940931"/>
                <a:gd name="connsiteY1488" fmla="*/ 30480 h 138429"/>
                <a:gd name="connsiteX1489" fmla="*/ 3649341 w 4940931"/>
                <a:gd name="connsiteY1489" fmla="*/ 8255 h 138429"/>
                <a:gd name="connsiteX1490" fmla="*/ 3610605 w 4940931"/>
                <a:gd name="connsiteY1490" fmla="*/ 0 h 138429"/>
                <a:gd name="connsiteX1491" fmla="*/ 3610605 w 4940931"/>
                <a:gd name="connsiteY1491" fmla="*/ 30480 h 138429"/>
                <a:gd name="connsiteX1492" fmla="*/ 3629655 w 4940931"/>
                <a:gd name="connsiteY1492" fmla="*/ 30480 h 138429"/>
                <a:gd name="connsiteX1493" fmla="*/ 3629655 w 4940931"/>
                <a:gd name="connsiteY1493" fmla="*/ 44450 h 138429"/>
                <a:gd name="connsiteX1494" fmla="*/ 3610605 w 4940931"/>
                <a:gd name="connsiteY1494" fmla="*/ 44450 h 138429"/>
                <a:gd name="connsiteX1495" fmla="*/ 3610605 w 4940931"/>
                <a:gd name="connsiteY1495" fmla="*/ 86995 h 138429"/>
                <a:gd name="connsiteX1496" fmla="*/ 3610605 w 4940931"/>
                <a:gd name="connsiteY1496" fmla="*/ 91440 h 138429"/>
                <a:gd name="connsiteX1497" fmla="*/ 3611875 w 4940931"/>
                <a:gd name="connsiteY1497" fmla="*/ 94615 h 138429"/>
                <a:gd name="connsiteX1498" fmla="*/ 3614415 w 4940931"/>
                <a:gd name="connsiteY1498" fmla="*/ 95885 h 138429"/>
                <a:gd name="connsiteX1499" fmla="*/ 3618225 w 4940931"/>
                <a:gd name="connsiteY1499" fmla="*/ 95885 h 138429"/>
                <a:gd name="connsiteX1500" fmla="*/ 3624575 w 4940931"/>
                <a:gd name="connsiteY1500" fmla="*/ 95250 h 138429"/>
                <a:gd name="connsiteX1501" fmla="*/ 3629655 w 4940931"/>
                <a:gd name="connsiteY1501" fmla="*/ 93345 h 138429"/>
                <a:gd name="connsiteX1502" fmla="*/ 3627750 w 4940931"/>
                <a:gd name="connsiteY1502" fmla="*/ 106680 h 138429"/>
                <a:gd name="connsiteX1503" fmla="*/ 3621400 w 4940931"/>
                <a:gd name="connsiteY1503" fmla="*/ 109220 h 138429"/>
                <a:gd name="connsiteX1504" fmla="*/ 3613145 w 4940931"/>
                <a:gd name="connsiteY1504" fmla="*/ 110490 h 138429"/>
                <a:gd name="connsiteX1505" fmla="*/ 3606160 w 4940931"/>
                <a:gd name="connsiteY1505" fmla="*/ 109220 h 138429"/>
                <a:gd name="connsiteX1506" fmla="*/ 3600445 w 4940931"/>
                <a:gd name="connsiteY1506" fmla="*/ 105410 h 138429"/>
                <a:gd name="connsiteX1507" fmla="*/ 3596635 w 4940931"/>
                <a:gd name="connsiteY1507" fmla="*/ 99060 h 138429"/>
                <a:gd name="connsiteX1508" fmla="*/ 3595365 w 4940931"/>
                <a:gd name="connsiteY1508" fmla="*/ 89535 h 138429"/>
                <a:gd name="connsiteX1509" fmla="*/ 3595365 w 4940931"/>
                <a:gd name="connsiteY1509" fmla="*/ 44450 h 138429"/>
                <a:gd name="connsiteX1510" fmla="*/ 3584570 w 4940931"/>
                <a:gd name="connsiteY1510" fmla="*/ 44450 h 138429"/>
                <a:gd name="connsiteX1511" fmla="*/ 3584570 w 4940931"/>
                <a:gd name="connsiteY1511" fmla="*/ 30480 h 138429"/>
                <a:gd name="connsiteX1512" fmla="*/ 3595365 w 4940931"/>
                <a:gd name="connsiteY1512" fmla="*/ 30480 h 138429"/>
                <a:gd name="connsiteX1513" fmla="*/ 3595365 w 4940931"/>
                <a:gd name="connsiteY1513" fmla="*/ 8255 h 138429"/>
                <a:gd name="connsiteX1514" fmla="*/ 3445505 w 4940931"/>
                <a:gd name="connsiteY1514" fmla="*/ 0 h 138429"/>
                <a:gd name="connsiteX1515" fmla="*/ 3445505 w 4940931"/>
                <a:gd name="connsiteY1515" fmla="*/ 37465 h 138429"/>
                <a:gd name="connsiteX1516" fmla="*/ 3449950 w 4940931"/>
                <a:gd name="connsiteY1516" fmla="*/ 33655 h 138429"/>
                <a:gd name="connsiteX1517" fmla="*/ 3453760 w 4940931"/>
                <a:gd name="connsiteY1517" fmla="*/ 31115 h 138429"/>
                <a:gd name="connsiteX1518" fmla="*/ 3458840 w 4940931"/>
                <a:gd name="connsiteY1518" fmla="*/ 29210 h 138429"/>
                <a:gd name="connsiteX1519" fmla="*/ 3465825 w 4940931"/>
                <a:gd name="connsiteY1519" fmla="*/ 28575 h 138429"/>
                <a:gd name="connsiteX1520" fmla="*/ 3477890 w 4940931"/>
                <a:gd name="connsiteY1520" fmla="*/ 31115 h 138429"/>
                <a:gd name="connsiteX1521" fmla="*/ 3487415 w 4940931"/>
                <a:gd name="connsiteY1521" fmla="*/ 38735 h 138429"/>
                <a:gd name="connsiteX1522" fmla="*/ 3493765 w 4940931"/>
                <a:gd name="connsiteY1522" fmla="*/ 51435 h 138429"/>
                <a:gd name="connsiteX1523" fmla="*/ 3496305 w 4940931"/>
                <a:gd name="connsiteY1523" fmla="*/ 70485 h 138429"/>
                <a:gd name="connsiteX1524" fmla="*/ 3495670 w 4940931"/>
                <a:gd name="connsiteY1524" fmla="*/ 71120 h 138429"/>
                <a:gd name="connsiteX1525" fmla="*/ 3493130 w 4940931"/>
                <a:gd name="connsiteY1525" fmla="*/ 88265 h 138429"/>
                <a:gd name="connsiteX1526" fmla="*/ 3486145 w 4940931"/>
                <a:gd name="connsiteY1526" fmla="*/ 100330 h 138429"/>
                <a:gd name="connsiteX1527" fmla="*/ 3476620 w 4940931"/>
                <a:gd name="connsiteY1527" fmla="*/ 107315 h 138429"/>
                <a:gd name="connsiteX1528" fmla="*/ 3465190 w 4940931"/>
                <a:gd name="connsiteY1528" fmla="*/ 109855 h 138429"/>
                <a:gd name="connsiteX1529" fmla="*/ 3454395 w 4940931"/>
                <a:gd name="connsiteY1529" fmla="*/ 107315 h 138429"/>
                <a:gd name="connsiteX1530" fmla="*/ 3445505 w 4940931"/>
                <a:gd name="connsiteY1530" fmla="*/ 100965 h 138429"/>
                <a:gd name="connsiteX1531" fmla="*/ 3445505 w 4940931"/>
                <a:gd name="connsiteY1531" fmla="*/ 107950 h 138429"/>
                <a:gd name="connsiteX1532" fmla="*/ 3430265 w 4940931"/>
                <a:gd name="connsiteY1532" fmla="*/ 107950 h 138429"/>
                <a:gd name="connsiteX1533" fmla="*/ 3430265 w 4940931"/>
                <a:gd name="connsiteY1533" fmla="*/ 7620 h 138429"/>
                <a:gd name="connsiteX1534" fmla="*/ 2380611 w 4940931"/>
                <a:gd name="connsiteY1534" fmla="*/ 0 h 138429"/>
                <a:gd name="connsiteX1535" fmla="*/ 2380611 w 4940931"/>
                <a:gd name="connsiteY1535" fmla="*/ 30480 h 138429"/>
                <a:gd name="connsiteX1536" fmla="*/ 2399661 w 4940931"/>
                <a:gd name="connsiteY1536" fmla="*/ 30480 h 138429"/>
                <a:gd name="connsiteX1537" fmla="*/ 2399661 w 4940931"/>
                <a:gd name="connsiteY1537" fmla="*/ 44450 h 138429"/>
                <a:gd name="connsiteX1538" fmla="*/ 2380611 w 4940931"/>
                <a:gd name="connsiteY1538" fmla="*/ 44450 h 138429"/>
                <a:gd name="connsiteX1539" fmla="*/ 2380611 w 4940931"/>
                <a:gd name="connsiteY1539" fmla="*/ 86995 h 138429"/>
                <a:gd name="connsiteX1540" fmla="*/ 2380611 w 4940931"/>
                <a:gd name="connsiteY1540" fmla="*/ 91440 h 138429"/>
                <a:gd name="connsiteX1541" fmla="*/ 2381881 w 4940931"/>
                <a:gd name="connsiteY1541" fmla="*/ 94615 h 138429"/>
                <a:gd name="connsiteX1542" fmla="*/ 2384421 w 4940931"/>
                <a:gd name="connsiteY1542" fmla="*/ 95885 h 138429"/>
                <a:gd name="connsiteX1543" fmla="*/ 2388231 w 4940931"/>
                <a:gd name="connsiteY1543" fmla="*/ 95885 h 138429"/>
                <a:gd name="connsiteX1544" fmla="*/ 2394581 w 4940931"/>
                <a:gd name="connsiteY1544" fmla="*/ 95250 h 138429"/>
                <a:gd name="connsiteX1545" fmla="*/ 2399661 w 4940931"/>
                <a:gd name="connsiteY1545" fmla="*/ 93345 h 138429"/>
                <a:gd name="connsiteX1546" fmla="*/ 2397756 w 4940931"/>
                <a:gd name="connsiteY1546" fmla="*/ 106680 h 138429"/>
                <a:gd name="connsiteX1547" fmla="*/ 2391406 w 4940931"/>
                <a:gd name="connsiteY1547" fmla="*/ 109220 h 138429"/>
                <a:gd name="connsiteX1548" fmla="*/ 2383151 w 4940931"/>
                <a:gd name="connsiteY1548" fmla="*/ 110490 h 138429"/>
                <a:gd name="connsiteX1549" fmla="*/ 2376166 w 4940931"/>
                <a:gd name="connsiteY1549" fmla="*/ 109220 h 138429"/>
                <a:gd name="connsiteX1550" fmla="*/ 2370451 w 4940931"/>
                <a:gd name="connsiteY1550" fmla="*/ 105410 h 138429"/>
                <a:gd name="connsiteX1551" fmla="*/ 2366641 w 4940931"/>
                <a:gd name="connsiteY1551" fmla="*/ 99060 h 138429"/>
                <a:gd name="connsiteX1552" fmla="*/ 2365371 w 4940931"/>
                <a:gd name="connsiteY1552" fmla="*/ 89535 h 138429"/>
                <a:gd name="connsiteX1553" fmla="*/ 2365371 w 4940931"/>
                <a:gd name="connsiteY1553" fmla="*/ 44450 h 138429"/>
                <a:gd name="connsiteX1554" fmla="*/ 2354576 w 4940931"/>
                <a:gd name="connsiteY1554" fmla="*/ 44450 h 138429"/>
                <a:gd name="connsiteX1555" fmla="*/ 2354576 w 4940931"/>
                <a:gd name="connsiteY1555" fmla="*/ 30480 h 138429"/>
                <a:gd name="connsiteX1556" fmla="*/ 2365371 w 4940931"/>
                <a:gd name="connsiteY1556" fmla="*/ 30480 h 138429"/>
                <a:gd name="connsiteX1557" fmla="*/ 2365371 w 4940931"/>
                <a:gd name="connsiteY1557" fmla="*/ 8255 h 138429"/>
                <a:gd name="connsiteX1558" fmla="*/ 2150741 w 4940931"/>
                <a:gd name="connsiteY1558" fmla="*/ 0 h 138429"/>
                <a:gd name="connsiteX1559" fmla="*/ 2150741 w 4940931"/>
                <a:gd name="connsiteY1559" fmla="*/ 30480 h 138429"/>
                <a:gd name="connsiteX1560" fmla="*/ 2169791 w 4940931"/>
                <a:gd name="connsiteY1560" fmla="*/ 30480 h 138429"/>
                <a:gd name="connsiteX1561" fmla="*/ 2169791 w 4940931"/>
                <a:gd name="connsiteY1561" fmla="*/ 44450 h 138429"/>
                <a:gd name="connsiteX1562" fmla="*/ 2150741 w 4940931"/>
                <a:gd name="connsiteY1562" fmla="*/ 44450 h 138429"/>
                <a:gd name="connsiteX1563" fmla="*/ 2150741 w 4940931"/>
                <a:gd name="connsiteY1563" fmla="*/ 86995 h 138429"/>
                <a:gd name="connsiteX1564" fmla="*/ 2150741 w 4940931"/>
                <a:gd name="connsiteY1564" fmla="*/ 91440 h 138429"/>
                <a:gd name="connsiteX1565" fmla="*/ 2152011 w 4940931"/>
                <a:gd name="connsiteY1565" fmla="*/ 94615 h 138429"/>
                <a:gd name="connsiteX1566" fmla="*/ 2154551 w 4940931"/>
                <a:gd name="connsiteY1566" fmla="*/ 95885 h 138429"/>
                <a:gd name="connsiteX1567" fmla="*/ 2158361 w 4940931"/>
                <a:gd name="connsiteY1567" fmla="*/ 95885 h 138429"/>
                <a:gd name="connsiteX1568" fmla="*/ 2164711 w 4940931"/>
                <a:gd name="connsiteY1568" fmla="*/ 95250 h 138429"/>
                <a:gd name="connsiteX1569" fmla="*/ 2169791 w 4940931"/>
                <a:gd name="connsiteY1569" fmla="*/ 93345 h 138429"/>
                <a:gd name="connsiteX1570" fmla="*/ 2167886 w 4940931"/>
                <a:gd name="connsiteY1570" fmla="*/ 106680 h 138429"/>
                <a:gd name="connsiteX1571" fmla="*/ 2161536 w 4940931"/>
                <a:gd name="connsiteY1571" fmla="*/ 109220 h 138429"/>
                <a:gd name="connsiteX1572" fmla="*/ 2153281 w 4940931"/>
                <a:gd name="connsiteY1572" fmla="*/ 110490 h 138429"/>
                <a:gd name="connsiteX1573" fmla="*/ 2146296 w 4940931"/>
                <a:gd name="connsiteY1573" fmla="*/ 109220 h 138429"/>
                <a:gd name="connsiteX1574" fmla="*/ 2140581 w 4940931"/>
                <a:gd name="connsiteY1574" fmla="*/ 105410 h 138429"/>
                <a:gd name="connsiteX1575" fmla="*/ 2136771 w 4940931"/>
                <a:gd name="connsiteY1575" fmla="*/ 99060 h 138429"/>
                <a:gd name="connsiteX1576" fmla="*/ 2135501 w 4940931"/>
                <a:gd name="connsiteY1576" fmla="*/ 89535 h 138429"/>
                <a:gd name="connsiteX1577" fmla="*/ 2135501 w 4940931"/>
                <a:gd name="connsiteY1577" fmla="*/ 44450 h 138429"/>
                <a:gd name="connsiteX1578" fmla="*/ 2124706 w 4940931"/>
                <a:gd name="connsiteY1578" fmla="*/ 44450 h 138429"/>
                <a:gd name="connsiteX1579" fmla="*/ 2124706 w 4940931"/>
                <a:gd name="connsiteY1579" fmla="*/ 30480 h 138429"/>
                <a:gd name="connsiteX1580" fmla="*/ 2135501 w 4940931"/>
                <a:gd name="connsiteY1580" fmla="*/ 30480 h 138429"/>
                <a:gd name="connsiteX1581" fmla="*/ 2135501 w 4940931"/>
                <a:gd name="connsiteY1581" fmla="*/ 8255 h 138429"/>
                <a:gd name="connsiteX1582" fmla="*/ 2096131 w 4940931"/>
                <a:gd name="connsiteY1582" fmla="*/ 0 h 138429"/>
                <a:gd name="connsiteX1583" fmla="*/ 2096131 w 4940931"/>
                <a:gd name="connsiteY1583" fmla="*/ 30480 h 138429"/>
                <a:gd name="connsiteX1584" fmla="*/ 2115181 w 4940931"/>
                <a:gd name="connsiteY1584" fmla="*/ 30480 h 138429"/>
                <a:gd name="connsiteX1585" fmla="*/ 2115181 w 4940931"/>
                <a:gd name="connsiteY1585" fmla="*/ 44450 h 138429"/>
                <a:gd name="connsiteX1586" fmla="*/ 2096131 w 4940931"/>
                <a:gd name="connsiteY1586" fmla="*/ 44450 h 138429"/>
                <a:gd name="connsiteX1587" fmla="*/ 2096131 w 4940931"/>
                <a:gd name="connsiteY1587" fmla="*/ 86995 h 138429"/>
                <a:gd name="connsiteX1588" fmla="*/ 2096131 w 4940931"/>
                <a:gd name="connsiteY1588" fmla="*/ 91440 h 138429"/>
                <a:gd name="connsiteX1589" fmla="*/ 2097401 w 4940931"/>
                <a:gd name="connsiteY1589" fmla="*/ 94615 h 138429"/>
                <a:gd name="connsiteX1590" fmla="*/ 2099941 w 4940931"/>
                <a:gd name="connsiteY1590" fmla="*/ 95885 h 138429"/>
                <a:gd name="connsiteX1591" fmla="*/ 2103751 w 4940931"/>
                <a:gd name="connsiteY1591" fmla="*/ 95885 h 138429"/>
                <a:gd name="connsiteX1592" fmla="*/ 2110101 w 4940931"/>
                <a:gd name="connsiteY1592" fmla="*/ 95250 h 138429"/>
                <a:gd name="connsiteX1593" fmla="*/ 2115181 w 4940931"/>
                <a:gd name="connsiteY1593" fmla="*/ 93345 h 138429"/>
                <a:gd name="connsiteX1594" fmla="*/ 2113276 w 4940931"/>
                <a:gd name="connsiteY1594" fmla="*/ 106680 h 138429"/>
                <a:gd name="connsiteX1595" fmla="*/ 2106926 w 4940931"/>
                <a:gd name="connsiteY1595" fmla="*/ 109220 h 138429"/>
                <a:gd name="connsiteX1596" fmla="*/ 2098671 w 4940931"/>
                <a:gd name="connsiteY1596" fmla="*/ 110490 h 138429"/>
                <a:gd name="connsiteX1597" fmla="*/ 2091686 w 4940931"/>
                <a:gd name="connsiteY1597" fmla="*/ 109220 h 138429"/>
                <a:gd name="connsiteX1598" fmla="*/ 2085971 w 4940931"/>
                <a:gd name="connsiteY1598" fmla="*/ 105410 h 138429"/>
                <a:gd name="connsiteX1599" fmla="*/ 2082161 w 4940931"/>
                <a:gd name="connsiteY1599" fmla="*/ 99060 h 138429"/>
                <a:gd name="connsiteX1600" fmla="*/ 2080891 w 4940931"/>
                <a:gd name="connsiteY1600" fmla="*/ 89535 h 138429"/>
                <a:gd name="connsiteX1601" fmla="*/ 2080891 w 4940931"/>
                <a:gd name="connsiteY1601" fmla="*/ 44450 h 138429"/>
                <a:gd name="connsiteX1602" fmla="*/ 2070096 w 4940931"/>
                <a:gd name="connsiteY1602" fmla="*/ 44450 h 138429"/>
                <a:gd name="connsiteX1603" fmla="*/ 2070096 w 4940931"/>
                <a:gd name="connsiteY1603" fmla="*/ 30480 h 138429"/>
                <a:gd name="connsiteX1604" fmla="*/ 2080891 w 4940931"/>
                <a:gd name="connsiteY1604" fmla="*/ 30480 h 138429"/>
                <a:gd name="connsiteX1605" fmla="*/ 2080891 w 4940931"/>
                <a:gd name="connsiteY1605" fmla="*/ 8255 h 138429"/>
                <a:gd name="connsiteX1606" fmla="*/ 1931665 w 4940931"/>
                <a:gd name="connsiteY1606" fmla="*/ 0 h 138429"/>
                <a:gd name="connsiteX1607" fmla="*/ 1931665 w 4940931"/>
                <a:gd name="connsiteY1607" fmla="*/ 37465 h 138429"/>
                <a:gd name="connsiteX1608" fmla="*/ 1936110 w 4940931"/>
                <a:gd name="connsiteY1608" fmla="*/ 33655 h 138429"/>
                <a:gd name="connsiteX1609" fmla="*/ 1939920 w 4940931"/>
                <a:gd name="connsiteY1609" fmla="*/ 31115 h 138429"/>
                <a:gd name="connsiteX1610" fmla="*/ 1945000 w 4940931"/>
                <a:gd name="connsiteY1610" fmla="*/ 29210 h 138429"/>
                <a:gd name="connsiteX1611" fmla="*/ 1951985 w 4940931"/>
                <a:gd name="connsiteY1611" fmla="*/ 28575 h 138429"/>
                <a:gd name="connsiteX1612" fmla="*/ 1964050 w 4940931"/>
                <a:gd name="connsiteY1612" fmla="*/ 31115 h 138429"/>
                <a:gd name="connsiteX1613" fmla="*/ 1973575 w 4940931"/>
                <a:gd name="connsiteY1613" fmla="*/ 38735 h 138429"/>
                <a:gd name="connsiteX1614" fmla="*/ 1979925 w 4940931"/>
                <a:gd name="connsiteY1614" fmla="*/ 51435 h 138429"/>
                <a:gd name="connsiteX1615" fmla="*/ 1982465 w 4940931"/>
                <a:gd name="connsiteY1615" fmla="*/ 70485 h 138429"/>
                <a:gd name="connsiteX1616" fmla="*/ 1981830 w 4940931"/>
                <a:gd name="connsiteY1616" fmla="*/ 71120 h 138429"/>
                <a:gd name="connsiteX1617" fmla="*/ 1979290 w 4940931"/>
                <a:gd name="connsiteY1617" fmla="*/ 88265 h 138429"/>
                <a:gd name="connsiteX1618" fmla="*/ 1972305 w 4940931"/>
                <a:gd name="connsiteY1618" fmla="*/ 100330 h 138429"/>
                <a:gd name="connsiteX1619" fmla="*/ 1962780 w 4940931"/>
                <a:gd name="connsiteY1619" fmla="*/ 107315 h 138429"/>
                <a:gd name="connsiteX1620" fmla="*/ 1951350 w 4940931"/>
                <a:gd name="connsiteY1620" fmla="*/ 109855 h 138429"/>
                <a:gd name="connsiteX1621" fmla="*/ 1940555 w 4940931"/>
                <a:gd name="connsiteY1621" fmla="*/ 107315 h 138429"/>
                <a:gd name="connsiteX1622" fmla="*/ 1931665 w 4940931"/>
                <a:gd name="connsiteY1622" fmla="*/ 100965 h 138429"/>
                <a:gd name="connsiteX1623" fmla="*/ 1931665 w 4940931"/>
                <a:gd name="connsiteY1623" fmla="*/ 107950 h 138429"/>
                <a:gd name="connsiteX1624" fmla="*/ 1916425 w 4940931"/>
                <a:gd name="connsiteY1624" fmla="*/ 107950 h 138429"/>
                <a:gd name="connsiteX1625" fmla="*/ 1916425 w 4940931"/>
                <a:gd name="connsiteY1625" fmla="*/ 7620 h 138429"/>
                <a:gd name="connsiteX1626" fmla="*/ 1316991 w 4940931"/>
                <a:gd name="connsiteY1626" fmla="*/ 0 h 138429"/>
                <a:gd name="connsiteX1627" fmla="*/ 1316991 w 4940931"/>
                <a:gd name="connsiteY1627" fmla="*/ 30480 h 138429"/>
                <a:gd name="connsiteX1628" fmla="*/ 1336041 w 4940931"/>
                <a:gd name="connsiteY1628" fmla="*/ 30480 h 138429"/>
                <a:gd name="connsiteX1629" fmla="*/ 1336041 w 4940931"/>
                <a:gd name="connsiteY1629" fmla="*/ 44450 h 138429"/>
                <a:gd name="connsiteX1630" fmla="*/ 1316991 w 4940931"/>
                <a:gd name="connsiteY1630" fmla="*/ 44450 h 138429"/>
                <a:gd name="connsiteX1631" fmla="*/ 1316991 w 4940931"/>
                <a:gd name="connsiteY1631" fmla="*/ 86995 h 138429"/>
                <a:gd name="connsiteX1632" fmla="*/ 1316991 w 4940931"/>
                <a:gd name="connsiteY1632" fmla="*/ 91440 h 138429"/>
                <a:gd name="connsiteX1633" fmla="*/ 1318261 w 4940931"/>
                <a:gd name="connsiteY1633" fmla="*/ 94615 h 138429"/>
                <a:gd name="connsiteX1634" fmla="*/ 1320801 w 4940931"/>
                <a:gd name="connsiteY1634" fmla="*/ 95885 h 138429"/>
                <a:gd name="connsiteX1635" fmla="*/ 1324611 w 4940931"/>
                <a:gd name="connsiteY1635" fmla="*/ 95885 h 138429"/>
                <a:gd name="connsiteX1636" fmla="*/ 1330961 w 4940931"/>
                <a:gd name="connsiteY1636" fmla="*/ 95250 h 138429"/>
                <a:gd name="connsiteX1637" fmla="*/ 1336041 w 4940931"/>
                <a:gd name="connsiteY1637" fmla="*/ 93345 h 138429"/>
                <a:gd name="connsiteX1638" fmla="*/ 1334136 w 4940931"/>
                <a:gd name="connsiteY1638" fmla="*/ 106680 h 138429"/>
                <a:gd name="connsiteX1639" fmla="*/ 1327786 w 4940931"/>
                <a:gd name="connsiteY1639" fmla="*/ 109220 h 138429"/>
                <a:gd name="connsiteX1640" fmla="*/ 1319531 w 4940931"/>
                <a:gd name="connsiteY1640" fmla="*/ 110490 h 138429"/>
                <a:gd name="connsiteX1641" fmla="*/ 1312546 w 4940931"/>
                <a:gd name="connsiteY1641" fmla="*/ 109220 h 138429"/>
                <a:gd name="connsiteX1642" fmla="*/ 1306831 w 4940931"/>
                <a:gd name="connsiteY1642" fmla="*/ 105410 h 138429"/>
                <a:gd name="connsiteX1643" fmla="*/ 1303021 w 4940931"/>
                <a:gd name="connsiteY1643" fmla="*/ 99060 h 138429"/>
                <a:gd name="connsiteX1644" fmla="*/ 1301751 w 4940931"/>
                <a:gd name="connsiteY1644" fmla="*/ 89535 h 138429"/>
                <a:gd name="connsiteX1645" fmla="*/ 1301751 w 4940931"/>
                <a:gd name="connsiteY1645" fmla="*/ 44450 h 138429"/>
                <a:gd name="connsiteX1646" fmla="*/ 1290956 w 4940931"/>
                <a:gd name="connsiteY1646" fmla="*/ 44450 h 138429"/>
                <a:gd name="connsiteX1647" fmla="*/ 1290956 w 4940931"/>
                <a:gd name="connsiteY1647" fmla="*/ 30480 h 138429"/>
                <a:gd name="connsiteX1648" fmla="*/ 1301751 w 4940931"/>
                <a:gd name="connsiteY1648" fmla="*/ 30480 h 138429"/>
                <a:gd name="connsiteX1649" fmla="*/ 1301751 w 4940931"/>
                <a:gd name="connsiteY1649" fmla="*/ 8255 h 138429"/>
                <a:gd name="connsiteX1650" fmla="*/ 751206 w 4940931"/>
                <a:gd name="connsiteY1650" fmla="*/ 0 h 138429"/>
                <a:gd name="connsiteX1651" fmla="*/ 751206 w 4940931"/>
                <a:gd name="connsiteY1651" fmla="*/ 30480 h 138429"/>
                <a:gd name="connsiteX1652" fmla="*/ 770256 w 4940931"/>
                <a:gd name="connsiteY1652" fmla="*/ 30480 h 138429"/>
                <a:gd name="connsiteX1653" fmla="*/ 770256 w 4940931"/>
                <a:gd name="connsiteY1653" fmla="*/ 44450 h 138429"/>
                <a:gd name="connsiteX1654" fmla="*/ 751206 w 4940931"/>
                <a:gd name="connsiteY1654" fmla="*/ 44450 h 138429"/>
                <a:gd name="connsiteX1655" fmla="*/ 751206 w 4940931"/>
                <a:gd name="connsiteY1655" fmla="*/ 86995 h 138429"/>
                <a:gd name="connsiteX1656" fmla="*/ 751206 w 4940931"/>
                <a:gd name="connsiteY1656" fmla="*/ 91440 h 138429"/>
                <a:gd name="connsiteX1657" fmla="*/ 752476 w 4940931"/>
                <a:gd name="connsiteY1657" fmla="*/ 94615 h 138429"/>
                <a:gd name="connsiteX1658" fmla="*/ 755016 w 4940931"/>
                <a:gd name="connsiteY1658" fmla="*/ 95885 h 138429"/>
                <a:gd name="connsiteX1659" fmla="*/ 758826 w 4940931"/>
                <a:gd name="connsiteY1659" fmla="*/ 95885 h 138429"/>
                <a:gd name="connsiteX1660" fmla="*/ 765176 w 4940931"/>
                <a:gd name="connsiteY1660" fmla="*/ 95250 h 138429"/>
                <a:gd name="connsiteX1661" fmla="*/ 770256 w 4940931"/>
                <a:gd name="connsiteY1661" fmla="*/ 93345 h 138429"/>
                <a:gd name="connsiteX1662" fmla="*/ 768351 w 4940931"/>
                <a:gd name="connsiteY1662" fmla="*/ 106680 h 138429"/>
                <a:gd name="connsiteX1663" fmla="*/ 762001 w 4940931"/>
                <a:gd name="connsiteY1663" fmla="*/ 109220 h 138429"/>
                <a:gd name="connsiteX1664" fmla="*/ 753746 w 4940931"/>
                <a:gd name="connsiteY1664" fmla="*/ 110490 h 138429"/>
                <a:gd name="connsiteX1665" fmla="*/ 746761 w 4940931"/>
                <a:gd name="connsiteY1665" fmla="*/ 109220 h 138429"/>
                <a:gd name="connsiteX1666" fmla="*/ 741045 w 4940931"/>
                <a:gd name="connsiteY1666" fmla="*/ 105410 h 138429"/>
                <a:gd name="connsiteX1667" fmla="*/ 737236 w 4940931"/>
                <a:gd name="connsiteY1667" fmla="*/ 99060 h 138429"/>
                <a:gd name="connsiteX1668" fmla="*/ 735966 w 4940931"/>
                <a:gd name="connsiteY1668" fmla="*/ 89535 h 138429"/>
                <a:gd name="connsiteX1669" fmla="*/ 735966 w 4940931"/>
                <a:gd name="connsiteY1669" fmla="*/ 44450 h 138429"/>
                <a:gd name="connsiteX1670" fmla="*/ 725171 w 4940931"/>
                <a:gd name="connsiteY1670" fmla="*/ 44450 h 138429"/>
                <a:gd name="connsiteX1671" fmla="*/ 725171 w 4940931"/>
                <a:gd name="connsiteY1671" fmla="*/ 30480 h 138429"/>
                <a:gd name="connsiteX1672" fmla="*/ 735966 w 4940931"/>
                <a:gd name="connsiteY1672" fmla="*/ 30480 h 138429"/>
                <a:gd name="connsiteX1673" fmla="*/ 735966 w 4940931"/>
                <a:gd name="connsiteY1673" fmla="*/ 8255 h 138429"/>
                <a:gd name="connsiteX1674" fmla="*/ 521335 w 4940931"/>
                <a:gd name="connsiteY1674" fmla="*/ 0 h 138429"/>
                <a:gd name="connsiteX1675" fmla="*/ 521335 w 4940931"/>
                <a:gd name="connsiteY1675" fmla="*/ 30480 h 138429"/>
                <a:gd name="connsiteX1676" fmla="*/ 540385 w 4940931"/>
                <a:gd name="connsiteY1676" fmla="*/ 30480 h 138429"/>
                <a:gd name="connsiteX1677" fmla="*/ 540385 w 4940931"/>
                <a:gd name="connsiteY1677" fmla="*/ 44450 h 138429"/>
                <a:gd name="connsiteX1678" fmla="*/ 521335 w 4940931"/>
                <a:gd name="connsiteY1678" fmla="*/ 44450 h 138429"/>
                <a:gd name="connsiteX1679" fmla="*/ 521335 w 4940931"/>
                <a:gd name="connsiteY1679" fmla="*/ 86995 h 138429"/>
                <a:gd name="connsiteX1680" fmla="*/ 521335 w 4940931"/>
                <a:gd name="connsiteY1680" fmla="*/ 91440 h 138429"/>
                <a:gd name="connsiteX1681" fmla="*/ 522605 w 4940931"/>
                <a:gd name="connsiteY1681" fmla="*/ 94615 h 138429"/>
                <a:gd name="connsiteX1682" fmla="*/ 525145 w 4940931"/>
                <a:gd name="connsiteY1682" fmla="*/ 95885 h 138429"/>
                <a:gd name="connsiteX1683" fmla="*/ 528955 w 4940931"/>
                <a:gd name="connsiteY1683" fmla="*/ 95885 h 138429"/>
                <a:gd name="connsiteX1684" fmla="*/ 535305 w 4940931"/>
                <a:gd name="connsiteY1684" fmla="*/ 95250 h 138429"/>
                <a:gd name="connsiteX1685" fmla="*/ 540385 w 4940931"/>
                <a:gd name="connsiteY1685" fmla="*/ 93345 h 138429"/>
                <a:gd name="connsiteX1686" fmla="*/ 538480 w 4940931"/>
                <a:gd name="connsiteY1686" fmla="*/ 106680 h 138429"/>
                <a:gd name="connsiteX1687" fmla="*/ 532130 w 4940931"/>
                <a:gd name="connsiteY1687" fmla="*/ 109220 h 138429"/>
                <a:gd name="connsiteX1688" fmla="*/ 523875 w 4940931"/>
                <a:gd name="connsiteY1688" fmla="*/ 110490 h 138429"/>
                <a:gd name="connsiteX1689" fmla="*/ 516890 w 4940931"/>
                <a:gd name="connsiteY1689" fmla="*/ 109220 h 138429"/>
                <a:gd name="connsiteX1690" fmla="*/ 511175 w 4940931"/>
                <a:gd name="connsiteY1690" fmla="*/ 105410 h 138429"/>
                <a:gd name="connsiteX1691" fmla="*/ 507365 w 4940931"/>
                <a:gd name="connsiteY1691" fmla="*/ 99060 h 138429"/>
                <a:gd name="connsiteX1692" fmla="*/ 506095 w 4940931"/>
                <a:gd name="connsiteY1692" fmla="*/ 89535 h 138429"/>
                <a:gd name="connsiteX1693" fmla="*/ 506095 w 4940931"/>
                <a:gd name="connsiteY1693" fmla="*/ 44450 h 138429"/>
                <a:gd name="connsiteX1694" fmla="*/ 495300 w 4940931"/>
                <a:gd name="connsiteY1694" fmla="*/ 44450 h 138429"/>
                <a:gd name="connsiteX1695" fmla="*/ 495300 w 4940931"/>
                <a:gd name="connsiteY1695" fmla="*/ 30480 h 138429"/>
                <a:gd name="connsiteX1696" fmla="*/ 506095 w 4940931"/>
                <a:gd name="connsiteY1696" fmla="*/ 30480 h 138429"/>
                <a:gd name="connsiteX1697" fmla="*/ 506095 w 4940931"/>
                <a:gd name="connsiteY1697" fmla="*/ 8255 h 138429"/>
                <a:gd name="connsiteX1698" fmla="*/ 466724 w 4940931"/>
                <a:gd name="connsiteY1698" fmla="*/ 0 h 138429"/>
                <a:gd name="connsiteX1699" fmla="*/ 466724 w 4940931"/>
                <a:gd name="connsiteY1699" fmla="*/ 30480 h 138429"/>
                <a:gd name="connsiteX1700" fmla="*/ 485774 w 4940931"/>
                <a:gd name="connsiteY1700" fmla="*/ 30480 h 138429"/>
                <a:gd name="connsiteX1701" fmla="*/ 485774 w 4940931"/>
                <a:gd name="connsiteY1701" fmla="*/ 44450 h 138429"/>
                <a:gd name="connsiteX1702" fmla="*/ 466724 w 4940931"/>
                <a:gd name="connsiteY1702" fmla="*/ 44450 h 138429"/>
                <a:gd name="connsiteX1703" fmla="*/ 466724 w 4940931"/>
                <a:gd name="connsiteY1703" fmla="*/ 86995 h 138429"/>
                <a:gd name="connsiteX1704" fmla="*/ 466724 w 4940931"/>
                <a:gd name="connsiteY1704" fmla="*/ 91440 h 138429"/>
                <a:gd name="connsiteX1705" fmla="*/ 467994 w 4940931"/>
                <a:gd name="connsiteY1705" fmla="*/ 94615 h 138429"/>
                <a:gd name="connsiteX1706" fmla="*/ 470534 w 4940931"/>
                <a:gd name="connsiteY1706" fmla="*/ 95885 h 138429"/>
                <a:gd name="connsiteX1707" fmla="*/ 474344 w 4940931"/>
                <a:gd name="connsiteY1707" fmla="*/ 95885 h 138429"/>
                <a:gd name="connsiteX1708" fmla="*/ 480694 w 4940931"/>
                <a:gd name="connsiteY1708" fmla="*/ 95250 h 138429"/>
                <a:gd name="connsiteX1709" fmla="*/ 485774 w 4940931"/>
                <a:gd name="connsiteY1709" fmla="*/ 93345 h 138429"/>
                <a:gd name="connsiteX1710" fmla="*/ 483869 w 4940931"/>
                <a:gd name="connsiteY1710" fmla="*/ 106680 h 138429"/>
                <a:gd name="connsiteX1711" fmla="*/ 477519 w 4940931"/>
                <a:gd name="connsiteY1711" fmla="*/ 109220 h 138429"/>
                <a:gd name="connsiteX1712" fmla="*/ 469264 w 4940931"/>
                <a:gd name="connsiteY1712" fmla="*/ 110490 h 138429"/>
                <a:gd name="connsiteX1713" fmla="*/ 462279 w 4940931"/>
                <a:gd name="connsiteY1713" fmla="*/ 109220 h 138429"/>
                <a:gd name="connsiteX1714" fmla="*/ 456564 w 4940931"/>
                <a:gd name="connsiteY1714" fmla="*/ 105410 h 138429"/>
                <a:gd name="connsiteX1715" fmla="*/ 452754 w 4940931"/>
                <a:gd name="connsiteY1715" fmla="*/ 99060 h 138429"/>
                <a:gd name="connsiteX1716" fmla="*/ 451484 w 4940931"/>
                <a:gd name="connsiteY1716" fmla="*/ 89535 h 138429"/>
                <a:gd name="connsiteX1717" fmla="*/ 451484 w 4940931"/>
                <a:gd name="connsiteY1717" fmla="*/ 44450 h 138429"/>
                <a:gd name="connsiteX1718" fmla="*/ 440689 w 4940931"/>
                <a:gd name="connsiteY1718" fmla="*/ 44450 h 138429"/>
                <a:gd name="connsiteX1719" fmla="*/ 440689 w 4940931"/>
                <a:gd name="connsiteY1719" fmla="*/ 30480 h 138429"/>
                <a:gd name="connsiteX1720" fmla="*/ 451484 w 4940931"/>
                <a:gd name="connsiteY1720" fmla="*/ 30480 h 138429"/>
                <a:gd name="connsiteX1721" fmla="*/ 451484 w 4940931"/>
                <a:gd name="connsiteY1721" fmla="*/ 8255 h 138429"/>
                <a:gd name="connsiteX1722" fmla="*/ 302259 w 4940931"/>
                <a:gd name="connsiteY1722" fmla="*/ 0 h 138429"/>
                <a:gd name="connsiteX1723" fmla="*/ 302259 w 4940931"/>
                <a:gd name="connsiteY1723" fmla="*/ 37465 h 138429"/>
                <a:gd name="connsiteX1724" fmla="*/ 306704 w 4940931"/>
                <a:gd name="connsiteY1724" fmla="*/ 33655 h 138429"/>
                <a:gd name="connsiteX1725" fmla="*/ 310514 w 4940931"/>
                <a:gd name="connsiteY1725" fmla="*/ 31115 h 138429"/>
                <a:gd name="connsiteX1726" fmla="*/ 315594 w 4940931"/>
                <a:gd name="connsiteY1726" fmla="*/ 29210 h 138429"/>
                <a:gd name="connsiteX1727" fmla="*/ 322579 w 4940931"/>
                <a:gd name="connsiteY1727" fmla="*/ 28575 h 138429"/>
                <a:gd name="connsiteX1728" fmla="*/ 334644 w 4940931"/>
                <a:gd name="connsiteY1728" fmla="*/ 31115 h 138429"/>
                <a:gd name="connsiteX1729" fmla="*/ 344169 w 4940931"/>
                <a:gd name="connsiteY1729" fmla="*/ 38735 h 138429"/>
                <a:gd name="connsiteX1730" fmla="*/ 350519 w 4940931"/>
                <a:gd name="connsiteY1730" fmla="*/ 51435 h 138429"/>
                <a:gd name="connsiteX1731" fmla="*/ 353059 w 4940931"/>
                <a:gd name="connsiteY1731" fmla="*/ 70485 h 138429"/>
                <a:gd name="connsiteX1732" fmla="*/ 352424 w 4940931"/>
                <a:gd name="connsiteY1732" fmla="*/ 71120 h 138429"/>
                <a:gd name="connsiteX1733" fmla="*/ 349884 w 4940931"/>
                <a:gd name="connsiteY1733" fmla="*/ 88265 h 138429"/>
                <a:gd name="connsiteX1734" fmla="*/ 342899 w 4940931"/>
                <a:gd name="connsiteY1734" fmla="*/ 100330 h 138429"/>
                <a:gd name="connsiteX1735" fmla="*/ 333374 w 4940931"/>
                <a:gd name="connsiteY1735" fmla="*/ 107315 h 138429"/>
                <a:gd name="connsiteX1736" fmla="*/ 321944 w 4940931"/>
                <a:gd name="connsiteY1736" fmla="*/ 109855 h 138429"/>
                <a:gd name="connsiteX1737" fmla="*/ 311149 w 4940931"/>
                <a:gd name="connsiteY1737" fmla="*/ 107315 h 138429"/>
                <a:gd name="connsiteX1738" fmla="*/ 302259 w 4940931"/>
                <a:gd name="connsiteY1738" fmla="*/ 100965 h 138429"/>
                <a:gd name="connsiteX1739" fmla="*/ 302259 w 4940931"/>
                <a:gd name="connsiteY1739" fmla="*/ 107950 h 138429"/>
                <a:gd name="connsiteX1740" fmla="*/ 287019 w 4940931"/>
                <a:gd name="connsiteY1740" fmla="*/ 107950 h 138429"/>
                <a:gd name="connsiteX1741" fmla="*/ 287019 w 4940931"/>
                <a:gd name="connsiteY1741" fmla="*/ 7620 h 138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Lst>
              <a:rect l="l" t="t" r="r" b="b"/>
              <a:pathLst>
                <a:path w="4940931" h="138429">
                  <a:moveTo>
                    <a:pt x="1032512" y="137477"/>
                  </a:moveTo>
                  <a:lnTo>
                    <a:pt x="1032512" y="137794"/>
                  </a:lnTo>
                  <a:lnTo>
                    <a:pt x="1030607" y="138429"/>
                  </a:lnTo>
                  <a:close/>
                  <a:moveTo>
                    <a:pt x="4929501" y="87629"/>
                  </a:moveTo>
                  <a:cubicBezTo>
                    <a:pt x="4930771" y="87629"/>
                    <a:pt x="4932676" y="87629"/>
                    <a:pt x="4933946" y="88264"/>
                  </a:cubicBezTo>
                  <a:cubicBezTo>
                    <a:pt x="4935216" y="88264"/>
                    <a:pt x="4936486" y="89534"/>
                    <a:pt x="4937756" y="90804"/>
                  </a:cubicBezTo>
                  <a:cubicBezTo>
                    <a:pt x="4939026" y="92074"/>
                    <a:pt x="4939661" y="93344"/>
                    <a:pt x="4940296" y="94614"/>
                  </a:cubicBezTo>
                  <a:cubicBezTo>
                    <a:pt x="4940296" y="95884"/>
                    <a:pt x="4940931" y="97789"/>
                    <a:pt x="4940931" y="99059"/>
                  </a:cubicBezTo>
                  <a:cubicBezTo>
                    <a:pt x="4940931" y="99059"/>
                    <a:pt x="4940931" y="102234"/>
                    <a:pt x="4940296" y="103504"/>
                  </a:cubicBezTo>
                  <a:cubicBezTo>
                    <a:pt x="4940296" y="104774"/>
                    <a:pt x="4939026" y="106044"/>
                    <a:pt x="4937756" y="107314"/>
                  </a:cubicBezTo>
                  <a:cubicBezTo>
                    <a:pt x="4936486" y="108584"/>
                    <a:pt x="4935216" y="109219"/>
                    <a:pt x="4933946" y="109854"/>
                  </a:cubicBezTo>
                  <a:cubicBezTo>
                    <a:pt x="4932676" y="109854"/>
                    <a:pt x="4930771" y="110489"/>
                    <a:pt x="4929501" y="110489"/>
                  </a:cubicBezTo>
                  <a:cubicBezTo>
                    <a:pt x="4928231" y="110489"/>
                    <a:pt x="4926326" y="110489"/>
                    <a:pt x="4925056" y="109854"/>
                  </a:cubicBezTo>
                  <a:cubicBezTo>
                    <a:pt x="4923786" y="109854"/>
                    <a:pt x="4922516" y="108584"/>
                    <a:pt x="4921246" y="107314"/>
                  </a:cubicBezTo>
                  <a:cubicBezTo>
                    <a:pt x="4919976" y="106044"/>
                    <a:pt x="4919341" y="104774"/>
                    <a:pt x="4918706" y="103504"/>
                  </a:cubicBezTo>
                  <a:cubicBezTo>
                    <a:pt x="4918706" y="102234"/>
                    <a:pt x="4918071" y="100329"/>
                    <a:pt x="4918071" y="99059"/>
                  </a:cubicBezTo>
                  <a:cubicBezTo>
                    <a:pt x="4918071" y="97789"/>
                    <a:pt x="4918071" y="95884"/>
                    <a:pt x="4918706" y="94614"/>
                  </a:cubicBezTo>
                  <a:cubicBezTo>
                    <a:pt x="4918706" y="93344"/>
                    <a:pt x="4919976" y="92074"/>
                    <a:pt x="4921246" y="90804"/>
                  </a:cubicBezTo>
                  <a:cubicBezTo>
                    <a:pt x="4922516" y="89534"/>
                    <a:pt x="4923786" y="88899"/>
                    <a:pt x="4925056" y="88264"/>
                  </a:cubicBezTo>
                  <a:cubicBezTo>
                    <a:pt x="4926326" y="88264"/>
                    <a:pt x="4928231" y="87629"/>
                    <a:pt x="4929501" y="87629"/>
                  </a:cubicBezTo>
                  <a:close/>
                  <a:moveTo>
                    <a:pt x="3079110" y="87629"/>
                  </a:moveTo>
                  <a:cubicBezTo>
                    <a:pt x="3080380" y="87629"/>
                    <a:pt x="3082285" y="87629"/>
                    <a:pt x="3083555" y="88264"/>
                  </a:cubicBezTo>
                  <a:cubicBezTo>
                    <a:pt x="3084825" y="88264"/>
                    <a:pt x="3086095" y="89534"/>
                    <a:pt x="3087365" y="90804"/>
                  </a:cubicBezTo>
                  <a:cubicBezTo>
                    <a:pt x="3088635" y="92074"/>
                    <a:pt x="3089270" y="93344"/>
                    <a:pt x="3089905" y="94614"/>
                  </a:cubicBezTo>
                  <a:cubicBezTo>
                    <a:pt x="3089905" y="95884"/>
                    <a:pt x="3090540" y="97789"/>
                    <a:pt x="3090540" y="99059"/>
                  </a:cubicBezTo>
                  <a:cubicBezTo>
                    <a:pt x="3090540" y="99059"/>
                    <a:pt x="3090540" y="102234"/>
                    <a:pt x="3089905" y="103504"/>
                  </a:cubicBezTo>
                  <a:cubicBezTo>
                    <a:pt x="3089905" y="104774"/>
                    <a:pt x="3088635" y="106044"/>
                    <a:pt x="3087365" y="107314"/>
                  </a:cubicBezTo>
                  <a:cubicBezTo>
                    <a:pt x="3086095" y="108584"/>
                    <a:pt x="3084825" y="109219"/>
                    <a:pt x="3083555" y="109854"/>
                  </a:cubicBezTo>
                  <a:cubicBezTo>
                    <a:pt x="3082285" y="109854"/>
                    <a:pt x="3080380" y="110489"/>
                    <a:pt x="3079110" y="110489"/>
                  </a:cubicBezTo>
                  <a:cubicBezTo>
                    <a:pt x="3077840" y="110489"/>
                    <a:pt x="3075935" y="110489"/>
                    <a:pt x="3074665" y="109854"/>
                  </a:cubicBezTo>
                  <a:cubicBezTo>
                    <a:pt x="3073395" y="109854"/>
                    <a:pt x="3072125" y="108584"/>
                    <a:pt x="3070855" y="107314"/>
                  </a:cubicBezTo>
                  <a:cubicBezTo>
                    <a:pt x="3069585" y="106044"/>
                    <a:pt x="3068950" y="104774"/>
                    <a:pt x="3068315" y="103504"/>
                  </a:cubicBezTo>
                  <a:cubicBezTo>
                    <a:pt x="3068315" y="102234"/>
                    <a:pt x="3067680" y="100329"/>
                    <a:pt x="3067680" y="99059"/>
                  </a:cubicBezTo>
                  <a:cubicBezTo>
                    <a:pt x="3067680" y="97789"/>
                    <a:pt x="3067680" y="95884"/>
                    <a:pt x="3068315" y="94614"/>
                  </a:cubicBezTo>
                  <a:cubicBezTo>
                    <a:pt x="3068315" y="93344"/>
                    <a:pt x="3069585" y="92074"/>
                    <a:pt x="3070855" y="90804"/>
                  </a:cubicBezTo>
                  <a:cubicBezTo>
                    <a:pt x="3072125" y="89534"/>
                    <a:pt x="3073395" y="88899"/>
                    <a:pt x="3074665" y="88264"/>
                  </a:cubicBezTo>
                  <a:cubicBezTo>
                    <a:pt x="3075935" y="88264"/>
                    <a:pt x="3077840" y="87629"/>
                    <a:pt x="3079110" y="87629"/>
                  </a:cubicBezTo>
                  <a:close/>
                  <a:moveTo>
                    <a:pt x="1565275" y="87629"/>
                  </a:moveTo>
                  <a:cubicBezTo>
                    <a:pt x="1566545" y="87629"/>
                    <a:pt x="1568450" y="87629"/>
                    <a:pt x="1569720" y="88264"/>
                  </a:cubicBezTo>
                  <a:cubicBezTo>
                    <a:pt x="1570990" y="88264"/>
                    <a:pt x="1572260" y="89534"/>
                    <a:pt x="1573529" y="90804"/>
                  </a:cubicBezTo>
                  <a:cubicBezTo>
                    <a:pt x="1574800" y="92074"/>
                    <a:pt x="1575435" y="93344"/>
                    <a:pt x="1576069" y="94614"/>
                  </a:cubicBezTo>
                  <a:cubicBezTo>
                    <a:pt x="1576069" y="95884"/>
                    <a:pt x="1576705" y="97789"/>
                    <a:pt x="1576705" y="99059"/>
                  </a:cubicBezTo>
                  <a:cubicBezTo>
                    <a:pt x="1576705" y="99059"/>
                    <a:pt x="1576705" y="102234"/>
                    <a:pt x="1576069" y="103504"/>
                  </a:cubicBezTo>
                  <a:cubicBezTo>
                    <a:pt x="1576069" y="104774"/>
                    <a:pt x="1574800" y="106044"/>
                    <a:pt x="1573529" y="107314"/>
                  </a:cubicBezTo>
                  <a:cubicBezTo>
                    <a:pt x="1572260" y="108584"/>
                    <a:pt x="1570990" y="109219"/>
                    <a:pt x="1569720" y="109854"/>
                  </a:cubicBezTo>
                  <a:cubicBezTo>
                    <a:pt x="1568450" y="109854"/>
                    <a:pt x="1566545" y="110489"/>
                    <a:pt x="1565275" y="110489"/>
                  </a:cubicBezTo>
                  <a:cubicBezTo>
                    <a:pt x="1564005" y="110489"/>
                    <a:pt x="1562099" y="110489"/>
                    <a:pt x="1560830" y="109854"/>
                  </a:cubicBezTo>
                  <a:cubicBezTo>
                    <a:pt x="1559559" y="109854"/>
                    <a:pt x="1558289" y="108584"/>
                    <a:pt x="1557020" y="107314"/>
                  </a:cubicBezTo>
                  <a:cubicBezTo>
                    <a:pt x="1555750" y="106044"/>
                    <a:pt x="1555114" y="104774"/>
                    <a:pt x="1554479" y="103504"/>
                  </a:cubicBezTo>
                  <a:cubicBezTo>
                    <a:pt x="1554479" y="102234"/>
                    <a:pt x="1553844" y="100329"/>
                    <a:pt x="1553844" y="99059"/>
                  </a:cubicBezTo>
                  <a:cubicBezTo>
                    <a:pt x="1553844" y="97789"/>
                    <a:pt x="1553844" y="95884"/>
                    <a:pt x="1554479" y="94614"/>
                  </a:cubicBezTo>
                  <a:cubicBezTo>
                    <a:pt x="1554479" y="93344"/>
                    <a:pt x="1555750" y="92074"/>
                    <a:pt x="1557020" y="90804"/>
                  </a:cubicBezTo>
                  <a:cubicBezTo>
                    <a:pt x="1558289" y="89534"/>
                    <a:pt x="1559559" y="88899"/>
                    <a:pt x="1560830" y="88264"/>
                  </a:cubicBezTo>
                  <a:cubicBezTo>
                    <a:pt x="1562099" y="88264"/>
                    <a:pt x="1564005" y="87629"/>
                    <a:pt x="1565275" y="87629"/>
                  </a:cubicBezTo>
                  <a:close/>
                  <a:moveTo>
                    <a:pt x="2642230" y="73024"/>
                  </a:moveTo>
                  <a:cubicBezTo>
                    <a:pt x="2637150" y="73024"/>
                    <a:pt x="2633340" y="74294"/>
                    <a:pt x="2630800" y="76199"/>
                  </a:cubicBezTo>
                  <a:cubicBezTo>
                    <a:pt x="2627625" y="78104"/>
                    <a:pt x="2626355" y="81279"/>
                    <a:pt x="2626355" y="84454"/>
                  </a:cubicBezTo>
                  <a:cubicBezTo>
                    <a:pt x="2626355" y="86994"/>
                    <a:pt x="2626355" y="88899"/>
                    <a:pt x="2627625" y="90169"/>
                  </a:cubicBezTo>
                  <a:cubicBezTo>
                    <a:pt x="2628260" y="92074"/>
                    <a:pt x="2629530" y="93344"/>
                    <a:pt x="2630800" y="93979"/>
                  </a:cubicBezTo>
                  <a:cubicBezTo>
                    <a:pt x="2632070" y="95249"/>
                    <a:pt x="2633340" y="95884"/>
                    <a:pt x="2635245" y="96519"/>
                  </a:cubicBezTo>
                  <a:cubicBezTo>
                    <a:pt x="2637150" y="96519"/>
                    <a:pt x="2639055" y="97154"/>
                    <a:pt x="2641595" y="97154"/>
                  </a:cubicBezTo>
                  <a:cubicBezTo>
                    <a:pt x="2643500" y="97154"/>
                    <a:pt x="2645405" y="97154"/>
                    <a:pt x="2647310" y="96519"/>
                  </a:cubicBezTo>
                  <a:cubicBezTo>
                    <a:pt x="2649215" y="96519"/>
                    <a:pt x="2651120" y="95249"/>
                    <a:pt x="2652390" y="93979"/>
                  </a:cubicBezTo>
                  <a:cubicBezTo>
                    <a:pt x="2654295" y="93344"/>
                    <a:pt x="2655565" y="92074"/>
                    <a:pt x="2656835" y="90804"/>
                  </a:cubicBezTo>
                  <a:cubicBezTo>
                    <a:pt x="2658105" y="89534"/>
                    <a:pt x="2659375" y="88264"/>
                    <a:pt x="2660010" y="86994"/>
                  </a:cubicBezTo>
                  <a:lnTo>
                    <a:pt x="2660010" y="75564"/>
                  </a:lnTo>
                  <a:cubicBezTo>
                    <a:pt x="2660010" y="75564"/>
                    <a:pt x="2657470" y="74294"/>
                    <a:pt x="2656200" y="74294"/>
                  </a:cubicBezTo>
                  <a:cubicBezTo>
                    <a:pt x="2654930" y="74294"/>
                    <a:pt x="2653660" y="73659"/>
                    <a:pt x="2652390" y="73659"/>
                  </a:cubicBezTo>
                  <a:cubicBezTo>
                    <a:pt x="2651120" y="73659"/>
                    <a:pt x="2649850" y="73659"/>
                    <a:pt x="2647945" y="73024"/>
                  </a:cubicBezTo>
                  <a:cubicBezTo>
                    <a:pt x="2646040" y="73024"/>
                    <a:pt x="2644135" y="73024"/>
                    <a:pt x="2642230" y="73024"/>
                  </a:cubicBezTo>
                  <a:close/>
                  <a:moveTo>
                    <a:pt x="4664706" y="43814"/>
                  </a:moveTo>
                  <a:cubicBezTo>
                    <a:pt x="4661531" y="43814"/>
                    <a:pt x="4658991" y="43814"/>
                    <a:pt x="4657086" y="45719"/>
                  </a:cubicBezTo>
                  <a:cubicBezTo>
                    <a:pt x="4654546" y="46989"/>
                    <a:pt x="4652641" y="48894"/>
                    <a:pt x="4651371" y="50799"/>
                  </a:cubicBezTo>
                  <a:cubicBezTo>
                    <a:pt x="4649466" y="53339"/>
                    <a:pt x="4648831" y="55879"/>
                    <a:pt x="4647561" y="59054"/>
                  </a:cubicBezTo>
                  <a:cubicBezTo>
                    <a:pt x="4646926" y="62229"/>
                    <a:pt x="4646291" y="65404"/>
                    <a:pt x="4646291" y="69849"/>
                  </a:cubicBezTo>
                  <a:cubicBezTo>
                    <a:pt x="4646291" y="74294"/>
                    <a:pt x="4646291" y="78104"/>
                    <a:pt x="4647561" y="81279"/>
                  </a:cubicBezTo>
                  <a:cubicBezTo>
                    <a:pt x="4648196" y="84454"/>
                    <a:pt x="4650101" y="87629"/>
                    <a:pt x="4651371" y="89534"/>
                  </a:cubicBezTo>
                  <a:cubicBezTo>
                    <a:pt x="4653276" y="92074"/>
                    <a:pt x="4655181" y="93344"/>
                    <a:pt x="4657721" y="94614"/>
                  </a:cubicBezTo>
                  <a:cubicBezTo>
                    <a:pt x="4660261" y="95884"/>
                    <a:pt x="4662801" y="96519"/>
                    <a:pt x="4665341" y="96519"/>
                  </a:cubicBezTo>
                  <a:cubicBezTo>
                    <a:pt x="4667881" y="96519"/>
                    <a:pt x="4671056" y="95884"/>
                    <a:pt x="4672961" y="94614"/>
                  </a:cubicBezTo>
                  <a:cubicBezTo>
                    <a:pt x="4675501" y="93344"/>
                    <a:pt x="4677406" y="91439"/>
                    <a:pt x="4678676" y="88899"/>
                  </a:cubicBezTo>
                  <a:cubicBezTo>
                    <a:pt x="4680581" y="86359"/>
                    <a:pt x="4681851" y="83819"/>
                    <a:pt x="4682486" y="80644"/>
                  </a:cubicBezTo>
                  <a:cubicBezTo>
                    <a:pt x="4683121" y="77469"/>
                    <a:pt x="4683756" y="74294"/>
                    <a:pt x="4683756" y="70484"/>
                  </a:cubicBezTo>
                  <a:lnTo>
                    <a:pt x="4684391" y="69849"/>
                  </a:lnTo>
                  <a:cubicBezTo>
                    <a:pt x="4684391" y="66039"/>
                    <a:pt x="4684391" y="62229"/>
                    <a:pt x="4683121" y="59054"/>
                  </a:cubicBezTo>
                  <a:cubicBezTo>
                    <a:pt x="4682486" y="55879"/>
                    <a:pt x="4680581" y="53339"/>
                    <a:pt x="4679311" y="50799"/>
                  </a:cubicBezTo>
                  <a:cubicBezTo>
                    <a:pt x="4677406" y="48259"/>
                    <a:pt x="4675501" y="46989"/>
                    <a:pt x="4672961" y="45719"/>
                  </a:cubicBezTo>
                  <a:cubicBezTo>
                    <a:pt x="4670421" y="44449"/>
                    <a:pt x="4667881" y="43814"/>
                    <a:pt x="4664706" y="43814"/>
                  </a:cubicBezTo>
                  <a:close/>
                  <a:moveTo>
                    <a:pt x="4264020" y="43814"/>
                  </a:moveTo>
                  <a:cubicBezTo>
                    <a:pt x="4260845" y="43814"/>
                    <a:pt x="4258305" y="43814"/>
                    <a:pt x="4256400" y="45719"/>
                  </a:cubicBezTo>
                  <a:cubicBezTo>
                    <a:pt x="4253860" y="46989"/>
                    <a:pt x="4251955" y="48894"/>
                    <a:pt x="4250685" y="50799"/>
                  </a:cubicBezTo>
                  <a:cubicBezTo>
                    <a:pt x="4248780" y="53339"/>
                    <a:pt x="4247510" y="55879"/>
                    <a:pt x="4246875" y="59054"/>
                  </a:cubicBezTo>
                  <a:cubicBezTo>
                    <a:pt x="4246240" y="62229"/>
                    <a:pt x="4245605" y="65404"/>
                    <a:pt x="4245605" y="69849"/>
                  </a:cubicBezTo>
                  <a:cubicBezTo>
                    <a:pt x="4245605" y="74294"/>
                    <a:pt x="4245605" y="78104"/>
                    <a:pt x="4246875" y="81279"/>
                  </a:cubicBezTo>
                  <a:cubicBezTo>
                    <a:pt x="4247510" y="84454"/>
                    <a:pt x="4249415" y="87629"/>
                    <a:pt x="4250685" y="89534"/>
                  </a:cubicBezTo>
                  <a:cubicBezTo>
                    <a:pt x="4252590" y="92074"/>
                    <a:pt x="4254495" y="93344"/>
                    <a:pt x="4257035" y="94614"/>
                  </a:cubicBezTo>
                  <a:cubicBezTo>
                    <a:pt x="4259575" y="95884"/>
                    <a:pt x="4262115" y="96519"/>
                    <a:pt x="4264655" y="96519"/>
                  </a:cubicBezTo>
                  <a:cubicBezTo>
                    <a:pt x="4267195" y="96519"/>
                    <a:pt x="4270370" y="95884"/>
                    <a:pt x="4272275" y="94614"/>
                  </a:cubicBezTo>
                  <a:cubicBezTo>
                    <a:pt x="4274815" y="93344"/>
                    <a:pt x="4276720" y="91439"/>
                    <a:pt x="4277990" y="88899"/>
                  </a:cubicBezTo>
                  <a:cubicBezTo>
                    <a:pt x="4279895" y="86359"/>
                    <a:pt x="4281165" y="83819"/>
                    <a:pt x="4281800" y="80644"/>
                  </a:cubicBezTo>
                  <a:cubicBezTo>
                    <a:pt x="4282435" y="77469"/>
                    <a:pt x="4283070" y="74294"/>
                    <a:pt x="4283070" y="70484"/>
                  </a:cubicBezTo>
                  <a:lnTo>
                    <a:pt x="4283705" y="69849"/>
                  </a:lnTo>
                  <a:cubicBezTo>
                    <a:pt x="4283705" y="66039"/>
                    <a:pt x="4283705" y="62229"/>
                    <a:pt x="4282435" y="59054"/>
                  </a:cubicBezTo>
                  <a:cubicBezTo>
                    <a:pt x="4281800" y="55879"/>
                    <a:pt x="4279895" y="53339"/>
                    <a:pt x="4278625" y="50799"/>
                  </a:cubicBezTo>
                  <a:cubicBezTo>
                    <a:pt x="4276720" y="48259"/>
                    <a:pt x="4274815" y="46989"/>
                    <a:pt x="4272275" y="45719"/>
                  </a:cubicBezTo>
                  <a:cubicBezTo>
                    <a:pt x="4269735" y="44449"/>
                    <a:pt x="4267195" y="43814"/>
                    <a:pt x="4264020" y="43814"/>
                  </a:cubicBezTo>
                  <a:close/>
                  <a:moveTo>
                    <a:pt x="1420495" y="43814"/>
                  </a:moveTo>
                  <a:cubicBezTo>
                    <a:pt x="1417320" y="43814"/>
                    <a:pt x="1414780" y="43814"/>
                    <a:pt x="1412875" y="45719"/>
                  </a:cubicBezTo>
                  <a:cubicBezTo>
                    <a:pt x="1410335" y="46989"/>
                    <a:pt x="1408430" y="48894"/>
                    <a:pt x="1407160" y="50799"/>
                  </a:cubicBezTo>
                  <a:cubicBezTo>
                    <a:pt x="1405255" y="53339"/>
                    <a:pt x="1403985" y="55879"/>
                    <a:pt x="1403350" y="59054"/>
                  </a:cubicBezTo>
                  <a:cubicBezTo>
                    <a:pt x="1402715" y="62229"/>
                    <a:pt x="1402080" y="65404"/>
                    <a:pt x="1402080" y="69849"/>
                  </a:cubicBezTo>
                  <a:cubicBezTo>
                    <a:pt x="1402080" y="74294"/>
                    <a:pt x="1402080" y="78104"/>
                    <a:pt x="1403350" y="81279"/>
                  </a:cubicBezTo>
                  <a:cubicBezTo>
                    <a:pt x="1403985" y="84454"/>
                    <a:pt x="1405890" y="87629"/>
                    <a:pt x="1407160" y="89534"/>
                  </a:cubicBezTo>
                  <a:cubicBezTo>
                    <a:pt x="1409065" y="92074"/>
                    <a:pt x="1410970" y="93344"/>
                    <a:pt x="1413510" y="94614"/>
                  </a:cubicBezTo>
                  <a:cubicBezTo>
                    <a:pt x="1416050" y="95884"/>
                    <a:pt x="1418590" y="96519"/>
                    <a:pt x="1421130" y="96519"/>
                  </a:cubicBezTo>
                  <a:cubicBezTo>
                    <a:pt x="1423670" y="96519"/>
                    <a:pt x="1426845" y="95884"/>
                    <a:pt x="1428750" y="94614"/>
                  </a:cubicBezTo>
                  <a:cubicBezTo>
                    <a:pt x="1431290" y="93344"/>
                    <a:pt x="1433195" y="91439"/>
                    <a:pt x="1434465" y="88899"/>
                  </a:cubicBezTo>
                  <a:cubicBezTo>
                    <a:pt x="1436370" y="86359"/>
                    <a:pt x="1437640" y="83819"/>
                    <a:pt x="1438275" y="80644"/>
                  </a:cubicBezTo>
                  <a:cubicBezTo>
                    <a:pt x="1438910" y="77469"/>
                    <a:pt x="1439545" y="74294"/>
                    <a:pt x="1439545" y="70484"/>
                  </a:cubicBezTo>
                  <a:lnTo>
                    <a:pt x="1440180" y="69849"/>
                  </a:lnTo>
                  <a:cubicBezTo>
                    <a:pt x="1440180" y="66039"/>
                    <a:pt x="1440180" y="62229"/>
                    <a:pt x="1438910" y="59054"/>
                  </a:cubicBezTo>
                  <a:cubicBezTo>
                    <a:pt x="1438275" y="55879"/>
                    <a:pt x="1436370" y="53339"/>
                    <a:pt x="1435100" y="50799"/>
                  </a:cubicBezTo>
                  <a:cubicBezTo>
                    <a:pt x="1433195" y="48259"/>
                    <a:pt x="1431290" y="46989"/>
                    <a:pt x="1428750" y="45719"/>
                  </a:cubicBezTo>
                  <a:cubicBezTo>
                    <a:pt x="1426210" y="44449"/>
                    <a:pt x="1423670" y="43814"/>
                    <a:pt x="1420495" y="43814"/>
                  </a:cubicBezTo>
                  <a:close/>
                  <a:moveTo>
                    <a:pt x="4041770" y="43180"/>
                  </a:moveTo>
                  <a:cubicBezTo>
                    <a:pt x="4039230" y="43180"/>
                    <a:pt x="4036690" y="43180"/>
                    <a:pt x="4034785" y="44450"/>
                  </a:cubicBezTo>
                  <a:cubicBezTo>
                    <a:pt x="4032880" y="45085"/>
                    <a:pt x="4030975" y="46355"/>
                    <a:pt x="4029705" y="48260"/>
                  </a:cubicBezTo>
                  <a:cubicBezTo>
                    <a:pt x="4028435" y="50165"/>
                    <a:pt x="4027165" y="52070"/>
                    <a:pt x="4025895" y="54610"/>
                  </a:cubicBezTo>
                  <a:cubicBezTo>
                    <a:pt x="4025260" y="57150"/>
                    <a:pt x="4023990" y="59690"/>
                    <a:pt x="4023990" y="62865"/>
                  </a:cubicBezTo>
                  <a:lnTo>
                    <a:pt x="4060185" y="62865"/>
                  </a:lnTo>
                  <a:cubicBezTo>
                    <a:pt x="4060185" y="62865"/>
                    <a:pt x="4059550" y="57785"/>
                    <a:pt x="4058915" y="55245"/>
                  </a:cubicBezTo>
                  <a:cubicBezTo>
                    <a:pt x="4058280" y="52705"/>
                    <a:pt x="4057010" y="50800"/>
                    <a:pt x="4055740" y="48895"/>
                  </a:cubicBezTo>
                  <a:cubicBezTo>
                    <a:pt x="4054470" y="46990"/>
                    <a:pt x="4052565" y="45720"/>
                    <a:pt x="4050025" y="44450"/>
                  </a:cubicBezTo>
                  <a:cubicBezTo>
                    <a:pt x="4047485" y="43180"/>
                    <a:pt x="4044945" y="43180"/>
                    <a:pt x="4041770" y="43180"/>
                  </a:cubicBezTo>
                  <a:close/>
                  <a:moveTo>
                    <a:pt x="3728081" y="43180"/>
                  </a:moveTo>
                  <a:cubicBezTo>
                    <a:pt x="3725541" y="43180"/>
                    <a:pt x="3723001" y="43180"/>
                    <a:pt x="3721096" y="44450"/>
                  </a:cubicBezTo>
                  <a:cubicBezTo>
                    <a:pt x="3719191" y="45085"/>
                    <a:pt x="3717286" y="46355"/>
                    <a:pt x="3716016" y="48260"/>
                  </a:cubicBezTo>
                  <a:cubicBezTo>
                    <a:pt x="3714746" y="50165"/>
                    <a:pt x="3713476" y="52070"/>
                    <a:pt x="3712206" y="54610"/>
                  </a:cubicBezTo>
                  <a:cubicBezTo>
                    <a:pt x="3711571" y="57150"/>
                    <a:pt x="3710301" y="59690"/>
                    <a:pt x="3710301" y="62865"/>
                  </a:cubicBezTo>
                  <a:lnTo>
                    <a:pt x="3746496" y="62865"/>
                  </a:lnTo>
                  <a:cubicBezTo>
                    <a:pt x="3746496" y="62865"/>
                    <a:pt x="3745861" y="57785"/>
                    <a:pt x="3745226" y="55245"/>
                  </a:cubicBezTo>
                  <a:cubicBezTo>
                    <a:pt x="3744591" y="52705"/>
                    <a:pt x="3743321" y="50800"/>
                    <a:pt x="3742051" y="48895"/>
                  </a:cubicBezTo>
                  <a:cubicBezTo>
                    <a:pt x="3740781" y="46990"/>
                    <a:pt x="3738876" y="45720"/>
                    <a:pt x="3736336" y="44450"/>
                  </a:cubicBezTo>
                  <a:cubicBezTo>
                    <a:pt x="3733796" y="43180"/>
                    <a:pt x="3731256" y="43180"/>
                    <a:pt x="3728081" y="43180"/>
                  </a:cubicBezTo>
                  <a:close/>
                  <a:moveTo>
                    <a:pt x="3541391" y="43180"/>
                  </a:moveTo>
                  <a:cubicBezTo>
                    <a:pt x="3538851" y="43180"/>
                    <a:pt x="3536311" y="43180"/>
                    <a:pt x="3534406" y="44450"/>
                  </a:cubicBezTo>
                  <a:cubicBezTo>
                    <a:pt x="3532501" y="45085"/>
                    <a:pt x="3530596" y="46355"/>
                    <a:pt x="3529326" y="48260"/>
                  </a:cubicBezTo>
                  <a:cubicBezTo>
                    <a:pt x="3528056" y="50165"/>
                    <a:pt x="3526786" y="52070"/>
                    <a:pt x="3525516" y="54610"/>
                  </a:cubicBezTo>
                  <a:cubicBezTo>
                    <a:pt x="3524881" y="57150"/>
                    <a:pt x="3524246" y="59690"/>
                    <a:pt x="3523611" y="62865"/>
                  </a:cubicBezTo>
                  <a:lnTo>
                    <a:pt x="3559806" y="62865"/>
                  </a:lnTo>
                  <a:cubicBezTo>
                    <a:pt x="3559806" y="62865"/>
                    <a:pt x="3559171" y="57785"/>
                    <a:pt x="3558536" y="55245"/>
                  </a:cubicBezTo>
                  <a:cubicBezTo>
                    <a:pt x="3557901" y="52705"/>
                    <a:pt x="3556631" y="50800"/>
                    <a:pt x="3555361" y="48895"/>
                  </a:cubicBezTo>
                  <a:cubicBezTo>
                    <a:pt x="3554091" y="46990"/>
                    <a:pt x="3552186" y="45720"/>
                    <a:pt x="3549646" y="44450"/>
                  </a:cubicBezTo>
                  <a:cubicBezTo>
                    <a:pt x="3547106" y="43180"/>
                    <a:pt x="3544566" y="43180"/>
                    <a:pt x="3541391" y="43180"/>
                  </a:cubicBezTo>
                  <a:close/>
                  <a:moveTo>
                    <a:pt x="3463285" y="43180"/>
                  </a:moveTo>
                  <a:cubicBezTo>
                    <a:pt x="3461380" y="43180"/>
                    <a:pt x="3459475" y="43180"/>
                    <a:pt x="3458205" y="43815"/>
                  </a:cubicBezTo>
                  <a:cubicBezTo>
                    <a:pt x="3456300" y="43815"/>
                    <a:pt x="3455030" y="45085"/>
                    <a:pt x="3453125" y="45720"/>
                  </a:cubicBezTo>
                  <a:cubicBezTo>
                    <a:pt x="3451855" y="46355"/>
                    <a:pt x="3449950" y="47625"/>
                    <a:pt x="3448680" y="48895"/>
                  </a:cubicBezTo>
                  <a:cubicBezTo>
                    <a:pt x="3447410" y="50165"/>
                    <a:pt x="3446140" y="51435"/>
                    <a:pt x="3445505" y="52705"/>
                  </a:cubicBezTo>
                  <a:lnTo>
                    <a:pt x="3445505" y="85725"/>
                  </a:lnTo>
                  <a:cubicBezTo>
                    <a:pt x="3445505" y="85725"/>
                    <a:pt x="3447410" y="88265"/>
                    <a:pt x="3448680" y="89535"/>
                  </a:cubicBezTo>
                  <a:cubicBezTo>
                    <a:pt x="3449950" y="90805"/>
                    <a:pt x="3451220" y="92075"/>
                    <a:pt x="3453125" y="92710"/>
                  </a:cubicBezTo>
                  <a:cubicBezTo>
                    <a:pt x="3455030" y="93980"/>
                    <a:pt x="3456300" y="94615"/>
                    <a:pt x="3458205" y="95250"/>
                  </a:cubicBezTo>
                  <a:cubicBezTo>
                    <a:pt x="3460110" y="95250"/>
                    <a:pt x="3462015" y="95885"/>
                    <a:pt x="3463920" y="95885"/>
                  </a:cubicBezTo>
                  <a:cubicBezTo>
                    <a:pt x="3469635" y="95885"/>
                    <a:pt x="3473445" y="93980"/>
                    <a:pt x="3476620" y="89535"/>
                  </a:cubicBezTo>
                  <a:cubicBezTo>
                    <a:pt x="3479795" y="85090"/>
                    <a:pt x="3481065" y="79375"/>
                    <a:pt x="3481065" y="71120"/>
                  </a:cubicBezTo>
                  <a:lnTo>
                    <a:pt x="3480430" y="71755"/>
                  </a:lnTo>
                  <a:cubicBezTo>
                    <a:pt x="3480430" y="62230"/>
                    <a:pt x="3479160" y="54610"/>
                    <a:pt x="3475985" y="50165"/>
                  </a:cubicBezTo>
                  <a:cubicBezTo>
                    <a:pt x="3472810" y="45720"/>
                    <a:pt x="3468365" y="43180"/>
                    <a:pt x="3463285" y="43180"/>
                  </a:cubicBezTo>
                  <a:close/>
                  <a:moveTo>
                    <a:pt x="3343271" y="43180"/>
                  </a:moveTo>
                  <a:cubicBezTo>
                    <a:pt x="3340731" y="43180"/>
                    <a:pt x="3338191" y="43180"/>
                    <a:pt x="3336286" y="44450"/>
                  </a:cubicBezTo>
                  <a:cubicBezTo>
                    <a:pt x="3334381" y="45085"/>
                    <a:pt x="3332476" y="46355"/>
                    <a:pt x="3331206" y="48260"/>
                  </a:cubicBezTo>
                  <a:cubicBezTo>
                    <a:pt x="3329936" y="50165"/>
                    <a:pt x="3328666" y="52070"/>
                    <a:pt x="3327396" y="54610"/>
                  </a:cubicBezTo>
                  <a:cubicBezTo>
                    <a:pt x="3326761" y="57150"/>
                    <a:pt x="3326126" y="59690"/>
                    <a:pt x="3325491" y="62865"/>
                  </a:cubicBezTo>
                  <a:lnTo>
                    <a:pt x="3361686" y="62865"/>
                  </a:lnTo>
                  <a:cubicBezTo>
                    <a:pt x="3361686" y="62865"/>
                    <a:pt x="3361051" y="57785"/>
                    <a:pt x="3360416" y="55245"/>
                  </a:cubicBezTo>
                  <a:cubicBezTo>
                    <a:pt x="3359781" y="52705"/>
                    <a:pt x="3358511" y="50800"/>
                    <a:pt x="3357241" y="48895"/>
                  </a:cubicBezTo>
                  <a:cubicBezTo>
                    <a:pt x="3355971" y="46990"/>
                    <a:pt x="3354066" y="45720"/>
                    <a:pt x="3351526" y="44450"/>
                  </a:cubicBezTo>
                  <a:cubicBezTo>
                    <a:pt x="3348986" y="43180"/>
                    <a:pt x="3346446" y="43180"/>
                    <a:pt x="3343271" y="43180"/>
                  </a:cubicBezTo>
                  <a:close/>
                  <a:moveTo>
                    <a:pt x="2976876" y="43180"/>
                  </a:moveTo>
                  <a:cubicBezTo>
                    <a:pt x="2974336" y="43180"/>
                    <a:pt x="2971796" y="43180"/>
                    <a:pt x="2969891" y="44450"/>
                  </a:cubicBezTo>
                  <a:cubicBezTo>
                    <a:pt x="2967986" y="45085"/>
                    <a:pt x="2966081" y="46355"/>
                    <a:pt x="2964811" y="48260"/>
                  </a:cubicBezTo>
                  <a:cubicBezTo>
                    <a:pt x="2963541" y="50165"/>
                    <a:pt x="2962271" y="52070"/>
                    <a:pt x="2961001" y="54610"/>
                  </a:cubicBezTo>
                  <a:cubicBezTo>
                    <a:pt x="2960366" y="57150"/>
                    <a:pt x="2959731" y="59690"/>
                    <a:pt x="2959096" y="62865"/>
                  </a:cubicBezTo>
                  <a:lnTo>
                    <a:pt x="2995291" y="62865"/>
                  </a:lnTo>
                  <a:cubicBezTo>
                    <a:pt x="2995291" y="62865"/>
                    <a:pt x="2994656" y="57785"/>
                    <a:pt x="2994021" y="55245"/>
                  </a:cubicBezTo>
                  <a:cubicBezTo>
                    <a:pt x="2993386" y="52705"/>
                    <a:pt x="2992116" y="50800"/>
                    <a:pt x="2990846" y="48895"/>
                  </a:cubicBezTo>
                  <a:cubicBezTo>
                    <a:pt x="2989576" y="46990"/>
                    <a:pt x="2987671" y="45720"/>
                    <a:pt x="2985131" y="44450"/>
                  </a:cubicBezTo>
                  <a:cubicBezTo>
                    <a:pt x="2982591" y="43180"/>
                    <a:pt x="2980051" y="43180"/>
                    <a:pt x="2976876" y="43180"/>
                  </a:cubicBezTo>
                  <a:close/>
                  <a:moveTo>
                    <a:pt x="2527930" y="43180"/>
                  </a:moveTo>
                  <a:cubicBezTo>
                    <a:pt x="2525390" y="43180"/>
                    <a:pt x="2522850" y="43180"/>
                    <a:pt x="2520945" y="44450"/>
                  </a:cubicBezTo>
                  <a:cubicBezTo>
                    <a:pt x="2519040" y="45085"/>
                    <a:pt x="2517135" y="46355"/>
                    <a:pt x="2515865" y="48260"/>
                  </a:cubicBezTo>
                  <a:cubicBezTo>
                    <a:pt x="2514595" y="50165"/>
                    <a:pt x="2513325" y="52070"/>
                    <a:pt x="2512055" y="54610"/>
                  </a:cubicBezTo>
                  <a:cubicBezTo>
                    <a:pt x="2511420" y="57150"/>
                    <a:pt x="2510150" y="59690"/>
                    <a:pt x="2510150" y="62865"/>
                  </a:cubicBezTo>
                  <a:lnTo>
                    <a:pt x="2546345" y="62865"/>
                  </a:lnTo>
                  <a:cubicBezTo>
                    <a:pt x="2546345" y="62865"/>
                    <a:pt x="2545710" y="57785"/>
                    <a:pt x="2545075" y="55245"/>
                  </a:cubicBezTo>
                  <a:cubicBezTo>
                    <a:pt x="2544440" y="52705"/>
                    <a:pt x="2543170" y="50800"/>
                    <a:pt x="2541900" y="48895"/>
                  </a:cubicBezTo>
                  <a:cubicBezTo>
                    <a:pt x="2540630" y="46990"/>
                    <a:pt x="2538725" y="45720"/>
                    <a:pt x="2536185" y="44450"/>
                  </a:cubicBezTo>
                  <a:cubicBezTo>
                    <a:pt x="2533645" y="43180"/>
                    <a:pt x="2531105" y="43180"/>
                    <a:pt x="2527930" y="43180"/>
                  </a:cubicBezTo>
                  <a:close/>
                  <a:moveTo>
                    <a:pt x="2214240" y="43180"/>
                  </a:moveTo>
                  <a:cubicBezTo>
                    <a:pt x="2211700" y="43180"/>
                    <a:pt x="2209160" y="43180"/>
                    <a:pt x="2207255" y="44450"/>
                  </a:cubicBezTo>
                  <a:cubicBezTo>
                    <a:pt x="2205350" y="45085"/>
                    <a:pt x="2203445" y="46355"/>
                    <a:pt x="2202175" y="48260"/>
                  </a:cubicBezTo>
                  <a:cubicBezTo>
                    <a:pt x="2200905" y="50165"/>
                    <a:pt x="2199635" y="52070"/>
                    <a:pt x="2198365" y="54610"/>
                  </a:cubicBezTo>
                  <a:cubicBezTo>
                    <a:pt x="2197730" y="57150"/>
                    <a:pt x="2196460" y="59690"/>
                    <a:pt x="2196460" y="62865"/>
                  </a:cubicBezTo>
                  <a:lnTo>
                    <a:pt x="2232655" y="62865"/>
                  </a:lnTo>
                  <a:cubicBezTo>
                    <a:pt x="2232655" y="62865"/>
                    <a:pt x="2232020" y="57785"/>
                    <a:pt x="2231385" y="55245"/>
                  </a:cubicBezTo>
                  <a:cubicBezTo>
                    <a:pt x="2230750" y="52705"/>
                    <a:pt x="2229480" y="50800"/>
                    <a:pt x="2228210" y="48895"/>
                  </a:cubicBezTo>
                  <a:cubicBezTo>
                    <a:pt x="2226940" y="46990"/>
                    <a:pt x="2225035" y="45720"/>
                    <a:pt x="2222495" y="44450"/>
                  </a:cubicBezTo>
                  <a:cubicBezTo>
                    <a:pt x="2219955" y="43180"/>
                    <a:pt x="2217415" y="43180"/>
                    <a:pt x="2214240" y="43180"/>
                  </a:cubicBezTo>
                  <a:close/>
                  <a:moveTo>
                    <a:pt x="2027551" y="43180"/>
                  </a:moveTo>
                  <a:cubicBezTo>
                    <a:pt x="2025011" y="43180"/>
                    <a:pt x="2022471" y="43180"/>
                    <a:pt x="2020566" y="44450"/>
                  </a:cubicBezTo>
                  <a:cubicBezTo>
                    <a:pt x="2018661" y="45085"/>
                    <a:pt x="2016756" y="46355"/>
                    <a:pt x="2015486" y="48260"/>
                  </a:cubicBezTo>
                  <a:cubicBezTo>
                    <a:pt x="2014216" y="50165"/>
                    <a:pt x="2012946" y="52070"/>
                    <a:pt x="2011676" y="54610"/>
                  </a:cubicBezTo>
                  <a:cubicBezTo>
                    <a:pt x="2011041" y="57150"/>
                    <a:pt x="2010406" y="59690"/>
                    <a:pt x="2009771" y="62865"/>
                  </a:cubicBezTo>
                  <a:lnTo>
                    <a:pt x="2045966" y="62865"/>
                  </a:lnTo>
                  <a:cubicBezTo>
                    <a:pt x="2045966" y="62865"/>
                    <a:pt x="2045331" y="57785"/>
                    <a:pt x="2044696" y="55245"/>
                  </a:cubicBezTo>
                  <a:cubicBezTo>
                    <a:pt x="2044061" y="52705"/>
                    <a:pt x="2042791" y="50800"/>
                    <a:pt x="2041521" y="48895"/>
                  </a:cubicBezTo>
                  <a:cubicBezTo>
                    <a:pt x="2040251" y="46990"/>
                    <a:pt x="2038346" y="45720"/>
                    <a:pt x="2035806" y="44450"/>
                  </a:cubicBezTo>
                  <a:cubicBezTo>
                    <a:pt x="2033266" y="43180"/>
                    <a:pt x="2030726" y="43180"/>
                    <a:pt x="2027551" y="43180"/>
                  </a:cubicBezTo>
                  <a:close/>
                  <a:moveTo>
                    <a:pt x="1949445" y="43180"/>
                  </a:moveTo>
                  <a:cubicBezTo>
                    <a:pt x="1947540" y="43180"/>
                    <a:pt x="1945635" y="43180"/>
                    <a:pt x="1944365" y="43815"/>
                  </a:cubicBezTo>
                  <a:cubicBezTo>
                    <a:pt x="1942460" y="43815"/>
                    <a:pt x="1941190" y="45085"/>
                    <a:pt x="1939285" y="45720"/>
                  </a:cubicBezTo>
                  <a:cubicBezTo>
                    <a:pt x="1938015" y="46355"/>
                    <a:pt x="1936110" y="47625"/>
                    <a:pt x="1934840" y="48895"/>
                  </a:cubicBezTo>
                  <a:cubicBezTo>
                    <a:pt x="1933570" y="50165"/>
                    <a:pt x="1932300" y="51435"/>
                    <a:pt x="1931665" y="52705"/>
                  </a:cubicBezTo>
                  <a:lnTo>
                    <a:pt x="1931665" y="85725"/>
                  </a:lnTo>
                  <a:cubicBezTo>
                    <a:pt x="1931665" y="85725"/>
                    <a:pt x="1933570" y="88265"/>
                    <a:pt x="1934840" y="89535"/>
                  </a:cubicBezTo>
                  <a:cubicBezTo>
                    <a:pt x="1936110" y="90805"/>
                    <a:pt x="1937380" y="92075"/>
                    <a:pt x="1939285" y="92710"/>
                  </a:cubicBezTo>
                  <a:cubicBezTo>
                    <a:pt x="1941190" y="93980"/>
                    <a:pt x="1942460" y="94615"/>
                    <a:pt x="1944365" y="95250"/>
                  </a:cubicBezTo>
                  <a:cubicBezTo>
                    <a:pt x="1946270" y="95250"/>
                    <a:pt x="1948175" y="95885"/>
                    <a:pt x="1950080" y="95885"/>
                  </a:cubicBezTo>
                  <a:cubicBezTo>
                    <a:pt x="1955795" y="95885"/>
                    <a:pt x="1959605" y="93980"/>
                    <a:pt x="1962780" y="89535"/>
                  </a:cubicBezTo>
                  <a:cubicBezTo>
                    <a:pt x="1965955" y="85090"/>
                    <a:pt x="1967225" y="79375"/>
                    <a:pt x="1967225" y="71120"/>
                  </a:cubicBezTo>
                  <a:lnTo>
                    <a:pt x="1966590" y="71755"/>
                  </a:lnTo>
                  <a:cubicBezTo>
                    <a:pt x="1966590" y="62230"/>
                    <a:pt x="1965320" y="54610"/>
                    <a:pt x="1962145" y="50165"/>
                  </a:cubicBezTo>
                  <a:cubicBezTo>
                    <a:pt x="1958970" y="45720"/>
                    <a:pt x="1954525" y="43180"/>
                    <a:pt x="1949445" y="43180"/>
                  </a:cubicBezTo>
                  <a:close/>
                  <a:moveTo>
                    <a:pt x="1829431" y="43180"/>
                  </a:moveTo>
                  <a:cubicBezTo>
                    <a:pt x="1826891" y="43180"/>
                    <a:pt x="1824351" y="43180"/>
                    <a:pt x="1822446" y="44450"/>
                  </a:cubicBezTo>
                  <a:cubicBezTo>
                    <a:pt x="1820541" y="45085"/>
                    <a:pt x="1818636" y="46355"/>
                    <a:pt x="1817366" y="48260"/>
                  </a:cubicBezTo>
                  <a:cubicBezTo>
                    <a:pt x="1816096" y="50165"/>
                    <a:pt x="1814826" y="52070"/>
                    <a:pt x="1813556" y="54610"/>
                  </a:cubicBezTo>
                  <a:cubicBezTo>
                    <a:pt x="1812921" y="57150"/>
                    <a:pt x="1811651" y="59690"/>
                    <a:pt x="1811651" y="62865"/>
                  </a:cubicBezTo>
                  <a:lnTo>
                    <a:pt x="1847846" y="62865"/>
                  </a:lnTo>
                  <a:cubicBezTo>
                    <a:pt x="1847846" y="62865"/>
                    <a:pt x="1847211" y="57785"/>
                    <a:pt x="1846576" y="55245"/>
                  </a:cubicBezTo>
                  <a:cubicBezTo>
                    <a:pt x="1845941" y="52705"/>
                    <a:pt x="1844671" y="50800"/>
                    <a:pt x="1843401" y="48895"/>
                  </a:cubicBezTo>
                  <a:cubicBezTo>
                    <a:pt x="1842131" y="46990"/>
                    <a:pt x="1840226" y="45720"/>
                    <a:pt x="1837686" y="44450"/>
                  </a:cubicBezTo>
                  <a:cubicBezTo>
                    <a:pt x="1835146" y="43180"/>
                    <a:pt x="1832606" y="43180"/>
                    <a:pt x="1829431" y="43180"/>
                  </a:cubicBezTo>
                  <a:close/>
                  <a:moveTo>
                    <a:pt x="1178561" y="43180"/>
                  </a:moveTo>
                  <a:cubicBezTo>
                    <a:pt x="1176021" y="43180"/>
                    <a:pt x="1173481" y="43180"/>
                    <a:pt x="1171576" y="44450"/>
                  </a:cubicBezTo>
                  <a:cubicBezTo>
                    <a:pt x="1169671" y="45085"/>
                    <a:pt x="1167766" y="46355"/>
                    <a:pt x="1166496" y="48260"/>
                  </a:cubicBezTo>
                  <a:cubicBezTo>
                    <a:pt x="1165226" y="50165"/>
                    <a:pt x="1163956" y="52070"/>
                    <a:pt x="1162686" y="54610"/>
                  </a:cubicBezTo>
                  <a:cubicBezTo>
                    <a:pt x="1162051" y="57150"/>
                    <a:pt x="1160781" y="59690"/>
                    <a:pt x="1160781" y="62865"/>
                  </a:cubicBezTo>
                  <a:lnTo>
                    <a:pt x="1196976" y="62865"/>
                  </a:lnTo>
                  <a:cubicBezTo>
                    <a:pt x="1196976" y="62865"/>
                    <a:pt x="1196341" y="57785"/>
                    <a:pt x="1195706" y="55245"/>
                  </a:cubicBezTo>
                  <a:cubicBezTo>
                    <a:pt x="1195071" y="52705"/>
                    <a:pt x="1193801" y="50800"/>
                    <a:pt x="1192531" y="48895"/>
                  </a:cubicBezTo>
                  <a:cubicBezTo>
                    <a:pt x="1191261" y="46990"/>
                    <a:pt x="1189356" y="45720"/>
                    <a:pt x="1186816" y="44450"/>
                  </a:cubicBezTo>
                  <a:cubicBezTo>
                    <a:pt x="1184276" y="43180"/>
                    <a:pt x="1181736" y="43180"/>
                    <a:pt x="1178561" y="43180"/>
                  </a:cubicBezTo>
                  <a:close/>
                  <a:moveTo>
                    <a:pt x="898525" y="43180"/>
                  </a:moveTo>
                  <a:cubicBezTo>
                    <a:pt x="895985" y="43180"/>
                    <a:pt x="893445" y="43180"/>
                    <a:pt x="891540" y="44450"/>
                  </a:cubicBezTo>
                  <a:cubicBezTo>
                    <a:pt x="889635" y="45085"/>
                    <a:pt x="887730" y="46355"/>
                    <a:pt x="886460" y="48260"/>
                  </a:cubicBezTo>
                  <a:cubicBezTo>
                    <a:pt x="885190" y="50165"/>
                    <a:pt x="883920" y="52070"/>
                    <a:pt x="882650" y="54610"/>
                  </a:cubicBezTo>
                  <a:cubicBezTo>
                    <a:pt x="882015" y="57150"/>
                    <a:pt x="881380" y="59690"/>
                    <a:pt x="880745" y="62865"/>
                  </a:cubicBezTo>
                  <a:lnTo>
                    <a:pt x="916940" y="62865"/>
                  </a:lnTo>
                  <a:cubicBezTo>
                    <a:pt x="916940" y="62865"/>
                    <a:pt x="916305" y="57785"/>
                    <a:pt x="915670" y="55245"/>
                  </a:cubicBezTo>
                  <a:cubicBezTo>
                    <a:pt x="915035" y="52705"/>
                    <a:pt x="913765" y="50800"/>
                    <a:pt x="912495" y="48895"/>
                  </a:cubicBezTo>
                  <a:cubicBezTo>
                    <a:pt x="911225" y="46990"/>
                    <a:pt x="909320" y="45720"/>
                    <a:pt x="906780" y="44450"/>
                  </a:cubicBezTo>
                  <a:cubicBezTo>
                    <a:pt x="904240" y="43180"/>
                    <a:pt x="901700" y="43180"/>
                    <a:pt x="898525" y="43180"/>
                  </a:cubicBezTo>
                  <a:close/>
                  <a:moveTo>
                    <a:pt x="584834" y="43180"/>
                  </a:moveTo>
                  <a:cubicBezTo>
                    <a:pt x="582294" y="43180"/>
                    <a:pt x="579754" y="43180"/>
                    <a:pt x="577849" y="44450"/>
                  </a:cubicBezTo>
                  <a:cubicBezTo>
                    <a:pt x="575944" y="45085"/>
                    <a:pt x="574039" y="46355"/>
                    <a:pt x="572769" y="48260"/>
                  </a:cubicBezTo>
                  <a:cubicBezTo>
                    <a:pt x="571499" y="50165"/>
                    <a:pt x="570229" y="52070"/>
                    <a:pt x="568959" y="54610"/>
                  </a:cubicBezTo>
                  <a:cubicBezTo>
                    <a:pt x="568324" y="57150"/>
                    <a:pt x="567689" y="59690"/>
                    <a:pt x="567054" y="62865"/>
                  </a:cubicBezTo>
                  <a:lnTo>
                    <a:pt x="603249" y="62865"/>
                  </a:lnTo>
                  <a:cubicBezTo>
                    <a:pt x="603249" y="62865"/>
                    <a:pt x="602614" y="57785"/>
                    <a:pt x="601979" y="55245"/>
                  </a:cubicBezTo>
                  <a:cubicBezTo>
                    <a:pt x="601344" y="52705"/>
                    <a:pt x="600074" y="50800"/>
                    <a:pt x="598804" y="48895"/>
                  </a:cubicBezTo>
                  <a:cubicBezTo>
                    <a:pt x="597534" y="46990"/>
                    <a:pt x="595629" y="45720"/>
                    <a:pt x="593089" y="44450"/>
                  </a:cubicBezTo>
                  <a:cubicBezTo>
                    <a:pt x="590549" y="43180"/>
                    <a:pt x="588009" y="43180"/>
                    <a:pt x="584834" y="43180"/>
                  </a:cubicBezTo>
                  <a:close/>
                  <a:moveTo>
                    <a:pt x="398145" y="43180"/>
                  </a:moveTo>
                  <a:cubicBezTo>
                    <a:pt x="395605" y="43180"/>
                    <a:pt x="393065" y="43180"/>
                    <a:pt x="391160" y="44450"/>
                  </a:cubicBezTo>
                  <a:cubicBezTo>
                    <a:pt x="389255" y="45085"/>
                    <a:pt x="387350" y="46355"/>
                    <a:pt x="386080" y="48260"/>
                  </a:cubicBezTo>
                  <a:cubicBezTo>
                    <a:pt x="384810" y="50165"/>
                    <a:pt x="383540" y="52070"/>
                    <a:pt x="382270" y="54610"/>
                  </a:cubicBezTo>
                  <a:cubicBezTo>
                    <a:pt x="381635" y="57150"/>
                    <a:pt x="380365" y="59690"/>
                    <a:pt x="380365" y="62865"/>
                  </a:cubicBezTo>
                  <a:lnTo>
                    <a:pt x="416560" y="62865"/>
                  </a:lnTo>
                  <a:cubicBezTo>
                    <a:pt x="416560" y="62865"/>
                    <a:pt x="415925" y="57785"/>
                    <a:pt x="415290" y="55245"/>
                  </a:cubicBezTo>
                  <a:cubicBezTo>
                    <a:pt x="414655" y="52705"/>
                    <a:pt x="413385" y="50800"/>
                    <a:pt x="412115" y="48895"/>
                  </a:cubicBezTo>
                  <a:cubicBezTo>
                    <a:pt x="410845" y="46990"/>
                    <a:pt x="408940" y="45720"/>
                    <a:pt x="406400" y="44450"/>
                  </a:cubicBezTo>
                  <a:cubicBezTo>
                    <a:pt x="403860" y="43180"/>
                    <a:pt x="401320" y="43180"/>
                    <a:pt x="398145" y="43180"/>
                  </a:cubicBezTo>
                  <a:close/>
                  <a:moveTo>
                    <a:pt x="320039" y="43180"/>
                  </a:moveTo>
                  <a:cubicBezTo>
                    <a:pt x="318134" y="43180"/>
                    <a:pt x="316229" y="43180"/>
                    <a:pt x="314959" y="43815"/>
                  </a:cubicBezTo>
                  <a:cubicBezTo>
                    <a:pt x="313054" y="43815"/>
                    <a:pt x="311784" y="45085"/>
                    <a:pt x="309879" y="45720"/>
                  </a:cubicBezTo>
                  <a:cubicBezTo>
                    <a:pt x="308609" y="46355"/>
                    <a:pt x="306704" y="47625"/>
                    <a:pt x="305434" y="48895"/>
                  </a:cubicBezTo>
                  <a:cubicBezTo>
                    <a:pt x="304164" y="50165"/>
                    <a:pt x="302894" y="51435"/>
                    <a:pt x="302259" y="52705"/>
                  </a:cubicBezTo>
                  <a:lnTo>
                    <a:pt x="302259" y="85725"/>
                  </a:lnTo>
                  <a:cubicBezTo>
                    <a:pt x="302259" y="85725"/>
                    <a:pt x="304164" y="88265"/>
                    <a:pt x="305434" y="89535"/>
                  </a:cubicBezTo>
                  <a:cubicBezTo>
                    <a:pt x="306704" y="90805"/>
                    <a:pt x="307974" y="92075"/>
                    <a:pt x="309879" y="92710"/>
                  </a:cubicBezTo>
                  <a:cubicBezTo>
                    <a:pt x="311784" y="93980"/>
                    <a:pt x="313054" y="94615"/>
                    <a:pt x="314959" y="95250"/>
                  </a:cubicBezTo>
                  <a:cubicBezTo>
                    <a:pt x="316864" y="95250"/>
                    <a:pt x="318769" y="95885"/>
                    <a:pt x="320674" y="95885"/>
                  </a:cubicBezTo>
                  <a:cubicBezTo>
                    <a:pt x="326389" y="95885"/>
                    <a:pt x="330199" y="93980"/>
                    <a:pt x="333374" y="89535"/>
                  </a:cubicBezTo>
                  <a:cubicBezTo>
                    <a:pt x="336549" y="85090"/>
                    <a:pt x="337819" y="79375"/>
                    <a:pt x="337819" y="71120"/>
                  </a:cubicBezTo>
                  <a:lnTo>
                    <a:pt x="337184" y="71755"/>
                  </a:lnTo>
                  <a:cubicBezTo>
                    <a:pt x="337184" y="62230"/>
                    <a:pt x="335914" y="54610"/>
                    <a:pt x="332739" y="50165"/>
                  </a:cubicBezTo>
                  <a:cubicBezTo>
                    <a:pt x="329564" y="45720"/>
                    <a:pt x="325119" y="43180"/>
                    <a:pt x="320039" y="43180"/>
                  </a:cubicBezTo>
                  <a:close/>
                  <a:moveTo>
                    <a:pt x="200025" y="43180"/>
                  </a:moveTo>
                  <a:cubicBezTo>
                    <a:pt x="197485" y="43180"/>
                    <a:pt x="194945" y="43180"/>
                    <a:pt x="193040" y="44450"/>
                  </a:cubicBezTo>
                  <a:cubicBezTo>
                    <a:pt x="191135" y="45085"/>
                    <a:pt x="189230" y="46355"/>
                    <a:pt x="187960" y="48260"/>
                  </a:cubicBezTo>
                  <a:cubicBezTo>
                    <a:pt x="186690" y="50165"/>
                    <a:pt x="185420" y="52070"/>
                    <a:pt x="184150" y="54610"/>
                  </a:cubicBezTo>
                  <a:cubicBezTo>
                    <a:pt x="183515" y="57150"/>
                    <a:pt x="182880" y="59690"/>
                    <a:pt x="182245" y="62865"/>
                  </a:cubicBezTo>
                  <a:lnTo>
                    <a:pt x="218440" y="62865"/>
                  </a:lnTo>
                  <a:cubicBezTo>
                    <a:pt x="218440" y="62865"/>
                    <a:pt x="217805" y="57785"/>
                    <a:pt x="217170" y="55245"/>
                  </a:cubicBezTo>
                  <a:cubicBezTo>
                    <a:pt x="216535" y="52705"/>
                    <a:pt x="215265" y="50800"/>
                    <a:pt x="213995" y="48895"/>
                  </a:cubicBezTo>
                  <a:cubicBezTo>
                    <a:pt x="212725" y="46990"/>
                    <a:pt x="210820" y="45720"/>
                    <a:pt x="208280" y="44450"/>
                  </a:cubicBezTo>
                  <a:cubicBezTo>
                    <a:pt x="205740" y="43180"/>
                    <a:pt x="203200" y="43180"/>
                    <a:pt x="200025" y="43180"/>
                  </a:cubicBezTo>
                  <a:close/>
                  <a:moveTo>
                    <a:pt x="4439281" y="43179"/>
                  </a:moveTo>
                  <a:cubicBezTo>
                    <a:pt x="4433566" y="43179"/>
                    <a:pt x="4429756" y="45084"/>
                    <a:pt x="4426581" y="49529"/>
                  </a:cubicBezTo>
                  <a:cubicBezTo>
                    <a:pt x="4423406" y="53974"/>
                    <a:pt x="4422136" y="59689"/>
                    <a:pt x="4422136" y="67944"/>
                  </a:cubicBezTo>
                  <a:cubicBezTo>
                    <a:pt x="4422136" y="73024"/>
                    <a:pt x="4422136" y="76834"/>
                    <a:pt x="4423406" y="80644"/>
                  </a:cubicBezTo>
                  <a:cubicBezTo>
                    <a:pt x="4424041" y="84454"/>
                    <a:pt x="4425311" y="86994"/>
                    <a:pt x="4426581" y="89534"/>
                  </a:cubicBezTo>
                  <a:cubicBezTo>
                    <a:pt x="4427851" y="92074"/>
                    <a:pt x="4429756" y="93344"/>
                    <a:pt x="4432296" y="94614"/>
                  </a:cubicBezTo>
                  <a:cubicBezTo>
                    <a:pt x="4434201" y="95884"/>
                    <a:pt x="4436741" y="96519"/>
                    <a:pt x="4439916" y="96519"/>
                  </a:cubicBezTo>
                  <a:cubicBezTo>
                    <a:pt x="4441821" y="96519"/>
                    <a:pt x="4443726" y="96519"/>
                    <a:pt x="4444996" y="95884"/>
                  </a:cubicBezTo>
                  <a:cubicBezTo>
                    <a:pt x="4446901" y="95884"/>
                    <a:pt x="4448171" y="94614"/>
                    <a:pt x="4450076" y="93344"/>
                  </a:cubicBezTo>
                  <a:cubicBezTo>
                    <a:pt x="4451346" y="92709"/>
                    <a:pt x="4453251" y="91439"/>
                    <a:pt x="4454521" y="90169"/>
                  </a:cubicBezTo>
                  <a:cubicBezTo>
                    <a:pt x="4455791" y="88899"/>
                    <a:pt x="4457061" y="87629"/>
                    <a:pt x="4457696" y="86359"/>
                  </a:cubicBezTo>
                  <a:lnTo>
                    <a:pt x="4457696" y="53339"/>
                  </a:lnTo>
                  <a:cubicBezTo>
                    <a:pt x="4457696" y="53339"/>
                    <a:pt x="4455791" y="50799"/>
                    <a:pt x="4454521" y="49529"/>
                  </a:cubicBezTo>
                  <a:cubicBezTo>
                    <a:pt x="4453251" y="48259"/>
                    <a:pt x="4451981" y="46989"/>
                    <a:pt x="4450076" y="46354"/>
                  </a:cubicBezTo>
                  <a:cubicBezTo>
                    <a:pt x="4448806" y="45084"/>
                    <a:pt x="4446901" y="44449"/>
                    <a:pt x="4444996" y="43814"/>
                  </a:cubicBezTo>
                  <a:cubicBezTo>
                    <a:pt x="4443091" y="43814"/>
                    <a:pt x="4441186" y="43179"/>
                    <a:pt x="4439281" y="43179"/>
                  </a:cubicBezTo>
                  <a:close/>
                  <a:moveTo>
                    <a:pt x="1014731" y="43179"/>
                  </a:moveTo>
                  <a:cubicBezTo>
                    <a:pt x="1009016" y="43179"/>
                    <a:pt x="1005206" y="45084"/>
                    <a:pt x="1002032" y="49529"/>
                  </a:cubicBezTo>
                  <a:cubicBezTo>
                    <a:pt x="998856" y="53974"/>
                    <a:pt x="997587" y="59689"/>
                    <a:pt x="997587" y="67944"/>
                  </a:cubicBezTo>
                  <a:cubicBezTo>
                    <a:pt x="997587" y="77469"/>
                    <a:pt x="998856" y="84454"/>
                    <a:pt x="1002032" y="88899"/>
                  </a:cubicBezTo>
                  <a:cubicBezTo>
                    <a:pt x="1005206" y="93979"/>
                    <a:pt x="1009016" y="95884"/>
                    <a:pt x="1015367" y="95884"/>
                  </a:cubicBezTo>
                  <a:cubicBezTo>
                    <a:pt x="1018541" y="95884"/>
                    <a:pt x="1022352" y="95249"/>
                    <a:pt x="1024891" y="93344"/>
                  </a:cubicBezTo>
                  <a:cubicBezTo>
                    <a:pt x="1028067" y="91439"/>
                    <a:pt x="1030607" y="88899"/>
                    <a:pt x="1033147" y="86359"/>
                  </a:cubicBezTo>
                  <a:lnTo>
                    <a:pt x="1033147" y="53339"/>
                  </a:lnTo>
                  <a:cubicBezTo>
                    <a:pt x="1033147" y="53339"/>
                    <a:pt x="1031242" y="50799"/>
                    <a:pt x="1029971" y="49529"/>
                  </a:cubicBezTo>
                  <a:cubicBezTo>
                    <a:pt x="1028702" y="48259"/>
                    <a:pt x="1027431" y="46989"/>
                    <a:pt x="1025526" y="46354"/>
                  </a:cubicBezTo>
                  <a:cubicBezTo>
                    <a:pt x="1023621" y="45084"/>
                    <a:pt x="1022352" y="44449"/>
                    <a:pt x="1020446" y="43814"/>
                  </a:cubicBezTo>
                  <a:cubicBezTo>
                    <a:pt x="1018541" y="43179"/>
                    <a:pt x="1016636" y="43179"/>
                    <a:pt x="1014731" y="43179"/>
                  </a:cubicBezTo>
                  <a:close/>
                  <a:moveTo>
                    <a:pt x="4524370" y="31114"/>
                  </a:moveTo>
                  <a:lnTo>
                    <a:pt x="4538975" y="31114"/>
                  </a:lnTo>
                  <a:lnTo>
                    <a:pt x="4552310" y="84454"/>
                  </a:lnTo>
                  <a:lnTo>
                    <a:pt x="4566915" y="31114"/>
                  </a:lnTo>
                  <a:lnTo>
                    <a:pt x="4579615" y="31114"/>
                  </a:lnTo>
                  <a:lnTo>
                    <a:pt x="4594220" y="84454"/>
                  </a:lnTo>
                  <a:lnTo>
                    <a:pt x="4606920" y="31114"/>
                  </a:lnTo>
                  <a:lnTo>
                    <a:pt x="4622160" y="31114"/>
                  </a:lnTo>
                  <a:lnTo>
                    <a:pt x="4600570" y="108584"/>
                  </a:lnTo>
                  <a:lnTo>
                    <a:pt x="4587235" y="108584"/>
                  </a:lnTo>
                  <a:lnTo>
                    <a:pt x="4572630" y="54609"/>
                  </a:lnTo>
                  <a:lnTo>
                    <a:pt x="4558660" y="108584"/>
                  </a:lnTo>
                  <a:lnTo>
                    <a:pt x="4545325" y="108584"/>
                  </a:lnTo>
                  <a:close/>
                  <a:moveTo>
                    <a:pt x="4123686" y="31114"/>
                  </a:moveTo>
                  <a:lnTo>
                    <a:pt x="4138926" y="31114"/>
                  </a:lnTo>
                  <a:lnTo>
                    <a:pt x="4152261" y="84454"/>
                  </a:lnTo>
                  <a:lnTo>
                    <a:pt x="4166866" y="31114"/>
                  </a:lnTo>
                  <a:lnTo>
                    <a:pt x="4178931" y="31114"/>
                  </a:lnTo>
                  <a:lnTo>
                    <a:pt x="4193536" y="84454"/>
                  </a:lnTo>
                  <a:lnTo>
                    <a:pt x="4206871" y="31114"/>
                  </a:lnTo>
                  <a:lnTo>
                    <a:pt x="4222111" y="31114"/>
                  </a:lnTo>
                  <a:lnTo>
                    <a:pt x="4200521" y="108584"/>
                  </a:lnTo>
                  <a:lnTo>
                    <a:pt x="4187186" y="108584"/>
                  </a:lnTo>
                  <a:lnTo>
                    <a:pt x="4172581" y="54609"/>
                  </a:lnTo>
                  <a:lnTo>
                    <a:pt x="4157976" y="108584"/>
                  </a:lnTo>
                  <a:lnTo>
                    <a:pt x="4145276" y="108584"/>
                  </a:lnTo>
                  <a:close/>
                  <a:moveTo>
                    <a:pt x="2837811" y="31114"/>
                  </a:moveTo>
                  <a:lnTo>
                    <a:pt x="2852416" y="31114"/>
                  </a:lnTo>
                  <a:lnTo>
                    <a:pt x="2865751" y="84454"/>
                  </a:lnTo>
                  <a:lnTo>
                    <a:pt x="2880356" y="31114"/>
                  </a:lnTo>
                  <a:lnTo>
                    <a:pt x="2893056" y="31114"/>
                  </a:lnTo>
                  <a:lnTo>
                    <a:pt x="2907661" y="84454"/>
                  </a:lnTo>
                  <a:lnTo>
                    <a:pt x="2920361" y="31114"/>
                  </a:lnTo>
                  <a:lnTo>
                    <a:pt x="2935601" y="31114"/>
                  </a:lnTo>
                  <a:lnTo>
                    <a:pt x="2914011" y="108584"/>
                  </a:lnTo>
                  <a:lnTo>
                    <a:pt x="2900676" y="108584"/>
                  </a:lnTo>
                  <a:lnTo>
                    <a:pt x="2886706" y="54609"/>
                  </a:lnTo>
                  <a:lnTo>
                    <a:pt x="2872101" y="108584"/>
                  </a:lnTo>
                  <a:lnTo>
                    <a:pt x="2858766" y="108584"/>
                  </a:lnTo>
                  <a:close/>
                  <a:moveTo>
                    <a:pt x="1354455" y="31114"/>
                  </a:moveTo>
                  <a:lnTo>
                    <a:pt x="1369695" y="31114"/>
                  </a:lnTo>
                  <a:lnTo>
                    <a:pt x="1369695" y="109219"/>
                  </a:lnTo>
                  <a:lnTo>
                    <a:pt x="1354455" y="109219"/>
                  </a:lnTo>
                  <a:close/>
                  <a:moveTo>
                    <a:pt x="2646040" y="29844"/>
                  </a:moveTo>
                  <a:cubicBezTo>
                    <a:pt x="2650485" y="29844"/>
                    <a:pt x="2654295" y="29844"/>
                    <a:pt x="2658105" y="31749"/>
                  </a:cubicBezTo>
                  <a:cubicBezTo>
                    <a:pt x="2661915" y="33019"/>
                    <a:pt x="2665090" y="34289"/>
                    <a:pt x="2667630" y="36829"/>
                  </a:cubicBezTo>
                  <a:cubicBezTo>
                    <a:pt x="2670170" y="38734"/>
                    <a:pt x="2672075" y="41909"/>
                    <a:pt x="2673345" y="45084"/>
                  </a:cubicBezTo>
                  <a:cubicBezTo>
                    <a:pt x="2674615" y="48259"/>
                    <a:pt x="2675250" y="52069"/>
                    <a:pt x="2675250" y="56514"/>
                  </a:cubicBezTo>
                  <a:lnTo>
                    <a:pt x="2675250" y="109854"/>
                  </a:lnTo>
                  <a:lnTo>
                    <a:pt x="2660010" y="109854"/>
                  </a:lnTo>
                  <a:lnTo>
                    <a:pt x="2660010" y="108584"/>
                  </a:lnTo>
                  <a:lnTo>
                    <a:pt x="2660010" y="100964"/>
                  </a:lnTo>
                  <a:cubicBezTo>
                    <a:pt x="2660010" y="100964"/>
                    <a:pt x="2656200" y="104139"/>
                    <a:pt x="2654930" y="104774"/>
                  </a:cubicBezTo>
                  <a:cubicBezTo>
                    <a:pt x="2653660" y="105409"/>
                    <a:pt x="2652390" y="106679"/>
                    <a:pt x="2651120" y="107314"/>
                  </a:cubicBezTo>
                  <a:cubicBezTo>
                    <a:pt x="2649850" y="107949"/>
                    <a:pt x="2647945" y="108584"/>
                    <a:pt x="2646040" y="109219"/>
                  </a:cubicBezTo>
                  <a:cubicBezTo>
                    <a:pt x="2644135" y="109219"/>
                    <a:pt x="2641595" y="109854"/>
                    <a:pt x="2639055" y="109854"/>
                  </a:cubicBezTo>
                  <a:cubicBezTo>
                    <a:pt x="2635880" y="109854"/>
                    <a:pt x="2632705" y="109854"/>
                    <a:pt x="2629530" y="108584"/>
                  </a:cubicBezTo>
                  <a:cubicBezTo>
                    <a:pt x="2626355" y="107949"/>
                    <a:pt x="2623180" y="106044"/>
                    <a:pt x="2620640" y="104139"/>
                  </a:cubicBezTo>
                  <a:cubicBezTo>
                    <a:pt x="2618100" y="102234"/>
                    <a:pt x="2616195" y="99059"/>
                    <a:pt x="2614290" y="95884"/>
                  </a:cubicBezTo>
                  <a:cubicBezTo>
                    <a:pt x="2612385" y="92709"/>
                    <a:pt x="2611750" y="88264"/>
                    <a:pt x="2611750" y="83819"/>
                  </a:cubicBezTo>
                  <a:cubicBezTo>
                    <a:pt x="2611750" y="79374"/>
                    <a:pt x="2612385" y="75564"/>
                    <a:pt x="2614290" y="72389"/>
                  </a:cubicBezTo>
                  <a:cubicBezTo>
                    <a:pt x="2615560" y="69214"/>
                    <a:pt x="2618100" y="66674"/>
                    <a:pt x="2620640" y="64769"/>
                  </a:cubicBezTo>
                  <a:cubicBezTo>
                    <a:pt x="2623180" y="62864"/>
                    <a:pt x="2626990" y="60959"/>
                    <a:pt x="2630800" y="60324"/>
                  </a:cubicBezTo>
                  <a:cubicBezTo>
                    <a:pt x="2634610" y="59054"/>
                    <a:pt x="2638420" y="59054"/>
                    <a:pt x="2642865" y="59054"/>
                  </a:cubicBezTo>
                  <a:cubicBezTo>
                    <a:pt x="2646675" y="59054"/>
                    <a:pt x="2650485" y="59054"/>
                    <a:pt x="2653025" y="59689"/>
                  </a:cubicBezTo>
                  <a:cubicBezTo>
                    <a:pt x="2655565" y="59689"/>
                    <a:pt x="2658105" y="60959"/>
                    <a:pt x="2660010" y="61594"/>
                  </a:cubicBezTo>
                  <a:lnTo>
                    <a:pt x="2660010" y="55879"/>
                  </a:lnTo>
                  <a:cubicBezTo>
                    <a:pt x="2660010" y="51434"/>
                    <a:pt x="2658740" y="48259"/>
                    <a:pt x="2656200" y="46354"/>
                  </a:cubicBezTo>
                  <a:cubicBezTo>
                    <a:pt x="2653660" y="43814"/>
                    <a:pt x="2649850" y="43179"/>
                    <a:pt x="2645405" y="43179"/>
                  </a:cubicBezTo>
                  <a:cubicBezTo>
                    <a:pt x="2641595" y="43179"/>
                    <a:pt x="2637785" y="43179"/>
                    <a:pt x="2634610" y="44449"/>
                  </a:cubicBezTo>
                  <a:cubicBezTo>
                    <a:pt x="2631435" y="45084"/>
                    <a:pt x="2628260" y="46354"/>
                    <a:pt x="2625085" y="48259"/>
                  </a:cubicBezTo>
                  <a:lnTo>
                    <a:pt x="2619370" y="36829"/>
                  </a:lnTo>
                  <a:cubicBezTo>
                    <a:pt x="2623180" y="34289"/>
                    <a:pt x="2626990" y="33019"/>
                    <a:pt x="2631435" y="31749"/>
                  </a:cubicBezTo>
                  <a:cubicBezTo>
                    <a:pt x="2635880" y="30479"/>
                    <a:pt x="2640325" y="29844"/>
                    <a:pt x="2646040" y="29844"/>
                  </a:cubicBezTo>
                  <a:close/>
                  <a:moveTo>
                    <a:pt x="1114426" y="29844"/>
                  </a:moveTo>
                  <a:lnTo>
                    <a:pt x="1129666" y="29844"/>
                  </a:lnTo>
                  <a:lnTo>
                    <a:pt x="1129666" y="107949"/>
                  </a:lnTo>
                  <a:lnTo>
                    <a:pt x="1114426" y="107949"/>
                  </a:lnTo>
                  <a:lnTo>
                    <a:pt x="1114426" y="100964"/>
                  </a:lnTo>
                  <a:cubicBezTo>
                    <a:pt x="1114426" y="100964"/>
                    <a:pt x="1109981" y="106044"/>
                    <a:pt x="1106171" y="107314"/>
                  </a:cubicBezTo>
                  <a:cubicBezTo>
                    <a:pt x="1102996" y="109219"/>
                    <a:pt x="1098551" y="109854"/>
                    <a:pt x="1094741" y="109854"/>
                  </a:cubicBezTo>
                  <a:cubicBezTo>
                    <a:pt x="1085851" y="109854"/>
                    <a:pt x="1078866" y="106679"/>
                    <a:pt x="1073786" y="100964"/>
                  </a:cubicBezTo>
                  <a:cubicBezTo>
                    <a:pt x="1069341" y="95249"/>
                    <a:pt x="1066800" y="86359"/>
                    <a:pt x="1066800" y="74929"/>
                  </a:cubicBezTo>
                  <a:lnTo>
                    <a:pt x="1066800" y="30479"/>
                  </a:lnTo>
                  <a:lnTo>
                    <a:pt x="1082040" y="30479"/>
                  </a:lnTo>
                  <a:lnTo>
                    <a:pt x="1082040" y="74294"/>
                  </a:lnTo>
                  <a:cubicBezTo>
                    <a:pt x="1082040" y="81279"/>
                    <a:pt x="1083311" y="86994"/>
                    <a:pt x="1085851" y="90169"/>
                  </a:cubicBezTo>
                  <a:cubicBezTo>
                    <a:pt x="1088390" y="93979"/>
                    <a:pt x="1092201" y="95249"/>
                    <a:pt x="1097916" y="95249"/>
                  </a:cubicBezTo>
                  <a:cubicBezTo>
                    <a:pt x="1102996" y="95249"/>
                    <a:pt x="1106806" y="93344"/>
                    <a:pt x="1109981" y="90169"/>
                  </a:cubicBezTo>
                  <a:cubicBezTo>
                    <a:pt x="1112521" y="86994"/>
                    <a:pt x="1114426" y="81914"/>
                    <a:pt x="1114426" y="75564"/>
                  </a:cubicBezTo>
                  <a:close/>
                  <a:moveTo>
                    <a:pt x="1011556" y="29844"/>
                  </a:moveTo>
                  <a:cubicBezTo>
                    <a:pt x="1013461" y="29844"/>
                    <a:pt x="1015367" y="29844"/>
                    <a:pt x="1017272" y="30479"/>
                  </a:cubicBezTo>
                  <a:cubicBezTo>
                    <a:pt x="1019176" y="30479"/>
                    <a:pt x="1021081" y="31749"/>
                    <a:pt x="1022352" y="32384"/>
                  </a:cubicBezTo>
                  <a:cubicBezTo>
                    <a:pt x="1024257" y="33019"/>
                    <a:pt x="1025526" y="34289"/>
                    <a:pt x="1026797" y="35559"/>
                  </a:cubicBezTo>
                  <a:cubicBezTo>
                    <a:pt x="1028067" y="36829"/>
                    <a:pt x="1029336" y="37464"/>
                    <a:pt x="1030607" y="38734"/>
                  </a:cubicBezTo>
                  <a:lnTo>
                    <a:pt x="1030607" y="31749"/>
                  </a:lnTo>
                  <a:lnTo>
                    <a:pt x="1045847" y="31749"/>
                  </a:lnTo>
                  <a:lnTo>
                    <a:pt x="1045847" y="130809"/>
                  </a:lnTo>
                  <a:lnTo>
                    <a:pt x="1032512" y="137477"/>
                  </a:lnTo>
                  <a:lnTo>
                    <a:pt x="1032512" y="101599"/>
                  </a:lnTo>
                  <a:cubicBezTo>
                    <a:pt x="1032512" y="101599"/>
                    <a:pt x="1026797" y="106679"/>
                    <a:pt x="1022986" y="107949"/>
                  </a:cubicBezTo>
                  <a:cubicBezTo>
                    <a:pt x="1019812" y="109854"/>
                    <a:pt x="1016001" y="110489"/>
                    <a:pt x="1011556" y="110489"/>
                  </a:cubicBezTo>
                  <a:cubicBezTo>
                    <a:pt x="1007111" y="110489"/>
                    <a:pt x="1003301" y="109854"/>
                    <a:pt x="999491" y="107949"/>
                  </a:cubicBezTo>
                  <a:cubicBezTo>
                    <a:pt x="995681" y="106679"/>
                    <a:pt x="992506" y="104139"/>
                    <a:pt x="989966" y="100329"/>
                  </a:cubicBezTo>
                  <a:cubicBezTo>
                    <a:pt x="987426" y="97154"/>
                    <a:pt x="984886" y="92709"/>
                    <a:pt x="983616" y="87629"/>
                  </a:cubicBezTo>
                  <a:cubicBezTo>
                    <a:pt x="982346" y="82549"/>
                    <a:pt x="981076" y="76199"/>
                    <a:pt x="981076" y="68579"/>
                  </a:cubicBezTo>
                  <a:cubicBezTo>
                    <a:pt x="981076" y="61594"/>
                    <a:pt x="981711" y="55879"/>
                    <a:pt x="983616" y="51434"/>
                  </a:cubicBezTo>
                  <a:cubicBezTo>
                    <a:pt x="985521" y="46354"/>
                    <a:pt x="987426" y="42544"/>
                    <a:pt x="990601" y="39369"/>
                  </a:cubicBezTo>
                  <a:cubicBezTo>
                    <a:pt x="993142" y="36194"/>
                    <a:pt x="996951" y="33654"/>
                    <a:pt x="1000126" y="32384"/>
                  </a:cubicBezTo>
                  <a:cubicBezTo>
                    <a:pt x="1003937" y="31114"/>
                    <a:pt x="1007746" y="29844"/>
                    <a:pt x="1011556" y="29844"/>
                  </a:cubicBezTo>
                  <a:close/>
                  <a:moveTo>
                    <a:pt x="4871716" y="29210"/>
                  </a:moveTo>
                  <a:cubicBezTo>
                    <a:pt x="4876796" y="29210"/>
                    <a:pt x="4881241" y="29845"/>
                    <a:pt x="4885686" y="31750"/>
                  </a:cubicBezTo>
                  <a:cubicBezTo>
                    <a:pt x="4890131" y="33655"/>
                    <a:pt x="4894576" y="35560"/>
                    <a:pt x="4897751" y="38100"/>
                  </a:cubicBezTo>
                  <a:lnTo>
                    <a:pt x="4899021" y="38100"/>
                  </a:lnTo>
                  <a:lnTo>
                    <a:pt x="4892036" y="50165"/>
                  </a:lnTo>
                  <a:cubicBezTo>
                    <a:pt x="4888861" y="47625"/>
                    <a:pt x="4885686" y="46355"/>
                    <a:pt x="4882511" y="45085"/>
                  </a:cubicBezTo>
                  <a:cubicBezTo>
                    <a:pt x="4879336" y="43815"/>
                    <a:pt x="4875526" y="43180"/>
                    <a:pt x="4872351" y="43180"/>
                  </a:cubicBezTo>
                  <a:cubicBezTo>
                    <a:pt x="4869176" y="43180"/>
                    <a:pt x="4866001" y="43815"/>
                    <a:pt x="4864096" y="45085"/>
                  </a:cubicBezTo>
                  <a:cubicBezTo>
                    <a:pt x="4862191" y="46355"/>
                    <a:pt x="4861556" y="48260"/>
                    <a:pt x="4861556" y="50165"/>
                  </a:cubicBezTo>
                  <a:cubicBezTo>
                    <a:pt x="4861556" y="51435"/>
                    <a:pt x="4861556" y="52070"/>
                    <a:pt x="4861556" y="52705"/>
                  </a:cubicBezTo>
                  <a:cubicBezTo>
                    <a:pt x="4861556" y="53340"/>
                    <a:pt x="4862826" y="54610"/>
                    <a:pt x="4863461" y="55245"/>
                  </a:cubicBezTo>
                  <a:cubicBezTo>
                    <a:pt x="4864731" y="55880"/>
                    <a:pt x="4866001" y="57150"/>
                    <a:pt x="4867906" y="57785"/>
                  </a:cubicBezTo>
                  <a:cubicBezTo>
                    <a:pt x="4869811" y="59055"/>
                    <a:pt x="4872351" y="59690"/>
                    <a:pt x="4874891" y="60960"/>
                  </a:cubicBezTo>
                  <a:cubicBezTo>
                    <a:pt x="4879336" y="62865"/>
                    <a:pt x="4883146" y="64135"/>
                    <a:pt x="4886321" y="66040"/>
                  </a:cubicBezTo>
                  <a:cubicBezTo>
                    <a:pt x="4889496" y="67310"/>
                    <a:pt x="4892036" y="69215"/>
                    <a:pt x="4894576" y="71120"/>
                  </a:cubicBezTo>
                  <a:cubicBezTo>
                    <a:pt x="4896481" y="73025"/>
                    <a:pt x="4898386" y="75565"/>
                    <a:pt x="4899656" y="78105"/>
                  </a:cubicBezTo>
                  <a:cubicBezTo>
                    <a:pt x="4900926" y="80645"/>
                    <a:pt x="4901561" y="83820"/>
                    <a:pt x="4901561" y="87630"/>
                  </a:cubicBezTo>
                  <a:cubicBezTo>
                    <a:pt x="4901561" y="92075"/>
                    <a:pt x="4900926" y="95250"/>
                    <a:pt x="4899021" y="98425"/>
                  </a:cubicBezTo>
                  <a:cubicBezTo>
                    <a:pt x="4897116" y="101600"/>
                    <a:pt x="4895211" y="103505"/>
                    <a:pt x="4892671" y="105410"/>
                  </a:cubicBezTo>
                  <a:cubicBezTo>
                    <a:pt x="4890131" y="107315"/>
                    <a:pt x="4886956" y="108585"/>
                    <a:pt x="4883146" y="109220"/>
                  </a:cubicBezTo>
                  <a:cubicBezTo>
                    <a:pt x="4879336" y="109855"/>
                    <a:pt x="4876161" y="110490"/>
                    <a:pt x="4872351" y="110490"/>
                  </a:cubicBezTo>
                  <a:cubicBezTo>
                    <a:pt x="4867271" y="110490"/>
                    <a:pt x="4862191" y="109855"/>
                    <a:pt x="4857111" y="107950"/>
                  </a:cubicBezTo>
                  <a:cubicBezTo>
                    <a:pt x="4851396" y="106045"/>
                    <a:pt x="4846951" y="103505"/>
                    <a:pt x="4842506" y="100965"/>
                  </a:cubicBezTo>
                  <a:lnTo>
                    <a:pt x="4849491" y="89535"/>
                  </a:lnTo>
                  <a:cubicBezTo>
                    <a:pt x="4853301" y="92075"/>
                    <a:pt x="4857111" y="93980"/>
                    <a:pt x="4860921" y="95250"/>
                  </a:cubicBezTo>
                  <a:cubicBezTo>
                    <a:pt x="4864731" y="96520"/>
                    <a:pt x="4868541" y="97155"/>
                    <a:pt x="4872351" y="97155"/>
                  </a:cubicBezTo>
                  <a:cubicBezTo>
                    <a:pt x="4877431" y="97155"/>
                    <a:pt x="4880606" y="96520"/>
                    <a:pt x="4883146" y="94615"/>
                  </a:cubicBezTo>
                  <a:cubicBezTo>
                    <a:pt x="4885686" y="93345"/>
                    <a:pt x="4886321" y="90805"/>
                    <a:pt x="4886321" y="88265"/>
                  </a:cubicBezTo>
                  <a:cubicBezTo>
                    <a:pt x="4886321" y="86995"/>
                    <a:pt x="4886321" y="85725"/>
                    <a:pt x="4885051" y="84455"/>
                  </a:cubicBezTo>
                  <a:cubicBezTo>
                    <a:pt x="4884416" y="83185"/>
                    <a:pt x="4883146" y="82550"/>
                    <a:pt x="4881241" y="81280"/>
                  </a:cubicBezTo>
                  <a:cubicBezTo>
                    <a:pt x="4879971" y="80010"/>
                    <a:pt x="4878066" y="79375"/>
                    <a:pt x="4875526" y="78105"/>
                  </a:cubicBezTo>
                  <a:cubicBezTo>
                    <a:pt x="4872986" y="77470"/>
                    <a:pt x="4871081" y="76200"/>
                    <a:pt x="4867906" y="74930"/>
                  </a:cubicBezTo>
                  <a:cubicBezTo>
                    <a:pt x="4863461" y="73025"/>
                    <a:pt x="4860286" y="71755"/>
                    <a:pt x="4857111" y="69850"/>
                  </a:cubicBezTo>
                  <a:cubicBezTo>
                    <a:pt x="4853936" y="67945"/>
                    <a:pt x="4852031" y="66675"/>
                    <a:pt x="4850126" y="64770"/>
                  </a:cubicBezTo>
                  <a:cubicBezTo>
                    <a:pt x="4848221" y="62865"/>
                    <a:pt x="4846951" y="60960"/>
                    <a:pt x="4846316" y="58420"/>
                  </a:cubicBezTo>
                  <a:cubicBezTo>
                    <a:pt x="4845681" y="55880"/>
                    <a:pt x="4845046" y="53340"/>
                    <a:pt x="4845046" y="50165"/>
                  </a:cubicBezTo>
                  <a:cubicBezTo>
                    <a:pt x="4845046" y="46990"/>
                    <a:pt x="4845681" y="43815"/>
                    <a:pt x="4846951" y="40640"/>
                  </a:cubicBezTo>
                  <a:cubicBezTo>
                    <a:pt x="4848221" y="38100"/>
                    <a:pt x="4850126" y="35560"/>
                    <a:pt x="4852666" y="34290"/>
                  </a:cubicBezTo>
                  <a:cubicBezTo>
                    <a:pt x="4855206" y="32385"/>
                    <a:pt x="4857746" y="31115"/>
                    <a:pt x="4860921" y="30480"/>
                  </a:cubicBezTo>
                  <a:cubicBezTo>
                    <a:pt x="4864096" y="29845"/>
                    <a:pt x="4867906" y="29210"/>
                    <a:pt x="4871716" y="29210"/>
                  </a:cubicBezTo>
                  <a:close/>
                  <a:moveTo>
                    <a:pt x="4749796" y="29210"/>
                  </a:moveTo>
                  <a:cubicBezTo>
                    <a:pt x="4752971" y="29210"/>
                    <a:pt x="4755511" y="29210"/>
                    <a:pt x="4757416" y="29845"/>
                  </a:cubicBezTo>
                  <a:cubicBezTo>
                    <a:pt x="4759321" y="30480"/>
                    <a:pt x="4761226" y="31115"/>
                    <a:pt x="4763131" y="32385"/>
                  </a:cubicBezTo>
                  <a:lnTo>
                    <a:pt x="4759321" y="46990"/>
                  </a:lnTo>
                  <a:lnTo>
                    <a:pt x="4758051" y="46990"/>
                  </a:lnTo>
                  <a:cubicBezTo>
                    <a:pt x="4758051" y="46990"/>
                    <a:pt x="4754876" y="45085"/>
                    <a:pt x="4752971" y="45085"/>
                  </a:cubicBezTo>
                  <a:cubicBezTo>
                    <a:pt x="4751066" y="45085"/>
                    <a:pt x="4749161" y="44450"/>
                    <a:pt x="4746621" y="44450"/>
                  </a:cubicBezTo>
                  <a:cubicBezTo>
                    <a:pt x="4741541" y="44450"/>
                    <a:pt x="4737731" y="46355"/>
                    <a:pt x="4735191" y="49530"/>
                  </a:cubicBezTo>
                  <a:cubicBezTo>
                    <a:pt x="4732651" y="52705"/>
                    <a:pt x="4731381" y="57785"/>
                    <a:pt x="4731381" y="64770"/>
                  </a:cubicBezTo>
                  <a:lnTo>
                    <a:pt x="4731381" y="109220"/>
                  </a:lnTo>
                  <a:lnTo>
                    <a:pt x="4716141" y="109220"/>
                  </a:lnTo>
                  <a:lnTo>
                    <a:pt x="4716141" y="31115"/>
                  </a:lnTo>
                  <a:lnTo>
                    <a:pt x="4731381" y="31115"/>
                  </a:lnTo>
                  <a:lnTo>
                    <a:pt x="4731381" y="38735"/>
                  </a:lnTo>
                  <a:cubicBezTo>
                    <a:pt x="4731381" y="38735"/>
                    <a:pt x="4733286" y="36195"/>
                    <a:pt x="4734556" y="34925"/>
                  </a:cubicBezTo>
                  <a:cubicBezTo>
                    <a:pt x="4735826" y="33655"/>
                    <a:pt x="4737096" y="33020"/>
                    <a:pt x="4739001" y="31750"/>
                  </a:cubicBezTo>
                  <a:cubicBezTo>
                    <a:pt x="4740271" y="31115"/>
                    <a:pt x="4742176" y="30480"/>
                    <a:pt x="4744081" y="29845"/>
                  </a:cubicBezTo>
                  <a:cubicBezTo>
                    <a:pt x="4745986" y="29845"/>
                    <a:pt x="4747891" y="29210"/>
                    <a:pt x="4749796" y="29210"/>
                  </a:cubicBezTo>
                  <a:close/>
                  <a:moveTo>
                    <a:pt x="4349110" y="29210"/>
                  </a:moveTo>
                  <a:cubicBezTo>
                    <a:pt x="4352285" y="29210"/>
                    <a:pt x="4354825" y="29210"/>
                    <a:pt x="4356730" y="29845"/>
                  </a:cubicBezTo>
                  <a:cubicBezTo>
                    <a:pt x="4358635" y="29845"/>
                    <a:pt x="4360540" y="31115"/>
                    <a:pt x="4362445" y="32385"/>
                  </a:cubicBezTo>
                  <a:lnTo>
                    <a:pt x="4358635" y="46990"/>
                  </a:lnTo>
                  <a:lnTo>
                    <a:pt x="4357365" y="46990"/>
                  </a:lnTo>
                  <a:cubicBezTo>
                    <a:pt x="4357365" y="46990"/>
                    <a:pt x="4354190" y="45085"/>
                    <a:pt x="4352285" y="45085"/>
                  </a:cubicBezTo>
                  <a:cubicBezTo>
                    <a:pt x="4350380" y="45085"/>
                    <a:pt x="4348475" y="44450"/>
                    <a:pt x="4345935" y="44450"/>
                  </a:cubicBezTo>
                  <a:cubicBezTo>
                    <a:pt x="4340855" y="44450"/>
                    <a:pt x="4337045" y="46355"/>
                    <a:pt x="4334505" y="49530"/>
                  </a:cubicBezTo>
                  <a:cubicBezTo>
                    <a:pt x="4331965" y="52705"/>
                    <a:pt x="4330695" y="57785"/>
                    <a:pt x="4330695" y="64770"/>
                  </a:cubicBezTo>
                  <a:lnTo>
                    <a:pt x="4330695" y="109220"/>
                  </a:lnTo>
                  <a:lnTo>
                    <a:pt x="4315455" y="109220"/>
                  </a:lnTo>
                  <a:lnTo>
                    <a:pt x="4315455" y="31115"/>
                  </a:lnTo>
                  <a:lnTo>
                    <a:pt x="4330695" y="31115"/>
                  </a:lnTo>
                  <a:lnTo>
                    <a:pt x="4330695" y="38735"/>
                  </a:lnTo>
                  <a:cubicBezTo>
                    <a:pt x="4330695" y="38735"/>
                    <a:pt x="4332600" y="36195"/>
                    <a:pt x="4333870" y="34925"/>
                  </a:cubicBezTo>
                  <a:cubicBezTo>
                    <a:pt x="4335140" y="33655"/>
                    <a:pt x="4336410" y="33020"/>
                    <a:pt x="4338315" y="31750"/>
                  </a:cubicBezTo>
                  <a:cubicBezTo>
                    <a:pt x="4339585" y="31115"/>
                    <a:pt x="4341490" y="30480"/>
                    <a:pt x="4343395" y="29845"/>
                  </a:cubicBezTo>
                  <a:cubicBezTo>
                    <a:pt x="4345300" y="29845"/>
                    <a:pt x="4347205" y="29210"/>
                    <a:pt x="4349110" y="29210"/>
                  </a:cubicBezTo>
                  <a:close/>
                  <a:moveTo>
                    <a:pt x="4044310" y="29210"/>
                  </a:moveTo>
                  <a:cubicBezTo>
                    <a:pt x="4050025" y="29210"/>
                    <a:pt x="4054470" y="30480"/>
                    <a:pt x="4058915" y="32385"/>
                  </a:cubicBezTo>
                  <a:cubicBezTo>
                    <a:pt x="4062725" y="34290"/>
                    <a:pt x="4066535" y="37465"/>
                    <a:pt x="4069075" y="40640"/>
                  </a:cubicBezTo>
                  <a:cubicBezTo>
                    <a:pt x="4071615" y="44450"/>
                    <a:pt x="4073520" y="48260"/>
                    <a:pt x="4075425" y="53340"/>
                  </a:cubicBezTo>
                  <a:cubicBezTo>
                    <a:pt x="4076695" y="57785"/>
                    <a:pt x="4077330" y="62865"/>
                    <a:pt x="4077330" y="68580"/>
                  </a:cubicBezTo>
                  <a:lnTo>
                    <a:pt x="4076060" y="68580"/>
                  </a:lnTo>
                  <a:cubicBezTo>
                    <a:pt x="4076060" y="68580"/>
                    <a:pt x="4076060" y="71120"/>
                    <a:pt x="4076060" y="72390"/>
                  </a:cubicBezTo>
                  <a:cubicBezTo>
                    <a:pt x="4076060" y="73660"/>
                    <a:pt x="4076060" y="74295"/>
                    <a:pt x="4076060" y="75565"/>
                  </a:cubicBezTo>
                  <a:lnTo>
                    <a:pt x="4024625" y="75565"/>
                  </a:lnTo>
                  <a:cubicBezTo>
                    <a:pt x="4024625" y="79375"/>
                    <a:pt x="4025895" y="82550"/>
                    <a:pt x="4027165" y="85090"/>
                  </a:cubicBezTo>
                  <a:cubicBezTo>
                    <a:pt x="4028435" y="87630"/>
                    <a:pt x="4029705" y="90170"/>
                    <a:pt x="4031610" y="91440"/>
                  </a:cubicBezTo>
                  <a:cubicBezTo>
                    <a:pt x="4033515" y="93345"/>
                    <a:pt x="4035420" y="94615"/>
                    <a:pt x="4037325" y="95250"/>
                  </a:cubicBezTo>
                  <a:cubicBezTo>
                    <a:pt x="4039230" y="95885"/>
                    <a:pt x="4041770" y="96520"/>
                    <a:pt x="4044310" y="96520"/>
                  </a:cubicBezTo>
                  <a:cubicBezTo>
                    <a:pt x="4046215" y="96520"/>
                    <a:pt x="4047485" y="96520"/>
                    <a:pt x="4049390" y="96520"/>
                  </a:cubicBezTo>
                  <a:cubicBezTo>
                    <a:pt x="4050660" y="96520"/>
                    <a:pt x="4052565" y="95885"/>
                    <a:pt x="4053835" y="95250"/>
                  </a:cubicBezTo>
                  <a:cubicBezTo>
                    <a:pt x="4055105" y="95250"/>
                    <a:pt x="4056375" y="93980"/>
                    <a:pt x="4057645" y="93345"/>
                  </a:cubicBezTo>
                  <a:cubicBezTo>
                    <a:pt x="4058915" y="93345"/>
                    <a:pt x="4060185" y="92075"/>
                    <a:pt x="4062090" y="90805"/>
                  </a:cubicBezTo>
                  <a:lnTo>
                    <a:pt x="4070980" y="100330"/>
                  </a:lnTo>
                  <a:cubicBezTo>
                    <a:pt x="4070980" y="100330"/>
                    <a:pt x="4067170" y="103505"/>
                    <a:pt x="4065265" y="104775"/>
                  </a:cubicBezTo>
                  <a:cubicBezTo>
                    <a:pt x="4063360" y="106045"/>
                    <a:pt x="4061455" y="106680"/>
                    <a:pt x="4059550" y="107950"/>
                  </a:cubicBezTo>
                  <a:cubicBezTo>
                    <a:pt x="4057645" y="108585"/>
                    <a:pt x="4055105" y="109855"/>
                    <a:pt x="4052565" y="109855"/>
                  </a:cubicBezTo>
                  <a:cubicBezTo>
                    <a:pt x="4050025" y="109855"/>
                    <a:pt x="4046850" y="110490"/>
                    <a:pt x="4043675" y="110490"/>
                  </a:cubicBezTo>
                  <a:cubicBezTo>
                    <a:pt x="4040500" y="110490"/>
                    <a:pt x="4037325" y="110490"/>
                    <a:pt x="4034150" y="109220"/>
                  </a:cubicBezTo>
                  <a:cubicBezTo>
                    <a:pt x="4030975" y="108585"/>
                    <a:pt x="4028435" y="107315"/>
                    <a:pt x="4026530" y="105410"/>
                  </a:cubicBezTo>
                  <a:cubicBezTo>
                    <a:pt x="4023990" y="104140"/>
                    <a:pt x="4022085" y="102235"/>
                    <a:pt x="4020180" y="100330"/>
                  </a:cubicBezTo>
                  <a:cubicBezTo>
                    <a:pt x="4018275" y="98425"/>
                    <a:pt x="4016370" y="95885"/>
                    <a:pt x="4015100" y="92710"/>
                  </a:cubicBezTo>
                  <a:cubicBezTo>
                    <a:pt x="4013195" y="89535"/>
                    <a:pt x="4011925" y="86360"/>
                    <a:pt x="4011290" y="82550"/>
                  </a:cubicBezTo>
                  <a:cubicBezTo>
                    <a:pt x="4010655" y="78740"/>
                    <a:pt x="4010020" y="74295"/>
                    <a:pt x="4010020" y="69850"/>
                  </a:cubicBezTo>
                  <a:cubicBezTo>
                    <a:pt x="4010020" y="63500"/>
                    <a:pt x="4010655" y="57150"/>
                    <a:pt x="4012560" y="52070"/>
                  </a:cubicBezTo>
                  <a:cubicBezTo>
                    <a:pt x="4014465" y="46990"/>
                    <a:pt x="4016370" y="42545"/>
                    <a:pt x="4019545" y="39370"/>
                  </a:cubicBezTo>
                  <a:cubicBezTo>
                    <a:pt x="4022720" y="36195"/>
                    <a:pt x="4025895" y="33020"/>
                    <a:pt x="4030340" y="31750"/>
                  </a:cubicBezTo>
                  <a:cubicBezTo>
                    <a:pt x="4034785" y="29845"/>
                    <a:pt x="4039230" y="29210"/>
                    <a:pt x="4044310" y="29210"/>
                  </a:cubicBezTo>
                  <a:close/>
                  <a:moveTo>
                    <a:pt x="3811900" y="29210"/>
                  </a:moveTo>
                  <a:cubicBezTo>
                    <a:pt x="3815075" y="29210"/>
                    <a:pt x="3817615" y="29210"/>
                    <a:pt x="3819520" y="29845"/>
                  </a:cubicBezTo>
                  <a:cubicBezTo>
                    <a:pt x="3821425" y="29845"/>
                    <a:pt x="3823330" y="31115"/>
                    <a:pt x="3825235" y="32385"/>
                  </a:cubicBezTo>
                  <a:lnTo>
                    <a:pt x="3821425" y="46990"/>
                  </a:lnTo>
                  <a:lnTo>
                    <a:pt x="3820155" y="46990"/>
                  </a:lnTo>
                  <a:cubicBezTo>
                    <a:pt x="3820155" y="46990"/>
                    <a:pt x="3816980" y="45085"/>
                    <a:pt x="3815075" y="45085"/>
                  </a:cubicBezTo>
                  <a:cubicBezTo>
                    <a:pt x="3813170" y="45085"/>
                    <a:pt x="3811265" y="44450"/>
                    <a:pt x="3808725" y="44450"/>
                  </a:cubicBezTo>
                  <a:cubicBezTo>
                    <a:pt x="3803645" y="44450"/>
                    <a:pt x="3799835" y="46355"/>
                    <a:pt x="3797295" y="49530"/>
                  </a:cubicBezTo>
                  <a:cubicBezTo>
                    <a:pt x="3794755" y="52705"/>
                    <a:pt x="3793485" y="57785"/>
                    <a:pt x="3793485" y="64770"/>
                  </a:cubicBezTo>
                  <a:lnTo>
                    <a:pt x="3793485" y="109220"/>
                  </a:lnTo>
                  <a:lnTo>
                    <a:pt x="3778245" y="109220"/>
                  </a:lnTo>
                  <a:lnTo>
                    <a:pt x="3778245" y="31115"/>
                  </a:lnTo>
                  <a:lnTo>
                    <a:pt x="3793485" y="31115"/>
                  </a:lnTo>
                  <a:lnTo>
                    <a:pt x="3793485" y="38735"/>
                  </a:lnTo>
                  <a:cubicBezTo>
                    <a:pt x="3793485" y="38735"/>
                    <a:pt x="3795390" y="36195"/>
                    <a:pt x="3796660" y="34925"/>
                  </a:cubicBezTo>
                  <a:cubicBezTo>
                    <a:pt x="3797930" y="33655"/>
                    <a:pt x="3799200" y="33020"/>
                    <a:pt x="3801105" y="31750"/>
                  </a:cubicBezTo>
                  <a:cubicBezTo>
                    <a:pt x="3802375" y="31115"/>
                    <a:pt x="3804280" y="30480"/>
                    <a:pt x="3806185" y="29845"/>
                  </a:cubicBezTo>
                  <a:cubicBezTo>
                    <a:pt x="3808090" y="29845"/>
                    <a:pt x="3809995" y="29210"/>
                    <a:pt x="3811900" y="29210"/>
                  </a:cubicBezTo>
                  <a:close/>
                  <a:moveTo>
                    <a:pt x="3729986" y="29210"/>
                  </a:moveTo>
                  <a:cubicBezTo>
                    <a:pt x="3735701" y="29210"/>
                    <a:pt x="3740146" y="30480"/>
                    <a:pt x="3744591" y="32385"/>
                  </a:cubicBezTo>
                  <a:cubicBezTo>
                    <a:pt x="3748401" y="34290"/>
                    <a:pt x="3752211" y="37465"/>
                    <a:pt x="3754751" y="40640"/>
                  </a:cubicBezTo>
                  <a:cubicBezTo>
                    <a:pt x="3757291" y="44450"/>
                    <a:pt x="3759196" y="48260"/>
                    <a:pt x="3761101" y="53340"/>
                  </a:cubicBezTo>
                  <a:cubicBezTo>
                    <a:pt x="3762371" y="57785"/>
                    <a:pt x="3763006" y="62865"/>
                    <a:pt x="3763006" y="68580"/>
                  </a:cubicBezTo>
                  <a:lnTo>
                    <a:pt x="3761736" y="68580"/>
                  </a:lnTo>
                  <a:cubicBezTo>
                    <a:pt x="3761736" y="68580"/>
                    <a:pt x="3761736" y="71120"/>
                    <a:pt x="3761736" y="72390"/>
                  </a:cubicBezTo>
                  <a:cubicBezTo>
                    <a:pt x="3761736" y="73660"/>
                    <a:pt x="3761736" y="74295"/>
                    <a:pt x="3761736" y="75565"/>
                  </a:cubicBezTo>
                  <a:lnTo>
                    <a:pt x="3710301" y="75565"/>
                  </a:lnTo>
                  <a:cubicBezTo>
                    <a:pt x="3710301" y="79375"/>
                    <a:pt x="3711571" y="82550"/>
                    <a:pt x="3712841" y="85090"/>
                  </a:cubicBezTo>
                  <a:cubicBezTo>
                    <a:pt x="3714111" y="87630"/>
                    <a:pt x="3715381" y="90170"/>
                    <a:pt x="3717286" y="91440"/>
                  </a:cubicBezTo>
                  <a:cubicBezTo>
                    <a:pt x="3719191" y="93345"/>
                    <a:pt x="3721096" y="94615"/>
                    <a:pt x="3723001" y="95250"/>
                  </a:cubicBezTo>
                  <a:cubicBezTo>
                    <a:pt x="3724906" y="95885"/>
                    <a:pt x="3727446" y="96520"/>
                    <a:pt x="3729986" y="96520"/>
                  </a:cubicBezTo>
                  <a:cubicBezTo>
                    <a:pt x="3731891" y="96520"/>
                    <a:pt x="3733161" y="96520"/>
                    <a:pt x="3735066" y="96520"/>
                  </a:cubicBezTo>
                  <a:cubicBezTo>
                    <a:pt x="3736336" y="96520"/>
                    <a:pt x="3738241" y="95885"/>
                    <a:pt x="3739511" y="95250"/>
                  </a:cubicBezTo>
                  <a:cubicBezTo>
                    <a:pt x="3740781" y="95250"/>
                    <a:pt x="3742051" y="93980"/>
                    <a:pt x="3743321" y="93345"/>
                  </a:cubicBezTo>
                  <a:cubicBezTo>
                    <a:pt x="3744591" y="93345"/>
                    <a:pt x="3745861" y="92075"/>
                    <a:pt x="3747766" y="90805"/>
                  </a:cubicBezTo>
                  <a:lnTo>
                    <a:pt x="3756656" y="100330"/>
                  </a:lnTo>
                  <a:cubicBezTo>
                    <a:pt x="3756656" y="100330"/>
                    <a:pt x="3752846" y="103505"/>
                    <a:pt x="3750941" y="104775"/>
                  </a:cubicBezTo>
                  <a:cubicBezTo>
                    <a:pt x="3749036" y="106045"/>
                    <a:pt x="3747131" y="106680"/>
                    <a:pt x="3745226" y="107950"/>
                  </a:cubicBezTo>
                  <a:cubicBezTo>
                    <a:pt x="3743321" y="108585"/>
                    <a:pt x="3740781" y="109855"/>
                    <a:pt x="3738241" y="109855"/>
                  </a:cubicBezTo>
                  <a:cubicBezTo>
                    <a:pt x="3735701" y="109855"/>
                    <a:pt x="3732526" y="110490"/>
                    <a:pt x="3729351" y="110490"/>
                  </a:cubicBezTo>
                  <a:cubicBezTo>
                    <a:pt x="3726176" y="110490"/>
                    <a:pt x="3723001" y="110490"/>
                    <a:pt x="3719826" y="109220"/>
                  </a:cubicBezTo>
                  <a:cubicBezTo>
                    <a:pt x="3716651" y="108585"/>
                    <a:pt x="3714111" y="107315"/>
                    <a:pt x="3712206" y="105410"/>
                  </a:cubicBezTo>
                  <a:cubicBezTo>
                    <a:pt x="3709666" y="104140"/>
                    <a:pt x="3707761" y="102235"/>
                    <a:pt x="3705856" y="100330"/>
                  </a:cubicBezTo>
                  <a:cubicBezTo>
                    <a:pt x="3703951" y="98425"/>
                    <a:pt x="3702046" y="95885"/>
                    <a:pt x="3700776" y="92710"/>
                  </a:cubicBezTo>
                  <a:cubicBezTo>
                    <a:pt x="3698871" y="89535"/>
                    <a:pt x="3697601" y="86360"/>
                    <a:pt x="3696966" y="82550"/>
                  </a:cubicBezTo>
                  <a:cubicBezTo>
                    <a:pt x="3696331" y="78740"/>
                    <a:pt x="3695696" y="74295"/>
                    <a:pt x="3695696" y="69850"/>
                  </a:cubicBezTo>
                  <a:cubicBezTo>
                    <a:pt x="3695696" y="63500"/>
                    <a:pt x="3696331" y="57150"/>
                    <a:pt x="3698236" y="52070"/>
                  </a:cubicBezTo>
                  <a:cubicBezTo>
                    <a:pt x="3700141" y="46990"/>
                    <a:pt x="3702046" y="42545"/>
                    <a:pt x="3705221" y="39370"/>
                  </a:cubicBezTo>
                  <a:cubicBezTo>
                    <a:pt x="3708396" y="36195"/>
                    <a:pt x="3711571" y="33020"/>
                    <a:pt x="3716016" y="31750"/>
                  </a:cubicBezTo>
                  <a:cubicBezTo>
                    <a:pt x="3720461" y="29845"/>
                    <a:pt x="3724906" y="29210"/>
                    <a:pt x="3729986" y="29210"/>
                  </a:cubicBezTo>
                  <a:close/>
                  <a:moveTo>
                    <a:pt x="3543296" y="29210"/>
                  </a:moveTo>
                  <a:cubicBezTo>
                    <a:pt x="3549011" y="29210"/>
                    <a:pt x="3553456" y="30480"/>
                    <a:pt x="3557901" y="32385"/>
                  </a:cubicBezTo>
                  <a:cubicBezTo>
                    <a:pt x="3561711" y="34290"/>
                    <a:pt x="3565521" y="37465"/>
                    <a:pt x="3568061" y="40640"/>
                  </a:cubicBezTo>
                  <a:cubicBezTo>
                    <a:pt x="3570601" y="44450"/>
                    <a:pt x="3572506" y="48260"/>
                    <a:pt x="3574411" y="53340"/>
                  </a:cubicBezTo>
                  <a:cubicBezTo>
                    <a:pt x="3575681" y="57785"/>
                    <a:pt x="3576316" y="62865"/>
                    <a:pt x="3576316" y="68580"/>
                  </a:cubicBezTo>
                  <a:lnTo>
                    <a:pt x="3575046" y="68580"/>
                  </a:lnTo>
                  <a:cubicBezTo>
                    <a:pt x="3575046" y="68580"/>
                    <a:pt x="3575046" y="71120"/>
                    <a:pt x="3575046" y="72390"/>
                  </a:cubicBezTo>
                  <a:cubicBezTo>
                    <a:pt x="3575046" y="73660"/>
                    <a:pt x="3575046" y="74295"/>
                    <a:pt x="3575046" y="75565"/>
                  </a:cubicBezTo>
                  <a:lnTo>
                    <a:pt x="3523611" y="75565"/>
                  </a:lnTo>
                  <a:cubicBezTo>
                    <a:pt x="3523611" y="79375"/>
                    <a:pt x="3524881" y="82550"/>
                    <a:pt x="3526151" y="85090"/>
                  </a:cubicBezTo>
                  <a:cubicBezTo>
                    <a:pt x="3527421" y="87630"/>
                    <a:pt x="3528691" y="90170"/>
                    <a:pt x="3530596" y="91440"/>
                  </a:cubicBezTo>
                  <a:cubicBezTo>
                    <a:pt x="3532501" y="93345"/>
                    <a:pt x="3534406" y="94615"/>
                    <a:pt x="3536311" y="95250"/>
                  </a:cubicBezTo>
                  <a:cubicBezTo>
                    <a:pt x="3538216" y="95885"/>
                    <a:pt x="3540756" y="96520"/>
                    <a:pt x="3543296" y="96520"/>
                  </a:cubicBezTo>
                  <a:cubicBezTo>
                    <a:pt x="3545201" y="96520"/>
                    <a:pt x="3546471" y="96520"/>
                    <a:pt x="3548376" y="96520"/>
                  </a:cubicBezTo>
                  <a:cubicBezTo>
                    <a:pt x="3549646" y="96520"/>
                    <a:pt x="3551551" y="95885"/>
                    <a:pt x="3552821" y="95250"/>
                  </a:cubicBezTo>
                  <a:cubicBezTo>
                    <a:pt x="3554091" y="95250"/>
                    <a:pt x="3555361" y="93980"/>
                    <a:pt x="3556631" y="93345"/>
                  </a:cubicBezTo>
                  <a:cubicBezTo>
                    <a:pt x="3557901" y="93345"/>
                    <a:pt x="3559171" y="92075"/>
                    <a:pt x="3561076" y="90805"/>
                  </a:cubicBezTo>
                  <a:lnTo>
                    <a:pt x="3569966" y="100330"/>
                  </a:lnTo>
                  <a:cubicBezTo>
                    <a:pt x="3569966" y="100330"/>
                    <a:pt x="3566156" y="103505"/>
                    <a:pt x="3564251" y="104775"/>
                  </a:cubicBezTo>
                  <a:cubicBezTo>
                    <a:pt x="3562346" y="106045"/>
                    <a:pt x="3560441" y="106680"/>
                    <a:pt x="3558536" y="107950"/>
                  </a:cubicBezTo>
                  <a:cubicBezTo>
                    <a:pt x="3556631" y="108585"/>
                    <a:pt x="3554091" y="109855"/>
                    <a:pt x="3551551" y="109855"/>
                  </a:cubicBezTo>
                  <a:cubicBezTo>
                    <a:pt x="3549011" y="109855"/>
                    <a:pt x="3545836" y="110490"/>
                    <a:pt x="3542661" y="110490"/>
                  </a:cubicBezTo>
                  <a:cubicBezTo>
                    <a:pt x="3539486" y="110490"/>
                    <a:pt x="3536311" y="110490"/>
                    <a:pt x="3533136" y="109220"/>
                  </a:cubicBezTo>
                  <a:cubicBezTo>
                    <a:pt x="3529961" y="108585"/>
                    <a:pt x="3527421" y="107315"/>
                    <a:pt x="3525516" y="105410"/>
                  </a:cubicBezTo>
                  <a:cubicBezTo>
                    <a:pt x="3522976" y="104140"/>
                    <a:pt x="3521071" y="102235"/>
                    <a:pt x="3519166" y="100330"/>
                  </a:cubicBezTo>
                  <a:cubicBezTo>
                    <a:pt x="3517261" y="98425"/>
                    <a:pt x="3515356" y="95885"/>
                    <a:pt x="3514086" y="92710"/>
                  </a:cubicBezTo>
                  <a:cubicBezTo>
                    <a:pt x="3512181" y="89535"/>
                    <a:pt x="3510911" y="86360"/>
                    <a:pt x="3510276" y="82550"/>
                  </a:cubicBezTo>
                  <a:cubicBezTo>
                    <a:pt x="3509641" y="78740"/>
                    <a:pt x="3509006" y="74295"/>
                    <a:pt x="3509006" y="69850"/>
                  </a:cubicBezTo>
                  <a:cubicBezTo>
                    <a:pt x="3509006" y="63500"/>
                    <a:pt x="3509641" y="57150"/>
                    <a:pt x="3511546" y="52070"/>
                  </a:cubicBezTo>
                  <a:cubicBezTo>
                    <a:pt x="3513451" y="46990"/>
                    <a:pt x="3515356" y="42545"/>
                    <a:pt x="3518531" y="39370"/>
                  </a:cubicBezTo>
                  <a:cubicBezTo>
                    <a:pt x="3521706" y="36195"/>
                    <a:pt x="3524881" y="33020"/>
                    <a:pt x="3529326" y="31750"/>
                  </a:cubicBezTo>
                  <a:cubicBezTo>
                    <a:pt x="3533771" y="29845"/>
                    <a:pt x="3538216" y="29210"/>
                    <a:pt x="3543296" y="29210"/>
                  </a:cubicBezTo>
                  <a:close/>
                  <a:moveTo>
                    <a:pt x="3345176" y="29210"/>
                  </a:moveTo>
                  <a:cubicBezTo>
                    <a:pt x="3350891" y="29210"/>
                    <a:pt x="3355336" y="30480"/>
                    <a:pt x="3359781" y="32385"/>
                  </a:cubicBezTo>
                  <a:cubicBezTo>
                    <a:pt x="3363591" y="34290"/>
                    <a:pt x="3367401" y="37465"/>
                    <a:pt x="3369941" y="40640"/>
                  </a:cubicBezTo>
                  <a:cubicBezTo>
                    <a:pt x="3372481" y="44450"/>
                    <a:pt x="3374386" y="48260"/>
                    <a:pt x="3376291" y="53340"/>
                  </a:cubicBezTo>
                  <a:cubicBezTo>
                    <a:pt x="3377561" y="57785"/>
                    <a:pt x="3378196" y="62865"/>
                    <a:pt x="3378196" y="68580"/>
                  </a:cubicBezTo>
                  <a:lnTo>
                    <a:pt x="3376926" y="68580"/>
                  </a:lnTo>
                  <a:cubicBezTo>
                    <a:pt x="3376926" y="68580"/>
                    <a:pt x="3376926" y="71120"/>
                    <a:pt x="3376926" y="72390"/>
                  </a:cubicBezTo>
                  <a:cubicBezTo>
                    <a:pt x="3376926" y="73660"/>
                    <a:pt x="3376926" y="74295"/>
                    <a:pt x="3376926" y="75565"/>
                  </a:cubicBezTo>
                  <a:lnTo>
                    <a:pt x="3325491" y="75565"/>
                  </a:lnTo>
                  <a:cubicBezTo>
                    <a:pt x="3325491" y="79375"/>
                    <a:pt x="3326761" y="82550"/>
                    <a:pt x="3328031" y="85090"/>
                  </a:cubicBezTo>
                  <a:cubicBezTo>
                    <a:pt x="3329301" y="87630"/>
                    <a:pt x="3330571" y="90170"/>
                    <a:pt x="3332476" y="91440"/>
                  </a:cubicBezTo>
                  <a:cubicBezTo>
                    <a:pt x="3334381" y="93345"/>
                    <a:pt x="3336286" y="94615"/>
                    <a:pt x="3338191" y="95250"/>
                  </a:cubicBezTo>
                  <a:cubicBezTo>
                    <a:pt x="3340096" y="95885"/>
                    <a:pt x="3342636" y="96520"/>
                    <a:pt x="3345176" y="96520"/>
                  </a:cubicBezTo>
                  <a:cubicBezTo>
                    <a:pt x="3347081" y="96520"/>
                    <a:pt x="3348351" y="96520"/>
                    <a:pt x="3350256" y="96520"/>
                  </a:cubicBezTo>
                  <a:cubicBezTo>
                    <a:pt x="3351526" y="96520"/>
                    <a:pt x="3353431" y="95885"/>
                    <a:pt x="3354701" y="95250"/>
                  </a:cubicBezTo>
                  <a:cubicBezTo>
                    <a:pt x="3355971" y="95250"/>
                    <a:pt x="3357241" y="93980"/>
                    <a:pt x="3358511" y="93345"/>
                  </a:cubicBezTo>
                  <a:cubicBezTo>
                    <a:pt x="3359781" y="93345"/>
                    <a:pt x="3361051" y="92075"/>
                    <a:pt x="3362956" y="90805"/>
                  </a:cubicBezTo>
                  <a:lnTo>
                    <a:pt x="3371846" y="100330"/>
                  </a:lnTo>
                  <a:cubicBezTo>
                    <a:pt x="3371846" y="100330"/>
                    <a:pt x="3368036" y="103505"/>
                    <a:pt x="3366131" y="104775"/>
                  </a:cubicBezTo>
                  <a:cubicBezTo>
                    <a:pt x="3364226" y="106045"/>
                    <a:pt x="3362321" y="106680"/>
                    <a:pt x="3360416" y="107950"/>
                  </a:cubicBezTo>
                  <a:cubicBezTo>
                    <a:pt x="3358511" y="108585"/>
                    <a:pt x="3355971" y="109855"/>
                    <a:pt x="3353431" y="109855"/>
                  </a:cubicBezTo>
                  <a:cubicBezTo>
                    <a:pt x="3350891" y="109855"/>
                    <a:pt x="3347716" y="110490"/>
                    <a:pt x="3344541" y="110490"/>
                  </a:cubicBezTo>
                  <a:cubicBezTo>
                    <a:pt x="3341366" y="110490"/>
                    <a:pt x="3338191" y="110490"/>
                    <a:pt x="3335016" y="109220"/>
                  </a:cubicBezTo>
                  <a:cubicBezTo>
                    <a:pt x="3331841" y="108585"/>
                    <a:pt x="3329301" y="107315"/>
                    <a:pt x="3327396" y="105410"/>
                  </a:cubicBezTo>
                  <a:cubicBezTo>
                    <a:pt x="3324856" y="104140"/>
                    <a:pt x="3322951" y="102235"/>
                    <a:pt x="3321046" y="100330"/>
                  </a:cubicBezTo>
                  <a:cubicBezTo>
                    <a:pt x="3319141" y="98425"/>
                    <a:pt x="3317236" y="95885"/>
                    <a:pt x="3315966" y="92710"/>
                  </a:cubicBezTo>
                  <a:cubicBezTo>
                    <a:pt x="3314061" y="89535"/>
                    <a:pt x="3312791" y="86360"/>
                    <a:pt x="3312156" y="82550"/>
                  </a:cubicBezTo>
                  <a:cubicBezTo>
                    <a:pt x="3311521" y="78740"/>
                    <a:pt x="3310886" y="74295"/>
                    <a:pt x="3310886" y="69850"/>
                  </a:cubicBezTo>
                  <a:cubicBezTo>
                    <a:pt x="3310886" y="63500"/>
                    <a:pt x="3311521" y="57150"/>
                    <a:pt x="3313426" y="52070"/>
                  </a:cubicBezTo>
                  <a:cubicBezTo>
                    <a:pt x="3315331" y="46990"/>
                    <a:pt x="3317236" y="42545"/>
                    <a:pt x="3320411" y="39370"/>
                  </a:cubicBezTo>
                  <a:cubicBezTo>
                    <a:pt x="3323586" y="36195"/>
                    <a:pt x="3326761" y="33020"/>
                    <a:pt x="3331206" y="31750"/>
                  </a:cubicBezTo>
                  <a:cubicBezTo>
                    <a:pt x="3335651" y="29845"/>
                    <a:pt x="3340096" y="29210"/>
                    <a:pt x="3345176" y="29210"/>
                  </a:cubicBezTo>
                  <a:close/>
                  <a:moveTo>
                    <a:pt x="3060696" y="29210"/>
                  </a:moveTo>
                  <a:cubicBezTo>
                    <a:pt x="3063871" y="29210"/>
                    <a:pt x="3066411" y="29210"/>
                    <a:pt x="3068316" y="29845"/>
                  </a:cubicBezTo>
                  <a:cubicBezTo>
                    <a:pt x="3070221" y="29845"/>
                    <a:pt x="3072126" y="31115"/>
                    <a:pt x="3074031" y="32385"/>
                  </a:cubicBezTo>
                  <a:lnTo>
                    <a:pt x="3070221" y="46990"/>
                  </a:lnTo>
                  <a:lnTo>
                    <a:pt x="3068951" y="46990"/>
                  </a:lnTo>
                  <a:cubicBezTo>
                    <a:pt x="3068951" y="46990"/>
                    <a:pt x="3065776" y="45085"/>
                    <a:pt x="3063871" y="45085"/>
                  </a:cubicBezTo>
                  <a:cubicBezTo>
                    <a:pt x="3061966" y="45085"/>
                    <a:pt x="3060061" y="44450"/>
                    <a:pt x="3057521" y="44450"/>
                  </a:cubicBezTo>
                  <a:cubicBezTo>
                    <a:pt x="3052441" y="44450"/>
                    <a:pt x="3048631" y="46355"/>
                    <a:pt x="3046091" y="49530"/>
                  </a:cubicBezTo>
                  <a:cubicBezTo>
                    <a:pt x="3043551" y="52705"/>
                    <a:pt x="3042281" y="57785"/>
                    <a:pt x="3042281" y="64770"/>
                  </a:cubicBezTo>
                  <a:lnTo>
                    <a:pt x="3042281" y="109220"/>
                  </a:lnTo>
                  <a:lnTo>
                    <a:pt x="3027041" y="109220"/>
                  </a:lnTo>
                  <a:lnTo>
                    <a:pt x="3027041" y="31115"/>
                  </a:lnTo>
                  <a:lnTo>
                    <a:pt x="3042281" y="31115"/>
                  </a:lnTo>
                  <a:lnTo>
                    <a:pt x="3042281" y="38735"/>
                  </a:lnTo>
                  <a:cubicBezTo>
                    <a:pt x="3042281" y="38735"/>
                    <a:pt x="3044186" y="36195"/>
                    <a:pt x="3045456" y="34925"/>
                  </a:cubicBezTo>
                  <a:cubicBezTo>
                    <a:pt x="3046726" y="33655"/>
                    <a:pt x="3047996" y="33020"/>
                    <a:pt x="3049901" y="31750"/>
                  </a:cubicBezTo>
                  <a:cubicBezTo>
                    <a:pt x="3051171" y="31115"/>
                    <a:pt x="3053076" y="30480"/>
                    <a:pt x="3054981" y="29845"/>
                  </a:cubicBezTo>
                  <a:cubicBezTo>
                    <a:pt x="3056886" y="29845"/>
                    <a:pt x="3058791" y="29210"/>
                    <a:pt x="3060696" y="29210"/>
                  </a:cubicBezTo>
                  <a:close/>
                  <a:moveTo>
                    <a:pt x="2978781" y="29210"/>
                  </a:moveTo>
                  <a:cubicBezTo>
                    <a:pt x="2984496" y="29210"/>
                    <a:pt x="2988941" y="30480"/>
                    <a:pt x="2993386" y="32385"/>
                  </a:cubicBezTo>
                  <a:cubicBezTo>
                    <a:pt x="2997196" y="34290"/>
                    <a:pt x="3001006" y="37465"/>
                    <a:pt x="3003546" y="40640"/>
                  </a:cubicBezTo>
                  <a:cubicBezTo>
                    <a:pt x="3006086" y="44450"/>
                    <a:pt x="3007991" y="48260"/>
                    <a:pt x="3009896" y="53340"/>
                  </a:cubicBezTo>
                  <a:cubicBezTo>
                    <a:pt x="3011166" y="57785"/>
                    <a:pt x="3011801" y="62865"/>
                    <a:pt x="3011801" y="68580"/>
                  </a:cubicBezTo>
                  <a:lnTo>
                    <a:pt x="3010531" y="68580"/>
                  </a:lnTo>
                  <a:cubicBezTo>
                    <a:pt x="3010531" y="68580"/>
                    <a:pt x="3010531" y="71120"/>
                    <a:pt x="3010531" y="72390"/>
                  </a:cubicBezTo>
                  <a:cubicBezTo>
                    <a:pt x="3010531" y="73660"/>
                    <a:pt x="3010531" y="74295"/>
                    <a:pt x="3010531" y="75565"/>
                  </a:cubicBezTo>
                  <a:lnTo>
                    <a:pt x="2959096" y="75565"/>
                  </a:lnTo>
                  <a:cubicBezTo>
                    <a:pt x="2959096" y="79375"/>
                    <a:pt x="2960366" y="82550"/>
                    <a:pt x="2961636" y="85090"/>
                  </a:cubicBezTo>
                  <a:cubicBezTo>
                    <a:pt x="2962906" y="87630"/>
                    <a:pt x="2964176" y="90170"/>
                    <a:pt x="2966081" y="91440"/>
                  </a:cubicBezTo>
                  <a:cubicBezTo>
                    <a:pt x="2967986" y="93345"/>
                    <a:pt x="2969891" y="94615"/>
                    <a:pt x="2971796" y="95250"/>
                  </a:cubicBezTo>
                  <a:cubicBezTo>
                    <a:pt x="2974336" y="95885"/>
                    <a:pt x="2976241" y="96520"/>
                    <a:pt x="2978781" y="96520"/>
                  </a:cubicBezTo>
                  <a:cubicBezTo>
                    <a:pt x="2980686" y="96520"/>
                    <a:pt x="2981956" y="96520"/>
                    <a:pt x="2983861" y="96520"/>
                  </a:cubicBezTo>
                  <a:cubicBezTo>
                    <a:pt x="2985131" y="96520"/>
                    <a:pt x="2987036" y="95885"/>
                    <a:pt x="2988306" y="95250"/>
                  </a:cubicBezTo>
                  <a:cubicBezTo>
                    <a:pt x="2989576" y="95250"/>
                    <a:pt x="2990846" y="93980"/>
                    <a:pt x="2992116" y="93345"/>
                  </a:cubicBezTo>
                  <a:cubicBezTo>
                    <a:pt x="2993386" y="93345"/>
                    <a:pt x="2994656" y="92075"/>
                    <a:pt x="2996561" y="90805"/>
                  </a:cubicBezTo>
                  <a:lnTo>
                    <a:pt x="3005451" y="100330"/>
                  </a:lnTo>
                  <a:cubicBezTo>
                    <a:pt x="3005451" y="100330"/>
                    <a:pt x="3001641" y="103505"/>
                    <a:pt x="2999736" y="104775"/>
                  </a:cubicBezTo>
                  <a:cubicBezTo>
                    <a:pt x="2997831" y="106045"/>
                    <a:pt x="2995926" y="106680"/>
                    <a:pt x="2994021" y="107950"/>
                  </a:cubicBezTo>
                  <a:cubicBezTo>
                    <a:pt x="2992116" y="108585"/>
                    <a:pt x="2989576" y="109855"/>
                    <a:pt x="2987036" y="109855"/>
                  </a:cubicBezTo>
                  <a:cubicBezTo>
                    <a:pt x="2984496" y="109855"/>
                    <a:pt x="2981321" y="110490"/>
                    <a:pt x="2978146" y="110490"/>
                  </a:cubicBezTo>
                  <a:cubicBezTo>
                    <a:pt x="2974971" y="110490"/>
                    <a:pt x="2971796" y="110490"/>
                    <a:pt x="2968621" y="109220"/>
                  </a:cubicBezTo>
                  <a:cubicBezTo>
                    <a:pt x="2965446" y="108585"/>
                    <a:pt x="2962906" y="107315"/>
                    <a:pt x="2961001" y="105410"/>
                  </a:cubicBezTo>
                  <a:cubicBezTo>
                    <a:pt x="2958461" y="104140"/>
                    <a:pt x="2956556" y="102235"/>
                    <a:pt x="2954651" y="100330"/>
                  </a:cubicBezTo>
                  <a:cubicBezTo>
                    <a:pt x="2952746" y="98425"/>
                    <a:pt x="2950841" y="95885"/>
                    <a:pt x="2949571" y="92710"/>
                  </a:cubicBezTo>
                  <a:cubicBezTo>
                    <a:pt x="2947666" y="89535"/>
                    <a:pt x="2946396" y="86360"/>
                    <a:pt x="2945761" y="82550"/>
                  </a:cubicBezTo>
                  <a:cubicBezTo>
                    <a:pt x="2945126" y="78740"/>
                    <a:pt x="2944491" y="74295"/>
                    <a:pt x="2944491" y="69850"/>
                  </a:cubicBezTo>
                  <a:cubicBezTo>
                    <a:pt x="2944491" y="63500"/>
                    <a:pt x="2945126" y="57150"/>
                    <a:pt x="2947031" y="52070"/>
                  </a:cubicBezTo>
                  <a:cubicBezTo>
                    <a:pt x="2948936" y="46990"/>
                    <a:pt x="2950841" y="42545"/>
                    <a:pt x="2954016" y="39370"/>
                  </a:cubicBezTo>
                  <a:cubicBezTo>
                    <a:pt x="2957191" y="36195"/>
                    <a:pt x="2960366" y="33020"/>
                    <a:pt x="2964811" y="31750"/>
                  </a:cubicBezTo>
                  <a:cubicBezTo>
                    <a:pt x="2969256" y="29845"/>
                    <a:pt x="2973701" y="29210"/>
                    <a:pt x="2978781" y="29210"/>
                  </a:cubicBezTo>
                  <a:close/>
                  <a:moveTo>
                    <a:pt x="2798440" y="29210"/>
                  </a:moveTo>
                  <a:cubicBezTo>
                    <a:pt x="2803520" y="29210"/>
                    <a:pt x="2807965" y="29845"/>
                    <a:pt x="2813045" y="31750"/>
                  </a:cubicBezTo>
                  <a:cubicBezTo>
                    <a:pt x="2817490" y="33655"/>
                    <a:pt x="2821935" y="35560"/>
                    <a:pt x="2825110" y="38100"/>
                  </a:cubicBezTo>
                  <a:lnTo>
                    <a:pt x="2827015" y="38100"/>
                  </a:lnTo>
                  <a:lnTo>
                    <a:pt x="2820030" y="50165"/>
                  </a:lnTo>
                  <a:cubicBezTo>
                    <a:pt x="2816855" y="47625"/>
                    <a:pt x="2813680" y="46355"/>
                    <a:pt x="2810505" y="45085"/>
                  </a:cubicBezTo>
                  <a:cubicBezTo>
                    <a:pt x="2807330" y="43815"/>
                    <a:pt x="2803520" y="43180"/>
                    <a:pt x="2799710" y="43180"/>
                  </a:cubicBezTo>
                  <a:cubicBezTo>
                    <a:pt x="2795900" y="43180"/>
                    <a:pt x="2793360" y="43815"/>
                    <a:pt x="2791455" y="45085"/>
                  </a:cubicBezTo>
                  <a:cubicBezTo>
                    <a:pt x="2789550" y="46355"/>
                    <a:pt x="2788915" y="48260"/>
                    <a:pt x="2788915" y="50165"/>
                  </a:cubicBezTo>
                  <a:cubicBezTo>
                    <a:pt x="2788915" y="51435"/>
                    <a:pt x="2788915" y="52070"/>
                    <a:pt x="2788915" y="52705"/>
                  </a:cubicBezTo>
                  <a:cubicBezTo>
                    <a:pt x="2788915" y="53340"/>
                    <a:pt x="2790185" y="54610"/>
                    <a:pt x="2790820" y="55245"/>
                  </a:cubicBezTo>
                  <a:cubicBezTo>
                    <a:pt x="2792090" y="55880"/>
                    <a:pt x="2793360" y="57150"/>
                    <a:pt x="2795265" y="57785"/>
                  </a:cubicBezTo>
                  <a:cubicBezTo>
                    <a:pt x="2797170" y="59055"/>
                    <a:pt x="2799710" y="59690"/>
                    <a:pt x="2802250" y="60960"/>
                  </a:cubicBezTo>
                  <a:cubicBezTo>
                    <a:pt x="2806695" y="62865"/>
                    <a:pt x="2810505" y="64135"/>
                    <a:pt x="2813680" y="66040"/>
                  </a:cubicBezTo>
                  <a:cubicBezTo>
                    <a:pt x="2816855" y="67310"/>
                    <a:pt x="2819395" y="69215"/>
                    <a:pt x="2821935" y="71120"/>
                  </a:cubicBezTo>
                  <a:cubicBezTo>
                    <a:pt x="2823840" y="73025"/>
                    <a:pt x="2825745" y="75565"/>
                    <a:pt x="2827015" y="78105"/>
                  </a:cubicBezTo>
                  <a:cubicBezTo>
                    <a:pt x="2828285" y="80645"/>
                    <a:pt x="2828920" y="83820"/>
                    <a:pt x="2828920" y="87630"/>
                  </a:cubicBezTo>
                  <a:cubicBezTo>
                    <a:pt x="2828920" y="92075"/>
                    <a:pt x="2828285" y="95250"/>
                    <a:pt x="2826380" y="98425"/>
                  </a:cubicBezTo>
                  <a:cubicBezTo>
                    <a:pt x="2824475" y="101600"/>
                    <a:pt x="2822570" y="103505"/>
                    <a:pt x="2820030" y="105410"/>
                  </a:cubicBezTo>
                  <a:cubicBezTo>
                    <a:pt x="2817490" y="107315"/>
                    <a:pt x="2814315" y="108585"/>
                    <a:pt x="2810505" y="109220"/>
                  </a:cubicBezTo>
                  <a:cubicBezTo>
                    <a:pt x="2806695" y="109855"/>
                    <a:pt x="2803520" y="110490"/>
                    <a:pt x="2799710" y="110490"/>
                  </a:cubicBezTo>
                  <a:cubicBezTo>
                    <a:pt x="2794630" y="110490"/>
                    <a:pt x="2789550" y="109855"/>
                    <a:pt x="2783835" y="107950"/>
                  </a:cubicBezTo>
                  <a:cubicBezTo>
                    <a:pt x="2778120" y="106045"/>
                    <a:pt x="2773675" y="103505"/>
                    <a:pt x="2769230" y="100965"/>
                  </a:cubicBezTo>
                  <a:lnTo>
                    <a:pt x="2776215" y="89535"/>
                  </a:lnTo>
                  <a:cubicBezTo>
                    <a:pt x="2780025" y="92075"/>
                    <a:pt x="2783835" y="93980"/>
                    <a:pt x="2787645" y="95250"/>
                  </a:cubicBezTo>
                  <a:cubicBezTo>
                    <a:pt x="2791455" y="96520"/>
                    <a:pt x="2795265" y="97155"/>
                    <a:pt x="2799075" y="97155"/>
                  </a:cubicBezTo>
                  <a:cubicBezTo>
                    <a:pt x="2804155" y="97155"/>
                    <a:pt x="2807330" y="96520"/>
                    <a:pt x="2809870" y="94615"/>
                  </a:cubicBezTo>
                  <a:cubicBezTo>
                    <a:pt x="2812410" y="93345"/>
                    <a:pt x="2813045" y="90805"/>
                    <a:pt x="2813045" y="88265"/>
                  </a:cubicBezTo>
                  <a:cubicBezTo>
                    <a:pt x="2813045" y="86995"/>
                    <a:pt x="2813045" y="85725"/>
                    <a:pt x="2811775" y="84455"/>
                  </a:cubicBezTo>
                  <a:cubicBezTo>
                    <a:pt x="2811140" y="83185"/>
                    <a:pt x="2809870" y="82550"/>
                    <a:pt x="2807965" y="81280"/>
                  </a:cubicBezTo>
                  <a:cubicBezTo>
                    <a:pt x="2806695" y="80010"/>
                    <a:pt x="2804790" y="79375"/>
                    <a:pt x="2802250" y="78105"/>
                  </a:cubicBezTo>
                  <a:cubicBezTo>
                    <a:pt x="2800345" y="77470"/>
                    <a:pt x="2797805" y="76200"/>
                    <a:pt x="2794630" y="74930"/>
                  </a:cubicBezTo>
                  <a:cubicBezTo>
                    <a:pt x="2790185" y="73025"/>
                    <a:pt x="2787010" y="71755"/>
                    <a:pt x="2783835" y="69850"/>
                  </a:cubicBezTo>
                  <a:cubicBezTo>
                    <a:pt x="2780660" y="67945"/>
                    <a:pt x="2778755" y="66675"/>
                    <a:pt x="2776850" y="64770"/>
                  </a:cubicBezTo>
                  <a:cubicBezTo>
                    <a:pt x="2774945" y="62865"/>
                    <a:pt x="2773675" y="60960"/>
                    <a:pt x="2773040" y="58420"/>
                  </a:cubicBezTo>
                  <a:cubicBezTo>
                    <a:pt x="2772405" y="55880"/>
                    <a:pt x="2771770" y="53340"/>
                    <a:pt x="2771770" y="50165"/>
                  </a:cubicBezTo>
                  <a:cubicBezTo>
                    <a:pt x="2771770" y="46990"/>
                    <a:pt x="2772405" y="43815"/>
                    <a:pt x="2773675" y="40640"/>
                  </a:cubicBezTo>
                  <a:cubicBezTo>
                    <a:pt x="2774945" y="38100"/>
                    <a:pt x="2776850" y="35560"/>
                    <a:pt x="2779390" y="34290"/>
                  </a:cubicBezTo>
                  <a:cubicBezTo>
                    <a:pt x="2781930" y="32385"/>
                    <a:pt x="2784470" y="31115"/>
                    <a:pt x="2787645" y="30480"/>
                  </a:cubicBezTo>
                  <a:cubicBezTo>
                    <a:pt x="2790820" y="29845"/>
                    <a:pt x="2794630" y="29210"/>
                    <a:pt x="2798440" y="29210"/>
                  </a:cubicBezTo>
                  <a:close/>
                  <a:moveTo>
                    <a:pt x="2723510" y="29210"/>
                  </a:moveTo>
                  <a:cubicBezTo>
                    <a:pt x="2725415" y="29210"/>
                    <a:pt x="2727320" y="29210"/>
                    <a:pt x="2729225" y="29210"/>
                  </a:cubicBezTo>
                  <a:cubicBezTo>
                    <a:pt x="2733670" y="29210"/>
                    <a:pt x="2738115" y="29845"/>
                    <a:pt x="2741290" y="31750"/>
                  </a:cubicBezTo>
                  <a:cubicBezTo>
                    <a:pt x="2744465" y="33020"/>
                    <a:pt x="2747640" y="35560"/>
                    <a:pt x="2750180" y="38100"/>
                  </a:cubicBezTo>
                  <a:cubicBezTo>
                    <a:pt x="2752720" y="41275"/>
                    <a:pt x="2753990" y="44450"/>
                    <a:pt x="2755260" y="48895"/>
                  </a:cubicBezTo>
                  <a:cubicBezTo>
                    <a:pt x="2756530" y="53340"/>
                    <a:pt x="2757165" y="58420"/>
                    <a:pt x="2757165" y="64135"/>
                  </a:cubicBezTo>
                  <a:lnTo>
                    <a:pt x="2757165" y="108585"/>
                  </a:lnTo>
                  <a:lnTo>
                    <a:pt x="2741925" y="108585"/>
                  </a:lnTo>
                  <a:lnTo>
                    <a:pt x="2741290" y="108585"/>
                  </a:lnTo>
                  <a:lnTo>
                    <a:pt x="2741290" y="64770"/>
                  </a:lnTo>
                  <a:cubicBezTo>
                    <a:pt x="2741290" y="57785"/>
                    <a:pt x="2740020" y="52070"/>
                    <a:pt x="2737480" y="48895"/>
                  </a:cubicBezTo>
                  <a:cubicBezTo>
                    <a:pt x="2734940" y="45085"/>
                    <a:pt x="2731130" y="43180"/>
                    <a:pt x="2725415" y="43180"/>
                  </a:cubicBezTo>
                  <a:cubicBezTo>
                    <a:pt x="2722875" y="43180"/>
                    <a:pt x="2720970" y="43180"/>
                    <a:pt x="2718430" y="44450"/>
                  </a:cubicBezTo>
                  <a:cubicBezTo>
                    <a:pt x="2716525" y="45085"/>
                    <a:pt x="2714620" y="46990"/>
                    <a:pt x="2713350" y="48260"/>
                  </a:cubicBezTo>
                  <a:cubicBezTo>
                    <a:pt x="2712080" y="50165"/>
                    <a:pt x="2710810" y="52070"/>
                    <a:pt x="2710175" y="54610"/>
                  </a:cubicBezTo>
                  <a:cubicBezTo>
                    <a:pt x="2710175" y="57150"/>
                    <a:pt x="2709540" y="59690"/>
                    <a:pt x="2709540" y="62865"/>
                  </a:cubicBezTo>
                  <a:lnTo>
                    <a:pt x="2709540" y="108585"/>
                  </a:lnTo>
                  <a:lnTo>
                    <a:pt x="2694300" y="108585"/>
                  </a:lnTo>
                  <a:lnTo>
                    <a:pt x="2694300" y="30480"/>
                  </a:lnTo>
                  <a:lnTo>
                    <a:pt x="2709540" y="30480"/>
                  </a:lnTo>
                  <a:lnTo>
                    <a:pt x="2709540" y="38100"/>
                  </a:lnTo>
                  <a:cubicBezTo>
                    <a:pt x="2709540" y="38100"/>
                    <a:pt x="2711445" y="35560"/>
                    <a:pt x="2713350" y="34290"/>
                  </a:cubicBezTo>
                  <a:cubicBezTo>
                    <a:pt x="2714620" y="33020"/>
                    <a:pt x="2716525" y="32385"/>
                    <a:pt x="2717795" y="31115"/>
                  </a:cubicBezTo>
                  <a:cubicBezTo>
                    <a:pt x="2719700" y="30480"/>
                    <a:pt x="2721605" y="29845"/>
                    <a:pt x="2723510" y="29210"/>
                  </a:cubicBezTo>
                  <a:close/>
                  <a:moveTo>
                    <a:pt x="2530470" y="29210"/>
                  </a:moveTo>
                  <a:cubicBezTo>
                    <a:pt x="2536185" y="29210"/>
                    <a:pt x="2540630" y="30480"/>
                    <a:pt x="2545075" y="32385"/>
                  </a:cubicBezTo>
                  <a:cubicBezTo>
                    <a:pt x="2548885" y="34290"/>
                    <a:pt x="2552695" y="37465"/>
                    <a:pt x="2555235" y="40640"/>
                  </a:cubicBezTo>
                  <a:cubicBezTo>
                    <a:pt x="2557775" y="44450"/>
                    <a:pt x="2559680" y="48260"/>
                    <a:pt x="2561585" y="53340"/>
                  </a:cubicBezTo>
                  <a:cubicBezTo>
                    <a:pt x="2562855" y="57785"/>
                    <a:pt x="2563490" y="62865"/>
                    <a:pt x="2563490" y="68580"/>
                  </a:cubicBezTo>
                  <a:lnTo>
                    <a:pt x="2562220" y="68580"/>
                  </a:lnTo>
                  <a:cubicBezTo>
                    <a:pt x="2562220" y="68580"/>
                    <a:pt x="2562220" y="71120"/>
                    <a:pt x="2562220" y="72390"/>
                  </a:cubicBezTo>
                  <a:cubicBezTo>
                    <a:pt x="2562220" y="73660"/>
                    <a:pt x="2562220" y="74295"/>
                    <a:pt x="2562220" y="75565"/>
                  </a:cubicBezTo>
                  <a:lnTo>
                    <a:pt x="2510785" y="75565"/>
                  </a:lnTo>
                  <a:cubicBezTo>
                    <a:pt x="2510785" y="79375"/>
                    <a:pt x="2512055" y="82550"/>
                    <a:pt x="2513325" y="85090"/>
                  </a:cubicBezTo>
                  <a:cubicBezTo>
                    <a:pt x="2514595" y="87630"/>
                    <a:pt x="2515865" y="90170"/>
                    <a:pt x="2517770" y="91440"/>
                  </a:cubicBezTo>
                  <a:cubicBezTo>
                    <a:pt x="2519675" y="93345"/>
                    <a:pt x="2521580" y="94615"/>
                    <a:pt x="2523485" y="95250"/>
                  </a:cubicBezTo>
                  <a:cubicBezTo>
                    <a:pt x="2525390" y="95885"/>
                    <a:pt x="2527930" y="96520"/>
                    <a:pt x="2530470" y="96520"/>
                  </a:cubicBezTo>
                  <a:cubicBezTo>
                    <a:pt x="2532375" y="96520"/>
                    <a:pt x="2533645" y="96520"/>
                    <a:pt x="2535550" y="96520"/>
                  </a:cubicBezTo>
                  <a:cubicBezTo>
                    <a:pt x="2536820" y="96520"/>
                    <a:pt x="2538725" y="95885"/>
                    <a:pt x="2539995" y="95250"/>
                  </a:cubicBezTo>
                  <a:cubicBezTo>
                    <a:pt x="2541265" y="95250"/>
                    <a:pt x="2542535" y="93980"/>
                    <a:pt x="2543805" y="93345"/>
                  </a:cubicBezTo>
                  <a:cubicBezTo>
                    <a:pt x="2545075" y="93345"/>
                    <a:pt x="2546345" y="92075"/>
                    <a:pt x="2548250" y="90805"/>
                  </a:cubicBezTo>
                  <a:lnTo>
                    <a:pt x="2557140" y="100330"/>
                  </a:lnTo>
                  <a:cubicBezTo>
                    <a:pt x="2557140" y="100330"/>
                    <a:pt x="2553330" y="103505"/>
                    <a:pt x="2551425" y="104775"/>
                  </a:cubicBezTo>
                  <a:cubicBezTo>
                    <a:pt x="2549520" y="106045"/>
                    <a:pt x="2547615" y="106680"/>
                    <a:pt x="2545710" y="107950"/>
                  </a:cubicBezTo>
                  <a:cubicBezTo>
                    <a:pt x="2543805" y="108585"/>
                    <a:pt x="2541265" y="109855"/>
                    <a:pt x="2538725" y="109855"/>
                  </a:cubicBezTo>
                  <a:cubicBezTo>
                    <a:pt x="2536185" y="109855"/>
                    <a:pt x="2533010" y="110490"/>
                    <a:pt x="2529835" y="110490"/>
                  </a:cubicBezTo>
                  <a:cubicBezTo>
                    <a:pt x="2526660" y="110490"/>
                    <a:pt x="2523485" y="110490"/>
                    <a:pt x="2520310" y="109220"/>
                  </a:cubicBezTo>
                  <a:cubicBezTo>
                    <a:pt x="2517135" y="108585"/>
                    <a:pt x="2514595" y="107315"/>
                    <a:pt x="2512690" y="105410"/>
                  </a:cubicBezTo>
                  <a:cubicBezTo>
                    <a:pt x="2510785" y="103505"/>
                    <a:pt x="2508245" y="102235"/>
                    <a:pt x="2506340" y="100330"/>
                  </a:cubicBezTo>
                  <a:cubicBezTo>
                    <a:pt x="2504435" y="98425"/>
                    <a:pt x="2502530" y="95885"/>
                    <a:pt x="2501260" y="92710"/>
                  </a:cubicBezTo>
                  <a:cubicBezTo>
                    <a:pt x="2499355" y="89535"/>
                    <a:pt x="2498085" y="86360"/>
                    <a:pt x="2497450" y="82550"/>
                  </a:cubicBezTo>
                  <a:cubicBezTo>
                    <a:pt x="2496815" y="78740"/>
                    <a:pt x="2496180" y="74295"/>
                    <a:pt x="2496180" y="69850"/>
                  </a:cubicBezTo>
                  <a:cubicBezTo>
                    <a:pt x="2496180" y="63500"/>
                    <a:pt x="2496815" y="57150"/>
                    <a:pt x="2498720" y="52070"/>
                  </a:cubicBezTo>
                  <a:cubicBezTo>
                    <a:pt x="2500625" y="46990"/>
                    <a:pt x="2502530" y="42545"/>
                    <a:pt x="2505705" y="39370"/>
                  </a:cubicBezTo>
                  <a:cubicBezTo>
                    <a:pt x="2508880" y="36195"/>
                    <a:pt x="2512055" y="33020"/>
                    <a:pt x="2516500" y="31750"/>
                  </a:cubicBezTo>
                  <a:cubicBezTo>
                    <a:pt x="2520945" y="29845"/>
                    <a:pt x="2525390" y="29210"/>
                    <a:pt x="2530470" y="29210"/>
                  </a:cubicBezTo>
                  <a:close/>
                  <a:moveTo>
                    <a:pt x="2298061" y="29210"/>
                  </a:moveTo>
                  <a:cubicBezTo>
                    <a:pt x="2301236" y="29210"/>
                    <a:pt x="2303776" y="29210"/>
                    <a:pt x="2305681" y="29845"/>
                  </a:cubicBezTo>
                  <a:cubicBezTo>
                    <a:pt x="2307586" y="29845"/>
                    <a:pt x="2309491" y="31115"/>
                    <a:pt x="2311396" y="32385"/>
                  </a:cubicBezTo>
                  <a:lnTo>
                    <a:pt x="2307586" y="46990"/>
                  </a:lnTo>
                  <a:lnTo>
                    <a:pt x="2306316" y="46990"/>
                  </a:lnTo>
                  <a:cubicBezTo>
                    <a:pt x="2306316" y="46990"/>
                    <a:pt x="2303141" y="45085"/>
                    <a:pt x="2301236" y="45085"/>
                  </a:cubicBezTo>
                  <a:cubicBezTo>
                    <a:pt x="2299331" y="45085"/>
                    <a:pt x="2297426" y="44450"/>
                    <a:pt x="2294886" y="44450"/>
                  </a:cubicBezTo>
                  <a:cubicBezTo>
                    <a:pt x="2289806" y="44450"/>
                    <a:pt x="2285996" y="46355"/>
                    <a:pt x="2283456" y="49530"/>
                  </a:cubicBezTo>
                  <a:cubicBezTo>
                    <a:pt x="2280916" y="52705"/>
                    <a:pt x="2279646" y="57785"/>
                    <a:pt x="2279646" y="64770"/>
                  </a:cubicBezTo>
                  <a:lnTo>
                    <a:pt x="2279646" y="109220"/>
                  </a:lnTo>
                  <a:lnTo>
                    <a:pt x="2264406" y="109220"/>
                  </a:lnTo>
                  <a:lnTo>
                    <a:pt x="2264406" y="31115"/>
                  </a:lnTo>
                  <a:lnTo>
                    <a:pt x="2279646" y="31115"/>
                  </a:lnTo>
                  <a:lnTo>
                    <a:pt x="2279646" y="38735"/>
                  </a:lnTo>
                  <a:cubicBezTo>
                    <a:pt x="2279646" y="38735"/>
                    <a:pt x="2281551" y="36195"/>
                    <a:pt x="2282821" y="34925"/>
                  </a:cubicBezTo>
                  <a:cubicBezTo>
                    <a:pt x="2284091" y="33655"/>
                    <a:pt x="2285361" y="33020"/>
                    <a:pt x="2287266" y="31750"/>
                  </a:cubicBezTo>
                  <a:cubicBezTo>
                    <a:pt x="2288536" y="31115"/>
                    <a:pt x="2290441" y="30480"/>
                    <a:pt x="2292346" y="29845"/>
                  </a:cubicBezTo>
                  <a:cubicBezTo>
                    <a:pt x="2294251" y="29845"/>
                    <a:pt x="2296156" y="29210"/>
                    <a:pt x="2298061" y="29210"/>
                  </a:cubicBezTo>
                  <a:close/>
                  <a:moveTo>
                    <a:pt x="2216145" y="29210"/>
                  </a:moveTo>
                  <a:cubicBezTo>
                    <a:pt x="2221860" y="29210"/>
                    <a:pt x="2226305" y="30480"/>
                    <a:pt x="2230750" y="32385"/>
                  </a:cubicBezTo>
                  <a:cubicBezTo>
                    <a:pt x="2234560" y="34290"/>
                    <a:pt x="2238370" y="37465"/>
                    <a:pt x="2240910" y="40640"/>
                  </a:cubicBezTo>
                  <a:cubicBezTo>
                    <a:pt x="2243450" y="44450"/>
                    <a:pt x="2245355" y="48260"/>
                    <a:pt x="2247260" y="53340"/>
                  </a:cubicBezTo>
                  <a:cubicBezTo>
                    <a:pt x="2248530" y="57785"/>
                    <a:pt x="2249165" y="62865"/>
                    <a:pt x="2249165" y="68580"/>
                  </a:cubicBezTo>
                  <a:lnTo>
                    <a:pt x="2247895" y="68580"/>
                  </a:lnTo>
                  <a:cubicBezTo>
                    <a:pt x="2247895" y="68580"/>
                    <a:pt x="2247895" y="71120"/>
                    <a:pt x="2247895" y="72390"/>
                  </a:cubicBezTo>
                  <a:cubicBezTo>
                    <a:pt x="2247895" y="73660"/>
                    <a:pt x="2247895" y="74295"/>
                    <a:pt x="2247895" y="75565"/>
                  </a:cubicBezTo>
                  <a:lnTo>
                    <a:pt x="2196460" y="75565"/>
                  </a:lnTo>
                  <a:cubicBezTo>
                    <a:pt x="2196460" y="79375"/>
                    <a:pt x="2197730" y="82550"/>
                    <a:pt x="2199000" y="85090"/>
                  </a:cubicBezTo>
                  <a:cubicBezTo>
                    <a:pt x="2200270" y="87630"/>
                    <a:pt x="2201540" y="90170"/>
                    <a:pt x="2203445" y="91440"/>
                  </a:cubicBezTo>
                  <a:cubicBezTo>
                    <a:pt x="2205350" y="93345"/>
                    <a:pt x="2207255" y="94615"/>
                    <a:pt x="2209160" y="95250"/>
                  </a:cubicBezTo>
                  <a:cubicBezTo>
                    <a:pt x="2211065" y="95885"/>
                    <a:pt x="2213605" y="96520"/>
                    <a:pt x="2216145" y="96520"/>
                  </a:cubicBezTo>
                  <a:cubicBezTo>
                    <a:pt x="2218050" y="96520"/>
                    <a:pt x="2219320" y="96520"/>
                    <a:pt x="2221225" y="96520"/>
                  </a:cubicBezTo>
                  <a:cubicBezTo>
                    <a:pt x="2222495" y="96520"/>
                    <a:pt x="2224400" y="95885"/>
                    <a:pt x="2225670" y="95250"/>
                  </a:cubicBezTo>
                  <a:cubicBezTo>
                    <a:pt x="2226940" y="95250"/>
                    <a:pt x="2228210" y="93980"/>
                    <a:pt x="2229480" y="93345"/>
                  </a:cubicBezTo>
                  <a:cubicBezTo>
                    <a:pt x="2230750" y="93345"/>
                    <a:pt x="2232020" y="92075"/>
                    <a:pt x="2233925" y="90805"/>
                  </a:cubicBezTo>
                  <a:lnTo>
                    <a:pt x="2242815" y="100330"/>
                  </a:lnTo>
                  <a:cubicBezTo>
                    <a:pt x="2242815" y="100330"/>
                    <a:pt x="2239005" y="103505"/>
                    <a:pt x="2237100" y="104775"/>
                  </a:cubicBezTo>
                  <a:cubicBezTo>
                    <a:pt x="2235195" y="106045"/>
                    <a:pt x="2233290" y="106680"/>
                    <a:pt x="2231385" y="107950"/>
                  </a:cubicBezTo>
                  <a:cubicBezTo>
                    <a:pt x="2229480" y="108585"/>
                    <a:pt x="2226940" y="109855"/>
                    <a:pt x="2224400" y="109855"/>
                  </a:cubicBezTo>
                  <a:cubicBezTo>
                    <a:pt x="2221860" y="109855"/>
                    <a:pt x="2218685" y="110490"/>
                    <a:pt x="2215510" y="110490"/>
                  </a:cubicBezTo>
                  <a:cubicBezTo>
                    <a:pt x="2212335" y="110490"/>
                    <a:pt x="2209160" y="110490"/>
                    <a:pt x="2205985" y="109220"/>
                  </a:cubicBezTo>
                  <a:cubicBezTo>
                    <a:pt x="2202810" y="108585"/>
                    <a:pt x="2200270" y="107315"/>
                    <a:pt x="2198365" y="105410"/>
                  </a:cubicBezTo>
                  <a:cubicBezTo>
                    <a:pt x="2195825" y="104140"/>
                    <a:pt x="2193920" y="102235"/>
                    <a:pt x="2192015" y="100330"/>
                  </a:cubicBezTo>
                  <a:cubicBezTo>
                    <a:pt x="2190110" y="98425"/>
                    <a:pt x="2188205" y="95885"/>
                    <a:pt x="2186935" y="92710"/>
                  </a:cubicBezTo>
                  <a:cubicBezTo>
                    <a:pt x="2185030" y="89535"/>
                    <a:pt x="2183760" y="86360"/>
                    <a:pt x="2183125" y="82550"/>
                  </a:cubicBezTo>
                  <a:cubicBezTo>
                    <a:pt x="2182490" y="78740"/>
                    <a:pt x="2181855" y="74295"/>
                    <a:pt x="2181855" y="69850"/>
                  </a:cubicBezTo>
                  <a:cubicBezTo>
                    <a:pt x="2181855" y="63500"/>
                    <a:pt x="2182490" y="57150"/>
                    <a:pt x="2184395" y="52070"/>
                  </a:cubicBezTo>
                  <a:cubicBezTo>
                    <a:pt x="2186300" y="46990"/>
                    <a:pt x="2188205" y="42545"/>
                    <a:pt x="2191380" y="39370"/>
                  </a:cubicBezTo>
                  <a:cubicBezTo>
                    <a:pt x="2194555" y="36195"/>
                    <a:pt x="2197730" y="33020"/>
                    <a:pt x="2202175" y="31750"/>
                  </a:cubicBezTo>
                  <a:cubicBezTo>
                    <a:pt x="2206620" y="29845"/>
                    <a:pt x="2211065" y="29210"/>
                    <a:pt x="2216145" y="29210"/>
                  </a:cubicBezTo>
                  <a:close/>
                  <a:moveTo>
                    <a:pt x="2029456" y="29210"/>
                  </a:moveTo>
                  <a:cubicBezTo>
                    <a:pt x="2035171" y="29210"/>
                    <a:pt x="2039616" y="30480"/>
                    <a:pt x="2044061" y="32385"/>
                  </a:cubicBezTo>
                  <a:cubicBezTo>
                    <a:pt x="2047871" y="34290"/>
                    <a:pt x="2051681" y="37465"/>
                    <a:pt x="2054221" y="40640"/>
                  </a:cubicBezTo>
                  <a:cubicBezTo>
                    <a:pt x="2056761" y="44450"/>
                    <a:pt x="2058666" y="48260"/>
                    <a:pt x="2060571" y="53340"/>
                  </a:cubicBezTo>
                  <a:cubicBezTo>
                    <a:pt x="2061841" y="57785"/>
                    <a:pt x="2062476" y="62865"/>
                    <a:pt x="2062476" y="68580"/>
                  </a:cubicBezTo>
                  <a:lnTo>
                    <a:pt x="2061206" y="68580"/>
                  </a:lnTo>
                  <a:cubicBezTo>
                    <a:pt x="2061206" y="68580"/>
                    <a:pt x="2061206" y="71120"/>
                    <a:pt x="2061206" y="72390"/>
                  </a:cubicBezTo>
                  <a:cubicBezTo>
                    <a:pt x="2061206" y="73660"/>
                    <a:pt x="2061206" y="74295"/>
                    <a:pt x="2061206" y="75565"/>
                  </a:cubicBezTo>
                  <a:lnTo>
                    <a:pt x="2009771" y="75565"/>
                  </a:lnTo>
                  <a:cubicBezTo>
                    <a:pt x="2009771" y="79375"/>
                    <a:pt x="2011041" y="82550"/>
                    <a:pt x="2012311" y="85090"/>
                  </a:cubicBezTo>
                  <a:cubicBezTo>
                    <a:pt x="2013581" y="87630"/>
                    <a:pt x="2014851" y="90170"/>
                    <a:pt x="2016756" y="91440"/>
                  </a:cubicBezTo>
                  <a:cubicBezTo>
                    <a:pt x="2018661" y="93345"/>
                    <a:pt x="2020566" y="94615"/>
                    <a:pt x="2022471" y="95250"/>
                  </a:cubicBezTo>
                  <a:cubicBezTo>
                    <a:pt x="2024376" y="95885"/>
                    <a:pt x="2026916" y="96520"/>
                    <a:pt x="2029456" y="96520"/>
                  </a:cubicBezTo>
                  <a:cubicBezTo>
                    <a:pt x="2031361" y="96520"/>
                    <a:pt x="2032631" y="96520"/>
                    <a:pt x="2034536" y="96520"/>
                  </a:cubicBezTo>
                  <a:cubicBezTo>
                    <a:pt x="2035806" y="96520"/>
                    <a:pt x="2037711" y="95885"/>
                    <a:pt x="2038981" y="95250"/>
                  </a:cubicBezTo>
                  <a:cubicBezTo>
                    <a:pt x="2040251" y="95250"/>
                    <a:pt x="2041521" y="93980"/>
                    <a:pt x="2042791" y="93345"/>
                  </a:cubicBezTo>
                  <a:cubicBezTo>
                    <a:pt x="2044061" y="93345"/>
                    <a:pt x="2045331" y="92075"/>
                    <a:pt x="2047236" y="90805"/>
                  </a:cubicBezTo>
                  <a:lnTo>
                    <a:pt x="2056126" y="100330"/>
                  </a:lnTo>
                  <a:cubicBezTo>
                    <a:pt x="2056126" y="100330"/>
                    <a:pt x="2052316" y="103505"/>
                    <a:pt x="2050411" y="104775"/>
                  </a:cubicBezTo>
                  <a:cubicBezTo>
                    <a:pt x="2048506" y="106045"/>
                    <a:pt x="2046601" y="106680"/>
                    <a:pt x="2044696" y="107950"/>
                  </a:cubicBezTo>
                  <a:cubicBezTo>
                    <a:pt x="2042791" y="108585"/>
                    <a:pt x="2040251" y="109855"/>
                    <a:pt x="2037711" y="109855"/>
                  </a:cubicBezTo>
                  <a:cubicBezTo>
                    <a:pt x="2035171" y="109855"/>
                    <a:pt x="2031996" y="110490"/>
                    <a:pt x="2028821" y="110490"/>
                  </a:cubicBezTo>
                  <a:cubicBezTo>
                    <a:pt x="2025646" y="110490"/>
                    <a:pt x="2022471" y="110490"/>
                    <a:pt x="2019296" y="109220"/>
                  </a:cubicBezTo>
                  <a:cubicBezTo>
                    <a:pt x="2016121" y="108585"/>
                    <a:pt x="2013581" y="107315"/>
                    <a:pt x="2011676" y="105410"/>
                  </a:cubicBezTo>
                  <a:cubicBezTo>
                    <a:pt x="2009136" y="104140"/>
                    <a:pt x="2007231" y="102235"/>
                    <a:pt x="2005326" y="100330"/>
                  </a:cubicBezTo>
                  <a:cubicBezTo>
                    <a:pt x="2003421" y="98425"/>
                    <a:pt x="2001516" y="95885"/>
                    <a:pt x="2000246" y="92710"/>
                  </a:cubicBezTo>
                  <a:cubicBezTo>
                    <a:pt x="1998341" y="89535"/>
                    <a:pt x="1997071" y="86360"/>
                    <a:pt x="1996436" y="82550"/>
                  </a:cubicBezTo>
                  <a:cubicBezTo>
                    <a:pt x="1995801" y="78740"/>
                    <a:pt x="1995166" y="74295"/>
                    <a:pt x="1995166" y="69850"/>
                  </a:cubicBezTo>
                  <a:cubicBezTo>
                    <a:pt x="1995166" y="63500"/>
                    <a:pt x="1995801" y="57150"/>
                    <a:pt x="1997706" y="52070"/>
                  </a:cubicBezTo>
                  <a:cubicBezTo>
                    <a:pt x="1999611" y="46990"/>
                    <a:pt x="2001516" y="42545"/>
                    <a:pt x="2004691" y="39370"/>
                  </a:cubicBezTo>
                  <a:cubicBezTo>
                    <a:pt x="2007866" y="36195"/>
                    <a:pt x="2011041" y="33020"/>
                    <a:pt x="2015486" y="31750"/>
                  </a:cubicBezTo>
                  <a:cubicBezTo>
                    <a:pt x="2019931" y="29845"/>
                    <a:pt x="2024376" y="29210"/>
                    <a:pt x="2029456" y="29210"/>
                  </a:cubicBezTo>
                  <a:close/>
                  <a:moveTo>
                    <a:pt x="1831336" y="29210"/>
                  </a:moveTo>
                  <a:cubicBezTo>
                    <a:pt x="1837051" y="29210"/>
                    <a:pt x="1841496" y="30480"/>
                    <a:pt x="1845941" y="32385"/>
                  </a:cubicBezTo>
                  <a:cubicBezTo>
                    <a:pt x="1849751" y="34290"/>
                    <a:pt x="1853561" y="37465"/>
                    <a:pt x="1856101" y="40640"/>
                  </a:cubicBezTo>
                  <a:cubicBezTo>
                    <a:pt x="1858641" y="44450"/>
                    <a:pt x="1860546" y="48260"/>
                    <a:pt x="1862451" y="53340"/>
                  </a:cubicBezTo>
                  <a:cubicBezTo>
                    <a:pt x="1863721" y="57785"/>
                    <a:pt x="1864356" y="62865"/>
                    <a:pt x="1864356" y="68580"/>
                  </a:cubicBezTo>
                  <a:lnTo>
                    <a:pt x="1863086" y="68580"/>
                  </a:lnTo>
                  <a:cubicBezTo>
                    <a:pt x="1863086" y="68580"/>
                    <a:pt x="1863086" y="71120"/>
                    <a:pt x="1863086" y="72390"/>
                  </a:cubicBezTo>
                  <a:cubicBezTo>
                    <a:pt x="1863086" y="73660"/>
                    <a:pt x="1863086" y="74295"/>
                    <a:pt x="1863086" y="75565"/>
                  </a:cubicBezTo>
                  <a:lnTo>
                    <a:pt x="1811651" y="75565"/>
                  </a:lnTo>
                  <a:cubicBezTo>
                    <a:pt x="1811651" y="79375"/>
                    <a:pt x="1812921" y="82550"/>
                    <a:pt x="1814191" y="85090"/>
                  </a:cubicBezTo>
                  <a:cubicBezTo>
                    <a:pt x="1815461" y="87630"/>
                    <a:pt x="1816731" y="90170"/>
                    <a:pt x="1818636" y="91440"/>
                  </a:cubicBezTo>
                  <a:cubicBezTo>
                    <a:pt x="1820541" y="93345"/>
                    <a:pt x="1822446" y="94615"/>
                    <a:pt x="1824351" y="95250"/>
                  </a:cubicBezTo>
                  <a:cubicBezTo>
                    <a:pt x="1826256" y="95885"/>
                    <a:pt x="1828796" y="96520"/>
                    <a:pt x="1831336" y="96520"/>
                  </a:cubicBezTo>
                  <a:cubicBezTo>
                    <a:pt x="1833241" y="96520"/>
                    <a:pt x="1834511" y="96520"/>
                    <a:pt x="1836416" y="96520"/>
                  </a:cubicBezTo>
                  <a:cubicBezTo>
                    <a:pt x="1837686" y="96520"/>
                    <a:pt x="1839591" y="95885"/>
                    <a:pt x="1840861" y="95250"/>
                  </a:cubicBezTo>
                  <a:cubicBezTo>
                    <a:pt x="1842131" y="95250"/>
                    <a:pt x="1843401" y="93980"/>
                    <a:pt x="1844671" y="93345"/>
                  </a:cubicBezTo>
                  <a:cubicBezTo>
                    <a:pt x="1845941" y="93345"/>
                    <a:pt x="1847211" y="92075"/>
                    <a:pt x="1849116" y="90805"/>
                  </a:cubicBezTo>
                  <a:lnTo>
                    <a:pt x="1858006" y="100330"/>
                  </a:lnTo>
                  <a:cubicBezTo>
                    <a:pt x="1858006" y="100330"/>
                    <a:pt x="1854196" y="103505"/>
                    <a:pt x="1852291" y="104775"/>
                  </a:cubicBezTo>
                  <a:cubicBezTo>
                    <a:pt x="1850386" y="106045"/>
                    <a:pt x="1848481" y="106680"/>
                    <a:pt x="1846576" y="107950"/>
                  </a:cubicBezTo>
                  <a:cubicBezTo>
                    <a:pt x="1844671" y="108585"/>
                    <a:pt x="1842131" y="109855"/>
                    <a:pt x="1839591" y="109855"/>
                  </a:cubicBezTo>
                  <a:cubicBezTo>
                    <a:pt x="1837051" y="109855"/>
                    <a:pt x="1833876" y="110490"/>
                    <a:pt x="1830701" y="110490"/>
                  </a:cubicBezTo>
                  <a:cubicBezTo>
                    <a:pt x="1827526" y="110490"/>
                    <a:pt x="1824351" y="110490"/>
                    <a:pt x="1821176" y="109220"/>
                  </a:cubicBezTo>
                  <a:cubicBezTo>
                    <a:pt x="1818001" y="108585"/>
                    <a:pt x="1815461" y="107315"/>
                    <a:pt x="1813556" y="105410"/>
                  </a:cubicBezTo>
                  <a:cubicBezTo>
                    <a:pt x="1811016" y="104140"/>
                    <a:pt x="1809111" y="102235"/>
                    <a:pt x="1807206" y="100330"/>
                  </a:cubicBezTo>
                  <a:cubicBezTo>
                    <a:pt x="1805301" y="98425"/>
                    <a:pt x="1803396" y="95885"/>
                    <a:pt x="1802126" y="92710"/>
                  </a:cubicBezTo>
                  <a:cubicBezTo>
                    <a:pt x="1800221" y="89535"/>
                    <a:pt x="1798951" y="86360"/>
                    <a:pt x="1798316" y="82550"/>
                  </a:cubicBezTo>
                  <a:cubicBezTo>
                    <a:pt x="1797681" y="78740"/>
                    <a:pt x="1797046" y="74295"/>
                    <a:pt x="1797046" y="69850"/>
                  </a:cubicBezTo>
                  <a:cubicBezTo>
                    <a:pt x="1797046" y="63500"/>
                    <a:pt x="1797681" y="57150"/>
                    <a:pt x="1799586" y="52070"/>
                  </a:cubicBezTo>
                  <a:cubicBezTo>
                    <a:pt x="1801491" y="46990"/>
                    <a:pt x="1803396" y="42545"/>
                    <a:pt x="1806571" y="39370"/>
                  </a:cubicBezTo>
                  <a:cubicBezTo>
                    <a:pt x="1809746" y="36195"/>
                    <a:pt x="1812921" y="33020"/>
                    <a:pt x="1817366" y="31750"/>
                  </a:cubicBezTo>
                  <a:cubicBezTo>
                    <a:pt x="1821811" y="29845"/>
                    <a:pt x="1826256" y="29210"/>
                    <a:pt x="1831336" y="29210"/>
                  </a:cubicBezTo>
                  <a:close/>
                  <a:moveTo>
                    <a:pt x="1501140" y="29210"/>
                  </a:moveTo>
                  <a:cubicBezTo>
                    <a:pt x="1503046" y="29210"/>
                    <a:pt x="1504951" y="29210"/>
                    <a:pt x="1506856" y="29210"/>
                  </a:cubicBezTo>
                  <a:cubicBezTo>
                    <a:pt x="1511301" y="29210"/>
                    <a:pt x="1515746" y="29845"/>
                    <a:pt x="1518920" y="31750"/>
                  </a:cubicBezTo>
                  <a:cubicBezTo>
                    <a:pt x="1522096" y="33020"/>
                    <a:pt x="1525271" y="35560"/>
                    <a:pt x="1527811" y="38100"/>
                  </a:cubicBezTo>
                  <a:cubicBezTo>
                    <a:pt x="1530351" y="41275"/>
                    <a:pt x="1531621" y="44450"/>
                    <a:pt x="1532891" y="48895"/>
                  </a:cubicBezTo>
                  <a:cubicBezTo>
                    <a:pt x="1534161" y="53340"/>
                    <a:pt x="1534796" y="58420"/>
                    <a:pt x="1534796" y="64135"/>
                  </a:cubicBezTo>
                  <a:lnTo>
                    <a:pt x="1534796" y="108585"/>
                  </a:lnTo>
                  <a:lnTo>
                    <a:pt x="1519556" y="108585"/>
                  </a:lnTo>
                  <a:lnTo>
                    <a:pt x="1518920" y="108585"/>
                  </a:lnTo>
                  <a:lnTo>
                    <a:pt x="1518920" y="64770"/>
                  </a:lnTo>
                  <a:cubicBezTo>
                    <a:pt x="1518920" y="57785"/>
                    <a:pt x="1517651" y="52070"/>
                    <a:pt x="1515111" y="48895"/>
                  </a:cubicBezTo>
                  <a:cubicBezTo>
                    <a:pt x="1512571" y="45085"/>
                    <a:pt x="1508761" y="43180"/>
                    <a:pt x="1503046" y="43180"/>
                  </a:cubicBezTo>
                  <a:cubicBezTo>
                    <a:pt x="1500506" y="43180"/>
                    <a:pt x="1498601" y="43180"/>
                    <a:pt x="1496061" y="44450"/>
                  </a:cubicBezTo>
                  <a:cubicBezTo>
                    <a:pt x="1494156" y="45085"/>
                    <a:pt x="1492250" y="46990"/>
                    <a:pt x="1490981" y="48260"/>
                  </a:cubicBezTo>
                  <a:cubicBezTo>
                    <a:pt x="1489711" y="50165"/>
                    <a:pt x="1488441" y="52070"/>
                    <a:pt x="1487806" y="54610"/>
                  </a:cubicBezTo>
                  <a:cubicBezTo>
                    <a:pt x="1487806" y="57150"/>
                    <a:pt x="1487170" y="59690"/>
                    <a:pt x="1487170" y="62865"/>
                  </a:cubicBezTo>
                  <a:lnTo>
                    <a:pt x="1487170" y="108585"/>
                  </a:lnTo>
                  <a:lnTo>
                    <a:pt x="1471931" y="108585"/>
                  </a:lnTo>
                  <a:lnTo>
                    <a:pt x="1471931" y="30480"/>
                  </a:lnTo>
                  <a:lnTo>
                    <a:pt x="1487170" y="30480"/>
                  </a:lnTo>
                  <a:lnTo>
                    <a:pt x="1487170" y="38100"/>
                  </a:lnTo>
                  <a:cubicBezTo>
                    <a:pt x="1487170" y="38100"/>
                    <a:pt x="1489076" y="35560"/>
                    <a:pt x="1490981" y="34290"/>
                  </a:cubicBezTo>
                  <a:cubicBezTo>
                    <a:pt x="1492250" y="33020"/>
                    <a:pt x="1494156" y="32385"/>
                    <a:pt x="1495426" y="31115"/>
                  </a:cubicBezTo>
                  <a:cubicBezTo>
                    <a:pt x="1497331" y="30480"/>
                    <a:pt x="1499236" y="29845"/>
                    <a:pt x="1501140" y="29210"/>
                  </a:cubicBezTo>
                  <a:close/>
                  <a:moveTo>
                    <a:pt x="1250316" y="29210"/>
                  </a:moveTo>
                  <a:cubicBezTo>
                    <a:pt x="1255396" y="29210"/>
                    <a:pt x="1259841" y="29845"/>
                    <a:pt x="1264286" y="31750"/>
                  </a:cubicBezTo>
                  <a:cubicBezTo>
                    <a:pt x="1268731" y="33655"/>
                    <a:pt x="1273176" y="35560"/>
                    <a:pt x="1276350" y="38100"/>
                  </a:cubicBezTo>
                  <a:lnTo>
                    <a:pt x="1278256" y="38100"/>
                  </a:lnTo>
                  <a:lnTo>
                    <a:pt x="1271271" y="50165"/>
                  </a:lnTo>
                  <a:cubicBezTo>
                    <a:pt x="1268095" y="47625"/>
                    <a:pt x="1264921" y="46355"/>
                    <a:pt x="1261746" y="45085"/>
                  </a:cubicBezTo>
                  <a:cubicBezTo>
                    <a:pt x="1258570" y="43815"/>
                    <a:pt x="1254761" y="43180"/>
                    <a:pt x="1250951" y="43180"/>
                  </a:cubicBezTo>
                  <a:cubicBezTo>
                    <a:pt x="1247141" y="43180"/>
                    <a:pt x="1244601" y="43815"/>
                    <a:pt x="1242696" y="45085"/>
                  </a:cubicBezTo>
                  <a:cubicBezTo>
                    <a:pt x="1240791" y="46355"/>
                    <a:pt x="1240156" y="48260"/>
                    <a:pt x="1240156" y="50165"/>
                  </a:cubicBezTo>
                  <a:cubicBezTo>
                    <a:pt x="1240156" y="51435"/>
                    <a:pt x="1240156" y="52070"/>
                    <a:pt x="1240156" y="52705"/>
                  </a:cubicBezTo>
                  <a:cubicBezTo>
                    <a:pt x="1240156" y="53340"/>
                    <a:pt x="1241426" y="54610"/>
                    <a:pt x="1242061" y="55245"/>
                  </a:cubicBezTo>
                  <a:cubicBezTo>
                    <a:pt x="1243331" y="55880"/>
                    <a:pt x="1244601" y="57150"/>
                    <a:pt x="1246506" y="57785"/>
                  </a:cubicBezTo>
                  <a:cubicBezTo>
                    <a:pt x="1248411" y="59055"/>
                    <a:pt x="1250951" y="59690"/>
                    <a:pt x="1253491" y="60960"/>
                  </a:cubicBezTo>
                  <a:cubicBezTo>
                    <a:pt x="1257936" y="62865"/>
                    <a:pt x="1261746" y="64135"/>
                    <a:pt x="1264921" y="66040"/>
                  </a:cubicBezTo>
                  <a:cubicBezTo>
                    <a:pt x="1268095" y="67310"/>
                    <a:pt x="1270635" y="69215"/>
                    <a:pt x="1273176" y="71120"/>
                  </a:cubicBezTo>
                  <a:cubicBezTo>
                    <a:pt x="1275080" y="73025"/>
                    <a:pt x="1276985" y="75565"/>
                    <a:pt x="1278256" y="78105"/>
                  </a:cubicBezTo>
                  <a:cubicBezTo>
                    <a:pt x="1279525" y="80645"/>
                    <a:pt x="1280161" y="83820"/>
                    <a:pt x="1280161" y="87630"/>
                  </a:cubicBezTo>
                  <a:cubicBezTo>
                    <a:pt x="1280161" y="92075"/>
                    <a:pt x="1279525" y="95250"/>
                    <a:pt x="1277621" y="98425"/>
                  </a:cubicBezTo>
                  <a:cubicBezTo>
                    <a:pt x="1275716" y="101600"/>
                    <a:pt x="1273811" y="103505"/>
                    <a:pt x="1271271" y="105410"/>
                  </a:cubicBezTo>
                  <a:cubicBezTo>
                    <a:pt x="1268731" y="107315"/>
                    <a:pt x="1265556" y="108585"/>
                    <a:pt x="1261746" y="109220"/>
                  </a:cubicBezTo>
                  <a:cubicBezTo>
                    <a:pt x="1257936" y="109855"/>
                    <a:pt x="1254761" y="110490"/>
                    <a:pt x="1250951" y="110490"/>
                  </a:cubicBezTo>
                  <a:cubicBezTo>
                    <a:pt x="1245871" y="110490"/>
                    <a:pt x="1240791" y="109855"/>
                    <a:pt x="1235711" y="107950"/>
                  </a:cubicBezTo>
                  <a:cubicBezTo>
                    <a:pt x="1229996" y="106045"/>
                    <a:pt x="1225551" y="103505"/>
                    <a:pt x="1221106" y="100965"/>
                  </a:cubicBezTo>
                  <a:lnTo>
                    <a:pt x="1228091" y="89535"/>
                  </a:lnTo>
                  <a:cubicBezTo>
                    <a:pt x="1231901" y="92075"/>
                    <a:pt x="1235711" y="93980"/>
                    <a:pt x="1239521" y="95250"/>
                  </a:cubicBezTo>
                  <a:cubicBezTo>
                    <a:pt x="1243331" y="96520"/>
                    <a:pt x="1247141" y="97155"/>
                    <a:pt x="1250951" y="97155"/>
                  </a:cubicBezTo>
                  <a:cubicBezTo>
                    <a:pt x="1256031" y="97155"/>
                    <a:pt x="1259205" y="96520"/>
                    <a:pt x="1261746" y="94615"/>
                  </a:cubicBezTo>
                  <a:cubicBezTo>
                    <a:pt x="1264286" y="93345"/>
                    <a:pt x="1264921" y="90805"/>
                    <a:pt x="1264921" y="88265"/>
                  </a:cubicBezTo>
                  <a:cubicBezTo>
                    <a:pt x="1264921" y="86995"/>
                    <a:pt x="1264921" y="85725"/>
                    <a:pt x="1263650" y="84455"/>
                  </a:cubicBezTo>
                  <a:cubicBezTo>
                    <a:pt x="1263015" y="83185"/>
                    <a:pt x="1261746" y="82550"/>
                    <a:pt x="1259841" y="81280"/>
                  </a:cubicBezTo>
                  <a:cubicBezTo>
                    <a:pt x="1258570" y="80010"/>
                    <a:pt x="1256666" y="79375"/>
                    <a:pt x="1254125" y="78105"/>
                  </a:cubicBezTo>
                  <a:cubicBezTo>
                    <a:pt x="1252221" y="77470"/>
                    <a:pt x="1249681" y="76200"/>
                    <a:pt x="1246506" y="74930"/>
                  </a:cubicBezTo>
                  <a:cubicBezTo>
                    <a:pt x="1242061" y="73025"/>
                    <a:pt x="1238886" y="71755"/>
                    <a:pt x="1235711" y="69850"/>
                  </a:cubicBezTo>
                  <a:cubicBezTo>
                    <a:pt x="1232536" y="67945"/>
                    <a:pt x="1230631" y="66675"/>
                    <a:pt x="1228726" y="64770"/>
                  </a:cubicBezTo>
                  <a:cubicBezTo>
                    <a:pt x="1226821" y="62865"/>
                    <a:pt x="1225551" y="60960"/>
                    <a:pt x="1224916" y="58420"/>
                  </a:cubicBezTo>
                  <a:cubicBezTo>
                    <a:pt x="1224281" y="55880"/>
                    <a:pt x="1223646" y="53340"/>
                    <a:pt x="1223646" y="50165"/>
                  </a:cubicBezTo>
                  <a:cubicBezTo>
                    <a:pt x="1223646" y="46990"/>
                    <a:pt x="1224281" y="43815"/>
                    <a:pt x="1225551" y="40640"/>
                  </a:cubicBezTo>
                  <a:cubicBezTo>
                    <a:pt x="1226821" y="38100"/>
                    <a:pt x="1228726" y="35560"/>
                    <a:pt x="1231266" y="34290"/>
                  </a:cubicBezTo>
                  <a:cubicBezTo>
                    <a:pt x="1233806" y="32385"/>
                    <a:pt x="1236346" y="31115"/>
                    <a:pt x="1239521" y="30480"/>
                  </a:cubicBezTo>
                  <a:cubicBezTo>
                    <a:pt x="1242696" y="29845"/>
                    <a:pt x="1246506" y="29210"/>
                    <a:pt x="1250316" y="29210"/>
                  </a:cubicBezTo>
                  <a:close/>
                  <a:moveTo>
                    <a:pt x="1180466" y="29210"/>
                  </a:moveTo>
                  <a:cubicBezTo>
                    <a:pt x="1186181" y="29210"/>
                    <a:pt x="1190626" y="30480"/>
                    <a:pt x="1195071" y="32385"/>
                  </a:cubicBezTo>
                  <a:cubicBezTo>
                    <a:pt x="1198881" y="34290"/>
                    <a:pt x="1202691" y="37465"/>
                    <a:pt x="1205231" y="40640"/>
                  </a:cubicBezTo>
                  <a:cubicBezTo>
                    <a:pt x="1207771" y="44450"/>
                    <a:pt x="1209676" y="48260"/>
                    <a:pt x="1211581" y="53340"/>
                  </a:cubicBezTo>
                  <a:cubicBezTo>
                    <a:pt x="1212851" y="57785"/>
                    <a:pt x="1213486" y="62865"/>
                    <a:pt x="1213486" y="68580"/>
                  </a:cubicBezTo>
                  <a:lnTo>
                    <a:pt x="1212216" y="68580"/>
                  </a:lnTo>
                  <a:cubicBezTo>
                    <a:pt x="1212216" y="68580"/>
                    <a:pt x="1212216" y="71120"/>
                    <a:pt x="1212216" y="72390"/>
                  </a:cubicBezTo>
                  <a:cubicBezTo>
                    <a:pt x="1212216" y="73660"/>
                    <a:pt x="1212216" y="74295"/>
                    <a:pt x="1212216" y="75565"/>
                  </a:cubicBezTo>
                  <a:lnTo>
                    <a:pt x="1160781" y="75565"/>
                  </a:lnTo>
                  <a:cubicBezTo>
                    <a:pt x="1160781" y="79375"/>
                    <a:pt x="1162051" y="82550"/>
                    <a:pt x="1163321" y="85090"/>
                  </a:cubicBezTo>
                  <a:cubicBezTo>
                    <a:pt x="1164591" y="87630"/>
                    <a:pt x="1165861" y="90170"/>
                    <a:pt x="1167766" y="91440"/>
                  </a:cubicBezTo>
                  <a:cubicBezTo>
                    <a:pt x="1169671" y="93345"/>
                    <a:pt x="1171576" y="94615"/>
                    <a:pt x="1173481" y="95250"/>
                  </a:cubicBezTo>
                  <a:cubicBezTo>
                    <a:pt x="1175386" y="95885"/>
                    <a:pt x="1177926" y="96520"/>
                    <a:pt x="1180466" y="96520"/>
                  </a:cubicBezTo>
                  <a:cubicBezTo>
                    <a:pt x="1182371" y="96520"/>
                    <a:pt x="1183641" y="96520"/>
                    <a:pt x="1185546" y="96520"/>
                  </a:cubicBezTo>
                  <a:cubicBezTo>
                    <a:pt x="1186816" y="96520"/>
                    <a:pt x="1188721" y="95885"/>
                    <a:pt x="1189991" y="95250"/>
                  </a:cubicBezTo>
                  <a:cubicBezTo>
                    <a:pt x="1191261" y="95250"/>
                    <a:pt x="1192531" y="93980"/>
                    <a:pt x="1193801" y="93345"/>
                  </a:cubicBezTo>
                  <a:cubicBezTo>
                    <a:pt x="1195071" y="93345"/>
                    <a:pt x="1196341" y="92075"/>
                    <a:pt x="1198246" y="90805"/>
                  </a:cubicBezTo>
                  <a:lnTo>
                    <a:pt x="1207136" y="100330"/>
                  </a:lnTo>
                  <a:cubicBezTo>
                    <a:pt x="1207136" y="100330"/>
                    <a:pt x="1203326" y="103505"/>
                    <a:pt x="1201421" y="104775"/>
                  </a:cubicBezTo>
                  <a:cubicBezTo>
                    <a:pt x="1199516" y="106045"/>
                    <a:pt x="1197611" y="106680"/>
                    <a:pt x="1195706" y="107950"/>
                  </a:cubicBezTo>
                  <a:cubicBezTo>
                    <a:pt x="1193801" y="108585"/>
                    <a:pt x="1191261" y="109855"/>
                    <a:pt x="1188721" y="109855"/>
                  </a:cubicBezTo>
                  <a:cubicBezTo>
                    <a:pt x="1186181" y="109855"/>
                    <a:pt x="1183006" y="110490"/>
                    <a:pt x="1179831" y="110490"/>
                  </a:cubicBezTo>
                  <a:cubicBezTo>
                    <a:pt x="1176656" y="110490"/>
                    <a:pt x="1173481" y="110490"/>
                    <a:pt x="1170306" y="109220"/>
                  </a:cubicBezTo>
                  <a:cubicBezTo>
                    <a:pt x="1167131" y="108585"/>
                    <a:pt x="1164591" y="107315"/>
                    <a:pt x="1162686" y="105410"/>
                  </a:cubicBezTo>
                  <a:cubicBezTo>
                    <a:pt x="1160781" y="103505"/>
                    <a:pt x="1158241" y="102235"/>
                    <a:pt x="1156336" y="100330"/>
                  </a:cubicBezTo>
                  <a:cubicBezTo>
                    <a:pt x="1154431" y="98425"/>
                    <a:pt x="1152526" y="95885"/>
                    <a:pt x="1151256" y="92710"/>
                  </a:cubicBezTo>
                  <a:cubicBezTo>
                    <a:pt x="1149351" y="89535"/>
                    <a:pt x="1148081" y="86360"/>
                    <a:pt x="1147446" y="82550"/>
                  </a:cubicBezTo>
                  <a:cubicBezTo>
                    <a:pt x="1146811" y="78740"/>
                    <a:pt x="1146176" y="74295"/>
                    <a:pt x="1146176" y="69850"/>
                  </a:cubicBezTo>
                  <a:cubicBezTo>
                    <a:pt x="1146176" y="63500"/>
                    <a:pt x="1146811" y="57150"/>
                    <a:pt x="1148716" y="52070"/>
                  </a:cubicBezTo>
                  <a:cubicBezTo>
                    <a:pt x="1150621" y="46990"/>
                    <a:pt x="1152526" y="42545"/>
                    <a:pt x="1155701" y="39370"/>
                  </a:cubicBezTo>
                  <a:cubicBezTo>
                    <a:pt x="1158876" y="36195"/>
                    <a:pt x="1162051" y="33020"/>
                    <a:pt x="1166496" y="31750"/>
                  </a:cubicBezTo>
                  <a:cubicBezTo>
                    <a:pt x="1170941" y="29845"/>
                    <a:pt x="1175386" y="29210"/>
                    <a:pt x="1180466" y="29210"/>
                  </a:cubicBezTo>
                  <a:close/>
                  <a:moveTo>
                    <a:pt x="901065" y="29210"/>
                  </a:moveTo>
                  <a:cubicBezTo>
                    <a:pt x="906780" y="29210"/>
                    <a:pt x="911225" y="30480"/>
                    <a:pt x="915670" y="32385"/>
                  </a:cubicBezTo>
                  <a:cubicBezTo>
                    <a:pt x="919480" y="34290"/>
                    <a:pt x="923290" y="37465"/>
                    <a:pt x="925830" y="40640"/>
                  </a:cubicBezTo>
                  <a:cubicBezTo>
                    <a:pt x="928370" y="44450"/>
                    <a:pt x="930275" y="48260"/>
                    <a:pt x="932180" y="53340"/>
                  </a:cubicBezTo>
                  <a:cubicBezTo>
                    <a:pt x="933450" y="57785"/>
                    <a:pt x="934085" y="62865"/>
                    <a:pt x="934085" y="68580"/>
                  </a:cubicBezTo>
                  <a:lnTo>
                    <a:pt x="932815" y="68580"/>
                  </a:lnTo>
                  <a:cubicBezTo>
                    <a:pt x="932815" y="68580"/>
                    <a:pt x="932815" y="71120"/>
                    <a:pt x="932815" y="72390"/>
                  </a:cubicBezTo>
                  <a:cubicBezTo>
                    <a:pt x="932815" y="73660"/>
                    <a:pt x="932815" y="74295"/>
                    <a:pt x="932815" y="75565"/>
                  </a:cubicBezTo>
                  <a:lnTo>
                    <a:pt x="881380" y="75565"/>
                  </a:lnTo>
                  <a:cubicBezTo>
                    <a:pt x="881380" y="79375"/>
                    <a:pt x="882650" y="82550"/>
                    <a:pt x="883920" y="85090"/>
                  </a:cubicBezTo>
                  <a:cubicBezTo>
                    <a:pt x="885190" y="87630"/>
                    <a:pt x="886460" y="90170"/>
                    <a:pt x="888365" y="91440"/>
                  </a:cubicBezTo>
                  <a:cubicBezTo>
                    <a:pt x="890270" y="93345"/>
                    <a:pt x="892175" y="94615"/>
                    <a:pt x="894080" y="95250"/>
                  </a:cubicBezTo>
                  <a:cubicBezTo>
                    <a:pt x="895985" y="95885"/>
                    <a:pt x="898525" y="96520"/>
                    <a:pt x="901065" y="96520"/>
                  </a:cubicBezTo>
                  <a:cubicBezTo>
                    <a:pt x="902970" y="96520"/>
                    <a:pt x="904240" y="96520"/>
                    <a:pt x="906145" y="96520"/>
                  </a:cubicBezTo>
                  <a:cubicBezTo>
                    <a:pt x="907415" y="96520"/>
                    <a:pt x="909320" y="95885"/>
                    <a:pt x="910590" y="95250"/>
                  </a:cubicBezTo>
                  <a:cubicBezTo>
                    <a:pt x="911860" y="95250"/>
                    <a:pt x="913130" y="93980"/>
                    <a:pt x="914400" y="93345"/>
                  </a:cubicBezTo>
                  <a:cubicBezTo>
                    <a:pt x="915670" y="93345"/>
                    <a:pt x="916940" y="92075"/>
                    <a:pt x="918845" y="90805"/>
                  </a:cubicBezTo>
                  <a:lnTo>
                    <a:pt x="927735" y="100330"/>
                  </a:lnTo>
                  <a:cubicBezTo>
                    <a:pt x="927735" y="100330"/>
                    <a:pt x="923925" y="103505"/>
                    <a:pt x="922020" y="104775"/>
                  </a:cubicBezTo>
                  <a:cubicBezTo>
                    <a:pt x="920115" y="106045"/>
                    <a:pt x="918210" y="106680"/>
                    <a:pt x="916305" y="107950"/>
                  </a:cubicBezTo>
                  <a:cubicBezTo>
                    <a:pt x="914400" y="108585"/>
                    <a:pt x="911860" y="109855"/>
                    <a:pt x="909320" y="109855"/>
                  </a:cubicBezTo>
                  <a:cubicBezTo>
                    <a:pt x="906780" y="109855"/>
                    <a:pt x="903605" y="110490"/>
                    <a:pt x="900430" y="110490"/>
                  </a:cubicBezTo>
                  <a:cubicBezTo>
                    <a:pt x="897255" y="110490"/>
                    <a:pt x="894080" y="110490"/>
                    <a:pt x="890905" y="109220"/>
                  </a:cubicBezTo>
                  <a:cubicBezTo>
                    <a:pt x="887730" y="108585"/>
                    <a:pt x="885190" y="107315"/>
                    <a:pt x="883285" y="105410"/>
                  </a:cubicBezTo>
                  <a:cubicBezTo>
                    <a:pt x="881380" y="103505"/>
                    <a:pt x="878840" y="102235"/>
                    <a:pt x="876935" y="100330"/>
                  </a:cubicBezTo>
                  <a:cubicBezTo>
                    <a:pt x="875030" y="98425"/>
                    <a:pt x="873125" y="95885"/>
                    <a:pt x="871855" y="92710"/>
                  </a:cubicBezTo>
                  <a:cubicBezTo>
                    <a:pt x="869950" y="89535"/>
                    <a:pt x="868680" y="86360"/>
                    <a:pt x="868045" y="82550"/>
                  </a:cubicBezTo>
                  <a:cubicBezTo>
                    <a:pt x="867410" y="78740"/>
                    <a:pt x="866775" y="74295"/>
                    <a:pt x="866775" y="69850"/>
                  </a:cubicBezTo>
                  <a:cubicBezTo>
                    <a:pt x="866775" y="63500"/>
                    <a:pt x="867410" y="57150"/>
                    <a:pt x="869315" y="52070"/>
                  </a:cubicBezTo>
                  <a:cubicBezTo>
                    <a:pt x="871220" y="46990"/>
                    <a:pt x="873125" y="42545"/>
                    <a:pt x="876300" y="39370"/>
                  </a:cubicBezTo>
                  <a:cubicBezTo>
                    <a:pt x="879475" y="36195"/>
                    <a:pt x="882650" y="33020"/>
                    <a:pt x="887095" y="31750"/>
                  </a:cubicBezTo>
                  <a:cubicBezTo>
                    <a:pt x="891540" y="29845"/>
                    <a:pt x="895985" y="29210"/>
                    <a:pt x="901065" y="29210"/>
                  </a:cubicBezTo>
                  <a:close/>
                  <a:moveTo>
                    <a:pt x="668656" y="29210"/>
                  </a:moveTo>
                  <a:cubicBezTo>
                    <a:pt x="671830" y="29210"/>
                    <a:pt x="674370" y="29210"/>
                    <a:pt x="676275" y="29845"/>
                  </a:cubicBezTo>
                  <a:cubicBezTo>
                    <a:pt x="678181" y="29845"/>
                    <a:pt x="680086" y="31115"/>
                    <a:pt x="681991" y="32385"/>
                  </a:cubicBezTo>
                  <a:lnTo>
                    <a:pt x="678181" y="46990"/>
                  </a:lnTo>
                  <a:lnTo>
                    <a:pt x="676910" y="46990"/>
                  </a:lnTo>
                  <a:cubicBezTo>
                    <a:pt x="676910" y="46990"/>
                    <a:pt x="673736" y="45085"/>
                    <a:pt x="671830" y="45085"/>
                  </a:cubicBezTo>
                  <a:cubicBezTo>
                    <a:pt x="669925" y="45085"/>
                    <a:pt x="668020" y="44450"/>
                    <a:pt x="665480" y="44450"/>
                  </a:cubicBezTo>
                  <a:cubicBezTo>
                    <a:pt x="660400" y="44450"/>
                    <a:pt x="656590" y="46355"/>
                    <a:pt x="654050" y="49530"/>
                  </a:cubicBezTo>
                  <a:cubicBezTo>
                    <a:pt x="651510" y="52705"/>
                    <a:pt x="650240" y="57785"/>
                    <a:pt x="650240" y="64770"/>
                  </a:cubicBezTo>
                  <a:lnTo>
                    <a:pt x="650240" y="109220"/>
                  </a:lnTo>
                  <a:lnTo>
                    <a:pt x="635000" y="109220"/>
                  </a:lnTo>
                  <a:lnTo>
                    <a:pt x="635000" y="31115"/>
                  </a:lnTo>
                  <a:lnTo>
                    <a:pt x="650240" y="31115"/>
                  </a:lnTo>
                  <a:lnTo>
                    <a:pt x="650240" y="38735"/>
                  </a:lnTo>
                  <a:cubicBezTo>
                    <a:pt x="650240" y="38735"/>
                    <a:pt x="652145" y="36195"/>
                    <a:pt x="653416" y="34925"/>
                  </a:cubicBezTo>
                  <a:cubicBezTo>
                    <a:pt x="654685" y="33655"/>
                    <a:pt x="655955" y="33020"/>
                    <a:pt x="657861" y="31750"/>
                  </a:cubicBezTo>
                  <a:cubicBezTo>
                    <a:pt x="659130" y="31115"/>
                    <a:pt x="661035" y="30480"/>
                    <a:pt x="662940" y="29845"/>
                  </a:cubicBezTo>
                  <a:cubicBezTo>
                    <a:pt x="664845" y="29845"/>
                    <a:pt x="666751" y="29210"/>
                    <a:pt x="668656" y="29210"/>
                  </a:cubicBezTo>
                  <a:close/>
                  <a:moveTo>
                    <a:pt x="586739" y="29210"/>
                  </a:moveTo>
                  <a:cubicBezTo>
                    <a:pt x="592454" y="29210"/>
                    <a:pt x="596899" y="30480"/>
                    <a:pt x="601344" y="32385"/>
                  </a:cubicBezTo>
                  <a:cubicBezTo>
                    <a:pt x="605154" y="34290"/>
                    <a:pt x="608964" y="37465"/>
                    <a:pt x="611504" y="40640"/>
                  </a:cubicBezTo>
                  <a:cubicBezTo>
                    <a:pt x="614044" y="44450"/>
                    <a:pt x="615949" y="48260"/>
                    <a:pt x="617854" y="53340"/>
                  </a:cubicBezTo>
                  <a:cubicBezTo>
                    <a:pt x="619124" y="57785"/>
                    <a:pt x="619759" y="62865"/>
                    <a:pt x="619759" y="68580"/>
                  </a:cubicBezTo>
                  <a:lnTo>
                    <a:pt x="618489" y="68580"/>
                  </a:lnTo>
                  <a:cubicBezTo>
                    <a:pt x="618489" y="68580"/>
                    <a:pt x="618489" y="71120"/>
                    <a:pt x="618489" y="72390"/>
                  </a:cubicBezTo>
                  <a:cubicBezTo>
                    <a:pt x="618489" y="73660"/>
                    <a:pt x="618489" y="74295"/>
                    <a:pt x="618489" y="75565"/>
                  </a:cubicBezTo>
                  <a:lnTo>
                    <a:pt x="567054" y="75565"/>
                  </a:lnTo>
                  <a:cubicBezTo>
                    <a:pt x="567054" y="79375"/>
                    <a:pt x="568324" y="82550"/>
                    <a:pt x="569594" y="85090"/>
                  </a:cubicBezTo>
                  <a:cubicBezTo>
                    <a:pt x="570864" y="87630"/>
                    <a:pt x="572134" y="90170"/>
                    <a:pt x="574039" y="91440"/>
                  </a:cubicBezTo>
                  <a:cubicBezTo>
                    <a:pt x="575944" y="93345"/>
                    <a:pt x="577849" y="94615"/>
                    <a:pt x="579754" y="95250"/>
                  </a:cubicBezTo>
                  <a:cubicBezTo>
                    <a:pt x="581659" y="95885"/>
                    <a:pt x="584199" y="96520"/>
                    <a:pt x="586739" y="96520"/>
                  </a:cubicBezTo>
                  <a:cubicBezTo>
                    <a:pt x="588644" y="96520"/>
                    <a:pt x="589914" y="96520"/>
                    <a:pt x="591819" y="96520"/>
                  </a:cubicBezTo>
                  <a:cubicBezTo>
                    <a:pt x="593089" y="96520"/>
                    <a:pt x="594994" y="95885"/>
                    <a:pt x="596264" y="95250"/>
                  </a:cubicBezTo>
                  <a:cubicBezTo>
                    <a:pt x="597534" y="95250"/>
                    <a:pt x="598804" y="93980"/>
                    <a:pt x="600074" y="93345"/>
                  </a:cubicBezTo>
                  <a:cubicBezTo>
                    <a:pt x="601344" y="93345"/>
                    <a:pt x="602614" y="92075"/>
                    <a:pt x="604519" y="90805"/>
                  </a:cubicBezTo>
                  <a:lnTo>
                    <a:pt x="613409" y="100330"/>
                  </a:lnTo>
                  <a:cubicBezTo>
                    <a:pt x="613409" y="100330"/>
                    <a:pt x="609599" y="103505"/>
                    <a:pt x="607694" y="104775"/>
                  </a:cubicBezTo>
                  <a:cubicBezTo>
                    <a:pt x="605789" y="106045"/>
                    <a:pt x="603884" y="106680"/>
                    <a:pt x="601979" y="107950"/>
                  </a:cubicBezTo>
                  <a:cubicBezTo>
                    <a:pt x="600074" y="108585"/>
                    <a:pt x="597534" y="109855"/>
                    <a:pt x="594994" y="109855"/>
                  </a:cubicBezTo>
                  <a:cubicBezTo>
                    <a:pt x="592454" y="109855"/>
                    <a:pt x="589279" y="110490"/>
                    <a:pt x="586104" y="110490"/>
                  </a:cubicBezTo>
                  <a:cubicBezTo>
                    <a:pt x="582929" y="110490"/>
                    <a:pt x="579754" y="110490"/>
                    <a:pt x="576579" y="109220"/>
                  </a:cubicBezTo>
                  <a:cubicBezTo>
                    <a:pt x="573404" y="108585"/>
                    <a:pt x="570864" y="107315"/>
                    <a:pt x="568959" y="105410"/>
                  </a:cubicBezTo>
                  <a:cubicBezTo>
                    <a:pt x="566419" y="104140"/>
                    <a:pt x="564514" y="102235"/>
                    <a:pt x="562609" y="100330"/>
                  </a:cubicBezTo>
                  <a:cubicBezTo>
                    <a:pt x="560704" y="98425"/>
                    <a:pt x="558799" y="95885"/>
                    <a:pt x="557529" y="92710"/>
                  </a:cubicBezTo>
                  <a:cubicBezTo>
                    <a:pt x="555624" y="89535"/>
                    <a:pt x="554354" y="86360"/>
                    <a:pt x="553719" y="82550"/>
                  </a:cubicBezTo>
                  <a:cubicBezTo>
                    <a:pt x="553084" y="78740"/>
                    <a:pt x="552449" y="74295"/>
                    <a:pt x="552449" y="69850"/>
                  </a:cubicBezTo>
                  <a:cubicBezTo>
                    <a:pt x="552449" y="63500"/>
                    <a:pt x="553084" y="57150"/>
                    <a:pt x="554989" y="52070"/>
                  </a:cubicBezTo>
                  <a:cubicBezTo>
                    <a:pt x="556894" y="46990"/>
                    <a:pt x="558799" y="42545"/>
                    <a:pt x="561974" y="39370"/>
                  </a:cubicBezTo>
                  <a:cubicBezTo>
                    <a:pt x="565149" y="36195"/>
                    <a:pt x="568324" y="33020"/>
                    <a:pt x="572769" y="31750"/>
                  </a:cubicBezTo>
                  <a:cubicBezTo>
                    <a:pt x="577214" y="29845"/>
                    <a:pt x="581659" y="29210"/>
                    <a:pt x="586739" y="29210"/>
                  </a:cubicBezTo>
                  <a:close/>
                  <a:moveTo>
                    <a:pt x="400050" y="29210"/>
                  </a:moveTo>
                  <a:cubicBezTo>
                    <a:pt x="405765" y="29210"/>
                    <a:pt x="410210" y="30480"/>
                    <a:pt x="414655" y="32385"/>
                  </a:cubicBezTo>
                  <a:cubicBezTo>
                    <a:pt x="418465" y="34290"/>
                    <a:pt x="422275" y="37465"/>
                    <a:pt x="424815" y="40640"/>
                  </a:cubicBezTo>
                  <a:cubicBezTo>
                    <a:pt x="427355" y="44450"/>
                    <a:pt x="429260" y="48260"/>
                    <a:pt x="431165" y="53340"/>
                  </a:cubicBezTo>
                  <a:cubicBezTo>
                    <a:pt x="432435" y="57785"/>
                    <a:pt x="433070" y="62865"/>
                    <a:pt x="433070" y="68580"/>
                  </a:cubicBezTo>
                  <a:lnTo>
                    <a:pt x="431800" y="68580"/>
                  </a:lnTo>
                  <a:cubicBezTo>
                    <a:pt x="431800" y="68580"/>
                    <a:pt x="431800" y="71120"/>
                    <a:pt x="431800" y="72390"/>
                  </a:cubicBezTo>
                  <a:cubicBezTo>
                    <a:pt x="431800" y="73660"/>
                    <a:pt x="431800" y="74295"/>
                    <a:pt x="431800" y="75565"/>
                  </a:cubicBezTo>
                  <a:lnTo>
                    <a:pt x="380365" y="75565"/>
                  </a:lnTo>
                  <a:cubicBezTo>
                    <a:pt x="380365" y="79375"/>
                    <a:pt x="381635" y="82550"/>
                    <a:pt x="382905" y="85090"/>
                  </a:cubicBezTo>
                  <a:cubicBezTo>
                    <a:pt x="384175" y="87630"/>
                    <a:pt x="385445" y="90170"/>
                    <a:pt x="387350" y="91440"/>
                  </a:cubicBezTo>
                  <a:cubicBezTo>
                    <a:pt x="389255" y="93345"/>
                    <a:pt x="391160" y="94615"/>
                    <a:pt x="393065" y="95250"/>
                  </a:cubicBezTo>
                  <a:cubicBezTo>
                    <a:pt x="394970" y="95885"/>
                    <a:pt x="397510" y="96520"/>
                    <a:pt x="400050" y="96520"/>
                  </a:cubicBezTo>
                  <a:cubicBezTo>
                    <a:pt x="401955" y="96520"/>
                    <a:pt x="403225" y="96520"/>
                    <a:pt x="405130" y="96520"/>
                  </a:cubicBezTo>
                  <a:cubicBezTo>
                    <a:pt x="406400" y="96520"/>
                    <a:pt x="408305" y="95885"/>
                    <a:pt x="409575" y="95250"/>
                  </a:cubicBezTo>
                  <a:cubicBezTo>
                    <a:pt x="410845" y="95250"/>
                    <a:pt x="412115" y="93980"/>
                    <a:pt x="413385" y="93345"/>
                  </a:cubicBezTo>
                  <a:cubicBezTo>
                    <a:pt x="414655" y="93345"/>
                    <a:pt x="415925" y="92075"/>
                    <a:pt x="417830" y="90805"/>
                  </a:cubicBezTo>
                  <a:lnTo>
                    <a:pt x="426720" y="100330"/>
                  </a:lnTo>
                  <a:cubicBezTo>
                    <a:pt x="426720" y="100330"/>
                    <a:pt x="422910" y="103505"/>
                    <a:pt x="421005" y="104775"/>
                  </a:cubicBezTo>
                  <a:cubicBezTo>
                    <a:pt x="419100" y="106045"/>
                    <a:pt x="417195" y="106680"/>
                    <a:pt x="415290" y="107950"/>
                  </a:cubicBezTo>
                  <a:cubicBezTo>
                    <a:pt x="413385" y="108585"/>
                    <a:pt x="410845" y="109855"/>
                    <a:pt x="408305" y="109855"/>
                  </a:cubicBezTo>
                  <a:cubicBezTo>
                    <a:pt x="405765" y="109855"/>
                    <a:pt x="402590" y="110490"/>
                    <a:pt x="399415" y="110490"/>
                  </a:cubicBezTo>
                  <a:cubicBezTo>
                    <a:pt x="396240" y="110490"/>
                    <a:pt x="393065" y="110490"/>
                    <a:pt x="389890" y="109220"/>
                  </a:cubicBezTo>
                  <a:cubicBezTo>
                    <a:pt x="386715" y="108585"/>
                    <a:pt x="384175" y="107315"/>
                    <a:pt x="382270" y="105410"/>
                  </a:cubicBezTo>
                  <a:cubicBezTo>
                    <a:pt x="380365" y="103505"/>
                    <a:pt x="377825" y="102235"/>
                    <a:pt x="375920" y="100330"/>
                  </a:cubicBezTo>
                  <a:cubicBezTo>
                    <a:pt x="374015" y="98425"/>
                    <a:pt x="372110" y="95885"/>
                    <a:pt x="370840" y="92710"/>
                  </a:cubicBezTo>
                  <a:cubicBezTo>
                    <a:pt x="368935" y="89535"/>
                    <a:pt x="367665" y="86360"/>
                    <a:pt x="367030" y="82550"/>
                  </a:cubicBezTo>
                  <a:cubicBezTo>
                    <a:pt x="366395" y="78740"/>
                    <a:pt x="365760" y="74295"/>
                    <a:pt x="365760" y="69850"/>
                  </a:cubicBezTo>
                  <a:cubicBezTo>
                    <a:pt x="365760" y="63500"/>
                    <a:pt x="366395" y="57150"/>
                    <a:pt x="368300" y="52070"/>
                  </a:cubicBezTo>
                  <a:cubicBezTo>
                    <a:pt x="370205" y="46990"/>
                    <a:pt x="372110" y="42545"/>
                    <a:pt x="375285" y="39370"/>
                  </a:cubicBezTo>
                  <a:cubicBezTo>
                    <a:pt x="378460" y="36195"/>
                    <a:pt x="381635" y="33020"/>
                    <a:pt x="386080" y="31750"/>
                  </a:cubicBezTo>
                  <a:cubicBezTo>
                    <a:pt x="390525" y="29845"/>
                    <a:pt x="394970" y="29210"/>
                    <a:pt x="400050" y="29210"/>
                  </a:cubicBezTo>
                  <a:close/>
                  <a:moveTo>
                    <a:pt x="201930" y="29210"/>
                  </a:moveTo>
                  <a:cubicBezTo>
                    <a:pt x="207645" y="29210"/>
                    <a:pt x="212090" y="30480"/>
                    <a:pt x="216535" y="32385"/>
                  </a:cubicBezTo>
                  <a:cubicBezTo>
                    <a:pt x="220345" y="34290"/>
                    <a:pt x="224155" y="37465"/>
                    <a:pt x="226695" y="40640"/>
                  </a:cubicBezTo>
                  <a:cubicBezTo>
                    <a:pt x="229235" y="44450"/>
                    <a:pt x="231140" y="48260"/>
                    <a:pt x="233045" y="53340"/>
                  </a:cubicBezTo>
                  <a:cubicBezTo>
                    <a:pt x="234315" y="57785"/>
                    <a:pt x="234950" y="62865"/>
                    <a:pt x="234950" y="68580"/>
                  </a:cubicBezTo>
                  <a:lnTo>
                    <a:pt x="233680" y="68580"/>
                  </a:lnTo>
                  <a:cubicBezTo>
                    <a:pt x="233680" y="68580"/>
                    <a:pt x="233680" y="71120"/>
                    <a:pt x="233680" y="72390"/>
                  </a:cubicBezTo>
                  <a:cubicBezTo>
                    <a:pt x="233680" y="73660"/>
                    <a:pt x="233680" y="74295"/>
                    <a:pt x="233680" y="75565"/>
                  </a:cubicBezTo>
                  <a:lnTo>
                    <a:pt x="182245" y="75565"/>
                  </a:lnTo>
                  <a:cubicBezTo>
                    <a:pt x="182245" y="79375"/>
                    <a:pt x="183515" y="82550"/>
                    <a:pt x="184785" y="85090"/>
                  </a:cubicBezTo>
                  <a:cubicBezTo>
                    <a:pt x="186055" y="87630"/>
                    <a:pt x="187325" y="90170"/>
                    <a:pt x="189230" y="91440"/>
                  </a:cubicBezTo>
                  <a:cubicBezTo>
                    <a:pt x="191135" y="93345"/>
                    <a:pt x="193040" y="94615"/>
                    <a:pt x="194945" y="95250"/>
                  </a:cubicBezTo>
                  <a:cubicBezTo>
                    <a:pt x="196850" y="95885"/>
                    <a:pt x="199390" y="96520"/>
                    <a:pt x="201930" y="96520"/>
                  </a:cubicBezTo>
                  <a:cubicBezTo>
                    <a:pt x="203835" y="96520"/>
                    <a:pt x="205105" y="96520"/>
                    <a:pt x="207010" y="96520"/>
                  </a:cubicBezTo>
                  <a:cubicBezTo>
                    <a:pt x="208280" y="96520"/>
                    <a:pt x="210185" y="95885"/>
                    <a:pt x="211455" y="95250"/>
                  </a:cubicBezTo>
                  <a:cubicBezTo>
                    <a:pt x="212725" y="95250"/>
                    <a:pt x="213995" y="93980"/>
                    <a:pt x="215265" y="93345"/>
                  </a:cubicBezTo>
                  <a:cubicBezTo>
                    <a:pt x="216535" y="93345"/>
                    <a:pt x="217805" y="92075"/>
                    <a:pt x="219710" y="90805"/>
                  </a:cubicBezTo>
                  <a:lnTo>
                    <a:pt x="228600" y="100330"/>
                  </a:lnTo>
                  <a:cubicBezTo>
                    <a:pt x="228600" y="100330"/>
                    <a:pt x="224790" y="103505"/>
                    <a:pt x="222885" y="104775"/>
                  </a:cubicBezTo>
                  <a:cubicBezTo>
                    <a:pt x="220980" y="106045"/>
                    <a:pt x="219075" y="106680"/>
                    <a:pt x="217170" y="107950"/>
                  </a:cubicBezTo>
                  <a:cubicBezTo>
                    <a:pt x="215265" y="108585"/>
                    <a:pt x="212725" y="109855"/>
                    <a:pt x="210185" y="109855"/>
                  </a:cubicBezTo>
                  <a:cubicBezTo>
                    <a:pt x="207645" y="109855"/>
                    <a:pt x="204470" y="110490"/>
                    <a:pt x="201295" y="110490"/>
                  </a:cubicBezTo>
                  <a:cubicBezTo>
                    <a:pt x="198120" y="110490"/>
                    <a:pt x="194945" y="110490"/>
                    <a:pt x="191770" y="109220"/>
                  </a:cubicBezTo>
                  <a:cubicBezTo>
                    <a:pt x="188595" y="108585"/>
                    <a:pt x="186055" y="107315"/>
                    <a:pt x="184150" y="105410"/>
                  </a:cubicBezTo>
                  <a:cubicBezTo>
                    <a:pt x="181610" y="104140"/>
                    <a:pt x="179705" y="102235"/>
                    <a:pt x="177800" y="100330"/>
                  </a:cubicBezTo>
                  <a:cubicBezTo>
                    <a:pt x="175895" y="98425"/>
                    <a:pt x="173990" y="95885"/>
                    <a:pt x="172720" y="92710"/>
                  </a:cubicBezTo>
                  <a:cubicBezTo>
                    <a:pt x="170815" y="89535"/>
                    <a:pt x="169545" y="86360"/>
                    <a:pt x="168910" y="82550"/>
                  </a:cubicBezTo>
                  <a:cubicBezTo>
                    <a:pt x="168275" y="78740"/>
                    <a:pt x="167640" y="74295"/>
                    <a:pt x="167640" y="69850"/>
                  </a:cubicBezTo>
                  <a:cubicBezTo>
                    <a:pt x="167640" y="63500"/>
                    <a:pt x="168275" y="57150"/>
                    <a:pt x="170180" y="52070"/>
                  </a:cubicBezTo>
                  <a:cubicBezTo>
                    <a:pt x="172085" y="46990"/>
                    <a:pt x="173990" y="42545"/>
                    <a:pt x="177165" y="39370"/>
                  </a:cubicBezTo>
                  <a:cubicBezTo>
                    <a:pt x="180340" y="36195"/>
                    <a:pt x="183515" y="33020"/>
                    <a:pt x="187960" y="31750"/>
                  </a:cubicBezTo>
                  <a:cubicBezTo>
                    <a:pt x="192405" y="29845"/>
                    <a:pt x="196850" y="29210"/>
                    <a:pt x="201930" y="29210"/>
                  </a:cubicBezTo>
                  <a:close/>
                  <a:moveTo>
                    <a:pt x="4664706" y="28574"/>
                  </a:moveTo>
                  <a:cubicBezTo>
                    <a:pt x="4669786" y="28574"/>
                    <a:pt x="4674231" y="29209"/>
                    <a:pt x="4678676" y="31749"/>
                  </a:cubicBezTo>
                  <a:cubicBezTo>
                    <a:pt x="4683121" y="33654"/>
                    <a:pt x="4686296" y="36194"/>
                    <a:pt x="4689471" y="40004"/>
                  </a:cubicBezTo>
                  <a:cubicBezTo>
                    <a:pt x="4692646" y="43814"/>
                    <a:pt x="4695186" y="47624"/>
                    <a:pt x="4696456" y="52704"/>
                  </a:cubicBezTo>
                  <a:cubicBezTo>
                    <a:pt x="4698361" y="57784"/>
                    <a:pt x="4698996" y="63499"/>
                    <a:pt x="4698996" y="69214"/>
                  </a:cubicBezTo>
                  <a:lnTo>
                    <a:pt x="4699631" y="69214"/>
                  </a:lnTo>
                  <a:cubicBezTo>
                    <a:pt x="4699631" y="75564"/>
                    <a:pt x="4698996" y="81279"/>
                    <a:pt x="4697091" y="86359"/>
                  </a:cubicBezTo>
                  <a:cubicBezTo>
                    <a:pt x="4695186" y="91439"/>
                    <a:pt x="4692646" y="95884"/>
                    <a:pt x="4689471" y="99059"/>
                  </a:cubicBezTo>
                  <a:cubicBezTo>
                    <a:pt x="4686296" y="102869"/>
                    <a:pt x="4682486" y="105409"/>
                    <a:pt x="4678041" y="107314"/>
                  </a:cubicBezTo>
                  <a:cubicBezTo>
                    <a:pt x="4673596" y="109219"/>
                    <a:pt x="4669151" y="109854"/>
                    <a:pt x="4664071" y="109854"/>
                  </a:cubicBezTo>
                  <a:cubicBezTo>
                    <a:pt x="4658991" y="109854"/>
                    <a:pt x="4654546" y="108584"/>
                    <a:pt x="4650101" y="106679"/>
                  </a:cubicBezTo>
                  <a:cubicBezTo>
                    <a:pt x="4645656" y="104774"/>
                    <a:pt x="4642481" y="102234"/>
                    <a:pt x="4639306" y="98424"/>
                  </a:cubicBezTo>
                  <a:cubicBezTo>
                    <a:pt x="4636131" y="94614"/>
                    <a:pt x="4633591" y="90804"/>
                    <a:pt x="4632321" y="85724"/>
                  </a:cubicBezTo>
                  <a:cubicBezTo>
                    <a:pt x="4630416" y="80644"/>
                    <a:pt x="4629781" y="74929"/>
                    <a:pt x="4629781" y="69214"/>
                  </a:cubicBezTo>
                  <a:cubicBezTo>
                    <a:pt x="4629781" y="63499"/>
                    <a:pt x="4630416" y="57149"/>
                    <a:pt x="4632321" y="52069"/>
                  </a:cubicBezTo>
                  <a:cubicBezTo>
                    <a:pt x="4634226" y="46989"/>
                    <a:pt x="4636766" y="42544"/>
                    <a:pt x="4639941" y="39369"/>
                  </a:cubicBezTo>
                  <a:cubicBezTo>
                    <a:pt x="4643116" y="35559"/>
                    <a:pt x="4646926" y="33019"/>
                    <a:pt x="4650736" y="31114"/>
                  </a:cubicBezTo>
                  <a:cubicBezTo>
                    <a:pt x="4655181" y="29209"/>
                    <a:pt x="4659626" y="28574"/>
                    <a:pt x="4664706" y="28574"/>
                  </a:cubicBezTo>
                  <a:close/>
                  <a:moveTo>
                    <a:pt x="4264655" y="28574"/>
                  </a:moveTo>
                  <a:cubicBezTo>
                    <a:pt x="4269735" y="28574"/>
                    <a:pt x="4274180" y="29209"/>
                    <a:pt x="4278625" y="31749"/>
                  </a:cubicBezTo>
                  <a:cubicBezTo>
                    <a:pt x="4283070" y="33654"/>
                    <a:pt x="4286245" y="36194"/>
                    <a:pt x="4289420" y="40004"/>
                  </a:cubicBezTo>
                  <a:cubicBezTo>
                    <a:pt x="4292595" y="43814"/>
                    <a:pt x="4295135" y="47624"/>
                    <a:pt x="4296405" y="52704"/>
                  </a:cubicBezTo>
                  <a:cubicBezTo>
                    <a:pt x="4298310" y="57784"/>
                    <a:pt x="4298945" y="63499"/>
                    <a:pt x="4298945" y="69214"/>
                  </a:cubicBezTo>
                  <a:lnTo>
                    <a:pt x="4299580" y="69214"/>
                  </a:lnTo>
                  <a:cubicBezTo>
                    <a:pt x="4299580" y="75564"/>
                    <a:pt x="4298945" y="81279"/>
                    <a:pt x="4297040" y="86359"/>
                  </a:cubicBezTo>
                  <a:cubicBezTo>
                    <a:pt x="4295135" y="91439"/>
                    <a:pt x="4292595" y="95884"/>
                    <a:pt x="4289420" y="99059"/>
                  </a:cubicBezTo>
                  <a:cubicBezTo>
                    <a:pt x="4286245" y="102869"/>
                    <a:pt x="4282435" y="105409"/>
                    <a:pt x="4277990" y="107314"/>
                  </a:cubicBezTo>
                  <a:cubicBezTo>
                    <a:pt x="4273545" y="109219"/>
                    <a:pt x="4269100" y="109854"/>
                    <a:pt x="4264020" y="109854"/>
                  </a:cubicBezTo>
                  <a:cubicBezTo>
                    <a:pt x="4258940" y="109854"/>
                    <a:pt x="4254495" y="108584"/>
                    <a:pt x="4250050" y="106679"/>
                  </a:cubicBezTo>
                  <a:cubicBezTo>
                    <a:pt x="4245605" y="104774"/>
                    <a:pt x="4242430" y="102234"/>
                    <a:pt x="4239255" y="98424"/>
                  </a:cubicBezTo>
                  <a:cubicBezTo>
                    <a:pt x="4236080" y="94614"/>
                    <a:pt x="4233540" y="90804"/>
                    <a:pt x="4232270" y="85724"/>
                  </a:cubicBezTo>
                  <a:cubicBezTo>
                    <a:pt x="4230365" y="80644"/>
                    <a:pt x="4229730" y="74929"/>
                    <a:pt x="4229730" y="69214"/>
                  </a:cubicBezTo>
                  <a:cubicBezTo>
                    <a:pt x="4229730" y="63499"/>
                    <a:pt x="4230365" y="57149"/>
                    <a:pt x="4232270" y="52069"/>
                  </a:cubicBezTo>
                  <a:cubicBezTo>
                    <a:pt x="4234175" y="46989"/>
                    <a:pt x="4236715" y="42544"/>
                    <a:pt x="4239890" y="39369"/>
                  </a:cubicBezTo>
                  <a:cubicBezTo>
                    <a:pt x="4243065" y="35559"/>
                    <a:pt x="4246875" y="33019"/>
                    <a:pt x="4250685" y="31114"/>
                  </a:cubicBezTo>
                  <a:cubicBezTo>
                    <a:pt x="4255130" y="29209"/>
                    <a:pt x="4259575" y="28574"/>
                    <a:pt x="4264655" y="28574"/>
                  </a:cubicBezTo>
                  <a:close/>
                  <a:moveTo>
                    <a:pt x="1420495" y="28574"/>
                  </a:moveTo>
                  <a:cubicBezTo>
                    <a:pt x="1425575" y="28574"/>
                    <a:pt x="1430020" y="29209"/>
                    <a:pt x="1434465" y="31749"/>
                  </a:cubicBezTo>
                  <a:cubicBezTo>
                    <a:pt x="1438910" y="33654"/>
                    <a:pt x="1442085" y="36194"/>
                    <a:pt x="1445260" y="40004"/>
                  </a:cubicBezTo>
                  <a:cubicBezTo>
                    <a:pt x="1448435" y="43814"/>
                    <a:pt x="1450975" y="47624"/>
                    <a:pt x="1452245" y="52704"/>
                  </a:cubicBezTo>
                  <a:cubicBezTo>
                    <a:pt x="1454150" y="57784"/>
                    <a:pt x="1454785" y="63499"/>
                    <a:pt x="1454785" y="69214"/>
                  </a:cubicBezTo>
                  <a:lnTo>
                    <a:pt x="1455420" y="69214"/>
                  </a:lnTo>
                  <a:cubicBezTo>
                    <a:pt x="1455420" y="75564"/>
                    <a:pt x="1454785" y="81279"/>
                    <a:pt x="1452880" y="86359"/>
                  </a:cubicBezTo>
                  <a:cubicBezTo>
                    <a:pt x="1450975" y="91439"/>
                    <a:pt x="1448435" y="95884"/>
                    <a:pt x="1445260" y="99059"/>
                  </a:cubicBezTo>
                  <a:cubicBezTo>
                    <a:pt x="1442085" y="102869"/>
                    <a:pt x="1438275" y="105409"/>
                    <a:pt x="1433830" y="107314"/>
                  </a:cubicBezTo>
                  <a:cubicBezTo>
                    <a:pt x="1429385" y="109219"/>
                    <a:pt x="1424940" y="109854"/>
                    <a:pt x="1419860" y="109854"/>
                  </a:cubicBezTo>
                  <a:cubicBezTo>
                    <a:pt x="1414780" y="109854"/>
                    <a:pt x="1410335" y="108584"/>
                    <a:pt x="1405890" y="106679"/>
                  </a:cubicBezTo>
                  <a:cubicBezTo>
                    <a:pt x="1401444" y="104774"/>
                    <a:pt x="1398270" y="102234"/>
                    <a:pt x="1395095" y="98424"/>
                  </a:cubicBezTo>
                  <a:cubicBezTo>
                    <a:pt x="1391920" y="94614"/>
                    <a:pt x="1389380" y="90804"/>
                    <a:pt x="1388110" y="85724"/>
                  </a:cubicBezTo>
                  <a:cubicBezTo>
                    <a:pt x="1386205" y="80644"/>
                    <a:pt x="1385570" y="74929"/>
                    <a:pt x="1385570" y="69214"/>
                  </a:cubicBezTo>
                  <a:cubicBezTo>
                    <a:pt x="1385570" y="63499"/>
                    <a:pt x="1386205" y="57149"/>
                    <a:pt x="1388110" y="52069"/>
                  </a:cubicBezTo>
                  <a:cubicBezTo>
                    <a:pt x="1390015" y="46989"/>
                    <a:pt x="1392555" y="42544"/>
                    <a:pt x="1395730" y="39369"/>
                  </a:cubicBezTo>
                  <a:cubicBezTo>
                    <a:pt x="1398905" y="35559"/>
                    <a:pt x="1402715" y="33019"/>
                    <a:pt x="1406525" y="31114"/>
                  </a:cubicBezTo>
                  <a:cubicBezTo>
                    <a:pt x="1410970" y="29209"/>
                    <a:pt x="1415415" y="28574"/>
                    <a:pt x="1420495" y="28574"/>
                  </a:cubicBezTo>
                  <a:close/>
                  <a:moveTo>
                    <a:pt x="3143245" y="5079"/>
                  </a:moveTo>
                  <a:lnTo>
                    <a:pt x="3219445" y="5079"/>
                  </a:lnTo>
                  <a:lnTo>
                    <a:pt x="3219445" y="20319"/>
                  </a:lnTo>
                  <a:lnTo>
                    <a:pt x="3188965" y="20319"/>
                  </a:lnTo>
                  <a:lnTo>
                    <a:pt x="3188965" y="108584"/>
                  </a:lnTo>
                  <a:lnTo>
                    <a:pt x="3173090" y="108584"/>
                  </a:lnTo>
                  <a:lnTo>
                    <a:pt x="3173090" y="20319"/>
                  </a:lnTo>
                  <a:lnTo>
                    <a:pt x="3143245" y="20319"/>
                  </a:lnTo>
                  <a:close/>
                  <a:moveTo>
                    <a:pt x="1628774" y="5079"/>
                  </a:moveTo>
                  <a:lnTo>
                    <a:pt x="1704970" y="5079"/>
                  </a:lnTo>
                  <a:lnTo>
                    <a:pt x="1704970" y="20319"/>
                  </a:lnTo>
                  <a:lnTo>
                    <a:pt x="1675129" y="20319"/>
                  </a:lnTo>
                  <a:lnTo>
                    <a:pt x="1675129" y="108584"/>
                  </a:lnTo>
                  <a:lnTo>
                    <a:pt x="1659255" y="108584"/>
                  </a:lnTo>
                  <a:lnTo>
                    <a:pt x="1659255" y="20319"/>
                  </a:lnTo>
                  <a:lnTo>
                    <a:pt x="1628774" y="20319"/>
                  </a:lnTo>
                  <a:close/>
                  <a:moveTo>
                    <a:pt x="0" y="5079"/>
                  </a:moveTo>
                  <a:lnTo>
                    <a:pt x="76200" y="5079"/>
                  </a:lnTo>
                  <a:lnTo>
                    <a:pt x="76200" y="20319"/>
                  </a:lnTo>
                  <a:lnTo>
                    <a:pt x="45720" y="20319"/>
                  </a:lnTo>
                  <a:lnTo>
                    <a:pt x="45720" y="108584"/>
                  </a:lnTo>
                  <a:lnTo>
                    <a:pt x="29845" y="108584"/>
                  </a:lnTo>
                  <a:lnTo>
                    <a:pt x="29845" y="20319"/>
                  </a:lnTo>
                  <a:lnTo>
                    <a:pt x="0" y="20319"/>
                  </a:lnTo>
                  <a:close/>
                  <a:moveTo>
                    <a:pt x="1362075" y="1269"/>
                  </a:moveTo>
                  <a:cubicBezTo>
                    <a:pt x="1363345" y="1269"/>
                    <a:pt x="1364615" y="1269"/>
                    <a:pt x="1365885" y="1904"/>
                  </a:cubicBezTo>
                  <a:cubicBezTo>
                    <a:pt x="1367155" y="1904"/>
                    <a:pt x="1367790" y="3174"/>
                    <a:pt x="1369060" y="3809"/>
                  </a:cubicBezTo>
                  <a:cubicBezTo>
                    <a:pt x="1369695" y="4444"/>
                    <a:pt x="1370965" y="5714"/>
                    <a:pt x="1370965" y="6984"/>
                  </a:cubicBezTo>
                  <a:cubicBezTo>
                    <a:pt x="1370965" y="8254"/>
                    <a:pt x="1371600" y="9524"/>
                    <a:pt x="1371600" y="10794"/>
                  </a:cubicBezTo>
                  <a:cubicBezTo>
                    <a:pt x="1371600" y="10794"/>
                    <a:pt x="1371600" y="13334"/>
                    <a:pt x="1370965" y="14604"/>
                  </a:cubicBezTo>
                  <a:cubicBezTo>
                    <a:pt x="1370965" y="15874"/>
                    <a:pt x="1369695" y="17144"/>
                    <a:pt x="1369060" y="17779"/>
                  </a:cubicBezTo>
                  <a:cubicBezTo>
                    <a:pt x="1368425" y="18414"/>
                    <a:pt x="1367155" y="19684"/>
                    <a:pt x="1365885" y="19684"/>
                  </a:cubicBezTo>
                  <a:cubicBezTo>
                    <a:pt x="1364615" y="19684"/>
                    <a:pt x="1363345" y="20319"/>
                    <a:pt x="1362075" y="20319"/>
                  </a:cubicBezTo>
                  <a:cubicBezTo>
                    <a:pt x="1360805" y="20319"/>
                    <a:pt x="1359535" y="20319"/>
                    <a:pt x="1358265" y="19684"/>
                  </a:cubicBezTo>
                  <a:cubicBezTo>
                    <a:pt x="1356995" y="19684"/>
                    <a:pt x="1355725" y="18414"/>
                    <a:pt x="1355090" y="17779"/>
                  </a:cubicBezTo>
                  <a:cubicBezTo>
                    <a:pt x="1354455" y="17144"/>
                    <a:pt x="1353185" y="15874"/>
                    <a:pt x="1353185" y="14604"/>
                  </a:cubicBezTo>
                  <a:cubicBezTo>
                    <a:pt x="1353185" y="13334"/>
                    <a:pt x="1352550" y="12064"/>
                    <a:pt x="1352550" y="10794"/>
                  </a:cubicBezTo>
                  <a:cubicBezTo>
                    <a:pt x="1352550" y="9524"/>
                    <a:pt x="1352550" y="8254"/>
                    <a:pt x="1353185" y="6984"/>
                  </a:cubicBezTo>
                  <a:cubicBezTo>
                    <a:pt x="1353185" y="5714"/>
                    <a:pt x="1354455" y="4444"/>
                    <a:pt x="1355090" y="3809"/>
                  </a:cubicBezTo>
                  <a:cubicBezTo>
                    <a:pt x="1355725" y="3174"/>
                    <a:pt x="1356995" y="1904"/>
                    <a:pt x="1358265" y="1904"/>
                  </a:cubicBezTo>
                  <a:cubicBezTo>
                    <a:pt x="1359535" y="1904"/>
                    <a:pt x="1360805" y="1269"/>
                    <a:pt x="1362075" y="1269"/>
                  </a:cubicBezTo>
                  <a:close/>
                  <a:moveTo>
                    <a:pt x="4789801" y="634"/>
                  </a:moveTo>
                  <a:lnTo>
                    <a:pt x="4789801" y="65404"/>
                  </a:lnTo>
                  <a:lnTo>
                    <a:pt x="4814566" y="31114"/>
                  </a:lnTo>
                  <a:lnTo>
                    <a:pt x="4831711" y="31114"/>
                  </a:lnTo>
                  <a:lnTo>
                    <a:pt x="4812026" y="57149"/>
                  </a:lnTo>
                  <a:lnTo>
                    <a:pt x="4835521" y="108584"/>
                  </a:lnTo>
                  <a:lnTo>
                    <a:pt x="4819011" y="108584"/>
                  </a:lnTo>
                  <a:lnTo>
                    <a:pt x="4801866" y="69849"/>
                  </a:lnTo>
                  <a:lnTo>
                    <a:pt x="4789801" y="85724"/>
                  </a:lnTo>
                  <a:lnTo>
                    <a:pt x="4789801" y="108584"/>
                  </a:lnTo>
                  <a:lnTo>
                    <a:pt x="4774561" y="108584"/>
                  </a:lnTo>
                  <a:lnTo>
                    <a:pt x="4774561" y="8889"/>
                  </a:lnTo>
                  <a:close/>
                  <a:moveTo>
                    <a:pt x="4472301" y="634"/>
                  </a:moveTo>
                  <a:lnTo>
                    <a:pt x="4472301" y="109219"/>
                  </a:lnTo>
                  <a:lnTo>
                    <a:pt x="4457061" y="109219"/>
                  </a:lnTo>
                  <a:lnTo>
                    <a:pt x="4457696" y="108584"/>
                  </a:lnTo>
                  <a:lnTo>
                    <a:pt x="4457696" y="100964"/>
                  </a:lnTo>
                  <a:cubicBezTo>
                    <a:pt x="4457696" y="100964"/>
                    <a:pt x="4454521" y="103504"/>
                    <a:pt x="4453251" y="104774"/>
                  </a:cubicBezTo>
                  <a:cubicBezTo>
                    <a:pt x="4451981" y="106044"/>
                    <a:pt x="4450076" y="106679"/>
                    <a:pt x="4448171" y="107949"/>
                  </a:cubicBezTo>
                  <a:cubicBezTo>
                    <a:pt x="4446266" y="108584"/>
                    <a:pt x="4444361" y="109219"/>
                    <a:pt x="4443091" y="109854"/>
                  </a:cubicBezTo>
                  <a:cubicBezTo>
                    <a:pt x="4441186" y="109854"/>
                    <a:pt x="4439281" y="109854"/>
                    <a:pt x="4437376" y="109854"/>
                  </a:cubicBezTo>
                  <a:cubicBezTo>
                    <a:pt x="4432931" y="109854"/>
                    <a:pt x="4429121" y="109219"/>
                    <a:pt x="4425946" y="107314"/>
                  </a:cubicBezTo>
                  <a:cubicBezTo>
                    <a:pt x="4422136" y="106044"/>
                    <a:pt x="4418961" y="103504"/>
                    <a:pt x="4416421" y="99694"/>
                  </a:cubicBezTo>
                  <a:cubicBezTo>
                    <a:pt x="4413881" y="96519"/>
                    <a:pt x="4411341" y="92074"/>
                    <a:pt x="4410071" y="86994"/>
                  </a:cubicBezTo>
                  <a:cubicBezTo>
                    <a:pt x="4408801" y="81914"/>
                    <a:pt x="4407531" y="75564"/>
                    <a:pt x="4407531" y="67944"/>
                  </a:cubicBezTo>
                  <a:cubicBezTo>
                    <a:pt x="4407531" y="61594"/>
                    <a:pt x="4408166" y="55244"/>
                    <a:pt x="4410071" y="50799"/>
                  </a:cubicBezTo>
                  <a:cubicBezTo>
                    <a:pt x="4411976" y="45719"/>
                    <a:pt x="4413881" y="41909"/>
                    <a:pt x="4417056" y="38734"/>
                  </a:cubicBezTo>
                  <a:cubicBezTo>
                    <a:pt x="4419596" y="35559"/>
                    <a:pt x="4423406" y="33019"/>
                    <a:pt x="4426581" y="31749"/>
                  </a:cubicBezTo>
                  <a:cubicBezTo>
                    <a:pt x="4430391" y="29844"/>
                    <a:pt x="4434201" y="29209"/>
                    <a:pt x="4438011" y="29209"/>
                  </a:cubicBezTo>
                  <a:cubicBezTo>
                    <a:pt x="4439916" y="29209"/>
                    <a:pt x="4441821" y="29209"/>
                    <a:pt x="4443726" y="29844"/>
                  </a:cubicBezTo>
                  <a:cubicBezTo>
                    <a:pt x="4445631" y="29844"/>
                    <a:pt x="4447536" y="31114"/>
                    <a:pt x="4448806" y="31749"/>
                  </a:cubicBezTo>
                  <a:cubicBezTo>
                    <a:pt x="4450711" y="32384"/>
                    <a:pt x="4451981" y="33654"/>
                    <a:pt x="4453251" y="34924"/>
                  </a:cubicBezTo>
                  <a:cubicBezTo>
                    <a:pt x="4454521" y="36194"/>
                    <a:pt x="4455791" y="36829"/>
                    <a:pt x="4457061" y="38099"/>
                  </a:cubicBezTo>
                  <a:lnTo>
                    <a:pt x="4457061" y="8254"/>
                  </a:lnTo>
                  <a:close/>
                  <a:moveTo>
                    <a:pt x="4390385" y="634"/>
                  </a:moveTo>
                  <a:lnTo>
                    <a:pt x="4390385" y="108584"/>
                  </a:lnTo>
                  <a:lnTo>
                    <a:pt x="4375145" y="108584"/>
                  </a:lnTo>
                  <a:lnTo>
                    <a:pt x="4375145" y="8889"/>
                  </a:lnTo>
                  <a:close/>
                  <a:moveTo>
                    <a:pt x="3946521" y="634"/>
                  </a:moveTo>
                  <a:lnTo>
                    <a:pt x="3946521" y="38099"/>
                  </a:lnTo>
                  <a:cubicBezTo>
                    <a:pt x="3946521" y="38099"/>
                    <a:pt x="3948426" y="35559"/>
                    <a:pt x="3950331" y="34289"/>
                  </a:cubicBezTo>
                  <a:cubicBezTo>
                    <a:pt x="3951601" y="33019"/>
                    <a:pt x="3953506" y="32384"/>
                    <a:pt x="3954776" y="31114"/>
                  </a:cubicBezTo>
                  <a:cubicBezTo>
                    <a:pt x="3956681" y="30479"/>
                    <a:pt x="3958586" y="29844"/>
                    <a:pt x="3960491" y="29209"/>
                  </a:cubicBezTo>
                  <a:cubicBezTo>
                    <a:pt x="3962396" y="29209"/>
                    <a:pt x="3964301" y="29209"/>
                    <a:pt x="3966206" y="29209"/>
                  </a:cubicBezTo>
                  <a:cubicBezTo>
                    <a:pt x="3970651" y="29209"/>
                    <a:pt x="3975096" y="29844"/>
                    <a:pt x="3978271" y="31749"/>
                  </a:cubicBezTo>
                  <a:cubicBezTo>
                    <a:pt x="3981446" y="33019"/>
                    <a:pt x="3984621" y="35559"/>
                    <a:pt x="3987161" y="38099"/>
                  </a:cubicBezTo>
                  <a:cubicBezTo>
                    <a:pt x="3989701" y="41274"/>
                    <a:pt x="3990971" y="44449"/>
                    <a:pt x="3992241" y="49529"/>
                  </a:cubicBezTo>
                  <a:cubicBezTo>
                    <a:pt x="3993511" y="53974"/>
                    <a:pt x="3994146" y="59054"/>
                    <a:pt x="3994146" y="64134"/>
                  </a:cubicBezTo>
                  <a:lnTo>
                    <a:pt x="3994146" y="108584"/>
                  </a:lnTo>
                  <a:lnTo>
                    <a:pt x="3978906" y="108584"/>
                  </a:lnTo>
                  <a:lnTo>
                    <a:pt x="3978271" y="108584"/>
                  </a:lnTo>
                  <a:lnTo>
                    <a:pt x="3978271" y="64769"/>
                  </a:lnTo>
                  <a:cubicBezTo>
                    <a:pt x="3978271" y="57784"/>
                    <a:pt x="3977001" y="52069"/>
                    <a:pt x="3974461" y="48894"/>
                  </a:cubicBezTo>
                  <a:cubicBezTo>
                    <a:pt x="3971921" y="45084"/>
                    <a:pt x="3968111" y="43814"/>
                    <a:pt x="3962396" y="43814"/>
                  </a:cubicBezTo>
                  <a:cubicBezTo>
                    <a:pt x="3959856" y="43814"/>
                    <a:pt x="3957951" y="43814"/>
                    <a:pt x="3956046" y="45084"/>
                  </a:cubicBezTo>
                  <a:cubicBezTo>
                    <a:pt x="3954141" y="45719"/>
                    <a:pt x="3952236" y="46989"/>
                    <a:pt x="3950966" y="48894"/>
                  </a:cubicBezTo>
                  <a:cubicBezTo>
                    <a:pt x="3949696" y="50799"/>
                    <a:pt x="3948426" y="52704"/>
                    <a:pt x="3947791" y="55244"/>
                  </a:cubicBezTo>
                  <a:cubicBezTo>
                    <a:pt x="3947156" y="57784"/>
                    <a:pt x="3946521" y="60324"/>
                    <a:pt x="3946521" y="63499"/>
                  </a:cubicBezTo>
                  <a:lnTo>
                    <a:pt x="3946521" y="109219"/>
                  </a:lnTo>
                  <a:lnTo>
                    <a:pt x="3931281" y="109219"/>
                  </a:lnTo>
                  <a:lnTo>
                    <a:pt x="3931281" y="8889"/>
                  </a:lnTo>
                  <a:close/>
                  <a:moveTo>
                    <a:pt x="3248021" y="634"/>
                  </a:moveTo>
                  <a:lnTo>
                    <a:pt x="3248021" y="38099"/>
                  </a:lnTo>
                  <a:cubicBezTo>
                    <a:pt x="3248021" y="38099"/>
                    <a:pt x="3249926" y="35559"/>
                    <a:pt x="3251831" y="34289"/>
                  </a:cubicBezTo>
                  <a:cubicBezTo>
                    <a:pt x="3253101" y="33019"/>
                    <a:pt x="3255006" y="32384"/>
                    <a:pt x="3256276" y="31114"/>
                  </a:cubicBezTo>
                  <a:cubicBezTo>
                    <a:pt x="3258181" y="30479"/>
                    <a:pt x="3260086" y="29844"/>
                    <a:pt x="3261991" y="29209"/>
                  </a:cubicBezTo>
                  <a:cubicBezTo>
                    <a:pt x="3263896" y="29209"/>
                    <a:pt x="3265801" y="29209"/>
                    <a:pt x="3267706" y="29209"/>
                  </a:cubicBezTo>
                  <a:cubicBezTo>
                    <a:pt x="3272151" y="29209"/>
                    <a:pt x="3276596" y="29844"/>
                    <a:pt x="3279771" y="31749"/>
                  </a:cubicBezTo>
                  <a:cubicBezTo>
                    <a:pt x="3282946" y="33019"/>
                    <a:pt x="3286121" y="35559"/>
                    <a:pt x="3288661" y="38099"/>
                  </a:cubicBezTo>
                  <a:cubicBezTo>
                    <a:pt x="3291201" y="41274"/>
                    <a:pt x="3292471" y="44449"/>
                    <a:pt x="3293741" y="49529"/>
                  </a:cubicBezTo>
                  <a:cubicBezTo>
                    <a:pt x="3295011" y="53974"/>
                    <a:pt x="3295646" y="59054"/>
                    <a:pt x="3295646" y="64134"/>
                  </a:cubicBezTo>
                  <a:lnTo>
                    <a:pt x="3295646" y="108584"/>
                  </a:lnTo>
                  <a:lnTo>
                    <a:pt x="3280406" y="108584"/>
                  </a:lnTo>
                  <a:lnTo>
                    <a:pt x="3279771" y="108584"/>
                  </a:lnTo>
                  <a:lnTo>
                    <a:pt x="3279771" y="64769"/>
                  </a:lnTo>
                  <a:cubicBezTo>
                    <a:pt x="3279771" y="57784"/>
                    <a:pt x="3278501" y="52069"/>
                    <a:pt x="3275961" y="48894"/>
                  </a:cubicBezTo>
                  <a:cubicBezTo>
                    <a:pt x="3273421" y="45084"/>
                    <a:pt x="3269611" y="43814"/>
                    <a:pt x="3263896" y="43814"/>
                  </a:cubicBezTo>
                  <a:cubicBezTo>
                    <a:pt x="3261356" y="43814"/>
                    <a:pt x="3259451" y="43814"/>
                    <a:pt x="3257546" y="45084"/>
                  </a:cubicBezTo>
                  <a:cubicBezTo>
                    <a:pt x="3255641" y="45719"/>
                    <a:pt x="3253736" y="46989"/>
                    <a:pt x="3252466" y="48894"/>
                  </a:cubicBezTo>
                  <a:cubicBezTo>
                    <a:pt x="3251196" y="50799"/>
                    <a:pt x="3249926" y="52704"/>
                    <a:pt x="3249291" y="55244"/>
                  </a:cubicBezTo>
                  <a:cubicBezTo>
                    <a:pt x="3248656" y="57784"/>
                    <a:pt x="3248021" y="60324"/>
                    <a:pt x="3248021" y="63499"/>
                  </a:cubicBezTo>
                  <a:lnTo>
                    <a:pt x="3248021" y="109219"/>
                  </a:lnTo>
                  <a:lnTo>
                    <a:pt x="3232781" y="109219"/>
                  </a:lnTo>
                  <a:lnTo>
                    <a:pt x="3232781" y="8889"/>
                  </a:lnTo>
                  <a:close/>
                  <a:moveTo>
                    <a:pt x="2432681" y="634"/>
                  </a:moveTo>
                  <a:lnTo>
                    <a:pt x="2432681" y="38099"/>
                  </a:lnTo>
                  <a:cubicBezTo>
                    <a:pt x="2432681" y="38099"/>
                    <a:pt x="2434586" y="35559"/>
                    <a:pt x="2436491" y="34289"/>
                  </a:cubicBezTo>
                  <a:cubicBezTo>
                    <a:pt x="2437761" y="33019"/>
                    <a:pt x="2439666" y="32384"/>
                    <a:pt x="2440936" y="31114"/>
                  </a:cubicBezTo>
                  <a:cubicBezTo>
                    <a:pt x="2442841" y="30479"/>
                    <a:pt x="2444746" y="29844"/>
                    <a:pt x="2446651" y="29209"/>
                  </a:cubicBezTo>
                  <a:cubicBezTo>
                    <a:pt x="2448556" y="29209"/>
                    <a:pt x="2450461" y="29209"/>
                    <a:pt x="2452366" y="29209"/>
                  </a:cubicBezTo>
                  <a:cubicBezTo>
                    <a:pt x="2456811" y="29209"/>
                    <a:pt x="2461256" y="29844"/>
                    <a:pt x="2464431" y="31749"/>
                  </a:cubicBezTo>
                  <a:cubicBezTo>
                    <a:pt x="2467606" y="33019"/>
                    <a:pt x="2470781" y="35559"/>
                    <a:pt x="2473321" y="38099"/>
                  </a:cubicBezTo>
                  <a:cubicBezTo>
                    <a:pt x="2475861" y="41274"/>
                    <a:pt x="2477131" y="44449"/>
                    <a:pt x="2478401" y="49529"/>
                  </a:cubicBezTo>
                  <a:cubicBezTo>
                    <a:pt x="2479671" y="53974"/>
                    <a:pt x="2480306" y="59054"/>
                    <a:pt x="2480306" y="64134"/>
                  </a:cubicBezTo>
                  <a:lnTo>
                    <a:pt x="2480306" y="108584"/>
                  </a:lnTo>
                  <a:lnTo>
                    <a:pt x="2465066" y="108584"/>
                  </a:lnTo>
                  <a:lnTo>
                    <a:pt x="2464431" y="108584"/>
                  </a:lnTo>
                  <a:lnTo>
                    <a:pt x="2464431" y="64769"/>
                  </a:lnTo>
                  <a:cubicBezTo>
                    <a:pt x="2464431" y="57784"/>
                    <a:pt x="2463161" y="52069"/>
                    <a:pt x="2460621" y="48894"/>
                  </a:cubicBezTo>
                  <a:cubicBezTo>
                    <a:pt x="2458081" y="45084"/>
                    <a:pt x="2454271" y="43814"/>
                    <a:pt x="2448556" y="43814"/>
                  </a:cubicBezTo>
                  <a:cubicBezTo>
                    <a:pt x="2446016" y="43814"/>
                    <a:pt x="2444111" y="43814"/>
                    <a:pt x="2442206" y="45084"/>
                  </a:cubicBezTo>
                  <a:cubicBezTo>
                    <a:pt x="2440301" y="45719"/>
                    <a:pt x="2438396" y="46989"/>
                    <a:pt x="2437126" y="48894"/>
                  </a:cubicBezTo>
                  <a:cubicBezTo>
                    <a:pt x="2435856" y="50799"/>
                    <a:pt x="2434586" y="52704"/>
                    <a:pt x="2433951" y="55244"/>
                  </a:cubicBezTo>
                  <a:cubicBezTo>
                    <a:pt x="2433316" y="57784"/>
                    <a:pt x="2432681" y="60324"/>
                    <a:pt x="2432681" y="63499"/>
                  </a:cubicBezTo>
                  <a:lnTo>
                    <a:pt x="2432681" y="109219"/>
                  </a:lnTo>
                  <a:lnTo>
                    <a:pt x="2417441" y="109219"/>
                  </a:lnTo>
                  <a:lnTo>
                    <a:pt x="2417441" y="8889"/>
                  </a:lnTo>
                  <a:close/>
                  <a:moveTo>
                    <a:pt x="1734181" y="634"/>
                  </a:moveTo>
                  <a:lnTo>
                    <a:pt x="1734181" y="38099"/>
                  </a:lnTo>
                  <a:cubicBezTo>
                    <a:pt x="1734181" y="38099"/>
                    <a:pt x="1736086" y="35559"/>
                    <a:pt x="1737991" y="34289"/>
                  </a:cubicBezTo>
                  <a:cubicBezTo>
                    <a:pt x="1739261" y="33019"/>
                    <a:pt x="1741166" y="32384"/>
                    <a:pt x="1742436" y="31114"/>
                  </a:cubicBezTo>
                  <a:cubicBezTo>
                    <a:pt x="1744341" y="30479"/>
                    <a:pt x="1746246" y="29844"/>
                    <a:pt x="1748151" y="29209"/>
                  </a:cubicBezTo>
                  <a:cubicBezTo>
                    <a:pt x="1750056" y="29209"/>
                    <a:pt x="1751961" y="29209"/>
                    <a:pt x="1753866" y="29209"/>
                  </a:cubicBezTo>
                  <a:cubicBezTo>
                    <a:pt x="1758311" y="29209"/>
                    <a:pt x="1762756" y="29844"/>
                    <a:pt x="1765931" y="31749"/>
                  </a:cubicBezTo>
                  <a:cubicBezTo>
                    <a:pt x="1769106" y="33019"/>
                    <a:pt x="1772281" y="35559"/>
                    <a:pt x="1774821" y="38099"/>
                  </a:cubicBezTo>
                  <a:cubicBezTo>
                    <a:pt x="1777361" y="41274"/>
                    <a:pt x="1778631" y="44449"/>
                    <a:pt x="1779901" y="49529"/>
                  </a:cubicBezTo>
                  <a:cubicBezTo>
                    <a:pt x="1781171" y="53974"/>
                    <a:pt x="1781806" y="59054"/>
                    <a:pt x="1781806" y="64134"/>
                  </a:cubicBezTo>
                  <a:lnTo>
                    <a:pt x="1781806" y="108584"/>
                  </a:lnTo>
                  <a:lnTo>
                    <a:pt x="1766566" y="108584"/>
                  </a:lnTo>
                  <a:lnTo>
                    <a:pt x="1765931" y="108584"/>
                  </a:lnTo>
                  <a:lnTo>
                    <a:pt x="1765931" y="64769"/>
                  </a:lnTo>
                  <a:cubicBezTo>
                    <a:pt x="1765931" y="57784"/>
                    <a:pt x="1764661" y="52069"/>
                    <a:pt x="1762121" y="48894"/>
                  </a:cubicBezTo>
                  <a:cubicBezTo>
                    <a:pt x="1759581" y="45084"/>
                    <a:pt x="1755771" y="43814"/>
                    <a:pt x="1750056" y="43814"/>
                  </a:cubicBezTo>
                  <a:cubicBezTo>
                    <a:pt x="1747516" y="43814"/>
                    <a:pt x="1745611" y="43814"/>
                    <a:pt x="1743706" y="45084"/>
                  </a:cubicBezTo>
                  <a:cubicBezTo>
                    <a:pt x="1741801" y="45719"/>
                    <a:pt x="1739896" y="46989"/>
                    <a:pt x="1738626" y="48894"/>
                  </a:cubicBezTo>
                  <a:cubicBezTo>
                    <a:pt x="1737356" y="50799"/>
                    <a:pt x="1736086" y="52704"/>
                    <a:pt x="1735451" y="55244"/>
                  </a:cubicBezTo>
                  <a:cubicBezTo>
                    <a:pt x="1734816" y="57784"/>
                    <a:pt x="1734181" y="60324"/>
                    <a:pt x="1734181" y="63499"/>
                  </a:cubicBezTo>
                  <a:lnTo>
                    <a:pt x="1734181" y="109219"/>
                  </a:lnTo>
                  <a:lnTo>
                    <a:pt x="1718941" y="109219"/>
                  </a:lnTo>
                  <a:lnTo>
                    <a:pt x="1718941" y="8889"/>
                  </a:lnTo>
                  <a:close/>
                  <a:moveTo>
                    <a:pt x="803275" y="634"/>
                  </a:moveTo>
                  <a:lnTo>
                    <a:pt x="803275" y="38099"/>
                  </a:lnTo>
                  <a:cubicBezTo>
                    <a:pt x="803275" y="38099"/>
                    <a:pt x="805180" y="35559"/>
                    <a:pt x="807085" y="34289"/>
                  </a:cubicBezTo>
                  <a:cubicBezTo>
                    <a:pt x="808355" y="33019"/>
                    <a:pt x="810260" y="32384"/>
                    <a:pt x="811530" y="31114"/>
                  </a:cubicBezTo>
                  <a:cubicBezTo>
                    <a:pt x="813435" y="30479"/>
                    <a:pt x="815340" y="29844"/>
                    <a:pt x="817245" y="29209"/>
                  </a:cubicBezTo>
                  <a:cubicBezTo>
                    <a:pt x="819150" y="29209"/>
                    <a:pt x="821055" y="29209"/>
                    <a:pt x="822960" y="29209"/>
                  </a:cubicBezTo>
                  <a:cubicBezTo>
                    <a:pt x="827405" y="29209"/>
                    <a:pt x="831850" y="29844"/>
                    <a:pt x="835025" y="31749"/>
                  </a:cubicBezTo>
                  <a:cubicBezTo>
                    <a:pt x="838200" y="33019"/>
                    <a:pt x="841375" y="35559"/>
                    <a:pt x="843915" y="38099"/>
                  </a:cubicBezTo>
                  <a:cubicBezTo>
                    <a:pt x="846455" y="41274"/>
                    <a:pt x="847725" y="44449"/>
                    <a:pt x="848995" y="49529"/>
                  </a:cubicBezTo>
                  <a:cubicBezTo>
                    <a:pt x="850265" y="53974"/>
                    <a:pt x="850900" y="59054"/>
                    <a:pt x="850900" y="64134"/>
                  </a:cubicBezTo>
                  <a:lnTo>
                    <a:pt x="850900" y="108584"/>
                  </a:lnTo>
                  <a:lnTo>
                    <a:pt x="835660" y="108584"/>
                  </a:lnTo>
                  <a:lnTo>
                    <a:pt x="835025" y="108584"/>
                  </a:lnTo>
                  <a:lnTo>
                    <a:pt x="835025" y="64769"/>
                  </a:lnTo>
                  <a:cubicBezTo>
                    <a:pt x="835025" y="57784"/>
                    <a:pt x="833755" y="52069"/>
                    <a:pt x="831215" y="48894"/>
                  </a:cubicBezTo>
                  <a:cubicBezTo>
                    <a:pt x="828675" y="45084"/>
                    <a:pt x="824865" y="43814"/>
                    <a:pt x="819150" y="43814"/>
                  </a:cubicBezTo>
                  <a:cubicBezTo>
                    <a:pt x="816610" y="43814"/>
                    <a:pt x="814705" y="43814"/>
                    <a:pt x="812800" y="45084"/>
                  </a:cubicBezTo>
                  <a:cubicBezTo>
                    <a:pt x="810895" y="45719"/>
                    <a:pt x="808990" y="46989"/>
                    <a:pt x="807720" y="48894"/>
                  </a:cubicBezTo>
                  <a:cubicBezTo>
                    <a:pt x="806450" y="50799"/>
                    <a:pt x="805180" y="52704"/>
                    <a:pt x="804545" y="55244"/>
                  </a:cubicBezTo>
                  <a:cubicBezTo>
                    <a:pt x="803910" y="57784"/>
                    <a:pt x="803275" y="60324"/>
                    <a:pt x="803275" y="63499"/>
                  </a:cubicBezTo>
                  <a:lnTo>
                    <a:pt x="803275" y="109219"/>
                  </a:lnTo>
                  <a:lnTo>
                    <a:pt x="788035" y="109219"/>
                  </a:lnTo>
                  <a:lnTo>
                    <a:pt x="788035" y="8889"/>
                  </a:lnTo>
                  <a:close/>
                  <a:moveTo>
                    <a:pt x="104774" y="634"/>
                  </a:moveTo>
                  <a:lnTo>
                    <a:pt x="104774" y="38099"/>
                  </a:lnTo>
                  <a:cubicBezTo>
                    <a:pt x="104774" y="38099"/>
                    <a:pt x="106679" y="35559"/>
                    <a:pt x="108584" y="34289"/>
                  </a:cubicBezTo>
                  <a:cubicBezTo>
                    <a:pt x="109854" y="33019"/>
                    <a:pt x="111759" y="32384"/>
                    <a:pt x="113029" y="31114"/>
                  </a:cubicBezTo>
                  <a:cubicBezTo>
                    <a:pt x="114934" y="30479"/>
                    <a:pt x="116839" y="29844"/>
                    <a:pt x="118744" y="29209"/>
                  </a:cubicBezTo>
                  <a:cubicBezTo>
                    <a:pt x="120649" y="29209"/>
                    <a:pt x="122554" y="29209"/>
                    <a:pt x="124459" y="29209"/>
                  </a:cubicBezTo>
                  <a:cubicBezTo>
                    <a:pt x="128904" y="29209"/>
                    <a:pt x="133349" y="29844"/>
                    <a:pt x="136524" y="31749"/>
                  </a:cubicBezTo>
                  <a:cubicBezTo>
                    <a:pt x="139699" y="33019"/>
                    <a:pt x="142874" y="35559"/>
                    <a:pt x="145414" y="38099"/>
                  </a:cubicBezTo>
                  <a:cubicBezTo>
                    <a:pt x="147954" y="41274"/>
                    <a:pt x="149224" y="44449"/>
                    <a:pt x="150494" y="49529"/>
                  </a:cubicBezTo>
                  <a:cubicBezTo>
                    <a:pt x="151764" y="53974"/>
                    <a:pt x="152399" y="59054"/>
                    <a:pt x="152399" y="64134"/>
                  </a:cubicBezTo>
                  <a:lnTo>
                    <a:pt x="152399" y="108584"/>
                  </a:lnTo>
                  <a:lnTo>
                    <a:pt x="137159" y="108584"/>
                  </a:lnTo>
                  <a:lnTo>
                    <a:pt x="136524" y="108584"/>
                  </a:lnTo>
                  <a:lnTo>
                    <a:pt x="136524" y="64769"/>
                  </a:lnTo>
                  <a:cubicBezTo>
                    <a:pt x="136524" y="57784"/>
                    <a:pt x="135254" y="52069"/>
                    <a:pt x="132714" y="48894"/>
                  </a:cubicBezTo>
                  <a:cubicBezTo>
                    <a:pt x="130174" y="45084"/>
                    <a:pt x="126364" y="43814"/>
                    <a:pt x="120649" y="43814"/>
                  </a:cubicBezTo>
                  <a:cubicBezTo>
                    <a:pt x="118109" y="43814"/>
                    <a:pt x="116204" y="43814"/>
                    <a:pt x="114299" y="45084"/>
                  </a:cubicBezTo>
                  <a:cubicBezTo>
                    <a:pt x="112394" y="45719"/>
                    <a:pt x="110489" y="46989"/>
                    <a:pt x="109219" y="48894"/>
                  </a:cubicBezTo>
                  <a:cubicBezTo>
                    <a:pt x="107949" y="50799"/>
                    <a:pt x="106679" y="52704"/>
                    <a:pt x="106044" y="55244"/>
                  </a:cubicBezTo>
                  <a:cubicBezTo>
                    <a:pt x="105409" y="57784"/>
                    <a:pt x="104774" y="60324"/>
                    <a:pt x="104774" y="63499"/>
                  </a:cubicBezTo>
                  <a:lnTo>
                    <a:pt x="104774" y="109219"/>
                  </a:lnTo>
                  <a:lnTo>
                    <a:pt x="89534" y="109219"/>
                  </a:lnTo>
                  <a:lnTo>
                    <a:pt x="89534" y="8889"/>
                  </a:lnTo>
                  <a:close/>
                  <a:moveTo>
                    <a:pt x="3894450" y="0"/>
                  </a:moveTo>
                  <a:lnTo>
                    <a:pt x="3894450" y="30480"/>
                  </a:lnTo>
                  <a:lnTo>
                    <a:pt x="3913500" y="30480"/>
                  </a:lnTo>
                  <a:lnTo>
                    <a:pt x="3913500" y="44450"/>
                  </a:lnTo>
                  <a:lnTo>
                    <a:pt x="3894450" y="44450"/>
                  </a:lnTo>
                  <a:lnTo>
                    <a:pt x="3894450" y="86995"/>
                  </a:lnTo>
                  <a:cubicBezTo>
                    <a:pt x="3894450" y="86995"/>
                    <a:pt x="3894450" y="90170"/>
                    <a:pt x="3894450" y="91440"/>
                  </a:cubicBezTo>
                  <a:cubicBezTo>
                    <a:pt x="3894450" y="92710"/>
                    <a:pt x="3895085" y="93345"/>
                    <a:pt x="3895720" y="94615"/>
                  </a:cubicBezTo>
                  <a:cubicBezTo>
                    <a:pt x="3896355" y="95250"/>
                    <a:pt x="3896990" y="95885"/>
                    <a:pt x="3898260" y="95885"/>
                  </a:cubicBezTo>
                  <a:cubicBezTo>
                    <a:pt x="3899530" y="95885"/>
                    <a:pt x="3900800" y="95885"/>
                    <a:pt x="3902070" y="95885"/>
                  </a:cubicBezTo>
                  <a:cubicBezTo>
                    <a:pt x="3903975" y="95885"/>
                    <a:pt x="3905880" y="95885"/>
                    <a:pt x="3908420" y="95250"/>
                  </a:cubicBezTo>
                  <a:cubicBezTo>
                    <a:pt x="3910325" y="94615"/>
                    <a:pt x="3912230" y="93980"/>
                    <a:pt x="3913500" y="93345"/>
                  </a:cubicBezTo>
                  <a:lnTo>
                    <a:pt x="3911595" y="106680"/>
                  </a:lnTo>
                  <a:cubicBezTo>
                    <a:pt x="3911595" y="106680"/>
                    <a:pt x="3907785" y="108585"/>
                    <a:pt x="3905245" y="109220"/>
                  </a:cubicBezTo>
                  <a:cubicBezTo>
                    <a:pt x="3902705" y="109855"/>
                    <a:pt x="3900165" y="110490"/>
                    <a:pt x="3896990" y="110490"/>
                  </a:cubicBezTo>
                  <a:cubicBezTo>
                    <a:pt x="3894450" y="110490"/>
                    <a:pt x="3891910" y="110490"/>
                    <a:pt x="3890005" y="109220"/>
                  </a:cubicBezTo>
                  <a:cubicBezTo>
                    <a:pt x="3888100" y="108585"/>
                    <a:pt x="3886195" y="107315"/>
                    <a:pt x="3884290" y="105410"/>
                  </a:cubicBezTo>
                  <a:cubicBezTo>
                    <a:pt x="3882385" y="103505"/>
                    <a:pt x="3881115" y="101600"/>
                    <a:pt x="3880480" y="99060"/>
                  </a:cubicBezTo>
                  <a:cubicBezTo>
                    <a:pt x="3879845" y="96520"/>
                    <a:pt x="3879210" y="93345"/>
                    <a:pt x="3879210" y="89535"/>
                  </a:cubicBezTo>
                  <a:lnTo>
                    <a:pt x="3879210" y="44450"/>
                  </a:lnTo>
                  <a:lnTo>
                    <a:pt x="3868415" y="44450"/>
                  </a:lnTo>
                  <a:lnTo>
                    <a:pt x="3868415" y="30480"/>
                  </a:lnTo>
                  <a:lnTo>
                    <a:pt x="3879210" y="30480"/>
                  </a:lnTo>
                  <a:lnTo>
                    <a:pt x="3879210" y="8255"/>
                  </a:lnTo>
                  <a:close/>
                  <a:moveTo>
                    <a:pt x="3664581" y="0"/>
                  </a:moveTo>
                  <a:lnTo>
                    <a:pt x="3664581" y="30480"/>
                  </a:lnTo>
                  <a:lnTo>
                    <a:pt x="3683631" y="30480"/>
                  </a:lnTo>
                  <a:lnTo>
                    <a:pt x="3683631" y="44450"/>
                  </a:lnTo>
                  <a:lnTo>
                    <a:pt x="3664581" y="44450"/>
                  </a:lnTo>
                  <a:lnTo>
                    <a:pt x="3664581" y="86995"/>
                  </a:lnTo>
                  <a:cubicBezTo>
                    <a:pt x="3664581" y="86995"/>
                    <a:pt x="3664581" y="90170"/>
                    <a:pt x="3664581" y="91440"/>
                  </a:cubicBezTo>
                  <a:cubicBezTo>
                    <a:pt x="3664581" y="92710"/>
                    <a:pt x="3665216" y="93345"/>
                    <a:pt x="3665851" y="94615"/>
                  </a:cubicBezTo>
                  <a:cubicBezTo>
                    <a:pt x="3666486" y="95250"/>
                    <a:pt x="3667121" y="95885"/>
                    <a:pt x="3668391" y="95885"/>
                  </a:cubicBezTo>
                  <a:cubicBezTo>
                    <a:pt x="3669661" y="95885"/>
                    <a:pt x="3670931" y="95885"/>
                    <a:pt x="3672201" y="95885"/>
                  </a:cubicBezTo>
                  <a:cubicBezTo>
                    <a:pt x="3674106" y="95885"/>
                    <a:pt x="3676011" y="95885"/>
                    <a:pt x="3678551" y="95250"/>
                  </a:cubicBezTo>
                  <a:cubicBezTo>
                    <a:pt x="3680456" y="94615"/>
                    <a:pt x="3682361" y="93980"/>
                    <a:pt x="3683631" y="93345"/>
                  </a:cubicBezTo>
                  <a:lnTo>
                    <a:pt x="3681726" y="106680"/>
                  </a:lnTo>
                  <a:cubicBezTo>
                    <a:pt x="3681726" y="106680"/>
                    <a:pt x="3677916" y="108585"/>
                    <a:pt x="3675376" y="109220"/>
                  </a:cubicBezTo>
                  <a:cubicBezTo>
                    <a:pt x="3672836" y="109855"/>
                    <a:pt x="3670296" y="110490"/>
                    <a:pt x="3667121" y="110490"/>
                  </a:cubicBezTo>
                  <a:cubicBezTo>
                    <a:pt x="3664581" y="110490"/>
                    <a:pt x="3662041" y="110490"/>
                    <a:pt x="3660136" y="109220"/>
                  </a:cubicBezTo>
                  <a:cubicBezTo>
                    <a:pt x="3658231" y="108585"/>
                    <a:pt x="3656326" y="107315"/>
                    <a:pt x="3654421" y="105410"/>
                  </a:cubicBezTo>
                  <a:cubicBezTo>
                    <a:pt x="3652516" y="103505"/>
                    <a:pt x="3651246" y="101600"/>
                    <a:pt x="3650611" y="99060"/>
                  </a:cubicBezTo>
                  <a:cubicBezTo>
                    <a:pt x="3649976" y="96520"/>
                    <a:pt x="3649341" y="93345"/>
                    <a:pt x="3649341" y="89535"/>
                  </a:cubicBezTo>
                  <a:lnTo>
                    <a:pt x="3649341" y="44450"/>
                  </a:lnTo>
                  <a:lnTo>
                    <a:pt x="3638546" y="44450"/>
                  </a:lnTo>
                  <a:lnTo>
                    <a:pt x="3638546" y="30480"/>
                  </a:lnTo>
                  <a:lnTo>
                    <a:pt x="3649341" y="30480"/>
                  </a:lnTo>
                  <a:lnTo>
                    <a:pt x="3649341" y="8255"/>
                  </a:lnTo>
                  <a:close/>
                  <a:moveTo>
                    <a:pt x="3610605" y="0"/>
                  </a:moveTo>
                  <a:lnTo>
                    <a:pt x="3610605" y="30480"/>
                  </a:lnTo>
                  <a:lnTo>
                    <a:pt x="3629655" y="30480"/>
                  </a:lnTo>
                  <a:lnTo>
                    <a:pt x="3629655" y="44450"/>
                  </a:lnTo>
                  <a:lnTo>
                    <a:pt x="3610605" y="44450"/>
                  </a:lnTo>
                  <a:lnTo>
                    <a:pt x="3610605" y="86995"/>
                  </a:lnTo>
                  <a:cubicBezTo>
                    <a:pt x="3610605" y="86995"/>
                    <a:pt x="3610605" y="90170"/>
                    <a:pt x="3610605" y="91440"/>
                  </a:cubicBezTo>
                  <a:cubicBezTo>
                    <a:pt x="3610605" y="92710"/>
                    <a:pt x="3611240" y="93345"/>
                    <a:pt x="3611875" y="94615"/>
                  </a:cubicBezTo>
                  <a:cubicBezTo>
                    <a:pt x="3612510" y="95250"/>
                    <a:pt x="3613145" y="95885"/>
                    <a:pt x="3614415" y="95885"/>
                  </a:cubicBezTo>
                  <a:cubicBezTo>
                    <a:pt x="3615685" y="95885"/>
                    <a:pt x="3616955" y="95885"/>
                    <a:pt x="3618225" y="95885"/>
                  </a:cubicBezTo>
                  <a:cubicBezTo>
                    <a:pt x="3620130" y="95885"/>
                    <a:pt x="3622035" y="95885"/>
                    <a:pt x="3624575" y="95250"/>
                  </a:cubicBezTo>
                  <a:cubicBezTo>
                    <a:pt x="3626480" y="94615"/>
                    <a:pt x="3628385" y="93980"/>
                    <a:pt x="3629655" y="93345"/>
                  </a:cubicBezTo>
                  <a:lnTo>
                    <a:pt x="3627750" y="106680"/>
                  </a:lnTo>
                  <a:cubicBezTo>
                    <a:pt x="3627750" y="106680"/>
                    <a:pt x="3623940" y="108585"/>
                    <a:pt x="3621400" y="109220"/>
                  </a:cubicBezTo>
                  <a:cubicBezTo>
                    <a:pt x="3618860" y="109855"/>
                    <a:pt x="3616320" y="110490"/>
                    <a:pt x="3613145" y="110490"/>
                  </a:cubicBezTo>
                  <a:cubicBezTo>
                    <a:pt x="3610605" y="110490"/>
                    <a:pt x="3608065" y="110490"/>
                    <a:pt x="3606160" y="109220"/>
                  </a:cubicBezTo>
                  <a:cubicBezTo>
                    <a:pt x="3604255" y="108585"/>
                    <a:pt x="3602350" y="107315"/>
                    <a:pt x="3600445" y="105410"/>
                  </a:cubicBezTo>
                  <a:cubicBezTo>
                    <a:pt x="3598540" y="103505"/>
                    <a:pt x="3597270" y="101600"/>
                    <a:pt x="3596635" y="99060"/>
                  </a:cubicBezTo>
                  <a:cubicBezTo>
                    <a:pt x="3596000" y="96520"/>
                    <a:pt x="3595365" y="93345"/>
                    <a:pt x="3595365" y="89535"/>
                  </a:cubicBezTo>
                  <a:lnTo>
                    <a:pt x="3595365" y="44450"/>
                  </a:lnTo>
                  <a:lnTo>
                    <a:pt x="3584570" y="44450"/>
                  </a:lnTo>
                  <a:lnTo>
                    <a:pt x="3584570" y="30480"/>
                  </a:lnTo>
                  <a:lnTo>
                    <a:pt x="3595365" y="30480"/>
                  </a:lnTo>
                  <a:lnTo>
                    <a:pt x="3595365" y="8255"/>
                  </a:lnTo>
                  <a:close/>
                  <a:moveTo>
                    <a:pt x="3445505" y="0"/>
                  </a:moveTo>
                  <a:lnTo>
                    <a:pt x="3445505" y="37465"/>
                  </a:lnTo>
                  <a:cubicBezTo>
                    <a:pt x="3445505" y="37465"/>
                    <a:pt x="3448680" y="34925"/>
                    <a:pt x="3449950" y="33655"/>
                  </a:cubicBezTo>
                  <a:cubicBezTo>
                    <a:pt x="3451220" y="33020"/>
                    <a:pt x="3452490" y="31750"/>
                    <a:pt x="3453760" y="31115"/>
                  </a:cubicBezTo>
                  <a:cubicBezTo>
                    <a:pt x="3455030" y="30480"/>
                    <a:pt x="3456935" y="29845"/>
                    <a:pt x="3458840" y="29210"/>
                  </a:cubicBezTo>
                  <a:cubicBezTo>
                    <a:pt x="3460745" y="29210"/>
                    <a:pt x="3463285" y="28575"/>
                    <a:pt x="3465825" y="28575"/>
                  </a:cubicBezTo>
                  <a:cubicBezTo>
                    <a:pt x="3470270" y="28575"/>
                    <a:pt x="3474080" y="29210"/>
                    <a:pt x="3477890" y="31115"/>
                  </a:cubicBezTo>
                  <a:cubicBezTo>
                    <a:pt x="3481700" y="32385"/>
                    <a:pt x="3484875" y="34925"/>
                    <a:pt x="3487415" y="38735"/>
                  </a:cubicBezTo>
                  <a:cubicBezTo>
                    <a:pt x="3489955" y="41910"/>
                    <a:pt x="3492495" y="46355"/>
                    <a:pt x="3493765" y="51435"/>
                  </a:cubicBezTo>
                  <a:cubicBezTo>
                    <a:pt x="3495035" y="56515"/>
                    <a:pt x="3496305" y="62865"/>
                    <a:pt x="3496305" y="70485"/>
                  </a:cubicBezTo>
                  <a:lnTo>
                    <a:pt x="3495670" y="71120"/>
                  </a:lnTo>
                  <a:cubicBezTo>
                    <a:pt x="3495670" y="77470"/>
                    <a:pt x="3495035" y="83820"/>
                    <a:pt x="3493130" y="88265"/>
                  </a:cubicBezTo>
                  <a:cubicBezTo>
                    <a:pt x="3491225" y="93345"/>
                    <a:pt x="3489320" y="97155"/>
                    <a:pt x="3486145" y="100330"/>
                  </a:cubicBezTo>
                  <a:cubicBezTo>
                    <a:pt x="3483605" y="103505"/>
                    <a:pt x="3479795" y="106045"/>
                    <a:pt x="3476620" y="107315"/>
                  </a:cubicBezTo>
                  <a:cubicBezTo>
                    <a:pt x="3472810" y="109220"/>
                    <a:pt x="3469000" y="109855"/>
                    <a:pt x="3465190" y="109855"/>
                  </a:cubicBezTo>
                  <a:cubicBezTo>
                    <a:pt x="3461380" y="109855"/>
                    <a:pt x="3457570" y="109220"/>
                    <a:pt x="3454395" y="107315"/>
                  </a:cubicBezTo>
                  <a:cubicBezTo>
                    <a:pt x="3450585" y="105410"/>
                    <a:pt x="3448045" y="103505"/>
                    <a:pt x="3445505" y="100965"/>
                  </a:cubicBezTo>
                  <a:lnTo>
                    <a:pt x="3445505" y="107950"/>
                  </a:lnTo>
                  <a:lnTo>
                    <a:pt x="3430265" y="107950"/>
                  </a:lnTo>
                  <a:lnTo>
                    <a:pt x="3430265" y="7620"/>
                  </a:lnTo>
                  <a:close/>
                  <a:moveTo>
                    <a:pt x="2380611" y="0"/>
                  </a:moveTo>
                  <a:lnTo>
                    <a:pt x="2380611" y="30480"/>
                  </a:lnTo>
                  <a:lnTo>
                    <a:pt x="2399661" y="30480"/>
                  </a:lnTo>
                  <a:lnTo>
                    <a:pt x="2399661" y="44450"/>
                  </a:lnTo>
                  <a:lnTo>
                    <a:pt x="2380611" y="44450"/>
                  </a:lnTo>
                  <a:lnTo>
                    <a:pt x="2380611" y="86995"/>
                  </a:lnTo>
                  <a:cubicBezTo>
                    <a:pt x="2380611" y="86995"/>
                    <a:pt x="2380611" y="90170"/>
                    <a:pt x="2380611" y="91440"/>
                  </a:cubicBezTo>
                  <a:cubicBezTo>
                    <a:pt x="2380611" y="92710"/>
                    <a:pt x="2381246" y="93345"/>
                    <a:pt x="2381881" y="94615"/>
                  </a:cubicBezTo>
                  <a:cubicBezTo>
                    <a:pt x="2382516" y="95250"/>
                    <a:pt x="2383151" y="95885"/>
                    <a:pt x="2384421" y="95885"/>
                  </a:cubicBezTo>
                  <a:cubicBezTo>
                    <a:pt x="2385691" y="95885"/>
                    <a:pt x="2386961" y="95885"/>
                    <a:pt x="2388231" y="95885"/>
                  </a:cubicBezTo>
                  <a:cubicBezTo>
                    <a:pt x="2390136" y="95885"/>
                    <a:pt x="2392041" y="95885"/>
                    <a:pt x="2394581" y="95250"/>
                  </a:cubicBezTo>
                  <a:cubicBezTo>
                    <a:pt x="2396486" y="94615"/>
                    <a:pt x="2398391" y="93980"/>
                    <a:pt x="2399661" y="93345"/>
                  </a:cubicBezTo>
                  <a:lnTo>
                    <a:pt x="2397756" y="106680"/>
                  </a:lnTo>
                  <a:cubicBezTo>
                    <a:pt x="2397756" y="106680"/>
                    <a:pt x="2393946" y="108585"/>
                    <a:pt x="2391406" y="109220"/>
                  </a:cubicBezTo>
                  <a:cubicBezTo>
                    <a:pt x="2388866" y="109855"/>
                    <a:pt x="2386326" y="110490"/>
                    <a:pt x="2383151" y="110490"/>
                  </a:cubicBezTo>
                  <a:cubicBezTo>
                    <a:pt x="2380611" y="110490"/>
                    <a:pt x="2378071" y="110490"/>
                    <a:pt x="2376166" y="109220"/>
                  </a:cubicBezTo>
                  <a:cubicBezTo>
                    <a:pt x="2374261" y="108585"/>
                    <a:pt x="2372356" y="107315"/>
                    <a:pt x="2370451" y="105410"/>
                  </a:cubicBezTo>
                  <a:cubicBezTo>
                    <a:pt x="2368546" y="103505"/>
                    <a:pt x="2367276" y="101600"/>
                    <a:pt x="2366641" y="99060"/>
                  </a:cubicBezTo>
                  <a:cubicBezTo>
                    <a:pt x="2366006" y="96520"/>
                    <a:pt x="2365371" y="93345"/>
                    <a:pt x="2365371" y="89535"/>
                  </a:cubicBezTo>
                  <a:lnTo>
                    <a:pt x="2365371" y="44450"/>
                  </a:lnTo>
                  <a:lnTo>
                    <a:pt x="2354576" y="44450"/>
                  </a:lnTo>
                  <a:lnTo>
                    <a:pt x="2354576" y="30480"/>
                  </a:lnTo>
                  <a:lnTo>
                    <a:pt x="2365371" y="30480"/>
                  </a:lnTo>
                  <a:lnTo>
                    <a:pt x="2365371" y="8255"/>
                  </a:lnTo>
                  <a:close/>
                  <a:moveTo>
                    <a:pt x="2150741" y="0"/>
                  </a:moveTo>
                  <a:lnTo>
                    <a:pt x="2150741" y="30480"/>
                  </a:lnTo>
                  <a:lnTo>
                    <a:pt x="2169791" y="30480"/>
                  </a:lnTo>
                  <a:lnTo>
                    <a:pt x="2169791" y="44450"/>
                  </a:lnTo>
                  <a:lnTo>
                    <a:pt x="2150741" y="44450"/>
                  </a:lnTo>
                  <a:lnTo>
                    <a:pt x="2150741" y="86995"/>
                  </a:lnTo>
                  <a:cubicBezTo>
                    <a:pt x="2150741" y="86995"/>
                    <a:pt x="2150741" y="90170"/>
                    <a:pt x="2150741" y="91440"/>
                  </a:cubicBezTo>
                  <a:cubicBezTo>
                    <a:pt x="2150741" y="92710"/>
                    <a:pt x="2151376" y="93345"/>
                    <a:pt x="2152011" y="94615"/>
                  </a:cubicBezTo>
                  <a:cubicBezTo>
                    <a:pt x="2152646" y="95250"/>
                    <a:pt x="2153281" y="95885"/>
                    <a:pt x="2154551" y="95885"/>
                  </a:cubicBezTo>
                  <a:cubicBezTo>
                    <a:pt x="2155821" y="95885"/>
                    <a:pt x="2157091" y="95885"/>
                    <a:pt x="2158361" y="95885"/>
                  </a:cubicBezTo>
                  <a:cubicBezTo>
                    <a:pt x="2160266" y="95885"/>
                    <a:pt x="2162171" y="95885"/>
                    <a:pt x="2164711" y="95250"/>
                  </a:cubicBezTo>
                  <a:cubicBezTo>
                    <a:pt x="2166616" y="94615"/>
                    <a:pt x="2168521" y="93980"/>
                    <a:pt x="2169791" y="93345"/>
                  </a:cubicBezTo>
                  <a:lnTo>
                    <a:pt x="2167886" y="106680"/>
                  </a:lnTo>
                  <a:cubicBezTo>
                    <a:pt x="2167886" y="106680"/>
                    <a:pt x="2164076" y="108585"/>
                    <a:pt x="2161536" y="109220"/>
                  </a:cubicBezTo>
                  <a:cubicBezTo>
                    <a:pt x="2158996" y="109855"/>
                    <a:pt x="2156456" y="110490"/>
                    <a:pt x="2153281" y="110490"/>
                  </a:cubicBezTo>
                  <a:cubicBezTo>
                    <a:pt x="2150741" y="110490"/>
                    <a:pt x="2148201" y="110490"/>
                    <a:pt x="2146296" y="109220"/>
                  </a:cubicBezTo>
                  <a:cubicBezTo>
                    <a:pt x="2144391" y="108585"/>
                    <a:pt x="2142486" y="107315"/>
                    <a:pt x="2140581" y="105410"/>
                  </a:cubicBezTo>
                  <a:cubicBezTo>
                    <a:pt x="2138676" y="103505"/>
                    <a:pt x="2137406" y="101600"/>
                    <a:pt x="2136771" y="99060"/>
                  </a:cubicBezTo>
                  <a:cubicBezTo>
                    <a:pt x="2136136" y="96520"/>
                    <a:pt x="2135501" y="93345"/>
                    <a:pt x="2135501" y="89535"/>
                  </a:cubicBezTo>
                  <a:lnTo>
                    <a:pt x="2135501" y="44450"/>
                  </a:lnTo>
                  <a:lnTo>
                    <a:pt x="2124706" y="44450"/>
                  </a:lnTo>
                  <a:lnTo>
                    <a:pt x="2124706" y="30480"/>
                  </a:lnTo>
                  <a:lnTo>
                    <a:pt x="2135501" y="30480"/>
                  </a:lnTo>
                  <a:lnTo>
                    <a:pt x="2135501" y="8255"/>
                  </a:lnTo>
                  <a:close/>
                  <a:moveTo>
                    <a:pt x="2096131" y="0"/>
                  </a:moveTo>
                  <a:lnTo>
                    <a:pt x="2096131" y="30480"/>
                  </a:lnTo>
                  <a:lnTo>
                    <a:pt x="2115181" y="30480"/>
                  </a:lnTo>
                  <a:lnTo>
                    <a:pt x="2115181" y="44450"/>
                  </a:lnTo>
                  <a:lnTo>
                    <a:pt x="2096131" y="44450"/>
                  </a:lnTo>
                  <a:lnTo>
                    <a:pt x="2096131" y="86995"/>
                  </a:lnTo>
                  <a:cubicBezTo>
                    <a:pt x="2096131" y="86995"/>
                    <a:pt x="2096131" y="90170"/>
                    <a:pt x="2096131" y="91440"/>
                  </a:cubicBezTo>
                  <a:cubicBezTo>
                    <a:pt x="2096131" y="92710"/>
                    <a:pt x="2096766" y="93345"/>
                    <a:pt x="2097401" y="94615"/>
                  </a:cubicBezTo>
                  <a:cubicBezTo>
                    <a:pt x="2098036" y="95250"/>
                    <a:pt x="2098671" y="95885"/>
                    <a:pt x="2099941" y="95885"/>
                  </a:cubicBezTo>
                  <a:cubicBezTo>
                    <a:pt x="2101211" y="95885"/>
                    <a:pt x="2102481" y="95885"/>
                    <a:pt x="2103751" y="95885"/>
                  </a:cubicBezTo>
                  <a:cubicBezTo>
                    <a:pt x="2105656" y="95885"/>
                    <a:pt x="2107561" y="95885"/>
                    <a:pt x="2110101" y="95250"/>
                  </a:cubicBezTo>
                  <a:cubicBezTo>
                    <a:pt x="2112006" y="94615"/>
                    <a:pt x="2113911" y="93980"/>
                    <a:pt x="2115181" y="93345"/>
                  </a:cubicBezTo>
                  <a:lnTo>
                    <a:pt x="2113276" y="106680"/>
                  </a:lnTo>
                  <a:cubicBezTo>
                    <a:pt x="2113276" y="106680"/>
                    <a:pt x="2109466" y="108585"/>
                    <a:pt x="2106926" y="109220"/>
                  </a:cubicBezTo>
                  <a:cubicBezTo>
                    <a:pt x="2104386" y="109855"/>
                    <a:pt x="2101846" y="110490"/>
                    <a:pt x="2098671" y="110490"/>
                  </a:cubicBezTo>
                  <a:cubicBezTo>
                    <a:pt x="2096131" y="110490"/>
                    <a:pt x="2093591" y="110490"/>
                    <a:pt x="2091686" y="109220"/>
                  </a:cubicBezTo>
                  <a:cubicBezTo>
                    <a:pt x="2089781" y="108585"/>
                    <a:pt x="2087876" y="107315"/>
                    <a:pt x="2085971" y="105410"/>
                  </a:cubicBezTo>
                  <a:cubicBezTo>
                    <a:pt x="2084066" y="103505"/>
                    <a:pt x="2082796" y="101600"/>
                    <a:pt x="2082161" y="99060"/>
                  </a:cubicBezTo>
                  <a:cubicBezTo>
                    <a:pt x="2081526" y="96520"/>
                    <a:pt x="2080891" y="93345"/>
                    <a:pt x="2080891" y="89535"/>
                  </a:cubicBezTo>
                  <a:lnTo>
                    <a:pt x="2080891" y="44450"/>
                  </a:lnTo>
                  <a:lnTo>
                    <a:pt x="2070096" y="44450"/>
                  </a:lnTo>
                  <a:lnTo>
                    <a:pt x="2070096" y="30480"/>
                  </a:lnTo>
                  <a:lnTo>
                    <a:pt x="2080891" y="30480"/>
                  </a:lnTo>
                  <a:lnTo>
                    <a:pt x="2080891" y="8255"/>
                  </a:lnTo>
                  <a:close/>
                  <a:moveTo>
                    <a:pt x="1931665" y="0"/>
                  </a:moveTo>
                  <a:lnTo>
                    <a:pt x="1931665" y="37465"/>
                  </a:lnTo>
                  <a:cubicBezTo>
                    <a:pt x="1931665" y="37465"/>
                    <a:pt x="1934840" y="34925"/>
                    <a:pt x="1936110" y="33655"/>
                  </a:cubicBezTo>
                  <a:cubicBezTo>
                    <a:pt x="1937380" y="33020"/>
                    <a:pt x="1938650" y="31750"/>
                    <a:pt x="1939920" y="31115"/>
                  </a:cubicBezTo>
                  <a:cubicBezTo>
                    <a:pt x="1941190" y="30480"/>
                    <a:pt x="1943095" y="29845"/>
                    <a:pt x="1945000" y="29210"/>
                  </a:cubicBezTo>
                  <a:cubicBezTo>
                    <a:pt x="1946905" y="29210"/>
                    <a:pt x="1949445" y="28575"/>
                    <a:pt x="1951985" y="28575"/>
                  </a:cubicBezTo>
                  <a:cubicBezTo>
                    <a:pt x="1956430" y="28575"/>
                    <a:pt x="1960240" y="29210"/>
                    <a:pt x="1964050" y="31115"/>
                  </a:cubicBezTo>
                  <a:cubicBezTo>
                    <a:pt x="1967860" y="32385"/>
                    <a:pt x="1971035" y="34925"/>
                    <a:pt x="1973575" y="38735"/>
                  </a:cubicBezTo>
                  <a:cubicBezTo>
                    <a:pt x="1976115" y="41910"/>
                    <a:pt x="1978655" y="46355"/>
                    <a:pt x="1979925" y="51435"/>
                  </a:cubicBezTo>
                  <a:cubicBezTo>
                    <a:pt x="1981195" y="56515"/>
                    <a:pt x="1982465" y="62865"/>
                    <a:pt x="1982465" y="70485"/>
                  </a:cubicBezTo>
                  <a:lnTo>
                    <a:pt x="1981830" y="71120"/>
                  </a:lnTo>
                  <a:cubicBezTo>
                    <a:pt x="1981830" y="77470"/>
                    <a:pt x="1981195" y="83820"/>
                    <a:pt x="1979290" y="88265"/>
                  </a:cubicBezTo>
                  <a:cubicBezTo>
                    <a:pt x="1977385" y="93345"/>
                    <a:pt x="1975480" y="97155"/>
                    <a:pt x="1972305" y="100330"/>
                  </a:cubicBezTo>
                  <a:cubicBezTo>
                    <a:pt x="1969765" y="103505"/>
                    <a:pt x="1965955" y="106045"/>
                    <a:pt x="1962780" y="107315"/>
                  </a:cubicBezTo>
                  <a:cubicBezTo>
                    <a:pt x="1958970" y="109220"/>
                    <a:pt x="1955160" y="109855"/>
                    <a:pt x="1951350" y="109855"/>
                  </a:cubicBezTo>
                  <a:cubicBezTo>
                    <a:pt x="1947540" y="109855"/>
                    <a:pt x="1943730" y="109220"/>
                    <a:pt x="1940555" y="107315"/>
                  </a:cubicBezTo>
                  <a:cubicBezTo>
                    <a:pt x="1936745" y="105410"/>
                    <a:pt x="1934205" y="103505"/>
                    <a:pt x="1931665" y="100965"/>
                  </a:cubicBezTo>
                  <a:lnTo>
                    <a:pt x="1931665" y="107950"/>
                  </a:lnTo>
                  <a:lnTo>
                    <a:pt x="1916425" y="107950"/>
                  </a:lnTo>
                  <a:lnTo>
                    <a:pt x="1916425" y="7620"/>
                  </a:lnTo>
                  <a:close/>
                  <a:moveTo>
                    <a:pt x="1316991" y="0"/>
                  </a:moveTo>
                  <a:lnTo>
                    <a:pt x="1316991" y="30480"/>
                  </a:lnTo>
                  <a:lnTo>
                    <a:pt x="1336041" y="30480"/>
                  </a:lnTo>
                  <a:lnTo>
                    <a:pt x="1336041" y="44450"/>
                  </a:lnTo>
                  <a:lnTo>
                    <a:pt x="1316991" y="44450"/>
                  </a:lnTo>
                  <a:lnTo>
                    <a:pt x="1316991" y="86995"/>
                  </a:lnTo>
                  <a:cubicBezTo>
                    <a:pt x="1316991" y="86995"/>
                    <a:pt x="1316991" y="90170"/>
                    <a:pt x="1316991" y="91440"/>
                  </a:cubicBezTo>
                  <a:cubicBezTo>
                    <a:pt x="1316991" y="92710"/>
                    <a:pt x="1317627" y="93345"/>
                    <a:pt x="1318261" y="94615"/>
                  </a:cubicBezTo>
                  <a:cubicBezTo>
                    <a:pt x="1318896" y="95250"/>
                    <a:pt x="1319531" y="95885"/>
                    <a:pt x="1320801" y="95885"/>
                  </a:cubicBezTo>
                  <a:cubicBezTo>
                    <a:pt x="1322072" y="95885"/>
                    <a:pt x="1323341" y="95885"/>
                    <a:pt x="1324611" y="95885"/>
                  </a:cubicBezTo>
                  <a:cubicBezTo>
                    <a:pt x="1326516" y="95885"/>
                    <a:pt x="1328422" y="95885"/>
                    <a:pt x="1330961" y="95250"/>
                  </a:cubicBezTo>
                  <a:cubicBezTo>
                    <a:pt x="1332867" y="94615"/>
                    <a:pt x="1334772" y="93980"/>
                    <a:pt x="1336041" y="93345"/>
                  </a:cubicBezTo>
                  <a:lnTo>
                    <a:pt x="1334136" y="106680"/>
                  </a:lnTo>
                  <a:cubicBezTo>
                    <a:pt x="1334136" y="106680"/>
                    <a:pt x="1330326" y="108585"/>
                    <a:pt x="1327786" y="109220"/>
                  </a:cubicBezTo>
                  <a:cubicBezTo>
                    <a:pt x="1325246" y="109855"/>
                    <a:pt x="1322706" y="110490"/>
                    <a:pt x="1319531" y="110490"/>
                  </a:cubicBezTo>
                  <a:cubicBezTo>
                    <a:pt x="1316991" y="110490"/>
                    <a:pt x="1314451" y="110490"/>
                    <a:pt x="1312546" y="109220"/>
                  </a:cubicBezTo>
                  <a:cubicBezTo>
                    <a:pt x="1310641" y="108585"/>
                    <a:pt x="1308736" y="107315"/>
                    <a:pt x="1306831" y="105410"/>
                  </a:cubicBezTo>
                  <a:cubicBezTo>
                    <a:pt x="1304926" y="103505"/>
                    <a:pt x="1303656" y="101600"/>
                    <a:pt x="1303021" y="99060"/>
                  </a:cubicBezTo>
                  <a:cubicBezTo>
                    <a:pt x="1302386" y="96520"/>
                    <a:pt x="1301751" y="93345"/>
                    <a:pt x="1301751" y="89535"/>
                  </a:cubicBezTo>
                  <a:lnTo>
                    <a:pt x="1301751" y="44450"/>
                  </a:lnTo>
                  <a:lnTo>
                    <a:pt x="1290956" y="44450"/>
                  </a:lnTo>
                  <a:lnTo>
                    <a:pt x="1290956" y="30480"/>
                  </a:lnTo>
                  <a:lnTo>
                    <a:pt x="1301751" y="30480"/>
                  </a:lnTo>
                  <a:lnTo>
                    <a:pt x="1301751" y="8255"/>
                  </a:lnTo>
                  <a:close/>
                  <a:moveTo>
                    <a:pt x="751206" y="0"/>
                  </a:moveTo>
                  <a:lnTo>
                    <a:pt x="751206" y="30480"/>
                  </a:lnTo>
                  <a:lnTo>
                    <a:pt x="770256" y="30480"/>
                  </a:lnTo>
                  <a:lnTo>
                    <a:pt x="770256" y="44450"/>
                  </a:lnTo>
                  <a:lnTo>
                    <a:pt x="751206" y="44450"/>
                  </a:lnTo>
                  <a:lnTo>
                    <a:pt x="751206" y="86995"/>
                  </a:lnTo>
                  <a:cubicBezTo>
                    <a:pt x="751206" y="86995"/>
                    <a:pt x="751206" y="90170"/>
                    <a:pt x="751206" y="91440"/>
                  </a:cubicBezTo>
                  <a:cubicBezTo>
                    <a:pt x="751206" y="92710"/>
                    <a:pt x="751841" y="93345"/>
                    <a:pt x="752476" y="94615"/>
                  </a:cubicBezTo>
                  <a:cubicBezTo>
                    <a:pt x="753111" y="95250"/>
                    <a:pt x="753746" y="95885"/>
                    <a:pt x="755016" y="95885"/>
                  </a:cubicBezTo>
                  <a:cubicBezTo>
                    <a:pt x="756286" y="95885"/>
                    <a:pt x="757556" y="95885"/>
                    <a:pt x="758826" y="95885"/>
                  </a:cubicBezTo>
                  <a:cubicBezTo>
                    <a:pt x="760731" y="95885"/>
                    <a:pt x="762636" y="95885"/>
                    <a:pt x="765176" y="95250"/>
                  </a:cubicBezTo>
                  <a:cubicBezTo>
                    <a:pt x="767081" y="94615"/>
                    <a:pt x="768986" y="93980"/>
                    <a:pt x="770256" y="93345"/>
                  </a:cubicBezTo>
                  <a:lnTo>
                    <a:pt x="768351" y="106680"/>
                  </a:lnTo>
                  <a:cubicBezTo>
                    <a:pt x="768351" y="106680"/>
                    <a:pt x="764541" y="108585"/>
                    <a:pt x="762001" y="109220"/>
                  </a:cubicBezTo>
                  <a:cubicBezTo>
                    <a:pt x="759461" y="109855"/>
                    <a:pt x="756921" y="110490"/>
                    <a:pt x="753746" y="110490"/>
                  </a:cubicBezTo>
                  <a:cubicBezTo>
                    <a:pt x="751206" y="110490"/>
                    <a:pt x="748666" y="110490"/>
                    <a:pt x="746761" y="109220"/>
                  </a:cubicBezTo>
                  <a:cubicBezTo>
                    <a:pt x="744856" y="108585"/>
                    <a:pt x="742951" y="107315"/>
                    <a:pt x="741045" y="105410"/>
                  </a:cubicBezTo>
                  <a:cubicBezTo>
                    <a:pt x="739141" y="103505"/>
                    <a:pt x="737871" y="101600"/>
                    <a:pt x="737236" y="99060"/>
                  </a:cubicBezTo>
                  <a:cubicBezTo>
                    <a:pt x="736600" y="96520"/>
                    <a:pt x="735966" y="93345"/>
                    <a:pt x="735966" y="89535"/>
                  </a:cubicBezTo>
                  <a:lnTo>
                    <a:pt x="735966" y="44450"/>
                  </a:lnTo>
                  <a:lnTo>
                    <a:pt x="725171" y="44450"/>
                  </a:lnTo>
                  <a:lnTo>
                    <a:pt x="725171" y="30480"/>
                  </a:lnTo>
                  <a:lnTo>
                    <a:pt x="735966" y="30480"/>
                  </a:lnTo>
                  <a:lnTo>
                    <a:pt x="735966" y="8255"/>
                  </a:lnTo>
                  <a:close/>
                  <a:moveTo>
                    <a:pt x="521335" y="0"/>
                  </a:moveTo>
                  <a:lnTo>
                    <a:pt x="521335" y="30480"/>
                  </a:lnTo>
                  <a:lnTo>
                    <a:pt x="540385" y="30480"/>
                  </a:lnTo>
                  <a:lnTo>
                    <a:pt x="540385" y="44450"/>
                  </a:lnTo>
                  <a:lnTo>
                    <a:pt x="521335" y="44450"/>
                  </a:lnTo>
                  <a:lnTo>
                    <a:pt x="521335" y="86995"/>
                  </a:lnTo>
                  <a:cubicBezTo>
                    <a:pt x="521335" y="86995"/>
                    <a:pt x="521335" y="90170"/>
                    <a:pt x="521335" y="91440"/>
                  </a:cubicBezTo>
                  <a:cubicBezTo>
                    <a:pt x="521335" y="92710"/>
                    <a:pt x="521970" y="93345"/>
                    <a:pt x="522605" y="94615"/>
                  </a:cubicBezTo>
                  <a:cubicBezTo>
                    <a:pt x="523240" y="95250"/>
                    <a:pt x="523875" y="95885"/>
                    <a:pt x="525145" y="95885"/>
                  </a:cubicBezTo>
                  <a:cubicBezTo>
                    <a:pt x="526415" y="95885"/>
                    <a:pt x="527685" y="95885"/>
                    <a:pt x="528955" y="95885"/>
                  </a:cubicBezTo>
                  <a:cubicBezTo>
                    <a:pt x="530860" y="95885"/>
                    <a:pt x="532765" y="95885"/>
                    <a:pt x="535305" y="95250"/>
                  </a:cubicBezTo>
                  <a:cubicBezTo>
                    <a:pt x="537210" y="94615"/>
                    <a:pt x="539115" y="93980"/>
                    <a:pt x="540385" y="93345"/>
                  </a:cubicBezTo>
                  <a:lnTo>
                    <a:pt x="538480" y="106680"/>
                  </a:lnTo>
                  <a:cubicBezTo>
                    <a:pt x="538480" y="106680"/>
                    <a:pt x="534670" y="108585"/>
                    <a:pt x="532130" y="109220"/>
                  </a:cubicBezTo>
                  <a:cubicBezTo>
                    <a:pt x="529590" y="109855"/>
                    <a:pt x="527050" y="110490"/>
                    <a:pt x="523875" y="110490"/>
                  </a:cubicBezTo>
                  <a:cubicBezTo>
                    <a:pt x="521335" y="110490"/>
                    <a:pt x="518795" y="110490"/>
                    <a:pt x="516890" y="109220"/>
                  </a:cubicBezTo>
                  <a:cubicBezTo>
                    <a:pt x="514985" y="108585"/>
                    <a:pt x="513080" y="107315"/>
                    <a:pt x="511175" y="105410"/>
                  </a:cubicBezTo>
                  <a:cubicBezTo>
                    <a:pt x="509270" y="103505"/>
                    <a:pt x="508000" y="101600"/>
                    <a:pt x="507365" y="99060"/>
                  </a:cubicBezTo>
                  <a:cubicBezTo>
                    <a:pt x="506730" y="96520"/>
                    <a:pt x="506095" y="93345"/>
                    <a:pt x="506095" y="89535"/>
                  </a:cubicBezTo>
                  <a:lnTo>
                    <a:pt x="506095" y="44450"/>
                  </a:lnTo>
                  <a:lnTo>
                    <a:pt x="495300" y="44450"/>
                  </a:lnTo>
                  <a:lnTo>
                    <a:pt x="495300" y="30480"/>
                  </a:lnTo>
                  <a:lnTo>
                    <a:pt x="506095" y="30480"/>
                  </a:lnTo>
                  <a:lnTo>
                    <a:pt x="506095" y="8255"/>
                  </a:lnTo>
                  <a:close/>
                  <a:moveTo>
                    <a:pt x="466724" y="0"/>
                  </a:moveTo>
                  <a:lnTo>
                    <a:pt x="466724" y="30480"/>
                  </a:lnTo>
                  <a:lnTo>
                    <a:pt x="485774" y="30480"/>
                  </a:lnTo>
                  <a:lnTo>
                    <a:pt x="485774" y="44450"/>
                  </a:lnTo>
                  <a:lnTo>
                    <a:pt x="466724" y="44450"/>
                  </a:lnTo>
                  <a:lnTo>
                    <a:pt x="466724" y="86995"/>
                  </a:lnTo>
                  <a:cubicBezTo>
                    <a:pt x="466724" y="86995"/>
                    <a:pt x="466724" y="90170"/>
                    <a:pt x="466724" y="91440"/>
                  </a:cubicBezTo>
                  <a:cubicBezTo>
                    <a:pt x="466724" y="92710"/>
                    <a:pt x="467359" y="93345"/>
                    <a:pt x="467994" y="94615"/>
                  </a:cubicBezTo>
                  <a:cubicBezTo>
                    <a:pt x="468629" y="95250"/>
                    <a:pt x="469264" y="95885"/>
                    <a:pt x="470534" y="95885"/>
                  </a:cubicBezTo>
                  <a:cubicBezTo>
                    <a:pt x="471804" y="95885"/>
                    <a:pt x="473074" y="95885"/>
                    <a:pt x="474344" y="95885"/>
                  </a:cubicBezTo>
                  <a:cubicBezTo>
                    <a:pt x="476249" y="95885"/>
                    <a:pt x="478154" y="95885"/>
                    <a:pt x="480694" y="95250"/>
                  </a:cubicBezTo>
                  <a:cubicBezTo>
                    <a:pt x="482599" y="94615"/>
                    <a:pt x="484504" y="93980"/>
                    <a:pt x="485774" y="93345"/>
                  </a:cubicBezTo>
                  <a:lnTo>
                    <a:pt x="483869" y="106680"/>
                  </a:lnTo>
                  <a:cubicBezTo>
                    <a:pt x="483869" y="106680"/>
                    <a:pt x="480059" y="108585"/>
                    <a:pt x="477519" y="109220"/>
                  </a:cubicBezTo>
                  <a:cubicBezTo>
                    <a:pt x="474979" y="109855"/>
                    <a:pt x="472439" y="110490"/>
                    <a:pt x="469264" y="110490"/>
                  </a:cubicBezTo>
                  <a:cubicBezTo>
                    <a:pt x="466724" y="110490"/>
                    <a:pt x="464184" y="110490"/>
                    <a:pt x="462279" y="109220"/>
                  </a:cubicBezTo>
                  <a:cubicBezTo>
                    <a:pt x="460374" y="108585"/>
                    <a:pt x="458469" y="107315"/>
                    <a:pt x="456564" y="105410"/>
                  </a:cubicBezTo>
                  <a:cubicBezTo>
                    <a:pt x="454659" y="103505"/>
                    <a:pt x="453389" y="101600"/>
                    <a:pt x="452754" y="99060"/>
                  </a:cubicBezTo>
                  <a:cubicBezTo>
                    <a:pt x="452119" y="96520"/>
                    <a:pt x="451484" y="93345"/>
                    <a:pt x="451484" y="89535"/>
                  </a:cubicBezTo>
                  <a:lnTo>
                    <a:pt x="451484" y="44450"/>
                  </a:lnTo>
                  <a:lnTo>
                    <a:pt x="440689" y="44450"/>
                  </a:lnTo>
                  <a:lnTo>
                    <a:pt x="440689" y="30480"/>
                  </a:lnTo>
                  <a:lnTo>
                    <a:pt x="451484" y="30480"/>
                  </a:lnTo>
                  <a:lnTo>
                    <a:pt x="451484" y="8255"/>
                  </a:lnTo>
                  <a:close/>
                  <a:moveTo>
                    <a:pt x="302259" y="0"/>
                  </a:moveTo>
                  <a:lnTo>
                    <a:pt x="302259" y="37465"/>
                  </a:lnTo>
                  <a:cubicBezTo>
                    <a:pt x="302259" y="37465"/>
                    <a:pt x="305434" y="34925"/>
                    <a:pt x="306704" y="33655"/>
                  </a:cubicBezTo>
                  <a:cubicBezTo>
                    <a:pt x="307974" y="33020"/>
                    <a:pt x="309244" y="31750"/>
                    <a:pt x="310514" y="31115"/>
                  </a:cubicBezTo>
                  <a:cubicBezTo>
                    <a:pt x="311784" y="30480"/>
                    <a:pt x="313689" y="29845"/>
                    <a:pt x="315594" y="29210"/>
                  </a:cubicBezTo>
                  <a:cubicBezTo>
                    <a:pt x="317499" y="29210"/>
                    <a:pt x="320039" y="28575"/>
                    <a:pt x="322579" y="28575"/>
                  </a:cubicBezTo>
                  <a:cubicBezTo>
                    <a:pt x="327024" y="28575"/>
                    <a:pt x="330834" y="29210"/>
                    <a:pt x="334644" y="31115"/>
                  </a:cubicBezTo>
                  <a:cubicBezTo>
                    <a:pt x="338454" y="32385"/>
                    <a:pt x="341629" y="34925"/>
                    <a:pt x="344169" y="38735"/>
                  </a:cubicBezTo>
                  <a:cubicBezTo>
                    <a:pt x="346709" y="41910"/>
                    <a:pt x="349249" y="46355"/>
                    <a:pt x="350519" y="51435"/>
                  </a:cubicBezTo>
                  <a:cubicBezTo>
                    <a:pt x="351789" y="56515"/>
                    <a:pt x="353059" y="62865"/>
                    <a:pt x="353059" y="70485"/>
                  </a:cubicBezTo>
                  <a:lnTo>
                    <a:pt x="352424" y="71120"/>
                  </a:lnTo>
                  <a:cubicBezTo>
                    <a:pt x="352424" y="77470"/>
                    <a:pt x="351789" y="83820"/>
                    <a:pt x="349884" y="88265"/>
                  </a:cubicBezTo>
                  <a:cubicBezTo>
                    <a:pt x="347979" y="93345"/>
                    <a:pt x="346074" y="97155"/>
                    <a:pt x="342899" y="100330"/>
                  </a:cubicBezTo>
                  <a:cubicBezTo>
                    <a:pt x="340359" y="103505"/>
                    <a:pt x="336549" y="106045"/>
                    <a:pt x="333374" y="107315"/>
                  </a:cubicBezTo>
                  <a:cubicBezTo>
                    <a:pt x="329564" y="109220"/>
                    <a:pt x="325754" y="109855"/>
                    <a:pt x="321944" y="109855"/>
                  </a:cubicBezTo>
                  <a:cubicBezTo>
                    <a:pt x="318134" y="109855"/>
                    <a:pt x="314324" y="109220"/>
                    <a:pt x="311149" y="107315"/>
                  </a:cubicBezTo>
                  <a:cubicBezTo>
                    <a:pt x="307339" y="105410"/>
                    <a:pt x="304799" y="103505"/>
                    <a:pt x="302259" y="100965"/>
                  </a:cubicBezTo>
                  <a:lnTo>
                    <a:pt x="302259" y="107950"/>
                  </a:lnTo>
                  <a:lnTo>
                    <a:pt x="287019" y="107950"/>
                  </a:lnTo>
                  <a:lnTo>
                    <a:pt x="287019" y="7620"/>
                  </a:lnTo>
                  <a:close/>
                </a:path>
              </a:pathLst>
            </a:custGeom>
            <a:solidFill>
              <a:schemeClr val="bg2"/>
            </a:solidFill>
            <a:ln w="63500" cap="flat">
              <a:noFill/>
              <a:prstDash val="solid"/>
              <a:miter/>
            </a:ln>
          </p:spPr>
          <p:txBody>
            <a:bodyPr rtlCol="0" anchor="ctr"/>
            <a:lstStyle/>
            <a:p>
              <a:endParaRPr lang="en-US">
                <a:solidFill>
                  <a:schemeClr val="bg1"/>
                </a:solidFill>
              </a:endParaRPr>
            </a:p>
          </p:txBody>
        </p:sp>
      </p:grpSp>
      <p:grpSp>
        <p:nvGrpSpPr>
          <p:cNvPr id="9" name="Group 8">
            <a:extLst>
              <a:ext uri="{FF2B5EF4-FFF2-40B4-BE49-F238E27FC236}">
                <a16:creationId xmlns:a16="http://schemas.microsoft.com/office/drawing/2014/main" id="{940E09F0-6F36-3CCB-B830-9F7B497C4FAD}"/>
              </a:ext>
            </a:extLst>
          </p:cNvPr>
          <p:cNvGrpSpPr>
            <a:grpSpLocks noChangeAspect="1"/>
          </p:cNvGrpSpPr>
          <p:nvPr userDrawn="1"/>
        </p:nvGrpSpPr>
        <p:grpSpPr>
          <a:xfrm>
            <a:off x="10562024" y="5167683"/>
            <a:ext cx="1220400" cy="1285398"/>
            <a:chOff x="3913438" y="-99392"/>
            <a:chExt cx="6512821" cy="6859693"/>
          </a:xfrm>
        </p:grpSpPr>
        <p:sp>
          <p:nvSpPr>
            <p:cNvPr id="10" name="Freeform: Shape 9">
              <a:extLst>
                <a:ext uri="{FF2B5EF4-FFF2-40B4-BE49-F238E27FC236}">
                  <a16:creationId xmlns:a16="http://schemas.microsoft.com/office/drawing/2014/main" id="{78A4C3CD-8DDC-D023-1851-A260526E6035}"/>
                </a:ext>
              </a:extLst>
            </p:cNvPr>
            <p:cNvSpPr/>
            <p:nvPr/>
          </p:nvSpPr>
          <p:spPr>
            <a:xfrm>
              <a:off x="5319751" y="-99392"/>
              <a:ext cx="4303606" cy="1570696"/>
            </a:xfrm>
            <a:custGeom>
              <a:avLst/>
              <a:gdLst>
                <a:gd name="connsiteX0" fmla="*/ 4303607 w 4303606"/>
                <a:gd name="connsiteY0" fmla="*/ 0 h 1570696"/>
                <a:gd name="connsiteX1" fmla="*/ 0 w 4303606"/>
                <a:gd name="connsiteY1" fmla="*/ 1570697 h 1570696"/>
                <a:gd name="connsiteX2" fmla="*/ 4303607 w 4303606"/>
                <a:gd name="connsiteY2" fmla="*/ 810521 h 1570696"/>
                <a:gd name="connsiteX3" fmla="*/ 4303607 w 4303606"/>
                <a:gd name="connsiteY3" fmla="*/ 0 h 1570696"/>
              </a:gdLst>
              <a:ahLst/>
              <a:cxnLst>
                <a:cxn ang="0">
                  <a:pos x="connsiteX0" y="connsiteY0"/>
                </a:cxn>
                <a:cxn ang="0">
                  <a:pos x="connsiteX1" y="connsiteY1"/>
                </a:cxn>
                <a:cxn ang="0">
                  <a:pos x="connsiteX2" y="connsiteY2"/>
                </a:cxn>
                <a:cxn ang="0">
                  <a:pos x="connsiteX3" y="connsiteY3"/>
                </a:cxn>
              </a:cxnLst>
              <a:rect l="l" t="t" r="r" b="b"/>
              <a:pathLst>
                <a:path w="4303606" h="1570696">
                  <a:moveTo>
                    <a:pt x="4303607" y="0"/>
                  </a:moveTo>
                  <a:lnTo>
                    <a:pt x="0" y="1570697"/>
                  </a:lnTo>
                  <a:lnTo>
                    <a:pt x="4303607" y="810521"/>
                  </a:lnTo>
                  <a:lnTo>
                    <a:pt x="4303607" y="0"/>
                  </a:lnTo>
                  <a:close/>
                </a:path>
              </a:pathLst>
            </a:custGeom>
            <a:solidFill>
              <a:srgbClr val="FFE600"/>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sp>
          <p:nvSpPr>
            <p:cNvPr id="11" name="Freeform: Shape 10">
              <a:extLst>
                <a:ext uri="{FF2B5EF4-FFF2-40B4-BE49-F238E27FC236}">
                  <a16:creationId xmlns:a16="http://schemas.microsoft.com/office/drawing/2014/main" id="{1B23B9A3-ECB2-23D6-6117-B089B1FA3213}"/>
                </a:ext>
              </a:extLst>
            </p:cNvPr>
            <p:cNvSpPr/>
            <p:nvPr/>
          </p:nvSpPr>
          <p:spPr>
            <a:xfrm>
              <a:off x="5357395" y="2124345"/>
              <a:ext cx="3613052" cy="2176910"/>
            </a:xfrm>
            <a:custGeom>
              <a:avLst/>
              <a:gdLst>
                <a:gd name="connsiteX0" fmla="*/ 652845 w 3613052"/>
                <a:gd name="connsiteY0" fmla="*/ 1676205 h 2176910"/>
                <a:gd name="connsiteX1" fmla="*/ 1741463 w 3613052"/>
                <a:gd name="connsiteY1" fmla="*/ 1676205 h 2176910"/>
                <a:gd name="connsiteX2" fmla="*/ 1741463 w 3613052"/>
                <a:gd name="connsiteY2" fmla="*/ 2176910 h 2176910"/>
                <a:gd name="connsiteX3" fmla="*/ 0 w 3613052"/>
                <a:gd name="connsiteY3" fmla="*/ 2176910 h 2176910"/>
                <a:gd name="connsiteX4" fmla="*/ 0 w 3613052"/>
                <a:gd name="connsiteY4" fmla="*/ 0 h 2176910"/>
                <a:gd name="connsiteX5" fmla="*/ 1234766 w 3613052"/>
                <a:gd name="connsiteY5" fmla="*/ 0 h 2176910"/>
                <a:gd name="connsiteX6" fmla="*/ 1523675 w 3613052"/>
                <a:gd name="connsiteY6" fmla="*/ 500706 h 2176910"/>
                <a:gd name="connsiteX7" fmla="*/ 652910 w 3613052"/>
                <a:gd name="connsiteY7" fmla="*/ 500706 h 2176910"/>
                <a:gd name="connsiteX8" fmla="*/ 652910 w 3613052"/>
                <a:gd name="connsiteY8" fmla="*/ 859953 h 2176910"/>
                <a:gd name="connsiteX9" fmla="*/ 1440050 w 3613052"/>
                <a:gd name="connsiteY9" fmla="*/ 859953 h 2176910"/>
                <a:gd name="connsiteX10" fmla="*/ 1440050 w 3613052"/>
                <a:gd name="connsiteY10" fmla="*/ 1317022 h 2176910"/>
                <a:gd name="connsiteX11" fmla="*/ 652910 w 3613052"/>
                <a:gd name="connsiteY11" fmla="*/ 1317022 h 2176910"/>
                <a:gd name="connsiteX12" fmla="*/ 652910 w 3613052"/>
                <a:gd name="connsiteY12" fmla="*/ 1676205 h 2176910"/>
                <a:gd name="connsiteX13" fmla="*/ 2900485 w 3613052"/>
                <a:gd name="connsiteY13" fmla="*/ 0 h 2176910"/>
                <a:gd name="connsiteX14" fmla="*/ 2530687 w 3613052"/>
                <a:gd name="connsiteY14" fmla="*/ 710418 h 2176910"/>
                <a:gd name="connsiteX15" fmla="*/ 2161801 w 3613052"/>
                <a:gd name="connsiteY15" fmla="*/ 0 h 2176910"/>
                <a:gd name="connsiteX16" fmla="*/ 1439985 w 3613052"/>
                <a:gd name="connsiteY16" fmla="*/ 0 h 2176910"/>
                <a:gd name="connsiteX17" fmla="*/ 2200552 w 3613052"/>
                <a:gd name="connsiteY17" fmla="*/ 1317022 h 2176910"/>
                <a:gd name="connsiteX18" fmla="*/ 2200552 w 3613052"/>
                <a:gd name="connsiteY18" fmla="*/ 2176910 h 2176910"/>
                <a:gd name="connsiteX19" fmla="*/ 2851443 w 3613052"/>
                <a:gd name="connsiteY19" fmla="*/ 2176910 h 2176910"/>
                <a:gd name="connsiteX20" fmla="*/ 2851443 w 3613052"/>
                <a:gd name="connsiteY20" fmla="*/ 1317022 h 2176910"/>
                <a:gd name="connsiteX21" fmla="*/ 3613053 w 3613052"/>
                <a:gd name="connsiteY21" fmla="*/ 0 h 2176910"/>
                <a:gd name="connsiteX22" fmla="*/ 2900485 w 3613052"/>
                <a:gd name="connsiteY22" fmla="*/ 0 h 2176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613052" h="2176910">
                  <a:moveTo>
                    <a:pt x="652845" y="1676205"/>
                  </a:moveTo>
                  <a:lnTo>
                    <a:pt x="1741463" y="1676205"/>
                  </a:lnTo>
                  <a:lnTo>
                    <a:pt x="1741463" y="2176910"/>
                  </a:lnTo>
                  <a:lnTo>
                    <a:pt x="0" y="2176910"/>
                  </a:lnTo>
                  <a:lnTo>
                    <a:pt x="0" y="0"/>
                  </a:lnTo>
                  <a:lnTo>
                    <a:pt x="1234766" y="0"/>
                  </a:lnTo>
                  <a:lnTo>
                    <a:pt x="1523675" y="500706"/>
                  </a:lnTo>
                  <a:lnTo>
                    <a:pt x="652910" y="500706"/>
                  </a:lnTo>
                  <a:lnTo>
                    <a:pt x="652910" y="859953"/>
                  </a:lnTo>
                  <a:lnTo>
                    <a:pt x="1440050" y="859953"/>
                  </a:lnTo>
                  <a:lnTo>
                    <a:pt x="1440050" y="1317022"/>
                  </a:lnTo>
                  <a:lnTo>
                    <a:pt x="652910" y="1317022"/>
                  </a:lnTo>
                  <a:lnTo>
                    <a:pt x="652910" y="1676205"/>
                  </a:lnTo>
                  <a:close/>
                  <a:moveTo>
                    <a:pt x="2900485" y="0"/>
                  </a:moveTo>
                  <a:lnTo>
                    <a:pt x="2530687" y="710418"/>
                  </a:lnTo>
                  <a:lnTo>
                    <a:pt x="2161801" y="0"/>
                  </a:lnTo>
                  <a:lnTo>
                    <a:pt x="1439985" y="0"/>
                  </a:lnTo>
                  <a:lnTo>
                    <a:pt x="2200552" y="1317022"/>
                  </a:lnTo>
                  <a:lnTo>
                    <a:pt x="2200552" y="2176910"/>
                  </a:lnTo>
                  <a:lnTo>
                    <a:pt x="2851443" y="2176910"/>
                  </a:lnTo>
                  <a:lnTo>
                    <a:pt x="2851443" y="1317022"/>
                  </a:lnTo>
                  <a:lnTo>
                    <a:pt x="3613053" y="0"/>
                  </a:lnTo>
                  <a:lnTo>
                    <a:pt x="2900485" y="0"/>
                  </a:lnTo>
                  <a:close/>
                </a:path>
              </a:pathLst>
            </a:custGeom>
            <a:solidFill>
              <a:schemeClr val="bg2"/>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sp>
          <p:nvSpPr>
            <p:cNvPr id="14" name="Freeform: Shape 13">
              <a:extLst>
                <a:ext uri="{FF2B5EF4-FFF2-40B4-BE49-F238E27FC236}">
                  <a16:creationId xmlns:a16="http://schemas.microsoft.com/office/drawing/2014/main" id="{2DEE98FE-B6F7-394F-EA0F-013620E08950}"/>
                </a:ext>
              </a:extLst>
            </p:cNvPr>
            <p:cNvSpPr/>
            <p:nvPr/>
          </p:nvSpPr>
          <p:spPr>
            <a:xfrm>
              <a:off x="3913438" y="5111711"/>
              <a:ext cx="6512821" cy="1648590"/>
            </a:xfrm>
            <a:custGeom>
              <a:avLst/>
              <a:gdLst>
                <a:gd name="connsiteX0" fmla="*/ 5071143 w 6512821"/>
                <a:gd name="connsiteY0" fmla="*/ 1396740 h 1648590"/>
                <a:gd name="connsiteX1" fmla="*/ 5069124 w 6512821"/>
                <a:gd name="connsiteY1" fmla="*/ 1438552 h 1648590"/>
                <a:gd name="connsiteX2" fmla="*/ 4777545 w 6512821"/>
                <a:gd name="connsiteY2" fmla="*/ 1438552 h 1648590"/>
                <a:gd name="connsiteX3" fmla="*/ 4880513 w 6512821"/>
                <a:gd name="connsiteY3" fmla="*/ 1533378 h 1648590"/>
                <a:gd name="connsiteX4" fmla="*/ 4964137 w 6512821"/>
                <a:gd name="connsiteY4" fmla="*/ 1499707 h 1648590"/>
                <a:gd name="connsiteX5" fmla="*/ 5049781 w 6512821"/>
                <a:gd name="connsiteY5" fmla="*/ 1572065 h 1648590"/>
                <a:gd name="connsiteX6" fmla="*/ 4875433 w 6512821"/>
                <a:gd name="connsiteY6" fmla="*/ 1648525 h 1648590"/>
                <a:gd name="connsiteX7" fmla="*/ 4654192 w 6512821"/>
                <a:gd name="connsiteY7" fmla="*/ 1398759 h 1648590"/>
                <a:gd name="connsiteX8" fmla="*/ 4867292 w 6512821"/>
                <a:gd name="connsiteY8" fmla="*/ 1146908 h 1648590"/>
                <a:gd name="connsiteX9" fmla="*/ 5071208 w 6512821"/>
                <a:gd name="connsiteY9" fmla="*/ 1396675 h 1648590"/>
                <a:gd name="connsiteX10" fmla="*/ 4779564 w 6512821"/>
                <a:gd name="connsiteY10" fmla="*/ 1344767 h 1648590"/>
                <a:gd name="connsiteX11" fmla="*/ 4950851 w 6512821"/>
                <a:gd name="connsiteY11" fmla="*/ 1344767 h 1648590"/>
                <a:gd name="connsiteX12" fmla="*/ 4863189 w 6512821"/>
                <a:gd name="connsiteY12" fmla="*/ 1254044 h 1648590"/>
                <a:gd name="connsiteX13" fmla="*/ 4779564 w 6512821"/>
                <a:gd name="connsiteY13" fmla="*/ 1344767 h 1648590"/>
                <a:gd name="connsiteX14" fmla="*/ 6512756 w 6512821"/>
                <a:gd name="connsiteY14" fmla="*/ 1396740 h 1648590"/>
                <a:gd name="connsiteX15" fmla="*/ 6510737 w 6512821"/>
                <a:gd name="connsiteY15" fmla="*/ 1438552 h 1648590"/>
                <a:gd name="connsiteX16" fmla="*/ 6219158 w 6512821"/>
                <a:gd name="connsiteY16" fmla="*/ 1438552 h 1648590"/>
                <a:gd name="connsiteX17" fmla="*/ 6322126 w 6512821"/>
                <a:gd name="connsiteY17" fmla="*/ 1533378 h 1648590"/>
                <a:gd name="connsiteX18" fmla="*/ 6405751 w 6512821"/>
                <a:gd name="connsiteY18" fmla="*/ 1499707 h 1648590"/>
                <a:gd name="connsiteX19" fmla="*/ 6491394 w 6512821"/>
                <a:gd name="connsiteY19" fmla="*/ 1572065 h 1648590"/>
                <a:gd name="connsiteX20" fmla="*/ 6317046 w 6512821"/>
                <a:gd name="connsiteY20" fmla="*/ 1648525 h 1648590"/>
                <a:gd name="connsiteX21" fmla="*/ 6095805 w 6512821"/>
                <a:gd name="connsiteY21" fmla="*/ 1398759 h 1648590"/>
                <a:gd name="connsiteX22" fmla="*/ 6308905 w 6512821"/>
                <a:gd name="connsiteY22" fmla="*/ 1146908 h 1648590"/>
                <a:gd name="connsiteX23" fmla="*/ 6512821 w 6512821"/>
                <a:gd name="connsiteY23" fmla="*/ 1396675 h 1648590"/>
                <a:gd name="connsiteX24" fmla="*/ 6221177 w 6512821"/>
                <a:gd name="connsiteY24" fmla="*/ 1344767 h 1648590"/>
                <a:gd name="connsiteX25" fmla="*/ 6392465 w 6512821"/>
                <a:gd name="connsiteY25" fmla="*/ 1344767 h 1648590"/>
                <a:gd name="connsiteX26" fmla="*/ 6304802 w 6512821"/>
                <a:gd name="connsiteY26" fmla="*/ 1254044 h 1648590"/>
                <a:gd name="connsiteX27" fmla="*/ 6221177 w 6512821"/>
                <a:gd name="connsiteY27" fmla="*/ 1344767 h 1648590"/>
                <a:gd name="connsiteX28" fmla="*/ 5978509 w 6512821"/>
                <a:gd name="connsiteY28" fmla="*/ 1467143 h 1648590"/>
                <a:gd name="connsiteX29" fmla="*/ 6058031 w 6512821"/>
                <a:gd name="connsiteY29" fmla="*/ 1542561 h 1648590"/>
                <a:gd name="connsiteX30" fmla="*/ 5866359 w 6512821"/>
                <a:gd name="connsiteY30" fmla="*/ 1648590 h 1648590"/>
                <a:gd name="connsiteX31" fmla="*/ 5637954 w 6512821"/>
                <a:gd name="connsiteY31" fmla="*/ 1398823 h 1648590"/>
                <a:gd name="connsiteX32" fmla="*/ 5868378 w 6512821"/>
                <a:gd name="connsiteY32" fmla="*/ 1146973 h 1648590"/>
                <a:gd name="connsiteX33" fmla="*/ 6056989 w 6512821"/>
                <a:gd name="connsiteY33" fmla="*/ 1250983 h 1648590"/>
                <a:gd name="connsiteX34" fmla="*/ 5975448 w 6512821"/>
                <a:gd name="connsiteY34" fmla="*/ 1333565 h 1648590"/>
                <a:gd name="connsiteX35" fmla="*/ 5867401 w 6512821"/>
                <a:gd name="connsiteY35" fmla="*/ 1266288 h 1648590"/>
                <a:gd name="connsiteX36" fmla="*/ 5766452 w 6512821"/>
                <a:gd name="connsiteY36" fmla="*/ 1396804 h 1648590"/>
                <a:gd name="connsiteX37" fmla="*/ 5868378 w 6512821"/>
                <a:gd name="connsiteY37" fmla="*/ 1528299 h 1648590"/>
                <a:gd name="connsiteX38" fmla="*/ 5978509 w 6512821"/>
                <a:gd name="connsiteY38" fmla="*/ 1467143 h 1648590"/>
                <a:gd name="connsiteX39" fmla="*/ 4869246 w 6512821"/>
                <a:gd name="connsiteY39" fmla="*/ 667825 h 1648590"/>
                <a:gd name="connsiteX40" fmla="*/ 4750973 w 6512821"/>
                <a:gd name="connsiteY40" fmla="*/ 667825 h 1648590"/>
                <a:gd name="connsiteX41" fmla="*/ 4750973 w 6512821"/>
                <a:gd name="connsiteY41" fmla="*/ 634153 h 1648590"/>
                <a:gd name="connsiteX42" fmla="*/ 4638822 w 6512821"/>
                <a:gd name="connsiteY42" fmla="*/ 677984 h 1648590"/>
                <a:gd name="connsiteX43" fmla="*/ 4467535 w 6512821"/>
                <a:gd name="connsiteY43" fmla="*/ 458763 h 1648590"/>
                <a:gd name="connsiteX44" fmla="*/ 4467535 w 6512821"/>
                <a:gd name="connsiteY44" fmla="*/ 186527 h 1648590"/>
                <a:gd name="connsiteX45" fmla="*/ 4587827 w 6512821"/>
                <a:gd name="connsiteY45" fmla="*/ 186527 h 1648590"/>
                <a:gd name="connsiteX46" fmla="*/ 4587827 w 6512821"/>
                <a:gd name="connsiteY46" fmla="*/ 448538 h 1648590"/>
                <a:gd name="connsiteX47" fmla="*/ 4668390 w 6512821"/>
                <a:gd name="connsiteY47" fmla="*/ 562708 h 1648590"/>
                <a:gd name="connsiteX48" fmla="*/ 4748954 w 6512821"/>
                <a:gd name="connsiteY48" fmla="*/ 452576 h 1648590"/>
                <a:gd name="connsiteX49" fmla="*/ 4748954 w 6512821"/>
                <a:gd name="connsiteY49" fmla="*/ 186462 h 1648590"/>
                <a:gd name="connsiteX50" fmla="*/ 4869246 w 6512821"/>
                <a:gd name="connsiteY50" fmla="*/ 186462 h 1648590"/>
                <a:gd name="connsiteX51" fmla="*/ 4869246 w 6512821"/>
                <a:gd name="connsiteY51" fmla="*/ 667695 h 1648590"/>
                <a:gd name="connsiteX52" fmla="*/ 5244449 w 6512821"/>
                <a:gd name="connsiteY52" fmla="*/ 527083 h 1648590"/>
                <a:gd name="connsiteX53" fmla="*/ 5227125 w 6512821"/>
                <a:gd name="connsiteY53" fmla="*/ 649458 h 1648590"/>
                <a:gd name="connsiteX54" fmla="*/ 5128261 w 6512821"/>
                <a:gd name="connsiteY54" fmla="*/ 677984 h 1648590"/>
                <a:gd name="connsiteX55" fmla="*/ 4997744 w 6512821"/>
                <a:gd name="connsiteY55" fmla="*/ 535224 h 1648590"/>
                <a:gd name="connsiteX56" fmla="*/ 4997744 w 6512821"/>
                <a:gd name="connsiteY56" fmla="*/ 301739 h 1648590"/>
                <a:gd name="connsiteX57" fmla="*/ 4928447 w 6512821"/>
                <a:gd name="connsiteY57" fmla="*/ 301739 h 1648590"/>
                <a:gd name="connsiteX58" fmla="*/ 4928447 w 6512821"/>
                <a:gd name="connsiteY58" fmla="*/ 186527 h 1648590"/>
                <a:gd name="connsiteX59" fmla="*/ 4997744 w 6512821"/>
                <a:gd name="connsiteY59" fmla="*/ 186527 h 1648590"/>
                <a:gd name="connsiteX60" fmla="*/ 4997744 w 6512821"/>
                <a:gd name="connsiteY60" fmla="*/ 61155 h 1648590"/>
                <a:gd name="connsiteX61" fmla="*/ 5118035 w 6512821"/>
                <a:gd name="connsiteY61" fmla="*/ 0 h 1648590"/>
                <a:gd name="connsiteX62" fmla="*/ 5118035 w 6512821"/>
                <a:gd name="connsiteY62" fmla="*/ 186592 h 1648590"/>
                <a:gd name="connsiteX63" fmla="*/ 5232205 w 6512821"/>
                <a:gd name="connsiteY63" fmla="*/ 186592 h 1648590"/>
                <a:gd name="connsiteX64" fmla="*/ 5232205 w 6512821"/>
                <a:gd name="connsiteY64" fmla="*/ 301804 h 1648590"/>
                <a:gd name="connsiteX65" fmla="*/ 5118035 w 6512821"/>
                <a:gd name="connsiteY65" fmla="*/ 301804 h 1648590"/>
                <a:gd name="connsiteX66" fmla="*/ 5118035 w 6512821"/>
                <a:gd name="connsiteY66" fmla="*/ 503701 h 1648590"/>
                <a:gd name="connsiteX67" fmla="*/ 5164928 w 6512821"/>
                <a:gd name="connsiteY67" fmla="*/ 560819 h 1648590"/>
                <a:gd name="connsiteX68" fmla="*/ 5244449 w 6512821"/>
                <a:gd name="connsiteY68" fmla="*/ 527148 h 1648590"/>
                <a:gd name="connsiteX69" fmla="*/ 3417407 w 6512821"/>
                <a:gd name="connsiteY69" fmla="*/ 667825 h 1648590"/>
                <a:gd name="connsiteX70" fmla="*/ 3297116 w 6512821"/>
                <a:gd name="connsiteY70" fmla="*/ 667825 h 1648590"/>
                <a:gd name="connsiteX71" fmla="*/ 3297116 w 6512821"/>
                <a:gd name="connsiteY71" fmla="*/ 405814 h 1648590"/>
                <a:gd name="connsiteX72" fmla="*/ 3215575 w 6512821"/>
                <a:gd name="connsiteY72" fmla="*/ 292621 h 1648590"/>
                <a:gd name="connsiteX73" fmla="*/ 3132993 w 6512821"/>
                <a:gd name="connsiteY73" fmla="*/ 402753 h 1648590"/>
                <a:gd name="connsiteX74" fmla="*/ 3132993 w 6512821"/>
                <a:gd name="connsiteY74" fmla="*/ 667825 h 1648590"/>
                <a:gd name="connsiteX75" fmla="*/ 3012701 w 6512821"/>
                <a:gd name="connsiteY75" fmla="*/ 667825 h 1648590"/>
                <a:gd name="connsiteX76" fmla="*/ 3012701 w 6512821"/>
                <a:gd name="connsiteY76" fmla="*/ 61221 h 1648590"/>
                <a:gd name="connsiteX77" fmla="*/ 3132993 w 6512821"/>
                <a:gd name="connsiteY77" fmla="*/ 65 h 1648590"/>
                <a:gd name="connsiteX78" fmla="*/ 3132993 w 6512821"/>
                <a:gd name="connsiteY78" fmla="*/ 220264 h 1648590"/>
                <a:gd name="connsiteX79" fmla="*/ 3246186 w 6512821"/>
                <a:gd name="connsiteY79" fmla="*/ 176432 h 1648590"/>
                <a:gd name="connsiteX80" fmla="*/ 3417473 w 6512821"/>
                <a:gd name="connsiteY80" fmla="*/ 396631 h 1648590"/>
                <a:gd name="connsiteX81" fmla="*/ 3417473 w 6512821"/>
                <a:gd name="connsiteY81" fmla="*/ 667825 h 1648590"/>
                <a:gd name="connsiteX82" fmla="*/ 5564554 w 6512821"/>
                <a:gd name="connsiteY82" fmla="*/ 1638365 h 1648590"/>
                <a:gd name="connsiteX83" fmla="*/ 5440160 w 6512821"/>
                <a:gd name="connsiteY83" fmla="*/ 1638365 h 1648590"/>
                <a:gd name="connsiteX84" fmla="*/ 5440160 w 6512821"/>
                <a:gd name="connsiteY84" fmla="*/ 1376355 h 1648590"/>
                <a:gd name="connsiteX85" fmla="*/ 5357577 w 6512821"/>
                <a:gd name="connsiteY85" fmla="*/ 1264204 h 1648590"/>
                <a:gd name="connsiteX86" fmla="*/ 5273952 w 6512821"/>
                <a:gd name="connsiteY86" fmla="*/ 1373293 h 1648590"/>
                <a:gd name="connsiteX87" fmla="*/ 5273952 w 6512821"/>
                <a:gd name="connsiteY87" fmla="*/ 1638365 h 1648590"/>
                <a:gd name="connsiteX88" fmla="*/ 5149558 w 6512821"/>
                <a:gd name="connsiteY88" fmla="*/ 1638365 h 1648590"/>
                <a:gd name="connsiteX89" fmla="*/ 5149558 w 6512821"/>
                <a:gd name="connsiteY89" fmla="*/ 1157133 h 1648590"/>
                <a:gd name="connsiteX90" fmla="*/ 5273952 w 6512821"/>
                <a:gd name="connsiteY90" fmla="*/ 1157133 h 1648590"/>
                <a:gd name="connsiteX91" fmla="*/ 5273952 w 6512821"/>
                <a:gd name="connsiteY91" fmla="*/ 1189762 h 1648590"/>
                <a:gd name="connsiteX92" fmla="*/ 5391183 w 6512821"/>
                <a:gd name="connsiteY92" fmla="*/ 1146973 h 1648590"/>
                <a:gd name="connsiteX93" fmla="*/ 5564490 w 6512821"/>
                <a:gd name="connsiteY93" fmla="*/ 1366195 h 1648590"/>
                <a:gd name="connsiteX94" fmla="*/ 5564490 w 6512821"/>
                <a:gd name="connsiteY94" fmla="*/ 1638430 h 1648590"/>
                <a:gd name="connsiteX95" fmla="*/ 4008772 w 6512821"/>
                <a:gd name="connsiteY95" fmla="*/ 1115386 h 1648590"/>
                <a:gd name="connsiteX96" fmla="*/ 4080152 w 6512821"/>
                <a:gd name="connsiteY96" fmla="*/ 1044005 h 1648590"/>
                <a:gd name="connsiteX97" fmla="*/ 4008772 w 6512821"/>
                <a:gd name="connsiteY97" fmla="*/ 972624 h 1648590"/>
                <a:gd name="connsiteX98" fmla="*/ 3937391 w 6512821"/>
                <a:gd name="connsiteY98" fmla="*/ 1044005 h 1648590"/>
                <a:gd name="connsiteX99" fmla="*/ 4008772 w 6512821"/>
                <a:gd name="connsiteY99" fmla="*/ 1115386 h 1648590"/>
                <a:gd name="connsiteX100" fmla="*/ 829864 w 6512821"/>
                <a:gd name="connsiteY100" fmla="*/ 1115386 h 1648590"/>
                <a:gd name="connsiteX101" fmla="*/ 901244 w 6512821"/>
                <a:gd name="connsiteY101" fmla="*/ 1044005 h 1648590"/>
                <a:gd name="connsiteX102" fmla="*/ 829864 w 6512821"/>
                <a:gd name="connsiteY102" fmla="*/ 972624 h 1648590"/>
                <a:gd name="connsiteX103" fmla="*/ 758483 w 6512821"/>
                <a:gd name="connsiteY103" fmla="*/ 1044005 h 1648590"/>
                <a:gd name="connsiteX104" fmla="*/ 829864 w 6512821"/>
                <a:gd name="connsiteY104" fmla="*/ 1115386 h 1648590"/>
                <a:gd name="connsiteX105" fmla="*/ 6512756 w 6512821"/>
                <a:gd name="connsiteY105" fmla="*/ 426134 h 1648590"/>
                <a:gd name="connsiteX106" fmla="*/ 6510737 w 6512821"/>
                <a:gd name="connsiteY106" fmla="*/ 467946 h 1648590"/>
                <a:gd name="connsiteX107" fmla="*/ 6219158 w 6512821"/>
                <a:gd name="connsiteY107" fmla="*/ 467946 h 1648590"/>
                <a:gd name="connsiteX108" fmla="*/ 6322126 w 6512821"/>
                <a:gd name="connsiteY108" fmla="*/ 562773 h 1648590"/>
                <a:gd name="connsiteX109" fmla="*/ 6405751 w 6512821"/>
                <a:gd name="connsiteY109" fmla="*/ 529102 h 1648590"/>
                <a:gd name="connsiteX110" fmla="*/ 6491394 w 6512821"/>
                <a:gd name="connsiteY110" fmla="*/ 601459 h 1648590"/>
                <a:gd name="connsiteX111" fmla="*/ 6317046 w 6512821"/>
                <a:gd name="connsiteY111" fmla="*/ 677919 h 1648590"/>
                <a:gd name="connsiteX112" fmla="*/ 6095805 w 6512821"/>
                <a:gd name="connsiteY112" fmla="*/ 428153 h 1648590"/>
                <a:gd name="connsiteX113" fmla="*/ 6308905 w 6512821"/>
                <a:gd name="connsiteY113" fmla="*/ 176302 h 1648590"/>
                <a:gd name="connsiteX114" fmla="*/ 6512821 w 6512821"/>
                <a:gd name="connsiteY114" fmla="*/ 426069 h 1648590"/>
                <a:gd name="connsiteX115" fmla="*/ 6221177 w 6512821"/>
                <a:gd name="connsiteY115" fmla="*/ 374162 h 1648590"/>
                <a:gd name="connsiteX116" fmla="*/ 6392465 w 6512821"/>
                <a:gd name="connsiteY116" fmla="*/ 374162 h 1648590"/>
                <a:gd name="connsiteX117" fmla="*/ 6304802 w 6512821"/>
                <a:gd name="connsiteY117" fmla="*/ 283438 h 1648590"/>
                <a:gd name="connsiteX118" fmla="*/ 6221177 w 6512821"/>
                <a:gd name="connsiteY118" fmla="*/ 374162 h 1648590"/>
                <a:gd name="connsiteX119" fmla="*/ 5702235 w 6512821"/>
                <a:gd name="connsiteY119" fmla="*/ 667825 h 1648590"/>
                <a:gd name="connsiteX120" fmla="*/ 5583963 w 6512821"/>
                <a:gd name="connsiteY120" fmla="*/ 667825 h 1648590"/>
                <a:gd name="connsiteX121" fmla="*/ 5583963 w 6512821"/>
                <a:gd name="connsiteY121" fmla="*/ 634153 h 1648590"/>
                <a:gd name="connsiteX122" fmla="*/ 5471812 w 6512821"/>
                <a:gd name="connsiteY122" fmla="*/ 677984 h 1648590"/>
                <a:gd name="connsiteX123" fmla="*/ 5300525 w 6512821"/>
                <a:gd name="connsiteY123" fmla="*/ 458763 h 1648590"/>
                <a:gd name="connsiteX124" fmla="*/ 5300525 w 6512821"/>
                <a:gd name="connsiteY124" fmla="*/ 186527 h 1648590"/>
                <a:gd name="connsiteX125" fmla="*/ 5420817 w 6512821"/>
                <a:gd name="connsiteY125" fmla="*/ 186527 h 1648590"/>
                <a:gd name="connsiteX126" fmla="*/ 5420817 w 6512821"/>
                <a:gd name="connsiteY126" fmla="*/ 448538 h 1648590"/>
                <a:gd name="connsiteX127" fmla="*/ 5501380 w 6512821"/>
                <a:gd name="connsiteY127" fmla="*/ 562708 h 1648590"/>
                <a:gd name="connsiteX128" fmla="*/ 5581944 w 6512821"/>
                <a:gd name="connsiteY128" fmla="*/ 452576 h 1648590"/>
                <a:gd name="connsiteX129" fmla="*/ 5581944 w 6512821"/>
                <a:gd name="connsiteY129" fmla="*/ 186462 h 1648590"/>
                <a:gd name="connsiteX130" fmla="*/ 5702235 w 6512821"/>
                <a:gd name="connsiteY130" fmla="*/ 186462 h 1648590"/>
                <a:gd name="connsiteX131" fmla="*/ 5702235 w 6512821"/>
                <a:gd name="connsiteY131" fmla="*/ 667695 h 1648590"/>
                <a:gd name="connsiteX132" fmla="*/ 3895579 w 6512821"/>
                <a:gd name="connsiteY132" fmla="*/ 426134 h 1648590"/>
                <a:gd name="connsiteX133" fmla="*/ 3893560 w 6512821"/>
                <a:gd name="connsiteY133" fmla="*/ 467946 h 1648590"/>
                <a:gd name="connsiteX134" fmla="*/ 3601981 w 6512821"/>
                <a:gd name="connsiteY134" fmla="*/ 467946 h 1648590"/>
                <a:gd name="connsiteX135" fmla="*/ 3704949 w 6512821"/>
                <a:gd name="connsiteY135" fmla="*/ 562773 h 1648590"/>
                <a:gd name="connsiteX136" fmla="*/ 3788573 w 6512821"/>
                <a:gd name="connsiteY136" fmla="*/ 529102 h 1648590"/>
                <a:gd name="connsiteX137" fmla="*/ 3874217 w 6512821"/>
                <a:gd name="connsiteY137" fmla="*/ 601459 h 1648590"/>
                <a:gd name="connsiteX138" fmla="*/ 3699868 w 6512821"/>
                <a:gd name="connsiteY138" fmla="*/ 677919 h 1648590"/>
                <a:gd name="connsiteX139" fmla="*/ 3478628 w 6512821"/>
                <a:gd name="connsiteY139" fmla="*/ 428153 h 1648590"/>
                <a:gd name="connsiteX140" fmla="*/ 3691727 w 6512821"/>
                <a:gd name="connsiteY140" fmla="*/ 176302 h 1648590"/>
                <a:gd name="connsiteX141" fmla="*/ 3895644 w 6512821"/>
                <a:gd name="connsiteY141" fmla="*/ 426069 h 1648590"/>
                <a:gd name="connsiteX142" fmla="*/ 3604000 w 6512821"/>
                <a:gd name="connsiteY142" fmla="*/ 374162 h 1648590"/>
                <a:gd name="connsiteX143" fmla="*/ 3775287 w 6512821"/>
                <a:gd name="connsiteY143" fmla="*/ 374162 h 1648590"/>
                <a:gd name="connsiteX144" fmla="*/ 3687624 w 6512821"/>
                <a:gd name="connsiteY144" fmla="*/ 283438 h 1648590"/>
                <a:gd name="connsiteX145" fmla="*/ 3604000 w 6512821"/>
                <a:gd name="connsiteY145" fmla="*/ 374162 h 1648590"/>
                <a:gd name="connsiteX146" fmla="*/ 4579686 w 6512821"/>
                <a:gd name="connsiteY146" fmla="*/ 1638365 h 1648590"/>
                <a:gd name="connsiteX147" fmla="*/ 4455291 w 6512821"/>
                <a:gd name="connsiteY147" fmla="*/ 1638365 h 1648590"/>
                <a:gd name="connsiteX148" fmla="*/ 4455291 w 6512821"/>
                <a:gd name="connsiteY148" fmla="*/ 1606778 h 1648590"/>
                <a:gd name="connsiteX149" fmla="*/ 4346201 w 6512821"/>
                <a:gd name="connsiteY149" fmla="*/ 1648590 h 1648590"/>
                <a:gd name="connsiteX150" fmla="*/ 4148406 w 6512821"/>
                <a:gd name="connsiteY150" fmla="*/ 1393678 h 1648590"/>
                <a:gd name="connsiteX151" fmla="*/ 4343140 w 6512821"/>
                <a:gd name="connsiteY151" fmla="*/ 1146973 h 1648590"/>
                <a:gd name="connsiteX152" fmla="*/ 4455291 w 6512821"/>
                <a:gd name="connsiteY152" fmla="*/ 1185724 h 1648590"/>
                <a:gd name="connsiteX153" fmla="*/ 4455291 w 6512821"/>
                <a:gd name="connsiteY153" fmla="*/ 1031761 h 1648590"/>
                <a:gd name="connsiteX154" fmla="*/ 4579686 w 6512821"/>
                <a:gd name="connsiteY154" fmla="*/ 969564 h 1648590"/>
                <a:gd name="connsiteX155" fmla="*/ 4579686 w 6512821"/>
                <a:gd name="connsiteY155" fmla="*/ 1638365 h 1648590"/>
                <a:gd name="connsiteX156" fmla="*/ 4455356 w 6512821"/>
                <a:gd name="connsiteY156" fmla="*/ 1489547 h 1648590"/>
                <a:gd name="connsiteX157" fmla="*/ 4455356 w 6512821"/>
                <a:gd name="connsiteY157" fmla="*/ 1306016 h 1648590"/>
                <a:gd name="connsiteX158" fmla="*/ 4368670 w 6512821"/>
                <a:gd name="connsiteY158" fmla="*/ 1264204 h 1648590"/>
                <a:gd name="connsiteX159" fmla="*/ 4278924 w 6512821"/>
                <a:gd name="connsiteY159" fmla="*/ 1389575 h 1648590"/>
                <a:gd name="connsiteX160" fmla="*/ 4371731 w 6512821"/>
                <a:gd name="connsiteY160" fmla="*/ 1531294 h 1648590"/>
                <a:gd name="connsiteX161" fmla="*/ 4455356 w 6512821"/>
                <a:gd name="connsiteY161" fmla="*/ 1489482 h 1648590"/>
                <a:gd name="connsiteX162" fmla="*/ 3945532 w 6512821"/>
                <a:gd name="connsiteY162" fmla="*/ 1157198 h 1648590"/>
                <a:gd name="connsiteX163" fmla="*/ 3945532 w 6512821"/>
                <a:gd name="connsiteY163" fmla="*/ 1638430 h 1648590"/>
                <a:gd name="connsiteX164" fmla="*/ 4069927 w 6512821"/>
                <a:gd name="connsiteY164" fmla="*/ 1638430 h 1648590"/>
                <a:gd name="connsiteX165" fmla="*/ 4069927 w 6512821"/>
                <a:gd name="connsiteY165" fmla="*/ 1157198 h 1648590"/>
                <a:gd name="connsiteX166" fmla="*/ 3945532 w 6512821"/>
                <a:gd name="connsiteY166" fmla="*/ 1157198 h 1648590"/>
                <a:gd name="connsiteX167" fmla="*/ 3873175 w 6512821"/>
                <a:gd name="connsiteY167" fmla="*/ 985911 h 1648590"/>
                <a:gd name="connsiteX168" fmla="*/ 3873175 w 6512821"/>
                <a:gd name="connsiteY168" fmla="*/ 1085817 h 1648590"/>
                <a:gd name="connsiteX169" fmla="*/ 3812019 w 6512821"/>
                <a:gd name="connsiteY169" fmla="*/ 1076634 h 1648590"/>
                <a:gd name="connsiteX170" fmla="*/ 3760047 w 6512821"/>
                <a:gd name="connsiteY170" fmla="*/ 1118447 h 1648590"/>
                <a:gd name="connsiteX171" fmla="*/ 3760047 w 6512821"/>
                <a:gd name="connsiteY171" fmla="*/ 1157198 h 1648590"/>
                <a:gd name="connsiteX172" fmla="*/ 3863015 w 6512821"/>
                <a:gd name="connsiteY172" fmla="*/ 1157198 h 1648590"/>
                <a:gd name="connsiteX173" fmla="*/ 3863015 w 6512821"/>
                <a:gd name="connsiteY173" fmla="*/ 1273452 h 1648590"/>
                <a:gd name="connsiteX174" fmla="*/ 3760047 w 6512821"/>
                <a:gd name="connsiteY174" fmla="*/ 1273452 h 1648590"/>
                <a:gd name="connsiteX175" fmla="*/ 3760047 w 6512821"/>
                <a:gd name="connsiteY175" fmla="*/ 1638430 h 1648590"/>
                <a:gd name="connsiteX176" fmla="*/ 3635652 w 6512821"/>
                <a:gd name="connsiteY176" fmla="*/ 1638430 h 1648590"/>
                <a:gd name="connsiteX177" fmla="*/ 3635652 w 6512821"/>
                <a:gd name="connsiteY177" fmla="*/ 1273452 h 1648590"/>
                <a:gd name="connsiteX178" fmla="*/ 3568375 w 6512821"/>
                <a:gd name="connsiteY178" fmla="*/ 1273452 h 1648590"/>
                <a:gd name="connsiteX179" fmla="*/ 3568375 w 6512821"/>
                <a:gd name="connsiteY179" fmla="*/ 1157198 h 1648590"/>
                <a:gd name="connsiteX180" fmla="*/ 3635652 w 6512821"/>
                <a:gd name="connsiteY180" fmla="*/ 1157198 h 1648590"/>
                <a:gd name="connsiteX181" fmla="*/ 3635652 w 6512821"/>
                <a:gd name="connsiteY181" fmla="*/ 1099104 h 1648590"/>
                <a:gd name="connsiteX182" fmla="*/ 3782451 w 6512821"/>
                <a:gd name="connsiteY182" fmla="*/ 972690 h 1648590"/>
                <a:gd name="connsiteX183" fmla="*/ 3873175 w 6512821"/>
                <a:gd name="connsiteY183" fmla="*/ 985976 h 1648590"/>
                <a:gd name="connsiteX184" fmla="*/ 3507154 w 6512821"/>
                <a:gd name="connsiteY184" fmla="*/ 1638365 h 1648590"/>
                <a:gd name="connsiteX185" fmla="*/ 3382759 w 6512821"/>
                <a:gd name="connsiteY185" fmla="*/ 1638365 h 1648590"/>
                <a:gd name="connsiteX186" fmla="*/ 3382759 w 6512821"/>
                <a:gd name="connsiteY186" fmla="*/ 1376355 h 1648590"/>
                <a:gd name="connsiteX187" fmla="*/ 3300177 w 6512821"/>
                <a:gd name="connsiteY187" fmla="*/ 1264204 h 1648590"/>
                <a:gd name="connsiteX188" fmla="*/ 3216552 w 6512821"/>
                <a:gd name="connsiteY188" fmla="*/ 1373293 h 1648590"/>
                <a:gd name="connsiteX189" fmla="*/ 3216552 w 6512821"/>
                <a:gd name="connsiteY189" fmla="*/ 1638365 h 1648590"/>
                <a:gd name="connsiteX190" fmla="*/ 3092157 w 6512821"/>
                <a:gd name="connsiteY190" fmla="*/ 1638365 h 1648590"/>
                <a:gd name="connsiteX191" fmla="*/ 3092157 w 6512821"/>
                <a:gd name="connsiteY191" fmla="*/ 1157133 h 1648590"/>
                <a:gd name="connsiteX192" fmla="*/ 3216552 w 6512821"/>
                <a:gd name="connsiteY192" fmla="*/ 1157133 h 1648590"/>
                <a:gd name="connsiteX193" fmla="*/ 3216552 w 6512821"/>
                <a:gd name="connsiteY193" fmla="*/ 1189762 h 1648590"/>
                <a:gd name="connsiteX194" fmla="*/ 3333783 w 6512821"/>
                <a:gd name="connsiteY194" fmla="*/ 1146973 h 1648590"/>
                <a:gd name="connsiteX195" fmla="*/ 3507089 w 6512821"/>
                <a:gd name="connsiteY195" fmla="*/ 1366195 h 1648590"/>
                <a:gd name="connsiteX196" fmla="*/ 3507089 w 6512821"/>
                <a:gd name="connsiteY196" fmla="*/ 1638430 h 1648590"/>
                <a:gd name="connsiteX197" fmla="*/ 2792437 w 6512821"/>
                <a:gd name="connsiteY197" fmla="*/ 1146973 h 1648590"/>
                <a:gd name="connsiteX198" fmla="*/ 2567094 w 6512821"/>
                <a:gd name="connsiteY198" fmla="*/ 1397782 h 1648590"/>
                <a:gd name="connsiteX199" fmla="*/ 2792437 w 6512821"/>
                <a:gd name="connsiteY199" fmla="*/ 1648590 h 1648590"/>
                <a:gd name="connsiteX200" fmla="*/ 3017781 w 6512821"/>
                <a:gd name="connsiteY200" fmla="*/ 1397782 h 1648590"/>
                <a:gd name="connsiteX201" fmla="*/ 2792437 w 6512821"/>
                <a:gd name="connsiteY201" fmla="*/ 1146973 h 1648590"/>
                <a:gd name="connsiteX202" fmla="*/ 2792437 w 6512821"/>
                <a:gd name="connsiteY202" fmla="*/ 1528299 h 1648590"/>
                <a:gd name="connsiteX203" fmla="*/ 2695592 w 6512821"/>
                <a:gd name="connsiteY203" fmla="*/ 1397782 h 1648590"/>
                <a:gd name="connsiteX204" fmla="*/ 2792437 w 6512821"/>
                <a:gd name="connsiteY204" fmla="*/ 1266288 h 1648590"/>
                <a:gd name="connsiteX205" fmla="*/ 2889283 w 6512821"/>
                <a:gd name="connsiteY205" fmla="*/ 1397782 h 1648590"/>
                <a:gd name="connsiteX206" fmla="*/ 2792437 w 6512821"/>
                <a:gd name="connsiteY206" fmla="*/ 1528299 h 1648590"/>
                <a:gd name="connsiteX207" fmla="*/ 2446802 w 6512821"/>
                <a:gd name="connsiteY207" fmla="*/ 1467143 h 1648590"/>
                <a:gd name="connsiteX208" fmla="*/ 2526323 w 6512821"/>
                <a:gd name="connsiteY208" fmla="*/ 1542561 h 1648590"/>
                <a:gd name="connsiteX209" fmla="*/ 2334651 w 6512821"/>
                <a:gd name="connsiteY209" fmla="*/ 1648590 h 1648590"/>
                <a:gd name="connsiteX210" fmla="*/ 2106246 w 6512821"/>
                <a:gd name="connsiteY210" fmla="*/ 1398823 h 1648590"/>
                <a:gd name="connsiteX211" fmla="*/ 2336670 w 6512821"/>
                <a:gd name="connsiteY211" fmla="*/ 1146973 h 1648590"/>
                <a:gd name="connsiteX212" fmla="*/ 2525281 w 6512821"/>
                <a:gd name="connsiteY212" fmla="*/ 1250983 h 1648590"/>
                <a:gd name="connsiteX213" fmla="*/ 2443741 w 6512821"/>
                <a:gd name="connsiteY213" fmla="*/ 1333565 h 1648590"/>
                <a:gd name="connsiteX214" fmla="*/ 2335693 w 6512821"/>
                <a:gd name="connsiteY214" fmla="*/ 1266288 h 1648590"/>
                <a:gd name="connsiteX215" fmla="*/ 2234744 w 6512821"/>
                <a:gd name="connsiteY215" fmla="*/ 1396804 h 1648590"/>
                <a:gd name="connsiteX216" fmla="*/ 2336670 w 6512821"/>
                <a:gd name="connsiteY216" fmla="*/ 1528299 h 1648590"/>
                <a:gd name="connsiteX217" fmla="*/ 2446802 w 6512821"/>
                <a:gd name="connsiteY217" fmla="*/ 1467143 h 1648590"/>
                <a:gd name="connsiteX218" fmla="*/ 1803530 w 6512821"/>
                <a:gd name="connsiteY218" fmla="*/ 1638365 h 1648590"/>
                <a:gd name="connsiteX219" fmla="*/ 1679135 w 6512821"/>
                <a:gd name="connsiteY219" fmla="*/ 1638365 h 1648590"/>
                <a:gd name="connsiteX220" fmla="*/ 1679135 w 6512821"/>
                <a:gd name="connsiteY220" fmla="*/ 1376355 h 1648590"/>
                <a:gd name="connsiteX221" fmla="*/ 1596553 w 6512821"/>
                <a:gd name="connsiteY221" fmla="*/ 1264204 h 1648590"/>
                <a:gd name="connsiteX222" fmla="*/ 1511951 w 6512821"/>
                <a:gd name="connsiteY222" fmla="*/ 1373293 h 1648590"/>
                <a:gd name="connsiteX223" fmla="*/ 1511951 w 6512821"/>
                <a:gd name="connsiteY223" fmla="*/ 1638365 h 1648590"/>
                <a:gd name="connsiteX224" fmla="*/ 1387557 w 6512821"/>
                <a:gd name="connsiteY224" fmla="*/ 1638365 h 1648590"/>
                <a:gd name="connsiteX225" fmla="*/ 1387557 w 6512821"/>
                <a:gd name="connsiteY225" fmla="*/ 1031761 h 1648590"/>
                <a:gd name="connsiteX226" fmla="*/ 1511951 w 6512821"/>
                <a:gd name="connsiteY226" fmla="*/ 969564 h 1648590"/>
                <a:gd name="connsiteX227" fmla="*/ 1511951 w 6512821"/>
                <a:gd name="connsiteY227" fmla="*/ 1189762 h 1648590"/>
                <a:gd name="connsiteX228" fmla="*/ 1632243 w 6512821"/>
                <a:gd name="connsiteY228" fmla="*/ 1146973 h 1648590"/>
                <a:gd name="connsiteX229" fmla="*/ 1803530 w 6512821"/>
                <a:gd name="connsiteY229" fmla="*/ 1366195 h 1648590"/>
                <a:gd name="connsiteX230" fmla="*/ 1803530 w 6512821"/>
                <a:gd name="connsiteY230" fmla="*/ 1638430 h 1648590"/>
                <a:gd name="connsiteX231" fmla="*/ 1311031 w 6512821"/>
                <a:gd name="connsiteY231" fmla="*/ 1493650 h 1648590"/>
                <a:gd name="connsiteX232" fmla="*/ 1292665 w 6512821"/>
                <a:gd name="connsiteY232" fmla="*/ 1619022 h 1648590"/>
                <a:gd name="connsiteX233" fmla="*/ 1173350 w 6512821"/>
                <a:gd name="connsiteY233" fmla="*/ 1648590 h 1648590"/>
                <a:gd name="connsiteX234" fmla="*/ 1043875 w 6512821"/>
                <a:gd name="connsiteY234" fmla="*/ 1504852 h 1648590"/>
                <a:gd name="connsiteX235" fmla="*/ 1043875 w 6512821"/>
                <a:gd name="connsiteY235" fmla="*/ 1273387 h 1648590"/>
                <a:gd name="connsiteX236" fmla="*/ 960250 w 6512821"/>
                <a:gd name="connsiteY236" fmla="*/ 1273387 h 1648590"/>
                <a:gd name="connsiteX237" fmla="*/ 960250 w 6512821"/>
                <a:gd name="connsiteY237" fmla="*/ 1157133 h 1648590"/>
                <a:gd name="connsiteX238" fmla="*/ 1043875 w 6512821"/>
                <a:gd name="connsiteY238" fmla="*/ 1157133 h 1648590"/>
                <a:gd name="connsiteX239" fmla="*/ 1043875 w 6512821"/>
                <a:gd name="connsiteY239" fmla="*/ 1031761 h 1648590"/>
                <a:gd name="connsiteX240" fmla="*/ 1168270 w 6512821"/>
                <a:gd name="connsiteY240" fmla="*/ 969564 h 1648590"/>
                <a:gd name="connsiteX241" fmla="*/ 1168270 w 6512821"/>
                <a:gd name="connsiteY241" fmla="*/ 1157133 h 1648590"/>
                <a:gd name="connsiteX242" fmla="*/ 1308947 w 6512821"/>
                <a:gd name="connsiteY242" fmla="*/ 1157133 h 1648590"/>
                <a:gd name="connsiteX243" fmla="*/ 1308947 w 6512821"/>
                <a:gd name="connsiteY243" fmla="*/ 1273387 h 1648590"/>
                <a:gd name="connsiteX244" fmla="*/ 1168270 w 6512821"/>
                <a:gd name="connsiteY244" fmla="*/ 1273387 h 1648590"/>
                <a:gd name="connsiteX245" fmla="*/ 1168270 w 6512821"/>
                <a:gd name="connsiteY245" fmla="*/ 1471181 h 1648590"/>
                <a:gd name="connsiteX246" fmla="*/ 1214120 w 6512821"/>
                <a:gd name="connsiteY246" fmla="*/ 1529275 h 1648590"/>
                <a:gd name="connsiteX247" fmla="*/ 1310966 w 6512821"/>
                <a:gd name="connsiteY247" fmla="*/ 1493585 h 1648590"/>
                <a:gd name="connsiteX248" fmla="*/ 767666 w 6512821"/>
                <a:gd name="connsiteY248" fmla="*/ 1157198 h 1648590"/>
                <a:gd name="connsiteX249" fmla="*/ 767666 w 6512821"/>
                <a:gd name="connsiteY249" fmla="*/ 1638430 h 1648590"/>
                <a:gd name="connsiteX250" fmla="*/ 892061 w 6512821"/>
                <a:gd name="connsiteY250" fmla="*/ 1638430 h 1648590"/>
                <a:gd name="connsiteX251" fmla="*/ 892061 w 6512821"/>
                <a:gd name="connsiteY251" fmla="*/ 1157198 h 1648590"/>
                <a:gd name="connsiteX252" fmla="*/ 767666 w 6512821"/>
                <a:gd name="connsiteY252" fmla="*/ 1157198 h 1648590"/>
                <a:gd name="connsiteX253" fmla="*/ 702408 w 6512821"/>
                <a:gd name="connsiteY253" fmla="*/ 1157198 h 1648590"/>
                <a:gd name="connsiteX254" fmla="*/ 550529 w 6512821"/>
                <a:gd name="connsiteY254" fmla="*/ 1638430 h 1648590"/>
                <a:gd name="connsiteX255" fmla="*/ 436359 w 6512821"/>
                <a:gd name="connsiteY255" fmla="*/ 1638430 h 1648590"/>
                <a:gd name="connsiteX256" fmla="*/ 354819 w 6512821"/>
                <a:gd name="connsiteY256" fmla="*/ 1345809 h 1648590"/>
                <a:gd name="connsiteX257" fmla="*/ 272236 w 6512821"/>
                <a:gd name="connsiteY257" fmla="*/ 1638430 h 1648590"/>
                <a:gd name="connsiteX258" fmla="*/ 158066 w 6512821"/>
                <a:gd name="connsiteY258" fmla="*/ 1638430 h 1648590"/>
                <a:gd name="connsiteX259" fmla="*/ 7099 w 6512821"/>
                <a:gd name="connsiteY259" fmla="*/ 1157198 h 1648590"/>
                <a:gd name="connsiteX260" fmla="*/ 145757 w 6512821"/>
                <a:gd name="connsiteY260" fmla="*/ 1157198 h 1648590"/>
                <a:gd name="connsiteX261" fmla="*/ 218114 w 6512821"/>
                <a:gd name="connsiteY261" fmla="*/ 1436533 h 1648590"/>
                <a:gd name="connsiteX262" fmla="*/ 299655 w 6512821"/>
                <a:gd name="connsiteY262" fmla="*/ 1157198 h 1648590"/>
                <a:gd name="connsiteX263" fmla="*/ 412848 w 6512821"/>
                <a:gd name="connsiteY263" fmla="*/ 1157198 h 1648590"/>
                <a:gd name="connsiteX264" fmla="*/ 494388 w 6512821"/>
                <a:gd name="connsiteY264" fmla="*/ 1436533 h 1648590"/>
                <a:gd name="connsiteX265" fmla="*/ 567788 w 6512821"/>
                <a:gd name="connsiteY265" fmla="*/ 1157198 h 1648590"/>
                <a:gd name="connsiteX266" fmla="*/ 702343 w 6512821"/>
                <a:gd name="connsiteY266" fmla="*/ 1157198 h 1648590"/>
                <a:gd name="connsiteX267" fmla="*/ 4436990 w 6512821"/>
                <a:gd name="connsiteY267" fmla="*/ 16282 h 1648590"/>
                <a:gd name="connsiteX268" fmla="*/ 4436990 w 6512821"/>
                <a:gd name="connsiteY268" fmla="*/ 115147 h 1648590"/>
                <a:gd name="connsiteX269" fmla="*/ 4374792 w 6512821"/>
                <a:gd name="connsiteY269" fmla="*/ 104921 h 1648590"/>
                <a:gd name="connsiteX270" fmla="*/ 4322820 w 6512821"/>
                <a:gd name="connsiteY270" fmla="*/ 144715 h 1648590"/>
                <a:gd name="connsiteX271" fmla="*/ 4322820 w 6512821"/>
                <a:gd name="connsiteY271" fmla="*/ 186527 h 1648590"/>
                <a:gd name="connsiteX272" fmla="*/ 4404361 w 6512821"/>
                <a:gd name="connsiteY272" fmla="*/ 186527 h 1648590"/>
                <a:gd name="connsiteX273" fmla="*/ 4404361 w 6512821"/>
                <a:gd name="connsiteY273" fmla="*/ 302781 h 1648590"/>
                <a:gd name="connsiteX274" fmla="*/ 4322820 w 6512821"/>
                <a:gd name="connsiteY274" fmla="*/ 302781 h 1648590"/>
                <a:gd name="connsiteX275" fmla="*/ 4322820 w 6512821"/>
                <a:gd name="connsiteY275" fmla="*/ 667759 h 1648590"/>
                <a:gd name="connsiteX276" fmla="*/ 4202528 w 6512821"/>
                <a:gd name="connsiteY276" fmla="*/ 667759 h 1648590"/>
                <a:gd name="connsiteX277" fmla="*/ 4202528 w 6512821"/>
                <a:gd name="connsiteY277" fmla="*/ 302781 h 1648590"/>
                <a:gd name="connsiteX278" fmla="*/ 4143392 w 6512821"/>
                <a:gd name="connsiteY278" fmla="*/ 302781 h 1648590"/>
                <a:gd name="connsiteX279" fmla="*/ 4143392 w 6512821"/>
                <a:gd name="connsiteY279" fmla="*/ 186527 h 1648590"/>
                <a:gd name="connsiteX280" fmla="*/ 4202528 w 6512821"/>
                <a:gd name="connsiteY280" fmla="*/ 186527 h 1648590"/>
                <a:gd name="connsiteX281" fmla="*/ 4202528 w 6512821"/>
                <a:gd name="connsiteY281" fmla="*/ 128433 h 1648590"/>
                <a:gd name="connsiteX282" fmla="*/ 4348350 w 6512821"/>
                <a:gd name="connsiteY282" fmla="*/ 2019 h 1648590"/>
                <a:gd name="connsiteX283" fmla="*/ 4437055 w 6512821"/>
                <a:gd name="connsiteY283" fmla="*/ 16282 h 1648590"/>
                <a:gd name="connsiteX284" fmla="*/ 2957602 w 6512821"/>
                <a:gd name="connsiteY284" fmla="*/ 527083 h 1648590"/>
                <a:gd name="connsiteX285" fmla="*/ 2940278 w 6512821"/>
                <a:gd name="connsiteY285" fmla="*/ 649458 h 1648590"/>
                <a:gd name="connsiteX286" fmla="*/ 2843433 w 6512821"/>
                <a:gd name="connsiteY286" fmla="*/ 677984 h 1648590"/>
                <a:gd name="connsiteX287" fmla="*/ 2712916 w 6512821"/>
                <a:gd name="connsiteY287" fmla="*/ 535224 h 1648590"/>
                <a:gd name="connsiteX288" fmla="*/ 2712916 w 6512821"/>
                <a:gd name="connsiteY288" fmla="*/ 301739 h 1648590"/>
                <a:gd name="connsiteX289" fmla="*/ 2629291 w 6512821"/>
                <a:gd name="connsiteY289" fmla="*/ 301739 h 1648590"/>
                <a:gd name="connsiteX290" fmla="*/ 2629291 w 6512821"/>
                <a:gd name="connsiteY290" fmla="*/ 186527 h 1648590"/>
                <a:gd name="connsiteX291" fmla="*/ 2712916 w 6512821"/>
                <a:gd name="connsiteY291" fmla="*/ 186527 h 1648590"/>
                <a:gd name="connsiteX292" fmla="*/ 2712916 w 6512821"/>
                <a:gd name="connsiteY292" fmla="*/ 61155 h 1648590"/>
                <a:gd name="connsiteX293" fmla="*/ 2833208 w 6512821"/>
                <a:gd name="connsiteY293" fmla="*/ 0 h 1648590"/>
                <a:gd name="connsiteX294" fmla="*/ 2833208 w 6512821"/>
                <a:gd name="connsiteY294" fmla="*/ 186592 h 1648590"/>
                <a:gd name="connsiteX295" fmla="*/ 2945358 w 6512821"/>
                <a:gd name="connsiteY295" fmla="*/ 186592 h 1648590"/>
                <a:gd name="connsiteX296" fmla="*/ 2945358 w 6512821"/>
                <a:gd name="connsiteY296" fmla="*/ 301804 h 1648590"/>
                <a:gd name="connsiteX297" fmla="*/ 2833208 w 6512821"/>
                <a:gd name="connsiteY297" fmla="*/ 301804 h 1648590"/>
                <a:gd name="connsiteX298" fmla="*/ 2833208 w 6512821"/>
                <a:gd name="connsiteY298" fmla="*/ 503701 h 1648590"/>
                <a:gd name="connsiteX299" fmla="*/ 2880100 w 6512821"/>
                <a:gd name="connsiteY299" fmla="*/ 560819 h 1648590"/>
                <a:gd name="connsiteX300" fmla="*/ 2957602 w 6512821"/>
                <a:gd name="connsiteY300" fmla="*/ 527148 h 1648590"/>
                <a:gd name="connsiteX301" fmla="*/ 2397891 w 6512821"/>
                <a:gd name="connsiteY301" fmla="*/ 426134 h 1648590"/>
                <a:gd name="connsiteX302" fmla="*/ 2395872 w 6512821"/>
                <a:gd name="connsiteY302" fmla="*/ 467946 h 1648590"/>
                <a:gd name="connsiteX303" fmla="*/ 2114453 w 6512821"/>
                <a:gd name="connsiteY303" fmla="*/ 467946 h 1648590"/>
                <a:gd name="connsiteX304" fmla="*/ 2218462 w 6512821"/>
                <a:gd name="connsiteY304" fmla="*/ 562773 h 1648590"/>
                <a:gd name="connsiteX305" fmla="*/ 2301045 w 6512821"/>
                <a:gd name="connsiteY305" fmla="*/ 529102 h 1648590"/>
                <a:gd name="connsiteX306" fmla="*/ 2386689 w 6512821"/>
                <a:gd name="connsiteY306" fmla="*/ 601459 h 1648590"/>
                <a:gd name="connsiteX307" fmla="*/ 2210321 w 6512821"/>
                <a:gd name="connsiteY307" fmla="*/ 677919 h 1648590"/>
                <a:gd name="connsiteX308" fmla="*/ 1991100 w 6512821"/>
                <a:gd name="connsiteY308" fmla="*/ 429130 h 1648590"/>
                <a:gd name="connsiteX309" fmla="*/ 2205176 w 6512821"/>
                <a:gd name="connsiteY309" fmla="*/ 176302 h 1648590"/>
                <a:gd name="connsiteX310" fmla="*/ 2397891 w 6512821"/>
                <a:gd name="connsiteY310" fmla="*/ 426069 h 1648590"/>
                <a:gd name="connsiteX311" fmla="*/ 2116472 w 6512821"/>
                <a:gd name="connsiteY311" fmla="*/ 374162 h 1648590"/>
                <a:gd name="connsiteX312" fmla="*/ 2287759 w 6512821"/>
                <a:gd name="connsiteY312" fmla="*/ 374162 h 1648590"/>
                <a:gd name="connsiteX313" fmla="*/ 2199054 w 6512821"/>
                <a:gd name="connsiteY313" fmla="*/ 283438 h 1648590"/>
                <a:gd name="connsiteX314" fmla="*/ 2116472 w 6512821"/>
                <a:gd name="connsiteY314" fmla="*/ 374162 h 1648590"/>
                <a:gd name="connsiteX315" fmla="*/ 1933982 w 6512821"/>
                <a:gd name="connsiteY315" fmla="*/ 428218 h 1648590"/>
                <a:gd name="connsiteX316" fmla="*/ 1746413 w 6512821"/>
                <a:gd name="connsiteY316" fmla="*/ 677984 h 1648590"/>
                <a:gd name="connsiteX317" fmla="*/ 1639342 w 6512821"/>
                <a:gd name="connsiteY317" fmla="*/ 638191 h 1648590"/>
                <a:gd name="connsiteX318" fmla="*/ 1639342 w 6512821"/>
                <a:gd name="connsiteY318" fmla="*/ 784990 h 1648590"/>
                <a:gd name="connsiteX319" fmla="*/ 1519050 w 6512821"/>
                <a:gd name="connsiteY319" fmla="*/ 845169 h 1648590"/>
                <a:gd name="connsiteX320" fmla="*/ 1519050 w 6512821"/>
                <a:gd name="connsiteY320" fmla="*/ 186527 h 1648590"/>
                <a:gd name="connsiteX321" fmla="*/ 1639342 w 6512821"/>
                <a:gd name="connsiteY321" fmla="*/ 186527 h 1648590"/>
                <a:gd name="connsiteX322" fmla="*/ 1639342 w 6512821"/>
                <a:gd name="connsiteY322" fmla="*/ 219157 h 1648590"/>
                <a:gd name="connsiteX323" fmla="*/ 1748432 w 6512821"/>
                <a:gd name="connsiteY323" fmla="*/ 176367 h 1648590"/>
                <a:gd name="connsiteX324" fmla="*/ 1933982 w 6512821"/>
                <a:gd name="connsiteY324" fmla="*/ 428218 h 1648590"/>
                <a:gd name="connsiteX325" fmla="*/ 1809587 w 6512821"/>
                <a:gd name="connsiteY325" fmla="*/ 434340 h 1648590"/>
                <a:gd name="connsiteX326" fmla="*/ 1718864 w 6512821"/>
                <a:gd name="connsiteY326" fmla="*/ 292621 h 1648590"/>
                <a:gd name="connsiteX327" fmla="*/ 1639342 w 6512821"/>
                <a:gd name="connsiteY327" fmla="*/ 335410 h 1648590"/>
                <a:gd name="connsiteX328" fmla="*/ 1639342 w 6512821"/>
                <a:gd name="connsiteY328" fmla="*/ 518942 h 1648590"/>
                <a:gd name="connsiteX329" fmla="*/ 1726028 w 6512821"/>
                <a:gd name="connsiteY329" fmla="*/ 562773 h 1648590"/>
                <a:gd name="connsiteX330" fmla="*/ 1809652 w 6512821"/>
                <a:gd name="connsiteY330" fmla="*/ 434340 h 1648590"/>
                <a:gd name="connsiteX331" fmla="*/ 1435426 w 6512821"/>
                <a:gd name="connsiteY331" fmla="*/ 667825 h 1648590"/>
                <a:gd name="connsiteX332" fmla="*/ 1315134 w 6512821"/>
                <a:gd name="connsiteY332" fmla="*/ 667825 h 1648590"/>
                <a:gd name="connsiteX333" fmla="*/ 1315134 w 6512821"/>
                <a:gd name="connsiteY333" fmla="*/ 634153 h 1648590"/>
                <a:gd name="connsiteX334" fmla="*/ 1202983 w 6512821"/>
                <a:gd name="connsiteY334" fmla="*/ 677984 h 1648590"/>
                <a:gd name="connsiteX335" fmla="*/ 1033715 w 6512821"/>
                <a:gd name="connsiteY335" fmla="*/ 510800 h 1648590"/>
                <a:gd name="connsiteX336" fmla="*/ 1221284 w 6512821"/>
                <a:gd name="connsiteY336" fmla="*/ 348696 h 1648590"/>
                <a:gd name="connsiteX337" fmla="*/ 1315069 w 6512821"/>
                <a:gd name="connsiteY337" fmla="*/ 368040 h 1648590"/>
                <a:gd name="connsiteX338" fmla="*/ 1315069 w 6512821"/>
                <a:gd name="connsiteY338" fmla="*/ 342574 h 1648590"/>
                <a:gd name="connsiteX339" fmla="*/ 1232486 w 6512821"/>
                <a:gd name="connsiteY339" fmla="*/ 279335 h 1648590"/>
                <a:gd name="connsiteX340" fmla="*/ 1121378 w 6512821"/>
                <a:gd name="connsiteY340" fmla="*/ 310922 h 1648590"/>
                <a:gd name="connsiteX341" fmla="*/ 1073443 w 6512821"/>
                <a:gd name="connsiteY341" fmla="*/ 225278 h 1648590"/>
                <a:gd name="connsiteX342" fmla="*/ 1239650 w 6512821"/>
                <a:gd name="connsiteY342" fmla="*/ 176367 h 1648590"/>
                <a:gd name="connsiteX343" fmla="*/ 1435426 w 6512821"/>
                <a:gd name="connsiteY343" fmla="*/ 344593 h 1648590"/>
                <a:gd name="connsiteX344" fmla="*/ 1435426 w 6512821"/>
                <a:gd name="connsiteY344" fmla="*/ 667759 h 1648590"/>
                <a:gd name="connsiteX345" fmla="*/ 1315134 w 6512821"/>
                <a:gd name="connsiteY345" fmla="*/ 527083 h 1648590"/>
                <a:gd name="connsiteX346" fmla="*/ 1315134 w 6512821"/>
                <a:gd name="connsiteY346" fmla="*/ 465927 h 1648590"/>
                <a:gd name="connsiteX347" fmla="*/ 1234570 w 6512821"/>
                <a:gd name="connsiteY347" fmla="*/ 445542 h 1648590"/>
                <a:gd name="connsiteX348" fmla="*/ 1156091 w 6512821"/>
                <a:gd name="connsiteY348" fmla="*/ 507740 h 1648590"/>
                <a:gd name="connsiteX349" fmla="*/ 1224410 w 6512821"/>
                <a:gd name="connsiteY349" fmla="*/ 574040 h 1648590"/>
                <a:gd name="connsiteX350" fmla="*/ 1315134 w 6512821"/>
                <a:gd name="connsiteY350" fmla="*/ 527148 h 1648590"/>
                <a:gd name="connsiteX351" fmla="*/ 967480 w 6512821"/>
                <a:gd name="connsiteY351" fmla="*/ 667825 h 1648590"/>
                <a:gd name="connsiteX352" fmla="*/ 847188 w 6512821"/>
                <a:gd name="connsiteY352" fmla="*/ 667825 h 1648590"/>
                <a:gd name="connsiteX353" fmla="*/ 847188 w 6512821"/>
                <a:gd name="connsiteY353" fmla="*/ 405814 h 1648590"/>
                <a:gd name="connsiteX354" fmla="*/ 765647 w 6512821"/>
                <a:gd name="connsiteY354" fmla="*/ 292621 h 1648590"/>
                <a:gd name="connsiteX355" fmla="*/ 683065 w 6512821"/>
                <a:gd name="connsiteY355" fmla="*/ 402753 h 1648590"/>
                <a:gd name="connsiteX356" fmla="*/ 683065 w 6512821"/>
                <a:gd name="connsiteY356" fmla="*/ 667825 h 1648590"/>
                <a:gd name="connsiteX357" fmla="*/ 562773 w 6512821"/>
                <a:gd name="connsiteY357" fmla="*/ 667825 h 1648590"/>
                <a:gd name="connsiteX358" fmla="*/ 562773 w 6512821"/>
                <a:gd name="connsiteY358" fmla="*/ 61221 h 1648590"/>
                <a:gd name="connsiteX359" fmla="*/ 683065 w 6512821"/>
                <a:gd name="connsiteY359" fmla="*/ 65 h 1648590"/>
                <a:gd name="connsiteX360" fmla="*/ 683065 w 6512821"/>
                <a:gd name="connsiteY360" fmla="*/ 220264 h 1648590"/>
                <a:gd name="connsiteX361" fmla="*/ 796258 w 6512821"/>
                <a:gd name="connsiteY361" fmla="*/ 176432 h 1648590"/>
                <a:gd name="connsiteX362" fmla="*/ 967545 w 6512821"/>
                <a:gd name="connsiteY362" fmla="*/ 396631 h 1648590"/>
                <a:gd name="connsiteX363" fmla="*/ 967545 w 6512821"/>
                <a:gd name="connsiteY363" fmla="*/ 667825 h 1648590"/>
                <a:gd name="connsiteX364" fmla="*/ 496472 w 6512821"/>
                <a:gd name="connsiteY364" fmla="*/ 475110 h 1648590"/>
                <a:gd name="connsiteX365" fmla="*/ 255889 w 6512821"/>
                <a:gd name="connsiteY365" fmla="*/ 677984 h 1648590"/>
                <a:gd name="connsiteX366" fmla="*/ 0 w 6512821"/>
                <a:gd name="connsiteY366" fmla="*/ 562773 h 1648590"/>
                <a:gd name="connsiteX367" fmla="*/ 89747 w 6512821"/>
                <a:gd name="connsiteY367" fmla="*/ 483251 h 1648590"/>
                <a:gd name="connsiteX368" fmla="*/ 252893 w 6512821"/>
                <a:gd name="connsiteY368" fmla="*/ 556651 h 1648590"/>
                <a:gd name="connsiteX369" fmla="*/ 367063 w 6512821"/>
                <a:gd name="connsiteY369" fmla="*/ 478171 h 1648590"/>
                <a:gd name="connsiteX370" fmla="*/ 329353 w 6512821"/>
                <a:gd name="connsiteY370" fmla="*/ 426199 h 1648590"/>
                <a:gd name="connsiteX371" fmla="*/ 225344 w 6512821"/>
                <a:gd name="connsiteY371" fmla="*/ 394612 h 1648590"/>
                <a:gd name="connsiteX372" fmla="*/ 79522 w 6512821"/>
                <a:gd name="connsiteY372" fmla="*/ 335475 h 1648590"/>
                <a:gd name="connsiteX373" fmla="*/ 24488 w 6512821"/>
                <a:gd name="connsiteY373" fmla="*/ 207042 h 1648590"/>
                <a:gd name="connsiteX374" fmla="*/ 254912 w 6512821"/>
                <a:gd name="connsiteY374" fmla="*/ 16412 h 1648590"/>
                <a:gd name="connsiteX375" fmla="*/ 482274 w 6512821"/>
                <a:gd name="connsiteY375" fmla="*/ 115277 h 1648590"/>
                <a:gd name="connsiteX376" fmla="*/ 392528 w 6512821"/>
                <a:gd name="connsiteY376" fmla="*/ 202939 h 1648590"/>
                <a:gd name="connsiteX377" fmla="*/ 246706 w 6512821"/>
                <a:gd name="connsiteY377" fmla="*/ 137681 h 1648590"/>
                <a:gd name="connsiteX378" fmla="*/ 152921 w 6512821"/>
                <a:gd name="connsiteY378" fmla="*/ 199878 h 1648590"/>
                <a:gd name="connsiteX379" fmla="*/ 179428 w 6512821"/>
                <a:gd name="connsiteY379" fmla="*/ 243710 h 1648590"/>
                <a:gd name="connsiteX380" fmla="*/ 282396 w 6512821"/>
                <a:gd name="connsiteY380" fmla="*/ 277381 h 1648590"/>
                <a:gd name="connsiteX381" fmla="*/ 438378 w 6512821"/>
                <a:gd name="connsiteY381" fmla="*/ 341598 h 1648590"/>
                <a:gd name="connsiteX382" fmla="*/ 496472 w 6512821"/>
                <a:gd name="connsiteY382" fmla="*/ 475176 h 1648590"/>
                <a:gd name="connsiteX383" fmla="*/ 6100885 w 6512821"/>
                <a:gd name="connsiteY383" fmla="*/ 208996 h 1648590"/>
                <a:gd name="connsiteX384" fmla="*/ 6051778 w 6512821"/>
                <a:gd name="connsiteY384" fmla="*/ 329288 h 1648590"/>
                <a:gd name="connsiteX385" fmla="*/ 5982482 w 6512821"/>
                <a:gd name="connsiteY385" fmla="*/ 299720 h 1648590"/>
                <a:gd name="connsiteX386" fmla="*/ 5911232 w 6512821"/>
                <a:gd name="connsiteY386" fmla="*/ 405749 h 1648590"/>
                <a:gd name="connsiteX387" fmla="*/ 5911232 w 6512821"/>
                <a:gd name="connsiteY387" fmla="*/ 667759 h 1648590"/>
                <a:gd name="connsiteX388" fmla="*/ 5790940 w 6512821"/>
                <a:gd name="connsiteY388" fmla="*/ 667759 h 1648590"/>
                <a:gd name="connsiteX389" fmla="*/ 5790940 w 6512821"/>
                <a:gd name="connsiteY389" fmla="*/ 186527 h 1648590"/>
                <a:gd name="connsiteX390" fmla="*/ 5911232 w 6512821"/>
                <a:gd name="connsiteY390" fmla="*/ 186527 h 1648590"/>
                <a:gd name="connsiteX391" fmla="*/ 5911232 w 6512821"/>
                <a:gd name="connsiteY391" fmla="*/ 220198 h 1648590"/>
                <a:gd name="connsiteX392" fmla="*/ 6012181 w 6512821"/>
                <a:gd name="connsiteY392" fmla="*/ 176367 h 1648590"/>
                <a:gd name="connsiteX393" fmla="*/ 6100885 w 6512821"/>
                <a:gd name="connsiteY393" fmla="*/ 208996 h 16485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Lst>
              <a:rect l="l" t="t" r="r" b="b"/>
              <a:pathLst>
                <a:path w="6512821" h="1648590">
                  <a:moveTo>
                    <a:pt x="5071143" y="1396740"/>
                  </a:moveTo>
                  <a:cubicBezTo>
                    <a:pt x="5071143" y="1412045"/>
                    <a:pt x="5070101" y="1431388"/>
                    <a:pt x="5069124" y="1438552"/>
                  </a:cubicBezTo>
                  <a:lnTo>
                    <a:pt x="4777545" y="1438552"/>
                  </a:lnTo>
                  <a:cubicBezTo>
                    <a:pt x="4782625" y="1505829"/>
                    <a:pt x="4828541" y="1533378"/>
                    <a:pt x="4880513" y="1533378"/>
                  </a:cubicBezTo>
                  <a:cubicBezTo>
                    <a:pt x="4911123" y="1533378"/>
                    <a:pt x="4939649" y="1524196"/>
                    <a:pt x="4964137" y="1499707"/>
                  </a:cubicBezTo>
                  <a:lnTo>
                    <a:pt x="5049781" y="1572065"/>
                  </a:lnTo>
                  <a:cubicBezTo>
                    <a:pt x="5004908" y="1628140"/>
                    <a:pt x="4936588" y="1648525"/>
                    <a:pt x="4875433" y="1648525"/>
                  </a:cubicBezTo>
                  <a:cubicBezTo>
                    <a:pt x="4734756" y="1648525"/>
                    <a:pt x="4654192" y="1540478"/>
                    <a:pt x="4654192" y="1398759"/>
                  </a:cubicBezTo>
                  <a:cubicBezTo>
                    <a:pt x="4654192" y="1244795"/>
                    <a:pt x="4749019" y="1146908"/>
                    <a:pt x="4867292" y="1146908"/>
                  </a:cubicBezTo>
                  <a:cubicBezTo>
                    <a:pt x="4993706" y="1146908"/>
                    <a:pt x="5071208" y="1258016"/>
                    <a:pt x="5071208" y="1396675"/>
                  </a:cubicBezTo>
                  <a:close/>
                  <a:moveTo>
                    <a:pt x="4779564" y="1344767"/>
                  </a:moveTo>
                  <a:lnTo>
                    <a:pt x="4950851" y="1344767"/>
                  </a:lnTo>
                  <a:cubicBezTo>
                    <a:pt x="4946748" y="1290711"/>
                    <a:pt x="4912100" y="1254044"/>
                    <a:pt x="4863189" y="1254044"/>
                  </a:cubicBezTo>
                  <a:cubicBezTo>
                    <a:pt x="4805094" y="1254044"/>
                    <a:pt x="4782625" y="1305039"/>
                    <a:pt x="4779564" y="1344767"/>
                  </a:cubicBezTo>
                  <a:close/>
                  <a:moveTo>
                    <a:pt x="6512756" y="1396740"/>
                  </a:moveTo>
                  <a:cubicBezTo>
                    <a:pt x="6512756" y="1412045"/>
                    <a:pt x="6511714" y="1431388"/>
                    <a:pt x="6510737" y="1438552"/>
                  </a:cubicBezTo>
                  <a:lnTo>
                    <a:pt x="6219158" y="1438552"/>
                  </a:lnTo>
                  <a:cubicBezTo>
                    <a:pt x="6224238" y="1505829"/>
                    <a:pt x="6270154" y="1533378"/>
                    <a:pt x="6322126" y="1533378"/>
                  </a:cubicBezTo>
                  <a:cubicBezTo>
                    <a:pt x="6352736" y="1533378"/>
                    <a:pt x="6381262" y="1524196"/>
                    <a:pt x="6405751" y="1499707"/>
                  </a:cubicBezTo>
                  <a:lnTo>
                    <a:pt x="6491394" y="1572065"/>
                  </a:lnTo>
                  <a:cubicBezTo>
                    <a:pt x="6446521" y="1628140"/>
                    <a:pt x="6378201" y="1648525"/>
                    <a:pt x="6317046" y="1648525"/>
                  </a:cubicBezTo>
                  <a:cubicBezTo>
                    <a:pt x="6176369" y="1648525"/>
                    <a:pt x="6095805" y="1540478"/>
                    <a:pt x="6095805" y="1398759"/>
                  </a:cubicBezTo>
                  <a:cubicBezTo>
                    <a:pt x="6095805" y="1244795"/>
                    <a:pt x="6190632" y="1146908"/>
                    <a:pt x="6308905" y="1146908"/>
                  </a:cubicBezTo>
                  <a:cubicBezTo>
                    <a:pt x="6435319" y="1146908"/>
                    <a:pt x="6512821" y="1258016"/>
                    <a:pt x="6512821" y="1396675"/>
                  </a:cubicBezTo>
                  <a:close/>
                  <a:moveTo>
                    <a:pt x="6221177" y="1344767"/>
                  </a:moveTo>
                  <a:lnTo>
                    <a:pt x="6392465" y="1344767"/>
                  </a:lnTo>
                  <a:cubicBezTo>
                    <a:pt x="6388361" y="1290711"/>
                    <a:pt x="6353713" y="1254044"/>
                    <a:pt x="6304802" y="1254044"/>
                  </a:cubicBezTo>
                  <a:cubicBezTo>
                    <a:pt x="6246708" y="1254044"/>
                    <a:pt x="6224238" y="1305039"/>
                    <a:pt x="6221177" y="1344767"/>
                  </a:cubicBezTo>
                  <a:close/>
                  <a:moveTo>
                    <a:pt x="5978509" y="1467143"/>
                  </a:moveTo>
                  <a:lnTo>
                    <a:pt x="6058031" y="1542561"/>
                  </a:lnTo>
                  <a:cubicBezTo>
                    <a:pt x="6017261" y="1594534"/>
                    <a:pt x="5961185" y="1648590"/>
                    <a:pt x="5866359" y="1648590"/>
                  </a:cubicBezTo>
                  <a:cubicBezTo>
                    <a:pt x="5734865" y="1648590"/>
                    <a:pt x="5637954" y="1543604"/>
                    <a:pt x="5637954" y="1398823"/>
                  </a:cubicBezTo>
                  <a:cubicBezTo>
                    <a:pt x="5637954" y="1266288"/>
                    <a:pt x="5718518" y="1146973"/>
                    <a:pt x="5868378" y="1146973"/>
                  </a:cubicBezTo>
                  <a:cubicBezTo>
                    <a:pt x="5954021" y="1146973"/>
                    <a:pt x="6013157" y="1185724"/>
                    <a:pt x="6056989" y="1250983"/>
                  </a:cubicBezTo>
                  <a:lnTo>
                    <a:pt x="5975448" y="1333565"/>
                  </a:lnTo>
                  <a:cubicBezTo>
                    <a:pt x="5946922" y="1295856"/>
                    <a:pt x="5916312" y="1266288"/>
                    <a:pt x="5867401" y="1266288"/>
                  </a:cubicBezTo>
                  <a:cubicBezTo>
                    <a:pt x="5801100" y="1266288"/>
                    <a:pt x="5766452" y="1322363"/>
                    <a:pt x="5766452" y="1396804"/>
                  </a:cubicBezTo>
                  <a:cubicBezTo>
                    <a:pt x="5766452" y="1466101"/>
                    <a:pt x="5797062" y="1528299"/>
                    <a:pt x="5868378" y="1528299"/>
                  </a:cubicBezTo>
                  <a:cubicBezTo>
                    <a:pt x="5912209" y="1528299"/>
                    <a:pt x="5948941" y="1504852"/>
                    <a:pt x="5978509" y="1467143"/>
                  </a:cubicBezTo>
                  <a:close/>
                  <a:moveTo>
                    <a:pt x="4869246" y="667825"/>
                  </a:moveTo>
                  <a:lnTo>
                    <a:pt x="4750973" y="667825"/>
                  </a:lnTo>
                  <a:lnTo>
                    <a:pt x="4750973" y="634153"/>
                  </a:lnTo>
                  <a:cubicBezTo>
                    <a:pt x="4724466" y="663721"/>
                    <a:pt x="4681676" y="677984"/>
                    <a:pt x="4638822" y="677984"/>
                  </a:cubicBezTo>
                  <a:cubicBezTo>
                    <a:pt x="4514427" y="677984"/>
                    <a:pt x="4467535" y="588238"/>
                    <a:pt x="4467535" y="458763"/>
                  </a:cubicBezTo>
                  <a:lnTo>
                    <a:pt x="4467535" y="186527"/>
                  </a:lnTo>
                  <a:lnTo>
                    <a:pt x="4587827" y="186527"/>
                  </a:lnTo>
                  <a:lnTo>
                    <a:pt x="4587827" y="448538"/>
                  </a:lnTo>
                  <a:cubicBezTo>
                    <a:pt x="4587827" y="513797"/>
                    <a:pt x="4601113" y="562708"/>
                    <a:pt x="4668390" y="562708"/>
                  </a:cubicBezTo>
                  <a:cubicBezTo>
                    <a:pt x="4735668" y="562708"/>
                    <a:pt x="4748954" y="511712"/>
                    <a:pt x="4748954" y="452576"/>
                  </a:cubicBezTo>
                  <a:lnTo>
                    <a:pt x="4748954" y="186462"/>
                  </a:lnTo>
                  <a:lnTo>
                    <a:pt x="4869246" y="186462"/>
                  </a:lnTo>
                  <a:lnTo>
                    <a:pt x="4869246" y="667695"/>
                  </a:lnTo>
                  <a:close/>
                  <a:moveTo>
                    <a:pt x="5244449" y="527083"/>
                  </a:moveTo>
                  <a:lnTo>
                    <a:pt x="5227125" y="649458"/>
                  </a:lnTo>
                  <a:cubicBezTo>
                    <a:pt x="5202637" y="668802"/>
                    <a:pt x="5157829" y="677984"/>
                    <a:pt x="5128261" y="677984"/>
                  </a:cubicBezTo>
                  <a:cubicBezTo>
                    <a:pt x="5054861" y="677984"/>
                    <a:pt x="4997744" y="622951"/>
                    <a:pt x="4997744" y="535224"/>
                  </a:cubicBezTo>
                  <a:lnTo>
                    <a:pt x="4997744" y="301739"/>
                  </a:lnTo>
                  <a:lnTo>
                    <a:pt x="4928447" y="301739"/>
                  </a:lnTo>
                  <a:lnTo>
                    <a:pt x="4928447" y="186527"/>
                  </a:lnTo>
                  <a:lnTo>
                    <a:pt x="4997744" y="186527"/>
                  </a:lnTo>
                  <a:lnTo>
                    <a:pt x="4997744" y="61155"/>
                  </a:lnTo>
                  <a:lnTo>
                    <a:pt x="5118035" y="0"/>
                  </a:lnTo>
                  <a:lnTo>
                    <a:pt x="5118035" y="186592"/>
                  </a:lnTo>
                  <a:lnTo>
                    <a:pt x="5232205" y="186592"/>
                  </a:lnTo>
                  <a:lnTo>
                    <a:pt x="5232205" y="301804"/>
                  </a:lnTo>
                  <a:lnTo>
                    <a:pt x="5118035" y="301804"/>
                  </a:lnTo>
                  <a:lnTo>
                    <a:pt x="5118035" y="503701"/>
                  </a:lnTo>
                  <a:cubicBezTo>
                    <a:pt x="5118035" y="545514"/>
                    <a:pt x="5135360" y="560819"/>
                    <a:pt x="5164928" y="560819"/>
                  </a:cubicBezTo>
                  <a:cubicBezTo>
                    <a:pt x="5194496" y="560819"/>
                    <a:pt x="5225106" y="545514"/>
                    <a:pt x="5244449" y="527148"/>
                  </a:cubicBezTo>
                  <a:close/>
                  <a:moveTo>
                    <a:pt x="3417407" y="667825"/>
                  </a:moveTo>
                  <a:lnTo>
                    <a:pt x="3297116" y="667825"/>
                  </a:lnTo>
                  <a:lnTo>
                    <a:pt x="3297116" y="405814"/>
                  </a:lnTo>
                  <a:cubicBezTo>
                    <a:pt x="3297116" y="340555"/>
                    <a:pt x="3282853" y="292621"/>
                    <a:pt x="3215575" y="292621"/>
                  </a:cubicBezTo>
                  <a:cubicBezTo>
                    <a:pt x="3148298" y="292621"/>
                    <a:pt x="3132993" y="336452"/>
                    <a:pt x="3132993" y="402753"/>
                  </a:cubicBezTo>
                  <a:lnTo>
                    <a:pt x="3132993" y="667825"/>
                  </a:lnTo>
                  <a:lnTo>
                    <a:pt x="3012701" y="667825"/>
                  </a:lnTo>
                  <a:lnTo>
                    <a:pt x="3012701" y="61221"/>
                  </a:lnTo>
                  <a:lnTo>
                    <a:pt x="3132993" y="65"/>
                  </a:lnTo>
                  <a:lnTo>
                    <a:pt x="3132993" y="220264"/>
                  </a:lnTo>
                  <a:cubicBezTo>
                    <a:pt x="3159500" y="193756"/>
                    <a:pt x="3192129" y="176432"/>
                    <a:pt x="3246186" y="176432"/>
                  </a:cubicBezTo>
                  <a:cubicBezTo>
                    <a:pt x="3373641" y="176432"/>
                    <a:pt x="3417473" y="274320"/>
                    <a:pt x="3417473" y="396631"/>
                  </a:cubicBezTo>
                  <a:lnTo>
                    <a:pt x="3417473" y="667825"/>
                  </a:lnTo>
                  <a:close/>
                  <a:moveTo>
                    <a:pt x="5564554" y="1638365"/>
                  </a:moveTo>
                  <a:lnTo>
                    <a:pt x="5440160" y="1638365"/>
                  </a:lnTo>
                  <a:lnTo>
                    <a:pt x="5440160" y="1376355"/>
                  </a:lnTo>
                  <a:cubicBezTo>
                    <a:pt x="5440160" y="1309077"/>
                    <a:pt x="5424855" y="1264204"/>
                    <a:pt x="5357577" y="1264204"/>
                  </a:cubicBezTo>
                  <a:cubicBezTo>
                    <a:pt x="5294337" y="1264204"/>
                    <a:pt x="5273952" y="1301913"/>
                    <a:pt x="5273952" y="1373293"/>
                  </a:cubicBezTo>
                  <a:lnTo>
                    <a:pt x="5273952" y="1638365"/>
                  </a:lnTo>
                  <a:lnTo>
                    <a:pt x="5149558" y="1638365"/>
                  </a:lnTo>
                  <a:lnTo>
                    <a:pt x="5149558" y="1157133"/>
                  </a:lnTo>
                  <a:lnTo>
                    <a:pt x="5273952" y="1157133"/>
                  </a:lnTo>
                  <a:lnTo>
                    <a:pt x="5273952" y="1189762"/>
                  </a:lnTo>
                  <a:cubicBezTo>
                    <a:pt x="5299418" y="1164297"/>
                    <a:pt x="5337192" y="1146973"/>
                    <a:pt x="5391183" y="1146973"/>
                  </a:cubicBezTo>
                  <a:cubicBezTo>
                    <a:pt x="5521700" y="1146973"/>
                    <a:pt x="5564490" y="1247922"/>
                    <a:pt x="5564490" y="1366195"/>
                  </a:cubicBezTo>
                  <a:lnTo>
                    <a:pt x="5564490" y="1638430"/>
                  </a:lnTo>
                  <a:close/>
                  <a:moveTo>
                    <a:pt x="4008772" y="1115386"/>
                  </a:moveTo>
                  <a:cubicBezTo>
                    <a:pt x="4048565" y="1115386"/>
                    <a:pt x="4080152" y="1083798"/>
                    <a:pt x="4080152" y="1044005"/>
                  </a:cubicBezTo>
                  <a:cubicBezTo>
                    <a:pt x="4080152" y="1004212"/>
                    <a:pt x="4048565" y="972624"/>
                    <a:pt x="4008772" y="972624"/>
                  </a:cubicBezTo>
                  <a:cubicBezTo>
                    <a:pt x="3968978" y="972624"/>
                    <a:pt x="3937391" y="1004212"/>
                    <a:pt x="3937391" y="1044005"/>
                  </a:cubicBezTo>
                  <a:cubicBezTo>
                    <a:pt x="3937391" y="1083798"/>
                    <a:pt x="3968978" y="1115386"/>
                    <a:pt x="4008772" y="1115386"/>
                  </a:cubicBezTo>
                  <a:close/>
                  <a:moveTo>
                    <a:pt x="829864" y="1115386"/>
                  </a:moveTo>
                  <a:cubicBezTo>
                    <a:pt x="869657" y="1115386"/>
                    <a:pt x="901244" y="1083798"/>
                    <a:pt x="901244" y="1044005"/>
                  </a:cubicBezTo>
                  <a:cubicBezTo>
                    <a:pt x="901244" y="1004212"/>
                    <a:pt x="869657" y="972624"/>
                    <a:pt x="829864" y="972624"/>
                  </a:cubicBezTo>
                  <a:cubicBezTo>
                    <a:pt x="790070" y="972624"/>
                    <a:pt x="758483" y="1004212"/>
                    <a:pt x="758483" y="1044005"/>
                  </a:cubicBezTo>
                  <a:cubicBezTo>
                    <a:pt x="758483" y="1083798"/>
                    <a:pt x="790070" y="1115386"/>
                    <a:pt x="829864" y="1115386"/>
                  </a:cubicBezTo>
                  <a:close/>
                  <a:moveTo>
                    <a:pt x="6512756" y="426134"/>
                  </a:moveTo>
                  <a:cubicBezTo>
                    <a:pt x="6512756" y="441439"/>
                    <a:pt x="6511714" y="460782"/>
                    <a:pt x="6510737" y="467946"/>
                  </a:cubicBezTo>
                  <a:lnTo>
                    <a:pt x="6219158" y="467946"/>
                  </a:lnTo>
                  <a:cubicBezTo>
                    <a:pt x="6224238" y="535224"/>
                    <a:pt x="6270154" y="562773"/>
                    <a:pt x="6322126" y="562773"/>
                  </a:cubicBezTo>
                  <a:cubicBezTo>
                    <a:pt x="6352736" y="562773"/>
                    <a:pt x="6381262" y="553590"/>
                    <a:pt x="6405751" y="529102"/>
                  </a:cubicBezTo>
                  <a:lnTo>
                    <a:pt x="6491394" y="601459"/>
                  </a:lnTo>
                  <a:cubicBezTo>
                    <a:pt x="6446521" y="657535"/>
                    <a:pt x="6378201" y="677919"/>
                    <a:pt x="6317046" y="677919"/>
                  </a:cubicBezTo>
                  <a:cubicBezTo>
                    <a:pt x="6176369" y="677919"/>
                    <a:pt x="6095805" y="569872"/>
                    <a:pt x="6095805" y="428153"/>
                  </a:cubicBezTo>
                  <a:cubicBezTo>
                    <a:pt x="6095805" y="274190"/>
                    <a:pt x="6190632" y="176302"/>
                    <a:pt x="6308905" y="176302"/>
                  </a:cubicBezTo>
                  <a:cubicBezTo>
                    <a:pt x="6435319" y="176302"/>
                    <a:pt x="6512821" y="287411"/>
                    <a:pt x="6512821" y="426069"/>
                  </a:cubicBezTo>
                  <a:close/>
                  <a:moveTo>
                    <a:pt x="6221177" y="374162"/>
                  </a:moveTo>
                  <a:lnTo>
                    <a:pt x="6392465" y="374162"/>
                  </a:lnTo>
                  <a:cubicBezTo>
                    <a:pt x="6388361" y="320105"/>
                    <a:pt x="6353713" y="283438"/>
                    <a:pt x="6304802" y="283438"/>
                  </a:cubicBezTo>
                  <a:cubicBezTo>
                    <a:pt x="6246708" y="283438"/>
                    <a:pt x="6224238" y="334433"/>
                    <a:pt x="6221177" y="374162"/>
                  </a:cubicBezTo>
                  <a:close/>
                  <a:moveTo>
                    <a:pt x="5702235" y="667825"/>
                  </a:moveTo>
                  <a:lnTo>
                    <a:pt x="5583963" y="667825"/>
                  </a:lnTo>
                  <a:lnTo>
                    <a:pt x="5583963" y="634153"/>
                  </a:lnTo>
                  <a:cubicBezTo>
                    <a:pt x="5557456" y="663721"/>
                    <a:pt x="5514666" y="677984"/>
                    <a:pt x="5471812" y="677984"/>
                  </a:cubicBezTo>
                  <a:cubicBezTo>
                    <a:pt x="5347417" y="677984"/>
                    <a:pt x="5300525" y="588238"/>
                    <a:pt x="5300525" y="458763"/>
                  </a:cubicBezTo>
                  <a:lnTo>
                    <a:pt x="5300525" y="186527"/>
                  </a:lnTo>
                  <a:lnTo>
                    <a:pt x="5420817" y="186527"/>
                  </a:lnTo>
                  <a:lnTo>
                    <a:pt x="5420817" y="448538"/>
                  </a:lnTo>
                  <a:cubicBezTo>
                    <a:pt x="5420817" y="513797"/>
                    <a:pt x="5434103" y="562708"/>
                    <a:pt x="5501380" y="562708"/>
                  </a:cubicBezTo>
                  <a:cubicBezTo>
                    <a:pt x="5568657" y="562708"/>
                    <a:pt x="5581944" y="511712"/>
                    <a:pt x="5581944" y="452576"/>
                  </a:cubicBezTo>
                  <a:lnTo>
                    <a:pt x="5581944" y="186462"/>
                  </a:lnTo>
                  <a:lnTo>
                    <a:pt x="5702235" y="186462"/>
                  </a:lnTo>
                  <a:lnTo>
                    <a:pt x="5702235" y="667695"/>
                  </a:lnTo>
                  <a:close/>
                  <a:moveTo>
                    <a:pt x="3895579" y="426134"/>
                  </a:moveTo>
                  <a:cubicBezTo>
                    <a:pt x="3895579" y="441439"/>
                    <a:pt x="3894537" y="460782"/>
                    <a:pt x="3893560" y="467946"/>
                  </a:cubicBezTo>
                  <a:lnTo>
                    <a:pt x="3601981" y="467946"/>
                  </a:lnTo>
                  <a:cubicBezTo>
                    <a:pt x="3607061" y="535224"/>
                    <a:pt x="3652976" y="562773"/>
                    <a:pt x="3704949" y="562773"/>
                  </a:cubicBezTo>
                  <a:cubicBezTo>
                    <a:pt x="3735559" y="562773"/>
                    <a:pt x="3764085" y="553590"/>
                    <a:pt x="3788573" y="529102"/>
                  </a:cubicBezTo>
                  <a:lnTo>
                    <a:pt x="3874217" y="601459"/>
                  </a:lnTo>
                  <a:cubicBezTo>
                    <a:pt x="3829343" y="657535"/>
                    <a:pt x="3761024" y="677919"/>
                    <a:pt x="3699868" y="677919"/>
                  </a:cubicBezTo>
                  <a:cubicBezTo>
                    <a:pt x="3559192" y="677919"/>
                    <a:pt x="3478628" y="569872"/>
                    <a:pt x="3478628" y="428153"/>
                  </a:cubicBezTo>
                  <a:cubicBezTo>
                    <a:pt x="3478628" y="274190"/>
                    <a:pt x="3573455" y="176302"/>
                    <a:pt x="3691727" y="176302"/>
                  </a:cubicBezTo>
                  <a:cubicBezTo>
                    <a:pt x="3818141" y="176302"/>
                    <a:pt x="3895644" y="287411"/>
                    <a:pt x="3895644" y="426069"/>
                  </a:cubicBezTo>
                  <a:close/>
                  <a:moveTo>
                    <a:pt x="3604000" y="374162"/>
                  </a:moveTo>
                  <a:lnTo>
                    <a:pt x="3775287" y="374162"/>
                  </a:lnTo>
                  <a:cubicBezTo>
                    <a:pt x="3771184" y="320105"/>
                    <a:pt x="3736536" y="283438"/>
                    <a:pt x="3687624" y="283438"/>
                  </a:cubicBezTo>
                  <a:cubicBezTo>
                    <a:pt x="3629530" y="283438"/>
                    <a:pt x="3607061" y="334433"/>
                    <a:pt x="3604000" y="374162"/>
                  </a:cubicBezTo>
                  <a:close/>
                  <a:moveTo>
                    <a:pt x="4579686" y="1638365"/>
                  </a:moveTo>
                  <a:lnTo>
                    <a:pt x="4455291" y="1638365"/>
                  </a:lnTo>
                  <a:lnTo>
                    <a:pt x="4455291" y="1606778"/>
                  </a:lnTo>
                  <a:cubicBezTo>
                    <a:pt x="4414521" y="1636346"/>
                    <a:pt x="4390032" y="1648590"/>
                    <a:pt x="4346201" y="1648590"/>
                  </a:cubicBezTo>
                  <a:cubicBezTo>
                    <a:pt x="4207543" y="1648590"/>
                    <a:pt x="4148406" y="1528299"/>
                    <a:pt x="4148406" y="1393678"/>
                  </a:cubicBezTo>
                  <a:cubicBezTo>
                    <a:pt x="4148406" y="1247856"/>
                    <a:pt x="4217703" y="1146973"/>
                    <a:pt x="4343140" y="1146973"/>
                  </a:cubicBezTo>
                  <a:cubicBezTo>
                    <a:pt x="4384952" y="1146973"/>
                    <a:pt x="4424681" y="1158175"/>
                    <a:pt x="4455291" y="1185724"/>
                  </a:cubicBezTo>
                  <a:lnTo>
                    <a:pt x="4455291" y="1031761"/>
                  </a:lnTo>
                  <a:lnTo>
                    <a:pt x="4579686" y="969564"/>
                  </a:lnTo>
                  <a:lnTo>
                    <a:pt x="4579686" y="1638365"/>
                  </a:lnTo>
                  <a:close/>
                  <a:moveTo>
                    <a:pt x="4455356" y="1489547"/>
                  </a:moveTo>
                  <a:lnTo>
                    <a:pt x="4455356" y="1306016"/>
                  </a:lnTo>
                  <a:cubicBezTo>
                    <a:pt x="4428849" y="1277490"/>
                    <a:pt x="4403384" y="1264204"/>
                    <a:pt x="4368670" y="1264204"/>
                  </a:cubicBezTo>
                  <a:cubicBezTo>
                    <a:pt x="4296313" y="1264204"/>
                    <a:pt x="4278924" y="1321321"/>
                    <a:pt x="4278924" y="1389575"/>
                  </a:cubicBezTo>
                  <a:cubicBezTo>
                    <a:pt x="4278924" y="1467078"/>
                    <a:pt x="4301328" y="1531294"/>
                    <a:pt x="4371731" y="1531294"/>
                  </a:cubicBezTo>
                  <a:cubicBezTo>
                    <a:pt x="4406380" y="1531294"/>
                    <a:pt x="4430868" y="1515989"/>
                    <a:pt x="4455356" y="1489482"/>
                  </a:cubicBezTo>
                  <a:close/>
                  <a:moveTo>
                    <a:pt x="3945532" y="1157198"/>
                  </a:moveTo>
                  <a:lnTo>
                    <a:pt x="3945532" y="1638430"/>
                  </a:lnTo>
                  <a:lnTo>
                    <a:pt x="4069927" y="1638430"/>
                  </a:lnTo>
                  <a:lnTo>
                    <a:pt x="4069927" y="1157198"/>
                  </a:lnTo>
                  <a:lnTo>
                    <a:pt x="3945532" y="1157198"/>
                  </a:lnTo>
                  <a:close/>
                  <a:moveTo>
                    <a:pt x="3873175" y="985911"/>
                  </a:moveTo>
                  <a:lnTo>
                    <a:pt x="3873175" y="1085817"/>
                  </a:lnTo>
                  <a:cubicBezTo>
                    <a:pt x="3854809" y="1079695"/>
                    <a:pt x="3830386" y="1076634"/>
                    <a:pt x="3812019" y="1076634"/>
                  </a:cubicBezTo>
                  <a:cubicBezTo>
                    <a:pt x="3776329" y="1076634"/>
                    <a:pt x="3760047" y="1087836"/>
                    <a:pt x="3760047" y="1118447"/>
                  </a:cubicBezTo>
                  <a:lnTo>
                    <a:pt x="3760047" y="1157198"/>
                  </a:lnTo>
                  <a:lnTo>
                    <a:pt x="3863015" y="1157198"/>
                  </a:lnTo>
                  <a:lnTo>
                    <a:pt x="3863015" y="1273452"/>
                  </a:lnTo>
                  <a:lnTo>
                    <a:pt x="3760047" y="1273452"/>
                  </a:lnTo>
                  <a:lnTo>
                    <a:pt x="3760047" y="1638430"/>
                  </a:lnTo>
                  <a:lnTo>
                    <a:pt x="3635652" y="1638430"/>
                  </a:lnTo>
                  <a:lnTo>
                    <a:pt x="3635652" y="1273452"/>
                  </a:lnTo>
                  <a:lnTo>
                    <a:pt x="3568375" y="1273452"/>
                  </a:lnTo>
                  <a:lnTo>
                    <a:pt x="3568375" y="1157198"/>
                  </a:lnTo>
                  <a:lnTo>
                    <a:pt x="3635652" y="1157198"/>
                  </a:lnTo>
                  <a:lnTo>
                    <a:pt x="3635652" y="1099104"/>
                  </a:lnTo>
                  <a:cubicBezTo>
                    <a:pt x="3635652" y="1009357"/>
                    <a:pt x="3691727" y="972690"/>
                    <a:pt x="3782451" y="972690"/>
                  </a:cubicBezTo>
                  <a:cubicBezTo>
                    <a:pt x="3808958" y="972690"/>
                    <a:pt x="3847710" y="975751"/>
                    <a:pt x="3873175" y="985976"/>
                  </a:cubicBezTo>
                  <a:close/>
                  <a:moveTo>
                    <a:pt x="3507154" y="1638365"/>
                  </a:moveTo>
                  <a:lnTo>
                    <a:pt x="3382759" y="1638365"/>
                  </a:lnTo>
                  <a:lnTo>
                    <a:pt x="3382759" y="1376355"/>
                  </a:lnTo>
                  <a:cubicBezTo>
                    <a:pt x="3382759" y="1309077"/>
                    <a:pt x="3367454" y="1264204"/>
                    <a:pt x="3300177" y="1264204"/>
                  </a:cubicBezTo>
                  <a:cubicBezTo>
                    <a:pt x="3236937" y="1264204"/>
                    <a:pt x="3216552" y="1301913"/>
                    <a:pt x="3216552" y="1373293"/>
                  </a:cubicBezTo>
                  <a:lnTo>
                    <a:pt x="3216552" y="1638365"/>
                  </a:lnTo>
                  <a:lnTo>
                    <a:pt x="3092157" y="1638365"/>
                  </a:lnTo>
                  <a:lnTo>
                    <a:pt x="3092157" y="1157133"/>
                  </a:lnTo>
                  <a:lnTo>
                    <a:pt x="3216552" y="1157133"/>
                  </a:lnTo>
                  <a:lnTo>
                    <a:pt x="3216552" y="1189762"/>
                  </a:lnTo>
                  <a:cubicBezTo>
                    <a:pt x="3242017" y="1164297"/>
                    <a:pt x="3279792" y="1146973"/>
                    <a:pt x="3333783" y="1146973"/>
                  </a:cubicBezTo>
                  <a:cubicBezTo>
                    <a:pt x="3464300" y="1146973"/>
                    <a:pt x="3507089" y="1247922"/>
                    <a:pt x="3507089" y="1366195"/>
                  </a:cubicBezTo>
                  <a:lnTo>
                    <a:pt x="3507089" y="1638430"/>
                  </a:lnTo>
                  <a:close/>
                  <a:moveTo>
                    <a:pt x="2792437" y="1146973"/>
                  </a:moveTo>
                  <a:cubicBezTo>
                    <a:pt x="2653779" y="1146973"/>
                    <a:pt x="2567094" y="1256063"/>
                    <a:pt x="2567094" y="1397782"/>
                  </a:cubicBezTo>
                  <a:cubicBezTo>
                    <a:pt x="2567094" y="1546665"/>
                    <a:pt x="2661920" y="1648590"/>
                    <a:pt x="2792437" y="1648590"/>
                  </a:cubicBezTo>
                  <a:cubicBezTo>
                    <a:pt x="2922954" y="1648590"/>
                    <a:pt x="3017781" y="1546665"/>
                    <a:pt x="3017781" y="1397782"/>
                  </a:cubicBezTo>
                  <a:cubicBezTo>
                    <a:pt x="3017781" y="1248899"/>
                    <a:pt x="2931095" y="1146973"/>
                    <a:pt x="2792437" y="1146973"/>
                  </a:cubicBezTo>
                  <a:close/>
                  <a:moveTo>
                    <a:pt x="2792437" y="1528299"/>
                  </a:moveTo>
                  <a:cubicBezTo>
                    <a:pt x="2712916" y="1528299"/>
                    <a:pt x="2695592" y="1451838"/>
                    <a:pt x="2695592" y="1397782"/>
                  </a:cubicBezTo>
                  <a:cubicBezTo>
                    <a:pt x="2695592" y="1323340"/>
                    <a:pt x="2726202" y="1266288"/>
                    <a:pt x="2792437" y="1266288"/>
                  </a:cubicBezTo>
                  <a:cubicBezTo>
                    <a:pt x="2858673" y="1266288"/>
                    <a:pt x="2889283" y="1323405"/>
                    <a:pt x="2889283" y="1397782"/>
                  </a:cubicBezTo>
                  <a:cubicBezTo>
                    <a:pt x="2889283" y="1451838"/>
                    <a:pt x="2871959" y="1528299"/>
                    <a:pt x="2792437" y="1528299"/>
                  </a:cubicBezTo>
                  <a:close/>
                  <a:moveTo>
                    <a:pt x="2446802" y="1467143"/>
                  </a:moveTo>
                  <a:lnTo>
                    <a:pt x="2526323" y="1542561"/>
                  </a:lnTo>
                  <a:cubicBezTo>
                    <a:pt x="2485553" y="1594534"/>
                    <a:pt x="2429478" y="1648590"/>
                    <a:pt x="2334651" y="1648590"/>
                  </a:cubicBezTo>
                  <a:cubicBezTo>
                    <a:pt x="2203157" y="1648590"/>
                    <a:pt x="2106246" y="1543604"/>
                    <a:pt x="2106246" y="1398823"/>
                  </a:cubicBezTo>
                  <a:cubicBezTo>
                    <a:pt x="2106246" y="1266288"/>
                    <a:pt x="2186810" y="1146973"/>
                    <a:pt x="2336670" y="1146973"/>
                  </a:cubicBezTo>
                  <a:cubicBezTo>
                    <a:pt x="2422314" y="1146973"/>
                    <a:pt x="2481450" y="1185724"/>
                    <a:pt x="2525281" y="1250983"/>
                  </a:cubicBezTo>
                  <a:lnTo>
                    <a:pt x="2443741" y="1333565"/>
                  </a:lnTo>
                  <a:cubicBezTo>
                    <a:pt x="2415215" y="1295856"/>
                    <a:pt x="2384604" y="1266288"/>
                    <a:pt x="2335693" y="1266288"/>
                  </a:cubicBezTo>
                  <a:cubicBezTo>
                    <a:pt x="2269393" y="1266288"/>
                    <a:pt x="2234744" y="1322363"/>
                    <a:pt x="2234744" y="1396804"/>
                  </a:cubicBezTo>
                  <a:cubicBezTo>
                    <a:pt x="2234744" y="1466101"/>
                    <a:pt x="2265355" y="1528299"/>
                    <a:pt x="2336670" y="1528299"/>
                  </a:cubicBezTo>
                  <a:cubicBezTo>
                    <a:pt x="2380501" y="1528299"/>
                    <a:pt x="2417234" y="1504852"/>
                    <a:pt x="2446802" y="1467143"/>
                  </a:cubicBezTo>
                  <a:close/>
                  <a:moveTo>
                    <a:pt x="1803530" y="1638365"/>
                  </a:moveTo>
                  <a:lnTo>
                    <a:pt x="1679135" y="1638365"/>
                  </a:lnTo>
                  <a:lnTo>
                    <a:pt x="1679135" y="1376355"/>
                  </a:lnTo>
                  <a:cubicBezTo>
                    <a:pt x="1679135" y="1309077"/>
                    <a:pt x="1663830" y="1264204"/>
                    <a:pt x="1596553" y="1264204"/>
                  </a:cubicBezTo>
                  <a:cubicBezTo>
                    <a:pt x="1533314" y="1264204"/>
                    <a:pt x="1511951" y="1301913"/>
                    <a:pt x="1511951" y="1373293"/>
                  </a:cubicBezTo>
                  <a:lnTo>
                    <a:pt x="1511951" y="1638365"/>
                  </a:lnTo>
                  <a:lnTo>
                    <a:pt x="1387557" y="1638365"/>
                  </a:lnTo>
                  <a:lnTo>
                    <a:pt x="1387557" y="1031761"/>
                  </a:lnTo>
                  <a:lnTo>
                    <a:pt x="1511951" y="969564"/>
                  </a:lnTo>
                  <a:lnTo>
                    <a:pt x="1511951" y="1189762"/>
                  </a:lnTo>
                  <a:cubicBezTo>
                    <a:pt x="1535398" y="1161236"/>
                    <a:pt x="1584309" y="1146973"/>
                    <a:pt x="1632243" y="1146973"/>
                  </a:cubicBezTo>
                  <a:cubicBezTo>
                    <a:pt x="1758657" y="1146973"/>
                    <a:pt x="1803530" y="1246880"/>
                    <a:pt x="1803530" y="1366195"/>
                  </a:cubicBezTo>
                  <a:lnTo>
                    <a:pt x="1803530" y="1638430"/>
                  </a:lnTo>
                  <a:close/>
                  <a:moveTo>
                    <a:pt x="1311031" y="1493650"/>
                  </a:moveTo>
                  <a:lnTo>
                    <a:pt x="1292665" y="1619022"/>
                  </a:lnTo>
                  <a:cubicBezTo>
                    <a:pt x="1267200" y="1639407"/>
                    <a:pt x="1205979" y="1648590"/>
                    <a:pt x="1173350" y="1648590"/>
                  </a:cubicBezTo>
                  <a:cubicBezTo>
                    <a:pt x="1097931" y="1648590"/>
                    <a:pt x="1043875" y="1588412"/>
                    <a:pt x="1043875" y="1504852"/>
                  </a:cubicBezTo>
                  <a:lnTo>
                    <a:pt x="1043875" y="1273387"/>
                  </a:lnTo>
                  <a:lnTo>
                    <a:pt x="960250" y="1273387"/>
                  </a:lnTo>
                  <a:lnTo>
                    <a:pt x="960250" y="1157133"/>
                  </a:lnTo>
                  <a:lnTo>
                    <a:pt x="1043875" y="1157133"/>
                  </a:lnTo>
                  <a:lnTo>
                    <a:pt x="1043875" y="1031761"/>
                  </a:lnTo>
                  <a:lnTo>
                    <a:pt x="1168270" y="969564"/>
                  </a:lnTo>
                  <a:lnTo>
                    <a:pt x="1168270" y="1157133"/>
                  </a:lnTo>
                  <a:lnTo>
                    <a:pt x="1308947" y="1157133"/>
                  </a:lnTo>
                  <a:lnTo>
                    <a:pt x="1308947" y="1273387"/>
                  </a:lnTo>
                  <a:lnTo>
                    <a:pt x="1168270" y="1273387"/>
                  </a:lnTo>
                  <a:lnTo>
                    <a:pt x="1168270" y="1471181"/>
                  </a:lnTo>
                  <a:cubicBezTo>
                    <a:pt x="1168270" y="1515012"/>
                    <a:pt x="1184552" y="1529275"/>
                    <a:pt x="1214120" y="1529275"/>
                  </a:cubicBezTo>
                  <a:cubicBezTo>
                    <a:pt x="1243688" y="1529275"/>
                    <a:pt x="1289539" y="1513970"/>
                    <a:pt x="1310966" y="1493585"/>
                  </a:cubicBezTo>
                  <a:close/>
                  <a:moveTo>
                    <a:pt x="767666" y="1157198"/>
                  </a:moveTo>
                  <a:lnTo>
                    <a:pt x="767666" y="1638430"/>
                  </a:lnTo>
                  <a:lnTo>
                    <a:pt x="892061" y="1638430"/>
                  </a:lnTo>
                  <a:lnTo>
                    <a:pt x="892061" y="1157198"/>
                  </a:lnTo>
                  <a:lnTo>
                    <a:pt x="767666" y="1157198"/>
                  </a:lnTo>
                  <a:close/>
                  <a:moveTo>
                    <a:pt x="702408" y="1157198"/>
                  </a:moveTo>
                  <a:lnTo>
                    <a:pt x="550529" y="1638430"/>
                  </a:lnTo>
                  <a:lnTo>
                    <a:pt x="436359" y="1638430"/>
                  </a:lnTo>
                  <a:lnTo>
                    <a:pt x="354819" y="1345809"/>
                  </a:lnTo>
                  <a:lnTo>
                    <a:pt x="272236" y="1638430"/>
                  </a:lnTo>
                  <a:lnTo>
                    <a:pt x="158066" y="1638430"/>
                  </a:lnTo>
                  <a:lnTo>
                    <a:pt x="7099" y="1157198"/>
                  </a:lnTo>
                  <a:lnTo>
                    <a:pt x="145757" y="1157198"/>
                  </a:lnTo>
                  <a:lnTo>
                    <a:pt x="218114" y="1436533"/>
                  </a:lnTo>
                  <a:lnTo>
                    <a:pt x="299655" y="1157198"/>
                  </a:lnTo>
                  <a:lnTo>
                    <a:pt x="412848" y="1157198"/>
                  </a:lnTo>
                  <a:lnTo>
                    <a:pt x="494388" y="1436533"/>
                  </a:lnTo>
                  <a:lnTo>
                    <a:pt x="567788" y="1157198"/>
                  </a:lnTo>
                  <a:lnTo>
                    <a:pt x="702343" y="1157198"/>
                  </a:lnTo>
                  <a:close/>
                  <a:moveTo>
                    <a:pt x="4436990" y="16282"/>
                  </a:moveTo>
                  <a:lnTo>
                    <a:pt x="4436990" y="115147"/>
                  </a:lnTo>
                  <a:cubicBezTo>
                    <a:pt x="4409441" y="107983"/>
                    <a:pt x="4391139" y="104921"/>
                    <a:pt x="4374792" y="104921"/>
                  </a:cubicBezTo>
                  <a:cubicBezTo>
                    <a:pt x="4332003" y="104921"/>
                    <a:pt x="4322820" y="120227"/>
                    <a:pt x="4322820" y="144715"/>
                  </a:cubicBezTo>
                  <a:lnTo>
                    <a:pt x="4322820" y="186527"/>
                  </a:lnTo>
                  <a:lnTo>
                    <a:pt x="4404361" y="186527"/>
                  </a:lnTo>
                  <a:lnTo>
                    <a:pt x="4404361" y="302781"/>
                  </a:lnTo>
                  <a:lnTo>
                    <a:pt x="4322820" y="302781"/>
                  </a:lnTo>
                  <a:lnTo>
                    <a:pt x="4322820" y="667759"/>
                  </a:lnTo>
                  <a:lnTo>
                    <a:pt x="4202528" y="667759"/>
                  </a:lnTo>
                  <a:lnTo>
                    <a:pt x="4202528" y="302781"/>
                  </a:lnTo>
                  <a:lnTo>
                    <a:pt x="4143392" y="302781"/>
                  </a:lnTo>
                  <a:lnTo>
                    <a:pt x="4143392" y="186527"/>
                  </a:lnTo>
                  <a:lnTo>
                    <a:pt x="4202528" y="186527"/>
                  </a:lnTo>
                  <a:lnTo>
                    <a:pt x="4202528" y="128433"/>
                  </a:lnTo>
                  <a:cubicBezTo>
                    <a:pt x="4202528" y="44808"/>
                    <a:pt x="4246360" y="2019"/>
                    <a:pt x="4348350" y="2019"/>
                  </a:cubicBezTo>
                  <a:cubicBezTo>
                    <a:pt x="4380980" y="2019"/>
                    <a:pt x="4407487" y="8141"/>
                    <a:pt x="4437055" y="16282"/>
                  </a:cubicBezTo>
                  <a:close/>
                  <a:moveTo>
                    <a:pt x="2957602" y="527083"/>
                  </a:moveTo>
                  <a:lnTo>
                    <a:pt x="2940278" y="649458"/>
                  </a:lnTo>
                  <a:cubicBezTo>
                    <a:pt x="2915790" y="668802"/>
                    <a:pt x="2873001" y="677984"/>
                    <a:pt x="2843433" y="677984"/>
                  </a:cubicBezTo>
                  <a:cubicBezTo>
                    <a:pt x="2770033" y="677984"/>
                    <a:pt x="2712916" y="622951"/>
                    <a:pt x="2712916" y="535224"/>
                  </a:cubicBezTo>
                  <a:lnTo>
                    <a:pt x="2712916" y="301739"/>
                  </a:lnTo>
                  <a:lnTo>
                    <a:pt x="2629291" y="301739"/>
                  </a:lnTo>
                  <a:lnTo>
                    <a:pt x="2629291" y="186527"/>
                  </a:lnTo>
                  <a:lnTo>
                    <a:pt x="2712916" y="186527"/>
                  </a:lnTo>
                  <a:lnTo>
                    <a:pt x="2712916" y="61155"/>
                  </a:lnTo>
                  <a:lnTo>
                    <a:pt x="2833208" y="0"/>
                  </a:lnTo>
                  <a:lnTo>
                    <a:pt x="2833208" y="186592"/>
                  </a:lnTo>
                  <a:lnTo>
                    <a:pt x="2945358" y="186592"/>
                  </a:lnTo>
                  <a:lnTo>
                    <a:pt x="2945358" y="301804"/>
                  </a:lnTo>
                  <a:lnTo>
                    <a:pt x="2833208" y="301804"/>
                  </a:lnTo>
                  <a:lnTo>
                    <a:pt x="2833208" y="503701"/>
                  </a:lnTo>
                  <a:cubicBezTo>
                    <a:pt x="2833208" y="545514"/>
                    <a:pt x="2850532" y="560819"/>
                    <a:pt x="2880100" y="560819"/>
                  </a:cubicBezTo>
                  <a:cubicBezTo>
                    <a:pt x="2909668" y="560819"/>
                    <a:pt x="2938194" y="545514"/>
                    <a:pt x="2957602" y="527148"/>
                  </a:cubicBezTo>
                  <a:close/>
                  <a:moveTo>
                    <a:pt x="2397891" y="426134"/>
                  </a:moveTo>
                  <a:cubicBezTo>
                    <a:pt x="2397891" y="441439"/>
                    <a:pt x="2396849" y="460782"/>
                    <a:pt x="2395872" y="467946"/>
                  </a:cubicBezTo>
                  <a:lnTo>
                    <a:pt x="2114453" y="467946"/>
                  </a:lnTo>
                  <a:cubicBezTo>
                    <a:pt x="2119533" y="535224"/>
                    <a:pt x="2166425" y="562773"/>
                    <a:pt x="2218462" y="562773"/>
                  </a:cubicBezTo>
                  <a:cubicBezTo>
                    <a:pt x="2249073" y="562773"/>
                    <a:pt x="2276557" y="553590"/>
                    <a:pt x="2301045" y="529102"/>
                  </a:cubicBezTo>
                  <a:lnTo>
                    <a:pt x="2386689" y="601459"/>
                  </a:lnTo>
                  <a:cubicBezTo>
                    <a:pt x="2346895" y="654473"/>
                    <a:pt x="2274538" y="677919"/>
                    <a:pt x="2210321" y="677919"/>
                  </a:cubicBezTo>
                  <a:cubicBezTo>
                    <a:pt x="2072705" y="677919"/>
                    <a:pt x="1991100" y="569872"/>
                    <a:pt x="1991100" y="429130"/>
                  </a:cubicBezTo>
                  <a:cubicBezTo>
                    <a:pt x="1991100" y="288388"/>
                    <a:pt x="2079804" y="176302"/>
                    <a:pt x="2205176" y="176302"/>
                  </a:cubicBezTo>
                  <a:cubicBezTo>
                    <a:pt x="2339731" y="176302"/>
                    <a:pt x="2397891" y="298678"/>
                    <a:pt x="2397891" y="426069"/>
                  </a:cubicBezTo>
                  <a:close/>
                  <a:moveTo>
                    <a:pt x="2116472" y="374162"/>
                  </a:moveTo>
                  <a:lnTo>
                    <a:pt x="2287759" y="374162"/>
                  </a:lnTo>
                  <a:cubicBezTo>
                    <a:pt x="2282679" y="320105"/>
                    <a:pt x="2251027" y="283438"/>
                    <a:pt x="2199054" y="283438"/>
                  </a:cubicBezTo>
                  <a:cubicBezTo>
                    <a:pt x="2144021" y="283438"/>
                    <a:pt x="2119533" y="334433"/>
                    <a:pt x="2116472" y="374162"/>
                  </a:cubicBezTo>
                  <a:close/>
                  <a:moveTo>
                    <a:pt x="1933982" y="428218"/>
                  </a:moveTo>
                  <a:cubicBezTo>
                    <a:pt x="1933982" y="551571"/>
                    <a:pt x="1882987" y="677984"/>
                    <a:pt x="1746413" y="677984"/>
                  </a:cubicBezTo>
                  <a:cubicBezTo>
                    <a:pt x="1693399" y="677984"/>
                    <a:pt x="1660769" y="658642"/>
                    <a:pt x="1639342" y="638191"/>
                  </a:cubicBezTo>
                  <a:lnTo>
                    <a:pt x="1639342" y="784990"/>
                  </a:lnTo>
                  <a:lnTo>
                    <a:pt x="1519050" y="845169"/>
                  </a:lnTo>
                  <a:lnTo>
                    <a:pt x="1519050" y="186527"/>
                  </a:lnTo>
                  <a:lnTo>
                    <a:pt x="1639342" y="186527"/>
                  </a:lnTo>
                  <a:lnTo>
                    <a:pt x="1639342" y="219157"/>
                  </a:lnTo>
                  <a:cubicBezTo>
                    <a:pt x="1670929" y="190630"/>
                    <a:pt x="1703559" y="176367"/>
                    <a:pt x="1748432" y="176367"/>
                  </a:cubicBezTo>
                  <a:cubicBezTo>
                    <a:pt x="1877907" y="176367"/>
                    <a:pt x="1933982" y="298743"/>
                    <a:pt x="1933982" y="428218"/>
                  </a:cubicBezTo>
                  <a:close/>
                  <a:moveTo>
                    <a:pt x="1809587" y="434340"/>
                  </a:moveTo>
                  <a:cubicBezTo>
                    <a:pt x="1809587" y="364002"/>
                    <a:pt x="1791221" y="292621"/>
                    <a:pt x="1718864" y="292621"/>
                  </a:cubicBezTo>
                  <a:cubicBezTo>
                    <a:pt x="1685193" y="292621"/>
                    <a:pt x="1658685" y="307926"/>
                    <a:pt x="1639342" y="335410"/>
                  </a:cubicBezTo>
                  <a:lnTo>
                    <a:pt x="1639342" y="518942"/>
                  </a:lnTo>
                  <a:cubicBezTo>
                    <a:pt x="1658685" y="546491"/>
                    <a:pt x="1691315" y="562773"/>
                    <a:pt x="1726028" y="562773"/>
                  </a:cubicBezTo>
                  <a:cubicBezTo>
                    <a:pt x="1793305" y="562773"/>
                    <a:pt x="1809652" y="501618"/>
                    <a:pt x="1809652" y="434340"/>
                  </a:cubicBezTo>
                  <a:close/>
                  <a:moveTo>
                    <a:pt x="1435426" y="667825"/>
                  </a:moveTo>
                  <a:lnTo>
                    <a:pt x="1315134" y="667825"/>
                  </a:lnTo>
                  <a:lnTo>
                    <a:pt x="1315134" y="634153"/>
                  </a:lnTo>
                  <a:cubicBezTo>
                    <a:pt x="1286608" y="662680"/>
                    <a:pt x="1249876" y="677984"/>
                    <a:pt x="1202983" y="677984"/>
                  </a:cubicBezTo>
                  <a:cubicBezTo>
                    <a:pt x="1108157" y="677984"/>
                    <a:pt x="1033715" y="616829"/>
                    <a:pt x="1033715" y="510800"/>
                  </a:cubicBezTo>
                  <a:cubicBezTo>
                    <a:pt x="1033715" y="404772"/>
                    <a:pt x="1106072" y="348696"/>
                    <a:pt x="1221284" y="348696"/>
                  </a:cubicBezTo>
                  <a:cubicBezTo>
                    <a:pt x="1251894" y="348696"/>
                    <a:pt x="1283482" y="352799"/>
                    <a:pt x="1315069" y="368040"/>
                  </a:cubicBezTo>
                  <a:lnTo>
                    <a:pt x="1315069" y="342574"/>
                  </a:lnTo>
                  <a:cubicBezTo>
                    <a:pt x="1315069" y="297701"/>
                    <a:pt x="1285501" y="279335"/>
                    <a:pt x="1232486" y="279335"/>
                  </a:cubicBezTo>
                  <a:cubicBezTo>
                    <a:pt x="1194777" y="279335"/>
                    <a:pt x="1159087" y="288518"/>
                    <a:pt x="1121378" y="310922"/>
                  </a:cubicBezTo>
                  <a:lnTo>
                    <a:pt x="1073443" y="225278"/>
                  </a:lnTo>
                  <a:cubicBezTo>
                    <a:pt x="1125416" y="192649"/>
                    <a:pt x="1175369" y="176367"/>
                    <a:pt x="1239650" y="176367"/>
                  </a:cubicBezTo>
                  <a:cubicBezTo>
                    <a:pt x="1360984" y="176367"/>
                    <a:pt x="1435426" y="235503"/>
                    <a:pt x="1435426" y="344593"/>
                  </a:cubicBezTo>
                  <a:lnTo>
                    <a:pt x="1435426" y="667759"/>
                  </a:lnTo>
                  <a:close/>
                  <a:moveTo>
                    <a:pt x="1315134" y="527083"/>
                  </a:moveTo>
                  <a:lnTo>
                    <a:pt x="1315134" y="465927"/>
                  </a:lnTo>
                  <a:cubicBezTo>
                    <a:pt x="1290646" y="450622"/>
                    <a:pt x="1259059" y="445542"/>
                    <a:pt x="1234570" y="445542"/>
                  </a:cubicBezTo>
                  <a:cubicBezTo>
                    <a:pt x="1181556" y="445542"/>
                    <a:pt x="1156091" y="468988"/>
                    <a:pt x="1156091" y="507740"/>
                  </a:cubicBezTo>
                  <a:cubicBezTo>
                    <a:pt x="1156091" y="544472"/>
                    <a:pt x="1179537" y="574040"/>
                    <a:pt x="1224410" y="574040"/>
                  </a:cubicBezTo>
                  <a:cubicBezTo>
                    <a:pt x="1247857" y="574040"/>
                    <a:pt x="1288627" y="565899"/>
                    <a:pt x="1315134" y="527148"/>
                  </a:cubicBezTo>
                  <a:close/>
                  <a:moveTo>
                    <a:pt x="967480" y="667825"/>
                  </a:moveTo>
                  <a:lnTo>
                    <a:pt x="847188" y="667825"/>
                  </a:lnTo>
                  <a:lnTo>
                    <a:pt x="847188" y="405814"/>
                  </a:lnTo>
                  <a:cubicBezTo>
                    <a:pt x="847188" y="340555"/>
                    <a:pt x="832925" y="292621"/>
                    <a:pt x="765647" y="292621"/>
                  </a:cubicBezTo>
                  <a:cubicBezTo>
                    <a:pt x="698370" y="292621"/>
                    <a:pt x="683065" y="336452"/>
                    <a:pt x="683065" y="402753"/>
                  </a:cubicBezTo>
                  <a:lnTo>
                    <a:pt x="683065" y="667825"/>
                  </a:lnTo>
                  <a:lnTo>
                    <a:pt x="562773" y="667825"/>
                  </a:lnTo>
                  <a:lnTo>
                    <a:pt x="562773" y="61221"/>
                  </a:lnTo>
                  <a:lnTo>
                    <a:pt x="683065" y="65"/>
                  </a:lnTo>
                  <a:lnTo>
                    <a:pt x="683065" y="220264"/>
                  </a:lnTo>
                  <a:cubicBezTo>
                    <a:pt x="709572" y="193756"/>
                    <a:pt x="742201" y="176432"/>
                    <a:pt x="796258" y="176432"/>
                  </a:cubicBezTo>
                  <a:cubicBezTo>
                    <a:pt x="923713" y="176432"/>
                    <a:pt x="967545" y="274320"/>
                    <a:pt x="967545" y="396631"/>
                  </a:cubicBezTo>
                  <a:lnTo>
                    <a:pt x="967545" y="667825"/>
                  </a:lnTo>
                  <a:close/>
                  <a:moveTo>
                    <a:pt x="496472" y="475110"/>
                  </a:moveTo>
                  <a:cubicBezTo>
                    <a:pt x="496472" y="619890"/>
                    <a:pt x="386341" y="677984"/>
                    <a:pt x="255889" y="677984"/>
                  </a:cubicBezTo>
                  <a:cubicBezTo>
                    <a:pt x="162104" y="677984"/>
                    <a:pt x="58094" y="648416"/>
                    <a:pt x="0" y="562773"/>
                  </a:cubicBezTo>
                  <a:lnTo>
                    <a:pt x="89747" y="483251"/>
                  </a:lnTo>
                  <a:cubicBezTo>
                    <a:pt x="131559" y="533205"/>
                    <a:pt x="191672" y="556651"/>
                    <a:pt x="252893" y="556651"/>
                  </a:cubicBezTo>
                  <a:cubicBezTo>
                    <a:pt x="325250" y="556651"/>
                    <a:pt x="367063" y="524022"/>
                    <a:pt x="367063" y="478171"/>
                  </a:cubicBezTo>
                  <a:cubicBezTo>
                    <a:pt x="367063" y="459805"/>
                    <a:pt x="359899" y="441439"/>
                    <a:pt x="329353" y="426199"/>
                  </a:cubicBezTo>
                  <a:cubicBezTo>
                    <a:pt x="306949" y="414997"/>
                    <a:pt x="279400" y="407833"/>
                    <a:pt x="225344" y="394612"/>
                  </a:cubicBezTo>
                  <a:cubicBezTo>
                    <a:pt x="191672" y="386471"/>
                    <a:pt x="122376" y="370124"/>
                    <a:pt x="79522" y="335475"/>
                  </a:cubicBezTo>
                  <a:cubicBezTo>
                    <a:pt x="36732" y="300827"/>
                    <a:pt x="24488" y="250874"/>
                    <a:pt x="24488" y="207042"/>
                  </a:cubicBezTo>
                  <a:cubicBezTo>
                    <a:pt x="24488" y="71445"/>
                    <a:pt x="140742" y="16412"/>
                    <a:pt x="254912" y="16412"/>
                  </a:cubicBezTo>
                  <a:cubicBezTo>
                    <a:pt x="353776" y="16412"/>
                    <a:pt x="425157" y="57182"/>
                    <a:pt x="482274" y="115277"/>
                  </a:cubicBezTo>
                  <a:lnTo>
                    <a:pt x="392528" y="202939"/>
                  </a:lnTo>
                  <a:cubicBezTo>
                    <a:pt x="350715" y="161127"/>
                    <a:pt x="309945" y="137681"/>
                    <a:pt x="246706" y="137681"/>
                  </a:cubicBezTo>
                  <a:cubicBezTo>
                    <a:pt x="192649" y="137681"/>
                    <a:pt x="152921" y="155005"/>
                    <a:pt x="152921" y="199878"/>
                  </a:cubicBezTo>
                  <a:cubicBezTo>
                    <a:pt x="152921" y="219221"/>
                    <a:pt x="160085" y="232508"/>
                    <a:pt x="179428" y="243710"/>
                  </a:cubicBezTo>
                  <a:cubicBezTo>
                    <a:pt x="201832" y="255954"/>
                    <a:pt x="233485" y="265137"/>
                    <a:pt x="282396" y="277381"/>
                  </a:cubicBezTo>
                  <a:cubicBezTo>
                    <a:pt x="340490" y="292686"/>
                    <a:pt x="394547" y="305907"/>
                    <a:pt x="438378" y="341598"/>
                  </a:cubicBezTo>
                  <a:cubicBezTo>
                    <a:pt x="477129" y="373185"/>
                    <a:pt x="496472" y="414997"/>
                    <a:pt x="496472" y="475176"/>
                  </a:cubicBezTo>
                  <a:close/>
                  <a:moveTo>
                    <a:pt x="6100885" y="208996"/>
                  </a:moveTo>
                  <a:lnTo>
                    <a:pt x="6051778" y="329288"/>
                  </a:lnTo>
                  <a:cubicBezTo>
                    <a:pt x="6033413" y="311964"/>
                    <a:pt x="6011985" y="299720"/>
                    <a:pt x="5982482" y="299720"/>
                  </a:cubicBezTo>
                  <a:cubicBezTo>
                    <a:pt x="5925365" y="299720"/>
                    <a:pt x="5911232" y="347654"/>
                    <a:pt x="5911232" y="405749"/>
                  </a:cubicBezTo>
                  <a:lnTo>
                    <a:pt x="5911232" y="667759"/>
                  </a:lnTo>
                  <a:lnTo>
                    <a:pt x="5790940" y="667759"/>
                  </a:lnTo>
                  <a:lnTo>
                    <a:pt x="5790940" y="186527"/>
                  </a:lnTo>
                  <a:lnTo>
                    <a:pt x="5911232" y="186527"/>
                  </a:lnTo>
                  <a:lnTo>
                    <a:pt x="5911232" y="220198"/>
                  </a:lnTo>
                  <a:cubicBezTo>
                    <a:pt x="5938781" y="192649"/>
                    <a:pt x="5973429" y="176367"/>
                    <a:pt x="6012181" y="176367"/>
                  </a:cubicBezTo>
                  <a:cubicBezTo>
                    <a:pt x="6045852" y="176367"/>
                    <a:pt x="6075420" y="186592"/>
                    <a:pt x="6100885" y="208996"/>
                  </a:cubicBezTo>
                  <a:close/>
                </a:path>
              </a:pathLst>
            </a:custGeom>
            <a:solidFill>
              <a:schemeClr val="bg2"/>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grpSp>
    </p:spTree>
    <p:extLst>
      <p:ext uri="{BB962C8B-B14F-4D97-AF65-F5344CB8AC3E}">
        <p14:creationId xmlns:p14="http://schemas.microsoft.com/office/powerpoint/2010/main" val="79034674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Title Slide Frame 4">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2D7BB4A-5FCC-BE0E-4598-A4CBBA847A08}"/>
              </a:ext>
              <a:ext uri="{C183D7F6-B498-43B3-948B-1728B52AA6E4}">
                <adec:decorative xmlns:adec="http://schemas.microsoft.com/office/drawing/2017/decorative" val="1"/>
              </a:ext>
            </a:extLst>
          </p:cNvPr>
          <p:cNvSpPr/>
          <p:nvPr userDrawn="1"/>
        </p:nvSpPr>
        <p:spPr>
          <a:xfrm>
            <a:off x="0" y="0"/>
            <a:ext cx="8386354" cy="6858000"/>
          </a:xfrm>
          <a:prstGeom prst="rect">
            <a:avLst/>
          </a:prstGeom>
          <a:gradFill flip="none" rotWithShape="1">
            <a:gsLst>
              <a:gs pos="0">
                <a:schemeClr val="tx1">
                  <a:lumMod val="0"/>
                  <a:alpha val="0"/>
                </a:schemeClr>
              </a:gs>
              <a:gs pos="95000">
                <a:srgbClr val="000000">
                  <a:alpha val="70000"/>
                </a:srgbClr>
              </a:gs>
            </a:gsLst>
            <a:lin ang="108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endParaRPr lang="en-US" sz="1200" b="1">
              <a:solidFill>
                <a:schemeClr val="tx1"/>
              </a:solidFill>
            </a:endParaRPr>
          </a:p>
        </p:txBody>
      </p:sp>
      <p:sp>
        <p:nvSpPr>
          <p:cNvPr id="28" name="Subtitle 2">
            <a:extLst>
              <a:ext uri="{FF2B5EF4-FFF2-40B4-BE49-F238E27FC236}">
                <a16:creationId xmlns:a16="http://schemas.microsoft.com/office/drawing/2014/main" id="{632E76BF-46D5-8E94-88AA-4783DD302E89}"/>
              </a:ext>
            </a:extLst>
          </p:cNvPr>
          <p:cNvSpPr>
            <a:spLocks noGrp="1"/>
          </p:cNvSpPr>
          <p:nvPr>
            <p:ph type="subTitle" idx="1" hasCustomPrompt="1"/>
          </p:nvPr>
        </p:nvSpPr>
        <p:spPr>
          <a:xfrm>
            <a:off x="889762" y="4436485"/>
            <a:ext cx="4907628" cy="511939"/>
          </a:xfrm>
        </p:spPr>
        <p:txBody>
          <a:bodyPr wrap="square">
            <a:noAutofit/>
          </a:bodyPr>
          <a:lstStyle>
            <a:lvl1pPr marL="0" indent="0" algn="l">
              <a:buNone/>
              <a:defRPr lang="en-GB" sz="1600" kern="1200" dirty="0">
                <a:solidFill>
                  <a:schemeClr val="bg1"/>
                </a:solidFill>
                <a:latin typeface="EYInterstate Regular" panose="02000503020000020004" pitchFamily="2" charset="0"/>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29" name="Title 4">
            <a:extLst>
              <a:ext uri="{FF2B5EF4-FFF2-40B4-BE49-F238E27FC236}">
                <a16:creationId xmlns:a16="http://schemas.microsoft.com/office/drawing/2014/main" id="{1F7B1FDC-B90E-6693-A750-B9BA4B535E8A}"/>
              </a:ext>
            </a:extLst>
          </p:cNvPr>
          <p:cNvSpPr>
            <a:spLocks noGrp="1"/>
          </p:cNvSpPr>
          <p:nvPr>
            <p:ph type="title"/>
          </p:nvPr>
        </p:nvSpPr>
        <p:spPr>
          <a:xfrm>
            <a:off x="889762" y="2698751"/>
            <a:ext cx="4906009" cy="1654043"/>
          </a:xfrm>
        </p:spPr>
        <p:txBody>
          <a:bodyPr anchor="t">
            <a:noAutofit/>
          </a:bodyPr>
          <a:lstStyle>
            <a:lvl1pPr>
              <a:defRPr sz="4200" b="1" i="0">
                <a:solidFill>
                  <a:schemeClr val="bg1"/>
                </a:solidFill>
                <a:latin typeface="EYInterstate Regular" panose="02000503020000020004" pitchFamily="2" charset="0"/>
              </a:defRPr>
            </a:lvl1pPr>
          </a:lstStyle>
          <a:p>
            <a:r>
              <a:rPr lang="en-GB"/>
              <a:t>Click to edit Master title style</a:t>
            </a:r>
            <a:endParaRPr lang="en-US"/>
          </a:p>
        </p:txBody>
      </p:sp>
      <p:sp>
        <p:nvSpPr>
          <p:cNvPr id="30" name="Text Placeholder 288">
            <a:extLst>
              <a:ext uri="{FF2B5EF4-FFF2-40B4-BE49-F238E27FC236}">
                <a16:creationId xmlns:a16="http://schemas.microsoft.com/office/drawing/2014/main" id="{1673B89D-F206-B9D2-CDB7-BDE045C7447F}"/>
              </a:ext>
            </a:extLst>
          </p:cNvPr>
          <p:cNvSpPr>
            <a:spLocks noGrp="1"/>
          </p:cNvSpPr>
          <p:nvPr>
            <p:ph type="body" sz="quarter" idx="10"/>
          </p:nvPr>
        </p:nvSpPr>
        <p:spPr>
          <a:xfrm>
            <a:off x="889762" y="5047485"/>
            <a:ext cx="4906010" cy="246221"/>
          </a:xfrm>
        </p:spPr>
        <p:txBody>
          <a:bodyPr wrap="square">
            <a:spAutoFit/>
          </a:bodyPr>
          <a:lstStyle>
            <a:lvl1pPr marL="0" indent="0">
              <a:buNone/>
              <a:defRPr sz="1600" b="1">
                <a:solidFill>
                  <a:schemeClr val="bg1"/>
                </a:solidFill>
                <a:latin typeface="EYInterstate Regular" panose="02000503020000020004" pitchFamily="2" charset="0"/>
              </a:defRPr>
            </a:lvl1pPr>
            <a:lvl2pPr marL="252000" indent="0">
              <a:buNone/>
              <a:defRPr sz="1600" b="1">
                <a:latin typeface="+mj-lt"/>
              </a:defRPr>
            </a:lvl2pPr>
            <a:lvl3pPr marL="504000" indent="0">
              <a:buNone/>
              <a:defRPr sz="1600" b="1">
                <a:latin typeface="+mj-lt"/>
              </a:defRPr>
            </a:lvl3pPr>
            <a:lvl4pPr marL="756000" indent="0">
              <a:buNone/>
              <a:defRPr sz="1600" b="1">
                <a:latin typeface="+mj-lt"/>
              </a:defRPr>
            </a:lvl4pPr>
            <a:lvl5pPr marL="1008000" indent="0">
              <a:buNone/>
              <a:defRPr sz="1600" b="1">
                <a:latin typeface="+mj-lt"/>
              </a:defRPr>
            </a:lvl5pPr>
          </a:lstStyle>
          <a:p>
            <a:pPr lvl="0"/>
            <a:r>
              <a:rPr lang="en-GB"/>
              <a:t>Click to edit Master text styles</a:t>
            </a:r>
          </a:p>
        </p:txBody>
      </p:sp>
      <p:grpSp>
        <p:nvGrpSpPr>
          <p:cNvPr id="8" name="Group 7">
            <a:extLst>
              <a:ext uri="{FF2B5EF4-FFF2-40B4-BE49-F238E27FC236}">
                <a16:creationId xmlns:a16="http://schemas.microsoft.com/office/drawing/2014/main" id="{CAE5DE78-B7B3-7321-F9AE-079289C97DAA}"/>
              </a:ext>
            </a:extLst>
          </p:cNvPr>
          <p:cNvGrpSpPr/>
          <p:nvPr userDrawn="1"/>
        </p:nvGrpSpPr>
        <p:grpSpPr>
          <a:xfrm>
            <a:off x="485774" y="1291008"/>
            <a:ext cx="5706110" cy="4360545"/>
            <a:chOff x="485774" y="1291008"/>
            <a:chExt cx="5706110" cy="4360545"/>
          </a:xfrm>
        </p:grpSpPr>
        <p:sp>
          <p:nvSpPr>
            <p:cNvPr id="26" name="Freeform 25">
              <a:extLst>
                <a:ext uri="{FF2B5EF4-FFF2-40B4-BE49-F238E27FC236}">
                  <a16:creationId xmlns:a16="http://schemas.microsoft.com/office/drawing/2014/main" id="{F7E50E80-DFF0-E065-898F-1AFD970459B6}"/>
                </a:ext>
              </a:extLst>
            </p:cNvPr>
            <p:cNvSpPr/>
            <p:nvPr userDrawn="1"/>
          </p:nvSpPr>
          <p:spPr>
            <a:xfrm>
              <a:off x="485774" y="5549953"/>
              <a:ext cx="508000" cy="101600"/>
            </a:xfrm>
            <a:custGeom>
              <a:avLst/>
              <a:gdLst>
                <a:gd name="connsiteX0" fmla="*/ 406400 w 508000"/>
                <a:gd name="connsiteY0" fmla="*/ 0 h 101600"/>
                <a:gd name="connsiteX1" fmla="*/ 508000 w 508000"/>
                <a:gd name="connsiteY1" fmla="*/ 0 h 101600"/>
                <a:gd name="connsiteX2" fmla="*/ 508000 w 508000"/>
                <a:gd name="connsiteY2" fmla="*/ 101600 h 101600"/>
                <a:gd name="connsiteX3" fmla="*/ 406400 w 508000"/>
                <a:gd name="connsiteY3" fmla="*/ 101600 h 101600"/>
                <a:gd name="connsiteX4" fmla="*/ 203200 w 508000"/>
                <a:gd name="connsiteY4" fmla="*/ 0 h 101600"/>
                <a:gd name="connsiteX5" fmla="*/ 304800 w 508000"/>
                <a:gd name="connsiteY5" fmla="*/ 0 h 101600"/>
                <a:gd name="connsiteX6" fmla="*/ 304800 w 508000"/>
                <a:gd name="connsiteY6" fmla="*/ 101600 h 101600"/>
                <a:gd name="connsiteX7" fmla="*/ 203200 w 508000"/>
                <a:gd name="connsiteY7" fmla="*/ 101600 h 101600"/>
                <a:gd name="connsiteX8" fmla="*/ 0 w 508000"/>
                <a:gd name="connsiteY8" fmla="*/ 0 h 101600"/>
                <a:gd name="connsiteX9" fmla="*/ 101600 w 508000"/>
                <a:gd name="connsiteY9" fmla="*/ 0 h 101600"/>
                <a:gd name="connsiteX10" fmla="*/ 101600 w 508000"/>
                <a:gd name="connsiteY10" fmla="*/ 101600 h 101600"/>
                <a:gd name="connsiteX11" fmla="*/ 0 w 508000"/>
                <a:gd name="connsiteY11" fmla="*/ 101600 h 10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8000" h="101600">
                  <a:moveTo>
                    <a:pt x="406400" y="0"/>
                  </a:moveTo>
                  <a:lnTo>
                    <a:pt x="508000" y="0"/>
                  </a:lnTo>
                  <a:lnTo>
                    <a:pt x="508000" y="101600"/>
                  </a:lnTo>
                  <a:lnTo>
                    <a:pt x="406400" y="101600"/>
                  </a:lnTo>
                  <a:close/>
                  <a:moveTo>
                    <a:pt x="203200" y="0"/>
                  </a:moveTo>
                  <a:lnTo>
                    <a:pt x="304800" y="0"/>
                  </a:lnTo>
                  <a:lnTo>
                    <a:pt x="304800" y="101600"/>
                  </a:lnTo>
                  <a:lnTo>
                    <a:pt x="203200" y="101600"/>
                  </a:lnTo>
                  <a:close/>
                  <a:moveTo>
                    <a:pt x="0" y="0"/>
                  </a:moveTo>
                  <a:lnTo>
                    <a:pt x="101600" y="0"/>
                  </a:lnTo>
                  <a:lnTo>
                    <a:pt x="101600" y="101600"/>
                  </a:lnTo>
                  <a:lnTo>
                    <a:pt x="0" y="101600"/>
                  </a:lnTo>
                  <a:close/>
                </a:path>
              </a:pathLst>
            </a:custGeom>
            <a:solidFill>
              <a:schemeClr val="tx2"/>
            </a:solidFill>
            <a:ln w="63500" cap="flat">
              <a:noFill/>
              <a:prstDash val="solid"/>
              <a:miter/>
            </a:ln>
          </p:spPr>
          <p:txBody>
            <a:bodyPr rtlCol="0" anchor="ctr"/>
            <a:lstStyle/>
            <a:p>
              <a:endParaRPr lang="en-US"/>
            </a:p>
          </p:txBody>
        </p:sp>
        <p:sp>
          <p:nvSpPr>
            <p:cNvPr id="4" name="Freeform 3">
              <a:extLst>
                <a:ext uri="{FF2B5EF4-FFF2-40B4-BE49-F238E27FC236}">
                  <a16:creationId xmlns:a16="http://schemas.microsoft.com/office/drawing/2014/main" id="{7E9D0337-F340-664F-6A13-B03AA4BA4F82}"/>
                </a:ext>
              </a:extLst>
            </p:cNvPr>
            <p:cNvSpPr/>
            <p:nvPr userDrawn="1"/>
          </p:nvSpPr>
          <p:spPr>
            <a:xfrm>
              <a:off x="485775" y="1291008"/>
              <a:ext cx="5706109" cy="4359275"/>
            </a:xfrm>
            <a:custGeom>
              <a:avLst/>
              <a:gdLst>
                <a:gd name="connsiteX0" fmla="*/ 0 w 5706109"/>
                <a:gd name="connsiteY0" fmla="*/ 4157346 h 4359275"/>
                <a:gd name="connsiteX1" fmla="*/ 101600 w 5706109"/>
                <a:gd name="connsiteY1" fmla="*/ 4157346 h 4359275"/>
                <a:gd name="connsiteX2" fmla="*/ 101600 w 5706109"/>
                <a:gd name="connsiteY2" fmla="*/ 1075055 h 4359275"/>
                <a:gd name="connsiteX3" fmla="*/ 101600 w 5706109"/>
                <a:gd name="connsiteY3" fmla="*/ 1075055 h 4359275"/>
                <a:gd name="connsiteX4" fmla="*/ 191770 w 5706109"/>
                <a:gd name="connsiteY4" fmla="*/ 1059180 h 4359275"/>
                <a:gd name="connsiteX5" fmla="*/ 861060 w 5706109"/>
                <a:gd name="connsiteY5" fmla="*/ 942975 h 4359275"/>
                <a:gd name="connsiteX6" fmla="*/ 1195705 w 5706109"/>
                <a:gd name="connsiteY6" fmla="*/ 885190 h 4359275"/>
                <a:gd name="connsiteX7" fmla="*/ 1362710 w 5706109"/>
                <a:gd name="connsiteY7" fmla="*/ 855980 h 4359275"/>
                <a:gd name="connsiteX8" fmla="*/ 1529715 w 5706109"/>
                <a:gd name="connsiteY8" fmla="*/ 826770 h 4359275"/>
                <a:gd name="connsiteX9" fmla="*/ 1864360 w 5706109"/>
                <a:gd name="connsiteY9" fmla="*/ 768985 h 4359275"/>
                <a:gd name="connsiteX10" fmla="*/ 2031365 w 5706109"/>
                <a:gd name="connsiteY10" fmla="*/ 739775 h 4359275"/>
                <a:gd name="connsiteX11" fmla="*/ 2198370 w 5706109"/>
                <a:gd name="connsiteY11" fmla="*/ 710565 h 4359275"/>
                <a:gd name="connsiteX12" fmla="*/ 2365375 w 5706109"/>
                <a:gd name="connsiteY12" fmla="*/ 681355 h 4359275"/>
                <a:gd name="connsiteX13" fmla="*/ 2532380 w 5706109"/>
                <a:gd name="connsiteY13" fmla="*/ 652145 h 4359275"/>
                <a:gd name="connsiteX14" fmla="*/ 2699385 w 5706109"/>
                <a:gd name="connsiteY14" fmla="*/ 622935 h 4359275"/>
                <a:gd name="connsiteX15" fmla="*/ 2866390 w 5706109"/>
                <a:gd name="connsiteY15" fmla="*/ 593725 h 4359275"/>
                <a:gd name="connsiteX16" fmla="*/ 5461000 w 5706109"/>
                <a:gd name="connsiteY16" fmla="*/ 144145 h 4359275"/>
                <a:gd name="connsiteX17" fmla="*/ 5602605 w 5706109"/>
                <a:gd name="connsiteY17" fmla="*/ 119380 h 4359275"/>
                <a:gd name="connsiteX18" fmla="*/ 5602605 w 5706109"/>
                <a:gd name="connsiteY18" fmla="*/ 119380 h 4359275"/>
                <a:gd name="connsiteX19" fmla="*/ 5602605 w 5706109"/>
                <a:gd name="connsiteY19" fmla="*/ 4257676 h 4359275"/>
                <a:gd name="connsiteX20" fmla="*/ 609600 w 5706109"/>
                <a:gd name="connsiteY20" fmla="*/ 4257676 h 4359275"/>
                <a:gd name="connsiteX21" fmla="*/ 609600 w 5706109"/>
                <a:gd name="connsiteY21" fmla="*/ 4359276 h 4359275"/>
                <a:gd name="connsiteX22" fmla="*/ 5706110 w 5706109"/>
                <a:gd name="connsiteY22" fmla="*/ 4359276 h 4359275"/>
                <a:gd name="connsiteX23" fmla="*/ 5706110 w 5706109"/>
                <a:gd name="connsiteY23" fmla="*/ 0 h 4359275"/>
                <a:gd name="connsiteX24" fmla="*/ 5704840 w 5706109"/>
                <a:gd name="connsiteY24" fmla="*/ 0 h 4359275"/>
                <a:gd name="connsiteX25" fmla="*/ 5445760 w 5706109"/>
                <a:gd name="connsiteY25" fmla="*/ 45085 h 4359275"/>
                <a:gd name="connsiteX26" fmla="*/ 2851150 w 5706109"/>
                <a:gd name="connsiteY26" fmla="*/ 494665 h 4359275"/>
                <a:gd name="connsiteX27" fmla="*/ 2684145 w 5706109"/>
                <a:gd name="connsiteY27" fmla="*/ 523875 h 4359275"/>
                <a:gd name="connsiteX28" fmla="*/ 2517140 w 5706109"/>
                <a:gd name="connsiteY28" fmla="*/ 553085 h 4359275"/>
                <a:gd name="connsiteX29" fmla="*/ 2350135 w 5706109"/>
                <a:gd name="connsiteY29" fmla="*/ 582295 h 4359275"/>
                <a:gd name="connsiteX30" fmla="*/ 2183130 w 5706109"/>
                <a:gd name="connsiteY30" fmla="*/ 611505 h 4359275"/>
                <a:gd name="connsiteX31" fmla="*/ 2016125 w 5706109"/>
                <a:gd name="connsiteY31" fmla="*/ 640715 h 4359275"/>
                <a:gd name="connsiteX32" fmla="*/ 1849120 w 5706109"/>
                <a:gd name="connsiteY32" fmla="*/ 669925 h 4359275"/>
                <a:gd name="connsiteX33" fmla="*/ 1514475 w 5706109"/>
                <a:gd name="connsiteY33" fmla="*/ 727710 h 4359275"/>
                <a:gd name="connsiteX34" fmla="*/ 1347470 w 5706109"/>
                <a:gd name="connsiteY34" fmla="*/ 756920 h 4359275"/>
                <a:gd name="connsiteX35" fmla="*/ 1180465 w 5706109"/>
                <a:gd name="connsiteY35" fmla="*/ 786130 h 4359275"/>
                <a:gd name="connsiteX36" fmla="*/ 845820 w 5706109"/>
                <a:gd name="connsiteY36" fmla="*/ 843915 h 4359275"/>
                <a:gd name="connsiteX37" fmla="*/ 176530 w 5706109"/>
                <a:gd name="connsiteY37" fmla="*/ 960120 h 4359275"/>
                <a:gd name="connsiteX38" fmla="*/ 3175 w 5706109"/>
                <a:gd name="connsiteY38" fmla="*/ 989965 h 4359275"/>
                <a:gd name="connsiteX39" fmla="*/ 1905 w 5706109"/>
                <a:gd name="connsiteY39" fmla="*/ 989965 h 4359275"/>
                <a:gd name="connsiteX40" fmla="*/ 1905 w 5706109"/>
                <a:gd name="connsiteY40" fmla="*/ 4158616 h 4359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5706109" h="4359275">
                  <a:moveTo>
                    <a:pt x="0" y="4157346"/>
                  </a:moveTo>
                  <a:lnTo>
                    <a:pt x="101600" y="4157346"/>
                  </a:lnTo>
                  <a:lnTo>
                    <a:pt x="101600" y="1075055"/>
                  </a:lnTo>
                  <a:lnTo>
                    <a:pt x="101600" y="1075055"/>
                  </a:lnTo>
                  <a:lnTo>
                    <a:pt x="191770" y="1059180"/>
                  </a:lnTo>
                  <a:lnTo>
                    <a:pt x="861060" y="942975"/>
                  </a:lnTo>
                  <a:lnTo>
                    <a:pt x="1195705" y="885190"/>
                  </a:lnTo>
                  <a:lnTo>
                    <a:pt x="1362710" y="855980"/>
                  </a:lnTo>
                  <a:lnTo>
                    <a:pt x="1529715" y="826770"/>
                  </a:lnTo>
                  <a:lnTo>
                    <a:pt x="1864360" y="768985"/>
                  </a:lnTo>
                  <a:lnTo>
                    <a:pt x="2031365" y="739775"/>
                  </a:lnTo>
                  <a:lnTo>
                    <a:pt x="2198370" y="710565"/>
                  </a:lnTo>
                  <a:lnTo>
                    <a:pt x="2365375" y="681355"/>
                  </a:lnTo>
                  <a:lnTo>
                    <a:pt x="2532380" y="652145"/>
                  </a:lnTo>
                  <a:lnTo>
                    <a:pt x="2699385" y="622935"/>
                  </a:lnTo>
                  <a:lnTo>
                    <a:pt x="2866390" y="593725"/>
                  </a:lnTo>
                  <a:cubicBezTo>
                    <a:pt x="3731260" y="443865"/>
                    <a:pt x="4596130" y="294005"/>
                    <a:pt x="5461000" y="144145"/>
                  </a:cubicBezTo>
                  <a:lnTo>
                    <a:pt x="5602605" y="119380"/>
                  </a:lnTo>
                  <a:lnTo>
                    <a:pt x="5602605" y="119380"/>
                  </a:lnTo>
                  <a:lnTo>
                    <a:pt x="5602605" y="4257676"/>
                  </a:lnTo>
                  <a:lnTo>
                    <a:pt x="609600" y="4257676"/>
                  </a:lnTo>
                  <a:lnTo>
                    <a:pt x="609600" y="4359276"/>
                  </a:lnTo>
                  <a:lnTo>
                    <a:pt x="5706110" y="4359276"/>
                  </a:lnTo>
                  <a:lnTo>
                    <a:pt x="5706110" y="0"/>
                  </a:lnTo>
                  <a:lnTo>
                    <a:pt x="5704840" y="0"/>
                  </a:lnTo>
                  <a:cubicBezTo>
                    <a:pt x="5618480" y="15240"/>
                    <a:pt x="5532120" y="30480"/>
                    <a:pt x="5445760" y="45085"/>
                  </a:cubicBezTo>
                  <a:cubicBezTo>
                    <a:pt x="4580890" y="194945"/>
                    <a:pt x="3716020" y="344805"/>
                    <a:pt x="2851150" y="494665"/>
                  </a:cubicBezTo>
                  <a:lnTo>
                    <a:pt x="2684145" y="523875"/>
                  </a:lnTo>
                  <a:lnTo>
                    <a:pt x="2517140" y="553085"/>
                  </a:lnTo>
                  <a:lnTo>
                    <a:pt x="2350135" y="582295"/>
                  </a:lnTo>
                  <a:lnTo>
                    <a:pt x="2183130" y="611505"/>
                  </a:lnTo>
                  <a:lnTo>
                    <a:pt x="2016125" y="640715"/>
                  </a:lnTo>
                  <a:lnTo>
                    <a:pt x="1849120" y="669925"/>
                  </a:lnTo>
                  <a:lnTo>
                    <a:pt x="1514475" y="727710"/>
                  </a:lnTo>
                  <a:lnTo>
                    <a:pt x="1347470" y="756920"/>
                  </a:lnTo>
                  <a:lnTo>
                    <a:pt x="1180465" y="786130"/>
                  </a:lnTo>
                  <a:lnTo>
                    <a:pt x="845820" y="843915"/>
                  </a:lnTo>
                  <a:lnTo>
                    <a:pt x="176530" y="960120"/>
                  </a:lnTo>
                  <a:lnTo>
                    <a:pt x="3175" y="989965"/>
                  </a:lnTo>
                  <a:lnTo>
                    <a:pt x="1905" y="989965"/>
                  </a:lnTo>
                  <a:lnTo>
                    <a:pt x="1905" y="4158616"/>
                  </a:lnTo>
                  <a:close/>
                </a:path>
              </a:pathLst>
            </a:custGeom>
            <a:gradFill flip="none" rotWithShape="1">
              <a:gsLst>
                <a:gs pos="46000">
                  <a:srgbClr val="FFE600"/>
                </a:gs>
                <a:gs pos="66000">
                  <a:srgbClr val="00C864"/>
                </a:gs>
                <a:gs pos="100000">
                  <a:srgbClr val="4696FF"/>
                </a:gs>
              </a:gsLst>
              <a:lin ang="18600000" scaled="0"/>
              <a:tileRect/>
            </a:gradFill>
            <a:ln w="8181" cap="flat">
              <a:noFill/>
              <a:prstDash val="solid"/>
              <a:miter/>
            </a:ln>
          </p:spPr>
          <p:txBody>
            <a:bodyPr rtlCol="0" anchor="ctr"/>
            <a:lstStyle/>
            <a:p>
              <a:pPr lvl="0"/>
              <a:endParaRPr lang="en-US"/>
            </a:p>
          </p:txBody>
        </p:sp>
      </p:grpSp>
      <p:grpSp>
        <p:nvGrpSpPr>
          <p:cNvPr id="2" name="Group 1">
            <a:extLst>
              <a:ext uri="{FF2B5EF4-FFF2-40B4-BE49-F238E27FC236}">
                <a16:creationId xmlns:a16="http://schemas.microsoft.com/office/drawing/2014/main" id="{30E3E6A4-E7C7-D8B1-D168-425F837286E8}"/>
              </a:ext>
            </a:extLst>
          </p:cNvPr>
          <p:cNvGrpSpPr/>
          <p:nvPr userDrawn="1"/>
        </p:nvGrpSpPr>
        <p:grpSpPr>
          <a:xfrm>
            <a:off x="485775" y="6164633"/>
            <a:ext cx="4940935" cy="318770"/>
            <a:chOff x="485775" y="6164633"/>
            <a:chExt cx="4940935" cy="318770"/>
          </a:xfrm>
        </p:grpSpPr>
        <p:sp>
          <p:nvSpPr>
            <p:cNvPr id="5" name="Freeform 23">
              <a:extLst>
                <a:ext uri="{FF2B5EF4-FFF2-40B4-BE49-F238E27FC236}">
                  <a16:creationId xmlns:a16="http://schemas.microsoft.com/office/drawing/2014/main" id="{68A48E44-3626-12D9-7447-675C0E15D905}"/>
                </a:ext>
              </a:extLst>
            </p:cNvPr>
            <p:cNvSpPr/>
            <p:nvPr userDrawn="1"/>
          </p:nvSpPr>
          <p:spPr>
            <a:xfrm>
              <a:off x="485775" y="6164633"/>
              <a:ext cx="405765" cy="81280"/>
            </a:xfrm>
            <a:custGeom>
              <a:avLst/>
              <a:gdLst>
                <a:gd name="connsiteX0" fmla="*/ 324485 w 405765"/>
                <a:gd name="connsiteY0" fmla="*/ 0 h 81280"/>
                <a:gd name="connsiteX1" fmla="*/ 405765 w 405765"/>
                <a:gd name="connsiteY1" fmla="*/ 0 h 81280"/>
                <a:gd name="connsiteX2" fmla="*/ 405765 w 405765"/>
                <a:gd name="connsiteY2" fmla="*/ 81280 h 81280"/>
                <a:gd name="connsiteX3" fmla="*/ 324485 w 405765"/>
                <a:gd name="connsiteY3" fmla="*/ 81280 h 81280"/>
                <a:gd name="connsiteX4" fmla="*/ 161925 w 405765"/>
                <a:gd name="connsiteY4" fmla="*/ 0 h 81280"/>
                <a:gd name="connsiteX5" fmla="*/ 243205 w 405765"/>
                <a:gd name="connsiteY5" fmla="*/ 0 h 81280"/>
                <a:gd name="connsiteX6" fmla="*/ 243205 w 405765"/>
                <a:gd name="connsiteY6" fmla="*/ 81280 h 81280"/>
                <a:gd name="connsiteX7" fmla="*/ 161925 w 405765"/>
                <a:gd name="connsiteY7" fmla="*/ 81280 h 81280"/>
                <a:gd name="connsiteX8" fmla="*/ 0 w 405765"/>
                <a:gd name="connsiteY8" fmla="*/ 0 h 81280"/>
                <a:gd name="connsiteX9" fmla="*/ 81280 w 405765"/>
                <a:gd name="connsiteY9" fmla="*/ 0 h 81280"/>
                <a:gd name="connsiteX10" fmla="*/ 81280 w 405765"/>
                <a:gd name="connsiteY10" fmla="*/ 81280 h 81280"/>
                <a:gd name="connsiteX11" fmla="*/ 0 w 405765"/>
                <a:gd name="connsiteY11" fmla="*/ 81280 h 81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05765" h="81280">
                  <a:moveTo>
                    <a:pt x="324485" y="0"/>
                  </a:moveTo>
                  <a:lnTo>
                    <a:pt x="405765" y="0"/>
                  </a:lnTo>
                  <a:lnTo>
                    <a:pt x="405765" y="81280"/>
                  </a:lnTo>
                  <a:lnTo>
                    <a:pt x="324485" y="81280"/>
                  </a:lnTo>
                  <a:close/>
                  <a:moveTo>
                    <a:pt x="161925" y="0"/>
                  </a:moveTo>
                  <a:lnTo>
                    <a:pt x="243205" y="0"/>
                  </a:lnTo>
                  <a:lnTo>
                    <a:pt x="243205" y="81280"/>
                  </a:lnTo>
                  <a:lnTo>
                    <a:pt x="161925" y="81280"/>
                  </a:lnTo>
                  <a:close/>
                  <a:moveTo>
                    <a:pt x="0" y="0"/>
                  </a:moveTo>
                  <a:lnTo>
                    <a:pt x="81280" y="0"/>
                  </a:lnTo>
                  <a:lnTo>
                    <a:pt x="81280" y="81280"/>
                  </a:lnTo>
                  <a:lnTo>
                    <a:pt x="0" y="81280"/>
                  </a:lnTo>
                  <a:close/>
                </a:path>
              </a:pathLst>
            </a:custGeom>
            <a:solidFill>
              <a:srgbClr val="FFE600"/>
            </a:solidFill>
            <a:ln w="63500" cap="flat">
              <a:noFill/>
              <a:prstDash val="solid"/>
              <a:miter/>
            </a:ln>
          </p:spPr>
          <p:txBody>
            <a:bodyPr rtlCol="0" anchor="ctr"/>
            <a:lstStyle/>
            <a:p>
              <a:endParaRPr lang="en-US">
                <a:solidFill>
                  <a:schemeClr val="bg1"/>
                </a:solidFill>
              </a:endParaRPr>
            </a:p>
          </p:txBody>
        </p:sp>
        <p:sp>
          <p:nvSpPr>
            <p:cNvPr id="6" name="Freeform 24">
              <a:extLst>
                <a:ext uri="{FF2B5EF4-FFF2-40B4-BE49-F238E27FC236}">
                  <a16:creationId xmlns:a16="http://schemas.microsoft.com/office/drawing/2014/main" id="{2D5DD4F1-1FCF-E20D-2541-C550DC2B1532}"/>
                </a:ext>
              </a:extLst>
            </p:cNvPr>
            <p:cNvSpPr/>
            <p:nvPr userDrawn="1"/>
          </p:nvSpPr>
          <p:spPr bwMode="black">
            <a:xfrm>
              <a:off x="485779" y="6344974"/>
              <a:ext cx="4940931" cy="138429"/>
            </a:xfrm>
            <a:custGeom>
              <a:avLst/>
              <a:gdLst>
                <a:gd name="connsiteX0" fmla="*/ 1032512 w 4940931"/>
                <a:gd name="connsiteY0" fmla="*/ 137477 h 138429"/>
                <a:gd name="connsiteX1" fmla="*/ 1032512 w 4940931"/>
                <a:gd name="connsiteY1" fmla="*/ 137794 h 138429"/>
                <a:gd name="connsiteX2" fmla="*/ 1030607 w 4940931"/>
                <a:gd name="connsiteY2" fmla="*/ 138429 h 138429"/>
                <a:gd name="connsiteX3" fmla="*/ 4929501 w 4940931"/>
                <a:gd name="connsiteY3" fmla="*/ 87629 h 138429"/>
                <a:gd name="connsiteX4" fmla="*/ 4933946 w 4940931"/>
                <a:gd name="connsiteY4" fmla="*/ 88264 h 138429"/>
                <a:gd name="connsiteX5" fmla="*/ 4937756 w 4940931"/>
                <a:gd name="connsiteY5" fmla="*/ 90804 h 138429"/>
                <a:gd name="connsiteX6" fmla="*/ 4940296 w 4940931"/>
                <a:gd name="connsiteY6" fmla="*/ 94614 h 138429"/>
                <a:gd name="connsiteX7" fmla="*/ 4940931 w 4940931"/>
                <a:gd name="connsiteY7" fmla="*/ 99059 h 138429"/>
                <a:gd name="connsiteX8" fmla="*/ 4940296 w 4940931"/>
                <a:gd name="connsiteY8" fmla="*/ 103504 h 138429"/>
                <a:gd name="connsiteX9" fmla="*/ 4937756 w 4940931"/>
                <a:gd name="connsiteY9" fmla="*/ 107314 h 138429"/>
                <a:gd name="connsiteX10" fmla="*/ 4933946 w 4940931"/>
                <a:gd name="connsiteY10" fmla="*/ 109854 h 138429"/>
                <a:gd name="connsiteX11" fmla="*/ 4929501 w 4940931"/>
                <a:gd name="connsiteY11" fmla="*/ 110489 h 138429"/>
                <a:gd name="connsiteX12" fmla="*/ 4925056 w 4940931"/>
                <a:gd name="connsiteY12" fmla="*/ 109854 h 138429"/>
                <a:gd name="connsiteX13" fmla="*/ 4921246 w 4940931"/>
                <a:gd name="connsiteY13" fmla="*/ 107314 h 138429"/>
                <a:gd name="connsiteX14" fmla="*/ 4918706 w 4940931"/>
                <a:gd name="connsiteY14" fmla="*/ 103504 h 138429"/>
                <a:gd name="connsiteX15" fmla="*/ 4918071 w 4940931"/>
                <a:gd name="connsiteY15" fmla="*/ 99059 h 138429"/>
                <a:gd name="connsiteX16" fmla="*/ 4918706 w 4940931"/>
                <a:gd name="connsiteY16" fmla="*/ 94614 h 138429"/>
                <a:gd name="connsiteX17" fmla="*/ 4921246 w 4940931"/>
                <a:gd name="connsiteY17" fmla="*/ 90804 h 138429"/>
                <a:gd name="connsiteX18" fmla="*/ 4925056 w 4940931"/>
                <a:gd name="connsiteY18" fmla="*/ 88264 h 138429"/>
                <a:gd name="connsiteX19" fmla="*/ 4929501 w 4940931"/>
                <a:gd name="connsiteY19" fmla="*/ 87629 h 138429"/>
                <a:gd name="connsiteX20" fmla="*/ 3079110 w 4940931"/>
                <a:gd name="connsiteY20" fmla="*/ 87629 h 138429"/>
                <a:gd name="connsiteX21" fmla="*/ 3083555 w 4940931"/>
                <a:gd name="connsiteY21" fmla="*/ 88264 h 138429"/>
                <a:gd name="connsiteX22" fmla="*/ 3087365 w 4940931"/>
                <a:gd name="connsiteY22" fmla="*/ 90804 h 138429"/>
                <a:gd name="connsiteX23" fmla="*/ 3089905 w 4940931"/>
                <a:gd name="connsiteY23" fmla="*/ 94614 h 138429"/>
                <a:gd name="connsiteX24" fmla="*/ 3090540 w 4940931"/>
                <a:gd name="connsiteY24" fmla="*/ 99059 h 138429"/>
                <a:gd name="connsiteX25" fmla="*/ 3089905 w 4940931"/>
                <a:gd name="connsiteY25" fmla="*/ 103504 h 138429"/>
                <a:gd name="connsiteX26" fmla="*/ 3087365 w 4940931"/>
                <a:gd name="connsiteY26" fmla="*/ 107314 h 138429"/>
                <a:gd name="connsiteX27" fmla="*/ 3083555 w 4940931"/>
                <a:gd name="connsiteY27" fmla="*/ 109854 h 138429"/>
                <a:gd name="connsiteX28" fmla="*/ 3079110 w 4940931"/>
                <a:gd name="connsiteY28" fmla="*/ 110489 h 138429"/>
                <a:gd name="connsiteX29" fmla="*/ 3074665 w 4940931"/>
                <a:gd name="connsiteY29" fmla="*/ 109854 h 138429"/>
                <a:gd name="connsiteX30" fmla="*/ 3070855 w 4940931"/>
                <a:gd name="connsiteY30" fmla="*/ 107314 h 138429"/>
                <a:gd name="connsiteX31" fmla="*/ 3068315 w 4940931"/>
                <a:gd name="connsiteY31" fmla="*/ 103504 h 138429"/>
                <a:gd name="connsiteX32" fmla="*/ 3067680 w 4940931"/>
                <a:gd name="connsiteY32" fmla="*/ 99059 h 138429"/>
                <a:gd name="connsiteX33" fmla="*/ 3068315 w 4940931"/>
                <a:gd name="connsiteY33" fmla="*/ 94614 h 138429"/>
                <a:gd name="connsiteX34" fmla="*/ 3070855 w 4940931"/>
                <a:gd name="connsiteY34" fmla="*/ 90804 h 138429"/>
                <a:gd name="connsiteX35" fmla="*/ 3074665 w 4940931"/>
                <a:gd name="connsiteY35" fmla="*/ 88264 h 138429"/>
                <a:gd name="connsiteX36" fmla="*/ 3079110 w 4940931"/>
                <a:gd name="connsiteY36" fmla="*/ 87629 h 138429"/>
                <a:gd name="connsiteX37" fmla="*/ 1565275 w 4940931"/>
                <a:gd name="connsiteY37" fmla="*/ 87629 h 138429"/>
                <a:gd name="connsiteX38" fmla="*/ 1569720 w 4940931"/>
                <a:gd name="connsiteY38" fmla="*/ 88264 h 138429"/>
                <a:gd name="connsiteX39" fmla="*/ 1573529 w 4940931"/>
                <a:gd name="connsiteY39" fmla="*/ 90804 h 138429"/>
                <a:gd name="connsiteX40" fmla="*/ 1576069 w 4940931"/>
                <a:gd name="connsiteY40" fmla="*/ 94614 h 138429"/>
                <a:gd name="connsiteX41" fmla="*/ 1576705 w 4940931"/>
                <a:gd name="connsiteY41" fmla="*/ 99059 h 138429"/>
                <a:gd name="connsiteX42" fmla="*/ 1576069 w 4940931"/>
                <a:gd name="connsiteY42" fmla="*/ 103504 h 138429"/>
                <a:gd name="connsiteX43" fmla="*/ 1573529 w 4940931"/>
                <a:gd name="connsiteY43" fmla="*/ 107314 h 138429"/>
                <a:gd name="connsiteX44" fmla="*/ 1569720 w 4940931"/>
                <a:gd name="connsiteY44" fmla="*/ 109854 h 138429"/>
                <a:gd name="connsiteX45" fmla="*/ 1565275 w 4940931"/>
                <a:gd name="connsiteY45" fmla="*/ 110489 h 138429"/>
                <a:gd name="connsiteX46" fmla="*/ 1560830 w 4940931"/>
                <a:gd name="connsiteY46" fmla="*/ 109854 h 138429"/>
                <a:gd name="connsiteX47" fmla="*/ 1557020 w 4940931"/>
                <a:gd name="connsiteY47" fmla="*/ 107314 h 138429"/>
                <a:gd name="connsiteX48" fmla="*/ 1554479 w 4940931"/>
                <a:gd name="connsiteY48" fmla="*/ 103504 h 138429"/>
                <a:gd name="connsiteX49" fmla="*/ 1553844 w 4940931"/>
                <a:gd name="connsiteY49" fmla="*/ 99059 h 138429"/>
                <a:gd name="connsiteX50" fmla="*/ 1554479 w 4940931"/>
                <a:gd name="connsiteY50" fmla="*/ 94614 h 138429"/>
                <a:gd name="connsiteX51" fmla="*/ 1557020 w 4940931"/>
                <a:gd name="connsiteY51" fmla="*/ 90804 h 138429"/>
                <a:gd name="connsiteX52" fmla="*/ 1560830 w 4940931"/>
                <a:gd name="connsiteY52" fmla="*/ 88264 h 138429"/>
                <a:gd name="connsiteX53" fmla="*/ 1565275 w 4940931"/>
                <a:gd name="connsiteY53" fmla="*/ 87629 h 138429"/>
                <a:gd name="connsiteX54" fmla="*/ 2642230 w 4940931"/>
                <a:gd name="connsiteY54" fmla="*/ 73024 h 138429"/>
                <a:gd name="connsiteX55" fmla="*/ 2630800 w 4940931"/>
                <a:gd name="connsiteY55" fmla="*/ 76199 h 138429"/>
                <a:gd name="connsiteX56" fmla="*/ 2626355 w 4940931"/>
                <a:gd name="connsiteY56" fmla="*/ 84454 h 138429"/>
                <a:gd name="connsiteX57" fmla="*/ 2627625 w 4940931"/>
                <a:gd name="connsiteY57" fmla="*/ 90169 h 138429"/>
                <a:gd name="connsiteX58" fmla="*/ 2630800 w 4940931"/>
                <a:gd name="connsiteY58" fmla="*/ 93979 h 138429"/>
                <a:gd name="connsiteX59" fmla="*/ 2635245 w 4940931"/>
                <a:gd name="connsiteY59" fmla="*/ 96519 h 138429"/>
                <a:gd name="connsiteX60" fmla="*/ 2641595 w 4940931"/>
                <a:gd name="connsiteY60" fmla="*/ 97154 h 138429"/>
                <a:gd name="connsiteX61" fmla="*/ 2647310 w 4940931"/>
                <a:gd name="connsiteY61" fmla="*/ 96519 h 138429"/>
                <a:gd name="connsiteX62" fmla="*/ 2652390 w 4940931"/>
                <a:gd name="connsiteY62" fmla="*/ 93979 h 138429"/>
                <a:gd name="connsiteX63" fmla="*/ 2656835 w 4940931"/>
                <a:gd name="connsiteY63" fmla="*/ 90804 h 138429"/>
                <a:gd name="connsiteX64" fmla="*/ 2660010 w 4940931"/>
                <a:gd name="connsiteY64" fmla="*/ 86994 h 138429"/>
                <a:gd name="connsiteX65" fmla="*/ 2660010 w 4940931"/>
                <a:gd name="connsiteY65" fmla="*/ 75564 h 138429"/>
                <a:gd name="connsiteX66" fmla="*/ 2656200 w 4940931"/>
                <a:gd name="connsiteY66" fmla="*/ 74294 h 138429"/>
                <a:gd name="connsiteX67" fmla="*/ 2652390 w 4940931"/>
                <a:gd name="connsiteY67" fmla="*/ 73659 h 138429"/>
                <a:gd name="connsiteX68" fmla="*/ 2647945 w 4940931"/>
                <a:gd name="connsiteY68" fmla="*/ 73024 h 138429"/>
                <a:gd name="connsiteX69" fmla="*/ 2642230 w 4940931"/>
                <a:gd name="connsiteY69" fmla="*/ 73024 h 138429"/>
                <a:gd name="connsiteX70" fmla="*/ 4664706 w 4940931"/>
                <a:gd name="connsiteY70" fmla="*/ 43814 h 138429"/>
                <a:gd name="connsiteX71" fmla="*/ 4657086 w 4940931"/>
                <a:gd name="connsiteY71" fmla="*/ 45719 h 138429"/>
                <a:gd name="connsiteX72" fmla="*/ 4651371 w 4940931"/>
                <a:gd name="connsiteY72" fmla="*/ 50799 h 138429"/>
                <a:gd name="connsiteX73" fmla="*/ 4647561 w 4940931"/>
                <a:gd name="connsiteY73" fmla="*/ 59054 h 138429"/>
                <a:gd name="connsiteX74" fmla="*/ 4646291 w 4940931"/>
                <a:gd name="connsiteY74" fmla="*/ 69849 h 138429"/>
                <a:gd name="connsiteX75" fmla="*/ 4647561 w 4940931"/>
                <a:gd name="connsiteY75" fmla="*/ 81279 h 138429"/>
                <a:gd name="connsiteX76" fmla="*/ 4651371 w 4940931"/>
                <a:gd name="connsiteY76" fmla="*/ 89534 h 138429"/>
                <a:gd name="connsiteX77" fmla="*/ 4657721 w 4940931"/>
                <a:gd name="connsiteY77" fmla="*/ 94614 h 138429"/>
                <a:gd name="connsiteX78" fmla="*/ 4665341 w 4940931"/>
                <a:gd name="connsiteY78" fmla="*/ 96519 h 138429"/>
                <a:gd name="connsiteX79" fmla="*/ 4672961 w 4940931"/>
                <a:gd name="connsiteY79" fmla="*/ 94614 h 138429"/>
                <a:gd name="connsiteX80" fmla="*/ 4678676 w 4940931"/>
                <a:gd name="connsiteY80" fmla="*/ 88899 h 138429"/>
                <a:gd name="connsiteX81" fmla="*/ 4682486 w 4940931"/>
                <a:gd name="connsiteY81" fmla="*/ 80644 h 138429"/>
                <a:gd name="connsiteX82" fmla="*/ 4683756 w 4940931"/>
                <a:gd name="connsiteY82" fmla="*/ 70484 h 138429"/>
                <a:gd name="connsiteX83" fmla="*/ 4684391 w 4940931"/>
                <a:gd name="connsiteY83" fmla="*/ 69849 h 138429"/>
                <a:gd name="connsiteX84" fmla="*/ 4683121 w 4940931"/>
                <a:gd name="connsiteY84" fmla="*/ 59054 h 138429"/>
                <a:gd name="connsiteX85" fmla="*/ 4679311 w 4940931"/>
                <a:gd name="connsiteY85" fmla="*/ 50799 h 138429"/>
                <a:gd name="connsiteX86" fmla="*/ 4672961 w 4940931"/>
                <a:gd name="connsiteY86" fmla="*/ 45719 h 138429"/>
                <a:gd name="connsiteX87" fmla="*/ 4664706 w 4940931"/>
                <a:gd name="connsiteY87" fmla="*/ 43814 h 138429"/>
                <a:gd name="connsiteX88" fmla="*/ 4264020 w 4940931"/>
                <a:gd name="connsiteY88" fmla="*/ 43814 h 138429"/>
                <a:gd name="connsiteX89" fmla="*/ 4256400 w 4940931"/>
                <a:gd name="connsiteY89" fmla="*/ 45719 h 138429"/>
                <a:gd name="connsiteX90" fmla="*/ 4250685 w 4940931"/>
                <a:gd name="connsiteY90" fmla="*/ 50799 h 138429"/>
                <a:gd name="connsiteX91" fmla="*/ 4246875 w 4940931"/>
                <a:gd name="connsiteY91" fmla="*/ 59054 h 138429"/>
                <a:gd name="connsiteX92" fmla="*/ 4245605 w 4940931"/>
                <a:gd name="connsiteY92" fmla="*/ 69849 h 138429"/>
                <a:gd name="connsiteX93" fmla="*/ 4246875 w 4940931"/>
                <a:gd name="connsiteY93" fmla="*/ 81279 h 138429"/>
                <a:gd name="connsiteX94" fmla="*/ 4250685 w 4940931"/>
                <a:gd name="connsiteY94" fmla="*/ 89534 h 138429"/>
                <a:gd name="connsiteX95" fmla="*/ 4257035 w 4940931"/>
                <a:gd name="connsiteY95" fmla="*/ 94614 h 138429"/>
                <a:gd name="connsiteX96" fmla="*/ 4264655 w 4940931"/>
                <a:gd name="connsiteY96" fmla="*/ 96519 h 138429"/>
                <a:gd name="connsiteX97" fmla="*/ 4272275 w 4940931"/>
                <a:gd name="connsiteY97" fmla="*/ 94614 h 138429"/>
                <a:gd name="connsiteX98" fmla="*/ 4277990 w 4940931"/>
                <a:gd name="connsiteY98" fmla="*/ 88899 h 138429"/>
                <a:gd name="connsiteX99" fmla="*/ 4281800 w 4940931"/>
                <a:gd name="connsiteY99" fmla="*/ 80644 h 138429"/>
                <a:gd name="connsiteX100" fmla="*/ 4283070 w 4940931"/>
                <a:gd name="connsiteY100" fmla="*/ 70484 h 138429"/>
                <a:gd name="connsiteX101" fmla="*/ 4283705 w 4940931"/>
                <a:gd name="connsiteY101" fmla="*/ 69849 h 138429"/>
                <a:gd name="connsiteX102" fmla="*/ 4282435 w 4940931"/>
                <a:gd name="connsiteY102" fmla="*/ 59054 h 138429"/>
                <a:gd name="connsiteX103" fmla="*/ 4278625 w 4940931"/>
                <a:gd name="connsiteY103" fmla="*/ 50799 h 138429"/>
                <a:gd name="connsiteX104" fmla="*/ 4272275 w 4940931"/>
                <a:gd name="connsiteY104" fmla="*/ 45719 h 138429"/>
                <a:gd name="connsiteX105" fmla="*/ 4264020 w 4940931"/>
                <a:gd name="connsiteY105" fmla="*/ 43814 h 138429"/>
                <a:gd name="connsiteX106" fmla="*/ 1420495 w 4940931"/>
                <a:gd name="connsiteY106" fmla="*/ 43814 h 138429"/>
                <a:gd name="connsiteX107" fmla="*/ 1412875 w 4940931"/>
                <a:gd name="connsiteY107" fmla="*/ 45719 h 138429"/>
                <a:gd name="connsiteX108" fmla="*/ 1407160 w 4940931"/>
                <a:gd name="connsiteY108" fmla="*/ 50799 h 138429"/>
                <a:gd name="connsiteX109" fmla="*/ 1403350 w 4940931"/>
                <a:gd name="connsiteY109" fmla="*/ 59054 h 138429"/>
                <a:gd name="connsiteX110" fmla="*/ 1402080 w 4940931"/>
                <a:gd name="connsiteY110" fmla="*/ 69849 h 138429"/>
                <a:gd name="connsiteX111" fmla="*/ 1403350 w 4940931"/>
                <a:gd name="connsiteY111" fmla="*/ 81279 h 138429"/>
                <a:gd name="connsiteX112" fmla="*/ 1407160 w 4940931"/>
                <a:gd name="connsiteY112" fmla="*/ 89534 h 138429"/>
                <a:gd name="connsiteX113" fmla="*/ 1413510 w 4940931"/>
                <a:gd name="connsiteY113" fmla="*/ 94614 h 138429"/>
                <a:gd name="connsiteX114" fmla="*/ 1421130 w 4940931"/>
                <a:gd name="connsiteY114" fmla="*/ 96519 h 138429"/>
                <a:gd name="connsiteX115" fmla="*/ 1428750 w 4940931"/>
                <a:gd name="connsiteY115" fmla="*/ 94614 h 138429"/>
                <a:gd name="connsiteX116" fmla="*/ 1434465 w 4940931"/>
                <a:gd name="connsiteY116" fmla="*/ 88899 h 138429"/>
                <a:gd name="connsiteX117" fmla="*/ 1438275 w 4940931"/>
                <a:gd name="connsiteY117" fmla="*/ 80644 h 138429"/>
                <a:gd name="connsiteX118" fmla="*/ 1439545 w 4940931"/>
                <a:gd name="connsiteY118" fmla="*/ 70484 h 138429"/>
                <a:gd name="connsiteX119" fmla="*/ 1440180 w 4940931"/>
                <a:gd name="connsiteY119" fmla="*/ 69849 h 138429"/>
                <a:gd name="connsiteX120" fmla="*/ 1438910 w 4940931"/>
                <a:gd name="connsiteY120" fmla="*/ 59054 h 138429"/>
                <a:gd name="connsiteX121" fmla="*/ 1435100 w 4940931"/>
                <a:gd name="connsiteY121" fmla="*/ 50799 h 138429"/>
                <a:gd name="connsiteX122" fmla="*/ 1428750 w 4940931"/>
                <a:gd name="connsiteY122" fmla="*/ 45719 h 138429"/>
                <a:gd name="connsiteX123" fmla="*/ 1420495 w 4940931"/>
                <a:gd name="connsiteY123" fmla="*/ 43814 h 138429"/>
                <a:gd name="connsiteX124" fmla="*/ 4041770 w 4940931"/>
                <a:gd name="connsiteY124" fmla="*/ 43180 h 138429"/>
                <a:gd name="connsiteX125" fmla="*/ 4034785 w 4940931"/>
                <a:gd name="connsiteY125" fmla="*/ 44450 h 138429"/>
                <a:gd name="connsiteX126" fmla="*/ 4029705 w 4940931"/>
                <a:gd name="connsiteY126" fmla="*/ 48260 h 138429"/>
                <a:gd name="connsiteX127" fmla="*/ 4025895 w 4940931"/>
                <a:gd name="connsiteY127" fmla="*/ 54610 h 138429"/>
                <a:gd name="connsiteX128" fmla="*/ 4023990 w 4940931"/>
                <a:gd name="connsiteY128" fmla="*/ 62865 h 138429"/>
                <a:gd name="connsiteX129" fmla="*/ 4060185 w 4940931"/>
                <a:gd name="connsiteY129" fmla="*/ 62865 h 138429"/>
                <a:gd name="connsiteX130" fmla="*/ 4058915 w 4940931"/>
                <a:gd name="connsiteY130" fmla="*/ 55245 h 138429"/>
                <a:gd name="connsiteX131" fmla="*/ 4055740 w 4940931"/>
                <a:gd name="connsiteY131" fmla="*/ 48895 h 138429"/>
                <a:gd name="connsiteX132" fmla="*/ 4050025 w 4940931"/>
                <a:gd name="connsiteY132" fmla="*/ 44450 h 138429"/>
                <a:gd name="connsiteX133" fmla="*/ 4041770 w 4940931"/>
                <a:gd name="connsiteY133" fmla="*/ 43180 h 138429"/>
                <a:gd name="connsiteX134" fmla="*/ 3728081 w 4940931"/>
                <a:gd name="connsiteY134" fmla="*/ 43180 h 138429"/>
                <a:gd name="connsiteX135" fmla="*/ 3721096 w 4940931"/>
                <a:gd name="connsiteY135" fmla="*/ 44450 h 138429"/>
                <a:gd name="connsiteX136" fmla="*/ 3716016 w 4940931"/>
                <a:gd name="connsiteY136" fmla="*/ 48260 h 138429"/>
                <a:gd name="connsiteX137" fmla="*/ 3712206 w 4940931"/>
                <a:gd name="connsiteY137" fmla="*/ 54610 h 138429"/>
                <a:gd name="connsiteX138" fmla="*/ 3710301 w 4940931"/>
                <a:gd name="connsiteY138" fmla="*/ 62865 h 138429"/>
                <a:gd name="connsiteX139" fmla="*/ 3746496 w 4940931"/>
                <a:gd name="connsiteY139" fmla="*/ 62865 h 138429"/>
                <a:gd name="connsiteX140" fmla="*/ 3745226 w 4940931"/>
                <a:gd name="connsiteY140" fmla="*/ 55245 h 138429"/>
                <a:gd name="connsiteX141" fmla="*/ 3742051 w 4940931"/>
                <a:gd name="connsiteY141" fmla="*/ 48895 h 138429"/>
                <a:gd name="connsiteX142" fmla="*/ 3736336 w 4940931"/>
                <a:gd name="connsiteY142" fmla="*/ 44450 h 138429"/>
                <a:gd name="connsiteX143" fmla="*/ 3728081 w 4940931"/>
                <a:gd name="connsiteY143" fmla="*/ 43180 h 138429"/>
                <a:gd name="connsiteX144" fmla="*/ 3541391 w 4940931"/>
                <a:gd name="connsiteY144" fmla="*/ 43180 h 138429"/>
                <a:gd name="connsiteX145" fmla="*/ 3534406 w 4940931"/>
                <a:gd name="connsiteY145" fmla="*/ 44450 h 138429"/>
                <a:gd name="connsiteX146" fmla="*/ 3529326 w 4940931"/>
                <a:gd name="connsiteY146" fmla="*/ 48260 h 138429"/>
                <a:gd name="connsiteX147" fmla="*/ 3525516 w 4940931"/>
                <a:gd name="connsiteY147" fmla="*/ 54610 h 138429"/>
                <a:gd name="connsiteX148" fmla="*/ 3523611 w 4940931"/>
                <a:gd name="connsiteY148" fmla="*/ 62865 h 138429"/>
                <a:gd name="connsiteX149" fmla="*/ 3559806 w 4940931"/>
                <a:gd name="connsiteY149" fmla="*/ 62865 h 138429"/>
                <a:gd name="connsiteX150" fmla="*/ 3558536 w 4940931"/>
                <a:gd name="connsiteY150" fmla="*/ 55245 h 138429"/>
                <a:gd name="connsiteX151" fmla="*/ 3555361 w 4940931"/>
                <a:gd name="connsiteY151" fmla="*/ 48895 h 138429"/>
                <a:gd name="connsiteX152" fmla="*/ 3549646 w 4940931"/>
                <a:gd name="connsiteY152" fmla="*/ 44450 h 138429"/>
                <a:gd name="connsiteX153" fmla="*/ 3541391 w 4940931"/>
                <a:gd name="connsiteY153" fmla="*/ 43180 h 138429"/>
                <a:gd name="connsiteX154" fmla="*/ 3463285 w 4940931"/>
                <a:gd name="connsiteY154" fmla="*/ 43180 h 138429"/>
                <a:gd name="connsiteX155" fmla="*/ 3458205 w 4940931"/>
                <a:gd name="connsiteY155" fmla="*/ 43815 h 138429"/>
                <a:gd name="connsiteX156" fmla="*/ 3453125 w 4940931"/>
                <a:gd name="connsiteY156" fmla="*/ 45720 h 138429"/>
                <a:gd name="connsiteX157" fmla="*/ 3448680 w 4940931"/>
                <a:gd name="connsiteY157" fmla="*/ 48895 h 138429"/>
                <a:gd name="connsiteX158" fmla="*/ 3445505 w 4940931"/>
                <a:gd name="connsiteY158" fmla="*/ 52705 h 138429"/>
                <a:gd name="connsiteX159" fmla="*/ 3445505 w 4940931"/>
                <a:gd name="connsiteY159" fmla="*/ 85725 h 138429"/>
                <a:gd name="connsiteX160" fmla="*/ 3448680 w 4940931"/>
                <a:gd name="connsiteY160" fmla="*/ 89535 h 138429"/>
                <a:gd name="connsiteX161" fmla="*/ 3453125 w 4940931"/>
                <a:gd name="connsiteY161" fmla="*/ 92710 h 138429"/>
                <a:gd name="connsiteX162" fmla="*/ 3458205 w 4940931"/>
                <a:gd name="connsiteY162" fmla="*/ 95250 h 138429"/>
                <a:gd name="connsiteX163" fmla="*/ 3463920 w 4940931"/>
                <a:gd name="connsiteY163" fmla="*/ 95885 h 138429"/>
                <a:gd name="connsiteX164" fmla="*/ 3476620 w 4940931"/>
                <a:gd name="connsiteY164" fmla="*/ 89535 h 138429"/>
                <a:gd name="connsiteX165" fmla="*/ 3481065 w 4940931"/>
                <a:gd name="connsiteY165" fmla="*/ 71120 h 138429"/>
                <a:gd name="connsiteX166" fmla="*/ 3480430 w 4940931"/>
                <a:gd name="connsiteY166" fmla="*/ 71755 h 138429"/>
                <a:gd name="connsiteX167" fmla="*/ 3475985 w 4940931"/>
                <a:gd name="connsiteY167" fmla="*/ 50165 h 138429"/>
                <a:gd name="connsiteX168" fmla="*/ 3463285 w 4940931"/>
                <a:gd name="connsiteY168" fmla="*/ 43180 h 138429"/>
                <a:gd name="connsiteX169" fmla="*/ 3343271 w 4940931"/>
                <a:gd name="connsiteY169" fmla="*/ 43180 h 138429"/>
                <a:gd name="connsiteX170" fmla="*/ 3336286 w 4940931"/>
                <a:gd name="connsiteY170" fmla="*/ 44450 h 138429"/>
                <a:gd name="connsiteX171" fmla="*/ 3331206 w 4940931"/>
                <a:gd name="connsiteY171" fmla="*/ 48260 h 138429"/>
                <a:gd name="connsiteX172" fmla="*/ 3327396 w 4940931"/>
                <a:gd name="connsiteY172" fmla="*/ 54610 h 138429"/>
                <a:gd name="connsiteX173" fmla="*/ 3325491 w 4940931"/>
                <a:gd name="connsiteY173" fmla="*/ 62865 h 138429"/>
                <a:gd name="connsiteX174" fmla="*/ 3361686 w 4940931"/>
                <a:gd name="connsiteY174" fmla="*/ 62865 h 138429"/>
                <a:gd name="connsiteX175" fmla="*/ 3360416 w 4940931"/>
                <a:gd name="connsiteY175" fmla="*/ 55245 h 138429"/>
                <a:gd name="connsiteX176" fmla="*/ 3357241 w 4940931"/>
                <a:gd name="connsiteY176" fmla="*/ 48895 h 138429"/>
                <a:gd name="connsiteX177" fmla="*/ 3351526 w 4940931"/>
                <a:gd name="connsiteY177" fmla="*/ 44450 h 138429"/>
                <a:gd name="connsiteX178" fmla="*/ 3343271 w 4940931"/>
                <a:gd name="connsiteY178" fmla="*/ 43180 h 138429"/>
                <a:gd name="connsiteX179" fmla="*/ 2976876 w 4940931"/>
                <a:gd name="connsiteY179" fmla="*/ 43180 h 138429"/>
                <a:gd name="connsiteX180" fmla="*/ 2969891 w 4940931"/>
                <a:gd name="connsiteY180" fmla="*/ 44450 h 138429"/>
                <a:gd name="connsiteX181" fmla="*/ 2964811 w 4940931"/>
                <a:gd name="connsiteY181" fmla="*/ 48260 h 138429"/>
                <a:gd name="connsiteX182" fmla="*/ 2961001 w 4940931"/>
                <a:gd name="connsiteY182" fmla="*/ 54610 h 138429"/>
                <a:gd name="connsiteX183" fmla="*/ 2959096 w 4940931"/>
                <a:gd name="connsiteY183" fmla="*/ 62865 h 138429"/>
                <a:gd name="connsiteX184" fmla="*/ 2995291 w 4940931"/>
                <a:gd name="connsiteY184" fmla="*/ 62865 h 138429"/>
                <a:gd name="connsiteX185" fmla="*/ 2994021 w 4940931"/>
                <a:gd name="connsiteY185" fmla="*/ 55245 h 138429"/>
                <a:gd name="connsiteX186" fmla="*/ 2990846 w 4940931"/>
                <a:gd name="connsiteY186" fmla="*/ 48895 h 138429"/>
                <a:gd name="connsiteX187" fmla="*/ 2985131 w 4940931"/>
                <a:gd name="connsiteY187" fmla="*/ 44450 h 138429"/>
                <a:gd name="connsiteX188" fmla="*/ 2976876 w 4940931"/>
                <a:gd name="connsiteY188" fmla="*/ 43180 h 138429"/>
                <a:gd name="connsiteX189" fmla="*/ 2527930 w 4940931"/>
                <a:gd name="connsiteY189" fmla="*/ 43180 h 138429"/>
                <a:gd name="connsiteX190" fmla="*/ 2520945 w 4940931"/>
                <a:gd name="connsiteY190" fmla="*/ 44450 h 138429"/>
                <a:gd name="connsiteX191" fmla="*/ 2515865 w 4940931"/>
                <a:gd name="connsiteY191" fmla="*/ 48260 h 138429"/>
                <a:gd name="connsiteX192" fmla="*/ 2512055 w 4940931"/>
                <a:gd name="connsiteY192" fmla="*/ 54610 h 138429"/>
                <a:gd name="connsiteX193" fmla="*/ 2510150 w 4940931"/>
                <a:gd name="connsiteY193" fmla="*/ 62865 h 138429"/>
                <a:gd name="connsiteX194" fmla="*/ 2546345 w 4940931"/>
                <a:gd name="connsiteY194" fmla="*/ 62865 h 138429"/>
                <a:gd name="connsiteX195" fmla="*/ 2545075 w 4940931"/>
                <a:gd name="connsiteY195" fmla="*/ 55245 h 138429"/>
                <a:gd name="connsiteX196" fmla="*/ 2541900 w 4940931"/>
                <a:gd name="connsiteY196" fmla="*/ 48895 h 138429"/>
                <a:gd name="connsiteX197" fmla="*/ 2536185 w 4940931"/>
                <a:gd name="connsiteY197" fmla="*/ 44450 h 138429"/>
                <a:gd name="connsiteX198" fmla="*/ 2527930 w 4940931"/>
                <a:gd name="connsiteY198" fmla="*/ 43180 h 138429"/>
                <a:gd name="connsiteX199" fmla="*/ 2214240 w 4940931"/>
                <a:gd name="connsiteY199" fmla="*/ 43180 h 138429"/>
                <a:gd name="connsiteX200" fmla="*/ 2207255 w 4940931"/>
                <a:gd name="connsiteY200" fmla="*/ 44450 h 138429"/>
                <a:gd name="connsiteX201" fmla="*/ 2202175 w 4940931"/>
                <a:gd name="connsiteY201" fmla="*/ 48260 h 138429"/>
                <a:gd name="connsiteX202" fmla="*/ 2198365 w 4940931"/>
                <a:gd name="connsiteY202" fmla="*/ 54610 h 138429"/>
                <a:gd name="connsiteX203" fmla="*/ 2196460 w 4940931"/>
                <a:gd name="connsiteY203" fmla="*/ 62865 h 138429"/>
                <a:gd name="connsiteX204" fmla="*/ 2232655 w 4940931"/>
                <a:gd name="connsiteY204" fmla="*/ 62865 h 138429"/>
                <a:gd name="connsiteX205" fmla="*/ 2231385 w 4940931"/>
                <a:gd name="connsiteY205" fmla="*/ 55245 h 138429"/>
                <a:gd name="connsiteX206" fmla="*/ 2228210 w 4940931"/>
                <a:gd name="connsiteY206" fmla="*/ 48895 h 138429"/>
                <a:gd name="connsiteX207" fmla="*/ 2222495 w 4940931"/>
                <a:gd name="connsiteY207" fmla="*/ 44450 h 138429"/>
                <a:gd name="connsiteX208" fmla="*/ 2214240 w 4940931"/>
                <a:gd name="connsiteY208" fmla="*/ 43180 h 138429"/>
                <a:gd name="connsiteX209" fmla="*/ 2027551 w 4940931"/>
                <a:gd name="connsiteY209" fmla="*/ 43180 h 138429"/>
                <a:gd name="connsiteX210" fmla="*/ 2020566 w 4940931"/>
                <a:gd name="connsiteY210" fmla="*/ 44450 h 138429"/>
                <a:gd name="connsiteX211" fmla="*/ 2015486 w 4940931"/>
                <a:gd name="connsiteY211" fmla="*/ 48260 h 138429"/>
                <a:gd name="connsiteX212" fmla="*/ 2011676 w 4940931"/>
                <a:gd name="connsiteY212" fmla="*/ 54610 h 138429"/>
                <a:gd name="connsiteX213" fmla="*/ 2009771 w 4940931"/>
                <a:gd name="connsiteY213" fmla="*/ 62865 h 138429"/>
                <a:gd name="connsiteX214" fmla="*/ 2045966 w 4940931"/>
                <a:gd name="connsiteY214" fmla="*/ 62865 h 138429"/>
                <a:gd name="connsiteX215" fmla="*/ 2044696 w 4940931"/>
                <a:gd name="connsiteY215" fmla="*/ 55245 h 138429"/>
                <a:gd name="connsiteX216" fmla="*/ 2041521 w 4940931"/>
                <a:gd name="connsiteY216" fmla="*/ 48895 h 138429"/>
                <a:gd name="connsiteX217" fmla="*/ 2035806 w 4940931"/>
                <a:gd name="connsiteY217" fmla="*/ 44450 h 138429"/>
                <a:gd name="connsiteX218" fmla="*/ 2027551 w 4940931"/>
                <a:gd name="connsiteY218" fmla="*/ 43180 h 138429"/>
                <a:gd name="connsiteX219" fmla="*/ 1949445 w 4940931"/>
                <a:gd name="connsiteY219" fmla="*/ 43180 h 138429"/>
                <a:gd name="connsiteX220" fmla="*/ 1944365 w 4940931"/>
                <a:gd name="connsiteY220" fmla="*/ 43815 h 138429"/>
                <a:gd name="connsiteX221" fmla="*/ 1939285 w 4940931"/>
                <a:gd name="connsiteY221" fmla="*/ 45720 h 138429"/>
                <a:gd name="connsiteX222" fmla="*/ 1934840 w 4940931"/>
                <a:gd name="connsiteY222" fmla="*/ 48895 h 138429"/>
                <a:gd name="connsiteX223" fmla="*/ 1931665 w 4940931"/>
                <a:gd name="connsiteY223" fmla="*/ 52705 h 138429"/>
                <a:gd name="connsiteX224" fmla="*/ 1931665 w 4940931"/>
                <a:gd name="connsiteY224" fmla="*/ 85725 h 138429"/>
                <a:gd name="connsiteX225" fmla="*/ 1934840 w 4940931"/>
                <a:gd name="connsiteY225" fmla="*/ 89535 h 138429"/>
                <a:gd name="connsiteX226" fmla="*/ 1939285 w 4940931"/>
                <a:gd name="connsiteY226" fmla="*/ 92710 h 138429"/>
                <a:gd name="connsiteX227" fmla="*/ 1944365 w 4940931"/>
                <a:gd name="connsiteY227" fmla="*/ 95250 h 138429"/>
                <a:gd name="connsiteX228" fmla="*/ 1950080 w 4940931"/>
                <a:gd name="connsiteY228" fmla="*/ 95885 h 138429"/>
                <a:gd name="connsiteX229" fmla="*/ 1962780 w 4940931"/>
                <a:gd name="connsiteY229" fmla="*/ 89535 h 138429"/>
                <a:gd name="connsiteX230" fmla="*/ 1967225 w 4940931"/>
                <a:gd name="connsiteY230" fmla="*/ 71120 h 138429"/>
                <a:gd name="connsiteX231" fmla="*/ 1966590 w 4940931"/>
                <a:gd name="connsiteY231" fmla="*/ 71755 h 138429"/>
                <a:gd name="connsiteX232" fmla="*/ 1962145 w 4940931"/>
                <a:gd name="connsiteY232" fmla="*/ 50165 h 138429"/>
                <a:gd name="connsiteX233" fmla="*/ 1949445 w 4940931"/>
                <a:gd name="connsiteY233" fmla="*/ 43180 h 138429"/>
                <a:gd name="connsiteX234" fmla="*/ 1829431 w 4940931"/>
                <a:gd name="connsiteY234" fmla="*/ 43180 h 138429"/>
                <a:gd name="connsiteX235" fmla="*/ 1822446 w 4940931"/>
                <a:gd name="connsiteY235" fmla="*/ 44450 h 138429"/>
                <a:gd name="connsiteX236" fmla="*/ 1817366 w 4940931"/>
                <a:gd name="connsiteY236" fmla="*/ 48260 h 138429"/>
                <a:gd name="connsiteX237" fmla="*/ 1813556 w 4940931"/>
                <a:gd name="connsiteY237" fmla="*/ 54610 h 138429"/>
                <a:gd name="connsiteX238" fmla="*/ 1811651 w 4940931"/>
                <a:gd name="connsiteY238" fmla="*/ 62865 h 138429"/>
                <a:gd name="connsiteX239" fmla="*/ 1847846 w 4940931"/>
                <a:gd name="connsiteY239" fmla="*/ 62865 h 138429"/>
                <a:gd name="connsiteX240" fmla="*/ 1846576 w 4940931"/>
                <a:gd name="connsiteY240" fmla="*/ 55245 h 138429"/>
                <a:gd name="connsiteX241" fmla="*/ 1843401 w 4940931"/>
                <a:gd name="connsiteY241" fmla="*/ 48895 h 138429"/>
                <a:gd name="connsiteX242" fmla="*/ 1837686 w 4940931"/>
                <a:gd name="connsiteY242" fmla="*/ 44450 h 138429"/>
                <a:gd name="connsiteX243" fmla="*/ 1829431 w 4940931"/>
                <a:gd name="connsiteY243" fmla="*/ 43180 h 138429"/>
                <a:gd name="connsiteX244" fmla="*/ 1178561 w 4940931"/>
                <a:gd name="connsiteY244" fmla="*/ 43180 h 138429"/>
                <a:gd name="connsiteX245" fmla="*/ 1171576 w 4940931"/>
                <a:gd name="connsiteY245" fmla="*/ 44450 h 138429"/>
                <a:gd name="connsiteX246" fmla="*/ 1166496 w 4940931"/>
                <a:gd name="connsiteY246" fmla="*/ 48260 h 138429"/>
                <a:gd name="connsiteX247" fmla="*/ 1162686 w 4940931"/>
                <a:gd name="connsiteY247" fmla="*/ 54610 h 138429"/>
                <a:gd name="connsiteX248" fmla="*/ 1160781 w 4940931"/>
                <a:gd name="connsiteY248" fmla="*/ 62865 h 138429"/>
                <a:gd name="connsiteX249" fmla="*/ 1196976 w 4940931"/>
                <a:gd name="connsiteY249" fmla="*/ 62865 h 138429"/>
                <a:gd name="connsiteX250" fmla="*/ 1195706 w 4940931"/>
                <a:gd name="connsiteY250" fmla="*/ 55245 h 138429"/>
                <a:gd name="connsiteX251" fmla="*/ 1192531 w 4940931"/>
                <a:gd name="connsiteY251" fmla="*/ 48895 h 138429"/>
                <a:gd name="connsiteX252" fmla="*/ 1186816 w 4940931"/>
                <a:gd name="connsiteY252" fmla="*/ 44450 h 138429"/>
                <a:gd name="connsiteX253" fmla="*/ 1178561 w 4940931"/>
                <a:gd name="connsiteY253" fmla="*/ 43180 h 138429"/>
                <a:gd name="connsiteX254" fmla="*/ 898525 w 4940931"/>
                <a:gd name="connsiteY254" fmla="*/ 43180 h 138429"/>
                <a:gd name="connsiteX255" fmla="*/ 891540 w 4940931"/>
                <a:gd name="connsiteY255" fmla="*/ 44450 h 138429"/>
                <a:gd name="connsiteX256" fmla="*/ 886460 w 4940931"/>
                <a:gd name="connsiteY256" fmla="*/ 48260 h 138429"/>
                <a:gd name="connsiteX257" fmla="*/ 882650 w 4940931"/>
                <a:gd name="connsiteY257" fmla="*/ 54610 h 138429"/>
                <a:gd name="connsiteX258" fmla="*/ 880745 w 4940931"/>
                <a:gd name="connsiteY258" fmla="*/ 62865 h 138429"/>
                <a:gd name="connsiteX259" fmla="*/ 916940 w 4940931"/>
                <a:gd name="connsiteY259" fmla="*/ 62865 h 138429"/>
                <a:gd name="connsiteX260" fmla="*/ 915670 w 4940931"/>
                <a:gd name="connsiteY260" fmla="*/ 55245 h 138429"/>
                <a:gd name="connsiteX261" fmla="*/ 912495 w 4940931"/>
                <a:gd name="connsiteY261" fmla="*/ 48895 h 138429"/>
                <a:gd name="connsiteX262" fmla="*/ 906780 w 4940931"/>
                <a:gd name="connsiteY262" fmla="*/ 44450 h 138429"/>
                <a:gd name="connsiteX263" fmla="*/ 898525 w 4940931"/>
                <a:gd name="connsiteY263" fmla="*/ 43180 h 138429"/>
                <a:gd name="connsiteX264" fmla="*/ 584834 w 4940931"/>
                <a:gd name="connsiteY264" fmla="*/ 43180 h 138429"/>
                <a:gd name="connsiteX265" fmla="*/ 577849 w 4940931"/>
                <a:gd name="connsiteY265" fmla="*/ 44450 h 138429"/>
                <a:gd name="connsiteX266" fmla="*/ 572769 w 4940931"/>
                <a:gd name="connsiteY266" fmla="*/ 48260 h 138429"/>
                <a:gd name="connsiteX267" fmla="*/ 568959 w 4940931"/>
                <a:gd name="connsiteY267" fmla="*/ 54610 h 138429"/>
                <a:gd name="connsiteX268" fmla="*/ 567054 w 4940931"/>
                <a:gd name="connsiteY268" fmla="*/ 62865 h 138429"/>
                <a:gd name="connsiteX269" fmla="*/ 603249 w 4940931"/>
                <a:gd name="connsiteY269" fmla="*/ 62865 h 138429"/>
                <a:gd name="connsiteX270" fmla="*/ 601979 w 4940931"/>
                <a:gd name="connsiteY270" fmla="*/ 55245 h 138429"/>
                <a:gd name="connsiteX271" fmla="*/ 598804 w 4940931"/>
                <a:gd name="connsiteY271" fmla="*/ 48895 h 138429"/>
                <a:gd name="connsiteX272" fmla="*/ 593089 w 4940931"/>
                <a:gd name="connsiteY272" fmla="*/ 44450 h 138429"/>
                <a:gd name="connsiteX273" fmla="*/ 584834 w 4940931"/>
                <a:gd name="connsiteY273" fmla="*/ 43180 h 138429"/>
                <a:gd name="connsiteX274" fmla="*/ 398145 w 4940931"/>
                <a:gd name="connsiteY274" fmla="*/ 43180 h 138429"/>
                <a:gd name="connsiteX275" fmla="*/ 391160 w 4940931"/>
                <a:gd name="connsiteY275" fmla="*/ 44450 h 138429"/>
                <a:gd name="connsiteX276" fmla="*/ 386080 w 4940931"/>
                <a:gd name="connsiteY276" fmla="*/ 48260 h 138429"/>
                <a:gd name="connsiteX277" fmla="*/ 382270 w 4940931"/>
                <a:gd name="connsiteY277" fmla="*/ 54610 h 138429"/>
                <a:gd name="connsiteX278" fmla="*/ 380365 w 4940931"/>
                <a:gd name="connsiteY278" fmla="*/ 62865 h 138429"/>
                <a:gd name="connsiteX279" fmla="*/ 416560 w 4940931"/>
                <a:gd name="connsiteY279" fmla="*/ 62865 h 138429"/>
                <a:gd name="connsiteX280" fmla="*/ 415290 w 4940931"/>
                <a:gd name="connsiteY280" fmla="*/ 55245 h 138429"/>
                <a:gd name="connsiteX281" fmla="*/ 412115 w 4940931"/>
                <a:gd name="connsiteY281" fmla="*/ 48895 h 138429"/>
                <a:gd name="connsiteX282" fmla="*/ 406400 w 4940931"/>
                <a:gd name="connsiteY282" fmla="*/ 44450 h 138429"/>
                <a:gd name="connsiteX283" fmla="*/ 398145 w 4940931"/>
                <a:gd name="connsiteY283" fmla="*/ 43180 h 138429"/>
                <a:gd name="connsiteX284" fmla="*/ 320039 w 4940931"/>
                <a:gd name="connsiteY284" fmla="*/ 43180 h 138429"/>
                <a:gd name="connsiteX285" fmla="*/ 314959 w 4940931"/>
                <a:gd name="connsiteY285" fmla="*/ 43815 h 138429"/>
                <a:gd name="connsiteX286" fmla="*/ 309879 w 4940931"/>
                <a:gd name="connsiteY286" fmla="*/ 45720 h 138429"/>
                <a:gd name="connsiteX287" fmla="*/ 305434 w 4940931"/>
                <a:gd name="connsiteY287" fmla="*/ 48895 h 138429"/>
                <a:gd name="connsiteX288" fmla="*/ 302259 w 4940931"/>
                <a:gd name="connsiteY288" fmla="*/ 52705 h 138429"/>
                <a:gd name="connsiteX289" fmla="*/ 302259 w 4940931"/>
                <a:gd name="connsiteY289" fmla="*/ 85725 h 138429"/>
                <a:gd name="connsiteX290" fmla="*/ 305434 w 4940931"/>
                <a:gd name="connsiteY290" fmla="*/ 89535 h 138429"/>
                <a:gd name="connsiteX291" fmla="*/ 309879 w 4940931"/>
                <a:gd name="connsiteY291" fmla="*/ 92710 h 138429"/>
                <a:gd name="connsiteX292" fmla="*/ 314959 w 4940931"/>
                <a:gd name="connsiteY292" fmla="*/ 95250 h 138429"/>
                <a:gd name="connsiteX293" fmla="*/ 320674 w 4940931"/>
                <a:gd name="connsiteY293" fmla="*/ 95885 h 138429"/>
                <a:gd name="connsiteX294" fmla="*/ 333374 w 4940931"/>
                <a:gd name="connsiteY294" fmla="*/ 89535 h 138429"/>
                <a:gd name="connsiteX295" fmla="*/ 337819 w 4940931"/>
                <a:gd name="connsiteY295" fmla="*/ 71120 h 138429"/>
                <a:gd name="connsiteX296" fmla="*/ 337184 w 4940931"/>
                <a:gd name="connsiteY296" fmla="*/ 71755 h 138429"/>
                <a:gd name="connsiteX297" fmla="*/ 332739 w 4940931"/>
                <a:gd name="connsiteY297" fmla="*/ 50165 h 138429"/>
                <a:gd name="connsiteX298" fmla="*/ 320039 w 4940931"/>
                <a:gd name="connsiteY298" fmla="*/ 43180 h 138429"/>
                <a:gd name="connsiteX299" fmla="*/ 200025 w 4940931"/>
                <a:gd name="connsiteY299" fmla="*/ 43180 h 138429"/>
                <a:gd name="connsiteX300" fmla="*/ 193040 w 4940931"/>
                <a:gd name="connsiteY300" fmla="*/ 44450 h 138429"/>
                <a:gd name="connsiteX301" fmla="*/ 187960 w 4940931"/>
                <a:gd name="connsiteY301" fmla="*/ 48260 h 138429"/>
                <a:gd name="connsiteX302" fmla="*/ 184150 w 4940931"/>
                <a:gd name="connsiteY302" fmla="*/ 54610 h 138429"/>
                <a:gd name="connsiteX303" fmla="*/ 182245 w 4940931"/>
                <a:gd name="connsiteY303" fmla="*/ 62865 h 138429"/>
                <a:gd name="connsiteX304" fmla="*/ 218440 w 4940931"/>
                <a:gd name="connsiteY304" fmla="*/ 62865 h 138429"/>
                <a:gd name="connsiteX305" fmla="*/ 217170 w 4940931"/>
                <a:gd name="connsiteY305" fmla="*/ 55245 h 138429"/>
                <a:gd name="connsiteX306" fmla="*/ 213995 w 4940931"/>
                <a:gd name="connsiteY306" fmla="*/ 48895 h 138429"/>
                <a:gd name="connsiteX307" fmla="*/ 208280 w 4940931"/>
                <a:gd name="connsiteY307" fmla="*/ 44450 h 138429"/>
                <a:gd name="connsiteX308" fmla="*/ 200025 w 4940931"/>
                <a:gd name="connsiteY308" fmla="*/ 43180 h 138429"/>
                <a:gd name="connsiteX309" fmla="*/ 4439281 w 4940931"/>
                <a:gd name="connsiteY309" fmla="*/ 43179 h 138429"/>
                <a:gd name="connsiteX310" fmla="*/ 4426581 w 4940931"/>
                <a:gd name="connsiteY310" fmla="*/ 49529 h 138429"/>
                <a:gd name="connsiteX311" fmla="*/ 4422136 w 4940931"/>
                <a:gd name="connsiteY311" fmla="*/ 67944 h 138429"/>
                <a:gd name="connsiteX312" fmla="*/ 4423406 w 4940931"/>
                <a:gd name="connsiteY312" fmla="*/ 80644 h 138429"/>
                <a:gd name="connsiteX313" fmla="*/ 4426581 w 4940931"/>
                <a:gd name="connsiteY313" fmla="*/ 89534 h 138429"/>
                <a:gd name="connsiteX314" fmla="*/ 4432296 w 4940931"/>
                <a:gd name="connsiteY314" fmla="*/ 94614 h 138429"/>
                <a:gd name="connsiteX315" fmla="*/ 4439916 w 4940931"/>
                <a:gd name="connsiteY315" fmla="*/ 96519 h 138429"/>
                <a:gd name="connsiteX316" fmla="*/ 4444996 w 4940931"/>
                <a:gd name="connsiteY316" fmla="*/ 95884 h 138429"/>
                <a:gd name="connsiteX317" fmla="*/ 4450076 w 4940931"/>
                <a:gd name="connsiteY317" fmla="*/ 93344 h 138429"/>
                <a:gd name="connsiteX318" fmla="*/ 4454521 w 4940931"/>
                <a:gd name="connsiteY318" fmla="*/ 90169 h 138429"/>
                <a:gd name="connsiteX319" fmla="*/ 4457696 w 4940931"/>
                <a:gd name="connsiteY319" fmla="*/ 86359 h 138429"/>
                <a:gd name="connsiteX320" fmla="*/ 4457696 w 4940931"/>
                <a:gd name="connsiteY320" fmla="*/ 53339 h 138429"/>
                <a:gd name="connsiteX321" fmla="*/ 4454521 w 4940931"/>
                <a:gd name="connsiteY321" fmla="*/ 49529 h 138429"/>
                <a:gd name="connsiteX322" fmla="*/ 4450076 w 4940931"/>
                <a:gd name="connsiteY322" fmla="*/ 46354 h 138429"/>
                <a:gd name="connsiteX323" fmla="*/ 4444996 w 4940931"/>
                <a:gd name="connsiteY323" fmla="*/ 43814 h 138429"/>
                <a:gd name="connsiteX324" fmla="*/ 4439281 w 4940931"/>
                <a:gd name="connsiteY324" fmla="*/ 43179 h 138429"/>
                <a:gd name="connsiteX325" fmla="*/ 1014731 w 4940931"/>
                <a:gd name="connsiteY325" fmla="*/ 43179 h 138429"/>
                <a:gd name="connsiteX326" fmla="*/ 1002032 w 4940931"/>
                <a:gd name="connsiteY326" fmla="*/ 49529 h 138429"/>
                <a:gd name="connsiteX327" fmla="*/ 997587 w 4940931"/>
                <a:gd name="connsiteY327" fmla="*/ 67944 h 138429"/>
                <a:gd name="connsiteX328" fmla="*/ 1002032 w 4940931"/>
                <a:gd name="connsiteY328" fmla="*/ 88899 h 138429"/>
                <a:gd name="connsiteX329" fmla="*/ 1015367 w 4940931"/>
                <a:gd name="connsiteY329" fmla="*/ 95884 h 138429"/>
                <a:gd name="connsiteX330" fmla="*/ 1024891 w 4940931"/>
                <a:gd name="connsiteY330" fmla="*/ 93344 h 138429"/>
                <a:gd name="connsiteX331" fmla="*/ 1033147 w 4940931"/>
                <a:gd name="connsiteY331" fmla="*/ 86359 h 138429"/>
                <a:gd name="connsiteX332" fmla="*/ 1033147 w 4940931"/>
                <a:gd name="connsiteY332" fmla="*/ 53339 h 138429"/>
                <a:gd name="connsiteX333" fmla="*/ 1029971 w 4940931"/>
                <a:gd name="connsiteY333" fmla="*/ 49529 h 138429"/>
                <a:gd name="connsiteX334" fmla="*/ 1025526 w 4940931"/>
                <a:gd name="connsiteY334" fmla="*/ 46354 h 138429"/>
                <a:gd name="connsiteX335" fmla="*/ 1020446 w 4940931"/>
                <a:gd name="connsiteY335" fmla="*/ 43814 h 138429"/>
                <a:gd name="connsiteX336" fmla="*/ 1014731 w 4940931"/>
                <a:gd name="connsiteY336" fmla="*/ 43179 h 138429"/>
                <a:gd name="connsiteX337" fmla="*/ 4524370 w 4940931"/>
                <a:gd name="connsiteY337" fmla="*/ 31114 h 138429"/>
                <a:gd name="connsiteX338" fmla="*/ 4538975 w 4940931"/>
                <a:gd name="connsiteY338" fmla="*/ 31114 h 138429"/>
                <a:gd name="connsiteX339" fmla="*/ 4552310 w 4940931"/>
                <a:gd name="connsiteY339" fmla="*/ 84454 h 138429"/>
                <a:gd name="connsiteX340" fmla="*/ 4566915 w 4940931"/>
                <a:gd name="connsiteY340" fmla="*/ 31114 h 138429"/>
                <a:gd name="connsiteX341" fmla="*/ 4579615 w 4940931"/>
                <a:gd name="connsiteY341" fmla="*/ 31114 h 138429"/>
                <a:gd name="connsiteX342" fmla="*/ 4594220 w 4940931"/>
                <a:gd name="connsiteY342" fmla="*/ 84454 h 138429"/>
                <a:gd name="connsiteX343" fmla="*/ 4606920 w 4940931"/>
                <a:gd name="connsiteY343" fmla="*/ 31114 h 138429"/>
                <a:gd name="connsiteX344" fmla="*/ 4622160 w 4940931"/>
                <a:gd name="connsiteY344" fmla="*/ 31114 h 138429"/>
                <a:gd name="connsiteX345" fmla="*/ 4600570 w 4940931"/>
                <a:gd name="connsiteY345" fmla="*/ 108584 h 138429"/>
                <a:gd name="connsiteX346" fmla="*/ 4587235 w 4940931"/>
                <a:gd name="connsiteY346" fmla="*/ 108584 h 138429"/>
                <a:gd name="connsiteX347" fmla="*/ 4572630 w 4940931"/>
                <a:gd name="connsiteY347" fmla="*/ 54609 h 138429"/>
                <a:gd name="connsiteX348" fmla="*/ 4558660 w 4940931"/>
                <a:gd name="connsiteY348" fmla="*/ 108584 h 138429"/>
                <a:gd name="connsiteX349" fmla="*/ 4545325 w 4940931"/>
                <a:gd name="connsiteY349" fmla="*/ 108584 h 138429"/>
                <a:gd name="connsiteX350" fmla="*/ 4123686 w 4940931"/>
                <a:gd name="connsiteY350" fmla="*/ 31114 h 138429"/>
                <a:gd name="connsiteX351" fmla="*/ 4138926 w 4940931"/>
                <a:gd name="connsiteY351" fmla="*/ 31114 h 138429"/>
                <a:gd name="connsiteX352" fmla="*/ 4152261 w 4940931"/>
                <a:gd name="connsiteY352" fmla="*/ 84454 h 138429"/>
                <a:gd name="connsiteX353" fmla="*/ 4166866 w 4940931"/>
                <a:gd name="connsiteY353" fmla="*/ 31114 h 138429"/>
                <a:gd name="connsiteX354" fmla="*/ 4178931 w 4940931"/>
                <a:gd name="connsiteY354" fmla="*/ 31114 h 138429"/>
                <a:gd name="connsiteX355" fmla="*/ 4193536 w 4940931"/>
                <a:gd name="connsiteY355" fmla="*/ 84454 h 138429"/>
                <a:gd name="connsiteX356" fmla="*/ 4206871 w 4940931"/>
                <a:gd name="connsiteY356" fmla="*/ 31114 h 138429"/>
                <a:gd name="connsiteX357" fmla="*/ 4222111 w 4940931"/>
                <a:gd name="connsiteY357" fmla="*/ 31114 h 138429"/>
                <a:gd name="connsiteX358" fmla="*/ 4200521 w 4940931"/>
                <a:gd name="connsiteY358" fmla="*/ 108584 h 138429"/>
                <a:gd name="connsiteX359" fmla="*/ 4187186 w 4940931"/>
                <a:gd name="connsiteY359" fmla="*/ 108584 h 138429"/>
                <a:gd name="connsiteX360" fmla="*/ 4172581 w 4940931"/>
                <a:gd name="connsiteY360" fmla="*/ 54609 h 138429"/>
                <a:gd name="connsiteX361" fmla="*/ 4157976 w 4940931"/>
                <a:gd name="connsiteY361" fmla="*/ 108584 h 138429"/>
                <a:gd name="connsiteX362" fmla="*/ 4145276 w 4940931"/>
                <a:gd name="connsiteY362" fmla="*/ 108584 h 138429"/>
                <a:gd name="connsiteX363" fmla="*/ 2837811 w 4940931"/>
                <a:gd name="connsiteY363" fmla="*/ 31114 h 138429"/>
                <a:gd name="connsiteX364" fmla="*/ 2852416 w 4940931"/>
                <a:gd name="connsiteY364" fmla="*/ 31114 h 138429"/>
                <a:gd name="connsiteX365" fmla="*/ 2865751 w 4940931"/>
                <a:gd name="connsiteY365" fmla="*/ 84454 h 138429"/>
                <a:gd name="connsiteX366" fmla="*/ 2880356 w 4940931"/>
                <a:gd name="connsiteY366" fmla="*/ 31114 h 138429"/>
                <a:gd name="connsiteX367" fmla="*/ 2893056 w 4940931"/>
                <a:gd name="connsiteY367" fmla="*/ 31114 h 138429"/>
                <a:gd name="connsiteX368" fmla="*/ 2907661 w 4940931"/>
                <a:gd name="connsiteY368" fmla="*/ 84454 h 138429"/>
                <a:gd name="connsiteX369" fmla="*/ 2920361 w 4940931"/>
                <a:gd name="connsiteY369" fmla="*/ 31114 h 138429"/>
                <a:gd name="connsiteX370" fmla="*/ 2935601 w 4940931"/>
                <a:gd name="connsiteY370" fmla="*/ 31114 h 138429"/>
                <a:gd name="connsiteX371" fmla="*/ 2914011 w 4940931"/>
                <a:gd name="connsiteY371" fmla="*/ 108584 h 138429"/>
                <a:gd name="connsiteX372" fmla="*/ 2900676 w 4940931"/>
                <a:gd name="connsiteY372" fmla="*/ 108584 h 138429"/>
                <a:gd name="connsiteX373" fmla="*/ 2886706 w 4940931"/>
                <a:gd name="connsiteY373" fmla="*/ 54609 h 138429"/>
                <a:gd name="connsiteX374" fmla="*/ 2872101 w 4940931"/>
                <a:gd name="connsiteY374" fmla="*/ 108584 h 138429"/>
                <a:gd name="connsiteX375" fmla="*/ 2858766 w 4940931"/>
                <a:gd name="connsiteY375" fmla="*/ 108584 h 138429"/>
                <a:gd name="connsiteX376" fmla="*/ 1354455 w 4940931"/>
                <a:gd name="connsiteY376" fmla="*/ 31114 h 138429"/>
                <a:gd name="connsiteX377" fmla="*/ 1369695 w 4940931"/>
                <a:gd name="connsiteY377" fmla="*/ 31114 h 138429"/>
                <a:gd name="connsiteX378" fmla="*/ 1369695 w 4940931"/>
                <a:gd name="connsiteY378" fmla="*/ 109219 h 138429"/>
                <a:gd name="connsiteX379" fmla="*/ 1354455 w 4940931"/>
                <a:gd name="connsiteY379" fmla="*/ 109219 h 138429"/>
                <a:gd name="connsiteX380" fmla="*/ 2646040 w 4940931"/>
                <a:gd name="connsiteY380" fmla="*/ 29844 h 138429"/>
                <a:gd name="connsiteX381" fmla="*/ 2658105 w 4940931"/>
                <a:gd name="connsiteY381" fmla="*/ 31749 h 138429"/>
                <a:gd name="connsiteX382" fmla="*/ 2667630 w 4940931"/>
                <a:gd name="connsiteY382" fmla="*/ 36829 h 138429"/>
                <a:gd name="connsiteX383" fmla="*/ 2673345 w 4940931"/>
                <a:gd name="connsiteY383" fmla="*/ 45084 h 138429"/>
                <a:gd name="connsiteX384" fmla="*/ 2675250 w 4940931"/>
                <a:gd name="connsiteY384" fmla="*/ 56514 h 138429"/>
                <a:gd name="connsiteX385" fmla="*/ 2675250 w 4940931"/>
                <a:gd name="connsiteY385" fmla="*/ 109854 h 138429"/>
                <a:gd name="connsiteX386" fmla="*/ 2660010 w 4940931"/>
                <a:gd name="connsiteY386" fmla="*/ 109854 h 138429"/>
                <a:gd name="connsiteX387" fmla="*/ 2660010 w 4940931"/>
                <a:gd name="connsiteY387" fmla="*/ 108584 h 138429"/>
                <a:gd name="connsiteX388" fmla="*/ 2660010 w 4940931"/>
                <a:gd name="connsiteY388" fmla="*/ 100964 h 138429"/>
                <a:gd name="connsiteX389" fmla="*/ 2654930 w 4940931"/>
                <a:gd name="connsiteY389" fmla="*/ 104774 h 138429"/>
                <a:gd name="connsiteX390" fmla="*/ 2651120 w 4940931"/>
                <a:gd name="connsiteY390" fmla="*/ 107314 h 138429"/>
                <a:gd name="connsiteX391" fmla="*/ 2646040 w 4940931"/>
                <a:gd name="connsiteY391" fmla="*/ 109219 h 138429"/>
                <a:gd name="connsiteX392" fmla="*/ 2639055 w 4940931"/>
                <a:gd name="connsiteY392" fmla="*/ 109854 h 138429"/>
                <a:gd name="connsiteX393" fmla="*/ 2629530 w 4940931"/>
                <a:gd name="connsiteY393" fmla="*/ 108584 h 138429"/>
                <a:gd name="connsiteX394" fmla="*/ 2620640 w 4940931"/>
                <a:gd name="connsiteY394" fmla="*/ 104139 h 138429"/>
                <a:gd name="connsiteX395" fmla="*/ 2614290 w 4940931"/>
                <a:gd name="connsiteY395" fmla="*/ 95884 h 138429"/>
                <a:gd name="connsiteX396" fmla="*/ 2611750 w 4940931"/>
                <a:gd name="connsiteY396" fmla="*/ 83819 h 138429"/>
                <a:gd name="connsiteX397" fmla="*/ 2614290 w 4940931"/>
                <a:gd name="connsiteY397" fmla="*/ 72389 h 138429"/>
                <a:gd name="connsiteX398" fmla="*/ 2620640 w 4940931"/>
                <a:gd name="connsiteY398" fmla="*/ 64769 h 138429"/>
                <a:gd name="connsiteX399" fmla="*/ 2630800 w 4940931"/>
                <a:gd name="connsiteY399" fmla="*/ 60324 h 138429"/>
                <a:gd name="connsiteX400" fmla="*/ 2642865 w 4940931"/>
                <a:gd name="connsiteY400" fmla="*/ 59054 h 138429"/>
                <a:gd name="connsiteX401" fmla="*/ 2653025 w 4940931"/>
                <a:gd name="connsiteY401" fmla="*/ 59689 h 138429"/>
                <a:gd name="connsiteX402" fmla="*/ 2660010 w 4940931"/>
                <a:gd name="connsiteY402" fmla="*/ 61594 h 138429"/>
                <a:gd name="connsiteX403" fmla="*/ 2660010 w 4940931"/>
                <a:gd name="connsiteY403" fmla="*/ 55879 h 138429"/>
                <a:gd name="connsiteX404" fmla="*/ 2656200 w 4940931"/>
                <a:gd name="connsiteY404" fmla="*/ 46354 h 138429"/>
                <a:gd name="connsiteX405" fmla="*/ 2645405 w 4940931"/>
                <a:gd name="connsiteY405" fmla="*/ 43179 h 138429"/>
                <a:gd name="connsiteX406" fmla="*/ 2634610 w 4940931"/>
                <a:gd name="connsiteY406" fmla="*/ 44449 h 138429"/>
                <a:gd name="connsiteX407" fmla="*/ 2625085 w 4940931"/>
                <a:gd name="connsiteY407" fmla="*/ 48259 h 138429"/>
                <a:gd name="connsiteX408" fmla="*/ 2619370 w 4940931"/>
                <a:gd name="connsiteY408" fmla="*/ 36829 h 138429"/>
                <a:gd name="connsiteX409" fmla="*/ 2631435 w 4940931"/>
                <a:gd name="connsiteY409" fmla="*/ 31749 h 138429"/>
                <a:gd name="connsiteX410" fmla="*/ 2646040 w 4940931"/>
                <a:gd name="connsiteY410" fmla="*/ 29844 h 138429"/>
                <a:gd name="connsiteX411" fmla="*/ 1114426 w 4940931"/>
                <a:gd name="connsiteY411" fmla="*/ 29844 h 138429"/>
                <a:gd name="connsiteX412" fmla="*/ 1129666 w 4940931"/>
                <a:gd name="connsiteY412" fmla="*/ 29844 h 138429"/>
                <a:gd name="connsiteX413" fmla="*/ 1129666 w 4940931"/>
                <a:gd name="connsiteY413" fmla="*/ 107949 h 138429"/>
                <a:gd name="connsiteX414" fmla="*/ 1114426 w 4940931"/>
                <a:gd name="connsiteY414" fmla="*/ 107949 h 138429"/>
                <a:gd name="connsiteX415" fmla="*/ 1114426 w 4940931"/>
                <a:gd name="connsiteY415" fmla="*/ 100964 h 138429"/>
                <a:gd name="connsiteX416" fmla="*/ 1106171 w 4940931"/>
                <a:gd name="connsiteY416" fmla="*/ 107314 h 138429"/>
                <a:gd name="connsiteX417" fmla="*/ 1094741 w 4940931"/>
                <a:gd name="connsiteY417" fmla="*/ 109854 h 138429"/>
                <a:gd name="connsiteX418" fmla="*/ 1073786 w 4940931"/>
                <a:gd name="connsiteY418" fmla="*/ 100964 h 138429"/>
                <a:gd name="connsiteX419" fmla="*/ 1066800 w 4940931"/>
                <a:gd name="connsiteY419" fmla="*/ 74929 h 138429"/>
                <a:gd name="connsiteX420" fmla="*/ 1066800 w 4940931"/>
                <a:gd name="connsiteY420" fmla="*/ 30479 h 138429"/>
                <a:gd name="connsiteX421" fmla="*/ 1082040 w 4940931"/>
                <a:gd name="connsiteY421" fmla="*/ 30479 h 138429"/>
                <a:gd name="connsiteX422" fmla="*/ 1082040 w 4940931"/>
                <a:gd name="connsiteY422" fmla="*/ 74294 h 138429"/>
                <a:gd name="connsiteX423" fmla="*/ 1085851 w 4940931"/>
                <a:gd name="connsiteY423" fmla="*/ 90169 h 138429"/>
                <a:gd name="connsiteX424" fmla="*/ 1097916 w 4940931"/>
                <a:gd name="connsiteY424" fmla="*/ 95249 h 138429"/>
                <a:gd name="connsiteX425" fmla="*/ 1109981 w 4940931"/>
                <a:gd name="connsiteY425" fmla="*/ 90169 h 138429"/>
                <a:gd name="connsiteX426" fmla="*/ 1114426 w 4940931"/>
                <a:gd name="connsiteY426" fmla="*/ 75564 h 138429"/>
                <a:gd name="connsiteX427" fmla="*/ 1011556 w 4940931"/>
                <a:gd name="connsiteY427" fmla="*/ 29844 h 138429"/>
                <a:gd name="connsiteX428" fmla="*/ 1017272 w 4940931"/>
                <a:gd name="connsiteY428" fmla="*/ 30479 h 138429"/>
                <a:gd name="connsiteX429" fmla="*/ 1022352 w 4940931"/>
                <a:gd name="connsiteY429" fmla="*/ 32384 h 138429"/>
                <a:gd name="connsiteX430" fmla="*/ 1026797 w 4940931"/>
                <a:gd name="connsiteY430" fmla="*/ 35559 h 138429"/>
                <a:gd name="connsiteX431" fmla="*/ 1030607 w 4940931"/>
                <a:gd name="connsiteY431" fmla="*/ 38734 h 138429"/>
                <a:gd name="connsiteX432" fmla="*/ 1030607 w 4940931"/>
                <a:gd name="connsiteY432" fmla="*/ 31749 h 138429"/>
                <a:gd name="connsiteX433" fmla="*/ 1045847 w 4940931"/>
                <a:gd name="connsiteY433" fmla="*/ 31749 h 138429"/>
                <a:gd name="connsiteX434" fmla="*/ 1045847 w 4940931"/>
                <a:gd name="connsiteY434" fmla="*/ 130809 h 138429"/>
                <a:gd name="connsiteX435" fmla="*/ 1032512 w 4940931"/>
                <a:gd name="connsiteY435" fmla="*/ 137477 h 138429"/>
                <a:gd name="connsiteX436" fmla="*/ 1032512 w 4940931"/>
                <a:gd name="connsiteY436" fmla="*/ 101599 h 138429"/>
                <a:gd name="connsiteX437" fmla="*/ 1022986 w 4940931"/>
                <a:gd name="connsiteY437" fmla="*/ 107949 h 138429"/>
                <a:gd name="connsiteX438" fmla="*/ 1011556 w 4940931"/>
                <a:gd name="connsiteY438" fmla="*/ 110489 h 138429"/>
                <a:gd name="connsiteX439" fmla="*/ 999491 w 4940931"/>
                <a:gd name="connsiteY439" fmla="*/ 107949 h 138429"/>
                <a:gd name="connsiteX440" fmla="*/ 989966 w 4940931"/>
                <a:gd name="connsiteY440" fmla="*/ 100329 h 138429"/>
                <a:gd name="connsiteX441" fmla="*/ 983616 w 4940931"/>
                <a:gd name="connsiteY441" fmla="*/ 87629 h 138429"/>
                <a:gd name="connsiteX442" fmla="*/ 981076 w 4940931"/>
                <a:gd name="connsiteY442" fmla="*/ 68579 h 138429"/>
                <a:gd name="connsiteX443" fmla="*/ 983616 w 4940931"/>
                <a:gd name="connsiteY443" fmla="*/ 51434 h 138429"/>
                <a:gd name="connsiteX444" fmla="*/ 990601 w 4940931"/>
                <a:gd name="connsiteY444" fmla="*/ 39369 h 138429"/>
                <a:gd name="connsiteX445" fmla="*/ 1000126 w 4940931"/>
                <a:gd name="connsiteY445" fmla="*/ 32384 h 138429"/>
                <a:gd name="connsiteX446" fmla="*/ 1011556 w 4940931"/>
                <a:gd name="connsiteY446" fmla="*/ 29844 h 138429"/>
                <a:gd name="connsiteX447" fmla="*/ 4871716 w 4940931"/>
                <a:gd name="connsiteY447" fmla="*/ 29210 h 138429"/>
                <a:gd name="connsiteX448" fmla="*/ 4885686 w 4940931"/>
                <a:gd name="connsiteY448" fmla="*/ 31750 h 138429"/>
                <a:gd name="connsiteX449" fmla="*/ 4897751 w 4940931"/>
                <a:gd name="connsiteY449" fmla="*/ 38100 h 138429"/>
                <a:gd name="connsiteX450" fmla="*/ 4899021 w 4940931"/>
                <a:gd name="connsiteY450" fmla="*/ 38100 h 138429"/>
                <a:gd name="connsiteX451" fmla="*/ 4892036 w 4940931"/>
                <a:gd name="connsiteY451" fmla="*/ 50165 h 138429"/>
                <a:gd name="connsiteX452" fmla="*/ 4882511 w 4940931"/>
                <a:gd name="connsiteY452" fmla="*/ 45085 h 138429"/>
                <a:gd name="connsiteX453" fmla="*/ 4872351 w 4940931"/>
                <a:gd name="connsiteY453" fmla="*/ 43180 h 138429"/>
                <a:gd name="connsiteX454" fmla="*/ 4864096 w 4940931"/>
                <a:gd name="connsiteY454" fmla="*/ 45085 h 138429"/>
                <a:gd name="connsiteX455" fmla="*/ 4861556 w 4940931"/>
                <a:gd name="connsiteY455" fmla="*/ 50165 h 138429"/>
                <a:gd name="connsiteX456" fmla="*/ 4861556 w 4940931"/>
                <a:gd name="connsiteY456" fmla="*/ 52705 h 138429"/>
                <a:gd name="connsiteX457" fmla="*/ 4863461 w 4940931"/>
                <a:gd name="connsiteY457" fmla="*/ 55245 h 138429"/>
                <a:gd name="connsiteX458" fmla="*/ 4867906 w 4940931"/>
                <a:gd name="connsiteY458" fmla="*/ 57785 h 138429"/>
                <a:gd name="connsiteX459" fmla="*/ 4874891 w 4940931"/>
                <a:gd name="connsiteY459" fmla="*/ 60960 h 138429"/>
                <a:gd name="connsiteX460" fmla="*/ 4886321 w 4940931"/>
                <a:gd name="connsiteY460" fmla="*/ 66040 h 138429"/>
                <a:gd name="connsiteX461" fmla="*/ 4894576 w 4940931"/>
                <a:gd name="connsiteY461" fmla="*/ 71120 h 138429"/>
                <a:gd name="connsiteX462" fmla="*/ 4899656 w 4940931"/>
                <a:gd name="connsiteY462" fmla="*/ 78105 h 138429"/>
                <a:gd name="connsiteX463" fmla="*/ 4901561 w 4940931"/>
                <a:gd name="connsiteY463" fmla="*/ 87630 h 138429"/>
                <a:gd name="connsiteX464" fmla="*/ 4899021 w 4940931"/>
                <a:gd name="connsiteY464" fmla="*/ 98425 h 138429"/>
                <a:gd name="connsiteX465" fmla="*/ 4892671 w 4940931"/>
                <a:gd name="connsiteY465" fmla="*/ 105410 h 138429"/>
                <a:gd name="connsiteX466" fmla="*/ 4883146 w 4940931"/>
                <a:gd name="connsiteY466" fmla="*/ 109220 h 138429"/>
                <a:gd name="connsiteX467" fmla="*/ 4872351 w 4940931"/>
                <a:gd name="connsiteY467" fmla="*/ 110490 h 138429"/>
                <a:gd name="connsiteX468" fmla="*/ 4857111 w 4940931"/>
                <a:gd name="connsiteY468" fmla="*/ 107950 h 138429"/>
                <a:gd name="connsiteX469" fmla="*/ 4842506 w 4940931"/>
                <a:gd name="connsiteY469" fmla="*/ 100965 h 138429"/>
                <a:gd name="connsiteX470" fmla="*/ 4849491 w 4940931"/>
                <a:gd name="connsiteY470" fmla="*/ 89535 h 138429"/>
                <a:gd name="connsiteX471" fmla="*/ 4860921 w 4940931"/>
                <a:gd name="connsiteY471" fmla="*/ 95250 h 138429"/>
                <a:gd name="connsiteX472" fmla="*/ 4872351 w 4940931"/>
                <a:gd name="connsiteY472" fmla="*/ 97155 h 138429"/>
                <a:gd name="connsiteX473" fmla="*/ 4883146 w 4940931"/>
                <a:gd name="connsiteY473" fmla="*/ 94615 h 138429"/>
                <a:gd name="connsiteX474" fmla="*/ 4886321 w 4940931"/>
                <a:gd name="connsiteY474" fmla="*/ 88265 h 138429"/>
                <a:gd name="connsiteX475" fmla="*/ 4885051 w 4940931"/>
                <a:gd name="connsiteY475" fmla="*/ 84455 h 138429"/>
                <a:gd name="connsiteX476" fmla="*/ 4881241 w 4940931"/>
                <a:gd name="connsiteY476" fmla="*/ 81280 h 138429"/>
                <a:gd name="connsiteX477" fmla="*/ 4875526 w 4940931"/>
                <a:gd name="connsiteY477" fmla="*/ 78105 h 138429"/>
                <a:gd name="connsiteX478" fmla="*/ 4867906 w 4940931"/>
                <a:gd name="connsiteY478" fmla="*/ 74930 h 138429"/>
                <a:gd name="connsiteX479" fmla="*/ 4857111 w 4940931"/>
                <a:gd name="connsiteY479" fmla="*/ 69850 h 138429"/>
                <a:gd name="connsiteX480" fmla="*/ 4850126 w 4940931"/>
                <a:gd name="connsiteY480" fmla="*/ 64770 h 138429"/>
                <a:gd name="connsiteX481" fmla="*/ 4846316 w 4940931"/>
                <a:gd name="connsiteY481" fmla="*/ 58420 h 138429"/>
                <a:gd name="connsiteX482" fmla="*/ 4845046 w 4940931"/>
                <a:gd name="connsiteY482" fmla="*/ 50165 h 138429"/>
                <a:gd name="connsiteX483" fmla="*/ 4846951 w 4940931"/>
                <a:gd name="connsiteY483" fmla="*/ 40640 h 138429"/>
                <a:gd name="connsiteX484" fmla="*/ 4852666 w 4940931"/>
                <a:gd name="connsiteY484" fmla="*/ 34290 h 138429"/>
                <a:gd name="connsiteX485" fmla="*/ 4860921 w 4940931"/>
                <a:gd name="connsiteY485" fmla="*/ 30480 h 138429"/>
                <a:gd name="connsiteX486" fmla="*/ 4871716 w 4940931"/>
                <a:gd name="connsiteY486" fmla="*/ 29210 h 138429"/>
                <a:gd name="connsiteX487" fmla="*/ 4749796 w 4940931"/>
                <a:gd name="connsiteY487" fmla="*/ 29210 h 138429"/>
                <a:gd name="connsiteX488" fmla="*/ 4757416 w 4940931"/>
                <a:gd name="connsiteY488" fmla="*/ 29845 h 138429"/>
                <a:gd name="connsiteX489" fmla="*/ 4763131 w 4940931"/>
                <a:gd name="connsiteY489" fmla="*/ 32385 h 138429"/>
                <a:gd name="connsiteX490" fmla="*/ 4759321 w 4940931"/>
                <a:gd name="connsiteY490" fmla="*/ 46990 h 138429"/>
                <a:gd name="connsiteX491" fmla="*/ 4758051 w 4940931"/>
                <a:gd name="connsiteY491" fmla="*/ 46990 h 138429"/>
                <a:gd name="connsiteX492" fmla="*/ 4752971 w 4940931"/>
                <a:gd name="connsiteY492" fmla="*/ 45085 h 138429"/>
                <a:gd name="connsiteX493" fmla="*/ 4746621 w 4940931"/>
                <a:gd name="connsiteY493" fmla="*/ 44450 h 138429"/>
                <a:gd name="connsiteX494" fmla="*/ 4735191 w 4940931"/>
                <a:gd name="connsiteY494" fmla="*/ 49530 h 138429"/>
                <a:gd name="connsiteX495" fmla="*/ 4731381 w 4940931"/>
                <a:gd name="connsiteY495" fmla="*/ 64770 h 138429"/>
                <a:gd name="connsiteX496" fmla="*/ 4731381 w 4940931"/>
                <a:gd name="connsiteY496" fmla="*/ 109220 h 138429"/>
                <a:gd name="connsiteX497" fmla="*/ 4716141 w 4940931"/>
                <a:gd name="connsiteY497" fmla="*/ 109220 h 138429"/>
                <a:gd name="connsiteX498" fmla="*/ 4716141 w 4940931"/>
                <a:gd name="connsiteY498" fmla="*/ 31115 h 138429"/>
                <a:gd name="connsiteX499" fmla="*/ 4731381 w 4940931"/>
                <a:gd name="connsiteY499" fmla="*/ 31115 h 138429"/>
                <a:gd name="connsiteX500" fmla="*/ 4731381 w 4940931"/>
                <a:gd name="connsiteY500" fmla="*/ 38735 h 138429"/>
                <a:gd name="connsiteX501" fmla="*/ 4734556 w 4940931"/>
                <a:gd name="connsiteY501" fmla="*/ 34925 h 138429"/>
                <a:gd name="connsiteX502" fmla="*/ 4739001 w 4940931"/>
                <a:gd name="connsiteY502" fmla="*/ 31750 h 138429"/>
                <a:gd name="connsiteX503" fmla="*/ 4744081 w 4940931"/>
                <a:gd name="connsiteY503" fmla="*/ 29845 h 138429"/>
                <a:gd name="connsiteX504" fmla="*/ 4749796 w 4940931"/>
                <a:gd name="connsiteY504" fmla="*/ 29210 h 138429"/>
                <a:gd name="connsiteX505" fmla="*/ 4349110 w 4940931"/>
                <a:gd name="connsiteY505" fmla="*/ 29210 h 138429"/>
                <a:gd name="connsiteX506" fmla="*/ 4356730 w 4940931"/>
                <a:gd name="connsiteY506" fmla="*/ 29845 h 138429"/>
                <a:gd name="connsiteX507" fmla="*/ 4362445 w 4940931"/>
                <a:gd name="connsiteY507" fmla="*/ 32385 h 138429"/>
                <a:gd name="connsiteX508" fmla="*/ 4358635 w 4940931"/>
                <a:gd name="connsiteY508" fmla="*/ 46990 h 138429"/>
                <a:gd name="connsiteX509" fmla="*/ 4357365 w 4940931"/>
                <a:gd name="connsiteY509" fmla="*/ 46990 h 138429"/>
                <a:gd name="connsiteX510" fmla="*/ 4352285 w 4940931"/>
                <a:gd name="connsiteY510" fmla="*/ 45085 h 138429"/>
                <a:gd name="connsiteX511" fmla="*/ 4345935 w 4940931"/>
                <a:gd name="connsiteY511" fmla="*/ 44450 h 138429"/>
                <a:gd name="connsiteX512" fmla="*/ 4334505 w 4940931"/>
                <a:gd name="connsiteY512" fmla="*/ 49530 h 138429"/>
                <a:gd name="connsiteX513" fmla="*/ 4330695 w 4940931"/>
                <a:gd name="connsiteY513" fmla="*/ 64770 h 138429"/>
                <a:gd name="connsiteX514" fmla="*/ 4330695 w 4940931"/>
                <a:gd name="connsiteY514" fmla="*/ 109220 h 138429"/>
                <a:gd name="connsiteX515" fmla="*/ 4315455 w 4940931"/>
                <a:gd name="connsiteY515" fmla="*/ 109220 h 138429"/>
                <a:gd name="connsiteX516" fmla="*/ 4315455 w 4940931"/>
                <a:gd name="connsiteY516" fmla="*/ 31115 h 138429"/>
                <a:gd name="connsiteX517" fmla="*/ 4330695 w 4940931"/>
                <a:gd name="connsiteY517" fmla="*/ 31115 h 138429"/>
                <a:gd name="connsiteX518" fmla="*/ 4330695 w 4940931"/>
                <a:gd name="connsiteY518" fmla="*/ 38735 h 138429"/>
                <a:gd name="connsiteX519" fmla="*/ 4333870 w 4940931"/>
                <a:gd name="connsiteY519" fmla="*/ 34925 h 138429"/>
                <a:gd name="connsiteX520" fmla="*/ 4338315 w 4940931"/>
                <a:gd name="connsiteY520" fmla="*/ 31750 h 138429"/>
                <a:gd name="connsiteX521" fmla="*/ 4343395 w 4940931"/>
                <a:gd name="connsiteY521" fmla="*/ 29845 h 138429"/>
                <a:gd name="connsiteX522" fmla="*/ 4349110 w 4940931"/>
                <a:gd name="connsiteY522" fmla="*/ 29210 h 138429"/>
                <a:gd name="connsiteX523" fmla="*/ 4044310 w 4940931"/>
                <a:gd name="connsiteY523" fmla="*/ 29210 h 138429"/>
                <a:gd name="connsiteX524" fmla="*/ 4058915 w 4940931"/>
                <a:gd name="connsiteY524" fmla="*/ 32385 h 138429"/>
                <a:gd name="connsiteX525" fmla="*/ 4069075 w 4940931"/>
                <a:gd name="connsiteY525" fmla="*/ 40640 h 138429"/>
                <a:gd name="connsiteX526" fmla="*/ 4075425 w 4940931"/>
                <a:gd name="connsiteY526" fmla="*/ 53340 h 138429"/>
                <a:gd name="connsiteX527" fmla="*/ 4077330 w 4940931"/>
                <a:gd name="connsiteY527" fmla="*/ 68580 h 138429"/>
                <a:gd name="connsiteX528" fmla="*/ 4076060 w 4940931"/>
                <a:gd name="connsiteY528" fmla="*/ 68580 h 138429"/>
                <a:gd name="connsiteX529" fmla="*/ 4076060 w 4940931"/>
                <a:gd name="connsiteY529" fmla="*/ 72390 h 138429"/>
                <a:gd name="connsiteX530" fmla="*/ 4076060 w 4940931"/>
                <a:gd name="connsiteY530" fmla="*/ 75565 h 138429"/>
                <a:gd name="connsiteX531" fmla="*/ 4024625 w 4940931"/>
                <a:gd name="connsiteY531" fmla="*/ 75565 h 138429"/>
                <a:gd name="connsiteX532" fmla="*/ 4027165 w 4940931"/>
                <a:gd name="connsiteY532" fmla="*/ 85090 h 138429"/>
                <a:gd name="connsiteX533" fmla="*/ 4031610 w 4940931"/>
                <a:gd name="connsiteY533" fmla="*/ 91440 h 138429"/>
                <a:gd name="connsiteX534" fmla="*/ 4037325 w 4940931"/>
                <a:gd name="connsiteY534" fmla="*/ 95250 h 138429"/>
                <a:gd name="connsiteX535" fmla="*/ 4044310 w 4940931"/>
                <a:gd name="connsiteY535" fmla="*/ 96520 h 138429"/>
                <a:gd name="connsiteX536" fmla="*/ 4049390 w 4940931"/>
                <a:gd name="connsiteY536" fmla="*/ 96520 h 138429"/>
                <a:gd name="connsiteX537" fmla="*/ 4053835 w 4940931"/>
                <a:gd name="connsiteY537" fmla="*/ 95250 h 138429"/>
                <a:gd name="connsiteX538" fmla="*/ 4057645 w 4940931"/>
                <a:gd name="connsiteY538" fmla="*/ 93345 h 138429"/>
                <a:gd name="connsiteX539" fmla="*/ 4062090 w 4940931"/>
                <a:gd name="connsiteY539" fmla="*/ 90805 h 138429"/>
                <a:gd name="connsiteX540" fmla="*/ 4070980 w 4940931"/>
                <a:gd name="connsiteY540" fmla="*/ 100330 h 138429"/>
                <a:gd name="connsiteX541" fmla="*/ 4065265 w 4940931"/>
                <a:gd name="connsiteY541" fmla="*/ 104775 h 138429"/>
                <a:gd name="connsiteX542" fmla="*/ 4059550 w 4940931"/>
                <a:gd name="connsiteY542" fmla="*/ 107950 h 138429"/>
                <a:gd name="connsiteX543" fmla="*/ 4052565 w 4940931"/>
                <a:gd name="connsiteY543" fmla="*/ 109855 h 138429"/>
                <a:gd name="connsiteX544" fmla="*/ 4043675 w 4940931"/>
                <a:gd name="connsiteY544" fmla="*/ 110490 h 138429"/>
                <a:gd name="connsiteX545" fmla="*/ 4034150 w 4940931"/>
                <a:gd name="connsiteY545" fmla="*/ 109220 h 138429"/>
                <a:gd name="connsiteX546" fmla="*/ 4026530 w 4940931"/>
                <a:gd name="connsiteY546" fmla="*/ 105410 h 138429"/>
                <a:gd name="connsiteX547" fmla="*/ 4020180 w 4940931"/>
                <a:gd name="connsiteY547" fmla="*/ 100330 h 138429"/>
                <a:gd name="connsiteX548" fmla="*/ 4015100 w 4940931"/>
                <a:gd name="connsiteY548" fmla="*/ 92710 h 138429"/>
                <a:gd name="connsiteX549" fmla="*/ 4011290 w 4940931"/>
                <a:gd name="connsiteY549" fmla="*/ 82550 h 138429"/>
                <a:gd name="connsiteX550" fmla="*/ 4010020 w 4940931"/>
                <a:gd name="connsiteY550" fmla="*/ 69850 h 138429"/>
                <a:gd name="connsiteX551" fmla="*/ 4012560 w 4940931"/>
                <a:gd name="connsiteY551" fmla="*/ 52070 h 138429"/>
                <a:gd name="connsiteX552" fmla="*/ 4019545 w 4940931"/>
                <a:gd name="connsiteY552" fmla="*/ 39370 h 138429"/>
                <a:gd name="connsiteX553" fmla="*/ 4030340 w 4940931"/>
                <a:gd name="connsiteY553" fmla="*/ 31750 h 138429"/>
                <a:gd name="connsiteX554" fmla="*/ 4044310 w 4940931"/>
                <a:gd name="connsiteY554" fmla="*/ 29210 h 138429"/>
                <a:gd name="connsiteX555" fmla="*/ 3811900 w 4940931"/>
                <a:gd name="connsiteY555" fmla="*/ 29210 h 138429"/>
                <a:gd name="connsiteX556" fmla="*/ 3819520 w 4940931"/>
                <a:gd name="connsiteY556" fmla="*/ 29845 h 138429"/>
                <a:gd name="connsiteX557" fmla="*/ 3825235 w 4940931"/>
                <a:gd name="connsiteY557" fmla="*/ 32385 h 138429"/>
                <a:gd name="connsiteX558" fmla="*/ 3821425 w 4940931"/>
                <a:gd name="connsiteY558" fmla="*/ 46990 h 138429"/>
                <a:gd name="connsiteX559" fmla="*/ 3820155 w 4940931"/>
                <a:gd name="connsiteY559" fmla="*/ 46990 h 138429"/>
                <a:gd name="connsiteX560" fmla="*/ 3815075 w 4940931"/>
                <a:gd name="connsiteY560" fmla="*/ 45085 h 138429"/>
                <a:gd name="connsiteX561" fmla="*/ 3808725 w 4940931"/>
                <a:gd name="connsiteY561" fmla="*/ 44450 h 138429"/>
                <a:gd name="connsiteX562" fmla="*/ 3797295 w 4940931"/>
                <a:gd name="connsiteY562" fmla="*/ 49530 h 138429"/>
                <a:gd name="connsiteX563" fmla="*/ 3793485 w 4940931"/>
                <a:gd name="connsiteY563" fmla="*/ 64770 h 138429"/>
                <a:gd name="connsiteX564" fmla="*/ 3793485 w 4940931"/>
                <a:gd name="connsiteY564" fmla="*/ 109220 h 138429"/>
                <a:gd name="connsiteX565" fmla="*/ 3778245 w 4940931"/>
                <a:gd name="connsiteY565" fmla="*/ 109220 h 138429"/>
                <a:gd name="connsiteX566" fmla="*/ 3778245 w 4940931"/>
                <a:gd name="connsiteY566" fmla="*/ 31115 h 138429"/>
                <a:gd name="connsiteX567" fmla="*/ 3793485 w 4940931"/>
                <a:gd name="connsiteY567" fmla="*/ 31115 h 138429"/>
                <a:gd name="connsiteX568" fmla="*/ 3793485 w 4940931"/>
                <a:gd name="connsiteY568" fmla="*/ 38735 h 138429"/>
                <a:gd name="connsiteX569" fmla="*/ 3796660 w 4940931"/>
                <a:gd name="connsiteY569" fmla="*/ 34925 h 138429"/>
                <a:gd name="connsiteX570" fmla="*/ 3801105 w 4940931"/>
                <a:gd name="connsiteY570" fmla="*/ 31750 h 138429"/>
                <a:gd name="connsiteX571" fmla="*/ 3806185 w 4940931"/>
                <a:gd name="connsiteY571" fmla="*/ 29845 h 138429"/>
                <a:gd name="connsiteX572" fmla="*/ 3811900 w 4940931"/>
                <a:gd name="connsiteY572" fmla="*/ 29210 h 138429"/>
                <a:gd name="connsiteX573" fmla="*/ 3729986 w 4940931"/>
                <a:gd name="connsiteY573" fmla="*/ 29210 h 138429"/>
                <a:gd name="connsiteX574" fmla="*/ 3744591 w 4940931"/>
                <a:gd name="connsiteY574" fmla="*/ 32385 h 138429"/>
                <a:gd name="connsiteX575" fmla="*/ 3754751 w 4940931"/>
                <a:gd name="connsiteY575" fmla="*/ 40640 h 138429"/>
                <a:gd name="connsiteX576" fmla="*/ 3761101 w 4940931"/>
                <a:gd name="connsiteY576" fmla="*/ 53340 h 138429"/>
                <a:gd name="connsiteX577" fmla="*/ 3763006 w 4940931"/>
                <a:gd name="connsiteY577" fmla="*/ 68580 h 138429"/>
                <a:gd name="connsiteX578" fmla="*/ 3761736 w 4940931"/>
                <a:gd name="connsiteY578" fmla="*/ 68580 h 138429"/>
                <a:gd name="connsiteX579" fmla="*/ 3761736 w 4940931"/>
                <a:gd name="connsiteY579" fmla="*/ 72390 h 138429"/>
                <a:gd name="connsiteX580" fmla="*/ 3761736 w 4940931"/>
                <a:gd name="connsiteY580" fmla="*/ 75565 h 138429"/>
                <a:gd name="connsiteX581" fmla="*/ 3710301 w 4940931"/>
                <a:gd name="connsiteY581" fmla="*/ 75565 h 138429"/>
                <a:gd name="connsiteX582" fmla="*/ 3712841 w 4940931"/>
                <a:gd name="connsiteY582" fmla="*/ 85090 h 138429"/>
                <a:gd name="connsiteX583" fmla="*/ 3717286 w 4940931"/>
                <a:gd name="connsiteY583" fmla="*/ 91440 h 138429"/>
                <a:gd name="connsiteX584" fmla="*/ 3723001 w 4940931"/>
                <a:gd name="connsiteY584" fmla="*/ 95250 h 138429"/>
                <a:gd name="connsiteX585" fmla="*/ 3729986 w 4940931"/>
                <a:gd name="connsiteY585" fmla="*/ 96520 h 138429"/>
                <a:gd name="connsiteX586" fmla="*/ 3735066 w 4940931"/>
                <a:gd name="connsiteY586" fmla="*/ 96520 h 138429"/>
                <a:gd name="connsiteX587" fmla="*/ 3739511 w 4940931"/>
                <a:gd name="connsiteY587" fmla="*/ 95250 h 138429"/>
                <a:gd name="connsiteX588" fmla="*/ 3743321 w 4940931"/>
                <a:gd name="connsiteY588" fmla="*/ 93345 h 138429"/>
                <a:gd name="connsiteX589" fmla="*/ 3747766 w 4940931"/>
                <a:gd name="connsiteY589" fmla="*/ 90805 h 138429"/>
                <a:gd name="connsiteX590" fmla="*/ 3756656 w 4940931"/>
                <a:gd name="connsiteY590" fmla="*/ 100330 h 138429"/>
                <a:gd name="connsiteX591" fmla="*/ 3750941 w 4940931"/>
                <a:gd name="connsiteY591" fmla="*/ 104775 h 138429"/>
                <a:gd name="connsiteX592" fmla="*/ 3745226 w 4940931"/>
                <a:gd name="connsiteY592" fmla="*/ 107950 h 138429"/>
                <a:gd name="connsiteX593" fmla="*/ 3738241 w 4940931"/>
                <a:gd name="connsiteY593" fmla="*/ 109855 h 138429"/>
                <a:gd name="connsiteX594" fmla="*/ 3729351 w 4940931"/>
                <a:gd name="connsiteY594" fmla="*/ 110490 h 138429"/>
                <a:gd name="connsiteX595" fmla="*/ 3719826 w 4940931"/>
                <a:gd name="connsiteY595" fmla="*/ 109220 h 138429"/>
                <a:gd name="connsiteX596" fmla="*/ 3712206 w 4940931"/>
                <a:gd name="connsiteY596" fmla="*/ 105410 h 138429"/>
                <a:gd name="connsiteX597" fmla="*/ 3705856 w 4940931"/>
                <a:gd name="connsiteY597" fmla="*/ 100330 h 138429"/>
                <a:gd name="connsiteX598" fmla="*/ 3700776 w 4940931"/>
                <a:gd name="connsiteY598" fmla="*/ 92710 h 138429"/>
                <a:gd name="connsiteX599" fmla="*/ 3696966 w 4940931"/>
                <a:gd name="connsiteY599" fmla="*/ 82550 h 138429"/>
                <a:gd name="connsiteX600" fmla="*/ 3695696 w 4940931"/>
                <a:gd name="connsiteY600" fmla="*/ 69850 h 138429"/>
                <a:gd name="connsiteX601" fmla="*/ 3698236 w 4940931"/>
                <a:gd name="connsiteY601" fmla="*/ 52070 h 138429"/>
                <a:gd name="connsiteX602" fmla="*/ 3705221 w 4940931"/>
                <a:gd name="connsiteY602" fmla="*/ 39370 h 138429"/>
                <a:gd name="connsiteX603" fmla="*/ 3716016 w 4940931"/>
                <a:gd name="connsiteY603" fmla="*/ 31750 h 138429"/>
                <a:gd name="connsiteX604" fmla="*/ 3729986 w 4940931"/>
                <a:gd name="connsiteY604" fmla="*/ 29210 h 138429"/>
                <a:gd name="connsiteX605" fmla="*/ 3543296 w 4940931"/>
                <a:gd name="connsiteY605" fmla="*/ 29210 h 138429"/>
                <a:gd name="connsiteX606" fmla="*/ 3557901 w 4940931"/>
                <a:gd name="connsiteY606" fmla="*/ 32385 h 138429"/>
                <a:gd name="connsiteX607" fmla="*/ 3568061 w 4940931"/>
                <a:gd name="connsiteY607" fmla="*/ 40640 h 138429"/>
                <a:gd name="connsiteX608" fmla="*/ 3574411 w 4940931"/>
                <a:gd name="connsiteY608" fmla="*/ 53340 h 138429"/>
                <a:gd name="connsiteX609" fmla="*/ 3576316 w 4940931"/>
                <a:gd name="connsiteY609" fmla="*/ 68580 h 138429"/>
                <a:gd name="connsiteX610" fmla="*/ 3575046 w 4940931"/>
                <a:gd name="connsiteY610" fmla="*/ 68580 h 138429"/>
                <a:gd name="connsiteX611" fmla="*/ 3575046 w 4940931"/>
                <a:gd name="connsiteY611" fmla="*/ 72390 h 138429"/>
                <a:gd name="connsiteX612" fmla="*/ 3575046 w 4940931"/>
                <a:gd name="connsiteY612" fmla="*/ 75565 h 138429"/>
                <a:gd name="connsiteX613" fmla="*/ 3523611 w 4940931"/>
                <a:gd name="connsiteY613" fmla="*/ 75565 h 138429"/>
                <a:gd name="connsiteX614" fmla="*/ 3526151 w 4940931"/>
                <a:gd name="connsiteY614" fmla="*/ 85090 h 138429"/>
                <a:gd name="connsiteX615" fmla="*/ 3530596 w 4940931"/>
                <a:gd name="connsiteY615" fmla="*/ 91440 h 138429"/>
                <a:gd name="connsiteX616" fmla="*/ 3536311 w 4940931"/>
                <a:gd name="connsiteY616" fmla="*/ 95250 h 138429"/>
                <a:gd name="connsiteX617" fmla="*/ 3543296 w 4940931"/>
                <a:gd name="connsiteY617" fmla="*/ 96520 h 138429"/>
                <a:gd name="connsiteX618" fmla="*/ 3548376 w 4940931"/>
                <a:gd name="connsiteY618" fmla="*/ 96520 h 138429"/>
                <a:gd name="connsiteX619" fmla="*/ 3552821 w 4940931"/>
                <a:gd name="connsiteY619" fmla="*/ 95250 h 138429"/>
                <a:gd name="connsiteX620" fmla="*/ 3556631 w 4940931"/>
                <a:gd name="connsiteY620" fmla="*/ 93345 h 138429"/>
                <a:gd name="connsiteX621" fmla="*/ 3561076 w 4940931"/>
                <a:gd name="connsiteY621" fmla="*/ 90805 h 138429"/>
                <a:gd name="connsiteX622" fmla="*/ 3569966 w 4940931"/>
                <a:gd name="connsiteY622" fmla="*/ 100330 h 138429"/>
                <a:gd name="connsiteX623" fmla="*/ 3564251 w 4940931"/>
                <a:gd name="connsiteY623" fmla="*/ 104775 h 138429"/>
                <a:gd name="connsiteX624" fmla="*/ 3558536 w 4940931"/>
                <a:gd name="connsiteY624" fmla="*/ 107950 h 138429"/>
                <a:gd name="connsiteX625" fmla="*/ 3551551 w 4940931"/>
                <a:gd name="connsiteY625" fmla="*/ 109855 h 138429"/>
                <a:gd name="connsiteX626" fmla="*/ 3542661 w 4940931"/>
                <a:gd name="connsiteY626" fmla="*/ 110490 h 138429"/>
                <a:gd name="connsiteX627" fmla="*/ 3533136 w 4940931"/>
                <a:gd name="connsiteY627" fmla="*/ 109220 h 138429"/>
                <a:gd name="connsiteX628" fmla="*/ 3525516 w 4940931"/>
                <a:gd name="connsiteY628" fmla="*/ 105410 h 138429"/>
                <a:gd name="connsiteX629" fmla="*/ 3519166 w 4940931"/>
                <a:gd name="connsiteY629" fmla="*/ 100330 h 138429"/>
                <a:gd name="connsiteX630" fmla="*/ 3514086 w 4940931"/>
                <a:gd name="connsiteY630" fmla="*/ 92710 h 138429"/>
                <a:gd name="connsiteX631" fmla="*/ 3510276 w 4940931"/>
                <a:gd name="connsiteY631" fmla="*/ 82550 h 138429"/>
                <a:gd name="connsiteX632" fmla="*/ 3509006 w 4940931"/>
                <a:gd name="connsiteY632" fmla="*/ 69850 h 138429"/>
                <a:gd name="connsiteX633" fmla="*/ 3511546 w 4940931"/>
                <a:gd name="connsiteY633" fmla="*/ 52070 h 138429"/>
                <a:gd name="connsiteX634" fmla="*/ 3518531 w 4940931"/>
                <a:gd name="connsiteY634" fmla="*/ 39370 h 138429"/>
                <a:gd name="connsiteX635" fmla="*/ 3529326 w 4940931"/>
                <a:gd name="connsiteY635" fmla="*/ 31750 h 138429"/>
                <a:gd name="connsiteX636" fmla="*/ 3543296 w 4940931"/>
                <a:gd name="connsiteY636" fmla="*/ 29210 h 138429"/>
                <a:gd name="connsiteX637" fmla="*/ 3345176 w 4940931"/>
                <a:gd name="connsiteY637" fmla="*/ 29210 h 138429"/>
                <a:gd name="connsiteX638" fmla="*/ 3359781 w 4940931"/>
                <a:gd name="connsiteY638" fmla="*/ 32385 h 138429"/>
                <a:gd name="connsiteX639" fmla="*/ 3369941 w 4940931"/>
                <a:gd name="connsiteY639" fmla="*/ 40640 h 138429"/>
                <a:gd name="connsiteX640" fmla="*/ 3376291 w 4940931"/>
                <a:gd name="connsiteY640" fmla="*/ 53340 h 138429"/>
                <a:gd name="connsiteX641" fmla="*/ 3378196 w 4940931"/>
                <a:gd name="connsiteY641" fmla="*/ 68580 h 138429"/>
                <a:gd name="connsiteX642" fmla="*/ 3376926 w 4940931"/>
                <a:gd name="connsiteY642" fmla="*/ 68580 h 138429"/>
                <a:gd name="connsiteX643" fmla="*/ 3376926 w 4940931"/>
                <a:gd name="connsiteY643" fmla="*/ 72390 h 138429"/>
                <a:gd name="connsiteX644" fmla="*/ 3376926 w 4940931"/>
                <a:gd name="connsiteY644" fmla="*/ 75565 h 138429"/>
                <a:gd name="connsiteX645" fmla="*/ 3325491 w 4940931"/>
                <a:gd name="connsiteY645" fmla="*/ 75565 h 138429"/>
                <a:gd name="connsiteX646" fmla="*/ 3328031 w 4940931"/>
                <a:gd name="connsiteY646" fmla="*/ 85090 h 138429"/>
                <a:gd name="connsiteX647" fmla="*/ 3332476 w 4940931"/>
                <a:gd name="connsiteY647" fmla="*/ 91440 h 138429"/>
                <a:gd name="connsiteX648" fmla="*/ 3338191 w 4940931"/>
                <a:gd name="connsiteY648" fmla="*/ 95250 h 138429"/>
                <a:gd name="connsiteX649" fmla="*/ 3345176 w 4940931"/>
                <a:gd name="connsiteY649" fmla="*/ 96520 h 138429"/>
                <a:gd name="connsiteX650" fmla="*/ 3350256 w 4940931"/>
                <a:gd name="connsiteY650" fmla="*/ 96520 h 138429"/>
                <a:gd name="connsiteX651" fmla="*/ 3354701 w 4940931"/>
                <a:gd name="connsiteY651" fmla="*/ 95250 h 138429"/>
                <a:gd name="connsiteX652" fmla="*/ 3358511 w 4940931"/>
                <a:gd name="connsiteY652" fmla="*/ 93345 h 138429"/>
                <a:gd name="connsiteX653" fmla="*/ 3362956 w 4940931"/>
                <a:gd name="connsiteY653" fmla="*/ 90805 h 138429"/>
                <a:gd name="connsiteX654" fmla="*/ 3371846 w 4940931"/>
                <a:gd name="connsiteY654" fmla="*/ 100330 h 138429"/>
                <a:gd name="connsiteX655" fmla="*/ 3366131 w 4940931"/>
                <a:gd name="connsiteY655" fmla="*/ 104775 h 138429"/>
                <a:gd name="connsiteX656" fmla="*/ 3360416 w 4940931"/>
                <a:gd name="connsiteY656" fmla="*/ 107950 h 138429"/>
                <a:gd name="connsiteX657" fmla="*/ 3353431 w 4940931"/>
                <a:gd name="connsiteY657" fmla="*/ 109855 h 138429"/>
                <a:gd name="connsiteX658" fmla="*/ 3344541 w 4940931"/>
                <a:gd name="connsiteY658" fmla="*/ 110490 h 138429"/>
                <a:gd name="connsiteX659" fmla="*/ 3335016 w 4940931"/>
                <a:gd name="connsiteY659" fmla="*/ 109220 h 138429"/>
                <a:gd name="connsiteX660" fmla="*/ 3327396 w 4940931"/>
                <a:gd name="connsiteY660" fmla="*/ 105410 h 138429"/>
                <a:gd name="connsiteX661" fmla="*/ 3321046 w 4940931"/>
                <a:gd name="connsiteY661" fmla="*/ 100330 h 138429"/>
                <a:gd name="connsiteX662" fmla="*/ 3315966 w 4940931"/>
                <a:gd name="connsiteY662" fmla="*/ 92710 h 138429"/>
                <a:gd name="connsiteX663" fmla="*/ 3312156 w 4940931"/>
                <a:gd name="connsiteY663" fmla="*/ 82550 h 138429"/>
                <a:gd name="connsiteX664" fmla="*/ 3310886 w 4940931"/>
                <a:gd name="connsiteY664" fmla="*/ 69850 h 138429"/>
                <a:gd name="connsiteX665" fmla="*/ 3313426 w 4940931"/>
                <a:gd name="connsiteY665" fmla="*/ 52070 h 138429"/>
                <a:gd name="connsiteX666" fmla="*/ 3320411 w 4940931"/>
                <a:gd name="connsiteY666" fmla="*/ 39370 h 138429"/>
                <a:gd name="connsiteX667" fmla="*/ 3331206 w 4940931"/>
                <a:gd name="connsiteY667" fmla="*/ 31750 h 138429"/>
                <a:gd name="connsiteX668" fmla="*/ 3345176 w 4940931"/>
                <a:gd name="connsiteY668" fmla="*/ 29210 h 138429"/>
                <a:gd name="connsiteX669" fmla="*/ 3060696 w 4940931"/>
                <a:gd name="connsiteY669" fmla="*/ 29210 h 138429"/>
                <a:gd name="connsiteX670" fmla="*/ 3068316 w 4940931"/>
                <a:gd name="connsiteY670" fmla="*/ 29845 h 138429"/>
                <a:gd name="connsiteX671" fmla="*/ 3074031 w 4940931"/>
                <a:gd name="connsiteY671" fmla="*/ 32385 h 138429"/>
                <a:gd name="connsiteX672" fmla="*/ 3070221 w 4940931"/>
                <a:gd name="connsiteY672" fmla="*/ 46990 h 138429"/>
                <a:gd name="connsiteX673" fmla="*/ 3068951 w 4940931"/>
                <a:gd name="connsiteY673" fmla="*/ 46990 h 138429"/>
                <a:gd name="connsiteX674" fmla="*/ 3063871 w 4940931"/>
                <a:gd name="connsiteY674" fmla="*/ 45085 h 138429"/>
                <a:gd name="connsiteX675" fmla="*/ 3057521 w 4940931"/>
                <a:gd name="connsiteY675" fmla="*/ 44450 h 138429"/>
                <a:gd name="connsiteX676" fmla="*/ 3046091 w 4940931"/>
                <a:gd name="connsiteY676" fmla="*/ 49530 h 138429"/>
                <a:gd name="connsiteX677" fmla="*/ 3042281 w 4940931"/>
                <a:gd name="connsiteY677" fmla="*/ 64770 h 138429"/>
                <a:gd name="connsiteX678" fmla="*/ 3042281 w 4940931"/>
                <a:gd name="connsiteY678" fmla="*/ 109220 h 138429"/>
                <a:gd name="connsiteX679" fmla="*/ 3027041 w 4940931"/>
                <a:gd name="connsiteY679" fmla="*/ 109220 h 138429"/>
                <a:gd name="connsiteX680" fmla="*/ 3027041 w 4940931"/>
                <a:gd name="connsiteY680" fmla="*/ 31115 h 138429"/>
                <a:gd name="connsiteX681" fmla="*/ 3042281 w 4940931"/>
                <a:gd name="connsiteY681" fmla="*/ 31115 h 138429"/>
                <a:gd name="connsiteX682" fmla="*/ 3042281 w 4940931"/>
                <a:gd name="connsiteY682" fmla="*/ 38735 h 138429"/>
                <a:gd name="connsiteX683" fmla="*/ 3045456 w 4940931"/>
                <a:gd name="connsiteY683" fmla="*/ 34925 h 138429"/>
                <a:gd name="connsiteX684" fmla="*/ 3049901 w 4940931"/>
                <a:gd name="connsiteY684" fmla="*/ 31750 h 138429"/>
                <a:gd name="connsiteX685" fmla="*/ 3054981 w 4940931"/>
                <a:gd name="connsiteY685" fmla="*/ 29845 h 138429"/>
                <a:gd name="connsiteX686" fmla="*/ 3060696 w 4940931"/>
                <a:gd name="connsiteY686" fmla="*/ 29210 h 138429"/>
                <a:gd name="connsiteX687" fmla="*/ 2978781 w 4940931"/>
                <a:gd name="connsiteY687" fmla="*/ 29210 h 138429"/>
                <a:gd name="connsiteX688" fmla="*/ 2993386 w 4940931"/>
                <a:gd name="connsiteY688" fmla="*/ 32385 h 138429"/>
                <a:gd name="connsiteX689" fmla="*/ 3003546 w 4940931"/>
                <a:gd name="connsiteY689" fmla="*/ 40640 h 138429"/>
                <a:gd name="connsiteX690" fmla="*/ 3009896 w 4940931"/>
                <a:gd name="connsiteY690" fmla="*/ 53340 h 138429"/>
                <a:gd name="connsiteX691" fmla="*/ 3011801 w 4940931"/>
                <a:gd name="connsiteY691" fmla="*/ 68580 h 138429"/>
                <a:gd name="connsiteX692" fmla="*/ 3010531 w 4940931"/>
                <a:gd name="connsiteY692" fmla="*/ 68580 h 138429"/>
                <a:gd name="connsiteX693" fmla="*/ 3010531 w 4940931"/>
                <a:gd name="connsiteY693" fmla="*/ 72390 h 138429"/>
                <a:gd name="connsiteX694" fmla="*/ 3010531 w 4940931"/>
                <a:gd name="connsiteY694" fmla="*/ 75565 h 138429"/>
                <a:gd name="connsiteX695" fmla="*/ 2959096 w 4940931"/>
                <a:gd name="connsiteY695" fmla="*/ 75565 h 138429"/>
                <a:gd name="connsiteX696" fmla="*/ 2961636 w 4940931"/>
                <a:gd name="connsiteY696" fmla="*/ 85090 h 138429"/>
                <a:gd name="connsiteX697" fmla="*/ 2966081 w 4940931"/>
                <a:gd name="connsiteY697" fmla="*/ 91440 h 138429"/>
                <a:gd name="connsiteX698" fmla="*/ 2971796 w 4940931"/>
                <a:gd name="connsiteY698" fmla="*/ 95250 h 138429"/>
                <a:gd name="connsiteX699" fmla="*/ 2978781 w 4940931"/>
                <a:gd name="connsiteY699" fmla="*/ 96520 h 138429"/>
                <a:gd name="connsiteX700" fmla="*/ 2983861 w 4940931"/>
                <a:gd name="connsiteY700" fmla="*/ 96520 h 138429"/>
                <a:gd name="connsiteX701" fmla="*/ 2988306 w 4940931"/>
                <a:gd name="connsiteY701" fmla="*/ 95250 h 138429"/>
                <a:gd name="connsiteX702" fmla="*/ 2992116 w 4940931"/>
                <a:gd name="connsiteY702" fmla="*/ 93345 h 138429"/>
                <a:gd name="connsiteX703" fmla="*/ 2996561 w 4940931"/>
                <a:gd name="connsiteY703" fmla="*/ 90805 h 138429"/>
                <a:gd name="connsiteX704" fmla="*/ 3005451 w 4940931"/>
                <a:gd name="connsiteY704" fmla="*/ 100330 h 138429"/>
                <a:gd name="connsiteX705" fmla="*/ 2999736 w 4940931"/>
                <a:gd name="connsiteY705" fmla="*/ 104775 h 138429"/>
                <a:gd name="connsiteX706" fmla="*/ 2994021 w 4940931"/>
                <a:gd name="connsiteY706" fmla="*/ 107950 h 138429"/>
                <a:gd name="connsiteX707" fmla="*/ 2987036 w 4940931"/>
                <a:gd name="connsiteY707" fmla="*/ 109855 h 138429"/>
                <a:gd name="connsiteX708" fmla="*/ 2978146 w 4940931"/>
                <a:gd name="connsiteY708" fmla="*/ 110490 h 138429"/>
                <a:gd name="connsiteX709" fmla="*/ 2968621 w 4940931"/>
                <a:gd name="connsiteY709" fmla="*/ 109220 h 138429"/>
                <a:gd name="connsiteX710" fmla="*/ 2961001 w 4940931"/>
                <a:gd name="connsiteY710" fmla="*/ 105410 h 138429"/>
                <a:gd name="connsiteX711" fmla="*/ 2954651 w 4940931"/>
                <a:gd name="connsiteY711" fmla="*/ 100330 h 138429"/>
                <a:gd name="connsiteX712" fmla="*/ 2949571 w 4940931"/>
                <a:gd name="connsiteY712" fmla="*/ 92710 h 138429"/>
                <a:gd name="connsiteX713" fmla="*/ 2945761 w 4940931"/>
                <a:gd name="connsiteY713" fmla="*/ 82550 h 138429"/>
                <a:gd name="connsiteX714" fmla="*/ 2944491 w 4940931"/>
                <a:gd name="connsiteY714" fmla="*/ 69850 h 138429"/>
                <a:gd name="connsiteX715" fmla="*/ 2947031 w 4940931"/>
                <a:gd name="connsiteY715" fmla="*/ 52070 h 138429"/>
                <a:gd name="connsiteX716" fmla="*/ 2954016 w 4940931"/>
                <a:gd name="connsiteY716" fmla="*/ 39370 h 138429"/>
                <a:gd name="connsiteX717" fmla="*/ 2964811 w 4940931"/>
                <a:gd name="connsiteY717" fmla="*/ 31750 h 138429"/>
                <a:gd name="connsiteX718" fmla="*/ 2978781 w 4940931"/>
                <a:gd name="connsiteY718" fmla="*/ 29210 h 138429"/>
                <a:gd name="connsiteX719" fmla="*/ 2798440 w 4940931"/>
                <a:gd name="connsiteY719" fmla="*/ 29210 h 138429"/>
                <a:gd name="connsiteX720" fmla="*/ 2813045 w 4940931"/>
                <a:gd name="connsiteY720" fmla="*/ 31750 h 138429"/>
                <a:gd name="connsiteX721" fmla="*/ 2825110 w 4940931"/>
                <a:gd name="connsiteY721" fmla="*/ 38100 h 138429"/>
                <a:gd name="connsiteX722" fmla="*/ 2827015 w 4940931"/>
                <a:gd name="connsiteY722" fmla="*/ 38100 h 138429"/>
                <a:gd name="connsiteX723" fmla="*/ 2820030 w 4940931"/>
                <a:gd name="connsiteY723" fmla="*/ 50165 h 138429"/>
                <a:gd name="connsiteX724" fmla="*/ 2810505 w 4940931"/>
                <a:gd name="connsiteY724" fmla="*/ 45085 h 138429"/>
                <a:gd name="connsiteX725" fmla="*/ 2799710 w 4940931"/>
                <a:gd name="connsiteY725" fmla="*/ 43180 h 138429"/>
                <a:gd name="connsiteX726" fmla="*/ 2791455 w 4940931"/>
                <a:gd name="connsiteY726" fmla="*/ 45085 h 138429"/>
                <a:gd name="connsiteX727" fmla="*/ 2788915 w 4940931"/>
                <a:gd name="connsiteY727" fmla="*/ 50165 h 138429"/>
                <a:gd name="connsiteX728" fmla="*/ 2788915 w 4940931"/>
                <a:gd name="connsiteY728" fmla="*/ 52705 h 138429"/>
                <a:gd name="connsiteX729" fmla="*/ 2790820 w 4940931"/>
                <a:gd name="connsiteY729" fmla="*/ 55245 h 138429"/>
                <a:gd name="connsiteX730" fmla="*/ 2795265 w 4940931"/>
                <a:gd name="connsiteY730" fmla="*/ 57785 h 138429"/>
                <a:gd name="connsiteX731" fmla="*/ 2802250 w 4940931"/>
                <a:gd name="connsiteY731" fmla="*/ 60960 h 138429"/>
                <a:gd name="connsiteX732" fmla="*/ 2813680 w 4940931"/>
                <a:gd name="connsiteY732" fmla="*/ 66040 h 138429"/>
                <a:gd name="connsiteX733" fmla="*/ 2821935 w 4940931"/>
                <a:gd name="connsiteY733" fmla="*/ 71120 h 138429"/>
                <a:gd name="connsiteX734" fmla="*/ 2827015 w 4940931"/>
                <a:gd name="connsiteY734" fmla="*/ 78105 h 138429"/>
                <a:gd name="connsiteX735" fmla="*/ 2828920 w 4940931"/>
                <a:gd name="connsiteY735" fmla="*/ 87630 h 138429"/>
                <a:gd name="connsiteX736" fmla="*/ 2826380 w 4940931"/>
                <a:gd name="connsiteY736" fmla="*/ 98425 h 138429"/>
                <a:gd name="connsiteX737" fmla="*/ 2820030 w 4940931"/>
                <a:gd name="connsiteY737" fmla="*/ 105410 h 138429"/>
                <a:gd name="connsiteX738" fmla="*/ 2810505 w 4940931"/>
                <a:gd name="connsiteY738" fmla="*/ 109220 h 138429"/>
                <a:gd name="connsiteX739" fmla="*/ 2799710 w 4940931"/>
                <a:gd name="connsiteY739" fmla="*/ 110490 h 138429"/>
                <a:gd name="connsiteX740" fmla="*/ 2783835 w 4940931"/>
                <a:gd name="connsiteY740" fmla="*/ 107950 h 138429"/>
                <a:gd name="connsiteX741" fmla="*/ 2769230 w 4940931"/>
                <a:gd name="connsiteY741" fmla="*/ 100965 h 138429"/>
                <a:gd name="connsiteX742" fmla="*/ 2776215 w 4940931"/>
                <a:gd name="connsiteY742" fmla="*/ 89535 h 138429"/>
                <a:gd name="connsiteX743" fmla="*/ 2787645 w 4940931"/>
                <a:gd name="connsiteY743" fmla="*/ 95250 h 138429"/>
                <a:gd name="connsiteX744" fmla="*/ 2799075 w 4940931"/>
                <a:gd name="connsiteY744" fmla="*/ 97155 h 138429"/>
                <a:gd name="connsiteX745" fmla="*/ 2809870 w 4940931"/>
                <a:gd name="connsiteY745" fmla="*/ 94615 h 138429"/>
                <a:gd name="connsiteX746" fmla="*/ 2813045 w 4940931"/>
                <a:gd name="connsiteY746" fmla="*/ 88265 h 138429"/>
                <a:gd name="connsiteX747" fmla="*/ 2811775 w 4940931"/>
                <a:gd name="connsiteY747" fmla="*/ 84455 h 138429"/>
                <a:gd name="connsiteX748" fmla="*/ 2807965 w 4940931"/>
                <a:gd name="connsiteY748" fmla="*/ 81280 h 138429"/>
                <a:gd name="connsiteX749" fmla="*/ 2802250 w 4940931"/>
                <a:gd name="connsiteY749" fmla="*/ 78105 h 138429"/>
                <a:gd name="connsiteX750" fmla="*/ 2794630 w 4940931"/>
                <a:gd name="connsiteY750" fmla="*/ 74930 h 138429"/>
                <a:gd name="connsiteX751" fmla="*/ 2783835 w 4940931"/>
                <a:gd name="connsiteY751" fmla="*/ 69850 h 138429"/>
                <a:gd name="connsiteX752" fmla="*/ 2776850 w 4940931"/>
                <a:gd name="connsiteY752" fmla="*/ 64770 h 138429"/>
                <a:gd name="connsiteX753" fmla="*/ 2773040 w 4940931"/>
                <a:gd name="connsiteY753" fmla="*/ 58420 h 138429"/>
                <a:gd name="connsiteX754" fmla="*/ 2771770 w 4940931"/>
                <a:gd name="connsiteY754" fmla="*/ 50165 h 138429"/>
                <a:gd name="connsiteX755" fmla="*/ 2773675 w 4940931"/>
                <a:gd name="connsiteY755" fmla="*/ 40640 h 138429"/>
                <a:gd name="connsiteX756" fmla="*/ 2779390 w 4940931"/>
                <a:gd name="connsiteY756" fmla="*/ 34290 h 138429"/>
                <a:gd name="connsiteX757" fmla="*/ 2787645 w 4940931"/>
                <a:gd name="connsiteY757" fmla="*/ 30480 h 138429"/>
                <a:gd name="connsiteX758" fmla="*/ 2798440 w 4940931"/>
                <a:gd name="connsiteY758" fmla="*/ 29210 h 138429"/>
                <a:gd name="connsiteX759" fmla="*/ 2723510 w 4940931"/>
                <a:gd name="connsiteY759" fmla="*/ 29210 h 138429"/>
                <a:gd name="connsiteX760" fmla="*/ 2729225 w 4940931"/>
                <a:gd name="connsiteY760" fmla="*/ 29210 h 138429"/>
                <a:gd name="connsiteX761" fmla="*/ 2741290 w 4940931"/>
                <a:gd name="connsiteY761" fmla="*/ 31750 h 138429"/>
                <a:gd name="connsiteX762" fmla="*/ 2750180 w 4940931"/>
                <a:gd name="connsiteY762" fmla="*/ 38100 h 138429"/>
                <a:gd name="connsiteX763" fmla="*/ 2755260 w 4940931"/>
                <a:gd name="connsiteY763" fmla="*/ 48895 h 138429"/>
                <a:gd name="connsiteX764" fmla="*/ 2757165 w 4940931"/>
                <a:gd name="connsiteY764" fmla="*/ 64135 h 138429"/>
                <a:gd name="connsiteX765" fmla="*/ 2757165 w 4940931"/>
                <a:gd name="connsiteY765" fmla="*/ 108585 h 138429"/>
                <a:gd name="connsiteX766" fmla="*/ 2741925 w 4940931"/>
                <a:gd name="connsiteY766" fmla="*/ 108585 h 138429"/>
                <a:gd name="connsiteX767" fmla="*/ 2741290 w 4940931"/>
                <a:gd name="connsiteY767" fmla="*/ 108585 h 138429"/>
                <a:gd name="connsiteX768" fmla="*/ 2741290 w 4940931"/>
                <a:gd name="connsiteY768" fmla="*/ 64770 h 138429"/>
                <a:gd name="connsiteX769" fmla="*/ 2737480 w 4940931"/>
                <a:gd name="connsiteY769" fmla="*/ 48895 h 138429"/>
                <a:gd name="connsiteX770" fmla="*/ 2725415 w 4940931"/>
                <a:gd name="connsiteY770" fmla="*/ 43180 h 138429"/>
                <a:gd name="connsiteX771" fmla="*/ 2718430 w 4940931"/>
                <a:gd name="connsiteY771" fmla="*/ 44450 h 138429"/>
                <a:gd name="connsiteX772" fmla="*/ 2713350 w 4940931"/>
                <a:gd name="connsiteY772" fmla="*/ 48260 h 138429"/>
                <a:gd name="connsiteX773" fmla="*/ 2710175 w 4940931"/>
                <a:gd name="connsiteY773" fmla="*/ 54610 h 138429"/>
                <a:gd name="connsiteX774" fmla="*/ 2709540 w 4940931"/>
                <a:gd name="connsiteY774" fmla="*/ 62865 h 138429"/>
                <a:gd name="connsiteX775" fmla="*/ 2709540 w 4940931"/>
                <a:gd name="connsiteY775" fmla="*/ 108585 h 138429"/>
                <a:gd name="connsiteX776" fmla="*/ 2694300 w 4940931"/>
                <a:gd name="connsiteY776" fmla="*/ 108585 h 138429"/>
                <a:gd name="connsiteX777" fmla="*/ 2694300 w 4940931"/>
                <a:gd name="connsiteY777" fmla="*/ 30480 h 138429"/>
                <a:gd name="connsiteX778" fmla="*/ 2709540 w 4940931"/>
                <a:gd name="connsiteY778" fmla="*/ 30480 h 138429"/>
                <a:gd name="connsiteX779" fmla="*/ 2709540 w 4940931"/>
                <a:gd name="connsiteY779" fmla="*/ 38100 h 138429"/>
                <a:gd name="connsiteX780" fmla="*/ 2713350 w 4940931"/>
                <a:gd name="connsiteY780" fmla="*/ 34290 h 138429"/>
                <a:gd name="connsiteX781" fmla="*/ 2717795 w 4940931"/>
                <a:gd name="connsiteY781" fmla="*/ 31115 h 138429"/>
                <a:gd name="connsiteX782" fmla="*/ 2723510 w 4940931"/>
                <a:gd name="connsiteY782" fmla="*/ 29210 h 138429"/>
                <a:gd name="connsiteX783" fmla="*/ 2530470 w 4940931"/>
                <a:gd name="connsiteY783" fmla="*/ 29210 h 138429"/>
                <a:gd name="connsiteX784" fmla="*/ 2545075 w 4940931"/>
                <a:gd name="connsiteY784" fmla="*/ 32385 h 138429"/>
                <a:gd name="connsiteX785" fmla="*/ 2555235 w 4940931"/>
                <a:gd name="connsiteY785" fmla="*/ 40640 h 138429"/>
                <a:gd name="connsiteX786" fmla="*/ 2561585 w 4940931"/>
                <a:gd name="connsiteY786" fmla="*/ 53340 h 138429"/>
                <a:gd name="connsiteX787" fmla="*/ 2563490 w 4940931"/>
                <a:gd name="connsiteY787" fmla="*/ 68580 h 138429"/>
                <a:gd name="connsiteX788" fmla="*/ 2562220 w 4940931"/>
                <a:gd name="connsiteY788" fmla="*/ 68580 h 138429"/>
                <a:gd name="connsiteX789" fmla="*/ 2562220 w 4940931"/>
                <a:gd name="connsiteY789" fmla="*/ 72390 h 138429"/>
                <a:gd name="connsiteX790" fmla="*/ 2562220 w 4940931"/>
                <a:gd name="connsiteY790" fmla="*/ 75565 h 138429"/>
                <a:gd name="connsiteX791" fmla="*/ 2510785 w 4940931"/>
                <a:gd name="connsiteY791" fmla="*/ 75565 h 138429"/>
                <a:gd name="connsiteX792" fmla="*/ 2513325 w 4940931"/>
                <a:gd name="connsiteY792" fmla="*/ 85090 h 138429"/>
                <a:gd name="connsiteX793" fmla="*/ 2517770 w 4940931"/>
                <a:gd name="connsiteY793" fmla="*/ 91440 h 138429"/>
                <a:gd name="connsiteX794" fmla="*/ 2523485 w 4940931"/>
                <a:gd name="connsiteY794" fmla="*/ 95250 h 138429"/>
                <a:gd name="connsiteX795" fmla="*/ 2530470 w 4940931"/>
                <a:gd name="connsiteY795" fmla="*/ 96520 h 138429"/>
                <a:gd name="connsiteX796" fmla="*/ 2535550 w 4940931"/>
                <a:gd name="connsiteY796" fmla="*/ 96520 h 138429"/>
                <a:gd name="connsiteX797" fmla="*/ 2539995 w 4940931"/>
                <a:gd name="connsiteY797" fmla="*/ 95250 h 138429"/>
                <a:gd name="connsiteX798" fmla="*/ 2543805 w 4940931"/>
                <a:gd name="connsiteY798" fmla="*/ 93345 h 138429"/>
                <a:gd name="connsiteX799" fmla="*/ 2548250 w 4940931"/>
                <a:gd name="connsiteY799" fmla="*/ 90805 h 138429"/>
                <a:gd name="connsiteX800" fmla="*/ 2557140 w 4940931"/>
                <a:gd name="connsiteY800" fmla="*/ 100330 h 138429"/>
                <a:gd name="connsiteX801" fmla="*/ 2551425 w 4940931"/>
                <a:gd name="connsiteY801" fmla="*/ 104775 h 138429"/>
                <a:gd name="connsiteX802" fmla="*/ 2545710 w 4940931"/>
                <a:gd name="connsiteY802" fmla="*/ 107950 h 138429"/>
                <a:gd name="connsiteX803" fmla="*/ 2538725 w 4940931"/>
                <a:gd name="connsiteY803" fmla="*/ 109855 h 138429"/>
                <a:gd name="connsiteX804" fmla="*/ 2529835 w 4940931"/>
                <a:gd name="connsiteY804" fmla="*/ 110490 h 138429"/>
                <a:gd name="connsiteX805" fmla="*/ 2520310 w 4940931"/>
                <a:gd name="connsiteY805" fmla="*/ 109220 h 138429"/>
                <a:gd name="connsiteX806" fmla="*/ 2512690 w 4940931"/>
                <a:gd name="connsiteY806" fmla="*/ 105410 h 138429"/>
                <a:gd name="connsiteX807" fmla="*/ 2506340 w 4940931"/>
                <a:gd name="connsiteY807" fmla="*/ 100330 h 138429"/>
                <a:gd name="connsiteX808" fmla="*/ 2501260 w 4940931"/>
                <a:gd name="connsiteY808" fmla="*/ 92710 h 138429"/>
                <a:gd name="connsiteX809" fmla="*/ 2497450 w 4940931"/>
                <a:gd name="connsiteY809" fmla="*/ 82550 h 138429"/>
                <a:gd name="connsiteX810" fmla="*/ 2496180 w 4940931"/>
                <a:gd name="connsiteY810" fmla="*/ 69850 h 138429"/>
                <a:gd name="connsiteX811" fmla="*/ 2498720 w 4940931"/>
                <a:gd name="connsiteY811" fmla="*/ 52070 h 138429"/>
                <a:gd name="connsiteX812" fmla="*/ 2505705 w 4940931"/>
                <a:gd name="connsiteY812" fmla="*/ 39370 h 138429"/>
                <a:gd name="connsiteX813" fmla="*/ 2516500 w 4940931"/>
                <a:gd name="connsiteY813" fmla="*/ 31750 h 138429"/>
                <a:gd name="connsiteX814" fmla="*/ 2530470 w 4940931"/>
                <a:gd name="connsiteY814" fmla="*/ 29210 h 138429"/>
                <a:gd name="connsiteX815" fmla="*/ 2298061 w 4940931"/>
                <a:gd name="connsiteY815" fmla="*/ 29210 h 138429"/>
                <a:gd name="connsiteX816" fmla="*/ 2305681 w 4940931"/>
                <a:gd name="connsiteY816" fmla="*/ 29845 h 138429"/>
                <a:gd name="connsiteX817" fmla="*/ 2311396 w 4940931"/>
                <a:gd name="connsiteY817" fmla="*/ 32385 h 138429"/>
                <a:gd name="connsiteX818" fmla="*/ 2307586 w 4940931"/>
                <a:gd name="connsiteY818" fmla="*/ 46990 h 138429"/>
                <a:gd name="connsiteX819" fmla="*/ 2306316 w 4940931"/>
                <a:gd name="connsiteY819" fmla="*/ 46990 h 138429"/>
                <a:gd name="connsiteX820" fmla="*/ 2301236 w 4940931"/>
                <a:gd name="connsiteY820" fmla="*/ 45085 h 138429"/>
                <a:gd name="connsiteX821" fmla="*/ 2294886 w 4940931"/>
                <a:gd name="connsiteY821" fmla="*/ 44450 h 138429"/>
                <a:gd name="connsiteX822" fmla="*/ 2283456 w 4940931"/>
                <a:gd name="connsiteY822" fmla="*/ 49530 h 138429"/>
                <a:gd name="connsiteX823" fmla="*/ 2279646 w 4940931"/>
                <a:gd name="connsiteY823" fmla="*/ 64770 h 138429"/>
                <a:gd name="connsiteX824" fmla="*/ 2279646 w 4940931"/>
                <a:gd name="connsiteY824" fmla="*/ 109220 h 138429"/>
                <a:gd name="connsiteX825" fmla="*/ 2264406 w 4940931"/>
                <a:gd name="connsiteY825" fmla="*/ 109220 h 138429"/>
                <a:gd name="connsiteX826" fmla="*/ 2264406 w 4940931"/>
                <a:gd name="connsiteY826" fmla="*/ 31115 h 138429"/>
                <a:gd name="connsiteX827" fmla="*/ 2279646 w 4940931"/>
                <a:gd name="connsiteY827" fmla="*/ 31115 h 138429"/>
                <a:gd name="connsiteX828" fmla="*/ 2279646 w 4940931"/>
                <a:gd name="connsiteY828" fmla="*/ 38735 h 138429"/>
                <a:gd name="connsiteX829" fmla="*/ 2282821 w 4940931"/>
                <a:gd name="connsiteY829" fmla="*/ 34925 h 138429"/>
                <a:gd name="connsiteX830" fmla="*/ 2287266 w 4940931"/>
                <a:gd name="connsiteY830" fmla="*/ 31750 h 138429"/>
                <a:gd name="connsiteX831" fmla="*/ 2292346 w 4940931"/>
                <a:gd name="connsiteY831" fmla="*/ 29845 h 138429"/>
                <a:gd name="connsiteX832" fmla="*/ 2298061 w 4940931"/>
                <a:gd name="connsiteY832" fmla="*/ 29210 h 138429"/>
                <a:gd name="connsiteX833" fmla="*/ 2216145 w 4940931"/>
                <a:gd name="connsiteY833" fmla="*/ 29210 h 138429"/>
                <a:gd name="connsiteX834" fmla="*/ 2230750 w 4940931"/>
                <a:gd name="connsiteY834" fmla="*/ 32385 h 138429"/>
                <a:gd name="connsiteX835" fmla="*/ 2240910 w 4940931"/>
                <a:gd name="connsiteY835" fmla="*/ 40640 h 138429"/>
                <a:gd name="connsiteX836" fmla="*/ 2247260 w 4940931"/>
                <a:gd name="connsiteY836" fmla="*/ 53340 h 138429"/>
                <a:gd name="connsiteX837" fmla="*/ 2249165 w 4940931"/>
                <a:gd name="connsiteY837" fmla="*/ 68580 h 138429"/>
                <a:gd name="connsiteX838" fmla="*/ 2247895 w 4940931"/>
                <a:gd name="connsiteY838" fmla="*/ 68580 h 138429"/>
                <a:gd name="connsiteX839" fmla="*/ 2247895 w 4940931"/>
                <a:gd name="connsiteY839" fmla="*/ 72390 h 138429"/>
                <a:gd name="connsiteX840" fmla="*/ 2247895 w 4940931"/>
                <a:gd name="connsiteY840" fmla="*/ 75565 h 138429"/>
                <a:gd name="connsiteX841" fmla="*/ 2196460 w 4940931"/>
                <a:gd name="connsiteY841" fmla="*/ 75565 h 138429"/>
                <a:gd name="connsiteX842" fmla="*/ 2199000 w 4940931"/>
                <a:gd name="connsiteY842" fmla="*/ 85090 h 138429"/>
                <a:gd name="connsiteX843" fmla="*/ 2203445 w 4940931"/>
                <a:gd name="connsiteY843" fmla="*/ 91440 h 138429"/>
                <a:gd name="connsiteX844" fmla="*/ 2209160 w 4940931"/>
                <a:gd name="connsiteY844" fmla="*/ 95250 h 138429"/>
                <a:gd name="connsiteX845" fmla="*/ 2216145 w 4940931"/>
                <a:gd name="connsiteY845" fmla="*/ 96520 h 138429"/>
                <a:gd name="connsiteX846" fmla="*/ 2221225 w 4940931"/>
                <a:gd name="connsiteY846" fmla="*/ 96520 h 138429"/>
                <a:gd name="connsiteX847" fmla="*/ 2225670 w 4940931"/>
                <a:gd name="connsiteY847" fmla="*/ 95250 h 138429"/>
                <a:gd name="connsiteX848" fmla="*/ 2229480 w 4940931"/>
                <a:gd name="connsiteY848" fmla="*/ 93345 h 138429"/>
                <a:gd name="connsiteX849" fmla="*/ 2233925 w 4940931"/>
                <a:gd name="connsiteY849" fmla="*/ 90805 h 138429"/>
                <a:gd name="connsiteX850" fmla="*/ 2242815 w 4940931"/>
                <a:gd name="connsiteY850" fmla="*/ 100330 h 138429"/>
                <a:gd name="connsiteX851" fmla="*/ 2237100 w 4940931"/>
                <a:gd name="connsiteY851" fmla="*/ 104775 h 138429"/>
                <a:gd name="connsiteX852" fmla="*/ 2231385 w 4940931"/>
                <a:gd name="connsiteY852" fmla="*/ 107950 h 138429"/>
                <a:gd name="connsiteX853" fmla="*/ 2224400 w 4940931"/>
                <a:gd name="connsiteY853" fmla="*/ 109855 h 138429"/>
                <a:gd name="connsiteX854" fmla="*/ 2215510 w 4940931"/>
                <a:gd name="connsiteY854" fmla="*/ 110490 h 138429"/>
                <a:gd name="connsiteX855" fmla="*/ 2205985 w 4940931"/>
                <a:gd name="connsiteY855" fmla="*/ 109220 h 138429"/>
                <a:gd name="connsiteX856" fmla="*/ 2198365 w 4940931"/>
                <a:gd name="connsiteY856" fmla="*/ 105410 h 138429"/>
                <a:gd name="connsiteX857" fmla="*/ 2192015 w 4940931"/>
                <a:gd name="connsiteY857" fmla="*/ 100330 h 138429"/>
                <a:gd name="connsiteX858" fmla="*/ 2186935 w 4940931"/>
                <a:gd name="connsiteY858" fmla="*/ 92710 h 138429"/>
                <a:gd name="connsiteX859" fmla="*/ 2183125 w 4940931"/>
                <a:gd name="connsiteY859" fmla="*/ 82550 h 138429"/>
                <a:gd name="connsiteX860" fmla="*/ 2181855 w 4940931"/>
                <a:gd name="connsiteY860" fmla="*/ 69850 h 138429"/>
                <a:gd name="connsiteX861" fmla="*/ 2184395 w 4940931"/>
                <a:gd name="connsiteY861" fmla="*/ 52070 h 138429"/>
                <a:gd name="connsiteX862" fmla="*/ 2191380 w 4940931"/>
                <a:gd name="connsiteY862" fmla="*/ 39370 h 138429"/>
                <a:gd name="connsiteX863" fmla="*/ 2202175 w 4940931"/>
                <a:gd name="connsiteY863" fmla="*/ 31750 h 138429"/>
                <a:gd name="connsiteX864" fmla="*/ 2216145 w 4940931"/>
                <a:gd name="connsiteY864" fmla="*/ 29210 h 138429"/>
                <a:gd name="connsiteX865" fmla="*/ 2029456 w 4940931"/>
                <a:gd name="connsiteY865" fmla="*/ 29210 h 138429"/>
                <a:gd name="connsiteX866" fmla="*/ 2044061 w 4940931"/>
                <a:gd name="connsiteY866" fmla="*/ 32385 h 138429"/>
                <a:gd name="connsiteX867" fmla="*/ 2054221 w 4940931"/>
                <a:gd name="connsiteY867" fmla="*/ 40640 h 138429"/>
                <a:gd name="connsiteX868" fmla="*/ 2060571 w 4940931"/>
                <a:gd name="connsiteY868" fmla="*/ 53340 h 138429"/>
                <a:gd name="connsiteX869" fmla="*/ 2062476 w 4940931"/>
                <a:gd name="connsiteY869" fmla="*/ 68580 h 138429"/>
                <a:gd name="connsiteX870" fmla="*/ 2061206 w 4940931"/>
                <a:gd name="connsiteY870" fmla="*/ 68580 h 138429"/>
                <a:gd name="connsiteX871" fmla="*/ 2061206 w 4940931"/>
                <a:gd name="connsiteY871" fmla="*/ 72390 h 138429"/>
                <a:gd name="connsiteX872" fmla="*/ 2061206 w 4940931"/>
                <a:gd name="connsiteY872" fmla="*/ 75565 h 138429"/>
                <a:gd name="connsiteX873" fmla="*/ 2009771 w 4940931"/>
                <a:gd name="connsiteY873" fmla="*/ 75565 h 138429"/>
                <a:gd name="connsiteX874" fmla="*/ 2012311 w 4940931"/>
                <a:gd name="connsiteY874" fmla="*/ 85090 h 138429"/>
                <a:gd name="connsiteX875" fmla="*/ 2016756 w 4940931"/>
                <a:gd name="connsiteY875" fmla="*/ 91440 h 138429"/>
                <a:gd name="connsiteX876" fmla="*/ 2022471 w 4940931"/>
                <a:gd name="connsiteY876" fmla="*/ 95250 h 138429"/>
                <a:gd name="connsiteX877" fmla="*/ 2029456 w 4940931"/>
                <a:gd name="connsiteY877" fmla="*/ 96520 h 138429"/>
                <a:gd name="connsiteX878" fmla="*/ 2034536 w 4940931"/>
                <a:gd name="connsiteY878" fmla="*/ 96520 h 138429"/>
                <a:gd name="connsiteX879" fmla="*/ 2038981 w 4940931"/>
                <a:gd name="connsiteY879" fmla="*/ 95250 h 138429"/>
                <a:gd name="connsiteX880" fmla="*/ 2042791 w 4940931"/>
                <a:gd name="connsiteY880" fmla="*/ 93345 h 138429"/>
                <a:gd name="connsiteX881" fmla="*/ 2047236 w 4940931"/>
                <a:gd name="connsiteY881" fmla="*/ 90805 h 138429"/>
                <a:gd name="connsiteX882" fmla="*/ 2056126 w 4940931"/>
                <a:gd name="connsiteY882" fmla="*/ 100330 h 138429"/>
                <a:gd name="connsiteX883" fmla="*/ 2050411 w 4940931"/>
                <a:gd name="connsiteY883" fmla="*/ 104775 h 138429"/>
                <a:gd name="connsiteX884" fmla="*/ 2044696 w 4940931"/>
                <a:gd name="connsiteY884" fmla="*/ 107950 h 138429"/>
                <a:gd name="connsiteX885" fmla="*/ 2037711 w 4940931"/>
                <a:gd name="connsiteY885" fmla="*/ 109855 h 138429"/>
                <a:gd name="connsiteX886" fmla="*/ 2028821 w 4940931"/>
                <a:gd name="connsiteY886" fmla="*/ 110490 h 138429"/>
                <a:gd name="connsiteX887" fmla="*/ 2019296 w 4940931"/>
                <a:gd name="connsiteY887" fmla="*/ 109220 h 138429"/>
                <a:gd name="connsiteX888" fmla="*/ 2011676 w 4940931"/>
                <a:gd name="connsiteY888" fmla="*/ 105410 h 138429"/>
                <a:gd name="connsiteX889" fmla="*/ 2005326 w 4940931"/>
                <a:gd name="connsiteY889" fmla="*/ 100330 h 138429"/>
                <a:gd name="connsiteX890" fmla="*/ 2000246 w 4940931"/>
                <a:gd name="connsiteY890" fmla="*/ 92710 h 138429"/>
                <a:gd name="connsiteX891" fmla="*/ 1996436 w 4940931"/>
                <a:gd name="connsiteY891" fmla="*/ 82550 h 138429"/>
                <a:gd name="connsiteX892" fmla="*/ 1995166 w 4940931"/>
                <a:gd name="connsiteY892" fmla="*/ 69850 h 138429"/>
                <a:gd name="connsiteX893" fmla="*/ 1997706 w 4940931"/>
                <a:gd name="connsiteY893" fmla="*/ 52070 h 138429"/>
                <a:gd name="connsiteX894" fmla="*/ 2004691 w 4940931"/>
                <a:gd name="connsiteY894" fmla="*/ 39370 h 138429"/>
                <a:gd name="connsiteX895" fmla="*/ 2015486 w 4940931"/>
                <a:gd name="connsiteY895" fmla="*/ 31750 h 138429"/>
                <a:gd name="connsiteX896" fmla="*/ 2029456 w 4940931"/>
                <a:gd name="connsiteY896" fmla="*/ 29210 h 138429"/>
                <a:gd name="connsiteX897" fmla="*/ 1831336 w 4940931"/>
                <a:gd name="connsiteY897" fmla="*/ 29210 h 138429"/>
                <a:gd name="connsiteX898" fmla="*/ 1845941 w 4940931"/>
                <a:gd name="connsiteY898" fmla="*/ 32385 h 138429"/>
                <a:gd name="connsiteX899" fmla="*/ 1856101 w 4940931"/>
                <a:gd name="connsiteY899" fmla="*/ 40640 h 138429"/>
                <a:gd name="connsiteX900" fmla="*/ 1862451 w 4940931"/>
                <a:gd name="connsiteY900" fmla="*/ 53340 h 138429"/>
                <a:gd name="connsiteX901" fmla="*/ 1864356 w 4940931"/>
                <a:gd name="connsiteY901" fmla="*/ 68580 h 138429"/>
                <a:gd name="connsiteX902" fmla="*/ 1863086 w 4940931"/>
                <a:gd name="connsiteY902" fmla="*/ 68580 h 138429"/>
                <a:gd name="connsiteX903" fmla="*/ 1863086 w 4940931"/>
                <a:gd name="connsiteY903" fmla="*/ 72390 h 138429"/>
                <a:gd name="connsiteX904" fmla="*/ 1863086 w 4940931"/>
                <a:gd name="connsiteY904" fmla="*/ 75565 h 138429"/>
                <a:gd name="connsiteX905" fmla="*/ 1811651 w 4940931"/>
                <a:gd name="connsiteY905" fmla="*/ 75565 h 138429"/>
                <a:gd name="connsiteX906" fmla="*/ 1814191 w 4940931"/>
                <a:gd name="connsiteY906" fmla="*/ 85090 h 138429"/>
                <a:gd name="connsiteX907" fmla="*/ 1818636 w 4940931"/>
                <a:gd name="connsiteY907" fmla="*/ 91440 h 138429"/>
                <a:gd name="connsiteX908" fmla="*/ 1824351 w 4940931"/>
                <a:gd name="connsiteY908" fmla="*/ 95250 h 138429"/>
                <a:gd name="connsiteX909" fmla="*/ 1831336 w 4940931"/>
                <a:gd name="connsiteY909" fmla="*/ 96520 h 138429"/>
                <a:gd name="connsiteX910" fmla="*/ 1836416 w 4940931"/>
                <a:gd name="connsiteY910" fmla="*/ 96520 h 138429"/>
                <a:gd name="connsiteX911" fmla="*/ 1840861 w 4940931"/>
                <a:gd name="connsiteY911" fmla="*/ 95250 h 138429"/>
                <a:gd name="connsiteX912" fmla="*/ 1844671 w 4940931"/>
                <a:gd name="connsiteY912" fmla="*/ 93345 h 138429"/>
                <a:gd name="connsiteX913" fmla="*/ 1849116 w 4940931"/>
                <a:gd name="connsiteY913" fmla="*/ 90805 h 138429"/>
                <a:gd name="connsiteX914" fmla="*/ 1858006 w 4940931"/>
                <a:gd name="connsiteY914" fmla="*/ 100330 h 138429"/>
                <a:gd name="connsiteX915" fmla="*/ 1852291 w 4940931"/>
                <a:gd name="connsiteY915" fmla="*/ 104775 h 138429"/>
                <a:gd name="connsiteX916" fmla="*/ 1846576 w 4940931"/>
                <a:gd name="connsiteY916" fmla="*/ 107950 h 138429"/>
                <a:gd name="connsiteX917" fmla="*/ 1839591 w 4940931"/>
                <a:gd name="connsiteY917" fmla="*/ 109855 h 138429"/>
                <a:gd name="connsiteX918" fmla="*/ 1830701 w 4940931"/>
                <a:gd name="connsiteY918" fmla="*/ 110490 h 138429"/>
                <a:gd name="connsiteX919" fmla="*/ 1821176 w 4940931"/>
                <a:gd name="connsiteY919" fmla="*/ 109220 h 138429"/>
                <a:gd name="connsiteX920" fmla="*/ 1813556 w 4940931"/>
                <a:gd name="connsiteY920" fmla="*/ 105410 h 138429"/>
                <a:gd name="connsiteX921" fmla="*/ 1807206 w 4940931"/>
                <a:gd name="connsiteY921" fmla="*/ 100330 h 138429"/>
                <a:gd name="connsiteX922" fmla="*/ 1802126 w 4940931"/>
                <a:gd name="connsiteY922" fmla="*/ 92710 h 138429"/>
                <a:gd name="connsiteX923" fmla="*/ 1798316 w 4940931"/>
                <a:gd name="connsiteY923" fmla="*/ 82550 h 138429"/>
                <a:gd name="connsiteX924" fmla="*/ 1797046 w 4940931"/>
                <a:gd name="connsiteY924" fmla="*/ 69850 h 138429"/>
                <a:gd name="connsiteX925" fmla="*/ 1799586 w 4940931"/>
                <a:gd name="connsiteY925" fmla="*/ 52070 h 138429"/>
                <a:gd name="connsiteX926" fmla="*/ 1806571 w 4940931"/>
                <a:gd name="connsiteY926" fmla="*/ 39370 h 138429"/>
                <a:gd name="connsiteX927" fmla="*/ 1817366 w 4940931"/>
                <a:gd name="connsiteY927" fmla="*/ 31750 h 138429"/>
                <a:gd name="connsiteX928" fmla="*/ 1831336 w 4940931"/>
                <a:gd name="connsiteY928" fmla="*/ 29210 h 138429"/>
                <a:gd name="connsiteX929" fmla="*/ 1501140 w 4940931"/>
                <a:gd name="connsiteY929" fmla="*/ 29210 h 138429"/>
                <a:gd name="connsiteX930" fmla="*/ 1506856 w 4940931"/>
                <a:gd name="connsiteY930" fmla="*/ 29210 h 138429"/>
                <a:gd name="connsiteX931" fmla="*/ 1518920 w 4940931"/>
                <a:gd name="connsiteY931" fmla="*/ 31750 h 138429"/>
                <a:gd name="connsiteX932" fmla="*/ 1527811 w 4940931"/>
                <a:gd name="connsiteY932" fmla="*/ 38100 h 138429"/>
                <a:gd name="connsiteX933" fmla="*/ 1532891 w 4940931"/>
                <a:gd name="connsiteY933" fmla="*/ 48895 h 138429"/>
                <a:gd name="connsiteX934" fmla="*/ 1534796 w 4940931"/>
                <a:gd name="connsiteY934" fmla="*/ 64135 h 138429"/>
                <a:gd name="connsiteX935" fmla="*/ 1534796 w 4940931"/>
                <a:gd name="connsiteY935" fmla="*/ 108585 h 138429"/>
                <a:gd name="connsiteX936" fmla="*/ 1519556 w 4940931"/>
                <a:gd name="connsiteY936" fmla="*/ 108585 h 138429"/>
                <a:gd name="connsiteX937" fmla="*/ 1518920 w 4940931"/>
                <a:gd name="connsiteY937" fmla="*/ 108585 h 138429"/>
                <a:gd name="connsiteX938" fmla="*/ 1518920 w 4940931"/>
                <a:gd name="connsiteY938" fmla="*/ 64770 h 138429"/>
                <a:gd name="connsiteX939" fmla="*/ 1515111 w 4940931"/>
                <a:gd name="connsiteY939" fmla="*/ 48895 h 138429"/>
                <a:gd name="connsiteX940" fmla="*/ 1503046 w 4940931"/>
                <a:gd name="connsiteY940" fmla="*/ 43180 h 138429"/>
                <a:gd name="connsiteX941" fmla="*/ 1496061 w 4940931"/>
                <a:gd name="connsiteY941" fmla="*/ 44450 h 138429"/>
                <a:gd name="connsiteX942" fmla="*/ 1490981 w 4940931"/>
                <a:gd name="connsiteY942" fmla="*/ 48260 h 138429"/>
                <a:gd name="connsiteX943" fmla="*/ 1487806 w 4940931"/>
                <a:gd name="connsiteY943" fmla="*/ 54610 h 138429"/>
                <a:gd name="connsiteX944" fmla="*/ 1487170 w 4940931"/>
                <a:gd name="connsiteY944" fmla="*/ 62865 h 138429"/>
                <a:gd name="connsiteX945" fmla="*/ 1487170 w 4940931"/>
                <a:gd name="connsiteY945" fmla="*/ 108585 h 138429"/>
                <a:gd name="connsiteX946" fmla="*/ 1471931 w 4940931"/>
                <a:gd name="connsiteY946" fmla="*/ 108585 h 138429"/>
                <a:gd name="connsiteX947" fmla="*/ 1471931 w 4940931"/>
                <a:gd name="connsiteY947" fmla="*/ 30480 h 138429"/>
                <a:gd name="connsiteX948" fmla="*/ 1487170 w 4940931"/>
                <a:gd name="connsiteY948" fmla="*/ 30480 h 138429"/>
                <a:gd name="connsiteX949" fmla="*/ 1487170 w 4940931"/>
                <a:gd name="connsiteY949" fmla="*/ 38100 h 138429"/>
                <a:gd name="connsiteX950" fmla="*/ 1490981 w 4940931"/>
                <a:gd name="connsiteY950" fmla="*/ 34290 h 138429"/>
                <a:gd name="connsiteX951" fmla="*/ 1495426 w 4940931"/>
                <a:gd name="connsiteY951" fmla="*/ 31115 h 138429"/>
                <a:gd name="connsiteX952" fmla="*/ 1501140 w 4940931"/>
                <a:gd name="connsiteY952" fmla="*/ 29210 h 138429"/>
                <a:gd name="connsiteX953" fmla="*/ 1250316 w 4940931"/>
                <a:gd name="connsiteY953" fmla="*/ 29210 h 138429"/>
                <a:gd name="connsiteX954" fmla="*/ 1264286 w 4940931"/>
                <a:gd name="connsiteY954" fmla="*/ 31750 h 138429"/>
                <a:gd name="connsiteX955" fmla="*/ 1276350 w 4940931"/>
                <a:gd name="connsiteY955" fmla="*/ 38100 h 138429"/>
                <a:gd name="connsiteX956" fmla="*/ 1278256 w 4940931"/>
                <a:gd name="connsiteY956" fmla="*/ 38100 h 138429"/>
                <a:gd name="connsiteX957" fmla="*/ 1271271 w 4940931"/>
                <a:gd name="connsiteY957" fmla="*/ 50165 h 138429"/>
                <a:gd name="connsiteX958" fmla="*/ 1261746 w 4940931"/>
                <a:gd name="connsiteY958" fmla="*/ 45085 h 138429"/>
                <a:gd name="connsiteX959" fmla="*/ 1250951 w 4940931"/>
                <a:gd name="connsiteY959" fmla="*/ 43180 h 138429"/>
                <a:gd name="connsiteX960" fmla="*/ 1242696 w 4940931"/>
                <a:gd name="connsiteY960" fmla="*/ 45085 h 138429"/>
                <a:gd name="connsiteX961" fmla="*/ 1240156 w 4940931"/>
                <a:gd name="connsiteY961" fmla="*/ 50165 h 138429"/>
                <a:gd name="connsiteX962" fmla="*/ 1240156 w 4940931"/>
                <a:gd name="connsiteY962" fmla="*/ 52705 h 138429"/>
                <a:gd name="connsiteX963" fmla="*/ 1242061 w 4940931"/>
                <a:gd name="connsiteY963" fmla="*/ 55245 h 138429"/>
                <a:gd name="connsiteX964" fmla="*/ 1246506 w 4940931"/>
                <a:gd name="connsiteY964" fmla="*/ 57785 h 138429"/>
                <a:gd name="connsiteX965" fmla="*/ 1253491 w 4940931"/>
                <a:gd name="connsiteY965" fmla="*/ 60960 h 138429"/>
                <a:gd name="connsiteX966" fmla="*/ 1264921 w 4940931"/>
                <a:gd name="connsiteY966" fmla="*/ 66040 h 138429"/>
                <a:gd name="connsiteX967" fmla="*/ 1273176 w 4940931"/>
                <a:gd name="connsiteY967" fmla="*/ 71120 h 138429"/>
                <a:gd name="connsiteX968" fmla="*/ 1278256 w 4940931"/>
                <a:gd name="connsiteY968" fmla="*/ 78105 h 138429"/>
                <a:gd name="connsiteX969" fmla="*/ 1280161 w 4940931"/>
                <a:gd name="connsiteY969" fmla="*/ 87630 h 138429"/>
                <a:gd name="connsiteX970" fmla="*/ 1277621 w 4940931"/>
                <a:gd name="connsiteY970" fmla="*/ 98425 h 138429"/>
                <a:gd name="connsiteX971" fmla="*/ 1271271 w 4940931"/>
                <a:gd name="connsiteY971" fmla="*/ 105410 h 138429"/>
                <a:gd name="connsiteX972" fmla="*/ 1261746 w 4940931"/>
                <a:gd name="connsiteY972" fmla="*/ 109220 h 138429"/>
                <a:gd name="connsiteX973" fmla="*/ 1250951 w 4940931"/>
                <a:gd name="connsiteY973" fmla="*/ 110490 h 138429"/>
                <a:gd name="connsiteX974" fmla="*/ 1235711 w 4940931"/>
                <a:gd name="connsiteY974" fmla="*/ 107950 h 138429"/>
                <a:gd name="connsiteX975" fmla="*/ 1221106 w 4940931"/>
                <a:gd name="connsiteY975" fmla="*/ 100965 h 138429"/>
                <a:gd name="connsiteX976" fmla="*/ 1228091 w 4940931"/>
                <a:gd name="connsiteY976" fmla="*/ 89535 h 138429"/>
                <a:gd name="connsiteX977" fmla="*/ 1239521 w 4940931"/>
                <a:gd name="connsiteY977" fmla="*/ 95250 h 138429"/>
                <a:gd name="connsiteX978" fmla="*/ 1250951 w 4940931"/>
                <a:gd name="connsiteY978" fmla="*/ 97155 h 138429"/>
                <a:gd name="connsiteX979" fmla="*/ 1261746 w 4940931"/>
                <a:gd name="connsiteY979" fmla="*/ 94615 h 138429"/>
                <a:gd name="connsiteX980" fmla="*/ 1264921 w 4940931"/>
                <a:gd name="connsiteY980" fmla="*/ 88265 h 138429"/>
                <a:gd name="connsiteX981" fmla="*/ 1263650 w 4940931"/>
                <a:gd name="connsiteY981" fmla="*/ 84455 h 138429"/>
                <a:gd name="connsiteX982" fmla="*/ 1259841 w 4940931"/>
                <a:gd name="connsiteY982" fmla="*/ 81280 h 138429"/>
                <a:gd name="connsiteX983" fmla="*/ 1254125 w 4940931"/>
                <a:gd name="connsiteY983" fmla="*/ 78105 h 138429"/>
                <a:gd name="connsiteX984" fmla="*/ 1246506 w 4940931"/>
                <a:gd name="connsiteY984" fmla="*/ 74930 h 138429"/>
                <a:gd name="connsiteX985" fmla="*/ 1235711 w 4940931"/>
                <a:gd name="connsiteY985" fmla="*/ 69850 h 138429"/>
                <a:gd name="connsiteX986" fmla="*/ 1228726 w 4940931"/>
                <a:gd name="connsiteY986" fmla="*/ 64770 h 138429"/>
                <a:gd name="connsiteX987" fmla="*/ 1224916 w 4940931"/>
                <a:gd name="connsiteY987" fmla="*/ 58420 h 138429"/>
                <a:gd name="connsiteX988" fmla="*/ 1223646 w 4940931"/>
                <a:gd name="connsiteY988" fmla="*/ 50165 h 138429"/>
                <a:gd name="connsiteX989" fmla="*/ 1225551 w 4940931"/>
                <a:gd name="connsiteY989" fmla="*/ 40640 h 138429"/>
                <a:gd name="connsiteX990" fmla="*/ 1231266 w 4940931"/>
                <a:gd name="connsiteY990" fmla="*/ 34290 h 138429"/>
                <a:gd name="connsiteX991" fmla="*/ 1239521 w 4940931"/>
                <a:gd name="connsiteY991" fmla="*/ 30480 h 138429"/>
                <a:gd name="connsiteX992" fmla="*/ 1250316 w 4940931"/>
                <a:gd name="connsiteY992" fmla="*/ 29210 h 138429"/>
                <a:gd name="connsiteX993" fmla="*/ 1180466 w 4940931"/>
                <a:gd name="connsiteY993" fmla="*/ 29210 h 138429"/>
                <a:gd name="connsiteX994" fmla="*/ 1195071 w 4940931"/>
                <a:gd name="connsiteY994" fmla="*/ 32385 h 138429"/>
                <a:gd name="connsiteX995" fmla="*/ 1205231 w 4940931"/>
                <a:gd name="connsiteY995" fmla="*/ 40640 h 138429"/>
                <a:gd name="connsiteX996" fmla="*/ 1211581 w 4940931"/>
                <a:gd name="connsiteY996" fmla="*/ 53340 h 138429"/>
                <a:gd name="connsiteX997" fmla="*/ 1213486 w 4940931"/>
                <a:gd name="connsiteY997" fmla="*/ 68580 h 138429"/>
                <a:gd name="connsiteX998" fmla="*/ 1212216 w 4940931"/>
                <a:gd name="connsiteY998" fmla="*/ 68580 h 138429"/>
                <a:gd name="connsiteX999" fmla="*/ 1212216 w 4940931"/>
                <a:gd name="connsiteY999" fmla="*/ 72390 h 138429"/>
                <a:gd name="connsiteX1000" fmla="*/ 1212216 w 4940931"/>
                <a:gd name="connsiteY1000" fmla="*/ 75565 h 138429"/>
                <a:gd name="connsiteX1001" fmla="*/ 1160781 w 4940931"/>
                <a:gd name="connsiteY1001" fmla="*/ 75565 h 138429"/>
                <a:gd name="connsiteX1002" fmla="*/ 1163321 w 4940931"/>
                <a:gd name="connsiteY1002" fmla="*/ 85090 h 138429"/>
                <a:gd name="connsiteX1003" fmla="*/ 1167766 w 4940931"/>
                <a:gd name="connsiteY1003" fmla="*/ 91440 h 138429"/>
                <a:gd name="connsiteX1004" fmla="*/ 1173481 w 4940931"/>
                <a:gd name="connsiteY1004" fmla="*/ 95250 h 138429"/>
                <a:gd name="connsiteX1005" fmla="*/ 1180466 w 4940931"/>
                <a:gd name="connsiteY1005" fmla="*/ 96520 h 138429"/>
                <a:gd name="connsiteX1006" fmla="*/ 1185546 w 4940931"/>
                <a:gd name="connsiteY1006" fmla="*/ 96520 h 138429"/>
                <a:gd name="connsiteX1007" fmla="*/ 1189991 w 4940931"/>
                <a:gd name="connsiteY1007" fmla="*/ 95250 h 138429"/>
                <a:gd name="connsiteX1008" fmla="*/ 1193801 w 4940931"/>
                <a:gd name="connsiteY1008" fmla="*/ 93345 h 138429"/>
                <a:gd name="connsiteX1009" fmla="*/ 1198246 w 4940931"/>
                <a:gd name="connsiteY1009" fmla="*/ 90805 h 138429"/>
                <a:gd name="connsiteX1010" fmla="*/ 1207136 w 4940931"/>
                <a:gd name="connsiteY1010" fmla="*/ 100330 h 138429"/>
                <a:gd name="connsiteX1011" fmla="*/ 1201421 w 4940931"/>
                <a:gd name="connsiteY1011" fmla="*/ 104775 h 138429"/>
                <a:gd name="connsiteX1012" fmla="*/ 1195706 w 4940931"/>
                <a:gd name="connsiteY1012" fmla="*/ 107950 h 138429"/>
                <a:gd name="connsiteX1013" fmla="*/ 1188721 w 4940931"/>
                <a:gd name="connsiteY1013" fmla="*/ 109855 h 138429"/>
                <a:gd name="connsiteX1014" fmla="*/ 1179831 w 4940931"/>
                <a:gd name="connsiteY1014" fmla="*/ 110490 h 138429"/>
                <a:gd name="connsiteX1015" fmla="*/ 1170306 w 4940931"/>
                <a:gd name="connsiteY1015" fmla="*/ 109220 h 138429"/>
                <a:gd name="connsiteX1016" fmla="*/ 1162686 w 4940931"/>
                <a:gd name="connsiteY1016" fmla="*/ 105410 h 138429"/>
                <a:gd name="connsiteX1017" fmla="*/ 1156336 w 4940931"/>
                <a:gd name="connsiteY1017" fmla="*/ 100330 h 138429"/>
                <a:gd name="connsiteX1018" fmla="*/ 1151256 w 4940931"/>
                <a:gd name="connsiteY1018" fmla="*/ 92710 h 138429"/>
                <a:gd name="connsiteX1019" fmla="*/ 1147446 w 4940931"/>
                <a:gd name="connsiteY1019" fmla="*/ 82550 h 138429"/>
                <a:gd name="connsiteX1020" fmla="*/ 1146176 w 4940931"/>
                <a:gd name="connsiteY1020" fmla="*/ 69850 h 138429"/>
                <a:gd name="connsiteX1021" fmla="*/ 1148716 w 4940931"/>
                <a:gd name="connsiteY1021" fmla="*/ 52070 h 138429"/>
                <a:gd name="connsiteX1022" fmla="*/ 1155701 w 4940931"/>
                <a:gd name="connsiteY1022" fmla="*/ 39370 h 138429"/>
                <a:gd name="connsiteX1023" fmla="*/ 1166496 w 4940931"/>
                <a:gd name="connsiteY1023" fmla="*/ 31750 h 138429"/>
                <a:gd name="connsiteX1024" fmla="*/ 1180466 w 4940931"/>
                <a:gd name="connsiteY1024" fmla="*/ 29210 h 138429"/>
                <a:gd name="connsiteX1025" fmla="*/ 901065 w 4940931"/>
                <a:gd name="connsiteY1025" fmla="*/ 29210 h 138429"/>
                <a:gd name="connsiteX1026" fmla="*/ 915670 w 4940931"/>
                <a:gd name="connsiteY1026" fmla="*/ 32385 h 138429"/>
                <a:gd name="connsiteX1027" fmla="*/ 925830 w 4940931"/>
                <a:gd name="connsiteY1027" fmla="*/ 40640 h 138429"/>
                <a:gd name="connsiteX1028" fmla="*/ 932180 w 4940931"/>
                <a:gd name="connsiteY1028" fmla="*/ 53340 h 138429"/>
                <a:gd name="connsiteX1029" fmla="*/ 934085 w 4940931"/>
                <a:gd name="connsiteY1029" fmla="*/ 68580 h 138429"/>
                <a:gd name="connsiteX1030" fmla="*/ 932815 w 4940931"/>
                <a:gd name="connsiteY1030" fmla="*/ 68580 h 138429"/>
                <a:gd name="connsiteX1031" fmla="*/ 932815 w 4940931"/>
                <a:gd name="connsiteY1031" fmla="*/ 72390 h 138429"/>
                <a:gd name="connsiteX1032" fmla="*/ 932815 w 4940931"/>
                <a:gd name="connsiteY1032" fmla="*/ 75565 h 138429"/>
                <a:gd name="connsiteX1033" fmla="*/ 881380 w 4940931"/>
                <a:gd name="connsiteY1033" fmla="*/ 75565 h 138429"/>
                <a:gd name="connsiteX1034" fmla="*/ 883920 w 4940931"/>
                <a:gd name="connsiteY1034" fmla="*/ 85090 h 138429"/>
                <a:gd name="connsiteX1035" fmla="*/ 888365 w 4940931"/>
                <a:gd name="connsiteY1035" fmla="*/ 91440 h 138429"/>
                <a:gd name="connsiteX1036" fmla="*/ 894080 w 4940931"/>
                <a:gd name="connsiteY1036" fmla="*/ 95250 h 138429"/>
                <a:gd name="connsiteX1037" fmla="*/ 901065 w 4940931"/>
                <a:gd name="connsiteY1037" fmla="*/ 96520 h 138429"/>
                <a:gd name="connsiteX1038" fmla="*/ 906145 w 4940931"/>
                <a:gd name="connsiteY1038" fmla="*/ 96520 h 138429"/>
                <a:gd name="connsiteX1039" fmla="*/ 910590 w 4940931"/>
                <a:gd name="connsiteY1039" fmla="*/ 95250 h 138429"/>
                <a:gd name="connsiteX1040" fmla="*/ 914400 w 4940931"/>
                <a:gd name="connsiteY1040" fmla="*/ 93345 h 138429"/>
                <a:gd name="connsiteX1041" fmla="*/ 918845 w 4940931"/>
                <a:gd name="connsiteY1041" fmla="*/ 90805 h 138429"/>
                <a:gd name="connsiteX1042" fmla="*/ 927735 w 4940931"/>
                <a:gd name="connsiteY1042" fmla="*/ 100330 h 138429"/>
                <a:gd name="connsiteX1043" fmla="*/ 922020 w 4940931"/>
                <a:gd name="connsiteY1043" fmla="*/ 104775 h 138429"/>
                <a:gd name="connsiteX1044" fmla="*/ 916305 w 4940931"/>
                <a:gd name="connsiteY1044" fmla="*/ 107950 h 138429"/>
                <a:gd name="connsiteX1045" fmla="*/ 909320 w 4940931"/>
                <a:gd name="connsiteY1045" fmla="*/ 109855 h 138429"/>
                <a:gd name="connsiteX1046" fmla="*/ 900430 w 4940931"/>
                <a:gd name="connsiteY1046" fmla="*/ 110490 h 138429"/>
                <a:gd name="connsiteX1047" fmla="*/ 890905 w 4940931"/>
                <a:gd name="connsiteY1047" fmla="*/ 109220 h 138429"/>
                <a:gd name="connsiteX1048" fmla="*/ 883285 w 4940931"/>
                <a:gd name="connsiteY1048" fmla="*/ 105410 h 138429"/>
                <a:gd name="connsiteX1049" fmla="*/ 876935 w 4940931"/>
                <a:gd name="connsiteY1049" fmla="*/ 100330 h 138429"/>
                <a:gd name="connsiteX1050" fmla="*/ 871855 w 4940931"/>
                <a:gd name="connsiteY1050" fmla="*/ 92710 h 138429"/>
                <a:gd name="connsiteX1051" fmla="*/ 868045 w 4940931"/>
                <a:gd name="connsiteY1051" fmla="*/ 82550 h 138429"/>
                <a:gd name="connsiteX1052" fmla="*/ 866775 w 4940931"/>
                <a:gd name="connsiteY1052" fmla="*/ 69850 h 138429"/>
                <a:gd name="connsiteX1053" fmla="*/ 869315 w 4940931"/>
                <a:gd name="connsiteY1053" fmla="*/ 52070 h 138429"/>
                <a:gd name="connsiteX1054" fmla="*/ 876300 w 4940931"/>
                <a:gd name="connsiteY1054" fmla="*/ 39370 h 138429"/>
                <a:gd name="connsiteX1055" fmla="*/ 887095 w 4940931"/>
                <a:gd name="connsiteY1055" fmla="*/ 31750 h 138429"/>
                <a:gd name="connsiteX1056" fmla="*/ 901065 w 4940931"/>
                <a:gd name="connsiteY1056" fmla="*/ 29210 h 138429"/>
                <a:gd name="connsiteX1057" fmla="*/ 668656 w 4940931"/>
                <a:gd name="connsiteY1057" fmla="*/ 29210 h 138429"/>
                <a:gd name="connsiteX1058" fmla="*/ 676275 w 4940931"/>
                <a:gd name="connsiteY1058" fmla="*/ 29845 h 138429"/>
                <a:gd name="connsiteX1059" fmla="*/ 681991 w 4940931"/>
                <a:gd name="connsiteY1059" fmla="*/ 32385 h 138429"/>
                <a:gd name="connsiteX1060" fmla="*/ 678181 w 4940931"/>
                <a:gd name="connsiteY1060" fmla="*/ 46990 h 138429"/>
                <a:gd name="connsiteX1061" fmla="*/ 676910 w 4940931"/>
                <a:gd name="connsiteY1061" fmla="*/ 46990 h 138429"/>
                <a:gd name="connsiteX1062" fmla="*/ 671830 w 4940931"/>
                <a:gd name="connsiteY1062" fmla="*/ 45085 h 138429"/>
                <a:gd name="connsiteX1063" fmla="*/ 665480 w 4940931"/>
                <a:gd name="connsiteY1063" fmla="*/ 44450 h 138429"/>
                <a:gd name="connsiteX1064" fmla="*/ 654050 w 4940931"/>
                <a:gd name="connsiteY1064" fmla="*/ 49530 h 138429"/>
                <a:gd name="connsiteX1065" fmla="*/ 650240 w 4940931"/>
                <a:gd name="connsiteY1065" fmla="*/ 64770 h 138429"/>
                <a:gd name="connsiteX1066" fmla="*/ 650240 w 4940931"/>
                <a:gd name="connsiteY1066" fmla="*/ 109220 h 138429"/>
                <a:gd name="connsiteX1067" fmla="*/ 635000 w 4940931"/>
                <a:gd name="connsiteY1067" fmla="*/ 109220 h 138429"/>
                <a:gd name="connsiteX1068" fmla="*/ 635000 w 4940931"/>
                <a:gd name="connsiteY1068" fmla="*/ 31115 h 138429"/>
                <a:gd name="connsiteX1069" fmla="*/ 650240 w 4940931"/>
                <a:gd name="connsiteY1069" fmla="*/ 31115 h 138429"/>
                <a:gd name="connsiteX1070" fmla="*/ 650240 w 4940931"/>
                <a:gd name="connsiteY1070" fmla="*/ 38735 h 138429"/>
                <a:gd name="connsiteX1071" fmla="*/ 653416 w 4940931"/>
                <a:gd name="connsiteY1071" fmla="*/ 34925 h 138429"/>
                <a:gd name="connsiteX1072" fmla="*/ 657861 w 4940931"/>
                <a:gd name="connsiteY1072" fmla="*/ 31750 h 138429"/>
                <a:gd name="connsiteX1073" fmla="*/ 662940 w 4940931"/>
                <a:gd name="connsiteY1073" fmla="*/ 29845 h 138429"/>
                <a:gd name="connsiteX1074" fmla="*/ 668656 w 4940931"/>
                <a:gd name="connsiteY1074" fmla="*/ 29210 h 138429"/>
                <a:gd name="connsiteX1075" fmla="*/ 586739 w 4940931"/>
                <a:gd name="connsiteY1075" fmla="*/ 29210 h 138429"/>
                <a:gd name="connsiteX1076" fmla="*/ 601344 w 4940931"/>
                <a:gd name="connsiteY1076" fmla="*/ 32385 h 138429"/>
                <a:gd name="connsiteX1077" fmla="*/ 611504 w 4940931"/>
                <a:gd name="connsiteY1077" fmla="*/ 40640 h 138429"/>
                <a:gd name="connsiteX1078" fmla="*/ 617854 w 4940931"/>
                <a:gd name="connsiteY1078" fmla="*/ 53340 h 138429"/>
                <a:gd name="connsiteX1079" fmla="*/ 619759 w 4940931"/>
                <a:gd name="connsiteY1079" fmla="*/ 68580 h 138429"/>
                <a:gd name="connsiteX1080" fmla="*/ 618489 w 4940931"/>
                <a:gd name="connsiteY1080" fmla="*/ 68580 h 138429"/>
                <a:gd name="connsiteX1081" fmla="*/ 618489 w 4940931"/>
                <a:gd name="connsiteY1081" fmla="*/ 72390 h 138429"/>
                <a:gd name="connsiteX1082" fmla="*/ 618489 w 4940931"/>
                <a:gd name="connsiteY1082" fmla="*/ 75565 h 138429"/>
                <a:gd name="connsiteX1083" fmla="*/ 567054 w 4940931"/>
                <a:gd name="connsiteY1083" fmla="*/ 75565 h 138429"/>
                <a:gd name="connsiteX1084" fmla="*/ 569594 w 4940931"/>
                <a:gd name="connsiteY1084" fmla="*/ 85090 h 138429"/>
                <a:gd name="connsiteX1085" fmla="*/ 574039 w 4940931"/>
                <a:gd name="connsiteY1085" fmla="*/ 91440 h 138429"/>
                <a:gd name="connsiteX1086" fmla="*/ 579754 w 4940931"/>
                <a:gd name="connsiteY1086" fmla="*/ 95250 h 138429"/>
                <a:gd name="connsiteX1087" fmla="*/ 586739 w 4940931"/>
                <a:gd name="connsiteY1087" fmla="*/ 96520 h 138429"/>
                <a:gd name="connsiteX1088" fmla="*/ 591819 w 4940931"/>
                <a:gd name="connsiteY1088" fmla="*/ 96520 h 138429"/>
                <a:gd name="connsiteX1089" fmla="*/ 596264 w 4940931"/>
                <a:gd name="connsiteY1089" fmla="*/ 95250 h 138429"/>
                <a:gd name="connsiteX1090" fmla="*/ 600074 w 4940931"/>
                <a:gd name="connsiteY1090" fmla="*/ 93345 h 138429"/>
                <a:gd name="connsiteX1091" fmla="*/ 604519 w 4940931"/>
                <a:gd name="connsiteY1091" fmla="*/ 90805 h 138429"/>
                <a:gd name="connsiteX1092" fmla="*/ 613409 w 4940931"/>
                <a:gd name="connsiteY1092" fmla="*/ 100330 h 138429"/>
                <a:gd name="connsiteX1093" fmla="*/ 607694 w 4940931"/>
                <a:gd name="connsiteY1093" fmla="*/ 104775 h 138429"/>
                <a:gd name="connsiteX1094" fmla="*/ 601979 w 4940931"/>
                <a:gd name="connsiteY1094" fmla="*/ 107950 h 138429"/>
                <a:gd name="connsiteX1095" fmla="*/ 594994 w 4940931"/>
                <a:gd name="connsiteY1095" fmla="*/ 109855 h 138429"/>
                <a:gd name="connsiteX1096" fmla="*/ 586104 w 4940931"/>
                <a:gd name="connsiteY1096" fmla="*/ 110490 h 138429"/>
                <a:gd name="connsiteX1097" fmla="*/ 576579 w 4940931"/>
                <a:gd name="connsiteY1097" fmla="*/ 109220 h 138429"/>
                <a:gd name="connsiteX1098" fmla="*/ 568959 w 4940931"/>
                <a:gd name="connsiteY1098" fmla="*/ 105410 h 138429"/>
                <a:gd name="connsiteX1099" fmla="*/ 562609 w 4940931"/>
                <a:gd name="connsiteY1099" fmla="*/ 100330 h 138429"/>
                <a:gd name="connsiteX1100" fmla="*/ 557529 w 4940931"/>
                <a:gd name="connsiteY1100" fmla="*/ 92710 h 138429"/>
                <a:gd name="connsiteX1101" fmla="*/ 553719 w 4940931"/>
                <a:gd name="connsiteY1101" fmla="*/ 82550 h 138429"/>
                <a:gd name="connsiteX1102" fmla="*/ 552449 w 4940931"/>
                <a:gd name="connsiteY1102" fmla="*/ 69850 h 138429"/>
                <a:gd name="connsiteX1103" fmla="*/ 554989 w 4940931"/>
                <a:gd name="connsiteY1103" fmla="*/ 52070 h 138429"/>
                <a:gd name="connsiteX1104" fmla="*/ 561974 w 4940931"/>
                <a:gd name="connsiteY1104" fmla="*/ 39370 h 138429"/>
                <a:gd name="connsiteX1105" fmla="*/ 572769 w 4940931"/>
                <a:gd name="connsiteY1105" fmla="*/ 31750 h 138429"/>
                <a:gd name="connsiteX1106" fmla="*/ 586739 w 4940931"/>
                <a:gd name="connsiteY1106" fmla="*/ 29210 h 138429"/>
                <a:gd name="connsiteX1107" fmla="*/ 400050 w 4940931"/>
                <a:gd name="connsiteY1107" fmla="*/ 29210 h 138429"/>
                <a:gd name="connsiteX1108" fmla="*/ 414655 w 4940931"/>
                <a:gd name="connsiteY1108" fmla="*/ 32385 h 138429"/>
                <a:gd name="connsiteX1109" fmla="*/ 424815 w 4940931"/>
                <a:gd name="connsiteY1109" fmla="*/ 40640 h 138429"/>
                <a:gd name="connsiteX1110" fmla="*/ 431165 w 4940931"/>
                <a:gd name="connsiteY1110" fmla="*/ 53340 h 138429"/>
                <a:gd name="connsiteX1111" fmla="*/ 433070 w 4940931"/>
                <a:gd name="connsiteY1111" fmla="*/ 68580 h 138429"/>
                <a:gd name="connsiteX1112" fmla="*/ 431800 w 4940931"/>
                <a:gd name="connsiteY1112" fmla="*/ 68580 h 138429"/>
                <a:gd name="connsiteX1113" fmla="*/ 431800 w 4940931"/>
                <a:gd name="connsiteY1113" fmla="*/ 72390 h 138429"/>
                <a:gd name="connsiteX1114" fmla="*/ 431800 w 4940931"/>
                <a:gd name="connsiteY1114" fmla="*/ 75565 h 138429"/>
                <a:gd name="connsiteX1115" fmla="*/ 380365 w 4940931"/>
                <a:gd name="connsiteY1115" fmla="*/ 75565 h 138429"/>
                <a:gd name="connsiteX1116" fmla="*/ 382905 w 4940931"/>
                <a:gd name="connsiteY1116" fmla="*/ 85090 h 138429"/>
                <a:gd name="connsiteX1117" fmla="*/ 387350 w 4940931"/>
                <a:gd name="connsiteY1117" fmla="*/ 91440 h 138429"/>
                <a:gd name="connsiteX1118" fmla="*/ 393065 w 4940931"/>
                <a:gd name="connsiteY1118" fmla="*/ 95250 h 138429"/>
                <a:gd name="connsiteX1119" fmla="*/ 400050 w 4940931"/>
                <a:gd name="connsiteY1119" fmla="*/ 96520 h 138429"/>
                <a:gd name="connsiteX1120" fmla="*/ 405130 w 4940931"/>
                <a:gd name="connsiteY1120" fmla="*/ 96520 h 138429"/>
                <a:gd name="connsiteX1121" fmla="*/ 409575 w 4940931"/>
                <a:gd name="connsiteY1121" fmla="*/ 95250 h 138429"/>
                <a:gd name="connsiteX1122" fmla="*/ 413385 w 4940931"/>
                <a:gd name="connsiteY1122" fmla="*/ 93345 h 138429"/>
                <a:gd name="connsiteX1123" fmla="*/ 417830 w 4940931"/>
                <a:gd name="connsiteY1123" fmla="*/ 90805 h 138429"/>
                <a:gd name="connsiteX1124" fmla="*/ 426720 w 4940931"/>
                <a:gd name="connsiteY1124" fmla="*/ 100330 h 138429"/>
                <a:gd name="connsiteX1125" fmla="*/ 421005 w 4940931"/>
                <a:gd name="connsiteY1125" fmla="*/ 104775 h 138429"/>
                <a:gd name="connsiteX1126" fmla="*/ 415290 w 4940931"/>
                <a:gd name="connsiteY1126" fmla="*/ 107950 h 138429"/>
                <a:gd name="connsiteX1127" fmla="*/ 408305 w 4940931"/>
                <a:gd name="connsiteY1127" fmla="*/ 109855 h 138429"/>
                <a:gd name="connsiteX1128" fmla="*/ 399415 w 4940931"/>
                <a:gd name="connsiteY1128" fmla="*/ 110490 h 138429"/>
                <a:gd name="connsiteX1129" fmla="*/ 389890 w 4940931"/>
                <a:gd name="connsiteY1129" fmla="*/ 109220 h 138429"/>
                <a:gd name="connsiteX1130" fmla="*/ 382270 w 4940931"/>
                <a:gd name="connsiteY1130" fmla="*/ 105410 h 138429"/>
                <a:gd name="connsiteX1131" fmla="*/ 375920 w 4940931"/>
                <a:gd name="connsiteY1131" fmla="*/ 100330 h 138429"/>
                <a:gd name="connsiteX1132" fmla="*/ 370840 w 4940931"/>
                <a:gd name="connsiteY1132" fmla="*/ 92710 h 138429"/>
                <a:gd name="connsiteX1133" fmla="*/ 367030 w 4940931"/>
                <a:gd name="connsiteY1133" fmla="*/ 82550 h 138429"/>
                <a:gd name="connsiteX1134" fmla="*/ 365760 w 4940931"/>
                <a:gd name="connsiteY1134" fmla="*/ 69850 h 138429"/>
                <a:gd name="connsiteX1135" fmla="*/ 368300 w 4940931"/>
                <a:gd name="connsiteY1135" fmla="*/ 52070 h 138429"/>
                <a:gd name="connsiteX1136" fmla="*/ 375285 w 4940931"/>
                <a:gd name="connsiteY1136" fmla="*/ 39370 h 138429"/>
                <a:gd name="connsiteX1137" fmla="*/ 386080 w 4940931"/>
                <a:gd name="connsiteY1137" fmla="*/ 31750 h 138429"/>
                <a:gd name="connsiteX1138" fmla="*/ 400050 w 4940931"/>
                <a:gd name="connsiteY1138" fmla="*/ 29210 h 138429"/>
                <a:gd name="connsiteX1139" fmla="*/ 201930 w 4940931"/>
                <a:gd name="connsiteY1139" fmla="*/ 29210 h 138429"/>
                <a:gd name="connsiteX1140" fmla="*/ 216535 w 4940931"/>
                <a:gd name="connsiteY1140" fmla="*/ 32385 h 138429"/>
                <a:gd name="connsiteX1141" fmla="*/ 226695 w 4940931"/>
                <a:gd name="connsiteY1141" fmla="*/ 40640 h 138429"/>
                <a:gd name="connsiteX1142" fmla="*/ 233045 w 4940931"/>
                <a:gd name="connsiteY1142" fmla="*/ 53340 h 138429"/>
                <a:gd name="connsiteX1143" fmla="*/ 234950 w 4940931"/>
                <a:gd name="connsiteY1143" fmla="*/ 68580 h 138429"/>
                <a:gd name="connsiteX1144" fmla="*/ 233680 w 4940931"/>
                <a:gd name="connsiteY1144" fmla="*/ 68580 h 138429"/>
                <a:gd name="connsiteX1145" fmla="*/ 233680 w 4940931"/>
                <a:gd name="connsiteY1145" fmla="*/ 72390 h 138429"/>
                <a:gd name="connsiteX1146" fmla="*/ 233680 w 4940931"/>
                <a:gd name="connsiteY1146" fmla="*/ 75565 h 138429"/>
                <a:gd name="connsiteX1147" fmla="*/ 182245 w 4940931"/>
                <a:gd name="connsiteY1147" fmla="*/ 75565 h 138429"/>
                <a:gd name="connsiteX1148" fmla="*/ 184785 w 4940931"/>
                <a:gd name="connsiteY1148" fmla="*/ 85090 h 138429"/>
                <a:gd name="connsiteX1149" fmla="*/ 189230 w 4940931"/>
                <a:gd name="connsiteY1149" fmla="*/ 91440 h 138429"/>
                <a:gd name="connsiteX1150" fmla="*/ 194945 w 4940931"/>
                <a:gd name="connsiteY1150" fmla="*/ 95250 h 138429"/>
                <a:gd name="connsiteX1151" fmla="*/ 201930 w 4940931"/>
                <a:gd name="connsiteY1151" fmla="*/ 96520 h 138429"/>
                <a:gd name="connsiteX1152" fmla="*/ 207010 w 4940931"/>
                <a:gd name="connsiteY1152" fmla="*/ 96520 h 138429"/>
                <a:gd name="connsiteX1153" fmla="*/ 211455 w 4940931"/>
                <a:gd name="connsiteY1153" fmla="*/ 95250 h 138429"/>
                <a:gd name="connsiteX1154" fmla="*/ 215265 w 4940931"/>
                <a:gd name="connsiteY1154" fmla="*/ 93345 h 138429"/>
                <a:gd name="connsiteX1155" fmla="*/ 219710 w 4940931"/>
                <a:gd name="connsiteY1155" fmla="*/ 90805 h 138429"/>
                <a:gd name="connsiteX1156" fmla="*/ 228600 w 4940931"/>
                <a:gd name="connsiteY1156" fmla="*/ 100330 h 138429"/>
                <a:gd name="connsiteX1157" fmla="*/ 222885 w 4940931"/>
                <a:gd name="connsiteY1157" fmla="*/ 104775 h 138429"/>
                <a:gd name="connsiteX1158" fmla="*/ 217170 w 4940931"/>
                <a:gd name="connsiteY1158" fmla="*/ 107950 h 138429"/>
                <a:gd name="connsiteX1159" fmla="*/ 210185 w 4940931"/>
                <a:gd name="connsiteY1159" fmla="*/ 109855 h 138429"/>
                <a:gd name="connsiteX1160" fmla="*/ 201295 w 4940931"/>
                <a:gd name="connsiteY1160" fmla="*/ 110490 h 138429"/>
                <a:gd name="connsiteX1161" fmla="*/ 191770 w 4940931"/>
                <a:gd name="connsiteY1161" fmla="*/ 109220 h 138429"/>
                <a:gd name="connsiteX1162" fmla="*/ 184150 w 4940931"/>
                <a:gd name="connsiteY1162" fmla="*/ 105410 h 138429"/>
                <a:gd name="connsiteX1163" fmla="*/ 177800 w 4940931"/>
                <a:gd name="connsiteY1163" fmla="*/ 100330 h 138429"/>
                <a:gd name="connsiteX1164" fmla="*/ 172720 w 4940931"/>
                <a:gd name="connsiteY1164" fmla="*/ 92710 h 138429"/>
                <a:gd name="connsiteX1165" fmla="*/ 168910 w 4940931"/>
                <a:gd name="connsiteY1165" fmla="*/ 82550 h 138429"/>
                <a:gd name="connsiteX1166" fmla="*/ 167640 w 4940931"/>
                <a:gd name="connsiteY1166" fmla="*/ 69850 h 138429"/>
                <a:gd name="connsiteX1167" fmla="*/ 170180 w 4940931"/>
                <a:gd name="connsiteY1167" fmla="*/ 52070 h 138429"/>
                <a:gd name="connsiteX1168" fmla="*/ 177165 w 4940931"/>
                <a:gd name="connsiteY1168" fmla="*/ 39370 h 138429"/>
                <a:gd name="connsiteX1169" fmla="*/ 187960 w 4940931"/>
                <a:gd name="connsiteY1169" fmla="*/ 31750 h 138429"/>
                <a:gd name="connsiteX1170" fmla="*/ 201930 w 4940931"/>
                <a:gd name="connsiteY1170" fmla="*/ 29210 h 138429"/>
                <a:gd name="connsiteX1171" fmla="*/ 4664706 w 4940931"/>
                <a:gd name="connsiteY1171" fmla="*/ 28574 h 138429"/>
                <a:gd name="connsiteX1172" fmla="*/ 4678676 w 4940931"/>
                <a:gd name="connsiteY1172" fmla="*/ 31749 h 138429"/>
                <a:gd name="connsiteX1173" fmla="*/ 4689471 w 4940931"/>
                <a:gd name="connsiteY1173" fmla="*/ 40004 h 138429"/>
                <a:gd name="connsiteX1174" fmla="*/ 4696456 w 4940931"/>
                <a:gd name="connsiteY1174" fmla="*/ 52704 h 138429"/>
                <a:gd name="connsiteX1175" fmla="*/ 4698996 w 4940931"/>
                <a:gd name="connsiteY1175" fmla="*/ 69214 h 138429"/>
                <a:gd name="connsiteX1176" fmla="*/ 4699631 w 4940931"/>
                <a:gd name="connsiteY1176" fmla="*/ 69214 h 138429"/>
                <a:gd name="connsiteX1177" fmla="*/ 4697091 w 4940931"/>
                <a:gd name="connsiteY1177" fmla="*/ 86359 h 138429"/>
                <a:gd name="connsiteX1178" fmla="*/ 4689471 w 4940931"/>
                <a:gd name="connsiteY1178" fmla="*/ 99059 h 138429"/>
                <a:gd name="connsiteX1179" fmla="*/ 4678041 w 4940931"/>
                <a:gd name="connsiteY1179" fmla="*/ 107314 h 138429"/>
                <a:gd name="connsiteX1180" fmla="*/ 4664071 w 4940931"/>
                <a:gd name="connsiteY1180" fmla="*/ 109854 h 138429"/>
                <a:gd name="connsiteX1181" fmla="*/ 4650101 w 4940931"/>
                <a:gd name="connsiteY1181" fmla="*/ 106679 h 138429"/>
                <a:gd name="connsiteX1182" fmla="*/ 4639306 w 4940931"/>
                <a:gd name="connsiteY1182" fmla="*/ 98424 h 138429"/>
                <a:gd name="connsiteX1183" fmla="*/ 4632321 w 4940931"/>
                <a:gd name="connsiteY1183" fmla="*/ 85724 h 138429"/>
                <a:gd name="connsiteX1184" fmla="*/ 4629781 w 4940931"/>
                <a:gd name="connsiteY1184" fmla="*/ 69214 h 138429"/>
                <a:gd name="connsiteX1185" fmla="*/ 4632321 w 4940931"/>
                <a:gd name="connsiteY1185" fmla="*/ 52069 h 138429"/>
                <a:gd name="connsiteX1186" fmla="*/ 4639941 w 4940931"/>
                <a:gd name="connsiteY1186" fmla="*/ 39369 h 138429"/>
                <a:gd name="connsiteX1187" fmla="*/ 4650736 w 4940931"/>
                <a:gd name="connsiteY1187" fmla="*/ 31114 h 138429"/>
                <a:gd name="connsiteX1188" fmla="*/ 4664706 w 4940931"/>
                <a:gd name="connsiteY1188" fmla="*/ 28574 h 138429"/>
                <a:gd name="connsiteX1189" fmla="*/ 4264655 w 4940931"/>
                <a:gd name="connsiteY1189" fmla="*/ 28574 h 138429"/>
                <a:gd name="connsiteX1190" fmla="*/ 4278625 w 4940931"/>
                <a:gd name="connsiteY1190" fmla="*/ 31749 h 138429"/>
                <a:gd name="connsiteX1191" fmla="*/ 4289420 w 4940931"/>
                <a:gd name="connsiteY1191" fmla="*/ 40004 h 138429"/>
                <a:gd name="connsiteX1192" fmla="*/ 4296405 w 4940931"/>
                <a:gd name="connsiteY1192" fmla="*/ 52704 h 138429"/>
                <a:gd name="connsiteX1193" fmla="*/ 4298945 w 4940931"/>
                <a:gd name="connsiteY1193" fmla="*/ 69214 h 138429"/>
                <a:gd name="connsiteX1194" fmla="*/ 4299580 w 4940931"/>
                <a:gd name="connsiteY1194" fmla="*/ 69214 h 138429"/>
                <a:gd name="connsiteX1195" fmla="*/ 4297040 w 4940931"/>
                <a:gd name="connsiteY1195" fmla="*/ 86359 h 138429"/>
                <a:gd name="connsiteX1196" fmla="*/ 4289420 w 4940931"/>
                <a:gd name="connsiteY1196" fmla="*/ 99059 h 138429"/>
                <a:gd name="connsiteX1197" fmla="*/ 4277990 w 4940931"/>
                <a:gd name="connsiteY1197" fmla="*/ 107314 h 138429"/>
                <a:gd name="connsiteX1198" fmla="*/ 4264020 w 4940931"/>
                <a:gd name="connsiteY1198" fmla="*/ 109854 h 138429"/>
                <a:gd name="connsiteX1199" fmla="*/ 4250050 w 4940931"/>
                <a:gd name="connsiteY1199" fmla="*/ 106679 h 138429"/>
                <a:gd name="connsiteX1200" fmla="*/ 4239255 w 4940931"/>
                <a:gd name="connsiteY1200" fmla="*/ 98424 h 138429"/>
                <a:gd name="connsiteX1201" fmla="*/ 4232270 w 4940931"/>
                <a:gd name="connsiteY1201" fmla="*/ 85724 h 138429"/>
                <a:gd name="connsiteX1202" fmla="*/ 4229730 w 4940931"/>
                <a:gd name="connsiteY1202" fmla="*/ 69214 h 138429"/>
                <a:gd name="connsiteX1203" fmla="*/ 4232270 w 4940931"/>
                <a:gd name="connsiteY1203" fmla="*/ 52069 h 138429"/>
                <a:gd name="connsiteX1204" fmla="*/ 4239890 w 4940931"/>
                <a:gd name="connsiteY1204" fmla="*/ 39369 h 138429"/>
                <a:gd name="connsiteX1205" fmla="*/ 4250685 w 4940931"/>
                <a:gd name="connsiteY1205" fmla="*/ 31114 h 138429"/>
                <a:gd name="connsiteX1206" fmla="*/ 4264655 w 4940931"/>
                <a:gd name="connsiteY1206" fmla="*/ 28574 h 138429"/>
                <a:gd name="connsiteX1207" fmla="*/ 1420495 w 4940931"/>
                <a:gd name="connsiteY1207" fmla="*/ 28574 h 138429"/>
                <a:gd name="connsiteX1208" fmla="*/ 1434465 w 4940931"/>
                <a:gd name="connsiteY1208" fmla="*/ 31749 h 138429"/>
                <a:gd name="connsiteX1209" fmla="*/ 1445260 w 4940931"/>
                <a:gd name="connsiteY1209" fmla="*/ 40004 h 138429"/>
                <a:gd name="connsiteX1210" fmla="*/ 1452245 w 4940931"/>
                <a:gd name="connsiteY1210" fmla="*/ 52704 h 138429"/>
                <a:gd name="connsiteX1211" fmla="*/ 1454785 w 4940931"/>
                <a:gd name="connsiteY1211" fmla="*/ 69214 h 138429"/>
                <a:gd name="connsiteX1212" fmla="*/ 1455420 w 4940931"/>
                <a:gd name="connsiteY1212" fmla="*/ 69214 h 138429"/>
                <a:gd name="connsiteX1213" fmla="*/ 1452880 w 4940931"/>
                <a:gd name="connsiteY1213" fmla="*/ 86359 h 138429"/>
                <a:gd name="connsiteX1214" fmla="*/ 1445260 w 4940931"/>
                <a:gd name="connsiteY1214" fmla="*/ 99059 h 138429"/>
                <a:gd name="connsiteX1215" fmla="*/ 1433830 w 4940931"/>
                <a:gd name="connsiteY1215" fmla="*/ 107314 h 138429"/>
                <a:gd name="connsiteX1216" fmla="*/ 1419860 w 4940931"/>
                <a:gd name="connsiteY1216" fmla="*/ 109854 h 138429"/>
                <a:gd name="connsiteX1217" fmla="*/ 1405890 w 4940931"/>
                <a:gd name="connsiteY1217" fmla="*/ 106679 h 138429"/>
                <a:gd name="connsiteX1218" fmla="*/ 1395095 w 4940931"/>
                <a:gd name="connsiteY1218" fmla="*/ 98424 h 138429"/>
                <a:gd name="connsiteX1219" fmla="*/ 1388110 w 4940931"/>
                <a:gd name="connsiteY1219" fmla="*/ 85724 h 138429"/>
                <a:gd name="connsiteX1220" fmla="*/ 1385570 w 4940931"/>
                <a:gd name="connsiteY1220" fmla="*/ 69214 h 138429"/>
                <a:gd name="connsiteX1221" fmla="*/ 1388110 w 4940931"/>
                <a:gd name="connsiteY1221" fmla="*/ 52069 h 138429"/>
                <a:gd name="connsiteX1222" fmla="*/ 1395730 w 4940931"/>
                <a:gd name="connsiteY1222" fmla="*/ 39369 h 138429"/>
                <a:gd name="connsiteX1223" fmla="*/ 1406525 w 4940931"/>
                <a:gd name="connsiteY1223" fmla="*/ 31114 h 138429"/>
                <a:gd name="connsiteX1224" fmla="*/ 1420495 w 4940931"/>
                <a:gd name="connsiteY1224" fmla="*/ 28574 h 138429"/>
                <a:gd name="connsiteX1225" fmla="*/ 3143245 w 4940931"/>
                <a:gd name="connsiteY1225" fmla="*/ 5079 h 138429"/>
                <a:gd name="connsiteX1226" fmla="*/ 3219445 w 4940931"/>
                <a:gd name="connsiteY1226" fmla="*/ 5079 h 138429"/>
                <a:gd name="connsiteX1227" fmla="*/ 3219445 w 4940931"/>
                <a:gd name="connsiteY1227" fmla="*/ 20319 h 138429"/>
                <a:gd name="connsiteX1228" fmla="*/ 3188965 w 4940931"/>
                <a:gd name="connsiteY1228" fmla="*/ 20319 h 138429"/>
                <a:gd name="connsiteX1229" fmla="*/ 3188965 w 4940931"/>
                <a:gd name="connsiteY1229" fmla="*/ 108584 h 138429"/>
                <a:gd name="connsiteX1230" fmla="*/ 3173090 w 4940931"/>
                <a:gd name="connsiteY1230" fmla="*/ 108584 h 138429"/>
                <a:gd name="connsiteX1231" fmla="*/ 3173090 w 4940931"/>
                <a:gd name="connsiteY1231" fmla="*/ 20319 h 138429"/>
                <a:gd name="connsiteX1232" fmla="*/ 3143245 w 4940931"/>
                <a:gd name="connsiteY1232" fmla="*/ 20319 h 138429"/>
                <a:gd name="connsiteX1233" fmla="*/ 1628774 w 4940931"/>
                <a:gd name="connsiteY1233" fmla="*/ 5079 h 138429"/>
                <a:gd name="connsiteX1234" fmla="*/ 1704970 w 4940931"/>
                <a:gd name="connsiteY1234" fmla="*/ 5079 h 138429"/>
                <a:gd name="connsiteX1235" fmla="*/ 1704970 w 4940931"/>
                <a:gd name="connsiteY1235" fmla="*/ 20319 h 138429"/>
                <a:gd name="connsiteX1236" fmla="*/ 1675129 w 4940931"/>
                <a:gd name="connsiteY1236" fmla="*/ 20319 h 138429"/>
                <a:gd name="connsiteX1237" fmla="*/ 1675129 w 4940931"/>
                <a:gd name="connsiteY1237" fmla="*/ 108584 h 138429"/>
                <a:gd name="connsiteX1238" fmla="*/ 1659255 w 4940931"/>
                <a:gd name="connsiteY1238" fmla="*/ 108584 h 138429"/>
                <a:gd name="connsiteX1239" fmla="*/ 1659255 w 4940931"/>
                <a:gd name="connsiteY1239" fmla="*/ 20319 h 138429"/>
                <a:gd name="connsiteX1240" fmla="*/ 1628774 w 4940931"/>
                <a:gd name="connsiteY1240" fmla="*/ 20319 h 138429"/>
                <a:gd name="connsiteX1241" fmla="*/ 0 w 4940931"/>
                <a:gd name="connsiteY1241" fmla="*/ 5079 h 138429"/>
                <a:gd name="connsiteX1242" fmla="*/ 76200 w 4940931"/>
                <a:gd name="connsiteY1242" fmla="*/ 5079 h 138429"/>
                <a:gd name="connsiteX1243" fmla="*/ 76200 w 4940931"/>
                <a:gd name="connsiteY1243" fmla="*/ 20319 h 138429"/>
                <a:gd name="connsiteX1244" fmla="*/ 45720 w 4940931"/>
                <a:gd name="connsiteY1244" fmla="*/ 20319 h 138429"/>
                <a:gd name="connsiteX1245" fmla="*/ 45720 w 4940931"/>
                <a:gd name="connsiteY1245" fmla="*/ 108584 h 138429"/>
                <a:gd name="connsiteX1246" fmla="*/ 29845 w 4940931"/>
                <a:gd name="connsiteY1246" fmla="*/ 108584 h 138429"/>
                <a:gd name="connsiteX1247" fmla="*/ 29845 w 4940931"/>
                <a:gd name="connsiteY1247" fmla="*/ 20319 h 138429"/>
                <a:gd name="connsiteX1248" fmla="*/ 0 w 4940931"/>
                <a:gd name="connsiteY1248" fmla="*/ 20319 h 138429"/>
                <a:gd name="connsiteX1249" fmla="*/ 1362075 w 4940931"/>
                <a:gd name="connsiteY1249" fmla="*/ 1269 h 138429"/>
                <a:gd name="connsiteX1250" fmla="*/ 1365885 w 4940931"/>
                <a:gd name="connsiteY1250" fmla="*/ 1904 h 138429"/>
                <a:gd name="connsiteX1251" fmla="*/ 1369060 w 4940931"/>
                <a:gd name="connsiteY1251" fmla="*/ 3809 h 138429"/>
                <a:gd name="connsiteX1252" fmla="*/ 1370965 w 4940931"/>
                <a:gd name="connsiteY1252" fmla="*/ 6984 h 138429"/>
                <a:gd name="connsiteX1253" fmla="*/ 1371600 w 4940931"/>
                <a:gd name="connsiteY1253" fmla="*/ 10794 h 138429"/>
                <a:gd name="connsiteX1254" fmla="*/ 1370965 w 4940931"/>
                <a:gd name="connsiteY1254" fmla="*/ 14604 h 138429"/>
                <a:gd name="connsiteX1255" fmla="*/ 1369060 w 4940931"/>
                <a:gd name="connsiteY1255" fmla="*/ 17779 h 138429"/>
                <a:gd name="connsiteX1256" fmla="*/ 1365885 w 4940931"/>
                <a:gd name="connsiteY1256" fmla="*/ 19684 h 138429"/>
                <a:gd name="connsiteX1257" fmla="*/ 1362075 w 4940931"/>
                <a:gd name="connsiteY1257" fmla="*/ 20319 h 138429"/>
                <a:gd name="connsiteX1258" fmla="*/ 1358265 w 4940931"/>
                <a:gd name="connsiteY1258" fmla="*/ 19684 h 138429"/>
                <a:gd name="connsiteX1259" fmla="*/ 1355090 w 4940931"/>
                <a:gd name="connsiteY1259" fmla="*/ 17779 h 138429"/>
                <a:gd name="connsiteX1260" fmla="*/ 1353185 w 4940931"/>
                <a:gd name="connsiteY1260" fmla="*/ 14604 h 138429"/>
                <a:gd name="connsiteX1261" fmla="*/ 1352550 w 4940931"/>
                <a:gd name="connsiteY1261" fmla="*/ 10794 h 138429"/>
                <a:gd name="connsiteX1262" fmla="*/ 1353185 w 4940931"/>
                <a:gd name="connsiteY1262" fmla="*/ 6984 h 138429"/>
                <a:gd name="connsiteX1263" fmla="*/ 1355090 w 4940931"/>
                <a:gd name="connsiteY1263" fmla="*/ 3809 h 138429"/>
                <a:gd name="connsiteX1264" fmla="*/ 1358265 w 4940931"/>
                <a:gd name="connsiteY1264" fmla="*/ 1904 h 138429"/>
                <a:gd name="connsiteX1265" fmla="*/ 1362075 w 4940931"/>
                <a:gd name="connsiteY1265" fmla="*/ 1269 h 138429"/>
                <a:gd name="connsiteX1266" fmla="*/ 4789801 w 4940931"/>
                <a:gd name="connsiteY1266" fmla="*/ 634 h 138429"/>
                <a:gd name="connsiteX1267" fmla="*/ 4789801 w 4940931"/>
                <a:gd name="connsiteY1267" fmla="*/ 65404 h 138429"/>
                <a:gd name="connsiteX1268" fmla="*/ 4814566 w 4940931"/>
                <a:gd name="connsiteY1268" fmla="*/ 31114 h 138429"/>
                <a:gd name="connsiteX1269" fmla="*/ 4831711 w 4940931"/>
                <a:gd name="connsiteY1269" fmla="*/ 31114 h 138429"/>
                <a:gd name="connsiteX1270" fmla="*/ 4812026 w 4940931"/>
                <a:gd name="connsiteY1270" fmla="*/ 57149 h 138429"/>
                <a:gd name="connsiteX1271" fmla="*/ 4835521 w 4940931"/>
                <a:gd name="connsiteY1271" fmla="*/ 108584 h 138429"/>
                <a:gd name="connsiteX1272" fmla="*/ 4819011 w 4940931"/>
                <a:gd name="connsiteY1272" fmla="*/ 108584 h 138429"/>
                <a:gd name="connsiteX1273" fmla="*/ 4801866 w 4940931"/>
                <a:gd name="connsiteY1273" fmla="*/ 69849 h 138429"/>
                <a:gd name="connsiteX1274" fmla="*/ 4789801 w 4940931"/>
                <a:gd name="connsiteY1274" fmla="*/ 85724 h 138429"/>
                <a:gd name="connsiteX1275" fmla="*/ 4789801 w 4940931"/>
                <a:gd name="connsiteY1275" fmla="*/ 108584 h 138429"/>
                <a:gd name="connsiteX1276" fmla="*/ 4774561 w 4940931"/>
                <a:gd name="connsiteY1276" fmla="*/ 108584 h 138429"/>
                <a:gd name="connsiteX1277" fmla="*/ 4774561 w 4940931"/>
                <a:gd name="connsiteY1277" fmla="*/ 8889 h 138429"/>
                <a:gd name="connsiteX1278" fmla="*/ 4472301 w 4940931"/>
                <a:gd name="connsiteY1278" fmla="*/ 634 h 138429"/>
                <a:gd name="connsiteX1279" fmla="*/ 4472301 w 4940931"/>
                <a:gd name="connsiteY1279" fmla="*/ 109219 h 138429"/>
                <a:gd name="connsiteX1280" fmla="*/ 4457061 w 4940931"/>
                <a:gd name="connsiteY1280" fmla="*/ 109219 h 138429"/>
                <a:gd name="connsiteX1281" fmla="*/ 4457696 w 4940931"/>
                <a:gd name="connsiteY1281" fmla="*/ 108584 h 138429"/>
                <a:gd name="connsiteX1282" fmla="*/ 4457696 w 4940931"/>
                <a:gd name="connsiteY1282" fmla="*/ 100964 h 138429"/>
                <a:gd name="connsiteX1283" fmla="*/ 4453251 w 4940931"/>
                <a:gd name="connsiteY1283" fmla="*/ 104774 h 138429"/>
                <a:gd name="connsiteX1284" fmla="*/ 4448171 w 4940931"/>
                <a:gd name="connsiteY1284" fmla="*/ 107949 h 138429"/>
                <a:gd name="connsiteX1285" fmla="*/ 4443091 w 4940931"/>
                <a:gd name="connsiteY1285" fmla="*/ 109854 h 138429"/>
                <a:gd name="connsiteX1286" fmla="*/ 4437376 w 4940931"/>
                <a:gd name="connsiteY1286" fmla="*/ 109854 h 138429"/>
                <a:gd name="connsiteX1287" fmla="*/ 4425946 w 4940931"/>
                <a:gd name="connsiteY1287" fmla="*/ 107314 h 138429"/>
                <a:gd name="connsiteX1288" fmla="*/ 4416421 w 4940931"/>
                <a:gd name="connsiteY1288" fmla="*/ 99694 h 138429"/>
                <a:gd name="connsiteX1289" fmla="*/ 4410071 w 4940931"/>
                <a:gd name="connsiteY1289" fmla="*/ 86994 h 138429"/>
                <a:gd name="connsiteX1290" fmla="*/ 4407531 w 4940931"/>
                <a:gd name="connsiteY1290" fmla="*/ 67944 h 138429"/>
                <a:gd name="connsiteX1291" fmla="*/ 4410071 w 4940931"/>
                <a:gd name="connsiteY1291" fmla="*/ 50799 h 138429"/>
                <a:gd name="connsiteX1292" fmla="*/ 4417056 w 4940931"/>
                <a:gd name="connsiteY1292" fmla="*/ 38734 h 138429"/>
                <a:gd name="connsiteX1293" fmla="*/ 4426581 w 4940931"/>
                <a:gd name="connsiteY1293" fmla="*/ 31749 h 138429"/>
                <a:gd name="connsiteX1294" fmla="*/ 4438011 w 4940931"/>
                <a:gd name="connsiteY1294" fmla="*/ 29209 h 138429"/>
                <a:gd name="connsiteX1295" fmla="*/ 4443726 w 4940931"/>
                <a:gd name="connsiteY1295" fmla="*/ 29844 h 138429"/>
                <a:gd name="connsiteX1296" fmla="*/ 4448806 w 4940931"/>
                <a:gd name="connsiteY1296" fmla="*/ 31749 h 138429"/>
                <a:gd name="connsiteX1297" fmla="*/ 4453251 w 4940931"/>
                <a:gd name="connsiteY1297" fmla="*/ 34924 h 138429"/>
                <a:gd name="connsiteX1298" fmla="*/ 4457061 w 4940931"/>
                <a:gd name="connsiteY1298" fmla="*/ 38099 h 138429"/>
                <a:gd name="connsiteX1299" fmla="*/ 4457061 w 4940931"/>
                <a:gd name="connsiteY1299" fmla="*/ 8254 h 138429"/>
                <a:gd name="connsiteX1300" fmla="*/ 4390385 w 4940931"/>
                <a:gd name="connsiteY1300" fmla="*/ 634 h 138429"/>
                <a:gd name="connsiteX1301" fmla="*/ 4390385 w 4940931"/>
                <a:gd name="connsiteY1301" fmla="*/ 108584 h 138429"/>
                <a:gd name="connsiteX1302" fmla="*/ 4375145 w 4940931"/>
                <a:gd name="connsiteY1302" fmla="*/ 108584 h 138429"/>
                <a:gd name="connsiteX1303" fmla="*/ 4375145 w 4940931"/>
                <a:gd name="connsiteY1303" fmla="*/ 8889 h 138429"/>
                <a:gd name="connsiteX1304" fmla="*/ 3946521 w 4940931"/>
                <a:gd name="connsiteY1304" fmla="*/ 634 h 138429"/>
                <a:gd name="connsiteX1305" fmla="*/ 3946521 w 4940931"/>
                <a:gd name="connsiteY1305" fmla="*/ 38099 h 138429"/>
                <a:gd name="connsiteX1306" fmla="*/ 3950331 w 4940931"/>
                <a:gd name="connsiteY1306" fmla="*/ 34289 h 138429"/>
                <a:gd name="connsiteX1307" fmla="*/ 3954776 w 4940931"/>
                <a:gd name="connsiteY1307" fmla="*/ 31114 h 138429"/>
                <a:gd name="connsiteX1308" fmla="*/ 3960491 w 4940931"/>
                <a:gd name="connsiteY1308" fmla="*/ 29209 h 138429"/>
                <a:gd name="connsiteX1309" fmla="*/ 3966206 w 4940931"/>
                <a:gd name="connsiteY1309" fmla="*/ 29209 h 138429"/>
                <a:gd name="connsiteX1310" fmla="*/ 3978271 w 4940931"/>
                <a:gd name="connsiteY1310" fmla="*/ 31749 h 138429"/>
                <a:gd name="connsiteX1311" fmla="*/ 3987161 w 4940931"/>
                <a:gd name="connsiteY1311" fmla="*/ 38099 h 138429"/>
                <a:gd name="connsiteX1312" fmla="*/ 3992241 w 4940931"/>
                <a:gd name="connsiteY1312" fmla="*/ 49529 h 138429"/>
                <a:gd name="connsiteX1313" fmla="*/ 3994146 w 4940931"/>
                <a:gd name="connsiteY1313" fmla="*/ 64134 h 138429"/>
                <a:gd name="connsiteX1314" fmla="*/ 3994146 w 4940931"/>
                <a:gd name="connsiteY1314" fmla="*/ 108584 h 138429"/>
                <a:gd name="connsiteX1315" fmla="*/ 3978906 w 4940931"/>
                <a:gd name="connsiteY1315" fmla="*/ 108584 h 138429"/>
                <a:gd name="connsiteX1316" fmla="*/ 3978271 w 4940931"/>
                <a:gd name="connsiteY1316" fmla="*/ 108584 h 138429"/>
                <a:gd name="connsiteX1317" fmla="*/ 3978271 w 4940931"/>
                <a:gd name="connsiteY1317" fmla="*/ 64769 h 138429"/>
                <a:gd name="connsiteX1318" fmla="*/ 3974461 w 4940931"/>
                <a:gd name="connsiteY1318" fmla="*/ 48894 h 138429"/>
                <a:gd name="connsiteX1319" fmla="*/ 3962396 w 4940931"/>
                <a:gd name="connsiteY1319" fmla="*/ 43814 h 138429"/>
                <a:gd name="connsiteX1320" fmla="*/ 3956046 w 4940931"/>
                <a:gd name="connsiteY1320" fmla="*/ 45084 h 138429"/>
                <a:gd name="connsiteX1321" fmla="*/ 3950966 w 4940931"/>
                <a:gd name="connsiteY1321" fmla="*/ 48894 h 138429"/>
                <a:gd name="connsiteX1322" fmla="*/ 3947791 w 4940931"/>
                <a:gd name="connsiteY1322" fmla="*/ 55244 h 138429"/>
                <a:gd name="connsiteX1323" fmla="*/ 3946521 w 4940931"/>
                <a:gd name="connsiteY1323" fmla="*/ 63499 h 138429"/>
                <a:gd name="connsiteX1324" fmla="*/ 3946521 w 4940931"/>
                <a:gd name="connsiteY1324" fmla="*/ 109219 h 138429"/>
                <a:gd name="connsiteX1325" fmla="*/ 3931281 w 4940931"/>
                <a:gd name="connsiteY1325" fmla="*/ 109219 h 138429"/>
                <a:gd name="connsiteX1326" fmla="*/ 3931281 w 4940931"/>
                <a:gd name="connsiteY1326" fmla="*/ 8889 h 138429"/>
                <a:gd name="connsiteX1327" fmla="*/ 3248021 w 4940931"/>
                <a:gd name="connsiteY1327" fmla="*/ 634 h 138429"/>
                <a:gd name="connsiteX1328" fmla="*/ 3248021 w 4940931"/>
                <a:gd name="connsiteY1328" fmla="*/ 38099 h 138429"/>
                <a:gd name="connsiteX1329" fmla="*/ 3251831 w 4940931"/>
                <a:gd name="connsiteY1329" fmla="*/ 34289 h 138429"/>
                <a:gd name="connsiteX1330" fmla="*/ 3256276 w 4940931"/>
                <a:gd name="connsiteY1330" fmla="*/ 31114 h 138429"/>
                <a:gd name="connsiteX1331" fmla="*/ 3261991 w 4940931"/>
                <a:gd name="connsiteY1331" fmla="*/ 29209 h 138429"/>
                <a:gd name="connsiteX1332" fmla="*/ 3267706 w 4940931"/>
                <a:gd name="connsiteY1332" fmla="*/ 29209 h 138429"/>
                <a:gd name="connsiteX1333" fmla="*/ 3279771 w 4940931"/>
                <a:gd name="connsiteY1333" fmla="*/ 31749 h 138429"/>
                <a:gd name="connsiteX1334" fmla="*/ 3288661 w 4940931"/>
                <a:gd name="connsiteY1334" fmla="*/ 38099 h 138429"/>
                <a:gd name="connsiteX1335" fmla="*/ 3293741 w 4940931"/>
                <a:gd name="connsiteY1335" fmla="*/ 49529 h 138429"/>
                <a:gd name="connsiteX1336" fmla="*/ 3295646 w 4940931"/>
                <a:gd name="connsiteY1336" fmla="*/ 64134 h 138429"/>
                <a:gd name="connsiteX1337" fmla="*/ 3295646 w 4940931"/>
                <a:gd name="connsiteY1337" fmla="*/ 108584 h 138429"/>
                <a:gd name="connsiteX1338" fmla="*/ 3280406 w 4940931"/>
                <a:gd name="connsiteY1338" fmla="*/ 108584 h 138429"/>
                <a:gd name="connsiteX1339" fmla="*/ 3279771 w 4940931"/>
                <a:gd name="connsiteY1339" fmla="*/ 108584 h 138429"/>
                <a:gd name="connsiteX1340" fmla="*/ 3279771 w 4940931"/>
                <a:gd name="connsiteY1340" fmla="*/ 64769 h 138429"/>
                <a:gd name="connsiteX1341" fmla="*/ 3275961 w 4940931"/>
                <a:gd name="connsiteY1341" fmla="*/ 48894 h 138429"/>
                <a:gd name="connsiteX1342" fmla="*/ 3263896 w 4940931"/>
                <a:gd name="connsiteY1342" fmla="*/ 43814 h 138429"/>
                <a:gd name="connsiteX1343" fmla="*/ 3257546 w 4940931"/>
                <a:gd name="connsiteY1343" fmla="*/ 45084 h 138429"/>
                <a:gd name="connsiteX1344" fmla="*/ 3252466 w 4940931"/>
                <a:gd name="connsiteY1344" fmla="*/ 48894 h 138429"/>
                <a:gd name="connsiteX1345" fmla="*/ 3249291 w 4940931"/>
                <a:gd name="connsiteY1345" fmla="*/ 55244 h 138429"/>
                <a:gd name="connsiteX1346" fmla="*/ 3248021 w 4940931"/>
                <a:gd name="connsiteY1346" fmla="*/ 63499 h 138429"/>
                <a:gd name="connsiteX1347" fmla="*/ 3248021 w 4940931"/>
                <a:gd name="connsiteY1347" fmla="*/ 109219 h 138429"/>
                <a:gd name="connsiteX1348" fmla="*/ 3232781 w 4940931"/>
                <a:gd name="connsiteY1348" fmla="*/ 109219 h 138429"/>
                <a:gd name="connsiteX1349" fmla="*/ 3232781 w 4940931"/>
                <a:gd name="connsiteY1349" fmla="*/ 8889 h 138429"/>
                <a:gd name="connsiteX1350" fmla="*/ 2432681 w 4940931"/>
                <a:gd name="connsiteY1350" fmla="*/ 634 h 138429"/>
                <a:gd name="connsiteX1351" fmla="*/ 2432681 w 4940931"/>
                <a:gd name="connsiteY1351" fmla="*/ 38099 h 138429"/>
                <a:gd name="connsiteX1352" fmla="*/ 2436491 w 4940931"/>
                <a:gd name="connsiteY1352" fmla="*/ 34289 h 138429"/>
                <a:gd name="connsiteX1353" fmla="*/ 2440936 w 4940931"/>
                <a:gd name="connsiteY1353" fmla="*/ 31114 h 138429"/>
                <a:gd name="connsiteX1354" fmla="*/ 2446651 w 4940931"/>
                <a:gd name="connsiteY1354" fmla="*/ 29209 h 138429"/>
                <a:gd name="connsiteX1355" fmla="*/ 2452366 w 4940931"/>
                <a:gd name="connsiteY1355" fmla="*/ 29209 h 138429"/>
                <a:gd name="connsiteX1356" fmla="*/ 2464431 w 4940931"/>
                <a:gd name="connsiteY1356" fmla="*/ 31749 h 138429"/>
                <a:gd name="connsiteX1357" fmla="*/ 2473321 w 4940931"/>
                <a:gd name="connsiteY1357" fmla="*/ 38099 h 138429"/>
                <a:gd name="connsiteX1358" fmla="*/ 2478401 w 4940931"/>
                <a:gd name="connsiteY1358" fmla="*/ 49529 h 138429"/>
                <a:gd name="connsiteX1359" fmla="*/ 2480306 w 4940931"/>
                <a:gd name="connsiteY1359" fmla="*/ 64134 h 138429"/>
                <a:gd name="connsiteX1360" fmla="*/ 2480306 w 4940931"/>
                <a:gd name="connsiteY1360" fmla="*/ 108584 h 138429"/>
                <a:gd name="connsiteX1361" fmla="*/ 2465066 w 4940931"/>
                <a:gd name="connsiteY1361" fmla="*/ 108584 h 138429"/>
                <a:gd name="connsiteX1362" fmla="*/ 2464431 w 4940931"/>
                <a:gd name="connsiteY1362" fmla="*/ 108584 h 138429"/>
                <a:gd name="connsiteX1363" fmla="*/ 2464431 w 4940931"/>
                <a:gd name="connsiteY1363" fmla="*/ 64769 h 138429"/>
                <a:gd name="connsiteX1364" fmla="*/ 2460621 w 4940931"/>
                <a:gd name="connsiteY1364" fmla="*/ 48894 h 138429"/>
                <a:gd name="connsiteX1365" fmla="*/ 2448556 w 4940931"/>
                <a:gd name="connsiteY1365" fmla="*/ 43814 h 138429"/>
                <a:gd name="connsiteX1366" fmla="*/ 2442206 w 4940931"/>
                <a:gd name="connsiteY1366" fmla="*/ 45084 h 138429"/>
                <a:gd name="connsiteX1367" fmla="*/ 2437126 w 4940931"/>
                <a:gd name="connsiteY1367" fmla="*/ 48894 h 138429"/>
                <a:gd name="connsiteX1368" fmla="*/ 2433951 w 4940931"/>
                <a:gd name="connsiteY1368" fmla="*/ 55244 h 138429"/>
                <a:gd name="connsiteX1369" fmla="*/ 2432681 w 4940931"/>
                <a:gd name="connsiteY1369" fmla="*/ 63499 h 138429"/>
                <a:gd name="connsiteX1370" fmla="*/ 2432681 w 4940931"/>
                <a:gd name="connsiteY1370" fmla="*/ 109219 h 138429"/>
                <a:gd name="connsiteX1371" fmla="*/ 2417441 w 4940931"/>
                <a:gd name="connsiteY1371" fmla="*/ 109219 h 138429"/>
                <a:gd name="connsiteX1372" fmla="*/ 2417441 w 4940931"/>
                <a:gd name="connsiteY1372" fmla="*/ 8889 h 138429"/>
                <a:gd name="connsiteX1373" fmla="*/ 1734181 w 4940931"/>
                <a:gd name="connsiteY1373" fmla="*/ 634 h 138429"/>
                <a:gd name="connsiteX1374" fmla="*/ 1734181 w 4940931"/>
                <a:gd name="connsiteY1374" fmla="*/ 38099 h 138429"/>
                <a:gd name="connsiteX1375" fmla="*/ 1737991 w 4940931"/>
                <a:gd name="connsiteY1375" fmla="*/ 34289 h 138429"/>
                <a:gd name="connsiteX1376" fmla="*/ 1742436 w 4940931"/>
                <a:gd name="connsiteY1376" fmla="*/ 31114 h 138429"/>
                <a:gd name="connsiteX1377" fmla="*/ 1748151 w 4940931"/>
                <a:gd name="connsiteY1377" fmla="*/ 29209 h 138429"/>
                <a:gd name="connsiteX1378" fmla="*/ 1753866 w 4940931"/>
                <a:gd name="connsiteY1378" fmla="*/ 29209 h 138429"/>
                <a:gd name="connsiteX1379" fmla="*/ 1765931 w 4940931"/>
                <a:gd name="connsiteY1379" fmla="*/ 31749 h 138429"/>
                <a:gd name="connsiteX1380" fmla="*/ 1774821 w 4940931"/>
                <a:gd name="connsiteY1380" fmla="*/ 38099 h 138429"/>
                <a:gd name="connsiteX1381" fmla="*/ 1779901 w 4940931"/>
                <a:gd name="connsiteY1381" fmla="*/ 49529 h 138429"/>
                <a:gd name="connsiteX1382" fmla="*/ 1781806 w 4940931"/>
                <a:gd name="connsiteY1382" fmla="*/ 64134 h 138429"/>
                <a:gd name="connsiteX1383" fmla="*/ 1781806 w 4940931"/>
                <a:gd name="connsiteY1383" fmla="*/ 108584 h 138429"/>
                <a:gd name="connsiteX1384" fmla="*/ 1766566 w 4940931"/>
                <a:gd name="connsiteY1384" fmla="*/ 108584 h 138429"/>
                <a:gd name="connsiteX1385" fmla="*/ 1765931 w 4940931"/>
                <a:gd name="connsiteY1385" fmla="*/ 108584 h 138429"/>
                <a:gd name="connsiteX1386" fmla="*/ 1765931 w 4940931"/>
                <a:gd name="connsiteY1386" fmla="*/ 64769 h 138429"/>
                <a:gd name="connsiteX1387" fmla="*/ 1762121 w 4940931"/>
                <a:gd name="connsiteY1387" fmla="*/ 48894 h 138429"/>
                <a:gd name="connsiteX1388" fmla="*/ 1750056 w 4940931"/>
                <a:gd name="connsiteY1388" fmla="*/ 43814 h 138429"/>
                <a:gd name="connsiteX1389" fmla="*/ 1743706 w 4940931"/>
                <a:gd name="connsiteY1389" fmla="*/ 45084 h 138429"/>
                <a:gd name="connsiteX1390" fmla="*/ 1738626 w 4940931"/>
                <a:gd name="connsiteY1390" fmla="*/ 48894 h 138429"/>
                <a:gd name="connsiteX1391" fmla="*/ 1735451 w 4940931"/>
                <a:gd name="connsiteY1391" fmla="*/ 55244 h 138429"/>
                <a:gd name="connsiteX1392" fmla="*/ 1734181 w 4940931"/>
                <a:gd name="connsiteY1392" fmla="*/ 63499 h 138429"/>
                <a:gd name="connsiteX1393" fmla="*/ 1734181 w 4940931"/>
                <a:gd name="connsiteY1393" fmla="*/ 109219 h 138429"/>
                <a:gd name="connsiteX1394" fmla="*/ 1718941 w 4940931"/>
                <a:gd name="connsiteY1394" fmla="*/ 109219 h 138429"/>
                <a:gd name="connsiteX1395" fmla="*/ 1718941 w 4940931"/>
                <a:gd name="connsiteY1395" fmla="*/ 8889 h 138429"/>
                <a:gd name="connsiteX1396" fmla="*/ 803275 w 4940931"/>
                <a:gd name="connsiteY1396" fmla="*/ 634 h 138429"/>
                <a:gd name="connsiteX1397" fmla="*/ 803275 w 4940931"/>
                <a:gd name="connsiteY1397" fmla="*/ 38099 h 138429"/>
                <a:gd name="connsiteX1398" fmla="*/ 807085 w 4940931"/>
                <a:gd name="connsiteY1398" fmla="*/ 34289 h 138429"/>
                <a:gd name="connsiteX1399" fmla="*/ 811530 w 4940931"/>
                <a:gd name="connsiteY1399" fmla="*/ 31114 h 138429"/>
                <a:gd name="connsiteX1400" fmla="*/ 817245 w 4940931"/>
                <a:gd name="connsiteY1400" fmla="*/ 29209 h 138429"/>
                <a:gd name="connsiteX1401" fmla="*/ 822960 w 4940931"/>
                <a:gd name="connsiteY1401" fmla="*/ 29209 h 138429"/>
                <a:gd name="connsiteX1402" fmla="*/ 835025 w 4940931"/>
                <a:gd name="connsiteY1402" fmla="*/ 31749 h 138429"/>
                <a:gd name="connsiteX1403" fmla="*/ 843915 w 4940931"/>
                <a:gd name="connsiteY1403" fmla="*/ 38099 h 138429"/>
                <a:gd name="connsiteX1404" fmla="*/ 848995 w 4940931"/>
                <a:gd name="connsiteY1404" fmla="*/ 49529 h 138429"/>
                <a:gd name="connsiteX1405" fmla="*/ 850900 w 4940931"/>
                <a:gd name="connsiteY1405" fmla="*/ 64134 h 138429"/>
                <a:gd name="connsiteX1406" fmla="*/ 850900 w 4940931"/>
                <a:gd name="connsiteY1406" fmla="*/ 108584 h 138429"/>
                <a:gd name="connsiteX1407" fmla="*/ 835660 w 4940931"/>
                <a:gd name="connsiteY1407" fmla="*/ 108584 h 138429"/>
                <a:gd name="connsiteX1408" fmla="*/ 835025 w 4940931"/>
                <a:gd name="connsiteY1408" fmla="*/ 108584 h 138429"/>
                <a:gd name="connsiteX1409" fmla="*/ 835025 w 4940931"/>
                <a:gd name="connsiteY1409" fmla="*/ 64769 h 138429"/>
                <a:gd name="connsiteX1410" fmla="*/ 831215 w 4940931"/>
                <a:gd name="connsiteY1410" fmla="*/ 48894 h 138429"/>
                <a:gd name="connsiteX1411" fmla="*/ 819150 w 4940931"/>
                <a:gd name="connsiteY1411" fmla="*/ 43814 h 138429"/>
                <a:gd name="connsiteX1412" fmla="*/ 812800 w 4940931"/>
                <a:gd name="connsiteY1412" fmla="*/ 45084 h 138429"/>
                <a:gd name="connsiteX1413" fmla="*/ 807720 w 4940931"/>
                <a:gd name="connsiteY1413" fmla="*/ 48894 h 138429"/>
                <a:gd name="connsiteX1414" fmla="*/ 804545 w 4940931"/>
                <a:gd name="connsiteY1414" fmla="*/ 55244 h 138429"/>
                <a:gd name="connsiteX1415" fmla="*/ 803275 w 4940931"/>
                <a:gd name="connsiteY1415" fmla="*/ 63499 h 138429"/>
                <a:gd name="connsiteX1416" fmla="*/ 803275 w 4940931"/>
                <a:gd name="connsiteY1416" fmla="*/ 109219 h 138429"/>
                <a:gd name="connsiteX1417" fmla="*/ 788035 w 4940931"/>
                <a:gd name="connsiteY1417" fmla="*/ 109219 h 138429"/>
                <a:gd name="connsiteX1418" fmla="*/ 788035 w 4940931"/>
                <a:gd name="connsiteY1418" fmla="*/ 8889 h 138429"/>
                <a:gd name="connsiteX1419" fmla="*/ 104774 w 4940931"/>
                <a:gd name="connsiteY1419" fmla="*/ 634 h 138429"/>
                <a:gd name="connsiteX1420" fmla="*/ 104774 w 4940931"/>
                <a:gd name="connsiteY1420" fmla="*/ 38099 h 138429"/>
                <a:gd name="connsiteX1421" fmla="*/ 108584 w 4940931"/>
                <a:gd name="connsiteY1421" fmla="*/ 34289 h 138429"/>
                <a:gd name="connsiteX1422" fmla="*/ 113029 w 4940931"/>
                <a:gd name="connsiteY1422" fmla="*/ 31114 h 138429"/>
                <a:gd name="connsiteX1423" fmla="*/ 118744 w 4940931"/>
                <a:gd name="connsiteY1423" fmla="*/ 29209 h 138429"/>
                <a:gd name="connsiteX1424" fmla="*/ 124459 w 4940931"/>
                <a:gd name="connsiteY1424" fmla="*/ 29209 h 138429"/>
                <a:gd name="connsiteX1425" fmla="*/ 136524 w 4940931"/>
                <a:gd name="connsiteY1425" fmla="*/ 31749 h 138429"/>
                <a:gd name="connsiteX1426" fmla="*/ 145414 w 4940931"/>
                <a:gd name="connsiteY1426" fmla="*/ 38099 h 138429"/>
                <a:gd name="connsiteX1427" fmla="*/ 150494 w 4940931"/>
                <a:gd name="connsiteY1427" fmla="*/ 49529 h 138429"/>
                <a:gd name="connsiteX1428" fmla="*/ 152399 w 4940931"/>
                <a:gd name="connsiteY1428" fmla="*/ 64134 h 138429"/>
                <a:gd name="connsiteX1429" fmla="*/ 152399 w 4940931"/>
                <a:gd name="connsiteY1429" fmla="*/ 108584 h 138429"/>
                <a:gd name="connsiteX1430" fmla="*/ 137159 w 4940931"/>
                <a:gd name="connsiteY1430" fmla="*/ 108584 h 138429"/>
                <a:gd name="connsiteX1431" fmla="*/ 136524 w 4940931"/>
                <a:gd name="connsiteY1431" fmla="*/ 108584 h 138429"/>
                <a:gd name="connsiteX1432" fmla="*/ 136524 w 4940931"/>
                <a:gd name="connsiteY1432" fmla="*/ 64769 h 138429"/>
                <a:gd name="connsiteX1433" fmla="*/ 132714 w 4940931"/>
                <a:gd name="connsiteY1433" fmla="*/ 48894 h 138429"/>
                <a:gd name="connsiteX1434" fmla="*/ 120649 w 4940931"/>
                <a:gd name="connsiteY1434" fmla="*/ 43814 h 138429"/>
                <a:gd name="connsiteX1435" fmla="*/ 114299 w 4940931"/>
                <a:gd name="connsiteY1435" fmla="*/ 45084 h 138429"/>
                <a:gd name="connsiteX1436" fmla="*/ 109219 w 4940931"/>
                <a:gd name="connsiteY1436" fmla="*/ 48894 h 138429"/>
                <a:gd name="connsiteX1437" fmla="*/ 106044 w 4940931"/>
                <a:gd name="connsiteY1437" fmla="*/ 55244 h 138429"/>
                <a:gd name="connsiteX1438" fmla="*/ 104774 w 4940931"/>
                <a:gd name="connsiteY1438" fmla="*/ 63499 h 138429"/>
                <a:gd name="connsiteX1439" fmla="*/ 104774 w 4940931"/>
                <a:gd name="connsiteY1439" fmla="*/ 109219 h 138429"/>
                <a:gd name="connsiteX1440" fmla="*/ 89534 w 4940931"/>
                <a:gd name="connsiteY1440" fmla="*/ 109219 h 138429"/>
                <a:gd name="connsiteX1441" fmla="*/ 89534 w 4940931"/>
                <a:gd name="connsiteY1441" fmla="*/ 8889 h 138429"/>
                <a:gd name="connsiteX1442" fmla="*/ 3894450 w 4940931"/>
                <a:gd name="connsiteY1442" fmla="*/ 0 h 138429"/>
                <a:gd name="connsiteX1443" fmla="*/ 3894450 w 4940931"/>
                <a:gd name="connsiteY1443" fmla="*/ 30480 h 138429"/>
                <a:gd name="connsiteX1444" fmla="*/ 3913500 w 4940931"/>
                <a:gd name="connsiteY1444" fmla="*/ 30480 h 138429"/>
                <a:gd name="connsiteX1445" fmla="*/ 3913500 w 4940931"/>
                <a:gd name="connsiteY1445" fmla="*/ 44450 h 138429"/>
                <a:gd name="connsiteX1446" fmla="*/ 3894450 w 4940931"/>
                <a:gd name="connsiteY1446" fmla="*/ 44450 h 138429"/>
                <a:gd name="connsiteX1447" fmla="*/ 3894450 w 4940931"/>
                <a:gd name="connsiteY1447" fmla="*/ 86995 h 138429"/>
                <a:gd name="connsiteX1448" fmla="*/ 3894450 w 4940931"/>
                <a:gd name="connsiteY1448" fmla="*/ 91440 h 138429"/>
                <a:gd name="connsiteX1449" fmla="*/ 3895720 w 4940931"/>
                <a:gd name="connsiteY1449" fmla="*/ 94615 h 138429"/>
                <a:gd name="connsiteX1450" fmla="*/ 3898260 w 4940931"/>
                <a:gd name="connsiteY1450" fmla="*/ 95885 h 138429"/>
                <a:gd name="connsiteX1451" fmla="*/ 3902070 w 4940931"/>
                <a:gd name="connsiteY1451" fmla="*/ 95885 h 138429"/>
                <a:gd name="connsiteX1452" fmla="*/ 3908420 w 4940931"/>
                <a:gd name="connsiteY1452" fmla="*/ 95250 h 138429"/>
                <a:gd name="connsiteX1453" fmla="*/ 3913500 w 4940931"/>
                <a:gd name="connsiteY1453" fmla="*/ 93345 h 138429"/>
                <a:gd name="connsiteX1454" fmla="*/ 3911595 w 4940931"/>
                <a:gd name="connsiteY1454" fmla="*/ 106680 h 138429"/>
                <a:gd name="connsiteX1455" fmla="*/ 3905245 w 4940931"/>
                <a:gd name="connsiteY1455" fmla="*/ 109220 h 138429"/>
                <a:gd name="connsiteX1456" fmla="*/ 3896990 w 4940931"/>
                <a:gd name="connsiteY1456" fmla="*/ 110490 h 138429"/>
                <a:gd name="connsiteX1457" fmla="*/ 3890005 w 4940931"/>
                <a:gd name="connsiteY1457" fmla="*/ 109220 h 138429"/>
                <a:gd name="connsiteX1458" fmla="*/ 3884290 w 4940931"/>
                <a:gd name="connsiteY1458" fmla="*/ 105410 h 138429"/>
                <a:gd name="connsiteX1459" fmla="*/ 3880480 w 4940931"/>
                <a:gd name="connsiteY1459" fmla="*/ 99060 h 138429"/>
                <a:gd name="connsiteX1460" fmla="*/ 3879210 w 4940931"/>
                <a:gd name="connsiteY1460" fmla="*/ 89535 h 138429"/>
                <a:gd name="connsiteX1461" fmla="*/ 3879210 w 4940931"/>
                <a:gd name="connsiteY1461" fmla="*/ 44450 h 138429"/>
                <a:gd name="connsiteX1462" fmla="*/ 3868415 w 4940931"/>
                <a:gd name="connsiteY1462" fmla="*/ 44450 h 138429"/>
                <a:gd name="connsiteX1463" fmla="*/ 3868415 w 4940931"/>
                <a:gd name="connsiteY1463" fmla="*/ 30480 h 138429"/>
                <a:gd name="connsiteX1464" fmla="*/ 3879210 w 4940931"/>
                <a:gd name="connsiteY1464" fmla="*/ 30480 h 138429"/>
                <a:gd name="connsiteX1465" fmla="*/ 3879210 w 4940931"/>
                <a:gd name="connsiteY1465" fmla="*/ 8255 h 138429"/>
                <a:gd name="connsiteX1466" fmla="*/ 3664581 w 4940931"/>
                <a:gd name="connsiteY1466" fmla="*/ 0 h 138429"/>
                <a:gd name="connsiteX1467" fmla="*/ 3664581 w 4940931"/>
                <a:gd name="connsiteY1467" fmla="*/ 30480 h 138429"/>
                <a:gd name="connsiteX1468" fmla="*/ 3683631 w 4940931"/>
                <a:gd name="connsiteY1468" fmla="*/ 30480 h 138429"/>
                <a:gd name="connsiteX1469" fmla="*/ 3683631 w 4940931"/>
                <a:gd name="connsiteY1469" fmla="*/ 44450 h 138429"/>
                <a:gd name="connsiteX1470" fmla="*/ 3664581 w 4940931"/>
                <a:gd name="connsiteY1470" fmla="*/ 44450 h 138429"/>
                <a:gd name="connsiteX1471" fmla="*/ 3664581 w 4940931"/>
                <a:gd name="connsiteY1471" fmla="*/ 86995 h 138429"/>
                <a:gd name="connsiteX1472" fmla="*/ 3664581 w 4940931"/>
                <a:gd name="connsiteY1472" fmla="*/ 91440 h 138429"/>
                <a:gd name="connsiteX1473" fmla="*/ 3665851 w 4940931"/>
                <a:gd name="connsiteY1473" fmla="*/ 94615 h 138429"/>
                <a:gd name="connsiteX1474" fmla="*/ 3668391 w 4940931"/>
                <a:gd name="connsiteY1474" fmla="*/ 95885 h 138429"/>
                <a:gd name="connsiteX1475" fmla="*/ 3672201 w 4940931"/>
                <a:gd name="connsiteY1475" fmla="*/ 95885 h 138429"/>
                <a:gd name="connsiteX1476" fmla="*/ 3678551 w 4940931"/>
                <a:gd name="connsiteY1476" fmla="*/ 95250 h 138429"/>
                <a:gd name="connsiteX1477" fmla="*/ 3683631 w 4940931"/>
                <a:gd name="connsiteY1477" fmla="*/ 93345 h 138429"/>
                <a:gd name="connsiteX1478" fmla="*/ 3681726 w 4940931"/>
                <a:gd name="connsiteY1478" fmla="*/ 106680 h 138429"/>
                <a:gd name="connsiteX1479" fmla="*/ 3675376 w 4940931"/>
                <a:gd name="connsiteY1479" fmla="*/ 109220 h 138429"/>
                <a:gd name="connsiteX1480" fmla="*/ 3667121 w 4940931"/>
                <a:gd name="connsiteY1480" fmla="*/ 110490 h 138429"/>
                <a:gd name="connsiteX1481" fmla="*/ 3660136 w 4940931"/>
                <a:gd name="connsiteY1481" fmla="*/ 109220 h 138429"/>
                <a:gd name="connsiteX1482" fmla="*/ 3654421 w 4940931"/>
                <a:gd name="connsiteY1482" fmla="*/ 105410 h 138429"/>
                <a:gd name="connsiteX1483" fmla="*/ 3650611 w 4940931"/>
                <a:gd name="connsiteY1483" fmla="*/ 99060 h 138429"/>
                <a:gd name="connsiteX1484" fmla="*/ 3649341 w 4940931"/>
                <a:gd name="connsiteY1484" fmla="*/ 89535 h 138429"/>
                <a:gd name="connsiteX1485" fmla="*/ 3649341 w 4940931"/>
                <a:gd name="connsiteY1485" fmla="*/ 44450 h 138429"/>
                <a:gd name="connsiteX1486" fmla="*/ 3638546 w 4940931"/>
                <a:gd name="connsiteY1486" fmla="*/ 44450 h 138429"/>
                <a:gd name="connsiteX1487" fmla="*/ 3638546 w 4940931"/>
                <a:gd name="connsiteY1487" fmla="*/ 30480 h 138429"/>
                <a:gd name="connsiteX1488" fmla="*/ 3649341 w 4940931"/>
                <a:gd name="connsiteY1488" fmla="*/ 30480 h 138429"/>
                <a:gd name="connsiteX1489" fmla="*/ 3649341 w 4940931"/>
                <a:gd name="connsiteY1489" fmla="*/ 8255 h 138429"/>
                <a:gd name="connsiteX1490" fmla="*/ 3610605 w 4940931"/>
                <a:gd name="connsiteY1490" fmla="*/ 0 h 138429"/>
                <a:gd name="connsiteX1491" fmla="*/ 3610605 w 4940931"/>
                <a:gd name="connsiteY1491" fmla="*/ 30480 h 138429"/>
                <a:gd name="connsiteX1492" fmla="*/ 3629655 w 4940931"/>
                <a:gd name="connsiteY1492" fmla="*/ 30480 h 138429"/>
                <a:gd name="connsiteX1493" fmla="*/ 3629655 w 4940931"/>
                <a:gd name="connsiteY1493" fmla="*/ 44450 h 138429"/>
                <a:gd name="connsiteX1494" fmla="*/ 3610605 w 4940931"/>
                <a:gd name="connsiteY1494" fmla="*/ 44450 h 138429"/>
                <a:gd name="connsiteX1495" fmla="*/ 3610605 w 4940931"/>
                <a:gd name="connsiteY1495" fmla="*/ 86995 h 138429"/>
                <a:gd name="connsiteX1496" fmla="*/ 3610605 w 4940931"/>
                <a:gd name="connsiteY1496" fmla="*/ 91440 h 138429"/>
                <a:gd name="connsiteX1497" fmla="*/ 3611875 w 4940931"/>
                <a:gd name="connsiteY1497" fmla="*/ 94615 h 138429"/>
                <a:gd name="connsiteX1498" fmla="*/ 3614415 w 4940931"/>
                <a:gd name="connsiteY1498" fmla="*/ 95885 h 138429"/>
                <a:gd name="connsiteX1499" fmla="*/ 3618225 w 4940931"/>
                <a:gd name="connsiteY1499" fmla="*/ 95885 h 138429"/>
                <a:gd name="connsiteX1500" fmla="*/ 3624575 w 4940931"/>
                <a:gd name="connsiteY1500" fmla="*/ 95250 h 138429"/>
                <a:gd name="connsiteX1501" fmla="*/ 3629655 w 4940931"/>
                <a:gd name="connsiteY1501" fmla="*/ 93345 h 138429"/>
                <a:gd name="connsiteX1502" fmla="*/ 3627750 w 4940931"/>
                <a:gd name="connsiteY1502" fmla="*/ 106680 h 138429"/>
                <a:gd name="connsiteX1503" fmla="*/ 3621400 w 4940931"/>
                <a:gd name="connsiteY1503" fmla="*/ 109220 h 138429"/>
                <a:gd name="connsiteX1504" fmla="*/ 3613145 w 4940931"/>
                <a:gd name="connsiteY1504" fmla="*/ 110490 h 138429"/>
                <a:gd name="connsiteX1505" fmla="*/ 3606160 w 4940931"/>
                <a:gd name="connsiteY1505" fmla="*/ 109220 h 138429"/>
                <a:gd name="connsiteX1506" fmla="*/ 3600445 w 4940931"/>
                <a:gd name="connsiteY1506" fmla="*/ 105410 h 138429"/>
                <a:gd name="connsiteX1507" fmla="*/ 3596635 w 4940931"/>
                <a:gd name="connsiteY1507" fmla="*/ 99060 h 138429"/>
                <a:gd name="connsiteX1508" fmla="*/ 3595365 w 4940931"/>
                <a:gd name="connsiteY1508" fmla="*/ 89535 h 138429"/>
                <a:gd name="connsiteX1509" fmla="*/ 3595365 w 4940931"/>
                <a:gd name="connsiteY1509" fmla="*/ 44450 h 138429"/>
                <a:gd name="connsiteX1510" fmla="*/ 3584570 w 4940931"/>
                <a:gd name="connsiteY1510" fmla="*/ 44450 h 138429"/>
                <a:gd name="connsiteX1511" fmla="*/ 3584570 w 4940931"/>
                <a:gd name="connsiteY1511" fmla="*/ 30480 h 138429"/>
                <a:gd name="connsiteX1512" fmla="*/ 3595365 w 4940931"/>
                <a:gd name="connsiteY1512" fmla="*/ 30480 h 138429"/>
                <a:gd name="connsiteX1513" fmla="*/ 3595365 w 4940931"/>
                <a:gd name="connsiteY1513" fmla="*/ 8255 h 138429"/>
                <a:gd name="connsiteX1514" fmla="*/ 3445505 w 4940931"/>
                <a:gd name="connsiteY1514" fmla="*/ 0 h 138429"/>
                <a:gd name="connsiteX1515" fmla="*/ 3445505 w 4940931"/>
                <a:gd name="connsiteY1515" fmla="*/ 37465 h 138429"/>
                <a:gd name="connsiteX1516" fmla="*/ 3449950 w 4940931"/>
                <a:gd name="connsiteY1516" fmla="*/ 33655 h 138429"/>
                <a:gd name="connsiteX1517" fmla="*/ 3453760 w 4940931"/>
                <a:gd name="connsiteY1517" fmla="*/ 31115 h 138429"/>
                <a:gd name="connsiteX1518" fmla="*/ 3458840 w 4940931"/>
                <a:gd name="connsiteY1518" fmla="*/ 29210 h 138429"/>
                <a:gd name="connsiteX1519" fmla="*/ 3465825 w 4940931"/>
                <a:gd name="connsiteY1519" fmla="*/ 28575 h 138429"/>
                <a:gd name="connsiteX1520" fmla="*/ 3477890 w 4940931"/>
                <a:gd name="connsiteY1520" fmla="*/ 31115 h 138429"/>
                <a:gd name="connsiteX1521" fmla="*/ 3487415 w 4940931"/>
                <a:gd name="connsiteY1521" fmla="*/ 38735 h 138429"/>
                <a:gd name="connsiteX1522" fmla="*/ 3493765 w 4940931"/>
                <a:gd name="connsiteY1522" fmla="*/ 51435 h 138429"/>
                <a:gd name="connsiteX1523" fmla="*/ 3496305 w 4940931"/>
                <a:gd name="connsiteY1523" fmla="*/ 70485 h 138429"/>
                <a:gd name="connsiteX1524" fmla="*/ 3495670 w 4940931"/>
                <a:gd name="connsiteY1524" fmla="*/ 71120 h 138429"/>
                <a:gd name="connsiteX1525" fmla="*/ 3493130 w 4940931"/>
                <a:gd name="connsiteY1525" fmla="*/ 88265 h 138429"/>
                <a:gd name="connsiteX1526" fmla="*/ 3486145 w 4940931"/>
                <a:gd name="connsiteY1526" fmla="*/ 100330 h 138429"/>
                <a:gd name="connsiteX1527" fmla="*/ 3476620 w 4940931"/>
                <a:gd name="connsiteY1527" fmla="*/ 107315 h 138429"/>
                <a:gd name="connsiteX1528" fmla="*/ 3465190 w 4940931"/>
                <a:gd name="connsiteY1528" fmla="*/ 109855 h 138429"/>
                <a:gd name="connsiteX1529" fmla="*/ 3454395 w 4940931"/>
                <a:gd name="connsiteY1529" fmla="*/ 107315 h 138429"/>
                <a:gd name="connsiteX1530" fmla="*/ 3445505 w 4940931"/>
                <a:gd name="connsiteY1530" fmla="*/ 100965 h 138429"/>
                <a:gd name="connsiteX1531" fmla="*/ 3445505 w 4940931"/>
                <a:gd name="connsiteY1531" fmla="*/ 107950 h 138429"/>
                <a:gd name="connsiteX1532" fmla="*/ 3430265 w 4940931"/>
                <a:gd name="connsiteY1532" fmla="*/ 107950 h 138429"/>
                <a:gd name="connsiteX1533" fmla="*/ 3430265 w 4940931"/>
                <a:gd name="connsiteY1533" fmla="*/ 7620 h 138429"/>
                <a:gd name="connsiteX1534" fmla="*/ 2380611 w 4940931"/>
                <a:gd name="connsiteY1534" fmla="*/ 0 h 138429"/>
                <a:gd name="connsiteX1535" fmla="*/ 2380611 w 4940931"/>
                <a:gd name="connsiteY1535" fmla="*/ 30480 h 138429"/>
                <a:gd name="connsiteX1536" fmla="*/ 2399661 w 4940931"/>
                <a:gd name="connsiteY1536" fmla="*/ 30480 h 138429"/>
                <a:gd name="connsiteX1537" fmla="*/ 2399661 w 4940931"/>
                <a:gd name="connsiteY1537" fmla="*/ 44450 h 138429"/>
                <a:gd name="connsiteX1538" fmla="*/ 2380611 w 4940931"/>
                <a:gd name="connsiteY1538" fmla="*/ 44450 h 138429"/>
                <a:gd name="connsiteX1539" fmla="*/ 2380611 w 4940931"/>
                <a:gd name="connsiteY1539" fmla="*/ 86995 h 138429"/>
                <a:gd name="connsiteX1540" fmla="*/ 2380611 w 4940931"/>
                <a:gd name="connsiteY1540" fmla="*/ 91440 h 138429"/>
                <a:gd name="connsiteX1541" fmla="*/ 2381881 w 4940931"/>
                <a:gd name="connsiteY1541" fmla="*/ 94615 h 138429"/>
                <a:gd name="connsiteX1542" fmla="*/ 2384421 w 4940931"/>
                <a:gd name="connsiteY1542" fmla="*/ 95885 h 138429"/>
                <a:gd name="connsiteX1543" fmla="*/ 2388231 w 4940931"/>
                <a:gd name="connsiteY1543" fmla="*/ 95885 h 138429"/>
                <a:gd name="connsiteX1544" fmla="*/ 2394581 w 4940931"/>
                <a:gd name="connsiteY1544" fmla="*/ 95250 h 138429"/>
                <a:gd name="connsiteX1545" fmla="*/ 2399661 w 4940931"/>
                <a:gd name="connsiteY1545" fmla="*/ 93345 h 138429"/>
                <a:gd name="connsiteX1546" fmla="*/ 2397756 w 4940931"/>
                <a:gd name="connsiteY1546" fmla="*/ 106680 h 138429"/>
                <a:gd name="connsiteX1547" fmla="*/ 2391406 w 4940931"/>
                <a:gd name="connsiteY1547" fmla="*/ 109220 h 138429"/>
                <a:gd name="connsiteX1548" fmla="*/ 2383151 w 4940931"/>
                <a:gd name="connsiteY1548" fmla="*/ 110490 h 138429"/>
                <a:gd name="connsiteX1549" fmla="*/ 2376166 w 4940931"/>
                <a:gd name="connsiteY1549" fmla="*/ 109220 h 138429"/>
                <a:gd name="connsiteX1550" fmla="*/ 2370451 w 4940931"/>
                <a:gd name="connsiteY1550" fmla="*/ 105410 h 138429"/>
                <a:gd name="connsiteX1551" fmla="*/ 2366641 w 4940931"/>
                <a:gd name="connsiteY1551" fmla="*/ 99060 h 138429"/>
                <a:gd name="connsiteX1552" fmla="*/ 2365371 w 4940931"/>
                <a:gd name="connsiteY1552" fmla="*/ 89535 h 138429"/>
                <a:gd name="connsiteX1553" fmla="*/ 2365371 w 4940931"/>
                <a:gd name="connsiteY1553" fmla="*/ 44450 h 138429"/>
                <a:gd name="connsiteX1554" fmla="*/ 2354576 w 4940931"/>
                <a:gd name="connsiteY1554" fmla="*/ 44450 h 138429"/>
                <a:gd name="connsiteX1555" fmla="*/ 2354576 w 4940931"/>
                <a:gd name="connsiteY1555" fmla="*/ 30480 h 138429"/>
                <a:gd name="connsiteX1556" fmla="*/ 2365371 w 4940931"/>
                <a:gd name="connsiteY1556" fmla="*/ 30480 h 138429"/>
                <a:gd name="connsiteX1557" fmla="*/ 2365371 w 4940931"/>
                <a:gd name="connsiteY1557" fmla="*/ 8255 h 138429"/>
                <a:gd name="connsiteX1558" fmla="*/ 2150741 w 4940931"/>
                <a:gd name="connsiteY1558" fmla="*/ 0 h 138429"/>
                <a:gd name="connsiteX1559" fmla="*/ 2150741 w 4940931"/>
                <a:gd name="connsiteY1559" fmla="*/ 30480 h 138429"/>
                <a:gd name="connsiteX1560" fmla="*/ 2169791 w 4940931"/>
                <a:gd name="connsiteY1560" fmla="*/ 30480 h 138429"/>
                <a:gd name="connsiteX1561" fmla="*/ 2169791 w 4940931"/>
                <a:gd name="connsiteY1561" fmla="*/ 44450 h 138429"/>
                <a:gd name="connsiteX1562" fmla="*/ 2150741 w 4940931"/>
                <a:gd name="connsiteY1562" fmla="*/ 44450 h 138429"/>
                <a:gd name="connsiteX1563" fmla="*/ 2150741 w 4940931"/>
                <a:gd name="connsiteY1563" fmla="*/ 86995 h 138429"/>
                <a:gd name="connsiteX1564" fmla="*/ 2150741 w 4940931"/>
                <a:gd name="connsiteY1564" fmla="*/ 91440 h 138429"/>
                <a:gd name="connsiteX1565" fmla="*/ 2152011 w 4940931"/>
                <a:gd name="connsiteY1565" fmla="*/ 94615 h 138429"/>
                <a:gd name="connsiteX1566" fmla="*/ 2154551 w 4940931"/>
                <a:gd name="connsiteY1566" fmla="*/ 95885 h 138429"/>
                <a:gd name="connsiteX1567" fmla="*/ 2158361 w 4940931"/>
                <a:gd name="connsiteY1567" fmla="*/ 95885 h 138429"/>
                <a:gd name="connsiteX1568" fmla="*/ 2164711 w 4940931"/>
                <a:gd name="connsiteY1568" fmla="*/ 95250 h 138429"/>
                <a:gd name="connsiteX1569" fmla="*/ 2169791 w 4940931"/>
                <a:gd name="connsiteY1569" fmla="*/ 93345 h 138429"/>
                <a:gd name="connsiteX1570" fmla="*/ 2167886 w 4940931"/>
                <a:gd name="connsiteY1570" fmla="*/ 106680 h 138429"/>
                <a:gd name="connsiteX1571" fmla="*/ 2161536 w 4940931"/>
                <a:gd name="connsiteY1571" fmla="*/ 109220 h 138429"/>
                <a:gd name="connsiteX1572" fmla="*/ 2153281 w 4940931"/>
                <a:gd name="connsiteY1572" fmla="*/ 110490 h 138429"/>
                <a:gd name="connsiteX1573" fmla="*/ 2146296 w 4940931"/>
                <a:gd name="connsiteY1573" fmla="*/ 109220 h 138429"/>
                <a:gd name="connsiteX1574" fmla="*/ 2140581 w 4940931"/>
                <a:gd name="connsiteY1574" fmla="*/ 105410 h 138429"/>
                <a:gd name="connsiteX1575" fmla="*/ 2136771 w 4940931"/>
                <a:gd name="connsiteY1575" fmla="*/ 99060 h 138429"/>
                <a:gd name="connsiteX1576" fmla="*/ 2135501 w 4940931"/>
                <a:gd name="connsiteY1576" fmla="*/ 89535 h 138429"/>
                <a:gd name="connsiteX1577" fmla="*/ 2135501 w 4940931"/>
                <a:gd name="connsiteY1577" fmla="*/ 44450 h 138429"/>
                <a:gd name="connsiteX1578" fmla="*/ 2124706 w 4940931"/>
                <a:gd name="connsiteY1578" fmla="*/ 44450 h 138429"/>
                <a:gd name="connsiteX1579" fmla="*/ 2124706 w 4940931"/>
                <a:gd name="connsiteY1579" fmla="*/ 30480 h 138429"/>
                <a:gd name="connsiteX1580" fmla="*/ 2135501 w 4940931"/>
                <a:gd name="connsiteY1580" fmla="*/ 30480 h 138429"/>
                <a:gd name="connsiteX1581" fmla="*/ 2135501 w 4940931"/>
                <a:gd name="connsiteY1581" fmla="*/ 8255 h 138429"/>
                <a:gd name="connsiteX1582" fmla="*/ 2096131 w 4940931"/>
                <a:gd name="connsiteY1582" fmla="*/ 0 h 138429"/>
                <a:gd name="connsiteX1583" fmla="*/ 2096131 w 4940931"/>
                <a:gd name="connsiteY1583" fmla="*/ 30480 h 138429"/>
                <a:gd name="connsiteX1584" fmla="*/ 2115181 w 4940931"/>
                <a:gd name="connsiteY1584" fmla="*/ 30480 h 138429"/>
                <a:gd name="connsiteX1585" fmla="*/ 2115181 w 4940931"/>
                <a:gd name="connsiteY1585" fmla="*/ 44450 h 138429"/>
                <a:gd name="connsiteX1586" fmla="*/ 2096131 w 4940931"/>
                <a:gd name="connsiteY1586" fmla="*/ 44450 h 138429"/>
                <a:gd name="connsiteX1587" fmla="*/ 2096131 w 4940931"/>
                <a:gd name="connsiteY1587" fmla="*/ 86995 h 138429"/>
                <a:gd name="connsiteX1588" fmla="*/ 2096131 w 4940931"/>
                <a:gd name="connsiteY1588" fmla="*/ 91440 h 138429"/>
                <a:gd name="connsiteX1589" fmla="*/ 2097401 w 4940931"/>
                <a:gd name="connsiteY1589" fmla="*/ 94615 h 138429"/>
                <a:gd name="connsiteX1590" fmla="*/ 2099941 w 4940931"/>
                <a:gd name="connsiteY1590" fmla="*/ 95885 h 138429"/>
                <a:gd name="connsiteX1591" fmla="*/ 2103751 w 4940931"/>
                <a:gd name="connsiteY1591" fmla="*/ 95885 h 138429"/>
                <a:gd name="connsiteX1592" fmla="*/ 2110101 w 4940931"/>
                <a:gd name="connsiteY1592" fmla="*/ 95250 h 138429"/>
                <a:gd name="connsiteX1593" fmla="*/ 2115181 w 4940931"/>
                <a:gd name="connsiteY1593" fmla="*/ 93345 h 138429"/>
                <a:gd name="connsiteX1594" fmla="*/ 2113276 w 4940931"/>
                <a:gd name="connsiteY1594" fmla="*/ 106680 h 138429"/>
                <a:gd name="connsiteX1595" fmla="*/ 2106926 w 4940931"/>
                <a:gd name="connsiteY1595" fmla="*/ 109220 h 138429"/>
                <a:gd name="connsiteX1596" fmla="*/ 2098671 w 4940931"/>
                <a:gd name="connsiteY1596" fmla="*/ 110490 h 138429"/>
                <a:gd name="connsiteX1597" fmla="*/ 2091686 w 4940931"/>
                <a:gd name="connsiteY1597" fmla="*/ 109220 h 138429"/>
                <a:gd name="connsiteX1598" fmla="*/ 2085971 w 4940931"/>
                <a:gd name="connsiteY1598" fmla="*/ 105410 h 138429"/>
                <a:gd name="connsiteX1599" fmla="*/ 2082161 w 4940931"/>
                <a:gd name="connsiteY1599" fmla="*/ 99060 h 138429"/>
                <a:gd name="connsiteX1600" fmla="*/ 2080891 w 4940931"/>
                <a:gd name="connsiteY1600" fmla="*/ 89535 h 138429"/>
                <a:gd name="connsiteX1601" fmla="*/ 2080891 w 4940931"/>
                <a:gd name="connsiteY1601" fmla="*/ 44450 h 138429"/>
                <a:gd name="connsiteX1602" fmla="*/ 2070096 w 4940931"/>
                <a:gd name="connsiteY1602" fmla="*/ 44450 h 138429"/>
                <a:gd name="connsiteX1603" fmla="*/ 2070096 w 4940931"/>
                <a:gd name="connsiteY1603" fmla="*/ 30480 h 138429"/>
                <a:gd name="connsiteX1604" fmla="*/ 2080891 w 4940931"/>
                <a:gd name="connsiteY1604" fmla="*/ 30480 h 138429"/>
                <a:gd name="connsiteX1605" fmla="*/ 2080891 w 4940931"/>
                <a:gd name="connsiteY1605" fmla="*/ 8255 h 138429"/>
                <a:gd name="connsiteX1606" fmla="*/ 1931665 w 4940931"/>
                <a:gd name="connsiteY1606" fmla="*/ 0 h 138429"/>
                <a:gd name="connsiteX1607" fmla="*/ 1931665 w 4940931"/>
                <a:gd name="connsiteY1607" fmla="*/ 37465 h 138429"/>
                <a:gd name="connsiteX1608" fmla="*/ 1936110 w 4940931"/>
                <a:gd name="connsiteY1608" fmla="*/ 33655 h 138429"/>
                <a:gd name="connsiteX1609" fmla="*/ 1939920 w 4940931"/>
                <a:gd name="connsiteY1609" fmla="*/ 31115 h 138429"/>
                <a:gd name="connsiteX1610" fmla="*/ 1945000 w 4940931"/>
                <a:gd name="connsiteY1610" fmla="*/ 29210 h 138429"/>
                <a:gd name="connsiteX1611" fmla="*/ 1951985 w 4940931"/>
                <a:gd name="connsiteY1611" fmla="*/ 28575 h 138429"/>
                <a:gd name="connsiteX1612" fmla="*/ 1964050 w 4940931"/>
                <a:gd name="connsiteY1612" fmla="*/ 31115 h 138429"/>
                <a:gd name="connsiteX1613" fmla="*/ 1973575 w 4940931"/>
                <a:gd name="connsiteY1613" fmla="*/ 38735 h 138429"/>
                <a:gd name="connsiteX1614" fmla="*/ 1979925 w 4940931"/>
                <a:gd name="connsiteY1614" fmla="*/ 51435 h 138429"/>
                <a:gd name="connsiteX1615" fmla="*/ 1982465 w 4940931"/>
                <a:gd name="connsiteY1615" fmla="*/ 70485 h 138429"/>
                <a:gd name="connsiteX1616" fmla="*/ 1981830 w 4940931"/>
                <a:gd name="connsiteY1616" fmla="*/ 71120 h 138429"/>
                <a:gd name="connsiteX1617" fmla="*/ 1979290 w 4940931"/>
                <a:gd name="connsiteY1617" fmla="*/ 88265 h 138429"/>
                <a:gd name="connsiteX1618" fmla="*/ 1972305 w 4940931"/>
                <a:gd name="connsiteY1618" fmla="*/ 100330 h 138429"/>
                <a:gd name="connsiteX1619" fmla="*/ 1962780 w 4940931"/>
                <a:gd name="connsiteY1619" fmla="*/ 107315 h 138429"/>
                <a:gd name="connsiteX1620" fmla="*/ 1951350 w 4940931"/>
                <a:gd name="connsiteY1620" fmla="*/ 109855 h 138429"/>
                <a:gd name="connsiteX1621" fmla="*/ 1940555 w 4940931"/>
                <a:gd name="connsiteY1621" fmla="*/ 107315 h 138429"/>
                <a:gd name="connsiteX1622" fmla="*/ 1931665 w 4940931"/>
                <a:gd name="connsiteY1622" fmla="*/ 100965 h 138429"/>
                <a:gd name="connsiteX1623" fmla="*/ 1931665 w 4940931"/>
                <a:gd name="connsiteY1623" fmla="*/ 107950 h 138429"/>
                <a:gd name="connsiteX1624" fmla="*/ 1916425 w 4940931"/>
                <a:gd name="connsiteY1624" fmla="*/ 107950 h 138429"/>
                <a:gd name="connsiteX1625" fmla="*/ 1916425 w 4940931"/>
                <a:gd name="connsiteY1625" fmla="*/ 7620 h 138429"/>
                <a:gd name="connsiteX1626" fmla="*/ 1316991 w 4940931"/>
                <a:gd name="connsiteY1626" fmla="*/ 0 h 138429"/>
                <a:gd name="connsiteX1627" fmla="*/ 1316991 w 4940931"/>
                <a:gd name="connsiteY1627" fmla="*/ 30480 h 138429"/>
                <a:gd name="connsiteX1628" fmla="*/ 1336041 w 4940931"/>
                <a:gd name="connsiteY1628" fmla="*/ 30480 h 138429"/>
                <a:gd name="connsiteX1629" fmla="*/ 1336041 w 4940931"/>
                <a:gd name="connsiteY1629" fmla="*/ 44450 h 138429"/>
                <a:gd name="connsiteX1630" fmla="*/ 1316991 w 4940931"/>
                <a:gd name="connsiteY1630" fmla="*/ 44450 h 138429"/>
                <a:gd name="connsiteX1631" fmla="*/ 1316991 w 4940931"/>
                <a:gd name="connsiteY1631" fmla="*/ 86995 h 138429"/>
                <a:gd name="connsiteX1632" fmla="*/ 1316991 w 4940931"/>
                <a:gd name="connsiteY1632" fmla="*/ 91440 h 138429"/>
                <a:gd name="connsiteX1633" fmla="*/ 1318261 w 4940931"/>
                <a:gd name="connsiteY1633" fmla="*/ 94615 h 138429"/>
                <a:gd name="connsiteX1634" fmla="*/ 1320801 w 4940931"/>
                <a:gd name="connsiteY1634" fmla="*/ 95885 h 138429"/>
                <a:gd name="connsiteX1635" fmla="*/ 1324611 w 4940931"/>
                <a:gd name="connsiteY1635" fmla="*/ 95885 h 138429"/>
                <a:gd name="connsiteX1636" fmla="*/ 1330961 w 4940931"/>
                <a:gd name="connsiteY1636" fmla="*/ 95250 h 138429"/>
                <a:gd name="connsiteX1637" fmla="*/ 1336041 w 4940931"/>
                <a:gd name="connsiteY1637" fmla="*/ 93345 h 138429"/>
                <a:gd name="connsiteX1638" fmla="*/ 1334136 w 4940931"/>
                <a:gd name="connsiteY1638" fmla="*/ 106680 h 138429"/>
                <a:gd name="connsiteX1639" fmla="*/ 1327786 w 4940931"/>
                <a:gd name="connsiteY1639" fmla="*/ 109220 h 138429"/>
                <a:gd name="connsiteX1640" fmla="*/ 1319531 w 4940931"/>
                <a:gd name="connsiteY1640" fmla="*/ 110490 h 138429"/>
                <a:gd name="connsiteX1641" fmla="*/ 1312546 w 4940931"/>
                <a:gd name="connsiteY1641" fmla="*/ 109220 h 138429"/>
                <a:gd name="connsiteX1642" fmla="*/ 1306831 w 4940931"/>
                <a:gd name="connsiteY1642" fmla="*/ 105410 h 138429"/>
                <a:gd name="connsiteX1643" fmla="*/ 1303021 w 4940931"/>
                <a:gd name="connsiteY1643" fmla="*/ 99060 h 138429"/>
                <a:gd name="connsiteX1644" fmla="*/ 1301751 w 4940931"/>
                <a:gd name="connsiteY1644" fmla="*/ 89535 h 138429"/>
                <a:gd name="connsiteX1645" fmla="*/ 1301751 w 4940931"/>
                <a:gd name="connsiteY1645" fmla="*/ 44450 h 138429"/>
                <a:gd name="connsiteX1646" fmla="*/ 1290956 w 4940931"/>
                <a:gd name="connsiteY1646" fmla="*/ 44450 h 138429"/>
                <a:gd name="connsiteX1647" fmla="*/ 1290956 w 4940931"/>
                <a:gd name="connsiteY1647" fmla="*/ 30480 h 138429"/>
                <a:gd name="connsiteX1648" fmla="*/ 1301751 w 4940931"/>
                <a:gd name="connsiteY1648" fmla="*/ 30480 h 138429"/>
                <a:gd name="connsiteX1649" fmla="*/ 1301751 w 4940931"/>
                <a:gd name="connsiteY1649" fmla="*/ 8255 h 138429"/>
                <a:gd name="connsiteX1650" fmla="*/ 751206 w 4940931"/>
                <a:gd name="connsiteY1650" fmla="*/ 0 h 138429"/>
                <a:gd name="connsiteX1651" fmla="*/ 751206 w 4940931"/>
                <a:gd name="connsiteY1651" fmla="*/ 30480 h 138429"/>
                <a:gd name="connsiteX1652" fmla="*/ 770256 w 4940931"/>
                <a:gd name="connsiteY1652" fmla="*/ 30480 h 138429"/>
                <a:gd name="connsiteX1653" fmla="*/ 770256 w 4940931"/>
                <a:gd name="connsiteY1653" fmla="*/ 44450 h 138429"/>
                <a:gd name="connsiteX1654" fmla="*/ 751206 w 4940931"/>
                <a:gd name="connsiteY1654" fmla="*/ 44450 h 138429"/>
                <a:gd name="connsiteX1655" fmla="*/ 751206 w 4940931"/>
                <a:gd name="connsiteY1655" fmla="*/ 86995 h 138429"/>
                <a:gd name="connsiteX1656" fmla="*/ 751206 w 4940931"/>
                <a:gd name="connsiteY1656" fmla="*/ 91440 h 138429"/>
                <a:gd name="connsiteX1657" fmla="*/ 752476 w 4940931"/>
                <a:gd name="connsiteY1657" fmla="*/ 94615 h 138429"/>
                <a:gd name="connsiteX1658" fmla="*/ 755016 w 4940931"/>
                <a:gd name="connsiteY1658" fmla="*/ 95885 h 138429"/>
                <a:gd name="connsiteX1659" fmla="*/ 758826 w 4940931"/>
                <a:gd name="connsiteY1659" fmla="*/ 95885 h 138429"/>
                <a:gd name="connsiteX1660" fmla="*/ 765176 w 4940931"/>
                <a:gd name="connsiteY1660" fmla="*/ 95250 h 138429"/>
                <a:gd name="connsiteX1661" fmla="*/ 770256 w 4940931"/>
                <a:gd name="connsiteY1661" fmla="*/ 93345 h 138429"/>
                <a:gd name="connsiteX1662" fmla="*/ 768351 w 4940931"/>
                <a:gd name="connsiteY1662" fmla="*/ 106680 h 138429"/>
                <a:gd name="connsiteX1663" fmla="*/ 762001 w 4940931"/>
                <a:gd name="connsiteY1663" fmla="*/ 109220 h 138429"/>
                <a:gd name="connsiteX1664" fmla="*/ 753746 w 4940931"/>
                <a:gd name="connsiteY1664" fmla="*/ 110490 h 138429"/>
                <a:gd name="connsiteX1665" fmla="*/ 746761 w 4940931"/>
                <a:gd name="connsiteY1665" fmla="*/ 109220 h 138429"/>
                <a:gd name="connsiteX1666" fmla="*/ 741045 w 4940931"/>
                <a:gd name="connsiteY1666" fmla="*/ 105410 h 138429"/>
                <a:gd name="connsiteX1667" fmla="*/ 737236 w 4940931"/>
                <a:gd name="connsiteY1667" fmla="*/ 99060 h 138429"/>
                <a:gd name="connsiteX1668" fmla="*/ 735966 w 4940931"/>
                <a:gd name="connsiteY1668" fmla="*/ 89535 h 138429"/>
                <a:gd name="connsiteX1669" fmla="*/ 735966 w 4940931"/>
                <a:gd name="connsiteY1669" fmla="*/ 44450 h 138429"/>
                <a:gd name="connsiteX1670" fmla="*/ 725171 w 4940931"/>
                <a:gd name="connsiteY1670" fmla="*/ 44450 h 138429"/>
                <a:gd name="connsiteX1671" fmla="*/ 725171 w 4940931"/>
                <a:gd name="connsiteY1671" fmla="*/ 30480 h 138429"/>
                <a:gd name="connsiteX1672" fmla="*/ 735966 w 4940931"/>
                <a:gd name="connsiteY1672" fmla="*/ 30480 h 138429"/>
                <a:gd name="connsiteX1673" fmla="*/ 735966 w 4940931"/>
                <a:gd name="connsiteY1673" fmla="*/ 8255 h 138429"/>
                <a:gd name="connsiteX1674" fmla="*/ 521335 w 4940931"/>
                <a:gd name="connsiteY1674" fmla="*/ 0 h 138429"/>
                <a:gd name="connsiteX1675" fmla="*/ 521335 w 4940931"/>
                <a:gd name="connsiteY1675" fmla="*/ 30480 h 138429"/>
                <a:gd name="connsiteX1676" fmla="*/ 540385 w 4940931"/>
                <a:gd name="connsiteY1676" fmla="*/ 30480 h 138429"/>
                <a:gd name="connsiteX1677" fmla="*/ 540385 w 4940931"/>
                <a:gd name="connsiteY1677" fmla="*/ 44450 h 138429"/>
                <a:gd name="connsiteX1678" fmla="*/ 521335 w 4940931"/>
                <a:gd name="connsiteY1678" fmla="*/ 44450 h 138429"/>
                <a:gd name="connsiteX1679" fmla="*/ 521335 w 4940931"/>
                <a:gd name="connsiteY1679" fmla="*/ 86995 h 138429"/>
                <a:gd name="connsiteX1680" fmla="*/ 521335 w 4940931"/>
                <a:gd name="connsiteY1680" fmla="*/ 91440 h 138429"/>
                <a:gd name="connsiteX1681" fmla="*/ 522605 w 4940931"/>
                <a:gd name="connsiteY1681" fmla="*/ 94615 h 138429"/>
                <a:gd name="connsiteX1682" fmla="*/ 525145 w 4940931"/>
                <a:gd name="connsiteY1682" fmla="*/ 95885 h 138429"/>
                <a:gd name="connsiteX1683" fmla="*/ 528955 w 4940931"/>
                <a:gd name="connsiteY1683" fmla="*/ 95885 h 138429"/>
                <a:gd name="connsiteX1684" fmla="*/ 535305 w 4940931"/>
                <a:gd name="connsiteY1684" fmla="*/ 95250 h 138429"/>
                <a:gd name="connsiteX1685" fmla="*/ 540385 w 4940931"/>
                <a:gd name="connsiteY1685" fmla="*/ 93345 h 138429"/>
                <a:gd name="connsiteX1686" fmla="*/ 538480 w 4940931"/>
                <a:gd name="connsiteY1686" fmla="*/ 106680 h 138429"/>
                <a:gd name="connsiteX1687" fmla="*/ 532130 w 4940931"/>
                <a:gd name="connsiteY1687" fmla="*/ 109220 h 138429"/>
                <a:gd name="connsiteX1688" fmla="*/ 523875 w 4940931"/>
                <a:gd name="connsiteY1688" fmla="*/ 110490 h 138429"/>
                <a:gd name="connsiteX1689" fmla="*/ 516890 w 4940931"/>
                <a:gd name="connsiteY1689" fmla="*/ 109220 h 138429"/>
                <a:gd name="connsiteX1690" fmla="*/ 511175 w 4940931"/>
                <a:gd name="connsiteY1690" fmla="*/ 105410 h 138429"/>
                <a:gd name="connsiteX1691" fmla="*/ 507365 w 4940931"/>
                <a:gd name="connsiteY1691" fmla="*/ 99060 h 138429"/>
                <a:gd name="connsiteX1692" fmla="*/ 506095 w 4940931"/>
                <a:gd name="connsiteY1692" fmla="*/ 89535 h 138429"/>
                <a:gd name="connsiteX1693" fmla="*/ 506095 w 4940931"/>
                <a:gd name="connsiteY1693" fmla="*/ 44450 h 138429"/>
                <a:gd name="connsiteX1694" fmla="*/ 495300 w 4940931"/>
                <a:gd name="connsiteY1694" fmla="*/ 44450 h 138429"/>
                <a:gd name="connsiteX1695" fmla="*/ 495300 w 4940931"/>
                <a:gd name="connsiteY1695" fmla="*/ 30480 h 138429"/>
                <a:gd name="connsiteX1696" fmla="*/ 506095 w 4940931"/>
                <a:gd name="connsiteY1696" fmla="*/ 30480 h 138429"/>
                <a:gd name="connsiteX1697" fmla="*/ 506095 w 4940931"/>
                <a:gd name="connsiteY1697" fmla="*/ 8255 h 138429"/>
                <a:gd name="connsiteX1698" fmla="*/ 466724 w 4940931"/>
                <a:gd name="connsiteY1698" fmla="*/ 0 h 138429"/>
                <a:gd name="connsiteX1699" fmla="*/ 466724 w 4940931"/>
                <a:gd name="connsiteY1699" fmla="*/ 30480 h 138429"/>
                <a:gd name="connsiteX1700" fmla="*/ 485774 w 4940931"/>
                <a:gd name="connsiteY1700" fmla="*/ 30480 h 138429"/>
                <a:gd name="connsiteX1701" fmla="*/ 485774 w 4940931"/>
                <a:gd name="connsiteY1701" fmla="*/ 44450 h 138429"/>
                <a:gd name="connsiteX1702" fmla="*/ 466724 w 4940931"/>
                <a:gd name="connsiteY1702" fmla="*/ 44450 h 138429"/>
                <a:gd name="connsiteX1703" fmla="*/ 466724 w 4940931"/>
                <a:gd name="connsiteY1703" fmla="*/ 86995 h 138429"/>
                <a:gd name="connsiteX1704" fmla="*/ 466724 w 4940931"/>
                <a:gd name="connsiteY1704" fmla="*/ 91440 h 138429"/>
                <a:gd name="connsiteX1705" fmla="*/ 467994 w 4940931"/>
                <a:gd name="connsiteY1705" fmla="*/ 94615 h 138429"/>
                <a:gd name="connsiteX1706" fmla="*/ 470534 w 4940931"/>
                <a:gd name="connsiteY1706" fmla="*/ 95885 h 138429"/>
                <a:gd name="connsiteX1707" fmla="*/ 474344 w 4940931"/>
                <a:gd name="connsiteY1707" fmla="*/ 95885 h 138429"/>
                <a:gd name="connsiteX1708" fmla="*/ 480694 w 4940931"/>
                <a:gd name="connsiteY1708" fmla="*/ 95250 h 138429"/>
                <a:gd name="connsiteX1709" fmla="*/ 485774 w 4940931"/>
                <a:gd name="connsiteY1709" fmla="*/ 93345 h 138429"/>
                <a:gd name="connsiteX1710" fmla="*/ 483869 w 4940931"/>
                <a:gd name="connsiteY1710" fmla="*/ 106680 h 138429"/>
                <a:gd name="connsiteX1711" fmla="*/ 477519 w 4940931"/>
                <a:gd name="connsiteY1711" fmla="*/ 109220 h 138429"/>
                <a:gd name="connsiteX1712" fmla="*/ 469264 w 4940931"/>
                <a:gd name="connsiteY1712" fmla="*/ 110490 h 138429"/>
                <a:gd name="connsiteX1713" fmla="*/ 462279 w 4940931"/>
                <a:gd name="connsiteY1713" fmla="*/ 109220 h 138429"/>
                <a:gd name="connsiteX1714" fmla="*/ 456564 w 4940931"/>
                <a:gd name="connsiteY1714" fmla="*/ 105410 h 138429"/>
                <a:gd name="connsiteX1715" fmla="*/ 452754 w 4940931"/>
                <a:gd name="connsiteY1715" fmla="*/ 99060 h 138429"/>
                <a:gd name="connsiteX1716" fmla="*/ 451484 w 4940931"/>
                <a:gd name="connsiteY1716" fmla="*/ 89535 h 138429"/>
                <a:gd name="connsiteX1717" fmla="*/ 451484 w 4940931"/>
                <a:gd name="connsiteY1717" fmla="*/ 44450 h 138429"/>
                <a:gd name="connsiteX1718" fmla="*/ 440689 w 4940931"/>
                <a:gd name="connsiteY1718" fmla="*/ 44450 h 138429"/>
                <a:gd name="connsiteX1719" fmla="*/ 440689 w 4940931"/>
                <a:gd name="connsiteY1719" fmla="*/ 30480 h 138429"/>
                <a:gd name="connsiteX1720" fmla="*/ 451484 w 4940931"/>
                <a:gd name="connsiteY1720" fmla="*/ 30480 h 138429"/>
                <a:gd name="connsiteX1721" fmla="*/ 451484 w 4940931"/>
                <a:gd name="connsiteY1721" fmla="*/ 8255 h 138429"/>
                <a:gd name="connsiteX1722" fmla="*/ 302259 w 4940931"/>
                <a:gd name="connsiteY1722" fmla="*/ 0 h 138429"/>
                <a:gd name="connsiteX1723" fmla="*/ 302259 w 4940931"/>
                <a:gd name="connsiteY1723" fmla="*/ 37465 h 138429"/>
                <a:gd name="connsiteX1724" fmla="*/ 306704 w 4940931"/>
                <a:gd name="connsiteY1724" fmla="*/ 33655 h 138429"/>
                <a:gd name="connsiteX1725" fmla="*/ 310514 w 4940931"/>
                <a:gd name="connsiteY1725" fmla="*/ 31115 h 138429"/>
                <a:gd name="connsiteX1726" fmla="*/ 315594 w 4940931"/>
                <a:gd name="connsiteY1726" fmla="*/ 29210 h 138429"/>
                <a:gd name="connsiteX1727" fmla="*/ 322579 w 4940931"/>
                <a:gd name="connsiteY1727" fmla="*/ 28575 h 138429"/>
                <a:gd name="connsiteX1728" fmla="*/ 334644 w 4940931"/>
                <a:gd name="connsiteY1728" fmla="*/ 31115 h 138429"/>
                <a:gd name="connsiteX1729" fmla="*/ 344169 w 4940931"/>
                <a:gd name="connsiteY1729" fmla="*/ 38735 h 138429"/>
                <a:gd name="connsiteX1730" fmla="*/ 350519 w 4940931"/>
                <a:gd name="connsiteY1730" fmla="*/ 51435 h 138429"/>
                <a:gd name="connsiteX1731" fmla="*/ 353059 w 4940931"/>
                <a:gd name="connsiteY1731" fmla="*/ 70485 h 138429"/>
                <a:gd name="connsiteX1732" fmla="*/ 352424 w 4940931"/>
                <a:gd name="connsiteY1732" fmla="*/ 71120 h 138429"/>
                <a:gd name="connsiteX1733" fmla="*/ 349884 w 4940931"/>
                <a:gd name="connsiteY1733" fmla="*/ 88265 h 138429"/>
                <a:gd name="connsiteX1734" fmla="*/ 342899 w 4940931"/>
                <a:gd name="connsiteY1734" fmla="*/ 100330 h 138429"/>
                <a:gd name="connsiteX1735" fmla="*/ 333374 w 4940931"/>
                <a:gd name="connsiteY1735" fmla="*/ 107315 h 138429"/>
                <a:gd name="connsiteX1736" fmla="*/ 321944 w 4940931"/>
                <a:gd name="connsiteY1736" fmla="*/ 109855 h 138429"/>
                <a:gd name="connsiteX1737" fmla="*/ 311149 w 4940931"/>
                <a:gd name="connsiteY1737" fmla="*/ 107315 h 138429"/>
                <a:gd name="connsiteX1738" fmla="*/ 302259 w 4940931"/>
                <a:gd name="connsiteY1738" fmla="*/ 100965 h 138429"/>
                <a:gd name="connsiteX1739" fmla="*/ 302259 w 4940931"/>
                <a:gd name="connsiteY1739" fmla="*/ 107950 h 138429"/>
                <a:gd name="connsiteX1740" fmla="*/ 287019 w 4940931"/>
                <a:gd name="connsiteY1740" fmla="*/ 107950 h 138429"/>
                <a:gd name="connsiteX1741" fmla="*/ 287019 w 4940931"/>
                <a:gd name="connsiteY1741" fmla="*/ 7620 h 138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Lst>
              <a:rect l="l" t="t" r="r" b="b"/>
              <a:pathLst>
                <a:path w="4940931" h="138429">
                  <a:moveTo>
                    <a:pt x="1032512" y="137477"/>
                  </a:moveTo>
                  <a:lnTo>
                    <a:pt x="1032512" y="137794"/>
                  </a:lnTo>
                  <a:lnTo>
                    <a:pt x="1030607" y="138429"/>
                  </a:lnTo>
                  <a:close/>
                  <a:moveTo>
                    <a:pt x="4929501" y="87629"/>
                  </a:moveTo>
                  <a:cubicBezTo>
                    <a:pt x="4930771" y="87629"/>
                    <a:pt x="4932676" y="87629"/>
                    <a:pt x="4933946" y="88264"/>
                  </a:cubicBezTo>
                  <a:cubicBezTo>
                    <a:pt x="4935216" y="88264"/>
                    <a:pt x="4936486" y="89534"/>
                    <a:pt x="4937756" y="90804"/>
                  </a:cubicBezTo>
                  <a:cubicBezTo>
                    <a:pt x="4939026" y="92074"/>
                    <a:pt x="4939661" y="93344"/>
                    <a:pt x="4940296" y="94614"/>
                  </a:cubicBezTo>
                  <a:cubicBezTo>
                    <a:pt x="4940296" y="95884"/>
                    <a:pt x="4940931" y="97789"/>
                    <a:pt x="4940931" y="99059"/>
                  </a:cubicBezTo>
                  <a:cubicBezTo>
                    <a:pt x="4940931" y="99059"/>
                    <a:pt x="4940931" y="102234"/>
                    <a:pt x="4940296" y="103504"/>
                  </a:cubicBezTo>
                  <a:cubicBezTo>
                    <a:pt x="4940296" y="104774"/>
                    <a:pt x="4939026" y="106044"/>
                    <a:pt x="4937756" y="107314"/>
                  </a:cubicBezTo>
                  <a:cubicBezTo>
                    <a:pt x="4936486" y="108584"/>
                    <a:pt x="4935216" y="109219"/>
                    <a:pt x="4933946" y="109854"/>
                  </a:cubicBezTo>
                  <a:cubicBezTo>
                    <a:pt x="4932676" y="109854"/>
                    <a:pt x="4930771" y="110489"/>
                    <a:pt x="4929501" y="110489"/>
                  </a:cubicBezTo>
                  <a:cubicBezTo>
                    <a:pt x="4928231" y="110489"/>
                    <a:pt x="4926326" y="110489"/>
                    <a:pt x="4925056" y="109854"/>
                  </a:cubicBezTo>
                  <a:cubicBezTo>
                    <a:pt x="4923786" y="109854"/>
                    <a:pt x="4922516" y="108584"/>
                    <a:pt x="4921246" y="107314"/>
                  </a:cubicBezTo>
                  <a:cubicBezTo>
                    <a:pt x="4919976" y="106044"/>
                    <a:pt x="4919341" y="104774"/>
                    <a:pt x="4918706" y="103504"/>
                  </a:cubicBezTo>
                  <a:cubicBezTo>
                    <a:pt x="4918706" y="102234"/>
                    <a:pt x="4918071" y="100329"/>
                    <a:pt x="4918071" y="99059"/>
                  </a:cubicBezTo>
                  <a:cubicBezTo>
                    <a:pt x="4918071" y="97789"/>
                    <a:pt x="4918071" y="95884"/>
                    <a:pt x="4918706" y="94614"/>
                  </a:cubicBezTo>
                  <a:cubicBezTo>
                    <a:pt x="4918706" y="93344"/>
                    <a:pt x="4919976" y="92074"/>
                    <a:pt x="4921246" y="90804"/>
                  </a:cubicBezTo>
                  <a:cubicBezTo>
                    <a:pt x="4922516" y="89534"/>
                    <a:pt x="4923786" y="88899"/>
                    <a:pt x="4925056" y="88264"/>
                  </a:cubicBezTo>
                  <a:cubicBezTo>
                    <a:pt x="4926326" y="88264"/>
                    <a:pt x="4928231" y="87629"/>
                    <a:pt x="4929501" y="87629"/>
                  </a:cubicBezTo>
                  <a:close/>
                  <a:moveTo>
                    <a:pt x="3079110" y="87629"/>
                  </a:moveTo>
                  <a:cubicBezTo>
                    <a:pt x="3080380" y="87629"/>
                    <a:pt x="3082285" y="87629"/>
                    <a:pt x="3083555" y="88264"/>
                  </a:cubicBezTo>
                  <a:cubicBezTo>
                    <a:pt x="3084825" y="88264"/>
                    <a:pt x="3086095" y="89534"/>
                    <a:pt x="3087365" y="90804"/>
                  </a:cubicBezTo>
                  <a:cubicBezTo>
                    <a:pt x="3088635" y="92074"/>
                    <a:pt x="3089270" y="93344"/>
                    <a:pt x="3089905" y="94614"/>
                  </a:cubicBezTo>
                  <a:cubicBezTo>
                    <a:pt x="3089905" y="95884"/>
                    <a:pt x="3090540" y="97789"/>
                    <a:pt x="3090540" y="99059"/>
                  </a:cubicBezTo>
                  <a:cubicBezTo>
                    <a:pt x="3090540" y="99059"/>
                    <a:pt x="3090540" y="102234"/>
                    <a:pt x="3089905" y="103504"/>
                  </a:cubicBezTo>
                  <a:cubicBezTo>
                    <a:pt x="3089905" y="104774"/>
                    <a:pt x="3088635" y="106044"/>
                    <a:pt x="3087365" y="107314"/>
                  </a:cubicBezTo>
                  <a:cubicBezTo>
                    <a:pt x="3086095" y="108584"/>
                    <a:pt x="3084825" y="109219"/>
                    <a:pt x="3083555" y="109854"/>
                  </a:cubicBezTo>
                  <a:cubicBezTo>
                    <a:pt x="3082285" y="109854"/>
                    <a:pt x="3080380" y="110489"/>
                    <a:pt x="3079110" y="110489"/>
                  </a:cubicBezTo>
                  <a:cubicBezTo>
                    <a:pt x="3077840" y="110489"/>
                    <a:pt x="3075935" y="110489"/>
                    <a:pt x="3074665" y="109854"/>
                  </a:cubicBezTo>
                  <a:cubicBezTo>
                    <a:pt x="3073395" y="109854"/>
                    <a:pt x="3072125" y="108584"/>
                    <a:pt x="3070855" y="107314"/>
                  </a:cubicBezTo>
                  <a:cubicBezTo>
                    <a:pt x="3069585" y="106044"/>
                    <a:pt x="3068950" y="104774"/>
                    <a:pt x="3068315" y="103504"/>
                  </a:cubicBezTo>
                  <a:cubicBezTo>
                    <a:pt x="3068315" y="102234"/>
                    <a:pt x="3067680" y="100329"/>
                    <a:pt x="3067680" y="99059"/>
                  </a:cubicBezTo>
                  <a:cubicBezTo>
                    <a:pt x="3067680" y="97789"/>
                    <a:pt x="3067680" y="95884"/>
                    <a:pt x="3068315" y="94614"/>
                  </a:cubicBezTo>
                  <a:cubicBezTo>
                    <a:pt x="3068315" y="93344"/>
                    <a:pt x="3069585" y="92074"/>
                    <a:pt x="3070855" y="90804"/>
                  </a:cubicBezTo>
                  <a:cubicBezTo>
                    <a:pt x="3072125" y="89534"/>
                    <a:pt x="3073395" y="88899"/>
                    <a:pt x="3074665" y="88264"/>
                  </a:cubicBezTo>
                  <a:cubicBezTo>
                    <a:pt x="3075935" y="88264"/>
                    <a:pt x="3077840" y="87629"/>
                    <a:pt x="3079110" y="87629"/>
                  </a:cubicBezTo>
                  <a:close/>
                  <a:moveTo>
                    <a:pt x="1565275" y="87629"/>
                  </a:moveTo>
                  <a:cubicBezTo>
                    <a:pt x="1566545" y="87629"/>
                    <a:pt x="1568450" y="87629"/>
                    <a:pt x="1569720" y="88264"/>
                  </a:cubicBezTo>
                  <a:cubicBezTo>
                    <a:pt x="1570990" y="88264"/>
                    <a:pt x="1572260" y="89534"/>
                    <a:pt x="1573529" y="90804"/>
                  </a:cubicBezTo>
                  <a:cubicBezTo>
                    <a:pt x="1574800" y="92074"/>
                    <a:pt x="1575435" y="93344"/>
                    <a:pt x="1576069" y="94614"/>
                  </a:cubicBezTo>
                  <a:cubicBezTo>
                    <a:pt x="1576069" y="95884"/>
                    <a:pt x="1576705" y="97789"/>
                    <a:pt x="1576705" y="99059"/>
                  </a:cubicBezTo>
                  <a:cubicBezTo>
                    <a:pt x="1576705" y="99059"/>
                    <a:pt x="1576705" y="102234"/>
                    <a:pt x="1576069" y="103504"/>
                  </a:cubicBezTo>
                  <a:cubicBezTo>
                    <a:pt x="1576069" y="104774"/>
                    <a:pt x="1574800" y="106044"/>
                    <a:pt x="1573529" y="107314"/>
                  </a:cubicBezTo>
                  <a:cubicBezTo>
                    <a:pt x="1572260" y="108584"/>
                    <a:pt x="1570990" y="109219"/>
                    <a:pt x="1569720" y="109854"/>
                  </a:cubicBezTo>
                  <a:cubicBezTo>
                    <a:pt x="1568450" y="109854"/>
                    <a:pt x="1566545" y="110489"/>
                    <a:pt x="1565275" y="110489"/>
                  </a:cubicBezTo>
                  <a:cubicBezTo>
                    <a:pt x="1564005" y="110489"/>
                    <a:pt x="1562099" y="110489"/>
                    <a:pt x="1560830" y="109854"/>
                  </a:cubicBezTo>
                  <a:cubicBezTo>
                    <a:pt x="1559559" y="109854"/>
                    <a:pt x="1558289" y="108584"/>
                    <a:pt x="1557020" y="107314"/>
                  </a:cubicBezTo>
                  <a:cubicBezTo>
                    <a:pt x="1555750" y="106044"/>
                    <a:pt x="1555114" y="104774"/>
                    <a:pt x="1554479" y="103504"/>
                  </a:cubicBezTo>
                  <a:cubicBezTo>
                    <a:pt x="1554479" y="102234"/>
                    <a:pt x="1553844" y="100329"/>
                    <a:pt x="1553844" y="99059"/>
                  </a:cubicBezTo>
                  <a:cubicBezTo>
                    <a:pt x="1553844" y="97789"/>
                    <a:pt x="1553844" y="95884"/>
                    <a:pt x="1554479" y="94614"/>
                  </a:cubicBezTo>
                  <a:cubicBezTo>
                    <a:pt x="1554479" y="93344"/>
                    <a:pt x="1555750" y="92074"/>
                    <a:pt x="1557020" y="90804"/>
                  </a:cubicBezTo>
                  <a:cubicBezTo>
                    <a:pt x="1558289" y="89534"/>
                    <a:pt x="1559559" y="88899"/>
                    <a:pt x="1560830" y="88264"/>
                  </a:cubicBezTo>
                  <a:cubicBezTo>
                    <a:pt x="1562099" y="88264"/>
                    <a:pt x="1564005" y="87629"/>
                    <a:pt x="1565275" y="87629"/>
                  </a:cubicBezTo>
                  <a:close/>
                  <a:moveTo>
                    <a:pt x="2642230" y="73024"/>
                  </a:moveTo>
                  <a:cubicBezTo>
                    <a:pt x="2637150" y="73024"/>
                    <a:pt x="2633340" y="74294"/>
                    <a:pt x="2630800" y="76199"/>
                  </a:cubicBezTo>
                  <a:cubicBezTo>
                    <a:pt x="2627625" y="78104"/>
                    <a:pt x="2626355" y="81279"/>
                    <a:pt x="2626355" y="84454"/>
                  </a:cubicBezTo>
                  <a:cubicBezTo>
                    <a:pt x="2626355" y="86994"/>
                    <a:pt x="2626355" y="88899"/>
                    <a:pt x="2627625" y="90169"/>
                  </a:cubicBezTo>
                  <a:cubicBezTo>
                    <a:pt x="2628260" y="92074"/>
                    <a:pt x="2629530" y="93344"/>
                    <a:pt x="2630800" y="93979"/>
                  </a:cubicBezTo>
                  <a:cubicBezTo>
                    <a:pt x="2632070" y="95249"/>
                    <a:pt x="2633340" y="95884"/>
                    <a:pt x="2635245" y="96519"/>
                  </a:cubicBezTo>
                  <a:cubicBezTo>
                    <a:pt x="2637150" y="96519"/>
                    <a:pt x="2639055" y="97154"/>
                    <a:pt x="2641595" y="97154"/>
                  </a:cubicBezTo>
                  <a:cubicBezTo>
                    <a:pt x="2643500" y="97154"/>
                    <a:pt x="2645405" y="97154"/>
                    <a:pt x="2647310" y="96519"/>
                  </a:cubicBezTo>
                  <a:cubicBezTo>
                    <a:pt x="2649215" y="96519"/>
                    <a:pt x="2651120" y="95249"/>
                    <a:pt x="2652390" y="93979"/>
                  </a:cubicBezTo>
                  <a:cubicBezTo>
                    <a:pt x="2654295" y="93344"/>
                    <a:pt x="2655565" y="92074"/>
                    <a:pt x="2656835" y="90804"/>
                  </a:cubicBezTo>
                  <a:cubicBezTo>
                    <a:pt x="2658105" y="89534"/>
                    <a:pt x="2659375" y="88264"/>
                    <a:pt x="2660010" y="86994"/>
                  </a:cubicBezTo>
                  <a:lnTo>
                    <a:pt x="2660010" y="75564"/>
                  </a:lnTo>
                  <a:cubicBezTo>
                    <a:pt x="2660010" y="75564"/>
                    <a:pt x="2657470" y="74294"/>
                    <a:pt x="2656200" y="74294"/>
                  </a:cubicBezTo>
                  <a:cubicBezTo>
                    <a:pt x="2654930" y="74294"/>
                    <a:pt x="2653660" y="73659"/>
                    <a:pt x="2652390" y="73659"/>
                  </a:cubicBezTo>
                  <a:cubicBezTo>
                    <a:pt x="2651120" y="73659"/>
                    <a:pt x="2649850" y="73659"/>
                    <a:pt x="2647945" y="73024"/>
                  </a:cubicBezTo>
                  <a:cubicBezTo>
                    <a:pt x="2646040" y="73024"/>
                    <a:pt x="2644135" y="73024"/>
                    <a:pt x="2642230" y="73024"/>
                  </a:cubicBezTo>
                  <a:close/>
                  <a:moveTo>
                    <a:pt x="4664706" y="43814"/>
                  </a:moveTo>
                  <a:cubicBezTo>
                    <a:pt x="4661531" y="43814"/>
                    <a:pt x="4658991" y="43814"/>
                    <a:pt x="4657086" y="45719"/>
                  </a:cubicBezTo>
                  <a:cubicBezTo>
                    <a:pt x="4654546" y="46989"/>
                    <a:pt x="4652641" y="48894"/>
                    <a:pt x="4651371" y="50799"/>
                  </a:cubicBezTo>
                  <a:cubicBezTo>
                    <a:pt x="4649466" y="53339"/>
                    <a:pt x="4648831" y="55879"/>
                    <a:pt x="4647561" y="59054"/>
                  </a:cubicBezTo>
                  <a:cubicBezTo>
                    <a:pt x="4646926" y="62229"/>
                    <a:pt x="4646291" y="65404"/>
                    <a:pt x="4646291" y="69849"/>
                  </a:cubicBezTo>
                  <a:cubicBezTo>
                    <a:pt x="4646291" y="74294"/>
                    <a:pt x="4646291" y="78104"/>
                    <a:pt x="4647561" y="81279"/>
                  </a:cubicBezTo>
                  <a:cubicBezTo>
                    <a:pt x="4648196" y="84454"/>
                    <a:pt x="4650101" y="87629"/>
                    <a:pt x="4651371" y="89534"/>
                  </a:cubicBezTo>
                  <a:cubicBezTo>
                    <a:pt x="4653276" y="92074"/>
                    <a:pt x="4655181" y="93344"/>
                    <a:pt x="4657721" y="94614"/>
                  </a:cubicBezTo>
                  <a:cubicBezTo>
                    <a:pt x="4660261" y="95884"/>
                    <a:pt x="4662801" y="96519"/>
                    <a:pt x="4665341" y="96519"/>
                  </a:cubicBezTo>
                  <a:cubicBezTo>
                    <a:pt x="4667881" y="96519"/>
                    <a:pt x="4671056" y="95884"/>
                    <a:pt x="4672961" y="94614"/>
                  </a:cubicBezTo>
                  <a:cubicBezTo>
                    <a:pt x="4675501" y="93344"/>
                    <a:pt x="4677406" y="91439"/>
                    <a:pt x="4678676" y="88899"/>
                  </a:cubicBezTo>
                  <a:cubicBezTo>
                    <a:pt x="4680581" y="86359"/>
                    <a:pt x="4681851" y="83819"/>
                    <a:pt x="4682486" y="80644"/>
                  </a:cubicBezTo>
                  <a:cubicBezTo>
                    <a:pt x="4683121" y="77469"/>
                    <a:pt x="4683756" y="74294"/>
                    <a:pt x="4683756" y="70484"/>
                  </a:cubicBezTo>
                  <a:lnTo>
                    <a:pt x="4684391" y="69849"/>
                  </a:lnTo>
                  <a:cubicBezTo>
                    <a:pt x="4684391" y="66039"/>
                    <a:pt x="4684391" y="62229"/>
                    <a:pt x="4683121" y="59054"/>
                  </a:cubicBezTo>
                  <a:cubicBezTo>
                    <a:pt x="4682486" y="55879"/>
                    <a:pt x="4680581" y="53339"/>
                    <a:pt x="4679311" y="50799"/>
                  </a:cubicBezTo>
                  <a:cubicBezTo>
                    <a:pt x="4677406" y="48259"/>
                    <a:pt x="4675501" y="46989"/>
                    <a:pt x="4672961" y="45719"/>
                  </a:cubicBezTo>
                  <a:cubicBezTo>
                    <a:pt x="4670421" y="44449"/>
                    <a:pt x="4667881" y="43814"/>
                    <a:pt x="4664706" y="43814"/>
                  </a:cubicBezTo>
                  <a:close/>
                  <a:moveTo>
                    <a:pt x="4264020" y="43814"/>
                  </a:moveTo>
                  <a:cubicBezTo>
                    <a:pt x="4260845" y="43814"/>
                    <a:pt x="4258305" y="43814"/>
                    <a:pt x="4256400" y="45719"/>
                  </a:cubicBezTo>
                  <a:cubicBezTo>
                    <a:pt x="4253860" y="46989"/>
                    <a:pt x="4251955" y="48894"/>
                    <a:pt x="4250685" y="50799"/>
                  </a:cubicBezTo>
                  <a:cubicBezTo>
                    <a:pt x="4248780" y="53339"/>
                    <a:pt x="4247510" y="55879"/>
                    <a:pt x="4246875" y="59054"/>
                  </a:cubicBezTo>
                  <a:cubicBezTo>
                    <a:pt x="4246240" y="62229"/>
                    <a:pt x="4245605" y="65404"/>
                    <a:pt x="4245605" y="69849"/>
                  </a:cubicBezTo>
                  <a:cubicBezTo>
                    <a:pt x="4245605" y="74294"/>
                    <a:pt x="4245605" y="78104"/>
                    <a:pt x="4246875" y="81279"/>
                  </a:cubicBezTo>
                  <a:cubicBezTo>
                    <a:pt x="4247510" y="84454"/>
                    <a:pt x="4249415" y="87629"/>
                    <a:pt x="4250685" y="89534"/>
                  </a:cubicBezTo>
                  <a:cubicBezTo>
                    <a:pt x="4252590" y="92074"/>
                    <a:pt x="4254495" y="93344"/>
                    <a:pt x="4257035" y="94614"/>
                  </a:cubicBezTo>
                  <a:cubicBezTo>
                    <a:pt x="4259575" y="95884"/>
                    <a:pt x="4262115" y="96519"/>
                    <a:pt x="4264655" y="96519"/>
                  </a:cubicBezTo>
                  <a:cubicBezTo>
                    <a:pt x="4267195" y="96519"/>
                    <a:pt x="4270370" y="95884"/>
                    <a:pt x="4272275" y="94614"/>
                  </a:cubicBezTo>
                  <a:cubicBezTo>
                    <a:pt x="4274815" y="93344"/>
                    <a:pt x="4276720" y="91439"/>
                    <a:pt x="4277990" y="88899"/>
                  </a:cubicBezTo>
                  <a:cubicBezTo>
                    <a:pt x="4279895" y="86359"/>
                    <a:pt x="4281165" y="83819"/>
                    <a:pt x="4281800" y="80644"/>
                  </a:cubicBezTo>
                  <a:cubicBezTo>
                    <a:pt x="4282435" y="77469"/>
                    <a:pt x="4283070" y="74294"/>
                    <a:pt x="4283070" y="70484"/>
                  </a:cubicBezTo>
                  <a:lnTo>
                    <a:pt x="4283705" y="69849"/>
                  </a:lnTo>
                  <a:cubicBezTo>
                    <a:pt x="4283705" y="66039"/>
                    <a:pt x="4283705" y="62229"/>
                    <a:pt x="4282435" y="59054"/>
                  </a:cubicBezTo>
                  <a:cubicBezTo>
                    <a:pt x="4281800" y="55879"/>
                    <a:pt x="4279895" y="53339"/>
                    <a:pt x="4278625" y="50799"/>
                  </a:cubicBezTo>
                  <a:cubicBezTo>
                    <a:pt x="4276720" y="48259"/>
                    <a:pt x="4274815" y="46989"/>
                    <a:pt x="4272275" y="45719"/>
                  </a:cubicBezTo>
                  <a:cubicBezTo>
                    <a:pt x="4269735" y="44449"/>
                    <a:pt x="4267195" y="43814"/>
                    <a:pt x="4264020" y="43814"/>
                  </a:cubicBezTo>
                  <a:close/>
                  <a:moveTo>
                    <a:pt x="1420495" y="43814"/>
                  </a:moveTo>
                  <a:cubicBezTo>
                    <a:pt x="1417320" y="43814"/>
                    <a:pt x="1414780" y="43814"/>
                    <a:pt x="1412875" y="45719"/>
                  </a:cubicBezTo>
                  <a:cubicBezTo>
                    <a:pt x="1410335" y="46989"/>
                    <a:pt x="1408430" y="48894"/>
                    <a:pt x="1407160" y="50799"/>
                  </a:cubicBezTo>
                  <a:cubicBezTo>
                    <a:pt x="1405255" y="53339"/>
                    <a:pt x="1403985" y="55879"/>
                    <a:pt x="1403350" y="59054"/>
                  </a:cubicBezTo>
                  <a:cubicBezTo>
                    <a:pt x="1402715" y="62229"/>
                    <a:pt x="1402080" y="65404"/>
                    <a:pt x="1402080" y="69849"/>
                  </a:cubicBezTo>
                  <a:cubicBezTo>
                    <a:pt x="1402080" y="74294"/>
                    <a:pt x="1402080" y="78104"/>
                    <a:pt x="1403350" y="81279"/>
                  </a:cubicBezTo>
                  <a:cubicBezTo>
                    <a:pt x="1403985" y="84454"/>
                    <a:pt x="1405890" y="87629"/>
                    <a:pt x="1407160" y="89534"/>
                  </a:cubicBezTo>
                  <a:cubicBezTo>
                    <a:pt x="1409065" y="92074"/>
                    <a:pt x="1410970" y="93344"/>
                    <a:pt x="1413510" y="94614"/>
                  </a:cubicBezTo>
                  <a:cubicBezTo>
                    <a:pt x="1416050" y="95884"/>
                    <a:pt x="1418590" y="96519"/>
                    <a:pt x="1421130" y="96519"/>
                  </a:cubicBezTo>
                  <a:cubicBezTo>
                    <a:pt x="1423670" y="96519"/>
                    <a:pt x="1426845" y="95884"/>
                    <a:pt x="1428750" y="94614"/>
                  </a:cubicBezTo>
                  <a:cubicBezTo>
                    <a:pt x="1431290" y="93344"/>
                    <a:pt x="1433195" y="91439"/>
                    <a:pt x="1434465" y="88899"/>
                  </a:cubicBezTo>
                  <a:cubicBezTo>
                    <a:pt x="1436370" y="86359"/>
                    <a:pt x="1437640" y="83819"/>
                    <a:pt x="1438275" y="80644"/>
                  </a:cubicBezTo>
                  <a:cubicBezTo>
                    <a:pt x="1438910" y="77469"/>
                    <a:pt x="1439545" y="74294"/>
                    <a:pt x="1439545" y="70484"/>
                  </a:cubicBezTo>
                  <a:lnTo>
                    <a:pt x="1440180" y="69849"/>
                  </a:lnTo>
                  <a:cubicBezTo>
                    <a:pt x="1440180" y="66039"/>
                    <a:pt x="1440180" y="62229"/>
                    <a:pt x="1438910" y="59054"/>
                  </a:cubicBezTo>
                  <a:cubicBezTo>
                    <a:pt x="1438275" y="55879"/>
                    <a:pt x="1436370" y="53339"/>
                    <a:pt x="1435100" y="50799"/>
                  </a:cubicBezTo>
                  <a:cubicBezTo>
                    <a:pt x="1433195" y="48259"/>
                    <a:pt x="1431290" y="46989"/>
                    <a:pt x="1428750" y="45719"/>
                  </a:cubicBezTo>
                  <a:cubicBezTo>
                    <a:pt x="1426210" y="44449"/>
                    <a:pt x="1423670" y="43814"/>
                    <a:pt x="1420495" y="43814"/>
                  </a:cubicBezTo>
                  <a:close/>
                  <a:moveTo>
                    <a:pt x="4041770" y="43180"/>
                  </a:moveTo>
                  <a:cubicBezTo>
                    <a:pt x="4039230" y="43180"/>
                    <a:pt x="4036690" y="43180"/>
                    <a:pt x="4034785" y="44450"/>
                  </a:cubicBezTo>
                  <a:cubicBezTo>
                    <a:pt x="4032880" y="45085"/>
                    <a:pt x="4030975" y="46355"/>
                    <a:pt x="4029705" y="48260"/>
                  </a:cubicBezTo>
                  <a:cubicBezTo>
                    <a:pt x="4028435" y="50165"/>
                    <a:pt x="4027165" y="52070"/>
                    <a:pt x="4025895" y="54610"/>
                  </a:cubicBezTo>
                  <a:cubicBezTo>
                    <a:pt x="4025260" y="57150"/>
                    <a:pt x="4023990" y="59690"/>
                    <a:pt x="4023990" y="62865"/>
                  </a:cubicBezTo>
                  <a:lnTo>
                    <a:pt x="4060185" y="62865"/>
                  </a:lnTo>
                  <a:cubicBezTo>
                    <a:pt x="4060185" y="62865"/>
                    <a:pt x="4059550" y="57785"/>
                    <a:pt x="4058915" y="55245"/>
                  </a:cubicBezTo>
                  <a:cubicBezTo>
                    <a:pt x="4058280" y="52705"/>
                    <a:pt x="4057010" y="50800"/>
                    <a:pt x="4055740" y="48895"/>
                  </a:cubicBezTo>
                  <a:cubicBezTo>
                    <a:pt x="4054470" y="46990"/>
                    <a:pt x="4052565" y="45720"/>
                    <a:pt x="4050025" y="44450"/>
                  </a:cubicBezTo>
                  <a:cubicBezTo>
                    <a:pt x="4047485" y="43180"/>
                    <a:pt x="4044945" y="43180"/>
                    <a:pt x="4041770" y="43180"/>
                  </a:cubicBezTo>
                  <a:close/>
                  <a:moveTo>
                    <a:pt x="3728081" y="43180"/>
                  </a:moveTo>
                  <a:cubicBezTo>
                    <a:pt x="3725541" y="43180"/>
                    <a:pt x="3723001" y="43180"/>
                    <a:pt x="3721096" y="44450"/>
                  </a:cubicBezTo>
                  <a:cubicBezTo>
                    <a:pt x="3719191" y="45085"/>
                    <a:pt x="3717286" y="46355"/>
                    <a:pt x="3716016" y="48260"/>
                  </a:cubicBezTo>
                  <a:cubicBezTo>
                    <a:pt x="3714746" y="50165"/>
                    <a:pt x="3713476" y="52070"/>
                    <a:pt x="3712206" y="54610"/>
                  </a:cubicBezTo>
                  <a:cubicBezTo>
                    <a:pt x="3711571" y="57150"/>
                    <a:pt x="3710301" y="59690"/>
                    <a:pt x="3710301" y="62865"/>
                  </a:cubicBezTo>
                  <a:lnTo>
                    <a:pt x="3746496" y="62865"/>
                  </a:lnTo>
                  <a:cubicBezTo>
                    <a:pt x="3746496" y="62865"/>
                    <a:pt x="3745861" y="57785"/>
                    <a:pt x="3745226" y="55245"/>
                  </a:cubicBezTo>
                  <a:cubicBezTo>
                    <a:pt x="3744591" y="52705"/>
                    <a:pt x="3743321" y="50800"/>
                    <a:pt x="3742051" y="48895"/>
                  </a:cubicBezTo>
                  <a:cubicBezTo>
                    <a:pt x="3740781" y="46990"/>
                    <a:pt x="3738876" y="45720"/>
                    <a:pt x="3736336" y="44450"/>
                  </a:cubicBezTo>
                  <a:cubicBezTo>
                    <a:pt x="3733796" y="43180"/>
                    <a:pt x="3731256" y="43180"/>
                    <a:pt x="3728081" y="43180"/>
                  </a:cubicBezTo>
                  <a:close/>
                  <a:moveTo>
                    <a:pt x="3541391" y="43180"/>
                  </a:moveTo>
                  <a:cubicBezTo>
                    <a:pt x="3538851" y="43180"/>
                    <a:pt x="3536311" y="43180"/>
                    <a:pt x="3534406" y="44450"/>
                  </a:cubicBezTo>
                  <a:cubicBezTo>
                    <a:pt x="3532501" y="45085"/>
                    <a:pt x="3530596" y="46355"/>
                    <a:pt x="3529326" y="48260"/>
                  </a:cubicBezTo>
                  <a:cubicBezTo>
                    <a:pt x="3528056" y="50165"/>
                    <a:pt x="3526786" y="52070"/>
                    <a:pt x="3525516" y="54610"/>
                  </a:cubicBezTo>
                  <a:cubicBezTo>
                    <a:pt x="3524881" y="57150"/>
                    <a:pt x="3524246" y="59690"/>
                    <a:pt x="3523611" y="62865"/>
                  </a:cubicBezTo>
                  <a:lnTo>
                    <a:pt x="3559806" y="62865"/>
                  </a:lnTo>
                  <a:cubicBezTo>
                    <a:pt x="3559806" y="62865"/>
                    <a:pt x="3559171" y="57785"/>
                    <a:pt x="3558536" y="55245"/>
                  </a:cubicBezTo>
                  <a:cubicBezTo>
                    <a:pt x="3557901" y="52705"/>
                    <a:pt x="3556631" y="50800"/>
                    <a:pt x="3555361" y="48895"/>
                  </a:cubicBezTo>
                  <a:cubicBezTo>
                    <a:pt x="3554091" y="46990"/>
                    <a:pt x="3552186" y="45720"/>
                    <a:pt x="3549646" y="44450"/>
                  </a:cubicBezTo>
                  <a:cubicBezTo>
                    <a:pt x="3547106" y="43180"/>
                    <a:pt x="3544566" y="43180"/>
                    <a:pt x="3541391" y="43180"/>
                  </a:cubicBezTo>
                  <a:close/>
                  <a:moveTo>
                    <a:pt x="3463285" y="43180"/>
                  </a:moveTo>
                  <a:cubicBezTo>
                    <a:pt x="3461380" y="43180"/>
                    <a:pt x="3459475" y="43180"/>
                    <a:pt x="3458205" y="43815"/>
                  </a:cubicBezTo>
                  <a:cubicBezTo>
                    <a:pt x="3456300" y="43815"/>
                    <a:pt x="3455030" y="45085"/>
                    <a:pt x="3453125" y="45720"/>
                  </a:cubicBezTo>
                  <a:cubicBezTo>
                    <a:pt x="3451855" y="46355"/>
                    <a:pt x="3449950" y="47625"/>
                    <a:pt x="3448680" y="48895"/>
                  </a:cubicBezTo>
                  <a:cubicBezTo>
                    <a:pt x="3447410" y="50165"/>
                    <a:pt x="3446140" y="51435"/>
                    <a:pt x="3445505" y="52705"/>
                  </a:cubicBezTo>
                  <a:lnTo>
                    <a:pt x="3445505" y="85725"/>
                  </a:lnTo>
                  <a:cubicBezTo>
                    <a:pt x="3445505" y="85725"/>
                    <a:pt x="3447410" y="88265"/>
                    <a:pt x="3448680" y="89535"/>
                  </a:cubicBezTo>
                  <a:cubicBezTo>
                    <a:pt x="3449950" y="90805"/>
                    <a:pt x="3451220" y="92075"/>
                    <a:pt x="3453125" y="92710"/>
                  </a:cubicBezTo>
                  <a:cubicBezTo>
                    <a:pt x="3455030" y="93980"/>
                    <a:pt x="3456300" y="94615"/>
                    <a:pt x="3458205" y="95250"/>
                  </a:cubicBezTo>
                  <a:cubicBezTo>
                    <a:pt x="3460110" y="95250"/>
                    <a:pt x="3462015" y="95885"/>
                    <a:pt x="3463920" y="95885"/>
                  </a:cubicBezTo>
                  <a:cubicBezTo>
                    <a:pt x="3469635" y="95885"/>
                    <a:pt x="3473445" y="93980"/>
                    <a:pt x="3476620" y="89535"/>
                  </a:cubicBezTo>
                  <a:cubicBezTo>
                    <a:pt x="3479795" y="85090"/>
                    <a:pt x="3481065" y="79375"/>
                    <a:pt x="3481065" y="71120"/>
                  </a:cubicBezTo>
                  <a:lnTo>
                    <a:pt x="3480430" y="71755"/>
                  </a:lnTo>
                  <a:cubicBezTo>
                    <a:pt x="3480430" y="62230"/>
                    <a:pt x="3479160" y="54610"/>
                    <a:pt x="3475985" y="50165"/>
                  </a:cubicBezTo>
                  <a:cubicBezTo>
                    <a:pt x="3472810" y="45720"/>
                    <a:pt x="3468365" y="43180"/>
                    <a:pt x="3463285" y="43180"/>
                  </a:cubicBezTo>
                  <a:close/>
                  <a:moveTo>
                    <a:pt x="3343271" y="43180"/>
                  </a:moveTo>
                  <a:cubicBezTo>
                    <a:pt x="3340731" y="43180"/>
                    <a:pt x="3338191" y="43180"/>
                    <a:pt x="3336286" y="44450"/>
                  </a:cubicBezTo>
                  <a:cubicBezTo>
                    <a:pt x="3334381" y="45085"/>
                    <a:pt x="3332476" y="46355"/>
                    <a:pt x="3331206" y="48260"/>
                  </a:cubicBezTo>
                  <a:cubicBezTo>
                    <a:pt x="3329936" y="50165"/>
                    <a:pt x="3328666" y="52070"/>
                    <a:pt x="3327396" y="54610"/>
                  </a:cubicBezTo>
                  <a:cubicBezTo>
                    <a:pt x="3326761" y="57150"/>
                    <a:pt x="3326126" y="59690"/>
                    <a:pt x="3325491" y="62865"/>
                  </a:cubicBezTo>
                  <a:lnTo>
                    <a:pt x="3361686" y="62865"/>
                  </a:lnTo>
                  <a:cubicBezTo>
                    <a:pt x="3361686" y="62865"/>
                    <a:pt x="3361051" y="57785"/>
                    <a:pt x="3360416" y="55245"/>
                  </a:cubicBezTo>
                  <a:cubicBezTo>
                    <a:pt x="3359781" y="52705"/>
                    <a:pt x="3358511" y="50800"/>
                    <a:pt x="3357241" y="48895"/>
                  </a:cubicBezTo>
                  <a:cubicBezTo>
                    <a:pt x="3355971" y="46990"/>
                    <a:pt x="3354066" y="45720"/>
                    <a:pt x="3351526" y="44450"/>
                  </a:cubicBezTo>
                  <a:cubicBezTo>
                    <a:pt x="3348986" y="43180"/>
                    <a:pt x="3346446" y="43180"/>
                    <a:pt x="3343271" y="43180"/>
                  </a:cubicBezTo>
                  <a:close/>
                  <a:moveTo>
                    <a:pt x="2976876" y="43180"/>
                  </a:moveTo>
                  <a:cubicBezTo>
                    <a:pt x="2974336" y="43180"/>
                    <a:pt x="2971796" y="43180"/>
                    <a:pt x="2969891" y="44450"/>
                  </a:cubicBezTo>
                  <a:cubicBezTo>
                    <a:pt x="2967986" y="45085"/>
                    <a:pt x="2966081" y="46355"/>
                    <a:pt x="2964811" y="48260"/>
                  </a:cubicBezTo>
                  <a:cubicBezTo>
                    <a:pt x="2963541" y="50165"/>
                    <a:pt x="2962271" y="52070"/>
                    <a:pt x="2961001" y="54610"/>
                  </a:cubicBezTo>
                  <a:cubicBezTo>
                    <a:pt x="2960366" y="57150"/>
                    <a:pt x="2959731" y="59690"/>
                    <a:pt x="2959096" y="62865"/>
                  </a:cubicBezTo>
                  <a:lnTo>
                    <a:pt x="2995291" y="62865"/>
                  </a:lnTo>
                  <a:cubicBezTo>
                    <a:pt x="2995291" y="62865"/>
                    <a:pt x="2994656" y="57785"/>
                    <a:pt x="2994021" y="55245"/>
                  </a:cubicBezTo>
                  <a:cubicBezTo>
                    <a:pt x="2993386" y="52705"/>
                    <a:pt x="2992116" y="50800"/>
                    <a:pt x="2990846" y="48895"/>
                  </a:cubicBezTo>
                  <a:cubicBezTo>
                    <a:pt x="2989576" y="46990"/>
                    <a:pt x="2987671" y="45720"/>
                    <a:pt x="2985131" y="44450"/>
                  </a:cubicBezTo>
                  <a:cubicBezTo>
                    <a:pt x="2982591" y="43180"/>
                    <a:pt x="2980051" y="43180"/>
                    <a:pt x="2976876" y="43180"/>
                  </a:cubicBezTo>
                  <a:close/>
                  <a:moveTo>
                    <a:pt x="2527930" y="43180"/>
                  </a:moveTo>
                  <a:cubicBezTo>
                    <a:pt x="2525390" y="43180"/>
                    <a:pt x="2522850" y="43180"/>
                    <a:pt x="2520945" y="44450"/>
                  </a:cubicBezTo>
                  <a:cubicBezTo>
                    <a:pt x="2519040" y="45085"/>
                    <a:pt x="2517135" y="46355"/>
                    <a:pt x="2515865" y="48260"/>
                  </a:cubicBezTo>
                  <a:cubicBezTo>
                    <a:pt x="2514595" y="50165"/>
                    <a:pt x="2513325" y="52070"/>
                    <a:pt x="2512055" y="54610"/>
                  </a:cubicBezTo>
                  <a:cubicBezTo>
                    <a:pt x="2511420" y="57150"/>
                    <a:pt x="2510150" y="59690"/>
                    <a:pt x="2510150" y="62865"/>
                  </a:cubicBezTo>
                  <a:lnTo>
                    <a:pt x="2546345" y="62865"/>
                  </a:lnTo>
                  <a:cubicBezTo>
                    <a:pt x="2546345" y="62865"/>
                    <a:pt x="2545710" y="57785"/>
                    <a:pt x="2545075" y="55245"/>
                  </a:cubicBezTo>
                  <a:cubicBezTo>
                    <a:pt x="2544440" y="52705"/>
                    <a:pt x="2543170" y="50800"/>
                    <a:pt x="2541900" y="48895"/>
                  </a:cubicBezTo>
                  <a:cubicBezTo>
                    <a:pt x="2540630" y="46990"/>
                    <a:pt x="2538725" y="45720"/>
                    <a:pt x="2536185" y="44450"/>
                  </a:cubicBezTo>
                  <a:cubicBezTo>
                    <a:pt x="2533645" y="43180"/>
                    <a:pt x="2531105" y="43180"/>
                    <a:pt x="2527930" y="43180"/>
                  </a:cubicBezTo>
                  <a:close/>
                  <a:moveTo>
                    <a:pt x="2214240" y="43180"/>
                  </a:moveTo>
                  <a:cubicBezTo>
                    <a:pt x="2211700" y="43180"/>
                    <a:pt x="2209160" y="43180"/>
                    <a:pt x="2207255" y="44450"/>
                  </a:cubicBezTo>
                  <a:cubicBezTo>
                    <a:pt x="2205350" y="45085"/>
                    <a:pt x="2203445" y="46355"/>
                    <a:pt x="2202175" y="48260"/>
                  </a:cubicBezTo>
                  <a:cubicBezTo>
                    <a:pt x="2200905" y="50165"/>
                    <a:pt x="2199635" y="52070"/>
                    <a:pt x="2198365" y="54610"/>
                  </a:cubicBezTo>
                  <a:cubicBezTo>
                    <a:pt x="2197730" y="57150"/>
                    <a:pt x="2196460" y="59690"/>
                    <a:pt x="2196460" y="62865"/>
                  </a:cubicBezTo>
                  <a:lnTo>
                    <a:pt x="2232655" y="62865"/>
                  </a:lnTo>
                  <a:cubicBezTo>
                    <a:pt x="2232655" y="62865"/>
                    <a:pt x="2232020" y="57785"/>
                    <a:pt x="2231385" y="55245"/>
                  </a:cubicBezTo>
                  <a:cubicBezTo>
                    <a:pt x="2230750" y="52705"/>
                    <a:pt x="2229480" y="50800"/>
                    <a:pt x="2228210" y="48895"/>
                  </a:cubicBezTo>
                  <a:cubicBezTo>
                    <a:pt x="2226940" y="46990"/>
                    <a:pt x="2225035" y="45720"/>
                    <a:pt x="2222495" y="44450"/>
                  </a:cubicBezTo>
                  <a:cubicBezTo>
                    <a:pt x="2219955" y="43180"/>
                    <a:pt x="2217415" y="43180"/>
                    <a:pt x="2214240" y="43180"/>
                  </a:cubicBezTo>
                  <a:close/>
                  <a:moveTo>
                    <a:pt x="2027551" y="43180"/>
                  </a:moveTo>
                  <a:cubicBezTo>
                    <a:pt x="2025011" y="43180"/>
                    <a:pt x="2022471" y="43180"/>
                    <a:pt x="2020566" y="44450"/>
                  </a:cubicBezTo>
                  <a:cubicBezTo>
                    <a:pt x="2018661" y="45085"/>
                    <a:pt x="2016756" y="46355"/>
                    <a:pt x="2015486" y="48260"/>
                  </a:cubicBezTo>
                  <a:cubicBezTo>
                    <a:pt x="2014216" y="50165"/>
                    <a:pt x="2012946" y="52070"/>
                    <a:pt x="2011676" y="54610"/>
                  </a:cubicBezTo>
                  <a:cubicBezTo>
                    <a:pt x="2011041" y="57150"/>
                    <a:pt x="2010406" y="59690"/>
                    <a:pt x="2009771" y="62865"/>
                  </a:cubicBezTo>
                  <a:lnTo>
                    <a:pt x="2045966" y="62865"/>
                  </a:lnTo>
                  <a:cubicBezTo>
                    <a:pt x="2045966" y="62865"/>
                    <a:pt x="2045331" y="57785"/>
                    <a:pt x="2044696" y="55245"/>
                  </a:cubicBezTo>
                  <a:cubicBezTo>
                    <a:pt x="2044061" y="52705"/>
                    <a:pt x="2042791" y="50800"/>
                    <a:pt x="2041521" y="48895"/>
                  </a:cubicBezTo>
                  <a:cubicBezTo>
                    <a:pt x="2040251" y="46990"/>
                    <a:pt x="2038346" y="45720"/>
                    <a:pt x="2035806" y="44450"/>
                  </a:cubicBezTo>
                  <a:cubicBezTo>
                    <a:pt x="2033266" y="43180"/>
                    <a:pt x="2030726" y="43180"/>
                    <a:pt x="2027551" y="43180"/>
                  </a:cubicBezTo>
                  <a:close/>
                  <a:moveTo>
                    <a:pt x="1949445" y="43180"/>
                  </a:moveTo>
                  <a:cubicBezTo>
                    <a:pt x="1947540" y="43180"/>
                    <a:pt x="1945635" y="43180"/>
                    <a:pt x="1944365" y="43815"/>
                  </a:cubicBezTo>
                  <a:cubicBezTo>
                    <a:pt x="1942460" y="43815"/>
                    <a:pt x="1941190" y="45085"/>
                    <a:pt x="1939285" y="45720"/>
                  </a:cubicBezTo>
                  <a:cubicBezTo>
                    <a:pt x="1938015" y="46355"/>
                    <a:pt x="1936110" y="47625"/>
                    <a:pt x="1934840" y="48895"/>
                  </a:cubicBezTo>
                  <a:cubicBezTo>
                    <a:pt x="1933570" y="50165"/>
                    <a:pt x="1932300" y="51435"/>
                    <a:pt x="1931665" y="52705"/>
                  </a:cubicBezTo>
                  <a:lnTo>
                    <a:pt x="1931665" y="85725"/>
                  </a:lnTo>
                  <a:cubicBezTo>
                    <a:pt x="1931665" y="85725"/>
                    <a:pt x="1933570" y="88265"/>
                    <a:pt x="1934840" y="89535"/>
                  </a:cubicBezTo>
                  <a:cubicBezTo>
                    <a:pt x="1936110" y="90805"/>
                    <a:pt x="1937380" y="92075"/>
                    <a:pt x="1939285" y="92710"/>
                  </a:cubicBezTo>
                  <a:cubicBezTo>
                    <a:pt x="1941190" y="93980"/>
                    <a:pt x="1942460" y="94615"/>
                    <a:pt x="1944365" y="95250"/>
                  </a:cubicBezTo>
                  <a:cubicBezTo>
                    <a:pt x="1946270" y="95250"/>
                    <a:pt x="1948175" y="95885"/>
                    <a:pt x="1950080" y="95885"/>
                  </a:cubicBezTo>
                  <a:cubicBezTo>
                    <a:pt x="1955795" y="95885"/>
                    <a:pt x="1959605" y="93980"/>
                    <a:pt x="1962780" y="89535"/>
                  </a:cubicBezTo>
                  <a:cubicBezTo>
                    <a:pt x="1965955" y="85090"/>
                    <a:pt x="1967225" y="79375"/>
                    <a:pt x="1967225" y="71120"/>
                  </a:cubicBezTo>
                  <a:lnTo>
                    <a:pt x="1966590" y="71755"/>
                  </a:lnTo>
                  <a:cubicBezTo>
                    <a:pt x="1966590" y="62230"/>
                    <a:pt x="1965320" y="54610"/>
                    <a:pt x="1962145" y="50165"/>
                  </a:cubicBezTo>
                  <a:cubicBezTo>
                    <a:pt x="1958970" y="45720"/>
                    <a:pt x="1954525" y="43180"/>
                    <a:pt x="1949445" y="43180"/>
                  </a:cubicBezTo>
                  <a:close/>
                  <a:moveTo>
                    <a:pt x="1829431" y="43180"/>
                  </a:moveTo>
                  <a:cubicBezTo>
                    <a:pt x="1826891" y="43180"/>
                    <a:pt x="1824351" y="43180"/>
                    <a:pt x="1822446" y="44450"/>
                  </a:cubicBezTo>
                  <a:cubicBezTo>
                    <a:pt x="1820541" y="45085"/>
                    <a:pt x="1818636" y="46355"/>
                    <a:pt x="1817366" y="48260"/>
                  </a:cubicBezTo>
                  <a:cubicBezTo>
                    <a:pt x="1816096" y="50165"/>
                    <a:pt x="1814826" y="52070"/>
                    <a:pt x="1813556" y="54610"/>
                  </a:cubicBezTo>
                  <a:cubicBezTo>
                    <a:pt x="1812921" y="57150"/>
                    <a:pt x="1811651" y="59690"/>
                    <a:pt x="1811651" y="62865"/>
                  </a:cubicBezTo>
                  <a:lnTo>
                    <a:pt x="1847846" y="62865"/>
                  </a:lnTo>
                  <a:cubicBezTo>
                    <a:pt x="1847846" y="62865"/>
                    <a:pt x="1847211" y="57785"/>
                    <a:pt x="1846576" y="55245"/>
                  </a:cubicBezTo>
                  <a:cubicBezTo>
                    <a:pt x="1845941" y="52705"/>
                    <a:pt x="1844671" y="50800"/>
                    <a:pt x="1843401" y="48895"/>
                  </a:cubicBezTo>
                  <a:cubicBezTo>
                    <a:pt x="1842131" y="46990"/>
                    <a:pt x="1840226" y="45720"/>
                    <a:pt x="1837686" y="44450"/>
                  </a:cubicBezTo>
                  <a:cubicBezTo>
                    <a:pt x="1835146" y="43180"/>
                    <a:pt x="1832606" y="43180"/>
                    <a:pt x="1829431" y="43180"/>
                  </a:cubicBezTo>
                  <a:close/>
                  <a:moveTo>
                    <a:pt x="1178561" y="43180"/>
                  </a:moveTo>
                  <a:cubicBezTo>
                    <a:pt x="1176021" y="43180"/>
                    <a:pt x="1173481" y="43180"/>
                    <a:pt x="1171576" y="44450"/>
                  </a:cubicBezTo>
                  <a:cubicBezTo>
                    <a:pt x="1169671" y="45085"/>
                    <a:pt x="1167766" y="46355"/>
                    <a:pt x="1166496" y="48260"/>
                  </a:cubicBezTo>
                  <a:cubicBezTo>
                    <a:pt x="1165226" y="50165"/>
                    <a:pt x="1163956" y="52070"/>
                    <a:pt x="1162686" y="54610"/>
                  </a:cubicBezTo>
                  <a:cubicBezTo>
                    <a:pt x="1162051" y="57150"/>
                    <a:pt x="1160781" y="59690"/>
                    <a:pt x="1160781" y="62865"/>
                  </a:cubicBezTo>
                  <a:lnTo>
                    <a:pt x="1196976" y="62865"/>
                  </a:lnTo>
                  <a:cubicBezTo>
                    <a:pt x="1196976" y="62865"/>
                    <a:pt x="1196341" y="57785"/>
                    <a:pt x="1195706" y="55245"/>
                  </a:cubicBezTo>
                  <a:cubicBezTo>
                    <a:pt x="1195071" y="52705"/>
                    <a:pt x="1193801" y="50800"/>
                    <a:pt x="1192531" y="48895"/>
                  </a:cubicBezTo>
                  <a:cubicBezTo>
                    <a:pt x="1191261" y="46990"/>
                    <a:pt x="1189356" y="45720"/>
                    <a:pt x="1186816" y="44450"/>
                  </a:cubicBezTo>
                  <a:cubicBezTo>
                    <a:pt x="1184276" y="43180"/>
                    <a:pt x="1181736" y="43180"/>
                    <a:pt x="1178561" y="43180"/>
                  </a:cubicBezTo>
                  <a:close/>
                  <a:moveTo>
                    <a:pt x="898525" y="43180"/>
                  </a:moveTo>
                  <a:cubicBezTo>
                    <a:pt x="895985" y="43180"/>
                    <a:pt x="893445" y="43180"/>
                    <a:pt x="891540" y="44450"/>
                  </a:cubicBezTo>
                  <a:cubicBezTo>
                    <a:pt x="889635" y="45085"/>
                    <a:pt x="887730" y="46355"/>
                    <a:pt x="886460" y="48260"/>
                  </a:cubicBezTo>
                  <a:cubicBezTo>
                    <a:pt x="885190" y="50165"/>
                    <a:pt x="883920" y="52070"/>
                    <a:pt x="882650" y="54610"/>
                  </a:cubicBezTo>
                  <a:cubicBezTo>
                    <a:pt x="882015" y="57150"/>
                    <a:pt x="881380" y="59690"/>
                    <a:pt x="880745" y="62865"/>
                  </a:cubicBezTo>
                  <a:lnTo>
                    <a:pt x="916940" y="62865"/>
                  </a:lnTo>
                  <a:cubicBezTo>
                    <a:pt x="916940" y="62865"/>
                    <a:pt x="916305" y="57785"/>
                    <a:pt x="915670" y="55245"/>
                  </a:cubicBezTo>
                  <a:cubicBezTo>
                    <a:pt x="915035" y="52705"/>
                    <a:pt x="913765" y="50800"/>
                    <a:pt x="912495" y="48895"/>
                  </a:cubicBezTo>
                  <a:cubicBezTo>
                    <a:pt x="911225" y="46990"/>
                    <a:pt x="909320" y="45720"/>
                    <a:pt x="906780" y="44450"/>
                  </a:cubicBezTo>
                  <a:cubicBezTo>
                    <a:pt x="904240" y="43180"/>
                    <a:pt x="901700" y="43180"/>
                    <a:pt x="898525" y="43180"/>
                  </a:cubicBezTo>
                  <a:close/>
                  <a:moveTo>
                    <a:pt x="584834" y="43180"/>
                  </a:moveTo>
                  <a:cubicBezTo>
                    <a:pt x="582294" y="43180"/>
                    <a:pt x="579754" y="43180"/>
                    <a:pt x="577849" y="44450"/>
                  </a:cubicBezTo>
                  <a:cubicBezTo>
                    <a:pt x="575944" y="45085"/>
                    <a:pt x="574039" y="46355"/>
                    <a:pt x="572769" y="48260"/>
                  </a:cubicBezTo>
                  <a:cubicBezTo>
                    <a:pt x="571499" y="50165"/>
                    <a:pt x="570229" y="52070"/>
                    <a:pt x="568959" y="54610"/>
                  </a:cubicBezTo>
                  <a:cubicBezTo>
                    <a:pt x="568324" y="57150"/>
                    <a:pt x="567689" y="59690"/>
                    <a:pt x="567054" y="62865"/>
                  </a:cubicBezTo>
                  <a:lnTo>
                    <a:pt x="603249" y="62865"/>
                  </a:lnTo>
                  <a:cubicBezTo>
                    <a:pt x="603249" y="62865"/>
                    <a:pt x="602614" y="57785"/>
                    <a:pt x="601979" y="55245"/>
                  </a:cubicBezTo>
                  <a:cubicBezTo>
                    <a:pt x="601344" y="52705"/>
                    <a:pt x="600074" y="50800"/>
                    <a:pt x="598804" y="48895"/>
                  </a:cubicBezTo>
                  <a:cubicBezTo>
                    <a:pt x="597534" y="46990"/>
                    <a:pt x="595629" y="45720"/>
                    <a:pt x="593089" y="44450"/>
                  </a:cubicBezTo>
                  <a:cubicBezTo>
                    <a:pt x="590549" y="43180"/>
                    <a:pt x="588009" y="43180"/>
                    <a:pt x="584834" y="43180"/>
                  </a:cubicBezTo>
                  <a:close/>
                  <a:moveTo>
                    <a:pt x="398145" y="43180"/>
                  </a:moveTo>
                  <a:cubicBezTo>
                    <a:pt x="395605" y="43180"/>
                    <a:pt x="393065" y="43180"/>
                    <a:pt x="391160" y="44450"/>
                  </a:cubicBezTo>
                  <a:cubicBezTo>
                    <a:pt x="389255" y="45085"/>
                    <a:pt x="387350" y="46355"/>
                    <a:pt x="386080" y="48260"/>
                  </a:cubicBezTo>
                  <a:cubicBezTo>
                    <a:pt x="384810" y="50165"/>
                    <a:pt x="383540" y="52070"/>
                    <a:pt x="382270" y="54610"/>
                  </a:cubicBezTo>
                  <a:cubicBezTo>
                    <a:pt x="381635" y="57150"/>
                    <a:pt x="380365" y="59690"/>
                    <a:pt x="380365" y="62865"/>
                  </a:cubicBezTo>
                  <a:lnTo>
                    <a:pt x="416560" y="62865"/>
                  </a:lnTo>
                  <a:cubicBezTo>
                    <a:pt x="416560" y="62865"/>
                    <a:pt x="415925" y="57785"/>
                    <a:pt x="415290" y="55245"/>
                  </a:cubicBezTo>
                  <a:cubicBezTo>
                    <a:pt x="414655" y="52705"/>
                    <a:pt x="413385" y="50800"/>
                    <a:pt x="412115" y="48895"/>
                  </a:cubicBezTo>
                  <a:cubicBezTo>
                    <a:pt x="410845" y="46990"/>
                    <a:pt x="408940" y="45720"/>
                    <a:pt x="406400" y="44450"/>
                  </a:cubicBezTo>
                  <a:cubicBezTo>
                    <a:pt x="403860" y="43180"/>
                    <a:pt x="401320" y="43180"/>
                    <a:pt x="398145" y="43180"/>
                  </a:cubicBezTo>
                  <a:close/>
                  <a:moveTo>
                    <a:pt x="320039" y="43180"/>
                  </a:moveTo>
                  <a:cubicBezTo>
                    <a:pt x="318134" y="43180"/>
                    <a:pt x="316229" y="43180"/>
                    <a:pt x="314959" y="43815"/>
                  </a:cubicBezTo>
                  <a:cubicBezTo>
                    <a:pt x="313054" y="43815"/>
                    <a:pt x="311784" y="45085"/>
                    <a:pt x="309879" y="45720"/>
                  </a:cubicBezTo>
                  <a:cubicBezTo>
                    <a:pt x="308609" y="46355"/>
                    <a:pt x="306704" y="47625"/>
                    <a:pt x="305434" y="48895"/>
                  </a:cubicBezTo>
                  <a:cubicBezTo>
                    <a:pt x="304164" y="50165"/>
                    <a:pt x="302894" y="51435"/>
                    <a:pt x="302259" y="52705"/>
                  </a:cubicBezTo>
                  <a:lnTo>
                    <a:pt x="302259" y="85725"/>
                  </a:lnTo>
                  <a:cubicBezTo>
                    <a:pt x="302259" y="85725"/>
                    <a:pt x="304164" y="88265"/>
                    <a:pt x="305434" y="89535"/>
                  </a:cubicBezTo>
                  <a:cubicBezTo>
                    <a:pt x="306704" y="90805"/>
                    <a:pt x="307974" y="92075"/>
                    <a:pt x="309879" y="92710"/>
                  </a:cubicBezTo>
                  <a:cubicBezTo>
                    <a:pt x="311784" y="93980"/>
                    <a:pt x="313054" y="94615"/>
                    <a:pt x="314959" y="95250"/>
                  </a:cubicBezTo>
                  <a:cubicBezTo>
                    <a:pt x="316864" y="95250"/>
                    <a:pt x="318769" y="95885"/>
                    <a:pt x="320674" y="95885"/>
                  </a:cubicBezTo>
                  <a:cubicBezTo>
                    <a:pt x="326389" y="95885"/>
                    <a:pt x="330199" y="93980"/>
                    <a:pt x="333374" y="89535"/>
                  </a:cubicBezTo>
                  <a:cubicBezTo>
                    <a:pt x="336549" y="85090"/>
                    <a:pt x="337819" y="79375"/>
                    <a:pt x="337819" y="71120"/>
                  </a:cubicBezTo>
                  <a:lnTo>
                    <a:pt x="337184" y="71755"/>
                  </a:lnTo>
                  <a:cubicBezTo>
                    <a:pt x="337184" y="62230"/>
                    <a:pt x="335914" y="54610"/>
                    <a:pt x="332739" y="50165"/>
                  </a:cubicBezTo>
                  <a:cubicBezTo>
                    <a:pt x="329564" y="45720"/>
                    <a:pt x="325119" y="43180"/>
                    <a:pt x="320039" y="43180"/>
                  </a:cubicBezTo>
                  <a:close/>
                  <a:moveTo>
                    <a:pt x="200025" y="43180"/>
                  </a:moveTo>
                  <a:cubicBezTo>
                    <a:pt x="197485" y="43180"/>
                    <a:pt x="194945" y="43180"/>
                    <a:pt x="193040" y="44450"/>
                  </a:cubicBezTo>
                  <a:cubicBezTo>
                    <a:pt x="191135" y="45085"/>
                    <a:pt x="189230" y="46355"/>
                    <a:pt x="187960" y="48260"/>
                  </a:cubicBezTo>
                  <a:cubicBezTo>
                    <a:pt x="186690" y="50165"/>
                    <a:pt x="185420" y="52070"/>
                    <a:pt x="184150" y="54610"/>
                  </a:cubicBezTo>
                  <a:cubicBezTo>
                    <a:pt x="183515" y="57150"/>
                    <a:pt x="182880" y="59690"/>
                    <a:pt x="182245" y="62865"/>
                  </a:cubicBezTo>
                  <a:lnTo>
                    <a:pt x="218440" y="62865"/>
                  </a:lnTo>
                  <a:cubicBezTo>
                    <a:pt x="218440" y="62865"/>
                    <a:pt x="217805" y="57785"/>
                    <a:pt x="217170" y="55245"/>
                  </a:cubicBezTo>
                  <a:cubicBezTo>
                    <a:pt x="216535" y="52705"/>
                    <a:pt x="215265" y="50800"/>
                    <a:pt x="213995" y="48895"/>
                  </a:cubicBezTo>
                  <a:cubicBezTo>
                    <a:pt x="212725" y="46990"/>
                    <a:pt x="210820" y="45720"/>
                    <a:pt x="208280" y="44450"/>
                  </a:cubicBezTo>
                  <a:cubicBezTo>
                    <a:pt x="205740" y="43180"/>
                    <a:pt x="203200" y="43180"/>
                    <a:pt x="200025" y="43180"/>
                  </a:cubicBezTo>
                  <a:close/>
                  <a:moveTo>
                    <a:pt x="4439281" y="43179"/>
                  </a:moveTo>
                  <a:cubicBezTo>
                    <a:pt x="4433566" y="43179"/>
                    <a:pt x="4429756" y="45084"/>
                    <a:pt x="4426581" y="49529"/>
                  </a:cubicBezTo>
                  <a:cubicBezTo>
                    <a:pt x="4423406" y="53974"/>
                    <a:pt x="4422136" y="59689"/>
                    <a:pt x="4422136" y="67944"/>
                  </a:cubicBezTo>
                  <a:cubicBezTo>
                    <a:pt x="4422136" y="73024"/>
                    <a:pt x="4422136" y="76834"/>
                    <a:pt x="4423406" y="80644"/>
                  </a:cubicBezTo>
                  <a:cubicBezTo>
                    <a:pt x="4424041" y="84454"/>
                    <a:pt x="4425311" y="86994"/>
                    <a:pt x="4426581" y="89534"/>
                  </a:cubicBezTo>
                  <a:cubicBezTo>
                    <a:pt x="4427851" y="92074"/>
                    <a:pt x="4429756" y="93344"/>
                    <a:pt x="4432296" y="94614"/>
                  </a:cubicBezTo>
                  <a:cubicBezTo>
                    <a:pt x="4434201" y="95884"/>
                    <a:pt x="4436741" y="96519"/>
                    <a:pt x="4439916" y="96519"/>
                  </a:cubicBezTo>
                  <a:cubicBezTo>
                    <a:pt x="4441821" y="96519"/>
                    <a:pt x="4443726" y="96519"/>
                    <a:pt x="4444996" y="95884"/>
                  </a:cubicBezTo>
                  <a:cubicBezTo>
                    <a:pt x="4446901" y="95884"/>
                    <a:pt x="4448171" y="94614"/>
                    <a:pt x="4450076" y="93344"/>
                  </a:cubicBezTo>
                  <a:cubicBezTo>
                    <a:pt x="4451346" y="92709"/>
                    <a:pt x="4453251" y="91439"/>
                    <a:pt x="4454521" y="90169"/>
                  </a:cubicBezTo>
                  <a:cubicBezTo>
                    <a:pt x="4455791" y="88899"/>
                    <a:pt x="4457061" y="87629"/>
                    <a:pt x="4457696" y="86359"/>
                  </a:cubicBezTo>
                  <a:lnTo>
                    <a:pt x="4457696" y="53339"/>
                  </a:lnTo>
                  <a:cubicBezTo>
                    <a:pt x="4457696" y="53339"/>
                    <a:pt x="4455791" y="50799"/>
                    <a:pt x="4454521" y="49529"/>
                  </a:cubicBezTo>
                  <a:cubicBezTo>
                    <a:pt x="4453251" y="48259"/>
                    <a:pt x="4451981" y="46989"/>
                    <a:pt x="4450076" y="46354"/>
                  </a:cubicBezTo>
                  <a:cubicBezTo>
                    <a:pt x="4448806" y="45084"/>
                    <a:pt x="4446901" y="44449"/>
                    <a:pt x="4444996" y="43814"/>
                  </a:cubicBezTo>
                  <a:cubicBezTo>
                    <a:pt x="4443091" y="43814"/>
                    <a:pt x="4441186" y="43179"/>
                    <a:pt x="4439281" y="43179"/>
                  </a:cubicBezTo>
                  <a:close/>
                  <a:moveTo>
                    <a:pt x="1014731" y="43179"/>
                  </a:moveTo>
                  <a:cubicBezTo>
                    <a:pt x="1009016" y="43179"/>
                    <a:pt x="1005206" y="45084"/>
                    <a:pt x="1002032" y="49529"/>
                  </a:cubicBezTo>
                  <a:cubicBezTo>
                    <a:pt x="998856" y="53974"/>
                    <a:pt x="997587" y="59689"/>
                    <a:pt x="997587" y="67944"/>
                  </a:cubicBezTo>
                  <a:cubicBezTo>
                    <a:pt x="997587" y="77469"/>
                    <a:pt x="998856" y="84454"/>
                    <a:pt x="1002032" y="88899"/>
                  </a:cubicBezTo>
                  <a:cubicBezTo>
                    <a:pt x="1005206" y="93979"/>
                    <a:pt x="1009016" y="95884"/>
                    <a:pt x="1015367" y="95884"/>
                  </a:cubicBezTo>
                  <a:cubicBezTo>
                    <a:pt x="1018541" y="95884"/>
                    <a:pt x="1022352" y="95249"/>
                    <a:pt x="1024891" y="93344"/>
                  </a:cubicBezTo>
                  <a:cubicBezTo>
                    <a:pt x="1028067" y="91439"/>
                    <a:pt x="1030607" y="88899"/>
                    <a:pt x="1033147" y="86359"/>
                  </a:cubicBezTo>
                  <a:lnTo>
                    <a:pt x="1033147" y="53339"/>
                  </a:lnTo>
                  <a:cubicBezTo>
                    <a:pt x="1033147" y="53339"/>
                    <a:pt x="1031242" y="50799"/>
                    <a:pt x="1029971" y="49529"/>
                  </a:cubicBezTo>
                  <a:cubicBezTo>
                    <a:pt x="1028702" y="48259"/>
                    <a:pt x="1027431" y="46989"/>
                    <a:pt x="1025526" y="46354"/>
                  </a:cubicBezTo>
                  <a:cubicBezTo>
                    <a:pt x="1023621" y="45084"/>
                    <a:pt x="1022352" y="44449"/>
                    <a:pt x="1020446" y="43814"/>
                  </a:cubicBezTo>
                  <a:cubicBezTo>
                    <a:pt x="1018541" y="43179"/>
                    <a:pt x="1016636" y="43179"/>
                    <a:pt x="1014731" y="43179"/>
                  </a:cubicBezTo>
                  <a:close/>
                  <a:moveTo>
                    <a:pt x="4524370" y="31114"/>
                  </a:moveTo>
                  <a:lnTo>
                    <a:pt x="4538975" y="31114"/>
                  </a:lnTo>
                  <a:lnTo>
                    <a:pt x="4552310" y="84454"/>
                  </a:lnTo>
                  <a:lnTo>
                    <a:pt x="4566915" y="31114"/>
                  </a:lnTo>
                  <a:lnTo>
                    <a:pt x="4579615" y="31114"/>
                  </a:lnTo>
                  <a:lnTo>
                    <a:pt x="4594220" y="84454"/>
                  </a:lnTo>
                  <a:lnTo>
                    <a:pt x="4606920" y="31114"/>
                  </a:lnTo>
                  <a:lnTo>
                    <a:pt x="4622160" y="31114"/>
                  </a:lnTo>
                  <a:lnTo>
                    <a:pt x="4600570" y="108584"/>
                  </a:lnTo>
                  <a:lnTo>
                    <a:pt x="4587235" y="108584"/>
                  </a:lnTo>
                  <a:lnTo>
                    <a:pt x="4572630" y="54609"/>
                  </a:lnTo>
                  <a:lnTo>
                    <a:pt x="4558660" y="108584"/>
                  </a:lnTo>
                  <a:lnTo>
                    <a:pt x="4545325" y="108584"/>
                  </a:lnTo>
                  <a:close/>
                  <a:moveTo>
                    <a:pt x="4123686" y="31114"/>
                  </a:moveTo>
                  <a:lnTo>
                    <a:pt x="4138926" y="31114"/>
                  </a:lnTo>
                  <a:lnTo>
                    <a:pt x="4152261" y="84454"/>
                  </a:lnTo>
                  <a:lnTo>
                    <a:pt x="4166866" y="31114"/>
                  </a:lnTo>
                  <a:lnTo>
                    <a:pt x="4178931" y="31114"/>
                  </a:lnTo>
                  <a:lnTo>
                    <a:pt x="4193536" y="84454"/>
                  </a:lnTo>
                  <a:lnTo>
                    <a:pt x="4206871" y="31114"/>
                  </a:lnTo>
                  <a:lnTo>
                    <a:pt x="4222111" y="31114"/>
                  </a:lnTo>
                  <a:lnTo>
                    <a:pt x="4200521" y="108584"/>
                  </a:lnTo>
                  <a:lnTo>
                    <a:pt x="4187186" y="108584"/>
                  </a:lnTo>
                  <a:lnTo>
                    <a:pt x="4172581" y="54609"/>
                  </a:lnTo>
                  <a:lnTo>
                    <a:pt x="4157976" y="108584"/>
                  </a:lnTo>
                  <a:lnTo>
                    <a:pt x="4145276" y="108584"/>
                  </a:lnTo>
                  <a:close/>
                  <a:moveTo>
                    <a:pt x="2837811" y="31114"/>
                  </a:moveTo>
                  <a:lnTo>
                    <a:pt x="2852416" y="31114"/>
                  </a:lnTo>
                  <a:lnTo>
                    <a:pt x="2865751" y="84454"/>
                  </a:lnTo>
                  <a:lnTo>
                    <a:pt x="2880356" y="31114"/>
                  </a:lnTo>
                  <a:lnTo>
                    <a:pt x="2893056" y="31114"/>
                  </a:lnTo>
                  <a:lnTo>
                    <a:pt x="2907661" y="84454"/>
                  </a:lnTo>
                  <a:lnTo>
                    <a:pt x="2920361" y="31114"/>
                  </a:lnTo>
                  <a:lnTo>
                    <a:pt x="2935601" y="31114"/>
                  </a:lnTo>
                  <a:lnTo>
                    <a:pt x="2914011" y="108584"/>
                  </a:lnTo>
                  <a:lnTo>
                    <a:pt x="2900676" y="108584"/>
                  </a:lnTo>
                  <a:lnTo>
                    <a:pt x="2886706" y="54609"/>
                  </a:lnTo>
                  <a:lnTo>
                    <a:pt x="2872101" y="108584"/>
                  </a:lnTo>
                  <a:lnTo>
                    <a:pt x="2858766" y="108584"/>
                  </a:lnTo>
                  <a:close/>
                  <a:moveTo>
                    <a:pt x="1354455" y="31114"/>
                  </a:moveTo>
                  <a:lnTo>
                    <a:pt x="1369695" y="31114"/>
                  </a:lnTo>
                  <a:lnTo>
                    <a:pt x="1369695" y="109219"/>
                  </a:lnTo>
                  <a:lnTo>
                    <a:pt x="1354455" y="109219"/>
                  </a:lnTo>
                  <a:close/>
                  <a:moveTo>
                    <a:pt x="2646040" y="29844"/>
                  </a:moveTo>
                  <a:cubicBezTo>
                    <a:pt x="2650485" y="29844"/>
                    <a:pt x="2654295" y="29844"/>
                    <a:pt x="2658105" y="31749"/>
                  </a:cubicBezTo>
                  <a:cubicBezTo>
                    <a:pt x="2661915" y="33019"/>
                    <a:pt x="2665090" y="34289"/>
                    <a:pt x="2667630" y="36829"/>
                  </a:cubicBezTo>
                  <a:cubicBezTo>
                    <a:pt x="2670170" y="38734"/>
                    <a:pt x="2672075" y="41909"/>
                    <a:pt x="2673345" y="45084"/>
                  </a:cubicBezTo>
                  <a:cubicBezTo>
                    <a:pt x="2674615" y="48259"/>
                    <a:pt x="2675250" y="52069"/>
                    <a:pt x="2675250" y="56514"/>
                  </a:cubicBezTo>
                  <a:lnTo>
                    <a:pt x="2675250" y="109854"/>
                  </a:lnTo>
                  <a:lnTo>
                    <a:pt x="2660010" y="109854"/>
                  </a:lnTo>
                  <a:lnTo>
                    <a:pt x="2660010" y="108584"/>
                  </a:lnTo>
                  <a:lnTo>
                    <a:pt x="2660010" y="100964"/>
                  </a:lnTo>
                  <a:cubicBezTo>
                    <a:pt x="2660010" y="100964"/>
                    <a:pt x="2656200" y="104139"/>
                    <a:pt x="2654930" y="104774"/>
                  </a:cubicBezTo>
                  <a:cubicBezTo>
                    <a:pt x="2653660" y="105409"/>
                    <a:pt x="2652390" y="106679"/>
                    <a:pt x="2651120" y="107314"/>
                  </a:cubicBezTo>
                  <a:cubicBezTo>
                    <a:pt x="2649850" y="107949"/>
                    <a:pt x="2647945" y="108584"/>
                    <a:pt x="2646040" y="109219"/>
                  </a:cubicBezTo>
                  <a:cubicBezTo>
                    <a:pt x="2644135" y="109219"/>
                    <a:pt x="2641595" y="109854"/>
                    <a:pt x="2639055" y="109854"/>
                  </a:cubicBezTo>
                  <a:cubicBezTo>
                    <a:pt x="2635880" y="109854"/>
                    <a:pt x="2632705" y="109854"/>
                    <a:pt x="2629530" y="108584"/>
                  </a:cubicBezTo>
                  <a:cubicBezTo>
                    <a:pt x="2626355" y="107949"/>
                    <a:pt x="2623180" y="106044"/>
                    <a:pt x="2620640" y="104139"/>
                  </a:cubicBezTo>
                  <a:cubicBezTo>
                    <a:pt x="2618100" y="102234"/>
                    <a:pt x="2616195" y="99059"/>
                    <a:pt x="2614290" y="95884"/>
                  </a:cubicBezTo>
                  <a:cubicBezTo>
                    <a:pt x="2612385" y="92709"/>
                    <a:pt x="2611750" y="88264"/>
                    <a:pt x="2611750" y="83819"/>
                  </a:cubicBezTo>
                  <a:cubicBezTo>
                    <a:pt x="2611750" y="79374"/>
                    <a:pt x="2612385" y="75564"/>
                    <a:pt x="2614290" y="72389"/>
                  </a:cubicBezTo>
                  <a:cubicBezTo>
                    <a:pt x="2615560" y="69214"/>
                    <a:pt x="2618100" y="66674"/>
                    <a:pt x="2620640" y="64769"/>
                  </a:cubicBezTo>
                  <a:cubicBezTo>
                    <a:pt x="2623180" y="62864"/>
                    <a:pt x="2626990" y="60959"/>
                    <a:pt x="2630800" y="60324"/>
                  </a:cubicBezTo>
                  <a:cubicBezTo>
                    <a:pt x="2634610" y="59054"/>
                    <a:pt x="2638420" y="59054"/>
                    <a:pt x="2642865" y="59054"/>
                  </a:cubicBezTo>
                  <a:cubicBezTo>
                    <a:pt x="2646675" y="59054"/>
                    <a:pt x="2650485" y="59054"/>
                    <a:pt x="2653025" y="59689"/>
                  </a:cubicBezTo>
                  <a:cubicBezTo>
                    <a:pt x="2655565" y="59689"/>
                    <a:pt x="2658105" y="60959"/>
                    <a:pt x="2660010" y="61594"/>
                  </a:cubicBezTo>
                  <a:lnTo>
                    <a:pt x="2660010" y="55879"/>
                  </a:lnTo>
                  <a:cubicBezTo>
                    <a:pt x="2660010" y="51434"/>
                    <a:pt x="2658740" y="48259"/>
                    <a:pt x="2656200" y="46354"/>
                  </a:cubicBezTo>
                  <a:cubicBezTo>
                    <a:pt x="2653660" y="43814"/>
                    <a:pt x="2649850" y="43179"/>
                    <a:pt x="2645405" y="43179"/>
                  </a:cubicBezTo>
                  <a:cubicBezTo>
                    <a:pt x="2641595" y="43179"/>
                    <a:pt x="2637785" y="43179"/>
                    <a:pt x="2634610" y="44449"/>
                  </a:cubicBezTo>
                  <a:cubicBezTo>
                    <a:pt x="2631435" y="45084"/>
                    <a:pt x="2628260" y="46354"/>
                    <a:pt x="2625085" y="48259"/>
                  </a:cubicBezTo>
                  <a:lnTo>
                    <a:pt x="2619370" y="36829"/>
                  </a:lnTo>
                  <a:cubicBezTo>
                    <a:pt x="2623180" y="34289"/>
                    <a:pt x="2626990" y="33019"/>
                    <a:pt x="2631435" y="31749"/>
                  </a:cubicBezTo>
                  <a:cubicBezTo>
                    <a:pt x="2635880" y="30479"/>
                    <a:pt x="2640325" y="29844"/>
                    <a:pt x="2646040" y="29844"/>
                  </a:cubicBezTo>
                  <a:close/>
                  <a:moveTo>
                    <a:pt x="1114426" y="29844"/>
                  </a:moveTo>
                  <a:lnTo>
                    <a:pt x="1129666" y="29844"/>
                  </a:lnTo>
                  <a:lnTo>
                    <a:pt x="1129666" y="107949"/>
                  </a:lnTo>
                  <a:lnTo>
                    <a:pt x="1114426" y="107949"/>
                  </a:lnTo>
                  <a:lnTo>
                    <a:pt x="1114426" y="100964"/>
                  </a:lnTo>
                  <a:cubicBezTo>
                    <a:pt x="1114426" y="100964"/>
                    <a:pt x="1109981" y="106044"/>
                    <a:pt x="1106171" y="107314"/>
                  </a:cubicBezTo>
                  <a:cubicBezTo>
                    <a:pt x="1102996" y="109219"/>
                    <a:pt x="1098551" y="109854"/>
                    <a:pt x="1094741" y="109854"/>
                  </a:cubicBezTo>
                  <a:cubicBezTo>
                    <a:pt x="1085851" y="109854"/>
                    <a:pt x="1078866" y="106679"/>
                    <a:pt x="1073786" y="100964"/>
                  </a:cubicBezTo>
                  <a:cubicBezTo>
                    <a:pt x="1069341" y="95249"/>
                    <a:pt x="1066800" y="86359"/>
                    <a:pt x="1066800" y="74929"/>
                  </a:cubicBezTo>
                  <a:lnTo>
                    <a:pt x="1066800" y="30479"/>
                  </a:lnTo>
                  <a:lnTo>
                    <a:pt x="1082040" y="30479"/>
                  </a:lnTo>
                  <a:lnTo>
                    <a:pt x="1082040" y="74294"/>
                  </a:lnTo>
                  <a:cubicBezTo>
                    <a:pt x="1082040" y="81279"/>
                    <a:pt x="1083311" y="86994"/>
                    <a:pt x="1085851" y="90169"/>
                  </a:cubicBezTo>
                  <a:cubicBezTo>
                    <a:pt x="1088390" y="93979"/>
                    <a:pt x="1092201" y="95249"/>
                    <a:pt x="1097916" y="95249"/>
                  </a:cubicBezTo>
                  <a:cubicBezTo>
                    <a:pt x="1102996" y="95249"/>
                    <a:pt x="1106806" y="93344"/>
                    <a:pt x="1109981" y="90169"/>
                  </a:cubicBezTo>
                  <a:cubicBezTo>
                    <a:pt x="1112521" y="86994"/>
                    <a:pt x="1114426" y="81914"/>
                    <a:pt x="1114426" y="75564"/>
                  </a:cubicBezTo>
                  <a:close/>
                  <a:moveTo>
                    <a:pt x="1011556" y="29844"/>
                  </a:moveTo>
                  <a:cubicBezTo>
                    <a:pt x="1013461" y="29844"/>
                    <a:pt x="1015367" y="29844"/>
                    <a:pt x="1017272" y="30479"/>
                  </a:cubicBezTo>
                  <a:cubicBezTo>
                    <a:pt x="1019176" y="30479"/>
                    <a:pt x="1021081" y="31749"/>
                    <a:pt x="1022352" y="32384"/>
                  </a:cubicBezTo>
                  <a:cubicBezTo>
                    <a:pt x="1024257" y="33019"/>
                    <a:pt x="1025526" y="34289"/>
                    <a:pt x="1026797" y="35559"/>
                  </a:cubicBezTo>
                  <a:cubicBezTo>
                    <a:pt x="1028067" y="36829"/>
                    <a:pt x="1029336" y="37464"/>
                    <a:pt x="1030607" y="38734"/>
                  </a:cubicBezTo>
                  <a:lnTo>
                    <a:pt x="1030607" y="31749"/>
                  </a:lnTo>
                  <a:lnTo>
                    <a:pt x="1045847" y="31749"/>
                  </a:lnTo>
                  <a:lnTo>
                    <a:pt x="1045847" y="130809"/>
                  </a:lnTo>
                  <a:lnTo>
                    <a:pt x="1032512" y="137477"/>
                  </a:lnTo>
                  <a:lnTo>
                    <a:pt x="1032512" y="101599"/>
                  </a:lnTo>
                  <a:cubicBezTo>
                    <a:pt x="1032512" y="101599"/>
                    <a:pt x="1026797" y="106679"/>
                    <a:pt x="1022986" y="107949"/>
                  </a:cubicBezTo>
                  <a:cubicBezTo>
                    <a:pt x="1019812" y="109854"/>
                    <a:pt x="1016001" y="110489"/>
                    <a:pt x="1011556" y="110489"/>
                  </a:cubicBezTo>
                  <a:cubicBezTo>
                    <a:pt x="1007111" y="110489"/>
                    <a:pt x="1003301" y="109854"/>
                    <a:pt x="999491" y="107949"/>
                  </a:cubicBezTo>
                  <a:cubicBezTo>
                    <a:pt x="995681" y="106679"/>
                    <a:pt x="992506" y="104139"/>
                    <a:pt x="989966" y="100329"/>
                  </a:cubicBezTo>
                  <a:cubicBezTo>
                    <a:pt x="987426" y="97154"/>
                    <a:pt x="984886" y="92709"/>
                    <a:pt x="983616" y="87629"/>
                  </a:cubicBezTo>
                  <a:cubicBezTo>
                    <a:pt x="982346" y="82549"/>
                    <a:pt x="981076" y="76199"/>
                    <a:pt x="981076" y="68579"/>
                  </a:cubicBezTo>
                  <a:cubicBezTo>
                    <a:pt x="981076" y="61594"/>
                    <a:pt x="981711" y="55879"/>
                    <a:pt x="983616" y="51434"/>
                  </a:cubicBezTo>
                  <a:cubicBezTo>
                    <a:pt x="985521" y="46354"/>
                    <a:pt x="987426" y="42544"/>
                    <a:pt x="990601" y="39369"/>
                  </a:cubicBezTo>
                  <a:cubicBezTo>
                    <a:pt x="993142" y="36194"/>
                    <a:pt x="996951" y="33654"/>
                    <a:pt x="1000126" y="32384"/>
                  </a:cubicBezTo>
                  <a:cubicBezTo>
                    <a:pt x="1003937" y="31114"/>
                    <a:pt x="1007746" y="29844"/>
                    <a:pt x="1011556" y="29844"/>
                  </a:cubicBezTo>
                  <a:close/>
                  <a:moveTo>
                    <a:pt x="4871716" y="29210"/>
                  </a:moveTo>
                  <a:cubicBezTo>
                    <a:pt x="4876796" y="29210"/>
                    <a:pt x="4881241" y="29845"/>
                    <a:pt x="4885686" y="31750"/>
                  </a:cubicBezTo>
                  <a:cubicBezTo>
                    <a:pt x="4890131" y="33655"/>
                    <a:pt x="4894576" y="35560"/>
                    <a:pt x="4897751" y="38100"/>
                  </a:cubicBezTo>
                  <a:lnTo>
                    <a:pt x="4899021" y="38100"/>
                  </a:lnTo>
                  <a:lnTo>
                    <a:pt x="4892036" y="50165"/>
                  </a:lnTo>
                  <a:cubicBezTo>
                    <a:pt x="4888861" y="47625"/>
                    <a:pt x="4885686" y="46355"/>
                    <a:pt x="4882511" y="45085"/>
                  </a:cubicBezTo>
                  <a:cubicBezTo>
                    <a:pt x="4879336" y="43815"/>
                    <a:pt x="4875526" y="43180"/>
                    <a:pt x="4872351" y="43180"/>
                  </a:cubicBezTo>
                  <a:cubicBezTo>
                    <a:pt x="4869176" y="43180"/>
                    <a:pt x="4866001" y="43815"/>
                    <a:pt x="4864096" y="45085"/>
                  </a:cubicBezTo>
                  <a:cubicBezTo>
                    <a:pt x="4862191" y="46355"/>
                    <a:pt x="4861556" y="48260"/>
                    <a:pt x="4861556" y="50165"/>
                  </a:cubicBezTo>
                  <a:cubicBezTo>
                    <a:pt x="4861556" y="51435"/>
                    <a:pt x="4861556" y="52070"/>
                    <a:pt x="4861556" y="52705"/>
                  </a:cubicBezTo>
                  <a:cubicBezTo>
                    <a:pt x="4861556" y="53340"/>
                    <a:pt x="4862826" y="54610"/>
                    <a:pt x="4863461" y="55245"/>
                  </a:cubicBezTo>
                  <a:cubicBezTo>
                    <a:pt x="4864731" y="55880"/>
                    <a:pt x="4866001" y="57150"/>
                    <a:pt x="4867906" y="57785"/>
                  </a:cubicBezTo>
                  <a:cubicBezTo>
                    <a:pt x="4869811" y="59055"/>
                    <a:pt x="4872351" y="59690"/>
                    <a:pt x="4874891" y="60960"/>
                  </a:cubicBezTo>
                  <a:cubicBezTo>
                    <a:pt x="4879336" y="62865"/>
                    <a:pt x="4883146" y="64135"/>
                    <a:pt x="4886321" y="66040"/>
                  </a:cubicBezTo>
                  <a:cubicBezTo>
                    <a:pt x="4889496" y="67310"/>
                    <a:pt x="4892036" y="69215"/>
                    <a:pt x="4894576" y="71120"/>
                  </a:cubicBezTo>
                  <a:cubicBezTo>
                    <a:pt x="4896481" y="73025"/>
                    <a:pt x="4898386" y="75565"/>
                    <a:pt x="4899656" y="78105"/>
                  </a:cubicBezTo>
                  <a:cubicBezTo>
                    <a:pt x="4900926" y="80645"/>
                    <a:pt x="4901561" y="83820"/>
                    <a:pt x="4901561" y="87630"/>
                  </a:cubicBezTo>
                  <a:cubicBezTo>
                    <a:pt x="4901561" y="92075"/>
                    <a:pt x="4900926" y="95250"/>
                    <a:pt x="4899021" y="98425"/>
                  </a:cubicBezTo>
                  <a:cubicBezTo>
                    <a:pt x="4897116" y="101600"/>
                    <a:pt x="4895211" y="103505"/>
                    <a:pt x="4892671" y="105410"/>
                  </a:cubicBezTo>
                  <a:cubicBezTo>
                    <a:pt x="4890131" y="107315"/>
                    <a:pt x="4886956" y="108585"/>
                    <a:pt x="4883146" y="109220"/>
                  </a:cubicBezTo>
                  <a:cubicBezTo>
                    <a:pt x="4879336" y="109855"/>
                    <a:pt x="4876161" y="110490"/>
                    <a:pt x="4872351" y="110490"/>
                  </a:cubicBezTo>
                  <a:cubicBezTo>
                    <a:pt x="4867271" y="110490"/>
                    <a:pt x="4862191" y="109855"/>
                    <a:pt x="4857111" y="107950"/>
                  </a:cubicBezTo>
                  <a:cubicBezTo>
                    <a:pt x="4851396" y="106045"/>
                    <a:pt x="4846951" y="103505"/>
                    <a:pt x="4842506" y="100965"/>
                  </a:cubicBezTo>
                  <a:lnTo>
                    <a:pt x="4849491" y="89535"/>
                  </a:lnTo>
                  <a:cubicBezTo>
                    <a:pt x="4853301" y="92075"/>
                    <a:pt x="4857111" y="93980"/>
                    <a:pt x="4860921" y="95250"/>
                  </a:cubicBezTo>
                  <a:cubicBezTo>
                    <a:pt x="4864731" y="96520"/>
                    <a:pt x="4868541" y="97155"/>
                    <a:pt x="4872351" y="97155"/>
                  </a:cubicBezTo>
                  <a:cubicBezTo>
                    <a:pt x="4877431" y="97155"/>
                    <a:pt x="4880606" y="96520"/>
                    <a:pt x="4883146" y="94615"/>
                  </a:cubicBezTo>
                  <a:cubicBezTo>
                    <a:pt x="4885686" y="93345"/>
                    <a:pt x="4886321" y="90805"/>
                    <a:pt x="4886321" y="88265"/>
                  </a:cubicBezTo>
                  <a:cubicBezTo>
                    <a:pt x="4886321" y="86995"/>
                    <a:pt x="4886321" y="85725"/>
                    <a:pt x="4885051" y="84455"/>
                  </a:cubicBezTo>
                  <a:cubicBezTo>
                    <a:pt x="4884416" y="83185"/>
                    <a:pt x="4883146" y="82550"/>
                    <a:pt x="4881241" y="81280"/>
                  </a:cubicBezTo>
                  <a:cubicBezTo>
                    <a:pt x="4879971" y="80010"/>
                    <a:pt x="4878066" y="79375"/>
                    <a:pt x="4875526" y="78105"/>
                  </a:cubicBezTo>
                  <a:cubicBezTo>
                    <a:pt x="4872986" y="77470"/>
                    <a:pt x="4871081" y="76200"/>
                    <a:pt x="4867906" y="74930"/>
                  </a:cubicBezTo>
                  <a:cubicBezTo>
                    <a:pt x="4863461" y="73025"/>
                    <a:pt x="4860286" y="71755"/>
                    <a:pt x="4857111" y="69850"/>
                  </a:cubicBezTo>
                  <a:cubicBezTo>
                    <a:pt x="4853936" y="67945"/>
                    <a:pt x="4852031" y="66675"/>
                    <a:pt x="4850126" y="64770"/>
                  </a:cubicBezTo>
                  <a:cubicBezTo>
                    <a:pt x="4848221" y="62865"/>
                    <a:pt x="4846951" y="60960"/>
                    <a:pt x="4846316" y="58420"/>
                  </a:cubicBezTo>
                  <a:cubicBezTo>
                    <a:pt x="4845681" y="55880"/>
                    <a:pt x="4845046" y="53340"/>
                    <a:pt x="4845046" y="50165"/>
                  </a:cubicBezTo>
                  <a:cubicBezTo>
                    <a:pt x="4845046" y="46990"/>
                    <a:pt x="4845681" y="43815"/>
                    <a:pt x="4846951" y="40640"/>
                  </a:cubicBezTo>
                  <a:cubicBezTo>
                    <a:pt x="4848221" y="38100"/>
                    <a:pt x="4850126" y="35560"/>
                    <a:pt x="4852666" y="34290"/>
                  </a:cubicBezTo>
                  <a:cubicBezTo>
                    <a:pt x="4855206" y="32385"/>
                    <a:pt x="4857746" y="31115"/>
                    <a:pt x="4860921" y="30480"/>
                  </a:cubicBezTo>
                  <a:cubicBezTo>
                    <a:pt x="4864096" y="29845"/>
                    <a:pt x="4867906" y="29210"/>
                    <a:pt x="4871716" y="29210"/>
                  </a:cubicBezTo>
                  <a:close/>
                  <a:moveTo>
                    <a:pt x="4749796" y="29210"/>
                  </a:moveTo>
                  <a:cubicBezTo>
                    <a:pt x="4752971" y="29210"/>
                    <a:pt x="4755511" y="29210"/>
                    <a:pt x="4757416" y="29845"/>
                  </a:cubicBezTo>
                  <a:cubicBezTo>
                    <a:pt x="4759321" y="30480"/>
                    <a:pt x="4761226" y="31115"/>
                    <a:pt x="4763131" y="32385"/>
                  </a:cubicBezTo>
                  <a:lnTo>
                    <a:pt x="4759321" y="46990"/>
                  </a:lnTo>
                  <a:lnTo>
                    <a:pt x="4758051" y="46990"/>
                  </a:lnTo>
                  <a:cubicBezTo>
                    <a:pt x="4758051" y="46990"/>
                    <a:pt x="4754876" y="45085"/>
                    <a:pt x="4752971" y="45085"/>
                  </a:cubicBezTo>
                  <a:cubicBezTo>
                    <a:pt x="4751066" y="45085"/>
                    <a:pt x="4749161" y="44450"/>
                    <a:pt x="4746621" y="44450"/>
                  </a:cubicBezTo>
                  <a:cubicBezTo>
                    <a:pt x="4741541" y="44450"/>
                    <a:pt x="4737731" y="46355"/>
                    <a:pt x="4735191" y="49530"/>
                  </a:cubicBezTo>
                  <a:cubicBezTo>
                    <a:pt x="4732651" y="52705"/>
                    <a:pt x="4731381" y="57785"/>
                    <a:pt x="4731381" y="64770"/>
                  </a:cubicBezTo>
                  <a:lnTo>
                    <a:pt x="4731381" y="109220"/>
                  </a:lnTo>
                  <a:lnTo>
                    <a:pt x="4716141" y="109220"/>
                  </a:lnTo>
                  <a:lnTo>
                    <a:pt x="4716141" y="31115"/>
                  </a:lnTo>
                  <a:lnTo>
                    <a:pt x="4731381" y="31115"/>
                  </a:lnTo>
                  <a:lnTo>
                    <a:pt x="4731381" y="38735"/>
                  </a:lnTo>
                  <a:cubicBezTo>
                    <a:pt x="4731381" y="38735"/>
                    <a:pt x="4733286" y="36195"/>
                    <a:pt x="4734556" y="34925"/>
                  </a:cubicBezTo>
                  <a:cubicBezTo>
                    <a:pt x="4735826" y="33655"/>
                    <a:pt x="4737096" y="33020"/>
                    <a:pt x="4739001" y="31750"/>
                  </a:cubicBezTo>
                  <a:cubicBezTo>
                    <a:pt x="4740271" y="31115"/>
                    <a:pt x="4742176" y="30480"/>
                    <a:pt x="4744081" y="29845"/>
                  </a:cubicBezTo>
                  <a:cubicBezTo>
                    <a:pt x="4745986" y="29845"/>
                    <a:pt x="4747891" y="29210"/>
                    <a:pt x="4749796" y="29210"/>
                  </a:cubicBezTo>
                  <a:close/>
                  <a:moveTo>
                    <a:pt x="4349110" y="29210"/>
                  </a:moveTo>
                  <a:cubicBezTo>
                    <a:pt x="4352285" y="29210"/>
                    <a:pt x="4354825" y="29210"/>
                    <a:pt x="4356730" y="29845"/>
                  </a:cubicBezTo>
                  <a:cubicBezTo>
                    <a:pt x="4358635" y="29845"/>
                    <a:pt x="4360540" y="31115"/>
                    <a:pt x="4362445" y="32385"/>
                  </a:cubicBezTo>
                  <a:lnTo>
                    <a:pt x="4358635" y="46990"/>
                  </a:lnTo>
                  <a:lnTo>
                    <a:pt x="4357365" y="46990"/>
                  </a:lnTo>
                  <a:cubicBezTo>
                    <a:pt x="4357365" y="46990"/>
                    <a:pt x="4354190" y="45085"/>
                    <a:pt x="4352285" y="45085"/>
                  </a:cubicBezTo>
                  <a:cubicBezTo>
                    <a:pt x="4350380" y="45085"/>
                    <a:pt x="4348475" y="44450"/>
                    <a:pt x="4345935" y="44450"/>
                  </a:cubicBezTo>
                  <a:cubicBezTo>
                    <a:pt x="4340855" y="44450"/>
                    <a:pt x="4337045" y="46355"/>
                    <a:pt x="4334505" y="49530"/>
                  </a:cubicBezTo>
                  <a:cubicBezTo>
                    <a:pt x="4331965" y="52705"/>
                    <a:pt x="4330695" y="57785"/>
                    <a:pt x="4330695" y="64770"/>
                  </a:cubicBezTo>
                  <a:lnTo>
                    <a:pt x="4330695" y="109220"/>
                  </a:lnTo>
                  <a:lnTo>
                    <a:pt x="4315455" y="109220"/>
                  </a:lnTo>
                  <a:lnTo>
                    <a:pt x="4315455" y="31115"/>
                  </a:lnTo>
                  <a:lnTo>
                    <a:pt x="4330695" y="31115"/>
                  </a:lnTo>
                  <a:lnTo>
                    <a:pt x="4330695" y="38735"/>
                  </a:lnTo>
                  <a:cubicBezTo>
                    <a:pt x="4330695" y="38735"/>
                    <a:pt x="4332600" y="36195"/>
                    <a:pt x="4333870" y="34925"/>
                  </a:cubicBezTo>
                  <a:cubicBezTo>
                    <a:pt x="4335140" y="33655"/>
                    <a:pt x="4336410" y="33020"/>
                    <a:pt x="4338315" y="31750"/>
                  </a:cubicBezTo>
                  <a:cubicBezTo>
                    <a:pt x="4339585" y="31115"/>
                    <a:pt x="4341490" y="30480"/>
                    <a:pt x="4343395" y="29845"/>
                  </a:cubicBezTo>
                  <a:cubicBezTo>
                    <a:pt x="4345300" y="29845"/>
                    <a:pt x="4347205" y="29210"/>
                    <a:pt x="4349110" y="29210"/>
                  </a:cubicBezTo>
                  <a:close/>
                  <a:moveTo>
                    <a:pt x="4044310" y="29210"/>
                  </a:moveTo>
                  <a:cubicBezTo>
                    <a:pt x="4050025" y="29210"/>
                    <a:pt x="4054470" y="30480"/>
                    <a:pt x="4058915" y="32385"/>
                  </a:cubicBezTo>
                  <a:cubicBezTo>
                    <a:pt x="4062725" y="34290"/>
                    <a:pt x="4066535" y="37465"/>
                    <a:pt x="4069075" y="40640"/>
                  </a:cubicBezTo>
                  <a:cubicBezTo>
                    <a:pt x="4071615" y="44450"/>
                    <a:pt x="4073520" y="48260"/>
                    <a:pt x="4075425" y="53340"/>
                  </a:cubicBezTo>
                  <a:cubicBezTo>
                    <a:pt x="4076695" y="57785"/>
                    <a:pt x="4077330" y="62865"/>
                    <a:pt x="4077330" y="68580"/>
                  </a:cubicBezTo>
                  <a:lnTo>
                    <a:pt x="4076060" y="68580"/>
                  </a:lnTo>
                  <a:cubicBezTo>
                    <a:pt x="4076060" y="68580"/>
                    <a:pt x="4076060" y="71120"/>
                    <a:pt x="4076060" y="72390"/>
                  </a:cubicBezTo>
                  <a:cubicBezTo>
                    <a:pt x="4076060" y="73660"/>
                    <a:pt x="4076060" y="74295"/>
                    <a:pt x="4076060" y="75565"/>
                  </a:cubicBezTo>
                  <a:lnTo>
                    <a:pt x="4024625" y="75565"/>
                  </a:lnTo>
                  <a:cubicBezTo>
                    <a:pt x="4024625" y="79375"/>
                    <a:pt x="4025895" y="82550"/>
                    <a:pt x="4027165" y="85090"/>
                  </a:cubicBezTo>
                  <a:cubicBezTo>
                    <a:pt x="4028435" y="87630"/>
                    <a:pt x="4029705" y="90170"/>
                    <a:pt x="4031610" y="91440"/>
                  </a:cubicBezTo>
                  <a:cubicBezTo>
                    <a:pt x="4033515" y="93345"/>
                    <a:pt x="4035420" y="94615"/>
                    <a:pt x="4037325" y="95250"/>
                  </a:cubicBezTo>
                  <a:cubicBezTo>
                    <a:pt x="4039230" y="95885"/>
                    <a:pt x="4041770" y="96520"/>
                    <a:pt x="4044310" y="96520"/>
                  </a:cubicBezTo>
                  <a:cubicBezTo>
                    <a:pt x="4046215" y="96520"/>
                    <a:pt x="4047485" y="96520"/>
                    <a:pt x="4049390" y="96520"/>
                  </a:cubicBezTo>
                  <a:cubicBezTo>
                    <a:pt x="4050660" y="96520"/>
                    <a:pt x="4052565" y="95885"/>
                    <a:pt x="4053835" y="95250"/>
                  </a:cubicBezTo>
                  <a:cubicBezTo>
                    <a:pt x="4055105" y="95250"/>
                    <a:pt x="4056375" y="93980"/>
                    <a:pt x="4057645" y="93345"/>
                  </a:cubicBezTo>
                  <a:cubicBezTo>
                    <a:pt x="4058915" y="93345"/>
                    <a:pt x="4060185" y="92075"/>
                    <a:pt x="4062090" y="90805"/>
                  </a:cubicBezTo>
                  <a:lnTo>
                    <a:pt x="4070980" y="100330"/>
                  </a:lnTo>
                  <a:cubicBezTo>
                    <a:pt x="4070980" y="100330"/>
                    <a:pt x="4067170" y="103505"/>
                    <a:pt x="4065265" y="104775"/>
                  </a:cubicBezTo>
                  <a:cubicBezTo>
                    <a:pt x="4063360" y="106045"/>
                    <a:pt x="4061455" y="106680"/>
                    <a:pt x="4059550" y="107950"/>
                  </a:cubicBezTo>
                  <a:cubicBezTo>
                    <a:pt x="4057645" y="108585"/>
                    <a:pt x="4055105" y="109855"/>
                    <a:pt x="4052565" y="109855"/>
                  </a:cubicBezTo>
                  <a:cubicBezTo>
                    <a:pt x="4050025" y="109855"/>
                    <a:pt x="4046850" y="110490"/>
                    <a:pt x="4043675" y="110490"/>
                  </a:cubicBezTo>
                  <a:cubicBezTo>
                    <a:pt x="4040500" y="110490"/>
                    <a:pt x="4037325" y="110490"/>
                    <a:pt x="4034150" y="109220"/>
                  </a:cubicBezTo>
                  <a:cubicBezTo>
                    <a:pt x="4030975" y="108585"/>
                    <a:pt x="4028435" y="107315"/>
                    <a:pt x="4026530" y="105410"/>
                  </a:cubicBezTo>
                  <a:cubicBezTo>
                    <a:pt x="4023990" y="104140"/>
                    <a:pt x="4022085" y="102235"/>
                    <a:pt x="4020180" y="100330"/>
                  </a:cubicBezTo>
                  <a:cubicBezTo>
                    <a:pt x="4018275" y="98425"/>
                    <a:pt x="4016370" y="95885"/>
                    <a:pt x="4015100" y="92710"/>
                  </a:cubicBezTo>
                  <a:cubicBezTo>
                    <a:pt x="4013195" y="89535"/>
                    <a:pt x="4011925" y="86360"/>
                    <a:pt x="4011290" y="82550"/>
                  </a:cubicBezTo>
                  <a:cubicBezTo>
                    <a:pt x="4010655" y="78740"/>
                    <a:pt x="4010020" y="74295"/>
                    <a:pt x="4010020" y="69850"/>
                  </a:cubicBezTo>
                  <a:cubicBezTo>
                    <a:pt x="4010020" y="63500"/>
                    <a:pt x="4010655" y="57150"/>
                    <a:pt x="4012560" y="52070"/>
                  </a:cubicBezTo>
                  <a:cubicBezTo>
                    <a:pt x="4014465" y="46990"/>
                    <a:pt x="4016370" y="42545"/>
                    <a:pt x="4019545" y="39370"/>
                  </a:cubicBezTo>
                  <a:cubicBezTo>
                    <a:pt x="4022720" y="36195"/>
                    <a:pt x="4025895" y="33020"/>
                    <a:pt x="4030340" y="31750"/>
                  </a:cubicBezTo>
                  <a:cubicBezTo>
                    <a:pt x="4034785" y="29845"/>
                    <a:pt x="4039230" y="29210"/>
                    <a:pt x="4044310" y="29210"/>
                  </a:cubicBezTo>
                  <a:close/>
                  <a:moveTo>
                    <a:pt x="3811900" y="29210"/>
                  </a:moveTo>
                  <a:cubicBezTo>
                    <a:pt x="3815075" y="29210"/>
                    <a:pt x="3817615" y="29210"/>
                    <a:pt x="3819520" y="29845"/>
                  </a:cubicBezTo>
                  <a:cubicBezTo>
                    <a:pt x="3821425" y="29845"/>
                    <a:pt x="3823330" y="31115"/>
                    <a:pt x="3825235" y="32385"/>
                  </a:cubicBezTo>
                  <a:lnTo>
                    <a:pt x="3821425" y="46990"/>
                  </a:lnTo>
                  <a:lnTo>
                    <a:pt x="3820155" y="46990"/>
                  </a:lnTo>
                  <a:cubicBezTo>
                    <a:pt x="3820155" y="46990"/>
                    <a:pt x="3816980" y="45085"/>
                    <a:pt x="3815075" y="45085"/>
                  </a:cubicBezTo>
                  <a:cubicBezTo>
                    <a:pt x="3813170" y="45085"/>
                    <a:pt x="3811265" y="44450"/>
                    <a:pt x="3808725" y="44450"/>
                  </a:cubicBezTo>
                  <a:cubicBezTo>
                    <a:pt x="3803645" y="44450"/>
                    <a:pt x="3799835" y="46355"/>
                    <a:pt x="3797295" y="49530"/>
                  </a:cubicBezTo>
                  <a:cubicBezTo>
                    <a:pt x="3794755" y="52705"/>
                    <a:pt x="3793485" y="57785"/>
                    <a:pt x="3793485" y="64770"/>
                  </a:cubicBezTo>
                  <a:lnTo>
                    <a:pt x="3793485" y="109220"/>
                  </a:lnTo>
                  <a:lnTo>
                    <a:pt x="3778245" y="109220"/>
                  </a:lnTo>
                  <a:lnTo>
                    <a:pt x="3778245" y="31115"/>
                  </a:lnTo>
                  <a:lnTo>
                    <a:pt x="3793485" y="31115"/>
                  </a:lnTo>
                  <a:lnTo>
                    <a:pt x="3793485" y="38735"/>
                  </a:lnTo>
                  <a:cubicBezTo>
                    <a:pt x="3793485" y="38735"/>
                    <a:pt x="3795390" y="36195"/>
                    <a:pt x="3796660" y="34925"/>
                  </a:cubicBezTo>
                  <a:cubicBezTo>
                    <a:pt x="3797930" y="33655"/>
                    <a:pt x="3799200" y="33020"/>
                    <a:pt x="3801105" y="31750"/>
                  </a:cubicBezTo>
                  <a:cubicBezTo>
                    <a:pt x="3802375" y="31115"/>
                    <a:pt x="3804280" y="30480"/>
                    <a:pt x="3806185" y="29845"/>
                  </a:cubicBezTo>
                  <a:cubicBezTo>
                    <a:pt x="3808090" y="29845"/>
                    <a:pt x="3809995" y="29210"/>
                    <a:pt x="3811900" y="29210"/>
                  </a:cubicBezTo>
                  <a:close/>
                  <a:moveTo>
                    <a:pt x="3729986" y="29210"/>
                  </a:moveTo>
                  <a:cubicBezTo>
                    <a:pt x="3735701" y="29210"/>
                    <a:pt x="3740146" y="30480"/>
                    <a:pt x="3744591" y="32385"/>
                  </a:cubicBezTo>
                  <a:cubicBezTo>
                    <a:pt x="3748401" y="34290"/>
                    <a:pt x="3752211" y="37465"/>
                    <a:pt x="3754751" y="40640"/>
                  </a:cubicBezTo>
                  <a:cubicBezTo>
                    <a:pt x="3757291" y="44450"/>
                    <a:pt x="3759196" y="48260"/>
                    <a:pt x="3761101" y="53340"/>
                  </a:cubicBezTo>
                  <a:cubicBezTo>
                    <a:pt x="3762371" y="57785"/>
                    <a:pt x="3763006" y="62865"/>
                    <a:pt x="3763006" y="68580"/>
                  </a:cubicBezTo>
                  <a:lnTo>
                    <a:pt x="3761736" y="68580"/>
                  </a:lnTo>
                  <a:cubicBezTo>
                    <a:pt x="3761736" y="68580"/>
                    <a:pt x="3761736" y="71120"/>
                    <a:pt x="3761736" y="72390"/>
                  </a:cubicBezTo>
                  <a:cubicBezTo>
                    <a:pt x="3761736" y="73660"/>
                    <a:pt x="3761736" y="74295"/>
                    <a:pt x="3761736" y="75565"/>
                  </a:cubicBezTo>
                  <a:lnTo>
                    <a:pt x="3710301" y="75565"/>
                  </a:lnTo>
                  <a:cubicBezTo>
                    <a:pt x="3710301" y="79375"/>
                    <a:pt x="3711571" y="82550"/>
                    <a:pt x="3712841" y="85090"/>
                  </a:cubicBezTo>
                  <a:cubicBezTo>
                    <a:pt x="3714111" y="87630"/>
                    <a:pt x="3715381" y="90170"/>
                    <a:pt x="3717286" y="91440"/>
                  </a:cubicBezTo>
                  <a:cubicBezTo>
                    <a:pt x="3719191" y="93345"/>
                    <a:pt x="3721096" y="94615"/>
                    <a:pt x="3723001" y="95250"/>
                  </a:cubicBezTo>
                  <a:cubicBezTo>
                    <a:pt x="3724906" y="95885"/>
                    <a:pt x="3727446" y="96520"/>
                    <a:pt x="3729986" y="96520"/>
                  </a:cubicBezTo>
                  <a:cubicBezTo>
                    <a:pt x="3731891" y="96520"/>
                    <a:pt x="3733161" y="96520"/>
                    <a:pt x="3735066" y="96520"/>
                  </a:cubicBezTo>
                  <a:cubicBezTo>
                    <a:pt x="3736336" y="96520"/>
                    <a:pt x="3738241" y="95885"/>
                    <a:pt x="3739511" y="95250"/>
                  </a:cubicBezTo>
                  <a:cubicBezTo>
                    <a:pt x="3740781" y="95250"/>
                    <a:pt x="3742051" y="93980"/>
                    <a:pt x="3743321" y="93345"/>
                  </a:cubicBezTo>
                  <a:cubicBezTo>
                    <a:pt x="3744591" y="93345"/>
                    <a:pt x="3745861" y="92075"/>
                    <a:pt x="3747766" y="90805"/>
                  </a:cubicBezTo>
                  <a:lnTo>
                    <a:pt x="3756656" y="100330"/>
                  </a:lnTo>
                  <a:cubicBezTo>
                    <a:pt x="3756656" y="100330"/>
                    <a:pt x="3752846" y="103505"/>
                    <a:pt x="3750941" y="104775"/>
                  </a:cubicBezTo>
                  <a:cubicBezTo>
                    <a:pt x="3749036" y="106045"/>
                    <a:pt x="3747131" y="106680"/>
                    <a:pt x="3745226" y="107950"/>
                  </a:cubicBezTo>
                  <a:cubicBezTo>
                    <a:pt x="3743321" y="108585"/>
                    <a:pt x="3740781" y="109855"/>
                    <a:pt x="3738241" y="109855"/>
                  </a:cubicBezTo>
                  <a:cubicBezTo>
                    <a:pt x="3735701" y="109855"/>
                    <a:pt x="3732526" y="110490"/>
                    <a:pt x="3729351" y="110490"/>
                  </a:cubicBezTo>
                  <a:cubicBezTo>
                    <a:pt x="3726176" y="110490"/>
                    <a:pt x="3723001" y="110490"/>
                    <a:pt x="3719826" y="109220"/>
                  </a:cubicBezTo>
                  <a:cubicBezTo>
                    <a:pt x="3716651" y="108585"/>
                    <a:pt x="3714111" y="107315"/>
                    <a:pt x="3712206" y="105410"/>
                  </a:cubicBezTo>
                  <a:cubicBezTo>
                    <a:pt x="3709666" y="104140"/>
                    <a:pt x="3707761" y="102235"/>
                    <a:pt x="3705856" y="100330"/>
                  </a:cubicBezTo>
                  <a:cubicBezTo>
                    <a:pt x="3703951" y="98425"/>
                    <a:pt x="3702046" y="95885"/>
                    <a:pt x="3700776" y="92710"/>
                  </a:cubicBezTo>
                  <a:cubicBezTo>
                    <a:pt x="3698871" y="89535"/>
                    <a:pt x="3697601" y="86360"/>
                    <a:pt x="3696966" y="82550"/>
                  </a:cubicBezTo>
                  <a:cubicBezTo>
                    <a:pt x="3696331" y="78740"/>
                    <a:pt x="3695696" y="74295"/>
                    <a:pt x="3695696" y="69850"/>
                  </a:cubicBezTo>
                  <a:cubicBezTo>
                    <a:pt x="3695696" y="63500"/>
                    <a:pt x="3696331" y="57150"/>
                    <a:pt x="3698236" y="52070"/>
                  </a:cubicBezTo>
                  <a:cubicBezTo>
                    <a:pt x="3700141" y="46990"/>
                    <a:pt x="3702046" y="42545"/>
                    <a:pt x="3705221" y="39370"/>
                  </a:cubicBezTo>
                  <a:cubicBezTo>
                    <a:pt x="3708396" y="36195"/>
                    <a:pt x="3711571" y="33020"/>
                    <a:pt x="3716016" y="31750"/>
                  </a:cubicBezTo>
                  <a:cubicBezTo>
                    <a:pt x="3720461" y="29845"/>
                    <a:pt x="3724906" y="29210"/>
                    <a:pt x="3729986" y="29210"/>
                  </a:cubicBezTo>
                  <a:close/>
                  <a:moveTo>
                    <a:pt x="3543296" y="29210"/>
                  </a:moveTo>
                  <a:cubicBezTo>
                    <a:pt x="3549011" y="29210"/>
                    <a:pt x="3553456" y="30480"/>
                    <a:pt x="3557901" y="32385"/>
                  </a:cubicBezTo>
                  <a:cubicBezTo>
                    <a:pt x="3561711" y="34290"/>
                    <a:pt x="3565521" y="37465"/>
                    <a:pt x="3568061" y="40640"/>
                  </a:cubicBezTo>
                  <a:cubicBezTo>
                    <a:pt x="3570601" y="44450"/>
                    <a:pt x="3572506" y="48260"/>
                    <a:pt x="3574411" y="53340"/>
                  </a:cubicBezTo>
                  <a:cubicBezTo>
                    <a:pt x="3575681" y="57785"/>
                    <a:pt x="3576316" y="62865"/>
                    <a:pt x="3576316" y="68580"/>
                  </a:cubicBezTo>
                  <a:lnTo>
                    <a:pt x="3575046" y="68580"/>
                  </a:lnTo>
                  <a:cubicBezTo>
                    <a:pt x="3575046" y="68580"/>
                    <a:pt x="3575046" y="71120"/>
                    <a:pt x="3575046" y="72390"/>
                  </a:cubicBezTo>
                  <a:cubicBezTo>
                    <a:pt x="3575046" y="73660"/>
                    <a:pt x="3575046" y="74295"/>
                    <a:pt x="3575046" y="75565"/>
                  </a:cubicBezTo>
                  <a:lnTo>
                    <a:pt x="3523611" y="75565"/>
                  </a:lnTo>
                  <a:cubicBezTo>
                    <a:pt x="3523611" y="79375"/>
                    <a:pt x="3524881" y="82550"/>
                    <a:pt x="3526151" y="85090"/>
                  </a:cubicBezTo>
                  <a:cubicBezTo>
                    <a:pt x="3527421" y="87630"/>
                    <a:pt x="3528691" y="90170"/>
                    <a:pt x="3530596" y="91440"/>
                  </a:cubicBezTo>
                  <a:cubicBezTo>
                    <a:pt x="3532501" y="93345"/>
                    <a:pt x="3534406" y="94615"/>
                    <a:pt x="3536311" y="95250"/>
                  </a:cubicBezTo>
                  <a:cubicBezTo>
                    <a:pt x="3538216" y="95885"/>
                    <a:pt x="3540756" y="96520"/>
                    <a:pt x="3543296" y="96520"/>
                  </a:cubicBezTo>
                  <a:cubicBezTo>
                    <a:pt x="3545201" y="96520"/>
                    <a:pt x="3546471" y="96520"/>
                    <a:pt x="3548376" y="96520"/>
                  </a:cubicBezTo>
                  <a:cubicBezTo>
                    <a:pt x="3549646" y="96520"/>
                    <a:pt x="3551551" y="95885"/>
                    <a:pt x="3552821" y="95250"/>
                  </a:cubicBezTo>
                  <a:cubicBezTo>
                    <a:pt x="3554091" y="95250"/>
                    <a:pt x="3555361" y="93980"/>
                    <a:pt x="3556631" y="93345"/>
                  </a:cubicBezTo>
                  <a:cubicBezTo>
                    <a:pt x="3557901" y="93345"/>
                    <a:pt x="3559171" y="92075"/>
                    <a:pt x="3561076" y="90805"/>
                  </a:cubicBezTo>
                  <a:lnTo>
                    <a:pt x="3569966" y="100330"/>
                  </a:lnTo>
                  <a:cubicBezTo>
                    <a:pt x="3569966" y="100330"/>
                    <a:pt x="3566156" y="103505"/>
                    <a:pt x="3564251" y="104775"/>
                  </a:cubicBezTo>
                  <a:cubicBezTo>
                    <a:pt x="3562346" y="106045"/>
                    <a:pt x="3560441" y="106680"/>
                    <a:pt x="3558536" y="107950"/>
                  </a:cubicBezTo>
                  <a:cubicBezTo>
                    <a:pt x="3556631" y="108585"/>
                    <a:pt x="3554091" y="109855"/>
                    <a:pt x="3551551" y="109855"/>
                  </a:cubicBezTo>
                  <a:cubicBezTo>
                    <a:pt x="3549011" y="109855"/>
                    <a:pt x="3545836" y="110490"/>
                    <a:pt x="3542661" y="110490"/>
                  </a:cubicBezTo>
                  <a:cubicBezTo>
                    <a:pt x="3539486" y="110490"/>
                    <a:pt x="3536311" y="110490"/>
                    <a:pt x="3533136" y="109220"/>
                  </a:cubicBezTo>
                  <a:cubicBezTo>
                    <a:pt x="3529961" y="108585"/>
                    <a:pt x="3527421" y="107315"/>
                    <a:pt x="3525516" y="105410"/>
                  </a:cubicBezTo>
                  <a:cubicBezTo>
                    <a:pt x="3522976" y="104140"/>
                    <a:pt x="3521071" y="102235"/>
                    <a:pt x="3519166" y="100330"/>
                  </a:cubicBezTo>
                  <a:cubicBezTo>
                    <a:pt x="3517261" y="98425"/>
                    <a:pt x="3515356" y="95885"/>
                    <a:pt x="3514086" y="92710"/>
                  </a:cubicBezTo>
                  <a:cubicBezTo>
                    <a:pt x="3512181" y="89535"/>
                    <a:pt x="3510911" y="86360"/>
                    <a:pt x="3510276" y="82550"/>
                  </a:cubicBezTo>
                  <a:cubicBezTo>
                    <a:pt x="3509641" y="78740"/>
                    <a:pt x="3509006" y="74295"/>
                    <a:pt x="3509006" y="69850"/>
                  </a:cubicBezTo>
                  <a:cubicBezTo>
                    <a:pt x="3509006" y="63500"/>
                    <a:pt x="3509641" y="57150"/>
                    <a:pt x="3511546" y="52070"/>
                  </a:cubicBezTo>
                  <a:cubicBezTo>
                    <a:pt x="3513451" y="46990"/>
                    <a:pt x="3515356" y="42545"/>
                    <a:pt x="3518531" y="39370"/>
                  </a:cubicBezTo>
                  <a:cubicBezTo>
                    <a:pt x="3521706" y="36195"/>
                    <a:pt x="3524881" y="33020"/>
                    <a:pt x="3529326" y="31750"/>
                  </a:cubicBezTo>
                  <a:cubicBezTo>
                    <a:pt x="3533771" y="29845"/>
                    <a:pt x="3538216" y="29210"/>
                    <a:pt x="3543296" y="29210"/>
                  </a:cubicBezTo>
                  <a:close/>
                  <a:moveTo>
                    <a:pt x="3345176" y="29210"/>
                  </a:moveTo>
                  <a:cubicBezTo>
                    <a:pt x="3350891" y="29210"/>
                    <a:pt x="3355336" y="30480"/>
                    <a:pt x="3359781" y="32385"/>
                  </a:cubicBezTo>
                  <a:cubicBezTo>
                    <a:pt x="3363591" y="34290"/>
                    <a:pt x="3367401" y="37465"/>
                    <a:pt x="3369941" y="40640"/>
                  </a:cubicBezTo>
                  <a:cubicBezTo>
                    <a:pt x="3372481" y="44450"/>
                    <a:pt x="3374386" y="48260"/>
                    <a:pt x="3376291" y="53340"/>
                  </a:cubicBezTo>
                  <a:cubicBezTo>
                    <a:pt x="3377561" y="57785"/>
                    <a:pt x="3378196" y="62865"/>
                    <a:pt x="3378196" y="68580"/>
                  </a:cubicBezTo>
                  <a:lnTo>
                    <a:pt x="3376926" y="68580"/>
                  </a:lnTo>
                  <a:cubicBezTo>
                    <a:pt x="3376926" y="68580"/>
                    <a:pt x="3376926" y="71120"/>
                    <a:pt x="3376926" y="72390"/>
                  </a:cubicBezTo>
                  <a:cubicBezTo>
                    <a:pt x="3376926" y="73660"/>
                    <a:pt x="3376926" y="74295"/>
                    <a:pt x="3376926" y="75565"/>
                  </a:cubicBezTo>
                  <a:lnTo>
                    <a:pt x="3325491" y="75565"/>
                  </a:lnTo>
                  <a:cubicBezTo>
                    <a:pt x="3325491" y="79375"/>
                    <a:pt x="3326761" y="82550"/>
                    <a:pt x="3328031" y="85090"/>
                  </a:cubicBezTo>
                  <a:cubicBezTo>
                    <a:pt x="3329301" y="87630"/>
                    <a:pt x="3330571" y="90170"/>
                    <a:pt x="3332476" y="91440"/>
                  </a:cubicBezTo>
                  <a:cubicBezTo>
                    <a:pt x="3334381" y="93345"/>
                    <a:pt x="3336286" y="94615"/>
                    <a:pt x="3338191" y="95250"/>
                  </a:cubicBezTo>
                  <a:cubicBezTo>
                    <a:pt x="3340096" y="95885"/>
                    <a:pt x="3342636" y="96520"/>
                    <a:pt x="3345176" y="96520"/>
                  </a:cubicBezTo>
                  <a:cubicBezTo>
                    <a:pt x="3347081" y="96520"/>
                    <a:pt x="3348351" y="96520"/>
                    <a:pt x="3350256" y="96520"/>
                  </a:cubicBezTo>
                  <a:cubicBezTo>
                    <a:pt x="3351526" y="96520"/>
                    <a:pt x="3353431" y="95885"/>
                    <a:pt x="3354701" y="95250"/>
                  </a:cubicBezTo>
                  <a:cubicBezTo>
                    <a:pt x="3355971" y="95250"/>
                    <a:pt x="3357241" y="93980"/>
                    <a:pt x="3358511" y="93345"/>
                  </a:cubicBezTo>
                  <a:cubicBezTo>
                    <a:pt x="3359781" y="93345"/>
                    <a:pt x="3361051" y="92075"/>
                    <a:pt x="3362956" y="90805"/>
                  </a:cubicBezTo>
                  <a:lnTo>
                    <a:pt x="3371846" y="100330"/>
                  </a:lnTo>
                  <a:cubicBezTo>
                    <a:pt x="3371846" y="100330"/>
                    <a:pt x="3368036" y="103505"/>
                    <a:pt x="3366131" y="104775"/>
                  </a:cubicBezTo>
                  <a:cubicBezTo>
                    <a:pt x="3364226" y="106045"/>
                    <a:pt x="3362321" y="106680"/>
                    <a:pt x="3360416" y="107950"/>
                  </a:cubicBezTo>
                  <a:cubicBezTo>
                    <a:pt x="3358511" y="108585"/>
                    <a:pt x="3355971" y="109855"/>
                    <a:pt x="3353431" y="109855"/>
                  </a:cubicBezTo>
                  <a:cubicBezTo>
                    <a:pt x="3350891" y="109855"/>
                    <a:pt x="3347716" y="110490"/>
                    <a:pt x="3344541" y="110490"/>
                  </a:cubicBezTo>
                  <a:cubicBezTo>
                    <a:pt x="3341366" y="110490"/>
                    <a:pt x="3338191" y="110490"/>
                    <a:pt x="3335016" y="109220"/>
                  </a:cubicBezTo>
                  <a:cubicBezTo>
                    <a:pt x="3331841" y="108585"/>
                    <a:pt x="3329301" y="107315"/>
                    <a:pt x="3327396" y="105410"/>
                  </a:cubicBezTo>
                  <a:cubicBezTo>
                    <a:pt x="3324856" y="104140"/>
                    <a:pt x="3322951" y="102235"/>
                    <a:pt x="3321046" y="100330"/>
                  </a:cubicBezTo>
                  <a:cubicBezTo>
                    <a:pt x="3319141" y="98425"/>
                    <a:pt x="3317236" y="95885"/>
                    <a:pt x="3315966" y="92710"/>
                  </a:cubicBezTo>
                  <a:cubicBezTo>
                    <a:pt x="3314061" y="89535"/>
                    <a:pt x="3312791" y="86360"/>
                    <a:pt x="3312156" y="82550"/>
                  </a:cubicBezTo>
                  <a:cubicBezTo>
                    <a:pt x="3311521" y="78740"/>
                    <a:pt x="3310886" y="74295"/>
                    <a:pt x="3310886" y="69850"/>
                  </a:cubicBezTo>
                  <a:cubicBezTo>
                    <a:pt x="3310886" y="63500"/>
                    <a:pt x="3311521" y="57150"/>
                    <a:pt x="3313426" y="52070"/>
                  </a:cubicBezTo>
                  <a:cubicBezTo>
                    <a:pt x="3315331" y="46990"/>
                    <a:pt x="3317236" y="42545"/>
                    <a:pt x="3320411" y="39370"/>
                  </a:cubicBezTo>
                  <a:cubicBezTo>
                    <a:pt x="3323586" y="36195"/>
                    <a:pt x="3326761" y="33020"/>
                    <a:pt x="3331206" y="31750"/>
                  </a:cubicBezTo>
                  <a:cubicBezTo>
                    <a:pt x="3335651" y="29845"/>
                    <a:pt x="3340096" y="29210"/>
                    <a:pt x="3345176" y="29210"/>
                  </a:cubicBezTo>
                  <a:close/>
                  <a:moveTo>
                    <a:pt x="3060696" y="29210"/>
                  </a:moveTo>
                  <a:cubicBezTo>
                    <a:pt x="3063871" y="29210"/>
                    <a:pt x="3066411" y="29210"/>
                    <a:pt x="3068316" y="29845"/>
                  </a:cubicBezTo>
                  <a:cubicBezTo>
                    <a:pt x="3070221" y="29845"/>
                    <a:pt x="3072126" y="31115"/>
                    <a:pt x="3074031" y="32385"/>
                  </a:cubicBezTo>
                  <a:lnTo>
                    <a:pt x="3070221" y="46990"/>
                  </a:lnTo>
                  <a:lnTo>
                    <a:pt x="3068951" y="46990"/>
                  </a:lnTo>
                  <a:cubicBezTo>
                    <a:pt x="3068951" y="46990"/>
                    <a:pt x="3065776" y="45085"/>
                    <a:pt x="3063871" y="45085"/>
                  </a:cubicBezTo>
                  <a:cubicBezTo>
                    <a:pt x="3061966" y="45085"/>
                    <a:pt x="3060061" y="44450"/>
                    <a:pt x="3057521" y="44450"/>
                  </a:cubicBezTo>
                  <a:cubicBezTo>
                    <a:pt x="3052441" y="44450"/>
                    <a:pt x="3048631" y="46355"/>
                    <a:pt x="3046091" y="49530"/>
                  </a:cubicBezTo>
                  <a:cubicBezTo>
                    <a:pt x="3043551" y="52705"/>
                    <a:pt x="3042281" y="57785"/>
                    <a:pt x="3042281" y="64770"/>
                  </a:cubicBezTo>
                  <a:lnTo>
                    <a:pt x="3042281" y="109220"/>
                  </a:lnTo>
                  <a:lnTo>
                    <a:pt x="3027041" y="109220"/>
                  </a:lnTo>
                  <a:lnTo>
                    <a:pt x="3027041" y="31115"/>
                  </a:lnTo>
                  <a:lnTo>
                    <a:pt x="3042281" y="31115"/>
                  </a:lnTo>
                  <a:lnTo>
                    <a:pt x="3042281" y="38735"/>
                  </a:lnTo>
                  <a:cubicBezTo>
                    <a:pt x="3042281" y="38735"/>
                    <a:pt x="3044186" y="36195"/>
                    <a:pt x="3045456" y="34925"/>
                  </a:cubicBezTo>
                  <a:cubicBezTo>
                    <a:pt x="3046726" y="33655"/>
                    <a:pt x="3047996" y="33020"/>
                    <a:pt x="3049901" y="31750"/>
                  </a:cubicBezTo>
                  <a:cubicBezTo>
                    <a:pt x="3051171" y="31115"/>
                    <a:pt x="3053076" y="30480"/>
                    <a:pt x="3054981" y="29845"/>
                  </a:cubicBezTo>
                  <a:cubicBezTo>
                    <a:pt x="3056886" y="29845"/>
                    <a:pt x="3058791" y="29210"/>
                    <a:pt x="3060696" y="29210"/>
                  </a:cubicBezTo>
                  <a:close/>
                  <a:moveTo>
                    <a:pt x="2978781" y="29210"/>
                  </a:moveTo>
                  <a:cubicBezTo>
                    <a:pt x="2984496" y="29210"/>
                    <a:pt x="2988941" y="30480"/>
                    <a:pt x="2993386" y="32385"/>
                  </a:cubicBezTo>
                  <a:cubicBezTo>
                    <a:pt x="2997196" y="34290"/>
                    <a:pt x="3001006" y="37465"/>
                    <a:pt x="3003546" y="40640"/>
                  </a:cubicBezTo>
                  <a:cubicBezTo>
                    <a:pt x="3006086" y="44450"/>
                    <a:pt x="3007991" y="48260"/>
                    <a:pt x="3009896" y="53340"/>
                  </a:cubicBezTo>
                  <a:cubicBezTo>
                    <a:pt x="3011166" y="57785"/>
                    <a:pt x="3011801" y="62865"/>
                    <a:pt x="3011801" y="68580"/>
                  </a:cubicBezTo>
                  <a:lnTo>
                    <a:pt x="3010531" y="68580"/>
                  </a:lnTo>
                  <a:cubicBezTo>
                    <a:pt x="3010531" y="68580"/>
                    <a:pt x="3010531" y="71120"/>
                    <a:pt x="3010531" y="72390"/>
                  </a:cubicBezTo>
                  <a:cubicBezTo>
                    <a:pt x="3010531" y="73660"/>
                    <a:pt x="3010531" y="74295"/>
                    <a:pt x="3010531" y="75565"/>
                  </a:cubicBezTo>
                  <a:lnTo>
                    <a:pt x="2959096" y="75565"/>
                  </a:lnTo>
                  <a:cubicBezTo>
                    <a:pt x="2959096" y="79375"/>
                    <a:pt x="2960366" y="82550"/>
                    <a:pt x="2961636" y="85090"/>
                  </a:cubicBezTo>
                  <a:cubicBezTo>
                    <a:pt x="2962906" y="87630"/>
                    <a:pt x="2964176" y="90170"/>
                    <a:pt x="2966081" y="91440"/>
                  </a:cubicBezTo>
                  <a:cubicBezTo>
                    <a:pt x="2967986" y="93345"/>
                    <a:pt x="2969891" y="94615"/>
                    <a:pt x="2971796" y="95250"/>
                  </a:cubicBezTo>
                  <a:cubicBezTo>
                    <a:pt x="2974336" y="95885"/>
                    <a:pt x="2976241" y="96520"/>
                    <a:pt x="2978781" y="96520"/>
                  </a:cubicBezTo>
                  <a:cubicBezTo>
                    <a:pt x="2980686" y="96520"/>
                    <a:pt x="2981956" y="96520"/>
                    <a:pt x="2983861" y="96520"/>
                  </a:cubicBezTo>
                  <a:cubicBezTo>
                    <a:pt x="2985131" y="96520"/>
                    <a:pt x="2987036" y="95885"/>
                    <a:pt x="2988306" y="95250"/>
                  </a:cubicBezTo>
                  <a:cubicBezTo>
                    <a:pt x="2989576" y="95250"/>
                    <a:pt x="2990846" y="93980"/>
                    <a:pt x="2992116" y="93345"/>
                  </a:cubicBezTo>
                  <a:cubicBezTo>
                    <a:pt x="2993386" y="93345"/>
                    <a:pt x="2994656" y="92075"/>
                    <a:pt x="2996561" y="90805"/>
                  </a:cubicBezTo>
                  <a:lnTo>
                    <a:pt x="3005451" y="100330"/>
                  </a:lnTo>
                  <a:cubicBezTo>
                    <a:pt x="3005451" y="100330"/>
                    <a:pt x="3001641" y="103505"/>
                    <a:pt x="2999736" y="104775"/>
                  </a:cubicBezTo>
                  <a:cubicBezTo>
                    <a:pt x="2997831" y="106045"/>
                    <a:pt x="2995926" y="106680"/>
                    <a:pt x="2994021" y="107950"/>
                  </a:cubicBezTo>
                  <a:cubicBezTo>
                    <a:pt x="2992116" y="108585"/>
                    <a:pt x="2989576" y="109855"/>
                    <a:pt x="2987036" y="109855"/>
                  </a:cubicBezTo>
                  <a:cubicBezTo>
                    <a:pt x="2984496" y="109855"/>
                    <a:pt x="2981321" y="110490"/>
                    <a:pt x="2978146" y="110490"/>
                  </a:cubicBezTo>
                  <a:cubicBezTo>
                    <a:pt x="2974971" y="110490"/>
                    <a:pt x="2971796" y="110490"/>
                    <a:pt x="2968621" y="109220"/>
                  </a:cubicBezTo>
                  <a:cubicBezTo>
                    <a:pt x="2965446" y="108585"/>
                    <a:pt x="2962906" y="107315"/>
                    <a:pt x="2961001" y="105410"/>
                  </a:cubicBezTo>
                  <a:cubicBezTo>
                    <a:pt x="2958461" y="104140"/>
                    <a:pt x="2956556" y="102235"/>
                    <a:pt x="2954651" y="100330"/>
                  </a:cubicBezTo>
                  <a:cubicBezTo>
                    <a:pt x="2952746" y="98425"/>
                    <a:pt x="2950841" y="95885"/>
                    <a:pt x="2949571" y="92710"/>
                  </a:cubicBezTo>
                  <a:cubicBezTo>
                    <a:pt x="2947666" y="89535"/>
                    <a:pt x="2946396" y="86360"/>
                    <a:pt x="2945761" y="82550"/>
                  </a:cubicBezTo>
                  <a:cubicBezTo>
                    <a:pt x="2945126" y="78740"/>
                    <a:pt x="2944491" y="74295"/>
                    <a:pt x="2944491" y="69850"/>
                  </a:cubicBezTo>
                  <a:cubicBezTo>
                    <a:pt x="2944491" y="63500"/>
                    <a:pt x="2945126" y="57150"/>
                    <a:pt x="2947031" y="52070"/>
                  </a:cubicBezTo>
                  <a:cubicBezTo>
                    <a:pt x="2948936" y="46990"/>
                    <a:pt x="2950841" y="42545"/>
                    <a:pt x="2954016" y="39370"/>
                  </a:cubicBezTo>
                  <a:cubicBezTo>
                    <a:pt x="2957191" y="36195"/>
                    <a:pt x="2960366" y="33020"/>
                    <a:pt x="2964811" y="31750"/>
                  </a:cubicBezTo>
                  <a:cubicBezTo>
                    <a:pt x="2969256" y="29845"/>
                    <a:pt x="2973701" y="29210"/>
                    <a:pt x="2978781" y="29210"/>
                  </a:cubicBezTo>
                  <a:close/>
                  <a:moveTo>
                    <a:pt x="2798440" y="29210"/>
                  </a:moveTo>
                  <a:cubicBezTo>
                    <a:pt x="2803520" y="29210"/>
                    <a:pt x="2807965" y="29845"/>
                    <a:pt x="2813045" y="31750"/>
                  </a:cubicBezTo>
                  <a:cubicBezTo>
                    <a:pt x="2817490" y="33655"/>
                    <a:pt x="2821935" y="35560"/>
                    <a:pt x="2825110" y="38100"/>
                  </a:cubicBezTo>
                  <a:lnTo>
                    <a:pt x="2827015" y="38100"/>
                  </a:lnTo>
                  <a:lnTo>
                    <a:pt x="2820030" y="50165"/>
                  </a:lnTo>
                  <a:cubicBezTo>
                    <a:pt x="2816855" y="47625"/>
                    <a:pt x="2813680" y="46355"/>
                    <a:pt x="2810505" y="45085"/>
                  </a:cubicBezTo>
                  <a:cubicBezTo>
                    <a:pt x="2807330" y="43815"/>
                    <a:pt x="2803520" y="43180"/>
                    <a:pt x="2799710" y="43180"/>
                  </a:cubicBezTo>
                  <a:cubicBezTo>
                    <a:pt x="2795900" y="43180"/>
                    <a:pt x="2793360" y="43815"/>
                    <a:pt x="2791455" y="45085"/>
                  </a:cubicBezTo>
                  <a:cubicBezTo>
                    <a:pt x="2789550" y="46355"/>
                    <a:pt x="2788915" y="48260"/>
                    <a:pt x="2788915" y="50165"/>
                  </a:cubicBezTo>
                  <a:cubicBezTo>
                    <a:pt x="2788915" y="51435"/>
                    <a:pt x="2788915" y="52070"/>
                    <a:pt x="2788915" y="52705"/>
                  </a:cubicBezTo>
                  <a:cubicBezTo>
                    <a:pt x="2788915" y="53340"/>
                    <a:pt x="2790185" y="54610"/>
                    <a:pt x="2790820" y="55245"/>
                  </a:cubicBezTo>
                  <a:cubicBezTo>
                    <a:pt x="2792090" y="55880"/>
                    <a:pt x="2793360" y="57150"/>
                    <a:pt x="2795265" y="57785"/>
                  </a:cubicBezTo>
                  <a:cubicBezTo>
                    <a:pt x="2797170" y="59055"/>
                    <a:pt x="2799710" y="59690"/>
                    <a:pt x="2802250" y="60960"/>
                  </a:cubicBezTo>
                  <a:cubicBezTo>
                    <a:pt x="2806695" y="62865"/>
                    <a:pt x="2810505" y="64135"/>
                    <a:pt x="2813680" y="66040"/>
                  </a:cubicBezTo>
                  <a:cubicBezTo>
                    <a:pt x="2816855" y="67310"/>
                    <a:pt x="2819395" y="69215"/>
                    <a:pt x="2821935" y="71120"/>
                  </a:cubicBezTo>
                  <a:cubicBezTo>
                    <a:pt x="2823840" y="73025"/>
                    <a:pt x="2825745" y="75565"/>
                    <a:pt x="2827015" y="78105"/>
                  </a:cubicBezTo>
                  <a:cubicBezTo>
                    <a:pt x="2828285" y="80645"/>
                    <a:pt x="2828920" y="83820"/>
                    <a:pt x="2828920" y="87630"/>
                  </a:cubicBezTo>
                  <a:cubicBezTo>
                    <a:pt x="2828920" y="92075"/>
                    <a:pt x="2828285" y="95250"/>
                    <a:pt x="2826380" y="98425"/>
                  </a:cubicBezTo>
                  <a:cubicBezTo>
                    <a:pt x="2824475" y="101600"/>
                    <a:pt x="2822570" y="103505"/>
                    <a:pt x="2820030" y="105410"/>
                  </a:cubicBezTo>
                  <a:cubicBezTo>
                    <a:pt x="2817490" y="107315"/>
                    <a:pt x="2814315" y="108585"/>
                    <a:pt x="2810505" y="109220"/>
                  </a:cubicBezTo>
                  <a:cubicBezTo>
                    <a:pt x="2806695" y="109855"/>
                    <a:pt x="2803520" y="110490"/>
                    <a:pt x="2799710" y="110490"/>
                  </a:cubicBezTo>
                  <a:cubicBezTo>
                    <a:pt x="2794630" y="110490"/>
                    <a:pt x="2789550" y="109855"/>
                    <a:pt x="2783835" y="107950"/>
                  </a:cubicBezTo>
                  <a:cubicBezTo>
                    <a:pt x="2778120" y="106045"/>
                    <a:pt x="2773675" y="103505"/>
                    <a:pt x="2769230" y="100965"/>
                  </a:cubicBezTo>
                  <a:lnTo>
                    <a:pt x="2776215" y="89535"/>
                  </a:lnTo>
                  <a:cubicBezTo>
                    <a:pt x="2780025" y="92075"/>
                    <a:pt x="2783835" y="93980"/>
                    <a:pt x="2787645" y="95250"/>
                  </a:cubicBezTo>
                  <a:cubicBezTo>
                    <a:pt x="2791455" y="96520"/>
                    <a:pt x="2795265" y="97155"/>
                    <a:pt x="2799075" y="97155"/>
                  </a:cubicBezTo>
                  <a:cubicBezTo>
                    <a:pt x="2804155" y="97155"/>
                    <a:pt x="2807330" y="96520"/>
                    <a:pt x="2809870" y="94615"/>
                  </a:cubicBezTo>
                  <a:cubicBezTo>
                    <a:pt x="2812410" y="93345"/>
                    <a:pt x="2813045" y="90805"/>
                    <a:pt x="2813045" y="88265"/>
                  </a:cubicBezTo>
                  <a:cubicBezTo>
                    <a:pt x="2813045" y="86995"/>
                    <a:pt x="2813045" y="85725"/>
                    <a:pt x="2811775" y="84455"/>
                  </a:cubicBezTo>
                  <a:cubicBezTo>
                    <a:pt x="2811140" y="83185"/>
                    <a:pt x="2809870" y="82550"/>
                    <a:pt x="2807965" y="81280"/>
                  </a:cubicBezTo>
                  <a:cubicBezTo>
                    <a:pt x="2806695" y="80010"/>
                    <a:pt x="2804790" y="79375"/>
                    <a:pt x="2802250" y="78105"/>
                  </a:cubicBezTo>
                  <a:cubicBezTo>
                    <a:pt x="2800345" y="77470"/>
                    <a:pt x="2797805" y="76200"/>
                    <a:pt x="2794630" y="74930"/>
                  </a:cubicBezTo>
                  <a:cubicBezTo>
                    <a:pt x="2790185" y="73025"/>
                    <a:pt x="2787010" y="71755"/>
                    <a:pt x="2783835" y="69850"/>
                  </a:cubicBezTo>
                  <a:cubicBezTo>
                    <a:pt x="2780660" y="67945"/>
                    <a:pt x="2778755" y="66675"/>
                    <a:pt x="2776850" y="64770"/>
                  </a:cubicBezTo>
                  <a:cubicBezTo>
                    <a:pt x="2774945" y="62865"/>
                    <a:pt x="2773675" y="60960"/>
                    <a:pt x="2773040" y="58420"/>
                  </a:cubicBezTo>
                  <a:cubicBezTo>
                    <a:pt x="2772405" y="55880"/>
                    <a:pt x="2771770" y="53340"/>
                    <a:pt x="2771770" y="50165"/>
                  </a:cubicBezTo>
                  <a:cubicBezTo>
                    <a:pt x="2771770" y="46990"/>
                    <a:pt x="2772405" y="43815"/>
                    <a:pt x="2773675" y="40640"/>
                  </a:cubicBezTo>
                  <a:cubicBezTo>
                    <a:pt x="2774945" y="38100"/>
                    <a:pt x="2776850" y="35560"/>
                    <a:pt x="2779390" y="34290"/>
                  </a:cubicBezTo>
                  <a:cubicBezTo>
                    <a:pt x="2781930" y="32385"/>
                    <a:pt x="2784470" y="31115"/>
                    <a:pt x="2787645" y="30480"/>
                  </a:cubicBezTo>
                  <a:cubicBezTo>
                    <a:pt x="2790820" y="29845"/>
                    <a:pt x="2794630" y="29210"/>
                    <a:pt x="2798440" y="29210"/>
                  </a:cubicBezTo>
                  <a:close/>
                  <a:moveTo>
                    <a:pt x="2723510" y="29210"/>
                  </a:moveTo>
                  <a:cubicBezTo>
                    <a:pt x="2725415" y="29210"/>
                    <a:pt x="2727320" y="29210"/>
                    <a:pt x="2729225" y="29210"/>
                  </a:cubicBezTo>
                  <a:cubicBezTo>
                    <a:pt x="2733670" y="29210"/>
                    <a:pt x="2738115" y="29845"/>
                    <a:pt x="2741290" y="31750"/>
                  </a:cubicBezTo>
                  <a:cubicBezTo>
                    <a:pt x="2744465" y="33020"/>
                    <a:pt x="2747640" y="35560"/>
                    <a:pt x="2750180" y="38100"/>
                  </a:cubicBezTo>
                  <a:cubicBezTo>
                    <a:pt x="2752720" y="41275"/>
                    <a:pt x="2753990" y="44450"/>
                    <a:pt x="2755260" y="48895"/>
                  </a:cubicBezTo>
                  <a:cubicBezTo>
                    <a:pt x="2756530" y="53340"/>
                    <a:pt x="2757165" y="58420"/>
                    <a:pt x="2757165" y="64135"/>
                  </a:cubicBezTo>
                  <a:lnTo>
                    <a:pt x="2757165" y="108585"/>
                  </a:lnTo>
                  <a:lnTo>
                    <a:pt x="2741925" y="108585"/>
                  </a:lnTo>
                  <a:lnTo>
                    <a:pt x="2741290" y="108585"/>
                  </a:lnTo>
                  <a:lnTo>
                    <a:pt x="2741290" y="64770"/>
                  </a:lnTo>
                  <a:cubicBezTo>
                    <a:pt x="2741290" y="57785"/>
                    <a:pt x="2740020" y="52070"/>
                    <a:pt x="2737480" y="48895"/>
                  </a:cubicBezTo>
                  <a:cubicBezTo>
                    <a:pt x="2734940" y="45085"/>
                    <a:pt x="2731130" y="43180"/>
                    <a:pt x="2725415" y="43180"/>
                  </a:cubicBezTo>
                  <a:cubicBezTo>
                    <a:pt x="2722875" y="43180"/>
                    <a:pt x="2720970" y="43180"/>
                    <a:pt x="2718430" y="44450"/>
                  </a:cubicBezTo>
                  <a:cubicBezTo>
                    <a:pt x="2716525" y="45085"/>
                    <a:pt x="2714620" y="46990"/>
                    <a:pt x="2713350" y="48260"/>
                  </a:cubicBezTo>
                  <a:cubicBezTo>
                    <a:pt x="2712080" y="50165"/>
                    <a:pt x="2710810" y="52070"/>
                    <a:pt x="2710175" y="54610"/>
                  </a:cubicBezTo>
                  <a:cubicBezTo>
                    <a:pt x="2710175" y="57150"/>
                    <a:pt x="2709540" y="59690"/>
                    <a:pt x="2709540" y="62865"/>
                  </a:cubicBezTo>
                  <a:lnTo>
                    <a:pt x="2709540" y="108585"/>
                  </a:lnTo>
                  <a:lnTo>
                    <a:pt x="2694300" y="108585"/>
                  </a:lnTo>
                  <a:lnTo>
                    <a:pt x="2694300" y="30480"/>
                  </a:lnTo>
                  <a:lnTo>
                    <a:pt x="2709540" y="30480"/>
                  </a:lnTo>
                  <a:lnTo>
                    <a:pt x="2709540" y="38100"/>
                  </a:lnTo>
                  <a:cubicBezTo>
                    <a:pt x="2709540" y="38100"/>
                    <a:pt x="2711445" y="35560"/>
                    <a:pt x="2713350" y="34290"/>
                  </a:cubicBezTo>
                  <a:cubicBezTo>
                    <a:pt x="2714620" y="33020"/>
                    <a:pt x="2716525" y="32385"/>
                    <a:pt x="2717795" y="31115"/>
                  </a:cubicBezTo>
                  <a:cubicBezTo>
                    <a:pt x="2719700" y="30480"/>
                    <a:pt x="2721605" y="29845"/>
                    <a:pt x="2723510" y="29210"/>
                  </a:cubicBezTo>
                  <a:close/>
                  <a:moveTo>
                    <a:pt x="2530470" y="29210"/>
                  </a:moveTo>
                  <a:cubicBezTo>
                    <a:pt x="2536185" y="29210"/>
                    <a:pt x="2540630" y="30480"/>
                    <a:pt x="2545075" y="32385"/>
                  </a:cubicBezTo>
                  <a:cubicBezTo>
                    <a:pt x="2548885" y="34290"/>
                    <a:pt x="2552695" y="37465"/>
                    <a:pt x="2555235" y="40640"/>
                  </a:cubicBezTo>
                  <a:cubicBezTo>
                    <a:pt x="2557775" y="44450"/>
                    <a:pt x="2559680" y="48260"/>
                    <a:pt x="2561585" y="53340"/>
                  </a:cubicBezTo>
                  <a:cubicBezTo>
                    <a:pt x="2562855" y="57785"/>
                    <a:pt x="2563490" y="62865"/>
                    <a:pt x="2563490" y="68580"/>
                  </a:cubicBezTo>
                  <a:lnTo>
                    <a:pt x="2562220" y="68580"/>
                  </a:lnTo>
                  <a:cubicBezTo>
                    <a:pt x="2562220" y="68580"/>
                    <a:pt x="2562220" y="71120"/>
                    <a:pt x="2562220" y="72390"/>
                  </a:cubicBezTo>
                  <a:cubicBezTo>
                    <a:pt x="2562220" y="73660"/>
                    <a:pt x="2562220" y="74295"/>
                    <a:pt x="2562220" y="75565"/>
                  </a:cubicBezTo>
                  <a:lnTo>
                    <a:pt x="2510785" y="75565"/>
                  </a:lnTo>
                  <a:cubicBezTo>
                    <a:pt x="2510785" y="79375"/>
                    <a:pt x="2512055" y="82550"/>
                    <a:pt x="2513325" y="85090"/>
                  </a:cubicBezTo>
                  <a:cubicBezTo>
                    <a:pt x="2514595" y="87630"/>
                    <a:pt x="2515865" y="90170"/>
                    <a:pt x="2517770" y="91440"/>
                  </a:cubicBezTo>
                  <a:cubicBezTo>
                    <a:pt x="2519675" y="93345"/>
                    <a:pt x="2521580" y="94615"/>
                    <a:pt x="2523485" y="95250"/>
                  </a:cubicBezTo>
                  <a:cubicBezTo>
                    <a:pt x="2525390" y="95885"/>
                    <a:pt x="2527930" y="96520"/>
                    <a:pt x="2530470" y="96520"/>
                  </a:cubicBezTo>
                  <a:cubicBezTo>
                    <a:pt x="2532375" y="96520"/>
                    <a:pt x="2533645" y="96520"/>
                    <a:pt x="2535550" y="96520"/>
                  </a:cubicBezTo>
                  <a:cubicBezTo>
                    <a:pt x="2536820" y="96520"/>
                    <a:pt x="2538725" y="95885"/>
                    <a:pt x="2539995" y="95250"/>
                  </a:cubicBezTo>
                  <a:cubicBezTo>
                    <a:pt x="2541265" y="95250"/>
                    <a:pt x="2542535" y="93980"/>
                    <a:pt x="2543805" y="93345"/>
                  </a:cubicBezTo>
                  <a:cubicBezTo>
                    <a:pt x="2545075" y="93345"/>
                    <a:pt x="2546345" y="92075"/>
                    <a:pt x="2548250" y="90805"/>
                  </a:cubicBezTo>
                  <a:lnTo>
                    <a:pt x="2557140" y="100330"/>
                  </a:lnTo>
                  <a:cubicBezTo>
                    <a:pt x="2557140" y="100330"/>
                    <a:pt x="2553330" y="103505"/>
                    <a:pt x="2551425" y="104775"/>
                  </a:cubicBezTo>
                  <a:cubicBezTo>
                    <a:pt x="2549520" y="106045"/>
                    <a:pt x="2547615" y="106680"/>
                    <a:pt x="2545710" y="107950"/>
                  </a:cubicBezTo>
                  <a:cubicBezTo>
                    <a:pt x="2543805" y="108585"/>
                    <a:pt x="2541265" y="109855"/>
                    <a:pt x="2538725" y="109855"/>
                  </a:cubicBezTo>
                  <a:cubicBezTo>
                    <a:pt x="2536185" y="109855"/>
                    <a:pt x="2533010" y="110490"/>
                    <a:pt x="2529835" y="110490"/>
                  </a:cubicBezTo>
                  <a:cubicBezTo>
                    <a:pt x="2526660" y="110490"/>
                    <a:pt x="2523485" y="110490"/>
                    <a:pt x="2520310" y="109220"/>
                  </a:cubicBezTo>
                  <a:cubicBezTo>
                    <a:pt x="2517135" y="108585"/>
                    <a:pt x="2514595" y="107315"/>
                    <a:pt x="2512690" y="105410"/>
                  </a:cubicBezTo>
                  <a:cubicBezTo>
                    <a:pt x="2510785" y="103505"/>
                    <a:pt x="2508245" y="102235"/>
                    <a:pt x="2506340" y="100330"/>
                  </a:cubicBezTo>
                  <a:cubicBezTo>
                    <a:pt x="2504435" y="98425"/>
                    <a:pt x="2502530" y="95885"/>
                    <a:pt x="2501260" y="92710"/>
                  </a:cubicBezTo>
                  <a:cubicBezTo>
                    <a:pt x="2499355" y="89535"/>
                    <a:pt x="2498085" y="86360"/>
                    <a:pt x="2497450" y="82550"/>
                  </a:cubicBezTo>
                  <a:cubicBezTo>
                    <a:pt x="2496815" y="78740"/>
                    <a:pt x="2496180" y="74295"/>
                    <a:pt x="2496180" y="69850"/>
                  </a:cubicBezTo>
                  <a:cubicBezTo>
                    <a:pt x="2496180" y="63500"/>
                    <a:pt x="2496815" y="57150"/>
                    <a:pt x="2498720" y="52070"/>
                  </a:cubicBezTo>
                  <a:cubicBezTo>
                    <a:pt x="2500625" y="46990"/>
                    <a:pt x="2502530" y="42545"/>
                    <a:pt x="2505705" y="39370"/>
                  </a:cubicBezTo>
                  <a:cubicBezTo>
                    <a:pt x="2508880" y="36195"/>
                    <a:pt x="2512055" y="33020"/>
                    <a:pt x="2516500" y="31750"/>
                  </a:cubicBezTo>
                  <a:cubicBezTo>
                    <a:pt x="2520945" y="29845"/>
                    <a:pt x="2525390" y="29210"/>
                    <a:pt x="2530470" y="29210"/>
                  </a:cubicBezTo>
                  <a:close/>
                  <a:moveTo>
                    <a:pt x="2298061" y="29210"/>
                  </a:moveTo>
                  <a:cubicBezTo>
                    <a:pt x="2301236" y="29210"/>
                    <a:pt x="2303776" y="29210"/>
                    <a:pt x="2305681" y="29845"/>
                  </a:cubicBezTo>
                  <a:cubicBezTo>
                    <a:pt x="2307586" y="29845"/>
                    <a:pt x="2309491" y="31115"/>
                    <a:pt x="2311396" y="32385"/>
                  </a:cubicBezTo>
                  <a:lnTo>
                    <a:pt x="2307586" y="46990"/>
                  </a:lnTo>
                  <a:lnTo>
                    <a:pt x="2306316" y="46990"/>
                  </a:lnTo>
                  <a:cubicBezTo>
                    <a:pt x="2306316" y="46990"/>
                    <a:pt x="2303141" y="45085"/>
                    <a:pt x="2301236" y="45085"/>
                  </a:cubicBezTo>
                  <a:cubicBezTo>
                    <a:pt x="2299331" y="45085"/>
                    <a:pt x="2297426" y="44450"/>
                    <a:pt x="2294886" y="44450"/>
                  </a:cubicBezTo>
                  <a:cubicBezTo>
                    <a:pt x="2289806" y="44450"/>
                    <a:pt x="2285996" y="46355"/>
                    <a:pt x="2283456" y="49530"/>
                  </a:cubicBezTo>
                  <a:cubicBezTo>
                    <a:pt x="2280916" y="52705"/>
                    <a:pt x="2279646" y="57785"/>
                    <a:pt x="2279646" y="64770"/>
                  </a:cubicBezTo>
                  <a:lnTo>
                    <a:pt x="2279646" y="109220"/>
                  </a:lnTo>
                  <a:lnTo>
                    <a:pt x="2264406" y="109220"/>
                  </a:lnTo>
                  <a:lnTo>
                    <a:pt x="2264406" y="31115"/>
                  </a:lnTo>
                  <a:lnTo>
                    <a:pt x="2279646" y="31115"/>
                  </a:lnTo>
                  <a:lnTo>
                    <a:pt x="2279646" y="38735"/>
                  </a:lnTo>
                  <a:cubicBezTo>
                    <a:pt x="2279646" y="38735"/>
                    <a:pt x="2281551" y="36195"/>
                    <a:pt x="2282821" y="34925"/>
                  </a:cubicBezTo>
                  <a:cubicBezTo>
                    <a:pt x="2284091" y="33655"/>
                    <a:pt x="2285361" y="33020"/>
                    <a:pt x="2287266" y="31750"/>
                  </a:cubicBezTo>
                  <a:cubicBezTo>
                    <a:pt x="2288536" y="31115"/>
                    <a:pt x="2290441" y="30480"/>
                    <a:pt x="2292346" y="29845"/>
                  </a:cubicBezTo>
                  <a:cubicBezTo>
                    <a:pt x="2294251" y="29845"/>
                    <a:pt x="2296156" y="29210"/>
                    <a:pt x="2298061" y="29210"/>
                  </a:cubicBezTo>
                  <a:close/>
                  <a:moveTo>
                    <a:pt x="2216145" y="29210"/>
                  </a:moveTo>
                  <a:cubicBezTo>
                    <a:pt x="2221860" y="29210"/>
                    <a:pt x="2226305" y="30480"/>
                    <a:pt x="2230750" y="32385"/>
                  </a:cubicBezTo>
                  <a:cubicBezTo>
                    <a:pt x="2234560" y="34290"/>
                    <a:pt x="2238370" y="37465"/>
                    <a:pt x="2240910" y="40640"/>
                  </a:cubicBezTo>
                  <a:cubicBezTo>
                    <a:pt x="2243450" y="44450"/>
                    <a:pt x="2245355" y="48260"/>
                    <a:pt x="2247260" y="53340"/>
                  </a:cubicBezTo>
                  <a:cubicBezTo>
                    <a:pt x="2248530" y="57785"/>
                    <a:pt x="2249165" y="62865"/>
                    <a:pt x="2249165" y="68580"/>
                  </a:cubicBezTo>
                  <a:lnTo>
                    <a:pt x="2247895" y="68580"/>
                  </a:lnTo>
                  <a:cubicBezTo>
                    <a:pt x="2247895" y="68580"/>
                    <a:pt x="2247895" y="71120"/>
                    <a:pt x="2247895" y="72390"/>
                  </a:cubicBezTo>
                  <a:cubicBezTo>
                    <a:pt x="2247895" y="73660"/>
                    <a:pt x="2247895" y="74295"/>
                    <a:pt x="2247895" y="75565"/>
                  </a:cubicBezTo>
                  <a:lnTo>
                    <a:pt x="2196460" y="75565"/>
                  </a:lnTo>
                  <a:cubicBezTo>
                    <a:pt x="2196460" y="79375"/>
                    <a:pt x="2197730" y="82550"/>
                    <a:pt x="2199000" y="85090"/>
                  </a:cubicBezTo>
                  <a:cubicBezTo>
                    <a:pt x="2200270" y="87630"/>
                    <a:pt x="2201540" y="90170"/>
                    <a:pt x="2203445" y="91440"/>
                  </a:cubicBezTo>
                  <a:cubicBezTo>
                    <a:pt x="2205350" y="93345"/>
                    <a:pt x="2207255" y="94615"/>
                    <a:pt x="2209160" y="95250"/>
                  </a:cubicBezTo>
                  <a:cubicBezTo>
                    <a:pt x="2211065" y="95885"/>
                    <a:pt x="2213605" y="96520"/>
                    <a:pt x="2216145" y="96520"/>
                  </a:cubicBezTo>
                  <a:cubicBezTo>
                    <a:pt x="2218050" y="96520"/>
                    <a:pt x="2219320" y="96520"/>
                    <a:pt x="2221225" y="96520"/>
                  </a:cubicBezTo>
                  <a:cubicBezTo>
                    <a:pt x="2222495" y="96520"/>
                    <a:pt x="2224400" y="95885"/>
                    <a:pt x="2225670" y="95250"/>
                  </a:cubicBezTo>
                  <a:cubicBezTo>
                    <a:pt x="2226940" y="95250"/>
                    <a:pt x="2228210" y="93980"/>
                    <a:pt x="2229480" y="93345"/>
                  </a:cubicBezTo>
                  <a:cubicBezTo>
                    <a:pt x="2230750" y="93345"/>
                    <a:pt x="2232020" y="92075"/>
                    <a:pt x="2233925" y="90805"/>
                  </a:cubicBezTo>
                  <a:lnTo>
                    <a:pt x="2242815" y="100330"/>
                  </a:lnTo>
                  <a:cubicBezTo>
                    <a:pt x="2242815" y="100330"/>
                    <a:pt x="2239005" y="103505"/>
                    <a:pt x="2237100" y="104775"/>
                  </a:cubicBezTo>
                  <a:cubicBezTo>
                    <a:pt x="2235195" y="106045"/>
                    <a:pt x="2233290" y="106680"/>
                    <a:pt x="2231385" y="107950"/>
                  </a:cubicBezTo>
                  <a:cubicBezTo>
                    <a:pt x="2229480" y="108585"/>
                    <a:pt x="2226940" y="109855"/>
                    <a:pt x="2224400" y="109855"/>
                  </a:cubicBezTo>
                  <a:cubicBezTo>
                    <a:pt x="2221860" y="109855"/>
                    <a:pt x="2218685" y="110490"/>
                    <a:pt x="2215510" y="110490"/>
                  </a:cubicBezTo>
                  <a:cubicBezTo>
                    <a:pt x="2212335" y="110490"/>
                    <a:pt x="2209160" y="110490"/>
                    <a:pt x="2205985" y="109220"/>
                  </a:cubicBezTo>
                  <a:cubicBezTo>
                    <a:pt x="2202810" y="108585"/>
                    <a:pt x="2200270" y="107315"/>
                    <a:pt x="2198365" y="105410"/>
                  </a:cubicBezTo>
                  <a:cubicBezTo>
                    <a:pt x="2195825" y="104140"/>
                    <a:pt x="2193920" y="102235"/>
                    <a:pt x="2192015" y="100330"/>
                  </a:cubicBezTo>
                  <a:cubicBezTo>
                    <a:pt x="2190110" y="98425"/>
                    <a:pt x="2188205" y="95885"/>
                    <a:pt x="2186935" y="92710"/>
                  </a:cubicBezTo>
                  <a:cubicBezTo>
                    <a:pt x="2185030" y="89535"/>
                    <a:pt x="2183760" y="86360"/>
                    <a:pt x="2183125" y="82550"/>
                  </a:cubicBezTo>
                  <a:cubicBezTo>
                    <a:pt x="2182490" y="78740"/>
                    <a:pt x="2181855" y="74295"/>
                    <a:pt x="2181855" y="69850"/>
                  </a:cubicBezTo>
                  <a:cubicBezTo>
                    <a:pt x="2181855" y="63500"/>
                    <a:pt x="2182490" y="57150"/>
                    <a:pt x="2184395" y="52070"/>
                  </a:cubicBezTo>
                  <a:cubicBezTo>
                    <a:pt x="2186300" y="46990"/>
                    <a:pt x="2188205" y="42545"/>
                    <a:pt x="2191380" y="39370"/>
                  </a:cubicBezTo>
                  <a:cubicBezTo>
                    <a:pt x="2194555" y="36195"/>
                    <a:pt x="2197730" y="33020"/>
                    <a:pt x="2202175" y="31750"/>
                  </a:cubicBezTo>
                  <a:cubicBezTo>
                    <a:pt x="2206620" y="29845"/>
                    <a:pt x="2211065" y="29210"/>
                    <a:pt x="2216145" y="29210"/>
                  </a:cubicBezTo>
                  <a:close/>
                  <a:moveTo>
                    <a:pt x="2029456" y="29210"/>
                  </a:moveTo>
                  <a:cubicBezTo>
                    <a:pt x="2035171" y="29210"/>
                    <a:pt x="2039616" y="30480"/>
                    <a:pt x="2044061" y="32385"/>
                  </a:cubicBezTo>
                  <a:cubicBezTo>
                    <a:pt x="2047871" y="34290"/>
                    <a:pt x="2051681" y="37465"/>
                    <a:pt x="2054221" y="40640"/>
                  </a:cubicBezTo>
                  <a:cubicBezTo>
                    <a:pt x="2056761" y="44450"/>
                    <a:pt x="2058666" y="48260"/>
                    <a:pt x="2060571" y="53340"/>
                  </a:cubicBezTo>
                  <a:cubicBezTo>
                    <a:pt x="2061841" y="57785"/>
                    <a:pt x="2062476" y="62865"/>
                    <a:pt x="2062476" y="68580"/>
                  </a:cubicBezTo>
                  <a:lnTo>
                    <a:pt x="2061206" y="68580"/>
                  </a:lnTo>
                  <a:cubicBezTo>
                    <a:pt x="2061206" y="68580"/>
                    <a:pt x="2061206" y="71120"/>
                    <a:pt x="2061206" y="72390"/>
                  </a:cubicBezTo>
                  <a:cubicBezTo>
                    <a:pt x="2061206" y="73660"/>
                    <a:pt x="2061206" y="74295"/>
                    <a:pt x="2061206" y="75565"/>
                  </a:cubicBezTo>
                  <a:lnTo>
                    <a:pt x="2009771" y="75565"/>
                  </a:lnTo>
                  <a:cubicBezTo>
                    <a:pt x="2009771" y="79375"/>
                    <a:pt x="2011041" y="82550"/>
                    <a:pt x="2012311" y="85090"/>
                  </a:cubicBezTo>
                  <a:cubicBezTo>
                    <a:pt x="2013581" y="87630"/>
                    <a:pt x="2014851" y="90170"/>
                    <a:pt x="2016756" y="91440"/>
                  </a:cubicBezTo>
                  <a:cubicBezTo>
                    <a:pt x="2018661" y="93345"/>
                    <a:pt x="2020566" y="94615"/>
                    <a:pt x="2022471" y="95250"/>
                  </a:cubicBezTo>
                  <a:cubicBezTo>
                    <a:pt x="2024376" y="95885"/>
                    <a:pt x="2026916" y="96520"/>
                    <a:pt x="2029456" y="96520"/>
                  </a:cubicBezTo>
                  <a:cubicBezTo>
                    <a:pt x="2031361" y="96520"/>
                    <a:pt x="2032631" y="96520"/>
                    <a:pt x="2034536" y="96520"/>
                  </a:cubicBezTo>
                  <a:cubicBezTo>
                    <a:pt x="2035806" y="96520"/>
                    <a:pt x="2037711" y="95885"/>
                    <a:pt x="2038981" y="95250"/>
                  </a:cubicBezTo>
                  <a:cubicBezTo>
                    <a:pt x="2040251" y="95250"/>
                    <a:pt x="2041521" y="93980"/>
                    <a:pt x="2042791" y="93345"/>
                  </a:cubicBezTo>
                  <a:cubicBezTo>
                    <a:pt x="2044061" y="93345"/>
                    <a:pt x="2045331" y="92075"/>
                    <a:pt x="2047236" y="90805"/>
                  </a:cubicBezTo>
                  <a:lnTo>
                    <a:pt x="2056126" y="100330"/>
                  </a:lnTo>
                  <a:cubicBezTo>
                    <a:pt x="2056126" y="100330"/>
                    <a:pt x="2052316" y="103505"/>
                    <a:pt x="2050411" y="104775"/>
                  </a:cubicBezTo>
                  <a:cubicBezTo>
                    <a:pt x="2048506" y="106045"/>
                    <a:pt x="2046601" y="106680"/>
                    <a:pt x="2044696" y="107950"/>
                  </a:cubicBezTo>
                  <a:cubicBezTo>
                    <a:pt x="2042791" y="108585"/>
                    <a:pt x="2040251" y="109855"/>
                    <a:pt x="2037711" y="109855"/>
                  </a:cubicBezTo>
                  <a:cubicBezTo>
                    <a:pt x="2035171" y="109855"/>
                    <a:pt x="2031996" y="110490"/>
                    <a:pt x="2028821" y="110490"/>
                  </a:cubicBezTo>
                  <a:cubicBezTo>
                    <a:pt x="2025646" y="110490"/>
                    <a:pt x="2022471" y="110490"/>
                    <a:pt x="2019296" y="109220"/>
                  </a:cubicBezTo>
                  <a:cubicBezTo>
                    <a:pt x="2016121" y="108585"/>
                    <a:pt x="2013581" y="107315"/>
                    <a:pt x="2011676" y="105410"/>
                  </a:cubicBezTo>
                  <a:cubicBezTo>
                    <a:pt x="2009136" y="104140"/>
                    <a:pt x="2007231" y="102235"/>
                    <a:pt x="2005326" y="100330"/>
                  </a:cubicBezTo>
                  <a:cubicBezTo>
                    <a:pt x="2003421" y="98425"/>
                    <a:pt x="2001516" y="95885"/>
                    <a:pt x="2000246" y="92710"/>
                  </a:cubicBezTo>
                  <a:cubicBezTo>
                    <a:pt x="1998341" y="89535"/>
                    <a:pt x="1997071" y="86360"/>
                    <a:pt x="1996436" y="82550"/>
                  </a:cubicBezTo>
                  <a:cubicBezTo>
                    <a:pt x="1995801" y="78740"/>
                    <a:pt x="1995166" y="74295"/>
                    <a:pt x="1995166" y="69850"/>
                  </a:cubicBezTo>
                  <a:cubicBezTo>
                    <a:pt x="1995166" y="63500"/>
                    <a:pt x="1995801" y="57150"/>
                    <a:pt x="1997706" y="52070"/>
                  </a:cubicBezTo>
                  <a:cubicBezTo>
                    <a:pt x="1999611" y="46990"/>
                    <a:pt x="2001516" y="42545"/>
                    <a:pt x="2004691" y="39370"/>
                  </a:cubicBezTo>
                  <a:cubicBezTo>
                    <a:pt x="2007866" y="36195"/>
                    <a:pt x="2011041" y="33020"/>
                    <a:pt x="2015486" y="31750"/>
                  </a:cubicBezTo>
                  <a:cubicBezTo>
                    <a:pt x="2019931" y="29845"/>
                    <a:pt x="2024376" y="29210"/>
                    <a:pt x="2029456" y="29210"/>
                  </a:cubicBezTo>
                  <a:close/>
                  <a:moveTo>
                    <a:pt x="1831336" y="29210"/>
                  </a:moveTo>
                  <a:cubicBezTo>
                    <a:pt x="1837051" y="29210"/>
                    <a:pt x="1841496" y="30480"/>
                    <a:pt x="1845941" y="32385"/>
                  </a:cubicBezTo>
                  <a:cubicBezTo>
                    <a:pt x="1849751" y="34290"/>
                    <a:pt x="1853561" y="37465"/>
                    <a:pt x="1856101" y="40640"/>
                  </a:cubicBezTo>
                  <a:cubicBezTo>
                    <a:pt x="1858641" y="44450"/>
                    <a:pt x="1860546" y="48260"/>
                    <a:pt x="1862451" y="53340"/>
                  </a:cubicBezTo>
                  <a:cubicBezTo>
                    <a:pt x="1863721" y="57785"/>
                    <a:pt x="1864356" y="62865"/>
                    <a:pt x="1864356" y="68580"/>
                  </a:cubicBezTo>
                  <a:lnTo>
                    <a:pt x="1863086" y="68580"/>
                  </a:lnTo>
                  <a:cubicBezTo>
                    <a:pt x="1863086" y="68580"/>
                    <a:pt x="1863086" y="71120"/>
                    <a:pt x="1863086" y="72390"/>
                  </a:cubicBezTo>
                  <a:cubicBezTo>
                    <a:pt x="1863086" y="73660"/>
                    <a:pt x="1863086" y="74295"/>
                    <a:pt x="1863086" y="75565"/>
                  </a:cubicBezTo>
                  <a:lnTo>
                    <a:pt x="1811651" y="75565"/>
                  </a:lnTo>
                  <a:cubicBezTo>
                    <a:pt x="1811651" y="79375"/>
                    <a:pt x="1812921" y="82550"/>
                    <a:pt x="1814191" y="85090"/>
                  </a:cubicBezTo>
                  <a:cubicBezTo>
                    <a:pt x="1815461" y="87630"/>
                    <a:pt x="1816731" y="90170"/>
                    <a:pt x="1818636" y="91440"/>
                  </a:cubicBezTo>
                  <a:cubicBezTo>
                    <a:pt x="1820541" y="93345"/>
                    <a:pt x="1822446" y="94615"/>
                    <a:pt x="1824351" y="95250"/>
                  </a:cubicBezTo>
                  <a:cubicBezTo>
                    <a:pt x="1826256" y="95885"/>
                    <a:pt x="1828796" y="96520"/>
                    <a:pt x="1831336" y="96520"/>
                  </a:cubicBezTo>
                  <a:cubicBezTo>
                    <a:pt x="1833241" y="96520"/>
                    <a:pt x="1834511" y="96520"/>
                    <a:pt x="1836416" y="96520"/>
                  </a:cubicBezTo>
                  <a:cubicBezTo>
                    <a:pt x="1837686" y="96520"/>
                    <a:pt x="1839591" y="95885"/>
                    <a:pt x="1840861" y="95250"/>
                  </a:cubicBezTo>
                  <a:cubicBezTo>
                    <a:pt x="1842131" y="95250"/>
                    <a:pt x="1843401" y="93980"/>
                    <a:pt x="1844671" y="93345"/>
                  </a:cubicBezTo>
                  <a:cubicBezTo>
                    <a:pt x="1845941" y="93345"/>
                    <a:pt x="1847211" y="92075"/>
                    <a:pt x="1849116" y="90805"/>
                  </a:cubicBezTo>
                  <a:lnTo>
                    <a:pt x="1858006" y="100330"/>
                  </a:lnTo>
                  <a:cubicBezTo>
                    <a:pt x="1858006" y="100330"/>
                    <a:pt x="1854196" y="103505"/>
                    <a:pt x="1852291" y="104775"/>
                  </a:cubicBezTo>
                  <a:cubicBezTo>
                    <a:pt x="1850386" y="106045"/>
                    <a:pt x="1848481" y="106680"/>
                    <a:pt x="1846576" y="107950"/>
                  </a:cubicBezTo>
                  <a:cubicBezTo>
                    <a:pt x="1844671" y="108585"/>
                    <a:pt x="1842131" y="109855"/>
                    <a:pt x="1839591" y="109855"/>
                  </a:cubicBezTo>
                  <a:cubicBezTo>
                    <a:pt x="1837051" y="109855"/>
                    <a:pt x="1833876" y="110490"/>
                    <a:pt x="1830701" y="110490"/>
                  </a:cubicBezTo>
                  <a:cubicBezTo>
                    <a:pt x="1827526" y="110490"/>
                    <a:pt x="1824351" y="110490"/>
                    <a:pt x="1821176" y="109220"/>
                  </a:cubicBezTo>
                  <a:cubicBezTo>
                    <a:pt x="1818001" y="108585"/>
                    <a:pt x="1815461" y="107315"/>
                    <a:pt x="1813556" y="105410"/>
                  </a:cubicBezTo>
                  <a:cubicBezTo>
                    <a:pt x="1811016" y="104140"/>
                    <a:pt x="1809111" y="102235"/>
                    <a:pt x="1807206" y="100330"/>
                  </a:cubicBezTo>
                  <a:cubicBezTo>
                    <a:pt x="1805301" y="98425"/>
                    <a:pt x="1803396" y="95885"/>
                    <a:pt x="1802126" y="92710"/>
                  </a:cubicBezTo>
                  <a:cubicBezTo>
                    <a:pt x="1800221" y="89535"/>
                    <a:pt x="1798951" y="86360"/>
                    <a:pt x="1798316" y="82550"/>
                  </a:cubicBezTo>
                  <a:cubicBezTo>
                    <a:pt x="1797681" y="78740"/>
                    <a:pt x="1797046" y="74295"/>
                    <a:pt x="1797046" y="69850"/>
                  </a:cubicBezTo>
                  <a:cubicBezTo>
                    <a:pt x="1797046" y="63500"/>
                    <a:pt x="1797681" y="57150"/>
                    <a:pt x="1799586" y="52070"/>
                  </a:cubicBezTo>
                  <a:cubicBezTo>
                    <a:pt x="1801491" y="46990"/>
                    <a:pt x="1803396" y="42545"/>
                    <a:pt x="1806571" y="39370"/>
                  </a:cubicBezTo>
                  <a:cubicBezTo>
                    <a:pt x="1809746" y="36195"/>
                    <a:pt x="1812921" y="33020"/>
                    <a:pt x="1817366" y="31750"/>
                  </a:cubicBezTo>
                  <a:cubicBezTo>
                    <a:pt x="1821811" y="29845"/>
                    <a:pt x="1826256" y="29210"/>
                    <a:pt x="1831336" y="29210"/>
                  </a:cubicBezTo>
                  <a:close/>
                  <a:moveTo>
                    <a:pt x="1501140" y="29210"/>
                  </a:moveTo>
                  <a:cubicBezTo>
                    <a:pt x="1503046" y="29210"/>
                    <a:pt x="1504951" y="29210"/>
                    <a:pt x="1506856" y="29210"/>
                  </a:cubicBezTo>
                  <a:cubicBezTo>
                    <a:pt x="1511301" y="29210"/>
                    <a:pt x="1515746" y="29845"/>
                    <a:pt x="1518920" y="31750"/>
                  </a:cubicBezTo>
                  <a:cubicBezTo>
                    <a:pt x="1522096" y="33020"/>
                    <a:pt x="1525271" y="35560"/>
                    <a:pt x="1527811" y="38100"/>
                  </a:cubicBezTo>
                  <a:cubicBezTo>
                    <a:pt x="1530351" y="41275"/>
                    <a:pt x="1531621" y="44450"/>
                    <a:pt x="1532891" y="48895"/>
                  </a:cubicBezTo>
                  <a:cubicBezTo>
                    <a:pt x="1534161" y="53340"/>
                    <a:pt x="1534796" y="58420"/>
                    <a:pt x="1534796" y="64135"/>
                  </a:cubicBezTo>
                  <a:lnTo>
                    <a:pt x="1534796" y="108585"/>
                  </a:lnTo>
                  <a:lnTo>
                    <a:pt x="1519556" y="108585"/>
                  </a:lnTo>
                  <a:lnTo>
                    <a:pt x="1518920" y="108585"/>
                  </a:lnTo>
                  <a:lnTo>
                    <a:pt x="1518920" y="64770"/>
                  </a:lnTo>
                  <a:cubicBezTo>
                    <a:pt x="1518920" y="57785"/>
                    <a:pt x="1517651" y="52070"/>
                    <a:pt x="1515111" y="48895"/>
                  </a:cubicBezTo>
                  <a:cubicBezTo>
                    <a:pt x="1512571" y="45085"/>
                    <a:pt x="1508761" y="43180"/>
                    <a:pt x="1503046" y="43180"/>
                  </a:cubicBezTo>
                  <a:cubicBezTo>
                    <a:pt x="1500506" y="43180"/>
                    <a:pt x="1498601" y="43180"/>
                    <a:pt x="1496061" y="44450"/>
                  </a:cubicBezTo>
                  <a:cubicBezTo>
                    <a:pt x="1494156" y="45085"/>
                    <a:pt x="1492250" y="46990"/>
                    <a:pt x="1490981" y="48260"/>
                  </a:cubicBezTo>
                  <a:cubicBezTo>
                    <a:pt x="1489711" y="50165"/>
                    <a:pt x="1488441" y="52070"/>
                    <a:pt x="1487806" y="54610"/>
                  </a:cubicBezTo>
                  <a:cubicBezTo>
                    <a:pt x="1487806" y="57150"/>
                    <a:pt x="1487170" y="59690"/>
                    <a:pt x="1487170" y="62865"/>
                  </a:cubicBezTo>
                  <a:lnTo>
                    <a:pt x="1487170" y="108585"/>
                  </a:lnTo>
                  <a:lnTo>
                    <a:pt x="1471931" y="108585"/>
                  </a:lnTo>
                  <a:lnTo>
                    <a:pt x="1471931" y="30480"/>
                  </a:lnTo>
                  <a:lnTo>
                    <a:pt x="1487170" y="30480"/>
                  </a:lnTo>
                  <a:lnTo>
                    <a:pt x="1487170" y="38100"/>
                  </a:lnTo>
                  <a:cubicBezTo>
                    <a:pt x="1487170" y="38100"/>
                    <a:pt x="1489076" y="35560"/>
                    <a:pt x="1490981" y="34290"/>
                  </a:cubicBezTo>
                  <a:cubicBezTo>
                    <a:pt x="1492250" y="33020"/>
                    <a:pt x="1494156" y="32385"/>
                    <a:pt x="1495426" y="31115"/>
                  </a:cubicBezTo>
                  <a:cubicBezTo>
                    <a:pt x="1497331" y="30480"/>
                    <a:pt x="1499236" y="29845"/>
                    <a:pt x="1501140" y="29210"/>
                  </a:cubicBezTo>
                  <a:close/>
                  <a:moveTo>
                    <a:pt x="1250316" y="29210"/>
                  </a:moveTo>
                  <a:cubicBezTo>
                    <a:pt x="1255396" y="29210"/>
                    <a:pt x="1259841" y="29845"/>
                    <a:pt x="1264286" y="31750"/>
                  </a:cubicBezTo>
                  <a:cubicBezTo>
                    <a:pt x="1268731" y="33655"/>
                    <a:pt x="1273176" y="35560"/>
                    <a:pt x="1276350" y="38100"/>
                  </a:cubicBezTo>
                  <a:lnTo>
                    <a:pt x="1278256" y="38100"/>
                  </a:lnTo>
                  <a:lnTo>
                    <a:pt x="1271271" y="50165"/>
                  </a:lnTo>
                  <a:cubicBezTo>
                    <a:pt x="1268095" y="47625"/>
                    <a:pt x="1264921" y="46355"/>
                    <a:pt x="1261746" y="45085"/>
                  </a:cubicBezTo>
                  <a:cubicBezTo>
                    <a:pt x="1258570" y="43815"/>
                    <a:pt x="1254761" y="43180"/>
                    <a:pt x="1250951" y="43180"/>
                  </a:cubicBezTo>
                  <a:cubicBezTo>
                    <a:pt x="1247141" y="43180"/>
                    <a:pt x="1244601" y="43815"/>
                    <a:pt x="1242696" y="45085"/>
                  </a:cubicBezTo>
                  <a:cubicBezTo>
                    <a:pt x="1240791" y="46355"/>
                    <a:pt x="1240156" y="48260"/>
                    <a:pt x="1240156" y="50165"/>
                  </a:cubicBezTo>
                  <a:cubicBezTo>
                    <a:pt x="1240156" y="51435"/>
                    <a:pt x="1240156" y="52070"/>
                    <a:pt x="1240156" y="52705"/>
                  </a:cubicBezTo>
                  <a:cubicBezTo>
                    <a:pt x="1240156" y="53340"/>
                    <a:pt x="1241426" y="54610"/>
                    <a:pt x="1242061" y="55245"/>
                  </a:cubicBezTo>
                  <a:cubicBezTo>
                    <a:pt x="1243331" y="55880"/>
                    <a:pt x="1244601" y="57150"/>
                    <a:pt x="1246506" y="57785"/>
                  </a:cubicBezTo>
                  <a:cubicBezTo>
                    <a:pt x="1248411" y="59055"/>
                    <a:pt x="1250951" y="59690"/>
                    <a:pt x="1253491" y="60960"/>
                  </a:cubicBezTo>
                  <a:cubicBezTo>
                    <a:pt x="1257936" y="62865"/>
                    <a:pt x="1261746" y="64135"/>
                    <a:pt x="1264921" y="66040"/>
                  </a:cubicBezTo>
                  <a:cubicBezTo>
                    <a:pt x="1268095" y="67310"/>
                    <a:pt x="1270635" y="69215"/>
                    <a:pt x="1273176" y="71120"/>
                  </a:cubicBezTo>
                  <a:cubicBezTo>
                    <a:pt x="1275080" y="73025"/>
                    <a:pt x="1276985" y="75565"/>
                    <a:pt x="1278256" y="78105"/>
                  </a:cubicBezTo>
                  <a:cubicBezTo>
                    <a:pt x="1279525" y="80645"/>
                    <a:pt x="1280161" y="83820"/>
                    <a:pt x="1280161" y="87630"/>
                  </a:cubicBezTo>
                  <a:cubicBezTo>
                    <a:pt x="1280161" y="92075"/>
                    <a:pt x="1279525" y="95250"/>
                    <a:pt x="1277621" y="98425"/>
                  </a:cubicBezTo>
                  <a:cubicBezTo>
                    <a:pt x="1275716" y="101600"/>
                    <a:pt x="1273811" y="103505"/>
                    <a:pt x="1271271" y="105410"/>
                  </a:cubicBezTo>
                  <a:cubicBezTo>
                    <a:pt x="1268731" y="107315"/>
                    <a:pt x="1265556" y="108585"/>
                    <a:pt x="1261746" y="109220"/>
                  </a:cubicBezTo>
                  <a:cubicBezTo>
                    <a:pt x="1257936" y="109855"/>
                    <a:pt x="1254761" y="110490"/>
                    <a:pt x="1250951" y="110490"/>
                  </a:cubicBezTo>
                  <a:cubicBezTo>
                    <a:pt x="1245871" y="110490"/>
                    <a:pt x="1240791" y="109855"/>
                    <a:pt x="1235711" y="107950"/>
                  </a:cubicBezTo>
                  <a:cubicBezTo>
                    <a:pt x="1229996" y="106045"/>
                    <a:pt x="1225551" y="103505"/>
                    <a:pt x="1221106" y="100965"/>
                  </a:cubicBezTo>
                  <a:lnTo>
                    <a:pt x="1228091" y="89535"/>
                  </a:lnTo>
                  <a:cubicBezTo>
                    <a:pt x="1231901" y="92075"/>
                    <a:pt x="1235711" y="93980"/>
                    <a:pt x="1239521" y="95250"/>
                  </a:cubicBezTo>
                  <a:cubicBezTo>
                    <a:pt x="1243331" y="96520"/>
                    <a:pt x="1247141" y="97155"/>
                    <a:pt x="1250951" y="97155"/>
                  </a:cubicBezTo>
                  <a:cubicBezTo>
                    <a:pt x="1256031" y="97155"/>
                    <a:pt x="1259205" y="96520"/>
                    <a:pt x="1261746" y="94615"/>
                  </a:cubicBezTo>
                  <a:cubicBezTo>
                    <a:pt x="1264286" y="93345"/>
                    <a:pt x="1264921" y="90805"/>
                    <a:pt x="1264921" y="88265"/>
                  </a:cubicBezTo>
                  <a:cubicBezTo>
                    <a:pt x="1264921" y="86995"/>
                    <a:pt x="1264921" y="85725"/>
                    <a:pt x="1263650" y="84455"/>
                  </a:cubicBezTo>
                  <a:cubicBezTo>
                    <a:pt x="1263015" y="83185"/>
                    <a:pt x="1261746" y="82550"/>
                    <a:pt x="1259841" y="81280"/>
                  </a:cubicBezTo>
                  <a:cubicBezTo>
                    <a:pt x="1258570" y="80010"/>
                    <a:pt x="1256666" y="79375"/>
                    <a:pt x="1254125" y="78105"/>
                  </a:cubicBezTo>
                  <a:cubicBezTo>
                    <a:pt x="1252221" y="77470"/>
                    <a:pt x="1249681" y="76200"/>
                    <a:pt x="1246506" y="74930"/>
                  </a:cubicBezTo>
                  <a:cubicBezTo>
                    <a:pt x="1242061" y="73025"/>
                    <a:pt x="1238886" y="71755"/>
                    <a:pt x="1235711" y="69850"/>
                  </a:cubicBezTo>
                  <a:cubicBezTo>
                    <a:pt x="1232536" y="67945"/>
                    <a:pt x="1230631" y="66675"/>
                    <a:pt x="1228726" y="64770"/>
                  </a:cubicBezTo>
                  <a:cubicBezTo>
                    <a:pt x="1226821" y="62865"/>
                    <a:pt x="1225551" y="60960"/>
                    <a:pt x="1224916" y="58420"/>
                  </a:cubicBezTo>
                  <a:cubicBezTo>
                    <a:pt x="1224281" y="55880"/>
                    <a:pt x="1223646" y="53340"/>
                    <a:pt x="1223646" y="50165"/>
                  </a:cubicBezTo>
                  <a:cubicBezTo>
                    <a:pt x="1223646" y="46990"/>
                    <a:pt x="1224281" y="43815"/>
                    <a:pt x="1225551" y="40640"/>
                  </a:cubicBezTo>
                  <a:cubicBezTo>
                    <a:pt x="1226821" y="38100"/>
                    <a:pt x="1228726" y="35560"/>
                    <a:pt x="1231266" y="34290"/>
                  </a:cubicBezTo>
                  <a:cubicBezTo>
                    <a:pt x="1233806" y="32385"/>
                    <a:pt x="1236346" y="31115"/>
                    <a:pt x="1239521" y="30480"/>
                  </a:cubicBezTo>
                  <a:cubicBezTo>
                    <a:pt x="1242696" y="29845"/>
                    <a:pt x="1246506" y="29210"/>
                    <a:pt x="1250316" y="29210"/>
                  </a:cubicBezTo>
                  <a:close/>
                  <a:moveTo>
                    <a:pt x="1180466" y="29210"/>
                  </a:moveTo>
                  <a:cubicBezTo>
                    <a:pt x="1186181" y="29210"/>
                    <a:pt x="1190626" y="30480"/>
                    <a:pt x="1195071" y="32385"/>
                  </a:cubicBezTo>
                  <a:cubicBezTo>
                    <a:pt x="1198881" y="34290"/>
                    <a:pt x="1202691" y="37465"/>
                    <a:pt x="1205231" y="40640"/>
                  </a:cubicBezTo>
                  <a:cubicBezTo>
                    <a:pt x="1207771" y="44450"/>
                    <a:pt x="1209676" y="48260"/>
                    <a:pt x="1211581" y="53340"/>
                  </a:cubicBezTo>
                  <a:cubicBezTo>
                    <a:pt x="1212851" y="57785"/>
                    <a:pt x="1213486" y="62865"/>
                    <a:pt x="1213486" y="68580"/>
                  </a:cubicBezTo>
                  <a:lnTo>
                    <a:pt x="1212216" y="68580"/>
                  </a:lnTo>
                  <a:cubicBezTo>
                    <a:pt x="1212216" y="68580"/>
                    <a:pt x="1212216" y="71120"/>
                    <a:pt x="1212216" y="72390"/>
                  </a:cubicBezTo>
                  <a:cubicBezTo>
                    <a:pt x="1212216" y="73660"/>
                    <a:pt x="1212216" y="74295"/>
                    <a:pt x="1212216" y="75565"/>
                  </a:cubicBezTo>
                  <a:lnTo>
                    <a:pt x="1160781" y="75565"/>
                  </a:lnTo>
                  <a:cubicBezTo>
                    <a:pt x="1160781" y="79375"/>
                    <a:pt x="1162051" y="82550"/>
                    <a:pt x="1163321" y="85090"/>
                  </a:cubicBezTo>
                  <a:cubicBezTo>
                    <a:pt x="1164591" y="87630"/>
                    <a:pt x="1165861" y="90170"/>
                    <a:pt x="1167766" y="91440"/>
                  </a:cubicBezTo>
                  <a:cubicBezTo>
                    <a:pt x="1169671" y="93345"/>
                    <a:pt x="1171576" y="94615"/>
                    <a:pt x="1173481" y="95250"/>
                  </a:cubicBezTo>
                  <a:cubicBezTo>
                    <a:pt x="1175386" y="95885"/>
                    <a:pt x="1177926" y="96520"/>
                    <a:pt x="1180466" y="96520"/>
                  </a:cubicBezTo>
                  <a:cubicBezTo>
                    <a:pt x="1182371" y="96520"/>
                    <a:pt x="1183641" y="96520"/>
                    <a:pt x="1185546" y="96520"/>
                  </a:cubicBezTo>
                  <a:cubicBezTo>
                    <a:pt x="1186816" y="96520"/>
                    <a:pt x="1188721" y="95885"/>
                    <a:pt x="1189991" y="95250"/>
                  </a:cubicBezTo>
                  <a:cubicBezTo>
                    <a:pt x="1191261" y="95250"/>
                    <a:pt x="1192531" y="93980"/>
                    <a:pt x="1193801" y="93345"/>
                  </a:cubicBezTo>
                  <a:cubicBezTo>
                    <a:pt x="1195071" y="93345"/>
                    <a:pt x="1196341" y="92075"/>
                    <a:pt x="1198246" y="90805"/>
                  </a:cubicBezTo>
                  <a:lnTo>
                    <a:pt x="1207136" y="100330"/>
                  </a:lnTo>
                  <a:cubicBezTo>
                    <a:pt x="1207136" y="100330"/>
                    <a:pt x="1203326" y="103505"/>
                    <a:pt x="1201421" y="104775"/>
                  </a:cubicBezTo>
                  <a:cubicBezTo>
                    <a:pt x="1199516" y="106045"/>
                    <a:pt x="1197611" y="106680"/>
                    <a:pt x="1195706" y="107950"/>
                  </a:cubicBezTo>
                  <a:cubicBezTo>
                    <a:pt x="1193801" y="108585"/>
                    <a:pt x="1191261" y="109855"/>
                    <a:pt x="1188721" y="109855"/>
                  </a:cubicBezTo>
                  <a:cubicBezTo>
                    <a:pt x="1186181" y="109855"/>
                    <a:pt x="1183006" y="110490"/>
                    <a:pt x="1179831" y="110490"/>
                  </a:cubicBezTo>
                  <a:cubicBezTo>
                    <a:pt x="1176656" y="110490"/>
                    <a:pt x="1173481" y="110490"/>
                    <a:pt x="1170306" y="109220"/>
                  </a:cubicBezTo>
                  <a:cubicBezTo>
                    <a:pt x="1167131" y="108585"/>
                    <a:pt x="1164591" y="107315"/>
                    <a:pt x="1162686" y="105410"/>
                  </a:cubicBezTo>
                  <a:cubicBezTo>
                    <a:pt x="1160781" y="103505"/>
                    <a:pt x="1158241" y="102235"/>
                    <a:pt x="1156336" y="100330"/>
                  </a:cubicBezTo>
                  <a:cubicBezTo>
                    <a:pt x="1154431" y="98425"/>
                    <a:pt x="1152526" y="95885"/>
                    <a:pt x="1151256" y="92710"/>
                  </a:cubicBezTo>
                  <a:cubicBezTo>
                    <a:pt x="1149351" y="89535"/>
                    <a:pt x="1148081" y="86360"/>
                    <a:pt x="1147446" y="82550"/>
                  </a:cubicBezTo>
                  <a:cubicBezTo>
                    <a:pt x="1146811" y="78740"/>
                    <a:pt x="1146176" y="74295"/>
                    <a:pt x="1146176" y="69850"/>
                  </a:cubicBezTo>
                  <a:cubicBezTo>
                    <a:pt x="1146176" y="63500"/>
                    <a:pt x="1146811" y="57150"/>
                    <a:pt x="1148716" y="52070"/>
                  </a:cubicBezTo>
                  <a:cubicBezTo>
                    <a:pt x="1150621" y="46990"/>
                    <a:pt x="1152526" y="42545"/>
                    <a:pt x="1155701" y="39370"/>
                  </a:cubicBezTo>
                  <a:cubicBezTo>
                    <a:pt x="1158876" y="36195"/>
                    <a:pt x="1162051" y="33020"/>
                    <a:pt x="1166496" y="31750"/>
                  </a:cubicBezTo>
                  <a:cubicBezTo>
                    <a:pt x="1170941" y="29845"/>
                    <a:pt x="1175386" y="29210"/>
                    <a:pt x="1180466" y="29210"/>
                  </a:cubicBezTo>
                  <a:close/>
                  <a:moveTo>
                    <a:pt x="901065" y="29210"/>
                  </a:moveTo>
                  <a:cubicBezTo>
                    <a:pt x="906780" y="29210"/>
                    <a:pt x="911225" y="30480"/>
                    <a:pt x="915670" y="32385"/>
                  </a:cubicBezTo>
                  <a:cubicBezTo>
                    <a:pt x="919480" y="34290"/>
                    <a:pt x="923290" y="37465"/>
                    <a:pt x="925830" y="40640"/>
                  </a:cubicBezTo>
                  <a:cubicBezTo>
                    <a:pt x="928370" y="44450"/>
                    <a:pt x="930275" y="48260"/>
                    <a:pt x="932180" y="53340"/>
                  </a:cubicBezTo>
                  <a:cubicBezTo>
                    <a:pt x="933450" y="57785"/>
                    <a:pt x="934085" y="62865"/>
                    <a:pt x="934085" y="68580"/>
                  </a:cubicBezTo>
                  <a:lnTo>
                    <a:pt x="932815" y="68580"/>
                  </a:lnTo>
                  <a:cubicBezTo>
                    <a:pt x="932815" y="68580"/>
                    <a:pt x="932815" y="71120"/>
                    <a:pt x="932815" y="72390"/>
                  </a:cubicBezTo>
                  <a:cubicBezTo>
                    <a:pt x="932815" y="73660"/>
                    <a:pt x="932815" y="74295"/>
                    <a:pt x="932815" y="75565"/>
                  </a:cubicBezTo>
                  <a:lnTo>
                    <a:pt x="881380" y="75565"/>
                  </a:lnTo>
                  <a:cubicBezTo>
                    <a:pt x="881380" y="79375"/>
                    <a:pt x="882650" y="82550"/>
                    <a:pt x="883920" y="85090"/>
                  </a:cubicBezTo>
                  <a:cubicBezTo>
                    <a:pt x="885190" y="87630"/>
                    <a:pt x="886460" y="90170"/>
                    <a:pt x="888365" y="91440"/>
                  </a:cubicBezTo>
                  <a:cubicBezTo>
                    <a:pt x="890270" y="93345"/>
                    <a:pt x="892175" y="94615"/>
                    <a:pt x="894080" y="95250"/>
                  </a:cubicBezTo>
                  <a:cubicBezTo>
                    <a:pt x="895985" y="95885"/>
                    <a:pt x="898525" y="96520"/>
                    <a:pt x="901065" y="96520"/>
                  </a:cubicBezTo>
                  <a:cubicBezTo>
                    <a:pt x="902970" y="96520"/>
                    <a:pt x="904240" y="96520"/>
                    <a:pt x="906145" y="96520"/>
                  </a:cubicBezTo>
                  <a:cubicBezTo>
                    <a:pt x="907415" y="96520"/>
                    <a:pt x="909320" y="95885"/>
                    <a:pt x="910590" y="95250"/>
                  </a:cubicBezTo>
                  <a:cubicBezTo>
                    <a:pt x="911860" y="95250"/>
                    <a:pt x="913130" y="93980"/>
                    <a:pt x="914400" y="93345"/>
                  </a:cubicBezTo>
                  <a:cubicBezTo>
                    <a:pt x="915670" y="93345"/>
                    <a:pt x="916940" y="92075"/>
                    <a:pt x="918845" y="90805"/>
                  </a:cubicBezTo>
                  <a:lnTo>
                    <a:pt x="927735" y="100330"/>
                  </a:lnTo>
                  <a:cubicBezTo>
                    <a:pt x="927735" y="100330"/>
                    <a:pt x="923925" y="103505"/>
                    <a:pt x="922020" y="104775"/>
                  </a:cubicBezTo>
                  <a:cubicBezTo>
                    <a:pt x="920115" y="106045"/>
                    <a:pt x="918210" y="106680"/>
                    <a:pt x="916305" y="107950"/>
                  </a:cubicBezTo>
                  <a:cubicBezTo>
                    <a:pt x="914400" y="108585"/>
                    <a:pt x="911860" y="109855"/>
                    <a:pt x="909320" y="109855"/>
                  </a:cubicBezTo>
                  <a:cubicBezTo>
                    <a:pt x="906780" y="109855"/>
                    <a:pt x="903605" y="110490"/>
                    <a:pt x="900430" y="110490"/>
                  </a:cubicBezTo>
                  <a:cubicBezTo>
                    <a:pt x="897255" y="110490"/>
                    <a:pt x="894080" y="110490"/>
                    <a:pt x="890905" y="109220"/>
                  </a:cubicBezTo>
                  <a:cubicBezTo>
                    <a:pt x="887730" y="108585"/>
                    <a:pt x="885190" y="107315"/>
                    <a:pt x="883285" y="105410"/>
                  </a:cubicBezTo>
                  <a:cubicBezTo>
                    <a:pt x="881380" y="103505"/>
                    <a:pt x="878840" y="102235"/>
                    <a:pt x="876935" y="100330"/>
                  </a:cubicBezTo>
                  <a:cubicBezTo>
                    <a:pt x="875030" y="98425"/>
                    <a:pt x="873125" y="95885"/>
                    <a:pt x="871855" y="92710"/>
                  </a:cubicBezTo>
                  <a:cubicBezTo>
                    <a:pt x="869950" y="89535"/>
                    <a:pt x="868680" y="86360"/>
                    <a:pt x="868045" y="82550"/>
                  </a:cubicBezTo>
                  <a:cubicBezTo>
                    <a:pt x="867410" y="78740"/>
                    <a:pt x="866775" y="74295"/>
                    <a:pt x="866775" y="69850"/>
                  </a:cubicBezTo>
                  <a:cubicBezTo>
                    <a:pt x="866775" y="63500"/>
                    <a:pt x="867410" y="57150"/>
                    <a:pt x="869315" y="52070"/>
                  </a:cubicBezTo>
                  <a:cubicBezTo>
                    <a:pt x="871220" y="46990"/>
                    <a:pt x="873125" y="42545"/>
                    <a:pt x="876300" y="39370"/>
                  </a:cubicBezTo>
                  <a:cubicBezTo>
                    <a:pt x="879475" y="36195"/>
                    <a:pt x="882650" y="33020"/>
                    <a:pt x="887095" y="31750"/>
                  </a:cubicBezTo>
                  <a:cubicBezTo>
                    <a:pt x="891540" y="29845"/>
                    <a:pt x="895985" y="29210"/>
                    <a:pt x="901065" y="29210"/>
                  </a:cubicBezTo>
                  <a:close/>
                  <a:moveTo>
                    <a:pt x="668656" y="29210"/>
                  </a:moveTo>
                  <a:cubicBezTo>
                    <a:pt x="671830" y="29210"/>
                    <a:pt x="674370" y="29210"/>
                    <a:pt x="676275" y="29845"/>
                  </a:cubicBezTo>
                  <a:cubicBezTo>
                    <a:pt x="678181" y="29845"/>
                    <a:pt x="680086" y="31115"/>
                    <a:pt x="681991" y="32385"/>
                  </a:cubicBezTo>
                  <a:lnTo>
                    <a:pt x="678181" y="46990"/>
                  </a:lnTo>
                  <a:lnTo>
                    <a:pt x="676910" y="46990"/>
                  </a:lnTo>
                  <a:cubicBezTo>
                    <a:pt x="676910" y="46990"/>
                    <a:pt x="673736" y="45085"/>
                    <a:pt x="671830" y="45085"/>
                  </a:cubicBezTo>
                  <a:cubicBezTo>
                    <a:pt x="669925" y="45085"/>
                    <a:pt x="668020" y="44450"/>
                    <a:pt x="665480" y="44450"/>
                  </a:cubicBezTo>
                  <a:cubicBezTo>
                    <a:pt x="660400" y="44450"/>
                    <a:pt x="656590" y="46355"/>
                    <a:pt x="654050" y="49530"/>
                  </a:cubicBezTo>
                  <a:cubicBezTo>
                    <a:pt x="651510" y="52705"/>
                    <a:pt x="650240" y="57785"/>
                    <a:pt x="650240" y="64770"/>
                  </a:cubicBezTo>
                  <a:lnTo>
                    <a:pt x="650240" y="109220"/>
                  </a:lnTo>
                  <a:lnTo>
                    <a:pt x="635000" y="109220"/>
                  </a:lnTo>
                  <a:lnTo>
                    <a:pt x="635000" y="31115"/>
                  </a:lnTo>
                  <a:lnTo>
                    <a:pt x="650240" y="31115"/>
                  </a:lnTo>
                  <a:lnTo>
                    <a:pt x="650240" y="38735"/>
                  </a:lnTo>
                  <a:cubicBezTo>
                    <a:pt x="650240" y="38735"/>
                    <a:pt x="652145" y="36195"/>
                    <a:pt x="653416" y="34925"/>
                  </a:cubicBezTo>
                  <a:cubicBezTo>
                    <a:pt x="654685" y="33655"/>
                    <a:pt x="655955" y="33020"/>
                    <a:pt x="657861" y="31750"/>
                  </a:cubicBezTo>
                  <a:cubicBezTo>
                    <a:pt x="659130" y="31115"/>
                    <a:pt x="661035" y="30480"/>
                    <a:pt x="662940" y="29845"/>
                  </a:cubicBezTo>
                  <a:cubicBezTo>
                    <a:pt x="664845" y="29845"/>
                    <a:pt x="666751" y="29210"/>
                    <a:pt x="668656" y="29210"/>
                  </a:cubicBezTo>
                  <a:close/>
                  <a:moveTo>
                    <a:pt x="586739" y="29210"/>
                  </a:moveTo>
                  <a:cubicBezTo>
                    <a:pt x="592454" y="29210"/>
                    <a:pt x="596899" y="30480"/>
                    <a:pt x="601344" y="32385"/>
                  </a:cubicBezTo>
                  <a:cubicBezTo>
                    <a:pt x="605154" y="34290"/>
                    <a:pt x="608964" y="37465"/>
                    <a:pt x="611504" y="40640"/>
                  </a:cubicBezTo>
                  <a:cubicBezTo>
                    <a:pt x="614044" y="44450"/>
                    <a:pt x="615949" y="48260"/>
                    <a:pt x="617854" y="53340"/>
                  </a:cubicBezTo>
                  <a:cubicBezTo>
                    <a:pt x="619124" y="57785"/>
                    <a:pt x="619759" y="62865"/>
                    <a:pt x="619759" y="68580"/>
                  </a:cubicBezTo>
                  <a:lnTo>
                    <a:pt x="618489" y="68580"/>
                  </a:lnTo>
                  <a:cubicBezTo>
                    <a:pt x="618489" y="68580"/>
                    <a:pt x="618489" y="71120"/>
                    <a:pt x="618489" y="72390"/>
                  </a:cubicBezTo>
                  <a:cubicBezTo>
                    <a:pt x="618489" y="73660"/>
                    <a:pt x="618489" y="74295"/>
                    <a:pt x="618489" y="75565"/>
                  </a:cubicBezTo>
                  <a:lnTo>
                    <a:pt x="567054" y="75565"/>
                  </a:lnTo>
                  <a:cubicBezTo>
                    <a:pt x="567054" y="79375"/>
                    <a:pt x="568324" y="82550"/>
                    <a:pt x="569594" y="85090"/>
                  </a:cubicBezTo>
                  <a:cubicBezTo>
                    <a:pt x="570864" y="87630"/>
                    <a:pt x="572134" y="90170"/>
                    <a:pt x="574039" y="91440"/>
                  </a:cubicBezTo>
                  <a:cubicBezTo>
                    <a:pt x="575944" y="93345"/>
                    <a:pt x="577849" y="94615"/>
                    <a:pt x="579754" y="95250"/>
                  </a:cubicBezTo>
                  <a:cubicBezTo>
                    <a:pt x="581659" y="95885"/>
                    <a:pt x="584199" y="96520"/>
                    <a:pt x="586739" y="96520"/>
                  </a:cubicBezTo>
                  <a:cubicBezTo>
                    <a:pt x="588644" y="96520"/>
                    <a:pt x="589914" y="96520"/>
                    <a:pt x="591819" y="96520"/>
                  </a:cubicBezTo>
                  <a:cubicBezTo>
                    <a:pt x="593089" y="96520"/>
                    <a:pt x="594994" y="95885"/>
                    <a:pt x="596264" y="95250"/>
                  </a:cubicBezTo>
                  <a:cubicBezTo>
                    <a:pt x="597534" y="95250"/>
                    <a:pt x="598804" y="93980"/>
                    <a:pt x="600074" y="93345"/>
                  </a:cubicBezTo>
                  <a:cubicBezTo>
                    <a:pt x="601344" y="93345"/>
                    <a:pt x="602614" y="92075"/>
                    <a:pt x="604519" y="90805"/>
                  </a:cubicBezTo>
                  <a:lnTo>
                    <a:pt x="613409" y="100330"/>
                  </a:lnTo>
                  <a:cubicBezTo>
                    <a:pt x="613409" y="100330"/>
                    <a:pt x="609599" y="103505"/>
                    <a:pt x="607694" y="104775"/>
                  </a:cubicBezTo>
                  <a:cubicBezTo>
                    <a:pt x="605789" y="106045"/>
                    <a:pt x="603884" y="106680"/>
                    <a:pt x="601979" y="107950"/>
                  </a:cubicBezTo>
                  <a:cubicBezTo>
                    <a:pt x="600074" y="108585"/>
                    <a:pt x="597534" y="109855"/>
                    <a:pt x="594994" y="109855"/>
                  </a:cubicBezTo>
                  <a:cubicBezTo>
                    <a:pt x="592454" y="109855"/>
                    <a:pt x="589279" y="110490"/>
                    <a:pt x="586104" y="110490"/>
                  </a:cubicBezTo>
                  <a:cubicBezTo>
                    <a:pt x="582929" y="110490"/>
                    <a:pt x="579754" y="110490"/>
                    <a:pt x="576579" y="109220"/>
                  </a:cubicBezTo>
                  <a:cubicBezTo>
                    <a:pt x="573404" y="108585"/>
                    <a:pt x="570864" y="107315"/>
                    <a:pt x="568959" y="105410"/>
                  </a:cubicBezTo>
                  <a:cubicBezTo>
                    <a:pt x="566419" y="104140"/>
                    <a:pt x="564514" y="102235"/>
                    <a:pt x="562609" y="100330"/>
                  </a:cubicBezTo>
                  <a:cubicBezTo>
                    <a:pt x="560704" y="98425"/>
                    <a:pt x="558799" y="95885"/>
                    <a:pt x="557529" y="92710"/>
                  </a:cubicBezTo>
                  <a:cubicBezTo>
                    <a:pt x="555624" y="89535"/>
                    <a:pt x="554354" y="86360"/>
                    <a:pt x="553719" y="82550"/>
                  </a:cubicBezTo>
                  <a:cubicBezTo>
                    <a:pt x="553084" y="78740"/>
                    <a:pt x="552449" y="74295"/>
                    <a:pt x="552449" y="69850"/>
                  </a:cubicBezTo>
                  <a:cubicBezTo>
                    <a:pt x="552449" y="63500"/>
                    <a:pt x="553084" y="57150"/>
                    <a:pt x="554989" y="52070"/>
                  </a:cubicBezTo>
                  <a:cubicBezTo>
                    <a:pt x="556894" y="46990"/>
                    <a:pt x="558799" y="42545"/>
                    <a:pt x="561974" y="39370"/>
                  </a:cubicBezTo>
                  <a:cubicBezTo>
                    <a:pt x="565149" y="36195"/>
                    <a:pt x="568324" y="33020"/>
                    <a:pt x="572769" y="31750"/>
                  </a:cubicBezTo>
                  <a:cubicBezTo>
                    <a:pt x="577214" y="29845"/>
                    <a:pt x="581659" y="29210"/>
                    <a:pt x="586739" y="29210"/>
                  </a:cubicBezTo>
                  <a:close/>
                  <a:moveTo>
                    <a:pt x="400050" y="29210"/>
                  </a:moveTo>
                  <a:cubicBezTo>
                    <a:pt x="405765" y="29210"/>
                    <a:pt x="410210" y="30480"/>
                    <a:pt x="414655" y="32385"/>
                  </a:cubicBezTo>
                  <a:cubicBezTo>
                    <a:pt x="418465" y="34290"/>
                    <a:pt x="422275" y="37465"/>
                    <a:pt x="424815" y="40640"/>
                  </a:cubicBezTo>
                  <a:cubicBezTo>
                    <a:pt x="427355" y="44450"/>
                    <a:pt x="429260" y="48260"/>
                    <a:pt x="431165" y="53340"/>
                  </a:cubicBezTo>
                  <a:cubicBezTo>
                    <a:pt x="432435" y="57785"/>
                    <a:pt x="433070" y="62865"/>
                    <a:pt x="433070" y="68580"/>
                  </a:cubicBezTo>
                  <a:lnTo>
                    <a:pt x="431800" y="68580"/>
                  </a:lnTo>
                  <a:cubicBezTo>
                    <a:pt x="431800" y="68580"/>
                    <a:pt x="431800" y="71120"/>
                    <a:pt x="431800" y="72390"/>
                  </a:cubicBezTo>
                  <a:cubicBezTo>
                    <a:pt x="431800" y="73660"/>
                    <a:pt x="431800" y="74295"/>
                    <a:pt x="431800" y="75565"/>
                  </a:cubicBezTo>
                  <a:lnTo>
                    <a:pt x="380365" y="75565"/>
                  </a:lnTo>
                  <a:cubicBezTo>
                    <a:pt x="380365" y="79375"/>
                    <a:pt x="381635" y="82550"/>
                    <a:pt x="382905" y="85090"/>
                  </a:cubicBezTo>
                  <a:cubicBezTo>
                    <a:pt x="384175" y="87630"/>
                    <a:pt x="385445" y="90170"/>
                    <a:pt x="387350" y="91440"/>
                  </a:cubicBezTo>
                  <a:cubicBezTo>
                    <a:pt x="389255" y="93345"/>
                    <a:pt x="391160" y="94615"/>
                    <a:pt x="393065" y="95250"/>
                  </a:cubicBezTo>
                  <a:cubicBezTo>
                    <a:pt x="394970" y="95885"/>
                    <a:pt x="397510" y="96520"/>
                    <a:pt x="400050" y="96520"/>
                  </a:cubicBezTo>
                  <a:cubicBezTo>
                    <a:pt x="401955" y="96520"/>
                    <a:pt x="403225" y="96520"/>
                    <a:pt x="405130" y="96520"/>
                  </a:cubicBezTo>
                  <a:cubicBezTo>
                    <a:pt x="406400" y="96520"/>
                    <a:pt x="408305" y="95885"/>
                    <a:pt x="409575" y="95250"/>
                  </a:cubicBezTo>
                  <a:cubicBezTo>
                    <a:pt x="410845" y="95250"/>
                    <a:pt x="412115" y="93980"/>
                    <a:pt x="413385" y="93345"/>
                  </a:cubicBezTo>
                  <a:cubicBezTo>
                    <a:pt x="414655" y="93345"/>
                    <a:pt x="415925" y="92075"/>
                    <a:pt x="417830" y="90805"/>
                  </a:cubicBezTo>
                  <a:lnTo>
                    <a:pt x="426720" y="100330"/>
                  </a:lnTo>
                  <a:cubicBezTo>
                    <a:pt x="426720" y="100330"/>
                    <a:pt x="422910" y="103505"/>
                    <a:pt x="421005" y="104775"/>
                  </a:cubicBezTo>
                  <a:cubicBezTo>
                    <a:pt x="419100" y="106045"/>
                    <a:pt x="417195" y="106680"/>
                    <a:pt x="415290" y="107950"/>
                  </a:cubicBezTo>
                  <a:cubicBezTo>
                    <a:pt x="413385" y="108585"/>
                    <a:pt x="410845" y="109855"/>
                    <a:pt x="408305" y="109855"/>
                  </a:cubicBezTo>
                  <a:cubicBezTo>
                    <a:pt x="405765" y="109855"/>
                    <a:pt x="402590" y="110490"/>
                    <a:pt x="399415" y="110490"/>
                  </a:cubicBezTo>
                  <a:cubicBezTo>
                    <a:pt x="396240" y="110490"/>
                    <a:pt x="393065" y="110490"/>
                    <a:pt x="389890" y="109220"/>
                  </a:cubicBezTo>
                  <a:cubicBezTo>
                    <a:pt x="386715" y="108585"/>
                    <a:pt x="384175" y="107315"/>
                    <a:pt x="382270" y="105410"/>
                  </a:cubicBezTo>
                  <a:cubicBezTo>
                    <a:pt x="380365" y="103505"/>
                    <a:pt x="377825" y="102235"/>
                    <a:pt x="375920" y="100330"/>
                  </a:cubicBezTo>
                  <a:cubicBezTo>
                    <a:pt x="374015" y="98425"/>
                    <a:pt x="372110" y="95885"/>
                    <a:pt x="370840" y="92710"/>
                  </a:cubicBezTo>
                  <a:cubicBezTo>
                    <a:pt x="368935" y="89535"/>
                    <a:pt x="367665" y="86360"/>
                    <a:pt x="367030" y="82550"/>
                  </a:cubicBezTo>
                  <a:cubicBezTo>
                    <a:pt x="366395" y="78740"/>
                    <a:pt x="365760" y="74295"/>
                    <a:pt x="365760" y="69850"/>
                  </a:cubicBezTo>
                  <a:cubicBezTo>
                    <a:pt x="365760" y="63500"/>
                    <a:pt x="366395" y="57150"/>
                    <a:pt x="368300" y="52070"/>
                  </a:cubicBezTo>
                  <a:cubicBezTo>
                    <a:pt x="370205" y="46990"/>
                    <a:pt x="372110" y="42545"/>
                    <a:pt x="375285" y="39370"/>
                  </a:cubicBezTo>
                  <a:cubicBezTo>
                    <a:pt x="378460" y="36195"/>
                    <a:pt x="381635" y="33020"/>
                    <a:pt x="386080" y="31750"/>
                  </a:cubicBezTo>
                  <a:cubicBezTo>
                    <a:pt x="390525" y="29845"/>
                    <a:pt x="394970" y="29210"/>
                    <a:pt x="400050" y="29210"/>
                  </a:cubicBezTo>
                  <a:close/>
                  <a:moveTo>
                    <a:pt x="201930" y="29210"/>
                  </a:moveTo>
                  <a:cubicBezTo>
                    <a:pt x="207645" y="29210"/>
                    <a:pt x="212090" y="30480"/>
                    <a:pt x="216535" y="32385"/>
                  </a:cubicBezTo>
                  <a:cubicBezTo>
                    <a:pt x="220345" y="34290"/>
                    <a:pt x="224155" y="37465"/>
                    <a:pt x="226695" y="40640"/>
                  </a:cubicBezTo>
                  <a:cubicBezTo>
                    <a:pt x="229235" y="44450"/>
                    <a:pt x="231140" y="48260"/>
                    <a:pt x="233045" y="53340"/>
                  </a:cubicBezTo>
                  <a:cubicBezTo>
                    <a:pt x="234315" y="57785"/>
                    <a:pt x="234950" y="62865"/>
                    <a:pt x="234950" y="68580"/>
                  </a:cubicBezTo>
                  <a:lnTo>
                    <a:pt x="233680" y="68580"/>
                  </a:lnTo>
                  <a:cubicBezTo>
                    <a:pt x="233680" y="68580"/>
                    <a:pt x="233680" y="71120"/>
                    <a:pt x="233680" y="72390"/>
                  </a:cubicBezTo>
                  <a:cubicBezTo>
                    <a:pt x="233680" y="73660"/>
                    <a:pt x="233680" y="74295"/>
                    <a:pt x="233680" y="75565"/>
                  </a:cubicBezTo>
                  <a:lnTo>
                    <a:pt x="182245" y="75565"/>
                  </a:lnTo>
                  <a:cubicBezTo>
                    <a:pt x="182245" y="79375"/>
                    <a:pt x="183515" y="82550"/>
                    <a:pt x="184785" y="85090"/>
                  </a:cubicBezTo>
                  <a:cubicBezTo>
                    <a:pt x="186055" y="87630"/>
                    <a:pt x="187325" y="90170"/>
                    <a:pt x="189230" y="91440"/>
                  </a:cubicBezTo>
                  <a:cubicBezTo>
                    <a:pt x="191135" y="93345"/>
                    <a:pt x="193040" y="94615"/>
                    <a:pt x="194945" y="95250"/>
                  </a:cubicBezTo>
                  <a:cubicBezTo>
                    <a:pt x="196850" y="95885"/>
                    <a:pt x="199390" y="96520"/>
                    <a:pt x="201930" y="96520"/>
                  </a:cubicBezTo>
                  <a:cubicBezTo>
                    <a:pt x="203835" y="96520"/>
                    <a:pt x="205105" y="96520"/>
                    <a:pt x="207010" y="96520"/>
                  </a:cubicBezTo>
                  <a:cubicBezTo>
                    <a:pt x="208280" y="96520"/>
                    <a:pt x="210185" y="95885"/>
                    <a:pt x="211455" y="95250"/>
                  </a:cubicBezTo>
                  <a:cubicBezTo>
                    <a:pt x="212725" y="95250"/>
                    <a:pt x="213995" y="93980"/>
                    <a:pt x="215265" y="93345"/>
                  </a:cubicBezTo>
                  <a:cubicBezTo>
                    <a:pt x="216535" y="93345"/>
                    <a:pt x="217805" y="92075"/>
                    <a:pt x="219710" y="90805"/>
                  </a:cubicBezTo>
                  <a:lnTo>
                    <a:pt x="228600" y="100330"/>
                  </a:lnTo>
                  <a:cubicBezTo>
                    <a:pt x="228600" y="100330"/>
                    <a:pt x="224790" y="103505"/>
                    <a:pt x="222885" y="104775"/>
                  </a:cubicBezTo>
                  <a:cubicBezTo>
                    <a:pt x="220980" y="106045"/>
                    <a:pt x="219075" y="106680"/>
                    <a:pt x="217170" y="107950"/>
                  </a:cubicBezTo>
                  <a:cubicBezTo>
                    <a:pt x="215265" y="108585"/>
                    <a:pt x="212725" y="109855"/>
                    <a:pt x="210185" y="109855"/>
                  </a:cubicBezTo>
                  <a:cubicBezTo>
                    <a:pt x="207645" y="109855"/>
                    <a:pt x="204470" y="110490"/>
                    <a:pt x="201295" y="110490"/>
                  </a:cubicBezTo>
                  <a:cubicBezTo>
                    <a:pt x="198120" y="110490"/>
                    <a:pt x="194945" y="110490"/>
                    <a:pt x="191770" y="109220"/>
                  </a:cubicBezTo>
                  <a:cubicBezTo>
                    <a:pt x="188595" y="108585"/>
                    <a:pt x="186055" y="107315"/>
                    <a:pt x="184150" y="105410"/>
                  </a:cubicBezTo>
                  <a:cubicBezTo>
                    <a:pt x="181610" y="104140"/>
                    <a:pt x="179705" y="102235"/>
                    <a:pt x="177800" y="100330"/>
                  </a:cubicBezTo>
                  <a:cubicBezTo>
                    <a:pt x="175895" y="98425"/>
                    <a:pt x="173990" y="95885"/>
                    <a:pt x="172720" y="92710"/>
                  </a:cubicBezTo>
                  <a:cubicBezTo>
                    <a:pt x="170815" y="89535"/>
                    <a:pt x="169545" y="86360"/>
                    <a:pt x="168910" y="82550"/>
                  </a:cubicBezTo>
                  <a:cubicBezTo>
                    <a:pt x="168275" y="78740"/>
                    <a:pt x="167640" y="74295"/>
                    <a:pt x="167640" y="69850"/>
                  </a:cubicBezTo>
                  <a:cubicBezTo>
                    <a:pt x="167640" y="63500"/>
                    <a:pt x="168275" y="57150"/>
                    <a:pt x="170180" y="52070"/>
                  </a:cubicBezTo>
                  <a:cubicBezTo>
                    <a:pt x="172085" y="46990"/>
                    <a:pt x="173990" y="42545"/>
                    <a:pt x="177165" y="39370"/>
                  </a:cubicBezTo>
                  <a:cubicBezTo>
                    <a:pt x="180340" y="36195"/>
                    <a:pt x="183515" y="33020"/>
                    <a:pt x="187960" y="31750"/>
                  </a:cubicBezTo>
                  <a:cubicBezTo>
                    <a:pt x="192405" y="29845"/>
                    <a:pt x="196850" y="29210"/>
                    <a:pt x="201930" y="29210"/>
                  </a:cubicBezTo>
                  <a:close/>
                  <a:moveTo>
                    <a:pt x="4664706" y="28574"/>
                  </a:moveTo>
                  <a:cubicBezTo>
                    <a:pt x="4669786" y="28574"/>
                    <a:pt x="4674231" y="29209"/>
                    <a:pt x="4678676" y="31749"/>
                  </a:cubicBezTo>
                  <a:cubicBezTo>
                    <a:pt x="4683121" y="33654"/>
                    <a:pt x="4686296" y="36194"/>
                    <a:pt x="4689471" y="40004"/>
                  </a:cubicBezTo>
                  <a:cubicBezTo>
                    <a:pt x="4692646" y="43814"/>
                    <a:pt x="4695186" y="47624"/>
                    <a:pt x="4696456" y="52704"/>
                  </a:cubicBezTo>
                  <a:cubicBezTo>
                    <a:pt x="4698361" y="57784"/>
                    <a:pt x="4698996" y="63499"/>
                    <a:pt x="4698996" y="69214"/>
                  </a:cubicBezTo>
                  <a:lnTo>
                    <a:pt x="4699631" y="69214"/>
                  </a:lnTo>
                  <a:cubicBezTo>
                    <a:pt x="4699631" y="75564"/>
                    <a:pt x="4698996" y="81279"/>
                    <a:pt x="4697091" y="86359"/>
                  </a:cubicBezTo>
                  <a:cubicBezTo>
                    <a:pt x="4695186" y="91439"/>
                    <a:pt x="4692646" y="95884"/>
                    <a:pt x="4689471" y="99059"/>
                  </a:cubicBezTo>
                  <a:cubicBezTo>
                    <a:pt x="4686296" y="102869"/>
                    <a:pt x="4682486" y="105409"/>
                    <a:pt x="4678041" y="107314"/>
                  </a:cubicBezTo>
                  <a:cubicBezTo>
                    <a:pt x="4673596" y="109219"/>
                    <a:pt x="4669151" y="109854"/>
                    <a:pt x="4664071" y="109854"/>
                  </a:cubicBezTo>
                  <a:cubicBezTo>
                    <a:pt x="4658991" y="109854"/>
                    <a:pt x="4654546" y="108584"/>
                    <a:pt x="4650101" y="106679"/>
                  </a:cubicBezTo>
                  <a:cubicBezTo>
                    <a:pt x="4645656" y="104774"/>
                    <a:pt x="4642481" y="102234"/>
                    <a:pt x="4639306" y="98424"/>
                  </a:cubicBezTo>
                  <a:cubicBezTo>
                    <a:pt x="4636131" y="94614"/>
                    <a:pt x="4633591" y="90804"/>
                    <a:pt x="4632321" y="85724"/>
                  </a:cubicBezTo>
                  <a:cubicBezTo>
                    <a:pt x="4630416" y="80644"/>
                    <a:pt x="4629781" y="74929"/>
                    <a:pt x="4629781" y="69214"/>
                  </a:cubicBezTo>
                  <a:cubicBezTo>
                    <a:pt x="4629781" y="63499"/>
                    <a:pt x="4630416" y="57149"/>
                    <a:pt x="4632321" y="52069"/>
                  </a:cubicBezTo>
                  <a:cubicBezTo>
                    <a:pt x="4634226" y="46989"/>
                    <a:pt x="4636766" y="42544"/>
                    <a:pt x="4639941" y="39369"/>
                  </a:cubicBezTo>
                  <a:cubicBezTo>
                    <a:pt x="4643116" y="35559"/>
                    <a:pt x="4646926" y="33019"/>
                    <a:pt x="4650736" y="31114"/>
                  </a:cubicBezTo>
                  <a:cubicBezTo>
                    <a:pt x="4655181" y="29209"/>
                    <a:pt x="4659626" y="28574"/>
                    <a:pt x="4664706" y="28574"/>
                  </a:cubicBezTo>
                  <a:close/>
                  <a:moveTo>
                    <a:pt x="4264655" y="28574"/>
                  </a:moveTo>
                  <a:cubicBezTo>
                    <a:pt x="4269735" y="28574"/>
                    <a:pt x="4274180" y="29209"/>
                    <a:pt x="4278625" y="31749"/>
                  </a:cubicBezTo>
                  <a:cubicBezTo>
                    <a:pt x="4283070" y="33654"/>
                    <a:pt x="4286245" y="36194"/>
                    <a:pt x="4289420" y="40004"/>
                  </a:cubicBezTo>
                  <a:cubicBezTo>
                    <a:pt x="4292595" y="43814"/>
                    <a:pt x="4295135" y="47624"/>
                    <a:pt x="4296405" y="52704"/>
                  </a:cubicBezTo>
                  <a:cubicBezTo>
                    <a:pt x="4298310" y="57784"/>
                    <a:pt x="4298945" y="63499"/>
                    <a:pt x="4298945" y="69214"/>
                  </a:cubicBezTo>
                  <a:lnTo>
                    <a:pt x="4299580" y="69214"/>
                  </a:lnTo>
                  <a:cubicBezTo>
                    <a:pt x="4299580" y="75564"/>
                    <a:pt x="4298945" y="81279"/>
                    <a:pt x="4297040" y="86359"/>
                  </a:cubicBezTo>
                  <a:cubicBezTo>
                    <a:pt x="4295135" y="91439"/>
                    <a:pt x="4292595" y="95884"/>
                    <a:pt x="4289420" y="99059"/>
                  </a:cubicBezTo>
                  <a:cubicBezTo>
                    <a:pt x="4286245" y="102869"/>
                    <a:pt x="4282435" y="105409"/>
                    <a:pt x="4277990" y="107314"/>
                  </a:cubicBezTo>
                  <a:cubicBezTo>
                    <a:pt x="4273545" y="109219"/>
                    <a:pt x="4269100" y="109854"/>
                    <a:pt x="4264020" y="109854"/>
                  </a:cubicBezTo>
                  <a:cubicBezTo>
                    <a:pt x="4258940" y="109854"/>
                    <a:pt x="4254495" y="108584"/>
                    <a:pt x="4250050" y="106679"/>
                  </a:cubicBezTo>
                  <a:cubicBezTo>
                    <a:pt x="4245605" y="104774"/>
                    <a:pt x="4242430" y="102234"/>
                    <a:pt x="4239255" y="98424"/>
                  </a:cubicBezTo>
                  <a:cubicBezTo>
                    <a:pt x="4236080" y="94614"/>
                    <a:pt x="4233540" y="90804"/>
                    <a:pt x="4232270" y="85724"/>
                  </a:cubicBezTo>
                  <a:cubicBezTo>
                    <a:pt x="4230365" y="80644"/>
                    <a:pt x="4229730" y="74929"/>
                    <a:pt x="4229730" y="69214"/>
                  </a:cubicBezTo>
                  <a:cubicBezTo>
                    <a:pt x="4229730" y="63499"/>
                    <a:pt x="4230365" y="57149"/>
                    <a:pt x="4232270" y="52069"/>
                  </a:cubicBezTo>
                  <a:cubicBezTo>
                    <a:pt x="4234175" y="46989"/>
                    <a:pt x="4236715" y="42544"/>
                    <a:pt x="4239890" y="39369"/>
                  </a:cubicBezTo>
                  <a:cubicBezTo>
                    <a:pt x="4243065" y="35559"/>
                    <a:pt x="4246875" y="33019"/>
                    <a:pt x="4250685" y="31114"/>
                  </a:cubicBezTo>
                  <a:cubicBezTo>
                    <a:pt x="4255130" y="29209"/>
                    <a:pt x="4259575" y="28574"/>
                    <a:pt x="4264655" y="28574"/>
                  </a:cubicBezTo>
                  <a:close/>
                  <a:moveTo>
                    <a:pt x="1420495" y="28574"/>
                  </a:moveTo>
                  <a:cubicBezTo>
                    <a:pt x="1425575" y="28574"/>
                    <a:pt x="1430020" y="29209"/>
                    <a:pt x="1434465" y="31749"/>
                  </a:cubicBezTo>
                  <a:cubicBezTo>
                    <a:pt x="1438910" y="33654"/>
                    <a:pt x="1442085" y="36194"/>
                    <a:pt x="1445260" y="40004"/>
                  </a:cubicBezTo>
                  <a:cubicBezTo>
                    <a:pt x="1448435" y="43814"/>
                    <a:pt x="1450975" y="47624"/>
                    <a:pt x="1452245" y="52704"/>
                  </a:cubicBezTo>
                  <a:cubicBezTo>
                    <a:pt x="1454150" y="57784"/>
                    <a:pt x="1454785" y="63499"/>
                    <a:pt x="1454785" y="69214"/>
                  </a:cubicBezTo>
                  <a:lnTo>
                    <a:pt x="1455420" y="69214"/>
                  </a:lnTo>
                  <a:cubicBezTo>
                    <a:pt x="1455420" y="75564"/>
                    <a:pt x="1454785" y="81279"/>
                    <a:pt x="1452880" y="86359"/>
                  </a:cubicBezTo>
                  <a:cubicBezTo>
                    <a:pt x="1450975" y="91439"/>
                    <a:pt x="1448435" y="95884"/>
                    <a:pt x="1445260" y="99059"/>
                  </a:cubicBezTo>
                  <a:cubicBezTo>
                    <a:pt x="1442085" y="102869"/>
                    <a:pt x="1438275" y="105409"/>
                    <a:pt x="1433830" y="107314"/>
                  </a:cubicBezTo>
                  <a:cubicBezTo>
                    <a:pt x="1429385" y="109219"/>
                    <a:pt x="1424940" y="109854"/>
                    <a:pt x="1419860" y="109854"/>
                  </a:cubicBezTo>
                  <a:cubicBezTo>
                    <a:pt x="1414780" y="109854"/>
                    <a:pt x="1410335" y="108584"/>
                    <a:pt x="1405890" y="106679"/>
                  </a:cubicBezTo>
                  <a:cubicBezTo>
                    <a:pt x="1401444" y="104774"/>
                    <a:pt x="1398270" y="102234"/>
                    <a:pt x="1395095" y="98424"/>
                  </a:cubicBezTo>
                  <a:cubicBezTo>
                    <a:pt x="1391920" y="94614"/>
                    <a:pt x="1389380" y="90804"/>
                    <a:pt x="1388110" y="85724"/>
                  </a:cubicBezTo>
                  <a:cubicBezTo>
                    <a:pt x="1386205" y="80644"/>
                    <a:pt x="1385570" y="74929"/>
                    <a:pt x="1385570" y="69214"/>
                  </a:cubicBezTo>
                  <a:cubicBezTo>
                    <a:pt x="1385570" y="63499"/>
                    <a:pt x="1386205" y="57149"/>
                    <a:pt x="1388110" y="52069"/>
                  </a:cubicBezTo>
                  <a:cubicBezTo>
                    <a:pt x="1390015" y="46989"/>
                    <a:pt x="1392555" y="42544"/>
                    <a:pt x="1395730" y="39369"/>
                  </a:cubicBezTo>
                  <a:cubicBezTo>
                    <a:pt x="1398905" y="35559"/>
                    <a:pt x="1402715" y="33019"/>
                    <a:pt x="1406525" y="31114"/>
                  </a:cubicBezTo>
                  <a:cubicBezTo>
                    <a:pt x="1410970" y="29209"/>
                    <a:pt x="1415415" y="28574"/>
                    <a:pt x="1420495" y="28574"/>
                  </a:cubicBezTo>
                  <a:close/>
                  <a:moveTo>
                    <a:pt x="3143245" y="5079"/>
                  </a:moveTo>
                  <a:lnTo>
                    <a:pt x="3219445" y="5079"/>
                  </a:lnTo>
                  <a:lnTo>
                    <a:pt x="3219445" y="20319"/>
                  </a:lnTo>
                  <a:lnTo>
                    <a:pt x="3188965" y="20319"/>
                  </a:lnTo>
                  <a:lnTo>
                    <a:pt x="3188965" y="108584"/>
                  </a:lnTo>
                  <a:lnTo>
                    <a:pt x="3173090" y="108584"/>
                  </a:lnTo>
                  <a:lnTo>
                    <a:pt x="3173090" y="20319"/>
                  </a:lnTo>
                  <a:lnTo>
                    <a:pt x="3143245" y="20319"/>
                  </a:lnTo>
                  <a:close/>
                  <a:moveTo>
                    <a:pt x="1628774" y="5079"/>
                  </a:moveTo>
                  <a:lnTo>
                    <a:pt x="1704970" y="5079"/>
                  </a:lnTo>
                  <a:lnTo>
                    <a:pt x="1704970" y="20319"/>
                  </a:lnTo>
                  <a:lnTo>
                    <a:pt x="1675129" y="20319"/>
                  </a:lnTo>
                  <a:lnTo>
                    <a:pt x="1675129" y="108584"/>
                  </a:lnTo>
                  <a:lnTo>
                    <a:pt x="1659255" y="108584"/>
                  </a:lnTo>
                  <a:lnTo>
                    <a:pt x="1659255" y="20319"/>
                  </a:lnTo>
                  <a:lnTo>
                    <a:pt x="1628774" y="20319"/>
                  </a:lnTo>
                  <a:close/>
                  <a:moveTo>
                    <a:pt x="0" y="5079"/>
                  </a:moveTo>
                  <a:lnTo>
                    <a:pt x="76200" y="5079"/>
                  </a:lnTo>
                  <a:lnTo>
                    <a:pt x="76200" y="20319"/>
                  </a:lnTo>
                  <a:lnTo>
                    <a:pt x="45720" y="20319"/>
                  </a:lnTo>
                  <a:lnTo>
                    <a:pt x="45720" y="108584"/>
                  </a:lnTo>
                  <a:lnTo>
                    <a:pt x="29845" y="108584"/>
                  </a:lnTo>
                  <a:lnTo>
                    <a:pt x="29845" y="20319"/>
                  </a:lnTo>
                  <a:lnTo>
                    <a:pt x="0" y="20319"/>
                  </a:lnTo>
                  <a:close/>
                  <a:moveTo>
                    <a:pt x="1362075" y="1269"/>
                  </a:moveTo>
                  <a:cubicBezTo>
                    <a:pt x="1363345" y="1269"/>
                    <a:pt x="1364615" y="1269"/>
                    <a:pt x="1365885" y="1904"/>
                  </a:cubicBezTo>
                  <a:cubicBezTo>
                    <a:pt x="1367155" y="1904"/>
                    <a:pt x="1367790" y="3174"/>
                    <a:pt x="1369060" y="3809"/>
                  </a:cubicBezTo>
                  <a:cubicBezTo>
                    <a:pt x="1369695" y="4444"/>
                    <a:pt x="1370965" y="5714"/>
                    <a:pt x="1370965" y="6984"/>
                  </a:cubicBezTo>
                  <a:cubicBezTo>
                    <a:pt x="1370965" y="8254"/>
                    <a:pt x="1371600" y="9524"/>
                    <a:pt x="1371600" y="10794"/>
                  </a:cubicBezTo>
                  <a:cubicBezTo>
                    <a:pt x="1371600" y="10794"/>
                    <a:pt x="1371600" y="13334"/>
                    <a:pt x="1370965" y="14604"/>
                  </a:cubicBezTo>
                  <a:cubicBezTo>
                    <a:pt x="1370965" y="15874"/>
                    <a:pt x="1369695" y="17144"/>
                    <a:pt x="1369060" y="17779"/>
                  </a:cubicBezTo>
                  <a:cubicBezTo>
                    <a:pt x="1368425" y="18414"/>
                    <a:pt x="1367155" y="19684"/>
                    <a:pt x="1365885" y="19684"/>
                  </a:cubicBezTo>
                  <a:cubicBezTo>
                    <a:pt x="1364615" y="19684"/>
                    <a:pt x="1363345" y="20319"/>
                    <a:pt x="1362075" y="20319"/>
                  </a:cubicBezTo>
                  <a:cubicBezTo>
                    <a:pt x="1360805" y="20319"/>
                    <a:pt x="1359535" y="20319"/>
                    <a:pt x="1358265" y="19684"/>
                  </a:cubicBezTo>
                  <a:cubicBezTo>
                    <a:pt x="1356995" y="19684"/>
                    <a:pt x="1355725" y="18414"/>
                    <a:pt x="1355090" y="17779"/>
                  </a:cubicBezTo>
                  <a:cubicBezTo>
                    <a:pt x="1354455" y="17144"/>
                    <a:pt x="1353185" y="15874"/>
                    <a:pt x="1353185" y="14604"/>
                  </a:cubicBezTo>
                  <a:cubicBezTo>
                    <a:pt x="1353185" y="13334"/>
                    <a:pt x="1352550" y="12064"/>
                    <a:pt x="1352550" y="10794"/>
                  </a:cubicBezTo>
                  <a:cubicBezTo>
                    <a:pt x="1352550" y="9524"/>
                    <a:pt x="1352550" y="8254"/>
                    <a:pt x="1353185" y="6984"/>
                  </a:cubicBezTo>
                  <a:cubicBezTo>
                    <a:pt x="1353185" y="5714"/>
                    <a:pt x="1354455" y="4444"/>
                    <a:pt x="1355090" y="3809"/>
                  </a:cubicBezTo>
                  <a:cubicBezTo>
                    <a:pt x="1355725" y="3174"/>
                    <a:pt x="1356995" y="1904"/>
                    <a:pt x="1358265" y="1904"/>
                  </a:cubicBezTo>
                  <a:cubicBezTo>
                    <a:pt x="1359535" y="1904"/>
                    <a:pt x="1360805" y="1269"/>
                    <a:pt x="1362075" y="1269"/>
                  </a:cubicBezTo>
                  <a:close/>
                  <a:moveTo>
                    <a:pt x="4789801" y="634"/>
                  </a:moveTo>
                  <a:lnTo>
                    <a:pt x="4789801" y="65404"/>
                  </a:lnTo>
                  <a:lnTo>
                    <a:pt x="4814566" y="31114"/>
                  </a:lnTo>
                  <a:lnTo>
                    <a:pt x="4831711" y="31114"/>
                  </a:lnTo>
                  <a:lnTo>
                    <a:pt x="4812026" y="57149"/>
                  </a:lnTo>
                  <a:lnTo>
                    <a:pt x="4835521" y="108584"/>
                  </a:lnTo>
                  <a:lnTo>
                    <a:pt x="4819011" y="108584"/>
                  </a:lnTo>
                  <a:lnTo>
                    <a:pt x="4801866" y="69849"/>
                  </a:lnTo>
                  <a:lnTo>
                    <a:pt x="4789801" y="85724"/>
                  </a:lnTo>
                  <a:lnTo>
                    <a:pt x="4789801" y="108584"/>
                  </a:lnTo>
                  <a:lnTo>
                    <a:pt x="4774561" y="108584"/>
                  </a:lnTo>
                  <a:lnTo>
                    <a:pt x="4774561" y="8889"/>
                  </a:lnTo>
                  <a:close/>
                  <a:moveTo>
                    <a:pt x="4472301" y="634"/>
                  </a:moveTo>
                  <a:lnTo>
                    <a:pt x="4472301" y="109219"/>
                  </a:lnTo>
                  <a:lnTo>
                    <a:pt x="4457061" y="109219"/>
                  </a:lnTo>
                  <a:lnTo>
                    <a:pt x="4457696" y="108584"/>
                  </a:lnTo>
                  <a:lnTo>
                    <a:pt x="4457696" y="100964"/>
                  </a:lnTo>
                  <a:cubicBezTo>
                    <a:pt x="4457696" y="100964"/>
                    <a:pt x="4454521" y="103504"/>
                    <a:pt x="4453251" y="104774"/>
                  </a:cubicBezTo>
                  <a:cubicBezTo>
                    <a:pt x="4451981" y="106044"/>
                    <a:pt x="4450076" y="106679"/>
                    <a:pt x="4448171" y="107949"/>
                  </a:cubicBezTo>
                  <a:cubicBezTo>
                    <a:pt x="4446266" y="108584"/>
                    <a:pt x="4444361" y="109219"/>
                    <a:pt x="4443091" y="109854"/>
                  </a:cubicBezTo>
                  <a:cubicBezTo>
                    <a:pt x="4441186" y="109854"/>
                    <a:pt x="4439281" y="109854"/>
                    <a:pt x="4437376" y="109854"/>
                  </a:cubicBezTo>
                  <a:cubicBezTo>
                    <a:pt x="4432931" y="109854"/>
                    <a:pt x="4429121" y="109219"/>
                    <a:pt x="4425946" y="107314"/>
                  </a:cubicBezTo>
                  <a:cubicBezTo>
                    <a:pt x="4422136" y="106044"/>
                    <a:pt x="4418961" y="103504"/>
                    <a:pt x="4416421" y="99694"/>
                  </a:cubicBezTo>
                  <a:cubicBezTo>
                    <a:pt x="4413881" y="96519"/>
                    <a:pt x="4411341" y="92074"/>
                    <a:pt x="4410071" y="86994"/>
                  </a:cubicBezTo>
                  <a:cubicBezTo>
                    <a:pt x="4408801" y="81914"/>
                    <a:pt x="4407531" y="75564"/>
                    <a:pt x="4407531" y="67944"/>
                  </a:cubicBezTo>
                  <a:cubicBezTo>
                    <a:pt x="4407531" y="61594"/>
                    <a:pt x="4408166" y="55244"/>
                    <a:pt x="4410071" y="50799"/>
                  </a:cubicBezTo>
                  <a:cubicBezTo>
                    <a:pt x="4411976" y="45719"/>
                    <a:pt x="4413881" y="41909"/>
                    <a:pt x="4417056" y="38734"/>
                  </a:cubicBezTo>
                  <a:cubicBezTo>
                    <a:pt x="4419596" y="35559"/>
                    <a:pt x="4423406" y="33019"/>
                    <a:pt x="4426581" y="31749"/>
                  </a:cubicBezTo>
                  <a:cubicBezTo>
                    <a:pt x="4430391" y="29844"/>
                    <a:pt x="4434201" y="29209"/>
                    <a:pt x="4438011" y="29209"/>
                  </a:cubicBezTo>
                  <a:cubicBezTo>
                    <a:pt x="4439916" y="29209"/>
                    <a:pt x="4441821" y="29209"/>
                    <a:pt x="4443726" y="29844"/>
                  </a:cubicBezTo>
                  <a:cubicBezTo>
                    <a:pt x="4445631" y="29844"/>
                    <a:pt x="4447536" y="31114"/>
                    <a:pt x="4448806" y="31749"/>
                  </a:cubicBezTo>
                  <a:cubicBezTo>
                    <a:pt x="4450711" y="32384"/>
                    <a:pt x="4451981" y="33654"/>
                    <a:pt x="4453251" y="34924"/>
                  </a:cubicBezTo>
                  <a:cubicBezTo>
                    <a:pt x="4454521" y="36194"/>
                    <a:pt x="4455791" y="36829"/>
                    <a:pt x="4457061" y="38099"/>
                  </a:cubicBezTo>
                  <a:lnTo>
                    <a:pt x="4457061" y="8254"/>
                  </a:lnTo>
                  <a:close/>
                  <a:moveTo>
                    <a:pt x="4390385" y="634"/>
                  </a:moveTo>
                  <a:lnTo>
                    <a:pt x="4390385" y="108584"/>
                  </a:lnTo>
                  <a:lnTo>
                    <a:pt x="4375145" y="108584"/>
                  </a:lnTo>
                  <a:lnTo>
                    <a:pt x="4375145" y="8889"/>
                  </a:lnTo>
                  <a:close/>
                  <a:moveTo>
                    <a:pt x="3946521" y="634"/>
                  </a:moveTo>
                  <a:lnTo>
                    <a:pt x="3946521" y="38099"/>
                  </a:lnTo>
                  <a:cubicBezTo>
                    <a:pt x="3946521" y="38099"/>
                    <a:pt x="3948426" y="35559"/>
                    <a:pt x="3950331" y="34289"/>
                  </a:cubicBezTo>
                  <a:cubicBezTo>
                    <a:pt x="3951601" y="33019"/>
                    <a:pt x="3953506" y="32384"/>
                    <a:pt x="3954776" y="31114"/>
                  </a:cubicBezTo>
                  <a:cubicBezTo>
                    <a:pt x="3956681" y="30479"/>
                    <a:pt x="3958586" y="29844"/>
                    <a:pt x="3960491" y="29209"/>
                  </a:cubicBezTo>
                  <a:cubicBezTo>
                    <a:pt x="3962396" y="29209"/>
                    <a:pt x="3964301" y="29209"/>
                    <a:pt x="3966206" y="29209"/>
                  </a:cubicBezTo>
                  <a:cubicBezTo>
                    <a:pt x="3970651" y="29209"/>
                    <a:pt x="3975096" y="29844"/>
                    <a:pt x="3978271" y="31749"/>
                  </a:cubicBezTo>
                  <a:cubicBezTo>
                    <a:pt x="3981446" y="33019"/>
                    <a:pt x="3984621" y="35559"/>
                    <a:pt x="3987161" y="38099"/>
                  </a:cubicBezTo>
                  <a:cubicBezTo>
                    <a:pt x="3989701" y="41274"/>
                    <a:pt x="3990971" y="44449"/>
                    <a:pt x="3992241" y="49529"/>
                  </a:cubicBezTo>
                  <a:cubicBezTo>
                    <a:pt x="3993511" y="53974"/>
                    <a:pt x="3994146" y="59054"/>
                    <a:pt x="3994146" y="64134"/>
                  </a:cubicBezTo>
                  <a:lnTo>
                    <a:pt x="3994146" y="108584"/>
                  </a:lnTo>
                  <a:lnTo>
                    <a:pt x="3978906" y="108584"/>
                  </a:lnTo>
                  <a:lnTo>
                    <a:pt x="3978271" y="108584"/>
                  </a:lnTo>
                  <a:lnTo>
                    <a:pt x="3978271" y="64769"/>
                  </a:lnTo>
                  <a:cubicBezTo>
                    <a:pt x="3978271" y="57784"/>
                    <a:pt x="3977001" y="52069"/>
                    <a:pt x="3974461" y="48894"/>
                  </a:cubicBezTo>
                  <a:cubicBezTo>
                    <a:pt x="3971921" y="45084"/>
                    <a:pt x="3968111" y="43814"/>
                    <a:pt x="3962396" y="43814"/>
                  </a:cubicBezTo>
                  <a:cubicBezTo>
                    <a:pt x="3959856" y="43814"/>
                    <a:pt x="3957951" y="43814"/>
                    <a:pt x="3956046" y="45084"/>
                  </a:cubicBezTo>
                  <a:cubicBezTo>
                    <a:pt x="3954141" y="45719"/>
                    <a:pt x="3952236" y="46989"/>
                    <a:pt x="3950966" y="48894"/>
                  </a:cubicBezTo>
                  <a:cubicBezTo>
                    <a:pt x="3949696" y="50799"/>
                    <a:pt x="3948426" y="52704"/>
                    <a:pt x="3947791" y="55244"/>
                  </a:cubicBezTo>
                  <a:cubicBezTo>
                    <a:pt x="3947156" y="57784"/>
                    <a:pt x="3946521" y="60324"/>
                    <a:pt x="3946521" y="63499"/>
                  </a:cubicBezTo>
                  <a:lnTo>
                    <a:pt x="3946521" y="109219"/>
                  </a:lnTo>
                  <a:lnTo>
                    <a:pt x="3931281" y="109219"/>
                  </a:lnTo>
                  <a:lnTo>
                    <a:pt x="3931281" y="8889"/>
                  </a:lnTo>
                  <a:close/>
                  <a:moveTo>
                    <a:pt x="3248021" y="634"/>
                  </a:moveTo>
                  <a:lnTo>
                    <a:pt x="3248021" y="38099"/>
                  </a:lnTo>
                  <a:cubicBezTo>
                    <a:pt x="3248021" y="38099"/>
                    <a:pt x="3249926" y="35559"/>
                    <a:pt x="3251831" y="34289"/>
                  </a:cubicBezTo>
                  <a:cubicBezTo>
                    <a:pt x="3253101" y="33019"/>
                    <a:pt x="3255006" y="32384"/>
                    <a:pt x="3256276" y="31114"/>
                  </a:cubicBezTo>
                  <a:cubicBezTo>
                    <a:pt x="3258181" y="30479"/>
                    <a:pt x="3260086" y="29844"/>
                    <a:pt x="3261991" y="29209"/>
                  </a:cubicBezTo>
                  <a:cubicBezTo>
                    <a:pt x="3263896" y="29209"/>
                    <a:pt x="3265801" y="29209"/>
                    <a:pt x="3267706" y="29209"/>
                  </a:cubicBezTo>
                  <a:cubicBezTo>
                    <a:pt x="3272151" y="29209"/>
                    <a:pt x="3276596" y="29844"/>
                    <a:pt x="3279771" y="31749"/>
                  </a:cubicBezTo>
                  <a:cubicBezTo>
                    <a:pt x="3282946" y="33019"/>
                    <a:pt x="3286121" y="35559"/>
                    <a:pt x="3288661" y="38099"/>
                  </a:cubicBezTo>
                  <a:cubicBezTo>
                    <a:pt x="3291201" y="41274"/>
                    <a:pt x="3292471" y="44449"/>
                    <a:pt x="3293741" y="49529"/>
                  </a:cubicBezTo>
                  <a:cubicBezTo>
                    <a:pt x="3295011" y="53974"/>
                    <a:pt x="3295646" y="59054"/>
                    <a:pt x="3295646" y="64134"/>
                  </a:cubicBezTo>
                  <a:lnTo>
                    <a:pt x="3295646" y="108584"/>
                  </a:lnTo>
                  <a:lnTo>
                    <a:pt x="3280406" y="108584"/>
                  </a:lnTo>
                  <a:lnTo>
                    <a:pt x="3279771" y="108584"/>
                  </a:lnTo>
                  <a:lnTo>
                    <a:pt x="3279771" y="64769"/>
                  </a:lnTo>
                  <a:cubicBezTo>
                    <a:pt x="3279771" y="57784"/>
                    <a:pt x="3278501" y="52069"/>
                    <a:pt x="3275961" y="48894"/>
                  </a:cubicBezTo>
                  <a:cubicBezTo>
                    <a:pt x="3273421" y="45084"/>
                    <a:pt x="3269611" y="43814"/>
                    <a:pt x="3263896" y="43814"/>
                  </a:cubicBezTo>
                  <a:cubicBezTo>
                    <a:pt x="3261356" y="43814"/>
                    <a:pt x="3259451" y="43814"/>
                    <a:pt x="3257546" y="45084"/>
                  </a:cubicBezTo>
                  <a:cubicBezTo>
                    <a:pt x="3255641" y="45719"/>
                    <a:pt x="3253736" y="46989"/>
                    <a:pt x="3252466" y="48894"/>
                  </a:cubicBezTo>
                  <a:cubicBezTo>
                    <a:pt x="3251196" y="50799"/>
                    <a:pt x="3249926" y="52704"/>
                    <a:pt x="3249291" y="55244"/>
                  </a:cubicBezTo>
                  <a:cubicBezTo>
                    <a:pt x="3248656" y="57784"/>
                    <a:pt x="3248021" y="60324"/>
                    <a:pt x="3248021" y="63499"/>
                  </a:cubicBezTo>
                  <a:lnTo>
                    <a:pt x="3248021" y="109219"/>
                  </a:lnTo>
                  <a:lnTo>
                    <a:pt x="3232781" y="109219"/>
                  </a:lnTo>
                  <a:lnTo>
                    <a:pt x="3232781" y="8889"/>
                  </a:lnTo>
                  <a:close/>
                  <a:moveTo>
                    <a:pt x="2432681" y="634"/>
                  </a:moveTo>
                  <a:lnTo>
                    <a:pt x="2432681" y="38099"/>
                  </a:lnTo>
                  <a:cubicBezTo>
                    <a:pt x="2432681" y="38099"/>
                    <a:pt x="2434586" y="35559"/>
                    <a:pt x="2436491" y="34289"/>
                  </a:cubicBezTo>
                  <a:cubicBezTo>
                    <a:pt x="2437761" y="33019"/>
                    <a:pt x="2439666" y="32384"/>
                    <a:pt x="2440936" y="31114"/>
                  </a:cubicBezTo>
                  <a:cubicBezTo>
                    <a:pt x="2442841" y="30479"/>
                    <a:pt x="2444746" y="29844"/>
                    <a:pt x="2446651" y="29209"/>
                  </a:cubicBezTo>
                  <a:cubicBezTo>
                    <a:pt x="2448556" y="29209"/>
                    <a:pt x="2450461" y="29209"/>
                    <a:pt x="2452366" y="29209"/>
                  </a:cubicBezTo>
                  <a:cubicBezTo>
                    <a:pt x="2456811" y="29209"/>
                    <a:pt x="2461256" y="29844"/>
                    <a:pt x="2464431" y="31749"/>
                  </a:cubicBezTo>
                  <a:cubicBezTo>
                    <a:pt x="2467606" y="33019"/>
                    <a:pt x="2470781" y="35559"/>
                    <a:pt x="2473321" y="38099"/>
                  </a:cubicBezTo>
                  <a:cubicBezTo>
                    <a:pt x="2475861" y="41274"/>
                    <a:pt x="2477131" y="44449"/>
                    <a:pt x="2478401" y="49529"/>
                  </a:cubicBezTo>
                  <a:cubicBezTo>
                    <a:pt x="2479671" y="53974"/>
                    <a:pt x="2480306" y="59054"/>
                    <a:pt x="2480306" y="64134"/>
                  </a:cubicBezTo>
                  <a:lnTo>
                    <a:pt x="2480306" y="108584"/>
                  </a:lnTo>
                  <a:lnTo>
                    <a:pt x="2465066" y="108584"/>
                  </a:lnTo>
                  <a:lnTo>
                    <a:pt x="2464431" y="108584"/>
                  </a:lnTo>
                  <a:lnTo>
                    <a:pt x="2464431" y="64769"/>
                  </a:lnTo>
                  <a:cubicBezTo>
                    <a:pt x="2464431" y="57784"/>
                    <a:pt x="2463161" y="52069"/>
                    <a:pt x="2460621" y="48894"/>
                  </a:cubicBezTo>
                  <a:cubicBezTo>
                    <a:pt x="2458081" y="45084"/>
                    <a:pt x="2454271" y="43814"/>
                    <a:pt x="2448556" y="43814"/>
                  </a:cubicBezTo>
                  <a:cubicBezTo>
                    <a:pt x="2446016" y="43814"/>
                    <a:pt x="2444111" y="43814"/>
                    <a:pt x="2442206" y="45084"/>
                  </a:cubicBezTo>
                  <a:cubicBezTo>
                    <a:pt x="2440301" y="45719"/>
                    <a:pt x="2438396" y="46989"/>
                    <a:pt x="2437126" y="48894"/>
                  </a:cubicBezTo>
                  <a:cubicBezTo>
                    <a:pt x="2435856" y="50799"/>
                    <a:pt x="2434586" y="52704"/>
                    <a:pt x="2433951" y="55244"/>
                  </a:cubicBezTo>
                  <a:cubicBezTo>
                    <a:pt x="2433316" y="57784"/>
                    <a:pt x="2432681" y="60324"/>
                    <a:pt x="2432681" y="63499"/>
                  </a:cubicBezTo>
                  <a:lnTo>
                    <a:pt x="2432681" y="109219"/>
                  </a:lnTo>
                  <a:lnTo>
                    <a:pt x="2417441" y="109219"/>
                  </a:lnTo>
                  <a:lnTo>
                    <a:pt x="2417441" y="8889"/>
                  </a:lnTo>
                  <a:close/>
                  <a:moveTo>
                    <a:pt x="1734181" y="634"/>
                  </a:moveTo>
                  <a:lnTo>
                    <a:pt x="1734181" y="38099"/>
                  </a:lnTo>
                  <a:cubicBezTo>
                    <a:pt x="1734181" y="38099"/>
                    <a:pt x="1736086" y="35559"/>
                    <a:pt x="1737991" y="34289"/>
                  </a:cubicBezTo>
                  <a:cubicBezTo>
                    <a:pt x="1739261" y="33019"/>
                    <a:pt x="1741166" y="32384"/>
                    <a:pt x="1742436" y="31114"/>
                  </a:cubicBezTo>
                  <a:cubicBezTo>
                    <a:pt x="1744341" y="30479"/>
                    <a:pt x="1746246" y="29844"/>
                    <a:pt x="1748151" y="29209"/>
                  </a:cubicBezTo>
                  <a:cubicBezTo>
                    <a:pt x="1750056" y="29209"/>
                    <a:pt x="1751961" y="29209"/>
                    <a:pt x="1753866" y="29209"/>
                  </a:cubicBezTo>
                  <a:cubicBezTo>
                    <a:pt x="1758311" y="29209"/>
                    <a:pt x="1762756" y="29844"/>
                    <a:pt x="1765931" y="31749"/>
                  </a:cubicBezTo>
                  <a:cubicBezTo>
                    <a:pt x="1769106" y="33019"/>
                    <a:pt x="1772281" y="35559"/>
                    <a:pt x="1774821" y="38099"/>
                  </a:cubicBezTo>
                  <a:cubicBezTo>
                    <a:pt x="1777361" y="41274"/>
                    <a:pt x="1778631" y="44449"/>
                    <a:pt x="1779901" y="49529"/>
                  </a:cubicBezTo>
                  <a:cubicBezTo>
                    <a:pt x="1781171" y="53974"/>
                    <a:pt x="1781806" y="59054"/>
                    <a:pt x="1781806" y="64134"/>
                  </a:cubicBezTo>
                  <a:lnTo>
                    <a:pt x="1781806" y="108584"/>
                  </a:lnTo>
                  <a:lnTo>
                    <a:pt x="1766566" y="108584"/>
                  </a:lnTo>
                  <a:lnTo>
                    <a:pt x="1765931" y="108584"/>
                  </a:lnTo>
                  <a:lnTo>
                    <a:pt x="1765931" y="64769"/>
                  </a:lnTo>
                  <a:cubicBezTo>
                    <a:pt x="1765931" y="57784"/>
                    <a:pt x="1764661" y="52069"/>
                    <a:pt x="1762121" y="48894"/>
                  </a:cubicBezTo>
                  <a:cubicBezTo>
                    <a:pt x="1759581" y="45084"/>
                    <a:pt x="1755771" y="43814"/>
                    <a:pt x="1750056" y="43814"/>
                  </a:cubicBezTo>
                  <a:cubicBezTo>
                    <a:pt x="1747516" y="43814"/>
                    <a:pt x="1745611" y="43814"/>
                    <a:pt x="1743706" y="45084"/>
                  </a:cubicBezTo>
                  <a:cubicBezTo>
                    <a:pt x="1741801" y="45719"/>
                    <a:pt x="1739896" y="46989"/>
                    <a:pt x="1738626" y="48894"/>
                  </a:cubicBezTo>
                  <a:cubicBezTo>
                    <a:pt x="1737356" y="50799"/>
                    <a:pt x="1736086" y="52704"/>
                    <a:pt x="1735451" y="55244"/>
                  </a:cubicBezTo>
                  <a:cubicBezTo>
                    <a:pt x="1734816" y="57784"/>
                    <a:pt x="1734181" y="60324"/>
                    <a:pt x="1734181" y="63499"/>
                  </a:cubicBezTo>
                  <a:lnTo>
                    <a:pt x="1734181" y="109219"/>
                  </a:lnTo>
                  <a:lnTo>
                    <a:pt x="1718941" y="109219"/>
                  </a:lnTo>
                  <a:lnTo>
                    <a:pt x="1718941" y="8889"/>
                  </a:lnTo>
                  <a:close/>
                  <a:moveTo>
                    <a:pt x="803275" y="634"/>
                  </a:moveTo>
                  <a:lnTo>
                    <a:pt x="803275" y="38099"/>
                  </a:lnTo>
                  <a:cubicBezTo>
                    <a:pt x="803275" y="38099"/>
                    <a:pt x="805180" y="35559"/>
                    <a:pt x="807085" y="34289"/>
                  </a:cubicBezTo>
                  <a:cubicBezTo>
                    <a:pt x="808355" y="33019"/>
                    <a:pt x="810260" y="32384"/>
                    <a:pt x="811530" y="31114"/>
                  </a:cubicBezTo>
                  <a:cubicBezTo>
                    <a:pt x="813435" y="30479"/>
                    <a:pt x="815340" y="29844"/>
                    <a:pt x="817245" y="29209"/>
                  </a:cubicBezTo>
                  <a:cubicBezTo>
                    <a:pt x="819150" y="29209"/>
                    <a:pt x="821055" y="29209"/>
                    <a:pt x="822960" y="29209"/>
                  </a:cubicBezTo>
                  <a:cubicBezTo>
                    <a:pt x="827405" y="29209"/>
                    <a:pt x="831850" y="29844"/>
                    <a:pt x="835025" y="31749"/>
                  </a:cubicBezTo>
                  <a:cubicBezTo>
                    <a:pt x="838200" y="33019"/>
                    <a:pt x="841375" y="35559"/>
                    <a:pt x="843915" y="38099"/>
                  </a:cubicBezTo>
                  <a:cubicBezTo>
                    <a:pt x="846455" y="41274"/>
                    <a:pt x="847725" y="44449"/>
                    <a:pt x="848995" y="49529"/>
                  </a:cubicBezTo>
                  <a:cubicBezTo>
                    <a:pt x="850265" y="53974"/>
                    <a:pt x="850900" y="59054"/>
                    <a:pt x="850900" y="64134"/>
                  </a:cubicBezTo>
                  <a:lnTo>
                    <a:pt x="850900" y="108584"/>
                  </a:lnTo>
                  <a:lnTo>
                    <a:pt x="835660" y="108584"/>
                  </a:lnTo>
                  <a:lnTo>
                    <a:pt x="835025" y="108584"/>
                  </a:lnTo>
                  <a:lnTo>
                    <a:pt x="835025" y="64769"/>
                  </a:lnTo>
                  <a:cubicBezTo>
                    <a:pt x="835025" y="57784"/>
                    <a:pt x="833755" y="52069"/>
                    <a:pt x="831215" y="48894"/>
                  </a:cubicBezTo>
                  <a:cubicBezTo>
                    <a:pt x="828675" y="45084"/>
                    <a:pt x="824865" y="43814"/>
                    <a:pt x="819150" y="43814"/>
                  </a:cubicBezTo>
                  <a:cubicBezTo>
                    <a:pt x="816610" y="43814"/>
                    <a:pt x="814705" y="43814"/>
                    <a:pt x="812800" y="45084"/>
                  </a:cubicBezTo>
                  <a:cubicBezTo>
                    <a:pt x="810895" y="45719"/>
                    <a:pt x="808990" y="46989"/>
                    <a:pt x="807720" y="48894"/>
                  </a:cubicBezTo>
                  <a:cubicBezTo>
                    <a:pt x="806450" y="50799"/>
                    <a:pt x="805180" y="52704"/>
                    <a:pt x="804545" y="55244"/>
                  </a:cubicBezTo>
                  <a:cubicBezTo>
                    <a:pt x="803910" y="57784"/>
                    <a:pt x="803275" y="60324"/>
                    <a:pt x="803275" y="63499"/>
                  </a:cubicBezTo>
                  <a:lnTo>
                    <a:pt x="803275" y="109219"/>
                  </a:lnTo>
                  <a:lnTo>
                    <a:pt x="788035" y="109219"/>
                  </a:lnTo>
                  <a:lnTo>
                    <a:pt x="788035" y="8889"/>
                  </a:lnTo>
                  <a:close/>
                  <a:moveTo>
                    <a:pt x="104774" y="634"/>
                  </a:moveTo>
                  <a:lnTo>
                    <a:pt x="104774" y="38099"/>
                  </a:lnTo>
                  <a:cubicBezTo>
                    <a:pt x="104774" y="38099"/>
                    <a:pt x="106679" y="35559"/>
                    <a:pt x="108584" y="34289"/>
                  </a:cubicBezTo>
                  <a:cubicBezTo>
                    <a:pt x="109854" y="33019"/>
                    <a:pt x="111759" y="32384"/>
                    <a:pt x="113029" y="31114"/>
                  </a:cubicBezTo>
                  <a:cubicBezTo>
                    <a:pt x="114934" y="30479"/>
                    <a:pt x="116839" y="29844"/>
                    <a:pt x="118744" y="29209"/>
                  </a:cubicBezTo>
                  <a:cubicBezTo>
                    <a:pt x="120649" y="29209"/>
                    <a:pt x="122554" y="29209"/>
                    <a:pt x="124459" y="29209"/>
                  </a:cubicBezTo>
                  <a:cubicBezTo>
                    <a:pt x="128904" y="29209"/>
                    <a:pt x="133349" y="29844"/>
                    <a:pt x="136524" y="31749"/>
                  </a:cubicBezTo>
                  <a:cubicBezTo>
                    <a:pt x="139699" y="33019"/>
                    <a:pt x="142874" y="35559"/>
                    <a:pt x="145414" y="38099"/>
                  </a:cubicBezTo>
                  <a:cubicBezTo>
                    <a:pt x="147954" y="41274"/>
                    <a:pt x="149224" y="44449"/>
                    <a:pt x="150494" y="49529"/>
                  </a:cubicBezTo>
                  <a:cubicBezTo>
                    <a:pt x="151764" y="53974"/>
                    <a:pt x="152399" y="59054"/>
                    <a:pt x="152399" y="64134"/>
                  </a:cubicBezTo>
                  <a:lnTo>
                    <a:pt x="152399" y="108584"/>
                  </a:lnTo>
                  <a:lnTo>
                    <a:pt x="137159" y="108584"/>
                  </a:lnTo>
                  <a:lnTo>
                    <a:pt x="136524" y="108584"/>
                  </a:lnTo>
                  <a:lnTo>
                    <a:pt x="136524" y="64769"/>
                  </a:lnTo>
                  <a:cubicBezTo>
                    <a:pt x="136524" y="57784"/>
                    <a:pt x="135254" y="52069"/>
                    <a:pt x="132714" y="48894"/>
                  </a:cubicBezTo>
                  <a:cubicBezTo>
                    <a:pt x="130174" y="45084"/>
                    <a:pt x="126364" y="43814"/>
                    <a:pt x="120649" y="43814"/>
                  </a:cubicBezTo>
                  <a:cubicBezTo>
                    <a:pt x="118109" y="43814"/>
                    <a:pt x="116204" y="43814"/>
                    <a:pt x="114299" y="45084"/>
                  </a:cubicBezTo>
                  <a:cubicBezTo>
                    <a:pt x="112394" y="45719"/>
                    <a:pt x="110489" y="46989"/>
                    <a:pt x="109219" y="48894"/>
                  </a:cubicBezTo>
                  <a:cubicBezTo>
                    <a:pt x="107949" y="50799"/>
                    <a:pt x="106679" y="52704"/>
                    <a:pt x="106044" y="55244"/>
                  </a:cubicBezTo>
                  <a:cubicBezTo>
                    <a:pt x="105409" y="57784"/>
                    <a:pt x="104774" y="60324"/>
                    <a:pt x="104774" y="63499"/>
                  </a:cubicBezTo>
                  <a:lnTo>
                    <a:pt x="104774" y="109219"/>
                  </a:lnTo>
                  <a:lnTo>
                    <a:pt x="89534" y="109219"/>
                  </a:lnTo>
                  <a:lnTo>
                    <a:pt x="89534" y="8889"/>
                  </a:lnTo>
                  <a:close/>
                  <a:moveTo>
                    <a:pt x="3894450" y="0"/>
                  </a:moveTo>
                  <a:lnTo>
                    <a:pt x="3894450" y="30480"/>
                  </a:lnTo>
                  <a:lnTo>
                    <a:pt x="3913500" y="30480"/>
                  </a:lnTo>
                  <a:lnTo>
                    <a:pt x="3913500" y="44450"/>
                  </a:lnTo>
                  <a:lnTo>
                    <a:pt x="3894450" y="44450"/>
                  </a:lnTo>
                  <a:lnTo>
                    <a:pt x="3894450" y="86995"/>
                  </a:lnTo>
                  <a:cubicBezTo>
                    <a:pt x="3894450" y="86995"/>
                    <a:pt x="3894450" y="90170"/>
                    <a:pt x="3894450" y="91440"/>
                  </a:cubicBezTo>
                  <a:cubicBezTo>
                    <a:pt x="3894450" y="92710"/>
                    <a:pt x="3895085" y="93345"/>
                    <a:pt x="3895720" y="94615"/>
                  </a:cubicBezTo>
                  <a:cubicBezTo>
                    <a:pt x="3896355" y="95250"/>
                    <a:pt x="3896990" y="95885"/>
                    <a:pt x="3898260" y="95885"/>
                  </a:cubicBezTo>
                  <a:cubicBezTo>
                    <a:pt x="3899530" y="95885"/>
                    <a:pt x="3900800" y="95885"/>
                    <a:pt x="3902070" y="95885"/>
                  </a:cubicBezTo>
                  <a:cubicBezTo>
                    <a:pt x="3903975" y="95885"/>
                    <a:pt x="3905880" y="95885"/>
                    <a:pt x="3908420" y="95250"/>
                  </a:cubicBezTo>
                  <a:cubicBezTo>
                    <a:pt x="3910325" y="94615"/>
                    <a:pt x="3912230" y="93980"/>
                    <a:pt x="3913500" y="93345"/>
                  </a:cubicBezTo>
                  <a:lnTo>
                    <a:pt x="3911595" y="106680"/>
                  </a:lnTo>
                  <a:cubicBezTo>
                    <a:pt x="3911595" y="106680"/>
                    <a:pt x="3907785" y="108585"/>
                    <a:pt x="3905245" y="109220"/>
                  </a:cubicBezTo>
                  <a:cubicBezTo>
                    <a:pt x="3902705" y="109855"/>
                    <a:pt x="3900165" y="110490"/>
                    <a:pt x="3896990" y="110490"/>
                  </a:cubicBezTo>
                  <a:cubicBezTo>
                    <a:pt x="3894450" y="110490"/>
                    <a:pt x="3891910" y="110490"/>
                    <a:pt x="3890005" y="109220"/>
                  </a:cubicBezTo>
                  <a:cubicBezTo>
                    <a:pt x="3888100" y="108585"/>
                    <a:pt x="3886195" y="107315"/>
                    <a:pt x="3884290" y="105410"/>
                  </a:cubicBezTo>
                  <a:cubicBezTo>
                    <a:pt x="3882385" y="103505"/>
                    <a:pt x="3881115" y="101600"/>
                    <a:pt x="3880480" y="99060"/>
                  </a:cubicBezTo>
                  <a:cubicBezTo>
                    <a:pt x="3879845" y="96520"/>
                    <a:pt x="3879210" y="93345"/>
                    <a:pt x="3879210" y="89535"/>
                  </a:cubicBezTo>
                  <a:lnTo>
                    <a:pt x="3879210" y="44450"/>
                  </a:lnTo>
                  <a:lnTo>
                    <a:pt x="3868415" y="44450"/>
                  </a:lnTo>
                  <a:lnTo>
                    <a:pt x="3868415" y="30480"/>
                  </a:lnTo>
                  <a:lnTo>
                    <a:pt x="3879210" y="30480"/>
                  </a:lnTo>
                  <a:lnTo>
                    <a:pt x="3879210" y="8255"/>
                  </a:lnTo>
                  <a:close/>
                  <a:moveTo>
                    <a:pt x="3664581" y="0"/>
                  </a:moveTo>
                  <a:lnTo>
                    <a:pt x="3664581" y="30480"/>
                  </a:lnTo>
                  <a:lnTo>
                    <a:pt x="3683631" y="30480"/>
                  </a:lnTo>
                  <a:lnTo>
                    <a:pt x="3683631" y="44450"/>
                  </a:lnTo>
                  <a:lnTo>
                    <a:pt x="3664581" y="44450"/>
                  </a:lnTo>
                  <a:lnTo>
                    <a:pt x="3664581" y="86995"/>
                  </a:lnTo>
                  <a:cubicBezTo>
                    <a:pt x="3664581" y="86995"/>
                    <a:pt x="3664581" y="90170"/>
                    <a:pt x="3664581" y="91440"/>
                  </a:cubicBezTo>
                  <a:cubicBezTo>
                    <a:pt x="3664581" y="92710"/>
                    <a:pt x="3665216" y="93345"/>
                    <a:pt x="3665851" y="94615"/>
                  </a:cubicBezTo>
                  <a:cubicBezTo>
                    <a:pt x="3666486" y="95250"/>
                    <a:pt x="3667121" y="95885"/>
                    <a:pt x="3668391" y="95885"/>
                  </a:cubicBezTo>
                  <a:cubicBezTo>
                    <a:pt x="3669661" y="95885"/>
                    <a:pt x="3670931" y="95885"/>
                    <a:pt x="3672201" y="95885"/>
                  </a:cubicBezTo>
                  <a:cubicBezTo>
                    <a:pt x="3674106" y="95885"/>
                    <a:pt x="3676011" y="95885"/>
                    <a:pt x="3678551" y="95250"/>
                  </a:cubicBezTo>
                  <a:cubicBezTo>
                    <a:pt x="3680456" y="94615"/>
                    <a:pt x="3682361" y="93980"/>
                    <a:pt x="3683631" y="93345"/>
                  </a:cubicBezTo>
                  <a:lnTo>
                    <a:pt x="3681726" y="106680"/>
                  </a:lnTo>
                  <a:cubicBezTo>
                    <a:pt x="3681726" y="106680"/>
                    <a:pt x="3677916" y="108585"/>
                    <a:pt x="3675376" y="109220"/>
                  </a:cubicBezTo>
                  <a:cubicBezTo>
                    <a:pt x="3672836" y="109855"/>
                    <a:pt x="3670296" y="110490"/>
                    <a:pt x="3667121" y="110490"/>
                  </a:cubicBezTo>
                  <a:cubicBezTo>
                    <a:pt x="3664581" y="110490"/>
                    <a:pt x="3662041" y="110490"/>
                    <a:pt x="3660136" y="109220"/>
                  </a:cubicBezTo>
                  <a:cubicBezTo>
                    <a:pt x="3658231" y="108585"/>
                    <a:pt x="3656326" y="107315"/>
                    <a:pt x="3654421" y="105410"/>
                  </a:cubicBezTo>
                  <a:cubicBezTo>
                    <a:pt x="3652516" y="103505"/>
                    <a:pt x="3651246" y="101600"/>
                    <a:pt x="3650611" y="99060"/>
                  </a:cubicBezTo>
                  <a:cubicBezTo>
                    <a:pt x="3649976" y="96520"/>
                    <a:pt x="3649341" y="93345"/>
                    <a:pt x="3649341" y="89535"/>
                  </a:cubicBezTo>
                  <a:lnTo>
                    <a:pt x="3649341" y="44450"/>
                  </a:lnTo>
                  <a:lnTo>
                    <a:pt x="3638546" y="44450"/>
                  </a:lnTo>
                  <a:lnTo>
                    <a:pt x="3638546" y="30480"/>
                  </a:lnTo>
                  <a:lnTo>
                    <a:pt x="3649341" y="30480"/>
                  </a:lnTo>
                  <a:lnTo>
                    <a:pt x="3649341" y="8255"/>
                  </a:lnTo>
                  <a:close/>
                  <a:moveTo>
                    <a:pt x="3610605" y="0"/>
                  </a:moveTo>
                  <a:lnTo>
                    <a:pt x="3610605" y="30480"/>
                  </a:lnTo>
                  <a:lnTo>
                    <a:pt x="3629655" y="30480"/>
                  </a:lnTo>
                  <a:lnTo>
                    <a:pt x="3629655" y="44450"/>
                  </a:lnTo>
                  <a:lnTo>
                    <a:pt x="3610605" y="44450"/>
                  </a:lnTo>
                  <a:lnTo>
                    <a:pt x="3610605" y="86995"/>
                  </a:lnTo>
                  <a:cubicBezTo>
                    <a:pt x="3610605" y="86995"/>
                    <a:pt x="3610605" y="90170"/>
                    <a:pt x="3610605" y="91440"/>
                  </a:cubicBezTo>
                  <a:cubicBezTo>
                    <a:pt x="3610605" y="92710"/>
                    <a:pt x="3611240" y="93345"/>
                    <a:pt x="3611875" y="94615"/>
                  </a:cubicBezTo>
                  <a:cubicBezTo>
                    <a:pt x="3612510" y="95250"/>
                    <a:pt x="3613145" y="95885"/>
                    <a:pt x="3614415" y="95885"/>
                  </a:cubicBezTo>
                  <a:cubicBezTo>
                    <a:pt x="3615685" y="95885"/>
                    <a:pt x="3616955" y="95885"/>
                    <a:pt x="3618225" y="95885"/>
                  </a:cubicBezTo>
                  <a:cubicBezTo>
                    <a:pt x="3620130" y="95885"/>
                    <a:pt x="3622035" y="95885"/>
                    <a:pt x="3624575" y="95250"/>
                  </a:cubicBezTo>
                  <a:cubicBezTo>
                    <a:pt x="3626480" y="94615"/>
                    <a:pt x="3628385" y="93980"/>
                    <a:pt x="3629655" y="93345"/>
                  </a:cubicBezTo>
                  <a:lnTo>
                    <a:pt x="3627750" y="106680"/>
                  </a:lnTo>
                  <a:cubicBezTo>
                    <a:pt x="3627750" y="106680"/>
                    <a:pt x="3623940" y="108585"/>
                    <a:pt x="3621400" y="109220"/>
                  </a:cubicBezTo>
                  <a:cubicBezTo>
                    <a:pt x="3618860" y="109855"/>
                    <a:pt x="3616320" y="110490"/>
                    <a:pt x="3613145" y="110490"/>
                  </a:cubicBezTo>
                  <a:cubicBezTo>
                    <a:pt x="3610605" y="110490"/>
                    <a:pt x="3608065" y="110490"/>
                    <a:pt x="3606160" y="109220"/>
                  </a:cubicBezTo>
                  <a:cubicBezTo>
                    <a:pt x="3604255" y="108585"/>
                    <a:pt x="3602350" y="107315"/>
                    <a:pt x="3600445" y="105410"/>
                  </a:cubicBezTo>
                  <a:cubicBezTo>
                    <a:pt x="3598540" y="103505"/>
                    <a:pt x="3597270" y="101600"/>
                    <a:pt x="3596635" y="99060"/>
                  </a:cubicBezTo>
                  <a:cubicBezTo>
                    <a:pt x="3596000" y="96520"/>
                    <a:pt x="3595365" y="93345"/>
                    <a:pt x="3595365" y="89535"/>
                  </a:cubicBezTo>
                  <a:lnTo>
                    <a:pt x="3595365" y="44450"/>
                  </a:lnTo>
                  <a:lnTo>
                    <a:pt x="3584570" y="44450"/>
                  </a:lnTo>
                  <a:lnTo>
                    <a:pt x="3584570" y="30480"/>
                  </a:lnTo>
                  <a:lnTo>
                    <a:pt x="3595365" y="30480"/>
                  </a:lnTo>
                  <a:lnTo>
                    <a:pt x="3595365" y="8255"/>
                  </a:lnTo>
                  <a:close/>
                  <a:moveTo>
                    <a:pt x="3445505" y="0"/>
                  </a:moveTo>
                  <a:lnTo>
                    <a:pt x="3445505" y="37465"/>
                  </a:lnTo>
                  <a:cubicBezTo>
                    <a:pt x="3445505" y="37465"/>
                    <a:pt x="3448680" y="34925"/>
                    <a:pt x="3449950" y="33655"/>
                  </a:cubicBezTo>
                  <a:cubicBezTo>
                    <a:pt x="3451220" y="33020"/>
                    <a:pt x="3452490" y="31750"/>
                    <a:pt x="3453760" y="31115"/>
                  </a:cubicBezTo>
                  <a:cubicBezTo>
                    <a:pt x="3455030" y="30480"/>
                    <a:pt x="3456935" y="29845"/>
                    <a:pt x="3458840" y="29210"/>
                  </a:cubicBezTo>
                  <a:cubicBezTo>
                    <a:pt x="3460745" y="29210"/>
                    <a:pt x="3463285" y="28575"/>
                    <a:pt x="3465825" y="28575"/>
                  </a:cubicBezTo>
                  <a:cubicBezTo>
                    <a:pt x="3470270" y="28575"/>
                    <a:pt x="3474080" y="29210"/>
                    <a:pt x="3477890" y="31115"/>
                  </a:cubicBezTo>
                  <a:cubicBezTo>
                    <a:pt x="3481700" y="32385"/>
                    <a:pt x="3484875" y="34925"/>
                    <a:pt x="3487415" y="38735"/>
                  </a:cubicBezTo>
                  <a:cubicBezTo>
                    <a:pt x="3489955" y="41910"/>
                    <a:pt x="3492495" y="46355"/>
                    <a:pt x="3493765" y="51435"/>
                  </a:cubicBezTo>
                  <a:cubicBezTo>
                    <a:pt x="3495035" y="56515"/>
                    <a:pt x="3496305" y="62865"/>
                    <a:pt x="3496305" y="70485"/>
                  </a:cubicBezTo>
                  <a:lnTo>
                    <a:pt x="3495670" y="71120"/>
                  </a:lnTo>
                  <a:cubicBezTo>
                    <a:pt x="3495670" y="77470"/>
                    <a:pt x="3495035" y="83820"/>
                    <a:pt x="3493130" y="88265"/>
                  </a:cubicBezTo>
                  <a:cubicBezTo>
                    <a:pt x="3491225" y="93345"/>
                    <a:pt x="3489320" y="97155"/>
                    <a:pt x="3486145" y="100330"/>
                  </a:cubicBezTo>
                  <a:cubicBezTo>
                    <a:pt x="3483605" y="103505"/>
                    <a:pt x="3479795" y="106045"/>
                    <a:pt x="3476620" y="107315"/>
                  </a:cubicBezTo>
                  <a:cubicBezTo>
                    <a:pt x="3472810" y="109220"/>
                    <a:pt x="3469000" y="109855"/>
                    <a:pt x="3465190" y="109855"/>
                  </a:cubicBezTo>
                  <a:cubicBezTo>
                    <a:pt x="3461380" y="109855"/>
                    <a:pt x="3457570" y="109220"/>
                    <a:pt x="3454395" y="107315"/>
                  </a:cubicBezTo>
                  <a:cubicBezTo>
                    <a:pt x="3450585" y="105410"/>
                    <a:pt x="3448045" y="103505"/>
                    <a:pt x="3445505" y="100965"/>
                  </a:cubicBezTo>
                  <a:lnTo>
                    <a:pt x="3445505" y="107950"/>
                  </a:lnTo>
                  <a:lnTo>
                    <a:pt x="3430265" y="107950"/>
                  </a:lnTo>
                  <a:lnTo>
                    <a:pt x="3430265" y="7620"/>
                  </a:lnTo>
                  <a:close/>
                  <a:moveTo>
                    <a:pt x="2380611" y="0"/>
                  </a:moveTo>
                  <a:lnTo>
                    <a:pt x="2380611" y="30480"/>
                  </a:lnTo>
                  <a:lnTo>
                    <a:pt x="2399661" y="30480"/>
                  </a:lnTo>
                  <a:lnTo>
                    <a:pt x="2399661" y="44450"/>
                  </a:lnTo>
                  <a:lnTo>
                    <a:pt x="2380611" y="44450"/>
                  </a:lnTo>
                  <a:lnTo>
                    <a:pt x="2380611" y="86995"/>
                  </a:lnTo>
                  <a:cubicBezTo>
                    <a:pt x="2380611" y="86995"/>
                    <a:pt x="2380611" y="90170"/>
                    <a:pt x="2380611" y="91440"/>
                  </a:cubicBezTo>
                  <a:cubicBezTo>
                    <a:pt x="2380611" y="92710"/>
                    <a:pt x="2381246" y="93345"/>
                    <a:pt x="2381881" y="94615"/>
                  </a:cubicBezTo>
                  <a:cubicBezTo>
                    <a:pt x="2382516" y="95250"/>
                    <a:pt x="2383151" y="95885"/>
                    <a:pt x="2384421" y="95885"/>
                  </a:cubicBezTo>
                  <a:cubicBezTo>
                    <a:pt x="2385691" y="95885"/>
                    <a:pt x="2386961" y="95885"/>
                    <a:pt x="2388231" y="95885"/>
                  </a:cubicBezTo>
                  <a:cubicBezTo>
                    <a:pt x="2390136" y="95885"/>
                    <a:pt x="2392041" y="95885"/>
                    <a:pt x="2394581" y="95250"/>
                  </a:cubicBezTo>
                  <a:cubicBezTo>
                    <a:pt x="2396486" y="94615"/>
                    <a:pt x="2398391" y="93980"/>
                    <a:pt x="2399661" y="93345"/>
                  </a:cubicBezTo>
                  <a:lnTo>
                    <a:pt x="2397756" y="106680"/>
                  </a:lnTo>
                  <a:cubicBezTo>
                    <a:pt x="2397756" y="106680"/>
                    <a:pt x="2393946" y="108585"/>
                    <a:pt x="2391406" y="109220"/>
                  </a:cubicBezTo>
                  <a:cubicBezTo>
                    <a:pt x="2388866" y="109855"/>
                    <a:pt x="2386326" y="110490"/>
                    <a:pt x="2383151" y="110490"/>
                  </a:cubicBezTo>
                  <a:cubicBezTo>
                    <a:pt x="2380611" y="110490"/>
                    <a:pt x="2378071" y="110490"/>
                    <a:pt x="2376166" y="109220"/>
                  </a:cubicBezTo>
                  <a:cubicBezTo>
                    <a:pt x="2374261" y="108585"/>
                    <a:pt x="2372356" y="107315"/>
                    <a:pt x="2370451" y="105410"/>
                  </a:cubicBezTo>
                  <a:cubicBezTo>
                    <a:pt x="2368546" y="103505"/>
                    <a:pt x="2367276" y="101600"/>
                    <a:pt x="2366641" y="99060"/>
                  </a:cubicBezTo>
                  <a:cubicBezTo>
                    <a:pt x="2366006" y="96520"/>
                    <a:pt x="2365371" y="93345"/>
                    <a:pt x="2365371" y="89535"/>
                  </a:cubicBezTo>
                  <a:lnTo>
                    <a:pt x="2365371" y="44450"/>
                  </a:lnTo>
                  <a:lnTo>
                    <a:pt x="2354576" y="44450"/>
                  </a:lnTo>
                  <a:lnTo>
                    <a:pt x="2354576" y="30480"/>
                  </a:lnTo>
                  <a:lnTo>
                    <a:pt x="2365371" y="30480"/>
                  </a:lnTo>
                  <a:lnTo>
                    <a:pt x="2365371" y="8255"/>
                  </a:lnTo>
                  <a:close/>
                  <a:moveTo>
                    <a:pt x="2150741" y="0"/>
                  </a:moveTo>
                  <a:lnTo>
                    <a:pt x="2150741" y="30480"/>
                  </a:lnTo>
                  <a:lnTo>
                    <a:pt x="2169791" y="30480"/>
                  </a:lnTo>
                  <a:lnTo>
                    <a:pt x="2169791" y="44450"/>
                  </a:lnTo>
                  <a:lnTo>
                    <a:pt x="2150741" y="44450"/>
                  </a:lnTo>
                  <a:lnTo>
                    <a:pt x="2150741" y="86995"/>
                  </a:lnTo>
                  <a:cubicBezTo>
                    <a:pt x="2150741" y="86995"/>
                    <a:pt x="2150741" y="90170"/>
                    <a:pt x="2150741" y="91440"/>
                  </a:cubicBezTo>
                  <a:cubicBezTo>
                    <a:pt x="2150741" y="92710"/>
                    <a:pt x="2151376" y="93345"/>
                    <a:pt x="2152011" y="94615"/>
                  </a:cubicBezTo>
                  <a:cubicBezTo>
                    <a:pt x="2152646" y="95250"/>
                    <a:pt x="2153281" y="95885"/>
                    <a:pt x="2154551" y="95885"/>
                  </a:cubicBezTo>
                  <a:cubicBezTo>
                    <a:pt x="2155821" y="95885"/>
                    <a:pt x="2157091" y="95885"/>
                    <a:pt x="2158361" y="95885"/>
                  </a:cubicBezTo>
                  <a:cubicBezTo>
                    <a:pt x="2160266" y="95885"/>
                    <a:pt x="2162171" y="95885"/>
                    <a:pt x="2164711" y="95250"/>
                  </a:cubicBezTo>
                  <a:cubicBezTo>
                    <a:pt x="2166616" y="94615"/>
                    <a:pt x="2168521" y="93980"/>
                    <a:pt x="2169791" y="93345"/>
                  </a:cubicBezTo>
                  <a:lnTo>
                    <a:pt x="2167886" y="106680"/>
                  </a:lnTo>
                  <a:cubicBezTo>
                    <a:pt x="2167886" y="106680"/>
                    <a:pt x="2164076" y="108585"/>
                    <a:pt x="2161536" y="109220"/>
                  </a:cubicBezTo>
                  <a:cubicBezTo>
                    <a:pt x="2158996" y="109855"/>
                    <a:pt x="2156456" y="110490"/>
                    <a:pt x="2153281" y="110490"/>
                  </a:cubicBezTo>
                  <a:cubicBezTo>
                    <a:pt x="2150741" y="110490"/>
                    <a:pt x="2148201" y="110490"/>
                    <a:pt x="2146296" y="109220"/>
                  </a:cubicBezTo>
                  <a:cubicBezTo>
                    <a:pt x="2144391" y="108585"/>
                    <a:pt x="2142486" y="107315"/>
                    <a:pt x="2140581" y="105410"/>
                  </a:cubicBezTo>
                  <a:cubicBezTo>
                    <a:pt x="2138676" y="103505"/>
                    <a:pt x="2137406" y="101600"/>
                    <a:pt x="2136771" y="99060"/>
                  </a:cubicBezTo>
                  <a:cubicBezTo>
                    <a:pt x="2136136" y="96520"/>
                    <a:pt x="2135501" y="93345"/>
                    <a:pt x="2135501" y="89535"/>
                  </a:cubicBezTo>
                  <a:lnTo>
                    <a:pt x="2135501" y="44450"/>
                  </a:lnTo>
                  <a:lnTo>
                    <a:pt x="2124706" y="44450"/>
                  </a:lnTo>
                  <a:lnTo>
                    <a:pt x="2124706" y="30480"/>
                  </a:lnTo>
                  <a:lnTo>
                    <a:pt x="2135501" y="30480"/>
                  </a:lnTo>
                  <a:lnTo>
                    <a:pt x="2135501" y="8255"/>
                  </a:lnTo>
                  <a:close/>
                  <a:moveTo>
                    <a:pt x="2096131" y="0"/>
                  </a:moveTo>
                  <a:lnTo>
                    <a:pt x="2096131" y="30480"/>
                  </a:lnTo>
                  <a:lnTo>
                    <a:pt x="2115181" y="30480"/>
                  </a:lnTo>
                  <a:lnTo>
                    <a:pt x="2115181" y="44450"/>
                  </a:lnTo>
                  <a:lnTo>
                    <a:pt x="2096131" y="44450"/>
                  </a:lnTo>
                  <a:lnTo>
                    <a:pt x="2096131" y="86995"/>
                  </a:lnTo>
                  <a:cubicBezTo>
                    <a:pt x="2096131" y="86995"/>
                    <a:pt x="2096131" y="90170"/>
                    <a:pt x="2096131" y="91440"/>
                  </a:cubicBezTo>
                  <a:cubicBezTo>
                    <a:pt x="2096131" y="92710"/>
                    <a:pt x="2096766" y="93345"/>
                    <a:pt x="2097401" y="94615"/>
                  </a:cubicBezTo>
                  <a:cubicBezTo>
                    <a:pt x="2098036" y="95250"/>
                    <a:pt x="2098671" y="95885"/>
                    <a:pt x="2099941" y="95885"/>
                  </a:cubicBezTo>
                  <a:cubicBezTo>
                    <a:pt x="2101211" y="95885"/>
                    <a:pt x="2102481" y="95885"/>
                    <a:pt x="2103751" y="95885"/>
                  </a:cubicBezTo>
                  <a:cubicBezTo>
                    <a:pt x="2105656" y="95885"/>
                    <a:pt x="2107561" y="95885"/>
                    <a:pt x="2110101" y="95250"/>
                  </a:cubicBezTo>
                  <a:cubicBezTo>
                    <a:pt x="2112006" y="94615"/>
                    <a:pt x="2113911" y="93980"/>
                    <a:pt x="2115181" y="93345"/>
                  </a:cubicBezTo>
                  <a:lnTo>
                    <a:pt x="2113276" y="106680"/>
                  </a:lnTo>
                  <a:cubicBezTo>
                    <a:pt x="2113276" y="106680"/>
                    <a:pt x="2109466" y="108585"/>
                    <a:pt x="2106926" y="109220"/>
                  </a:cubicBezTo>
                  <a:cubicBezTo>
                    <a:pt x="2104386" y="109855"/>
                    <a:pt x="2101846" y="110490"/>
                    <a:pt x="2098671" y="110490"/>
                  </a:cubicBezTo>
                  <a:cubicBezTo>
                    <a:pt x="2096131" y="110490"/>
                    <a:pt x="2093591" y="110490"/>
                    <a:pt x="2091686" y="109220"/>
                  </a:cubicBezTo>
                  <a:cubicBezTo>
                    <a:pt x="2089781" y="108585"/>
                    <a:pt x="2087876" y="107315"/>
                    <a:pt x="2085971" y="105410"/>
                  </a:cubicBezTo>
                  <a:cubicBezTo>
                    <a:pt x="2084066" y="103505"/>
                    <a:pt x="2082796" y="101600"/>
                    <a:pt x="2082161" y="99060"/>
                  </a:cubicBezTo>
                  <a:cubicBezTo>
                    <a:pt x="2081526" y="96520"/>
                    <a:pt x="2080891" y="93345"/>
                    <a:pt x="2080891" y="89535"/>
                  </a:cubicBezTo>
                  <a:lnTo>
                    <a:pt x="2080891" y="44450"/>
                  </a:lnTo>
                  <a:lnTo>
                    <a:pt x="2070096" y="44450"/>
                  </a:lnTo>
                  <a:lnTo>
                    <a:pt x="2070096" y="30480"/>
                  </a:lnTo>
                  <a:lnTo>
                    <a:pt x="2080891" y="30480"/>
                  </a:lnTo>
                  <a:lnTo>
                    <a:pt x="2080891" y="8255"/>
                  </a:lnTo>
                  <a:close/>
                  <a:moveTo>
                    <a:pt x="1931665" y="0"/>
                  </a:moveTo>
                  <a:lnTo>
                    <a:pt x="1931665" y="37465"/>
                  </a:lnTo>
                  <a:cubicBezTo>
                    <a:pt x="1931665" y="37465"/>
                    <a:pt x="1934840" y="34925"/>
                    <a:pt x="1936110" y="33655"/>
                  </a:cubicBezTo>
                  <a:cubicBezTo>
                    <a:pt x="1937380" y="33020"/>
                    <a:pt x="1938650" y="31750"/>
                    <a:pt x="1939920" y="31115"/>
                  </a:cubicBezTo>
                  <a:cubicBezTo>
                    <a:pt x="1941190" y="30480"/>
                    <a:pt x="1943095" y="29845"/>
                    <a:pt x="1945000" y="29210"/>
                  </a:cubicBezTo>
                  <a:cubicBezTo>
                    <a:pt x="1946905" y="29210"/>
                    <a:pt x="1949445" y="28575"/>
                    <a:pt x="1951985" y="28575"/>
                  </a:cubicBezTo>
                  <a:cubicBezTo>
                    <a:pt x="1956430" y="28575"/>
                    <a:pt x="1960240" y="29210"/>
                    <a:pt x="1964050" y="31115"/>
                  </a:cubicBezTo>
                  <a:cubicBezTo>
                    <a:pt x="1967860" y="32385"/>
                    <a:pt x="1971035" y="34925"/>
                    <a:pt x="1973575" y="38735"/>
                  </a:cubicBezTo>
                  <a:cubicBezTo>
                    <a:pt x="1976115" y="41910"/>
                    <a:pt x="1978655" y="46355"/>
                    <a:pt x="1979925" y="51435"/>
                  </a:cubicBezTo>
                  <a:cubicBezTo>
                    <a:pt x="1981195" y="56515"/>
                    <a:pt x="1982465" y="62865"/>
                    <a:pt x="1982465" y="70485"/>
                  </a:cubicBezTo>
                  <a:lnTo>
                    <a:pt x="1981830" y="71120"/>
                  </a:lnTo>
                  <a:cubicBezTo>
                    <a:pt x="1981830" y="77470"/>
                    <a:pt x="1981195" y="83820"/>
                    <a:pt x="1979290" y="88265"/>
                  </a:cubicBezTo>
                  <a:cubicBezTo>
                    <a:pt x="1977385" y="93345"/>
                    <a:pt x="1975480" y="97155"/>
                    <a:pt x="1972305" y="100330"/>
                  </a:cubicBezTo>
                  <a:cubicBezTo>
                    <a:pt x="1969765" y="103505"/>
                    <a:pt x="1965955" y="106045"/>
                    <a:pt x="1962780" y="107315"/>
                  </a:cubicBezTo>
                  <a:cubicBezTo>
                    <a:pt x="1958970" y="109220"/>
                    <a:pt x="1955160" y="109855"/>
                    <a:pt x="1951350" y="109855"/>
                  </a:cubicBezTo>
                  <a:cubicBezTo>
                    <a:pt x="1947540" y="109855"/>
                    <a:pt x="1943730" y="109220"/>
                    <a:pt x="1940555" y="107315"/>
                  </a:cubicBezTo>
                  <a:cubicBezTo>
                    <a:pt x="1936745" y="105410"/>
                    <a:pt x="1934205" y="103505"/>
                    <a:pt x="1931665" y="100965"/>
                  </a:cubicBezTo>
                  <a:lnTo>
                    <a:pt x="1931665" y="107950"/>
                  </a:lnTo>
                  <a:lnTo>
                    <a:pt x="1916425" y="107950"/>
                  </a:lnTo>
                  <a:lnTo>
                    <a:pt x="1916425" y="7620"/>
                  </a:lnTo>
                  <a:close/>
                  <a:moveTo>
                    <a:pt x="1316991" y="0"/>
                  </a:moveTo>
                  <a:lnTo>
                    <a:pt x="1316991" y="30480"/>
                  </a:lnTo>
                  <a:lnTo>
                    <a:pt x="1336041" y="30480"/>
                  </a:lnTo>
                  <a:lnTo>
                    <a:pt x="1336041" y="44450"/>
                  </a:lnTo>
                  <a:lnTo>
                    <a:pt x="1316991" y="44450"/>
                  </a:lnTo>
                  <a:lnTo>
                    <a:pt x="1316991" y="86995"/>
                  </a:lnTo>
                  <a:cubicBezTo>
                    <a:pt x="1316991" y="86995"/>
                    <a:pt x="1316991" y="90170"/>
                    <a:pt x="1316991" y="91440"/>
                  </a:cubicBezTo>
                  <a:cubicBezTo>
                    <a:pt x="1316991" y="92710"/>
                    <a:pt x="1317627" y="93345"/>
                    <a:pt x="1318261" y="94615"/>
                  </a:cubicBezTo>
                  <a:cubicBezTo>
                    <a:pt x="1318896" y="95250"/>
                    <a:pt x="1319531" y="95885"/>
                    <a:pt x="1320801" y="95885"/>
                  </a:cubicBezTo>
                  <a:cubicBezTo>
                    <a:pt x="1322072" y="95885"/>
                    <a:pt x="1323341" y="95885"/>
                    <a:pt x="1324611" y="95885"/>
                  </a:cubicBezTo>
                  <a:cubicBezTo>
                    <a:pt x="1326516" y="95885"/>
                    <a:pt x="1328422" y="95885"/>
                    <a:pt x="1330961" y="95250"/>
                  </a:cubicBezTo>
                  <a:cubicBezTo>
                    <a:pt x="1332867" y="94615"/>
                    <a:pt x="1334772" y="93980"/>
                    <a:pt x="1336041" y="93345"/>
                  </a:cubicBezTo>
                  <a:lnTo>
                    <a:pt x="1334136" y="106680"/>
                  </a:lnTo>
                  <a:cubicBezTo>
                    <a:pt x="1334136" y="106680"/>
                    <a:pt x="1330326" y="108585"/>
                    <a:pt x="1327786" y="109220"/>
                  </a:cubicBezTo>
                  <a:cubicBezTo>
                    <a:pt x="1325246" y="109855"/>
                    <a:pt x="1322706" y="110490"/>
                    <a:pt x="1319531" y="110490"/>
                  </a:cubicBezTo>
                  <a:cubicBezTo>
                    <a:pt x="1316991" y="110490"/>
                    <a:pt x="1314451" y="110490"/>
                    <a:pt x="1312546" y="109220"/>
                  </a:cubicBezTo>
                  <a:cubicBezTo>
                    <a:pt x="1310641" y="108585"/>
                    <a:pt x="1308736" y="107315"/>
                    <a:pt x="1306831" y="105410"/>
                  </a:cubicBezTo>
                  <a:cubicBezTo>
                    <a:pt x="1304926" y="103505"/>
                    <a:pt x="1303656" y="101600"/>
                    <a:pt x="1303021" y="99060"/>
                  </a:cubicBezTo>
                  <a:cubicBezTo>
                    <a:pt x="1302386" y="96520"/>
                    <a:pt x="1301751" y="93345"/>
                    <a:pt x="1301751" y="89535"/>
                  </a:cubicBezTo>
                  <a:lnTo>
                    <a:pt x="1301751" y="44450"/>
                  </a:lnTo>
                  <a:lnTo>
                    <a:pt x="1290956" y="44450"/>
                  </a:lnTo>
                  <a:lnTo>
                    <a:pt x="1290956" y="30480"/>
                  </a:lnTo>
                  <a:lnTo>
                    <a:pt x="1301751" y="30480"/>
                  </a:lnTo>
                  <a:lnTo>
                    <a:pt x="1301751" y="8255"/>
                  </a:lnTo>
                  <a:close/>
                  <a:moveTo>
                    <a:pt x="751206" y="0"/>
                  </a:moveTo>
                  <a:lnTo>
                    <a:pt x="751206" y="30480"/>
                  </a:lnTo>
                  <a:lnTo>
                    <a:pt x="770256" y="30480"/>
                  </a:lnTo>
                  <a:lnTo>
                    <a:pt x="770256" y="44450"/>
                  </a:lnTo>
                  <a:lnTo>
                    <a:pt x="751206" y="44450"/>
                  </a:lnTo>
                  <a:lnTo>
                    <a:pt x="751206" y="86995"/>
                  </a:lnTo>
                  <a:cubicBezTo>
                    <a:pt x="751206" y="86995"/>
                    <a:pt x="751206" y="90170"/>
                    <a:pt x="751206" y="91440"/>
                  </a:cubicBezTo>
                  <a:cubicBezTo>
                    <a:pt x="751206" y="92710"/>
                    <a:pt x="751841" y="93345"/>
                    <a:pt x="752476" y="94615"/>
                  </a:cubicBezTo>
                  <a:cubicBezTo>
                    <a:pt x="753111" y="95250"/>
                    <a:pt x="753746" y="95885"/>
                    <a:pt x="755016" y="95885"/>
                  </a:cubicBezTo>
                  <a:cubicBezTo>
                    <a:pt x="756286" y="95885"/>
                    <a:pt x="757556" y="95885"/>
                    <a:pt x="758826" y="95885"/>
                  </a:cubicBezTo>
                  <a:cubicBezTo>
                    <a:pt x="760731" y="95885"/>
                    <a:pt x="762636" y="95885"/>
                    <a:pt x="765176" y="95250"/>
                  </a:cubicBezTo>
                  <a:cubicBezTo>
                    <a:pt x="767081" y="94615"/>
                    <a:pt x="768986" y="93980"/>
                    <a:pt x="770256" y="93345"/>
                  </a:cubicBezTo>
                  <a:lnTo>
                    <a:pt x="768351" y="106680"/>
                  </a:lnTo>
                  <a:cubicBezTo>
                    <a:pt x="768351" y="106680"/>
                    <a:pt x="764541" y="108585"/>
                    <a:pt x="762001" y="109220"/>
                  </a:cubicBezTo>
                  <a:cubicBezTo>
                    <a:pt x="759461" y="109855"/>
                    <a:pt x="756921" y="110490"/>
                    <a:pt x="753746" y="110490"/>
                  </a:cubicBezTo>
                  <a:cubicBezTo>
                    <a:pt x="751206" y="110490"/>
                    <a:pt x="748666" y="110490"/>
                    <a:pt x="746761" y="109220"/>
                  </a:cubicBezTo>
                  <a:cubicBezTo>
                    <a:pt x="744856" y="108585"/>
                    <a:pt x="742951" y="107315"/>
                    <a:pt x="741045" y="105410"/>
                  </a:cubicBezTo>
                  <a:cubicBezTo>
                    <a:pt x="739141" y="103505"/>
                    <a:pt x="737871" y="101600"/>
                    <a:pt x="737236" y="99060"/>
                  </a:cubicBezTo>
                  <a:cubicBezTo>
                    <a:pt x="736600" y="96520"/>
                    <a:pt x="735966" y="93345"/>
                    <a:pt x="735966" y="89535"/>
                  </a:cubicBezTo>
                  <a:lnTo>
                    <a:pt x="735966" y="44450"/>
                  </a:lnTo>
                  <a:lnTo>
                    <a:pt x="725171" y="44450"/>
                  </a:lnTo>
                  <a:lnTo>
                    <a:pt x="725171" y="30480"/>
                  </a:lnTo>
                  <a:lnTo>
                    <a:pt x="735966" y="30480"/>
                  </a:lnTo>
                  <a:lnTo>
                    <a:pt x="735966" y="8255"/>
                  </a:lnTo>
                  <a:close/>
                  <a:moveTo>
                    <a:pt x="521335" y="0"/>
                  </a:moveTo>
                  <a:lnTo>
                    <a:pt x="521335" y="30480"/>
                  </a:lnTo>
                  <a:lnTo>
                    <a:pt x="540385" y="30480"/>
                  </a:lnTo>
                  <a:lnTo>
                    <a:pt x="540385" y="44450"/>
                  </a:lnTo>
                  <a:lnTo>
                    <a:pt x="521335" y="44450"/>
                  </a:lnTo>
                  <a:lnTo>
                    <a:pt x="521335" y="86995"/>
                  </a:lnTo>
                  <a:cubicBezTo>
                    <a:pt x="521335" y="86995"/>
                    <a:pt x="521335" y="90170"/>
                    <a:pt x="521335" y="91440"/>
                  </a:cubicBezTo>
                  <a:cubicBezTo>
                    <a:pt x="521335" y="92710"/>
                    <a:pt x="521970" y="93345"/>
                    <a:pt x="522605" y="94615"/>
                  </a:cubicBezTo>
                  <a:cubicBezTo>
                    <a:pt x="523240" y="95250"/>
                    <a:pt x="523875" y="95885"/>
                    <a:pt x="525145" y="95885"/>
                  </a:cubicBezTo>
                  <a:cubicBezTo>
                    <a:pt x="526415" y="95885"/>
                    <a:pt x="527685" y="95885"/>
                    <a:pt x="528955" y="95885"/>
                  </a:cubicBezTo>
                  <a:cubicBezTo>
                    <a:pt x="530860" y="95885"/>
                    <a:pt x="532765" y="95885"/>
                    <a:pt x="535305" y="95250"/>
                  </a:cubicBezTo>
                  <a:cubicBezTo>
                    <a:pt x="537210" y="94615"/>
                    <a:pt x="539115" y="93980"/>
                    <a:pt x="540385" y="93345"/>
                  </a:cubicBezTo>
                  <a:lnTo>
                    <a:pt x="538480" y="106680"/>
                  </a:lnTo>
                  <a:cubicBezTo>
                    <a:pt x="538480" y="106680"/>
                    <a:pt x="534670" y="108585"/>
                    <a:pt x="532130" y="109220"/>
                  </a:cubicBezTo>
                  <a:cubicBezTo>
                    <a:pt x="529590" y="109855"/>
                    <a:pt x="527050" y="110490"/>
                    <a:pt x="523875" y="110490"/>
                  </a:cubicBezTo>
                  <a:cubicBezTo>
                    <a:pt x="521335" y="110490"/>
                    <a:pt x="518795" y="110490"/>
                    <a:pt x="516890" y="109220"/>
                  </a:cubicBezTo>
                  <a:cubicBezTo>
                    <a:pt x="514985" y="108585"/>
                    <a:pt x="513080" y="107315"/>
                    <a:pt x="511175" y="105410"/>
                  </a:cubicBezTo>
                  <a:cubicBezTo>
                    <a:pt x="509270" y="103505"/>
                    <a:pt x="508000" y="101600"/>
                    <a:pt x="507365" y="99060"/>
                  </a:cubicBezTo>
                  <a:cubicBezTo>
                    <a:pt x="506730" y="96520"/>
                    <a:pt x="506095" y="93345"/>
                    <a:pt x="506095" y="89535"/>
                  </a:cubicBezTo>
                  <a:lnTo>
                    <a:pt x="506095" y="44450"/>
                  </a:lnTo>
                  <a:lnTo>
                    <a:pt x="495300" y="44450"/>
                  </a:lnTo>
                  <a:lnTo>
                    <a:pt x="495300" y="30480"/>
                  </a:lnTo>
                  <a:lnTo>
                    <a:pt x="506095" y="30480"/>
                  </a:lnTo>
                  <a:lnTo>
                    <a:pt x="506095" y="8255"/>
                  </a:lnTo>
                  <a:close/>
                  <a:moveTo>
                    <a:pt x="466724" y="0"/>
                  </a:moveTo>
                  <a:lnTo>
                    <a:pt x="466724" y="30480"/>
                  </a:lnTo>
                  <a:lnTo>
                    <a:pt x="485774" y="30480"/>
                  </a:lnTo>
                  <a:lnTo>
                    <a:pt x="485774" y="44450"/>
                  </a:lnTo>
                  <a:lnTo>
                    <a:pt x="466724" y="44450"/>
                  </a:lnTo>
                  <a:lnTo>
                    <a:pt x="466724" y="86995"/>
                  </a:lnTo>
                  <a:cubicBezTo>
                    <a:pt x="466724" y="86995"/>
                    <a:pt x="466724" y="90170"/>
                    <a:pt x="466724" y="91440"/>
                  </a:cubicBezTo>
                  <a:cubicBezTo>
                    <a:pt x="466724" y="92710"/>
                    <a:pt x="467359" y="93345"/>
                    <a:pt x="467994" y="94615"/>
                  </a:cubicBezTo>
                  <a:cubicBezTo>
                    <a:pt x="468629" y="95250"/>
                    <a:pt x="469264" y="95885"/>
                    <a:pt x="470534" y="95885"/>
                  </a:cubicBezTo>
                  <a:cubicBezTo>
                    <a:pt x="471804" y="95885"/>
                    <a:pt x="473074" y="95885"/>
                    <a:pt x="474344" y="95885"/>
                  </a:cubicBezTo>
                  <a:cubicBezTo>
                    <a:pt x="476249" y="95885"/>
                    <a:pt x="478154" y="95885"/>
                    <a:pt x="480694" y="95250"/>
                  </a:cubicBezTo>
                  <a:cubicBezTo>
                    <a:pt x="482599" y="94615"/>
                    <a:pt x="484504" y="93980"/>
                    <a:pt x="485774" y="93345"/>
                  </a:cubicBezTo>
                  <a:lnTo>
                    <a:pt x="483869" y="106680"/>
                  </a:lnTo>
                  <a:cubicBezTo>
                    <a:pt x="483869" y="106680"/>
                    <a:pt x="480059" y="108585"/>
                    <a:pt x="477519" y="109220"/>
                  </a:cubicBezTo>
                  <a:cubicBezTo>
                    <a:pt x="474979" y="109855"/>
                    <a:pt x="472439" y="110490"/>
                    <a:pt x="469264" y="110490"/>
                  </a:cubicBezTo>
                  <a:cubicBezTo>
                    <a:pt x="466724" y="110490"/>
                    <a:pt x="464184" y="110490"/>
                    <a:pt x="462279" y="109220"/>
                  </a:cubicBezTo>
                  <a:cubicBezTo>
                    <a:pt x="460374" y="108585"/>
                    <a:pt x="458469" y="107315"/>
                    <a:pt x="456564" y="105410"/>
                  </a:cubicBezTo>
                  <a:cubicBezTo>
                    <a:pt x="454659" y="103505"/>
                    <a:pt x="453389" y="101600"/>
                    <a:pt x="452754" y="99060"/>
                  </a:cubicBezTo>
                  <a:cubicBezTo>
                    <a:pt x="452119" y="96520"/>
                    <a:pt x="451484" y="93345"/>
                    <a:pt x="451484" y="89535"/>
                  </a:cubicBezTo>
                  <a:lnTo>
                    <a:pt x="451484" y="44450"/>
                  </a:lnTo>
                  <a:lnTo>
                    <a:pt x="440689" y="44450"/>
                  </a:lnTo>
                  <a:lnTo>
                    <a:pt x="440689" y="30480"/>
                  </a:lnTo>
                  <a:lnTo>
                    <a:pt x="451484" y="30480"/>
                  </a:lnTo>
                  <a:lnTo>
                    <a:pt x="451484" y="8255"/>
                  </a:lnTo>
                  <a:close/>
                  <a:moveTo>
                    <a:pt x="302259" y="0"/>
                  </a:moveTo>
                  <a:lnTo>
                    <a:pt x="302259" y="37465"/>
                  </a:lnTo>
                  <a:cubicBezTo>
                    <a:pt x="302259" y="37465"/>
                    <a:pt x="305434" y="34925"/>
                    <a:pt x="306704" y="33655"/>
                  </a:cubicBezTo>
                  <a:cubicBezTo>
                    <a:pt x="307974" y="33020"/>
                    <a:pt x="309244" y="31750"/>
                    <a:pt x="310514" y="31115"/>
                  </a:cubicBezTo>
                  <a:cubicBezTo>
                    <a:pt x="311784" y="30480"/>
                    <a:pt x="313689" y="29845"/>
                    <a:pt x="315594" y="29210"/>
                  </a:cubicBezTo>
                  <a:cubicBezTo>
                    <a:pt x="317499" y="29210"/>
                    <a:pt x="320039" y="28575"/>
                    <a:pt x="322579" y="28575"/>
                  </a:cubicBezTo>
                  <a:cubicBezTo>
                    <a:pt x="327024" y="28575"/>
                    <a:pt x="330834" y="29210"/>
                    <a:pt x="334644" y="31115"/>
                  </a:cubicBezTo>
                  <a:cubicBezTo>
                    <a:pt x="338454" y="32385"/>
                    <a:pt x="341629" y="34925"/>
                    <a:pt x="344169" y="38735"/>
                  </a:cubicBezTo>
                  <a:cubicBezTo>
                    <a:pt x="346709" y="41910"/>
                    <a:pt x="349249" y="46355"/>
                    <a:pt x="350519" y="51435"/>
                  </a:cubicBezTo>
                  <a:cubicBezTo>
                    <a:pt x="351789" y="56515"/>
                    <a:pt x="353059" y="62865"/>
                    <a:pt x="353059" y="70485"/>
                  </a:cubicBezTo>
                  <a:lnTo>
                    <a:pt x="352424" y="71120"/>
                  </a:lnTo>
                  <a:cubicBezTo>
                    <a:pt x="352424" y="77470"/>
                    <a:pt x="351789" y="83820"/>
                    <a:pt x="349884" y="88265"/>
                  </a:cubicBezTo>
                  <a:cubicBezTo>
                    <a:pt x="347979" y="93345"/>
                    <a:pt x="346074" y="97155"/>
                    <a:pt x="342899" y="100330"/>
                  </a:cubicBezTo>
                  <a:cubicBezTo>
                    <a:pt x="340359" y="103505"/>
                    <a:pt x="336549" y="106045"/>
                    <a:pt x="333374" y="107315"/>
                  </a:cubicBezTo>
                  <a:cubicBezTo>
                    <a:pt x="329564" y="109220"/>
                    <a:pt x="325754" y="109855"/>
                    <a:pt x="321944" y="109855"/>
                  </a:cubicBezTo>
                  <a:cubicBezTo>
                    <a:pt x="318134" y="109855"/>
                    <a:pt x="314324" y="109220"/>
                    <a:pt x="311149" y="107315"/>
                  </a:cubicBezTo>
                  <a:cubicBezTo>
                    <a:pt x="307339" y="105410"/>
                    <a:pt x="304799" y="103505"/>
                    <a:pt x="302259" y="100965"/>
                  </a:cubicBezTo>
                  <a:lnTo>
                    <a:pt x="302259" y="107950"/>
                  </a:lnTo>
                  <a:lnTo>
                    <a:pt x="287019" y="107950"/>
                  </a:lnTo>
                  <a:lnTo>
                    <a:pt x="287019" y="7620"/>
                  </a:lnTo>
                  <a:close/>
                </a:path>
              </a:pathLst>
            </a:custGeom>
            <a:solidFill>
              <a:schemeClr val="bg2"/>
            </a:solidFill>
            <a:ln w="63500" cap="flat">
              <a:noFill/>
              <a:prstDash val="solid"/>
              <a:miter/>
            </a:ln>
          </p:spPr>
          <p:txBody>
            <a:bodyPr rtlCol="0" anchor="ctr"/>
            <a:lstStyle/>
            <a:p>
              <a:endParaRPr lang="en-US">
                <a:solidFill>
                  <a:schemeClr val="bg1"/>
                </a:solidFill>
              </a:endParaRPr>
            </a:p>
          </p:txBody>
        </p:sp>
      </p:grpSp>
      <p:grpSp>
        <p:nvGrpSpPr>
          <p:cNvPr id="9" name="Group 8">
            <a:extLst>
              <a:ext uri="{FF2B5EF4-FFF2-40B4-BE49-F238E27FC236}">
                <a16:creationId xmlns:a16="http://schemas.microsoft.com/office/drawing/2014/main" id="{8ABEBDFF-ED3A-E888-AD12-6BA94B2A4815}"/>
              </a:ext>
            </a:extLst>
          </p:cNvPr>
          <p:cNvGrpSpPr>
            <a:grpSpLocks noChangeAspect="1"/>
          </p:cNvGrpSpPr>
          <p:nvPr userDrawn="1"/>
        </p:nvGrpSpPr>
        <p:grpSpPr>
          <a:xfrm>
            <a:off x="10562024" y="5167683"/>
            <a:ext cx="1220400" cy="1285398"/>
            <a:chOff x="3913438" y="-99392"/>
            <a:chExt cx="6512821" cy="6859693"/>
          </a:xfrm>
        </p:grpSpPr>
        <p:sp>
          <p:nvSpPr>
            <p:cNvPr id="10" name="Freeform: Shape 9">
              <a:extLst>
                <a:ext uri="{FF2B5EF4-FFF2-40B4-BE49-F238E27FC236}">
                  <a16:creationId xmlns:a16="http://schemas.microsoft.com/office/drawing/2014/main" id="{2BC2A0E5-BD4A-D898-E5C9-D0B314660772}"/>
                </a:ext>
              </a:extLst>
            </p:cNvPr>
            <p:cNvSpPr/>
            <p:nvPr/>
          </p:nvSpPr>
          <p:spPr>
            <a:xfrm>
              <a:off x="5319751" y="-99392"/>
              <a:ext cx="4303606" cy="1570696"/>
            </a:xfrm>
            <a:custGeom>
              <a:avLst/>
              <a:gdLst>
                <a:gd name="connsiteX0" fmla="*/ 4303607 w 4303606"/>
                <a:gd name="connsiteY0" fmla="*/ 0 h 1570696"/>
                <a:gd name="connsiteX1" fmla="*/ 0 w 4303606"/>
                <a:gd name="connsiteY1" fmla="*/ 1570697 h 1570696"/>
                <a:gd name="connsiteX2" fmla="*/ 4303607 w 4303606"/>
                <a:gd name="connsiteY2" fmla="*/ 810521 h 1570696"/>
                <a:gd name="connsiteX3" fmla="*/ 4303607 w 4303606"/>
                <a:gd name="connsiteY3" fmla="*/ 0 h 1570696"/>
              </a:gdLst>
              <a:ahLst/>
              <a:cxnLst>
                <a:cxn ang="0">
                  <a:pos x="connsiteX0" y="connsiteY0"/>
                </a:cxn>
                <a:cxn ang="0">
                  <a:pos x="connsiteX1" y="connsiteY1"/>
                </a:cxn>
                <a:cxn ang="0">
                  <a:pos x="connsiteX2" y="connsiteY2"/>
                </a:cxn>
                <a:cxn ang="0">
                  <a:pos x="connsiteX3" y="connsiteY3"/>
                </a:cxn>
              </a:cxnLst>
              <a:rect l="l" t="t" r="r" b="b"/>
              <a:pathLst>
                <a:path w="4303606" h="1570696">
                  <a:moveTo>
                    <a:pt x="4303607" y="0"/>
                  </a:moveTo>
                  <a:lnTo>
                    <a:pt x="0" y="1570697"/>
                  </a:lnTo>
                  <a:lnTo>
                    <a:pt x="4303607" y="810521"/>
                  </a:lnTo>
                  <a:lnTo>
                    <a:pt x="4303607" y="0"/>
                  </a:lnTo>
                  <a:close/>
                </a:path>
              </a:pathLst>
            </a:custGeom>
            <a:solidFill>
              <a:srgbClr val="FFE600"/>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sp>
          <p:nvSpPr>
            <p:cNvPr id="11" name="Freeform: Shape 10">
              <a:extLst>
                <a:ext uri="{FF2B5EF4-FFF2-40B4-BE49-F238E27FC236}">
                  <a16:creationId xmlns:a16="http://schemas.microsoft.com/office/drawing/2014/main" id="{C10A528C-196B-EA38-1C48-567C6808C71B}"/>
                </a:ext>
              </a:extLst>
            </p:cNvPr>
            <p:cNvSpPr/>
            <p:nvPr/>
          </p:nvSpPr>
          <p:spPr>
            <a:xfrm>
              <a:off x="5357395" y="2124345"/>
              <a:ext cx="3613052" cy="2176910"/>
            </a:xfrm>
            <a:custGeom>
              <a:avLst/>
              <a:gdLst>
                <a:gd name="connsiteX0" fmla="*/ 652845 w 3613052"/>
                <a:gd name="connsiteY0" fmla="*/ 1676205 h 2176910"/>
                <a:gd name="connsiteX1" fmla="*/ 1741463 w 3613052"/>
                <a:gd name="connsiteY1" fmla="*/ 1676205 h 2176910"/>
                <a:gd name="connsiteX2" fmla="*/ 1741463 w 3613052"/>
                <a:gd name="connsiteY2" fmla="*/ 2176910 h 2176910"/>
                <a:gd name="connsiteX3" fmla="*/ 0 w 3613052"/>
                <a:gd name="connsiteY3" fmla="*/ 2176910 h 2176910"/>
                <a:gd name="connsiteX4" fmla="*/ 0 w 3613052"/>
                <a:gd name="connsiteY4" fmla="*/ 0 h 2176910"/>
                <a:gd name="connsiteX5" fmla="*/ 1234766 w 3613052"/>
                <a:gd name="connsiteY5" fmla="*/ 0 h 2176910"/>
                <a:gd name="connsiteX6" fmla="*/ 1523675 w 3613052"/>
                <a:gd name="connsiteY6" fmla="*/ 500706 h 2176910"/>
                <a:gd name="connsiteX7" fmla="*/ 652910 w 3613052"/>
                <a:gd name="connsiteY7" fmla="*/ 500706 h 2176910"/>
                <a:gd name="connsiteX8" fmla="*/ 652910 w 3613052"/>
                <a:gd name="connsiteY8" fmla="*/ 859953 h 2176910"/>
                <a:gd name="connsiteX9" fmla="*/ 1440050 w 3613052"/>
                <a:gd name="connsiteY9" fmla="*/ 859953 h 2176910"/>
                <a:gd name="connsiteX10" fmla="*/ 1440050 w 3613052"/>
                <a:gd name="connsiteY10" fmla="*/ 1317022 h 2176910"/>
                <a:gd name="connsiteX11" fmla="*/ 652910 w 3613052"/>
                <a:gd name="connsiteY11" fmla="*/ 1317022 h 2176910"/>
                <a:gd name="connsiteX12" fmla="*/ 652910 w 3613052"/>
                <a:gd name="connsiteY12" fmla="*/ 1676205 h 2176910"/>
                <a:gd name="connsiteX13" fmla="*/ 2900485 w 3613052"/>
                <a:gd name="connsiteY13" fmla="*/ 0 h 2176910"/>
                <a:gd name="connsiteX14" fmla="*/ 2530687 w 3613052"/>
                <a:gd name="connsiteY14" fmla="*/ 710418 h 2176910"/>
                <a:gd name="connsiteX15" fmla="*/ 2161801 w 3613052"/>
                <a:gd name="connsiteY15" fmla="*/ 0 h 2176910"/>
                <a:gd name="connsiteX16" fmla="*/ 1439985 w 3613052"/>
                <a:gd name="connsiteY16" fmla="*/ 0 h 2176910"/>
                <a:gd name="connsiteX17" fmla="*/ 2200552 w 3613052"/>
                <a:gd name="connsiteY17" fmla="*/ 1317022 h 2176910"/>
                <a:gd name="connsiteX18" fmla="*/ 2200552 w 3613052"/>
                <a:gd name="connsiteY18" fmla="*/ 2176910 h 2176910"/>
                <a:gd name="connsiteX19" fmla="*/ 2851443 w 3613052"/>
                <a:gd name="connsiteY19" fmla="*/ 2176910 h 2176910"/>
                <a:gd name="connsiteX20" fmla="*/ 2851443 w 3613052"/>
                <a:gd name="connsiteY20" fmla="*/ 1317022 h 2176910"/>
                <a:gd name="connsiteX21" fmla="*/ 3613053 w 3613052"/>
                <a:gd name="connsiteY21" fmla="*/ 0 h 2176910"/>
                <a:gd name="connsiteX22" fmla="*/ 2900485 w 3613052"/>
                <a:gd name="connsiteY22" fmla="*/ 0 h 2176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613052" h="2176910">
                  <a:moveTo>
                    <a:pt x="652845" y="1676205"/>
                  </a:moveTo>
                  <a:lnTo>
                    <a:pt x="1741463" y="1676205"/>
                  </a:lnTo>
                  <a:lnTo>
                    <a:pt x="1741463" y="2176910"/>
                  </a:lnTo>
                  <a:lnTo>
                    <a:pt x="0" y="2176910"/>
                  </a:lnTo>
                  <a:lnTo>
                    <a:pt x="0" y="0"/>
                  </a:lnTo>
                  <a:lnTo>
                    <a:pt x="1234766" y="0"/>
                  </a:lnTo>
                  <a:lnTo>
                    <a:pt x="1523675" y="500706"/>
                  </a:lnTo>
                  <a:lnTo>
                    <a:pt x="652910" y="500706"/>
                  </a:lnTo>
                  <a:lnTo>
                    <a:pt x="652910" y="859953"/>
                  </a:lnTo>
                  <a:lnTo>
                    <a:pt x="1440050" y="859953"/>
                  </a:lnTo>
                  <a:lnTo>
                    <a:pt x="1440050" y="1317022"/>
                  </a:lnTo>
                  <a:lnTo>
                    <a:pt x="652910" y="1317022"/>
                  </a:lnTo>
                  <a:lnTo>
                    <a:pt x="652910" y="1676205"/>
                  </a:lnTo>
                  <a:close/>
                  <a:moveTo>
                    <a:pt x="2900485" y="0"/>
                  </a:moveTo>
                  <a:lnTo>
                    <a:pt x="2530687" y="710418"/>
                  </a:lnTo>
                  <a:lnTo>
                    <a:pt x="2161801" y="0"/>
                  </a:lnTo>
                  <a:lnTo>
                    <a:pt x="1439985" y="0"/>
                  </a:lnTo>
                  <a:lnTo>
                    <a:pt x="2200552" y="1317022"/>
                  </a:lnTo>
                  <a:lnTo>
                    <a:pt x="2200552" y="2176910"/>
                  </a:lnTo>
                  <a:lnTo>
                    <a:pt x="2851443" y="2176910"/>
                  </a:lnTo>
                  <a:lnTo>
                    <a:pt x="2851443" y="1317022"/>
                  </a:lnTo>
                  <a:lnTo>
                    <a:pt x="3613053" y="0"/>
                  </a:lnTo>
                  <a:lnTo>
                    <a:pt x="2900485" y="0"/>
                  </a:lnTo>
                  <a:close/>
                </a:path>
              </a:pathLst>
            </a:custGeom>
            <a:solidFill>
              <a:schemeClr val="bg2"/>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sp>
          <p:nvSpPr>
            <p:cNvPr id="14" name="Freeform: Shape 13">
              <a:extLst>
                <a:ext uri="{FF2B5EF4-FFF2-40B4-BE49-F238E27FC236}">
                  <a16:creationId xmlns:a16="http://schemas.microsoft.com/office/drawing/2014/main" id="{E953CEB8-AAB6-262F-570B-0ECADEA0B52C}"/>
                </a:ext>
              </a:extLst>
            </p:cNvPr>
            <p:cNvSpPr/>
            <p:nvPr/>
          </p:nvSpPr>
          <p:spPr>
            <a:xfrm>
              <a:off x="3913438" y="5111711"/>
              <a:ext cx="6512821" cy="1648590"/>
            </a:xfrm>
            <a:custGeom>
              <a:avLst/>
              <a:gdLst>
                <a:gd name="connsiteX0" fmla="*/ 5071143 w 6512821"/>
                <a:gd name="connsiteY0" fmla="*/ 1396740 h 1648590"/>
                <a:gd name="connsiteX1" fmla="*/ 5069124 w 6512821"/>
                <a:gd name="connsiteY1" fmla="*/ 1438552 h 1648590"/>
                <a:gd name="connsiteX2" fmla="*/ 4777545 w 6512821"/>
                <a:gd name="connsiteY2" fmla="*/ 1438552 h 1648590"/>
                <a:gd name="connsiteX3" fmla="*/ 4880513 w 6512821"/>
                <a:gd name="connsiteY3" fmla="*/ 1533378 h 1648590"/>
                <a:gd name="connsiteX4" fmla="*/ 4964137 w 6512821"/>
                <a:gd name="connsiteY4" fmla="*/ 1499707 h 1648590"/>
                <a:gd name="connsiteX5" fmla="*/ 5049781 w 6512821"/>
                <a:gd name="connsiteY5" fmla="*/ 1572065 h 1648590"/>
                <a:gd name="connsiteX6" fmla="*/ 4875433 w 6512821"/>
                <a:gd name="connsiteY6" fmla="*/ 1648525 h 1648590"/>
                <a:gd name="connsiteX7" fmla="*/ 4654192 w 6512821"/>
                <a:gd name="connsiteY7" fmla="*/ 1398759 h 1648590"/>
                <a:gd name="connsiteX8" fmla="*/ 4867292 w 6512821"/>
                <a:gd name="connsiteY8" fmla="*/ 1146908 h 1648590"/>
                <a:gd name="connsiteX9" fmla="*/ 5071208 w 6512821"/>
                <a:gd name="connsiteY9" fmla="*/ 1396675 h 1648590"/>
                <a:gd name="connsiteX10" fmla="*/ 4779564 w 6512821"/>
                <a:gd name="connsiteY10" fmla="*/ 1344767 h 1648590"/>
                <a:gd name="connsiteX11" fmla="*/ 4950851 w 6512821"/>
                <a:gd name="connsiteY11" fmla="*/ 1344767 h 1648590"/>
                <a:gd name="connsiteX12" fmla="*/ 4863189 w 6512821"/>
                <a:gd name="connsiteY12" fmla="*/ 1254044 h 1648590"/>
                <a:gd name="connsiteX13" fmla="*/ 4779564 w 6512821"/>
                <a:gd name="connsiteY13" fmla="*/ 1344767 h 1648590"/>
                <a:gd name="connsiteX14" fmla="*/ 6512756 w 6512821"/>
                <a:gd name="connsiteY14" fmla="*/ 1396740 h 1648590"/>
                <a:gd name="connsiteX15" fmla="*/ 6510737 w 6512821"/>
                <a:gd name="connsiteY15" fmla="*/ 1438552 h 1648590"/>
                <a:gd name="connsiteX16" fmla="*/ 6219158 w 6512821"/>
                <a:gd name="connsiteY16" fmla="*/ 1438552 h 1648590"/>
                <a:gd name="connsiteX17" fmla="*/ 6322126 w 6512821"/>
                <a:gd name="connsiteY17" fmla="*/ 1533378 h 1648590"/>
                <a:gd name="connsiteX18" fmla="*/ 6405751 w 6512821"/>
                <a:gd name="connsiteY18" fmla="*/ 1499707 h 1648590"/>
                <a:gd name="connsiteX19" fmla="*/ 6491394 w 6512821"/>
                <a:gd name="connsiteY19" fmla="*/ 1572065 h 1648590"/>
                <a:gd name="connsiteX20" fmla="*/ 6317046 w 6512821"/>
                <a:gd name="connsiteY20" fmla="*/ 1648525 h 1648590"/>
                <a:gd name="connsiteX21" fmla="*/ 6095805 w 6512821"/>
                <a:gd name="connsiteY21" fmla="*/ 1398759 h 1648590"/>
                <a:gd name="connsiteX22" fmla="*/ 6308905 w 6512821"/>
                <a:gd name="connsiteY22" fmla="*/ 1146908 h 1648590"/>
                <a:gd name="connsiteX23" fmla="*/ 6512821 w 6512821"/>
                <a:gd name="connsiteY23" fmla="*/ 1396675 h 1648590"/>
                <a:gd name="connsiteX24" fmla="*/ 6221177 w 6512821"/>
                <a:gd name="connsiteY24" fmla="*/ 1344767 h 1648590"/>
                <a:gd name="connsiteX25" fmla="*/ 6392465 w 6512821"/>
                <a:gd name="connsiteY25" fmla="*/ 1344767 h 1648590"/>
                <a:gd name="connsiteX26" fmla="*/ 6304802 w 6512821"/>
                <a:gd name="connsiteY26" fmla="*/ 1254044 h 1648590"/>
                <a:gd name="connsiteX27" fmla="*/ 6221177 w 6512821"/>
                <a:gd name="connsiteY27" fmla="*/ 1344767 h 1648590"/>
                <a:gd name="connsiteX28" fmla="*/ 5978509 w 6512821"/>
                <a:gd name="connsiteY28" fmla="*/ 1467143 h 1648590"/>
                <a:gd name="connsiteX29" fmla="*/ 6058031 w 6512821"/>
                <a:gd name="connsiteY29" fmla="*/ 1542561 h 1648590"/>
                <a:gd name="connsiteX30" fmla="*/ 5866359 w 6512821"/>
                <a:gd name="connsiteY30" fmla="*/ 1648590 h 1648590"/>
                <a:gd name="connsiteX31" fmla="*/ 5637954 w 6512821"/>
                <a:gd name="connsiteY31" fmla="*/ 1398823 h 1648590"/>
                <a:gd name="connsiteX32" fmla="*/ 5868378 w 6512821"/>
                <a:gd name="connsiteY32" fmla="*/ 1146973 h 1648590"/>
                <a:gd name="connsiteX33" fmla="*/ 6056989 w 6512821"/>
                <a:gd name="connsiteY33" fmla="*/ 1250983 h 1648590"/>
                <a:gd name="connsiteX34" fmla="*/ 5975448 w 6512821"/>
                <a:gd name="connsiteY34" fmla="*/ 1333565 h 1648590"/>
                <a:gd name="connsiteX35" fmla="*/ 5867401 w 6512821"/>
                <a:gd name="connsiteY35" fmla="*/ 1266288 h 1648590"/>
                <a:gd name="connsiteX36" fmla="*/ 5766452 w 6512821"/>
                <a:gd name="connsiteY36" fmla="*/ 1396804 h 1648590"/>
                <a:gd name="connsiteX37" fmla="*/ 5868378 w 6512821"/>
                <a:gd name="connsiteY37" fmla="*/ 1528299 h 1648590"/>
                <a:gd name="connsiteX38" fmla="*/ 5978509 w 6512821"/>
                <a:gd name="connsiteY38" fmla="*/ 1467143 h 1648590"/>
                <a:gd name="connsiteX39" fmla="*/ 4869246 w 6512821"/>
                <a:gd name="connsiteY39" fmla="*/ 667825 h 1648590"/>
                <a:gd name="connsiteX40" fmla="*/ 4750973 w 6512821"/>
                <a:gd name="connsiteY40" fmla="*/ 667825 h 1648590"/>
                <a:gd name="connsiteX41" fmla="*/ 4750973 w 6512821"/>
                <a:gd name="connsiteY41" fmla="*/ 634153 h 1648590"/>
                <a:gd name="connsiteX42" fmla="*/ 4638822 w 6512821"/>
                <a:gd name="connsiteY42" fmla="*/ 677984 h 1648590"/>
                <a:gd name="connsiteX43" fmla="*/ 4467535 w 6512821"/>
                <a:gd name="connsiteY43" fmla="*/ 458763 h 1648590"/>
                <a:gd name="connsiteX44" fmla="*/ 4467535 w 6512821"/>
                <a:gd name="connsiteY44" fmla="*/ 186527 h 1648590"/>
                <a:gd name="connsiteX45" fmla="*/ 4587827 w 6512821"/>
                <a:gd name="connsiteY45" fmla="*/ 186527 h 1648590"/>
                <a:gd name="connsiteX46" fmla="*/ 4587827 w 6512821"/>
                <a:gd name="connsiteY46" fmla="*/ 448538 h 1648590"/>
                <a:gd name="connsiteX47" fmla="*/ 4668390 w 6512821"/>
                <a:gd name="connsiteY47" fmla="*/ 562708 h 1648590"/>
                <a:gd name="connsiteX48" fmla="*/ 4748954 w 6512821"/>
                <a:gd name="connsiteY48" fmla="*/ 452576 h 1648590"/>
                <a:gd name="connsiteX49" fmla="*/ 4748954 w 6512821"/>
                <a:gd name="connsiteY49" fmla="*/ 186462 h 1648590"/>
                <a:gd name="connsiteX50" fmla="*/ 4869246 w 6512821"/>
                <a:gd name="connsiteY50" fmla="*/ 186462 h 1648590"/>
                <a:gd name="connsiteX51" fmla="*/ 4869246 w 6512821"/>
                <a:gd name="connsiteY51" fmla="*/ 667695 h 1648590"/>
                <a:gd name="connsiteX52" fmla="*/ 5244449 w 6512821"/>
                <a:gd name="connsiteY52" fmla="*/ 527083 h 1648590"/>
                <a:gd name="connsiteX53" fmla="*/ 5227125 w 6512821"/>
                <a:gd name="connsiteY53" fmla="*/ 649458 h 1648590"/>
                <a:gd name="connsiteX54" fmla="*/ 5128261 w 6512821"/>
                <a:gd name="connsiteY54" fmla="*/ 677984 h 1648590"/>
                <a:gd name="connsiteX55" fmla="*/ 4997744 w 6512821"/>
                <a:gd name="connsiteY55" fmla="*/ 535224 h 1648590"/>
                <a:gd name="connsiteX56" fmla="*/ 4997744 w 6512821"/>
                <a:gd name="connsiteY56" fmla="*/ 301739 h 1648590"/>
                <a:gd name="connsiteX57" fmla="*/ 4928447 w 6512821"/>
                <a:gd name="connsiteY57" fmla="*/ 301739 h 1648590"/>
                <a:gd name="connsiteX58" fmla="*/ 4928447 w 6512821"/>
                <a:gd name="connsiteY58" fmla="*/ 186527 h 1648590"/>
                <a:gd name="connsiteX59" fmla="*/ 4997744 w 6512821"/>
                <a:gd name="connsiteY59" fmla="*/ 186527 h 1648590"/>
                <a:gd name="connsiteX60" fmla="*/ 4997744 w 6512821"/>
                <a:gd name="connsiteY60" fmla="*/ 61155 h 1648590"/>
                <a:gd name="connsiteX61" fmla="*/ 5118035 w 6512821"/>
                <a:gd name="connsiteY61" fmla="*/ 0 h 1648590"/>
                <a:gd name="connsiteX62" fmla="*/ 5118035 w 6512821"/>
                <a:gd name="connsiteY62" fmla="*/ 186592 h 1648590"/>
                <a:gd name="connsiteX63" fmla="*/ 5232205 w 6512821"/>
                <a:gd name="connsiteY63" fmla="*/ 186592 h 1648590"/>
                <a:gd name="connsiteX64" fmla="*/ 5232205 w 6512821"/>
                <a:gd name="connsiteY64" fmla="*/ 301804 h 1648590"/>
                <a:gd name="connsiteX65" fmla="*/ 5118035 w 6512821"/>
                <a:gd name="connsiteY65" fmla="*/ 301804 h 1648590"/>
                <a:gd name="connsiteX66" fmla="*/ 5118035 w 6512821"/>
                <a:gd name="connsiteY66" fmla="*/ 503701 h 1648590"/>
                <a:gd name="connsiteX67" fmla="*/ 5164928 w 6512821"/>
                <a:gd name="connsiteY67" fmla="*/ 560819 h 1648590"/>
                <a:gd name="connsiteX68" fmla="*/ 5244449 w 6512821"/>
                <a:gd name="connsiteY68" fmla="*/ 527148 h 1648590"/>
                <a:gd name="connsiteX69" fmla="*/ 3417407 w 6512821"/>
                <a:gd name="connsiteY69" fmla="*/ 667825 h 1648590"/>
                <a:gd name="connsiteX70" fmla="*/ 3297116 w 6512821"/>
                <a:gd name="connsiteY70" fmla="*/ 667825 h 1648590"/>
                <a:gd name="connsiteX71" fmla="*/ 3297116 w 6512821"/>
                <a:gd name="connsiteY71" fmla="*/ 405814 h 1648590"/>
                <a:gd name="connsiteX72" fmla="*/ 3215575 w 6512821"/>
                <a:gd name="connsiteY72" fmla="*/ 292621 h 1648590"/>
                <a:gd name="connsiteX73" fmla="*/ 3132993 w 6512821"/>
                <a:gd name="connsiteY73" fmla="*/ 402753 h 1648590"/>
                <a:gd name="connsiteX74" fmla="*/ 3132993 w 6512821"/>
                <a:gd name="connsiteY74" fmla="*/ 667825 h 1648590"/>
                <a:gd name="connsiteX75" fmla="*/ 3012701 w 6512821"/>
                <a:gd name="connsiteY75" fmla="*/ 667825 h 1648590"/>
                <a:gd name="connsiteX76" fmla="*/ 3012701 w 6512821"/>
                <a:gd name="connsiteY76" fmla="*/ 61221 h 1648590"/>
                <a:gd name="connsiteX77" fmla="*/ 3132993 w 6512821"/>
                <a:gd name="connsiteY77" fmla="*/ 65 h 1648590"/>
                <a:gd name="connsiteX78" fmla="*/ 3132993 w 6512821"/>
                <a:gd name="connsiteY78" fmla="*/ 220264 h 1648590"/>
                <a:gd name="connsiteX79" fmla="*/ 3246186 w 6512821"/>
                <a:gd name="connsiteY79" fmla="*/ 176432 h 1648590"/>
                <a:gd name="connsiteX80" fmla="*/ 3417473 w 6512821"/>
                <a:gd name="connsiteY80" fmla="*/ 396631 h 1648590"/>
                <a:gd name="connsiteX81" fmla="*/ 3417473 w 6512821"/>
                <a:gd name="connsiteY81" fmla="*/ 667825 h 1648590"/>
                <a:gd name="connsiteX82" fmla="*/ 5564554 w 6512821"/>
                <a:gd name="connsiteY82" fmla="*/ 1638365 h 1648590"/>
                <a:gd name="connsiteX83" fmla="*/ 5440160 w 6512821"/>
                <a:gd name="connsiteY83" fmla="*/ 1638365 h 1648590"/>
                <a:gd name="connsiteX84" fmla="*/ 5440160 w 6512821"/>
                <a:gd name="connsiteY84" fmla="*/ 1376355 h 1648590"/>
                <a:gd name="connsiteX85" fmla="*/ 5357577 w 6512821"/>
                <a:gd name="connsiteY85" fmla="*/ 1264204 h 1648590"/>
                <a:gd name="connsiteX86" fmla="*/ 5273952 w 6512821"/>
                <a:gd name="connsiteY86" fmla="*/ 1373293 h 1648590"/>
                <a:gd name="connsiteX87" fmla="*/ 5273952 w 6512821"/>
                <a:gd name="connsiteY87" fmla="*/ 1638365 h 1648590"/>
                <a:gd name="connsiteX88" fmla="*/ 5149558 w 6512821"/>
                <a:gd name="connsiteY88" fmla="*/ 1638365 h 1648590"/>
                <a:gd name="connsiteX89" fmla="*/ 5149558 w 6512821"/>
                <a:gd name="connsiteY89" fmla="*/ 1157133 h 1648590"/>
                <a:gd name="connsiteX90" fmla="*/ 5273952 w 6512821"/>
                <a:gd name="connsiteY90" fmla="*/ 1157133 h 1648590"/>
                <a:gd name="connsiteX91" fmla="*/ 5273952 w 6512821"/>
                <a:gd name="connsiteY91" fmla="*/ 1189762 h 1648590"/>
                <a:gd name="connsiteX92" fmla="*/ 5391183 w 6512821"/>
                <a:gd name="connsiteY92" fmla="*/ 1146973 h 1648590"/>
                <a:gd name="connsiteX93" fmla="*/ 5564490 w 6512821"/>
                <a:gd name="connsiteY93" fmla="*/ 1366195 h 1648590"/>
                <a:gd name="connsiteX94" fmla="*/ 5564490 w 6512821"/>
                <a:gd name="connsiteY94" fmla="*/ 1638430 h 1648590"/>
                <a:gd name="connsiteX95" fmla="*/ 4008772 w 6512821"/>
                <a:gd name="connsiteY95" fmla="*/ 1115386 h 1648590"/>
                <a:gd name="connsiteX96" fmla="*/ 4080152 w 6512821"/>
                <a:gd name="connsiteY96" fmla="*/ 1044005 h 1648590"/>
                <a:gd name="connsiteX97" fmla="*/ 4008772 w 6512821"/>
                <a:gd name="connsiteY97" fmla="*/ 972624 h 1648590"/>
                <a:gd name="connsiteX98" fmla="*/ 3937391 w 6512821"/>
                <a:gd name="connsiteY98" fmla="*/ 1044005 h 1648590"/>
                <a:gd name="connsiteX99" fmla="*/ 4008772 w 6512821"/>
                <a:gd name="connsiteY99" fmla="*/ 1115386 h 1648590"/>
                <a:gd name="connsiteX100" fmla="*/ 829864 w 6512821"/>
                <a:gd name="connsiteY100" fmla="*/ 1115386 h 1648590"/>
                <a:gd name="connsiteX101" fmla="*/ 901244 w 6512821"/>
                <a:gd name="connsiteY101" fmla="*/ 1044005 h 1648590"/>
                <a:gd name="connsiteX102" fmla="*/ 829864 w 6512821"/>
                <a:gd name="connsiteY102" fmla="*/ 972624 h 1648590"/>
                <a:gd name="connsiteX103" fmla="*/ 758483 w 6512821"/>
                <a:gd name="connsiteY103" fmla="*/ 1044005 h 1648590"/>
                <a:gd name="connsiteX104" fmla="*/ 829864 w 6512821"/>
                <a:gd name="connsiteY104" fmla="*/ 1115386 h 1648590"/>
                <a:gd name="connsiteX105" fmla="*/ 6512756 w 6512821"/>
                <a:gd name="connsiteY105" fmla="*/ 426134 h 1648590"/>
                <a:gd name="connsiteX106" fmla="*/ 6510737 w 6512821"/>
                <a:gd name="connsiteY106" fmla="*/ 467946 h 1648590"/>
                <a:gd name="connsiteX107" fmla="*/ 6219158 w 6512821"/>
                <a:gd name="connsiteY107" fmla="*/ 467946 h 1648590"/>
                <a:gd name="connsiteX108" fmla="*/ 6322126 w 6512821"/>
                <a:gd name="connsiteY108" fmla="*/ 562773 h 1648590"/>
                <a:gd name="connsiteX109" fmla="*/ 6405751 w 6512821"/>
                <a:gd name="connsiteY109" fmla="*/ 529102 h 1648590"/>
                <a:gd name="connsiteX110" fmla="*/ 6491394 w 6512821"/>
                <a:gd name="connsiteY110" fmla="*/ 601459 h 1648590"/>
                <a:gd name="connsiteX111" fmla="*/ 6317046 w 6512821"/>
                <a:gd name="connsiteY111" fmla="*/ 677919 h 1648590"/>
                <a:gd name="connsiteX112" fmla="*/ 6095805 w 6512821"/>
                <a:gd name="connsiteY112" fmla="*/ 428153 h 1648590"/>
                <a:gd name="connsiteX113" fmla="*/ 6308905 w 6512821"/>
                <a:gd name="connsiteY113" fmla="*/ 176302 h 1648590"/>
                <a:gd name="connsiteX114" fmla="*/ 6512821 w 6512821"/>
                <a:gd name="connsiteY114" fmla="*/ 426069 h 1648590"/>
                <a:gd name="connsiteX115" fmla="*/ 6221177 w 6512821"/>
                <a:gd name="connsiteY115" fmla="*/ 374162 h 1648590"/>
                <a:gd name="connsiteX116" fmla="*/ 6392465 w 6512821"/>
                <a:gd name="connsiteY116" fmla="*/ 374162 h 1648590"/>
                <a:gd name="connsiteX117" fmla="*/ 6304802 w 6512821"/>
                <a:gd name="connsiteY117" fmla="*/ 283438 h 1648590"/>
                <a:gd name="connsiteX118" fmla="*/ 6221177 w 6512821"/>
                <a:gd name="connsiteY118" fmla="*/ 374162 h 1648590"/>
                <a:gd name="connsiteX119" fmla="*/ 5702235 w 6512821"/>
                <a:gd name="connsiteY119" fmla="*/ 667825 h 1648590"/>
                <a:gd name="connsiteX120" fmla="*/ 5583963 w 6512821"/>
                <a:gd name="connsiteY120" fmla="*/ 667825 h 1648590"/>
                <a:gd name="connsiteX121" fmla="*/ 5583963 w 6512821"/>
                <a:gd name="connsiteY121" fmla="*/ 634153 h 1648590"/>
                <a:gd name="connsiteX122" fmla="*/ 5471812 w 6512821"/>
                <a:gd name="connsiteY122" fmla="*/ 677984 h 1648590"/>
                <a:gd name="connsiteX123" fmla="*/ 5300525 w 6512821"/>
                <a:gd name="connsiteY123" fmla="*/ 458763 h 1648590"/>
                <a:gd name="connsiteX124" fmla="*/ 5300525 w 6512821"/>
                <a:gd name="connsiteY124" fmla="*/ 186527 h 1648590"/>
                <a:gd name="connsiteX125" fmla="*/ 5420817 w 6512821"/>
                <a:gd name="connsiteY125" fmla="*/ 186527 h 1648590"/>
                <a:gd name="connsiteX126" fmla="*/ 5420817 w 6512821"/>
                <a:gd name="connsiteY126" fmla="*/ 448538 h 1648590"/>
                <a:gd name="connsiteX127" fmla="*/ 5501380 w 6512821"/>
                <a:gd name="connsiteY127" fmla="*/ 562708 h 1648590"/>
                <a:gd name="connsiteX128" fmla="*/ 5581944 w 6512821"/>
                <a:gd name="connsiteY128" fmla="*/ 452576 h 1648590"/>
                <a:gd name="connsiteX129" fmla="*/ 5581944 w 6512821"/>
                <a:gd name="connsiteY129" fmla="*/ 186462 h 1648590"/>
                <a:gd name="connsiteX130" fmla="*/ 5702235 w 6512821"/>
                <a:gd name="connsiteY130" fmla="*/ 186462 h 1648590"/>
                <a:gd name="connsiteX131" fmla="*/ 5702235 w 6512821"/>
                <a:gd name="connsiteY131" fmla="*/ 667695 h 1648590"/>
                <a:gd name="connsiteX132" fmla="*/ 3895579 w 6512821"/>
                <a:gd name="connsiteY132" fmla="*/ 426134 h 1648590"/>
                <a:gd name="connsiteX133" fmla="*/ 3893560 w 6512821"/>
                <a:gd name="connsiteY133" fmla="*/ 467946 h 1648590"/>
                <a:gd name="connsiteX134" fmla="*/ 3601981 w 6512821"/>
                <a:gd name="connsiteY134" fmla="*/ 467946 h 1648590"/>
                <a:gd name="connsiteX135" fmla="*/ 3704949 w 6512821"/>
                <a:gd name="connsiteY135" fmla="*/ 562773 h 1648590"/>
                <a:gd name="connsiteX136" fmla="*/ 3788573 w 6512821"/>
                <a:gd name="connsiteY136" fmla="*/ 529102 h 1648590"/>
                <a:gd name="connsiteX137" fmla="*/ 3874217 w 6512821"/>
                <a:gd name="connsiteY137" fmla="*/ 601459 h 1648590"/>
                <a:gd name="connsiteX138" fmla="*/ 3699868 w 6512821"/>
                <a:gd name="connsiteY138" fmla="*/ 677919 h 1648590"/>
                <a:gd name="connsiteX139" fmla="*/ 3478628 w 6512821"/>
                <a:gd name="connsiteY139" fmla="*/ 428153 h 1648590"/>
                <a:gd name="connsiteX140" fmla="*/ 3691727 w 6512821"/>
                <a:gd name="connsiteY140" fmla="*/ 176302 h 1648590"/>
                <a:gd name="connsiteX141" fmla="*/ 3895644 w 6512821"/>
                <a:gd name="connsiteY141" fmla="*/ 426069 h 1648590"/>
                <a:gd name="connsiteX142" fmla="*/ 3604000 w 6512821"/>
                <a:gd name="connsiteY142" fmla="*/ 374162 h 1648590"/>
                <a:gd name="connsiteX143" fmla="*/ 3775287 w 6512821"/>
                <a:gd name="connsiteY143" fmla="*/ 374162 h 1648590"/>
                <a:gd name="connsiteX144" fmla="*/ 3687624 w 6512821"/>
                <a:gd name="connsiteY144" fmla="*/ 283438 h 1648590"/>
                <a:gd name="connsiteX145" fmla="*/ 3604000 w 6512821"/>
                <a:gd name="connsiteY145" fmla="*/ 374162 h 1648590"/>
                <a:gd name="connsiteX146" fmla="*/ 4579686 w 6512821"/>
                <a:gd name="connsiteY146" fmla="*/ 1638365 h 1648590"/>
                <a:gd name="connsiteX147" fmla="*/ 4455291 w 6512821"/>
                <a:gd name="connsiteY147" fmla="*/ 1638365 h 1648590"/>
                <a:gd name="connsiteX148" fmla="*/ 4455291 w 6512821"/>
                <a:gd name="connsiteY148" fmla="*/ 1606778 h 1648590"/>
                <a:gd name="connsiteX149" fmla="*/ 4346201 w 6512821"/>
                <a:gd name="connsiteY149" fmla="*/ 1648590 h 1648590"/>
                <a:gd name="connsiteX150" fmla="*/ 4148406 w 6512821"/>
                <a:gd name="connsiteY150" fmla="*/ 1393678 h 1648590"/>
                <a:gd name="connsiteX151" fmla="*/ 4343140 w 6512821"/>
                <a:gd name="connsiteY151" fmla="*/ 1146973 h 1648590"/>
                <a:gd name="connsiteX152" fmla="*/ 4455291 w 6512821"/>
                <a:gd name="connsiteY152" fmla="*/ 1185724 h 1648590"/>
                <a:gd name="connsiteX153" fmla="*/ 4455291 w 6512821"/>
                <a:gd name="connsiteY153" fmla="*/ 1031761 h 1648590"/>
                <a:gd name="connsiteX154" fmla="*/ 4579686 w 6512821"/>
                <a:gd name="connsiteY154" fmla="*/ 969564 h 1648590"/>
                <a:gd name="connsiteX155" fmla="*/ 4579686 w 6512821"/>
                <a:gd name="connsiteY155" fmla="*/ 1638365 h 1648590"/>
                <a:gd name="connsiteX156" fmla="*/ 4455356 w 6512821"/>
                <a:gd name="connsiteY156" fmla="*/ 1489547 h 1648590"/>
                <a:gd name="connsiteX157" fmla="*/ 4455356 w 6512821"/>
                <a:gd name="connsiteY157" fmla="*/ 1306016 h 1648590"/>
                <a:gd name="connsiteX158" fmla="*/ 4368670 w 6512821"/>
                <a:gd name="connsiteY158" fmla="*/ 1264204 h 1648590"/>
                <a:gd name="connsiteX159" fmla="*/ 4278924 w 6512821"/>
                <a:gd name="connsiteY159" fmla="*/ 1389575 h 1648590"/>
                <a:gd name="connsiteX160" fmla="*/ 4371731 w 6512821"/>
                <a:gd name="connsiteY160" fmla="*/ 1531294 h 1648590"/>
                <a:gd name="connsiteX161" fmla="*/ 4455356 w 6512821"/>
                <a:gd name="connsiteY161" fmla="*/ 1489482 h 1648590"/>
                <a:gd name="connsiteX162" fmla="*/ 3945532 w 6512821"/>
                <a:gd name="connsiteY162" fmla="*/ 1157198 h 1648590"/>
                <a:gd name="connsiteX163" fmla="*/ 3945532 w 6512821"/>
                <a:gd name="connsiteY163" fmla="*/ 1638430 h 1648590"/>
                <a:gd name="connsiteX164" fmla="*/ 4069927 w 6512821"/>
                <a:gd name="connsiteY164" fmla="*/ 1638430 h 1648590"/>
                <a:gd name="connsiteX165" fmla="*/ 4069927 w 6512821"/>
                <a:gd name="connsiteY165" fmla="*/ 1157198 h 1648590"/>
                <a:gd name="connsiteX166" fmla="*/ 3945532 w 6512821"/>
                <a:gd name="connsiteY166" fmla="*/ 1157198 h 1648590"/>
                <a:gd name="connsiteX167" fmla="*/ 3873175 w 6512821"/>
                <a:gd name="connsiteY167" fmla="*/ 985911 h 1648590"/>
                <a:gd name="connsiteX168" fmla="*/ 3873175 w 6512821"/>
                <a:gd name="connsiteY168" fmla="*/ 1085817 h 1648590"/>
                <a:gd name="connsiteX169" fmla="*/ 3812019 w 6512821"/>
                <a:gd name="connsiteY169" fmla="*/ 1076634 h 1648590"/>
                <a:gd name="connsiteX170" fmla="*/ 3760047 w 6512821"/>
                <a:gd name="connsiteY170" fmla="*/ 1118447 h 1648590"/>
                <a:gd name="connsiteX171" fmla="*/ 3760047 w 6512821"/>
                <a:gd name="connsiteY171" fmla="*/ 1157198 h 1648590"/>
                <a:gd name="connsiteX172" fmla="*/ 3863015 w 6512821"/>
                <a:gd name="connsiteY172" fmla="*/ 1157198 h 1648590"/>
                <a:gd name="connsiteX173" fmla="*/ 3863015 w 6512821"/>
                <a:gd name="connsiteY173" fmla="*/ 1273452 h 1648590"/>
                <a:gd name="connsiteX174" fmla="*/ 3760047 w 6512821"/>
                <a:gd name="connsiteY174" fmla="*/ 1273452 h 1648590"/>
                <a:gd name="connsiteX175" fmla="*/ 3760047 w 6512821"/>
                <a:gd name="connsiteY175" fmla="*/ 1638430 h 1648590"/>
                <a:gd name="connsiteX176" fmla="*/ 3635652 w 6512821"/>
                <a:gd name="connsiteY176" fmla="*/ 1638430 h 1648590"/>
                <a:gd name="connsiteX177" fmla="*/ 3635652 w 6512821"/>
                <a:gd name="connsiteY177" fmla="*/ 1273452 h 1648590"/>
                <a:gd name="connsiteX178" fmla="*/ 3568375 w 6512821"/>
                <a:gd name="connsiteY178" fmla="*/ 1273452 h 1648590"/>
                <a:gd name="connsiteX179" fmla="*/ 3568375 w 6512821"/>
                <a:gd name="connsiteY179" fmla="*/ 1157198 h 1648590"/>
                <a:gd name="connsiteX180" fmla="*/ 3635652 w 6512821"/>
                <a:gd name="connsiteY180" fmla="*/ 1157198 h 1648590"/>
                <a:gd name="connsiteX181" fmla="*/ 3635652 w 6512821"/>
                <a:gd name="connsiteY181" fmla="*/ 1099104 h 1648590"/>
                <a:gd name="connsiteX182" fmla="*/ 3782451 w 6512821"/>
                <a:gd name="connsiteY182" fmla="*/ 972690 h 1648590"/>
                <a:gd name="connsiteX183" fmla="*/ 3873175 w 6512821"/>
                <a:gd name="connsiteY183" fmla="*/ 985976 h 1648590"/>
                <a:gd name="connsiteX184" fmla="*/ 3507154 w 6512821"/>
                <a:gd name="connsiteY184" fmla="*/ 1638365 h 1648590"/>
                <a:gd name="connsiteX185" fmla="*/ 3382759 w 6512821"/>
                <a:gd name="connsiteY185" fmla="*/ 1638365 h 1648590"/>
                <a:gd name="connsiteX186" fmla="*/ 3382759 w 6512821"/>
                <a:gd name="connsiteY186" fmla="*/ 1376355 h 1648590"/>
                <a:gd name="connsiteX187" fmla="*/ 3300177 w 6512821"/>
                <a:gd name="connsiteY187" fmla="*/ 1264204 h 1648590"/>
                <a:gd name="connsiteX188" fmla="*/ 3216552 w 6512821"/>
                <a:gd name="connsiteY188" fmla="*/ 1373293 h 1648590"/>
                <a:gd name="connsiteX189" fmla="*/ 3216552 w 6512821"/>
                <a:gd name="connsiteY189" fmla="*/ 1638365 h 1648590"/>
                <a:gd name="connsiteX190" fmla="*/ 3092157 w 6512821"/>
                <a:gd name="connsiteY190" fmla="*/ 1638365 h 1648590"/>
                <a:gd name="connsiteX191" fmla="*/ 3092157 w 6512821"/>
                <a:gd name="connsiteY191" fmla="*/ 1157133 h 1648590"/>
                <a:gd name="connsiteX192" fmla="*/ 3216552 w 6512821"/>
                <a:gd name="connsiteY192" fmla="*/ 1157133 h 1648590"/>
                <a:gd name="connsiteX193" fmla="*/ 3216552 w 6512821"/>
                <a:gd name="connsiteY193" fmla="*/ 1189762 h 1648590"/>
                <a:gd name="connsiteX194" fmla="*/ 3333783 w 6512821"/>
                <a:gd name="connsiteY194" fmla="*/ 1146973 h 1648590"/>
                <a:gd name="connsiteX195" fmla="*/ 3507089 w 6512821"/>
                <a:gd name="connsiteY195" fmla="*/ 1366195 h 1648590"/>
                <a:gd name="connsiteX196" fmla="*/ 3507089 w 6512821"/>
                <a:gd name="connsiteY196" fmla="*/ 1638430 h 1648590"/>
                <a:gd name="connsiteX197" fmla="*/ 2792437 w 6512821"/>
                <a:gd name="connsiteY197" fmla="*/ 1146973 h 1648590"/>
                <a:gd name="connsiteX198" fmla="*/ 2567094 w 6512821"/>
                <a:gd name="connsiteY198" fmla="*/ 1397782 h 1648590"/>
                <a:gd name="connsiteX199" fmla="*/ 2792437 w 6512821"/>
                <a:gd name="connsiteY199" fmla="*/ 1648590 h 1648590"/>
                <a:gd name="connsiteX200" fmla="*/ 3017781 w 6512821"/>
                <a:gd name="connsiteY200" fmla="*/ 1397782 h 1648590"/>
                <a:gd name="connsiteX201" fmla="*/ 2792437 w 6512821"/>
                <a:gd name="connsiteY201" fmla="*/ 1146973 h 1648590"/>
                <a:gd name="connsiteX202" fmla="*/ 2792437 w 6512821"/>
                <a:gd name="connsiteY202" fmla="*/ 1528299 h 1648590"/>
                <a:gd name="connsiteX203" fmla="*/ 2695592 w 6512821"/>
                <a:gd name="connsiteY203" fmla="*/ 1397782 h 1648590"/>
                <a:gd name="connsiteX204" fmla="*/ 2792437 w 6512821"/>
                <a:gd name="connsiteY204" fmla="*/ 1266288 h 1648590"/>
                <a:gd name="connsiteX205" fmla="*/ 2889283 w 6512821"/>
                <a:gd name="connsiteY205" fmla="*/ 1397782 h 1648590"/>
                <a:gd name="connsiteX206" fmla="*/ 2792437 w 6512821"/>
                <a:gd name="connsiteY206" fmla="*/ 1528299 h 1648590"/>
                <a:gd name="connsiteX207" fmla="*/ 2446802 w 6512821"/>
                <a:gd name="connsiteY207" fmla="*/ 1467143 h 1648590"/>
                <a:gd name="connsiteX208" fmla="*/ 2526323 w 6512821"/>
                <a:gd name="connsiteY208" fmla="*/ 1542561 h 1648590"/>
                <a:gd name="connsiteX209" fmla="*/ 2334651 w 6512821"/>
                <a:gd name="connsiteY209" fmla="*/ 1648590 h 1648590"/>
                <a:gd name="connsiteX210" fmla="*/ 2106246 w 6512821"/>
                <a:gd name="connsiteY210" fmla="*/ 1398823 h 1648590"/>
                <a:gd name="connsiteX211" fmla="*/ 2336670 w 6512821"/>
                <a:gd name="connsiteY211" fmla="*/ 1146973 h 1648590"/>
                <a:gd name="connsiteX212" fmla="*/ 2525281 w 6512821"/>
                <a:gd name="connsiteY212" fmla="*/ 1250983 h 1648590"/>
                <a:gd name="connsiteX213" fmla="*/ 2443741 w 6512821"/>
                <a:gd name="connsiteY213" fmla="*/ 1333565 h 1648590"/>
                <a:gd name="connsiteX214" fmla="*/ 2335693 w 6512821"/>
                <a:gd name="connsiteY214" fmla="*/ 1266288 h 1648590"/>
                <a:gd name="connsiteX215" fmla="*/ 2234744 w 6512821"/>
                <a:gd name="connsiteY215" fmla="*/ 1396804 h 1648590"/>
                <a:gd name="connsiteX216" fmla="*/ 2336670 w 6512821"/>
                <a:gd name="connsiteY216" fmla="*/ 1528299 h 1648590"/>
                <a:gd name="connsiteX217" fmla="*/ 2446802 w 6512821"/>
                <a:gd name="connsiteY217" fmla="*/ 1467143 h 1648590"/>
                <a:gd name="connsiteX218" fmla="*/ 1803530 w 6512821"/>
                <a:gd name="connsiteY218" fmla="*/ 1638365 h 1648590"/>
                <a:gd name="connsiteX219" fmla="*/ 1679135 w 6512821"/>
                <a:gd name="connsiteY219" fmla="*/ 1638365 h 1648590"/>
                <a:gd name="connsiteX220" fmla="*/ 1679135 w 6512821"/>
                <a:gd name="connsiteY220" fmla="*/ 1376355 h 1648590"/>
                <a:gd name="connsiteX221" fmla="*/ 1596553 w 6512821"/>
                <a:gd name="connsiteY221" fmla="*/ 1264204 h 1648590"/>
                <a:gd name="connsiteX222" fmla="*/ 1511951 w 6512821"/>
                <a:gd name="connsiteY222" fmla="*/ 1373293 h 1648590"/>
                <a:gd name="connsiteX223" fmla="*/ 1511951 w 6512821"/>
                <a:gd name="connsiteY223" fmla="*/ 1638365 h 1648590"/>
                <a:gd name="connsiteX224" fmla="*/ 1387557 w 6512821"/>
                <a:gd name="connsiteY224" fmla="*/ 1638365 h 1648590"/>
                <a:gd name="connsiteX225" fmla="*/ 1387557 w 6512821"/>
                <a:gd name="connsiteY225" fmla="*/ 1031761 h 1648590"/>
                <a:gd name="connsiteX226" fmla="*/ 1511951 w 6512821"/>
                <a:gd name="connsiteY226" fmla="*/ 969564 h 1648590"/>
                <a:gd name="connsiteX227" fmla="*/ 1511951 w 6512821"/>
                <a:gd name="connsiteY227" fmla="*/ 1189762 h 1648590"/>
                <a:gd name="connsiteX228" fmla="*/ 1632243 w 6512821"/>
                <a:gd name="connsiteY228" fmla="*/ 1146973 h 1648590"/>
                <a:gd name="connsiteX229" fmla="*/ 1803530 w 6512821"/>
                <a:gd name="connsiteY229" fmla="*/ 1366195 h 1648590"/>
                <a:gd name="connsiteX230" fmla="*/ 1803530 w 6512821"/>
                <a:gd name="connsiteY230" fmla="*/ 1638430 h 1648590"/>
                <a:gd name="connsiteX231" fmla="*/ 1311031 w 6512821"/>
                <a:gd name="connsiteY231" fmla="*/ 1493650 h 1648590"/>
                <a:gd name="connsiteX232" fmla="*/ 1292665 w 6512821"/>
                <a:gd name="connsiteY232" fmla="*/ 1619022 h 1648590"/>
                <a:gd name="connsiteX233" fmla="*/ 1173350 w 6512821"/>
                <a:gd name="connsiteY233" fmla="*/ 1648590 h 1648590"/>
                <a:gd name="connsiteX234" fmla="*/ 1043875 w 6512821"/>
                <a:gd name="connsiteY234" fmla="*/ 1504852 h 1648590"/>
                <a:gd name="connsiteX235" fmla="*/ 1043875 w 6512821"/>
                <a:gd name="connsiteY235" fmla="*/ 1273387 h 1648590"/>
                <a:gd name="connsiteX236" fmla="*/ 960250 w 6512821"/>
                <a:gd name="connsiteY236" fmla="*/ 1273387 h 1648590"/>
                <a:gd name="connsiteX237" fmla="*/ 960250 w 6512821"/>
                <a:gd name="connsiteY237" fmla="*/ 1157133 h 1648590"/>
                <a:gd name="connsiteX238" fmla="*/ 1043875 w 6512821"/>
                <a:gd name="connsiteY238" fmla="*/ 1157133 h 1648590"/>
                <a:gd name="connsiteX239" fmla="*/ 1043875 w 6512821"/>
                <a:gd name="connsiteY239" fmla="*/ 1031761 h 1648590"/>
                <a:gd name="connsiteX240" fmla="*/ 1168270 w 6512821"/>
                <a:gd name="connsiteY240" fmla="*/ 969564 h 1648590"/>
                <a:gd name="connsiteX241" fmla="*/ 1168270 w 6512821"/>
                <a:gd name="connsiteY241" fmla="*/ 1157133 h 1648590"/>
                <a:gd name="connsiteX242" fmla="*/ 1308947 w 6512821"/>
                <a:gd name="connsiteY242" fmla="*/ 1157133 h 1648590"/>
                <a:gd name="connsiteX243" fmla="*/ 1308947 w 6512821"/>
                <a:gd name="connsiteY243" fmla="*/ 1273387 h 1648590"/>
                <a:gd name="connsiteX244" fmla="*/ 1168270 w 6512821"/>
                <a:gd name="connsiteY244" fmla="*/ 1273387 h 1648590"/>
                <a:gd name="connsiteX245" fmla="*/ 1168270 w 6512821"/>
                <a:gd name="connsiteY245" fmla="*/ 1471181 h 1648590"/>
                <a:gd name="connsiteX246" fmla="*/ 1214120 w 6512821"/>
                <a:gd name="connsiteY246" fmla="*/ 1529275 h 1648590"/>
                <a:gd name="connsiteX247" fmla="*/ 1310966 w 6512821"/>
                <a:gd name="connsiteY247" fmla="*/ 1493585 h 1648590"/>
                <a:gd name="connsiteX248" fmla="*/ 767666 w 6512821"/>
                <a:gd name="connsiteY248" fmla="*/ 1157198 h 1648590"/>
                <a:gd name="connsiteX249" fmla="*/ 767666 w 6512821"/>
                <a:gd name="connsiteY249" fmla="*/ 1638430 h 1648590"/>
                <a:gd name="connsiteX250" fmla="*/ 892061 w 6512821"/>
                <a:gd name="connsiteY250" fmla="*/ 1638430 h 1648590"/>
                <a:gd name="connsiteX251" fmla="*/ 892061 w 6512821"/>
                <a:gd name="connsiteY251" fmla="*/ 1157198 h 1648590"/>
                <a:gd name="connsiteX252" fmla="*/ 767666 w 6512821"/>
                <a:gd name="connsiteY252" fmla="*/ 1157198 h 1648590"/>
                <a:gd name="connsiteX253" fmla="*/ 702408 w 6512821"/>
                <a:gd name="connsiteY253" fmla="*/ 1157198 h 1648590"/>
                <a:gd name="connsiteX254" fmla="*/ 550529 w 6512821"/>
                <a:gd name="connsiteY254" fmla="*/ 1638430 h 1648590"/>
                <a:gd name="connsiteX255" fmla="*/ 436359 w 6512821"/>
                <a:gd name="connsiteY255" fmla="*/ 1638430 h 1648590"/>
                <a:gd name="connsiteX256" fmla="*/ 354819 w 6512821"/>
                <a:gd name="connsiteY256" fmla="*/ 1345809 h 1648590"/>
                <a:gd name="connsiteX257" fmla="*/ 272236 w 6512821"/>
                <a:gd name="connsiteY257" fmla="*/ 1638430 h 1648590"/>
                <a:gd name="connsiteX258" fmla="*/ 158066 w 6512821"/>
                <a:gd name="connsiteY258" fmla="*/ 1638430 h 1648590"/>
                <a:gd name="connsiteX259" fmla="*/ 7099 w 6512821"/>
                <a:gd name="connsiteY259" fmla="*/ 1157198 h 1648590"/>
                <a:gd name="connsiteX260" fmla="*/ 145757 w 6512821"/>
                <a:gd name="connsiteY260" fmla="*/ 1157198 h 1648590"/>
                <a:gd name="connsiteX261" fmla="*/ 218114 w 6512821"/>
                <a:gd name="connsiteY261" fmla="*/ 1436533 h 1648590"/>
                <a:gd name="connsiteX262" fmla="*/ 299655 w 6512821"/>
                <a:gd name="connsiteY262" fmla="*/ 1157198 h 1648590"/>
                <a:gd name="connsiteX263" fmla="*/ 412848 w 6512821"/>
                <a:gd name="connsiteY263" fmla="*/ 1157198 h 1648590"/>
                <a:gd name="connsiteX264" fmla="*/ 494388 w 6512821"/>
                <a:gd name="connsiteY264" fmla="*/ 1436533 h 1648590"/>
                <a:gd name="connsiteX265" fmla="*/ 567788 w 6512821"/>
                <a:gd name="connsiteY265" fmla="*/ 1157198 h 1648590"/>
                <a:gd name="connsiteX266" fmla="*/ 702343 w 6512821"/>
                <a:gd name="connsiteY266" fmla="*/ 1157198 h 1648590"/>
                <a:gd name="connsiteX267" fmla="*/ 4436990 w 6512821"/>
                <a:gd name="connsiteY267" fmla="*/ 16282 h 1648590"/>
                <a:gd name="connsiteX268" fmla="*/ 4436990 w 6512821"/>
                <a:gd name="connsiteY268" fmla="*/ 115147 h 1648590"/>
                <a:gd name="connsiteX269" fmla="*/ 4374792 w 6512821"/>
                <a:gd name="connsiteY269" fmla="*/ 104921 h 1648590"/>
                <a:gd name="connsiteX270" fmla="*/ 4322820 w 6512821"/>
                <a:gd name="connsiteY270" fmla="*/ 144715 h 1648590"/>
                <a:gd name="connsiteX271" fmla="*/ 4322820 w 6512821"/>
                <a:gd name="connsiteY271" fmla="*/ 186527 h 1648590"/>
                <a:gd name="connsiteX272" fmla="*/ 4404361 w 6512821"/>
                <a:gd name="connsiteY272" fmla="*/ 186527 h 1648590"/>
                <a:gd name="connsiteX273" fmla="*/ 4404361 w 6512821"/>
                <a:gd name="connsiteY273" fmla="*/ 302781 h 1648590"/>
                <a:gd name="connsiteX274" fmla="*/ 4322820 w 6512821"/>
                <a:gd name="connsiteY274" fmla="*/ 302781 h 1648590"/>
                <a:gd name="connsiteX275" fmla="*/ 4322820 w 6512821"/>
                <a:gd name="connsiteY275" fmla="*/ 667759 h 1648590"/>
                <a:gd name="connsiteX276" fmla="*/ 4202528 w 6512821"/>
                <a:gd name="connsiteY276" fmla="*/ 667759 h 1648590"/>
                <a:gd name="connsiteX277" fmla="*/ 4202528 w 6512821"/>
                <a:gd name="connsiteY277" fmla="*/ 302781 h 1648590"/>
                <a:gd name="connsiteX278" fmla="*/ 4143392 w 6512821"/>
                <a:gd name="connsiteY278" fmla="*/ 302781 h 1648590"/>
                <a:gd name="connsiteX279" fmla="*/ 4143392 w 6512821"/>
                <a:gd name="connsiteY279" fmla="*/ 186527 h 1648590"/>
                <a:gd name="connsiteX280" fmla="*/ 4202528 w 6512821"/>
                <a:gd name="connsiteY280" fmla="*/ 186527 h 1648590"/>
                <a:gd name="connsiteX281" fmla="*/ 4202528 w 6512821"/>
                <a:gd name="connsiteY281" fmla="*/ 128433 h 1648590"/>
                <a:gd name="connsiteX282" fmla="*/ 4348350 w 6512821"/>
                <a:gd name="connsiteY282" fmla="*/ 2019 h 1648590"/>
                <a:gd name="connsiteX283" fmla="*/ 4437055 w 6512821"/>
                <a:gd name="connsiteY283" fmla="*/ 16282 h 1648590"/>
                <a:gd name="connsiteX284" fmla="*/ 2957602 w 6512821"/>
                <a:gd name="connsiteY284" fmla="*/ 527083 h 1648590"/>
                <a:gd name="connsiteX285" fmla="*/ 2940278 w 6512821"/>
                <a:gd name="connsiteY285" fmla="*/ 649458 h 1648590"/>
                <a:gd name="connsiteX286" fmla="*/ 2843433 w 6512821"/>
                <a:gd name="connsiteY286" fmla="*/ 677984 h 1648590"/>
                <a:gd name="connsiteX287" fmla="*/ 2712916 w 6512821"/>
                <a:gd name="connsiteY287" fmla="*/ 535224 h 1648590"/>
                <a:gd name="connsiteX288" fmla="*/ 2712916 w 6512821"/>
                <a:gd name="connsiteY288" fmla="*/ 301739 h 1648590"/>
                <a:gd name="connsiteX289" fmla="*/ 2629291 w 6512821"/>
                <a:gd name="connsiteY289" fmla="*/ 301739 h 1648590"/>
                <a:gd name="connsiteX290" fmla="*/ 2629291 w 6512821"/>
                <a:gd name="connsiteY290" fmla="*/ 186527 h 1648590"/>
                <a:gd name="connsiteX291" fmla="*/ 2712916 w 6512821"/>
                <a:gd name="connsiteY291" fmla="*/ 186527 h 1648590"/>
                <a:gd name="connsiteX292" fmla="*/ 2712916 w 6512821"/>
                <a:gd name="connsiteY292" fmla="*/ 61155 h 1648590"/>
                <a:gd name="connsiteX293" fmla="*/ 2833208 w 6512821"/>
                <a:gd name="connsiteY293" fmla="*/ 0 h 1648590"/>
                <a:gd name="connsiteX294" fmla="*/ 2833208 w 6512821"/>
                <a:gd name="connsiteY294" fmla="*/ 186592 h 1648590"/>
                <a:gd name="connsiteX295" fmla="*/ 2945358 w 6512821"/>
                <a:gd name="connsiteY295" fmla="*/ 186592 h 1648590"/>
                <a:gd name="connsiteX296" fmla="*/ 2945358 w 6512821"/>
                <a:gd name="connsiteY296" fmla="*/ 301804 h 1648590"/>
                <a:gd name="connsiteX297" fmla="*/ 2833208 w 6512821"/>
                <a:gd name="connsiteY297" fmla="*/ 301804 h 1648590"/>
                <a:gd name="connsiteX298" fmla="*/ 2833208 w 6512821"/>
                <a:gd name="connsiteY298" fmla="*/ 503701 h 1648590"/>
                <a:gd name="connsiteX299" fmla="*/ 2880100 w 6512821"/>
                <a:gd name="connsiteY299" fmla="*/ 560819 h 1648590"/>
                <a:gd name="connsiteX300" fmla="*/ 2957602 w 6512821"/>
                <a:gd name="connsiteY300" fmla="*/ 527148 h 1648590"/>
                <a:gd name="connsiteX301" fmla="*/ 2397891 w 6512821"/>
                <a:gd name="connsiteY301" fmla="*/ 426134 h 1648590"/>
                <a:gd name="connsiteX302" fmla="*/ 2395872 w 6512821"/>
                <a:gd name="connsiteY302" fmla="*/ 467946 h 1648590"/>
                <a:gd name="connsiteX303" fmla="*/ 2114453 w 6512821"/>
                <a:gd name="connsiteY303" fmla="*/ 467946 h 1648590"/>
                <a:gd name="connsiteX304" fmla="*/ 2218462 w 6512821"/>
                <a:gd name="connsiteY304" fmla="*/ 562773 h 1648590"/>
                <a:gd name="connsiteX305" fmla="*/ 2301045 w 6512821"/>
                <a:gd name="connsiteY305" fmla="*/ 529102 h 1648590"/>
                <a:gd name="connsiteX306" fmla="*/ 2386689 w 6512821"/>
                <a:gd name="connsiteY306" fmla="*/ 601459 h 1648590"/>
                <a:gd name="connsiteX307" fmla="*/ 2210321 w 6512821"/>
                <a:gd name="connsiteY307" fmla="*/ 677919 h 1648590"/>
                <a:gd name="connsiteX308" fmla="*/ 1991100 w 6512821"/>
                <a:gd name="connsiteY308" fmla="*/ 429130 h 1648590"/>
                <a:gd name="connsiteX309" fmla="*/ 2205176 w 6512821"/>
                <a:gd name="connsiteY309" fmla="*/ 176302 h 1648590"/>
                <a:gd name="connsiteX310" fmla="*/ 2397891 w 6512821"/>
                <a:gd name="connsiteY310" fmla="*/ 426069 h 1648590"/>
                <a:gd name="connsiteX311" fmla="*/ 2116472 w 6512821"/>
                <a:gd name="connsiteY311" fmla="*/ 374162 h 1648590"/>
                <a:gd name="connsiteX312" fmla="*/ 2287759 w 6512821"/>
                <a:gd name="connsiteY312" fmla="*/ 374162 h 1648590"/>
                <a:gd name="connsiteX313" fmla="*/ 2199054 w 6512821"/>
                <a:gd name="connsiteY313" fmla="*/ 283438 h 1648590"/>
                <a:gd name="connsiteX314" fmla="*/ 2116472 w 6512821"/>
                <a:gd name="connsiteY314" fmla="*/ 374162 h 1648590"/>
                <a:gd name="connsiteX315" fmla="*/ 1933982 w 6512821"/>
                <a:gd name="connsiteY315" fmla="*/ 428218 h 1648590"/>
                <a:gd name="connsiteX316" fmla="*/ 1746413 w 6512821"/>
                <a:gd name="connsiteY316" fmla="*/ 677984 h 1648590"/>
                <a:gd name="connsiteX317" fmla="*/ 1639342 w 6512821"/>
                <a:gd name="connsiteY317" fmla="*/ 638191 h 1648590"/>
                <a:gd name="connsiteX318" fmla="*/ 1639342 w 6512821"/>
                <a:gd name="connsiteY318" fmla="*/ 784990 h 1648590"/>
                <a:gd name="connsiteX319" fmla="*/ 1519050 w 6512821"/>
                <a:gd name="connsiteY319" fmla="*/ 845169 h 1648590"/>
                <a:gd name="connsiteX320" fmla="*/ 1519050 w 6512821"/>
                <a:gd name="connsiteY320" fmla="*/ 186527 h 1648590"/>
                <a:gd name="connsiteX321" fmla="*/ 1639342 w 6512821"/>
                <a:gd name="connsiteY321" fmla="*/ 186527 h 1648590"/>
                <a:gd name="connsiteX322" fmla="*/ 1639342 w 6512821"/>
                <a:gd name="connsiteY322" fmla="*/ 219157 h 1648590"/>
                <a:gd name="connsiteX323" fmla="*/ 1748432 w 6512821"/>
                <a:gd name="connsiteY323" fmla="*/ 176367 h 1648590"/>
                <a:gd name="connsiteX324" fmla="*/ 1933982 w 6512821"/>
                <a:gd name="connsiteY324" fmla="*/ 428218 h 1648590"/>
                <a:gd name="connsiteX325" fmla="*/ 1809587 w 6512821"/>
                <a:gd name="connsiteY325" fmla="*/ 434340 h 1648590"/>
                <a:gd name="connsiteX326" fmla="*/ 1718864 w 6512821"/>
                <a:gd name="connsiteY326" fmla="*/ 292621 h 1648590"/>
                <a:gd name="connsiteX327" fmla="*/ 1639342 w 6512821"/>
                <a:gd name="connsiteY327" fmla="*/ 335410 h 1648590"/>
                <a:gd name="connsiteX328" fmla="*/ 1639342 w 6512821"/>
                <a:gd name="connsiteY328" fmla="*/ 518942 h 1648590"/>
                <a:gd name="connsiteX329" fmla="*/ 1726028 w 6512821"/>
                <a:gd name="connsiteY329" fmla="*/ 562773 h 1648590"/>
                <a:gd name="connsiteX330" fmla="*/ 1809652 w 6512821"/>
                <a:gd name="connsiteY330" fmla="*/ 434340 h 1648590"/>
                <a:gd name="connsiteX331" fmla="*/ 1435426 w 6512821"/>
                <a:gd name="connsiteY331" fmla="*/ 667825 h 1648590"/>
                <a:gd name="connsiteX332" fmla="*/ 1315134 w 6512821"/>
                <a:gd name="connsiteY332" fmla="*/ 667825 h 1648590"/>
                <a:gd name="connsiteX333" fmla="*/ 1315134 w 6512821"/>
                <a:gd name="connsiteY333" fmla="*/ 634153 h 1648590"/>
                <a:gd name="connsiteX334" fmla="*/ 1202983 w 6512821"/>
                <a:gd name="connsiteY334" fmla="*/ 677984 h 1648590"/>
                <a:gd name="connsiteX335" fmla="*/ 1033715 w 6512821"/>
                <a:gd name="connsiteY335" fmla="*/ 510800 h 1648590"/>
                <a:gd name="connsiteX336" fmla="*/ 1221284 w 6512821"/>
                <a:gd name="connsiteY336" fmla="*/ 348696 h 1648590"/>
                <a:gd name="connsiteX337" fmla="*/ 1315069 w 6512821"/>
                <a:gd name="connsiteY337" fmla="*/ 368040 h 1648590"/>
                <a:gd name="connsiteX338" fmla="*/ 1315069 w 6512821"/>
                <a:gd name="connsiteY338" fmla="*/ 342574 h 1648590"/>
                <a:gd name="connsiteX339" fmla="*/ 1232486 w 6512821"/>
                <a:gd name="connsiteY339" fmla="*/ 279335 h 1648590"/>
                <a:gd name="connsiteX340" fmla="*/ 1121378 w 6512821"/>
                <a:gd name="connsiteY340" fmla="*/ 310922 h 1648590"/>
                <a:gd name="connsiteX341" fmla="*/ 1073443 w 6512821"/>
                <a:gd name="connsiteY341" fmla="*/ 225278 h 1648590"/>
                <a:gd name="connsiteX342" fmla="*/ 1239650 w 6512821"/>
                <a:gd name="connsiteY342" fmla="*/ 176367 h 1648590"/>
                <a:gd name="connsiteX343" fmla="*/ 1435426 w 6512821"/>
                <a:gd name="connsiteY343" fmla="*/ 344593 h 1648590"/>
                <a:gd name="connsiteX344" fmla="*/ 1435426 w 6512821"/>
                <a:gd name="connsiteY344" fmla="*/ 667759 h 1648590"/>
                <a:gd name="connsiteX345" fmla="*/ 1315134 w 6512821"/>
                <a:gd name="connsiteY345" fmla="*/ 527083 h 1648590"/>
                <a:gd name="connsiteX346" fmla="*/ 1315134 w 6512821"/>
                <a:gd name="connsiteY346" fmla="*/ 465927 h 1648590"/>
                <a:gd name="connsiteX347" fmla="*/ 1234570 w 6512821"/>
                <a:gd name="connsiteY347" fmla="*/ 445542 h 1648590"/>
                <a:gd name="connsiteX348" fmla="*/ 1156091 w 6512821"/>
                <a:gd name="connsiteY348" fmla="*/ 507740 h 1648590"/>
                <a:gd name="connsiteX349" fmla="*/ 1224410 w 6512821"/>
                <a:gd name="connsiteY349" fmla="*/ 574040 h 1648590"/>
                <a:gd name="connsiteX350" fmla="*/ 1315134 w 6512821"/>
                <a:gd name="connsiteY350" fmla="*/ 527148 h 1648590"/>
                <a:gd name="connsiteX351" fmla="*/ 967480 w 6512821"/>
                <a:gd name="connsiteY351" fmla="*/ 667825 h 1648590"/>
                <a:gd name="connsiteX352" fmla="*/ 847188 w 6512821"/>
                <a:gd name="connsiteY352" fmla="*/ 667825 h 1648590"/>
                <a:gd name="connsiteX353" fmla="*/ 847188 w 6512821"/>
                <a:gd name="connsiteY353" fmla="*/ 405814 h 1648590"/>
                <a:gd name="connsiteX354" fmla="*/ 765647 w 6512821"/>
                <a:gd name="connsiteY354" fmla="*/ 292621 h 1648590"/>
                <a:gd name="connsiteX355" fmla="*/ 683065 w 6512821"/>
                <a:gd name="connsiteY355" fmla="*/ 402753 h 1648590"/>
                <a:gd name="connsiteX356" fmla="*/ 683065 w 6512821"/>
                <a:gd name="connsiteY356" fmla="*/ 667825 h 1648590"/>
                <a:gd name="connsiteX357" fmla="*/ 562773 w 6512821"/>
                <a:gd name="connsiteY357" fmla="*/ 667825 h 1648590"/>
                <a:gd name="connsiteX358" fmla="*/ 562773 w 6512821"/>
                <a:gd name="connsiteY358" fmla="*/ 61221 h 1648590"/>
                <a:gd name="connsiteX359" fmla="*/ 683065 w 6512821"/>
                <a:gd name="connsiteY359" fmla="*/ 65 h 1648590"/>
                <a:gd name="connsiteX360" fmla="*/ 683065 w 6512821"/>
                <a:gd name="connsiteY360" fmla="*/ 220264 h 1648590"/>
                <a:gd name="connsiteX361" fmla="*/ 796258 w 6512821"/>
                <a:gd name="connsiteY361" fmla="*/ 176432 h 1648590"/>
                <a:gd name="connsiteX362" fmla="*/ 967545 w 6512821"/>
                <a:gd name="connsiteY362" fmla="*/ 396631 h 1648590"/>
                <a:gd name="connsiteX363" fmla="*/ 967545 w 6512821"/>
                <a:gd name="connsiteY363" fmla="*/ 667825 h 1648590"/>
                <a:gd name="connsiteX364" fmla="*/ 496472 w 6512821"/>
                <a:gd name="connsiteY364" fmla="*/ 475110 h 1648590"/>
                <a:gd name="connsiteX365" fmla="*/ 255889 w 6512821"/>
                <a:gd name="connsiteY365" fmla="*/ 677984 h 1648590"/>
                <a:gd name="connsiteX366" fmla="*/ 0 w 6512821"/>
                <a:gd name="connsiteY366" fmla="*/ 562773 h 1648590"/>
                <a:gd name="connsiteX367" fmla="*/ 89747 w 6512821"/>
                <a:gd name="connsiteY367" fmla="*/ 483251 h 1648590"/>
                <a:gd name="connsiteX368" fmla="*/ 252893 w 6512821"/>
                <a:gd name="connsiteY368" fmla="*/ 556651 h 1648590"/>
                <a:gd name="connsiteX369" fmla="*/ 367063 w 6512821"/>
                <a:gd name="connsiteY369" fmla="*/ 478171 h 1648590"/>
                <a:gd name="connsiteX370" fmla="*/ 329353 w 6512821"/>
                <a:gd name="connsiteY370" fmla="*/ 426199 h 1648590"/>
                <a:gd name="connsiteX371" fmla="*/ 225344 w 6512821"/>
                <a:gd name="connsiteY371" fmla="*/ 394612 h 1648590"/>
                <a:gd name="connsiteX372" fmla="*/ 79522 w 6512821"/>
                <a:gd name="connsiteY372" fmla="*/ 335475 h 1648590"/>
                <a:gd name="connsiteX373" fmla="*/ 24488 w 6512821"/>
                <a:gd name="connsiteY373" fmla="*/ 207042 h 1648590"/>
                <a:gd name="connsiteX374" fmla="*/ 254912 w 6512821"/>
                <a:gd name="connsiteY374" fmla="*/ 16412 h 1648590"/>
                <a:gd name="connsiteX375" fmla="*/ 482274 w 6512821"/>
                <a:gd name="connsiteY375" fmla="*/ 115277 h 1648590"/>
                <a:gd name="connsiteX376" fmla="*/ 392528 w 6512821"/>
                <a:gd name="connsiteY376" fmla="*/ 202939 h 1648590"/>
                <a:gd name="connsiteX377" fmla="*/ 246706 w 6512821"/>
                <a:gd name="connsiteY377" fmla="*/ 137681 h 1648590"/>
                <a:gd name="connsiteX378" fmla="*/ 152921 w 6512821"/>
                <a:gd name="connsiteY378" fmla="*/ 199878 h 1648590"/>
                <a:gd name="connsiteX379" fmla="*/ 179428 w 6512821"/>
                <a:gd name="connsiteY379" fmla="*/ 243710 h 1648590"/>
                <a:gd name="connsiteX380" fmla="*/ 282396 w 6512821"/>
                <a:gd name="connsiteY380" fmla="*/ 277381 h 1648590"/>
                <a:gd name="connsiteX381" fmla="*/ 438378 w 6512821"/>
                <a:gd name="connsiteY381" fmla="*/ 341598 h 1648590"/>
                <a:gd name="connsiteX382" fmla="*/ 496472 w 6512821"/>
                <a:gd name="connsiteY382" fmla="*/ 475176 h 1648590"/>
                <a:gd name="connsiteX383" fmla="*/ 6100885 w 6512821"/>
                <a:gd name="connsiteY383" fmla="*/ 208996 h 1648590"/>
                <a:gd name="connsiteX384" fmla="*/ 6051778 w 6512821"/>
                <a:gd name="connsiteY384" fmla="*/ 329288 h 1648590"/>
                <a:gd name="connsiteX385" fmla="*/ 5982482 w 6512821"/>
                <a:gd name="connsiteY385" fmla="*/ 299720 h 1648590"/>
                <a:gd name="connsiteX386" fmla="*/ 5911232 w 6512821"/>
                <a:gd name="connsiteY386" fmla="*/ 405749 h 1648590"/>
                <a:gd name="connsiteX387" fmla="*/ 5911232 w 6512821"/>
                <a:gd name="connsiteY387" fmla="*/ 667759 h 1648590"/>
                <a:gd name="connsiteX388" fmla="*/ 5790940 w 6512821"/>
                <a:gd name="connsiteY388" fmla="*/ 667759 h 1648590"/>
                <a:gd name="connsiteX389" fmla="*/ 5790940 w 6512821"/>
                <a:gd name="connsiteY389" fmla="*/ 186527 h 1648590"/>
                <a:gd name="connsiteX390" fmla="*/ 5911232 w 6512821"/>
                <a:gd name="connsiteY390" fmla="*/ 186527 h 1648590"/>
                <a:gd name="connsiteX391" fmla="*/ 5911232 w 6512821"/>
                <a:gd name="connsiteY391" fmla="*/ 220198 h 1648590"/>
                <a:gd name="connsiteX392" fmla="*/ 6012181 w 6512821"/>
                <a:gd name="connsiteY392" fmla="*/ 176367 h 1648590"/>
                <a:gd name="connsiteX393" fmla="*/ 6100885 w 6512821"/>
                <a:gd name="connsiteY393" fmla="*/ 208996 h 16485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Lst>
              <a:rect l="l" t="t" r="r" b="b"/>
              <a:pathLst>
                <a:path w="6512821" h="1648590">
                  <a:moveTo>
                    <a:pt x="5071143" y="1396740"/>
                  </a:moveTo>
                  <a:cubicBezTo>
                    <a:pt x="5071143" y="1412045"/>
                    <a:pt x="5070101" y="1431388"/>
                    <a:pt x="5069124" y="1438552"/>
                  </a:cubicBezTo>
                  <a:lnTo>
                    <a:pt x="4777545" y="1438552"/>
                  </a:lnTo>
                  <a:cubicBezTo>
                    <a:pt x="4782625" y="1505829"/>
                    <a:pt x="4828541" y="1533378"/>
                    <a:pt x="4880513" y="1533378"/>
                  </a:cubicBezTo>
                  <a:cubicBezTo>
                    <a:pt x="4911123" y="1533378"/>
                    <a:pt x="4939649" y="1524196"/>
                    <a:pt x="4964137" y="1499707"/>
                  </a:cubicBezTo>
                  <a:lnTo>
                    <a:pt x="5049781" y="1572065"/>
                  </a:lnTo>
                  <a:cubicBezTo>
                    <a:pt x="5004908" y="1628140"/>
                    <a:pt x="4936588" y="1648525"/>
                    <a:pt x="4875433" y="1648525"/>
                  </a:cubicBezTo>
                  <a:cubicBezTo>
                    <a:pt x="4734756" y="1648525"/>
                    <a:pt x="4654192" y="1540478"/>
                    <a:pt x="4654192" y="1398759"/>
                  </a:cubicBezTo>
                  <a:cubicBezTo>
                    <a:pt x="4654192" y="1244795"/>
                    <a:pt x="4749019" y="1146908"/>
                    <a:pt x="4867292" y="1146908"/>
                  </a:cubicBezTo>
                  <a:cubicBezTo>
                    <a:pt x="4993706" y="1146908"/>
                    <a:pt x="5071208" y="1258016"/>
                    <a:pt x="5071208" y="1396675"/>
                  </a:cubicBezTo>
                  <a:close/>
                  <a:moveTo>
                    <a:pt x="4779564" y="1344767"/>
                  </a:moveTo>
                  <a:lnTo>
                    <a:pt x="4950851" y="1344767"/>
                  </a:lnTo>
                  <a:cubicBezTo>
                    <a:pt x="4946748" y="1290711"/>
                    <a:pt x="4912100" y="1254044"/>
                    <a:pt x="4863189" y="1254044"/>
                  </a:cubicBezTo>
                  <a:cubicBezTo>
                    <a:pt x="4805094" y="1254044"/>
                    <a:pt x="4782625" y="1305039"/>
                    <a:pt x="4779564" y="1344767"/>
                  </a:cubicBezTo>
                  <a:close/>
                  <a:moveTo>
                    <a:pt x="6512756" y="1396740"/>
                  </a:moveTo>
                  <a:cubicBezTo>
                    <a:pt x="6512756" y="1412045"/>
                    <a:pt x="6511714" y="1431388"/>
                    <a:pt x="6510737" y="1438552"/>
                  </a:cubicBezTo>
                  <a:lnTo>
                    <a:pt x="6219158" y="1438552"/>
                  </a:lnTo>
                  <a:cubicBezTo>
                    <a:pt x="6224238" y="1505829"/>
                    <a:pt x="6270154" y="1533378"/>
                    <a:pt x="6322126" y="1533378"/>
                  </a:cubicBezTo>
                  <a:cubicBezTo>
                    <a:pt x="6352736" y="1533378"/>
                    <a:pt x="6381262" y="1524196"/>
                    <a:pt x="6405751" y="1499707"/>
                  </a:cubicBezTo>
                  <a:lnTo>
                    <a:pt x="6491394" y="1572065"/>
                  </a:lnTo>
                  <a:cubicBezTo>
                    <a:pt x="6446521" y="1628140"/>
                    <a:pt x="6378201" y="1648525"/>
                    <a:pt x="6317046" y="1648525"/>
                  </a:cubicBezTo>
                  <a:cubicBezTo>
                    <a:pt x="6176369" y="1648525"/>
                    <a:pt x="6095805" y="1540478"/>
                    <a:pt x="6095805" y="1398759"/>
                  </a:cubicBezTo>
                  <a:cubicBezTo>
                    <a:pt x="6095805" y="1244795"/>
                    <a:pt x="6190632" y="1146908"/>
                    <a:pt x="6308905" y="1146908"/>
                  </a:cubicBezTo>
                  <a:cubicBezTo>
                    <a:pt x="6435319" y="1146908"/>
                    <a:pt x="6512821" y="1258016"/>
                    <a:pt x="6512821" y="1396675"/>
                  </a:cubicBezTo>
                  <a:close/>
                  <a:moveTo>
                    <a:pt x="6221177" y="1344767"/>
                  </a:moveTo>
                  <a:lnTo>
                    <a:pt x="6392465" y="1344767"/>
                  </a:lnTo>
                  <a:cubicBezTo>
                    <a:pt x="6388361" y="1290711"/>
                    <a:pt x="6353713" y="1254044"/>
                    <a:pt x="6304802" y="1254044"/>
                  </a:cubicBezTo>
                  <a:cubicBezTo>
                    <a:pt x="6246708" y="1254044"/>
                    <a:pt x="6224238" y="1305039"/>
                    <a:pt x="6221177" y="1344767"/>
                  </a:cubicBezTo>
                  <a:close/>
                  <a:moveTo>
                    <a:pt x="5978509" y="1467143"/>
                  </a:moveTo>
                  <a:lnTo>
                    <a:pt x="6058031" y="1542561"/>
                  </a:lnTo>
                  <a:cubicBezTo>
                    <a:pt x="6017261" y="1594534"/>
                    <a:pt x="5961185" y="1648590"/>
                    <a:pt x="5866359" y="1648590"/>
                  </a:cubicBezTo>
                  <a:cubicBezTo>
                    <a:pt x="5734865" y="1648590"/>
                    <a:pt x="5637954" y="1543604"/>
                    <a:pt x="5637954" y="1398823"/>
                  </a:cubicBezTo>
                  <a:cubicBezTo>
                    <a:pt x="5637954" y="1266288"/>
                    <a:pt x="5718518" y="1146973"/>
                    <a:pt x="5868378" y="1146973"/>
                  </a:cubicBezTo>
                  <a:cubicBezTo>
                    <a:pt x="5954021" y="1146973"/>
                    <a:pt x="6013157" y="1185724"/>
                    <a:pt x="6056989" y="1250983"/>
                  </a:cubicBezTo>
                  <a:lnTo>
                    <a:pt x="5975448" y="1333565"/>
                  </a:lnTo>
                  <a:cubicBezTo>
                    <a:pt x="5946922" y="1295856"/>
                    <a:pt x="5916312" y="1266288"/>
                    <a:pt x="5867401" y="1266288"/>
                  </a:cubicBezTo>
                  <a:cubicBezTo>
                    <a:pt x="5801100" y="1266288"/>
                    <a:pt x="5766452" y="1322363"/>
                    <a:pt x="5766452" y="1396804"/>
                  </a:cubicBezTo>
                  <a:cubicBezTo>
                    <a:pt x="5766452" y="1466101"/>
                    <a:pt x="5797062" y="1528299"/>
                    <a:pt x="5868378" y="1528299"/>
                  </a:cubicBezTo>
                  <a:cubicBezTo>
                    <a:pt x="5912209" y="1528299"/>
                    <a:pt x="5948941" y="1504852"/>
                    <a:pt x="5978509" y="1467143"/>
                  </a:cubicBezTo>
                  <a:close/>
                  <a:moveTo>
                    <a:pt x="4869246" y="667825"/>
                  </a:moveTo>
                  <a:lnTo>
                    <a:pt x="4750973" y="667825"/>
                  </a:lnTo>
                  <a:lnTo>
                    <a:pt x="4750973" y="634153"/>
                  </a:lnTo>
                  <a:cubicBezTo>
                    <a:pt x="4724466" y="663721"/>
                    <a:pt x="4681676" y="677984"/>
                    <a:pt x="4638822" y="677984"/>
                  </a:cubicBezTo>
                  <a:cubicBezTo>
                    <a:pt x="4514427" y="677984"/>
                    <a:pt x="4467535" y="588238"/>
                    <a:pt x="4467535" y="458763"/>
                  </a:cubicBezTo>
                  <a:lnTo>
                    <a:pt x="4467535" y="186527"/>
                  </a:lnTo>
                  <a:lnTo>
                    <a:pt x="4587827" y="186527"/>
                  </a:lnTo>
                  <a:lnTo>
                    <a:pt x="4587827" y="448538"/>
                  </a:lnTo>
                  <a:cubicBezTo>
                    <a:pt x="4587827" y="513797"/>
                    <a:pt x="4601113" y="562708"/>
                    <a:pt x="4668390" y="562708"/>
                  </a:cubicBezTo>
                  <a:cubicBezTo>
                    <a:pt x="4735668" y="562708"/>
                    <a:pt x="4748954" y="511712"/>
                    <a:pt x="4748954" y="452576"/>
                  </a:cubicBezTo>
                  <a:lnTo>
                    <a:pt x="4748954" y="186462"/>
                  </a:lnTo>
                  <a:lnTo>
                    <a:pt x="4869246" y="186462"/>
                  </a:lnTo>
                  <a:lnTo>
                    <a:pt x="4869246" y="667695"/>
                  </a:lnTo>
                  <a:close/>
                  <a:moveTo>
                    <a:pt x="5244449" y="527083"/>
                  </a:moveTo>
                  <a:lnTo>
                    <a:pt x="5227125" y="649458"/>
                  </a:lnTo>
                  <a:cubicBezTo>
                    <a:pt x="5202637" y="668802"/>
                    <a:pt x="5157829" y="677984"/>
                    <a:pt x="5128261" y="677984"/>
                  </a:cubicBezTo>
                  <a:cubicBezTo>
                    <a:pt x="5054861" y="677984"/>
                    <a:pt x="4997744" y="622951"/>
                    <a:pt x="4997744" y="535224"/>
                  </a:cubicBezTo>
                  <a:lnTo>
                    <a:pt x="4997744" y="301739"/>
                  </a:lnTo>
                  <a:lnTo>
                    <a:pt x="4928447" y="301739"/>
                  </a:lnTo>
                  <a:lnTo>
                    <a:pt x="4928447" y="186527"/>
                  </a:lnTo>
                  <a:lnTo>
                    <a:pt x="4997744" y="186527"/>
                  </a:lnTo>
                  <a:lnTo>
                    <a:pt x="4997744" y="61155"/>
                  </a:lnTo>
                  <a:lnTo>
                    <a:pt x="5118035" y="0"/>
                  </a:lnTo>
                  <a:lnTo>
                    <a:pt x="5118035" y="186592"/>
                  </a:lnTo>
                  <a:lnTo>
                    <a:pt x="5232205" y="186592"/>
                  </a:lnTo>
                  <a:lnTo>
                    <a:pt x="5232205" y="301804"/>
                  </a:lnTo>
                  <a:lnTo>
                    <a:pt x="5118035" y="301804"/>
                  </a:lnTo>
                  <a:lnTo>
                    <a:pt x="5118035" y="503701"/>
                  </a:lnTo>
                  <a:cubicBezTo>
                    <a:pt x="5118035" y="545514"/>
                    <a:pt x="5135360" y="560819"/>
                    <a:pt x="5164928" y="560819"/>
                  </a:cubicBezTo>
                  <a:cubicBezTo>
                    <a:pt x="5194496" y="560819"/>
                    <a:pt x="5225106" y="545514"/>
                    <a:pt x="5244449" y="527148"/>
                  </a:cubicBezTo>
                  <a:close/>
                  <a:moveTo>
                    <a:pt x="3417407" y="667825"/>
                  </a:moveTo>
                  <a:lnTo>
                    <a:pt x="3297116" y="667825"/>
                  </a:lnTo>
                  <a:lnTo>
                    <a:pt x="3297116" y="405814"/>
                  </a:lnTo>
                  <a:cubicBezTo>
                    <a:pt x="3297116" y="340555"/>
                    <a:pt x="3282853" y="292621"/>
                    <a:pt x="3215575" y="292621"/>
                  </a:cubicBezTo>
                  <a:cubicBezTo>
                    <a:pt x="3148298" y="292621"/>
                    <a:pt x="3132993" y="336452"/>
                    <a:pt x="3132993" y="402753"/>
                  </a:cubicBezTo>
                  <a:lnTo>
                    <a:pt x="3132993" y="667825"/>
                  </a:lnTo>
                  <a:lnTo>
                    <a:pt x="3012701" y="667825"/>
                  </a:lnTo>
                  <a:lnTo>
                    <a:pt x="3012701" y="61221"/>
                  </a:lnTo>
                  <a:lnTo>
                    <a:pt x="3132993" y="65"/>
                  </a:lnTo>
                  <a:lnTo>
                    <a:pt x="3132993" y="220264"/>
                  </a:lnTo>
                  <a:cubicBezTo>
                    <a:pt x="3159500" y="193756"/>
                    <a:pt x="3192129" y="176432"/>
                    <a:pt x="3246186" y="176432"/>
                  </a:cubicBezTo>
                  <a:cubicBezTo>
                    <a:pt x="3373641" y="176432"/>
                    <a:pt x="3417473" y="274320"/>
                    <a:pt x="3417473" y="396631"/>
                  </a:cubicBezTo>
                  <a:lnTo>
                    <a:pt x="3417473" y="667825"/>
                  </a:lnTo>
                  <a:close/>
                  <a:moveTo>
                    <a:pt x="5564554" y="1638365"/>
                  </a:moveTo>
                  <a:lnTo>
                    <a:pt x="5440160" y="1638365"/>
                  </a:lnTo>
                  <a:lnTo>
                    <a:pt x="5440160" y="1376355"/>
                  </a:lnTo>
                  <a:cubicBezTo>
                    <a:pt x="5440160" y="1309077"/>
                    <a:pt x="5424855" y="1264204"/>
                    <a:pt x="5357577" y="1264204"/>
                  </a:cubicBezTo>
                  <a:cubicBezTo>
                    <a:pt x="5294337" y="1264204"/>
                    <a:pt x="5273952" y="1301913"/>
                    <a:pt x="5273952" y="1373293"/>
                  </a:cubicBezTo>
                  <a:lnTo>
                    <a:pt x="5273952" y="1638365"/>
                  </a:lnTo>
                  <a:lnTo>
                    <a:pt x="5149558" y="1638365"/>
                  </a:lnTo>
                  <a:lnTo>
                    <a:pt x="5149558" y="1157133"/>
                  </a:lnTo>
                  <a:lnTo>
                    <a:pt x="5273952" y="1157133"/>
                  </a:lnTo>
                  <a:lnTo>
                    <a:pt x="5273952" y="1189762"/>
                  </a:lnTo>
                  <a:cubicBezTo>
                    <a:pt x="5299418" y="1164297"/>
                    <a:pt x="5337192" y="1146973"/>
                    <a:pt x="5391183" y="1146973"/>
                  </a:cubicBezTo>
                  <a:cubicBezTo>
                    <a:pt x="5521700" y="1146973"/>
                    <a:pt x="5564490" y="1247922"/>
                    <a:pt x="5564490" y="1366195"/>
                  </a:cubicBezTo>
                  <a:lnTo>
                    <a:pt x="5564490" y="1638430"/>
                  </a:lnTo>
                  <a:close/>
                  <a:moveTo>
                    <a:pt x="4008772" y="1115386"/>
                  </a:moveTo>
                  <a:cubicBezTo>
                    <a:pt x="4048565" y="1115386"/>
                    <a:pt x="4080152" y="1083798"/>
                    <a:pt x="4080152" y="1044005"/>
                  </a:cubicBezTo>
                  <a:cubicBezTo>
                    <a:pt x="4080152" y="1004212"/>
                    <a:pt x="4048565" y="972624"/>
                    <a:pt x="4008772" y="972624"/>
                  </a:cubicBezTo>
                  <a:cubicBezTo>
                    <a:pt x="3968978" y="972624"/>
                    <a:pt x="3937391" y="1004212"/>
                    <a:pt x="3937391" y="1044005"/>
                  </a:cubicBezTo>
                  <a:cubicBezTo>
                    <a:pt x="3937391" y="1083798"/>
                    <a:pt x="3968978" y="1115386"/>
                    <a:pt x="4008772" y="1115386"/>
                  </a:cubicBezTo>
                  <a:close/>
                  <a:moveTo>
                    <a:pt x="829864" y="1115386"/>
                  </a:moveTo>
                  <a:cubicBezTo>
                    <a:pt x="869657" y="1115386"/>
                    <a:pt x="901244" y="1083798"/>
                    <a:pt x="901244" y="1044005"/>
                  </a:cubicBezTo>
                  <a:cubicBezTo>
                    <a:pt x="901244" y="1004212"/>
                    <a:pt x="869657" y="972624"/>
                    <a:pt x="829864" y="972624"/>
                  </a:cubicBezTo>
                  <a:cubicBezTo>
                    <a:pt x="790070" y="972624"/>
                    <a:pt x="758483" y="1004212"/>
                    <a:pt x="758483" y="1044005"/>
                  </a:cubicBezTo>
                  <a:cubicBezTo>
                    <a:pt x="758483" y="1083798"/>
                    <a:pt x="790070" y="1115386"/>
                    <a:pt x="829864" y="1115386"/>
                  </a:cubicBezTo>
                  <a:close/>
                  <a:moveTo>
                    <a:pt x="6512756" y="426134"/>
                  </a:moveTo>
                  <a:cubicBezTo>
                    <a:pt x="6512756" y="441439"/>
                    <a:pt x="6511714" y="460782"/>
                    <a:pt x="6510737" y="467946"/>
                  </a:cubicBezTo>
                  <a:lnTo>
                    <a:pt x="6219158" y="467946"/>
                  </a:lnTo>
                  <a:cubicBezTo>
                    <a:pt x="6224238" y="535224"/>
                    <a:pt x="6270154" y="562773"/>
                    <a:pt x="6322126" y="562773"/>
                  </a:cubicBezTo>
                  <a:cubicBezTo>
                    <a:pt x="6352736" y="562773"/>
                    <a:pt x="6381262" y="553590"/>
                    <a:pt x="6405751" y="529102"/>
                  </a:cubicBezTo>
                  <a:lnTo>
                    <a:pt x="6491394" y="601459"/>
                  </a:lnTo>
                  <a:cubicBezTo>
                    <a:pt x="6446521" y="657535"/>
                    <a:pt x="6378201" y="677919"/>
                    <a:pt x="6317046" y="677919"/>
                  </a:cubicBezTo>
                  <a:cubicBezTo>
                    <a:pt x="6176369" y="677919"/>
                    <a:pt x="6095805" y="569872"/>
                    <a:pt x="6095805" y="428153"/>
                  </a:cubicBezTo>
                  <a:cubicBezTo>
                    <a:pt x="6095805" y="274190"/>
                    <a:pt x="6190632" y="176302"/>
                    <a:pt x="6308905" y="176302"/>
                  </a:cubicBezTo>
                  <a:cubicBezTo>
                    <a:pt x="6435319" y="176302"/>
                    <a:pt x="6512821" y="287411"/>
                    <a:pt x="6512821" y="426069"/>
                  </a:cubicBezTo>
                  <a:close/>
                  <a:moveTo>
                    <a:pt x="6221177" y="374162"/>
                  </a:moveTo>
                  <a:lnTo>
                    <a:pt x="6392465" y="374162"/>
                  </a:lnTo>
                  <a:cubicBezTo>
                    <a:pt x="6388361" y="320105"/>
                    <a:pt x="6353713" y="283438"/>
                    <a:pt x="6304802" y="283438"/>
                  </a:cubicBezTo>
                  <a:cubicBezTo>
                    <a:pt x="6246708" y="283438"/>
                    <a:pt x="6224238" y="334433"/>
                    <a:pt x="6221177" y="374162"/>
                  </a:cubicBezTo>
                  <a:close/>
                  <a:moveTo>
                    <a:pt x="5702235" y="667825"/>
                  </a:moveTo>
                  <a:lnTo>
                    <a:pt x="5583963" y="667825"/>
                  </a:lnTo>
                  <a:lnTo>
                    <a:pt x="5583963" y="634153"/>
                  </a:lnTo>
                  <a:cubicBezTo>
                    <a:pt x="5557456" y="663721"/>
                    <a:pt x="5514666" y="677984"/>
                    <a:pt x="5471812" y="677984"/>
                  </a:cubicBezTo>
                  <a:cubicBezTo>
                    <a:pt x="5347417" y="677984"/>
                    <a:pt x="5300525" y="588238"/>
                    <a:pt x="5300525" y="458763"/>
                  </a:cubicBezTo>
                  <a:lnTo>
                    <a:pt x="5300525" y="186527"/>
                  </a:lnTo>
                  <a:lnTo>
                    <a:pt x="5420817" y="186527"/>
                  </a:lnTo>
                  <a:lnTo>
                    <a:pt x="5420817" y="448538"/>
                  </a:lnTo>
                  <a:cubicBezTo>
                    <a:pt x="5420817" y="513797"/>
                    <a:pt x="5434103" y="562708"/>
                    <a:pt x="5501380" y="562708"/>
                  </a:cubicBezTo>
                  <a:cubicBezTo>
                    <a:pt x="5568657" y="562708"/>
                    <a:pt x="5581944" y="511712"/>
                    <a:pt x="5581944" y="452576"/>
                  </a:cubicBezTo>
                  <a:lnTo>
                    <a:pt x="5581944" y="186462"/>
                  </a:lnTo>
                  <a:lnTo>
                    <a:pt x="5702235" y="186462"/>
                  </a:lnTo>
                  <a:lnTo>
                    <a:pt x="5702235" y="667695"/>
                  </a:lnTo>
                  <a:close/>
                  <a:moveTo>
                    <a:pt x="3895579" y="426134"/>
                  </a:moveTo>
                  <a:cubicBezTo>
                    <a:pt x="3895579" y="441439"/>
                    <a:pt x="3894537" y="460782"/>
                    <a:pt x="3893560" y="467946"/>
                  </a:cubicBezTo>
                  <a:lnTo>
                    <a:pt x="3601981" y="467946"/>
                  </a:lnTo>
                  <a:cubicBezTo>
                    <a:pt x="3607061" y="535224"/>
                    <a:pt x="3652976" y="562773"/>
                    <a:pt x="3704949" y="562773"/>
                  </a:cubicBezTo>
                  <a:cubicBezTo>
                    <a:pt x="3735559" y="562773"/>
                    <a:pt x="3764085" y="553590"/>
                    <a:pt x="3788573" y="529102"/>
                  </a:cubicBezTo>
                  <a:lnTo>
                    <a:pt x="3874217" y="601459"/>
                  </a:lnTo>
                  <a:cubicBezTo>
                    <a:pt x="3829343" y="657535"/>
                    <a:pt x="3761024" y="677919"/>
                    <a:pt x="3699868" y="677919"/>
                  </a:cubicBezTo>
                  <a:cubicBezTo>
                    <a:pt x="3559192" y="677919"/>
                    <a:pt x="3478628" y="569872"/>
                    <a:pt x="3478628" y="428153"/>
                  </a:cubicBezTo>
                  <a:cubicBezTo>
                    <a:pt x="3478628" y="274190"/>
                    <a:pt x="3573455" y="176302"/>
                    <a:pt x="3691727" y="176302"/>
                  </a:cubicBezTo>
                  <a:cubicBezTo>
                    <a:pt x="3818141" y="176302"/>
                    <a:pt x="3895644" y="287411"/>
                    <a:pt x="3895644" y="426069"/>
                  </a:cubicBezTo>
                  <a:close/>
                  <a:moveTo>
                    <a:pt x="3604000" y="374162"/>
                  </a:moveTo>
                  <a:lnTo>
                    <a:pt x="3775287" y="374162"/>
                  </a:lnTo>
                  <a:cubicBezTo>
                    <a:pt x="3771184" y="320105"/>
                    <a:pt x="3736536" y="283438"/>
                    <a:pt x="3687624" y="283438"/>
                  </a:cubicBezTo>
                  <a:cubicBezTo>
                    <a:pt x="3629530" y="283438"/>
                    <a:pt x="3607061" y="334433"/>
                    <a:pt x="3604000" y="374162"/>
                  </a:cubicBezTo>
                  <a:close/>
                  <a:moveTo>
                    <a:pt x="4579686" y="1638365"/>
                  </a:moveTo>
                  <a:lnTo>
                    <a:pt x="4455291" y="1638365"/>
                  </a:lnTo>
                  <a:lnTo>
                    <a:pt x="4455291" y="1606778"/>
                  </a:lnTo>
                  <a:cubicBezTo>
                    <a:pt x="4414521" y="1636346"/>
                    <a:pt x="4390032" y="1648590"/>
                    <a:pt x="4346201" y="1648590"/>
                  </a:cubicBezTo>
                  <a:cubicBezTo>
                    <a:pt x="4207543" y="1648590"/>
                    <a:pt x="4148406" y="1528299"/>
                    <a:pt x="4148406" y="1393678"/>
                  </a:cubicBezTo>
                  <a:cubicBezTo>
                    <a:pt x="4148406" y="1247856"/>
                    <a:pt x="4217703" y="1146973"/>
                    <a:pt x="4343140" y="1146973"/>
                  </a:cubicBezTo>
                  <a:cubicBezTo>
                    <a:pt x="4384952" y="1146973"/>
                    <a:pt x="4424681" y="1158175"/>
                    <a:pt x="4455291" y="1185724"/>
                  </a:cubicBezTo>
                  <a:lnTo>
                    <a:pt x="4455291" y="1031761"/>
                  </a:lnTo>
                  <a:lnTo>
                    <a:pt x="4579686" y="969564"/>
                  </a:lnTo>
                  <a:lnTo>
                    <a:pt x="4579686" y="1638365"/>
                  </a:lnTo>
                  <a:close/>
                  <a:moveTo>
                    <a:pt x="4455356" y="1489547"/>
                  </a:moveTo>
                  <a:lnTo>
                    <a:pt x="4455356" y="1306016"/>
                  </a:lnTo>
                  <a:cubicBezTo>
                    <a:pt x="4428849" y="1277490"/>
                    <a:pt x="4403384" y="1264204"/>
                    <a:pt x="4368670" y="1264204"/>
                  </a:cubicBezTo>
                  <a:cubicBezTo>
                    <a:pt x="4296313" y="1264204"/>
                    <a:pt x="4278924" y="1321321"/>
                    <a:pt x="4278924" y="1389575"/>
                  </a:cubicBezTo>
                  <a:cubicBezTo>
                    <a:pt x="4278924" y="1467078"/>
                    <a:pt x="4301328" y="1531294"/>
                    <a:pt x="4371731" y="1531294"/>
                  </a:cubicBezTo>
                  <a:cubicBezTo>
                    <a:pt x="4406380" y="1531294"/>
                    <a:pt x="4430868" y="1515989"/>
                    <a:pt x="4455356" y="1489482"/>
                  </a:cubicBezTo>
                  <a:close/>
                  <a:moveTo>
                    <a:pt x="3945532" y="1157198"/>
                  </a:moveTo>
                  <a:lnTo>
                    <a:pt x="3945532" y="1638430"/>
                  </a:lnTo>
                  <a:lnTo>
                    <a:pt x="4069927" y="1638430"/>
                  </a:lnTo>
                  <a:lnTo>
                    <a:pt x="4069927" y="1157198"/>
                  </a:lnTo>
                  <a:lnTo>
                    <a:pt x="3945532" y="1157198"/>
                  </a:lnTo>
                  <a:close/>
                  <a:moveTo>
                    <a:pt x="3873175" y="985911"/>
                  </a:moveTo>
                  <a:lnTo>
                    <a:pt x="3873175" y="1085817"/>
                  </a:lnTo>
                  <a:cubicBezTo>
                    <a:pt x="3854809" y="1079695"/>
                    <a:pt x="3830386" y="1076634"/>
                    <a:pt x="3812019" y="1076634"/>
                  </a:cubicBezTo>
                  <a:cubicBezTo>
                    <a:pt x="3776329" y="1076634"/>
                    <a:pt x="3760047" y="1087836"/>
                    <a:pt x="3760047" y="1118447"/>
                  </a:cubicBezTo>
                  <a:lnTo>
                    <a:pt x="3760047" y="1157198"/>
                  </a:lnTo>
                  <a:lnTo>
                    <a:pt x="3863015" y="1157198"/>
                  </a:lnTo>
                  <a:lnTo>
                    <a:pt x="3863015" y="1273452"/>
                  </a:lnTo>
                  <a:lnTo>
                    <a:pt x="3760047" y="1273452"/>
                  </a:lnTo>
                  <a:lnTo>
                    <a:pt x="3760047" y="1638430"/>
                  </a:lnTo>
                  <a:lnTo>
                    <a:pt x="3635652" y="1638430"/>
                  </a:lnTo>
                  <a:lnTo>
                    <a:pt x="3635652" y="1273452"/>
                  </a:lnTo>
                  <a:lnTo>
                    <a:pt x="3568375" y="1273452"/>
                  </a:lnTo>
                  <a:lnTo>
                    <a:pt x="3568375" y="1157198"/>
                  </a:lnTo>
                  <a:lnTo>
                    <a:pt x="3635652" y="1157198"/>
                  </a:lnTo>
                  <a:lnTo>
                    <a:pt x="3635652" y="1099104"/>
                  </a:lnTo>
                  <a:cubicBezTo>
                    <a:pt x="3635652" y="1009357"/>
                    <a:pt x="3691727" y="972690"/>
                    <a:pt x="3782451" y="972690"/>
                  </a:cubicBezTo>
                  <a:cubicBezTo>
                    <a:pt x="3808958" y="972690"/>
                    <a:pt x="3847710" y="975751"/>
                    <a:pt x="3873175" y="985976"/>
                  </a:cubicBezTo>
                  <a:close/>
                  <a:moveTo>
                    <a:pt x="3507154" y="1638365"/>
                  </a:moveTo>
                  <a:lnTo>
                    <a:pt x="3382759" y="1638365"/>
                  </a:lnTo>
                  <a:lnTo>
                    <a:pt x="3382759" y="1376355"/>
                  </a:lnTo>
                  <a:cubicBezTo>
                    <a:pt x="3382759" y="1309077"/>
                    <a:pt x="3367454" y="1264204"/>
                    <a:pt x="3300177" y="1264204"/>
                  </a:cubicBezTo>
                  <a:cubicBezTo>
                    <a:pt x="3236937" y="1264204"/>
                    <a:pt x="3216552" y="1301913"/>
                    <a:pt x="3216552" y="1373293"/>
                  </a:cubicBezTo>
                  <a:lnTo>
                    <a:pt x="3216552" y="1638365"/>
                  </a:lnTo>
                  <a:lnTo>
                    <a:pt x="3092157" y="1638365"/>
                  </a:lnTo>
                  <a:lnTo>
                    <a:pt x="3092157" y="1157133"/>
                  </a:lnTo>
                  <a:lnTo>
                    <a:pt x="3216552" y="1157133"/>
                  </a:lnTo>
                  <a:lnTo>
                    <a:pt x="3216552" y="1189762"/>
                  </a:lnTo>
                  <a:cubicBezTo>
                    <a:pt x="3242017" y="1164297"/>
                    <a:pt x="3279792" y="1146973"/>
                    <a:pt x="3333783" y="1146973"/>
                  </a:cubicBezTo>
                  <a:cubicBezTo>
                    <a:pt x="3464300" y="1146973"/>
                    <a:pt x="3507089" y="1247922"/>
                    <a:pt x="3507089" y="1366195"/>
                  </a:cubicBezTo>
                  <a:lnTo>
                    <a:pt x="3507089" y="1638430"/>
                  </a:lnTo>
                  <a:close/>
                  <a:moveTo>
                    <a:pt x="2792437" y="1146973"/>
                  </a:moveTo>
                  <a:cubicBezTo>
                    <a:pt x="2653779" y="1146973"/>
                    <a:pt x="2567094" y="1256063"/>
                    <a:pt x="2567094" y="1397782"/>
                  </a:cubicBezTo>
                  <a:cubicBezTo>
                    <a:pt x="2567094" y="1546665"/>
                    <a:pt x="2661920" y="1648590"/>
                    <a:pt x="2792437" y="1648590"/>
                  </a:cubicBezTo>
                  <a:cubicBezTo>
                    <a:pt x="2922954" y="1648590"/>
                    <a:pt x="3017781" y="1546665"/>
                    <a:pt x="3017781" y="1397782"/>
                  </a:cubicBezTo>
                  <a:cubicBezTo>
                    <a:pt x="3017781" y="1248899"/>
                    <a:pt x="2931095" y="1146973"/>
                    <a:pt x="2792437" y="1146973"/>
                  </a:cubicBezTo>
                  <a:close/>
                  <a:moveTo>
                    <a:pt x="2792437" y="1528299"/>
                  </a:moveTo>
                  <a:cubicBezTo>
                    <a:pt x="2712916" y="1528299"/>
                    <a:pt x="2695592" y="1451838"/>
                    <a:pt x="2695592" y="1397782"/>
                  </a:cubicBezTo>
                  <a:cubicBezTo>
                    <a:pt x="2695592" y="1323340"/>
                    <a:pt x="2726202" y="1266288"/>
                    <a:pt x="2792437" y="1266288"/>
                  </a:cubicBezTo>
                  <a:cubicBezTo>
                    <a:pt x="2858673" y="1266288"/>
                    <a:pt x="2889283" y="1323405"/>
                    <a:pt x="2889283" y="1397782"/>
                  </a:cubicBezTo>
                  <a:cubicBezTo>
                    <a:pt x="2889283" y="1451838"/>
                    <a:pt x="2871959" y="1528299"/>
                    <a:pt x="2792437" y="1528299"/>
                  </a:cubicBezTo>
                  <a:close/>
                  <a:moveTo>
                    <a:pt x="2446802" y="1467143"/>
                  </a:moveTo>
                  <a:lnTo>
                    <a:pt x="2526323" y="1542561"/>
                  </a:lnTo>
                  <a:cubicBezTo>
                    <a:pt x="2485553" y="1594534"/>
                    <a:pt x="2429478" y="1648590"/>
                    <a:pt x="2334651" y="1648590"/>
                  </a:cubicBezTo>
                  <a:cubicBezTo>
                    <a:pt x="2203157" y="1648590"/>
                    <a:pt x="2106246" y="1543604"/>
                    <a:pt x="2106246" y="1398823"/>
                  </a:cubicBezTo>
                  <a:cubicBezTo>
                    <a:pt x="2106246" y="1266288"/>
                    <a:pt x="2186810" y="1146973"/>
                    <a:pt x="2336670" y="1146973"/>
                  </a:cubicBezTo>
                  <a:cubicBezTo>
                    <a:pt x="2422314" y="1146973"/>
                    <a:pt x="2481450" y="1185724"/>
                    <a:pt x="2525281" y="1250983"/>
                  </a:cubicBezTo>
                  <a:lnTo>
                    <a:pt x="2443741" y="1333565"/>
                  </a:lnTo>
                  <a:cubicBezTo>
                    <a:pt x="2415215" y="1295856"/>
                    <a:pt x="2384604" y="1266288"/>
                    <a:pt x="2335693" y="1266288"/>
                  </a:cubicBezTo>
                  <a:cubicBezTo>
                    <a:pt x="2269393" y="1266288"/>
                    <a:pt x="2234744" y="1322363"/>
                    <a:pt x="2234744" y="1396804"/>
                  </a:cubicBezTo>
                  <a:cubicBezTo>
                    <a:pt x="2234744" y="1466101"/>
                    <a:pt x="2265355" y="1528299"/>
                    <a:pt x="2336670" y="1528299"/>
                  </a:cubicBezTo>
                  <a:cubicBezTo>
                    <a:pt x="2380501" y="1528299"/>
                    <a:pt x="2417234" y="1504852"/>
                    <a:pt x="2446802" y="1467143"/>
                  </a:cubicBezTo>
                  <a:close/>
                  <a:moveTo>
                    <a:pt x="1803530" y="1638365"/>
                  </a:moveTo>
                  <a:lnTo>
                    <a:pt x="1679135" y="1638365"/>
                  </a:lnTo>
                  <a:lnTo>
                    <a:pt x="1679135" y="1376355"/>
                  </a:lnTo>
                  <a:cubicBezTo>
                    <a:pt x="1679135" y="1309077"/>
                    <a:pt x="1663830" y="1264204"/>
                    <a:pt x="1596553" y="1264204"/>
                  </a:cubicBezTo>
                  <a:cubicBezTo>
                    <a:pt x="1533314" y="1264204"/>
                    <a:pt x="1511951" y="1301913"/>
                    <a:pt x="1511951" y="1373293"/>
                  </a:cubicBezTo>
                  <a:lnTo>
                    <a:pt x="1511951" y="1638365"/>
                  </a:lnTo>
                  <a:lnTo>
                    <a:pt x="1387557" y="1638365"/>
                  </a:lnTo>
                  <a:lnTo>
                    <a:pt x="1387557" y="1031761"/>
                  </a:lnTo>
                  <a:lnTo>
                    <a:pt x="1511951" y="969564"/>
                  </a:lnTo>
                  <a:lnTo>
                    <a:pt x="1511951" y="1189762"/>
                  </a:lnTo>
                  <a:cubicBezTo>
                    <a:pt x="1535398" y="1161236"/>
                    <a:pt x="1584309" y="1146973"/>
                    <a:pt x="1632243" y="1146973"/>
                  </a:cubicBezTo>
                  <a:cubicBezTo>
                    <a:pt x="1758657" y="1146973"/>
                    <a:pt x="1803530" y="1246880"/>
                    <a:pt x="1803530" y="1366195"/>
                  </a:cubicBezTo>
                  <a:lnTo>
                    <a:pt x="1803530" y="1638430"/>
                  </a:lnTo>
                  <a:close/>
                  <a:moveTo>
                    <a:pt x="1311031" y="1493650"/>
                  </a:moveTo>
                  <a:lnTo>
                    <a:pt x="1292665" y="1619022"/>
                  </a:lnTo>
                  <a:cubicBezTo>
                    <a:pt x="1267200" y="1639407"/>
                    <a:pt x="1205979" y="1648590"/>
                    <a:pt x="1173350" y="1648590"/>
                  </a:cubicBezTo>
                  <a:cubicBezTo>
                    <a:pt x="1097931" y="1648590"/>
                    <a:pt x="1043875" y="1588412"/>
                    <a:pt x="1043875" y="1504852"/>
                  </a:cubicBezTo>
                  <a:lnTo>
                    <a:pt x="1043875" y="1273387"/>
                  </a:lnTo>
                  <a:lnTo>
                    <a:pt x="960250" y="1273387"/>
                  </a:lnTo>
                  <a:lnTo>
                    <a:pt x="960250" y="1157133"/>
                  </a:lnTo>
                  <a:lnTo>
                    <a:pt x="1043875" y="1157133"/>
                  </a:lnTo>
                  <a:lnTo>
                    <a:pt x="1043875" y="1031761"/>
                  </a:lnTo>
                  <a:lnTo>
                    <a:pt x="1168270" y="969564"/>
                  </a:lnTo>
                  <a:lnTo>
                    <a:pt x="1168270" y="1157133"/>
                  </a:lnTo>
                  <a:lnTo>
                    <a:pt x="1308947" y="1157133"/>
                  </a:lnTo>
                  <a:lnTo>
                    <a:pt x="1308947" y="1273387"/>
                  </a:lnTo>
                  <a:lnTo>
                    <a:pt x="1168270" y="1273387"/>
                  </a:lnTo>
                  <a:lnTo>
                    <a:pt x="1168270" y="1471181"/>
                  </a:lnTo>
                  <a:cubicBezTo>
                    <a:pt x="1168270" y="1515012"/>
                    <a:pt x="1184552" y="1529275"/>
                    <a:pt x="1214120" y="1529275"/>
                  </a:cubicBezTo>
                  <a:cubicBezTo>
                    <a:pt x="1243688" y="1529275"/>
                    <a:pt x="1289539" y="1513970"/>
                    <a:pt x="1310966" y="1493585"/>
                  </a:cubicBezTo>
                  <a:close/>
                  <a:moveTo>
                    <a:pt x="767666" y="1157198"/>
                  </a:moveTo>
                  <a:lnTo>
                    <a:pt x="767666" y="1638430"/>
                  </a:lnTo>
                  <a:lnTo>
                    <a:pt x="892061" y="1638430"/>
                  </a:lnTo>
                  <a:lnTo>
                    <a:pt x="892061" y="1157198"/>
                  </a:lnTo>
                  <a:lnTo>
                    <a:pt x="767666" y="1157198"/>
                  </a:lnTo>
                  <a:close/>
                  <a:moveTo>
                    <a:pt x="702408" y="1157198"/>
                  </a:moveTo>
                  <a:lnTo>
                    <a:pt x="550529" y="1638430"/>
                  </a:lnTo>
                  <a:lnTo>
                    <a:pt x="436359" y="1638430"/>
                  </a:lnTo>
                  <a:lnTo>
                    <a:pt x="354819" y="1345809"/>
                  </a:lnTo>
                  <a:lnTo>
                    <a:pt x="272236" y="1638430"/>
                  </a:lnTo>
                  <a:lnTo>
                    <a:pt x="158066" y="1638430"/>
                  </a:lnTo>
                  <a:lnTo>
                    <a:pt x="7099" y="1157198"/>
                  </a:lnTo>
                  <a:lnTo>
                    <a:pt x="145757" y="1157198"/>
                  </a:lnTo>
                  <a:lnTo>
                    <a:pt x="218114" y="1436533"/>
                  </a:lnTo>
                  <a:lnTo>
                    <a:pt x="299655" y="1157198"/>
                  </a:lnTo>
                  <a:lnTo>
                    <a:pt x="412848" y="1157198"/>
                  </a:lnTo>
                  <a:lnTo>
                    <a:pt x="494388" y="1436533"/>
                  </a:lnTo>
                  <a:lnTo>
                    <a:pt x="567788" y="1157198"/>
                  </a:lnTo>
                  <a:lnTo>
                    <a:pt x="702343" y="1157198"/>
                  </a:lnTo>
                  <a:close/>
                  <a:moveTo>
                    <a:pt x="4436990" y="16282"/>
                  </a:moveTo>
                  <a:lnTo>
                    <a:pt x="4436990" y="115147"/>
                  </a:lnTo>
                  <a:cubicBezTo>
                    <a:pt x="4409441" y="107983"/>
                    <a:pt x="4391139" y="104921"/>
                    <a:pt x="4374792" y="104921"/>
                  </a:cubicBezTo>
                  <a:cubicBezTo>
                    <a:pt x="4332003" y="104921"/>
                    <a:pt x="4322820" y="120227"/>
                    <a:pt x="4322820" y="144715"/>
                  </a:cubicBezTo>
                  <a:lnTo>
                    <a:pt x="4322820" y="186527"/>
                  </a:lnTo>
                  <a:lnTo>
                    <a:pt x="4404361" y="186527"/>
                  </a:lnTo>
                  <a:lnTo>
                    <a:pt x="4404361" y="302781"/>
                  </a:lnTo>
                  <a:lnTo>
                    <a:pt x="4322820" y="302781"/>
                  </a:lnTo>
                  <a:lnTo>
                    <a:pt x="4322820" y="667759"/>
                  </a:lnTo>
                  <a:lnTo>
                    <a:pt x="4202528" y="667759"/>
                  </a:lnTo>
                  <a:lnTo>
                    <a:pt x="4202528" y="302781"/>
                  </a:lnTo>
                  <a:lnTo>
                    <a:pt x="4143392" y="302781"/>
                  </a:lnTo>
                  <a:lnTo>
                    <a:pt x="4143392" y="186527"/>
                  </a:lnTo>
                  <a:lnTo>
                    <a:pt x="4202528" y="186527"/>
                  </a:lnTo>
                  <a:lnTo>
                    <a:pt x="4202528" y="128433"/>
                  </a:lnTo>
                  <a:cubicBezTo>
                    <a:pt x="4202528" y="44808"/>
                    <a:pt x="4246360" y="2019"/>
                    <a:pt x="4348350" y="2019"/>
                  </a:cubicBezTo>
                  <a:cubicBezTo>
                    <a:pt x="4380980" y="2019"/>
                    <a:pt x="4407487" y="8141"/>
                    <a:pt x="4437055" y="16282"/>
                  </a:cubicBezTo>
                  <a:close/>
                  <a:moveTo>
                    <a:pt x="2957602" y="527083"/>
                  </a:moveTo>
                  <a:lnTo>
                    <a:pt x="2940278" y="649458"/>
                  </a:lnTo>
                  <a:cubicBezTo>
                    <a:pt x="2915790" y="668802"/>
                    <a:pt x="2873001" y="677984"/>
                    <a:pt x="2843433" y="677984"/>
                  </a:cubicBezTo>
                  <a:cubicBezTo>
                    <a:pt x="2770033" y="677984"/>
                    <a:pt x="2712916" y="622951"/>
                    <a:pt x="2712916" y="535224"/>
                  </a:cubicBezTo>
                  <a:lnTo>
                    <a:pt x="2712916" y="301739"/>
                  </a:lnTo>
                  <a:lnTo>
                    <a:pt x="2629291" y="301739"/>
                  </a:lnTo>
                  <a:lnTo>
                    <a:pt x="2629291" y="186527"/>
                  </a:lnTo>
                  <a:lnTo>
                    <a:pt x="2712916" y="186527"/>
                  </a:lnTo>
                  <a:lnTo>
                    <a:pt x="2712916" y="61155"/>
                  </a:lnTo>
                  <a:lnTo>
                    <a:pt x="2833208" y="0"/>
                  </a:lnTo>
                  <a:lnTo>
                    <a:pt x="2833208" y="186592"/>
                  </a:lnTo>
                  <a:lnTo>
                    <a:pt x="2945358" y="186592"/>
                  </a:lnTo>
                  <a:lnTo>
                    <a:pt x="2945358" y="301804"/>
                  </a:lnTo>
                  <a:lnTo>
                    <a:pt x="2833208" y="301804"/>
                  </a:lnTo>
                  <a:lnTo>
                    <a:pt x="2833208" y="503701"/>
                  </a:lnTo>
                  <a:cubicBezTo>
                    <a:pt x="2833208" y="545514"/>
                    <a:pt x="2850532" y="560819"/>
                    <a:pt x="2880100" y="560819"/>
                  </a:cubicBezTo>
                  <a:cubicBezTo>
                    <a:pt x="2909668" y="560819"/>
                    <a:pt x="2938194" y="545514"/>
                    <a:pt x="2957602" y="527148"/>
                  </a:cubicBezTo>
                  <a:close/>
                  <a:moveTo>
                    <a:pt x="2397891" y="426134"/>
                  </a:moveTo>
                  <a:cubicBezTo>
                    <a:pt x="2397891" y="441439"/>
                    <a:pt x="2396849" y="460782"/>
                    <a:pt x="2395872" y="467946"/>
                  </a:cubicBezTo>
                  <a:lnTo>
                    <a:pt x="2114453" y="467946"/>
                  </a:lnTo>
                  <a:cubicBezTo>
                    <a:pt x="2119533" y="535224"/>
                    <a:pt x="2166425" y="562773"/>
                    <a:pt x="2218462" y="562773"/>
                  </a:cubicBezTo>
                  <a:cubicBezTo>
                    <a:pt x="2249073" y="562773"/>
                    <a:pt x="2276557" y="553590"/>
                    <a:pt x="2301045" y="529102"/>
                  </a:cubicBezTo>
                  <a:lnTo>
                    <a:pt x="2386689" y="601459"/>
                  </a:lnTo>
                  <a:cubicBezTo>
                    <a:pt x="2346895" y="654473"/>
                    <a:pt x="2274538" y="677919"/>
                    <a:pt x="2210321" y="677919"/>
                  </a:cubicBezTo>
                  <a:cubicBezTo>
                    <a:pt x="2072705" y="677919"/>
                    <a:pt x="1991100" y="569872"/>
                    <a:pt x="1991100" y="429130"/>
                  </a:cubicBezTo>
                  <a:cubicBezTo>
                    <a:pt x="1991100" y="288388"/>
                    <a:pt x="2079804" y="176302"/>
                    <a:pt x="2205176" y="176302"/>
                  </a:cubicBezTo>
                  <a:cubicBezTo>
                    <a:pt x="2339731" y="176302"/>
                    <a:pt x="2397891" y="298678"/>
                    <a:pt x="2397891" y="426069"/>
                  </a:cubicBezTo>
                  <a:close/>
                  <a:moveTo>
                    <a:pt x="2116472" y="374162"/>
                  </a:moveTo>
                  <a:lnTo>
                    <a:pt x="2287759" y="374162"/>
                  </a:lnTo>
                  <a:cubicBezTo>
                    <a:pt x="2282679" y="320105"/>
                    <a:pt x="2251027" y="283438"/>
                    <a:pt x="2199054" y="283438"/>
                  </a:cubicBezTo>
                  <a:cubicBezTo>
                    <a:pt x="2144021" y="283438"/>
                    <a:pt x="2119533" y="334433"/>
                    <a:pt x="2116472" y="374162"/>
                  </a:cubicBezTo>
                  <a:close/>
                  <a:moveTo>
                    <a:pt x="1933982" y="428218"/>
                  </a:moveTo>
                  <a:cubicBezTo>
                    <a:pt x="1933982" y="551571"/>
                    <a:pt x="1882987" y="677984"/>
                    <a:pt x="1746413" y="677984"/>
                  </a:cubicBezTo>
                  <a:cubicBezTo>
                    <a:pt x="1693399" y="677984"/>
                    <a:pt x="1660769" y="658642"/>
                    <a:pt x="1639342" y="638191"/>
                  </a:cubicBezTo>
                  <a:lnTo>
                    <a:pt x="1639342" y="784990"/>
                  </a:lnTo>
                  <a:lnTo>
                    <a:pt x="1519050" y="845169"/>
                  </a:lnTo>
                  <a:lnTo>
                    <a:pt x="1519050" y="186527"/>
                  </a:lnTo>
                  <a:lnTo>
                    <a:pt x="1639342" y="186527"/>
                  </a:lnTo>
                  <a:lnTo>
                    <a:pt x="1639342" y="219157"/>
                  </a:lnTo>
                  <a:cubicBezTo>
                    <a:pt x="1670929" y="190630"/>
                    <a:pt x="1703559" y="176367"/>
                    <a:pt x="1748432" y="176367"/>
                  </a:cubicBezTo>
                  <a:cubicBezTo>
                    <a:pt x="1877907" y="176367"/>
                    <a:pt x="1933982" y="298743"/>
                    <a:pt x="1933982" y="428218"/>
                  </a:cubicBezTo>
                  <a:close/>
                  <a:moveTo>
                    <a:pt x="1809587" y="434340"/>
                  </a:moveTo>
                  <a:cubicBezTo>
                    <a:pt x="1809587" y="364002"/>
                    <a:pt x="1791221" y="292621"/>
                    <a:pt x="1718864" y="292621"/>
                  </a:cubicBezTo>
                  <a:cubicBezTo>
                    <a:pt x="1685193" y="292621"/>
                    <a:pt x="1658685" y="307926"/>
                    <a:pt x="1639342" y="335410"/>
                  </a:cubicBezTo>
                  <a:lnTo>
                    <a:pt x="1639342" y="518942"/>
                  </a:lnTo>
                  <a:cubicBezTo>
                    <a:pt x="1658685" y="546491"/>
                    <a:pt x="1691315" y="562773"/>
                    <a:pt x="1726028" y="562773"/>
                  </a:cubicBezTo>
                  <a:cubicBezTo>
                    <a:pt x="1793305" y="562773"/>
                    <a:pt x="1809652" y="501618"/>
                    <a:pt x="1809652" y="434340"/>
                  </a:cubicBezTo>
                  <a:close/>
                  <a:moveTo>
                    <a:pt x="1435426" y="667825"/>
                  </a:moveTo>
                  <a:lnTo>
                    <a:pt x="1315134" y="667825"/>
                  </a:lnTo>
                  <a:lnTo>
                    <a:pt x="1315134" y="634153"/>
                  </a:lnTo>
                  <a:cubicBezTo>
                    <a:pt x="1286608" y="662680"/>
                    <a:pt x="1249876" y="677984"/>
                    <a:pt x="1202983" y="677984"/>
                  </a:cubicBezTo>
                  <a:cubicBezTo>
                    <a:pt x="1108157" y="677984"/>
                    <a:pt x="1033715" y="616829"/>
                    <a:pt x="1033715" y="510800"/>
                  </a:cubicBezTo>
                  <a:cubicBezTo>
                    <a:pt x="1033715" y="404772"/>
                    <a:pt x="1106072" y="348696"/>
                    <a:pt x="1221284" y="348696"/>
                  </a:cubicBezTo>
                  <a:cubicBezTo>
                    <a:pt x="1251894" y="348696"/>
                    <a:pt x="1283482" y="352799"/>
                    <a:pt x="1315069" y="368040"/>
                  </a:cubicBezTo>
                  <a:lnTo>
                    <a:pt x="1315069" y="342574"/>
                  </a:lnTo>
                  <a:cubicBezTo>
                    <a:pt x="1315069" y="297701"/>
                    <a:pt x="1285501" y="279335"/>
                    <a:pt x="1232486" y="279335"/>
                  </a:cubicBezTo>
                  <a:cubicBezTo>
                    <a:pt x="1194777" y="279335"/>
                    <a:pt x="1159087" y="288518"/>
                    <a:pt x="1121378" y="310922"/>
                  </a:cubicBezTo>
                  <a:lnTo>
                    <a:pt x="1073443" y="225278"/>
                  </a:lnTo>
                  <a:cubicBezTo>
                    <a:pt x="1125416" y="192649"/>
                    <a:pt x="1175369" y="176367"/>
                    <a:pt x="1239650" y="176367"/>
                  </a:cubicBezTo>
                  <a:cubicBezTo>
                    <a:pt x="1360984" y="176367"/>
                    <a:pt x="1435426" y="235503"/>
                    <a:pt x="1435426" y="344593"/>
                  </a:cubicBezTo>
                  <a:lnTo>
                    <a:pt x="1435426" y="667759"/>
                  </a:lnTo>
                  <a:close/>
                  <a:moveTo>
                    <a:pt x="1315134" y="527083"/>
                  </a:moveTo>
                  <a:lnTo>
                    <a:pt x="1315134" y="465927"/>
                  </a:lnTo>
                  <a:cubicBezTo>
                    <a:pt x="1290646" y="450622"/>
                    <a:pt x="1259059" y="445542"/>
                    <a:pt x="1234570" y="445542"/>
                  </a:cubicBezTo>
                  <a:cubicBezTo>
                    <a:pt x="1181556" y="445542"/>
                    <a:pt x="1156091" y="468988"/>
                    <a:pt x="1156091" y="507740"/>
                  </a:cubicBezTo>
                  <a:cubicBezTo>
                    <a:pt x="1156091" y="544472"/>
                    <a:pt x="1179537" y="574040"/>
                    <a:pt x="1224410" y="574040"/>
                  </a:cubicBezTo>
                  <a:cubicBezTo>
                    <a:pt x="1247857" y="574040"/>
                    <a:pt x="1288627" y="565899"/>
                    <a:pt x="1315134" y="527148"/>
                  </a:cubicBezTo>
                  <a:close/>
                  <a:moveTo>
                    <a:pt x="967480" y="667825"/>
                  </a:moveTo>
                  <a:lnTo>
                    <a:pt x="847188" y="667825"/>
                  </a:lnTo>
                  <a:lnTo>
                    <a:pt x="847188" y="405814"/>
                  </a:lnTo>
                  <a:cubicBezTo>
                    <a:pt x="847188" y="340555"/>
                    <a:pt x="832925" y="292621"/>
                    <a:pt x="765647" y="292621"/>
                  </a:cubicBezTo>
                  <a:cubicBezTo>
                    <a:pt x="698370" y="292621"/>
                    <a:pt x="683065" y="336452"/>
                    <a:pt x="683065" y="402753"/>
                  </a:cubicBezTo>
                  <a:lnTo>
                    <a:pt x="683065" y="667825"/>
                  </a:lnTo>
                  <a:lnTo>
                    <a:pt x="562773" y="667825"/>
                  </a:lnTo>
                  <a:lnTo>
                    <a:pt x="562773" y="61221"/>
                  </a:lnTo>
                  <a:lnTo>
                    <a:pt x="683065" y="65"/>
                  </a:lnTo>
                  <a:lnTo>
                    <a:pt x="683065" y="220264"/>
                  </a:lnTo>
                  <a:cubicBezTo>
                    <a:pt x="709572" y="193756"/>
                    <a:pt x="742201" y="176432"/>
                    <a:pt x="796258" y="176432"/>
                  </a:cubicBezTo>
                  <a:cubicBezTo>
                    <a:pt x="923713" y="176432"/>
                    <a:pt x="967545" y="274320"/>
                    <a:pt x="967545" y="396631"/>
                  </a:cubicBezTo>
                  <a:lnTo>
                    <a:pt x="967545" y="667825"/>
                  </a:lnTo>
                  <a:close/>
                  <a:moveTo>
                    <a:pt x="496472" y="475110"/>
                  </a:moveTo>
                  <a:cubicBezTo>
                    <a:pt x="496472" y="619890"/>
                    <a:pt x="386341" y="677984"/>
                    <a:pt x="255889" y="677984"/>
                  </a:cubicBezTo>
                  <a:cubicBezTo>
                    <a:pt x="162104" y="677984"/>
                    <a:pt x="58094" y="648416"/>
                    <a:pt x="0" y="562773"/>
                  </a:cubicBezTo>
                  <a:lnTo>
                    <a:pt x="89747" y="483251"/>
                  </a:lnTo>
                  <a:cubicBezTo>
                    <a:pt x="131559" y="533205"/>
                    <a:pt x="191672" y="556651"/>
                    <a:pt x="252893" y="556651"/>
                  </a:cubicBezTo>
                  <a:cubicBezTo>
                    <a:pt x="325250" y="556651"/>
                    <a:pt x="367063" y="524022"/>
                    <a:pt x="367063" y="478171"/>
                  </a:cubicBezTo>
                  <a:cubicBezTo>
                    <a:pt x="367063" y="459805"/>
                    <a:pt x="359899" y="441439"/>
                    <a:pt x="329353" y="426199"/>
                  </a:cubicBezTo>
                  <a:cubicBezTo>
                    <a:pt x="306949" y="414997"/>
                    <a:pt x="279400" y="407833"/>
                    <a:pt x="225344" y="394612"/>
                  </a:cubicBezTo>
                  <a:cubicBezTo>
                    <a:pt x="191672" y="386471"/>
                    <a:pt x="122376" y="370124"/>
                    <a:pt x="79522" y="335475"/>
                  </a:cubicBezTo>
                  <a:cubicBezTo>
                    <a:pt x="36732" y="300827"/>
                    <a:pt x="24488" y="250874"/>
                    <a:pt x="24488" y="207042"/>
                  </a:cubicBezTo>
                  <a:cubicBezTo>
                    <a:pt x="24488" y="71445"/>
                    <a:pt x="140742" y="16412"/>
                    <a:pt x="254912" y="16412"/>
                  </a:cubicBezTo>
                  <a:cubicBezTo>
                    <a:pt x="353776" y="16412"/>
                    <a:pt x="425157" y="57182"/>
                    <a:pt x="482274" y="115277"/>
                  </a:cubicBezTo>
                  <a:lnTo>
                    <a:pt x="392528" y="202939"/>
                  </a:lnTo>
                  <a:cubicBezTo>
                    <a:pt x="350715" y="161127"/>
                    <a:pt x="309945" y="137681"/>
                    <a:pt x="246706" y="137681"/>
                  </a:cubicBezTo>
                  <a:cubicBezTo>
                    <a:pt x="192649" y="137681"/>
                    <a:pt x="152921" y="155005"/>
                    <a:pt x="152921" y="199878"/>
                  </a:cubicBezTo>
                  <a:cubicBezTo>
                    <a:pt x="152921" y="219221"/>
                    <a:pt x="160085" y="232508"/>
                    <a:pt x="179428" y="243710"/>
                  </a:cubicBezTo>
                  <a:cubicBezTo>
                    <a:pt x="201832" y="255954"/>
                    <a:pt x="233485" y="265137"/>
                    <a:pt x="282396" y="277381"/>
                  </a:cubicBezTo>
                  <a:cubicBezTo>
                    <a:pt x="340490" y="292686"/>
                    <a:pt x="394547" y="305907"/>
                    <a:pt x="438378" y="341598"/>
                  </a:cubicBezTo>
                  <a:cubicBezTo>
                    <a:pt x="477129" y="373185"/>
                    <a:pt x="496472" y="414997"/>
                    <a:pt x="496472" y="475176"/>
                  </a:cubicBezTo>
                  <a:close/>
                  <a:moveTo>
                    <a:pt x="6100885" y="208996"/>
                  </a:moveTo>
                  <a:lnTo>
                    <a:pt x="6051778" y="329288"/>
                  </a:lnTo>
                  <a:cubicBezTo>
                    <a:pt x="6033413" y="311964"/>
                    <a:pt x="6011985" y="299720"/>
                    <a:pt x="5982482" y="299720"/>
                  </a:cubicBezTo>
                  <a:cubicBezTo>
                    <a:pt x="5925365" y="299720"/>
                    <a:pt x="5911232" y="347654"/>
                    <a:pt x="5911232" y="405749"/>
                  </a:cubicBezTo>
                  <a:lnTo>
                    <a:pt x="5911232" y="667759"/>
                  </a:lnTo>
                  <a:lnTo>
                    <a:pt x="5790940" y="667759"/>
                  </a:lnTo>
                  <a:lnTo>
                    <a:pt x="5790940" y="186527"/>
                  </a:lnTo>
                  <a:lnTo>
                    <a:pt x="5911232" y="186527"/>
                  </a:lnTo>
                  <a:lnTo>
                    <a:pt x="5911232" y="220198"/>
                  </a:lnTo>
                  <a:cubicBezTo>
                    <a:pt x="5938781" y="192649"/>
                    <a:pt x="5973429" y="176367"/>
                    <a:pt x="6012181" y="176367"/>
                  </a:cubicBezTo>
                  <a:cubicBezTo>
                    <a:pt x="6045852" y="176367"/>
                    <a:pt x="6075420" y="186592"/>
                    <a:pt x="6100885" y="208996"/>
                  </a:cubicBezTo>
                  <a:close/>
                </a:path>
              </a:pathLst>
            </a:custGeom>
            <a:solidFill>
              <a:schemeClr val="bg2"/>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grpSp>
    </p:spTree>
    <p:extLst>
      <p:ext uri="{BB962C8B-B14F-4D97-AF65-F5344CB8AC3E}">
        <p14:creationId xmlns:p14="http://schemas.microsoft.com/office/powerpoint/2010/main" val="99283892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Title Slide Frame 5">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CF5E0C7-6CC4-C4E1-946D-4BAC78CCDAE4}"/>
              </a:ext>
              <a:ext uri="{C183D7F6-B498-43B3-948B-1728B52AA6E4}">
                <adec:decorative xmlns:adec="http://schemas.microsoft.com/office/drawing/2017/decorative" val="1"/>
              </a:ext>
            </a:extLst>
          </p:cNvPr>
          <p:cNvSpPr/>
          <p:nvPr userDrawn="1"/>
        </p:nvSpPr>
        <p:spPr>
          <a:xfrm>
            <a:off x="0" y="0"/>
            <a:ext cx="8386354" cy="6858000"/>
          </a:xfrm>
          <a:prstGeom prst="rect">
            <a:avLst/>
          </a:prstGeom>
          <a:gradFill flip="none" rotWithShape="1">
            <a:gsLst>
              <a:gs pos="0">
                <a:schemeClr val="tx1">
                  <a:lumMod val="0"/>
                  <a:alpha val="0"/>
                </a:schemeClr>
              </a:gs>
              <a:gs pos="95000">
                <a:srgbClr val="000000">
                  <a:alpha val="70000"/>
                </a:srgbClr>
              </a:gs>
            </a:gsLst>
            <a:lin ang="108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endParaRPr lang="en-US" sz="1200" b="1">
              <a:solidFill>
                <a:schemeClr val="tx1"/>
              </a:solidFill>
            </a:endParaRPr>
          </a:p>
        </p:txBody>
      </p:sp>
      <p:sp>
        <p:nvSpPr>
          <p:cNvPr id="28" name="Subtitle 2">
            <a:extLst>
              <a:ext uri="{FF2B5EF4-FFF2-40B4-BE49-F238E27FC236}">
                <a16:creationId xmlns:a16="http://schemas.microsoft.com/office/drawing/2014/main" id="{632E76BF-46D5-8E94-88AA-4783DD302E89}"/>
              </a:ext>
            </a:extLst>
          </p:cNvPr>
          <p:cNvSpPr>
            <a:spLocks noGrp="1"/>
          </p:cNvSpPr>
          <p:nvPr>
            <p:ph type="subTitle" idx="1" hasCustomPrompt="1"/>
          </p:nvPr>
        </p:nvSpPr>
        <p:spPr>
          <a:xfrm>
            <a:off x="889762" y="4436485"/>
            <a:ext cx="4907628" cy="511939"/>
          </a:xfrm>
        </p:spPr>
        <p:txBody>
          <a:bodyPr wrap="square">
            <a:noAutofit/>
          </a:bodyPr>
          <a:lstStyle>
            <a:lvl1pPr marL="0" indent="0" algn="l">
              <a:buNone/>
              <a:defRPr lang="en-GB" sz="1600" kern="1200" dirty="0">
                <a:solidFill>
                  <a:schemeClr val="bg1"/>
                </a:solidFill>
                <a:latin typeface="EYInterstate Regular" panose="02000503020000020004" pitchFamily="2" charset="0"/>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29" name="Title 4">
            <a:extLst>
              <a:ext uri="{FF2B5EF4-FFF2-40B4-BE49-F238E27FC236}">
                <a16:creationId xmlns:a16="http://schemas.microsoft.com/office/drawing/2014/main" id="{1F7B1FDC-B90E-6693-A750-B9BA4B535E8A}"/>
              </a:ext>
            </a:extLst>
          </p:cNvPr>
          <p:cNvSpPr>
            <a:spLocks noGrp="1"/>
          </p:cNvSpPr>
          <p:nvPr>
            <p:ph type="title"/>
          </p:nvPr>
        </p:nvSpPr>
        <p:spPr>
          <a:xfrm>
            <a:off x="889762" y="2698751"/>
            <a:ext cx="4906009" cy="1654043"/>
          </a:xfrm>
        </p:spPr>
        <p:txBody>
          <a:bodyPr anchor="t">
            <a:noAutofit/>
          </a:bodyPr>
          <a:lstStyle>
            <a:lvl1pPr>
              <a:defRPr sz="4200" b="1" i="0">
                <a:solidFill>
                  <a:schemeClr val="bg1"/>
                </a:solidFill>
                <a:latin typeface="EYInterstate Regular" panose="02000503020000020004" pitchFamily="2" charset="0"/>
              </a:defRPr>
            </a:lvl1pPr>
          </a:lstStyle>
          <a:p>
            <a:r>
              <a:rPr lang="en-GB"/>
              <a:t>Click to edit Master title style</a:t>
            </a:r>
            <a:endParaRPr lang="en-US"/>
          </a:p>
        </p:txBody>
      </p:sp>
      <p:sp>
        <p:nvSpPr>
          <p:cNvPr id="30" name="Text Placeholder 288">
            <a:extLst>
              <a:ext uri="{FF2B5EF4-FFF2-40B4-BE49-F238E27FC236}">
                <a16:creationId xmlns:a16="http://schemas.microsoft.com/office/drawing/2014/main" id="{1673B89D-F206-B9D2-CDB7-BDE045C7447F}"/>
              </a:ext>
            </a:extLst>
          </p:cNvPr>
          <p:cNvSpPr>
            <a:spLocks noGrp="1"/>
          </p:cNvSpPr>
          <p:nvPr>
            <p:ph type="body" sz="quarter" idx="10"/>
          </p:nvPr>
        </p:nvSpPr>
        <p:spPr>
          <a:xfrm>
            <a:off x="889762" y="5047485"/>
            <a:ext cx="4906010" cy="246221"/>
          </a:xfrm>
        </p:spPr>
        <p:txBody>
          <a:bodyPr wrap="square">
            <a:spAutoFit/>
          </a:bodyPr>
          <a:lstStyle>
            <a:lvl1pPr marL="0" indent="0">
              <a:buNone/>
              <a:defRPr sz="1600" b="1">
                <a:solidFill>
                  <a:schemeClr val="bg1"/>
                </a:solidFill>
                <a:latin typeface="EYInterstate Regular" panose="02000503020000020004" pitchFamily="2" charset="0"/>
              </a:defRPr>
            </a:lvl1pPr>
            <a:lvl2pPr marL="252000" indent="0">
              <a:buNone/>
              <a:defRPr sz="1600" b="1">
                <a:latin typeface="+mj-lt"/>
              </a:defRPr>
            </a:lvl2pPr>
            <a:lvl3pPr marL="504000" indent="0">
              <a:buNone/>
              <a:defRPr sz="1600" b="1">
                <a:latin typeface="+mj-lt"/>
              </a:defRPr>
            </a:lvl3pPr>
            <a:lvl4pPr marL="756000" indent="0">
              <a:buNone/>
              <a:defRPr sz="1600" b="1">
                <a:latin typeface="+mj-lt"/>
              </a:defRPr>
            </a:lvl4pPr>
            <a:lvl5pPr marL="1008000" indent="0">
              <a:buNone/>
              <a:defRPr sz="1600" b="1">
                <a:latin typeface="+mj-lt"/>
              </a:defRPr>
            </a:lvl5pPr>
          </a:lstStyle>
          <a:p>
            <a:pPr lvl="0"/>
            <a:r>
              <a:rPr lang="en-GB"/>
              <a:t>Click to edit Master text styles</a:t>
            </a:r>
          </a:p>
        </p:txBody>
      </p:sp>
      <p:grpSp>
        <p:nvGrpSpPr>
          <p:cNvPr id="10" name="Group 9">
            <a:extLst>
              <a:ext uri="{FF2B5EF4-FFF2-40B4-BE49-F238E27FC236}">
                <a16:creationId xmlns:a16="http://schemas.microsoft.com/office/drawing/2014/main" id="{89C7DE68-0AF4-0FBC-E65F-4833641C7EFD}"/>
              </a:ext>
            </a:extLst>
          </p:cNvPr>
          <p:cNvGrpSpPr/>
          <p:nvPr userDrawn="1"/>
        </p:nvGrpSpPr>
        <p:grpSpPr>
          <a:xfrm>
            <a:off x="485774" y="1291008"/>
            <a:ext cx="5706110" cy="4360545"/>
            <a:chOff x="485774" y="1291008"/>
            <a:chExt cx="5706110" cy="4360545"/>
          </a:xfrm>
        </p:grpSpPr>
        <p:sp>
          <p:nvSpPr>
            <p:cNvPr id="26" name="Freeform 25">
              <a:extLst>
                <a:ext uri="{FF2B5EF4-FFF2-40B4-BE49-F238E27FC236}">
                  <a16:creationId xmlns:a16="http://schemas.microsoft.com/office/drawing/2014/main" id="{F7E50E80-DFF0-E065-898F-1AFD970459B6}"/>
                </a:ext>
              </a:extLst>
            </p:cNvPr>
            <p:cNvSpPr/>
            <p:nvPr userDrawn="1"/>
          </p:nvSpPr>
          <p:spPr>
            <a:xfrm>
              <a:off x="485774" y="5549953"/>
              <a:ext cx="508000" cy="101600"/>
            </a:xfrm>
            <a:custGeom>
              <a:avLst/>
              <a:gdLst>
                <a:gd name="connsiteX0" fmla="*/ 406400 w 508000"/>
                <a:gd name="connsiteY0" fmla="*/ 0 h 101600"/>
                <a:gd name="connsiteX1" fmla="*/ 508000 w 508000"/>
                <a:gd name="connsiteY1" fmla="*/ 0 h 101600"/>
                <a:gd name="connsiteX2" fmla="*/ 508000 w 508000"/>
                <a:gd name="connsiteY2" fmla="*/ 101600 h 101600"/>
                <a:gd name="connsiteX3" fmla="*/ 406400 w 508000"/>
                <a:gd name="connsiteY3" fmla="*/ 101600 h 101600"/>
                <a:gd name="connsiteX4" fmla="*/ 203200 w 508000"/>
                <a:gd name="connsiteY4" fmla="*/ 0 h 101600"/>
                <a:gd name="connsiteX5" fmla="*/ 304800 w 508000"/>
                <a:gd name="connsiteY5" fmla="*/ 0 h 101600"/>
                <a:gd name="connsiteX6" fmla="*/ 304800 w 508000"/>
                <a:gd name="connsiteY6" fmla="*/ 101600 h 101600"/>
                <a:gd name="connsiteX7" fmla="*/ 203200 w 508000"/>
                <a:gd name="connsiteY7" fmla="*/ 101600 h 101600"/>
                <a:gd name="connsiteX8" fmla="*/ 0 w 508000"/>
                <a:gd name="connsiteY8" fmla="*/ 0 h 101600"/>
                <a:gd name="connsiteX9" fmla="*/ 101600 w 508000"/>
                <a:gd name="connsiteY9" fmla="*/ 0 h 101600"/>
                <a:gd name="connsiteX10" fmla="*/ 101600 w 508000"/>
                <a:gd name="connsiteY10" fmla="*/ 101600 h 101600"/>
                <a:gd name="connsiteX11" fmla="*/ 0 w 508000"/>
                <a:gd name="connsiteY11" fmla="*/ 101600 h 10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8000" h="101600">
                  <a:moveTo>
                    <a:pt x="406400" y="0"/>
                  </a:moveTo>
                  <a:lnTo>
                    <a:pt x="508000" y="0"/>
                  </a:lnTo>
                  <a:lnTo>
                    <a:pt x="508000" y="101600"/>
                  </a:lnTo>
                  <a:lnTo>
                    <a:pt x="406400" y="101600"/>
                  </a:lnTo>
                  <a:close/>
                  <a:moveTo>
                    <a:pt x="203200" y="0"/>
                  </a:moveTo>
                  <a:lnTo>
                    <a:pt x="304800" y="0"/>
                  </a:lnTo>
                  <a:lnTo>
                    <a:pt x="304800" y="101600"/>
                  </a:lnTo>
                  <a:lnTo>
                    <a:pt x="203200" y="101600"/>
                  </a:lnTo>
                  <a:close/>
                  <a:moveTo>
                    <a:pt x="0" y="0"/>
                  </a:moveTo>
                  <a:lnTo>
                    <a:pt x="101600" y="0"/>
                  </a:lnTo>
                  <a:lnTo>
                    <a:pt x="101600" y="101600"/>
                  </a:lnTo>
                  <a:lnTo>
                    <a:pt x="0" y="101600"/>
                  </a:lnTo>
                  <a:close/>
                </a:path>
              </a:pathLst>
            </a:custGeom>
            <a:solidFill>
              <a:schemeClr val="tx2"/>
            </a:solidFill>
            <a:ln w="63500" cap="flat">
              <a:noFill/>
              <a:prstDash val="solid"/>
              <a:miter/>
            </a:ln>
          </p:spPr>
          <p:txBody>
            <a:bodyPr rtlCol="0" anchor="ctr"/>
            <a:lstStyle/>
            <a:p>
              <a:endParaRPr lang="en-US"/>
            </a:p>
          </p:txBody>
        </p:sp>
        <p:sp>
          <p:nvSpPr>
            <p:cNvPr id="31" name="Freeform 30">
              <a:extLst>
                <a:ext uri="{FF2B5EF4-FFF2-40B4-BE49-F238E27FC236}">
                  <a16:creationId xmlns:a16="http://schemas.microsoft.com/office/drawing/2014/main" id="{90AAC841-3D56-6842-04D1-F0B7D973D86D}"/>
                </a:ext>
              </a:extLst>
            </p:cNvPr>
            <p:cNvSpPr/>
            <p:nvPr userDrawn="1"/>
          </p:nvSpPr>
          <p:spPr>
            <a:xfrm>
              <a:off x="485775" y="1291008"/>
              <a:ext cx="5706109" cy="4359275"/>
            </a:xfrm>
            <a:custGeom>
              <a:avLst/>
              <a:gdLst>
                <a:gd name="connsiteX0" fmla="*/ 0 w 5706109"/>
                <a:gd name="connsiteY0" fmla="*/ 4157346 h 4359275"/>
                <a:gd name="connsiteX1" fmla="*/ 101600 w 5706109"/>
                <a:gd name="connsiteY1" fmla="*/ 4157346 h 4359275"/>
                <a:gd name="connsiteX2" fmla="*/ 101600 w 5706109"/>
                <a:gd name="connsiteY2" fmla="*/ 1075055 h 4359275"/>
                <a:gd name="connsiteX3" fmla="*/ 101600 w 5706109"/>
                <a:gd name="connsiteY3" fmla="*/ 1075055 h 4359275"/>
                <a:gd name="connsiteX4" fmla="*/ 191770 w 5706109"/>
                <a:gd name="connsiteY4" fmla="*/ 1059180 h 4359275"/>
                <a:gd name="connsiteX5" fmla="*/ 861060 w 5706109"/>
                <a:gd name="connsiteY5" fmla="*/ 942975 h 4359275"/>
                <a:gd name="connsiteX6" fmla="*/ 1195705 w 5706109"/>
                <a:gd name="connsiteY6" fmla="*/ 885190 h 4359275"/>
                <a:gd name="connsiteX7" fmla="*/ 1362710 w 5706109"/>
                <a:gd name="connsiteY7" fmla="*/ 855980 h 4359275"/>
                <a:gd name="connsiteX8" fmla="*/ 1529715 w 5706109"/>
                <a:gd name="connsiteY8" fmla="*/ 826770 h 4359275"/>
                <a:gd name="connsiteX9" fmla="*/ 1864360 w 5706109"/>
                <a:gd name="connsiteY9" fmla="*/ 768985 h 4359275"/>
                <a:gd name="connsiteX10" fmla="*/ 2031365 w 5706109"/>
                <a:gd name="connsiteY10" fmla="*/ 739775 h 4359275"/>
                <a:gd name="connsiteX11" fmla="*/ 2198370 w 5706109"/>
                <a:gd name="connsiteY11" fmla="*/ 710565 h 4359275"/>
                <a:gd name="connsiteX12" fmla="*/ 2365375 w 5706109"/>
                <a:gd name="connsiteY12" fmla="*/ 681355 h 4359275"/>
                <a:gd name="connsiteX13" fmla="*/ 2532380 w 5706109"/>
                <a:gd name="connsiteY13" fmla="*/ 652145 h 4359275"/>
                <a:gd name="connsiteX14" fmla="*/ 2699385 w 5706109"/>
                <a:gd name="connsiteY14" fmla="*/ 622935 h 4359275"/>
                <a:gd name="connsiteX15" fmla="*/ 2866390 w 5706109"/>
                <a:gd name="connsiteY15" fmla="*/ 593725 h 4359275"/>
                <a:gd name="connsiteX16" fmla="*/ 5461000 w 5706109"/>
                <a:gd name="connsiteY16" fmla="*/ 144145 h 4359275"/>
                <a:gd name="connsiteX17" fmla="*/ 5602605 w 5706109"/>
                <a:gd name="connsiteY17" fmla="*/ 119380 h 4359275"/>
                <a:gd name="connsiteX18" fmla="*/ 5602605 w 5706109"/>
                <a:gd name="connsiteY18" fmla="*/ 119380 h 4359275"/>
                <a:gd name="connsiteX19" fmla="*/ 5602605 w 5706109"/>
                <a:gd name="connsiteY19" fmla="*/ 4257676 h 4359275"/>
                <a:gd name="connsiteX20" fmla="*/ 609600 w 5706109"/>
                <a:gd name="connsiteY20" fmla="*/ 4257676 h 4359275"/>
                <a:gd name="connsiteX21" fmla="*/ 609600 w 5706109"/>
                <a:gd name="connsiteY21" fmla="*/ 4359276 h 4359275"/>
                <a:gd name="connsiteX22" fmla="*/ 5706110 w 5706109"/>
                <a:gd name="connsiteY22" fmla="*/ 4359276 h 4359275"/>
                <a:gd name="connsiteX23" fmla="*/ 5706110 w 5706109"/>
                <a:gd name="connsiteY23" fmla="*/ 0 h 4359275"/>
                <a:gd name="connsiteX24" fmla="*/ 5704840 w 5706109"/>
                <a:gd name="connsiteY24" fmla="*/ 0 h 4359275"/>
                <a:gd name="connsiteX25" fmla="*/ 5445760 w 5706109"/>
                <a:gd name="connsiteY25" fmla="*/ 45085 h 4359275"/>
                <a:gd name="connsiteX26" fmla="*/ 2851150 w 5706109"/>
                <a:gd name="connsiteY26" fmla="*/ 494665 h 4359275"/>
                <a:gd name="connsiteX27" fmla="*/ 2684145 w 5706109"/>
                <a:gd name="connsiteY27" fmla="*/ 523875 h 4359275"/>
                <a:gd name="connsiteX28" fmla="*/ 2517140 w 5706109"/>
                <a:gd name="connsiteY28" fmla="*/ 553085 h 4359275"/>
                <a:gd name="connsiteX29" fmla="*/ 2350135 w 5706109"/>
                <a:gd name="connsiteY29" fmla="*/ 582295 h 4359275"/>
                <a:gd name="connsiteX30" fmla="*/ 2183130 w 5706109"/>
                <a:gd name="connsiteY30" fmla="*/ 611505 h 4359275"/>
                <a:gd name="connsiteX31" fmla="*/ 2016125 w 5706109"/>
                <a:gd name="connsiteY31" fmla="*/ 640715 h 4359275"/>
                <a:gd name="connsiteX32" fmla="*/ 1849120 w 5706109"/>
                <a:gd name="connsiteY32" fmla="*/ 669925 h 4359275"/>
                <a:gd name="connsiteX33" fmla="*/ 1514475 w 5706109"/>
                <a:gd name="connsiteY33" fmla="*/ 727710 h 4359275"/>
                <a:gd name="connsiteX34" fmla="*/ 1347470 w 5706109"/>
                <a:gd name="connsiteY34" fmla="*/ 756920 h 4359275"/>
                <a:gd name="connsiteX35" fmla="*/ 1180465 w 5706109"/>
                <a:gd name="connsiteY35" fmla="*/ 786130 h 4359275"/>
                <a:gd name="connsiteX36" fmla="*/ 845820 w 5706109"/>
                <a:gd name="connsiteY36" fmla="*/ 843915 h 4359275"/>
                <a:gd name="connsiteX37" fmla="*/ 176530 w 5706109"/>
                <a:gd name="connsiteY37" fmla="*/ 960120 h 4359275"/>
                <a:gd name="connsiteX38" fmla="*/ 3175 w 5706109"/>
                <a:gd name="connsiteY38" fmla="*/ 989965 h 4359275"/>
                <a:gd name="connsiteX39" fmla="*/ 1905 w 5706109"/>
                <a:gd name="connsiteY39" fmla="*/ 989965 h 4359275"/>
                <a:gd name="connsiteX40" fmla="*/ 1905 w 5706109"/>
                <a:gd name="connsiteY40" fmla="*/ 4158616 h 4359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5706109" h="4359275">
                  <a:moveTo>
                    <a:pt x="0" y="4157346"/>
                  </a:moveTo>
                  <a:lnTo>
                    <a:pt x="101600" y="4157346"/>
                  </a:lnTo>
                  <a:lnTo>
                    <a:pt x="101600" y="1075055"/>
                  </a:lnTo>
                  <a:lnTo>
                    <a:pt x="101600" y="1075055"/>
                  </a:lnTo>
                  <a:lnTo>
                    <a:pt x="191770" y="1059180"/>
                  </a:lnTo>
                  <a:lnTo>
                    <a:pt x="861060" y="942975"/>
                  </a:lnTo>
                  <a:lnTo>
                    <a:pt x="1195705" y="885190"/>
                  </a:lnTo>
                  <a:lnTo>
                    <a:pt x="1362710" y="855980"/>
                  </a:lnTo>
                  <a:lnTo>
                    <a:pt x="1529715" y="826770"/>
                  </a:lnTo>
                  <a:lnTo>
                    <a:pt x="1864360" y="768985"/>
                  </a:lnTo>
                  <a:lnTo>
                    <a:pt x="2031365" y="739775"/>
                  </a:lnTo>
                  <a:lnTo>
                    <a:pt x="2198370" y="710565"/>
                  </a:lnTo>
                  <a:lnTo>
                    <a:pt x="2365375" y="681355"/>
                  </a:lnTo>
                  <a:lnTo>
                    <a:pt x="2532380" y="652145"/>
                  </a:lnTo>
                  <a:lnTo>
                    <a:pt x="2699385" y="622935"/>
                  </a:lnTo>
                  <a:lnTo>
                    <a:pt x="2866390" y="593725"/>
                  </a:lnTo>
                  <a:cubicBezTo>
                    <a:pt x="3731260" y="443865"/>
                    <a:pt x="4596130" y="294005"/>
                    <a:pt x="5461000" y="144145"/>
                  </a:cubicBezTo>
                  <a:lnTo>
                    <a:pt x="5602605" y="119380"/>
                  </a:lnTo>
                  <a:lnTo>
                    <a:pt x="5602605" y="119380"/>
                  </a:lnTo>
                  <a:lnTo>
                    <a:pt x="5602605" y="4257676"/>
                  </a:lnTo>
                  <a:lnTo>
                    <a:pt x="609600" y="4257676"/>
                  </a:lnTo>
                  <a:lnTo>
                    <a:pt x="609600" y="4359276"/>
                  </a:lnTo>
                  <a:lnTo>
                    <a:pt x="5706110" y="4359276"/>
                  </a:lnTo>
                  <a:lnTo>
                    <a:pt x="5706110" y="0"/>
                  </a:lnTo>
                  <a:lnTo>
                    <a:pt x="5704840" y="0"/>
                  </a:lnTo>
                  <a:cubicBezTo>
                    <a:pt x="5618480" y="15240"/>
                    <a:pt x="5532120" y="30480"/>
                    <a:pt x="5445760" y="45085"/>
                  </a:cubicBezTo>
                  <a:cubicBezTo>
                    <a:pt x="4580890" y="194945"/>
                    <a:pt x="3716020" y="344805"/>
                    <a:pt x="2851150" y="494665"/>
                  </a:cubicBezTo>
                  <a:lnTo>
                    <a:pt x="2684145" y="523875"/>
                  </a:lnTo>
                  <a:lnTo>
                    <a:pt x="2517140" y="553085"/>
                  </a:lnTo>
                  <a:lnTo>
                    <a:pt x="2350135" y="582295"/>
                  </a:lnTo>
                  <a:lnTo>
                    <a:pt x="2183130" y="611505"/>
                  </a:lnTo>
                  <a:lnTo>
                    <a:pt x="2016125" y="640715"/>
                  </a:lnTo>
                  <a:lnTo>
                    <a:pt x="1849120" y="669925"/>
                  </a:lnTo>
                  <a:lnTo>
                    <a:pt x="1514475" y="727710"/>
                  </a:lnTo>
                  <a:lnTo>
                    <a:pt x="1347470" y="756920"/>
                  </a:lnTo>
                  <a:lnTo>
                    <a:pt x="1180465" y="786130"/>
                  </a:lnTo>
                  <a:lnTo>
                    <a:pt x="845820" y="843915"/>
                  </a:lnTo>
                  <a:lnTo>
                    <a:pt x="176530" y="960120"/>
                  </a:lnTo>
                  <a:lnTo>
                    <a:pt x="3175" y="989965"/>
                  </a:lnTo>
                  <a:lnTo>
                    <a:pt x="1905" y="989965"/>
                  </a:lnTo>
                  <a:lnTo>
                    <a:pt x="1905" y="4158616"/>
                  </a:lnTo>
                  <a:close/>
                </a:path>
              </a:pathLst>
            </a:custGeom>
            <a:gradFill flip="none" rotWithShape="1">
              <a:gsLst>
                <a:gs pos="39000">
                  <a:srgbClr val="FFE600"/>
                </a:gs>
                <a:gs pos="68000">
                  <a:srgbClr val="FF7D1E"/>
                </a:gs>
                <a:gs pos="100000">
                  <a:srgbClr val="32FFFF"/>
                </a:gs>
              </a:gsLst>
              <a:lin ang="18720000" scaled="0"/>
              <a:tileRect/>
            </a:gradFill>
            <a:ln w="8181" cap="flat">
              <a:noFill/>
              <a:prstDash val="solid"/>
              <a:miter/>
            </a:ln>
          </p:spPr>
          <p:txBody>
            <a:bodyPr rtlCol="0" anchor="ctr"/>
            <a:lstStyle/>
            <a:p>
              <a:pPr lvl="0"/>
              <a:endParaRPr lang="en-US"/>
            </a:p>
          </p:txBody>
        </p:sp>
      </p:grpSp>
      <p:grpSp>
        <p:nvGrpSpPr>
          <p:cNvPr id="2" name="Group 1">
            <a:extLst>
              <a:ext uri="{FF2B5EF4-FFF2-40B4-BE49-F238E27FC236}">
                <a16:creationId xmlns:a16="http://schemas.microsoft.com/office/drawing/2014/main" id="{3E0BD9D2-8DFC-5B4A-B844-B24A38A6307D}"/>
              </a:ext>
            </a:extLst>
          </p:cNvPr>
          <p:cNvGrpSpPr/>
          <p:nvPr userDrawn="1"/>
        </p:nvGrpSpPr>
        <p:grpSpPr>
          <a:xfrm>
            <a:off x="485775" y="6164633"/>
            <a:ext cx="4940935" cy="318770"/>
            <a:chOff x="485775" y="6164633"/>
            <a:chExt cx="4940935" cy="318770"/>
          </a:xfrm>
        </p:grpSpPr>
        <p:sp>
          <p:nvSpPr>
            <p:cNvPr id="4" name="Freeform 23">
              <a:extLst>
                <a:ext uri="{FF2B5EF4-FFF2-40B4-BE49-F238E27FC236}">
                  <a16:creationId xmlns:a16="http://schemas.microsoft.com/office/drawing/2014/main" id="{6E1C76AD-AD2A-6908-C0E9-04C4C1A81DE1}"/>
                </a:ext>
              </a:extLst>
            </p:cNvPr>
            <p:cNvSpPr/>
            <p:nvPr userDrawn="1"/>
          </p:nvSpPr>
          <p:spPr>
            <a:xfrm>
              <a:off x="485775" y="6164633"/>
              <a:ext cx="405765" cy="81280"/>
            </a:xfrm>
            <a:custGeom>
              <a:avLst/>
              <a:gdLst>
                <a:gd name="connsiteX0" fmla="*/ 324485 w 405765"/>
                <a:gd name="connsiteY0" fmla="*/ 0 h 81280"/>
                <a:gd name="connsiteX1" fmla="*/ 405765 w 405765"/>
                <a:gd name="connsiteY1" fmla="*/ 0 h 81280"/>
                <a:gd name="connsiteX2" fmla="*/ 405765 w 405765"/>
                <a:gd name="connsiteY2" fmla="*/ 81280 h 81280"/>
                <a:gd name="connsiteX3" fmla="*/ 324485 w 405765"/>
                <a:gd name="connsiteY3" fmla="*/ 81280 h 81280"/>
                <a:gd name="connsiteX4" fmla="*/ 161925 w 405765"/>
                <a:gd name="connsiteY4" fmla="*/ 0 h 81280"/>
                <a:gd name="connsiteX5" fmla="*/ 243205 w 405765"/>
                <a:gd name="connsiteY5" fmla="*/ 0 h 81280"/>
                <a:gd name="connsiteX6" fmla="*/ 243205 w 405765"/>
                <a:gd name="connsiteY6" fmla="*/ 81280 h 81280"/>
                <a:gd name="connsiteX7" fmla="*/ 161925 w 405765"/>
                <a:gd name="connsiteY7" fmla="*/ 81280 h 81280"/>
                <a:gd name="connsiteX8" fmla="*/ 0 w 405765"/>
                <a:gd name="connsiteY8" fmla="*/ 0 h 81280"/>
                <a:gd name="connsiteX9" fmla="*/ 81280 w 405765"/>
                <a:gd name="connsiteY9" fmla="*/ 0 h 81280"/>
                <a:gd name="connsiteX10" fmla="*/ 81280 w 405765"/>
                <a:gd name="connsiteY10" fmla="*/ 81280 h 81280"/>
                <a:gd name="connsiteX11" fmla="*/ 0 w 405765"/>
                <a:gd name="connsiteY11" fmla="*/ 81280 h 81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05765" h="81280">
                  <a:moveTo>
                    <a:pt x="324485" y="0"/>
                  </a:moveTo>
                  <a:lnTo>
                    <a:pt x="405765" y="0"/>
                  </a:lnTo>
                  <a:lnTo>
                    <a:pt x="405765" y="81280"/>
                  </a:lnTo>
                  <a:lnTo>
                    <a:pt x="324485" y="81280"/>
                  </a:lnTo>
                  <a:close/>
                  <a:moveTo>
                    <a:pt x="161925" y="0"/>
                  </a:moveTo>
                  <a:lnTo>
                    <a:pt x="243205" y="0"/>
                  </a:lnTo>
                  <a:lnTo>
                    <a:pt x="243205" y="81280"/>
                  </a:lnTo>
                  <a:lnTo>
                    <a:pt x="161925" y="81280"/>
                  </a:lnTo>
                  <a:close/>
                  <a:moveTo>
                    <a:pt x="0" y="0"/>
                  </a:moveTo>
                  <a:lnTo>
                    <a:pt x="81280" y="0"/>
                  </a:lnTo>
                  <a:lnTo>
                    <a:pt x="81280" y="81280"/>
                  </a:lnTo>
                  <a:lnTo>
                    <a:pt x="0" y="81280"/>
                  </a:lnTo>
                  <a:close/>
                </a:path>
              </a:pathLst>
            </a:custGeom>
            <a:solidFill>
              <a:srgbClr val="FFE600"/>
            </a:solidFill>
            <a:ln w="63500" cap="flat">
              <a:noFill/>
              <a:prstDash val="solid"/>
              <a:miter/>
            </a:ln>
          </p:spPr>
          <p:txBody>
            <a:bodyPr rtlCol="0" anchor="ctr"/>
            <a:lstStyle/>
            <a:p>
              <a:endParaRPr lang="en-US">
                <a:solidFill>
                  <a:schemeClr val="bg1"/>
                </a:solidFill>
              </a:endParaRPr>
            </a:p>
          </p:txBody>
        </p:sp>
        <p:sp>
          <p:nvSpPr>
            <p:cNvPr id="5" name="Freeform 24">
              <a:extLst>
                <a:ext uri="{FF2B5EF4-FFF2-40B4-BE49-F238E27FC236}">
                  <a16:creationId xmlns:a16="http://schemas.microsoft.com/office/drawing/2014/main" id="{CAE00036-4F0B-1437-BB6F-8AC8C14ABDC6}"/>
                </a:ext>
              </a:extLst>
            </p:cNvPr>
            <p:cNvSpPr/>
            <p:nvPr userDrawn="1"/>
          </p:nvSpPr>
          <p:spPr bwMode="black">
            <a:xfrm>
              <a:off x="485779" y="6344974"/>
              <a:ext cx="4940931" cy="138429"/>
            </a:xfrm>
            <a:custGeom>
              <a:avLst/>
              <a:gdLst>
                <a:gd name="connsiteX0" fmla="*/ 1032512 w 4940931"/>
                <a:gd name="connsiteY0" fmla="*/ 137477 h 138429"/>
                <a:gd name="connsiteX1" fmla="*/ 1032512 w 4940931"/>
                <a:gd name="connsiteY1" fmla="*/ 137794 h 138429"/>
                <a:gd name="connsiteX2" fmla="*/ 1030607 w 4940931"/>
                <a:gd name="connsiteY2" fmla="*/ 138429 h 138429"/>
                <a:gd name="connsiteX3" fmla="*/ 4929501 w 4940931"/>
                <a:gd name="connsiteY3" fmla="*/ 87629 h 138429"/>
                <a:gd name="connsiteX4" fmla="*/ 4933946 w 4940931"/>
                <a:gd name="connsiteY4" fmla="*/ 88264 h 138429"/>
                <a:gd name="connsiteX5" fmla="*/ 4937756 w 4940931"/>
                <a:gd name="connsiteY5" fmla="*/ 90804 h 138429"/>
                <a:gd name="connsiteX6" fmla="*/ 4940296 w 4940931"/>
                <a:gd name="connsiteY6" fmla="*/ 94614 h 138429"/>
                <a:gd name="connsiteX7" fmla="*/ 4940931 w 4940931"/>
                <a:gd name="connsiteY7" fmla="*/ 99059 h 138429"/>
                <a:gd name="connsiteX8" fmla="*/ 4940296 w 4940931"/>
                <a:gd name="connsiteY8" fmla="*/ 103504 h 138429"/>
                <a:gd name="connsiteX9" fmla="*/ 4937756 w 4940931"/>
                <a:gd name="connsiteY9" fmla="*/ 107314 h 138429"/>
                <a:gd name="connsiteX10" fmla="*/ 4933946 w 4940931"/>
                <a:gd name="connsiteY10" fmla="*/ 109854 h 138429"/>
                <a:gd name="connsiteX11" fmla="*/ 4929501 w 4940931"/>
                <a:gd name="connsiteY11" fmla="*/ 110489 h 138429"/>
                <a:gd name="connsiteX12" fmla="*/ 4925056 w 4940931"/>
                <a:gd name="connsiteY12" fmla="*/ 109854 h 138429"/>
                <a:gd name="connsiteX13" fmla="*/ 4921246 w 4940931"/>
                <a:gd name="connsiteY13" fmla="*/ 107314 h 138429"/>
                <a:gd name="connsiteX14" fmla="*/ 4918706 w 4940931"/>
                <a:gd name="connsiteY14" fmla="*/ 103504 h 138429"/>
                <a:gd name="connsiteX15" fmla="*/ 4918071 w 4940931"/>
                <a:gd name="connsiteY15" fmla="*/ 99059 h 138429"/>
                <a:gd name="connsiteX16" fmla="*/ 4918706 w 4940931"/>
                <a:gd name="connsiteY16" fmla="*/ 94614 h 138429"/>
                <a:gd name="connsiteX17" fmla="*/ 4921246 w 4940931"/>
                <a:gd name="connsiteY17" fmla="*/ 90804 h 138429"/>
                <a:gd name="connsiteX18" fmla="*/ 4925056 w 4940931"/>
                <a:gd name="connsiteY18" fmla="*/ 88264 h 138429"/>
                <a:gd name="connsiteX19" fmla="*/ 4929501 w 4940931"/>
                <a:gd name="connsiteY19" fmla="*/ 87629 h 138429"/>
                <a:gd name="connsiteX20" fmla="*/ 3079110 w 4940931"/>
                <a:gd name="connsiteY20" fmla="*/ 87629 h 138429"/>
                <a:gd name="connsiteX21" fmla="*/ 3083555 w 4940931"/>
                <a:gd name="connsiteY21" fmla="*/ 88264 h 138429"/>
                <a:gd name="connsiteX22" fmla="*/ 3087365 w 4940931"/>
                <a:gd name="connsiteY22" fmla="*/ 90804 h 138429"/>
                <a:gd name="connsiteX23" fmla="*/ 3089905 w 4940931"/>
                <a:gd name="connsiteY23" fmla="*/ 94614 h 138429"/>
                <a:gd name="connsiteX24" fmla="*/ 3090540 w 4940931"/>
                <a:gd name="connsiteY24" fmla="*/ 99059 h 138429"/>
                <a:gd name="connsiteX25" fmla="*/ 3089905 w 4940931"/>
                <a:gd name="connsiteY25" fmla="*/ 103504 h 138429"/>
                <a:gd name="connsiteX26" fmla="*/ 3087365 w 4940931"/>
                <a:gd name="connsiteY26" fmla="*/ 107314 h 138429"/>
                <a:gd name="connsiteX27" fmla="*/ 3083555 w 4940931"/>
                <a:gd name="connsiteY27" fmla="*/ 109854 h 138429"/>
                <a:gd name="connsiteX28" fmla="*/ 3079110 w 4940931"/>
                <a:gd name="connsiteY28" fmla="*/ 110489 h 138429"/>
                <a:gd name="connsiteX29" fmla="*/ 3074665 w 4940931"/>
                <a:gd name="connsiteY29" fmla="*/ 109854 h 138429"/>
                <a:gd name="connsiteX30" fmla="*/ 3070855 w 4940931"/>
                <a:gd name="connsiteY30" fmla="*/ 107314 h 138429"/>
                <a:gd name="connsiteX31" fmla="*/ 3068315 w 4940931"/>
                <a:gd name="connsiteY31" fmla="*/ 103504 h 138429"/>
                <a:gd name="connsiteX32" fmla="*/ 3067680 w 4940931"/>
                <a:gd name="connsiteY32" fmla="*/ 99059 h 138429"/>
                <a:gd name="connsiteX33" fmla="*/ 3068315 w 4940931"/>
                <a:gd name="connsiteY33" fmla="*/ 94614 h 138429"/>
                <a:gd name="connsiteX34" fmla="*/ 3070855 w 4940931"/>
                <a:gd name="connsiteY34" fmla="*/ 90804 h 138429"/>
                <a:gd name="connsiteX35" fmla="*/ 3074665 w 4940931"/>
                <a:gd name="connsiteY35" fmla="*/ 88264 h 138429"/>
                <a:gd name="connsiteX36" fmla="*/ 3079110 w 4940931"/>
                <a:gd name="connsiteY36" fmla="*/ 87629 h 138429"/>
                <a:gd name="connsiteX37" fmla="*/ 1565275 w 4940931"/>
                <a:gd name="connsiteY37" fmla="*/ 87629 h 138429"/>
                <a:gd name="connsiteX38" fmla="*/ 1569720 w 4940931"/>
                <a:gd name="connsiteY38" fmla="*/ 88264 h 138429"/>
                <a:gd name="connsiteX39" fmla="*/ 1573529 w 4940931"/>
                <a:gd name="connsiteY39" fmla="*/ 90804 h 138429"/>
                <a:gd name="connsiteX40" fmla="*/ 1576069 w 4940931"/>
                <a:gd name="connsiteY40" fmla="*/ 94614 h 138429"/>
                <a:gd name="connsiteX41" fmla="*/ 1576705 w 4940931"/>
                <a:gd name="connsiteY41" fmla="*/ 99059 h 138429"/>
                <a:gd name="connsiteX42" fmla="*/ 1576069 w 4940931"/>
                <a:gd name="connsiteY42" fmla="*/ 103504 h 138429"/>
                <a:gd name="connsiteX43" fmla="*/ 1573529 w 4940931"/>
                <a:gd name="connsiteY43" fmla="*/ 107314 h 138429"/>
                <a:gd name="connsiteX44" fmla="*/ 1569720 w 4940931"/>
                <a:gd name="connsiteY44" fmla="*/ 109854 h 138429"/>
                <a:gd name="connsiteX45" fmla="*/ 1565275 w 4940931"/>
                <a:gd name="connsiteY45" fmla="*/ 110489 h 138429"/>
                <a:gd name="connsiteX46" fmla="*/ 1560830 w 4940931"/>
                <a:gd name="connsiteY46" fmla="*/ 109854 h 138429"/>
                <a:gd name="connsiteX47" fmla="*/ 1557020 w 4940931"/>
                <a:gd name="connsiteY47" fmla="*/ 107314 h 138429"/>
                <a:gd name="connsiteX48" fmla="*/ 1554479 w 4940931"/>
                <a:gd name="connsiteY48" fmla="*/ 103504 h 138429"/>
                <a:gd name="connsiteX49" fmla="*/ 1553844 w 4940931"/>
                <a:gd name="connsiteY49" fmla="*/ 99059 h 138429"/>
                <a:gd name="connsiteX50" fmla="*/ 1554479 w 4940931"/>
                <a:gd name="connsiteY50" fmla="*/ 94614 h 138429"/>
                <a:gd name="connsiteX51" fmla="*/ 1557020 w 4940931"/>
                <a:gd name="connsiteY51" fmla="*/ 90804 h 138429"/>
                <a:gd name="connsiteX52" fmla="*/ 1560830 w 4940931"/>
                <a:gd name="connsiteY52" fmla="*/ 88264 h 138429"/>
                <a:gd name="connsiteX53" fmla="*/ 1565275 w 4940931"/>
                <a:gd name="connsiteY53" fmla="*/ 87629 h 138429"/>
                <a:gd name="connsiteX54" fmla="*/ 2642230 w 4940931"/>
                <a:gd name="connsiteY54" fmla="*/ 73024 h 138429"/>
                <a:gd name="connsiteX55" fmla="*/ 2630800 w 4940931"/>
                <a:gd name="connsiteY55" fmla="*/ 76199 h 138429"/>
                <a:gd name="connsiteX56" fmla="*/ 2626355 w 4940931"/>
                <a:gd name="connsiteY56" fmla="*/ 84454 h 138429"/>
                <a:gd name="connsiteX57" fmla="*/ 2627625 w 4940931"/>
                <a:gd name="connsiteY57" fmla="*/ 90169 h 138429"/>
                <a:gd name="connsiteX58" fmla="*/ 2630800 w 4940931"/>
                <a:gd name="connsiteY58" fmla="*/ 93979 h 138429"/>
                <a:gd name="connsiteX59" fmla="*/ 2635245 w 4940931"/>
                <a:gd name="connsiteY59" fmla="*/ 96519 h 138429"/>
                <a:gd name="connsiteX60" fmla="*/ 2641595 w 4940931"/>
                <a:gd name="connsiteY60" fmla="*/ 97154 h 138429"/>
                <a:gd name="connsiteX61" fmla="*/ 2647310 w 4940931"/>
                <a:gd name="connsiteY61" fmla="*/ 96519 h 138429"/>
                <a:gd name="connsiteX62" fmla="*/ 2652390 w 4940931"/>
                <a:gd name="connsiteY62" fmla="*/ 93979 h 138429"/>
                <a:gd name="connsiteX63" fmla="*/ 2656835 w 4940931"/>
                <a:gd name="connsiteY63" fmla="*/ 90804 h 138429"/>
                <a:gd name="connsiteX64" fmla="*/ 2660010 w 4940931"/>
                <a:gd name="connsiteY64" fmla="*/ 86994 h 138429"/>
                <a:gd name="connsiteX65" fmla="*/ 2660010 w 4940931"/>
                <a:gd name="connsiteY65" fmla="*/ 75564 h 138429"/>
                <a:gd name="connsiteX66" fmla="*/ 2656200 w 4940931"/>
                <a:gd name="connsiteY66" fmla="*/ 74294 h 138429"/>
                <a:gd name="connsiteX67" fmla="*/ 2652390 w 4940931"/>
                <a:gd name="connsiteY67" fmla="*/ 73659 h 138429"/>
                <a:gd name="connsiteX68" fmla="*/ 2647945 w 4940931"/>
                <a:gd name="connsiteY68" fmla="*/ 73024 h 138429"/>
                <a:gd name="connsiteX69" fmla="*/ 2642230 w 4940931"/>
                <a:gd name="connsiteY69" fmla="*/ 73024 h 138429"/>
                <a:gd name="connsiteX70" fmla="*/ 4664706 w 4940931"/>
                <a:gd name="connsiteY70" fmla="*/ 43814 h 138429"/>
                <a:gd name="connsiteX71" fmla="*/ 4657086 w 4940931"/>
                <a:gd name="connsiteY71" fmla="*/ 45719 h 138429"/>
                <a:gd name="connsiteX72" fmla="*/ 4651371 w 4940931"/>
                <a:gd name="connsiteY72" fmla="*/ 50799 h 138429"/>
                <a:gd name="connsiteX73" fmla="*/ 4647561 w 4940931"/>
                <a:gd name="connsiteY73" fmla="*/ 59054 h 138429"/>
                <a:gd name="connsiteX74" fmla="*/ 4646291 w 4940931"/>
                <a:gd name="connsiteY74" fmla="*/ 69849 h 138429"/>
                <a:gd name="connsiteX75" fmla="*/ 4647561 w 4940931"/>
                <a:gd name="connsiteY75" fmla="*/ 81279 h 138429"/>
                <a:gd name="connsiteX76" fmla="*/ 4651371 w 4940931"/>
                <a:gd name="connsiteY76" fmla="*/ 89534 h 138429"/>
                <a:gd name="connsiteX77" fmla="*/ 4657721 w 4940931"/>
                <a:gd name="connsiteY77" fmla="*/ 94614 h 138429"/>
                <a:gd name="connsiteX78" fmla="*/ 4665341 w 4940931"/>
                <a:gd name="connsiteY78" fmla="*/ 96519 h 138429"/>
                <a:gd name="connsiteX79" fmla="*/ 4672961 w 4940931"/>
                <a:gd name="connsiteY79" fmla="*/ 94614 h 138429"/>
                <a:gd name="connsiteX80" fmla="*/ 4678676 w 4940931"/>
                <a:gd name="connsiteY80" fmla="*/ 88899 h 138429"/>
                <a:gd name="connsiteX81" fmla="*/ 4682486 w 4940931"/>
                <a:gd name="connsiteY81" fmla="*/ 80644 h 138429"/>
                <a:gd name="connsiteX82" fmla="*/ 4683756 w 4940931"/>
                <a:gd name="connsiteY82" fmla="*/ 70484 h 138429"/>
                <a:gd name="connsiteX83" fmla="*/ 4684391 w 4940931"/>
                <a:gd name="connsiteY83" fmla="*/ 69849 h 138429"/>
                <a:gd name="connsiteX84" fmla="*/ 4683121 w 4940931"/>
                <a:gd name="connsiteY84" fmla="*/ 59054 h 138429"/>
                <a:gd name="connsiteX85" fmla="*/ 4679311 w 4940931"/>
                <a:gd name="connsiteY85" fmla="*/ 50799 h 138429"/>
                <a:gd name="connsiteX86" fmla="*/ 4672961 w 4940931"/>
                <a:gd name="connsiteY86" fmla="*/ 45719 h 138429"/>
                <a:gd name="connsiteX87" fmla="*/ 4664706 w 4940931"/>
                <a:gd name="connsiteY87" fmla="*/ 43814 h 138429"/>
                <a:gd name="connsiteX88" fmla="*/ 4264020 w 4940931"/>
                <a:gd name="connsiteY88" fmla="*/ 43814 h 138429"/>
                <a:gd name="connsiteX89" fmla="*/ 4256400 w 4940931"/>
                <a:gd name="connsiteY89" fmla="*/ 45719 h 138429"/>
                <a:gd name="connsiteX90" fmla="*/ 4250685 w 4940931"/>
                <a:gd name="connsiteY90" fmla="*/ 50799 h 138429"/>
                <a:gd name="connsiteX91" fmla="*/ 4246875 w 4940931"/>
                <a:gd name="connsiteY91" fmla="*/ 59054 h 138429"/>
                <a:gd name="connsiteX92" fmla="*/ 4245605 w 4940931"/>
                <a:gd name="connsiteY92" fmla="*/ 69849 h 138429"/>
                <a:gd name="connsiteX93" fmla="*/ 4246875 w 4940931"/>
                <a:gd name="connsiteY93" fmla="*/ 81279 h 138429"/>
                <a:gd name="connsiteX94" fmla="*/ 4250685 w 4940931"/>
                <a:gd name="connsiteY94" fmla="*/ 89534 h 138429"/>
                <a:gd name="connsiteX95" fmla="*/ 4257035 w 4940931"/>
                <a:gd name="connsiteY95" fmla="*/ 94614 h 138429"/>
                <a:gd name="connsiteX96" fmla="*/ 4264655 w 4940931"/>
                <a:gd name="connsiteY96" fmla="*/ 96519 h 138429"/>
                <a:gd name="connsiteX97" fmla="*/ 4272275 w 4940931"/>
                <a:gd name="connsiteY97" fmla="*/ 94614 h 138429"/>
                <a:gd name="connsiteX98" fmla="*/ 4277990 w 4940931"/>
                <a:gd name="connsiteY98" fmla="*/ 88899 h 138429"/>
                <a:gd name="connsiteX99" fmla="*/ 4281800 w 4940931"/>
                <a:gd name="connsiteY99" fmla="*/ 80644 h 138429"/>
                <a:gd name="connsiteX100" fmla="*/ 4283070 w 4940931"/>
                <a:gd name="connsiteY100" fmla="*/ 70484 h 138429"/>
                <a:gd name="connsiteX101" fmla="*/ 4283705 w 4940931"/>
                <a:gd name="connsiteY101" fmla="*/ 69849 h 138429"/>
                <a:gd name="connsiteX102" fmla="*/ 4282435 w 4940931"/>
                <a:gd name="connsiteY102" fmla="*/ 59054 h 138429"/>
                <a:gd name="connsiteX103" fmla="*/ 4278625 w 4940931"/>
                <a:gd name="connsiteY103" fmla="*/ 50799 h 138429"/>
                <a:gd name="connsiteX104" fmla="*/ 4272275 w 4940931"/>
                <a:gd name="connsiteY104" fmla="*/ 45719 h 138429"/>
                <a:gd name="connsiteX105" fmla="*/ 4264020 w 4940931"/>
                <a:gd name="connsiteY105" fmla="*/ 43814 h 138429"/>
                <a:gd name="connsiteX106" fmla="*/ 1420495 w 4940931"/>
                <a:gd name="connsiteY106" fmla="*/ 43814 h 138429"/>
                <a:gd name="connsiteX107" fmla="*/ 1412875 w 4940931"/>
                <a:gd name="connsiteY107" fmla="*/ 45719 h 138429"/>
                <a:gd name="connsiteX108" fmla="*/ 1407160 w 4940931"/>
                <a:gd name="connsiteY108" fmla="*/ 50799 h 138429"/>
                <a:gd name="connsiteX109" fmla="*/ 1403350 w 4940931"/>
                <a:gd name="connsiteY109" fmla="*/ 59054 h 138429"/>
                <a:gd name="connsiteX110" fmla="*/ 1402080 w 4940931"/>
                <a:gd name="connsiteY110" fmla="*/ 69849 h 138429"/>
                <a:gd name="connsiteX111" fmla="*/ 1403350 w 4940931"/>
                <a:gd name="connsiteY111" fmla="*/ 81279 h 138429"/>
                <a:gd name="connsiteX112" fmla="*/ 1407160 w 4940931"/>
                <a:gd name="connsiteY112" fmla="*/ 89534 h 138429"/>
                <a:gd name="connsiteX113" fmla="*/ 1413510 w 4940931"/>
                <a:gd name="connsiteY113" fmla="*/ 94614 h 138429"/>
                <a:gd name="connsiteX114" fmla="*/ 1421130 w 4940931"/>
                <a:gd name="connsiteY114" fmla="*/ 96519 h 138429"/>
                <a:gd name="connsiteX115" fmla="*/ 1428750 w 4940931"/>
                <a:gd name="connsiteY115" fmla="*/ 94614 h 138429"/>
                <a:gd name="connsiteX116" fmla="*/ 1434465 w 4940931"/>
                <a:gd name="connsiteY116" fmla="*/ 88899 h 138429"/>
                <a:gd name="connsiteX117" fmla="*/ 1438275 w 4940931"/>
                <a:gd name="connsiteY117" fmla="*/ 80644 h 138429"/>
                <a:gd name="connsiteX118" fmla="*/ 1439545 w 4940931"/>
                <a:gd name="connsiteY118" fmla="*/ 70484 h 138429"/>
                <a:gd name="connsiteX119" fmla="*/ 1440180 w 4940931"/>
                <a:gd name="connsiteY119" fmla="*/ 69849 h 138429"/>
                <a:gd name="connsiteX120" fmla="*/ 1438910 w 4940931"/>
                <a:gd name="connsiteY120" fmla="*/ 59054 h 138429"/>
                <a:gd name="connsiteX121" fmla="*/ 1435100 w 4940931"/>
                <a:gd name="connsiteY121" fmla="*/ 50799 h 138429"/>
                <a:gd name="connsiteX122" fmla="*/ 1428750 w 4940931"/>
                <a:gd name="connsiteY122" fmla="*/ 45719 h 138429"/>
                <a:gd name="connsiteX123" fmla="*/ 1420495 w 4940931"/>
                <a:gd name="connsiteY123" fmla="*/ 43814 h 138429"/>
                <a:gd name="connsiteX124" fmla="*/ 4041770 w 4940931"/>
                <a:gd name="connsiteY124" fmla="*/ 43180 h 138429"/>
                <a:gd name="connsiteX125" fmla="*/ 4034785 w 4940931"/>
                <a:gd name="connsiteY125" fmla="*/ 44450 h 138429"/>
                <a:gd name="connsiteX126" fmla="*/ 4029705 w 4940931"/>
                <a:gd name="connsiteY126" fmla="*/ 48260 h 138429"/>
                <a:gd name="connsiteX127" fmla="*/ 4025895 w 4940931"/>
                <a:gd name="connsiteY127" fmla="*/ 54610 h 138429"/>
                <a:gd name="connsiteX128" fmla="*/ 4023990 w 4940931"/>
                <a:gd name="connsiteY128" fmla="*/ 62865 h 138429"/>
                <a:gd name="connsiteX129" fmla="*/ 4060185 w 4940931"/>
                <a:gd name="connsiteY129" fmla="*/ 62865 h 138429"/>
                <a:gd name="connsiteX130" fmla="*/ 4058915 w 4940931"/>
                <a:gd name="connsiteY130" fmla="*/ 55245 h 138429"/>
                <a:gd name="connsiteX131" fmla="*/ 4055740 w 4940931"/>
                <a:gd name="connsiteY131" fmla="*/ 48895 h 138429"/>
                <a:gd name="connsiteX132" fmla="*/ 4050025 w 4940931"/>
                <a:gd name="connsiteY132" fmla="*/ 44450 h 138429"/>
                <a:gd name="connsiteX133" fmla="*/ 4041770 w 4940931"/>
                <a:gd name="connsiteY133" fmla="*/ 43180 h 138429"/>
                <a:gd name="connsiteX134" fmla="*/ 3728081 w 4940931"/>
                <a:gd name="connsiteY134" fmla="*/ 43180 h 138429"/>
                <a:gd name="connsiteX135" fmla="*/ 3721096 w 4940931"/>
                <a:gd name="connsiteY135" fmla="*/ 44450 h 138429"/>
                <a:gd name="connsiteX136" fmla="*/ 3716016 w 4940931"/>
                <a:gd name="connsiteY136" fmla="*/ 48260 h 138429"/>
                <a:gd name="connsiteX137" fmla="*/ 3712206 w 4940931"/>
                <a:gd name="connsiteY137" fmla="*/ 54610 h 138429"/>
                <a:gd name="connsiteX138" fmla="*/ 3710301 w 4940931"/>
                <a:gd name="connsiteY138" fmla="*/ 62865 h 138429"/>
                <a:gd name="connsiteX139" fmla="*/ 3746496 w 4940931"/>
                <a:gd name="connsiteY139" fmla="*/ 62865 h 138429"/>
                <a:gd name="connsiteX140" fmla="*/ 3745226 w 4940931"/>
                <a:gd name="connsiteY140" fmla="*/ 55245 h 138429"/>
                <a:gd name="connsiteX141" fmla="*/ 3742051 w 4940931"/>
                <a:gd name="connsiteY141" fmla="*/ 48895 h 138429"/>
                <a:gd name="connsiteX142" fmla="*/ 3736336 w 4940931"/>
                <a:gd name="connsiteY142" fmla="*/ 44450 h 138429"/>
                <a:gd name="connsiteX143" fmla="*/ 3728081 w 4940931"/>
                <a:gd name="connsiteY143" fmla="*/ 43180 h 138429"/>
                <a:gd name="connsiteX144" fmla="*/ 3541391 w 4940931"/>
                <a:gd name="connsiteY144" fmla="*/ 43180 h 138429"/>
                <a:gd name="connsiteX145" fmla="*/ 3534406 w 4940931"/>
                <a:gd name="connsiteY145" fmla="*/ 44450 h 138429"/>
                <a:gd name="connsiteX146" fmla="*/ 3529326 w 4940931"/>
                <a:gd name="connsiteY146" fmla="*/ 48260 h 138429"/>
                <a:gd name="connsiteX147" fmla="*/ 3525516 w 4940931"/>
                <a:gd name="connsiteY147" fmla="*/ 54610 h 138429"/>
                <a:gd name="connsiteX148" fmla="*/ 3523611 w 4940931"/>
                <a:gd name="connsiteY148" fmla="*/ 62865 h 138429"/>
                <a:gd name="connsiteX149" fmla="*/ 3559806 w 4940931"/>
                <a:gd name="connsiteY149" fmla="*/ 62865 h 138429"/>
                <a:gd name="connsiteX150" fmla="*/ 3558536 w 4940931"/>
                <a:gd name="connsiteY150" fmla="*/ 55245 h 138429"/>
                <a:gd name="connsiteX151" fmla="*/ 3555361 w 4940931"/>
                <a:gd name="connsiteY151" fmla="*/ 48895 h 138429"/>
                <a:gd name="connsiteX152" fmla="*/ 3549646 w 4940931"/>
                <a:gd name="connsiteY152" fmla="*/ 44450 h 138429"/>
                <a:gd name="connsiteX153" fmla="*/ 3541391 w 4940931"/>
                <a:gd name="connsiteY153" fmla="*/ 43180 h 138429"/>
                <a:gd name="connsiteX154" fmla="*/ 3463285 w 4940931"/>
                <a:gd name="connsiteY154" fmla="*/ 43180 h 138429"/>
                <a:gd name="connsiteX155" fmla="*/ 3458205 w 4940931"/>
                <a:gd name="connsiteY155" fmla="*/ 43815 h 138429"/>
                <a:gd name="connsiteX156" fmla="*/ 3453125 w 4940931"/>
                <a:gd name="connsiteY156" fmla="*/ 45720 h 138429"/>
                <a:gd name="connsiteX157" fmla="*/ 3448680 w 4940931"/>
                <a:gd name="connsiteY157" fmla="*/ 48895 h 138429"/>
                <a:gd name="connsiteX158" fmla="*/ 3445505 w 4940931"/>
                <a:gd name="connsiteY158" fmla="*/ 52705 h 138429"/>
                <a:gd name="connsiteX159" fmla="*/ 3445505 w 4940931"/>
                <a:gd name="connsiteY159" fmla="*/ 85725 h 138429"/>
                <a:gd name="connsiteX160" fmla="*/ 3448680 w 4940931"/>
                <a:gd name="connsiteY160" fmla="*/ 89535 h 138429"/>
                <a:gd name="connsiteX161" fmla="*/ 3453125 w 4940931"/>
                <a:gd name="connsiteY161" fmla="*/ 92710 h 138429"/>
                <a:gd name="connsiteX162" fmla="*/ 3458205 w 4940931"/>
                <a:gd name="connsiteY162" fmla="*/ 95250 h 138429"/>
                <a:gd name="connsiteX163" fmla="*/ 3463920 w 4940931"/>
                <a:gd name="connsiteY163" fmla="*/ 95885 h 138429"/>
                <a:gd name="connsiteX164" fmla="*/ 3476620 w 4940931"/>
                <a:gd name="connsiteY164" fmla="*/ 89535 h 138429"/>
                <a:gd name="connsiteX165" fmla="*/ 3481065 w 4940931"/>
                <a:gd name="connsiteY165" fmla="*/ 71120 h 138429"/>
                <a:gd name="connsiteX166" fmla="*/ 3480430 w 4940931"/>
                <a:gd name="connsiteY166" fmla="*/ 71755 h 138429"/>
                <a:gd name="connsiteX167" fmla="*/ 3475985 w 4940931"/>
                <a:gd name="connsiteY167" fmla="*/ 50165 h 138429"/>
                <a:gd name="connsiteX168" fmla="*/ 3463285 w 4940931"/>
                <a:gd name="connsiteY168" fmla="*/ 43180 h 138429"/>
                <a:gd name="connsiteX169" fmla="*/ 3343271 w 4940931"/>
                <a:gd name="connsiteY169" fmla="*/ 43180 h 138429"/>
                <a:gd name="connsiteX170" fmla="*/ 3336286 w 4940931"/>
                <a:gd name="connsiteY170" fmla="*/ 44450 h 138429"/>
                <a:gd name="connsiteX171" fmla="*/ 3331206 w 4940931"/>
                <a:gd name="connsiteY171" fmla="*/ 48260 h 138429"/>
                <a:gd name="connsiteX172" fmla="*/ 3327396 w 4940931"/>
                <a:gd name="connsiteY172" fmla="*/ 54610 h 138429"/>
                <a:gd name="connsiteX173" fmla="*/ 3325491 w 4940931"/>
                <a:gd name="connsiteY173" fmla="*/ 62865 h 138429"/>
                <a:gd name="connsiteX174" fmla="*/ 3361686 w 4940931"/>
                <a:gd name="connsiteY174" fmla="*/ 62865 h 138429"/>
                <a:gd name="connsiteX175" fmla="*/ 3360416 w 4940931"/>
                <a:gd name="connsiteY175" fmla="*/ 55245 h 138429"/>
                <a:gd name="connsiteX176" fmla="*/ 3357241 w 4940931"/>
                <a:gd name="connsiteY176" fmla="*/ 48895 h 138429"/>
                <a:gd name="connsiteX177" fmla="*/ 3351526 w 4940931"/>
                <a:gd name="connsiteY177" fmla="*/ 44450 h 138429"/>
                <a:gd name="connsiteX178" fmla="*/ 3343271 w 4940931"/>
                <a:gd name="connsiteY178" fmla="*/ 43180 h 138429"/>
                <a:gd name="connsiteX179" fmla="*/ 2976876 w 4940931"/>
                <a:gd name="connsiteY179" fmla="*/ 43180 h 138429"/>
                <a:gd name="connsiteX180" fmla="*/ 2969891 w 4940931"/>
                <a:gd name="connsiteY180" fmla="*/ 44450 h 138429"/>
                <a:gd name="connsiteX181" fmla="*/ 2964811 w 4940931"/>
                <a:gd name="connsiteY181" fmla="*/ 48260 h 138429"/>
                <a:gd name="connsiteX182" fmla="*/ 2961001 w 4940931"/>
                <a:gd name="connsiteY182" fmla="*/ 54610 h 138429"/>
                <a:gd name="connsiteX183" fmla="*/ 2959096 w 4940931"/>
                <a:gd name="connsiteY183" fmla="*/ 62865 h 138429"/>
                <a:gd name="connsiteX184" fmla="*/ 2995291 w 4940931"/>
                <a:gd name="connsiteY184" fmla="*/ 62865 h 138429"/>
                <a:gd name="connsiteX185" fmla="*/ 2994021 w 4940931"/>
                <a:gd name="connsiteY185" fmla="*/ 55245 h 138429"/>
                <a:gd name="connsiteX186" fmla="*/ 2990846 w 4940931"/>
                <a:gd name="connsiteY186" fmla="*/ 48895 h 138429"/>
                <a:gd name="connsiteX187" fmla="*/ 2985131 w 4940931"/>
                <a:gd name="connsiteY187" fmla="*/ 44450 h 138429"/>
                <a:gd name="connsiteX188" fmla="*/ 2976876 w 4940931"/>
                <a:gd name="connsiteY188" fmla="*/ 43180 h 138429"/>
                <a:gd name="connsiteX189" fmla="*/ 2527930 w 4940931"/>
                <a:gd name="connsiteY189" fmla="*/ 43180 h 138429"/>
                <a:gd name="connsiteX190" fmla="*/ 2520945 w 4940931"/>
                <a:gd name="connsiteY190" fmla="*/ 44450 h 138429"/>
                <a:gd name="connsiteX191" fmla="*/ 2515865 w 4940931"/>
                <a:gd name="connsiteY191" fmla="*/ 48260 h 138429"/>
                <a:gd name="connsiteX192" fmla="*/ 2512055 w 4940931"/>
                <a:gd name="connsiteY192" fmla="*/ 54610 h 138429"/>
                <a:gd name="connsiteX193" fmla="*/ 2510150 w 4940931"/>
                <a:gd name="connsiteY193" fmla="*/ 62865 h 138429"/>
                <a:gd name="connsiteX194" fmla="*/ 2546345 w 4940931"/>
                <a:gd name="connsiteY194" fmla="*/ 62865 h 138429"/>
                <a:gd name="connsiteX195" fmla="*/ 2545075 w 4940931"/>
                <a:gd name="connsiteY195" fmla="*/ 55245 h 138429"/>
                <a:gd name="connsiteX196" fmla="*/ 2541900 w 4940931"/>
                <a:gd name="connsiteY196" fmla="*/ 48895 h 138429"/>
                <a:gd name="connsiteX197" fmla="*/ 2536185 w 4940931"/>
                <a:gd name="connsiteY197" fmla="*/ 44450 h 138429"/>
                <a:gd name="connsiteX198" fmla="*/ 2527930 w 4940931"/>
                <a:gd name="connsiteY198" fmla="*/ 43180 h 138429"/>
                <a:gd name="connsiteX199" fmla="*/ 2214240 w 4940931"/>
                <a:gd name="connsiteY199" fmla="*/ 43180 h 138429"/>
                <a:gd name="connsiteX200" fmla="*/ 2207255 w 4940931"/>
                <a:gd name="connsiteY200" fmla="*/ 44450 h 138429"/>
                <a:gd name="connsiteX201" fmla="*/ 2202175 w 4940931"/>
                <a:gd name="connsiteY201" fmla="*/ 48260 h 138429"/>
                <a:gd name="connsiteX202" fmla="*/ 2198365 w 4940931"/>
                <a:gd name="connsiteY202" fmla="*/ 54610 h 138429"/>
                <a:gd name="connsiteX203" fmla="*/ 2196460 w 4940931"/>
                <a:gd name="connsiteY203" fmla="*/ 62865 h 138429"/>
                <a:gd name="connsiteX204" fmla="*/ 2232655 w 4940931"/>
                <a:gd name="connsiteY204" fmla="*/ 62865 h 138429"/>
                <a:gd name="connsiteX205" fmla="*/ 2231385 w 4940931"/>
                <a:gd name="connsiteY205" fmla="*/ 55245 h 138429"/>
                <a:gd name="connsiteX206" fmla="*/ 2228210 w 4940931"/>
                <a:gd name="connsiteY206" fmla="*/ 48895 h 138429"/>
                <a:gd name="connsiteX207" fmla="*/ 2222495 w 4940931"/>
                <a:gd name="connsiteY207" fmla="*/ 44450 h 138429"/>
                <a:gd name="connsiteX208" fmla="*/ 2214240 w 4940931"/>
                <a:gd name="connsiteY208" fmla="*/ 43180 h 138429"/>
                <a:gd name="connsiteX209" fmla="*/ 2027551 w 4940931"/>
                <a:gd name="connsiteY209" fmla="*/ 43180 h 138429"/>
                <a:gd name="connsiteX210" fmla="*/ 2020566 w 4940931"/>
                <a:gd name="connsiteY210" fmla="*/ 44450 h 138429"/>
                <a:gd name="connsiteX211" fmla="*/ 2015486 w 4940931"/>
                <a:gd name="connsiteY211" fmla="*/ 48260 h 138429"/>
                <a:gd name="connsiteX212" fmla="*/ 2011676 w 4940931"/>
                <a:gd name="connsiteY212" fmla="*/ 54610 h 138429"/>
                <a:gd name="connsiteX213" fmla="*/ 2009771 w 4940931"/>
                <a:gd name="connsiteY213" fmla="*/ 62865 h 138429"/>
                <a:gd name="connsiteX214" fmla="*/ 2045966 w 4940931"/>
                <a:gd name="connsiteY214" fmla="*/ 62865 h 138429"/>
                <a:gd name="connsiteX215" fmla="*/ 2044696 w 4940931"/>
                <a:gd name="connsiteY215" fmla="*/ 55245 h 138429"/>
                <a:gd name="connsiteX216" fmla="*/ 2041521 w 4940931"/>
                <a:gd name="connsiteY216" fmla="*/ 48895 h 138429"/>
                <a:gd name="connsiteX217" fmla="*/ 2035806 w 4940931"/>
                <a:gd name="connsiteY217" fmla="*/ 44450 h 138429"/>
                <a:gd name="connsiteX218" fmla="*/ 2027551 w 4940931"/>
                <a:gd name="connsiteY218" fmla="*/ 43180 h 138429"/>
                <a:gd name="connsiteX219" fmla="*/ 1949445 w 4940931"/>
                <a:gd name="connsiteY219" fmla="*/ 43180 h 138429"/>
                <a:gd name="connsiteX220" fmla="*/ 1944365 w 4940931"/>
                <a:gd name="connsiteY220" fmla="*/ 43815 h 138429"/>
                <a:gd name="connsiteX221" fmla="*/ 1939285 w 4940931"/>
                <a:gd name="connsiteY221" fmla="*/ 45720 h 138429"/>
                <a:gd name="connsiteX222" fmla="*/ 1934840 w 4940931"/>
                <a:gd name="connsiteY222" fmla="*/ 48895 h 138429"/>
                <a:gd name="connsiteX223" fmla="*/ 1931665 w 4940931"/>
                <a:gd name="connsiteY223" fmla="*/ 52705 h 138429"/>
                <a:gd name="connsiteX224" fmla="*/ 1931665 w 4940931"/>
                <a:gd name="connsiteY224" fmla="*/ 85725 h 138429"/>
                <a:gd name="connsiteX225" fmla="*/ 1934840 w 4940931"/>
                <a:gd name="connsiteY225" fmla="*/ 89535 h 138429"/>
                <a:gd name="connsiteX226" fmla="*/ 1939285 w 4940931"/>
                <a:gd name="connsiteY226" fmla="*/ 92710 h 138429"/>
                <a:gd name="connsiteX227" fmla="*/ 1944365 w 4940931"/>
                <a:gd name="connsiteY227" fmla="*/ 95250 h 138429"/>
                <a:gd name="connsiteX228" fmla="*/ 1950080 w 4940931"/>
                <a:gd name="connsiteY228" fmla="*/ 95885 h 138429"/>
                <a:gd name="connsiteX229" fmla="*/ 1962780 w 4940931"/>
                <a:gd name="connsiteY229" fmla="*/ 89535 h 138429"/>
                <a:gd name="connsiteX230" fmla="*/ 1967225 w 4940931"/>
                <a:gd name="connsiteY230" fmla="*/ 71120 h 138429"/>
                <a:gd name="connsiteX231" fmla="*/ 1966590 w 4940931"/>
                <a:gd name="connsiteY231" fmla="*/ 71755 h 138429"/>
                <a:gd name="connsiteX232" fmla="*/ 1962145 w 4940931"/>
                <a:gd name="connsiteY232" fmla="*/ 50165 h 138429"/>
                <a:gd name="connsiteX233" fmla="*/ 1949445 w 4940931"/>
                <a:gd name="connsiteY233" fmla="*/ 43180 h 138429"/>
                <a:gd name="connsiteX234" fmla="*/ 1829431 w 4940931"/>
                <a:gd name="connsiteY234" fmla="*/ 43180 h 138429"/>
                <a:gd name="connsiteX235" fmla="*/ 1822446 w 4940931"/>
                <a:gd name="connsiteY235" fmla="*/ 44450 h 138429"/>
                <a:gd name="connsiteX236" fmla="*/ 1817366 w 4940931"/>
                <a:gd name="connsiteY236" fmla="*/ 48260 h 138429"/>
                <a:gd name="connsiteX237" fmla="*/ 1813556 w 4940931"/>
                <a:gd name="connsiteY237" fmla="*/ 54610 h 138429"/>
                <a:gd name="connsiteX238" fmla="*/ 1811651 w 4940931"/>
                <a:gd name="connsiteY238" fmla="*/ 62865 h 138429"/>
                <a:gd name="connsiteX239" fmla="*/ 1847846 w 4940931"/>
                <a:gd name="connsiteY239" fmla="*/ 62865 h 138429"/>
                <a:gd name="connsiteX240" fmla="*/ 1846576 w 4940931"/>
                <a:gd name="connsiteY240" fmla="*/ 55245 h 138429"/>
                <a:gd name="connsiteX241" fmla="*/ 1843401 w 4940931"/>
                <a:gd name="connsiteY241" fmla="*/ 48895 h 138429"/>
                <a:gd name="connsiteX242" fmla="*/ 1837686 w 4940931"/>
                <a:gd name="connsiteY242" fmla="*/ 44450 h 138429"/>
                <a:gd name="connsiteX243" fmla="*/ 1829431 w 4940931"/>
                <a:gd name="connsiteY243" fmla="*/ 43180 h 138429"/>
                <a:gd name="connsiteX244" fmla="*/ 1178561 w 4940931"/>
                <a:gd name="connsiteY244" fmla="*/ 43180 h 138429"/>
                <a:gd name="connsiteX245" fmla="*/ 1171576 w 4940931"/>
                <a:gd name="connsiteY245" fmla="*/ 44450 h 138429"/>
                <a:gd name="connsiteX246" fmla="*/ 1166496 w 4940931"/>
                <a:gd name="connsiteY246" fmla="*/ 48260 h 138429"/>
                <a:gd name="connsiteX247" fmla="*/ 1162686 w 4940931"/>
                <a:gd name="connsiteY247" fmla="*/ 54610 h 138429"/>
                <a:gd name="connsiteX248" fmla="*/ 1160781 w 4940931"/>
                <a:gd name="connsiteY248" fmla="*/ 62865 h 138429"/>
                <a:gd name="connsiteX249" fmla="*/ 1196976 w 4940931"/>
                <a:gd name="connsiteY249" fmla="*/ 62865 h 138429"/>
                <a:gd name="connsiteX250" fmla="*/ 1195706 w 4940931"/>
                <a:gd name="connsiteY250" fmla="*/ 55245 h 138429"/>
                <a:gd name="connsiteX251" fmla="*/ 1192531 w 4940931"/>
                <a:gd name="connsiteY251" fmla="*/ 48895 h 138429"/>
                <a:gd name="connsiteX252" fmla="*/ 1186816 w 4940931"/>
                <a:gd name="connsiteY252" fmla="*/ 44450 h 138429"/>
                <a:gd name="connsiteX253" fmla="*/ 1178561 w 4940931"/>
                <a:gd name="connsiteY253" fmla="*/ 43180 h 138429"/>
                <a:gd name="connsiteX254" fmla="*/ 898525 w 4940931"/>
                <a:gd name="connsiteY254" fmla="*/ 43180 h 138429"/>
                <a:gd name="connsiteX255" fmla="*/ 891540 w 4940931"/>
                <a:gd name="connsiteY255" fmla="*/ 44450 h 138429"/>
                <a:gd name="connsiteX256" fmla="*/ 886460 w 4940931"/>
                <a:gd name="connsiteY256" fmla="*/ 48260 h 138429"/>
                <a:gd name="connsiteX257" fmla="*/ 882650 w 4940931"/>
                <a:gd name="connsiteY257" fmla="*/ 54610 h 138429"/>
                <a:gd name="connsiteX258" fmla="*/ 880745 w 4940931"/>
                <a:gd name="connsiteY258" fmla="*/ 62865 h 138429"/>
                <a:gd name="connsiteX259" fmla="*/ 916940 w 4940931"/>
                <a:gd name="connsiteY259" fmla="*/ 62865 h 138429"/>
                <a:gd name="connsiteX260" fmla="*/ 915670 w 4940931"/>
                <a:gd name="connsiteY260" fmla="*/ 55245 h 138429"/>
                <a:gd name="connsiteX261" fmla="*/ 912495 w 4940931"/>
                <a:gd name="connsiteY261" fmla="*/ 48895 h 138429"/>
                <a:gd name="connsiteX262" fmla="*/ 906780 w 4940931"/>
                <a:gd name="connsiteY262" fmla="*/ 44450 h 138429"/>
                <a:gd name="connsiteX263" fmla="*/ 898525 w 4940931"/>
                <a:gd name="connsiteY263" fmla="*/ 43180 h 138429"/>
                <a:gd name="connsiteX264" fmla="*/ 584834 w 4940931"/>
                <a:gd name="connsiteY264" fmla="*/ 43180 h 138429"/>
                <a:gd name="connsiteX265" fmla="*/ 577849 w 4940931"/>
                <a:gd name="connsiteY265" fmla="*/ 44450 h 138429"/>
                <a:gd name="connsiteX266" fmla="*/ 572769 w 4940931"/>
                <a:gd name="connsiteY266" fmla="*/ 48260 h 138429"/>
                <a:gd name="connsiteX267" fmla="*/ 568959 w 4940931"/>
                <a:gd name="connsiteY267" fmla="*/ 54610 h 138429"/>
                <a:gd name="connsiteX268" fmla="*/ 567054 w 4940931"/>
                <a:gd name="connsiteY268" fmla="*/ 62865 h 138429"/>
                <a:gd name="connsiteX269" fmla="*/ 603249 w 4940931"/>
                <a:gd name="connsiteY269" fmla="*/ 62865 h 138429"/>
                <a:gd name="connsiteX270" fmla="*/ 601979 w 4940931"/>
                <a:gd name="connsiteY270" fmla="*/ 55245 h 138429"/>
                <a:gd name="connsiteX271" fmla="*/ 598804 w 4940931"/>
                <a:gd name="connsiteY271" fmla="*/ 48895 h 138429"/>
                <a:gd name="connsiteX272" fmla="*/ 593089 w 4940931"/>
                <a:gd name="connsiteY272" fmla="*/ 44450 h 138429"/>
                <a:gd name="connsiteX273" fmla="*/ 584834 w 4940931"/>
                <a:gd name="connsiteY273" fmla="*/ 43180 h 138429"/>
                <a:gd name="connsiteX274" fmla="*/ 398145 w 4940931"/>
                <a:gd name="connsiteY274" fmla="*/ 43180 h 138429"/>
                <a:gd name="connsiteX275" fmla="*/ 391160 w 4940931"/>
                <a:gd name="connsiteY275" fmla="*/ 44450 h 138429"/>
                <a:gd name="connsiteX276" fmla="*/ 386080 w 4940931"/>
                <a:gd name="connsiteY276" fmla="*/ 48260 h 138429"/>
                <a:gd name="connsiteX277" fmla="*/ 382270 w 4940931"/>
                <a:gd name="connsiteY277" fmla="*/ 54610 h 138429"/>
                <a:gd name="connsiteX278" fmla="*/ 380365 w 4940931"/>
                <a:gd name="connsiteY278" fmla="*/ 62865 h 138429"/>
                <a:gd name="connsiteX279" fmla="*/ 416560 w 4940931"/>
                <a:gd name="connsiteY279" fmla="*/ 62865 h 138429"/>
                <a:gd name="connsiteX280" fmla="*/ 415290 w 4940931"/>
                <a:gd name="connsiteY280" fmla="*/ 55245 h 138429"/>
                <a:gd name="connsiteX281" fmla="*/ 412115 w 4940931"/>
                <a:gd name="connsiteY281" fmla="*/ 48895 h 138429"/>
                <a:gd name="connsiteX282" fmla="*/ 406400 w 4940931"/>
                <a:gd name="connsiteY282" fmla="*/ 44450 h 138429"/>
                <a:gd name="connsiteX283" fmla="*/ 398145 w 4940931"/>
                <a:gd name="connsiteY283" fmla="*/ 43180 h 138429"/>
                <a:gd name="connsiteX284" fmla="*/ 320039 w 4940931"/>
                <a:gd name="connsiteY284" fmla="*/ 43180 h 138429"/>
                <a:gd name="connsiteX285" fmla="*/ 314959 w 4940931"/>
                <a:gd name="connsiteY285" fmla="*/ 43815 h 138429"/>
                <a:gd name="connsiteX286" fmla="*/ 309879 w 4940931"/>
                <a:gd name="connsiteY286" fmla="*/ 45720 h 138429"/>
                <a:gd name="connsiteX287" fmla="*/ 305434 w 4940931"/>
                <a:gd name="connsiteY287" fmla="*/ 48895 h 138429"/>
                <a:gd name="connsiteX288" fmla="*/ 302259 w 4940931"/>
                <a:gd name="connsiteY288" fmla="*/ 52705 h 138429"/>
                <a:gd name="connsiteX289" fmla="*/ 302259 w 4940931"/>
                <a:gd name="connsiteY289" fmla="*/ 85725 h 138429"/>
                <a:gd name="connsiteX290" fmla="*/ 305434 w 4940931"/>
                <a:gd name="connsiteY290" fmla="*/ 89535 h 138429"/>
                <a:gd name="connsiteX291" fmla="*/ 309879 w 4940931"/>
                <a:gd name="connsiteY291" fmla="*/ 92710 h 138429"/>
                <a:gd name="connsiteX292" fmla="*/ 314959 w 4940931"/>
                <a:gd name="connsiteY292" fmla="*/ 95250 h 138429"/>
                <a:gd name="connsiteX293" fmla="*/ 320674 w 4940931"/>
                <a:gd name="connsiteY293" fmla="*/ 95885 h 138429"/>
                <a:gd name="connsiteX294" fmla="*/ 333374 w 4940931"/>
                <a:gd name="connsiteY294" fmla="*/ 89535 h 138429"/>
                <a:gd name="connsiteX295" fmla="*/ 337819 w 4940931"/>
                <a:gd name="connsiteY295" fmla="*/ 71120 h 138429"/>
                <a:gd name="connsiteX296" fmla="*/ 337184 w 4940931"/>
                <a:gd name="connsiteY296" fmla="*/ 71755 h 138429"/>
                <a:gd name="connsiteX297" fmla="*/ 332739 w 4940931"/>
                <a:gd name="connsiteY297" fmla="*/ 50165 h 138429"/>
                <a:gd name="connsiteX298" fmla="*/ 320039 w 4940931"/>
                <a:gd name="connsiteY298" fmla="*/ 43180 h 138429"/>
                <a:gd name="connsiteX299" fmla="*/ 200025 w 4940931"/>
                <a:gd name="connsiteY299" fmla="*/ 43180 h 138429"/>
                <a:gd name="connsiteX300" fmla="*/ 193040 w 4940931"/>
                <a:gd name="connsiteY300" fmla="*/ 44450 h 138429"/>
                <a:gd name="connsiteX301" fmla="*/ 187960 w 4940931"/>
                <a:gd name="connsiteY301" fmla="*/ 48260 h 138429"/>
                <a:gd name="connsiteX302" fmla="*/ 184150 w 4940931"/>
                <a:gd name="connsiteY302" fmla="*/ 54610 h 138429"/>
                <a:gd name="connsiteX303" fmla="*/ 182245 w 4940931"/>
                <a:gd name="connsiteY303" fmla="*/ 62865 h 138429"/>
                <a:gd name="connsiteX304" fmla="*/ 218440 w 4940931"/>
                <a:gd name="connsiteY304" fmla="*/ 62865 h 138429"/>
                <a:gd name="connsiteX305" fmla="*/ 217170 w 4940931"/>
                <a:gd name="connsiteY305" fmla="*/ 55245 h 138429"/>
                <a:gd name="connsiteX306" fmla="*/ 213995 w 4940931"/>
                <a:gd name="connsiteY306" fmla="*/ 48895 h 138429"/>
                <a:gd name="connsiteX307" fmla="*/ 208280 w 4940931"/>
                <a:gd name="connsiteY307" fmla="*/ 44450 h 138429"/>
                <a:gd name="connsiteX308" fmla="*/ 200025 w 4940931"/>
                <a:gd name="connsiteY308" fmla="*/ 43180 h 138429"/>
                <a:gd name="connsiteX309" fmla="*/ 4439281 w 4940931"/>
                <a:gd name="connsiteY309" fmla="*/ 43179 h 138429"/>
                <a:gd name="connsiteX310" fmla="*/ 4426581 w 4940931"/>
                <a:gd name="connsiteY310" fmla="*/ 49529 h 138429"/>
                <a:gd name="connsiteX311" fmla="*/ 4422136 w 4940931"/>
                <a:gd name="connsiteY311" fmla="*/ 67944 h 138429"/>
                <a:gd name="connsiteX312" fmla="*/ 4423406 w 4940931"/>
                <a:gd name="connsiteY312" fmla="*/ 80644 h 138429"/>
                <a:gd name="connsiteX313" fmla="*/ 4426581 w 4940931"/>
                <a:gd name="connsiteY313" fmla="*/ 89534 h 138429"/>
                <a:gd name="connsiteX314" fmla="*/ 4432296 w 4940931"/>
                <a:gd name="connsiteY314" fmla="*/ 94614 h 138429"/>
                <a:gd name="connsiteX315" fmla="*/ 4439916 w 4940931"/>
                <a:gd name="connsiteY315" fmla="*/ 96519 h 138429"/>
                <a:gd name="connsiteX316" fmla="*/ 4444996 w 4940931"/>
                <a:gd name="connsiteY316" fmla="*/ 95884 h 138429"/>
                <a:gd name="connsiteX317" fmla="*/ 4450076 w 4940931"/>
                <a:gd name="connsiteY317" fmla="*/ 93344 h 138429"/>
                <a:gd name="connsiteX318" fmla="*/ 4454521 w 4940931"/>
                <a:gd name="connsiteY318" fmla="*/ 90169 h 138429"/>
                <a:gd name="connsiteX319" fmla="*/ 4457696 w 4940931"/>
                <a:gd name="connsiteY319" fmla="*/ 86359 h 138429"/>
                <a:gd name="connsiteX320" fmla="*/ 4457696 w 4940931"/>
                <a:gd name="connsiteY320" fmla="*/ 53339 h 138429"/>
                <a:gd name="connsiteX321" fmla="*/ 4454521 w 4940931"/>
                <a:gd name="connsiteY321" fmla="*/ 49529 h 138429"/>
                <a:gd name="connsiteX322" fmla="*/ 4450076 w 4940931"/>
                <a:gd name="connsiteY322" fmla="*/ 46354 h 138429"/>
                <a:gd name="connsiteX323" fmla="*/ 4444996 w 4940931"/>
                <a:gd name="connsiteY323" fmla="*/ 43814 h 138429"/>
                <a:gd name="connsiteX324" fmla="*/ 4439281 w 4940931"/>
                <a:gd name="connsiteY324" fmla="*/ 43179 h 138429"/>
                <a:gd name="connsiteX325" fmla="*/ 1014731 w 4940931"/>
                <a:gd name="connsiteY325" fmla="*/ 43179 h 138429"/>
                <a:gd name="connsiteX326" fmla="*/ 1002032 w 4940931"/>
                <a:gd name="connsiteY326" fmla="*/ 49529 h 138429"/>
                <a:gd name="connsiteX327" fmla="*/ 997587 w 4940931"/>
                <a:gd name="connsiteY327" fmla="*/ 67944 h 138429"/>
                <a:gd name="connsiteX328" fmla="*/ 1002032 w 4940931"/>
                <a:gd name="connsiteY328" fmla="*/ 88899 h 138429"/>
                <a:gd name="connsiteX329" fmla="*/ 1015367 w 4940931"/>
                <a:gd name="connsiteY329" fmla="*/ 95884 h 138429"/>
                <a:gd name="connsiteX330" fmla="*/ 1024891 w 4940931"/>
                <a:gd name="connsiteY330" fmla="*/ 93344 h 138429"/>
                <a:gd name="connsiteX331" fmla="*/ 1033147 w 4940931"/>
                <a:gd name="connsiteY331" fmla="*/ 86359 h 138429"/>
                <a:gd name="connsiteX332" fmla="*/ 1033147 w 4940931"/>
                <a:gd name="connsiteY332" fmla="*/ 53339 h 138429"/>
                <a:gd name="connsiteX333" fmla="*/ 1029971 w 4940931"/>
                <a:gd name="connsiteY333" fmla="*/ 49529 h 138429"/>
                <a:gd name="connsiteX334" fmla="*/ 1025526 w 4940931"/>
                <a:gd name="connsiteY334" fmla="*/ 46354 h 138429"/>
                <a:gd name="connsiteX335" fmla="*/ 1020446 w 4940931"/>
                <a:gd name="connsiteY335" fmla="*/ 43814 h 138429"/>
                <a:gd name="connsiteX336" fmla="*/ 1014731 w 4940931"/>
                <a:gd name="connsiteY336" fmla="*/ 43179 h 138429"/>
                <a:gd name="connsiteX337" fmla="*/ 4524370 w 4940931"/>
                <a:gd name="connsiteY337" fmla="*/ 31114 h 138429"/>
                <a:gd name="connsiteX338" fmla="*/ 4538975 w 4940931"/>
                <a:gd name="connsiteY338" fmla="*/ 31114 h 138429"/>
                <a:gd name="connsiteX339" fmla="*/ 4552310 w 4940931"/>
                <a:gd name="connsiteY339" fmla="*/ 84454 h 138429"/>
                <a:gd name="connsiteX340" fmla="*/ 4566915 w 4940931"/>
                <a:gd name="connsiteY340" fmla="*/ 31114 h 138429"/>
                <a:gd name="connsiteX341" fmla="*/ 4579615 w 4940931"/>
                <a:gd name="connsiteY341" fmla="*/ 31114 h 138429"/>
                <a:gd name="connsiteX342" fmla="*/ 4594220 w 4940931"/>
                <a:gd name="connsiteY342" fmla="*/ 84454 h 138429"/>
                <a:gd name="connsiteX343" fmla="*/ 4606920 w 4940931"/>
                <a:gd name="connsiteY343" fmla="*/ 31114 h 138429"/>
                <a:gd name="connsiteX344" fmla="*/ 4622160 w 4940931"/>
                <a:gd name="connsiteY344" fmla="*/ 31114 h 138429"/>
                <a:gd name="connsiteX345" fmla="*/ 4600570 w 4940931"/>
                <a:gd name="connsiteY345" fmla="*/ 108584 h 138429"/>
                <a:gd name="connsiteX346" fmla="*/ 4587235 w 4940931"/>
                <a:gd name="connsiteY346" fmla="*/ 108584 h 138429"/>
                <a:gd name="connsiteX347" fmla="*/ 4572630 w 4940931"/>
                <a:gd name="connsiteY347" fmla="*/ 54609 h 138429"/>
                <a:gd name="connsiteX348" fmla="*/ 4558660 w 4940931"/>
                <a:gd name="connsiteY348" fmla="*/ 108584 h 138429"/>
                <a:gd name="connsiteX349" fmla="*/ 4545325 w 4940931"/>
                <a:gd name="connsiteY349" fmla="*/ 108584 h 138429"/>
                <a:gd name="connsiteX350" fmla="*/ 4123686 w 4940931"/>
                <a:gd name="connsiteY350" fmla="*/ 31114 h 138429"/>
                <a:gd name="connsiteX351" fmla="*/ 4138926 w 4940931"/>
                <a:gd name="connsiteY351" fmla="*/ 31114 h 138429"/>
                <a:gd name="connsiteX352" fmla="*/ 4152261 w 4940931"/>
                <a:gd name="connsiteY352" fmla="*/ 84454 h 138429"/>
                <a:gd name="connsiteX353" fmla="*/ 4166866 w 4940931"/>
                <a:gd name="connsiteY353" fmla="*/ 31114 h 138429"/>
                <a:gd name="connsiteX354" fmla="*/ 4178931 w 4940931"/>
                <a:gd name="connsiteY354" fmla="*/ 31114 h 138429"/>
                <a:gd name="connsiteX355" fmla="*/ 4193536 w 4940931"/>
                <a:gd name="connsiteY355" fmla="*/ 84454 h 138429"/>
                <a:gd name="connsiteX356" fmla="*/ 4206871 w 4940931"/>
                <a:gd name="connsiteY356" fmla="*/ 31114 h 138429"/>
                <a:gd name="connsiteX357" fmla="*/ 4222111 w 4940931"/>
                <a:gd name="connsiteY357" fmla="*/ 31114 h 138429"/>
                <a:gd name="connsiteX358" fmla="*/ 4200521 w 4940931"/>
                <a:gd name="connsiteY358" fmla="*/ 108584 h 138429"/>
                <a:gd name="connsiteX359" fmla="*/ 4187186 w 4940931"/>
                <a:gd name="connsiteY359" fmla="*/ 108584 h 138429"/>
                <a:gd name="connsiteX360" fmla="*/ 4172581 w 4940931"/>
                <a:gd name="connsiteY360" fmla="*/ 54609 h 138429"/>
                <a:gd name="connsiteX361" fmla="*/ 4157976 w 4940931"/>
                <a:gd name="connsiteY361" fmla="*/ 108584 h 138429"/>
                <a:gd name="connsiteX362" fmla="*/ 4145276 w 4940931"/>
                <a:gd name="connsiteY362" fmla="*/ 108584 h 138429"/>
                <a:gd name="connsiteX363" fmla="*/ 2837811 w 4940931"/>
                <a:gd name="connsiteY363" fmla="*/ 31114 h 138429"/>
                <a:gd name="connsiteX364" fmla="*/ 2852416 w 4940931"/>
                <a:gd name="connsiteY364" fmla="*/ 31114 h 138429"/>
                <a:gd name="connsiteX365" fmla="*/ 2865751 w 4940931"/>
                <a:gd name="connsiteY365" fmla="*/ 84454 h 138429"/>
                <a:gd name="connsiteX366" fmla="*/ 2880356 w 4940931"/>
                <a:gd name="connsiteY366" fmla="*/ 31114 h 138429"/>
                <a:gd name="connsiteX367" fmla="*/ 2893056 w 4940931"/>
                <a:gd name="connsiteY367" fmla="*/ 31114 h 138429"/>
                <a:gd name="connsiteX368" fmla="*/ 2907661 w 4940931"/>
                <a:gd name="connsiteY368" fmla="*/ 84454 h 138429"/>
                <a:gd name="connsiteX369" fmla="*/ 2920361 w 4940931"/>
                <a:gd name="connsiteY369" fmla="*/ 31114 h 138429"/>
                <a:gd name="connsiteX370" fmla="*/ 2935601 w 4940931"/>
                <a:gd name="connsiteY370" fmla="*/ 31114 h 138429"/>
                <a:gd name="connsiteX371" fmla="*/ 2914011 w 4940931"/>
                <a:gd name="connsiteY371" fmla="*/ 108584 h 138429"/>
                <a:gd name="connsiteX372" fmla="*/ 2900676 w 4940931"/>
                <a:gd name="connsiteY372" fmla="*/ 108584 h 138429"/>
                <a:gd name="connsiteX373" fmla="*/ 2886706 w 4940931"/>
                <a:gd name="connsiteY373" fmla="*/ 54609 h 138429"/>
                <a:gd name="connsiteX374" fmla="*/ 2872101 w 4940931"/>
                <a:gd name="connsiteY374" fmla="*/ 108584 h 138429"/>
                <a:gd name="connsiteX375" fmla="*/ 2858766 w 4940931"/>
                <a:gd name="connsiteY375" fmla="*/ 108584 h 138429"/>
                <a:gd name="connsiteX376" fmla="*/ 1354455 w 4940931"/>
                <a:gd name="connsiteY376" fmla="*/ 31114 h 138429"/>
                <a:gd name="connsiteX377" fmla="*/ 1369695 w 4940931"/>
                <a:gd name="connsiteY377" fmla="*/ 31114 h 138429"/>
                <a:gd name="connsiteX378" fmla="*/ 1369695 w 4940931"/>
                <a:gd name="connsiteY378" fmla="*/ 109219 h 138429"/>
                <a:gd name="connsiteX379" fmla="*/ 1354455 w 4940931"/>
                <a:gd name="connsiteY379" fmla="*/ 109219 h 138429"/>
                <a:gd name="connsiteX380" fmla="*/ 2646040 w 4940931"/>
                <a:gd name="connsiteY380" fmla="*/ 29844 h 138429"/>
                <a:gd name="connsiteX381" fmla="*/ 2658105 w 4940931"/>
                <a:gd name="connsiteY381" fmla="*/ 31749 h 138429"/>
                <a:gd name="connsiteX382" fmla="*/ 2667630 w 4940931"/>
                <a:gd name="connsiteY382" fmla="*/ 36829 h 138429"/>
                <a:gd name="connsiteX383" fmla="*/ 2673345 w 4940931"/>
                <a:gd name="connsiteY383" fmla="*/ 45084 h 138429"/>
                <a:gd name="connsiteX384" fmla="*/ 2675250 w 4940931"/>
                <a:gd name="connsiteY384" fmla="*/ 56514 h 138429"/>
                <a:gd name="connsiteX385" fmla="*/ 2675250 w 4940931"/>
                <a:gd name="connsiteY385" fmla="*/ 109854 h 138429"/>
                <a:gd name="connsiteX386" fmla="*/ 2660010 w 4940931"/>
                <a:gd name="connsiteY386" fmla="*/ 109854 h 138429"/>
                <a:gd name="connsiteX387" fmla="*/ 2660010 w 4940931"/>
                <a:gd name="connsiteY387" fmla="*/ 108584 h 138429"/>
                <a:gd name="connsiteX388" fmla="*/ 2660010 w 4940931"/>
                <a:gd name="connsiteY388" fmla="*/ 100964 h 138429"/>
                <a:gd name="connsiteX389" fmla="*/ 2654930 w 4940931"/>
                <a:gd name="connsiteY389" fmla="*/ 104774 h 138429"/>
                <a:gd name="connsiteX390" fmla="*/ 2651120 w 4940931"/>
                <a:gd name="connsiteY390" fmla="*/ 107314 h 138429"/>
                <a:gd name="connsiteX391" fmla="*/ 2646040 w 4940931"/>
                <a:gd name="connsiteY391" fmla="*/ 109219 h 138429"/>
                <a:gd name="connsiteX392" fmla="*/ 2639055 w 4940931"/>
                <a:gd name="connsiteY392" fmla="*/ 109854 h 138429"/>
                <a:gd name="connsiteX393" fmla="*/ 2629530 w 4940931"/>
                <a:gd name="connsiteY393" fmla="*/ 108584 h 138429"/>
                <a:gd name="connsiteX394" fmla="*/ 2620640 w 4940931"/>
                <a:gd name="connsiteY394" fmla="*/ 104139 h 138429"/>
                <a:gd name="connsiteX395" fmla="*/ 2614290 w 4940931"/>
                <a:gd name="connsiteY395" fmla="*/ 95884 h 138429"/>
                <a:gd name="connsiteX396" fmla="*/ 2611750 w 4940931"/>
                <a:gd name="connsiteY396" fmla="*/ 83819 h 138429"/>
                <a:gd name="connsiteX397" fmla="*/ 2614290 w 4940931"/>
                <a:gd name="connsiteY397" fmla="*/ 72389 h 138429"/>
                <a:gd name="connsiteX398" fmla="*/ 2620640 w 4940931"/>
                <a:gd name="connsiteY398" fmla="*/ 64769 h 138429"/>
                <a:gd name="connsiteX399" fmla="*/ 2630800 w 4940931"/>
                <a:gd name="connsiteY399" fmla="*/ 60324 h 138429"/>
                <a:gd name="connsiteX400" fmla="*/ 2642865 w 4940931"/>
                <a:gd name="connsiteY400" fmla="*/ 59054 h 138429"/>
                <a:gd name="connsiteX401" fmla="*/ 2653025 w 4940931"/>
                <a:gd name="connsiteY401" fmla="*/ 59689 h 138429"/>
                <a:gd name="connsiteX402" fmla="*/ 2660010 w 4940931"/>
                <a:gd name="connsiteY402" fmla="*/ 61594 h 138429"/>
                <a:gd name="connsiteX403" fmla="*/ 2660010 w 4940931"/>
                <a:gd name="connsiteY403" fmla="*/ 55879 h 138429"/>
                <a:gd name="connsiteX404" fmla="*/ 2656200 w 4940931"/>
                <a:gd name="connsiteY404" fmla="*/ 46354 h 138429"/>
                <a:gd name="connsiteX405" fmla="*/ 2645405 w 4940931"/>
                <a:gd name="connsiteY405" fmla="*/ 43179 h 138429"/>
                <a:gd name="connsiteX406" fmla="*/ 2634610 w 4940931"/>
                <a:gd name="connsiteY406" fmla="*/ 44449 h 138429"/>
                <a:gd name="connsiteX407" fmla="*/ 2625085 w 4940931"/>
                <a:gd name="connsiteY407" fmla="*/ 48259 h 138429"/>
                <a:gd name="connsiteX408" fmla="*/ 2619370 w 4940931"/>
                <a:gd name="connsiteY408" fmla="*/ 36829 h 138429"/>
                <a:gd name="connsiteX409" fmla="*/ 2631435 w 4940931"/>
                <a:gd name="connsiteY409" fmla="*/ 31749 h 138429"/>
                <a:gd name="connsiteX410" fmla="*/ 2646040 w 4940931"/>
                <a:gd name="connsiteY410" fmla="*/ 29844 h 138429"/>
                <a:gd name="connsiteX411" fmla="*/ 1114426 w 4940931"/>
                <a:gd name="connsiteY411" fmla="*/ 29844 h 138429"/>
                <a:gd name="connsiteX412" fmla="*/ 1129666 w 4940931"/>
                <a:gd name="connsiteY412" fmla="*/ 29844 h 138429"/>
                <a:gd name="connsiteX413" fmla="*/ 1129666 w 4940931"/>
                <a:gd name="connsiteY413" fmla="*/ 107949 h 138429"/>
                <a:gd name="connsiteX414" fmla="*/ 1114426 w 4940931"/>
                <a:gd name="connsiteY414" fmla="*/ 107949 h 138429"/>
                <a:gd name="connsiteX415" fmla="*/ 1114426 w 4940931"/>
                <a:gd name="connsiteY415" fmla="*/ 100964 h 138429"/>
                <a:gd name="connsiteX416" fmla="*/ 1106171 w 4940931"/>
                <a:gd name="connsiteY416" fmla="*/ 107314 h 138429"/>
                <a:gd name="connsiteX417" fmla="*/ 1094741 w 4940931"/>
                <a:gd name="connsiteY417" fmla="*/ 109854 h 138429"/>
                <a:gd name="connsiteX418" fmla="*/ 1073786 w 4940931"/>
                <a:gd name="connsiteY418" fmla="*/ 100964 h 138429"/>
                <a:gd name="connsiteX419" fmla="*/ 1066800 w 4940931"/>
                <a:gd name="connsiteY419" fmla="*/ 74929 h 138429"/>
                <a:gd name="connsiteX420" fmla="*/ 1066800 w 4940931"/>
                <a:gd name="connsiteY420" fmla="*/ 30479 h 138429"/>
                <a:gd name="connsiteX421" fmla="*/ 1082040 w 4940931"/>
                <a:gd name="connsiteY421" fmla="*/ 30479 h 138429"/>
                <a:gd name="connsiteX422" fmla="*/ 1082040 w 4940931"/>
                <a:gd name="connsiteY422" fmla="*/ 74294 h 138429"/>
                <a:gd name="connsiteX423" fmla="*/ 1085851 w 4940931"/>
                <a:gd name="connsiteY423" fmla="*/ 90169 h 138429"/>
                <a:gd name="connsiteX424" fmla="*/ 1097916 w 4940931"/>
                <a:gd name="connsiteY424" fmla="*/ 95249 h 138429"/>
                <a:gd name="connsiteX425" fmla="*/ 1109981 w 4940931"/>
                <a:gd name="connsiteY425" fmla="*/ 90169 h 138429"/>
                <a:gd name="connsiteX426" fmla="*/ 1114426 w 4940931"/>
                <a:gd name="connsiteY426" fmla="*/ 75564 h 138429"/>
                <a:gd name="connsiteX427" fmla="*/ 1011556 w 4940931"/>
                <a:gd name="connsiteY427" fmla="*/ 29844 h 138429"/>
                <a:gd name="connsiteX428" fmla="*/ 1017272 w 4940931"/>
                <a:gd name="connsiteY428" fmla="*/ 30479 h 138429"/>
                <a:gd name="connsiteX429" fmla="*/ 1022352 w 4940931"/>
                <a:gd name="connsiteY429" fmla="*/ 32384 h 138429"/>
                <a:gd name="connsiteX430" fmla="*/ 1026797 w 4940931"/>
                <a:gd name="connsiteY430" fmla="*/ 35559 h 138429"/>
                <a:gd name="connsiteX431" fmla="*/ 1030607 w 4940931"/>
                <a:gd name="connsiteY431" fmla="*/ 38734 h 138429"/>
                <a:gd name="connsiteX432" fmla="*/ 1030607 w 4940931"/>
                <a:gd name="connsiteY432" fmla="*/ 31749 h 138429"/>
                <a:gd name="connsiteX433" fmla="*/ 1045847 w 4940931"/>
                <a:gd name="connsiteY433" fmla="*/ 31749 h 138429"/>
                <a:gd name="connsiteX434" fmla="*/ 1045847 w 4940931"/>
                <a:gd name="connsiteY434" fmla="*/ 130809 h 138429"/>
                <a:gd name="connsiteX435" fmla="*/ 1032512 w 4940931"/>
                <a:gd name="connsiteY435" fmla="*/ 137477 h 138429"/>
                <a:gd name="connsiteX436" fmla="*/ 1032512 w 4940931"/>
                <a:gd name="connsiteY436" fmla="*/ 101599 h 138429"/>
                <a:gd name="connsiteX437" fmla="*/ 1022986 w 4940931"/>
                <a:gd name="connsiteY437" fmla="*/ 107949 h 138429"/>
                <a:gd name="connsiteX438" fmla="*/ 1011556 w 4940931"/>
                <a:gd name="connsiteY438" fmla="*/ 110489 h 138429"/>
                <a:gd name="connsiteX439" fmla="*/ 999491 w 4940931"/>
                <a:gd name="connsiteY439" fmla="*/ 107949 h 138429"/>
                <a:gd name="connsiteX440" fmla="*/ 989966 w 4940931"/>
                <a:gd name="connsiteY440" fmla="*/ 100329 h 138429"/>
                <a:gd name="connsiteX441" fmla="*/ 983616 w 4940931"/>
                <a:gd name="connsiteY441" fmla="*/ 87629 h 138429"/>
                <a:gd name="connsiteX442" fmla="*/ 981076 w 4940931"/>
                <a:gd name="connsiteY442" fmla="*/ 68579 h 138429"/>
                <a:gd name="connsiteX443" fmla="*/ 983616 w 4940931"/>
                <a:gd name="connsiteY443" fmla="*/ 51434 h 138429"/>
                <a:gd name="connsiteX444" fmla="*/ 990601 w 4940931"/>
                <a:gd name="connsiteY444" fmla="*/ 39369 h 138429"/>
                <a:gd name="connsiteX445" fmla="*/ 1000126 w 4940931"/>
                <a:gd name="connsiteY445" fmla="*/ 32384 h 138429"/>
                <a:gd name="connsiteX446" fmla="*/ 1011556 w 4940931"/>
                <a:gd name="connsiteY446" fmla="*/ 29844 h 138429"/>
                <a:gd name="connsiteX447" fmla="*/ 4871716 w 4940931"/>
                <a:gd name="connsiteY447" fmla="*/ 29210 h 138429"/>
                <a:gd name="connsiteX448" fmla="*/ 4885686 w 4940931"/>
                <a:gd name="connsiteY448" fmla="*/ 31750 h 138429"/>
                <a:gd name="connsiteX449" fmla="*/ 4897751 w 4940931"/>
                <a:gd name="connsiteY449" fmla="*/ 38100 h 138429"/>
                <a:gd name="connsiteX450" fmla="*/ 4899021 w 4940931"/>
                <a:gd name="connsiteY450" fmla="*/ 38100 h 138429"/>
                <a:gd name="connsiteX451" fmla="*/ 4892036 w 4940931"/>
                <a:gd name="connsiteY451" fmla="*/ 50165 h 138429"/>
                <a:gd name="connsiteX452" fmla="*/ 4882511 w 4940931"/>
                <a:gd name="connsiteY452" fmla="*/ 45085 h 138429"/>
                <a:gd name="connsiteX453" fmla="*/ 4872351 w 4940931"/>
                <a:gd name="connsiteY453" fmla="*/ 43180 h 138429"/>
                <a:gd name="connsiteX454" fmla="*/ 4864096 w 4940931"/>
                <a:gd name="connsiteY454" fmla="*/ 45085 h 138429"/>
                <a:gd name="connsiteX455" fmla="*/ 4861556 w 4940931"/>
                <a:gd name="connsiteY455" fmla="*/ 50165 h 138429"/>
                <a:gd name="connsiteX456" fmla="*/ 4861556 w 4940931"/>
                <a:gd name="connsiteY456" fmla="*/ 52705 h 138429"/>
                <a:gd name="connsiteX457" fmla="*/ 4863461 w 4940931"/>
                <a:gd name="connsiteY457" fmla="*/ 55245 h 138429"/>
                <a:gd name="connsiteX458" fmla="*/ 4867906 w 4940931"/>
                <a:gd name="connsiteY458" fmla="*/ 57785 h 138429"/>
                <a:gd name="connsiteX459" fmla="*/ 4874891 w 4940931"/>
                <a:gd name="connsiteY459" fmla="*/ 60960 h 138429"/>
                <a:gd name="connsiteX460" fmla="*/ 4886321 w 4940931"/>
                <a:gd name="connsiteY460" fmla="*/ 66040 h 138429"/>
                <a:gd name="connsiteX461" fmla="*/ 4894576 w 4940931"/>
                <a:gd name="connsiteY461" fmla="*/ 71120 h 138429"/>
                <a:gd name="connsiteX462" fmla="*/ 4899656 w 4940931"/>
                <a:gd name="connsiteY462" fmla="*/ 78105 h 138429"/>
                <a:gd name="connsiteX463" fmla="*/ 4901561 w 4940931"/>
                <a:gd name="connsiteY463" fmla="*/ 87630 h 138429"/>
                <a:gd name="connsiteX464" fmla="*/ 4899021 w 4940931"/>
                <a:gd name="connsiteY464" fmla="*/ 98425 h 138429"/>
                <a:gd name="connsiteX465" fmla="*/ 4892671 w 4940931"/>
                <a:gd name="connsiteY465" fmla="*/ 105410 h 138429"/>
                <a:gd name="connsiteX466" fmla="*/ 4883146 w 4940931"/>
                <a:gd name="connsiteY466" fmla="*/ 109220 h 138429"/>
                <a:gd name="connsiteX467" fmla="*/ 4872351 w 4940931"/>
                <a:gd name="connsiteY467" fmla="*/ 110490 h 138429"/>
                <a:gd name="connsiteX468" fmla="*/ 4857111 w 4940931"/>
                <a:gd name="connsiteY468" fmla="*/ 107950 h 138429"/>
                <a:gd name="connsiteX469" fmla="*/ 4842506 w 4940931"/>
                <a:gd name="connsiteY469" fmla="*/ 100965 h 138429"/>
                <a:gd name="connsiteX470" fmla="*/ 4849491 w 4940931"/>
                <a:gd name="connsiteY470" fmla="*/ 89535 h 138429"/>
                <a:gd name="connsiteX471" fmla="*/ 4860921 w 4940931"/>
                <a:gd name="connsiteY471" fmla="*/ 95250 h 138429"/>
                <a:gd name="connsiteX472" fmla="*/ 4872351 w 4940931"/>
                <a:gd name="connsiteY472" fmla="*/ 97155 h 138429"/>
                <a:gd name="connsiteX473" fmla="*/ 4883146 w 4940931"/>
                <a:gd name="connsiteY473" fmla="*/ 94615 h 138429"/>
                <a:gd name="connsiteX474" fmla="*/ 4886321 w 4940931"/>
                <a:gd name="connsiteY474" fmla="*/ 88265 h 138429"/>
                <a:gd name="connsiteX475" fmla="*/ 4885051 w 4940931"/>
                <a:gd name="connsiteY475" fmla="*/ 84455 h 138429"/>
                <a:gd name="connsiteX476" fmla="*/ 4881241 w 4940931"/>
                <a:gd name="connsiteY476" fmla="*/ 81280 h 138429"/>
                <a:gd name="connsiteX477" fmla="*/ 4875526 w 4940931"/>
                <a:gd name="connsiteY477" fmla="*/ 78105 h 138429"/>
                <a:gd name="connsiteX478" fmla="*/ 4867906 w 4940931"/>
                <a:gd name="connsiteY478" fmla="*/ 74930 h 138429"/>
                <a:gd name="connsiteX479" fmla="*/ 4857111 w 4940931"/>
                <a:gd name="connsiteY479" fmla="*/ 69850 h 138429"/>
                <a:gd name="connsiteX480" fmla="*/ 4850126 w 4940931"/>
                <a:gd name="connsiteY480" fmla="*/ 64770 h 138429"/>
                <a:gd name="connsiteX481" fmla="*/ 4846316 w 4940931"/>
                <a:gd name="connsiteY481" fmla="*/ 58420 h 138429"/>
                <a:gd name="connsiteX482" fmla="*/ 4845046 w 4940931"/>
                <a:gd name="connsiteY482" fmla="*/ 50165 h 138429"/>
                <a:gd name="connsiteX483" fmla="*/ 4846951 w 4940931"/>
                <a:gd name="connsiteY483" fmla="*/ 40640 h 138429"/>
                <a:gd name="connsiteX484" fmla="*/ 4852666 w 4940931"/>
                <a:gd name="connsiteY484" fmla="*/ 34290 h 138429"/>
                <a:gd name="connsiteX485" fmla="*/ 4860921 w 4940931"/>
                <a:gd name="connsiteY485" fmla="*/ 30480 h 138429"/>
                <a:gd name="connsiteX486" fmla="*/ 4871716 w 4940931"/>
                <a:gd name="connsiteY486" fmla="*/ 29210 h 138429"/>
                <a:gd name="connsiteX487" fmla="*/ 4749796 w 4940931"/>
                <a:gd name="connsiteY487" fmla="*/ 29210 h 138429"/>
                <a:gd name="connsiteX488" fmla="*/ 4757416 w 4940931"/>
                <a:gd name="connsiteY488" fmla="*/ 29845 h 138429"/>
                <a:gd name="connsiteX489" fmla="*/ 4763131 w 4940931"/>
                <a:gd name="connsiteY489" fmla="*/ 32385 h 138429"/>
                <a:gd name="connsiteX490" fmla="*/ 4759321 w 4940931"/>
                <a:gd name="connsiteY490" fmla="*/ 46990 h 138429"/>
                <a:gd name="connsiteX491" fmla="*/ 4758051 w 4940931"/>
                <a:gd name="connsiteY491" fmla="*/ 46990 h 138429"/>
                <a:gd name="connsiteX492" fmla="*/ 4752971 w 4940931"/>
                <a:gd name="connsiteY492" fmla="*/ 45085 h 138429"/>
                <a:gd name="connsiteX493" fmla="*/ 4746621 w 4940931"/>
                <a:gd name="connsiteY493" fmla="*/ 44450 h 138429"/>
                <a:gd name="connsiteX494" fmla="*/ 4735191 w 4940931"/>
                <a:gd name="connsiteY494" fmla="*/ 49530 h 138429"/>
                <a:gd name="connsiteX495" fmla="*/ 4731381 w 4940931"/>
                <a:gd name="connsiteY495" fmla="*/ 64770 h 138429"/>
                <a:gd name="connsiteX496" fmla="*/ 4731381 w 4940931"/>
                <a:gd name="connsiteY496" fmla="*/ 109220 h 138429"/>
                <a:gd name="connsiteX497" fmla="*/ 4716141 w 4940931"/>
                <a:gd name="connsiteY497" fmla="*/ 109220 h 138429"/>
                <a:gd name="connsiteX498" fmla="*/ 4716141 w 4940931"/>
                <a:gd name="connsiteY498" fmla="*/ 31115 h 138429"/>
                <a:gd name="connsiteX499" fmla="*/ 4731381 w 4940931"/>
                <a:gd name="connsiteY499" fmla="*/ 31115 h 138429"/>
                <a:gd name="connsiteX500" fmla="*/ 4731381 w 4940931"/>
                <a:gd name="connsiteY500" fmla="*/ 38735 h 138429"/>
                <a:gd name="connsiteX501" fmla="*/ 4734556 w 4940931"/>
                <a:gd name="connsiteY501" fmla="*/ 34925 h 138429"/>
                <a:gd name="connsiteX502" fmla="*/ 4739001 w 4940931"/>
                <a:gd name="connsiteY502" fmla="*/ 31750 h 138429"/>
                <a:gd name="connsiteX503" fmla="*/ 4744081 w 4940931"/>
                <a:gd name="connsiteY503" fmla="*/ 29845 h 138429"/>
                <a:gd name="connsiteX504" fmla="*/ 4749796 w 4940931"/>
                <a:gd name="connsiteY504" fmla="*/ 29210 h 138429"/>
                <a:gd name="connsiteX505" fmla="*/ 4349110 w 4940931"/>
                <a:gd name="connsiteY505" fmla="*/ 29210 h 138429"/>
                <a:gd name="connsiteX506" fmla="*/ 4356730 w 4940931"/>
                <a:gd name="connsiteY506" fmla="*/ 29845 h 138429"/>
                <a:gd name="connsiteX507" fmla="*/ 4362445 w 4940931"/>
                <a:gd name="connsiteY507" fmla="*/ 32385 h 138429"/>
                <a:gd name="connsiteX508" fmla="*/ 4358635 w 4940931"/>
                <a:gd name="connsiteY508" fmla="*/ 46990 h 138429"/>
                <a:gd name="connsiteX509" fmla="*/ 4357365 w 4940931"/>
                <a:gd name="connsiteY509" fmla="*/ 46990 h 138429"/>
                <a:gd name="connsiteX510" fmla="*/ 4352285 w 4940931"/>
                <a:gd name="connsiteY510" fmla="*/ 45085 h 138429"/>
                <a:gd name="connsiteX511" fmla="*/ 4345935 w 4940931"/>
                <a:gd name="connsiteY511" fmla="*/ 44450 h 138429"/>
                <a:gd name="connsiteX512" fmla="*/ 4334505 w 4940931"/>
                <a:gd name="connsiteY512" fmla="*/ 49530 h 138429"/>
                <a:gd name="connsiteX513" fmla="*/ 4330695 w 4940931"/>
                <a:gd name="connsiteY513" fmla="*/ 64770 h 138429"/>
                <a:gd name="connsiteX514" fmla="*/ 4330695 w 4940931"/>
                <a:gd name="connsiteY514" fmla="*/ 109220 h 138429"/>
                <a:gd name="connsiteX515" fmla="*/ 4315455 w 4940931"/>
                <a:gd name="connsiteY515" fmla="*/ 109220 h 138429"/>
                <a:gd name="connsiteX516" fmla="*/ 4315455 w 4940931"/>
                <a:gd name="connsiteY516" fmla="*/ 31115 h 138429"/>
                <a:gd name="connsiteX517" fmla="*/ 4330695 w 4940931"/>
                <a:gd name="connsiteY517" fmla="*/ 31115 h 138429"/>
                <a:gd name="connsiteX518" fmla="*/ 4330695 w 4940931"/>
                <a:gd name="connsiteY518" fmla="*/ 38735 h 138429"/>
                <a:gd name="connsiteX519" fmla="*/ 4333870 w 4940931"/>
                <a:gd name="connsiteY519" fmla="*/ 34925 h 138429"/>
                <a:gd name="connsiteX520" fmla="*/ 4338315 w 4940931"/>
                <a:gd name="connsiteY520" fmla="*/ 31750 h 138429"/>
                <a:gd name="connsiteX521" fmla="*/ 4343395 w 4940931"/>
                <a:gd name="connsiteY521" fmla="*/ 29845 h 138429"/>
                <a:gd name="connsiteX522" fmla="*/ 4349110 w 4940931"/>
                <a:gd name="connsiteY522" fmla="*/ 29210 h 138429"/>
                <a:gd name="connsiteX523" fmla="*/ 4044310 w 4940931"/>
                <a:gd name="connsiteY523" fmla="*/ 29210 h 138429"/>
                <a:gd name="connsiteX524" fmla="*/ 4058915 w 4940931"/>
                <a:gd name="connsiteY524" fmla="*/ 32385 h 138429"/>
                <a:gd name="connsiteX525" fmla="*/ 4069075 w 4940931"/>
                <a:gd name="connsiteY525" fmla="*/ 40640 h 138429"/>
                <a:gd name="connsiteX526" fmla="*/ 4075425 w 4940931"/>
                <a:gd name="connsiteY526" fmla="*/ 53340 h 138429"/>
                <a:gd name="connsiteX527" fmla="*/ 4077330 w 4940931"/>
                <a:gd name="connsiteY527" fmla="*/ 68580 h 138429"/>
                <a:gd name="connsiteX528" fmla="*/ 4076060 w 4940931"/>
                <a:gd name="connsiteY528" fmla="*/ 68580 h 138429"/>
                <a:gd name="connsiteX529" fmla="*/ 4076060 w 4940931"/>
                <a:gd name="connsiteY529" fmla="*/ 72390 h 138429"/>
                <a:gd name="connsiteX530" fmla="*/ 4076060 w 4940931"/>
                <a:gd name="connsiteY530" fmla="*/ 75565 h 138429"/>
                <a:gd name="connsiteX531" fmla="*/ 4024625 w 4940931"/>
                <a:gd name="connsiteY531" fmla="*/ 75565 h 138429"/>
                <a:gd name="connsiteX532" fmla="*/ 4027165 w 4940931"/>
                <a:gd name="connsiteY532" fmla="*/ 85090 h 138429"/>
                <a:gd name="connsiteX533" fmla="*/ 4031610 w 4940931"/>
                <a:gd name="connsiteY533" fmla="*/ 91440 h 138429"/>
                <a:gd name="connsiteX534" fmla="*/ 4037325 w 4940931"/>
                <a:gd name="connsiteY534" fmla="*/ 95250 h 138429"/>
                <a:gd name="connsiteX535" fmla="*/ 4044310 w 4940931"/>
                <a:gd name="connsiteY535" fmla="*/ 96520 h 138429"/>
                <a:gd name="connsiteX536" fmla="*/ 4049390 w 4940931"/>
                <a:gd name="connsiteY536" fmla="*/ 96520 h 138429"/>
                <a:gd name="connsiteX537" fmla="*/ 4053835 w 4940931"/>
                <a:gd name="connsiteY537" fmla="*/ 95250 h 138429"/>
                <a:gd name="connsiteX538" fmla="*/ 4057645 w 4940931"/>
                <a:gd name="connsiteY538" fmla="*/ 93345 h 138429"/>
                <a:gd name="connsiteX539" fmla="*/ 4062090 w 4940931"/>
                <a:gd name="connsiteY539" fmla="*/ 90805 h 138429"/>
                <a:gd name="connsiteX540" fmla="*/ 4070980 w 4940931"/>
                <a:gd name="connsiteY540" fmla="*/ 100330 h 138429"/>
                <a:gd name="connsiteX541" fmla="*/ 4065265 w 4940931"/>
                <a:gd name="connsiteY541" fmla="*/ 104775 h 138429"/>
                <a:gd name="connsiteX542" fmla="*/ 4059550 w 4940931"/>
                <a:gd name="connsiteY542" fmla="*/ 107950 h 138429"/>
                <a:gd name="connsiteX543" fmla="*/ 4052565 w 4940931"/>
                <a:gd name="connsiteY543" fmla="*/ 109855 h 138429"/>
                <a:gd name="connsiteX544" fmla="*/ 4043675 w 4940931"/>
                <a:gd name="connsiteY544" fmla="*/ 110490 h 138429"/>
                <a:gd name="connsiteX545" fmla="*/ 4034150 w 4940931"/>
                <a:gd name="connsiteY545" fmla="*/ 109220 h 138429"/>
                <a:gd name="connsiteX546" fmla="*/ 4026530 w 4940931"/>
                <a:gd name="connsiteY546" fmla="*/ 105410 h 138429"/>
                <a:gd name="connsiteX547" fmla="*/ 4020180 w 4940931"/>
                <a:gd name="connsiteY547" fmla="*/ 100330 h 138429"/>
                <a:gd name="connsiteX548" fmla="*/ 4015100 w 4940931"/>
                <a:gd name="connsiteY548" fmla="*/ 92710 h 138429"/>
                <a:gd name="connsiteX549" fmla="*/ 4011290 w 4940931"/>
                <a:gd name="connsiteY549" fmla="*/ 82550 h 138429"/>
                <a:gd name="connsiteX550" fmla="*/ 4010020 w 4940931"/>
                <a:gd name="connsiteY550" fmla="*/ 69850 h 138429"/>
                <a:gd name="connsiteX551" fmla="*/ 4012560 w 4940931"/>
                <a:gd name="connsiteY551" fmla="*/ 52070 h 138429"/>
                <a:gd name="connsiteX552" fmla="*/ 4019545 w 4940931"/>
                <a:gd name="connsiteY552" fmla="*/ 39370 h 138429"/>
                <a:gd name="connsiteX553" fmla="*/ 4030340 w 4940931"/>
                <a:gd name="connsiteY553" fmla="*/ 31750 h 138429"/>
                <a:gd name="connsiteX554" fmla="*/ 4044310 w 4940931"/>
                <a:gd name="connsiteY554" fmla="*/ 29210 h 138429"/>
                <a:gd name="connsiteX555" fmla="*/ 3811900 w 4940931"/>
                <a:gd name="connsiteY555" fmla="*/ 29210 h 138429"/>
                <a:gd name="connsiteX556" fmla="*/ 3819520 w 4940931"/>
                <a:gd name="connsiteY556" fmla="*/ 29845 h 138429"/>
                <a:gd name="connsiteX557" fmla="*/ 3825235 w 4940931"/>
                <a:gd name="connsiteY557" fmla="*/ 32385 h 138429"/>
                <a:gd name="connsiteX558" fmla="*/ 3821425 w 4940931"/>
                <a:gd name="connsiteY558" fmla="*/ 46990 h 138429"/>
                <a:gd name="connsiteX559" fmla="*/ 3820155 w 4940931"/>
                <a:gd name="connsiteY559" fmla="*/ 46990 h 138429"/>
                <a:gd name="connsiteX560" fmla="*/ 3815075 w 4940931"/>
                <a:gd name="connsiteY560" fmla="*/ 45085 h 138429"/>
                <a:gd name="connsiteX561" fmla="*/ 3808725 w 4940931"/>
                <a:gd name="connsiteY561" fmla="*/ 44450 h 138429"/>
                <a:gd name="connsiteX562" fmla="*/ 3797295 w 4940931"/>
                <a:gd name="connsiteY562" fmla="*/ 49530 h 138429"/>
                <a:gd name="connsiteX563" fmla="*/ 3793485 w 4940931"/>
                <a:gd name="connsiteY563" fmla="*/ 64770 h 138429"/>
                <a:gd name="connsiteX564" fmla="*/ 3793485 w 4940931"/>
                <a:gd name="connsiteY564" fmla="*/ 109220 h 138429"/>
                <a:gd name="connsiteX565" fmla="*/ 3778245 w 4940931"/>
                <a:gd name="connsiteY565" fmla="*/ 109220 h 138429"/>
                <a:gd name="connsiteX566" fmla="*/ 3778245 w 4940931"/>
                <a:gd name="connsiteY566" fmla="*/ 31115 h 138429"/>
                <a:gd name="connsiteX567" fmla="*/ 3793485 w 4940931"/>
                <a:gd name="connsiteY567" fmla="*/ 31115 h 138429"/>
                <a:gd name="connsiteX568" fmla="*/ 3793485 w 4940931"/>
                <a:gd name="connsiteY568" fmla="*/ 38735 h 138429"/>
                <a:gd name="connsiteX569" fmla="*/ 3796660 w 4940931"/>
                <a:gd name="connsiteY569" fmla="*/ 34925 h 138429"/>
                <a:gd name="connsiteX570" fmla="*/ 3801105 w 4940931"/>
                <a:gd name="connsiteY570" fmla="*/ 31750 h 138429"/>
                <a:gd name="connsiteX571" fmla="*/ 3806185 w 4940931"/>
                <a:gd name="connsiteY571" fmla="*/ 29845 h 138429"/>
                <a:gd name="connsiteX572" fmla="*/ 3811900 w 4940931"/>
                <a:gd name="connsiteY572" fmla="*/ 29210 h 138429"/>
                <a:gd name="connsiteX573" fmla="*/ 3729986 w 4940931"/>
                <a:gd name="connsiteY573" fmla="*/ 29210 h 138429"/>
                <a:gd name="connsiteX574" fmla="*/ 3744591 w 4940931"/>
                <a:gd name="connsiteY574" fmla="*/ 32385 h 138429"/>
                <a:gd name="connsiteX575" fmla="*/ 3754751 w 4940931"/>
                <a:gd name="connsiteY575" fmla="*/ 40640 h 138429"/>
                <a:gd name="connsiteX576" fmla="*/ 3761101 w 4940931"/>
                <a:gd name="connsiteY576" fmla="*/ 53340 h 138429"/>
                <a:gd name="connsiteX577" fmla="*/ 3763006 w 4940931"/>
                <a:gd name="connsiteY577" fmla="*/ 68580 h 138429"/>
                <a:gd name="connsiteX578" fmla="*/ 3761736 w 4940931"/>
                <a:gd name="connsiteY578" fmla="*/ 68580 h 138429"/>
                <a:gd name="connsiteX579" fmla="*/ 3761736 w 4940931"/>
                <a:gd name="connsiteY579" fmla="*/ 72390 h 138429"/>
                <a:gd name="connsiteX580" fmla="*/ 3761736 w 4940931"/>
                <a:gd name="connsiteY580" fmla="*/ 75565 h 138429"/>
                <a:gd name="connsiteX581" fmla="*/ 3710301 w 4940931"/>
                <a:gd name="connsiteY581" fmla="*/ 75565 h 138429"/>
                <a:gd name="connsiteX582" fmla="*/ 3712841 w 4940931"/>
                <a:gd name="connsiteY582" fmla="*/ 85090 h 138429"/>
                <a:gd name="connsiteX583" fmla="*/ 3717286 w 4940931"/>
                <a:gd name="connsiteY583" fmla="*/ 91440 h 138429"/>
                <a:gd name="connsiteX584" fmla="*/ 3723001 w 4940931"/>
                <a:gd name="connsiteY584" fmla="*/ 95250 h 138429"/>
                <a:gd name="connsiteX585" fmla="*/ 3729986 w 4940931"/>
                <a:gd name="connsiteY585" fmla="*/ 96520 h 138429"/>
                <a:gd name="connsiteX586" fmla="*/ 3735066 w 4940931"/>
                <a:gd name="connsiteY586" fmla="*/ 96520 h 138429"/>
                <a:gd name="connsiteX587" fmla="*/ 3739511 w 4940931"/>
                <a:gd name="connsiteY587" fmla="*/ 95250 h 138429"/>
                <a:gd name="connsiteX588" fmla="*/ 3743321 w 4940931"/>
                <a:gd name="connsiteY588" fmla="*/ 93345 h 138429"/>
                <a:gd name="connsiteX589" fmla="*/ 3747766 w 4940931"/>
                <a:gd name="connsiteY589" fmla="*/ 90805 h 138429"/>
                <a:gd name="connsiteX590" fmla="*/ 3756656 w 4940931"/>
                <a:gd name="connsiteY590" fmla="*/ 100330 h 138429"/>
                <a:gd name="connsiteX591" fmla="*/ 3750941 w 4940931"/>
                <a:gd name="connsiteY591" fmla="*/ 104775 h 138429"/>
                <a:gd name="connsiteX592" fmla="*/ 3745226 w 4940931"/>
                <a:gd name="connsiteY592" fmla="*/ 107950 h 138429"/>
                <a:gd name="connsiteX593" fmla="*/ 3738241 w 4940931"/>
                <a:gd name="connsiteY593" fmla="*/ 109855 h 138429"/>
                <a:gd name="connsiteX594" fmla="*/ 3729351 w 4940931"/>
                <a:gd name="connsiteY594" fmla="*/ 110490 h 138429"/>
                <a:gd name="connsiteX595" fmla="*/ 3719826 w 4940931"/>
                <a:gd name="connsiteY595" fmla="*/ 109220 h 138429"/>
                <a:gd name="connsiteX596" fmla="*/ 3712206 w 4940931"/>
                <a:gd name="connsiteY596" fmla="*/ 105410 h 138429"/>
                <a:gd name="connsiteX597" fmla="*/ 3705856 w 4940931"/>
                <a:gd name="connsiteY597" fmla="*/ 100330 h 138429"/>
                <a:gd name="connsiteX598" fmla="*/ 3700776 w 4940931"/>
                <a:gd name="connsiteY598" fmla="*/ 92710 h 138429"/>
                <a:gd name="connsiteX599" fmla="*/ 3696966 w 4940931"/>
                <a:gd name="connsiteY599" fmla="*/ 82550 h 138429"/>
                <a:gd name="connsiteX600" fmla="*/ 3695696 w 4940931"/>
                <a:gd name="connsiteY600" fmla="*/ 69850 h 138429"/>
                <a:gd name="connsiteX601" fmla="*/ 3698236 w 4940931"/>
                <a:gd name="connsiteY601" fmla="*/ 52070 h 138429"/>
                <a:gd name="connsiteX602" fmla="*/ 3705221 w 4940931"/>
                <a:gd name="connsiteY602" fmla="*/ 39370 h 138429"/>
                <a:gd name="connsiteX603" fmla="*/ 3716016 w 4940931"/>
                <a:gd name="connsiteY603" fmla="*/ 31750 h 138429"/>
                <a:gd name="connsiteX604" fmla="*/ 3729986 w 4940931"/>
                <a:gd name="connsiteY604" fmla="*/ 29210 h 138429"/>
                <a:gd name="connsiteX605" fmla="*/ 3543296 w 4940931"/>
                <a:gd name="connsiteY605" fmla="*/ 29210 h 138429"/>
                <a:gd name="connsiteX606" fmla="*/ 3557901 w 4940931"/>
                <a:gd name="connsiteY606" fmla="*/ 32385 h 138429"/>
                <a:gd name="connsiteX607" fmla="*/ 3568061 w 4940931"/>
                <a:gd name="connsiteY607" fmla="*/ 40640 h 138429"/>
                <a:gd name="connsiteX608" fmla="*/ 3574411 w 4940931"/>
                <a:gd name="connsiteY608" fmla="*/ 53340 h 138429"/>
                <a:gd name="connsiteX609" fmla="*/ 3576316 w 4940931"/>
                <a:gd name="connsiteY609" fmla="*/ 68580 h 138429"/>
                <a:gd name="connsiteX610" fmla="*/ 3575046 w 4940931"/>
                <a:gd name="connsiteY610" fmla="*/ 68580 h 138429"/>
                <a:gd name="connsiteX611" fmla="*/ 3575046 w 4940931"/>
                <a:gd name="connsiteY611" fmla="*/ 72390 h 138429"/>
                <a:gd name="connsiteX612" fmla="*/ 3575046 w 4940931"/>
                <a:gd name="connsiteY612" fmla="*/ 75565 h 138429"/>
                <a:gd name="connsiteX613" fmla="*/ 3523611 w 4940931"/>
                <a:gd name="connsiteY613" fmla="*/ 75565 h 138429"/>
                <a:gd name="connsiteX614" fmla="*/ 3526151 w 4940931"/>
                <a:gd name="connsiteY614" fmla="*/ 85090 h 138429"/>
                <a:gd name="connsiteX615" fmla="*/ 3530596 w 4940931"/>
                <a:gd name="connsiteY615" fmla="*/ 91440 h 138429"/>
                <a:gd name="connsiteX616" fmla="*/ 3536311 w 4940931"/>
                <a:gd name="connsiteY616" fmla="*/ 95250 h 138429"/>
                <a:gd name="connsiteX617" fmla="*/ 3543296 w 4940931"/>
                <a:gd name="connsiteY617" fmla="*/ 96520 h 138429"/>
                <a:gd name="connsiteX618" fmla="*/ 3548376 w 4940931"/>
                <a:gd name="connsiteY618" fmla="*/ 96520 h 138429"/>
                <a:gd name="connsiteX619" fmla="*/ 3552821 w 4940931"/>
                <a:gd name="connsiteY619" fmla="*/ 95250 h 138429"/>
                <a:gd name="connsiteX620" fmla="*/ 3556631 w 4940931"/>
                <a:gd name="connsiteY620" fmla="*/ 93345 h 138429"/>
                <a:gd name="connsiteX621" fmla="*/ 3561076 w 4940931"/>
                <a:gd name="connsiteY621" fmla="*/ 90805 h 138429"/>
                <a:gd name="connsiteX622" fmla="*/ 3569966 w 4940931"/>
                <a:gd name="connsiteY622" fmla="*/ 100330 h 138429"/>
                <a:gd name="connsiteX623" fmla="*/ 3564251 w 4940931"/>
                <a:gd name="connsiteY623" fmla="*/ 104775 h 138429"/>
                <a:gd name="connsiteX624" fmla="*/ 3558536 w 4940931"/>
                <a:gd name="connsiteY624" fmla="*/ 107950 h 138429"/>
                <a:gd name="connsiteX625" fmla="*/ 3551551 w 4940931"/>
                <a:gd name="connsiteY625" fmla="*/ 109855 h 138429"/>
                <a:gd name="connsiteX626" fmla="*/ 3542661 w 4940931"/>
                <a:gd name="connsiteY626" fmla="*/ 110490 h 138429"/>
                <a:gd name="connsiteX627" fmla="*/ 3533136 w 4940931"/>
                <a:gd name="connsiteY627" fmla="*/ 109220 h 138429"/>
                <a:gd name="connsiteX628" fmla="*/ 3525516 w 4940931"/>
                <a:gd name="connsiteY628" fmla="*/ 105410 h 138429"/>
                <a:gd name="connsiteX629" fmla="*/ 3519166 w 4940931"/>
                <a:gd name="connsiteY629" fmla="*/ 100330 h 138429"/>
                <a:gd name="connsiteX630" fmla="*/ 3514086 w 4940931"/>
                <a:gd name="connsiteY630" fmla="*/ 92710 h 138429"/>
                <a:gd name="connsiteX631" fmla="*/ 3510276 w 4940931"/>
                <a:gd name="connsiteY631" fmla="*/ 82550 h 138429"/>
                <a:gd name="connsiteX632" fmla="*/ 3509006 w 4940931"/>
                <a:gd name="connsiteY632" fmla="*/ 69850 h 138429"/>
                <a:gd name="connsiteX633" fmla="*/ 3511546 w 4940931"/>
                <a:gd name="connsiteY633" fmla="*/ 52070 h 138429"/>
                <a:gd name="connsiteX634" fmla="*/ 3518531 w 4940931"/>
                <a:gd name="connsiteY634" fmla="*/ 39370 h 138429"/>
                <a:gd name="connsiteX635" fmla="*/ 3529326 w 4940931"/>
                <a:gd name="connsiteY635" fmla="*/ 31750 h 138429"/>
                <a:gd name="connsiteX636" fmla="*/ 3543296 w 4940931"/>
                <a:gd name="connsiteY636" fmla="*/ 29210 h 138429"/>
                <a:gd name="connsiteX637" fmla="*/ 3345176 w 4940931"/>
                <a:gd name="connsiteY637" fmla="*/ 29210 h 138429"/>
                <a:gd name="connsiteX638" fmla="*/ 3359781 w 4940931"/>
                <a:gd name="connsiteY638" fmla="*/ 32385 h 138429"/>
                <a:gd name="connsiteX639" fmla="*/ 3369941 w 4940931"/>
                <a:gd name="connsiteY639" fmla="*/ 40640 h 138429"/>
                <a:gd name="connsiteX640" fmla="*/ 3376291 w 4940931"/>
                <a:gd name="connsiteY640" fmla="*/ 53340 h 138429"/>
                <a:gd name="connsiteX641" fmla="*/ 3378196 w 4940931"/>
                <a:gd name="connsiteY641" fmla="*/ 68580 h 138429"/>
                <a:gd name="connsiteX642" fmla="*/ 3376926 w 4940931"/>
                <a:gd name="connsiteY642" fmla="*/ 68580 h 138429"/>
                <a:gd name="connsiteX643" fmla="*/ 3376926 w 4940931"/>
                <a:gd name="connsiteY643" fmla="*/ 72390 h 138429"/>
                <a:gd name="connsiteX644" fmla="*/ 3376926 w 4940931"/>
                <a:gd name="connsiteY644" fmla="*/ 75565 h 138429"/>
                <a:gd name="connsiteX645" fmla="*/ 3325491 w 4940931"/>
                <a:gd name="connsiteY645" fmla="*/ 75565 h 138429"/>
                <a:gd name="connsiteX646" fmla="*/ 3328031 w 4940931"/>
                <a:gd name="connsiteY646" fmla="*/ 85090 h 138429"/>
                <a:gd name="connsiteX647" fmla="*/ 3332476 w 4940931"/>
                <a:gd name="connsiteY647" fmla="*/ 91440 h 138429"/>
                <a:gd name="connsiteX648" fmla="*/ 3338191 w 4940931"/>
                <a:gd name="connsiteY648" fmla="*/ 95250 h 138429"/>
                <a:gd name="connsiteX649" fmla="*/ 3345176 w 4940931"/>
                <a:gd name="connsiteY649" fmla="*/ 96520 h 138429"/>
                <a:gd name="connsiteX650" fmla="*/ 3350256 w 4940931"/>
                <a:gd name="connsiteY650" fmla="*/ 96520 h 138429"/>
                <a:gd name="connsiteX651" fmla="*/ 3354701 w 4940931"/>
                <a:gd name="connsiteY651" fmla="*/ 95250 h 138429"/>
                <a:gd name="connsiteX652" fmla="*/ 3358511 w 4940931"/>
                <a:gd name="connsiteY652" fmla="*/ 93345 h 138429"/>
                <a:gd name="connsiteX653" fmla="*/ 3362956 w 4940931"/>
                <a:gd name="connsiteY653" fmla="*/ 90805 h 138429"/>
                <a:gd name="connsiteX654" fmla="*/ 3371846 w 4940931"/>
                <a:gd name="connsiteY654" fmla="*/ 100330 h 138429"/>
                <a:gd name="connsiteX655" fmla="*/ 3366131 w 4940931"/>
                <a:gd name="connsiteY655" fmla="*/ 104775 h 138429"/>
                <a:gd name="connsiteX656" fmla="*/ 3360416 w 4940931"/>
                <a:gd name="connsiteY656" fmla="*/ 107950 h 138429"/>
                <a:gd name="connsiteX657" fmla="*/ 3353431 w 4940931"/>
                <a:gd name="connsiteY657" fmla="*/ 109855 h 138429"/>
                <a:gd name="connsiteX658" fmla="*/ 3344541 w 4940931"/>
                <a:gd name="connsiteY658" fmla="*/ 110490 h 138429"/>
                <a:gd name="connsiteX659" fmla="*/ 3335016 w 4940931"/>
                <a:gd name="connsiteY659" fmla="*/ 109220 h 138429"/>
                <a:gd name="connsiteX660" fmla="*/ 3327396 w 4940931"/>
                <a:gd name="connsiteY660" fmla="*/ 105410 h 138429"/>
                <a:gd name="connsiteX661" fmla="*/ 3321046 w 4940931"/>
                <a:gd name="connsiteY661" fmla="*/ 100330 h 138429"/>
                <a:gd name="connsiteX662" fmla="*/ 3315966 w 4940931"/>
                <a:gd name="connsiteY662" fmla="*/ 92710 h 138429"/>
                <a:gd name="connsiteX663" fmla="*/ 3312156 w 4940931"/>
                <a:gd name="connsiteY663" fmla="*/ 82550 h 138429"/>
                <a:gd name="connsiteX664" fmla="*/ 3310886 w 4940931"/>
                <a:gd name="connsiteY664" fmla="*/ 69850 h 138429"/>
                <a:gd name="connsiteX665" fmla="*/ 3313426 w 4940931"/>
                <a:gd name="connsiteY665" fmla="*/ 52070 h 138429"/>
                <a:gd name="connsiteX666" fmla="*/ 3320411 w 4940931"/>
                <a:gd name="connsiteY666" fmla="*/ 39370 h 138429"/>
                <a:gd name="connsiteX667" fmla="*/ 3331206 w 4940931"/>
                <a:gd name="connsiteY667" fmla="*/ 31750 h 138429"/>
                <a:gd name="connsiteX668" fmla="*/ 3345176 w 4940931"/>
                <a:gd name="connsiteY668" fmla="*/ 29210 h 138429"/>
                <a:gd name="connsiteX669" fmla="*/ 3060696 w 4940931"/>
                <a:gd name="connsiteY669" fmla="*/ 29210 h 138429"/>
                <a:gd name="connsiteX670" fmla="*/ 3068316 w 4940931"/>
                <a:gd name="connsiteY670" fmla="*/ 29845 h 138429"/>
                <a:gd name="connsiteX671" fmla="*/ 3074031 w 4940931"/>
                <a:gd name="connsiteY671" fmla="*/ 32385 h 138429"/>
                <a:gd name="connsiteX672" fmla="*/ 3070221 w 4940931"/>
                <a:gd name="connsiteY672" fmla="*/ 46990 h 138429"/>
                <a:gd name="connsiteX673" fmla="*/ 3068951 w 4940931"/>
                <a:gd name="connsiteY673" fmla="*/ 46990 h 138429"/>
                <a:gd name="connsiteX674" fmla="*/ 3063871 w 4940931"/>
                <a:gd name="connsiteY674" fmla="*/ 45085 h 138429"/>
                <a:gd name="connsiteX675" fmla="*/ 3057521 w 4940931"/>
                <a:gd name="connsiteY675" fmla="*/ 44450 h 138429"/>
                <a:gd name="connsiteX676" fmla="*/ 3046091 w 4940931"/>
                <a:gd name="connsiteY676" fmla="*/ 49530 h 138429"/>
                <a:gd name="connsiteX677" fmla="*/ 3042281 w 4940931"/>
                <a:gd name="connsiteY677" fmla="*/ 64770 h 138429"/>
                <a:gd name="connsiteX678" fmla="*/ 3042281 w 4940931"/>
                <a:gd name="connsiteY678" fmla="*/ 109220 h 138429"/>
                <a:gd name="connsiteX679" fmla="*/ 3027041 w 4940931"/>
                <a:gd name="connsiteY679" fmla="*/ 109220 h 138429"/>
                <a:gd name="connsiteX680" fmla="*/ 3027041 w 4940931"/>
                <a:gd name="connsiteY680" fmla="*/ 31115 h 138429"/>
                <a:gd name="connsiteX681" fmla="*/ 3042281 w 4940931"/>
                <a:gd name="connsiteY681" fmla="*/ 31115 h 138429"/>
                <a:gd name="connsiteX682" fmla="*/ 3042281 w 4940931"/>
                <a:gd name="connsiteY682" fmla="*/ 38735 h 138429"/>
                <a:gd name="connsiteX683" fmla="*/ 3045456 w 4940931"/>
                <a:gd name="connsiteY683" fmla="*/ 34925 h 138429"/>
                <a:gd name="connsiteX684" fmla="*/ 3049901 w 4940931"/>
                <a:gd name="connsiteY684" fmla="*/ 31750 h 138429"/>
                <a:gd name="connsiteX685" fmla="*/ 3054981 w 4940931"/>
                <a:gd name="connsiteY685" fmla="*/ 29845 h 138429"/>
                <a:gd name="connsiteX686" fmla="*/ 3060696 w 4940931"/>
                <a:gd name="connsiteY686" fmla="*/ 29210 h 138429"/>
                <a:gd name="connsiteX687" fmla="*/ 2978781 w 4940931"/>
                <a:gd name="connsiteY687" fmla="*/ 29210 h 138429"/>
                <a:gd name="connsiteX688" fmla="*/ 2993386 w 4940931"/>
                <a:gd name="connsiteY688" fmla="*/ 32385 h 138429"/>
                <a:gd name="connsiteX689" fmla="*/ 3003546 w 4940931"/>
                <a:gd name="connsiteY689" fmla="*/ 40640 h 138429"/>
                <a:gd name="connsiteX690" fmla="*/ 3009896 w 4940931"/>
                <a:gd name="connsiteY690" fmla="*/ 53340 h 138429"/>
                <a:gd name="connsiteX691" fmla="*/ 3011801 w 4940931"/>
                <a:gd name="connsiteY691" fmla="*/ 68580 h 138429"/>
                <a:gd name="connsiteX692" fmla="*/ 3010531 w 4940931"/>
                <a:gd name="connsiteY692" fmla="*/ 68580 h 138429"/>
                <a:gd name="connsiteX693" fmla="*/ 3010531 w 4940931"/>
                <a:gd name="connsiteY693" fmla="*/ 72390 h 138429"/>
                <a:gd name="connsiteX694" fmla="*/ 3010531 w 4940931"/>
                <a:gd name="connsiteY694" fmla="*/ 75565 h 138429"/>
                <a:gd name="connsiteX695" fmla="*/ 2959096 w 4940931"/>
                <a:gd name="connsiteY695" fmla="*/ 75565 h 138429"/>
                <a:gd name="connsiteX696" fmla="*/ 2961636 w 4940931"/>
                <a:gd name="connsiteY696" fmla="*/ 85090 h 138429"/>
                <a:gd name="connsiteX697" fmla="*/ 2966081 w 4940931"/>
                <a:gd name="connsiteY697" fmla="*/ 91440 h 138429"/>
                <a:gd name="connsiteX698" fmla="*/ 2971796 w 4940931"/>
                <a:gd name="connsiteY698" fmla="*/ 95250 h 138429"/>
                <a:gd name="connsiteX699" fmla="*/ 2978781 w 4940931"/>
                <a:gd name="connsiteY699" fmla="*/ 96520 h 138429"/>
                <a:gd name="connsiteX700" fmla="*/ 2983861 w 4940931"/>
                <a:gd name="connsiteY700" fmla="*/ 96520 h 138429"/>
                <a:gd name="connsiteX701" fmla="*/ 2988306 w 4940931"/>
                <a:gd name="connsiteY701" fmla="*/ 95250 h 138429"/>
                <a:gd name="connsiteX702" fmla="*/ 2992116 w 4940931"/>
                <a:gd name="connsiteY702" fmla="*/ 93345 h 138429"/>
                <a:gd name="connsiteX703" fmla="*/ 2996561 w 4940931"/>
                <a:gd name="connsiteY703" fmla="*/ 90805 h 138429"/>
                <a:gd name="connsiteX704" fmla="*/ 3005451 w 4940931"/>
                <a:gd name="connsiteY704" fmla="*/ 100330 h 138429"/>
                <a:gd name="connsiteX705" fmla="*/ 2999736 w 4940931"/>
                <a:gd name="connsiteY705" fmla="*/ 104775 h 138429"/>
                <a:gd name="connsiteX706" fmla="*/ 2994021 w 4940931"/>
                <a:gd name="connsiteY706" fmla="*/ 107950 h 138429"/>
                <a:gd name="connsiteX707" fmla="*/ 2987036 w 4940931"/>
                <a:gd name="connsiteY707" fmla="*/ 109855 h 138429"/>
                <a:gd name="connsiteX708" fmla="*/ 2978146 w 4940931"/>
                <a:gd name="connsiteY708" fmla="*/ 110490 h 138429"/>
                <a:gd name="connsiteX709" fmla="*/ 2968621 w 4940931"/>
                <a:gd name="connsiteY709" fmla="*/ 109220 h 138429"/>
                <a:gd name="connsiteX710" fmla="*/ 2961001 w 4940931"/>
                <a:gd name="connsiteY710" fmla="*/ 105410 h 138429"/>
                <a:gd name="connsiteX711" fmla="*/ 2954651 w 4940931"/>
                <a:gd name="connsiteY711" fmla="*/ 100330 h 138429"/>
                <a:gd name="connsiteX712" fmla="*/ 2949571 w 4940931"/>
                <a:gd name="connsiteY712" fmla="*/ 92710 h 138429"/>
                <a:gd name="connsiteX713" fmla="*/ 2945761 w 4940931"/>
                <a:gd name="connsiteY713" fmla="*/ 82550 h 138429"/>
                <a:gd name="connsiteX714" fmla="*/ 2944491 w 4940931"/>
                <a:gd name="connsiteY714" fmla="*/ 69850 h 138429"/>
                <a:gd name="connsiteX715" fmla="*/ 2947031 w 4940931"/>
                <a:gd name="connsiteY715" fmla="*/ 52070 h 138429"/>
                <a:gd name="connsiteX716" fmla="*/ 2954016 w 4940931"/>
                <a:gd name="connsiteY716" fmla="*/ 39370 h 138429"/>
                <a:gd name="connsiteX717" fmla="*/ 2964811 w 4940931"/>
                <a:gd name="connsiteY717" fmla="*/ 31750 h 138429"/>
                <a:gd name="connsiteX718" fmla="*/ 2978781 w 4940931"/>
                <a:gd name="connsiteY718" fmla="*/ 29210 h 138429"/>
                <a:gd name="connsiteX719" fmla="*/ 2798440 w 4940931"/>
                <a:gd name="connsiteY719" fmla="*/ 29210 h 138429"/>
                <a:gd name="connsiteX720" fmla="*/ 2813045 w 4940931"/>
                <a:gd name="connsiteY720" fmla="*/ 31750 h 138429"/>
                <a:gd name="connsiteX721" fmla="*/ 2825110 w 4940931"/>
                <a:gd name="connsiteY721" fmla="*/ 38100 h 138429"/>
                <a:gd name="connsiteX722" fmla="*/ 2827015 w 4940931"/>
                <a:gd name="connsiteY722" fmla="*/ 38100 h 138429"/>
                <a:gd name="connsiteX723" fmla="*/ 2820030 w 4940931"/>
                <a:gd name="connsiteY723" fmla="*/ 50165 h 138429"/>
                <a:gd name="connsiteX724" fmla="*/ 2810505 w 4940931"/>
                <a:gd name="connsiteY724" fmla="*/ 45085 h 138429"/>
                <a:gd name="connsiteX725" fmla="*/ 2799710 w 4940931"/>
                <a:gd name="connsiteY725" fmla="*/ 43180 h 138429"/>
                <a:gd name="connsiteX726" fmla="*/ 2791455 w 4940931"/>
                <a:gd name="connsiteY726" fmla="*/ 45085 h 138429"/>
                <a:gd name="connsiteX727" fmla="*/ 2788915 w 4940931"/>
                <a:gd name="connsiteY727" fmla="*/ 50165 h 138429"/>
                <a:gd name="connsiteX728" fmla="*/ 2788915 w 4940931"/>
                <a:gd name="connsiteY728" fmla="*/ 52705 h 138429"/>
                <a:gd name="connsiteX729" fmla="*/ 2790820 w 4940931"/>
                <a:gd name="connsiteY729" fmla="*/ 55245 h 138429"/>
                <a:gd name="connsiteX730" fmla="*/ 2795265 w 4940931"/>
                <a:gd name="connsiteY730" fmla="*/ 57785 h 138429"/>
                <a:gd name="connsiteX731" fmla="*/ 2802250 w 4940931"/>
                <a:gd name="connsiteY731" fmla="*/ 60960 h 138429"/>
                <a:gd name="connsiteX732" fmla="*/ 2813680 w 4940931"/>
                <a:gd name="connsiteY732" fmla="*/ 66040 h 138429"/>
                <a:gd name="connsiteX733" fmla="*/ 2821935 w 4940931"/>
                <a:gd name="connsiteY733" fmla="*/ 71120 h 138429"/>
                <a:gd name="connsiteX734" fmla="*/ 2827015 w 4940931"/>
                <a:gd name="connsiteY734" fmla="*/ 78105 h 138429"/>
                <a:gd name="connsiteX735" fmla="*/ 2828920 w 4940931"/>
                <a:gd name="connsiteY735" fmla="*/ 87630 h 138429"/>
                <a:gd name="connsiteX736" fmla="*/ 2826380 w 4940931"/>
                <a:gd name="connsiteY736" fmla="*/ 98425 h 138429"/>
                <a:gd name="connsiteX737" fmla="*/ 2820030 w 4940931"/>
                <a:gd name="connsiteY737" fmla="*/ 105410 h 138429"/>
                <a:gd name="connsiteX738" fmla="*/ 2810505 w 4940931"/>
                <a:gd name="connsiteY738" fmla="*/ 109220 h 138429"/>
                <a:gd name="connsiteX739" fmla="*/ 2799710 w 4940931"/>
                <a:gd name="connsiteY739" fmla="*/ 110490 h 138429"/>
                <a:gd name="connsiteX740" fmla="*/ 2783835 w 4940931"/>
                <a:gd name="connsiteY740" fmla="*/ 107950 h 138429"/>
                <a:gd name="connsiteX741" fmla="*/ 2769230 w 4940931"/>
                <a:gd name="connsiteY741" fmla="*/ 100965 h 138429"/>
                <a:gd name="connsiteX742" fmla="*/ 2776215 w 4940931"/>
                <a:gd name="connsiteY742" fmla="*/ 89535 h 138429"/>
                <a:gd name="connsiteX743" fmla="*/ 2787645 w 4940931"/>
                <a:gd name="connsiteY743" fmla="*/ 95250 h 138429"/>
                <a:gd name="connsiteX744" fmla="*/ 2799075 w 4940931"/>
                <a:gd name="connsiteY744" fmla="*/ 97155 h 138429"/>
                <a:gd name="connsiteX745" fmla="*/ 2809870 w 4940931"/>
                <a:gd name="connsiteY745" fmla="*/ 94615 h 138429"/>
                <a:gd name="connsiteX746" fmla="*/ 2813045 w 4940931"/>
                <a:gd name="connsiteY746" fmla="*/ 88265 h 138429"/>
                <a:gd name="connsiteX747" fmla="*/ 2811775 w 4940931"/>
                <a:gd name="connsiteY747" fmla="*/ 84455 h 138429"/>
                <a:gd name="connsiteX748" fmla="*/ 2807965 w 4940931"/>
                <a:gd name="connsiteY748" fmla="*/ 81280 h 138429"/>
                <a:gd name="connsiteX749" fmla="*/ 2802250 w 4940931"/>
                <a:gd name="connsiteY749" fmla="*/ 78105 h 138429"/>
                <a:gd name="connsiteX750" fmla="*/ 2794630 w 4940931"/>
                <a:gd name="connsiteY750" fmla="*/ 74930 h 138429"/>
                <a:gd name="connsiteX751" fmla="*/ 2783835 w 4940931"/>
                <a:gd name="connsiteY751" fmla="*/ 69850 h 138429"/>
                <a:gd name="connsiteX752" fmla="*/ 2776850 w 4940931"/>
                <a:gd name="connsiteY752" fmla="*/ 64770 h 138429"/>
                <a:gd name="connsiteX753" fmla="*/ 2773040 w 4940931"/>
                <a:gd name="connsiteY753" fmla="*/ 58420 h 138429"/>
                <a:gd name="connsiteX754" fmla="*/ 2771770 w 4940931"/>
                <a:gd name="connsiteY754" fmla="*/ 50165 h 138429"/>
                <a:gd name="connsiteX755" fmla="*/ 2773675 w 4940931"/>
                <a:gd name="connsiteY755" fmla="*/ 40640 h 138429"/>
                <a:gd name="connsiteX756" fmla="*/ 2779390 w 4940931"/>
                <a:gd name="connsiteY756" fmla="*/ 34290 h 138429"/>
                <a:gd name="connsiteX757" fmla="*/ 2787645 w 4940931"/>
                <a:gd name="connsiteY757" fmla="*/ 30480 h 138429"/>
                <a:gd name="connsiteX758" fmla="*/ 2798440 w 4940931"/>
                <a:gd name="connsiteY758" fmla="*/ 29210 h 138429"/>
                <a:gd name="connsiteX759" fmla="*/ 2723510 w 4940931"/>
                <a:gd name="connsiteY759" fmla="*/ 29210 h 138429"/>
                <a:gd name="connsiteX760" fmla="*/ 2729225 w 4940931"/>
                <a:gd name="connsiteY760" fmla="*/ 29210 h 138429"/>
                <a:gd name="connsiteX761" fmla="*/ 2741290 w 4940931"/>
                <a:gd name="connsiteY761" fmla="*/ 31750 h 138429"/>
                <a:gd name="connsiteX762" fmla="*/ 2750180 w 4940931"/>
                <a:gd name="connsiteY762" fmla="*/ 38100 h 138429"/>
                <a:gd name="connsiteX763" fmla="*/ 2755260 w 4940931"/>
                <a:gd name="connsiteY763" fmla="*/ 48895 h 138429"/>
                <a:gd name="connsiteX764" fmla="*/ 2757165 w 4940931"/>
                <a:gd name="connsiteY764" fmla="*/ 64135 h 138429"/>
                <a:gd name="connsiteX765" fmla="*/ 2757165 w 4940931"/>
                <a:gd name="connsiteY765" fmla="*/ 108585 h 138429"/>
                <a:gd name="connsiteX766" fmla="*/ 2741925 w 4940931"/>
                <a:gd name="connsiteY766" fmla="*/ 108585 h 138429"/>
                <a:gd name="connsiteX767" fmla="*/ 2741290 w 4940931"/>
                <a:gd name="connsiteY767" fmla="*/ 108585 h 138429"/>
                <a:gd name="connsiteX768" fmla="*/ 2741290 w 4940931"/>
                <a:gd name="connsiteY768" fmla="*/ 64770 h 138429"/>
                <a:gd name="connsiteX769" fmla="*/ 2737480 w 4940931"/>
                <a:gd name="connsiteY769" fmla="*/ 48895 h 138429"/>
                <a:gd name="connsiteX770" fmla="*/ 2725415 w 4940931"/>
                <a:gd name="connsiteY770" fmla="*/ 43180 h 138429"/>
                <a:gd name="connsiteX771" fmla="*/ 2718430 w 4940931"/>
                <a:gd name="connsiteY771" fmla="*/ 44450 h 138429"/>
                <a:gd name="connsiteX772" fmla="*/ 2713350 w 4940931"/>
                <a:gd name="connsiteY772" fmla="*/ 48260 h 138429"/>
                <a:gd name="connsiteX773" fmla="*/ 2710175 w 4940931"/>
                <a:gd name="connsiteY773" fmla="*/ 54610 h 138429"/>
                <a:gd name="connsiteX774" fmla="*/ 2709540 w 4940931"/>
                <a:gd name="connsiteY774" fmla="*/ 62865 h 138429"/>
                <a:gd name="connsiteX775" fmla="*/ 2709540 w 4940931"/>
                <a:gd name="connsiteY775" fmla="*/ 108585 h 138429"/>
                <a:gd name="connsiteX776" fmla="*/ 2694300 w 4940931"/>
                <a:gd name="connsiteY776" fmla="*/ 108585 h 138429"/>
                <a:gd name="connsiteX777" fmla="*/ 2694300 w 4940931"/>
                <a:gd name="connsiteY777" fmla="*/ 30480 h 138429"/>
                <a:gd name="connsiteX778" fmla="*/ 2709540 w 4940931"/>
                <a:gd name="connsiteY778" fmla="*/ 30480 h 138429"/>
                <a:gd name="connsiteX779" fmla="*/ 2709540 w 4940931"/>
                <a:gd name="connsiteY779" fmla="*/ 38100 h 138429"/>
                <a:gd name="connsiteX780" fmla="*/ 2713350 w 4940931"/>
                <a:gd name="connsiteY780" fmla="*/ 34290 h 138429"/>
                <a:gd name="connsiteX781" fmla="*/ 2717795 w 4940931"/>
                <a:gd name="connsiteY781" fmla="*/ 31115 h 138429"/>
                <a:gd name="connsiteX782" fmla="*/ 2723510 w 4940931"/>
                <a:gd name="connsiteY782" fmla="*/ 29210 h 138429"/>
                <a:gd name="connsiteX783" fmla="*/ 2530470 w 4940931"/>
                <a:gd name="connsiteY783" fmla="*/ 29210 h 138429"/>
                <a:gd name="connsiteX784" fmla="*/ 2545075 w 4940931"/>
                <a:gd name="connsiteY784" fmla="*/ 32385 h 138429"/>
                <a:gd name="connsiteX785" fmla="*/ 2555235 w 4940931"/>
                <a:gd name="connsiteY785" fmla="*/ 40640 h 138429"/>
                <a:gd name="connsiteX786" fmla="*/ 2561585 w 4940931"/>
                <a:gd name="connsiteY786" fmla="*/ 53340 h 138429"/>
                <a:gd name="connsiteX787" fmla="*/ 2563490 w 4940931"/>
                <a:gd name="connsiteY787" fmla="*/ 68580 h 138429"/>
                <a:gd name="connsiteX788" fmla="*/ 2562220 w 4940931"/>
                <a:gd name="connsiteY788" fmla="*/ 68580 h 138429"/>
                <a:gd name="connsiteX789" fmla="*/ 2562220 w 4940931"/>
                <a:gd name="connsiteY789" fmla="*/ 72390 h 138429"/>
                <a:gd name="connsiteX790" fmla="*/ 2562220 w 4940931"/>
                <a:gd name="connsiteY790" fmla="*/ 75565 h 138429"/>
                <a:gd name="connsiteX791" fmla="*/ 2510785 w 4940931"/>
                <a:gd name="connsiteY791" fmla="*/ 75565 h 138429"/>
                <a:gd name="connsiteX792" fmla="*/ 2513325 w 4940931"/>
                <a:gd name="connsiteY792" fmla="*/ 85090 h 138429"/>
                <a:gd name="connsiteX793" fmla="*/ 2517770 w 4940931"/>
                <a:gd name="connsiteY793" fmla="*/ 91440 h 138429"/>
                <a:gd name="connsiteX794" fmla="*/ 2523485 w 4940931"/>
                <a:gd name="connsiteY794" fmla="*/ 95250 h 138429"/>
                <a:gd name="connsiteX795" fmla="*/ 2530470 w 4940931"/>
                <a:gd name="connsiteY795" fmla="*/ 96520 h 138429"/>
                <a:gd name="connsiteX796" fmla="*/ 2535550 w 4940931"/>
                <a:gd name="connsiteY796" fmla="*/ 96520 h 138429"/>
                <a:gd name="connsiteX797" fmla="*/ 2539995 w 4940931"/>
                <a:gd name="connsiteY797" fmla="*/ 95250 h 138429"/>
                <a:gd name="connsiteX798" fmla="*/ 2543805 w 4940931"/>
                <a:gd name="connsiteY798" fmla="*/ 93345 h 138429"/>
                <a:gd name="connsiteX799" fmla="*/ 2548250 w 4940931"/>
                <a:gd name="connsiteY799" fmla="*/ 90805 h 138429"/>
                <a:gd name="connsiteX800" fmla="*/ 2557140 w 4940931"/>
                <a:gd name="connsiteY800" fmla="*/ 100330 h 138429"/>
                <a:gd name="connsiteX801" fmla="*/ 2551425 w 4940931"/>
                <a:gd name="connsiteY801" fmla="*/ 104775 h 138429"/>
                <a:gd name="connsiteX802" fmla="*/ 2545710 w 4940931"/>
                <a:gd name="connsiteY802" fmla="*/ 107950 h 138429"/>
                <a:gd name="connsiteX803" fmla="*/ 2538725 w 4940931"/>
                <a:gd name="connsiteY803" fmla="*/ 109855 h 138429"/>
                <a:gd name="connsiteX804" fmla="*/ 2529835 w 4940931"/>
                <a:gd name="connsiteY804" fmla="*/ 110490 h 138429"/>
                <a:gd name="connsiteX805" fmla="*/ 2520310 w 4940931"/>
                <a:gd name="connsiteY805" fmla="*/ 109220 h 138429"/>
                <a:gd name="connsiteX806" fmla="*/ 2512690 w 4940931"/>
                <a:gd name="connsiteY806" fmla="*/ 105410 h 138429"/>
                <a:gd name="connsiteX807" fmla="*/ 2506340 w 4940931"/>
                <a:gd name="connsiteY807" fmla="*/ 100330 h 138429"/>
                <a:gd name="connsiteX808" fmla="*/ 2501260 w 4940931"/>
                <a:gd name="connsiteY808" fmla="*/ 92710 h 138429"/>
                <a:gd name="connsiteX809" fmla="*/ 2497450 w 4940931"/>
                <a:gd name="connsiteY809" fmla="*/ 82550 h 138429"/>
                <a:gd name="connsiteX810" fmla="*/ 2496180 w 4940931"/>
                <a:gd name="connsiteY810" fmla="*/ 69850 h 138429"/>
                <a:gd name="connsiteX811" fmla="*/ 2498720 w 4940931"/>
                <a:gd name="connsiteY811" fmla="*/ 52070 h 138429"/>
                <a:gd name="connsiteX812" fmla="*/ 2505705 w 4940931"/>
                <a:gd name="connsiteY812" fmla="*/ 39370 h 138429"/>
                <a:gd name="connsiteX813" fmla="*/ 2516500 w 4940931"/>
                <a:gd name="connsiteY813" fmla="*/ 31750 h 138429"/>
                <a:gd name="connsiteX814" fmla="*/ 2530470 w 4940931"/>
                <a:gd name="connsiteY814" fmla="*/ 29210 h 138429"/>
                <a:gd name="connsiteX815" fmla="*/ 2298061 w 4940931"/>
                <a:gd name="connsiteY815" fmla="*/ 29210 h 138429"/>
                <a:gd name="connsiteX816" fmla="*/ 2305681 w 4940931"/>
                <a:gd name="connsiteY816" fmla="*/ 29845 h 138429"/>
                <a:gd name="connsiteX817" fmla="*/ 2311396 w 4940931"/>
                <a:gd name="connsiteY817" fmla="*/ 32385 h 138429"/>
                <a:gd name="connsiteX818" fmla="*/ 2307586 w 4940931"/>
                <a:gd name="connsiteY818" fmla="*/ 46990 h 138429"/>
                <a:gd name="connsiteX819" fmla="*/ 2306316 w 4940931"/>
                <a:gd name="connsiteY819" fmla="*/ 46990 h 138429"/>
                <a:gd name="connsiteX820" fmla="*/ 2301236 w 4940931"/>
                <a:gd name="connsiteY820" fmla="*/ 45085 h 138429"/>
                <a:gd name="connsiteX821" fmla="*/ 2294886 w 4940931"/>
                <a:gd name="connsiteY821" fmla="*/ 44450 h 138429"/>
                <a:gd name="connsiteX822" fmla="*/ 2283456 w 4940931"/>
                <a:gd name="connsiteY822" fmla="*/ 49530 h 138429"/>
                <a:gd name="connsiteX823" fmla="*/ 2279646 w 4940931"/>
                <a:gd name="connsiteY823" fmla="*/ 64770 h 138429"/>
                <a:gd name="connsiteX824" fmla="*/ 2279646 w 4940931"/>
                <a:gd name="connsiteY824" fmla="*/ 109220 h 138429"/>
                <a:gd name="connsiteX825" fmla="*/ 2264406 w 4940931"/>
                <a:gd name="connsiteY825" fmla="*/ 109220 h 138429"/>
                <a:gd name="connsiteX826" fmla="*/ 2264406 w 4940931"/>
                <a:gd name="connsiteY826" fmla="*/ 31115 h 138429"/>
                <a:gd name="connsiteX827" fmla="*/ 2279646 w 4940931"/>
                <a:gd name="connsiteY827" fmla="*/ 31115 h 138429"/>
                <a:gd name="connsiteX828" fmla="*/ 2279646 w 4940931"/>
                <a:gd name="connsiteY828" fmla="*/ 38735 h 138429"/>
                <a:gd name="connsiteX829" fmla="*/ 2282821 w 4940931"/>
                <a:gd name="connsiteY829" fmla="*/ 34925 h 138429"/>
                <a:gd name="connsiteX830" fmla="*/ 2287266 w 4940931"/>
                <a:gd name="connsiteY830" fmla="*/ 31750 h 138429"/>
                <a:gd name="connsiteX831" fmla="*/ 2292346 w 4940931"/>
                <a:gd name="connsiteY831" fmla="*/ 29845 h 138429"/>
                <a:gd name="connsiteX832" fmla="*/ 2298061 w 4940931"/>
                <a:gd name="connsiteY832" fmla="*/ 29210 h 138429"/>
                <a:gd name="connsiteX833" fmla="*/ 2216145 w 4940931"/>
                <a:gd name="connsiteY833" fmla="*/ 29210 h 138429"/>
                <a:gd name="connsiteX834" fmla="*/ 2230750 w 4940931"/>
                <a:gd name="connsiteY834" fmla="*/ 32385 h 138429"/>
                <a:gd name="connsiteX835" fmla="*/ 2240910 w 4940931"/>
                <a:gd name="connsiteY835" fmla="*/ 40640 h 138429"/>
                <a:gd name="connsiteX836" fmla="*/ 2247260 w 4940931"/>
                <a:gd name="connsiteY836" fmla="*/ 53340 h 138429"/>
                <a:gd name="connsiteX837" fmla="*/ 2249165 w 4940931"/>
                <a:gd name="connsiteY837" fmla="*/ 68580 h 138429"/>
                <a:gd name="connsiteX838" fmla="*/ 2247895 w 4940931"/>
                <a:gd name="connsiteY838" fmla="*/ 68580 h 138429"/>
                <a:gd name="connsiteX839" fmla="*/ 2247895 w 4940931"/>
                <a:gd name="connsiteY839" fmla="*/ 72390 h 138429"/>
                <a:gd name="connsiteX840" fmla="*/ 2247895 w 4940931"/>
                <a:gd name="connsiteY840" fmla="*/ 75565 h 138429"/>
                <a:gd name="connsiteX841" fmla="*/ 2196460 w 4940931"/>
                <a:gd name="connsiteY841" fmla="*/ 75565 h 138429"/>
                <a:gd name="connsiteX842" fmla="*/ 2199000 w 4940931"/>
                <a:gd name="connsiteY842" fmla="*/ 85090 h 138429"/>
                <a:gd name="connsiteX843" fmla="*/ 2203445 w 4940931"/>
                <a:gd name="connsiteY843" fmla="*/ 91440 h 138429"/>
                <a:gd name="connsiteX844" fmla="*/ 2209160 w 4940931"/>
                <a:gd name="connsiteY844" fmla="*/ 95250 h 138429"/>
                <a:gd name="connsiteX845" fmla="*/ 2216145 w 4940931"/>
                <a:gd name="connsiteY845" fmla="*/ 96520 h 138429"/>
                <a:gd name="connsiteX846" fmla="*/ 2221225 w 4940931"/>
                <a:gd name="connsiteY846" fmla="*/ 96520 h 138429"/>
                <a:gd name="connsiteX847" fmla="*/ 2225670 w 4940931"/>
                <a:gd name="connsiteY847" fmla="*/ 95250 h 138429"/>
                <a:gd name="connsiteX848" fmla="*/ 2229480 w 4940931"/>
                <a:gd name="connsiteY848" fmla="*/ 93345 h 138429"/>
                <a:gd name="connsiteX849" fmla="*/ 2233925 w 4940931"/>
                <a:gd name="connsiteY849" fmla="*/ 90805 h 138429"/>
                <a:gd name="connsiteX850" fmla="*/ 2242815 w 4940931"/>
                <a:gd name="connsiteY850" fmla="*/ 100330 h 138429"/>
                <a:gd name="connsiteX851" fmla="*/ 2237100 w 4940931"/>
                <a:gd name="connsiteY851" fmla="*/ 104775 h 138429"/>
                <a:gd name="connsiteX852" fmla="*/ 2231385 w 4940931"/>
                <a:gd name="connsiteY852" fmla="*/ 107950 h 138429"/>
                <a:gd name="connsiteX853" fmla="*/ 2224400 w 4940931"/>
                <a:gd name="connsiteY853" fmla="*/ 109855 h 138429"/>
                <a:gd name="connsiteX854" fmla="*/ 2215510 w 4940931"/>
                <a:gd name="connsiteY854" fmla="*/ 110490 h 138429"/>
                <a:gd name="connsiteX855" fmla="*/ 2205985 w 4940931"/>
                <a:gd name="connsiteY855" fmla="*/ 109220 h 138429"/>
                <a:gd name="connsiteX856" fmla="*/ 2198365 w 4940931"/>
                <a:gd name="connsiteY856" fmla="*/ 105410 h 138429"/>
                <a:gd name="connsiteX857" fmla="*/ 2192015 w 4940931"/>
                <a:gd name="connsiteY857" fmla="*/ 100330 h 138429"/>
                <a:gd name="connsiteX858" fmla="*/ 2186935 w 4940931"/>
                <a:gd name="connsiteY858" fmla="*/ 92710 h 138429"/>
                <a:gd name="connsiteX859" fmla="*/ 2183125 w 4940931"/>
                <a:gd name="connsiteY859" fmla="*/ 82550 h 138429"/>
                <a:gd name="connsiteX860" fmla="*/ 2181855 w 4940931"/>
                <a:gd name="connsiteY860" fmla="*/ 69850 h 138429"/>
                <a:gd name="connsiteX861" fmla="*/ 2184395 w 4940931"/>
                <a:gd name="connsiteY861" fmla="*/ 52070 h 138429"/>
                <a:gd name="connsiteX862" fmla="*/ 2191380 w 4940931"/>
                <a:gd name="connsiteY862" fmla="*/ 39370 h 138429"/>
                <a:gd name="connsiteX863" fmla="*/ 2202175 w 4940931"/>
                <a:gd name="connsiteY863" fmla="*/ 31750 h 138429"/>
                <a:gd name="connsiteX864" fmla="*/ 2216145 w 4940931"/>
                <a:gd name="connsiteY864" fmla="*/ 29210 h 138429"/>
                <a:gd name="connsiteX865" fmla="*/ 2029456 w 4940931"/>
                <a:gd name="connsiteY865" fmla="*/ 29210 h 138429"/>
                <a:gd name="connsiteX866" fmla="*/ 2044061 w 4940931"/>
                <a:gd name="connsiteY866" fmla="*/ 32385 h 138429"/>
                <a:gd name="connsiteX867" fmla="*/ 2054221 w 4940931"/>
                <a:gd name="connsiteY867" fmla="*/ 40640 h 138429"/>
                <a:gd name="connsiteX868" fmla="*/ 2060571 w 4940931"/>
                <a:gd name="connsiteY868" fmla="*/ 53340 h 138429"/>
                <a:gd name="connsiteX869" fmla="*/ 2062476 w 4940931"/>
                <a:gd name="connsiteY869" fmla="*/ 68580 h 138429"/>
                <a:gd name="connsiteX870" fmla="*/ 2061206 w 4940931"/>
                <a:gd name="connsiteY870" fmla="*/ 68580 h 138429"/>
                <a:gd name="connsiteX871" fmla="*/ 2061206 w 4940931"/>
                <a:gd name="connsiteY871" fmla="*/ 72390 h 138429"/>
                <a:gd name="connsiteX872" fmla="*/ 2061206 w 4940931"/>
                <a:gd name="connsiteY872" fmla="*/ 75565 h 138429"/>
                <a:gd name="connsiteX873" fmla="*/ 2009771 w 4940931"/>
                <a:gd name="connsiteY873" fmla="*/ 75565 h 138429"/>
                <a:gd name="connsiteX874" fmla="*/ 2012311 w 4940931"/>
                <a:gd name="connsiteY874" fmla="*/ 85090 h 138429"/>
                <a:gd name="connsiteX875" fmla="*/ 2016756 w 4940931"/>
                <a:gd name="connsiteY875" fmla="*/ 91440 h 138429"/>
                <a:gd name="connsiteX876" fmla="*/ 2022471 w 4940931"/>
                <a:gd name="connsiteY876" fmla="*/ 95250 h 138429"/>
                <a:gd name="connsiteX877" fmla="*/ 2029456 w 4940931"/>
                <a:gd name="connsiteY877" fmla="*/ 96520 h 138429"/>
                <a:gd name="connsiteX878" fmla="*/ 2034536 w 4940931"/>
                <a:gd name="connsiteY878" fmla="*/ 96520 h 138429"/>
                <a:gd name="connsiteX879" fmla="*/ 2038981 w 4940931"/>
                <a:gd name="connsiteY879" fmla="*/ 95250 h 138429"/>
                <a:gd name="connsiteX880" fmla="*/ 2042791 w 4940931"/>
                <a:gd name="connsiteY880" fmla="*/ 93345 h 138429"/>
                <a:gd name="connsiteX881" fmla="*/ 2047236 w 4940931"/>
                <a:gd name="connsiteY881" fmla="*/ 90805 h 138429"/>
                <a:gd name="connsiteX882" fmla="*/ 2056126 w 4940931"/>
                <a:gd name="connsiteY882" fmla="*/ 100330 h 138429"/>
                <a:gd name="connsiteX883" fmla="*/ 2050411 w 4940931"/>
                <a:gd name="connsiteY883" fmla="*/ 104775 h 138429"/>
                <a:gd name="connsiteX884" fmla="*/ 2044696 w 4940931"/>
                <a:gd name="connsiteY884" fmla="*/ 107950 h 138429"/>
                <a:gd name="connsiteX885" fmla="*/ 2037711 w 4940931"/>
                <a:gd name="connsiteY885" fmla="*/ 109855 h 138429"/>
                <a:gd name="connsiteX886" fmla="*/ 2028821 w 4940931"/>
                <a:gd name="connsiteY886" fmla="*/ 110490 h 138429"/>
                <a:gd name="connsiteX887" fmla="*/ 2019296 w 4940931"/>
                <a:gd name="connsiteY887" fmla="*/ 109220 h 138429"/>
                <a:gd name="connsiteX888" fmla="*/ 2011676 w 4940931"/>
                <a:gd name="connsiteY888" fmla="*/ 105410 h 138429"/>
                <a:gd name="connsiteX889" fmla="*/ 2005326 w 4940931"/>
                <a:gd name="connsiteY889" fmla="*/ 100330 h 138429"/>
                <a:gd name="connsiteX890" fmla="*/ 2000246 w 4940931"/>
                <a:gd name="connsiteY890" fmla="*/ 92710 h 138429"/>
                <a:gd name="connsiteX891" fmla="*/ 1996436 w 4940931"/>
                <a:gd name="connsiteY891" fmla="*/ 82550 h 138429"/>
                <a:gd name="connsiteX892" fmla="*/ 1995166 w 4940931"/>
                <a:gd name="connsiteY892" fmla="*/ 69850 h 138429"/>
                <a:gd name="connsiteX893" fmla="*/ 1997706 w 4940931"/>
                <a:gd name="connsiteY893" fmla="*/ 52070 h 138429"/>
                <a:gd name="connsiteX894" fmla="*/ 2004691 w 4940931"/>
                <a:gd name="connsiteY894" fmla="*/ 39370 h 138429"/>
                <a:gd name="connsiteX895" fmla="*/ 2015486 w 4940931"/>
                <a:gd name="connsiteY895" fmla="*/ 31750 h 138429"/>
                <a:gd name="connsiteX896" fmla="*/ 2029456 w 4940931"/>
                <a:gd name="connsiteY896" fmla="*/ 29210 h 138429"/>
                <a:gd name="connsiteX897" fmla="*/ 1831336 w 4940931"/>
                <a:gd name="connsiteY897" fmla="*/ 29210 h 138429"/>
                <a:gd name="connsiteX898" fmla="*/ 1845941 w 4940931"/>
                <a:gd name="connsiteY898" fmla="*/ 32385 h 138429"/>
                <a:gd name="connsiteX899" fmla="*/ 1856101 w 4940931"/>
                <a:gd name="connsiteY899" fmla="*/ 40640 h 138429"/>
                <a:gd name="connsiteX900" fmla="*/ 1862451 w 4940931"/>
                <a:gd name="connsiteY900" fmla="*/ 53340 h 138429"/>
                <a:gd name="connsiteX901" fmla="*/ 1864356 w 4940931"/>
                <a:gd name="connsiteY901" fmla="*/ 68580 h 138429"/>
                <a:gd name="connsiteX902" fmla="*/ 1863086 w 4940931"/>
                <a:gd name="connsiteY902" fmla="*/ 68580 h 138429"/>
                <a:gd name="connsiteX903" fmla="*/ 1863086 w 4940931"/>
                <a:gd name="connsiteY903" fmla="*/ 72390 h 138429"/>
                <a:gd name="connsiteX904" fmla="*/ 1863086 w 4940931"/>
                <a:gd name="connsiteY904" fmla="*/ 75565 h 138429"/>
                <a:gd name="connsiteX905" fmla="*/ 1811651 w 4940931"/>
                <a:gd name="connsiteY905" fmla="*/ 75565 h 138429"/>
                <a:gd name="connsiteX906" fmla="*/ 1814191 w 4940931"/>
                <a:gd name="connsiteY906" fmla="*/ 85090 h 138429"/>
                <a:gd name="connsiteX907" fmla="*/ 1818636 w 4940931"/>
                <a:gd name="connsiteY907" fmla="*/ 91440 h 138429"/>
                <a:gd name="connsiteX908" fmla="*/ 1824351 w 4940931"/>
                <a:gd name="connsiteY908" fmla="*/ 95250 h 138429"/>
                <a:gd name="connsiteX909" fmla="*/ 1831336 w 4940931"/>
                <a:gd name="connsiteY909" fmla="*/ 96520 h 138429"/>
                <a:gd name="connsiteX910" fmla="*/ 1836416 w 4940931"/>
                <a:gd name="connsiteY910" fmla="*/ 96520 h 138429"/>
                <a:gd name="connsiteX911" fmla="*/ 1840861 w 4940931"/>
                <a:gd name="connsiteY911" fmla="*/ 95250 h 138429"/>
                <a:gd name="connsiteX912" fmla="*/ 1844671 w 4940931"/>
                <a:gd name="connsiteY912" fmla="*/ 93345 h 138429"/>
                <a:gd name="connsiteX913" fmla="*/ 1849116 w 4940931"/>
                <a:gd name="connsiteY913" fmla="*/ 90805 h 138429"/>
                <a:gd name="connsiteX914" fmla="*/ 1858006 w 4940931"/>
                <a:gd name="connsiteY914" fmla="*/ 100330 h 138429"/>
                <a:gd name="connsiteX915" fmla="*/ 1852291 w 4940931"/>
                <a:gd name="connsiteY915" fmla="*/ 104775 h 138429"/>
                <a:gd name="connsiteX916" fmla="*/ 1846576 w 4940931"/>
                <a:gd name="connsiteY916" fmla="*/ 107950 h 138429"/>
                <a:gd name="connsiteX917" fmla="*/ 1839591 w 4940931"/>
                <a:gd name="connsiteY917" fmla="*/ 109855 h 138429"/>
                <a:gd name="connsiteX918" fmla="*/ 1830701 w 4940931"/>
                <a:gd name="connsiteY918" fmla="*/ 110490 h 138429"/>
                <a:gd name="connsiteX919" fmla="*/ 1821176 w 4940931"/>
                <a:gd name="connsiteY919" fmla="*/ 109220 h 138429"/>
                <a:gd name="connsiteX920" fmla="*/ 1813556 w 4940931"/>
                <a:gd name="connsiteY920" fmla="*/ 105410 h 138429"/>
                <a:gd name="connsiteX921" fmla="*/ 1807206 w 4940931"/>
                <a:gd name="connsiteY921" fmla="*/ 100330 h 138429"/>
                <a:gd name="connsiteX922" fmla="*/ 1802126 w 4940931"/>
                <a:gd name="connsiteY922" fmla="*/ 92710 h 138429"/>
                <a:gd name="connsiteX923" fmla="*/ 1798316 w 4940931"/>
                <a:gd name="connsiteY923" fmla="*/ 82550 h 138429"/>
                <a:gd name="connsiteX924" fmla="*/ 1797046 w 4940931"/>
                <a:gd name="connsiteY924" fmla="*/ 69850 h 138429"/>
                <a:gd name="connsiteX925" fmla="*/ 1799586 w 4940931"/>
                <a:gd name="connsiteY925" fmla="*/ 52070 h 138429"/>
                <a:gd name="connsiteX926" fmla="*/ 1806571 w 4940931"/>
                <a:gd name="connsiteY926" fmla="*/ 39370 h 138429"/>
                <a:gd name="connsiteX927" fmla="*/ 1817366 w 4940931"/>
                <a:gd name="connsiteY927" fmla="*/ 31750 h 138429"/>
                <a:gd name="connsiteX928" fmla="*/ 1831336 w 4940931"/>
                <a:gd name="connsiteY928" fmla="*/ 29210 h 138429"/>
                <a:gd name="connsiteX929" fmla="*/ 1501140 w 4940931"/>
                <a:gd name="connsiteY929" fmla="*/ 29210 h 138429"/>
                <a:gd name="connsiteX930" fmla="*/ 1506856 w 4940931"/>
                <a:gd name="connsiteY930" fmla="*/ 29210 h 138429"/>
                <a:gd name="connsiteX931" fmla="*/ 1518920 w 4940931"/>
                <a:gd name="connsiteY931" fmla="*/ 31750 h 138429"/>
                <a:gd name="connsiteX932" fmla="*/ 1527811 w 4940931"/>
                <a:gd name="connsiteY932" fmla="*/ 38100 h 138429"/>
                <a:gd name="connsiteX933" fmla="*/ 1532891 w 4940931"/>
                <a:gd name="connsiteY933" fmla="*/ 48895 h 138429"/>
                <a:gd name="connsiteX934" fmla="*/ 1534796 w 4940931"/>
                <a:gd name="connsiteY934" fmla="*/ 64135 h 138429"/>
                <a:gd name="connsiteX935" fmla="*/ 1534796 w 4940931"/>
                <a:gd name="connsiteY935" fmla="*/ 108585 h 138429"/>
                <a:gd name="connsiteX936" fmla="*/ 1519556 w 4940931"/>
                <a:gd name="connsiteY936" fmla="*/ 108585 h 138429"/>
                <a:gd name="connsiteX937" fmla="*/ 1518920 w 4940931"/>
                <a:gd name="connsiteY937" fmla="*/ 108585 h 138429"/>
                <a:gd name="connsiteX938" fmla="*/ 1518920 w 4940931"/>
                <a:gd name="connsiteY938" fmla="*/ 64770 h 138429"/>
                <a:gd name="connsiteX939" fmla="*/ 1515111 w 4940931"/>
                <a:gd name="connsiteY939" fmla="*/ 48895 h 138429"/>
                <a:gd name="connsiteX940" fmla="*/ 1503046 w 4940931"/>
                <a:gd name="connsiteY940" fmla="*/ 43180 h 138429"/>
                <a:gd name="connsiteX941" fmla="*/ 1496061 w 4940931"/>
                <a:gd name="connsiteY941" fmla="*/ 44450 h 138429"/>
                <a:gd name="connsiteX942" fmla="*/ 1490981 w 4940931"/>
                <a:gd name="connsiteY942" fmla="*/ 48260 h 138429"/>
                <a:gd name="connsiteX943" fmla="*/ 1487806 w 4940931"/>
                <a:gd name="connsiteY943" fmla="*/ 54610 h 138429"/>
                <a:gd name="connsiteX944" fmla="*/ 1487170 w 4940931"/>
                <a:gd name="connsiteY944" fmla="*/ 62865 h 138429"/>
                <a:gd name="connsiteX945" fmla="*/ 1487170 w 4940931"/>
                <a:gd name="connsiteY945" fmla="*/ 108585 h 138429"/>
                <a:gd name="connsiteX946" fmla="*/ 1471931 w 4940931"/>
                <a:gd name="connsiteY946" fmla="*/ 108585 h 138429"/>
                <a:gd name="connsiteX947" fmla="*/ 1471931 w 4940931"/>
                <a:gd name="connsiteY947" fmla="*/ 30480 h 138429"/>
                <a:gd name="connsiteX948" fmla="*/ 1487170 w 4940931"/>
                <a:gd name="connsiteY948" fmla="*/ 30480 h 138429"/>
                <a:gd name="connsiteX949" fmla="*/ 1487170 w 4940931"/>
                <a:gd name="connsiteY949" fmla="*/ 38100 h 138429"/>
                <a:gd name="connsiteX950" fmla="*/ 1490981 w 4940931"/>
                <a:gd name="connsiteY950" fmla="*/ 34290 h 138429"/>
                <a:gd name="connsiteX951" fmla="*/ 1495426 w 4940931"/>
                <a:gd name="connsiteY951" fmla="*/ 31115 h 138429"/>
                <a:gd name="connsiteX952" fmla="*/ 1501140 w 4940931"/>
                <a:gd name="connsiteY952" fmla="*/ 29210 h 138429"/>
                <a:gd name="connsiteX953" fmla="*/ 1250316 w 4940931"/>
                <a:gd name="connsiteY953" fmla="*/ 29210 h 138429"/>
                <a:gd name="connsiteX954" fmla="*/ 1264286 w 4940931"/>
                <a:gd name="connsiteY954" fmla="*/ 31750 h 138429"/>
                <a:gd name="connsiteX955" fmla="*/ 1276350 w 4940931"/>
                <a:gd name="connsiteY955" fmla="*/ 38100 h 138429"/>
                <a:gd name="connsiteX956" fmla="*/ 1278256 w 4940931"/>
                <a:gd name="connsiteY956" fmla="*/ 38100 h 138429"/>
                <a:gd name="connsiteX957" fmla="*/ 1271271 w 4940931"/>
                <a:gd name="connsiteY957" fmla="*/ 50165 h 138429"/>
                <a:gd name="connsiteX958" fmla="*/ 1261746 w 4940931"/>
                <a:gd name="connsiteY958" fmla="*/ 45085 h 138429"/>
                <a:gd name="connsiteX959" fmla="*/ 1250951 w 4940931"/>
                <a:gd name="connsiteY959" fmla="*/ 43180 h 138429"/>
                <a:gd name="connsiteX960" fmla="*/ 1242696 w 4940931"/>
                <a:gd name="connsiteY960" fmla="*/ 45085 h 138429"/>
                <a:gd name="connsiteX961" fmla="*/ 1240156 w 4940931"/>
                <a:gd name="connsiteY961" fmla="*/ 50165 h 138429"/>
                <a:gd name="connsiteX962" fmla="*/ 1240156 w 4940931"/>
                <a:gd name="connsiteY962" fmla="*/ 52705 h 138429"/>
                <a:gd name="connsiteX963" fmla="*/ 1242061 w 4940931"/>
                <a:gd name="connsiteY963" fmla="*/ 55245 h 138429"/>
                <a:gd name="connsiteX964" fmla="*/ 1246506 w 4940931"/>
                <a:gd name="connsiteY964" fmla="*/ 57785 h 138429"/>
                <a:gd name="connsiteX965" fmla="*/ 1253491 w 4940931"/>
                <a:gd name="connsiteY965" fmla="*/ 60960 h 138429"/>
                <a:gd name="connsiteX966" fmla="*/ 1264921 w 4940931"/>
                <a:gd name="connsiteY966" fmla="*/ 66040 h 138429"/>
                <a:gd name="connsiteX967" fmla="*/ 1273176 w 4940931"/>
                <a:gd name="connsiteY967" fmla="*/ 71120 h 138429"/>
                <a:gd name="connsiteX968" fmla="*/ 1278256 w 4940931"/>
                <a:gd name="connsiteY968" fmla="*/ 78105 h 138429"/>
                <a:gd name="connsiteX969" fmla="*/ 1280161 w 4940931"/>
                <a:gd name="connsiteY969" fmla="*/ 87630 h 138429"/>
                <a:gd name="connsiteX970" fmla="*/ 1277621 w 4940931"/>
                <a:gd name="connsiteY970" fmla="*/ 98425 h 138429"/>
                <a:gd name="connsiteX971" fmla="*/ 1271271 w 4940931"/>
                <a:gd name="connsiteY971" fmla="*/ 105410 h 138429"/>
                <a:gd name="connsiteX972" fmla="*/ 1261746 w 4940931"/>
                <a:gd name="connsiteY972" fmla="*/ 109220 h 138429"/>
                <a:gd name="connsiteX973" fmla="*/ 1250951 w 4940931"/>
                <a:gd name="connsiteY973" fmla="*/ 110490 h 138429"/>
                <a:gd name="connsiteX974" fmla="*/ 1235711 w 4940931"/>
                <a:gd name="connsiteY974" fmla="*/ 107950 h 138429"/>
                <a:gd name="connsiteX975" fmla="*/ 1221106 w 4940931"/>
                <a:gd name="connsiteY975" fmla="*/ 100965 h 138429"/>
                <a:gd name="connsiteX976" fmla="*/ 1228091 w 4940931"/>
                <a:gd name="connsiteY976" fmla="*/ 89535 h 138429"/>
                <a:gd name="connsiteX977" fmla="*/ 1239521 w 4940931"/>
                <a:gd name="connsiteY977" fmla="*/ 95250 h 138429"/>
                <a:gd name="connsiteX978" fmla="*/ 1250951 w 4940931"/>
                <a:gd name="connsiteY978" fmla="*/ 97155 h 138429"/>
                <a:gd name="connsiteX979" fmla="*/ 1261746 w 4940931"/>
                <a:gd name="connsiteY979" fmla="*/ 94615 h 138429"/>
                <a:gd name="connsiteX980" fmla="*/ 1264921 w 4940931"/>
                <a:gd name="connsiteY980" fmla="*/ 88265 h 138429"/>
                <a:gd name="connsiteX981" fmla="*/ 1263650 w 4940931"/>
                <a:gd name="connsiteY981" fmla="*/ 84455 h 138429"/>
                <a:gd name="connsiteX982" fmla="*/ 1259841 w 4940931"/>
                <a:gd name="connsiteY982" fmla="*/ 81280 h 138429"/>
                <a:gd name="connsiteX983" fmla="*/ 1254125 w 4940931"/>
                <a:gd name="connsiteY983" fmla="*/ 78105 h 138429"/>
                <a:gd name="connsiteX984" fmla="*/ 1246506 w 4940931"/>
                <a:gd name="connsiteY984" fmla="*/ 74930 h 138429"/>
                <a:gd name="connsiteX985" fmla="*/ 1235711 w 4940931"/>
                <a:gd name="connsiteY985" fmla="*/ 69850 h 138429"/>
                <a:gd name="connsiteX986" fmla="*/ 1228726 w 4940931"/>
                <a:gd name="connsiteY986" fmla="*/ 64770 h 138429"/>
                <a:gd name="connsiteX987" fmla="*/ 1224916 w 4940931"/>
                <a:gd name="connsiteY987" fmla="*/ 58420 h 138429"/>
                <a:gd name="connsiteX988" fmla="*/ 1223646 w 4940931"/>
                <a:gd name="connsiteY988" fmla="*/ 50165 h 138429"/>
                <a:gd name="connsiteX989" fmla="*/ 1225551 w 4940931"/>
                <a:gd name="connsiteY989" fmla="*/ 40640 h 138429"/>
                <a:gd name="connsiteX990" fmla="*/ 1231266 w 4940931"/>
                <a:gd name="connsiteY990" fmla="*/ 34290 h 138429"/>
                <a:gd name="connsiteX991" fmla="*/ 1239521 w 4940931"/>
                <a:gd name="connsiteY991" fmla="*/ 30480 h 138429"/>
                <a:gd name="connsiteX992" fmla="*/ 1250316 w 4940931"/>
                <a:gd name="connsiteY992" fmla="*/ 29210 h 138429"/>
                <a:gd name="connsiteX993" fmla="*/ 1180466 w 4940931"/>
                <a:gd name="connsiteY993" fmla="*/ 29210 h 138429"/>
                <a:gd name="connsiteX994" fmla="*/ 1195071 w 4940931"/>
                <a:gd name="connsiteY994" fmla="*/ 32385 h 138429"/>
                <a:gd name="connsiteX995" fmla="*/ 1205231 w 4940931"/>
                <a:gd name="connsiteY995" fmla="*/ 40640 h 138429"/>
                <a:gd name="connsiteX996" fmla="*/ 1211581 w 4940931"/>
                <a:gd name="connsiteY996" fmla="*/ 53340 h 138429"/>
                <a:gd name="connsiteX997" fmla="*/ 1213486 w 4940931"/>
                <a:gd name="connsiteY997" fmla="*/ 68580 h 138429"/>
                <a:gd name="connsiteX998" fmla="*/ 1212216 w 4940931"/>
                <a:gd name="connsiteY998" fmla="*/ 68580 h 138429"/>
                <a:gd name="connsiteX999" fmla="*/ 1212216 w 4940931"/>
                <a:gd name="connsiteY999" fmla="*/ 72390 h 138429"/>
                <a:gd name="connsiteX1000" fmla="*/ 1212216 w 4940931"/>
                <a:gd name="connsiteY1000" fmla="*/ 75565 h 138429"/>
                <a:gd name="connsiteX1001" fmla="*/ 1160781 w 4940931"/>
                <a:gd name="connsiteY1001" fmla="*/ 75565 h 138429"/>
                <a:gd name="connsiteX1002" fmla="*/ 1163321 w 4940931"/>
                <a:gd name="connsiteY1002" fmla="*/ 85090 h 138429"/>
                <a:gd name="connsiteX1003" fmla="*/ 1167766 w 4940931"/>
                <a:gd name="connsiteY1003" fmla="*/ 91440 h 138429"/>
                <a:gd name="connsiteX1004" fmla="*/ 1173481 w 4940931"/>
                <a:gd name="connsiteY1004" fmla="*/ 95250 h 138429"/>
                <a:gd name="connsiteX1005" fmla="*/ 1180466 w 4940931"/>
                <a:gd name="connsiteY1005" fmla="*/ 96520 h 138429"/>
                <a:gd name="connsiteX1006" fmla="*/ 1185546 w 4940931"/>
                <a:gd name="connsiteY1006" fmla="*/ 96520 h 138429"/>
                <a:gd name="connsiteX1007" fmla="*/ 1189991 w 4940931"/>
                <a:gd name="connsiteY1007" fmla="*/ 95250 h 138429"/>
                <a:gd name="connsiteX1008" fmla="*/ 1193801 w 4940931"/>
                <a:gd name="connsiteY1008" fmla="*/ 93345 h 138429"/>
                <a:gd name="connsiteX1009" fmla="*/ 1198246 w 4940931"/>
                <a:gd name="connsiteY1009" fmla="*/ 90805 h 138429"/>
                <a:gd name="connsiteX1010" fmla="*/ 1207136 w 4940931"/>
                <a:gd name="connsiteY1010" fmla="*/ 100330 h 138429"/>
                <a:gd name="connsiteX1011" fmla="*/ 1201421 w 4940931"/>
                <a:gd name="connsiteY1011" fmla="*/ 104775 h 138429"/>
                <a:gd name="connsiteX1012" fmla="*/ 1195706 w 4940931"/>
                <a:gd name="connsiteY1012" fmla="*/ 107950 h 138429"/>
                <a:gd name="connsiteX1013" fmla="*/ 1188721 w 4940931"/>
                <a:gd name="connsiteY1013" fmla="*/ 109855 h 138429"/>
                <a:gd name="connsiteX1014" fmla="*/ 1179831 w 4940931"/>
                <a:gd name="connsiteY1014" fmla="*/ 110490 h 138429"/>
                <a:gd name="connsiteX1015" fmla="*/ 1170306 w 4940931"/>
                <a:gd name="connsiteY1015" fmla="*/ 109220 h 138429"/>
                <a:gd name="connsiteX1016" fmla="*/ 1162686 w 4940931"/>
                <a:gd name="connsiteY1016" fmla="*/ 105410 h 138429"/>
                <a:gd name="connsiteX1017" fmla="*/ 1156336 w 4940931"/>
                <a:gd name="connsiteY1017" fmla="*/ 100330 h 138429"/>
                <a:gd name="connsiteX1018" fmla="*/ 1151256 w 4940931"/>
                <a:gd name="connsiteY1018" fmla="*/ 92710 h 138429"/>
                <a:gd name="connsiteX1019" fmla="*/ 1147446 w 4940931"/>
                <a:gd name="connsiteY1019" fmla="*/ 82550 h 138429"/>
                <a:gd name="connsiteX1020" fmla="*/ 1146176 w 4940931"/>
                <a:gd name="connsiteY1020" fmla="*/ 69850 h 138429"/>
                <a:gd name="connsiteX1021" fmla="*/ 1148716 w 4940931"/>
                <a:gd name="connsiteY1021" fmla="*/ 52070 h 138429"/>
                <a:gd name="connsiteX1022" fmla="*/ 1155701 w 4940931"/>
                <a:gd name="connsiteY1022" fmla="*/ 39370 h 138429"/>
                <a:gd name="connsiteX1023" fmla="*/ 1166496 w 4940931"/>
                <a:gd name="connsiteY1023" fmla="*/ 31750 h 138429"/>
                <a:gd name="connsiteX1024" fmla="*/ 1180466 w 4940931"/>
                <a:gd name="connsiteY1024" fmla="*/ 29210 h 138429"/>
                <a:gd name="connsiteX1025" fmla="*/ 901065 w 4940931"/>
                <a:gd name="connsiteY1025" fmla="*/ 29210 h 138429"/>
                <a:gd name="connsiteX1026" fmla="*/ 915670 w 4940931"/>
                <a:gd name="connsiteY1026" fmla="*/ 32385 h 138429"/>
                <a:gd name="connsiteX1027" fmla="*/ 925830 w 4940931"/>
                <a:gd name="connsiteY1027" fmla="*/ 40640 h 138429"/>
                <a:gd name="connsiteX1028" fmla="*/ 932180 w 4940931"/>
                <a:gd name="connsiteY1028" fmla="*/ 53340 h 138429"/>
                <a:gd name="connsiteX1029" fmla="*/ 934085 w 4940931"/>
                <a:gd name="connsiteY1029" fmla="*/ 68580 h 138429"/>
                <a:gd name="connsiteX1030" fmla="*/ 932815 w 4940931"/>
                <a:gd name="connsiteY1030" fmla="*/ 68580 h 138429"/>
                <a:gd name="connsiteX1031" fmla="*/ 932815 w 4940931"/>
                <a:gd name="connsiteY1031" fmla="*/ 72390 h 138429"/>
                <a:gd name="connsiteX1032" fmla="*/ 932815 w 4940931"/>
                <a:gd name="connsiteY1032" fmla="*/ 75565 h 138429"/>
                <a:gd name="connsiteX1033" fmla="*/ 881380 w 4940931"/>
                <a:gd name="connsiteY1033" fmla="*/ 75565 h 138429"/>
                <a:gd name="connsiteX1034" fmla="*/ 883920 w 4940931"/>
                <a:gd name="connsiteY1034" fmla="*/ 85090 h 138429"/>
                <a:gd name="connsiteX1035" fmla="*/ 888365 w 4940931"/>
                <a:gd name="connsiteY1035" fmla="*/ 91440 h 138429"/>
                <a:gd name="connsiteX1036" fmla="*/ 894080 w 4940931"/>
                <a:gd name="connsiteY1036" fmla="*/ 95250 h 138429"/>
                <a:gd name="connsiteX1037" fmla="*/ 901065 w 4940931"/>
                <a:gd name="connsiteY1037" fmla="*/ 96520 h 138429"/>
                <a:gd name="connsiteX1038" fmla="*/ 906145 w 4940931"/>
                <a:gd name="connsiteY1038" fmla="*/ 96520 h 138429"/>
                <a:gd name="connsiteX1039" fmla="*/ 910590 w 4940931"/>
                <a:gd name="connsiteY1039" fmla="*/ 95250 h 138429"/>
                <a:gd name="connsiteX1040" fmla="*/ 914400 w 4940931"/>
                <a:gd name="connsiteY1040" fmla="*/ 93345 h 138429"/>
                <a:gd name="connsiteX1041" fmla="*/ 918845 w 4940931"/>
                <a:gd name="connsiteY1041" fmla="*/ 90805 h 138429"/>
                <a:gd name="connsiteX1042" fmla="*/ 927735 w 4940931"/>
                <a:gd name="connsiteY1042" fmla="*/ 100330 h 138429"/>
                <a:gd name="connsiteX1043" fmla="*/ 922020 w 4940931"/>
                <a:gd name="connsiteY1043" fmla="*/ 104775 h 138429"/>
                <a:gd name="connsiteX1044" fmla="*/ 916305 w 4940931"/>
                <a:gd name="connsiteY1044" fmla="*/ 107950 h 138429"/>
                <a:gd name="connsiteX1045" fmla="*/ 909320 w 4940931"/>
                <a:gd name="connsiteY1045" fmla="*/ 109855 h 138429"/>
                <a:gd name="connsiteX1046" fmla="*/ 900430 w 4940931"/>
                <a:gd name="connsiteY1046" fmla="*/ 110490 h 138429"/>
                <a:gd name="connsiteX1047" fmla="*/ 890905 w 4940931"/>
                <a:gd name="connsiteY1047" fmla="*/ 109220 h 138429"/>
                <a:gd name="connsiteX1048" fmla="*/ 883285 w 4940931"/>
                <a:gd name="connsiteY1048" fmla="*/ 105410 h 138429"/>
                <a:gd name="connsiteX1049" fmla="*/ 876935 w 4940931"/>
                <a:gd name="connsiteY1049" fmla="*/ 100330 h 138429"/>
                <a:gd name="connsiteX1050" fmla="*/ 871855 w 4940931"/>
                <a:gd name="connsiteY1050" fmla="*/ 92710 h 138429"/>
                <a:gd name="connsiteX1051" fmla="*/ 868045 w 4940931"/>
                <a:gd name="connsiteY1051" fmla="*/ 82550 h 138429"/>
                <a:gd name="connsiteX1052" fmla="*/ 866775 w 4940931"/>
                <a:gd name="connsiteY1052" fmla="*/ 69850 h 138429"/>
                <a:gd name="connsiteX1053" fmla="*/ 869315 w 4940931"/>
                <a:gd name="connsiteY1053" fmla="*/ 52070 h 138429"/>
                <a:gd name="connsiteX1054" fmla="*/ 876300 w 4940931"/>
                <a:gd name="connsiteY1054" fmla="*/ 39370 h 138429"/>
                <a:gd name="connsiteX1055" fmla="*/ 887095 w 4940931"/>
                <a:gd name="connsiteY1055" fmla="*/ 31750 h 138429"/>
                <a:gd name="connsiteX1056" fmla="*/ 901065 w 4940931"/>
                <a:gd name="connsiteY1056" fmla="*/ 29210 h 138429"/>
                <a:gd name="connsiteX1057" fmla="*/ 668656 w 4940931"/>
                <a:gd name="connsiteY1057" fmla="*/ 29210 h 138429"/>
                <a:gd name="connsiteX1058" fmla="*/ 676275 w 4940931"/>
                <a:gd name="connsiteY1058" fmla="*/ 29845 h 138429"/>
                <a:gd name="connsiteX1059" fmla="*/ 681991 w 4940931"/>
                <a:gd name="connsiteY1059" fmla="*/ 32385 h 138429"/>
                <a:gd name="connsiteX1060" fmla="*/ 678181 w 4940931"/>
                <a:gd name="connsiteY1060" fmla="*/ 46990 h 138429"/>
                <a:gd name="connsiteX1061" fmla="*/ 676910 w 4940931"/>
                <a:gd name="connsiteY1061" fmla="*/ 46990 h 138429"/>
                <a:gd name="connsiteX1062" fmla="*/ 671830 w 4940931"/>
                <a:gd name="connsiteY1062" fmla="*/ 45085 h 138429"/>
                <a:gd name="connsiteX1063" fmla="*/ 665480 w 4940931"/>
                <a:gd name="connsiteY1063" fmla="*/ 44450 h 138429"/>
                <a:gd name="connsiteX1064" fmla="*/ 654050 w 4940931"/>
                <a:gd name="connsiteY1064" fmla="*/ 49530 h 138429"/>
                <a:gd name="connsiteX1065" fmla="*/ 650240 w 4940931"/>
                <a:gd name="connsiteY1065" fmla="*/ 64770 h 138429"/>
                <a:gd name="connsiteX1066" fmla="*/ 650240 w 4940931"/>
                <a:gd name="connsiteY1066" fmla="*/ 109220 h 138429"/>
                <a:gd name="connsiteX1067" fmla="*/ 635000 w 4940931"/>
                <a:gd name="connsiteY1067" fmla="*/ 109220 h 138429"/>
                <a:gd name="connsiteX1068" fmla="*/ 635000 w 4940931"/>
                <a:gd name="connsiteY1068" fmla="*/ 31115 h 138429"/>
                <a:gd name="connsiteX1069" fmla="*/ 650240 w 4940931"/>
                <a:gd name="connsiteY1069" fmla="*/ 31115 h 138429"/>
                <a:gd name="connsiteX1070" fmla="*/ 650240 w 4940931"/>
                <a:gd name="connsiteY1070" fmla="*/ 38735 h 138429"/>
                <a:gd name="connsiteX1071" fmla="*/ 653416 w 4940931"/>
                <a:gd name="connsiteY1071" fmla="*/ 34925 h 138429"/>
                <a:gd name="connsiteX1072" fmla="*/ 657861 w 4940931"/>
                <a:gd name="connsiteY1072" fmla="*/ 31750 h 138429"/>
                <a:gd name="connsiteX1073" fmla="*/ 662940 w 4940931"/>
                <a:gd name="connsiteY1073" fmla="*/ 29845 h 138429"/>
                <a:gd name="connsiteX1074" fmla="*/ 668656 w 4940931"/>
                <a:gd name="connsiteY1074" fmla="*/ 29210 h 138429"/>
                <a:gd name="connsiteX1075" fmla="*/ 586739 w 4940931"/>
                <a:gd name="connsiteY1075" fmla="*/ 29210 h 138429"/>
                <a:gd name="connsiteX1076" fmla="*/ 601344 w 4940931"/>
                <a:gd name="connsiteY1076" fmla="*/ 32385 h 138429"/>
                <a:gd name="connsiteX1077" fmla="*/ 611504 w 4940931"/>
                <a:gd name="connsiteY1077" fmla="*/ 40640 h 138429"/>
                <a:gd name="connsiteX1078" fmla="*/ 617854 w 4940931"/>
                <a:gd name="connsiteY1078" fmla="*/ 53340 h 138429"/>
                <a:gd name="connsiteX1079" fmla="*/ 619759 w 4940931"/>
                <a:gd name="connsiteY1079" fmla="*/ 68580 h 138429"/>
                <a:gd name="connsiteX1080" fmla="*/ 618489 w 4940931"/>
                <a:gd name="connsiteY1080" fmla="*/ 68580 h 138429"/>
                <a:gd name="connsiteX1081" fmla="*/ 618489 w 4940931"/>
                <a:gd name="connsiteY1081" fmla="*/ 72390 h 138429"/>
                <a:gd name="connsiteX1082" fmla="*/ 618489 w 4940931"/>
                <a:gd name="connsiteY1082" fmla="*/ 75565 h 138429"/>
                <a:gd name="connsiteX1083" fmla="*/ 567054 w 4940931"/>
                <a:gd name="connsiteY1083" fmla="*/ 75565 h 138429"/>
                <a:gd name="connsiteX1084" fmla="*/ 569594 w 4940931"/>
                <a:gd name="connsiteY1084" fmla="*/ 85090 h 138429"/>
                <a:gd name="connsiteX1085" fmla="*/ 574039 w 4940931"/>
                <a:gd name="connsiteY1085" fmla="*/ 91440 h 138429"/>
                <a:gd name="connsiteX1086" fmla="*/ 579754 w 4940931"/>
                <a:gd name="connsiteY1086" fmla="*/ 95250 h 138429"/>
                <a:gd name="connsiteX1087" fmla="*/ 586739 w 4940931"/>
                <a:gd name="connsiteY1087" fmla="*/ 96520 h 138429"/>
                <a:gd name="connsiteX1088" fmla="*/ 591819 w 4940931"/>
                <a:gd name="connsiteY1088" fmla="*/ 96520 h 138429"/>
                <a:gd name="connsiteX1089" fmla="*/ 596264 w 4940931"/>
                <a:gd name="connsiteY1089" fmla="*/ 95250 h 138429"/>
                <a:gd name="connsiteX1090" fmla="*/ 600074 w 4940931"/>
                <a:gd name="connsiteY1090" fmla="*/ 93345 h 138429"/>
                <a:gd name="connsiteX1091" fmla="*/ 604519 w 4940931"/>
                <a:gd name="connsiteY1091" fmla="*/ 90805 h 138429"/>
                <a:gd name="connsiteX1092" fmla="*/ 613409 w 4940931"/>
                <a:gd name="connsiteY1092" fmla="*/ 100330 h 138429"/>
                <a:gd name="connsiteX1093" fmla="*/ 607694 w 4940931"/>
                <a:gd name="connsiteY1093" fmla="*/ 104775 h 138429"/>
                <a:gd name="connsiteX1094" fmla="*/ 601979 w 4940931"/>
                <a:gd name="connsiteY1094" fmla="*/ 107950 h 138429"/>
                <a:gd name="connsiteX1095" fmla="*/ 594994 w 4940931"/>
                <a:gd name="connsiteY1095" fmla="*/ 109855 h 138429"/>
                <a:gd name="connsiteX1096" fmla="*/ 586104 w 4940931"/>
                <a:gd name="connsiteY1096" fmla="*/ 110490 h 138429"/>
                <a:gd name="connsiteX1097" fmla="*/ 576579 w 4940931"/>
                <a:gd name="connsiteY1097" fmla="*/ 109220 h 138429"/>
                <a:gd name="connsiteX1098" fmla="*/ 568959 w 4940931"/>
                <a:gd name="connsiteY1098" fmla="*/ 105410 h 138429"/>
                <a:gd name="connsiteX1099" fmla="*/ 562609 w 4940931"/>
                <a:gd name="connsiteY1099" fmla="*/ 100330 h 138429"/>
                <a:gd name="connsiteX1100" fmla="*/ 557529 w 4940931"/>
                <a:gd name="connsiteY1100" fmla="*/ 92710 h 138429"/>
                <a:gd name="connsiteX1101" fmla="*/ 553719 w 4940931"/>
                <a:gd name="connsiteY1101" fmla="*/ 82550 h 138429"/>
                <a:gd name="connsiteX1102" fmla="*/ 552449 w 4940931"/>
                <a:gd name="connsiteY1102" fmla="*/ 69850 h 138429"/>
                <a:gd name="connsiteX1103" fmla="*/ 554989 w 4940931"/>
                <a:gd name="connsiteY1103" fmla="*/ 52070 h 138429"/>
                <a:gd name="connsiteX1104" fmla="*/ 561974 w 4940931"/>
                <a:gd name="connsiteY1104" fmla="*/ 39370 h 138429"/>
                <a:gd name="connsiteX1105" fmla="*/ 572769 w 4940931"/>
                <a:gd name="connsiteY1105" fmla="*/ 31750 h 138429"/>
                <a:gd name="connsiteX1106" fmla="*/ 586739 w 4940931"/>
                <a:gd name="connsiteY1106" fmla="*/ 29210 h 138429"/>
                <a:gd name="connsiteX1107" fmla="*/ 400050 w 4940931"/>
                <a:gd name="connsiteY1107" fmla="*/ 29210 h 138429"/>
                <a:gd name="connsiteX1108" fmla="*/ 414655 w 4940931"/>
                <a:gd name="connsiteY1108" fmla="*/ 32385 h 138429"/>
                <a:gd name="connsiteX1109" fmla="*/ 424815 w 4940931"/>
                <a:gd name="connsiteY1109" fmla="*/ 40640 h 138429"/>
                <a:gd name="connsiteX1110" fmla="*/ 431165 w 4940931"/>
                <a:gd name="connsiteY1110" fmla="*/ 53340 h 138429"/>
                <a:gd name="connsiteX1111" fmla="*/ 433070 w 4940931"/>
                <a:gd name="connsiteY1111" fmla="*/ 68580 h 138429"/>
                <a:gd name="connsiteX1112" fmla="*/ 431800 w 4940931"/>
                <a:gd name="connsiteY1112" fmla="*/ 68580 h 138429"/>
                <a:gd name="connsiteX1113" fmla="*/ 431800 w 4940931"/>
                <a:gd name="connsiteY1113" fmla="*/ 72390 h 138429"/>
                <a:gd name="connsiteX1114" fmla="*/ 431800 w 4940931"/>
                <a:gd name="connsiteY1114" fmla="*/ 75565 h 138429"/>
                <a:gd name="connsiteX1115" fmla="*/ 380365 w 4940931"/>
                <a:gd name="connsiteY1115" fmla="*/ 75565 h 138429"/>
                <a:gd name="connsiteX1116" fmla="*/ 382905 w 4940931"/>
                <a:gd name="connsiteY1116" fmla="*/ 85090 h 138429"/>
                <a:gd name="connsiteX1117" fmla="*/ 387350 w 4940931"/>
                <a:gd name="connsiteY1117" fmla="*/ 91440 h 138429"/>
                <a:gd name="connsiteX1118" fmla="*/ 393065 w 4940931"/>
                <a:gd name="connsiteY1118" fmla="*/ 95250 h 138429"/>
                <a:gd name="connsiteX1119" fmla="*/ 400050 w 4940931"/>
                <a:gd name="connsiteY1119" fmla="*/ 96520 h 138429"/>
                <a:gd name="connsiteX1120" fmla="*/ 405130 w 4940931"/>
                <a:gd name="connsiteY1120" fmla="*/ 96520 h 138429"/>
                <a:gd name="connsiteX1121" fmla="*/ 409575 w 4940931"/>
                <a:gd name="connsiteY1121" fmla="*/ 95250 h 138429"/>
                <a:gd name="connsiteX1122" fmla="*/ 413385 w 4940931"/>
                <a:gd name="connsiteY1122" fmla="*/ 93345 h 138429"/>
                <a:gd name="connsiteX1123" fmla="*/ 417830 w 4940931"/>
                <a:gd name="connsiteY1123" fmla="*/ 90805 h 138429"/>
                <a:gd name="connsiteX1124" fmla="*/ 426720 w 4940931"/>
                <a:gd name="connsiteY1124" fmla="*/ 100330 h 138429"/>
                <a:gd name="connsiteX1125" fmla="*/ 421005 w 4940931"/>
                <a:gd name="connsiteY1125" fmla="*/ 104775 h 138429"/>
                <a:gd name="connsiteX1126" fmla="*/ 415290 w 4940931"/>
                <a:gd name="connsiteY1126" fmla="*/ 107950 h 138429"/>
                <a:gd name="connsiteX1127" fmla="*/ 408305 w 4940931"/>
                <a:gd name="connsiteY1127" fmla="*/ 109855 h 138429"/>
                <a:gd name="connsiteX1128" fmla="*/ 399415 w 4940931"/>
                <a:gd name="connsiteY1128" fmla="*/ 110490 h 138429"/>
                <a:gd name="connsiteX1129" fmla="*/ 389890 w 4940931"/>
                <a:gd name="connsiteY1129" fmla="*/ 109220 h 138429"/>
                <a:gd name="connsiteX1130" fmla="*/ 382270 w 4940931"/>
                <a:gd name="connsiteY1130" fmla="*/ 105410 h 138429"/>
                <a:gd name="connsiteX1131" fmla="*/ 375920 w 4940931"/>
                <a:gd name="connsiteY1131" fmla="*/ 100330 h 138429"/>
                <a:gd name="connsiteX1132" fmla="*/ 370840 w 4940931"/>
                <a:gd name="connsiteY1132" fmla="*/ 92710 h 138429"/>
                <a:gd name="connsiteX1133" fmla="*/ 367030 w 4940931"/>
                <a:gd name="connsiteY1133" fmla="*/ 82550 h 138429"/>
                <a:gd name="connsiteX1134" fmla="*/ 365760 w 4940931"/>
                <a:gd name="connsiteY1134" fmla="*/ 69850 h 138429"/>
                <a:gd name="connsiteX1135" fmla="*/ 368300 w 4940931"/>
                <a:gd name="connsiteY1135" fmla="*/ 52070 h 138429"/>
                <a:gd name="connsiteX1136" fmla="*/ 375285 w 4940931"/>
                <a:gd name="connsiteY1136" fmla="*/ 39370 h 138429"/>
                <a:gd name="connsiteX1137" fmla="*/ 386080 w 4940931"/>
                <a:gd name="connsiteY1137" fmla="*/ 31750 h 138429"/>
                <a:gd name="connsiteX1138" fmla="*/ 400050 w 4940931"/>
                <a:gd name="connsiteY1138" fmla="*/ 29210 h 138429"/>
                <a:gd name="connsiteX1139" fmla="*/ 201930 w 4940931"/>
                <a:gd name="connsiteY1139" fmla="*/ 29210 h 138429"/>
                <a:gd name="connsiteX1140" fmla="*/ 216535 w 4940931"/>
                <a:gd name="connsiteY1140" fmla="*/ 32385 h 138429"/>
                <a:gd name="connsiteX1141" fmla="*/ 226695 w 4940931"/>
                <a:gd name="connsiteY1141" fmla="*/ 40640 h 138429"/>
                <a:gd name="connsiteX1142" fmla="*/ 233045 w 4940931"/>
                <a:gd name="connsiteY1142" fmla="*/ 53340 h 138429"/>
                <a:gd name="connsiteX1143" fmla="*/ 234950 w 4940931"/>
                <a:gd name="connsiteY1143" fmla="*/ 68580 h 138429"/>
                <a:gd name="connsiteX1144" fmla="*/ 233680 w 4940931"/>
                <a:gd name="connsiteY1144" fmla="*/ 68580 h 138429"/>
                <a:gd name="connsiteX1145" fmla="*/ 233680 w 4940931"/>
                <a:gd name="connsiteY1145" fmla="*/ 72390 h 138429"/>
                <a:gd name="connsiteX1146" fmla="*/ 233680 w 4940931"/>
                <a:gd name="connsiteY1146" fmla="*/ 75565 h 138429"/>
                <a:gd name="connsiteX1147" fmla="*/ 182245 w 4940931"/>
                <a:gd name="connsiteY1147" fmla="*/ 75565 h 138429"/>
                <a:gd name="connsiteX1148" fmla="*/ 184785 w 4940931"/>
                <a:gd name="connsiteY1148" fmla="*/ 85090 h 138429"/>
                <a:gd name="connsiteX1149" fmla="*/ 189230 w 4940931"/>
                <a:gd name="connsiteY1149" fmla="*/ 91440 h 138429"/>
                <a:gd name="connsiteX1150" fmla="*/ 194945 w 4940931"/>
                <a:gd name="connsiteY1150" fmla="*/ 95250 h 138429"/>
                <a:gd name="connsiteX1151" fmla="*/ 201930 w 4940931"/>
                <a:gd name="connsiteY1151" fmla="*/ 96520 h 138429"/>
                <a:gd name="connsiteX1152" fmla="*/ 207010 w 4940931"/>
                <a:gd name="connsiteY1152" fmla="*/ 96520 h 138429"/>
                <a:gd name="connsiteX1153" fmla="*/ 211455 w 4940931"/>
                <a:gd name="connsiteY1153" fmla="*/ 95250 h 138429"/>
                <a:gd name="connsiteX1154" fmla="*/ 215265 w 4940931"/>
                <a:gd name="connsiteY1154" fmla="*/ 93345 h 138429"/>
                <a:gd name="connsiteX1155" fmla="*/ 219710 w 4940931"/>
                <a:gd name="connsiteY1155" fmla="*/ 90805 h 138429"/>
                <a:gd name="connsiteX1156" fmla="*/ 228600 w 4940931"/>
                <a:gd name="connsiteY1156" fmla="*/ 100330 h 138429"/>
                <a:gd name="connsiteX1157" fmla="*/ 222885 w 4940931"/>
                <a:gd name="connsiteY1157" fmla="*/ 104775 h 138429"/>
                <a:gd name="connsiteX1158" fmla="*/ 217170 w 4940931"/>
                <a:gd name="connsiteY1158" fmla="*/ 107950 h 138429"/>
                <a:gd name="connsiteX1159" fmla="*/ 210185 w 4940931"/>
                <a:gd name="connsiteY1159" fmla="*/ 109855 h 138429"/>
                <a:gd name="connsiteX1160" fmla="*/ 201295 w 4940931"/>
                <a:gd name="connsiteY1160" fmla="*/ 110490 h 138429"/>
                <a:gd name="connsiteX1161" fmla="*/ 191770 w 4940931"/>
                <a:gd name="connsiteY1161" fmla="*/ 109220 h 138429"/>
                <a:gd name="connsiteX1162" fmla="*/ 184150 w 4940931"/>
                <a:gd name="connsiteY1162" fmla="*/ 105410 h 138429"/>
                <a:gd name="connsiteX1163" fmla="*/ 177800 w 4940931"/>
                <a:gd name="connsiteY1163" fmla="*/ 100330 h 138429"/>
                <a:gd name="connsiteX1164" fmla="*/ 172720 w 4940931"/>
                <a:gd name="connsiteY1164" fmla="*/ 92710 h 138429"/>
                <a:gd name="connsiteX1165" fmla="*/ 168910 w 4940931"/>
                <a:gd name="connsiteY1165" fmla="*/ 82550 h 138429"/>
                <a:gd name="connsiteX1166" fmla="*/ 167640 w 4940931"/>
                <a:gd name="connsiteY1166" fmla="*/ 69850 h 138429"/>
                <a:gd name="connsiteX1167" fmla="*/ 170180 w 4940931"/>
                <a:gd name="connsiteY1167" fmla="*/ 52070 h 138429"/>
                <a:gd name="connsiteX1168" fmla="*/ 177165 w 4940931"/>
                <a:gd name="connsiteY1168" fmla="*/ 39370 h 138429"/>
                <a:gd name="connsiteX1169" fmla="*/ 187960 w 4940931"/>
                <a:gd name="connsiteY1169" fmla="*/ 31750 h 138429"/>
                <a:gd name="connsiteX1170" fmla="*/ 201930 w 4940931"/>
                <a:gd name="connsiteY1170" fmla="*/ 29210 h 138429"/>
                <a:gd name="connsiteX1171" fmla="*/ 4664706 w 4940931"/>
                <a:gd name="connsiteY1171" fmla="*/ 28574 h 138429"/>
                <a:gd name="connsiteX1172" fmla="*/ 4678676 w 4940931"/>
                <a:gd name="connsiteY1172" fmla="*/ 31749 h 138429"/>
                <a:gd name="connsiteX1173" fmla="*/ 4689471 w 4940931"/>
                <a:gd name="connsiteY1173" fmla="*/ 40004 h 138429"/>
                <a:gd name="connsiteX1174" fmla="*/ 4696456 w 4940931"/>
                <a:gd name="connsiteY1174" fmla="*/ 52704 h 138429"/>
                <a:gd name="connsiteX1175" fmla="*/ 4698996 w 4940931"/>
                <a:gd name="connsiteY1175" fmla="*/ 69214 h 138429"/>
                <a:gd name="connsiteX1176" fmla="*/ 4699631 w 4940931"/>
                <a:gd name="connsiteY1176" fmla="*/ 69214 h 138429"/>
                <a:gd name="connsiteX1177" fmla="*/ 4697091 w 4940931"/>
                <a:gd name="connsiteY1177" fmla="*/ 86359 h 138429"/>
                <a:gd name="connsiteX1178" fmla="*/ 4689471 w 4940931"/>
                <a:gd name="connsiteY1178" fmla="*/ 99059 h 138429"/>
                <a:gd name="connsiteX1179" fmla="*/ 4678041 w 4940931"/>
                <a:gd name="connsiteY1179" fmla="*/ 107314 h 138429"/>
                <a:gd name="connsiteX1180" fmla="*/ 4664071 w 4940931"/>
                <a:gd name="connsiteY1180" fmla="*/ 109854 h 138429"/>
                <a:gd name="connsiteX1181" fmla="*/ 4650101 w 4940931"/>
                <a:gd name="connsiteY1181" fmla="*/ 106679 h 138429"/>
                <a:gd name="connsiteX1182" fmla="*/ 4639306 w 4940931"/>
                <a:gd name="connsiteY1182" fmla="*/ 98424 h 138429"/>
                <a:gd name="connsiteX1183" fmla="*/ 4632321 w 4940931"/>
                <a:gd name="connsiteY1183" fmla="*/ 85724 h 138429"/>
                <a:gd name="connsiteX1184" fmla="*/ 4629781 w 4940931"/>
                <a:gd name="connsiteY1184" fmla="*/ 69214 h 138429"/>
                <a:gd name="connsiteX1185" fmla="*/ 4632321 w 4940931"/>
                <a:gd name="connsiteY1185" fmla="*/ 52069 h 138429"/>
                <a:gd name="connsiteX1186" fmla="*/ 4639941 w 4940931"/>
                <a:gd name="connsiteY1186" fmla="*/ 39369 h 138429"/>
                <a:gd name="connsiteX1187" fmla="*/ 4650736 w 4940931"/>
                <a:gd name="connsiteY1187" fmla="*/ 31114 h 138429"/>
                <a:gd name="connsiteX1188" fmla="*/ 4664706 w 4940931"/>
                <a:gd name="connsiteY1188" fmla="*/ 28574 h 138429"/>
                <a:gd name="connsiteX1189" fmla="*/ 4264655 w 4940931"/>
                <a:gd name="connsiteY1189" fmla="*/ 28574 h 138429"/>
                <a:gd name="connsiteX1190" fmla="*/ 4278625 w 4940931"/>
                <a:gd name="connsiteY1190" fmla="*/ 31749 h 138429"/>
                <a:gd name="connsiteX1191" fmla="*/ 4289420 w 4940931"/>
                <a:gd name="connsiteY1191" fmla="*/ 40004 h 138429"/>
                <a:gd name="connsiteX1192" fmla="*/ 4296405 w 4940931"/>
                <a:gd name="connsiteY1192" fmla="*/ 52704 h 138429"/>
                <a:gd name="connsiteX1193" fmla="*/ 4298945 w 4940931"/>
                <a:gd name="connsiteY1193" fmla="*/ 69214 h 138429"/>
                <a:gd name="connsiteX1194" fmla="*/ 4299580 w 4940931"/>
                <a:gd name="connsiteY1194" fmla="*/ 69214 h 138429"/>
                <a:gd name="connsiteX1195" fmla="*/ 4297040 w 4940931"/>
                <a:gd name="connsiteY1195" fmla="*/ 86359 h 138429"/>
                <a:gd name="connsiteX1196" fmla="*/ 4289420 w 4940931"/>
                <a:gd name="connsiteY1196" fmla="*/ 99059 h 138429"/>
                <a:gd name="connsiteX1197" fmla="*/ 4277990 w 4940931"/>
                <a:gd name="connsiteY1197" fmla="*/ 107314 h 138429"/>
                <a:gd name="connsiteX1198" fmla="*/ 4264020 w 4940931"/>
                <a:gd name="connsiteY1198" fmla="*/ 109854 h 138429"/>
                <a:gd name="connsiteX1199" fmla="*/ 4250050 w 4940931"/>
                <a:gd name="connsiteY1199" fmla="*/ 106679 h 138429"/>
                <a:gd name="connsiteX1200" fmla="*/ 4239255 w 4940931"/>
                <a:gd name="connsiteY1200" fmla="*/ 98424 h 138429"/>
                <a:gd name="connsiteX1201" fmla="*/ 4232270 w 4940931"/>
                <a:gd name="connsiteY1201" fmla="*/ 85724 h 138429"/>
                <a:gd name="connsiteX1202" fmla="*/ 4229730 w 4940931"/>
                <a:gd name="connsiteY1202" fmla="*/ 69214 h 138429"/>
                <a:gd name="connsiteX1203" fmla="*/ 4232270 w 4940931"/>
                <a:gd name="connsiteY1203" fmla="*/ 52069 h 138429"/>
                <a:gd name="connsiteX1204" fmla="*/ 4239890 w 4940931"/>
                <a:gd name="connsiteY1204" fmla="*/ 39369 h 138429"/>
                <a:gd name="connsiteX1205" fmla="*/ 4250685 w 4940931"/>
                <a:gd name="connsiteY1205" fmla="*/ 31114 h 138429"/>
                <a:gd name="connsiteX1206" fmla="*/ 4264655 w 4940931"/>
                <a:gd name="connsiteY1206" fmla="*/ 28574 h 138429"/>
                <a:gd name="connsiteX1207" fmla="*/ 1420495 w 4940931"/>
                <a:gd name="connsiteY1207" fmla="*/ 28574 h 138429"/>
                <a:gd name="connsiteX1208" fmla="*/ 1434465 w 4940931"/>
                <a:gd name="connsiteY1208" fmla="*/ 31749 h 138429"/>
                <a:gd name="connsiteX1209" fmla="*/ 1445260 w 4940931"/>
                <a:gd name="connsiteY1209" fmla="*/ 40004 h 138429"/>
                <a:gd name="connsiteX1210" fmla="*/ 1452245 w 4940931"/>
                <a:gd name="connsiteY1210" fmla="*/ 52704 h 138429"/>
                <a:gd name="connsiteX1211" fmla="*/ 1454785 w 4940931"/>
                <a:gd name="connsiteY1211" fmla="*/ 69214 h 138429"/>
                <a:gd name="connsiteX1212" fmla="*/ 1455420 w 4940931"/>
                <a:gd name="connsiteY1212" fmla="*/ 69214 h 138429"/>
                <a:gd name="connsiteX1213" fmla="*/ 1452880 w 4940931"/>
                <a:gd name="connsiteY1213" fmla="*/ 86359 h 138429"/>
                <a:gd name="connsiteX1214" fmla="*/ 1445260 w 4940931"/>
                <a:gd name="connsiteY1214" fmla="*/ 99059 h 138429"/>
                <a:gd name="connsiteX1215" fmla="*/ 1433830 w 4940931"/>
                <a:gd name="connsiteY1215" fmla="*/ 107314 h 138429"/>
                <a:gd name="connsiteX1216" fmla="*/ 1419860 w 4940931"/>
                <a:gd name="connsiteY1216" fmla="*/ 109854 h 138429"/>
                <a:gd name="connsiteX1217" fmla="*/ 1405890 w 4940931"/>
                <a:gd name="connsiteY1217" fmla="*/ 106679 h 138429"/>
                <a:gd name="connsiteX1218" fmla="*/ 1395095 w 4940931"/>
                <a:gd name="connsiteY1218" fmla="*/ 98424 h 138429"/>
                <a:gd name="connsiteX1219" fmla="*/ 1388110 w 4940931"/>
                <a:gd name="connsiteY1219" fmla="*/ 85724 h 138429"/>
                <a:gd name="connsiteX1220" fmla="*/ 1385570 w 4940931"/>
                <a:gd name="connsiteY1220" fmla="*/ 69214 h 138429"/>
                <a:gd name="connsiteX1221" fmla="*/ 1388110 w 4940931"/>
                <a:gd name="connsiteY1221" fmla="*/ 52069 h 138429"/>
                <a:gd name="connsiteX1222" fmla="*/ 1395730 w 4940931"/>
                <a:gd name="connsiteY1222" fmla="*/ 39369 h 138429"/>
                <a:gd name="connsiteX1223" fmla="*/ 1406525 w 4940931"/>
                <a:gd name="connsiteY1223" fmla="*/ 31114 h 138429"/>
                <a:gd name="connsiteX1224" fmla="*/ 1420495 w 4940931"/>
                <a:gd name="connsiteY1224" fmla="*/ 28574 h 138429"/>
                <a:gd name="connsiteX1225" fmla="*/ 3143245 w 4940931"/>
                <a:gd name="connsiteY1225" fmla="*/ 5079 h 138429"/>
                <a:gd name="connsiteX1226" fmla="*/ 3219445 w 4940931"/>
                <a:gd name="connsiteY1226" fmla="*/ 5079 h 138429"/>
                <a:gd name="connsiteX1227" fmla="*/ 3219445 w 4940931"/>
                <a:gd name="connsiteY1227" fmla="*/ 20319 h 138429"/>
                <a:gd name="connsiteX1228" fmla="*/ 3188965 w 4940931"/>
                <a:gd name="connsiteY1228" fmla="*/ 20319 h 138429"/>
                <a:gd name="connsiteX1229" fmla="*/ 3188965 w 4940931"/>
                <a:gd name="connsiteY1229" fmla="*/ 108584 h 138429"/>
                <a:gd name="connsiteX1230" fmla="*/ 3173090 w 4940931"/>
                <a:gd name="connsiteY1230" fmla="*/ 108584 h 138429"/>
                <a:gd name="connsiteX1231" fmla="*/ 3173090 w 4940931"/>
                <a:gd name="connsiteY1231" fmla="*/ 20319 h 138429"/>
                <a:gd name="connsiteX1232" fmla="*/ 3143245 w 4940931"/>
                <a:gd name="connsiteY1232" fmla="*/ 20319 h 138429"/>
                <a:gd name="connsiteX1233" fmla="*/ 1628774 w 4940931"/>
                <a:gd name="connsiteY1233" fmla="*/ 5079 h 138429"/>
                <a:gd name="connsiteX1234" fmla="*/ 1704970 w 4940931"/>
                <a:gd name="connsiteY1234" fmla="*/ 5079 h 138429"/>
                <a:gd name="connsiteX1235" fmla="*/ 1704970 w 4940931"/>
                <a:gd name="connsiteY1235" fmla="*/ 20319 h 138429"/>
                <a:gd name="connsiteX1236" fmla="*/ 1675129 w 4940931"/>
                <a:gd name="connsiteY1236" fmla="*/ 20319 h 138429"/>
                <a:gd name="connsiteX1237" fmla="*/ 1675129 w 4940931"/>
                <a:gd name="connsiteY1237" fmla="*/ 108584 h 138429"/>
                <a:gd name="connsiteX1238" fmla="*/ 1659255 w 4940931"/>
                <a:gd name="connsiteY1238" fmla="*/ 108584 h 138429"/>
                <a:gd name="connsiteX1239" fmla="*/ 1659255 w 4940931"/>
                <a:gd name="connsiteY1239" fmla="*/ 20319 h 138429"/>
                <a:gd name="connsiteX1240" fmla="*/ 1628774 w 4940931"/>
                <a:gd name="connsiteY1240" fmla="*/ 20319 h 138429"/>
                <a:gd name="connsiteX1241" fmla="*/ 0 w 4940931"/>
                <a:gd name="connsiteY1241" fmla="*/ 5079 h 138429"/>
                <a:gd name="connsiteX1242" fmla="*/ 76200 w 4940931"/>
                <a:gd name="connsiteY1242" fmla="*/ 5079 h 138429"/>
                <a:gd name="connsiteX1243" fmla="*/ 76200 w 4940931"/>
                <a:gd name="connsiteY1243" fmla="*/ 20319 h 138429"/>
                <a:gd name="connsiteX1244" fmla="*/ 45720 w 4940931"/>
                <a:gd name="connsiteY1244" fmla="*/ 20319 h 138429"/>
                <a:gd name="connsiteX1245" fmla="*/ 45720 w 4940931"/>
                <a:gd name="connsiteY1245" fmla="*/ 108584 h 138429"/>
                <a:gd name="connsiteX1246" fmla="*/ 29845 w 4940931"/>
                <a:gd name="connsiteY1246" fmla="*/ 108584 h 138429"/>
                <a:gd name="connsiteX1247" fmla="*/ 29845 w 4940931"/>
                <a:gd name="connsiteY1247" fmla="*/ 20319 h 138429"/>
                <a:gd name="connsiteX1248" fmla="*/ 0 w 4940931"/>
                <a:gd name="connsiteY1248" fmla="*/ 20319 h 138429"/>
                <a:gd name="connsiteX1249" fmla="*/ 1362075 w 4940931"/>
                <a:gd name="connsiteY1249" fmla="*/ 1269 h 138429"/>
                <a:gd name="connsiteX1250" fmla="*/ 1365885 w 4940931"/>
                <a:gd name="connsiteY1250" fmla="*/ 1904 h 138429"/>
                <a:gd name="connsiteX1251" fmla="*/ 1369060 w 4940931"/>
                <a:gd name="connsiteY1251" fmla="*/ 3809 h 138429"/>
                <a:gd name="connsiteX1252" fmla="*/ 1370965 w 4940931"/>
                <a:gd name="connsiteY1252" fmla="*/ 6984 h 138429"/>
                <a:gd name="connsiteX1253" fmla="*/ 1371600 w 4940931"/>
                <a:gd name="connsiteY1253" fmla="*/ 10794 h 138429"/>
                <a:gd name="connsiteX1254" fmla="*/ 1370965 w 4940931"/>
                <a:gd name="connsiteY1254" fmla="*/ 14604 h 138429"/>
                <a:gd name="connsiteX1255" fmla="*/ 1369060 w 4940931"/>
                <a:gd name="connsiteY1255" fmla="*/ 17779 h 138429"/>
                <a:gd name="connsiteX1256" fmla="*/ 1365885 w 4940931"/>
                <a:gd name="connsiteY1256" fmla="*/ 19684 h 138429"/>
                <a:gd name="connsiteX1257" fmla="*/ 1362075 w 4940931"/>
                <a:gd name="connsiteY1257" fmla="*/ 20319 h 138429"/>
                <a:gd name="connsiteX1258" fmla="*/ 1358265 w 4940931"/>
                <a:gd name="connsiteY1258" fmla="*/ 19684 h 138429"/>
                <a:gd name="connsiteX1259" fmla="*/ 1355090 w 4940931"/>
                <a:gd name="connsiteY1259" fmla="*/ 17779 h 138429"/>
                <a:gd name="connsiteX1260" fmla="*/ 1353185 w 4940931"/>
                <a:gd name="connsiteY1260" fmla="*/ 14604 h 138429"/>
                <a:gd name="connsiteX1261" fmla="*/ 1352550 w 4940931"/>
                <a:gd name="connsiteY1261" fmla="*/ 10794 h 138429"/>
                <a:gd name="connsiteX1262" fmla="*/ 1353185 w 4940931"/>
                <a:gd name="connsiteY1262" fmla="*/ 6984 h 138429"/>
                <a:gd name="connsiteX1263" fmla="*/ 1355090 w 4940931"/>
                <a:gd name="connsiteY1263" fmla="*/ 3809 h 138429"/>
                <a:gd name="connsiteX1264" fmla="*/ 1358265 w 4940931"/>
                <a:gd name="connsiteY1264" fmla="*/ 1904 h 138429"/>
                <a:gd name="connsiteX1265" fmla="*/ 1362075 w 4940931"/>
                <a:gd name="connsiteY1265" fmla="*/ 1269 h 138429"/>
                <a:gd name="connsiteX1266" fmla="*/ 4789801 w 4940931"/>
                <a:gd name="connsiteY1266" fmla="*/ 634 h 138429"/>
                <a:gd name="connsiteX1267" fmla="*/ 4789801 w 4940931"/>
                <a:gd name="connsiteY1267" fmla="*/ 65404 h 138429"/>
                <a:gd name="connsiteX1268" fmla="*/ 4814566 w 4940931"/>
                <a:gd name="connsiteY1268" fmla="*/ 31114 h 138429"/>
                <a:gd name="connsiteX1269" fmla="*/ 4831711 w 4940931"/>
                <a:gd name="connsiteY1269" fmla="*/ 31114 h 138429"/>
                <a:gd name="connsiteX1270" fmla="*/ 4812026 w 4940931"/>
                <a:gd name="connsiteY1270" fmla="*/ 57149 h 138429"/>
                <a:gd name="connsiteX1271" fmla="*/ 4835521 w 4940931"/>
                <a:gd name="connsiteY1271" fmla="*/ 108584 h 138429"/>
                <a:gd name="connsiteX1272" fmla="*/ 4819011 w 4940931"/>
                <a:gd name="connsiteY1272" fmla="*/ 108584 h 138429"/>
                <a:gd name="connsiteX1273" fmla="*/ 4801866 w 4940931"/>
                <a:gd name="connsiteY1273" fmla="*/ 69849 h 138429"/>
                <a:gd name="connsiteX1274" fmla="*/ 4789801 w 4940931"/>
                <a:gd name="connsiteY1274" fmla="*/ 85724 h 138429"/>
                <a:gd name="connsiteX1275" fmla="*/ 4789801 w 4940931"/>
                <a:gd name="connsiteY1275" fmla="*/ 108584 h 138429"/>
                <a:gd name="connsiteX1276" fmla="*/ 4774561 w 4940931"/>
                <a:gd name="connsiteY1276" fmla="*/ 108584 h 138429"/>
                <a:gd name="connsiteX1277" fmla="*/ 4774561 w 4940931"/>
                <a:gd name="connsiteY1277" fmla="*/ 8889 h 138429"/>
                <a:gd name="connsiteX1278" fmla="*/ 4472301 w 4940931"/>
                <a:gd name="connsiteY1278" fmla="*/ 634 h 138429"/>
                <a:gd name="connsiteX1279" fmla="*/ 4472301 w 4940931"/>
                <a:gd name="connsiteY1279" fmla="*/ 109219 h 138429"/>
                <a:gd name="connsiteX1280" fmla="*/ 4457061 w 4940931"/>
                <a:gd name="connsiteY1280" fmla="*/ 109219 h 138429"/>
                <a:gd name="connsiteX1281" fmla="*/ 4457696 w 4940931"/>
                <a:gd name="connsiteY1281" fmla="*/ 108584 h 138429"/>
                <a:gd name="connsiteX1282" fmla="*/ 4457696 w 4940931"/>
                <a:gd name="connsiteY1282" fmla="*/ 100964 h 138429"/>
                <a:gd name="connsiteX1283" fmla="*/ 4453251 w 4940931"/>
                <a:gd name="connsiteY1283" fmla="*/ 104774 h 138429"/>
                <a:gd name="connsiteX1284" fmla="*/ 4448171 w 4940931"/>
                <a:gd name="connsiteY1284" fmla="*/ 107949 h 138429"/>
                <a:gd name="connsiteX1285" fmla="*/ 4443091 w 4940931"/>
                <a:gd name="connsiteY1285" fmla="*/ 109854 h 138429"/>
                <a:gd name="connsiteX1286" fmla="*/ 4437376 w 4940931"/>
                <a:gd name="connsiteY1286" fmla="*/ 109854 h 138429"/>
                <a:gd name="connsiteX1287" fmla="*/ 4425946 w 4940931"/>
                <a:gd name="connsiteY1287" fmla="*/ 107314 h 138429"/>
                <a:gd name="connsiteX1288" fmla="*/ 4416421 w 4940931"/>
                <a:gd name="connsiteY1288" fmla="*/ 99694 h 138429"/>
                <a:gd name="connsiteX1289" fmla="*/ 4410071 w 4940931"/>
                <a:gd name="connsiteY1289" fmla="*/ 86994 h 138429"/>
                <a:gd name="connsiteX1290" fmla="*/ 4407531 w 4940931"/>
                <a:gd name="connsiteY1290" fmla="*/ 67944 h 138429"/>
                <a:gd name="connsiteX1291" fmla="*/ 4410071 w 4940931"/>
                <a:gd name="connsiteY1291" fmla="*/ 50799 h 138429"/>
                <a:gd name="connsiteX1292" fmla="*/ 4417056 w 4940931"/>
                <a:gd name="connsiteY1292" fmla="*/ 38734 h 138429"/>
                <a:gd name="connsiteX1293" fmla="*/ 4426581 w 4940931"/>
                <a:gd name="connsiteY1293" fmla="*/ 31749 h 138429"/>
                <a:gd name="connsiteX1294" fmla="*/ 4438011 w 4940931"/>
                <a:gd name="connsiteY1294" fmla="*/ 29209 h 138429"/>
                <a:gd name="connsiteX1295" fmla="*/ 4443726 w 4940931"/>
                <a:gd name="connsiteY1295" fmla="*/ 29844 h 138429"/>
                <a:gd name="connsiteX1296" fmla="*/ 4448806 w 4940931"/>
                <a:gd name="connsiteY1296" fmla="*/ 31749 h 138429"/>
                <a:gd name="connsiteX1297" fmla="*/ 4453251 w 4940931"/>
                <a:gd name="connsiteY1297" fmla="*/ 34924 h 138429"/>
                <a:gd name="connsiteX1298" fmla="*/ 4457061 w 4940931"/>
                <a:gd name="connsiteY1298" fmla="*/ 38099 h 138429"/>
                <a:gd name="connsiteX1299" fmla="*/ 4457061 w 4940931"/>
                <a:gd name="connsiteY1299" fmla="*/ 8254 h 138429"/>
                <a:gd name="connsiteX1300" fmla="*/ 4390385 w 4940931"/>
                <a:gd name="connsiteY1300" fmla="*/ 634 h 138429"/>
                <a:gd name="connsiteX1301" fmla="*/ 4390385 w 4940931"/>
                <a:gd name="connsiteY1301" fmla="*/ 108584 h 138429"/>
                <a:gd name="connsiteX1302" fmla="*/ 4375145 w 4940931"/>
                <a:gd name="connsiteY1302" fmla="*/ 108584 h 138429"/>
                <a:gd name="connsiteX1303" fmla="*/ 4375145 w 4940931"/>
                <a:gd name="connsiteY1303" fmla="*/ 8889 h 138429"/>
                <a:gd name="connsiteX1304" fmla="*/ 3946521 w 4940931"/>
                <a:gd name="connsiteY1304" fmla="*/ 634 h 138429"/>
                <a:gd name="connsiteX1305" fmla="*/ 3946521 w 4940931"/>
                <a:gd name="connsiteY1305" fmla="*/ 38099 h 138429"/>
                <a:gd name="connsiteX1306" fmla="*/ 3950331 w 4940931"/>
                <a:gd name="connsiteY1306" fmla="*/ 34289 h 138429"/>
                <a:gd name="connsiteX1307" fmla="*/ 3954776 w 4940931"/>
                <a:gd name="connsiteY1307" fmla="*/ 31114 h 138429"/>
                <a:gd name="connsiteX1308" fmla="*/ 3960491 w 4940931"/>
                <a:gd name="connsiteY1308" fmla="*/ 29209 h 138429"/>
                <a:gd name="connsiteX1309" fmla="*/ 3966206 w 4940931"/>
                <a:gd name="connsiteY1309" fmla="*/ 29209 h 138429"/>
                <a:gd name="connsiteX1310" fmla="*/ 3978271 w 4940931"/>
                <a:gd name="connsiteY1310" fmla="*/ 31749 h 138429"/>
                <a:gd name="connsiteX1311" fmla="*/ 3987161 w 4940931"/>
                <a:gd name="connsiteY1311" fmla="*/ 38099 h 138429"/>
                <a:gd name="connsiteX1312" fmla="*/ 3992241 w 4940931"/>
                <a:gd name="connsiteY1312" fmla="*/ 49529 h 138429"/>
                <a:gd name="connsiteX1313" fmla="*/ 3994146 w 4940931"/>
                <a:gd name="connsiteY1313" fmla="*/ 64134 h 138429"/>
                <a:gd name="connsiteX1314" fmla="*/ 3994146 w 4940931"/>
                <a:gd name="connsiteY1314" fmla="*/ 108584 h 138429"/>
                <a:gd name="connsiteX1315" fmla="*/ 3978906 w 4940931"/>
                <a:gd name="connsiteY1315" fmla="*/ 108584 h 138429"/>
                <a:gd name="connsiteX1316" fmla="*/ 3978271 w 4940931"/>
                <a:gd name="connsiteY1316" fmla="*/ 108584 h 138429"/>
                <a:gd name="connsiteX1317" fmla="*/ 3978271 w 4940931"/>
                <a:gd name="connsiteY1317" fmla="*/ 64769 h 138429"/>
                <a:gd name="connsiteX1318" fmla="*/ 3974461 w 4940931"/>
                <a:gd name="connsiteY1318" fmla="*/ 48894 h 138429"/>
                <a:gd name="connsiteX1319" fmla="*/ 3962396 w 4940931"/>
                <a:gd name="connsiteY1319" fmla="*/ 43814 h 138429"/>
                <a:gd name="connsiteX1320" fmla="*/ 3956046 w 4940931"/>
                <a:gd name="connsiteY1320" fmla="*/ 45084 h 138429"/>
                <a:gd name="connsiteX1321" fmla="*/ 3950966 w 4940931"/>
                <a:gd name="connsiteY1321" fmla="*/ 48894 h 138429"/>
                <a:gd name="connsiteX1322" fmla="*/ 3947791 w 4940931"/>
                <a:gd name="connsiteY1322" fmla="*/ 55244 h 138429"/>
                <a:gd name="connsiteX1323" fmla="*/ 3946521 w 4940931"/>
                <a:gd name="connsiteY1323" fmla="*/ 63499 h 138429"/>
                <a:gd name="connsiteX1324" fmla="*/ 3946521 w 4940931"/>
                <a:gd name="connsiteY1324" fmla="*/ 109219 h 138429"/>
                <a:gd name="connsiteX1325" fmla="*/ 3931281 w 4940931"/>
                <a:gd name="connsiteY1325" fmla="*/ 109219 h 138429"/>
                <a:gd name="connsiteX1326" fmla="*/ 3931281 w 4940931"/>
                <a:gd name="connsiteY1326" fmla="*/ 8889 h 138429"/>
                <a:gd name="connsiteX1327" fmla="*/ 3248021 w 4940931"/>
                <a:gd name="connsiteY1327" fmla="*/ 634 h 138429"/>
                <a:gd name="connsiteX1328" fmla="*/ 3248021 w 4940931"/>
                <a:gd name="connsiteY1328" fmla="*/ 38099 h 138429"/>
                <a:gd name="connsiteX1329" fmla="*/ 3251831 w 4940931"/>
                <a:gd name="connsiteY1329" fmla="*/ 34289 h 138429"/>
                <a:gd name="connsiteX1330" fmla="*/ 3256276 w 4940931"/>
                <a:gd name="connsiteY1330" fmla="*/ 31114 h 138429"/>
                <a:gd name="connsiteX1331" fmla="*/ 3261991 w 4940931"/>
                <a:gd name="connsiteY1331" fmla="*/ 29209 h 138429"/>
                <a:gd name="connsiteX1332" fmla="*/ 3267706 w 4940931"/>
                <a:gd name="connsiteY1332" fmla="*/ 29209 h 138429"/>
                <a:gd name="connsiteX1333" fmla="*/ 3279771 w 4940931"/>
                <a:gd name="connsiteY1333" fmla="*/ 31749 h 138429"/>
                <a:gd name="connsiteX1334" fmla="*/ 3288661 w 4940931"/>
                <a:gd name="connsiteY1334" fmla="*/ 38099 h 138429"/>
                <a:gd name="connsiteX1335" fmla="*/ 3293741 w 4940931"/>
                <a:gd name="connsiteY1335" fmla="*/ 49529 h 138429"/>
                <a:gd name="connsiteX1336" fmla="*/ 3295646 w 4940931"/>
                <a:gd name="connsiteY1336" fmla="*/ 64134 h 138429"/>
                <a:gd name="connsiteX1337" fmla="*/ 3295646 w 4940931"/>
                <a:gd name="connsiteY1337" fmla="*/ 108584 h 138429"/>
                <a:gd name="connsiteX1338" fmla="*/ 3280406 w 4940931"/>
                <a:gd name="connsiteY1338" fmla="*/ 108584 h 138429"/>
                <a:gd name="connsiteX1339" fmla="*/ 3279771 w 4940931"/>
                <a:gd name="connsiteY1339" fmla="*/ 108584 h 138429"/>
                <a:gd name="connsiteX1340" fmla="*/ 3279771 w 4940931"/>
                <a:gd name="connsiteY1340" fmla="*/ 64769 h 138429"/>
                <a:gd name="connsiteX1341" fmla="*/ 3275961 w 4940931"/>
                <a:gd name="connsiteY1341" fmla="*/ 48894 h 138429"/>
                <a:gd name="connsiteX1342" fmla="*/ 3263896 w 4940931"/>
                <a:gd name="connsiteY1342" fmla="*/ 43814 h 138429"/>
                <a:gd name="connsiteX1343" fmla="*/ 3257546 w 4940931"/>
                <a:gd name="connsiteY1343" fmla="*/ 45084 h 138429"/>
                <a:gd name="connsiteX1344" fmla="*/ 3252466 w 4940931"/>
                <a:gd name="connsiteY1344" fmla="*/ 48894 h 138429"/>
                <a:gd name="connsiteX1345" fmla="*/ 3249291 w 4940931"/>
                <a:gd name="connsiteY1345" fmla="*/ 55244 h 138429"/>
                <a:gd name="connsiteX1346" fmla="*/ 3248021 w 4940931"/>
                <a:gd name="connsiteY1346" fmla="*/ 63499 h 138429"/>
                <a:gd name="connsiteX1347" fmla="*/ 3248021 w 4940931"/>
                <a:gd name="connsiteY1347" fmla="*/ 109219 h 138429"/>
                <a:gd name="connsiteX1348" fmla="*/ 3232781 w 4940931"/>
                <a:gd name="connsiteY1348" fmla="*/ 109219 h 138429"/>
                <a:gd name="connsiteX1349" fmla="*/ 3232781 w 4940931"/>
                <a:gd name="connsiteY1349" fmla="*/ 8889 h 138429"/>
                <a:gd name="connsiteX1350" fmla="*/ 2432681 w 4940931"/>
                <a:gd name="connsiteY1350" fmla="*/ 634 h 138429"/>
                <a:gd name="connsiteX1351" fmla="*/ 2432681 w 4940931"/>
                <a:gd name="connsiteY1351" fmla="*/ 38099 h 138429"/>
                <a:gd name="connsiteX1352" fmla="*/ 2436491 w 4940931"/>
                <a:gd name="connsiteY1352" fmla="*/ 34289 h 138429"/>
                <a:gd name="connsiteX1353" fmla="*/ 2440936 w 4940931"/>
                <a:gd name="connsiteY1353" fmla="*/ 31114 h 138429"/>
                <a:gd name="connsiteX1354" fmla="*/ 2446651 w 4940931"/>
                <a:gd name="connsiteY1354" fmla="*/ 29209 h 138429"/>
                <a:gd name="connsiteX1355" fmla="*/ 2452366 w 4940931"/>
                <a:gd name="connsiteY1355" fmla="*/ 29209 h 138429"/>
                <a:gd name="connsiteX1356" fmla="*/ 2464431 w 4940931"/>
                <a:gd name="connsiteY1356" fmla="*/ 31749 h 138429"/>
                <a:gd name="connsiteX1357" fmla="*/ 2473321 w 4940931"/>
                <a:gd name="connsiteY1357" fmla="*/ 38099 h 138429"/>
                <a:gd name="connsiteX1358" fmla="*/ 2478401 w 4940931"/>
                <a:gd name="connsiteY1358" fmla="*/ 49529 h 138429"/>
                <a:gd name="connsiteX1359" fmla="*/ 2480306 w 4940931"/>
                <a:gd name="connsiteY1359" fmla="*/ 64134 h 138429"/>
                <a:gd name="connsiteX1360" fmla="*/ 2480306 w 4940931"/>
                <a:gd name="connsiteY1360" fmla="*/ 108584 h 138429"/>
                <a:gd name="connsiteX1361" fmla="*/ 2465066 w 4940931"/>
                <a:gd name="connsiteY1361" fmla="*/ 108584 h 138429"/>
                <a:gd name="connsiteX1362" fmla="*/ 2464431 w 4940931"/>
                <a:gd name="connsiteY1362" fmla="*/ 108584 h 138429"/>
                <a:gd name="connsiteX1363" fmla="*/ 2464431 w 4940931"/>
                <a:gd name="connsiteY1363" fmla="*/ 64769 h 138429"/>
                <a:gd name="connsiteX1364" fmla="*/ 2460621 w 4940931"/>
                <a:gd name="connsiteY1364" fmla="*/ 48894 h 138429"/>
                <a:gd name="connsiteX1365" fmla="*/ 2448556 w 4940931"/>
                <a:gd name="connsiteY1365" fmla="*/ 43814 h 138429"/>
                <a:gd name="connsiteX1366" fmla="*/ 2442206 w 4940931"/>
                <a:gd name="connsiteY1366" fmla="*/ 45084 h 138429"/>
                <a:gd name="connsiteX1367" fmla="*/ 2437126 w 4940931"/>
                <a:gd name="connsiteY1367" fmla="*/ 48894 h 138429"/>
                <a:gd name="connsiteX1368" fmla="*/ 2433951 w 4940931"/>
                <a:gd name="connsiteY1368" fmla="*/ 55244 h 138429"/>
                <a:gd name="connsiteX1369" fmla="*/ 2432681 w 4940931"/>
                <a:gd name="connsiteY1369" fmla="*/ 63499 h 138429"/>
                <a:gd name="connsiteX1370" fmla="*/ 2432681 w 4940931"/>
                <a:gd name="connsiteY1370" fmla="*/ 109219 h 138429"/>
                <a:gd name="connsiteX1371" fmla="*/ 2417441 w 4940931"/>
                <a:gd name="connsiteY1371" fmla="*/ 109219 h 138429"/>
                <a:gd name="connsiteX1372" fmla="*/ 2417441 w 4940931"/>
                <a:gd name="connsiteY1372" fmla="*/ 8889 h 138429"/>
                <a:gd name="connsiteX1373" fmla="*/ 1734181 w 4940931"/>
                <a:gd name="connsiteY1373" fmla="*/ 634 h 138429"/>
                <a:gd name="connsiteX1374" fmla="*/ 1734181 w 4940931"/>
                <a:gd name="connsiteY1374" fmla="*/ 38099 h 138429"/>
                <a:gd name="connsiteX1375" fmla="*/ 1737991 w 4940931"/>
                <a:gd name="connsiteY1375" fmla="*/ 34289 h 138429"/>
                <a:gd name="connsiteX1376" fmla="*/ 1742436 w 4940931"/>
                <a:gd name="connsiteY1376" fmla="*/ 31114 h 138429"/>
                <a:gd name="connsiteX1377" fmla="*/ 1748151 w 4940931"/>
                <a:gd name="connsiteY1377" fmla="*/ 29209 h 138429"/>
                <a:gd name="connsiteX1378" fmla="*/ 1753866 w 4940931"/>
                <a:gd name="connsiteY1378" fmla="*/ 29209 h 138429"/>
                <a:gd name="connsiteX1379" fmla="*/ 1765931 w 4940931"/>
                <a:gd name="connsiteY1379" fmla="*/ 31749 h 138429"/>
                <a:gd name="connsiteX1380" fmla="*/ 1774821 w 4940931"/>
                <a:gd name="connsiteY1380" fmla="*/ 38099 h 138429"/>
                <a:gd name="connsiteX1381" fmla="*/ 1779901 w 4940931"/>
                <a:gd name="connsiteY1381" fmla="*/ 49529 h 138429"/>
                <a:gd name="connsiteX1382" fmla="*/ 1781806 w 4940931"/>
                <a:gd name="connsiteY1382" fmla="*/ 64134 h 138429"/>
                <a:gd name="connsiteX1383" fmla="*/ 1781806 w 4940931"/>
                <a:gd name="connsiteY1383" fmla="*/ 108584 h 138429"/>
                <a:gd name="connsiteX1384" fmla="*/ 1766566 w 4940931"/>
                <a:gd name="connsiteY1384" fmla="*/ 108584 h 138429"/>
                <a:gd name="connsiteX1385" fmla="*/ 1765931 w 4940931"/>
                <a:gd name="connsiteY1385" fmla="*/ 108584 h 138429"/>
                <a:gd name="connsiteX1386" fmla="*/ 1765931 w 4940931"/>
                <a:gd name="connsiteY1386" fmla="*/ 64769 h 138429"/>
                <a:gd name="connsiteX1387" fmla="*/ 1762121 w 4940931"/>
                <a:gd name="connsiteY1387" fmla="*/ 48894 h 138429"/>
                <a:gd name="connsiteX1388" fmla="*/ 1750056 w 4940931"/>
                <a:gd name="connsiteY1388" fmla="*/ 43814 h 138429"/>
                <a:gd name="connsiteX1389" fmla="*/ 1743706 w 4940931"/>
                <a:gd name="connsiteY1389" fmla="*/ 45084 h 138429"/>
                <a:gd name="connsiteX1390" fmla="*/ 1738626 w 4940931"/>
                <a:gd name="connsiteY1390" fmla="*/ 48894 h 138429"/>
                <a:gd name="connsiteX1391" fmla="*/ 1735451 w 4940931"/>
                <a:gd name="connsiteY1391" fmla="*/ 55244 h 138429"/>
                <a:gd name="connsiteX1392" fmla="*/ 1734181 w 4940931"/>
                <a:gd name="connsiteY1392" fmla="*/ 63499 h 138429"/>
                <a:gd name="connsiteX1393" fmla="*/ 1734181 w 4940931"/>
                <a:gd name="connsiteY1393" fmla="*/ 109219 h 138429"/>
                <a:gd name="connsiteX1394" fmla="*/ 1718941 w 4940931"/>
                <a:gd name="connsiteY1394" fmla="*/ 109219 h 138429"/>
                <a:gd name="connsiteX1395" fmla="*/ 1718941 w 4940931"/>
                <a:gd name="connsiteY1395" fmla="*/ 8889 h 138429"/>
                <a:gd name="connsiteX1396" fmla="*/ 803275 w 4940931"/>
                <a:gd name="connsiteY1396" fmla="*/ 634 h 138429"/>
                <a:gd name="connsiteX1397" fmla="*/ 803275 w 4940931"/>
                <a:gd name="connsiteY1397" fmla="*/ 38099 h 138429"/>
                <a:gd name="connsiteX1398" fmla="*/ 807085 w 4940931"/>
                <a:gd name="connsiteY1398" fmla="*/ 34289 h 138429"/>
                <a:gd name="connsiteX1399" fmla="*/ 811530 w 4940931"/>
                <a:gd name="connsiteY1399" fmla="*/ 31114 h 138429"/>
                <a:gd name="connsiteX1400" fmla="*/ 817245 w 4940931"/>
                <a:gd name="connsiteY1400" fmla="*/ 29209 h 138429"/>
                <a:gd name="connsiteX1401" fmla="*/ 822960 w 4940931"/>
                <a:gd name="connsiteY1401" fmla="*/ 29209 h 138429"/>
                <a:gd name="connsiteX1402" fmla="*/ 835025 w 4940931"/>
                <a:gd name="connsiteY1402" fmla="*/ 31749 h 138429"/>
                <a:gd name="connsiteX1403" fmla="*/ 843915 w 4940931"/>
                <a:gd name="connsiteY1403" fmla="*/ 38099 h 138429"/>
                <a:gd name="connsiteX1404" fmla="*/ 848995 w 4940931"/>
                <a:gd name="connsiteY1404" fmla="*/ 49529 h 138429"/>
                <a:gd name="connsiteX1405" fmla="*/ 850900 w 4940931"/>
                <a:gd name="connsiteY1405" fmla="*/ 64134 h 138429"/>
                <a:gd name="connsiteX1406" fmla="*/ 850900 w 4940931"/>
                <a:gd name="connsiteY1406" fmla="*/ 108584 h 138429"/>
                <a:gd name="connsiteX1407" fmla="*/ 835660 w 4940931"/>
                <a:gd name="connsiteY1407" fmla="*/ 108584 h 138429"/>
                <a:gd name="connsiteX1408" fmla="*/ 835025 w 4940931"/>
                <a:gd name="connsiteY1408" fmla="*/ 108584 h 138429"/>
                <a:gd name="connsiteX1409" fmla="*/ 835025 w 4940931"/>
                <a:gd name="connsiteY1409" fmla="*/ 64769 h 138429"/>
                <a:gd name="connsiteX1410" fmla="*/ 831215 w 4940931"/>
                <a:gd name="connsiteY1410" fmla="*/ 48894 h 138429"/>
                <a:gd name="connsiteX1411" fmla="*/ 819150 w 4940931"/>
                <a:gd name="connsiteY1411" fmla="*/ 43814 h 138429"/>
                <a:gd name="connsiteX1412" fmla="*/ 812800 w 4940931"/>
                <a:gd name="connsiteY1412" fmla="*/ 45084 h 138429"/>
                <a:gd name="connsiteX1413" fmla="*/ 807720 w 4940931"/>
                <a:gd name="connsiteY1413" fmla="*/ 48894 h 138429"/>
                <a:gd name="connsiteX1414" fmla="*/ 804545 w 4940931"/>
                <a:gd name="connsiteY1414" fmla="*/ 55244 h 138429"/>
                <a:gd name="connsiteX1415" fmla="*/ 803275 w 4940931"/>
                <a:gd name="connsiteY1415" fmla="*/ 63499 h 138429"/>
                <a:gd name="connsiteX1416" fmla="*/ 803275 w 4940931"/>
                <a:gd name="connsiteY1416" fmla="*/ 109219 h 138429"/>
                <a:gd name="connsiteX1417" fmla="*/ 788035 w 4940931"/>
                <a:gd name="connsiteY1417" fmla="*/ 109219 h 138429"/>
                <a:gd name="connsiteX1418" fmla="*/ 788035 w 4940931"/>
                <a:gd name="connsiteY1418" fmla="*/ 8889 h 138429"/>
                <a:gd name="connsiteX1419" fmla="*/ 104774 w 4940931"/>
                <a:gd name="connsiteY1419" fmla="*/ 634 h 138429"/>
                <a:gd name="connsiteX1420" fmla="*/ 104774 w 4940931"/>
                <a:gd name="connsiteY1420" fmla="*/ 38099 h 138429"/>
                <a:gd name="connsiteX1421" fmla="*/ 108584 w 4940931"/>
                <a:gd name="connsiteY1421" fmla="*/ 34289 h 138429"/>
                <a:gd name="connsiteX1422" fmla="*/ 113029 w 4940931"/>
                <a:gd name="connsiteY1422" fmla="*/ 31114 h 138429"/>
                <a:gd name="connsiteX1423" fmla="*/ 118744 w 4940931"/>
                <a:gd name="connsiteY1423" fmla="*/ 29209 h 138429"/>
                <a:gd name="connsiteX1424" fmla="*/ 124459 w 4940931"/>
                <a:gd name="connsiteY1424" fmla="*/ 29209 h 138429"/>
                <a:gd name="connsiteX1425" fmla="*/ 136524 w 4940931"/>
                <a:gd name="connsiteY1425" fmla="*/ 31749 h 138429"/>
                <a:gd name="connsiteX1426" fmla="*/ 145414 w 4940931"/>
                <a:gd name="connsiteY1426" fmla="*/ 38099 h 138429"/>
                <a:gd name="connsiteX1427" fmla="*/ 150494 w 4940931"/>
                <a:gd name="connsiteY1427" fmla="*/ 49529 h 138429"/>
                <a:gd name="connsiteX1428" fmla="*/ 152399 w 4940931"/>
                <a:gd name="connsiteY1428" fmla="*/ 64134 h 138429"/>
                <a:gd name="connsiteX1429" fmla="*/ 152399 w 4940931"/>
                <a:gd name="connsiteY1429" fmla="*/ 108584 h 138429"/>
                <a:gd name="connsiteX1430" fmla="*/ 137159 w 4940931"/>
                <a:gd name="connsiteY1430" fmla="*/ 108584 h 138429"/>
                <a:gd name="connsiteX1431" fmla="*/ 136524 w 4940931"/>
                <a:gd name="connsiteY1431" fmla="*/ 108584 h 138429"/>
                <a:gd name="connsiteX1432" fmla="*/ 136524 w 4940931"/>
                <a:gd name="connsiteY1432" fmla="*/ 64769 h 138429"/>
                <a:gd name="connsiteX1433" fmla="*/ 132714 w 4940931"/>
                <a:gd name="connsiteY1433" fmla="*/ 48894 h 138429"/>
                <a:gd name="connsiteX1434" fmla="*/ 120649 w 4940931"/>
                <a:gd name="connsiteY1434" fmla="*/ 43814 h 138429"/>
                <a:gd name="connsiteX1435" fmla="*/ 114299 w 4940931"/>
                <a:gd name="connsiteY1435" fmla="*/ 45084 h 138429"/>
                <a:gd name="connsiteX1436" fmla="*/ 109219 w 4940931"/>
                <a:gd name="connsiteY1436" fmla="*/ 48894 h 138429"/>
                <a:gd name="connsiteX1437" fmla="*/ 106044 w 4940931"/>
                <a:gd name="connsiteY1437" fmla="*/ 55244 h 138429"/>
                <a:gd name="connsiteX1438" fmla="*/ 104774 w 4940931"/>
                <a:gd name="connsiteY1438" fmla="*/ 63499 h 138429"/>
                <a:gd name="connsiteX1439" fmla="*/ 104774 w 4940931"/>
                <a:gd name="connsiteY1439" fmla="*/ 109219 h 138429"/>
                <a:gd name="connsiteX1440" fmla="*/ 89534 w 4940931"/>
                <a:gd name="connsiteY1440" fmla="*/ 109219 h 138429"/>
                <a:gd name="connsiteX1441" fmla="*/ 89534 w 4940931"/>
                <a:gd name="connsiteY1441" fmla="*/ 8889 h 138429"/>
                <a:gd name="connsiteX1442" fmla="*/ 3894450 w 4940931"/>
                <a:gd name="connsiteY1442" fmla="*/ 0 h 138429"/>
                <a:gd name="connsiteX1443" fmla="*/ 3894450 w 4940931"/>
                <a:gd name="connsiteY1443" fmla="*/ 30480 h 138429"/>
                <a:gd name="connsiteX1444" fmla="*/ 3913500 w 4940931"/>
                <a:gd name="connsiteY1444" fmla="*/ 30480 h 138429"/>
                <a:gd name="connsiteX1445" fmla="*/ 3913500 w 4940931"/>
                <a:gd name="connsiteY1445" fmla="*/ 44450 h 138429"/>
                <a:gd name="connsiteX1446" fmla="*/ 3894450 w 4940931"/>
                <a:gd name="connsiteY1446" fmla="*/ 44450 h 138429"/>
                <a:gd name="connsiteX1447" fmla="*/ 3894450 w 4940931"/>
                <a:gd name="connsiteY1447" fmla="*/ 86995 h 138429"/>
                <a:gd name="connsiteX1448" fmla="*/ 3894450 w 4940931"/>
                <a:gd name="connsiteY1448" fmla="*/ 91440 h 138429"/>
                <a:gd name="connsiteX1449" fmla="*/ 3895720 w 4940931"/>
                <a:gd name="connsiteY1449" fmla="*/ 94615 h 138429"/>
                <a:gd name="connsiteX1450" fmla="*/ 3898260 w 4940931"/>
                <a:gd name="connsiteY1450" fmla="*/ 95885 h 138429"/>
                <a:gd name="connsiteX1451" fmla="*/ 3902070 w 4940931"/>
                <a:gd name="connsiteY1451" fmla="*/ 95885 h 138429"/>
                <a:gd name="connsiteX1452" fmla="*/ 3908420 w 4940931"/>
                <a:gd name="connsiteY1452" fmla="*/ 95250 h 138429"/>
                <a:gd name="connsiteX1453" fmla="*/ 3913500 w 4940931"/>
                <a:gd name="connsiteY1453" fmla="*/ 93345 h 138429"/>
                <a:gd name="connsiteX1454" fmla="*/ 3911595 w 4940931"/>
                <a:gd name="connsiteY1454" fmla="*/ 106680 h 138429"/>
                <a:gd name="connsiteX1455" fmla="*/ 3905245 w 4940931"/>
                <a:gd name="connsiteY1455" fmla="*/ 109220 h 138429"/>
                <a:gd name="connsiteX1456" fmla="*/ 3896990 w 4940931"/>
                <a:gd name="connsiteY1456" fmla="*/ 110490 h 138429"/>
                <a:gd name="connsiteX1457" fmla="*/ 3890005 w 4940931"/>
                <a:gd name="connsiteY1457" fmla="*/ 109220 h 138429"/>
                <a:gd name="connsiteX1458" fmla="*/ 3884290 w 4940931"/>
                <a:gd name="connsiteY1458" fmla="*/ 105410 h 138429"/>
                <a:gd name="connsiteX1459" fmla="*/ 3880480 w 4940931"/>
                <a:gd name="connsiteY1459" fmla="*/ 99060 h 138429"/>
                <a:gd name="connsiteX1460" fmla="*/ 3879210 w 4940931"/>
                <a:gd name="connsiteY1460" fmla="*/ 89535 h 138429"/>
                <a:gd name="connsiteX1461" fmla="*/ 3879210 w 4940931"/>
                <a:gd name="connsiteY1461" fmla="*/ 44450 h 138429"/>
                <a:gd name="connsiteX1462" fmla="*/ 3868415 w 4940931"/>
                <a:gd name="connsiteY1462" fmla="*/ 44450 h 138429"/>
                <a:gd name="connsiteX1463" fmla="*/ 3868415 w 4940931"/>
                <a:gd name="connsiteY1463" fmla="*/ 30480 h 138429"/>
                <a:gd name="connsiteX1464" fmla="*/ 3879210 w 4940931"/>
                <a:gd name="connsiteY1464" fmla="*/ 30480 h 138429"/>
                <a:gd name="connsiteX1465" fmla="*/ 3879210 w 4940931"/>
                <a:gd name="connsiteY1465" fmla="*/ 8255 h 138429"/>
                <a:gd name="connsiteX1466" fmla="*/ 3664581 w 4940931"/>
                <a:gd name="connsiteY1466" fmla="*/ 0 h 138429"/>
                <a:gd name="connsiteX1467" fmla="*/ 3664581 w 4940931"/>
                <a:gd name="connsiteY1467" fmla="*/ 30480 h 138429"/>
                <a:gd name="connsiteX1468" fmla="*/ 3683631 w 4940931"/>
                <a:gd name="connsiteY1468" fmla="*/ 30480 h 138429"/>
                <a:gd name="connsiteX1469" fmla="*/ 3683631 w 4940931"/>
                <a:gd name="connsiteY1469" fmla="*/ 44450 h 138429"/>
                <a:gd name="connsiteX1470" fmla="*/ 3664581 w 4940931"/>
                <a:gd name="connsiteY1470" fmla="*/ 44450 h 138429"/>
                <a:gd name="connsiteX1471" fmla="*/ 3664581 w 4940931"/>
                <a:gd name="connsiteY1471" fmla="*/ 86995 h 138429"/>
                <a:gd name="connsiteX1472" fmla="*/ 3664581 w 4940931"/>
                <a:gd name="connsiteY1472" fmla="*/ 91440 h 138429"/>
                <a:gd name="connsiteX1473" fmla="*/ 3665851 w 4940931"/>
                <a:gd name="connsiteY1473" fmla="*/ 94615 h 138429"/>
                <a:gd name="connsiteX1474" fmla="*/ 3668391 w 4940931"/>
                <a:gd name="connsiteY1474" fmla="*/ 95885 h 138429"/>
                <a:gd name="connsiteX1475" fmla="*/ 3672201 w 4940931"/>
                <a:gd name="connsiteY1475" fmla="*/ 95885 h 138429"/>
                <a:gd name="connsiteX1476" fmla="*/ 3678551 w 4940931"/>
                <a:gd name="connsiteY1476" fmla="*/ 95250 h 138429"/>
                <a:gd name="connsiteX1477" fmla="*/ 3683631 w 4940931"/>
                <a:gd name="connsiteY1477" fmla="*/ 93345 h 138429"/>
                <a:gd name="connsiteX1478" fmla="*/ 3681726 w 4940931"/>
                <a:gd name="connsiteY1478" fmla="*/ 106680 h 138429"/>
                <a:gd name="connsiteX1479" fmla="*/ 3675376 w 4940931"/>
                <a:gd name="connsiteY1479" fmla="*/ 109220 h 138429"/>
                <a:gd name="connsiteX1480" fmla="*/ 3667121 w 4940931"/>
                <a:gd name="connsiteY1480" fmla="*/ 110490 h 138429"/>
                <a:gd name="connsiteX1481" fmla="*/ 3660136 w 4940931"/>
                <a:gd name="connsiteY1481" fmla="*/ 109220 h 138429"/>
                <a:gd name="connsiteX1482" fmla="*/ 3654421 w 4940931"/>
                <a:gd name="connsiteY1482" fmla="*/ 105410 h 138429"/>
                <a:gd name="connsiteX1483" fmla="*/ 3650611 w 4940931"/>
                <a:gd name="connsiteY1483" fmla="*/ 99060 h 138429"/>
                <a:gd name="connsiteX1484" fmla="*/ 3649341 w 4940931"/>
                <a:gd name="connsiteY1484" fmla="*/ 89535 h 138429"/>
                <a:gd name="connsiteX1485" fmla="*/ 3649341 w 4940931"/>
                <a:gd name="connsiteY1485" fmla="*/ 44450 h 138429"/>
                <a:gd name="connsiteX1486" fmla="*/ 3638546 w 4940931"/>
                <a:gd name="connsiteY1486" fmla="*/ 44450 h 138429"/>
                <a:gd name="connsiteX1487" fmla="*/ 3638546 w 4940931"/>
                <a:gd name="connsiteY1487" fmla="*/ 30480 h 138429"/>
                <a:gd name="connsiteX1488" fmla="*/ 3649341 w 4940931"/>
                <a:gd name="connsiteY1488" fmla="*/ 30480 h 138429"/>
                <a:gd name="connsiteX1489" fmla="*/ 3649341 w 4940931"/>
                <a:gd name="connsiteY1489" fmla="*/ 8255 h 138429"/>
                <a:gd name="connsiteX1490" fmla="*/ 3610605 w 4940931"/>
                <a:gd name="connsiteY1490" fmla="*/ 0 h 138429"/>
                <a:gd name="connsiteX1491" fmla="*/ 3610605 w 4940931"/>
                <a:gd name="connsiteY1491" fmla="*/ 30480 h 138429"/>
                <a:gd name="connsiteX1492" fmla="*/ 3629655 w 4940931"/>
                <a:gd name="connsiteY1492" fmla="*/ 30480 h 138429"/>
                <a:gd name="connsiteX1493" fmla="*/ 3629655 w 4940931"/>
                <a:gd name="connsiteY1493" fmla="*/ 44450 h 138429"/>
                <a:gd name="connsiteX1494" fmla="*/ 3610605 w 4940931"/>
                <a:gd name="connsiteY1494" fmla="*/ 44450 h 138429"/>
                <a:gd name="connsiteX1495" fmla="*/ 3610605 w 4940931"/>
                <a:gd name="connsiteY1495" fmla="*/ 86995 h 138429"/>
                <a:gd name="connsiteX1496" fmla="*/ 3610605 w 4940931"/>
                <a:gd name="connsiteY1496" fmla="*/ 91440 h 138429"/>
                <a:gd name="connsiteX1497" fmla="*/ 3611875 w 4940931"/>
                <a:gd name="connsiteY1497" fmla="*/ 94615 h 138429"/>
                <a:gd name="connsiteX1498" fmla="*/ 3614415 w 4940931"/>
                <a:gd name="connsiteY1498" fmla="*/ 95885 h 138429"/>
                <a:gd name="connsiteX1499" fmla="*/ 3618225 w 4940931"/>
                <a:gd name="connsiteY1499" fmla="*/ 95885 h 138429"/>
                <a:gd name="connsiteX1500" fmla="*/ 3624575 w 4940931"/>
                <a:gd name="connsiteY1500" fmla="*/ 95250 h 138429"/>
                <a:gd name="connsiteX1501" fmla="*/ 3629655 w 4940931"/>
                <a:gd name="connsiteY1501" fmla="*/ 93345 h 138429"/>
                <a:gd name="connsiteX1502" fmla="*/ 3627750 w 4940931"/>
                <a:gd name="connsiteY1502" fmla="*/ 106680 h 138429"/>
                <a:gd name="connsiteX1503" fmla="*/ 3621400 w 4940931"/>
                <a:gd name="connsiteY1503" fmla="*/ 109220 h 138429"/>
                <a:gd name="connsiteX1504" fmla="*/ 3613145 w 4940931"/>
                <a:gd name="connsiteY1504" fmla="*/ 110490 h 138429"/>
                <a:gd name="connsiteX1505" fmla="*/ 3606160 w 4940931"/>
                <a:gd name="connsiteY1505" fmla="*/ 109220 h 138429"/>
                <a:gd name="connsiteX1506" fmla="*/ 3600445 w 4940931"/>
                <a:gd name="connsiteY1506" fmla="*/ 105410 h 138429"/>
                <a:gd name="connsiteX1507" fmla="*/ 3596635 w 4940931"/>
                <a:gd name="connsiteY1507" fmla="*/ 99060 h 138429"/>
                <a:gd name="connsiteX1508" fmla="*/ 3595365 w 4940931"/>
                <a:gd name="connsiteY1508" fmla="*/ 89535 h 138429"/>
                <a:gd name="connsiteX1509" fmla="*/ 3595365 w 4940931"/>
                <a:gd name="connsiteY1509" fmla="*/ 44450 h 138429"/>
                <a:gd name="connsiteX1510" fmla="*/ 3584570 w 4940931"/>
                <a:gd name="connsiteY1510" fmla="*/ 44450 h 138429"/>
                <a:gd name="connsiteX1511" fmla="*/ 3584570 w 4940931"/>
                <a:gd name="connsiteY1511" fmla="*/ 30480 h 138429"/>
                <a:gd name="connsiteX1512" fmla="*/ 3595365 w 4940931"/>
                <a:gd name="connsiteY1512" fmla="*/ 30480 h 138429"/>
                <a:gd name="connsiteX1513" fmla="*/ 3595365 w 4940931"/>
                <a:gd name="connsiteY1513" fmla="*/ 8255 h 138429"/>
                <a:gd name="connsiteX1514" fmla="*/ 3445505 w 4940931"/>
                <a:gd name="connsiteY1514" fmla="*/ 0 h 138429"/>
                <a:gd name="connsiteX1515" fmla="*/ 3445505 w 4940931"/>
                <a:gd name="connsiteY1515" fmla="*/ 37465 h 138429"/>
                <a:gd name="connsiteX1516" fmla="*/ 3449950 w 4940931"/>
                <a:gd name="connsiteY1516" fmla="*/ 33655 h 138429"/>
                <a:gd name="connsiteX1517" fmla="*/ 3453760 w 4940931"/>
                <a:gd name="connsiteY1517" fmla="*/ 31115 h 138429"/>
                <a:gd name="connsiteX1518" fmla="*/ 3458840 w 4940931"/>
                <a:gd name="connsiteY1518" fmla="*/ 29210 h 138429"/>
                <a:gd name="connsiteX1519" fmla="*/ 3465825 w 4940931"/>
                <a:gd name="connsiteY1519" fmla="*/ 28575 h 138429"/>
                <a:gd name="connsiteX1520" fmla="*/ 3477890 w 4940931"/>
                <a:gd name="connsiteY1520" fmla="*/ 31115 h 138429"/>
                <a:gd name="connsiteX1521" fmla="*/ 3487415 w 4940931"/>
                <a:gd name="connsiteY1521" fmla="*/ 38735 h 138429"/>
                <a:gd name="connsiteX1522" fmla="*/ 3493765 w 4940931"/>
                <a:gd name="connsiteY1522" fmla="*/ 51435 h 138429"/>
                <a:gd name="connsiteX1523" fmla="*/ 3496305 w 4940931"/>
                <a:gd name="connsiteY1523" fmla="*/ 70485 h 138429"/>
                <a:gd name="connsiteX1524" fmla="*/ 3495670 w 4940931"/>
                <a:gd name="connsiteY1524" fmla="*/ 71120 h 138429"/>
                <a:gd name="connsiteX1525" fmla="*/ 3493130 w 4940931"/>
                <a:gd name="connsiteY1525" fmla="*/ 88265 h 138429"/>
                <a:gd name="connsiteX1526" fmla="*/ 3486145 w 4940931"/>
                <a:gd name="connsiteY1526" fmla="*/ 100330 h 138429"/>
                <a:gd name="connsiteX1527" fmla="*/ 3476620 w 4940931"/>
                <a:gd name="connsiteY1527" fmla="*/ 107315 h 138429"/>
                <a:gd name="connsiteX1528" fmla="*/ 3465190 w 4940931"/>
                <a:gd name="connsiteY1528" fmla="*/ 109855 h 138429"/>
                <a:gd name="connsiteX1529" fmla="*/ 3454395 w 4940931"/>
                <a:gd name="connsiteY1529" fmla="*/ 107315 h 138429"/>
                <a:gd name="connsiteX1530" fmla="*/ 3445505 w 4940931"/>
                <a:gd name="connsiteY1530" fmla="*/ 100965 h 138429"/>
                <a:gd name="connsiteX1531" fmla="*/ 3445505 w 4940931"/>
                <a:gd name="connsiteY1531" fmla="*/ 107950 h 138429"/>
                <a:gd name="connsiteX1532" fmla="*/ 3430265 w 4940931"/>
                <a:gd name="connsiteY1532" fmla="*/ 107950 h 138429"/>
                <a:gd name="connsiteX1533" fmla="*/ 3430265 w 4940931"/>
                <a:gd name="connsiteY1533" fmla="*/ 7620 h 138429"/>
                <a:gd name="connsiteX1534" fmla="*/ 2380611 w 4940931"/>
                <a:gd name="connsiteY1534" fmla="*/ 0 h 138429"/>
                <a:gd name="connsiteX1535" fmla="*/ 2380611 w 4940931"/>
                <a:gd name="connsiteY1535" fmla="*/ 30480 h 138429"/>
                <a:gd name="connsiteX1536" fmla="*/ 2399661 w 4940931"/>
                <a:gd name="connsiteY1536" fmla="*/ 30480 h 138429"/>
                <a:gd name="connsiteX1537" fmla="*/ 2399661 w 4940931"/>
                <a:gd name="connsiteY1537" fmla="*/ 44450 h 138429"/>
                <a:gd name="connsiteX1538" fmla="*/ 2380611 w 4940931"/>
                <a:gd name="connsiteY1538" fmla="*/ 44450 h 138429"/>
                <a:gd name="connsiteX1539" fmla="*/ 2380611 w 4940931"/>
                <a:gd name="connsiteY1539" fmla="*/ 86995 h 138429"/>
                <a:gd name="connsiteX1540" fmla="*/ 2380611 w 4940931"/>
                <a:gd name="connsiteY1540" fmla="*/ 91440 h 138429"/>
                <a:gd name="connsiteX1541" fmla="*/ 2381881 w 4940931"/>
                <a:gd name="connsiteY1541" fmla="*/ 94615 h 138429"/>
                <a:gd name="connsiteX1542" fmla="*/ 2384421 w 4940931"/>
                <a:gd name="connsiteY1542" fmla="*/ 95885 h 138429"/>
                <a:gd name="connsiteX1543" fmla="*/ 2388231 w 4940931"/>
                <a:gd name="connsiteY1543" fmla="*/ 95885 h 138429"/>
                <a:gd name="connsiteX1544" fmla="*/ 2394581 w 4940931"/>
                <a:gd name="connsiteY1544" fmla="*/ 95250 h 138429"/>
                <a:gd name="connsiteX1545" fmla="*/ 2399661 w 4940931"/>
                <a:gd name="connsiteY1545" fmla="*/ 93345 h 138429"/>
                <a:gd name="connsiteX1546" fmla="*/ 2397756 w 4940931"/>
                <a:gd name="connsiteY1546" fmla="*/ 106680 h 138429"/>
                <a:gd name="connsiteX1547" fmla="*/ 2391406 w 4940931"/>
                <a:gd name="connsiteY1547" fmla="*/ 109220 h 138429"/>
                <a:gd name="connsiteX1548" fmla="*/ 2383151 w 4940931"/>
                <a:gd name="connsiteY1548" fmla="*/ 110490 h 138429"/>
                <a:gd name="connsiteX1549" fmla="*/ 2376166 w 4940931"/>
                <a:gd name="connsiteY1549" fmla="*/ 109220 h 138429"/>
                <a:gd name="connsiteX1550" fmla="*/ 2370451 w 4940931"/>
                <a:gd name="connsiteY1550" fmla="*/ 105410 h 138429"/>
                <a:gd name="connsiteX1551" fmla="*/ 2366641 w 4940931"/>
                <a:gd name="connsiteY1551" fmla="*/ 99060 h 138429"/>
                <a:gd name="connsiteX1552" fmla="*/ 2365371 w 4940931"/>
                <a:gd name="connsiteY1552" fmla="*/ 89535 h 138429"/>
                <a:gd name="connsiteX1553" fmla="*/ 2365371 w 4940931"/>
                <a:gd name="connsiteY1553" fmla="*/ 44450 h 138429"/>
                <a:gd name="connsiteX1554" fmla="*/ 2354576 w 4940931"/>
                <a:gd name="connsiteY1554" fmla="*/ 44450 h 138429"/>
                <a:gd name="connsiteX1555" fmla="*/ 2354576 w 4940931"/>
                <a:gd name="connsiteY1555" fmla="*/ 30480 h 138429"/>
                <a:gd name="connsiteX1556" fmla="*/ 2365371 w 4940931"/>
                <a:gd name="connsiteY1556" fmla="*/ 30480 h 138429"/>
                <a:gd name="connsiteX1557" fmla="*/ 2365371 w 4940931"/>
                <a:gd name="connsiteY1557" fmla="*/ 8255 h 138429"/>
                <a:gd name="connsiteX1558" fmla="*/ 2150741 w 4940931"/>
                <a:gd name="connsiteY1558" fmla="*/ 0 h 138429"/>
                <a:gd name="connsiteX1559" fmla="*/ 2150741 w 4940931"/>
                <a:gd name="connsiteY1559" fmla="*/ 30480 h 138429"/>
                <a:gd name="connsiteX1560" fmla="*/ 2169791 w 4940931"/>
                <a:gd name="connsiteY1560" fmla="*/ 30480 h 138429"/>
                <a:gd name="connsiteX1561" fmla="*/ 2169791 w 4940931"/>
                <a:gd name="connsiteY1561" fmla="*/ 44450 h 138429"/>
                <a:gd name="connsiteX1562" fmla="*/ 2150741 w 4940931"/>
                <a:gd name="connsiteY1562" fmla="*/ 44450 h 138429"/>
                <a:gd name="connsiteX1563" fmla="*/ 2150741 w 4940931"/>
                <a:gd name="connsiteY1563" fmla="*/ 86995 h 138429"/>
                <a:gd name="connsiteX1564" fmla="*/ 2150741 w 4940931"/>
                <a:gd name="connsiteY1564" fmla="*/ 91440 h 138429"/>
                <a:gd name="connsiteX1565" fmla="*/ 2152011 w 4940931"/>
                <a:gd name="connsiteY1565" fmla="*/ 94615 h 138429"/>
                <a:gd name="connsiteX1566" fmla="*/ 2154551 w 4940931"/>
                <a:gd name="connsiteY1566" fmla="*/ 95885 h 138429"/>
                <a:gd name="connsiteX1567" fmla="*/ 2158361 w 4940931"/>
                <a:gd name="connsiteY1567" fmla="*/ 95885 h 138429"/>
                <a:gd name="connsiteX1568" fmla="*/ 2164711 w 4940931"/>
                <a:gd name="connsiteY1568" fmla="*/ 95250 h 138429"/>
                <a:gd name="connsiteX1569" fmla="*/ 2169791 w 4940931"/>
                <a:gd name="connsiteY1569" fmla="*/ 93345 h 138429"/>
                <a:gd name="connsiteX1570" fmla="*/ 2167886 w 4940931"/>
                <a:gd name="connsiteY1570" fmla="*/ 106680 h 138429"/>
                <a:gd name="connsiteX1571" fmla="*/ 2161536 w 4940931"/>
                <a:gd name="connsiteY1571" fmla="*/ 109220 h 138429"/>
                <a:gd name="connsiteX1572" fmla="*/ 2153281 w 4940931"/>
                <a:gd name="connsiteY1572" fmla="*/ 110490 h 138429"/>
                <a:gd name="connsiteX1573" fmla="*/ 2146296 w 4940931"/>
                <a:gd name="connsiteY1573" fmla="*/ 109220 h 138429"/>
                <a:gd name="connsiteX1574" fmla="*/ 2140581 w 4940931"/>
                <a:gd name="connsiteY1574" fmla="*/ 105410 h 138429"/>
                <a:gd name="connsiteX1575" fmla="*/ 2136771 w 4940931"/>
                <a:gd name="connsiteY1575" fmla="*/ 99060 h 138429"/>
                <a:gd name="connsiteX1576" fmla="*/ 2135501 w 4940931"/>
                <a:gd name="connsiteY1576" fmla="*/ 89535 h 138429"/>
                <a:gd name="connsiteX1577" fmla="*/ 2135501 w 4940931"/>
                <a:gd name="connsiteY1577" fmla="*/ 44450 h 138429"/>
                <a:gd name="connsiteX1578" fmla="*/ 2124706 w 4940931"/>
                <a:gd name="connsiteY1578" fmla="*/ 44450 h 138429"/>
                <a:gd name="connsiteX1579" fmla="*/ 2124706 w 4940931"/>
                <a:gd name="connsiteY1579" fmla="*/ 30480 h 138429"/>
                <a:gd name="connsiteX1580" fmla="*/ 2135501 w 4940931"/>
                <a:gd name="connsiteY1580" fmla="*/ 30480 h 138429"/>
                <a:gd name="connsiteX1581" fmla="*/ 2135501 w 4940931"/>
                <a:gd name="connsiteY1581" fmla="*/ 8255 h 138429"/>
                <a:gd name="connsiteX1582" fmla="*/ 2096131 w 4940931"/>
                <a:gd name="connsiteY1582" fmla="*/ 0 h 138429"/>
                <a:gd name="connsiteX1583" fmla="*/ 2096131 w 4940931"/>
                <a:gd name="connsiteY1583" fmla="*/ 30480 h 138429"/>
                <a:gd name="connsiteX1584" fmla="*/ 2115181 w 4940931"/>
                <a:gd name="connsiteY1584" fmla="*/ 30480 h 138429"/>
                <a:gd name="connsiteX1585" fmla="*/ 2115181 w 4940931"/>
                <a:gd name="connsiteY1585" fmla="*/ 44450 h 138429"/>
                <a:gd name="connsiteX1586" fmla="*/ 2096131 w 4940931"/>
                <a:gd name="connsiteY1586" fmla="*/ 44450 h 138429"/>
                <a:gd name="connsiteX1587" fmla="*/ 2096131 w 4940931"/>
                <a:gd name="connsiteY1587" fmla="*/ 86995 h 138429"/>
                <a:gd name="connsiteX1588" fmla="*/ 2096131 w 4940931"/>
                <a:gd name="connsiteY1588" fmla="*/ 91440 h 138429"/>
                <a:gd name="connsiteX1589" fmla="*/ 2097401 w 4940931"/>
                <a:gd name="connsiteY1589" fmla="*/ 94615 h 138429"/>
                <a:gd name="connsiteX1590" fmla="*/ 2099941 w 4940931"/>
                <a:gd name="connsiteY1590" fmla="*/ 95885 h 138429"/>
                <a:gd name="connsiteX1591" fmla="*/ 2103751 w 4940931"/>
                <a:gd name="connsiteY1591" fmla="*/ 95885 h 138429"/>
                <a:gd name="connsiteX1592" fmla="*/ 2110101 w 4940931"/>
                <a:gd name="connsiteY1592" fmla="*/ 95250 h 138429"/>
                <a:gd name="connsiteX1593" fmla="*/ 2115181 w 4940931"/>
                <a:gd name="connsiteY1593" fmla="*/ 93345 h 138429"/>
                <a:gd name="connsiteX1594" fmla="*/ 2113276 w 4940931"/>
                <a:gd name="connsiteY1594" fmla="*/ 106680 h 138429"/>
                <a:gd name="connsiteX1595" fmla="*/ 2106926 w 4940931"/>
                <a:gd name="connsiteY1595" fmla="*/ 109220 h 138429"/>
                <a:gd name="connsiteX1596" fmla="*/ 2098671 w 4940931"/>
                <a:gd name="connsiteY1596" fmla="*/ 110490 h 138429"/>
                <a:gd name="connsiteX1597" fmla="*/ 2091686 w 4940931"/>
                <a:gd name="connsiteY1597" fmla="*/ 109220 h 138429"/>
                <a:gd name="connsiteX1598" fmla="*/ 2085971 w 4940931"/>
                <a:gd name="connsiteY1598" fmla="*/ 105410 h 138429"/>
                <a:gd name="connsiteX1599" fmla="*/ 2082161 w 4940931"/>
                <a:gd name="connsiteY1599" fmla="*/ 99060 h 138429"/>
                <a:gd name="connsiteX1600" fmla="*/ 2080891 w 4940931"/>
                <a:gd name="connsiteY1600" fmla="*/ 89535 h 138429"/>
                <a:gd name="connsiteX1601" fmla="*/ 2080891 w 4940931"/>
                <a:gd name="connsiteY1601" fmla="*/ 44450 h 138429"/>
                <a:gd name="connsiteX1602" fmla="*/ 2070096 w 4940931"/>
                <a:gd name="connsiteY1602" fmla="*/ 44450 h 138429"/>
                <a:gd name="connsiteX1603" fmla="*/ 2070096 w 4940931"/>
                <a:gd name="connsiteY1603" fmla="*/ 30480 h 138429"/>
                <a:gd name="connsiteX1604" fmla="*/ 2080891 w 4940931"/>
                <a:gd name="connsiteY1604" fmla="*/ 30480 h 138429"/>
                <a:gd name="connsiteX1605" fmla="*/ 2080891 w 4940931"/>
                <a:gd name="connsiteY1605" fmla="*/ 8255 h 138429"/>
                <a:gd name="connsiteX1606" fmla="*/ 1931665 w 4940931"/>
                <a:gd name="connsiteY1606" fmla="*/ 0 h 138429"/>
                <a:gd name="connsiteX1607" fmla="*/ 1931665 w 4940931"/>
                <a:gd name="connsiteY1607" fmla="*/ 37465 h 138429"/>
                <a:gd name="connsiteX1608" fmla="*/ 1936110 w 4940931"/>
                <a:gd name="connsiteY1608" fmla="*/ 33655 h 138429"/>
                <a:gd name="connsiteX1609" fmla="*/ 1939920 w 4940931"/>
                <a:gd name="connsiteY1609" fmla="*/ 31115 h 138429"/>
                <a:gd name="connsiteX1610" fmla="*/ 1945000 w 4940931"/>
                <a:gd name="connsiteY1610" fmla="*/ 29210 h 138429"/>
                <a:gd name="connsiteX1611" fmla="*/ 1951985 w 4940931"/>
                <a:gd name="connsiteY1611" fmla="*/ 28575 h 138429"/>
                <a:gd name="connsiteX1612" fmla="*/ 1964050 w 4940931"/>
                <a:gd name="connsiteY1612" fmla="*/ 31115 h 138429"/>
                <a:gd name="connsiteX1613" fmla="*/ 1973575 w 4940931"/>
                <a:gd name="connsiteY1613" fmla="*/ 38735 h 138429"/>
                <a:gd name="connsiteX1614" fmla="*/ 1979925 w 4940931"/>
                <a:gd name="connsiteY1614" fmla="*/ 51435 h 138429"/>
                <a:gd name="connsiteX1615" fmla="*/ 1982465 w 4940931"/>
                <a:gd name="connsiteY1615" fmla="*/ 70485 h 138429"/>
                <a:gd name="connsiteX1616" fmla="*/ 1981830 w 4940931"/>
                <a:gd name="connsiteY1616" fmla="*/ 71120 h 138429"/>
                <a:gd name="connsiteX1617" fmla="*/ 1979290 w 4940931"/>
                <a:gd name="connsiteY1617" fmla="*/ 88265 h 138429"/>
                <a:gd name="connsiteX1618" fmla="*/ 1972305 w 4940931"/>
                <a:gd name="connsiteY1618" fmla="*/ 100330 h 138429"/>
                <a:gd name="connsiteX1619" fmla="*/ 1962780 w 4940931"/>
                <a:gd name="connsiteY1619" fmla="*/ 107315 h 138429"/>
                <a:gd name="connsiteX1620" fmla="*/ 1951350 w 4940931"/>
                <a:gd name="connsiteY1620" fmla="*/ 109855 h 138429"/>
                <a:gd name="connsiteX1621" fmla="*/ 1940555 w 4940931"/>
                <a:gd name="connsiteY1621" fmla="*/ 107315 h 138429"/>
                <a:gd name="connsiteX1622" fmla="*/ 1931665 w 4940931"/>
                <a:gd name="connsiteY1622" fmla="*/ 100965 h 138429"/>
                <a:gd name="connsiteX1623" fmla="*/ 1931665 w 4940931"/>
                <a:gd name="connsiteY1623" fmla="*/ 107950 h 138429"/>
                <a:gd name="connsiteX1624" fmla="*/ 1916425 w 4940931"/>
                <a:gd name="connsiteY1624" fmla="*/ 107950 h 138429"/>
                <a:gd name="connsiteX1625" fmla="*/ 1916425 w 4940931"/>
                <a:gd name="connsiteY1625" fmla="*/ 7620 h 138429"/>
                <a:gd name="connsiteX1626" fmla="*/ 1316991 w 4940931"/>
                <a:gd name="connsiteY1626" fmla="*/ 0 h 138429"/>
                <a:gd name="connsiteX1627" fmla="*/ 1316991 w 4940931"/>
                <a:gd name="connsiteY1627" fmla="*/ 30480 h 138429"/>
                <a:gd name="connsiteX1628" fmla="*/ 1336041 w 4940931"/>
                <a:gd name="connsiteY1628" fmla="*/ 30480 h 138429"/>
                <a:gd name="connsiteX1629" fmla="*/ 1336041 w 4940931"/>
                <a:gd name="connsiteY1629" fmla="*/ 44450 h 138429"/>
                <a:gd name="connsiteX1630" fmla="*/ 1316991 w 4940931"/>
                <a:gd name="connsiteY1630" fmla="*/ 44450 h 138429"/>
                <a:gd name="connsiteX1631" fmla="*/ 1316991 w 4940931"/>
                <a:gd name="connsiteY1631" fmla="*/ 86995 h 138429"/>
                <a:gd name="connsiteX1632" fmla="*/ 1316991 w 4940931"/>
                <a:gd name="connsiteY1632" fmla="*/ 91440 h 138429"/>
                <a:gd name="connsiteX1633" fmla="*/ 1318261 w 4940931"/>
                <a:gd name="connsiteY1633" fmla="*/ 94615 h 138429"/>
                <a:gd name="connsiteX1634" fmla="*/ 1320801 w 4940931"/>
                <a:gd name="connsiteY1634" fmla="*/ 95885 h 138429"/>
                <a:gd name="connsiteX1635" fmla="*/ 1324611 w 4940931"/>
                <a:gd name="connsiteY1635" fmla="*/ 95885 h 138429"/>
                <a:gd name="connsiteX1636" fmla="*/ 1330961 w 4940931"/>
                <a:gd name="connsiteY1636" fmla="*/ 95250 h 138429"/>
                <a:gd name="connsiteX1637" fmla="*/ 1336041 w 4940931"/>
                <a:gd name="connsiteY1637" fmla="*/ 93345 h 138429"/>
                <a:gd name="connsiteX1638" fmla="*/ 1334136 w 4940931"/>
                <a:gd name="connsiteY1638" fmla="*/ 106680 h 138429"/>
                <a:gd name="connsiteX1639" fmla="*/ 1327786 w 4940931"/>
                <a:gd name="connsiteY1639" fmla="*/ 109220 h 138429"/>
                <a:gd name="connsiteX1640" fmla="*/ 1319531 w 4940931"/>
                <a:gd name="connsiteY1640" fmla="*/ 110490 h 138429"/>
                <a:gd name="connsiteX1641" fmla="*/ 1312546 w 4940931"/>
                <a:gd name="connsiteY1641" fmla="*/ 109220 h 138429"/>
                <a:gd name="connsiteX1642" fmla="*/ 1306831 w 4940931"/>
                <a:gd name="connsiteY1642" fmla="*/ 105410 h 138429"/>
                <a:gd name="connsiteX1643" fmla="*/ 1303021 w 4940931"/>
                <a:gd name="connsiteY1643" fmla="*/ 99060 h 138429"/>
                <a:gd name="connsiteX1644" fmla="*/ 1301751 w 4940931"/>
                <a:gd name="connsiteY1644" fmla="*/ 89535 h 138429"/>
                <a:gd name="connsiteX1645" fmla="*/ 1301751 w 4940931"/>
                <a:gd name="connsiteY1645" fmla="*/ 44450 h 138429"/>
                <a:gd name="connsiteX1646" fmla="*/ 1290956 w 4940931"/>
                <a:gd name="connsiteY1646" fmla="*/ 44450 h 138429"/>
                <a:gd name="connsiteX1647" fmla="*/ 1290956 w 4940931"/>
                <a:gd name="connsiteY1647" fmla="*/ 30480 h 138429"/>
                <a:gd name="connsiteX1648" fmla="*/ 1301751 w 4940931"/>
                <a:gd name="connsiteY1648" fmla="*/ 30480 h 138429"/>
                <a:gd name="connsiteX1649" fmla="*/ 1301751 w 4940931"/>
                <a:gd name="connsiteY1649" fmla="*/ 8255 h 138429"/>
                <a:gd name="connsiteX1650" fmla="*/ 751206 w 4940931"/>
                <a:gd name="connsiteY1650" fmla="*/ 0 h 138429"/>
                <a:gd name="connsiteX1651" fmla="*/ 751206 w 4940931"/>
                <a:gd name="connsiteY1651" fmla="*/ 30480 h 138429"/>
                <a:gd name="connsiteX1652" fmla="*/ 770256 w 4940931"/>
                <a:gd name="connsiteY1652" fmla="*/ 30480 h 138429"/>
                <a:gd name="connsiteX1653" fmla="*/ 770256 w 4940931"/>
                <a:gd name="connsiteY1653" fmla="*/ 44450 h 138429"/>
                <a:gd name="connsiteX1654" fmla="*/ 751206 w 4940931"/>
                <a:gd name="connsiteY1654" fmla="*/ 44450 h 138429"/>
                <a:gd name="connsiteX1655" fmla="*/ 751206 w 4940931"/>
                <a:gd name="connsiteY1655" fmla="*/ 86995 h 138429"/>
                <a:gd name="connsiteX1656" fmla="*/ 751206 w 4940931"/>
                <a:gd name="connsiteY1656" fmla="*/ 91440 h 138429"/>
                <a:gd name="connsiteX1657" fmla="*/ 752476 w 4940931"/>
                <a:gd name="connsiteY1657" fmla="*/ 94615 h 138429"/>
                <a:gd name="connsiteX1658" fmla="*/ 755016 w 4940931"/>
                <a:gd name="connsiteY1658" fmla="*/ 95885 h 138429"/>
                <a:gd name="connsiteX1659" fmla="*/ 758826 w 4940931"/>
                <a:gd name="connsiteY1659" fmla="*/ 95885 h 138429"/>
                <a:gd name="connsiteX1660" fmla="*/ 765176 w 4940931"/>
                <a:gd name="connsiteY1660" fmla="*/ 95250 h 138429"/>
                <a:gd name="connsiteX1661" fmla="*/ 770256 w 4940931"/>
                <a:gd name="connsiteY1661" fmla="*/ 93345 h 138429"/>
                <a:gd name="connsiteX1662" fmla="*/ 768351 w 4940931"/>
                <a:gd name="connsiteY1662" fmla="*/ 106680 h 138429"/>
                <a:gd name="connsiteX1663" fmla="*/ 762001 w 4940931"/>
                <a:gd name="connsiteY1663" fmla="*/ 109220 h 138429"/>
                <a:gd name="connsiteX1664" fmla="*/ 753746 w 4940931"/>
                <a:gd name="connsiteY1664" fmla="*/ 110490 h 138429"/>
                <a:gd name="connsiteX1665" fmla="*/ 746761 w 4940931"/>
                <a:gd name="connsiteY1665" fmla="*/ 109220 h 138429"/>
                <a:gd name="connsiteX1666" fmla="*/ 741045 w 4940931"/>
                <a:gd name="connsiteY1666" fmla="*/ 105410 h 138429"/>
                <a:gd name="connsiteX1667" fmla="*/ 737236 w 4940931"/>
                <a:gd name="connsiteY1667" fmla="*/ 99060 h 138429"/>
                <a:gd name="connsiteX1668" fmla="*/ 735966 w 4940931"/>
                <a:gd name="connsiteY1668" fmla="*/ 89535 h 138429"/>
                <a:gd name="connsiteX1669" fmla="*/ 735966 w 4940931"/>
                <a:gd name="connsiteY1669" fmla="*/ 44450 h 138429"/>
                <a:gd name="connsiteX1670" fmla="*/ 725171 w 4940931"/>
                <a:gd name="connsiteY1670" fmla="*/ 44450 h 138429"/>
                <a:gd name="connsiteX1671" fmla="*/ 725171 w 4940931"/>
                <a:gd name="connsiteY1671" fmla="*/ 30480 h 138429"/>
                <a:gd name="connsiteX1672" fmla="*/ 735966 w 4940931"/>
                <a:gd name="connsiteY1672" fmla="*/ 30480 h 138429"/>
                <a:gd name="connsiteX1673" fmla="*/ 735966 w 4940931"/>
                <a:gd name="connsiteY1673" fmla="*/ 8255 h 138429"/>
                <a:gd name="connsiteX1674" fmla="*/ 521335 w 4940931"/>
                <a:gd name="connsiteY1674" fmla="*/ 0 h 138429"/>
                <a:gd name="connsiteX1675" fmla="*/ 521335 w 4940931"/>
                <a:gd name="connsiteY1675" fmla="*/ 30480 h 138429"/>
                <a:gd name="connsiteX1676" fmla="*/ 540385 w 4940931"/>
                <a:gd name="connsiteY1676" fmla="*/ 30480 h 138429"/>
                <a:gd name="connsiteX1677" fmla="*/ 540385 w 4940931"/>
                <a:gd name="connsiteY1677" fmla="*/ 44450 h 138429"/>
                <a:gd name="connsiteX1678" fmla="*/ 521335 w 4940931"/>
                <a:gd name="connsiteY1678" fmla="*/ 44450 h 138429"/>
                <a:gd name="connsiteX1679" fmla="*/ 521335 w 4940931"/>
                <a:gd name="connsiteY1679" fmla="*/ 86995 h 138429"/>
                <a:gd name="connsiteX1680" fmla="*/ 521335 w 4940931"/>
                <a:gd name="connsiteY1680" fmla="*/ 91440 h 138429"/>
                <a:gd name="connsiteX1681" fmla="*/ 522605 w 4940931"/>
                <a:gd name="connsiteY1681" fmla="*/ 94615 h 138429"/>
                <a:gd name="connsiteX1682" fmla="*/ 525145 w 4940931"/>
                <a:gd name="connsiteY1682" fmla="*/ 95885 h 138429"/>
                <a:gd name="connsiteX1683" fmla="*/ 528955 w 4940931"/>
                <a:gd name="connsiteY1683" fmla="*/ 95885 h 138429"/>
                <a:gd name="connsiteX1684" fmla="*/ 535305 w 4940931"/>
                <a:gd name="connsiteY1684" fmla="*/ 95250 h 138429"/>
                <a:gd name="connsiteX1685" fmla="*/ 540385 w 4940931"/>
                <a:gd name="connsiteY1685" fmla="*/ 93345 h 138429"/>
                <a:gd name="connsiteX1686" fmla="*/ 538480 w 4940931"/>
                <a:gd name="connsiteY1686" fmla="*/ 106680 h 138429"/>
                <a:gd name="connsiteX1687" fmla="*/ 532130 w 4940931"/>
                <a:gd name="connsiteY1687" fmla="*/ 109220 h 138429"/>
                <a:gd name="connsiteX1688" fmla="*/ 523875 w 4940931"/>
                <a:gd name="connsiteY1688" fmla="*/ 110490 h 138429"/>
                <a:gd name="connsiteX1689" fmla="*/ 516890 w 4940931"/>
                <a:gd name="connsiteY1689" fmla="*/ 109220 h 138429"/>
                <a:gd name="connsiteX1690" fmla="*/ 511175 w 4940931"/>
                <a:gd name="connsiteY1690" fmla="*/ 105410 h 138429"/>
                <a:gd name="connsiteX1691" fmla="*/ 507365 w 4940931"/>
                <a:gd name="connsiteY1691" fmla="*/ 99060 h 138429"/>
                <a:gd name="connsiteX1692" fmla="*/ 506095 w 4940931"/>
                <a:gd name="connsiteY1692" fmla="*/ 89535 h 138429"/>
                <a:gd name="connsiteX1693" fmla="*/ 506095 w 4940931"/>
                <a:gd name="connsiteY1693" fmla="*/ 44450 h 138429"/>
                <a:gd name="connsiteX1694" fmla="*/ 495300 w 4940931"/>
                <a:gd name="connsiteY1694" fmla="*/ 44450 h 138429"/>
                <a:gd name="connsiteX1695" fmla="*/ 495300 w 4940931"/>
                <a:gd name="connsiteY1695" fmla="*/ 30480 h 138429"/>
                <a:gd name="connsiteX1696" fmla="*/ 506095 w 4940931"/>
                <a:gd name="connsiteY1696" fmla="*/ 30480 h 138429"/>
                <a:gd name="connsiteX1697" fmla="*/ 506095 w 4940931"/>
                <a:gd name="connsiteY1697" fmla="*/ 8255 h 138429"/>
                <a:gd name="connsiteX1698" fmla="*/ 466724 w 4940931"/>
                <a:gd name="connsiteY1698" fmla="*/ 0 h 138429"/>
                <a:gd name="connsiteX1699" fmla="*/ 466724 w 4940931"/>
                <a:gd name="connsiteY1699" fmla="*/ 30480 h 138429"/>
                <a:gd name="connsiteX1700" fmla="*/ 485774 w 4940931"/>
                <a:gd name="connsiteY1700" fmla="*/ 30480 h 138429"/>
                <a:gd name="connsiteX1701" fmla="*/ 485774 w 4940931"/>
                <a:gd name="connsiteY1701" fmla="*/ 44450 h 138429"/>
                <a:gd name="connsiteX1702" fmla="*/ 466724 w 4940931"/>
                <a:gd name="connsiteY1702" fmla="*/ 44450 h 138429"/>
                <a:gd name="connsiteX1703" fmla="*/ 466724 w 4940931"/>
                <a:gd name="connsiteY1703" fmla="*/ 86995 h 138429"/>
                <a:gd name="connsiteX1704" fmla="*/ 466724 w 4940931"/>
                <a:gd name="connsiteY1704" fmla="*/ 91440 h 138429"/>
                <a:gd name="connsiteX1705" fmla="*/ 467994 w 4940931"/>
                <a:gd name="connsiteY1705" fmla="*/ 94615 h 138429"/>
                <a:gd name="connsiteX1706" fmla="*/ 470534 w 4940931"/>
                <a:gd name="connsiteY1706" fmla="*/ 95885 h 138429"/>
                <a:gd name="connsiteX1707" fmla="*/ 474344 w 4940931"/>
                <a:gd name="connsiteY1707" fmla="*/ 95885 h 138429"/>
                <a:gd name="connsiteX1708" fmla="*/ 480694 w 4940931"/>
                <a:gd name="connsiteY1708" fmla="*/ 95250 h 138429"/>
                <a:gd name="connsiteX1709" fmla="*/ 485774 w 4940931"/>
                <a:gd name="connsiteY1709" fmla="*/ 93345 h 138429"/>
                <a:gd name="connsiteX1710" fmla="*/ 483869 w 4940931"/>
                <a:gd name="connsiteY1710" fmla="*/ 106680 h 138429"/>
                <a:gd name="connsiteX1711" fmla="*/ 477519 w 4940931"/>
                <a:gd name="connsiteY1711" fmla="*/ 109220 h 138429"/>
                <a:gd name="connsiteX1712" fmla="*/ 469264 w 4940931"/>
                <a:gd name="connsiteY1712" fmla="*/ 110490 h 138429"/>
                <a:gd name="connsiteX1713" fmla="*/ 462279 w 4940931"/>
                <a:gd name="connsiteY1713" fmla="*/ 109220 h 138429"/>
                <a:gd name="connsiteX1714" fmla="*/ 456564 w 4940931"/>
                <a:gd name="connsiteY1714" fmla="*/ 105410 h 138429"/>
                <a:gd name="connsiteX1715" fmla="*/ 452754 w 4940931"/>
                <a:gd name="connsiteY1715" fmla="*/ 99060 h 138429"/>
                <a:gd name="connsiteX1716" fmla="*/ 451484 w 4940931"/>
                <a:gd name="connsiteY1716" fmla="*/ 89535 h 138429"/>
                <a:gd name="connsiteX1717" fmla="*/ 451484 w 4940931"/>
                <a:gd name="connsiteY1717" fmla="*/ 44450 h 138429"/>
                <a:gd name="connsiteX1718" fmla="*/ 440689 w 4940931"/>
                <a:gd name="connsiteY1718" fmla="*/ 44450 h 138429"/>
                <a:gd name="connsiteX1719" fmla="*/ 440689 w 4940931"/>
                <a:gd name="connsiteY1719" fmla="*/ 30480 h 138429"/>
                <a:gd name="connsiteX1720" fmla="*/ 451484 w 4940931"/>
                <a:gd name="connsiteY1720" fmla="*/ 30480 h 138429"/>
                <a:gd name="connsiteX1721" fmla="*/ 451484 w 4940931"/>
                <a:gd name="connsiteY1721" fmla="*/ 8255 h 138429"/>
                <a:gd name="connsiteX1722" fmla="*/ 302259 w 4940931"/>
                <a:gd name="connsiteY1722" fmla="*/ 0 h 138429"/>
                <a:gd name="connsiteX1723" fmla="*/ 302259 w 4940931"/>
                <a:gd name="connsiteY1723" fmla="*/ 37465 h 138429"/>
                <a:gd name="connsiteX1724" fmla="*/ 306704 w 4940931"/>
                <a:gd name="connsiteY1724" fmla="*/ 33655 h 138429"/>
                <a:gd name="connsiteX1725" fmla="*/ 310514 w 4940931"/>
                <a:gd name="connsiteY1725" fmla="*/ 31115 h 138429"/>
                <a:gd name="connsiteX1726" fmla="*/ 315594 w 4940931"/>
                <a:gd name="connsiteY1726" fmla="*/ 29210 h 138429"/>
                <a:gd name="connsiteX1727" fmla="*/ 322579 w 4940931"/>
                <a:gd name="connsiteY1727" fmla="*/ 28575 h 138429"/>
                <a:gd name="connsiteX1728" fmla="*/ 334644 w 4940931"/>
                <a:gd name="connsiteY1728" fmla="*/ 31115 h 138429"/>
                <a:gd name="connsiteX1729" fmla="*/ 344169 w 4940931"/>
                <a:gd name="connsiteY1729" fmla="*/ 38735 h 138429"/>
                <a:gd name="connsiteX1730" fmla="*/ 350519 w 4940931"/>
                <a:gd name="connsiteY1730" fmla="*/ 51435 h 138429"/>
                <a:gd name="connsiteX1731" fmla="*/ 353059 w 4940931"/>
                <a:gd name="connsiteY1731" fmla="*/ 70485 h 138429"/>
                <a:gd name="connsiteX1732" fmla="*/ 352424 w 4940931"/>
                <a:gd name="connsiteY1732" fmla="*/ 71120 h 138429"/>
                <a:gd name="connsiteX1733" fmla="*/ 349884 w 4940931"/>
                <a:gd name="connsiteY1733" fmla="*/ 88265 h 138429"/>
                <a:gd name="connsiteX1734" fmla="*/ 342899 w 4940931"/>
                <a:gd name="connsiteY1734" fmla="*/ 100330 h 138429"/>
                <a:gd name="connsiteX1735" fmla="*/ 333374 w 4940931"/>
                <a:gd name="connsiteY1735" fmla="*/ 107315 h 138429"/>
                <a:gd name="connsiteX1736" fmla="*/ 321944 w 4940931"/>
                <a:gd name="connsiteY1736" fmla="*/ 109855 h 138429"/>
                <a:gd name="connsiteX1737" fmla="*/ 311149 w 4940931"/>
                <a:gd name="connsiteY1737" fmla="*/ 107315 h 138429"/>
                <a:gd name="connsiteX1738" fmla="*/ 302259 w 4940931"/>
                <a:gd name="connsiteY1738" fmla="*/ 100965 h 138429"/>
                <a:gd name="connsiteX1739" fmla="*/ 302259 w 4940931"/>
                <a:gd name="connsiteY1739" fmla="*/ 107950 h 138429"/>
                <a:gd name="connsiteX1740" fmla="*/ 287019 w 4940931"/>
                <a:gd name="connsiteY1740" fmla="*/ 107950 h 138429"/>
                <a:gd name="connsiteX1741" fmla="*/ 287019 w 4940931"/>
                <a:gd name="connsiteY1741" fmla="*/ 7620 h 138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Lst>
              <a:rect l="l" t="t" r="r" b="b"/>
              <a:pathLst>
                <a:path w="4940931" h="138429">
                  <a:moveTo>
                    <a:pt x="1032512" y="137477"/>
                  </a:moveTo>
                  <a:lnTo>
                    <a:pt x="1032512" y="137794"/>
                  </a:lnTo>
                  <a:lnTo>
                    <a:pt x="1030607" y="138429"/>
                  </a:lnTo>
                  <a:close/>
                  <a:moveTo>
                    <a:pt x="4929501" y="87629"/>
                  </a:moveTo>
                  <a:cubicBezTo>
                    <a:pt x="4930771" y="87629"/>
                    <a:pt x="4932676" y="87629"/>
                    <a:pt x="4933946" y="88264"/>
                  </a:cubicBezTo>
                  <a:cubicBezTo>
                    <a:pt x="4935216" y="88264"/>
                    <a:pt x="4936486" y="89534"/>
                    <a:pt x="4937756" y="90804"/>
                  </a:cubicBezTo>
                  <a:cubicBezTo>
                    <a:pt x="4939026" y="92074"/>
                    <a:pt x="4939661" y="93344"/>
                    <a:pt x="4940296" y="94614"/>
                  </a:cubicBezTo>
                  <a:cubicBezTo>
                    <a:pt x="4940296" y="95884"/>
                    <a:pt x="4940931" y="97789"/>
                    <a:pt x="4940931" y="99059"/>
                  </a:cubicBezTo>
                  <a:cubicBezTo>
                    <a:pt x="4940931" y="99059"/>
                    <a:pt x="4940931" y="102234"/>
                    <a:pt x="4940296" y="103504"/>
                  </a:cubicBezTo>
                  <a:cubicBezTo>
                    <a:pt x="4940296" y="104774"/>
                    <a:pt x="4939026" y="106044"/>
                    <a:pt x="4937756" y="107314"/>
                  </a:cubicBezTo>
                  <a:cubicBezTo>
                    <a:pt x="4936486" y="108584"/>
                    <a:pt x="4935216" y="109219"/>
                    <a:pt x="4933946" y="109854"/>
                  </a:cubicBezTo>
                  <a:cubicBezTo>
                    <a:pt x="4932676" y="109854"/>
                    <a:pt x="4930771" y="110489"/>
                    <a:pt x="4929501" y="110489"/>
                  </a:cubicBezTo>
                  <a:cubicBezTo>
                    <a:pt x="4928231" y="110489"/>
                    <a:pt x="4926326" y="110489"/>
                    <a:pt x="4925056" y="109854"/>
                  </a:cubicBezTo>
                  <a:cubicBezTo>
                    <a:pt x="4923786" y="109854"/>
                    <a:pt x="4922516" y="108584"/>
                    <a:pt x="4921246" y="107314"/>
                  </a:cubicBezTo>
                  <a:cubicBezTo>
                    <a:pt x="4919976" y="106044"/>
                    <a:pt x="4919341" y="104774"/>
                    <a:pt x="4918706" y="103504"/>
                  </a:cubicBezTo>
                  <a:cubicBezTo>
                    <a:pt x="4918706" y="102234"/>
                    <a:pt x="4918071" y="100329"/>
                    <a:pt x="4918071" y="99059"/>
                  </a:cubicBezTo>
                  <a:cubicBezTo>
                    <a:pt x="4918071" y="97789"/>
                    <a:pt x="4918071" y="95884"/>
                    <a:pt x="4918706" y="94614"/>
                  </a:cubicBezTo>
                  <a:cubicBezTo>
                    <a:pt x="4918706" y="93344"/>
                    <a:pt x="4919976" y="92074"/>
                    <a:pt x="4921246" y="90804"/>
                  </a:cubicBezTo>
                  <a:cubicBezTo>
                    <a:pt x="4922516" y="89534"/>
                    <a:pt x="4923786" y="88899"/>
                    <a:pt x="4925056" y="88264"/>
                  </a:cubicBezTo>
                  <a:cubicBezTo>
                    <a:pt x="4926326" y="88264"/>
                    <a:pt x="4928231" y="87629"/>
                    <a:pt x="4929501" y="87629"/>
                  </a:cubicBezTo>
                  <a:close/>
                  <a:moveTo>
                    <a:pt x="3079110" y="87629"/>
                  </a:moveTo>
                  <a:cubicBezTo>
                    <a:pt x="3080380" y="87629"/>
                    <a:pt x="3082285" y="87629"/>
                    <a:pt x="3083555" y="88264"/>
                  </a:cubicBezTo>
                  <a:cubicBezTo>
                    <a:pt x="3084825" y="88264"/>
                    <a:pt x="3086095" y="89534"/>
                    <a:pt x="3087365" y="90804"/>
                  </a:cubicBezTo>
                  <a:cubicBezTo>
                    <a:pt x="3088635" y="92074"/>
                    <a:pt x="3089270" y="93344"/>
                    <a:pt x="3089905" y="94614"/>
                  </a:cubicBezTo>
                  <a:cubicBezTo>
                    <a:pt x="3089905" y="95884"/>
                    <a:pt x="3090540" y="97789"/>
                    <a:pt x="3090540" y="99059"/>
                  </a:cubicBezTo>
                  <a:cubicBezTo>
                    <a:pt x="3090540" y="99059"/>
                    <a:pt x="3090540" y="102234"/>
                    <a:pt x="3089905" y="103504"/>
                  </a:cubicBezTo>
                  <a:cubicBezTo>
                    <a:pt x="3089905" y="104774"/>
                    <a:pt x="3088635" y="106044"/>
                    <a:pt x="3087365" y="107314"/>
                  </a:cubicBezTo>
                  <a:cubicBezTo>
                    <a:pt x="3086095" y="108584"/>
                    <a:pt x="3084825" y="109219"/>
                    <a:pt x="3083555" y="109854"/>
                  </a:cubicBezTo>
                  <a:cubicBezTo>
                    <a:pt x="3082285" y="109854"/>
                    <a:pt x="3080380" y="110489"/>
                    <a:pt x="3079110" y="110489"/>
                  </a:cubicBezTo>
                  <a:cubicBezTo>
                    <a:pt x="3077840" y="110489"/>
                    <a:pt x="3075935" y="110489"/>
                    <a:pt x="3074665" y="109854"/>
                  </a:cubicBezTo>
                  <a:cubicBezTo>
                    <a:pt x="3073395" y="109854"/>
                    <a:pt x="3072125" y="108584"/>
                    <a:pt x="3070855" y="107314"/>
                  </a:cubicBezTo>
                  <a:cubicBezTo>
                    <a:pt x="3069585" y="106044"/>
                    <a:pt x="3068950" y="104774"/>
                    <a:pt x="3068315" y="103504"/>
                  </a:cubicBezTo>
                  <a:cubicBezTo>
                    <a:pt x="3068315" y="102234"/>
                    <a:pt x="3067680" y="100329"/>
                    <a:pt x="3067680" y="99059"/>
                  </a:cubicBezTo>
                  <a:cubicBezTo>
                    <a:pt x="3067680" y="97789"/>
                    <a:pt x="3067680" y="95884"/>
                    <a:pt x="3068315" y="94614"/>
                  </a:cubicBezTo>
                  <a:cubicBezTo>
                    <a:pt x="3068315" y="93344"/>
                    <a:pt x="3069585" y="92074"/>
                    <a:pt x="3070855" y="90804"/>
                  </a:cubicBezTo>
                  <a:cubicBezTo>
                    <a:pt x="3072125" y="89534"/>
                    <a:pt x="3073395" y="88899"/>
                    <a:pt x="3074665" y="88264"/>
                  </a:cubicBezTo>
                  <a:cubicBezTo>
                    <a:pt x="3075935" y="88264"/>
                    <a:pt x="3077840" y="87629"/>
                    <a:pt x="3079110" y="87629"/>
                  </a:cubicBezTo>
                  <a:close/>
                  <a:moveTo>
                    <a:pt x="1565275" y="87629"/>
                  </a:moveTo>
                  <a:cubicBezTo>
                    <a:pt x="1566545" y="87629"/>
                    <a:pt x="1568450" y="87629"/>
                    <a:pt x="1569720" y="88264"/>
                  </a:cubicBezTo>
                  <a:cubicBezTo>
                    <a:pt x="1570990" y="88264"/>
                    <a:pt x="1572260" y="89534"/>
                    <a:pt x="1573529" y="90804"/>
                  </a:cubicBezTo>
                  <a:cubicBezTo>
                    <a:pt x="1574800" y="92074"/>
                    <a:pt x="1575435" y="93344"/>
                    <a:pt x="1576069" y="94614"/>
                  </a:cubicBezTo>
                  <a:cubicBezTo>
                    <a:pt x="1576069" y="95884"/>
                    <a:pt x="1576705" y="97789"/>
                    <a:pt x="1576705" y="99059"/>
                  </a:cubicBezTo>
                  <a:cubicBezTo>
                    <a:pt x="1576705" y="99059"/>
                    <a:pt x="1576705" y="102234"/>
                    <a:pt x="1576069" y="103504"/>
                  </a:cubicBezTo>
                  <a:cubicBezTo>
                    <a:pt x="1576069" y="104774"/>
                    <a:pt x="1574800" y="106044"/>
                    <a:pt x="1573529" y="107314"/>
                  </a:cubicBezTo>
                  <a:cubicBezTo>
                    <a:pt x="1572260" y="108584"/>
                    <a:pt x="1570990" y="109219"/>
                    <a:pt x="1569720" y="109854"/>
                  </a:cubicBezTo>
                  <a:cubicBezTo>
                    <a:pt x="1568450" y="109854"/>
                    <a:pt x="1566545" y="110489"/>
                    <a:pt x="1565275" y="110489"/>
                  </a:cubicBezTo>
                  <a:cubicBezTo>
                    <a:pt x="1564005" y="110489"/>
                    <a:pt x="1562099" y="110489"/>
                    <a:pt x="1560830" y="109854"/>
                  </a:cubicBezTo>
                  <a:cubicBezTo>
                    <a:pt x="1559559" y="109854"/>
                    <a:pt x="1558289" y="108584"/>
                    <a:pt x="1557020" y="107314"/>
                  </a:cubicBezTo>
                  <a:cubicBezTo>
                    <a:pt x="1555750" y="106044"/>
                    <a:pt x="1555114" y="104774"/>
                    <a:pt x="1554479" y="103504"/>
                  </a:cubicBezTo>
                  <a:cubicBezTo>
                    <a:pt x="1554479" y="102234"/>
                    <a:pt x="1553844" y="100329"/>
                    <a:pt x="1553844" y="99059"/>
                  </a:cubicBezTo>
                  <a:cubicBezTo>
                    <a:pt x="1553844" y="97789"/>
                    <a:pt x="1553844" y="95884"/>
                    <a:pt x="1554479" y="94614"/>
                  </a:cubicBezTo>
                  <a:cubicBezTo>
                    <a:pt x="1554479" y="93344"/>
                    <a:pt x="1555750" y="92074"/>
                    <a:pt x="1557020" y="90804"/>
                  </a:cubicBezTo>
                  <a:cubicBezTo>
                    <a:pt x="1558289" y="89534"/>
                    <a:pt x="1559559" y="88899"/>
                    <a:pt x="1560830" y="88264"/>
                  </a:cubicBezTo>
                  <a:cubicBezTo>
                    <a:pt x="1562099" y="88264"/>
                    <a:pt x="1564005" y="87629"/>
                    <a:pt x="1565275" y="87629"/>
                  </a:cubicBezTo>
                  <a:close/>
                  <a:moveTo>
                    <a:pt x="2642230" y="73024"/>
                  </a:moveTo>
                  <a:cubicBezTo>
                    <a:pt x="2637150" y="73024"/>
                    <a:pt x="2633340" y="74294"/>
                    <a:pt x="2630800" y="76199"/>
                  </a:cubicBezTo>
                  <a:cubicBezTo>
                    <a:pt x="2627625" y="78104"/>
                    <a:pt x="2626355" y="81279"/>
                    <a:pt x="2626355" y="84454"/>
                  </a:cubicBezTo>
                  <a:cubicBezTo>
                    <a:pt x="2626355" y="86994"/>
                    <a:pt x="2626355" y="88899"/>
                    <a:pt x="2627625" y="90169"/>
                  </a:cubicBezTo>
                  <a:cubicBezTo>
                    <a:pt x="2628260" y="92074"/>
                    <a:pt x="2629530" y="93344"/>
                    <a:pt x="2630800" y="93979"/>
                  </a:cubicBezTo>
                  <a:cubicBezTo>
                    <a:pt x="2632070" y="95249"/>
                    <a:pt x="2633340" y="95884"/>
                    <a:pt x="2635245" y="96519"/>
                  </a:cubicBezTo>
                  <a:cubicBezTo>
                    <a:pt x="2637150" y="96519"/>
                    <a:pt x="2639055" y="97154"/>
                    <a:pt x="2641595" y="97154"/>
                  </a:cubicBezTo>
                  <a:cubicBezTo>
                    <a:pt x="2643500" y="97154"/>
                    <a:pt x="2645405" y="97154"/>
                    <a:pt x="2647310" y="96519"/>
                  </a:cubicBezTo>
                  <a:cubicBezTo>
                    <a:pt x="2649215" y="96519"/>
                    <a:pt x="2651120" y="95249"/>
                    <a:pt x="2652390" y="93979"/>
                  </a:cubicBezTo>
                  <a:cubicBezTo>
                    <a:pt x="2654295" y="93344"/>
                    <a:pt x="2655565" y="92074"/>
                    <a:pt x="2656835" y="90804"/>
                  </a:cubicBezTo>
                  <a:cubicBezTo>
                    <a:pt x="2658105" y="89534"/>
                    <a:pt x="2659375" y="88264"/>
                    <a:pt x="2660010" y="86994"/>
                  </a:cubicBezTo>
                  <a:lnTo>
                    <a:pt x="2660010" y="75564"/>
                  </a:lnTo>
                  <a:cubicBezTo>
                    <a:pt x="2660010" y="75564"/>
                    <a:pt x="2657470" y="74294"/>
                    <a:pt x="2656200" y="74294"/>
                  </a:cubicBezTo>
                  <a:cubicBezTo>
                    <a:pt x="2654930" y="74294"/>
                    <a:pt x="2653660" y="73659"/>
                    <a:pt x="2652390" y="73659"/>
                  </a:cubicBezTo>
                  <a:cubicBezTo>
                    <a:pt x="2651120" y="73659"/>
                    <a:pt x="2649850" y="73659"/>
                    <a:pt x="2647945" y="73024"/>
                  </a:cubicBezTo>
                  <a:cubicBezTo>
                    <a:pt x="2646040" y="73024"/>
                    <a:pt x="2644135" y="73024"/>
                    <a:pt x="2642230" y="73024"/>
                  </a:cubicBezTo>
                  <a:close/>
                  <a:moveTo>
                    <a:pt x="4664706" y="43814"/>
                  </a:moveTo>
                  <a:cubicBezTo>
                    <a:pt x="4661531" y="43814"/>
                    <a:pt x="4658991" y="43814"/>
                    <a:pt x="4657086" y="45719"/>
                  </a:cubicBezTo>
                  <a:cubicBezTo>
                    <a:pt x="4654546" y="46989"/>
                    <a:pt x="4652641" y="48894"/>
                    <a:pt x="4651371" y="50799"/>
                  </a:cubicBezTo>
                  <a:cubicBezTo>
                    <a:pt x="4649466" y="53339"/>
                    <a:pt x="4648831" y="55879"/>
                    <a:pt x="4647561" y="59054"/>
                  </a:cubicBezTo>
                  <a:cubicBezTo>
                    <a:pt x="4646926" y="62229"/>
                    <a:pt x="4646291" y="65404"/>
                    <a:pt x="4646291" y="69849"/>
                  </a:cubicBezTo>
                  <a:cubicBezTo>
                    <a:pt x="4646291" y="74294"/>
                    <a:pt x="4646291" y="78104"/>
                    <a:pt x="4647561" y="81279"/>
                  </a:cubicBezTo>
                  <a:cubicBezTo>
                    <a:pt x="4648196" y="84454"/>
                    <a:pt x="4650101" y="87629"/>
                    <a:pt x="4651371" y="89534"/>
                  </a:cubicBezTo>
                  <a:cubicBezTo>
                    <a:pt x="4653276" y="92074"/>
                    <a:pt x="4655181" y="93344"/>
                    <a:pt x="4657721" y="94614"/>
                  </a:cubicBezTo>
                  <a:cubicBezTo>
                    <a:pt x="4660261" y="95884"/>
                    <a:pt x="4662801" y="96519"/>
                    <a:pt x="4665341" y="96519"/>
                  </a:cubicBezTo>
                  <a:cubicBezTo>
                    <a:pt x="4667881" y="96519"/>
                    <a:pt x="4671056" y="95884"/>
                    <a:pt x="4672961" y="94614"/>
                  </a:cubicBezTo>
                  <a:cubicBezTo>
                    <a:pt x="4675501" y="93344"/>
                    <a:pt x="4677406" y="91439"/>
                    <a:pt x="4678676" y="88899"/>
                  </a:cubicBezTo>
                  <a:cubicBezTo>
                    <a:pt x="4680581" y="86359"/>
                    <a:pt x="4681851" y="83819"/>
                    <a:pt x="4682486" y="80644"/>
                  </a:cubicBezTo>
                  <a:cubicBezTo>
                    <a:pt x="4683121" y="77469"/>
                    <a:pt x="4683756" y="74294"/>
                    <a:pt x="4683756" y="70484"/>
                  </a:cubicBezTo>
                  <a:lnTo>
                    <a:pt x="4684391" y="69849"/>
                  </a:lnTo>
                  <a:cubicBezTo>
                    <a:pt x="4684391" y="66039"/>
                    <a:pt x="4684391" y="62229"/>
                    <a:pt x="4683121" y="59054"/>
                  </a:cubicBezTo>
                  <a:cubicBezTo>
                    <a:pt x="4682486" y="55879"/>
                    <a:pt x="4680581" y="53339"/>
                    <a:pt x="4679311" y="50799"/>
                  </a:cubicBezTo>
                  <a:cubicBezTo>
                    <a:pt x="4677406" y="48259"/>
                    <a:pt x="4675501" y="46989"/>
                    <a:pt x="4672961" y="45719"/>
                  </a:cubicBezTo>
                  <a:cubicBezTo>
                    <a:pt x="4670421" y="44449"/>
                    <a:pt x="4667881" y="43814"/>
                    <a:pt x="4664706" y="43814"/>
                  </a:cubicBezTo>
                  <a:close/>
                  <a:moveTo>
                    <a:pt x="4264020" y="43814"/>
                  </a:moveTo>
                  <a:cubicBezTo>
                    <a:pt x="4260845" y="43814"/>
                    <a:pt x="4258305" y="43814"/>
                    <a:pt x="4256400" y="45719"/>
                  </a:cubicBezTo>
                  <a:cubicBezTo>
                    <a:pt x="4253860" y="46989"/>
                    <a:pt x="4251955" y="48894"/>
                    <a:pt x="4250685" y="50799"/>
                  </a:cubicBezTo>
                  <a:cubicBezTo>
                    <a:pt x="4248780" y="53339"/>
                    <a:pt x="4247510" y="55879"/>
                    <a:pt x="4246875" y="59054"/>
                  </a:cubicBezTo>
                  <a:cubicBezTo>
                    <a:pt x="4246240" y="62229"/>
                    <a:pt x="4245605" y="65404"/>
                    <a:pt x="4245605" y="69849"/>
                  </a:cubicBezTo>
                  <a:cubicBezTo>
                    <a:pt x="4245605" y="74294"/>
                    <a:pt x="4245605" y="78104"/>
                    <a:pt x="4246875" y="81279"/>
                  </a:cubicBezTo>
                  <a:cubicBezTo>
                    <a:pt x="4247510" y="84454"/>
                    <a:pt x="4249415" y="87629"/>
                    <a:pt x="4250685" y="89534"/>
                  </a:cubicBezTo>
                  <a:cubicBezTo>
                    <a:pt x="4252590" y="92074"/>
                    <a:pt x="4254495" y="93344"/>
                    <a:pt x="4257035" y="94614"/>
                  </a:cubicBezTo>
                  <a:cubicBezTo>
                    <a:pt x="4259575" y="95884"/>
                    <a:pt x="4262115" y="96519"/>
                    <a:pt x="4264655" y="96519"/>
                  </a:cubicBezTo>
                  <a:cubicBezTo>
                    <a:pt x="4267195" y="96519"/>
                    <a:pt x="4270370" y="95884"/>
                    <a:pt x="4272275" y="94614"/>
                  </a:cubicBezTo>
                  <a:cubicBezTo>
                    <a:pt x="4274815" y="93344"/>
                    <a:pt x="4276720" y="91439"/>
                    <a:pt x="4277990" y="88899"/>
                  </a:cubicBezTo>
                  <a:cubicBezTo>
                    <a:pt x="4279895" y="86359"/>
                    <a:pt x="4281165" y="83819"/>
                    <a:pt x="4281800" y="80644"/>
                  </a:cubicBezTo>
                  <a:cubicBezTo>
                    <a:pt x="4282435" y="77469"/>
                    <a:pt x="4283070" y="74294"/>
                    <a:pt x="4283070" y="70484"/>
                  </a:cubicBezTo>
                  <a:lnTo>
                    <a:pt x="4283705" y="69849"/>
                  </a:lnTo>
                  <a:cubicBezTo>
                    <a:pt x="4283705" y="66039"/>
                    <a:pt x="4283705" y="62229"/>
                    <a:pt x="4282435" y="59054"/>
                  </a:cubicBezTo>
                  <a:cubicBezTo>
                    <a:pt x="4281800" y="55879"/>
                    <a:pt x="4279895" y="53339"/>
                    <a:pt x="4278625" y="50799"/>
                  </a:cubicBezTo>
                  <a:cubicBezTo>
                    <a:pt x="4276720" y="48259"/>
                    <a:pt x="4274815" y="46989"/>
                    <a:pt x="4272275" y="45719"/>
                  </a:cubicBezTo>
                  <a:cubicBezTo>
                    <a:pt x="4269735" y="44449"/>
                    <a:pt x="4267195" y="43814"/>
                    <a:pt x="4264020" y="43814"/>
                  </a:cubicBezTo>
                  <a:close/>
                  <a:moveTo>
                    <a:pt x="1420495" y="43814"/>
                  </a:moveTo>
                  <a:cubicBezTo>
                    <a:pt x="1417320" y="43814"/>
                    <a:pt x="1414780" y="43814"/>
                    <a:pt x="1412875" y="45719"/>
                  </a:cubicBezTo>
                  <a:cubicBezTo>
                    <a:pt x="1410335" y="46989"/>
                    <a:pt x="1408430" y="48894"/>
                    <a:pt x="1407160" y="50799"/>
                  </a:cubicBezTo>
                  <a:cubicBezTo>
                    <a:pt x="1405255" y="53339"/>
                    <a:pt x="1403985" y="55879"/>
                    <a:pt x="1403350" y="59054"/>
                  </a:cubicBezTo>
                  <a:cubicBezTo>
                    <a:pt x="1402715" y="62229"/>
                    <a:pt x="1402080" y="65404"/>
                    <a:pt x="1402080" y="69849"/>
                  </a:cubicBezTo>
                  <a:cubicBezTo>
                    <a:pt x="1402080" y="74294"/>
                    <a:pt x="1402080" y="78104"/>
                    <a:pt x="1403350" y="81279"/>
                  </a:cubicBezTo>
                  <a:cubicBezTo>
                    <a:pt x="1403985" y="84454"/>
                    <a:pt x="1405890" y="87629"/>
                    <a:pt x="1407160" y="89534"/>
                  </a:cubicBezTo>
                  <a:cubicBezTo>
                    <a:pt x="1409065" y="92074"/>
                    <a:pt x="1410970" y="93344"/>
                    <a:pt x="1413510" y="94614"/>
                  </a:cubicBezTo>
                  <a:cubicBezTo>
                    <a:pt x="1416050" y="95884"/>
                    <a:pt x="1418590" y="96519"/>
                    <a:pt x="1421130" y="96519"/>
                  </a:cubicBezTo>
                  <a:cubicBezTo>
                    <a:pt x="1423670" y="96519"/>
                    <a:pt x="1426845" y="95884"/>
                    <a:pt x="1428750" y="94614"/>
                  </a:cubicBezTo>
                  <a:cubicBezTo>
                    <a:pt x="1431290" y="93344"/>
                    <a:pt x="1433195" y="91439"/>
                    <a:pt x="1434465" y="88899"/>
                  </a:cubicBezTo>
                  <a:cubicBezTo>
                    <a:pt x="1436370" y="86359"/>
                    <a:pt x="1437640" y="83819"/>
                    <a:pt x="1438275" y="80644"/>
                  </a:cubicBezTo>
                  <a:cubicBezTo>
                    <a:pt x="1438910" y="77469"/>
                    <a:pt x="1439545" y="74294"/>
                    <a:pt x="1439545" y="70484"/>
                  </a:cubicBezTo>
                  <a:lnTo>
                    <a:pt x="1440180" y="69849"/>
                  </a:lnTo>
                  <a:cubicBezTo>
                    <a:pt x="1440180" y="66039"/>
                    <a:pt x="1440180" y="62229"/>
                    <a:pt x="1438910" y="59054"/>
                  </a:cubicBezTo>
                  <a:cubicBezTo>
                    <a:pt x="1438275" y="55879"/>
                    <a:pt x="1436370" y="53339"/>
                    <a:pt x="1435100" y="50799"/>
                  </a:cubicBezTo>
                  <a:cubicBezTo>
                    <a:pt x="1433195" y="48259"/>
                    <a:pt x="1431290" y="46989"/>
                    <a:pt x="1428750" y="45719"/>
                  </a:cubicBezTo>
                  <a:cubicBezTo>
                    <a:pt x="1426210" y="44449"/>
                    <a:pt x="1423670" y="43814"/>
                    <a:pt x="1420495" y="43814"/>
                  </a:cubicBezTo>
                  <a:close/>
                  <a:moveTo>
                    <a:pt x="4041770" y="43180"/>
                  </a:moveTo>
                  <a:cubicBezTo>
                    <a:pt x="4039230" y="43180"/>
                    <a:pt x="4036690" y="43180"/>
                    <a:pt x="4034785" y="44450"/>
                  </a:cubicBezTo>
                  <a:cubicBezTo>
                    <a:pt x="4032880" y="45085"/>
                    <a:pt x="4030975" y="46355"/>
                    <a:pt x="4029705" y="48260"/>
                  </a:cubicBezTo>
                  <a:cubicBezTo>
                    <a:pt x="4028435" y="50165"/>
                    <a:pt x="4027165" y="52070"/>
                    <a:pt x="4025895" y="54610"/>
                  </a:cubicBezTo>
                  <a:cubicBezTo>
                    <a:pt x="4025260" y="57150"/>
                    <a:pt x="4023990" y="59690"/>
                    <a:pt x="4023990" y="62865"/>
                  </a:cubicBezTo>
                  <a:lnTo>
                    <a:pt x="4060185" y="62865"/>
                  </a:lnTo>
                  <a:cubicBezTo>
                    <a:pt x="4060185" y="62865"/>
                    <a:pt x="4059550" y="57785"/>
                    <a:pt x="4058915" y="55245"/>
                  </a:cubicBezTo>
                  <a:cubicBezTo>
                    <a:pt x="4058280" y="52705"/>
                    <a:pt x="4057010" y="50800"/>
                    <a:pt x="4055740" y="48895"/>
                  </a:cubicBezTo>
                  <a:cubicBezTo>
                    <a:pt x="4054470" y="46990"/>
                    <a:pt x="4052565" y="45720"/>
                    <a:pt x="4050025" y="44450"/>
                  </a:cubicBezTo>
                  <a:cubicBezTo>
                    <a:pt x="4047485" y="43180"/>
                    <a:pt x="4044945" y="43180"/>
                    <a:pt x="4041770" y="43180"/>
                  </a:cubicBezTo>
                  <a:close/>
                  <a:moveTo>
                    <a:pt x="3728081" y="43180"/>
                  </a:moveTo>
                  <a:cubicBezTo>
                    <a:pt x="3725541" y="43180"/>
                    <a:pt x="3723001" y="43180"/>
                    <a:pt x="3721096" y="44450"/>
                  </a:cubicBezTo>
                  <a:cubicBezTo>
                    <a:pt x="3719191" y="45085"/>
                    <a:pt x="3717286" y="46355"/>
                    <a:pt x="3716016" y="48260"/>
                  </a:cubicBezTo>
                  <a:cubicBezTo>
                    <a:pt x="3714746" y="50165"/>
                    <a:pt x="3713476" y="52070"/>
                    <a:pt x="3712206" y="54610"/>
                  </a:cubicBezTo>
                  <a:cubicBezTo>
                    <a:pt x="3711571" y="57150"/>
                    <a:pt x="3710301" y="59690"/>
                    <a:pt x="3710301" y="62865"/>
                  </a:cubicBezTo>
                  <a:lnTo>
                    <a:pt x="3746496" y="62865"/>
                  </a:lnTo>
                  <a:cubicBezTo>
                    <a:pt x="3746496" y="62865"/>
                    <a:pt x="3745861" y="57785"/>
                    <a:pt x="3745226" y="55245"/>
                  </a:cubicBezTo>
                  <a:cubicBezTo>
                    <a:pt x="3744591" y="52705"/>
                    <a:pt x="3743321" y="50800"/>
                    <a:pt x="3742051" y="48895"/>
                  </a:cubicBezTo>
                  <a:cubicBezTo>
                    <a:pt x="3740781" y="46990"/>
                    <a:pt x="3738876" y="45720"/>
                    <a:pt x="3736336" y="44450"/>
                  </a:cubicBezTo>
                  <a:cubicBezTo>
                    <a:pt x="3733796" y="43180"/>
                    <a:pt x="3731256" y="43180"/>
                    <a:pt x="3728081" y="43180"/>
                  </a:cubicBezTo>
                  <a:close/>
                  <a:moveTo>
                    <a:pt x="3541391" y="43180"/>
                  </a:moveTo>
                  <a:cubicBezTo>
                    <a:pt x="3538851" y="43180"/>
                    <a:pt x="3536311" y="43180"/>
                    <a:pt x="3534406" y="44450"/>
                  </a:cubicBezTo>
                  <a:cubicBezTo>
                    <a:pt x="3532501" y="45085"/>
                    <a:pt x="3530596" y="46355"/>
                    <a:pt x="3529326" y="48260"/>
                  </a:cubicBezTo>
                  <a:cubicBezTo>
                    <a:pt x="3528056" y="50165"/>
                    <a:pt x="3526786" y="52070"/>
                    <a:pt x="3525516" y="54610"/>
                  </a:cubicBezTo>
                  <a:cubicBezTo>
                    <a:pt x="3524881" y="57150"/>
                    <a:pt x="3524246" y="59690"/>
                    <a:pt x="3523611" y="62865"/>
                  </a:cubicBezTo>
                  <a:lnTo>
                    <a:pt x="3559806" y="62865"/>
                  </a:lnTo>
                  <a:cubicBezTo>
                    <a:pt x="3559806" y="62865"/>
                    <a:pt x="3559171" y="57785"/>
                    <a:pt x="3558536" y="55245"/>
                  </a:cubicBezTo>
                  <a:cubicBezTo>
                    <a:pt x="3557901" y="52705"/>
                    <a:pt x="3556631" y="50800"/>
                    <a:pt x="3555361" y="48895"/>
                  </a:cubicBezTo>
                  <a:cubicBezTo>
                    <a:pt x="3554091" y="46990"/>
                    <a:pt x="3552186" y="45720"/>
                    <a:pt x="3549646" y="44450"/>
                  </a:cubicBezTo>
                  <a:cubicBezTo>
                    <a:pt x="3547106" y="43180"/>
                    <a:pt x="3544566" y="43180"/>
                    <a:pt x="3541391" y="43180"/>
                  </a:cubicBezTo>
                  <a:close/>
                  <a:moveTo>
                    <a:pt x="3463285" y="43180"/>
                  </a:moveTo>
                  <a:cubicBezTo>
                    <a:pt x="3461380" y="43180"/>
                    <a:pt x="3459475" y="43180"/>
                    <a:pt x="3458205" y="43815"/>
                  </a:cubicBezTo>
                  <a:cubicBezTo>
                    <a:pt x="3456300" y="43815"/>
                    <a:pt x="3455030" y="45085"/>
                    <a:pt x="3453125" y="45720"/>
                  </a:cubicBezTo>
                  <a:cubicBezTo>
                    <a:pt x="3451855" y="46355"/>
                    <a:pt x="3449950" y="47625"/>
                    <a:pt x="3448680" y="48895"/>
                  </a:cubicBezTo>
                  <a:cubicBezTo>
                    <a:pt x="3447410" y="50165"/>
                    <a:pt x="3446140" y="51435"/>
                    <a:pt x="3445505" y="52705"/>
                  </a:cubicBezTo>
                  <a:lnTo>
                    <a:pt x="3445505" y="85725"/>
                  </a:lnTo>
                  <a:cubicBezTo>
                    <a:pt x="3445505" y="85725"/>
                    <a:pt x="3447410" y="88265"/>
                    <a:pt x="3448680" y="89535"/>
                  </a:cubicBezTo>
                  <a:cubicBezTo>
                    <a:pt x="3449950" y="90805"/>
                    <a:pt x="3451220" y="92075"/>
                    <a:pt x="3453125" y="92710"/>
                  </a:cubicBezTo>
                  <a:cubicBezTo>
                    <a:pt x="3455030" y="93980"/>
                    <a:pt x="3456300" y="94615"/>
                    <a:pt x="3458205" y="95250"/>
                  </a:cubicBezTo>
                  <a:cubicBezTo>
                    <a:pt x="3460110" y="95250"/>
                    <a:pt x="3462015" y="95885"/>
                    <a:pt x="3463920" y="95885"/>
                  </a:cubicBezTo>
                  <a:cubicBezTo>
                    <a:pt x="3469635" y="95885"/>
                    <a:pt x="3473445" y="93980"/>
                    <a:pt x="3476620" y="89535"/>
                  </a:cubicBezTo>
                  <a:cubicBezTo>
                    <a:pt x="3479795" y="85090"/>
                    <a:pt x="3481065" y="79375"/>
                    <a:pt x="3481065" y="71120"/>
                  </a:cubicBezTo>
                  <a:lnTo>
                    <a:pt x="3480430" y="71755"/>
                  </a:lnTo>
                  <a:cubicBezTo>
                    <a:pt x="3480430" y="62230"/>
                    <a:pt x="3479160" y="54610"/>
                    <a:pt x="3475985" y="50165"/>
                  </a:cubicBezTo>
                  <a:cubicBezTo>
                    <a:pt x="3472810" y="45720"/>
                    <a:pt x="3468365" y="43180"/>
                    <a:pt x="3463285" y="43180"/>
                  </a:cubicBezTo>
                  <a:close/>
                  <a:moveTo>
                    <a:pt x="3343271" y="43180"/>
                  </a:moveTo>
                  <a:cubicBezTo>
                    <a:pt x="3340731" y="43180"/>
                    <a:pt x="3338191" y="43180"/>
                    <a:pt x="3336286" y="44450"/>
                  </a:cubicBezTo>
                  <a:cubicBezTo>
                    <a:pt x="3334381" y="45085"/>
                    <a:pt x="3332476" y="46355"/>
                    <a:pt x="3331206" y="48260"/>
                  </a:cubicBezTo>
                  <a:cubicBezTo>
                    <a:pt x="3329936" y="50165"/>
                    <a:pt x="3328666" y="52070"/>
                    <a:pt x="3327396" y="54610"/>
                  </a:cubicBezTo>
                  <a:cubicBezTo>
                    <a:pt x="3326761" y="57150"/>
                    <a:pt x="3326126" y="59690"/>
                    <a:pt x="3325491" y="62865"/>
                  </a:cubicBezTo>
                  <a:lnTo>
                    <a:pt x="3361686" y="62865"/>
                  </a:lnTo>
                  <a:cubicBezTo>
                    <a:pt x="3361686" y="62865"/>
                    <a:pt x="3361051" y="57785"/>
                    <a:pt x="3360416" y="55245"/>
                  </a:cubicBezTo>
                  <a:cubicBezTo>
                    <a:pt x="3359781" y="52705"/>
                    <a:pt x="3358511" y="50800"/>
                    <a:pt x="3357241" y="48895"/>
                  </a:cubicBezTo>
                  <a:cubicBezTo>
                    <a:pt x="3355971" y="46990"/>
                    <a:pt x="3354066" y="45720"/>
                    <a:pt x="3351526" y="44450"/>
                  </a:cubicBezTo>
                  <a:cubicBezTo>
                    <a:pt x="3348986" y="43180"/>
                    <a:pt x="3346446" y="43180"/>
                    <a:pt x="3343271" y="43180"/>
                  </a:cubicBezTo>
                  <a:close/>
                  <a:moveTo>
                    <a:pt x="2976876" y="43180"/>
                  </a:moveTo>
                  <a:cubicBezTo>
                    <a:pt x="2974336" y="43180"/>
                    <a:pt x="2971796" y="43180"/>
                    <a:pt x="2969891" y="44450"/>
                  </a:cubicBezTo>
                  <a:cubicBezTo>
                    <a:pt x="2967986" y="45085"/>
                    <a:pt x="2966081" y="46355"/>
                    <a:pt x="2964811" y="48260"/>
                  </a:cubicBezTo>
                  <a:cubicBezTo>
                    <a:pt x="2963541" y="50165"/>
                    <a:pt x="2962271" y="52070"/>
                    <a:pt x="2961001" y="54610"/>
                  </a:cubicBezTo>
                  <a:cubicBezTo>
                    <a:pt x="2960366" y="57150"/>
                    <a:pt x="2959731" y="59690"/>
                    <a:pt x="2959096" y="62865"/>
                  </a:cubicBezTo>
                  <a:lnTo>
                    <a:pt x="2995291" y="62865"/>
                  </a:lnTo>
                  <a:cubicBezTo>
                    <a:pt x="2995291" y="62865"/>
                    <a:pt x="2994656" y="57785"/>
                    <a:pt x="2994021" y="55245"/>
                  </a:cubicBezTo>
                  <a:cubicBezTo>
                    <a:pt x="2993386" y="52705"/>
                    <a:pt x="2992116" y="50800"/>
                    <a:pt x="2990846" y="48895"/>
                  </a:cubicBezTo>
                  <a:cubicBezTo>
                    <a:pt x="2989576" y="46990"/>
                    <a:pt x="2987671" y="45720"/>
                    <a:pt x="2985131" y="44450"/>
                  </a:cubicBezTo>
                  <a:cubicBezTo>
                    <a:pt x="2982591" y="43180"/>
                    <a:pt x="2980051" y="43180"/>
                    <a:pt x="2976876" y="43180"/>
                  </a:cubicBezTo>
                  <a:close/>
                  <a:moveTo>
                    <a:pt x="2527930" y="43180"/>
                  </a:moveTo>
                  <a:cubicBezTo>
                    <a:pt x="2525390" y="43180"/>
                    <a:pt x="2522850" y="43180"/>
                    <a:pt x="2520945" y="44450"/>
                  </a:cubicBezTo>
                  <a:cubicBezTo>
                    <a:pt x="2519040" y="45085"/>
                    <a:pt x="2517135" y="46355"/>
                    <a:pt x="2515865" y="48260"/>
                  </a:cubicBezTo>
                  <a:cubicBezTo>
                    <a:pt x="2514595" y="50165"/>
                    <a:pt x="2513325" y="52070"/>
                    <a:pt x="2512055" y="54610"/>
                  </a:cubicBezTo>
                  <a:cubicBezTo>
                    <a:pt x="2511420" y="57150"/>
                    <a:pt x="2510150" y="59690"/>
                    <a:pt x="2510150" y="62865"/>
                  </a:cubicBezTo>
                  <a:lnTo>
                    <a:pt x="2546345" y="62865"/>
                  </a:lnTo>
                  <a:cubicBezTo>
                    <a:pt x="2546345" y="62865"/>
                    <a:pt x="2545710" y="57785"/>
                    <a:pt x="2545075" y="55245"/>
                  </a:cubicBezTo>
                  <a:cubicBezTo>
                    <a:pt x="2544440" y="52705"/>
                    <a:pt x="2543170" y="50800"/>
                    <a:pt x="2541900" y="48895"/>
                  </a:cubicBezTo>
                  <a:cubicBezTo>
                    <a:pt x="2540630" y="46990"/>
                    <a:pt x="2538725" y="45720"/>
                    <a:pt x="2536185" y="44450"/>
                  </a:cubicBezTo>
                  <a:cubicBezTo>
                    <a:pt x="2533645" y="43180"/>
                    <a:pt x="2531105" y="43180"/>
                    <a:pt x="2527930" y="43180"/>
                  </a:cubicBezTo>
                  <a:close/>
                  <a:moveTo>
                    <a:pt x="2214240" y="43180"/>
                  </a:moveTo>
                  <a:cubicBezTo>
                    <a:pt x="2211700" y="43180"/>
                    <a:pt x="2209160" y="43180"/>
                    <a:pt x="2207255" y="44450"/>
                  </a:cubicBezTo>
                  <a:cubicBezTo>
                    <a:pt x="2205350" y="45085"/>
                    <a:pt x="2203445" y="46355"/>
                    <a:pt x="2202175" y="48260"/>
                  </a:cubicBezTo>
                  <a:cubicBezTo>
                    <a:pt x="2200905" y="50165"/>
                    <a:pt x="2199635" y="52070"/>
                    <a:pt x="2198365" y="54610"/>
                  </a:cubicBezTo>
                  <a:cubicBezTo>
                    <a:pt x="2197730" y="57150"/>
                    <a:pt x="2196460" y="59690"/>
                    <a:pt x="2196460" y="62865"/>
                  </a:cubicBezTo>
                  <a:lnTo>
                    <a:pt x="2232655" y="62865"/>
                  </a:lnTo>
                  <a:cubicBezTo>
                    <a:pt x="2232655" y="62865"/>
                    <a:pt x="2232020" y="57785"/>
                    <a:pt x="2231385" y="55245"/>
                  </a:cubicBezTo>
                  <a:cubicBezTo>
                    <a:pt x="2230750" y="52705"/>
                    <a:pt x="2229480" y="50800"/>
                    <a:pt x="2228210" y="48895"/>
                  </a:cubicBezTo>
                  <a:cubicBezTo>
                    <a:pt x="2226940" y="46990"/>
                    <a:pt x="2225035" y="45720"/>
                    <a:pt x="2222495" y="44450"/>
                  </a:cubicBezTo>
                  <a:cubicBezTo>
                    <a:pt x="2219955" y="43180"/>
                    <a:pt x="2217415" y="43180"/>
                    <a:pt x="2214240" y="43180"/>
                  </a:cubicBezTo>
                  <a:close/>
                  <a:moveTo>
                    <a:pt x="2027551" y="43180"/>
                  </a:moveTo>
                  <a:cubicBezTo>
                    <a:pt x="2025011" y="43180"/>
                    <a:pt x="2022471" y="43180"/>
                    <a:pt x="2020566" y="44450"/>
                  </a:cubicBezTo>
                  <a:cubicBezTo>
                    <a:pt x="2018661" y="45085"/>
                    <a:pt x="2016756" y="46355"/>
                    <a:pt x="2015486" y="48260"/>
                  </a:cubicBezTo>
                  <a:cubicBezTo>
                    <a:pt x="2014216" y="50165"/>
                    <a:pt x="2012946" y="52070"/>
                    <a:pt x="2011676" y="54610"/>
                  </a:cubicBezTo>
                  <a:cubicBezTo>
                    <a:pt x="2011041" y="57150"/>
                    <a:pt x="2010406" y="59690"/>
                    <a:pt x="2009771" y="62865"/>
                  </a:cubicBezTo>
                  <a:lnTo>
                    <a:pt x="2045966" y="62865"/>
                  </a:lnTo>
                  <a:cubicBezTo>
                    <a:pt x="2045966" y="62865"/>
                    <a:pt x="2045331" y="57785"/>
                    <a:pt x="2044696" y="55245"/>
                  </a:cubicBezTo>
                  <a:cubicBezTo>
                    <a:pt x="2044061" y="52705"/>
                    <a:pt x="2042791" y="50800"/>
                    <a:pt x="2041521" y="48895"/>
                  </a:cubicBezTo>
                  <a:cubicBezTo>
                    <a:pt x="2040251" y="46990"/>
                    <a:pt x="2038346" y="45720"/>
                    <a:pt x="2035806" y="44450"/>
                  </a:cubicBezTo>
                  <a:cubicBezTo>
                    <a:pt x="2033266" y="43180"/>
                    <a:pt x="2030726" y="43180"/>
                    <a:pt x="2027551" y="43180"/>
                  </a:cubicBezTo>
                  <a:close/>
                  <a:moveTo>
                    <a:pt x="1949445" y="43180"/>
                  </a:moveTo>
                  <a:cubicBezTo>
                    <a:pt x="1947540" y="43180"/>
                    <a:pt x="1945635" y="43180"/>
                    <a:pt x="1944365" y="43815"/>
                  </a:cubicBezTo>
                  <a:cubicBezTo>
                    <a:pt x="1942460" y="43815"/>
                    <a:pt x="1941190" y="45085"/>
                    <a:pt x="1939285" y="45720"/>
                  </a:cubicBezTo>
                  <a:cubicBezTo>
                    <a:pt x="1938015" y="46355"/>
                    <a:pt x="1936110" y="47625"/>
                    <a:pt x="1934840" y="48895"/>
                  </a:cubicBezTo>
                  <a:cubicBezTo>
                    <a:pt x="1933570" y="50165"/>
                    <a:pt x="1932300" y="51435"/>
                    <a:pt x="1931665" y="52705"/>
                  </a:cubicBezTo>
                  <a:lnTo>
                    <a:pt x="1931665" y="85725"/>
                  </a:lnTo>
                  <a:cubicBezTo>
                    <a:pt x="1931665" y="85725"/>
                    <a:pt x="1933570" y="88265"/>
                    <a:pt x="1934840" y="89535"/>
                  </a:cubicBezTo>
                  <a:cubicBezTo>
                    <a:pt x="1936110" y="90805"/>
                    <a:pt x="1937380" y="92075"/>
                    <a:pt x="1939285" y="92710"/>
                  </a:cubicBezTo>
                  <a:cubicBezTo>
                    <a:pt x="1941190" y="93980"/>
                    <a:pt x="1942460" y="94615"/>
                    <a:pt x="1944365" y="95250"/>
                  </a:cubicBezTo>
                  <a:cubicBezTo>
                    <a:pt x="1946270" y="95250"/>
                    <a:pt x="1948175" y="95885"/>
                    <a:pt x="1950080" y="95885"/>
                  </a:cubicBezTo>
                  <a:cubicBezTo>
                    <a:pt x="1955795" y="95885"/>
                    <a:pt x="1959605" y="93980"/>
                    <a:pt x="1962780" y="89535"/>
                  </a:cubicBezTo>
                  <a:cubicBezTo>
                    <a:pt x="1965955" y="85090"/>
                    <a:pt x="1967225" y="79375"/>
                    <a:pt x="1967225" y="71120"/>
                  </a:cubicBezTo>
                  <a:lnTo>
                    <a:pt x="1966590" y="71755"/>
                  </a:lnTo>
                  <a:cubicBezTo>
                    <a:pt x="1966590" y="62230"/>
                    <a:pt x="1965320" y="54610"/>
                    <a:pt x="1962145" y="50165"/>
                  </a:cubicBezTo>
                  <a:cubicBezTo>
                    <a:pt x="1958970" y="45720"/>
                    <a:pt x="1954525" y="43180"/>
                    <a:pt x="1949445" y="43180"/>
                  </a:cubicBezTo>
                  <a:close/>
                  <a:moveTo>
                    <a:pt x="1829431" y="43180"/>
                  </a:moveTo>
                  <a:cubicBezTo>
                    <a:pt x="1826891" y="43180"/>
                    <a:pt x="1824351" y="43180"/>
                    <a:pt x="1822446" y="44450"/>
                  </a:cubicBezTo>
                  <a:cubicBezTo>
                    <a:pt x="1820541" y="45085"/>
                    <a:pt x="1818636" y="46355"/>
                    <a:pt x="1817366" y="48260"/>
                  </a:cubicBezTo>
                  <a:cubicBezTo>
                    <a:pt x="1816096" y="50165"/>
                    <a:pt x="1814826" y="52070"/>
                    <a:pt x="1813556" y="54610"/>
                  </a:cubicBezTo>
                  <a:cubicBezTo>
                    <a:pt x="1812921" y="57150"/>
                    <a:pt x="1811651" y="59690"/>
                    <a:pt x="1811651" y="62865"/>
                  </a:cubicBezTo>
                  <a:lnTo>
                    <a:pt x="1847846" y="62865"/>
                  </a:lnTo>
                  <a:cubicBezTo>
                    <a:pt x="1847846" y="62865"/>
                    <a:pt x="1847211" y="57785"/>
                    <a:pt x="1846576" y="55245"/>
                  </a:cubicBezTo>
                  <a:cubicBezTo>
                    <a:pt x="1845941" y="52705"/>
                    <a:pt x="1844671" y="50800"/>
                    <a:pt x="1843401" y="48895"/>
                  </a:cubicBezTo>
                  <a:cubicBezTo>
                    <a:pt x="1842131" y="46990"/>
                    <a:pt x="1840226" y="45720"/>
                    <a:pt x="1837686" y="44450"/>
                  </a:cubicBezTo>
                  <a:cubicBezTo>
                    <a:pt x="1835146" y="43180"/>
                    <a:pt x="1832606" y="43180"/>
                    <a:pt x="1829431" y="43180"/>
                  </a:cubicBezTo>
                  <a:close/>
                  <a:moveTo>
                    <a:pt x="1178561" y="43180"/>
                  </a:moveTo>
                  <a:cubicBezTo>
                    <a:pt x="1176021" y="43180"/>
                    <a:pt x="1173481" y="43180"/>
                    <a:pt x="1171576" y="44450"/>
                  </a:cubicBezTo>
                  <a:cubicBezTo>
                    <a:pt x="1169671" y="45085"/>
                    <a:pt x="1167766" y="46355"/>
                    <a:pt x="1166496" y="48260"/>
                  </a:cubicBezTo>
                  <a:cubicBezTo>
                    <a:pt x="1165226" y="50165"/>
                    <a:pt x="1163956" y="52070"/>
                    <a:pt x="1162686" y="54610"/>
                  </a:cubicBezTo>
                  <a:cubicBezTo>
                    <a:pt x="1162051" y="57150"/>
                    <a:pt x="1160781" y="59690"/>
                    <a:pt x="1160781" y="62865"/>
                  </a:cubicBezTo>
                  <a:lnTo>
                    <a:pt x="1196976" y="62865"/>
                  </a:lnTo>
                  <a:cubicBezTo>
                    <a:pt x="1196976" y="62865"/>
                    <a:pt x="1196341" y="57785"/>
                    <a:pt x="1195706" y="55245"/>
                  </a:cubicBezTo>
                  <a:cubicBezTo>
                    <a:pt x="1195071" y="52705"/>
                    <a:pt x="1193801" y="50800"/>
                    <a:pt x="1192531" y="48895"/>
                  </a:cubicBezTo>
                  <a:cubicBezTo>
                    <a:pt x="1191261" y="46990"/>
                    <a:pt x="1189356" y="45720"/>
                    <a:pt x="1186816" y="44450"/>
                  </a:cubicBezTo>
                  <a:cubicBezTo>
                    <a:pt x="1184276" y="43180"/>
                    <a:pt x="1181736" y="43180"/>
                    <a:pt x="1178561" y="43180"/>
                  </a:cubicBezTo>
                  <a:close/>
                  <a:moveTo>
                    <a:pt x="898525" y="43180"/>
                  </a:moveTo>
                  <a:cubicBezTo>
                    <a:pt x="895985" y="43180"/>
                    <a:pt x="893445" y="43180"/>
                    <a:pt x="891540" y="44450"/>
                  </a:cubicBezTo>
                  <a:cubicBezTo>
                    <a:pt x="889635" y="45085"/>
                    <a:pt x="887730" y="46355"/>
                    <a:pt x="886460" y="48260"/>
                  </a:cubicBezTo>
                  <a:cubicBezTo>
                    <a:pt x="885190" y="50165"/>
                    <a:pt x="883920" y="52070"/>
                    <a:pt x="882650" y="54610"/>
                  </a:cubicBezTo>
                  <a:cubicBezTo>
                    <a:pt x="882015" y="57150"/>
                    <a:pt x="881380" y="59690"/>
                    <a:pt x="880745" y="62865"/>
                  </a:cubicBezTo>
                  <a:lnTo>
                    <a:pt x="916940" y="62865"/>
                  </a:lnTo>
                  <a:cubicBezTo>
                    <a:pt x="916940" y="62865"/>
                    <a:pt x="916305" y="57785"/>
                    <a:pt x="915670" y="55245"/>
                  </a:cubicBezTo>
                  <a:cubicBezTo>
                    <a:pt x="915035" y="52705"/>
                    <a:pt x="913765" y="50800"/>
                    <a:pt x="912495" y="48895"/>
                  </a:cubicBezTo>
                  <a:cubicBezTo>
                    <a:pt x="911225" y="46990"/>
                    <a:pt x="909320" y="45720"/>
                    <a:pt x="906780" y="44450"/>
                  </a:cubicBezTo>
                  <a:cubicBezTo>
                    <a:pt x="904240" y="43180"/>
                    <a:pt x="901700" y="43180"/>
                    <a:pt x="898525" y="43180"/>
                  </a:cubicBezTo>
                  <a:close/>
                  <a:moveTo>
                    <a:pt x="584834" y="43180"/>
                  </a:moveTo>
                  <a:cubicBezTo>
                    <a:pt x="582294" y="43180"/>
                    <a:pt x="579754" y="43180"/>
                    <a:pt x="577849" y="44450"/>
                  </a:cubicBezTo>
                  <a:cubicBezTo>
                    <a:pt x="575944" y="45085"/>
                    <a:pt x="574039" y="46355"/>
                    <a:pt x="572769" y="48260"/>
                  </a:cubicBezTo>
                  <a:cubicBezTo>
                    <a:pt x="571499" y="50165"/>
                    <a:pt x="570229" y="52070"/>
                    <a:pt x="568959" y="54610"/>
                  </a:cubicBezTo>
                  <a:cubicBezTo>
                    <a:pt x="568324" y="57150"/>
                    <a:pt x="567689" y="59690"/>
                    <a:pt x="567054" y="62865"/>
                  </a:cubicBezTo>
                  <a:lnTo>
                    <a:pt x="603249" y="62865"/>
                  </a:lnTo>
                  <a:cubicBezTo>
                    <a:pt x="603249" y="62865"/>
                    <a:pt x="602614" y="57785"/>
                    <a:pt x="601979" y="55245"/>
                  </a:cubicBezTo>
                  <a:cubicBezTo>
                    <a:pt x="601344" y="52705"/>
                    <a:pt x="600074" y="50800"/>
                    <a:pt x="598804" y="48895"/>
                  </a:cubicBezTo>
                  <a:cubicBezTo>
                    <a:pt x="597534" y="46990"/>
                    <a:pt x="595629" y="45720"/>
                    <a:pt x="593089" y="44450"/>
                  </a:cubicBezTo>
                  <a:cubicBezTo>
                    <a:pt x="590549" y="43180"/>
                    <a:pt x="588009" y="43180"/>
                    <a:pt x="584834" y="43180"/>
                  </a:cubicBezTo>
                  <a:close/>
                  <a:moveTo>
                    <a:pt x="398145" y="43180"/>
                  </a:moveTo>
                  <a:cubicBezTo>
                    <a:pt x="395605" y="43180"/>
                    <a:pt x="393065" y="43180"/>
                    <a:pt x="391160" y="44450"/>
                  </a:cubicBezTo>
                  <a:cubicBezTo>
                    <a:pt x="389255" y="45085"/>
                    <a:pt x="387350" y="46355"/>
                    <a:pt x="386080" y="48260"/>
                  </a:cubicBezTo>
                  <a:cubicBezTo>
                    <a:pt x="384810" y="50165"/>
                    <a:pt x="383540" y="52070"/>
                    <a:pt x="382270" y="54610"/>
                  </a:cubicBezTo>
                  <a:cubicBezTo>
                    <a:pt x="381635" y="57150"/>
                    <a:pt x="380365" y="59690"/>
                    <a:pt x="380365" y="62865"/>
                  </a:cubicBezTo>
                  <a:lnTo>
                    <a:pt x="416560" y="62865"/>
                  </a:lnTo>
                  <a:cubicBezTo>
                    <a:pt x="416560" y="62865"/>
                    <a:pt x="415925" y="57785"/>
                    <a:pt x="415290" y="55245"/>
                  </a:cubicBezTo>
                  <a:cubicBezTo>
                    <a:pt x="414655" y="52705"/>
                    <a:pt x="413385" y="50800"/>
                    <a:pt x="412115" y="48895"/>
                  </a:cubicBezTo>
                  <a:cubicBezTo>
                    <a:pt x="410845" y="46990"/>
                    <a:pt x="408940" y="45720"/>
                    <a:pt x="406400" y="44450"/>
                  </a:cubicBezTo>
                  <a:cubicBezTo>
                    <a:pt x="403860" y="43180"/>
                    <a:pt x="401320" y="43180"/>
                    <a:pt x="398145" y="43180"/>
                  </a:cubicBezTo>
                  <a:close/>
                  <a:moveTo>
                    <a:pt x="320039" y="43180"/>
                  </a:moveTo>
                  <a:cubicBezTo>
                    <a:pt x="318134" y="43180"/>
                    <a:pt x="316229" y="43180"/>
                    <a:pt x="314959" y="43815"/>
                  </a:cubicBezTo>
                  <a:cubicBezTo>
                    <a:pt x="313054" y="43815"/>
                    <a:pt x="311784" y="45085"/>
                    <a:pt x="309879" y="45720"/>
                  </a:cubicBezTo>
                  <a:cubicBezTo>
                    <a:pt x="308609" y="46355"/>
                    <a:pt x="306704" y="47625"/>
                    <a:pt x="305434" y="48895"/>
                  </a:cubicBezTo>
                  <a:cubicBezTo>
                    <a:pt x="304164" y="50165"/>
                    <a:pt x="302894" y="51435"/>
                    <a:pt x="302259" y="52705"/>
                  </a:cubicBezTo>
                  <a:lnTo>
                    <a:pt x="302259" y="85725"/>
                  </a:lnTo>
                  <a:cubicBezTo>
                    <a:pt x="302259" y="85725"/>
                    <a:pt x="304164" y="88265"/>
                    <a:pt x="305434" y="89535"/>
                  </a:cubicBezTo>
                  <a:cubicBezTo>
                    <a:pt x="306704" y="90805"/>
                    <a:pt x="307974" y="92075"/>
                    <a:pt x="309879" y="92710"/>
                  </a:cubicBezTo>
                  <a:cubicBezTo>
                    <a:pt x="311784" y="93980"/>
                    <a:pt x="313054" y="94615"/>
                    <a:pt x="314959" y="95250"/>
                  </a:cubicBezTo>
                  <a:cubicBezTo>
                    <a:pt x="316864" y="95250"/>
                    <a:pt x="318769" y="95885"/>
                    <a:pt x="320674" y="95885"/>
                  </a:cubicBezTo>
                  <a:cubicBezTo>
                    <a:pt x="326389" y="95885"/>
                    <a:pt x="330199" y="93980"/>
                    <a:pt x="333374" y="89535"/>
                  </a:cubicBezTo>
                  <a:cubicBezTo>
                    <a:pt x="336549" y="85090"/>
                    <a:pt x="337819" y="79375"/>
                    <a:pt x="337819" y="71120"/>
                  </a:cubicBezTo>
                  <a:lnTo>
                    <a:pt x="337184" y="71755"/>
                  </a:lnTo>
                  <a:cubicBezTo>
                    <a:pt x="337184" y="62230"/>
                    <a:pt x="335914" y="54610"/>
                    <a:pt x="332739" y="50165"/>
                  </a:cubicBezTo>
                  <a:cubicBezTo>
                    <a:pt x="329564" y="45720"/>
                    <a:pt x="325119" y="43180"/>
                    <a:pt x="320039" y="43180"/>
                  </a:cubicBezTo>
                  <a:close/>
                  <a:moveTo>
                    <a:pt x="200025" y="43180"/>
                  </a:moveTo>
                  <a:cubicBezTo>
                    <a:pt x="197485" y="43180"/>
                    <a:pt x="194945" y="43180"/>
                    <a:pt x="193040" y="44450"/>
                  </a:cubicBezTo>
                  <a:cubicBezTo>
                    <a:pt x="191135" y="45085"/>
                    <a:pt x="189230" y="46355"/>
                    <a:pt x="187960" y="48260"/>
                  </a:cubicBezTo>
                  <a:cubicBezTo>
                    <a:pt x="186690" y="50165"/>
                    <a:pt x="185420" y="52070"/>
                    <a:pt x="184150" y="54610"/>
                  </a:cubicBezTo>
                  <a:cubicBezTo>
                    <a:pt x="183515" y="57150"/>
                    <a:pt x="182880" y="59690"/>
                    <a:pt x="182245" y="62865"/>
                  </a:cubicBezTo>
                  <a:lnTo>
                    <a:pt x="218440" y="62865"/>
                  </a:lnTo>
                  <a:cubicBezTo>
                    <a:pt x="218440" y="62865"/>
                    <a:pt x="217805" y="57785"/>
                    <a:pt x="217170" y="55245"/>
                  </a:cubicBezTo>
                  <a:cubicBezTo>
                    <a:pt x="216535" y="52705"/>
                    <a:pt x="215265" y="50800"/>
                    <a:pt x="213995" y="48895"/>
                  </a:cubicBezTo>
                  <a:cubicBezTo>
                    <a:pt x="212725" y="46990"/>
                    <a:pt x="210820" y="45720"/>
                    <a:pt x="208280" y="44450"/>
                  </a:cubicBezTo>
                  <a:cubicBezTo>
                    <a:pt x="205740" y="43180"/>
                    <a:pt x="203200" y="43180"/>
                    <a:pt x="200025" y="43180"/>
                  </a:cubicBezTo>
                  <a:close/>
                  <a:moveTo>
                    <a:pt x="4439281" y="43179"/>
                  </a:moveTo>
                  <a:cubicBezTo>
                    <a:pt x="4433566" y="43179"/>
                    <a:pt x="4429756" y="45084"/>
                    <a:pt x="4426581" y="49529"/>
                  </a:cubicBezTo>
                  <a:cubicBezTo>
                    <a:pt x="4423406" y="53974"/>
                    <a:pt x="4422136" y="59689"/>
                    <a:pt x="4422136" y="67944"/>
                  </a:cubicBezTo>
                  <a:cubicBezTo>
                    <a:pt x="4422136" y="73024"/>
                    <a:pt x="4422136" y="76834"/>
                    <a:pt x="4423406" y="80644"/>
                  </a:cubicBezTo>
                  <a:cubicBezTo>
                    <a:pt x="4424041" y="84454"/>
                    <a:pt x="4425311" y="86994"/>
                    <a:pt x="4426581" y="89534"/>
                  </a:cubicBezTo>
                  <a:cubicBezTo>
                    <a:pt x="4427851" y="92074"/>
                    <a:pt x="4429756" y="93344"/>
                    <a:pt x="4432296" y="94614"/>
                  </a:cubicBezTo>
                  <a:cubicBezTo>
                    <a:pt x="4434201" y="95884"/>
                    <a:pt x="4436741" y="96519"/>
                    <a:pt x="4439916" y="96519"/>
                  </a:cubicBezTo>
                  <a:cubicBezTo>
                    <a:pt x="4441821" y="96519"/>
                    <a:pt x="4443726" y="96519"/>
                    <a:pt x="4444996" y="95884"/>
                  </a:cubicBezTo>
                  <a:cubicBezTo>
                    <a:pt x="4446901" y="95884"/>
                    <a:pt x="4448171" y="94614"/>
                    <a:pt x="4450076" y="93344"/>
                  </a:cubicBezTo>
                  <a:cubicBezTo>
                    <a:pt x="4451346" y="92709"/>
                    <a:pt x="4453251" y="91439"/>
                    <a:pt x="4454521" y="90169"/>
                  </a:cubicBezTo>
                  <a:cubicBezTo>
                    <a:pt x="4455791" y="88899"/>
                    <a:pt x="4457061" y="87629"/>
                    <a:pt x="4457696" y="86359"/>
                  </a:cubicBezTo>
                  <a:lnTo>
                    <a:pt x="4457696" y="53339"/>
                  </a:lnTo>
                  <a:cubicBezTo>
                    <a:pt x="4457696" y="53339"/>
                    <a:pt x="4455791" y="50799"/>
                    <a:pt x="4454521" y="49529"/>
                  </a:cubicBezTo>
                  <a:cubicBezTo>
                    <a:pt x="4453251" y="48259"/>
                    <a:pt x="4451981" y="46989"/>
                    <a:pt x="4450076" y="46354"/>
                  </a:cubicBezTo>
                  <a:cubicBezTo>
                    <a:pt x="4448806" y="45084"/>
                    <a:pt x="4446901" y="44449"/>
                    <a:pt x="4444996" y="43814"/>
                  </a:cubicBezTo>
                  <a:cubicBezTo>
                    <a:pt x="4443091" y="43814"/>
                    <a:pt x="4441186" y="43179"/>
                    <a:pt x="4439281" y="43179"/>
                  </a:cubicBezTo>
                  <a:close/>
                  <a:moveTo>
                    <a:pt x="1014731" y="43179"/>
                  </a:moveTo>
                  <a:cubicBezTo>
                    <a:pt x="1009016" y="43179"/>
                    <a:pt x="1005206" y="45084"/>
                    <a:pt x="1002032" y="49529"/>
                  </a:cubicBezTo>
                  <a:cubicBezTo>
                    <a:pt x="998856" y="53974"/>
                    <a:pt x="997587" y="59689"/>
                    <a:pt x="997587" y="67944"/>
                  </a:cubicBezTo>
                  <a:cubicBezTo>
                    <a:pt x="997587" y="77469"/>
                    <a:pt x="998856" y="84454"/>
                    <a:pt x="1002032" y="88899"/>
                  </a:cubicBezTo>
                  <a:cubicBezTo>
                    <a:pt x="1005206" y="93979"/>
                    <a:pt x="1009016" y="95884"/>
                    <a:pt x="1015367" y="95884"/>
                  </a:cubicBezTo>
                  <a:cubicBezTo>
                    <a:pt x="1018541" y="95884"/>
                    <a:pt x="1022352" y="95249"/>
                    <a:pt x="1024891" y="93344"/>
                  </a:cubicBezTo>
                  <a:cubicBezTo>
                    <a:pt x="1028067" y="91439"/>
                    <a:pt x="1030607" y="88899"/>
                    <a:pt x="1033147" y="86359"/>
                  </a:cubicBezTo>
                  <a:lnTo>
                    <a:pt x="1033147" y="53339"/>
                  </a:lnTo>
                  <a:cubicBezTo>
                    <a:pt x="1033147" y="53339"/>
                    <a:pt x="1031242" y="50799"/>
                    <a:pt x="1029971" y="49529"/>
                  </a:cubicBezTo>
                  <a:cubicBezTo>
                    <a:pt x="1028702" y="48259"/>
                    <a:pt x="1027431" y="46989"/>
                    <a:pt x="1025526" y="46354"/>
                  </a:cubicBezTo>
                  <a:cubicBezTo>
                    <a:pt x="1023621" y="45084"/>
                    <a:pt x="1022352" y="44449"/>
                    <a:pt x="1020446" y="43814"/>
                  </a:cubicBezTo>
                  <a:cubicBezTo>
                    <a:pt x="1018541" y="43179"/>
                    <a:pt x="1016636" y="43179"/>
                    <a:pt x="1014731" y="43179"/>
                  </a:cubicBezTo>
                  <a:close/>
                  <a:moveTo>
                    <a:pt x="4524370" y="31114"/>
                  </a:moveTo>
                  <a:lnTo>
                    <a:pt x="4538975" y="31114"/>
                  </a:lnTo>
                  <a:lnTo>
                    <a:pt x="4552310" y="84454"/>
                  </a:lnTo>
                  <a:lnTo>
                    <a:pt x="4566915" y="31114"/>
                  </a:lnTo>
                  <a:lnTo>
                    <a:pt x="4579615" y="31114"/>
                  </a:lnTo>
                  <a:lnTo>
                    <a:pt x="4594220" y="84454"/>
                  </a:lnTo>
                  <a:lnTo>
                    <a:pt x="4606920" y="31114"/>
                  </a:lnTo>
                  <a:lnTo>
                    <a:pt x="4622160" y="31114"/>
                  </a:lnTo>
                  <a:lnTo>
                    <a:pt x="4600570" y="108584"/>
                  </a:lnTo>
                  <a:lnTo>
                    <a:pt x="4587235" y="108584"/>
                  </a:lnTo>
                  <a:lnTo>
                    <a:pt x="4572630" y="54609"/>
                  </a:lnTo>
                  <a:lnTo>
                    <a:pt x="4558660" y="108584"/>
                  </a:lnTo>
                  <a:lnTo>
                    <a:pt x="4545325" y="108584"/>
                  </a:lnTo>
                  <a:close/>
                  <a:moveTo>
                    <a:pt x="4123686" y="31114"/>
                  </a:moveTo>
                  <a:lnTo>
                    <a:pt x="4138926" y="31114"/>
                  </a:lnTo>
                  <a:lnTo>
                    <a:pt x="4152261" y="84454"/>
                  </a:lnTo>
                  <a:lnTo>
                    <a:pt x="4166866" y="31114"/>
                  </a:lnTo>
                  <a:lnTo>
                    <a:pt x="4178931" y="31114"/>
                  </a:lnTo>
                  <a:lnTo>
                    <a:pt x="4193536" y="84454"/>
                  </a:lnTo>
                  <a:lnTo>
                    <a:pt x="4206871" y="31114"/>
                  </a:lnTo>
                  <a:lnTo>
                    <a:pt x="4222111" y="31114"/>
                  </a:lnTo>
                  <a:lnTo>
                    <a:pt x="4200521" y="108584"/>
                  </a:lnTo>
                  <a:lnTo>
                    <a:pt x="4187186" y="108584"/>
                  </a:lnTo>
                  <a:lnTo>
                    <a:pt x="4172581" y="54609"/>
                  </a:lnTo>
                  <a:lnTo>
                    <a:pt x="4157976" y="108584"/>
                  </a:lnTo>
                  <a:lnTo>
                    <a:pt x="4145276" y="108584"/>
                  </a:lnTo>
                  <a:close/>
                  <a:moveTo>
                    <a:pt x="2837811" y="31114"/>
                  </a:moveTo>
                  <a:lnTo>
                    <a:pt x="2852416" y="31114"/>
                  </a:lnTo>
                  <a:lnTo>
                    <a:pt x="2865751" y="84454"/>
                  </a:lnTo>
                  <a:lnTo>
                    <a:pt x="2880356" y="31114"/>
                  </a:lnTo>
                  <a:lnTo>
                    <a:pt x="2893056" y="31114"/>
                  </a:lnTo>
                  <a:lnTo>
                    <a:pt x="2907661" y="84454"/>
                  </a:lnTo>
                  <a:lnTo>
                    <a:pt x="2920361" y="31114"/>
                  </a:lnTo>
                  <a:lnTo>
                    <a:pt x="2935601" y="31114"/>
                  </a:lnTo>
                  <a:lnTo>
                    <a:pt x="2914011" y="108584"/>
                  </a:lnTo>
                  <a:lnTo>
                    <a:pt x="2900676" y="108584"/>
                  </a:lnTo>
                  <a:lnTo>
                    <a:pt x="2886706" y="54609"/>
                  </a:lnTo>
                  <a:lnTo>
                    <a:pt x="2872101" y="108584"/>
                  </a:lnTo>
                  <a:lnTo>
                    <a:pt x="2858766" y="108584"/>
                  </a:lnTo>
                  <a:close/>
                  <a:moveTo>
                    <a:pt x="1354455" y="31114"/>
                  </a:moveTo>
                  <a:lnTo>
                    <a:pt x="1369695" y="31114"/>
                  </a:lnTo>
                  <a:lnTo>
                    <a:pt x="1369695" y="109219"/>
                  </a:lnTo>
                  <a:lnTo>
                    <a:pt x="1354455" y="109219"/>
                  </a:lnTo>
                  <a:close/>
                  <a:moveTo>
                    <a:pt x="2646040" y="29844"/>
                  </a:moveTo>
                  <a:cubicBezTo>
                    <a:pt x="2650485" y="29844"/>
                    <a:pt x="2654295" y="29844"/>
                    <a:pt x="2658105" y="31749"/>
                  </a:cubicBezTo>
                  <a:cubicBezTo>
                    <a:pt x="2661915" y="33019"/>
                    <a:pt x="2665090" y="34289"/>
                    <a:pt x="2667630" y="36829"/>
                  </a:cubicBezTo>
                  <a:cubicBezTo>
                    <a:pt x="2670170" y="38734"/>
                    <a:pt x="2672075" y="41909"/>
                    <a:pt x="2673345" y="45084"/>
                  </a:cubicBezTo>
                  <a:cubicBezTo>
                    <a:pt x="2674615" y="48259"/>
                    <a:pt x="2675250" y="52069"/>
                    <a:pt x="2675250" y="56514"/>
                  </a:cubicBezTo>
                  <a:lnTo>
                    <a:pt x="2675250" y="109854"/>
                  </a:lnTo>
                  <a:lnTo>
                    <a:pt x="2660010" y="109854"/>
                  </a:lnTo>
                  <a:lnTo>
                    <a:pt x="2660010" y="108584"/>
                  </a:lnTo>
                  <a:lnTo>
                    <a:pt x="2660010" y="100964"/>
                  </a:lnTo>
                  <a:cubicBezTo>
                    <a:pt x="2660010" y="100964"/>
                    <a:pt x="2656200" y="104139"/>
                    <a:pt x="2654930" y="104774"/>
                  </a:cubicBezTo>
                  <a:cubicBezTo>
                    <a:pt x="2653660" y="105409"/>
                    <a:pt x="2652390" y="106679"/>
                    <a:pt x="2651120" y="107314"/>
                  </a:cubicBezTo>
                  <a:cubicBezTo>
                    <a:pt x="2649850" y="107949"/>
                    <a:pt x="2647945" y="108584"/>
                    <a:pt x="2646040" y="109219"/>
                  </a:cubicBezTo>
                  <a:cubicBezTo>
                    <a:pt x="2644135" y="109219"/>
                    <a:pt x="2641595" y="109854"/>
                    <a:pt x="2639055" y="109854"/>
                  </a:cubicBezTo>
                  <a:cubicBezTo>
                    <a:pt x="2635880" y="109854"/>
                    <a:pt x="2632705" y="109854"/>
                    <a:pt x="2629530" y="108584"/>
                  </a:cubicBezTo>
                  <a:cubicBezTo>
                    <a:pt x="2626355" y="107949"/>
                    <a:pt x="2623180" y="106044"/>
                    <a:pt x="2620640" y="104139"/>
                  </a:cubicBezTo>
                  <a:cubicBezTo>
                    <a:pt x="2618100" y="102234"/>
                    <a:pt x="2616195" y="99059"/>
                    <a:pt x="2614290" y="95884"/>
                  </a:cubicBezTo>
                  <a:cubicBezTo>
                    <a:pt x="2612385" y="92709"/>
                    <a:pt x="2611750" y="88264"/>
                    <a:pt x="2611750" y="83819"/>
                  </a:cubicBezTo>
                  <a:cubicBezTo>
                    <a:pt x="2611750" y="79374"/>
                    <a:pt x="2612385" y="75564"/>
                    <a:pt x="2614290" y="72389"/>
                  </a:cubicBezTo>
                  <a:cubicBezTo>
                    <a:pt x="2615560" y="69214"/>
                    <a:pt x="2618100" y="66674"/>
                    <a:pt x="2620640" y="64769"/>
                  </a:cubicBezTo>
                  <a:cubicBezTo>
                    <a:pt x="2623180" y="62864"/>
                    <a:pt x="2626990" y="60959"/>
                    <a:pt x="2630800" y="60324"/>
                  </a:cubicBezTo>
                  <a:cubicBezTo>
                    <a:pt x="2634610" y="59054"/>
                    <a:pt x="2638420" y="59054"/>
                    <a:pt x="2642865" y="59054"/>
                  </a:cubicBezTo>
                  <a:cubicBezTo>
                    <a:pt x="2646675" y="59054"/>
                    <a:pt x="2650485" y="59054"/>
                    <a:pt x="2653025" y="59689"/>
                  </a:cubicBezTo>
                  <a:cubicBezTo>
                    <a:pt x="2655565" y="59689"/>
                    <a:pt x="2658105" y="60959"/>
                    <a:pt x="2660010" y="61594"/>
                  </a:cubicBezTo>
                  <a:lnTo>
                    <a:pt x="2660010" y="55879"/>
                  </a:lnTo>
                  <a:cubicBezTo>
                    <a:pt x="2660010" y="51434"/>
                    <a:pt x="2658740" y="48259"/>
                    <a:pt x="2656200" y="46354"/>
                  </a:cubicBezTo>
                  <a:cubicBezTo>
                    <a:pt x="2653660" y="43814"/>
                    <a:pt x="2649850" y="43179"/>
                    <a:pt x="2645405" y="43179"/>
                  </a:cubicBezTo>
                  <a:cubicBezTo>
                    <a:pt x="2641595" y="43179"/>
                    <a:pt x="2637785" y="43179"/>
                    <a:pt x="2634610" y="44449"/>
                  </a:cubicBezTo>
                  <a:cubicBezTo>
                    <a:pt x="2631435" y="45084"/>
                    <a:pt x="2628260" y="46354"/>
                    <a:pt x="2625085" y="48259"/>
                  </a:cubicBezTo>
                  <a:lnTo>
                    <a:pt x="2619370" y="36829"/>
                  </a:lnTo>
                  <a:cubicBezTo>
                    <a:pt x="2623180" y="34289"/>
                    <a:pt x="2626990" y="33019"/>
                    <a:pt x="2631435" y="31749"/>
                  </a:cubicBezTo>
                  <a:cubicBezTo>
                    <a:pt x="2635880" y="30479"/>
                    <a:pt x="2640325" y="29844"/>
                    <a:pt x="2646040" y="29844"/>
                  </a:cubicBezTo>
                  <a:close/>
                  <a:moveTo>
                    <a:pt x="1114426" y="29844"/>
                  </a:moveTo>
                  <a:lnTo>
                    <a:pt x="1129666" y="29844"/>
                  </a:lnTo>
                  <a:lnTo>
                    <a:pt x="1129666" y="107949"/>
                  </a:lnTo>
                  <a:lnTo>
                    <a:pt x="1114426" y="107949"/>
                  </a:lnTo>
                  <a:lnTo>
                    <a:pt x="1114426" y="100964"/>
                  </a:lnTo>
                  <a:cubicBezTo>
                    <a:pt x="1114426" y="100964"/>
                    <a:pt x="1109981" y="106044"/>
                    <a:pt x="1106171" y="107314"/>
                  </a:cubicBezTo>
                  <a:cubicBezTo>
                    <a:pt x="1102996" y="109219"/>
                    <a:pt x="1098551" y="109854"/>
                    <a:pt x="1094741" y="109854"/>
                  </a:cubicBezTo>
                  <a:cubicBezTo>
                    <a:pt x="1085851" y="109854"/>
                    <a:pt x="1078866" y="106679"/>
                    <a:pt x="1073786" y="100964"/>
                  </a:cubicBezTo>
                  <a:cubicBezTo>
                    <a:pt x="1069341" y="95249"/>
                    <a:pt x="1066800" y="86359"/>
                    <a:pt x="1066800" y="74929"/>
                  </a:cubicBezTo>
                  <a:lnTo>
                    <a:pt x="1066800" y="30479"/>
                  </a:lnTo>
                  <a:lnTo>
                    <a:pt x="1082040" y="30479"/>
                  </a:lnTo>
                  <a:lnTo>
                    <a:pt x="1082040" y="74294"/>
                  </a:lnTo>
                  <a:cubicBezTo>
                    <a:pt x="1082040" y="81279"/>
                    <a:pt x="1083311" y="86994"/>
                    <a:pt x="1085851" y="90169"/>
                  </a:cubicBezTo>
                  <a:cubicBezTo>
                    <a:pt x="1088390" y="93979"/>
                    <a:pt x="1092201" y="95249"/>
                    <a:pt x="1097916" y="95249"/>
                  </a:cubicBezTo>
                  <a:cubicBezTo>
                    <a:pt x="1102996" y="95249"/>
                    <a:pt x="1106806" y="93344"/>
                    <a:pt x="1109981" y="90169"/>
                  </a:cubicBezTo>
                  <a:cubicBezTo>
                    <a:pt x="1112521" y="86994"/>
                    <a:pt x="1114426" y="81914"/>
                    <a:pt x="1114426" y="75564"/>
                  </a:cubicBezTo>
                  <a:close/>
                  <a:moveTo>
                    <a:pt x="1011556" y="29844"/>
                  </a:moveTo>
                  <a:cubicBezTo>
                    <a:pt x="1013461" y="29844"/>
                    <a:pt x="1015367" y="29844"/>
                    <a:pt x="1017272" y="30479"/>
                  </a:cubicBezTo>
                  <a:cubicBezTo>
                    <a:pt x="1019176" y="30479"/>
                    <a:pt x="1021081" y="31749"/>
                    <a:pt x="1022352" y="32384"/>
                  </a:cubicBezTo>
                  <a:cubicBezTo>
                    <a:pt x="1024257" y="33019"/>
                    <a:pt x="1025526" y="34289"/>
                    <a:pt x="1026797" y="35559"/>
                  </a:cubicBezTo>
                  <a:cubicBezTo>
                    <a:pt x="1028067" y="36829"/>
                    <a:pt x="1029336" y="37464"/>
                    <a:pt x="1030607" y="38734"/>
                  </a:cubicBezTo>
                  <a:lnTo>
                    <a:pt x="1030607" y="31749"/>
                  </a:lnTo>
                  <a:lnTo>
                    <a:pt x="1045847" y="31749"/>
                  </a:lnTo>
                  <a:lnTo>
                    <a:pt x="1045847" y="130809"/>
                  </a:lnTo>
                  <a:lnTo>
                    <a:pt x="1032512" y="137477"/>
                  </a:lnTo>
                  <a:lnTo>
                    <a:pt x="1032512" y="101599"/>
                  </a:lnTo>
                  <a:cubicBezTo>
                    <a:pt x="1032512" y="101599"/>
                    <a:pt x="1026797" y="106679"/>
                    <a:pt x="1022986" y="107949"/>
                  </a:cubicBezTo>
                  <a:cubicBezTo>
                    <a:pt x="1019812" y="109854"/>
                    <a:pt x="1016001" y="110489"/>
                    <a:pt x="1011556" y="110489"/>
                  </a:cubicBezTo>
                  <a:cubicBezTo>
                    <a:pt x="1007111" y="110489"/>
                    <a:pt x="1003301" y="109854"/>
                    <a:pt x="999491" y="107949"/>
                  </a:cubicBezTo>
                  <a:cubicBezTo>
                    <a:pt x="995681" y="106679"/>
                    <a:pt x="992506" y="104139"/>
                    <a:pt x="989966" y="100329"/>
                  </a:cubicBezTo>
                  <a:cubicBezTo>
                    <a:pt x="987426" y="97154"/>
                    <a:pt x="984886" y="92709"/>
                    <a:pt x="983616" y="87629"/>
                  </a:cubicBezTo>
                  <a:cubicBezTo>
                    <a:pt x="982346" y="82549"/>
                    <a:pt x="981076" y="76199"/>
                    <a:pt x="981076" y="68579"/>
                  </a:cubicBezTo>
                  <a:cubicBezTo>
                    <a:pt x="981076" y="61594"/>
                    <a:pt x="981711" y="55879"/>
                    <a:pt x="983616" y="51434"/>
                  </a:cubicBezTo>
                  <a:cubicBezTo>
                    <a:pt x="985521" y="46354"/>
                    <a:pt x="987426" y="42544"/>
                    <a:pt x="990601" y="39369"/>
                  </a:cubicBezTo>
                  <a:cubicBezTo>
                    <a:pt x="993142" y="36194"/>
                    <a:pt x="996951" y="33654"/>
                    <a:pt x="1000126" y="32384"/>
                  </a:cubicBezTo>
                  <a:cubicBezTo>
                    <a:pt x="1003937" y="31114"/>
                    <a:pt x="1007746" y="29844"/>
                    <a:pt x="1011556" y="29844"/>
                  </a:cubicBezTo>
                  <a:close/>
                  <a:moveTo>
                    <a:pt x="4871716" y="29210"/>
                  </a:moveTo>
                  <a:cubicBezTo>
                    <a:pt x="4876796" y="29210"/>
                    <a:pt x="4881241" y="29845"/>
                    <a:pt x="4885686" y="31750"/>
                  </a:cubicBezTo>
                  <a:cubicBezTo>
                    <a:pt x="4890131" y="33655"/>
                    <a:pt x="4894576" y="35560"/>
                    <a:pt x="4897751" y="38100"/>
                  </a:cubicBezTo>
                  <a:lnTo>
                    <a:pt x="4899021" y="38100"/>
                  </a:lnTo>
                  <a:lnTo>
                    <a:pt x="4892036" y="50165"/>
                  </a:lnTo>
                  <a:cubicBezTo>
                    <a:pt x="4888861" y="47625"/>
                    <a:pt x="4885686" y="46355"/>
                    <a:pt x="4882511" y="45085"/>
                  </a:cubicBezTo>
                  <a:cubicBezTo>
                    <a:pt x="4879336" y="43815"/>
                    <a:pt x="4875526" y="43180"/>
                    <a:pt x="4872351" y="43180"/>
                  </a:cubicBezTo>
                  <a:cubicBezTo>
                    <a:pt x="4869176" y="43180"/>
                    <a:pt x="4866001" y="43815"/>
                    <a:pt x="4864096" y="45085"/>
                  </a:cubicBezTo>
                  <a:cubicBezTo>
                    <a:pt x="4862191" y="46355"/>
                    <a:pt x="4861556" y="48260"/>
                    <a:pt x="4861556" y="50165"/>
                  </a:cubicBezTo>
                  <a:cubicBezTo>
                    <a:pt x="4861556" y="51435"/>
                    <a:pt x="4861556" y="52070"/>
                    <a:pt x="4861556" y="52705"/>
                  </a:cubicBezTo>
                  <a:cubicBezTo>
                    <a:pt x="4861556" y="53340"/>
                    <a:pt x="4862826" y="54610"/>
                    <a:pt x="4863461" y="55245"/>
                  </a:cubicBezTo>
                  <a:cubicBezTo>
                    <a:pt x="4864731" y="55880"/>
                    <a:pt x="4866001" y="57150"/>
                    <a:pt x="4867906" y="57785"/>
                  </a:cubicBezTo>
                  <a:cubicBezTo>
                    <a:pt x="4869811" y="59055"/>
                    <a:pt x="4872351" y="59690"/>
                    <a:pt x="4874891" y="60960"/>
                  </a:cubicBezTo>
                  <a:cubicBezTo>
                    <a:pt x="4879336" y="62865"/>
                    <a:pt x="4883146" y="64135"/>
                    <a:pt x="4886321" y="66040"/>
                  </a:cubicBezTo>
                  <a:cubicBezTo>
                    <a:pt x="4889496" y="67310"/>
                    <a:pt x="4892036" y="69215"/>
                    <a:pt x="4894576" y="71120"/>
                  </a:cubicBezTo>
                  <a:cubicBezTo>
                    <a:pt x="4896481" y="73025"/>
                    <a:pt x="4898386" y="75565"/>
                    <a:pt x="4899656" y="78105"/>
                  </a:cubicBezTo>
                  <a:cubicBezTo>
                    <a:pt x="4900926" y="80645"/>
                    <a:pt x="4901561" y="83820"/>
                    <a:pt x="4901561" y="87630"/>
                  </a:cubicBezTo>
                  <a:cubicBezTo>
                    <a:pt x="4901561" y="92075"/>
                    <a:pt x="4900926" y="95250"/>
                    <a:pt x="4899021" y="98425"/>
                  </a:cubicBezTo>
                  <a:cubicBezTo>
                    <a:pt x="4897116" y="101600"/>
                    <a:pt x="4895211" y="103505"/>
                    <a:pt x="4892671" y="105410"/>
                  </a:cubicBezTo>
                  <a:cubicBezTo>
                    <a:pt x="4890131" y="107315"/>
                    <a:pt x="4886956" y="108585"/>
                    <a:pt x="4883146" y="109220"/>
                  </a:cubicBezTo>
                  <a:cubicBezTo>
                    <a:pt x="4879336" y="109855"/>
                    <a:pt x="4876161" y="110490"/>
                    <a:pt x="4872351" y="110490"/>
                  </a:cubicBezTo>
                  <a:cubicBezTo>
                    <a:pt x="4867271" y="110490"/>
                    <a:pt x="4862191" y="109855"/>
                    <a:pt x="4857111" y="107950"/>
                  </a:cubicBezTo>
                  <a:cubicBezTo>
                    <a:pt x="4851396" y="106045"/>
                    <a:pt x="4846951" y="103505"/>
                    <a:pt x="4842506" y="100965"/>
                  </a:cubicBezTo>
                  <a:lnTo>
                    <a:pt x="4849491" y="89535"/>
                  </a:lnTo>
                  <a:cubicBezTo>
                    <a:pt x="4853301" y="92075"/>
                    <a:pt x="4857111" y="93980"/>
                    <a:pt x="4860921" y="95250"/>
                  </a:cubicBezTo>
                  <a:cubicBezTo>
                    <a:pt x="4864731" y="96520"/>
                    <a:pt x="4868541" y="97155"/>
                    <a:pt x="4872351" y="97155"/>
                  </a:cubicBezTo>
                  <a:cubicBezTo>
                    <a:pt x="4877431" y="97155"/>
                    <a:pt x="4880606" y="96520"/>
                    <a:pt x="4883146" y="94615"/>
                  </a:cubicBezTo>
                  <a:cubicBezTo>
                    <a:pt x="4885686" y="93345"/>
                    <a:pt x="4886321" y="90805"/>
                    <a:pt x="4886321" y="88265"/>
                  </a:cubicBezTo>
                  <a:cubicBezTo>
                    <a:pt x="4886321" y="86995"/>
                    <a:pt x="4886321" y="85725"/>
                    <a:pt x="4885051" y="84455"/>
                  </a:cubicBezTo>
                  <a:cubicBezTo>
                    <a:pt x="4884416" y="83185"/>
                    <a:pt x="4883146" y="82550"/>
                    <a:pt x="4881241" y="81280"/>
                  </a:cubicBezTo>
                  <a:cubicBezTo>
                    <a:pt x="4879971" y="80010"/>
                    <a:pt x="4878066" y="79375"/>
                    <a:pt x="4875526" y="78105"/>
                  </a:cubicBezTo>
                  <a:cubicBezTo>
                    <a:pt x="4872986" y="77470"/>
                    <a:pt x="4871081" y="76200"/>
                    <a:pt x="4867906" y="74930"/>
                  </a:cubicBezTo>
                  <a:cubicBezTo>
                    <a:pt x="4863461" y="73025"/>
                    <a:pt x="4860286" y="71755"/>
                    <a:pt x="4857111" y="69850"/>
                  </a:cubicBezTo>
                  <a:cubicBezTo>
                    <a:pt x="4853936" y="67945"/>
                    <a:pt x="4852031" y="66675"/>
                    <a:pt x="4850126" y="64770"/>
                  </a:cubicBezTo>
                  <a:cubicBezTo>
                    <a:pt x="4848221" y="62865"/>
                    <a:pt x="4846951" y="60960"/>
                    <a:pt x="4846316" y="58420"/>
                  </a:cubicBezTo>
                  <a:cubicBezTo>
                    <a:pt x="4845681" y="55880"/>
                    <a:pt x="4845046" y="53340"/>
                    <a:pt x="4845046" y="50165"/>
                  </a:cubicBezTo>
                  <a:cubicBezTo>
                    <a:pt x="4845046" y="46990"/>
                    <a:pt x="4845681" y="43815"/>
                    <a:pt x="4846951" y="40640"/>
                  </a:cubicBezTo>
                  <a:cubicBezTo>
                    <a:pt x="4848221" y="38100"/>
                    <a:pt x="4850126" y="35560"/>
                    <a:pt x="4852666" y="34290"/>
                  </a:cubicBezTo>
                  <a:cubicBezTo>
                    <a:pt x="4855206" y="32385"/>
                    <a:pt x="4857746" y="31115"/>
                    <a:pt x="4860921" y="30480"/>
                  </a:cubicBezTo>
                  <a:cubicBezTo>
                    <a:pt x="4864096" y="29845"/>
                    <a:pt x="4867906" y="29210"/>
                    <a:pt x="4871716" y="29210"/>
                  </a:cubicBezTo>
                  <a:close/>
                  <a:moveTo>
                    <a:pt x="4749796" y="29210"/>
                  </a:moveTo>
                  <a:cubicBezTo>
                    <a:pt x="4752971" y="29210"/>
                    <a:pt x="4755511" y="29210"/>
                    <a:pt x="4757416" y="29845"/>
                  </a:cubicBezTo>
                  <a:cubicBezTo>
                    <a:pt x="4759321" y="30480"/>
                    <a:pt x="4761226" y="31115"/>
                    <a:pt x="4763131" y="32385"/>
                  </a:cubicBezTo>
                  <a:lnTo>
                    <a:pt x="4759321" y="46990"/>
                  </a:lnTo>
                  <a:lnTo>
                    <a:pt x="4758051" y="46990"/>
                  </a:lnTo>
                  <a:cubicBezTo>
                    <a:pt x="4758051" y="46990"/>
                    <a:pt x="4754876" y="45085"/>
                    <a:pt x="4752971" y="45085"/>
                  </a:cubicBezTo>
                  <a:cubicBezTo>
                    <a:pt x="4751066" y="45085"/>
                    <a:pt x="4749161" y="44450"/>
                    <a:pt x="4746621" y="44450"/>
                  </a:cubicBezTo>
                  <a:cubicBezTo>
                    <a:pt x="4741541" y="44450"/>
                    <a:pt x="4737731" y="46355"/>
                    <a:pt x="4735191" y="49530"/>
                  </a:cubicBezTo>
                  <a:cubicBezTo>
                    <a:pt x="4732651" y="52705"/>
                    <a:pt x="4731381" y="57785"/>
                    <a:pt x="4731381" y="64770"/>
                  </a:cubicBezTo>
                  <a:lnTo>
                    <a:pt x="4731381" y="109220"/>
                  </a:lnTo>
                  <a:lnTo>
                    <a:pt x="4716141" y="109220"/>
                  </a:lnTo>
                  <a:lnTo>
                    <a:pt x="4716141" y="31115"/>
                  </a:lnTo>
                  <a:lnTo>
                    <a:pt x="4731381" y="31115"/>
                  </a:lnTo>
                  <a:lnTo>
                    <a:pt x="4731381" y="38735"/>
                  </a:lnTo>
                  <a:cubicBezTo>
                    <a:pt x="4731381" y="38735"/>
                    <a:pt x="4733286" y="36195"/>
                    <a:pt x="4734556" y="34925"/>
                  </a:cubicBezTo>
                  <a:cubicBezTo>
                    <a:pt x="4735826" y="33655"/>
                    <a:pt x="4737096" y="33020"/>
                    <a:pt x="4739001" y="31750"/>
                  </a:cubicBezTo>
                  <a:cubicBezTo>
                    <a:pt x="4740271" y="31115"/>
                    <a:pt x="4742176" y="30480"/>
                    <a:pt x="4744081" y="29845"/>
                  </a:cubicBezTo>
                  <a:cubicBezTo>
                    <a:pt x="4745986" y="29845"/>
                    <a:pt x="4747891" y="29210"/>
                    <a:pt x="4749796" y="29210"/>
                  </a:cubicBezTo>
                  <a:close/>
                  <a:moveTo>
                    <a:pt x="4349110" y="29210"/>
                  </a:moveTo>
                  <a:cubicBezTo>
                    <a:pt x="4352285" y="29210"/>
                    <a:pt x="4354825" y="29210"/>
                    <a:pt x="4356730" y="29845"/>
                  </a:cubicBezTo>
                  <a:cubicBezTo>
                    <a:pt x="4358635" y="29845"/>
                    <a:pt x="4360540" y="31115"/>
                    <a:pt x="4362445" y="32385"/>
                  </a:cubicBezTo>
                  <a:lnTo>
                    <a:pt x="4358635" y="46990"/>
                  </a:lnTo>
                  <a:lnTo>
                    <a:pt x="4357365" y="46990"/>
                  </a:lnTo>
                  <a:cubicBezTo>
                    <a:pt x="4357365" y="46990"/>
                    <a:pt x="4354190" y="45085"/>
                    <a:pt x="4352285" y="45085"/>
                  </a:cubicBezTo>
                  <a:cubicBezTo>
                    <a:pt x="4350380" y="45085"/>
                    <a:pt x="4348475" y="44450"/>
                    <a:pt x="4345935" y="44450"/>
                  </a:cubicBezTo>
                  <a:cubicBezTo>
                    <a:pt x="4340855" y="44450"/>
                    <a:pt x="4337045" y="46355"/>
                    <a:pt x="4334505" y="49530"/>
                  </a:cubicBezTo>
                  <a:cubicBezTo>
                    <a:pt x="4331965" y="52705"/>
                    <a:pt x="4330695" y="57785"/>
                    <a:pt x="4330695" y="64770"/>
                  </a:cubicBezTo>
                  <a:lnTo>
                    <a:pt x="4330695" y="109220"/>
                  </a:lnTo>
                  <a:lnTo>
                    <a:pt x="4315455" y="109220"/>
                  </a:lnTo>
                  <a:lnTo>
                    <a:pt x="4315455" y="31115"/>
                  </a:lnTo>
                  <a:lnTo>
                    <a:pt x="4330695" y="31115"/>
                  </a:lnTo>
                  <a:lnTo>
                    <a:pt x="4330695" y="38735"/>
                  </a:lnTo>
                  <a:cubicBezTo>
                    <a:pt x="4330695" y="38735"/>
                    <a:pt x="4332600" y="36195"/>
                    <a:pt x="4333870" y="34925"/>
                  </a:cubicBezTo>
                  <a:cubicBezTo>
                    <a:pt x="4335140" y="33655"/>
                    <a:pt x="4336410" y="33020"/>
                    <a:pt x="4338315" y="31750"/>
                  </a:cubicBezTo>
                  <a:cubicBezTo>
                    <a:pt x="4339585" y="31115"/>
                    <a:pt x="4341490" y="30480"/>
                    <a:pt x="4343395" y="29845"/>
                  </a:cubicBezTo>
                  <a:cubicBezTo>
                    <a:pt x="4345300" y="29845"/>
                    <a:pt x="4347205" y="29210"/>
                    <a:pt x="4349110" y="29210"/>
                  </a:cubicBezTo>
                  <a:close/>
                  <a:moveTo>
                    <a:pt x="4044310" y="29210"/>
                  </a:moveTo>
                  <a:cubicBezTo>
                    <a:pt x="4050025" y="29210"/>
                    <a:pt x="4054470" y="30480"/>
                    <a:pt x="4058915" y="32385"/>
                  </a:cubicBezTo>
                  <a:cubicBezTo>
                    <a:pt x="4062725" y="34290"/>
                    <a:pt x="4066535" y="37465"/>
                    <a:pt x="4069075" y="40640"/>
                  </a:cubicBezTo>
                  <a:cubicBezTo>
                    <a:pt x="4071615" y="44450"/>
                    <a:pt x="4073520" y="48260"/>
                    <a:pt x="4075425" y="53340"/>
                  </a:cubicBezTo>
                  <a:cubicBezTo>
                    <a:pt x="4076695" y="57785"/>
                    <a:pt x="4077330" y="62865"/>
                    <a:pt x="4077330" y="68580"/>
                  </a:cubicBezTo>
                  <a:lnTo>
                    <a:pt x="4076060" y="68580"/>
                  </a:lnTo>
                  <a:cubicBezTo>
                    <a:pt x="4076060" y="68580"/>
                    <a:pt x="4076060" y="71120"/>
                    <a:pt x="4076060" y="72390"/>
                  </a:cubicBezTo>
                  <a:cubicBezTo>
                    <a:pt x="4076060" y="73660"/>
                    <a:pt x="4076060" y="74295"/>
                    <a:pt x="4076060" y="75565"/>
                  </a:cubicBezTo>
                  <a:lnTo>
                    <a:pt x="4024625" y="75565"/>
                  </a:lnTo>
                  <a:cubicBezTo>
                    <a:pt x="4024625" y="79375"/>
                    <a:pt x="4025895" y="82550"/>
                    <a:pt x="4027165" y="85090"/>
                  </a:cubicBezTo>
                  <a:cubicBezTo>
                    <a:pt x="4028435" y="87630"/>
                    <a:pt x="4029705" y="90170"/>
                    <a:pt x="4031610" y="91440"/>
                  </a:cubicBezTo>
                  <a:cubicBezTo>
                    <a:pt x="4033515" y="93345"/>
                    <a:pt x="4035420" y="94615"/>
                    <a:pt x="4037325" y="95250"/>
                  </a:cubicBezTo>
                  <a:cubicBezTo>
                    <a:pt x="4039230" y="95885"/>
                    <a:pt x="4041770" y="96520"/>
                    <a:pt x="4044310" y="96520"/>
                  </a:cubicBezTo>
                  <a:cubicBezTo>
                    <a:pt x="4046215" y="96520"/>
                    <a:pt x="4047485" y="96520"/>
                    <a:pt x="4049390" y="96520"/>
                  </a:cubicBezTo>
                  <a:cubicBezTo>
                    <a:pt x="4050660" y="96520"/>
                    <a:pt x="4052565" y="95885"/>
                    <a:pt x="4053835" y="95250"/>
                  </a:cubicBezTo>
                  <a:cubicBezTo>
                    <a:pt x="4055105" y="95250"/>
                    <a:pt x="4056375" y="93980"/>
                    <a:pt x="4057645" y="93345"/>
                  </a:cubicBezTo>
                  <a:cubicBezTo>
                    <a:pt x="4058915" y="93345"/>
                    <a:pt x="4060185" y="92075"/>
                    <a:pt x="4062090" y="90805"/>
                  </a:cubicBezTo>
                  <a:lnTo>
                    <a:pt x="4070980" y="100330"/>
                  </a:lnTo>
                  <a:cubicBezTo>
                    <a:pt x="4070980" y="100330"/>
                    <a:pt x="4067170" y="103505"/>
                    <a:pt x="4065265" y="104775"/>
                  </a:cubicBezTo>
                  <a:cubicBezTo>
                    <a:pt x="4063360" y="106045"/>
                    <a:pt x="4061455" y="106680"/>
                    <a:pt x="4059550" y="107950"/>
                  </a:cubicBezTo>
                  <a:cubicBezTo>
                    <a:pt x="4057645" y="108585"/>
                    <a:pt x="4055105" y="109855"/>
                    <a:pt x="4052565" y="109855"/>
                  </a:cubicBezTo>
                  <a:cubicBezTo>
                    <a:pt x="4050025" y="109855"/>
                    <a:pt x="4046850" y="110490"/>
                    <a:pt x="4043675" y="110490"/>
                  </a:cubicBezTo>
                  <a:cubicBezTo>
                    <a:pt x="4040500" y="110490"/>
                    <a:pt x="4037325" y="110490"/>
                    <a:pt x="4034150" y="109220"/>
                  </a:cubicBezTo>
                  <a:cubicBezTo>
                    <a:pt x="4030975" y="108585"/>
                    <a:pt x="4028435" y="107315"/>
                    <a:pt x="4026530" y="105410"/>
                  </a:cubicBezTo>
                  <a:cubicBezTo>
                    <a:pt x="4023990" y="104140"/>
                    <a:pt x="4022085" y="102235"/>
                    <a:pt x="4020180" y="100330"/>
                  </a:cubicBezTo>
                  <a:cubicBezTo>
                    <a:pt x="4018275" y="98425"/>
                    <a:pt x="4016370" y="95885"/>
                    <a:pt x="4015100" y="92710"/>
                  </a:cubicBezTo>
                  <a:cubicBezTo>
                    <a:pt x="4013195" y="89535"/>
                    <a:pt x="4011925" y="86360"/>
                    <a:pt x="4011290" y="82550"/>
                  </a:cubicBezTo>
                  <a:cubicBezTo>
                    <a:pt x="4010655" y="78740"/>
                    <a:pt x="4010020" y="74295"/>
                    <a:pt x="4010020" y="69850"/>
                  </a:cubicBezTo>
                  <a:cubicBezTo>
                    <a:pt x="4010020" y="63500"/>
                    <a:pt x="4010655" y="57150"/>
                    <a:pt x="4012560" y="52070"/>
                  </a:cubicBezTo>
                  <a:cubicBezTo>
                    <a:pt x="4014465" y="46990"/>
                    <a:pt x="4016370" y="42545"/>
                    <a:pt x="4019545" y="39370"/>
                  </a:cubicBezTo>
                  <a:cubicBezTo>
                    <a:pt x="4022720" y="36195"/>
                    <a:pt x="4025895" y="33020"/>
                    <a:pt x="4030340" y="31750"/>
                  </a:cubicBezTo>
                  <a:cubicBezTo>
                    <a:pt x="4034785" y="29845"/>
                    <a:pt x="4039230" y="29210"/>
                    <a:pt x="4044310" y="29210"/>
                  </a:cubicBezTo>
                  <a:close/>
                  <a:moveTo>
                    <a:pt x="3811900" y="29210"/>
                  </a:moveTo>
                  <a:cubicBezTo>
                    <a:pt x="3815075" y="29210"/>
                    <a:pt x="3817615" y="29210"/>
                    <a:pt x="3819520" y="29845"/>
                  </a:cubicBezTo>
                  <a:cubicBezTo>
                    <a:pt x="3821425" y="29845"/>
                    <a:pt x="3823330" y="31115"/>
                    <a:pt x="3825235" y="32385"/>
                  </a:cubicBezTo>
                  <a:lnTo>
                    <a:pt x="3821425" y="46990"/>
                  </a:lnTo>
                  <a:lnTo>
                    <a:pt x="3820155" y="46990"/>
                  </a:lnTo>
                  <a:cubicBezTo>
                    <a:pt x="3820155" y="46990"/>
                    <a:pt x="3816980" y="45085"/>
                    <a:pt x="3815075" y="45085"/>
                  </a:cubicBezTo>
                  <a:cubicBezTo>
                    <a:pt x="3813170" y="45085"/>
                    <a:pt x="3811265" y="44450"/>
                    <a:pt x="3808725" y="44450"/>
                  </a:cubicBezTo>
                  <a:cubicBezTo>
                    <a:pt x="3803645" y="44450"/>
                    <a:pt x="3799835" y="46355"/>
                    <a:pt x="3797295" y="49530"/>
                  </a:cubicBezTo>
                  <a:cubicBezTo>
                    <a:pt x="3794755" y="52705"/>
                    <a:pt x="3793485" y="57785"/>
                    <a:pt x="3793485" y="64770"/>
                  </a:cubicBezTo>
                  <a:lnTo>
                    <a:pt x="3793485" y="109220"/>
                  </a:lnTo>
                  <a:lnTo>
                    <a:pt x="3778245" y="109220"/>
                  </a:lnTo>
                  <a:lnTo>
                    <a:pt x="3778245" y="31115"/>
                  </a:lnTo>
                  <a:lnTo>
                    <a:pt x="3793485" y="31115"/>
                  </a:lnTo>
                  <a:lnTo>
                    <a:pt x="3793485" y="38735"/>
                  </a:lnTo>
                  <a:cubicBezTo>
                    <a:pt x="3793485" y="38735"/>
                    <a:pt x="3795390" y="36195"/>
                    <a:pt x="3796660" y="34925"/>
                  </a:cubicBezTo>
                  <a:cubicBezTo>
                    <a:pt x="3797930" y="33655"/>
                    <a:pt x="3799200" y="33020"/>
                    <a:pt x="3801105" y="31750"/>
                  </a:cubicBezTo>
                  <a:cubicBezTo>
                    <a:pt x="3802375" y="31115"/>
                    <a:pt x="3804280" y="30480"/>
                    <a:pt x="3806185" y="29845"/>
                  </a:cubicBezTo>
                  <a:cubicBezTo>
                    <a:pt x="3808090" y="29845"/>
                    <a:pt x="3809995" y="29210"/>
                    <a:pt x="3811900" y="29210"/>
                  </a:cubicBezTo>
                  <a:close/>
                  <a:moveTo>
                    <a:pt x="3729986" y="29210"/>
                  </a:moveTo>
                  <a:cubicBezTo>
                    <a:pt x="3735701" y="29210"/>
                    <a:pt x="3740146" y="30480"/>
                    <a:pt x="3744591" y="32385"/>
                  </a:cubicBezTo>
                  <a:cubicBezTo>
                    <a:pt x="3748401" y="34290"/>
                    <a:pt x="3752211" y="37465"/>
                    <a:pt x="3754751" y="40640"/>
                  </a:cubicBezTo>
                  <a:cubicBezTo>
                    <a:pt x="3757291" y="44450"/>
                    <a:pt x="3759196" y="48260"/>
                    <a:pt x="3761101" y="53340"/>
                  </a:cubicBezTo>
                  <a:cubicBezTo>
                    <a:pt x="3762371" y="57785"/>
                    <a:pt x="3763006" y="62865"/>
                    <a:pt x="3763006" y="68580"/>
                  </a:cubicBezTo>
                  <a:lnTo>
                    <a:pt x="3761736" y="68580"/>
                  </a:lnTo>
                  <a:cubicBezTo>
                    <a:pt x="3761736" y="68580"/>
                    <a:pt x="3761736" y="71120"/>
                    <a:pt x="3761736" y="72390"/>
                  </a:cubicBezTo>
                  <a:cubicBezTo>
                    <a:pt x="3761736" y="73660"/>
                    <a:pt x="3761736" y="74295"/>
                    <a:pt x="3761736" y="75565"/>
                  </a:cubicBezTo>
                  <a:lnTo>
                    <a:pt x="3710301" y="75565"/>
                  </a:lnTo>
                  <a:cubicBezTo>
                    <a:pt x="3710301" y="79375"/>
                    <a:pt x="3711571" y="82550"/>
                    <a:pt x="3712841" y="85090"/>
                  </a:cubicBezTo>
                  <a:cubicBezTo>
                    <a:pt x="3714111" y="87630"/>
                    <a:pt x="3715381" y="90170"/>
                    <a:pt x="3717286" y="91440"/>
                  </a:cubicBezTo>
                  <a:cubicBezTo>
                    <a:pt x="3719191" y="93345"/>
                    <a:pt x="3721096" y="94615"/>
                    <a:pt x="3723001" y="95250"/>
                  </a:cubicBezTo>
                  <a:cubicBezTo>
                    <a:pt x="3724906" y="95885"/>
                    <a:pt x="3727446" y="96520"/>
                    <a:pt x="3729986" y="96520"/>
                  </a:cubicBezTo>
                  <a:cubicBezTo>
                    <a:pt x="3731891" y="96520"/>
                    <a:pt x="3733161" y="96520"/>
                    <a:pt x="3735066" y="96520"/>
                  </a:cubicBezTo>
                  <a:cubicBezTo>
                    <a:pt x="3736336" y="96520"/>
                    <a:pt x="3738241" y="95885"/>
                    <a:pt x="3739511" y="95250"/>
                  </a:cubicBezTo>
                  <a:cubicBezTo>
                    <a:pt x="3740781" y="95250"/>
                    <a:pt x="3742051" y="93980"/>
                    <a:pt x="3743321" y="93345"/>
                  </a:cubicBezTo>
                  <a:cubicBezTo>
                    <a:pt x="3744591" y="93345"/>
                    <a:pt x="3745861" y="92075"/>
                    <a:pt x="3747766" y="90805"/>
                  </a:cubicBezTo>
                  <a:lnTo>
                    <a:pt x="3756656" y="100330"/>
                  </a:lnTo>
                  <a:cubicBezTo>
                    <a:pt x="3756656" y="100330"/>
                    <a:pt x="3752846" y="103505"/>
                    <a:pt x="3750941" y="104775"/>
                  </a:cubicBezTo>
                  <a:cubicBezTo>
                    <a:pt x="3749036" y="106045"/>
                    <a:pt x="3747131" y="106680"/>
                    <a:pt x="3745226" y="107950"/>
                  </a:cubicBezTo>
                  <a:cubicBezTo>
                    <a:pt x="3743321" y="108585"/>
                    <a:pt x="3740781" y="109855"/>
                    <a:pt x="3738241" y="109855"/>
                  </a:cubicBezTo>
                  <a:cubicBezTo>
                    <a:pt x="3735701" y="109855"/>
                    <a:pt x="3732526" y="110490"/>
                    <a:pt x="3729351" y="110490"/>
                  </a:cubicBezTo>
                  <a:cubicBezTo>
                    <a:pt x="3726176" y="110490"/>
                    <a:pt x="3723001" y="110490"/>
                    <a:pt x="3719826" y="109220"/>
                  </a:cubicBezTo>
                  <a:cubicBezTo>
                    <a:pt x="3716651" y="108585"/>
                    <a:pt x="3714111" y="107315"/>
                    <a:pt x="3712206" y="105410"/>
                  </a:cubicBezTo>
                  <a:cubicBezTo>
                    <a:pt x="3709666" y="104140"/>
                    <a:pt x="3707761" y="102235"/>
                    <a:pt x="3705856" y="100330"/>
                  </a:cubicBezTo>
                  <a:cubicBezTo>
                    <a:pt x="3703951" y="98425"/>
                    <a:pt x="3702046" y="95885"/>
                    <a:pt x="3700776" y="92710"/>
                  </a:cubicBezTo>
                  <a:cubicBezTo>
                    <a:pt x="3698871" y="89535"/>
                    <a:pt x="3697601" y="86360"/>
                    <a:pt x="3696966" y="82550"/>
                  </a:cubicBezTo>
                  <a:cubicBezTo>
                    <a:pt x="3696331" y="78740"/>
                    <a:pt x="3695696" y="74295"/>
                    <a:pt x="3695696" y="69850"/>
                  </a:cubicBezTo>
                  <a:cubicBezTo>
                    <a:pt x="3695696" y="63500"/>
                    <a:pt x="3696331" y="57150"/>
                    <a:pt x="3698236" y="52070"/>
                  </a:cubicBezTo>
                  <a:cubicBezTo>
                    <a:pt x="3700141" y="46990"/>
                    <a:pt x="3702046" y="42545"/>
                    <a:pt x="3705221" y="39370"/>
                  </a:cubicBezTo>
                  <a:cubicBezTo>
                    <a:pt x="3708396" y="36195"/>
                    <a:pt x="3711571" y="33020"/>
                    <a:pt x="3716016" y="31750"/>
                  </a:cubicBezTo>
                  <a:cubicBezTo>
                    <a:pt x="3720461" y="29845"/>
                    <a:pt x="3724906" y="29210"/>
                    <a:pt x="3729986" y="29210"/>
                  </a:cubicBezTo>
                  <a:close/>
                  <a:moveTo>
                    <a:pt x="3543296" y="29210"/>
                  </a:moveTo>
                  <a:cubicBezTo>
                    <a:pt x="3549011" y="29210"/>
                    <a:pt x="3553456" y="30480"/>
                    <a:pt x="3557901" y="32385"/>
                  </a:cubicBezTo>
                  <a:cubicBezTo>
                    <a:pt x="3561711" y="34290"/>
                    <a:pt x="3565521" y="37465"/>
                    <a:pt x="3568061" y="40640"/>
                  </a:cubicBezTo>
                  <a:cubicBezTo>
                    <a:pt x="3570601" y="44450"/>
                    <a:pt x="3572506" y="48260"/>
                    <a:pt x="3574411" y="53340"/>
                  </a:cubicBezTo>
                  <a:cubicBezTo>
                    <a:pt x="3575681" y="57785"/>
                    <a:pt x="3576316" y="62865"/>
                    <a:pt x="3576316" y="68580"/>
                  </a:cubicBezTo>
                  <a:lnTo>
                    <a:pt x="3575046" y="68580"/>
                  </a:lnTo>
                  <a:cubicBezTo>
                    <a:pt x="3575046" y="68580"/>
                    <a:pt x="3575046" y="71120"/>
                    <a:pt x="3575046" y="72390"/>
                  </a:cubicBezTo>
                  <a:cubicBezTo>
                    <a:pt x="3575046" y="73660"/>
                    <a:pt x="3575046" y="74295"/>
                    <a:pt x="3575046" y="75565"/>
                  </a:cubicBezTo>
                  <a:lnTo>
                    <a:pt x="3523611" y="75565"/>
                  </a:lnTo>
                  <a:cubicBezTo>
                    <a:pt x="3523611" y="79375"/>
                    <a:pt x="3524881" y="82550"/>
                    <a:pt x="3526151" y="85090"/>
                  </a:cubicBezTo>
                  <a:cubicBezTo>
                    <a:pt x="3527421" y="87630"/>
                    <a:pt x="3528691" y="90170"/>
                    <a:pt x="3530596" y="91440"/>
                  </a:cubicBezTo>
                  <a:cubicBezTo>
                    <a:pt x="3532501" y="93345"/>
                    <a:pt x="3534406" y="94615"/>
                    <a:pt x="3536311" y="95250"/>
                  </a:cubicBezTo>
                  <a:cubicBezTo>
                    <a:pt x="3538216" y="95885"/>
                    <a:pt x="3540756" y="96520"/>
                    <a:pt x="3543296" y="96520"/>
                  </a:cubicBezTo>
                  <a:cubicBezTo>
                    <a:pt x="3545201" y="96520"/>
                    <a:pt x="3546471" y="96520"/>
                    <a:pt x="3548376" y="96520"/>
                  </a:cubicBezTo>
                  <a:cubicBezTo>
                    <a:pt x="3549646" y="96520"/>
                    <a:pt x="3551551" y="95885"/>
                    <a:pt x="3552821" y="95250"/>
                  </a:cubicBezTo>
                  <a:cubicBezTo>
                    <a:pt x="3554091" y="95250"/>
                    <a:pt x="3555361" y="93980"/>
                    <a:pt x="3556631" y="93345"/>
                  </a:cubicBezTo>
                  <a:cubicBezTo>
                    <a:pt x="3557901" y="93345"/>
                    <a:pt x="3559171" y="92075"/>
                    <a:pt x="3561076" y="90805"/>
                  </a:cubicBezTo>
                  <a:lnTo>
                    <a:pt x="3569966" y="100330"/>
                  </a:lnTo>
                  <a:cubicBezTo>
                    <a:pt x="3569966" y="100330"/>
                    <a:pt x="3566156" y="103505"/>
                    <a:pt x="3564251" y="104775"/>
                  </a:cubicBezTo>
                  <a:cubicBezTo>
                    <a:pt x="3562346" y="106045"/>
                    <a:pt x="3560441" y="106680"/>
                    <a:pt x="3558536" y="107950"/>
                  </a:cubicBezTo>
                  <a:cubicBezTo>
                    <a:pt x="3556631" y="108585"/>
                    <a:pt x="3554091" y="109855"/>
                    <a:pt x="3551551" y="109855"/>
                  </a:cubicBezTo>
                  <a:cubicBezTo>
                    <a:pt x="3549011" y="109855"/>
                    <a:pt x="3545836" y="110490"/>
                    <a:pt x="3542661" y="110490"/>
                  </a:cubicBezTo>
                  <a:cubicBezTo>
                    <a:pt x="3539486" y="110490"/>
                    <a:pt x="3536311" y="110490"/>
                    <a:pt x="3533136" y="109220"/>
                  </a:cubicBezTo>
                  <a:cubicBezTo>
                    <a:pt x="3529961" y="108585"/>
                    <a:pt x="3527421" y="107315"/>
                    <a:pt x="3525516" y="105410"/>
                  </a:cubicBezTo>
                  <a:cubicBezTo>
                    <a:pt x="3522976" y="104140"/>
                    <a:pt x="3521071" y="102235"/>
                    <a:pt x="3519166" y="100330"/>
                  </a:cubicBezTo>
                  <a:cubicBezTo>
                    <a:pt x="3517261" y="98425"/>
                    <a:pt x="3515356" y="95885"/>
                    <a:pt x="3514086" y="92710"/>
                  </a:cubicBezTo>
                  <a:cubicBezTo>
                    <a:pt x="3512181" y="89535"/>
                    <a:pt x="3510911" y="86360"/>
                    <a:pt x="3510276" y="82550"/>
                  </a:cubicBezTo>
                  <a:cubicBezTo>
                    <a:pt x="3509641" y="78740"/>
                    <a:pt x="3509006" y="74295"/>
                    <a:pt x="3509006" y="69850"/>
                  </a:cubicBezTo>
                  <a:cubicBezTo>
                    <a:pt x="3509006" y="63500"/>
                    <a:pt x="3509641" y="57150"/>
                    <a:pt x="3511546" y="52070"/>
                  </a:cubicBezTo>
                  <a:cubicBezTo>
                    <a:pt x="3513451" y="46990"/>
                    <a:pt x="3515356" y="42545"/>
                    <a:pt x="3518531" y="39370"/>
                  </a:cubicBezTo>
                  <a:cubicBezTo>
                    <a:pt x="3521706" y="36195"/>
                    <a:pt x="3524881" y="33020"/>
                    <a:pt x="3529326" y="31750"/>
                  </a:cubicBezTo>
                  <a:cubicBezTo>
                    <a:pt x="3533771" y="29845"/>
                    <a:pt x="3538216" y="29210"/>
                    <a:pt x="3543296" y="29210"/>
                  </a:cubicBezTo>
                  <a:close/>
                  <a:moveTo>
                    <a:pt x="3345176" y="29210"/>
                  </a:moveTo>
                  <a:cubicBezTo>
                    <a:pt x="3350891" y="29210"/>
                    <a:pt x="3355336" y="30480"/>
                    <a:pt x="3359781" y="32385"/>
                  </a:cubicBezTo>
                  <a:cubicBezTo>
                    <a:pt x="3363591" y="34290"/>
                    <a:pt x="3367401" y="37465"/>
                    <a:pt x="3369941" y="40640"/>
                  </a:cubicBezTo>
                  <a:cubicBezTo>
                    <a:pt x="3372481" y="44450"/>
                    <a:pt x="3374386" y="48260"/>
                    <a:pt x="3376291" y="53340"/>
                  </a:cubicBezTo>
                  <a:cubicBezTo>
                    <a:pt x="3377561" y="57785"/>
                    <a:pt x="3378196" y="62865"/>
                    <a:pt x="3378196" y="68580"/>
                  </a:cubicBezTo>
                  <a:lnTo>
                    <a:pt x="3376926" y="68580"/>
                  </a:lnTo>
                  <a:cubicBezTo>
                    <a:pt x="3376926" y="68580"/>
                    <a:pt x="3376926" y="71120"/>
                    <a:pt x="3376926" y="72390"/>
                  </a:cubicBezTo>
                  <a:cubicBezTo>
                    <a:pt x="3376926" y="73660"/>
                    <a:pt x="3376926" y="74295"/>
                    <a:pt x="3376926" y="75565"/>
                  </a:cubicBezTo>
                  <a:lnTo>
                    <a:pt x="3325491" y="75565"/>
                  </a:lnTo>
                  <a:cubicBezTo>
                    <a:pt x="3325491" y="79375"/>
                    <a:pt x="3326761" y="82550"/>
                    <a:pt x="3328031" y="85090"/>
                  </a:cubicBezTo>
                  <a:cubicBezTo>
                    <a:pt x="3329301" y="87630"/>
                    <a:pt x="3330571" y="90170"/>
                    <a:pt x="3332476" y="91440"/>
                  </a:cubicBezTo>
                  <a:cubicBezTo>
                    <a:pt x="3334381" y="93345"/>
                    <a:pt x="3336286" y="94615"/>
                    <a:pt x="3338191" y="95250"/>
                  </a:cubicBezTo>
                  <a:cubicBezTo>
                    <a:pt x="3340096" y="95885"/>
                    <a:pt x="3342636" y="96520"/>
                    <a:pt x="3345176" y="96520"/>
                  </a:cubicBezTo>
                  <a:cubicBezTo>
                    <a:pt x="3347081" y="96520"/>
                    <a:pt x="3348351" y="96520"/>
                    <a:pt x="3350256" y="96520"/>
                  </a:cubicBezTo>
                  <a:cubicBezTo>
                    <a:pt x="3351526" y="96520"/>
                    <a:pt x="3353431" y="95885"/>
                    <a:pt x="3354701" y="95250"/>
                  </a:cubicBezTo>
                  <a:cubicBezTo>
                    <a:pt x="3355971" y="95250"/>
                    <a:pt x="3357241" y="93980"/>
                    <a:pt x="3358511" y="93345"/>
                  </a:cubicBezTo>
                  <a:cubicBezTo>
                    <a:pt x="3359781" y="93345"/>
                    <a:pt x="3361051" y="92075"/>
                    <a:pt x="3362956" y="90805"/>
                  </a:cubicBezTo>
                  <a:lnTo>
                    <a:pt x="3371846" y="100330"/>
                  </a:lnTo>
                  <a:cubicBezTo>
                    <a:pt x="3371846" y="100330"/>
                    <a:pt x="3368036" y="103505"/>
                    <a:pt x="3366131" y="104775"/>
                  </a:cubicBezTo>
                  <a:cubicBezTo>
                    <a:pt x="3364226" y="106045"/>
                    <a:pt x="3362321" y="106680"/>
                    <a:pt x="3360416" y="107950"/>
                  </a:cubicBezTo>
                  <a:cubicBezTo>
                    <a:pt x="3358511" y="108585"/>
                    <a:pt x="3355971" y="109855"/>
                    <a:pt x="3353431" y="109855"/>
                  </a:cubicBezTo>
                  <a:cubicBezTo>
                    <a:pt x="3350891" y="109855"/>
                    <a:pt x="3347716" y="110490"/>
                    <a:pt x="3344541" y="110490"/>
                  </a:cubicBezTo>
                  <a:cubicBezTo>
                    <a:pt x="3341366" y="110490"/>
                    <a:pt x="3338191" y="110490"/>
                    <a:pt x="3335016" y="109220"/>
                  </a:cubicBezTo>
                  <a:cubicBezTo>
                    <a:pt x="3331841" y="108585"/>
                    <a:pt x="3329301" y="107315"/>
                    <a:pt x="3327396" y="105410"/>
                  </a:cubicBezTo>
                  <a:cubicBezTo>
                    <a:pt x="3324856" y="104140"/>
                    <a:pt x="3322951" y="102235"/>
                    <a:pt x="3321046" y="100330"/>
                  </a:cubicBezTo>
                  <a:cubicBezTo>
                    <a:pt x="3319141" y="98425"/>
                    <a:pt x="3317236" y="95885"/>
                    <a:pt x="3315966" y="92710"/>
                  </a:cubicBezTo>
                  <a:cubicBezTo>
                    <a:pt x="3314061" y="89535"/>
                    <a:pt x="3312791" y="86360"/>
                    <a:pt x="3312156" y="82550"/>
                  </a:cubicBezTo>
                  <a:cubicBezTo>
                    <a:pt x="3311521" y="78740"/>
                    <a:pt x="3310886" y="74295"/>
                    <a:pt x="3310886" y="69850"/>
                  </a:cubicBezTo>
                  <a:cubicBezTo>
                    <a:pt x="3310886" y="63500"/>
                    <a:pt x="3311521" y="57150"/>
                    <a:pt x="3313426" y="52070"/>
                  </a:cubicBezTo>
                  <a:cubicBezTo>
                    <a:pt x="3315331" y="46990"/>
                    <a:pt x="3317236" y="42545"/>
                    <a:pt x="3320411" y="39370"/>
                  </a:cubicBezTo>
                  <a:cubicBezTo>
                    <a:pt x="3323586" y="36195"/>
                    <a:pt x="3326761" y="33020"/>
                    <a:pt x="3331206" y="31750"/>
                  </a:cubicBezTo>
                  <a:cubicBezTo>
                    <a:pt x="3335651" y="29845"/>
                    <a:pt x="3340096" y="29210"/>
                    <a:pt x="3345176" y="29210"/>
                  </a:cubicBezTo>
                  <a:close/>
                  <a:moveTo>
                    <a:pt x="3060696" y="29210"/>
                  </a:moveTo>
                  <a:cubicBezTo>
                    <a:pt x="3063871" y="29210"/>
                    <a:pt x="3066411" y="29210"/>
                    <a:pt x="3068316" y="29845"/>
                  </a:cubicBezTo>
                  <a:cubicBezTo>
                    <a:pt x="3070221" y="29845"/>
                    <a:pt x="3072126" y="31115"/>
                    <a:pt x="3074031" y="32385"/>
                  </a:cubicBezTo>
                  <a:lnTo>
                    <a:pt x="3070221" y="46990"/>
                  </a:lnTo>
                  <a:lnTo>
                    <a:pt x="3068951" y="46990"/>
                  </a:lnTo>
                  <a:cubicBezTo>
                    <a:pt x="3068951" y="46990"/>
                    <a:pt x="3065776" y="45085"/>
                    <a:pt x="3063871" y="45085"/>
                  </a:cubicBezTo>
                  <a:cubicBezTo>
                    <a:pt x="3061966" y="45085"/>
                    <a:pt x="3060061" y="44450"/>
                    <a:pt x="3057521" y="44450"/>
                  </a:cubicBezTo>
                  <a:cubicBezTo>
                    <a:pt x="3052441" y="44450"/>
                    <a:pt x="3048631" y="46355"/>
                    <a:pt x="3046091" y="49530"/>
                  </a:cubicBezTo>
                  <a:cubicBezTo>
                    <a:pt x="3043551" y="52705"/>
                    <a:pt x="3042281" y="57785"/>
                    <a:pt x="3042281" y="64770"/>
                  </a:cubicBezTo>
                  <a:lnTo>
                    <a:pt x="3042281" y="109220"/>
                  </a:lnTo>
                  <a:lnTo>
                    <a:pt x="3027041" y="109220"/>
                  </a:lnTo>
                  <a:lnTo>
                    <a:pt x="3027041" y="31115"/>
                  </a:lnTo>
                  <a:lnTo>
                    <a:pt x="3042281" y="31115"/>
                  </a:lnTo>
                  <a:lnTo>
                    <a:pt x="3042281" y="38735"/>
                  </a:lnTo>
                  <a:cubicBezTo>
                    <a:pt x="3042281" y="38735"/>
                    <a:pt x="3044186" y="36195"/>
                    <a:pt x="3045456" y="34925"/>
                  </a:cubicBezTo>
                  <a:cubicBezTo>
                    <a:pt x="3046726" y="33655"/>
                    <a:pt x="3047996" y="33020"/>
                    <a:pt x="3049901" y="31750"/>
                  </a:cubicBezTo>
                  <a:cubicBezTo>
                    <a:pt x="3051171" y="31115"/>
                    <a:pt x="3053076" y="30480"/>
                    <a:pt x="3054981" y="29845"/>
                  </a:cubicBezTo>
                  <a:cubicBezTo>
                    <a:pt x="3056886" y="29845"/>
                    <a:pt x="3058791" y="29210"/>
                    <a:pt x="3060696" y="29210"/>
                  </a:cubicBezTo>
                  <a:close/>
                  <a:moveTo>
                    <a:pt x="2978781" y="29210"/>
                  </a:moveTo>
                  <a:cubicBezTo>
                    <a:pt x="2984496" y="29210"/>
                    <a:pt x="2988941" y="30480"/>
                    <a:pt x="2993386" y="32385"/>
                  </a:cubicBezTo>
                  <a:cubicBezTo>
                    <a:pt x="2997196" y="34290"/>
                    <a:pt x="3001006" y="37465"/>
                    <a:pt x="3003546" y="40640"/>
                  </a:cubicBezTo>
                  <a:cubicBezTo>
                    <a:pt x="3006086" y="44450"/>
                    <a:pt x="3007991" y="48260"/>
                    <a:pt x="3009896" y="53340"/>
                  </a:cubicBezTo>
                  <a:cubicBezTo>
                    <a:pt x="3011166" y="57785"/>
                    <a:pt x="3011801" y="62865"/>
                    <a:pt x="3011801" y="68580"/>
                  </a:cubicBezTo>
                  <a:lnTo>
                    <a:pt x="3010531" y="68580"/>
                  </a:lnTo>
                  <a:cubicBezTo>
                    <a:pt x="3010531" y="68580"/>
                    <a:pt x="3010531" y="71120"/>
                    <a:pt x="3010531" y="72390"/>
                  </a:cubicBezTo>
                  <a:cubicBezTo>
                    <a:pt x="3010531" y="73660"/>
                    <a:pt x="3010531" y="74295"/>
                    <a:pt x="3010531" y="75565"/>
                  </a:cubicBezTo>
                  <a:lnTo>
                    <a:pt x="2959096" y="75565"/>
                  </a:lnTo>
                  <a:cubicBezTo>
                    <a:pt x="2959096" y="79375"/>
                    <a:pt x="2960366" y="82550"/>
                    <a:pt x="2961636" y="85090"/>
                  </a:cubicBezTo>
                  <a:cubicBezTo>
                    <a:pt x="2962906" y="87630"/>
                    <a:pt x="2964176" y="90170"/>
                    <a:pt x="2966081" y="91440"/>
                  </a:cubicBezTo>
                  <a:cubicBezTo>
                    <a:pt x="2967986" y="93345"/>
                    <a:pt x="2969891" y="94615"/>
                    <a:pt x="2971796" y="95250"/>
                  </a:cubicBezTo>
                  <a:cubicBezTo>
                    <a:pt x="2974336" y="95885"/>
                    <a:pt x="2976241" y="96520"/>
                    <a:pt x="2978781" y="96520"/>
                  </a:cubicBezTo>
                  <a:cubicBezTo>
                    <a:pt x="2980686" y="96520"/>
                    <a:pt x="2981956" y="96520"/>
                    <a:pt x="2983861" y="96520"/>
                  </a:cubicBezTo>
                  <a:cubicBezTo>
                    <a:pt x="2985131" y="96520"/>
                    <a:pt x="2987036" y="95885"/>
                    <a:pt x="2988306" y="95250"/>
                  </a:cubicBezTo>
                  <a:cubicBezTo>
                    <a:pt x="2989576" y="95250"/>
                    <a:pt x="2990846" y="93980"/>
                    <a:pt x="2992116" y="93345"/>
                  </a:cubicBezTo>
                  <a:cubicBezTo>
                    <a:pt x="2993386" y="93345"/>
                    <a:pt x="2994656" y="92075"/>
                    <a:pt x="2996561" y="90805"/>
                  </a:cubicBezTo>
                  <a:lnTo>
                    <a:pt x="3005451" y="100330"/>
                  </a:lnTo>
                  <a:cubicBezTo>
                    <a:pt x="3005451" y="100330"/>
                    <a:pt x="3001641" y="103505"/>
                    <a:pt x="2999736" y="104775"/>
                  </a:cubicBezTo>
                  <a:cubicBezTo>
                    <a:pt x="2997831" y="106045"/>
                    <a:pt x="2995926" y="106680"/>
                    <a:pt x="2994021" y="107950"/>
                  </a:cubicBezTo>
                  <a:cubicBezTo>
                    <a:pt x="2992116" y="108585"/>
                    <a:pt x="2989576" y="109855"/>
                    <a:pt x="2987036" y="109855"/>
                  </a:cubicBezTo>
                  <a:cubicBezTo>
                    <a:pt x="2984496" y="109855"/>
                    <a:pt x="2981321" y="110490"/>
                    <a:pt x="2978146" y="110490"/>
                  </a:cubicBezTo>
                  <a:cubicBezTo>
                    <a:pt x="2974971" y="110490"/>
                    <a:pt x="2971796" y="110490"/>
                    <a:pt x="2968621" y="109220"/>
                  </a:cubicBezTo>
                  <a:cubicBezTo>
                    <a:pt x="2965446" y="108585"/>
                    <a:pt x="2962906" y="107315"/>
                    <a:pt x="2961001" y="105410"/>
                  </a:cubicBezTo>
                  <a:cubicBezTo>
                    <a:pt x="2958461" y="104140"/>
                    <a:pt x="2956556" y="102235"/>
                    <a:pt x="2954651" y="100330"/>
                  </a:cubicBezTo>
                  <a:cubicBezTo>
                    <a:pt x="2952746" y="98425"/>
                    <a:pt x="2950841" y="95885"/>
                    <a:pt x="2949571" y="92710"/>
                  </a:cubicBezTo>
                  <a:cubicBezTo>
                    <a:pt x="2947666" y="89535"/>
                    <a:pt x="2946396" y="86360"/>
                    <a:pt x="2945761" y="82550"/>
                  </a:cubicBezTo>
                  <a:cubicBezTo>
                    <a:pt x="2945126" y="78740"/>
                    <a:pt x="2944491" y="74295"/>
                    <a:pt x="2944491" y="69850"/>
                  </a:cubicBezTo>
                  <a:cubicBezTo>
                    <a:pt x="2944491" y="63500"/>
                    <a:pt x="2945126" y="57150"/>
                    <a:pt x="2947031" y="52070"/>
                  </a:cubicBezTo>
                  <a:cubicBezTo>
                    <a:pt x="2948936" y="46990"/>
                    <a:pt x="2950841" y="42545"/>
                    <a:pt x="2954016" y="39370"/>
                  </a:cubicBezTo>
                  <a:cubicBezTo>
                    <a:pt x="2957191" y="36195"/>
                    <a:pt x="2960366" y="33020"/>
                    <a:pt x="2964811" y="31750"/>
                  </a:cubicBezTo>
                  <a:cubicBezTo>
                    <a:pt x="2969256" y="29845"/>
                    <a:pt x="2973701" y="29210"/>
                    <a:pt x="2978781" y="29210"/>
                  </a:cubicBezTo>
                  <a:close/>
                  <a:moveTo>
                    <a:pt x="2798440" y="29210"/>
                  </a:moveTo>
                  <a:cubicBezTo>
                    <a:pt x="2803520" y="29210"/>
                    <a:pt x="2807965" y="29845"/>
                    <a:pt x="2813045" y="31750"/>
                  </a:cubicBezTo>
                  <a:cubicBezTo>
                    <a:pt x="2817490" y="33655"/>
                    <a:pt x="2821935" y="35560"/>
                    <a:pt x="2825110" y="38100"/>
                  </a:cubicBezTo>
                  <a:lnTo>
                    <a:pt x="2827015" y="38100"/>
                  </a:lnTo>
                  <a:lnTo>
                    <a:pt x="2820030" y="50165"/>
                  </a:lnTo>
                  <a:cubicBezTo>
                    <a:pt x="2816855" y="47625"/>
                    <a:pt x="2813680" y="46355"/>
                    <a:pt x="2810505" y="45085"/>
                  </a:cubicBezTo>
                  <a:cubicBezTo>
                    <a:pt x="2807330" y="43815"/>
                    <a:pt x="2803520" y="43180"/>
                    <a:pt x="2799710" y="43180"/>
                  </a:cubicBezTo>
                  <a:cubicBezTo>
                    <a:pt x="2795900" y="43180"/>
                    <a:pt x="2793360" y="43815"/>
                    <a:pt x="2791455" y="45085"/>
                  </a:cubicBezTo>
                  <a:cubicBezTo>
                    <a:pt x="2789550" y="46355"/>
                    <a:pt x="2788915" y="48260"/>
                    <a:pt x="2788915" y="50165"/>
                  </a:cubicBezTo>
                  <a:cubicBezTo>
                    <a:pt x="2788915" y="51435"/>
                    <a:pt x="2788915" y="52070"/>
                    <a:pt x="2788915" y="52705"/>
                  </a:cubicBezTo>
                  <a:cubicBezTo>
                    <a:pt x="2788915" y="53340"/>
                    <a:pt x="2790185" y="54610"/>
                    <a:pt x="2790820" y="55245"/>
                  </a:cubicBezTo>
                  <a:cubicBezTo>
                    <a:pt x="2792090" y="55880"/>
                    <a:pt x="2793360" y="57150"/>
                    <a:pt x="2795265" y="57785"/>
                  </a:cubicBezTo>
                  <a:cubicBezTo>
                    <a:pt x="2797170" y="59055"/>
                    <a:pt x="2799710" y="59690"/>
                    <a:pt x="2802250" y="60960"/>
                  </a:cubicBezTo>
                  <a:cubicBezTo>
                    <a:pt x="2806695" y="62865"/>
                    <a:pt x="2810505" y="64135"/>
                    <a:pt x="2813680" y="66040"/>
                  </a:cubicBezTo>
                  <a:cubicBezTo>
                    <a:pt x="2816855" y="67310"/>
                    <a:pt x="2819395" y="69215"/>
                    <a:pt x="2821935" y="71120"/>
                  </a:cubicBezTo>
                  <a:cubicBezTo>
                    <a:pt x="2823840" y="73025"/>
                    <a:pt x="2825745" y="75565"/>
                    <a:pt x="2827015" y="78105"/>
                  </a:cubicBezTo>
                  <a:cubicBezTo>
                    <a:pt x="2828285" y="80645"/>
                    <a:pt x="2828920" y="83820"/>
                    <a:pt x="2828920" y="87630"/>
                  </a:cubicBezTo>
                  <a:cubicBezTo>
                    <a:pt x="2828920" y="92075"/>
                    <a:pt x="2828285" y="95250"/>
                    <a:pt x="2826380" y="98425"/>
                  </a:cubicBezTo>
                  <a:cubicBezTo>
                    <a:pt x="2824475" y="101600"/>
                    <a:pt x="2822570" y="103505"/>
                    <a:pt x="2820030" y="105410"/>
                  </a:cubicBezTo>
                  <a:cubicBezTo>
                    <a:pt x="2817490" y="107315"/>
                    <a:pt x="2814315" y="108585"/>
                    <a:pt x="2810505" y="109220"/>
                  </a:cubicBezTo>
                  <a:cubicBezTo>
                    <a:pt x="2806695" y="109855"/>
                    <a:pt x="2803520" y="110490"/>
                    <a:pt x="2799710" y="110490"/>
                  </a:cubicBezTo>
                  <a:cubicBezTo>
                    <a:pt x="2794630" y="110490"/>
                    <a:pt x="2789550" y="109855"/>
                    <a:pt x="2783835" y="107950"/>
                  </a:cubicBezTo>
                  <a:cubicBezTo>
                    <a:pt x="2778120" y="106045"/>
                    <a:pt x="2773675" y="103505"/>
                    <a:pt x="2769230" y="100965"/>
                  </a:cubicBezTo>
                  <a:lnTo>
                    <a:pt x="2776215" y="89535"/>
                  </a:lnTo>
                  <a:cubicBezTo>
                    <a:pt x="2780025" y="92075"/>
                    <a:pt x="2783835" y="93980"/>
                    <a:pt x="2787645" y="95250"/>
                  </a:cubicBezTo>
                  <a:cubicBezTo>
                    <a:pt x="2791455" y="96520"/>
                    <a:pt x="2795265" y="97155"/>
                    <a:pt x="2799075" y="97155"/>
                  </a:cubicBezTo>
                  <a:cubicBezTo>
                    <a:pt x="2804155" y="97155"/>
                    <a:pt x="2807330" y="96520"/>
                    <a:pt x="2809870" y="94615"/>
                  </a:cubicBezTo>
                  <a:cubicBezTo>
                    <a:pt x="2812410" y="93345"/>
                    <a:pt x="2813045" y="90805"/>
                    <a:pt x="2813045" y="88265"/>
                  </a:cubicBezTo>
                  <a:cubicBezTo>
                    <a:pt x="2813045" y="86995"/>
                    <a:pt x="2813045" y="85725"/>
                    <a:pt x="2811775" y="84455"/>
                  </a:cubicBezTo>
                  <a:cubicBezTo>
                    <a:pt x="2811140" y="83185"/>
                    <a:pt x="2809870" y="82550"/>
                    <a:pt x="2807965" y="81280"/>
                  </a:cubicBezTo>
                  <a:cubicBezTo>
                    <a:pt x="2806695" y="80010"/>
                    <a:pt x="2804790" y="79375"/>
                    <a:pt x="2802250" y="78105"/>
                  </a:cubicBezTo>
                  <a:cubicBezTo>
                    <a:pt x="2800345" y="77470"/>
                    <a:pt x="2797805" y="76200"/>
                    <a:pt x="2794630" y="74930"/>
                  </a:cubicBezTo>
                  <a:cubicBezTo>
                    <a:pt x="2790185" y="73025"/>
                    <a:pt x="2787010" y="71755"/>
                    <a:pt x="2783835" y="69850"/>
                  </a:cubicBezTo>
                  <a:cubicBezTo>
                    <a:pt x="2780660" y="67945"/>
                    <a:pt x="2778755" y="66675"/>
                    <a:pt x="2776850" y="64770"/>
                  </a:cubicBezTo>
                  <a:cubicBezTo>
                    <a:pt x="2774945" y="62865"/>
                    <a:pt x="2773675" y="60960"/>
                    <a:pt x="2773040" y="58420"/>
                  </a:cubicBezTo>
                  <a:cubicBezTo>
                    <a:pt x="2772405" y="55880"/>
                    <a:pt x="2771770" y="53340"/>
                    <a:pt x="2771770" y="50165"/>
                  </a:cubicBezTo>
                  <a:cubicBezTo>
                    <a:pt x="2771770" y="46990"/>
                    <a:pt x="2772405" y="43815"/>
                    <a:pt x="2773675" y="40640"/>
                  </a:cubicBezTo>
                  <a:cubicBezTo>
                    <a:pt x="2774945" y="38100"/>
                    <a:pt x="2776850" y="35560"/>
                    <a:pt x="2779390" y="34290"/>
                  </a:cubicBezTo>
                  <a:cubicBezTo>
                    <a:pt x="2781930" y="32385"/>
                    <a:pt x="2784470" y="31115"/>
                    <a:pt x="2787645" y="30480"/>
                  </a:cubicBezTo>
                  <a:cubicBezTo>
                    <a:pt x="2790820" y="29845"/>
                    <a:pt x="2794630" y="29210"/>
                    <a:pt x="2798440" y="29210"/>
                  </a:cubicBezTo>
                  <a:close/>
                  <a:moveTo>
                    <a:pt x="2723510" y="29210"/>
                  </a:moveTo>
                  <a:cubicBezTo>
                    <a:pt x="2725415" y="29210"/>
                    <a:pt x="2727320" y="29210"/>
                    <a:pt x="2729225" y="29210"/>
                  </a:cubicBezTo>
                  <a:cubicBezTo>
                    <a:pt x="2733670" y="29210"/>
                    <a:pt x="2738115" y="29845"/>
                    <a:pt x="2741290" y="31750"/>
                  </a:cubicBezTo>
                  <a:cubicBezTo>
                    <a:pt x="2744465" y="33020"/>
                    <a:pt x="2747640" y="35560"/>
                    <a:pt x="2750180" y="38100"/>
                  </a:cubicBezTo>
                  <a:cubicBezTo>
                    <a:pt x="2752720" y="41275"/>
                    <a:pt x="2753990" y="44450"/>
                    <a:pt x="2755260" y="48895"/>
                  </a:cubicBezTo>
                  <a:cubicBezTo>
                    <a:pt x="2756530" y="53340"/>
                    <a:pt x="2757165" y="58420"/>
                    <a:pt x="2757165" y="64135"/>
                  </a:cubicBezTo>
                  <a:lnTo>
                    <a:pt x="2757165" y="108585"/>
                  </a:lnTo>
                  <a:lnTo>
                    <a:pt x="2741925" y="108585"/>
                  </a:lnTo>
                  <a:lnTo>
                    <a:pt x="2741290" y="108585"/>
                  </a:lnTo>
                  <a:lnTo>
                    <a:pt x="2741290" y="64770"/>
                  </a:lnTo>
                  <a:cubicBezTo>
                    <a:pt x="2741290" y="57785"/>
                    <a:pt x="2740020" y="52070"/>
                    <a:pt x="2737480" y="48895"/>
                  </a:cubicBezTo>
                  <a:cubicBezTo>
                    <a:pt x="2734940" y="45085"/>
                    <a:pt x="2731130" y="43180"/>
                    <a:pt x="2725415" y="43180"/>
                  </a:cubicBezTo>
                  <a:cubicBezTo>
                    <a:pt x="2722875" y="43180"/>
                    <a:pt x="2720970" y="43180"/>
                    <a:pt x="2718430" y="44450"/>
                  </a:cubicBezTo>
                  <a:cubicBezTo>
                    <a:pt x="2716525" y="45085"/>
                    <a:pt x="2714620" y="46990"/>
                    <a:pt x="2713350" y="48260"/>
                  </a:cubicBezTo>
                  <a:cubicBezTo>
                    <a:pt x="2712080" y="50165"/>
                    <a:pt x="2710810" y="52070"/>
                    <a:pt x="2710175" y="54610"/>
                  </a:cubicBezTo>
                  <a:cubicBezTo>
                    <a:pt x="2710175" y="57150"/>
                    <a:pt x="2709540" y="59690"/>
                    <a:pt x="2709540" y="62865"/>
                  </a:cubicBezTo>
                  <a:lnTo>
                    <a:pt x="2709540" y="108585"/>
                  </a:lnTo>
                  <a:lnTo>
                    <a:pt x="2694300" y="108585"/>
                  </a:lnTo>
                  <a:lnTo>
                    <a:pt x="2694300" y="30480"/>
                  </a:lnTo>
                  <a:lnTo>
                    <a:pt x="2709540" y="30480"/>
                  </a:lnTo>
                  <a:lnTo>
                    <a:pt x="2709540" y="38100"/>
                  </a:lnTo>
                  <a:cubicBezTo>
                    <a:pt x="2709540" y="38100"/>
                    <a:pt x="2711445" y="35560"/>
                    <a:pt x="2713350" y="34290"/>
                  </a:cubicBezTo>
                  <a:cubicBezTo>
                    <a:pt x="2714620" y="33020"/>
                    <a:pt x="2716525" y="32385"/>
                    <a:pt x="2717795" y="31115"/>
                  </a:cubicBezTo>
                  <a:cubicBezTo>
                    <a:pt x="2719700" y="30480"/>
                    <a:pt x="2721605" y="29845"/>
                    <a:pt x="2723510" y="29210"/>
                  </a:cubicBezTo>
                  <a:close/>
                  <a:moveTo>
                    <a:pt x="2530470" y="29210"/>
                  </a:moveTo>
                  <a:cubicBezTo>
                    <a:pt x="2536185" y="29210"/>
                    <a:pt x="2540630" y="30480"/>
                    <a:pt x="2545075" y="32385"/>
                  </a:cubicBezTo>
                  <a:cubicBezTo>
                    <a:pt x="2548885" y="34290"/>
                    <a:pt x="2552695" y="37465"/>
                    <a:pt x="2555235" y="40640"/>
                  </a:cubicBezTo>
                  <a:cubicBezTo>
                    <a:pt x="2557775" y="44450"/>
                    <a:pt x="2559680" y="48260"/>
                    <a:pt x="2561585" y="53340"/>
                  </a:cubicBezTo>
                  <a:cubicBezTo>
                    <a:pt x="2562855" y="57785"/>
                    <a:pt x="2563490" y="62865"/>
                    <a:pt x="2563490" y="68580"/>
                  </a:cubicBezTo>
                  <a:lnTo>
                    <a:pt x="2562220" y="68580"/>
                  </a:lnTo>
                  <a:cubicBezTo>
                    <a:pt x="2562220" y="68580"/>
                    <a:pt x="2562220" y="71120"/>
                    <a:pt x="2562220" y="72390"/>
                  </a:cubicBezTo>
                  <a:cubicBezTo>
                    <a:pt x="2562220" y="73660"/>
                    <a:pt x="2562220" y="74295"/>
                    <a:pt x="2562220" y="75565"/>
                  </a:cubicBezTo>
                  <a:lnTo>
                    <a:pt x="2510785" y="75565"/>
                  </a:lnTo>
                  <a:cubicBezTo>
                    <a:pt x="2510785" y="79375"/>
                    <a:pt x="2512055" y="82550"/>
                    <a:pt x="2513325" y="85090"/>
                  </a:cubicBezTo>
                  <a:cubicBezTo>
                    <a:pt x="2514595" y="87630"/>
                    <a:pt x="2515865" y="90170"/>
                    <a:pt x="2517770" y="91440"/>
                  </a:cubicBezTo>
                  <a:cubicBezTo>
                    <a:pt x="2519675" y="93345"/>
                    <a:pt x="2521580" y="94615"/>
                    <a:pt x="2523485" y="95250"/>
                  </a:cubicBezTo>
                  <a:cubicBezTo>
                    <a:pt x="2525390" y="95885"/>
                    <a:pt x="2527930" y="96520"/>
                    <a:pt x="2530470" y="96520"/>
                  </a:cubicBezTo>
                  <a:cubicBezTo>
                    <a:pt x="2532375" y="96520"/>
                    <a:pt x="2533645" y="96520"/>
                    <a:pt x="2535550" y="96520"/>
                  </a:cubicBezTo>
                  <a:cubicBezTo>
                    <a:pt x="2536820" y="96520"/>
                    <a:pt x="2538725" y="95885"/>
                    <a:pt x="2539995" y="95250"/>
                  </a:cubicBezTo>
                  <a:cubicBezTo>
                    <a:pt x="2541265" y="95250"/>
                    <a:pt x="2542535" y="93980"/>
                    <a:pt x="2543805" y="93345"/>
                  </a:cubicBezTo>
                  <a:cubicBezTo>
                    <a:pt x="2545075" y="93345"/>
                    <a:pt x="2546345" y="92075"/>
                    <a:pt x="2548250" y="90805"/>
                  </a:cubicBezTo>
                  <a:lnTo>
                    <a:pt x="2557140" y="100330"/>
                  </a:lnTo>
                  <a:cubicBezTo>
                    <a:pt x="2557140" y="100330"/>
                    <a:pt x="2553330" y="103505"/>
                    <a:pt x="2551425" y="104775"/>
                  </a:cubicBezTo>
                  <a:cubicBezTo>
                    <a:pt x="2549520" y="106045"/>
                    <a:pt x="2547615" y="106680"/>
                    <a:pt x="2545710" y="107950"/>
                  </a:cubicBezTo>
                  <a:cubicBezTo>
                    <a:pt x="2543805" y="108585"/>
                    <a:pt x="2541265" y="109855"/>
                    <a:pt x="2538725" y="109855"/>
                  </a:cubicBezTo>
                  <a:cubicBezTo>
                    <a:pt x="2536185" y="109855"/>
                    <a:pt x="2533010" y="110490"/>
                    <a:pt x="2529835" y="110490"/>
                  </a:cubicBezTo>
                  <a:cubicBezTo>
                    <a:pt x="2526660" y="110490"/>
                    <a:pt x="2523485" y="110490"/>
                    <a:pt x="2520310" y="109220"/>
                  </a:cubicBezTo>
                  <a:cubicBezTo>
                    <a:pt x="2517135" y="108585"/>
                    <a:pt x="2514595" y="107315"/>
                    <a:pt x="2512690" y="105410"/>
                  </a:cubicBezTo>
                  <a:cubicBezTo>
                    <a:pt x="2510785" y="103505"/>
                    <a:pt x="2508245" y="102235"/>
                    <a:pt x="2506340" y="100330"/>
                  </a:cubicBezTo>
                  <a:cubicBezTo>
                    <a:pt x="2504435" y="98425"/>
                    <a:pt x="2502530" y="95885"/>
                    <a:pt x="2501260" y="92710"/>
                  </a:cubicBezTo>
                  <a:cubicBezTo>
                    <a:pt x="2499355" y="89535"/>
                    <a:pt x="2498085" y="86360"/>
                    <a:pt x="2497450" y="82550"/>
                  </a:cubicBezTo>
                  <a:cubicBezTo>
                    <a:pt x="2496815" y="78740"/>
                    <a:pt x="2496180" y="74295"/>
                    <a:pt x="2496180" y="69850"/>
                  </a:cubicBezTo>
                  <a:cubicBezTo>
                    <a:pt x="2496180" y="63500"/>
                    <a:pt x="2496815" y="57150"/>
                    <a:pt x="2498720" y="52070"/>
                  </a:cubicBezTo>
                  <a:cubicBezTo>
                    <a:pt x="2500625" y="46990"/>
                    <a:pt x="2502530" y="42545"/>
                    <a:pt x="2505705" y="39370"/>
                  </a:cubicBezTo>
                  <a:cubicBezTo>
                    <a:pt x="2508880" y="36195"/>
                    <a:pt x="2512055" y="33020"/>
                    <a:pt x="2516500" y="31750"/>
                  </a:cubicBezTo>
                  <a:cubicBezTo>
                    <a:pt x="2520945" y="29845"/>
                    <a:pt x="2525390" y="29210"/>
                    <a:pt x="2530470" y="29210"/>
                  </a:cubicBezTo>
                  <a:close/>
                  <a:moveTo>
                    <a:pt x="2298061" y="29210"/>
                  </a:moveTo>
                  <a:cubicBezTo>
                    <a:pt x="2301236" y="29210"/>
                    <a:pt x="2303776" y="29210"/>
                    <a:pt x="2305681" y="29845"/>
                  </a:cubicBezTo>
                  <a:cubicBezTo>
                    <a:pt x="2307586" y="29845"/>
                    <a:pt x="2309491" y="31115"/>
                    <a:pt x="2311396" y="32385"/>
                  </a:cubicBezTo>
                  <a:lnTo>
                    <a:pt x="2307586" y="46990"/>
                  </a:lnTo>
                  <a:lnTo>
                    <a:pt x="2306316" y="46990"/>
                  </a:lnTo>
                  <a:cubicBezTo>
                    <a:pt x="2306316" y="46990"/>
                    <a:pt x="2303141" y="45085"/>
                    <a:pt x="2301236" y="45085"/>
                  </a:cubicBezTo>
                  <a:cubicBezTo>
                    <a:pt x="2299331" y="45085"/>
                    <a:pt x="2297426" y="44450"/>
                    <a:pt x="2294886" y="44450"/>
                  </a:cubicBezTo>
                  <a:cubicBezTo>
                    <a:pt x="2289806" y="44450"/>
                    <a:pt x="2285996" y="46355"/>
                    <a:pt x="2283456" y="49530"/>
                  </a:cubicBezTo>
                  <a:cubicBezTo>
                    <a:pt x="2280916" y="52705"/>
                    <a:pt x="2279646" y="57785"/>
                    <a:pt x="2279646" y="64770"/>
                  </a:cubicBezTo>
                  <a:lnTo>
                    <a:pt x="2279646" y="109220"/>
                  </a:lnTo>
                  <a:lnTo>
                    <a:pt x="2264406" y="109220"/>
                  </a:lnTo>
                  <a:lnTo>
                    <a:pt x="2264406" y="31115"/>
                  </a:lnTo>
                  <a:lnTo>
                    <a:pt x="2279646" y="31115"/>
                  </a:lnTo>
                  <a:lnTo>
                    <a:pt x="2279646" y="38735"/>
                  </a:lnTo>
                  <a:cubicBezTo>
                    <a:pt x="2279646" y="38735"/>
                    <a:pt x="2281551" y="36195"/>
                    <a:pt x="2282821" y="34925"/>
                  </a:cubicBezTo>
                  <a:cubicBezTo>
                    <a:pt x="2284091" y="33655"/>
                    <a:pt x="2285361" y="33020"/>
                    <a:pt x="2287266" y="31750"/>
                  </a:cubicBezTo>
                  <a:cubicBezTo>
                    <a:pt x="2288536" y="31115"/>
                    <a:pt x="2290441" y="30480"/>
                    <a:pt x="2292346" y="29845"/>
                  </a:cubicBezTo>
                  <a:cubicBezTo>
                    <a:pt x="2294251" y="29845"/>
                    <a:pt x="2296156" y="29210"/>
                    <a:pt x="2298061" y="29210"/>
                  </a:cubicBezTo>
                  <a:close/>
                  <a:moveTo>
                    <a:pt x="2216145" y="29210"/>
                  </a:moveTo>
                  <a:cubicBezTo>
                    <a:pt x="2221860" y="29210"/>
                    <a:pt x="2226305" y="30480"/>
                    <a:pt x="2230750" y="32385"/>
                  </a:cubicBezTo>
                  <a:cubicBezTo>
                    <a:pt x="2234560" y="34290"/>
                    <a:pt x="2238370" y="37465"/>
                    <a:pt x="2240910" y="40640"/>
                  </a:cubicBezTo>
                  <a:cubicBezTo>
                    <a:pt x="2243450" y="44450"/>
                    <a:pt x="2245355" y="48260"/>
                    <a:pt x="2247260" y="53340"/>
                  </a:cubicBezTo>
                  <a:cubicBezTo>
                    <a:pt x="2248530" y="57785"/>
                    <a:pt x="2249165" y="62865"/>
                    <a:pt x="2249165" y="68580"/>
                  </a:cubicBezTo>
                  <a:lnTo>
                    <a:pt x="2247895" y="68580"/>
                  </a:lnTo>
                  <a:cubicBezTo>
                    <a:pt x="2247895" y="68580"/>
                    <a:pt x="2247895" y="71120"/>
                    <a:pt x="2247895" y="72390"/>
                  </a:cubicBezTo>
                  <a:cubicBezTo>
                    <a:pt x="2247895" y="73660"/>
                    <a:pt x="2247895" y="74295"/>
                    <a:pt x="2247895" y="75565"/>
                  </a:cubicBezTo>
                  <a:lnTo>
                    <a:pt x="2196460" y="75565"/>
                  </a:lnTo>
                  <a:cubicBezTo>
                    <a:pt x="2196460" y="79375"/>
                    <a:pt x="2197730" y="82550"/>
                    <a:pt x="2199000" y="85090"/>
                  </a:cubicBezTo>
                  <a:cubicBezTo>
                    <a:pt x="2200270" y="87630"/>
                    <a:pt x="2201540" y="90170"/>
                    <a:pt x="2203445" y="91440"/>
                  </a:cubicBezTo>
                  <a:cubicBezTo>
                    <a:pt x="2205350" y="93345"/>
                    <a:pt x="2207255" y="94615"/>
                    <a:pt x="2209160" y="95250"/>
                  </a:cubicBezTo>
                  <a:cubicBezTo>
                    <a:pt x="2211065" y="95885"/>
                    <a:pt x="2213605" y="96520"/>
                    <a:pt x="2216145" y="96520"/>
                  </a:cubicBezTo>
                  <a:cubicBezTo>
                    <a:pt x="2218050" y="96520"/>
                    <a:pt x="2219320" y="96520"/>
                    <a:pt x="2221225" y="96520"/>
                  </a:cubicBezTo>
                  <a:cubicBezTo>
                    <a:pt x="2222495" y="96520"/>
                    <a:pt x="2224400" y="95885"/>
                    <a:pt x="2225670" y="95250"/>
                  </a:cubicBezTo>
                  <a:cubicBezTo>
                    <a:pt x="2226940" y="95250"/>
                    <a:pt x="2228210" y="93980"/>
                    <a:pt x="2229480" y="93345"/>
                  </a:cubicBezTo>
                  <a:cubicBezTo>
                    <a:pt x="2230750" y="93345"/>
                    <a:pt x="2232020" y="92075"/>
                    <a:pt x="2233925" y="90805"/>
                  </a:cubicBezTo>
                  <a:lnTo>
                    <a:pt x="2242815" y="100330"/>
                  </a:lnTo>
                  <a:cubicBezTo>
                    <a:pt x="2242815" y="100330"/>
                    <a:pt x="2239005" y="103505"/>
                    <a:pt x="2237100" y="104775"/>
                  </a:cubicBezTo>
                  <a:cubicBezTo>
                    <a:pt x="2235195" y="106045"/>
                    <a:pt x="2233290" y="106680"/>
                    <a:pt x="2231385" y="107950"/>
                  </a:cubicBezTo>
                  <a:cubicBezTo>
                    <a:pt x="2229480" y="108585"/>
                    <a:pt x="2226940" y="109855"/>
                    <a:pt x="2224400" y="109855"/>
                  </a:cubicBezTo>
                  <a:cubicBezTo>
                    <a:pt x="2221860" y="109855"/>
                    <a:pt x="2218685" y="110490"/>
                    <a:pt x="2215510" y="110490"/>
                  </a:cubicBezTo>
                  <a:cubicBezTo>
                    <a:pt x="2212335" y="110490"/>
                    <a:pt x="2209160" y="110490"/>
                    <a:pt x="2205985" y="109220"/>
                  </a:cubicBezTo>
                  <a:cubicBezTo>
                    <a:pt x="2202810" y="108585"/>
                    <a:pt x="2200270" y="107315"/>
                    <a:pt x="2198365" y="105410"/>
                  </a:cubicBezTo>
                  <a:cubicBezTo>
                    <a:pt x="2195825" y="104140"/>
                    <a:pt x="2193920" y="102235"/>
                    <a:pt x="2192015" y="100330"/>
                  </a:cubicBezTo>
                  <a:cubicBezTo>
                    <a:pt x="2190110" y="98425"/>
                    <a:pt x="2188205" y="95885"/>
                    <a:pt x="2186935" y="92710"/>
                  </a:cubicBezTo>
                  <a:cubicBezTo>
                    <a:pt x="2185030" y="89535"/>
                    <a:pt x="2183760" y="86360"/>
                    <a:pt x="2183125" y="82550"/>
                  </a:cubicBezTo>
                  <a:cubicBezTo>
                    <a:pt x="2182490" y="78740"/>
                    <a:pt x="2181855" y="74295"/>
                    <a:pt x="2181855" y="69850"/>
                  </a:cubicBezTo>
                  <a:cubicBezTo>
                    <a:pt x="2181855" y="63500"/>
                    <a:pt x="2182490" y="57150"/>
                    <a:pt x="2184395" y="52070"/>
                  </a:cubicBezTo>
                  <a:cubicBezTo>
                    <a:pt x="2186300" y="46990"/>
                    <a:pt x="2188205" y="42545"/>
                    <a:pt x="2191380" y="39370"/>
                  </a:cubicBezTo>
                  <a:cubicBezTo>
                    <a:pt x="2194555" y="36195"/>
                    <a:pt x="2197730" y="33020"/>
                    <a:pt x="2202175" y="31750"/>
                  </a:cubicBezTo>
                  <a:cubicBezTo>
                    <a:pt x="2206620" y="29845"/>
                    <a:pt x="2211065" y="29210"/>
                    <a:pt x="2216145" y="29210"/>
                  </a:cubicBezTo>
                  <a:close/>
                  <a:moveTo>
                    <a:pt x="2029456" y="29210"/>
                  </a:moveTo>
                  <a:cubicBezTo>
                    <a:pt x="2035171" y="29210"/>
                    <a:pt x="2039616" y="30480"/>
                    <a:pt x="2044061" y="32385"/>
                  </a:cubicBezTo>
                  <a:cubicBezTo>
                    <a:pt x="2047871" y="34290"/>
                    <a:pt x="2051681" y="37465"/>
                    <a:pt x="2054221" y="40640"/>
                  </a:cubicBezTo>
                  <a:cubicBezTo>
                    <a:pt x="2056761" y="44450"/>
                    <a:pt x="2058666" y="48260"/>
                    <a:pt x="2060571" y="53340"/>
                  </a:cubicBezTo>
                  <a:cubicBezTo>
                    <a:pt x="2061841" y="57785"/>
                    <a:pt x="2062476" y="62865"/>
                    <a:pt x="2062476" y="68580"/>
                  </a:cubicBezTo>
                  <a:lnTo>
                    <a:pt x="2061206" y="68580"/>
                  </a:lnTo>
                  <a:cubicBezTo>
                    <a:pt x="2061206" y="68580"/>
                    <a:pt x="2061206" y="71120"/>
                    <a:pt x="2061206" y="72390"/>
                  </a:cubicBezTo>
                  <a:cubicBezTo>
                    <a:pt x="2061206" y="73660"/>
                    <a:pt x="2061206" y="74295"/>
                    <a:pt x="2061206" y="75565"/>
                  </a:cubicBezTo>
                  <a:lnTo>
                    <a:pt x="2009771" y="75565"/>
                  </a:lnTo>
                  <a:cubicBezTo>
                    <a:pt x="2009771" y="79375"/>
                    <a:pt x="2011041" y="82550"/>
                    <a:pt x="2012311" y="85090"/>
                  </a:cubicBezTo>
                  <a:cubicBezTo>
                    <a:pt x="2013581" y="87630"/>
                    <a:pt x="2014851" y="90170"/>
                    <a:pt x="2016756" y="91440"/>
                  </a:cubicBezTo>
                  <a:cubicBezTo>
                    <a:pt x="2018661" y="93345"/>
                    <a:pt x="2020566" y="94615"/>
                    <a:pt x="2022471" y="95250"/>
                  </a:cubicBezTo>
                  <a:cubicBezTo>
                    <a:pt x="2024376" y="95885"/>
                    <a:pt x="2026916" y="96520"/>
                    <a:pt x="2029456" y="96520"/>
                  </a:cubicBezTo>
                  <a:cubicBezTo>
                    <a:pt x="2031361" y="96520"/>
                    <a:pt x="2032631" y="96520"/>
                    <a:pt x="2034536" y="96520"/>
                  </a:cubicBezTo>
                  <a:cubicBezTo>
                    <a:pt x="2035806" y="96520"/>
                    <a:pt x="2037711" y="95885"/>
                    <a:pt x="2038981" y="95250"/>
                  </a:cubicBezTo>
                  <a:cubicBezTo>
                    <a:pt x="2040251" y="95250"/>
                    <a:pt x="2041521" y="93980"/>
                    <a:pt x="2042791" y="93345"/>
                  </a:cubicBezTo>
                  <a:cubicBezTo>
                    <a:pt x="2044061" y="93345"/>
                    <a:pt x="2045331" y="92075"/>
                    <a:pt x="2047236" y="90805"/>
                  </a:cubicBezTo>
                  <a:lnTo>
                    <a:pt x="2056126" y="100330"/>
                  </a:lnTo>
                  <a:cubicBezTo>
                    <a:pt x="2056126" y="100330"/>
                    <a:pt x="2052316" y="103505"/>
                    <a:pt x="2050411" y="104775"/>
                  </a:cubicBezTo>
                  <a:cubicBezTo>
                    <a:pt x="2048506" y="106045"/>
                    <a:pt x="2046601" y="106680"/>
                    <a:pt x="2044696" y="107950"/>
                  </a:cubicBezTo>
                  <a:cubicBezTo>
                    <a:pt x="2042791" y="108585"/>
                    <a:pt x="2040251" y="109855"/>
                    <a:pt x="2037711" y="109855"/>
                  </a:cubicBezTo>
                  <a:cubicBezTo>
                    <a:pt x="2035171" y="109855"/>
                    <a:pt x="2031996" y="110490"/>
                    <a:pt x="2028821" y="110490"/>
                  </a:cubicBezTo>
                  <a:cubicBezTo>
                    <a:pt x="2025646" y="110490"/>
                    <a:pt x="2022471" y="110490"/>
                    <a:pt x="2019296" y="109220"/>
                  </a:cubicBezTo>
                  <a:cubicBezTo>
                    <a:pt x="2016121" y="108585"/>
                    <a:pt x="2013581" y="107315"/>
                    <a:pt x="2011676" y="105410"/>
                  </a:cubicBezTo>
                  <a:cubicBezTo>
                    <a:pt x="2009136" y="104140"/>
                    <a:pt x="2007231" y="102235"/>
                    <a:pt x="2005326" y="100330"/>
                  </a:cubicBezTo>
                  <a:cubicBezTo>
                    <a:pt x="2003421" y="98425"/>
                    <a:pt x="2001516" y="95885"/>
                    <a:pt x="2000246" y="92710"/>
                  </a:cubicBezTo>
                  <a:cubicBezTo>
                    <a:pt x="1998341" y="89535"/>
                    <a:pt x="1997071" y="86360"/>
                    <a:pt x="1996436" y="82550"/>
                  </a:cubicBezTo>
                  <a:cubicBezTo>
                    <a:pt x="1995801" y="78740"/>
                    <a:pt x="1995166" y="74295"/>
                    <a:pt x="1995166" y="69850"/>
                  </a:cubicBezTo>
                  <a:cubicBezTo>
                    <a:pt x="1995166" y="63500"/>
                    <a:pt x="1995801" y="57150"/>
                    <a:pt x="1997706" y="52070"/>
                  </a:cubicBezTo>
                  <a:cubicBezTo>
                    <a:pt x="1999611" y="46990"/>
                    <a:pt x="2001516" y="42545"/>
                    <a:pt x="2004691" y="39370"/>
                  </a:cubicBezTo>
                  <a:cubicBezTo>
                    <a:pt x="2007866" y="36195"/>
                    <a:pt x="2011041" y="33020"/>
                    <a:pt x="2015486" y="31750"/>
                  </a:cubicBezTo>
                  <a:cubicBezTo>
                    <a:pt x="2019931" y="29845"/>
                    <a:pt x="2024376" y="29210"/>
                    <a:pt x="2029456" y="29210"/>
                  </a:cubicBezTo>
                  <a:close/>
                  <a:moveTo>
                    <a:pt x="1831336" y="29210"/>
                  </a:moveTo>
                  <a:cubicBezTo>
                    <a:pt x="1837051" y="29210"/>
                    <a:pt x="1841496" y="30480"/>
                    <a:pt x="1845941" y="32385"/>
                  </a:cubicBezTo>
                  <a:cubicBezTo>
                    <a:pt x="1849751" y="34290"/>
                    <a:pt x="1853561" y="37465"/>
                    <a:pt x="1856101" y="40640"/>
                  </a:cubicBezTo>
                  <a:cubicBezTo>
                    <a:pt x="1858641" y="44450"/>
                    <a:pt x="1860546" y="48260"/>
                    <a:pt x="1862451" y="53340"/>
                  </a:cubicBezTo>
                  <a:cubicBezTo>
                    <a:pt x="1863721" y="57785"/>
                    <a:pt x="1864356" y="62865"/>
                    <a:pt x="1864356" y="68580"/>
                  </a:cubicBezTo>
                  <a:lnTo>
                    <a:pt x="1863086" y="68580"/>
                  </a:lnTo>
                  <a:cubicBezTo>
                    <a:pt x="1863086" y="68580"/>
                    <a:pt x="1863086" y="71120"/>
                    <a:pt x="1863086" y="72390"/>
                  </a:cubicBezTo>
                  <a:cubicBezTo>
                    <a:pt x="1863086" y="73660"/>
                    <a:pt x="1863086" y="74295"/>
                    <a:pt x="1863086" y="75565"/>
                  </a:cubicBezTo>
                  <a:lnTo>
                    <a:pt x="1811651" y="75565"/>
                  </a:lnTo>
                  <a:cubicBezTo>
                    <a:pt x="1811651" y="79375"/>
                    <a:pt x="1812921" y="82550"/>
                    <a:pt x="1814191" y="85090"/>
                  </a:cubicBezTo>
                  <a:cubicBezTo>
                    <a:pt x="1815461" y="87630"/>
                    <a:pt x="1816731" y="90170"/>
                    <a:pt x="1818636" y="91440"/>
                  </a:cubicBezTo>
                  <a:cubicBezTo>
                    <a:pt x="1820541" y="93345"/>
                    <a:pt x="1822446" y="94615"/>
                    <a:pt x="1824351" y="95250"/>
                  </a:cubicBezTo>
                  <a:cubicBezTo>
                    <a:pt x="1826256" y="95885"/>
                    <a:pt x="1828796" y="96520"/>
                    <a:pt x="1831336" y="96520"/>
                  </a:cubicBezTo>
                  <a:cubicBezTo>
                    <a:pt x="1833241" y="96520"/>
                    <a:pt x="1834511" y="96520"/>
                    <a:pt x="1836416" y="96520"/>
                  </a:cubicBezTo>
                  <a:cubicBezTo>
                    <a:pt x="1837686" y="96520"/>
                    <a:pt x="1839591" y="95885"/>
                    <a:pt x="1840861" y="95250"/>
                  </a:cubicBezTo>
                  <a:cubicBezTo>
                    <a:pt x="1842131" y="95250"/>
                    <a:pt x="1843401" y="93980"/>
                    <a:pt x="1844671" y="93345"/>
                  </a:cubicBezTo>
                  <a:cubicBezTo>
                    <a:pt x="1845941" y="93345"/>
                    <a:pt x="1847211" y="92075"/>
                    <a:pt x="1849116" y="90805"/>
                  </a:cubicBezTo>
                  <a:lnTo>
                    <a:pt x="1858006" y="100330"/>
                  </a:lnTo>
                  <a:cubicBezTo>
                    <a:pt x="1858006" y="100330"/>
                    <a:pt x="1854196" y="103505"/>
                    <a:pt x="1852291" y="104775"/>
                  </a:cubicBezTo>
                  <a:cubicBezTo>
                    <a:pt x="1850386" y="106045"/>
                    <a:pt x="1848481" y="106680"/>
                    <a:pt x="1846576" y="107950"/>
                  </a:cubicBezTo>
                  <a:cubicBezTo>
                    <a:pt x="1844671" y="108585"/>
                    <a:pt x="1842131" y="109855"/>
                    <a:pt x="1839591" y="109855"/>
                  </a:cubicBezTo>
                  <a:cubicBezTo>
                    <a:pt x="1837051" y="109855"/>
                    <a:pt x="1833876" y="110490"/>
                    <a:pt x="1830701" y="110490"/>
                  </a:cubicBezTo>
                  <a:cubicBezTo>
                    <a:pt x="1827526" y="110490"/>
                    <a:pt x="1824351" y="110490"/>
                    <a:pt x="1821176" y="109220"/>
                  </a:cubicBezTo>
                  <a:cubicBezTo>
                    <a:pt x="1818001" y="108585"/>
                    <a:pt x="1815461" y="107315"/>
                    <a:pt x="1813556" y="105410"/>
                  </a:cubicBezTo>
                  <a:cubicBezTo>
                    <a:pt x="1811016" y="104140"/>
                    <a:pt x="1809111" y="102235"/>
                    <a:pt x="1807206" y="100330"/>
                  </a:cubicBezTo>
                  <a:cubicBezTo>
                    <a:pt x="1805301" y="98425"/>
                    <a:pt x="1803396" y="95885"/>
                    <a:pt x="1802126" y="92710"/>
                  </a:cubicBezTo>
                  <a:cubicBezTo>
                    <a:pt x="1800221" y="89535"/>
                    <a:pt x="1798951" y="86360"/>
                    <a:pt x="1798316" y="82550"/>
                  </a:cubicBezTo>
                  <a:cubicBezTo>
                    <a:pt x="1797681" y="78740"/>
                    <a:pt x="1797046" y="74295"/>
                    <a:pt x="1797046" y="69850"/>
                  </a:cubicBezTo>
                  <a:cubicBezTo>
                    <a:pt x="1797046" y="63500"/>
                    <a:pt x="1797681" y="57150"/>
                    <a:pt x="1799586" y="52070"/>
                  </a:cubicBezTo>
                  <a:cubicBezTo>
                    <a:pt x="1801491" y="46990"/>
                    <a:pt x="1803396" y="42545"/>
                    <a:pt x="1806571" y="39370"/>
                  </a:cubicBezTo>
                  <a:cubicBezTo>
                    <a:pt x="1809746" y="36195"/>
                    <a:pt x="1812921" y="33020"/>
                    <a:pt x="1817366" y="31750"/>
                  </a:cubicBezTo>
                  <a:cubicBezTo>
                    <a:pt x="1821811" y="29845"/>
                    <a:pt x="1826256" y="29210"/>
                    <a:pt x="1831336" y="29210"/>
                  </a:cubicBezTo>
                  <a:close/>
                  <a:moveTo>
                    <a:pt x="1501140" y="29210"/>
                  </a:moveTo>
                  <a:cubicBezTo>
                    <a:pt x="1503046" y="29210"/>
                    <a:pt x="1504951" y="29210"/>
                    <a:pt x="1506856" y="29210"/>
                  </a:cubicBezTo>
                  <a:cubicBezTo>
                    <a:pt x="1511301" y="29210"/>
                    <a:pt x="1515746" y="29845"/>
                    <a:pt x="1518920" y="31750"/>
                  </a:cubicBezTo>
                  <a:cubicBezTo>
                    <a:pt x="1522096" y="33020"/>
                    <a:pt x="1525271" y="35560"/>
                    <a:pt x="1527811" y="38100"/>
                  </a:cubicBezTo>
                  <a:cubicBezTo>
                    <a:pt x="1530351" y="41275"/>
                    <a:pt x="1531621" y="44450"/>
                    <a:pt x="1532891" y="48895"/>
                  </a:cubicBezTo>
                  <a:cubicBezTo>
                    <a:pt x="1534161" y="53340"/>
                    <a:pt x="1534796" y="58420"/>
                    <a:pt x="1534796" y="64135"/>
                  </a:cubicBezTo>
                  <a:lnTo>
                    <a:pt x="1534796" y="108585"/>
                  </a:lnTo>
                  <a:lnTo>
                    <a:pt x="1519556" y="108585"/>
                  </a:lnTo>
                  <a:lnTo>
                    <a:pt x="1518920" y="108585"/>
                  </a:lnTo>
                  <a:lnTo>
                    <a:pt x="1518920" y="64770"/>
                  </a:lnTo>
                  <a:cubicBezTo>
                    <a:pt x="1518920" y="57785"/>
                    <a:pt x="1517651" y="52070"/>
                    <a:pt x="1515111" y="48895"/>
                  </a:cubicBezTo>
                  <a:cubicBezTo>
                    <a:pt x="1512571" y="45085"/>
                    <a:pt x="1508761" y="43180"/>
                    <a:pt x="1503046" y="43180"/>
                  </a:cubicBezTo>
                  <a:cubicBezTo>
                    <a:pt x="1500506" y="43180"/>
                    <a:pt x="1498601" y="43180"/>
                    <a:pt x="1496061" y="44450"/>
                  </a:cubicBezTo>
                  <a:cubicBezTo>
                    <a:pt x="1494156" y="45085"/>
                    <a:pt x="1492250" y="46990"/>
                    <a:pt x="1490981" y="48260"/>
                  </a:cubicBezTo>
                  <a:cubicBezTo>
                    <a:pt x="1489711" y="50165"/>
                    <a:pt x="1488441" y="52070"/>
                    <a:pt x="1487806" y="54610"/>
                  </a:cubicBezTo>
                  <a:cubicBezTo>
                    <a:pt x="1487806" y="57150"/>
                    <a:pt x="1487170" y="59690"/>
                    <a:pt x="1487170" y="62865"/>
                  </a:cubicBezTo>
                  <a:lnTo>
                    <a:pt x="1487170" y="108585"/>
                  </a:lnTo>
                  <a:lnTo>
                    <a:pt x="1471931" y="108585"/>
                  </a:lnTo>
                  <a:lnTo>
                    <a:pt x="1471931" y="30480"/>
                  </a:lnTo>
                  <a:lnTo>
                    <a:pt x="1487170" y="30480"/>
                  </a:lnTo>
                  <a:lnTo>
                    <a:pt x="1487170" y="38100"/>
                  </a:lnTo>
                  <a:cubicBezTo>
                    <a:pt x="1487170" y="38100"/>
                    <a:pt x="1489076" y="35560"/>
                    <a:pt x="1490981" y="34290"/>
                  </a:cubicBezTo>
                  <a:cubicBezTo>
                    <a:pt x="1492250" y="33020"/>
                    <a:pt x="1494156" y="32385"/>
                    <a:pt x="1495426" y="31115"/>
                  </a:cubicBezTo>
                  <a:cubicBezTo>
                    <a:pt x="1497331" y="30480"/>
                    <a:pt x="1499236" y="29845"/>
                    <a:pt x="1501140" y="29210"/>
                  </a:cubicBezTo>
                  <a:close/>
                  <a:moveTo>
                    <a:pt x="1250316" y="29210"/>
                  </a:moveTo>
                  <a:cubicBezTo>
                    <a:pt x="1255396" y="29210"/>
                    <a:pt x="1259841" y="29845"/>
                    <a:pt x="1264286" y="31750"/>
                  </a:cubicBezTo>
                  <a:cubicBezTo>
                    <a:pt x="1268731" y="33655"/>
                    <a:pt x="1273176" y="35560"/>
                    <a:pt x="1276350" y="38100"/>
                  </a:cubicBezTo>
                  <a:lnTo>
                    <a:pt x="1278256" y="38100"/>
                  </a:lnTo>
                  <a:lnTo>
                    <a:pt x="1271271" y="50165"/>
                  </a:lnTo>
                  <a:cubicBezTo>
                    <a:pt x="1268095" y="47625"/>
                    <a:pt x="1264921" y="46355"/>
                    <a:pt x="1261746" y="45085"/>
                  </a:cubicBezTo>
                  <a:cubicBezTo>
                    <a:pt x="1258570" y="43815"/>
                    <a:pt x="1254761" y="43180"/>
                    <a:pt x="1250951" y="43180"/>
                  </a:cubicBezTo>
                  <a:cubicBezTo>
                    <a:pt x="1247141" y="43180"/>
                    <a:pt x="1244601" y="43815"/>
                    <a:pt x="1242696" y="45085"/>
                  </a:cubicBezTo>
                  <a:cubicBezTo>
                    <a:pt x="1240791" y="46355"/>
                    <a:pt x="1240156" y="48260"/>
                    <a:pt x="1240156" y="50165"/>
                  </a:cubicBezTo>
                  <a:cubicBezTo>
                    <a:pt x="1240156" y="51435"/>
                    <a:pt x="1240156" y="52070"/>
                    <a:pt x="1240156" y="52705"/>
                  </a:cubicBezTo>
                  <a:cubicBezTo>
                    <a:pt x="1240156" y="53340"/>
                    <a:pt x="1241426" y="54610"/>
                    <a:pt x="1242061" y="55245"/>
                  </a:cubicBezTo>
                  <a:cubicBezTo>
                    <a:pt x="1243331" y="55880"/>
                    <a:pt x="1244601" y="57150"/>
                    <a:pt x="1246506" y="57785"/>
                  </a:cubicBezTo>
                  <a:cubicBezTo>
                    <a:pt x="1248411" y="59055"/>
                    <a:pt x="1250951" y="59690"/>
                    <a:pt x="1253491" y="60960"/>
                  </a:cubicBezTo>
                  <a:cubicBezTo>
                    <a:pt x="1257936" y="62865"/>
                    <a:pt x="1261746" y="64135"/>
                    <a:pt x="1264921" y="66040"/>
                  </a:cubicBezTo>
                  <a:cubicBezTo>
                    <a:pt x="1268095" y="67310"/>
                    <a:pt x="1270635" y="69215"/>
                    <a:pt x="1273176" y="71120"/>
                  </a:cubicBezTo>
                  <a:cubicBezTo>
                    <a:pt x="1275080" y="73025"/>
                    <a:pt x="1276985" y="75565"/>
                    <a:pt x="1278256" y="78105"/>
                  </a:cubicBezTo>
                  <a:cubicBezTo>
                    <a:pt x="1279525" y="80645"/>
                    <a:pt x="1280161" y="83820"/>
                    <a:pt x="1280161" y="87630"/>
                  </a:cubicBezTo>
                  <a:cubicBezTo>
                    <a:pt x="1280161" y="92075"/>
                    <a:pt x="1279525" y="95250"/>
                    <a:pt x="1277621" y="98425"/>
                  </a:cubicBezTo>
                  <a:cubicBezTo>
                    <a:pt x="1275716" y="101600"/>
                    <a:pt x="1273811" y="103505"/>
                    <a:pt x="1271271" y="105410"/>
                  </a:cubicBezTo>
                  <a:cubicBezTo>
                    <a:pt x="1268731" y="107315"/>
                    <a:pt x="1265556" y="108585"/>
                    <a:pt x="1261746" y="109220"/>
                  </a:cubicBezTo>
                  <a:cubicBezTo>
                    <a:pt x="1257936" y="109855"/>
                    <a:pt x="1254761" y="110490"/>
                    <a:pt x="1250951" y="110490"/>
                  </a:cubicBezTo>
                  <a:cubicBezTo>
                    <a:pt x="1245871" y="110490"/>
                    <a:pt x="1240791" y="109855"/>
                    <a:pt x="1235711" y="107950"/>
                  </a:cubicBezTo>
                  <a:cubicBezTo>
                    <a:pt x="1229996" y="106045"/>
                    <a:pt x="1225551" y="103505"/>
                    <a:pt x="1221106" y="100965"/>
                  </a:cubicBezTo>
                  <a:lnTo>
                    <a:pt x="1228091" y="89535"/>
                  </a:lnTo>
                  <a:cubicBezTo>
                    <a:pt x="1231901" y="92075"/>
                    <a:pt x="1235711" y="93980"/>
                    <a:pt x="1239521" y="95250"/>
                  </a:cubicBezTo>
                  <a:cubicBezTo>
                    <a:pt x="1243331" y="96520"/>
                    <a:pt x="1247141" y="97155"/>
                    <a:pt x="1250951" y="97155"/>
                  </a:cubicBezTo>
                  <a:cubicBezTo>
                    <a:pt x="1256031" y="97155"/>
                    <a:pt x="1259205" y="96520"/>
                    <a:pt x="1261746" y="94615"/>
                  </a:cubicBezTo>
                  <a:cubicBezTo>
                    <a:pt x="1264286" y="93345"/>
                    <a:pt x="1264921" y="90805"/>
                    <a:pt x="1264921" y="88265"/>
                  </a:cubicBezTo>
                  <a:cubicBezTo>
                    <a:pt x="1264921" y="86995"/>
                    <a:pt x="1264921" y="85725"/>
                    <a:pt x="1263650" y="84455"/>
                  </a:cubicBezTo>
                  <a:cubicBezTo>
                    <a:pt x="1263015" y="83185"/>
                    <a:pt x="1261746" y="82550"/>
                    <a:pt x="1259841" y="81280"/>
                  </a:cubicBezTo>
                  <a:cubicBezTo>
                    <a:pt x="1258570" y="80010"/>
                    <a:pt x="1256666" y="79375"/>
                    <a:pt x="1254125" y="78105"/>
                  </a:cubicBezTo>
                  <a:cubicBezTo>
                    <a:pt x="1252221" y="77470"/>
                    <a:pt x="1249681" y="76200"/>
                    <a:pt x="1246506" y="74930"/>
                  </a:cubicBezTo>
                  <a:cubicBezTo>
                    <a:pt x="1242061" y="73025"/>
                    <a:pt x="1238886" y="71755"/>
                    <a:pt x="1235711" y="69850"/>
                  </a:cubicBezTo>
                  <a:cubicBezTo>
                    <a:pt x="1232536" y="67945"/>
                    <a:pt x="1230631" y="66675"/>
                    <a:pt x="1228726" y="64770"/>
                  </a:cubicBezTo>
                  <a:cubicBezTo>
                    <a:pt x="1226821" y="62865"/>
                    <a:pt x="1225551" y="60960"/>
                    <a:pt x="1224916" y="58420"/>
                  </a:cubicBezTo>
                  <a:cubicBezTo>
                    <a:pt x="1224281" y="55880"/>
                    <a:pt x="1223646" y="53340"/>
                    <a:pt x="1223646" y="50165"/>
                  </a:cubicBezTo>
                  <a:cubicBezTo>
                    <a:pt x="1223646" y="46990"/>
                    <a:pt x="1224281" y="43815"/>
                    <a:pt x="1225551" y="40640"/>
                  </a:cubicBezTo>
                  <a:cubicBezTo>
                    <a:pt x="1226821" y="38100"/>
                    <a:pt x="1228726" y="35560"/>
                    <a:pt x="1231266" y="34290"/>
                  </a:cubicBezTo>
                  <a:cubicBezTo>
                    <a:pt x="1233806" y="32385"/>
                    <a:pt x="1236346" y="31115"/>
                    <a:pt x="1239521" y="30480"/>
                  </a:cubicBezTo>
                  <a:cubicBezTo>
                    <a:pt x="1242696" y="29845"/>
                    <a:pt x="1246506" y="29210"/>
                    <a:pt x="1250316" y="29210"/>
                  </a:cubicBezTo>
                  <a:close/>
                  <a:moveTo>
                    <a:pt x="1180466" y="29210"/>
                  </a:moveTo>
                  <a:cubicBezTo>
                    <a:pt x="1186181" y="29210"/>
                    <a:pt x="1190626" y="30480"/>
                    <a:pt x="1195071" y="32385"/>
                  </a:cubicBezTo>
                  <a:cubicBezTo>
                    <a:pt x="1198881" y="34290"/>
                    <a:pt x="1202691" y="37465"/>
                    <a:pt x="1205231" y="40640"/>
                  </a:cubicBezTo>
                  <a:cubicBezTo>
                    <a:pt x="1207771" y="44450"/>
                    <a:pt x="1209676" y="48260"/>
                    <a:pt x="1211581" y="53340"/>
                  </a:cubicBezTo>
                  <a:cubicBezTo>
                    <a:pt x="1212851" y="57785"/>
                    <a:pt x="1213486" y="62865"/>
                    <a:pt x="1213486" y="68580"/>
                  </a:cubicBezTo>
                  <a:lnTo>
                    <a:pt x="1212216" y="68580"/>
                  </a:lnTo>
                  <a:cubicBezTo>
                    <a:pt x="1212216" y="68580"/>
                    <a:pt x="1212216" y="71120"/>
                    <a:pt x="1212216" y="72390"/>
                  </a:cubicBezTo>
                  <a:cubicBezTo>
                    <a:pt x="1212216" y="73660"/>
                    <a:pt x="1212216" y="74295"/>
                    <a:pt x="1212216" y="75565"/>
                  </a:cubicBezTo>
                  <a:lnTo>
                    <a:pt x="1160781" y="75565"/>
                  </a:lnTo>
                  <a:cubicBezTo>
                    <a:pt x="1160781" y="79375"/>
                    <a:pt x="1162051" y="82550"/>
                    <a:pt x="1163321" y="85090"/>
                  </a:cubicBezTo>
                  <a:cubicBezTo>
                    <a:pt x="1164591" y="87630"/>
                    <a:pt x="1165861" y="90170"/>
                    <a:pt x="1167766" y="91440"/>
                  </a:cubicBezTo>
                  <a:cubicBezTo>
                    <a:pt x="1169671" y="93345"/>
                    <a:pt x="1171576" y="94615"/>
                    <a:pt x="1173481" y="95250"/>
                  </a:cubicBezTo>
                  <a:cubicBezTo>
                    <a:pt x="1175386" y="95885"/>
                    <a:pt x="1177926" y="96520"/>
                    <a:pt x="1180466" y="96520"/>
                  </a:cubicBezTo>
                  <a:cubicBezTo>
                    <a:pt x="1182371" y="96520"/>
                    <a:pt x="1183641" y="96520"/>
                    <a:pt x="1185546" y="96520"/>
                  </a:cubicBezTo>
                  <a:cubicBezTo>
                    <a:pt x="1186816" y="96520"/>
                    <a:pt x="1188721" y="95885"/>
                    <a:pt x="1189991" y="95250"/>
                  </a:cubicBezTo>
                  <a:cubicBezTo>
                    <a:pt x="1191261" y="95250"/>
                    <a:pt x="1192531" y="93980"/>
                    <a:pt x="1193801" y="93345"/>
                  </a:cubicBezTo>
                  <a:cubicBezTo>
                    <a:pt x="1195071" y="93345"/>
                    <a:pt x="1196341" y="92075"/>
                    <a:pt x="1198246" y="90805"/>
                  </a:cubicBezTo>
                  <a:lnTo>
                    <a:pt x="1207136" y="100330"/>
                  </a:lnTo>
                  <a:cubicBezTo>
                    <a:pt x="1207136" y="100330"/>
                    <a:pt x="1203326" y="103505"/>
                    <a:pt x="1201421" y="104775"/>
                  </a:cubicBezTo>
                  <a:cubicBezTo>
                    <a:pt x="1199516" y="106045"/>
                    <a:pt x="1197611" y="106680"/>
                    <a:pt x="1195706" y="107950"/>
                  </a:cubicBezTo>
                  <a:cubicBezTo>
                    <a:pt x="1193801" y="108585"/>
                    <a:pt x="1191261" y="109855"/>
                    <a:pt x="1188721" y="109855"/>
                  </a:cubicBezTo>
                  <a:cubicBezTo>
                    <a:pt x="1186181" y="109855"/>
                    <a:pt x="1183006" y="110490"/>
                    <a:pt x="1179831" y="110490"/>
                  </a:cubicBezTo>
                  <a:cubicBezTo>
                    <a:pt x="1176656" y="110490"/>
                    <a:pt x="1173481" y="110490"/>
                    <a:pt x="1170306" y="109220"/>
                  </a:cubicBezTo>
                  <a:cubicBezTo>
                    <a:pt x="1167131" y="108585"/>
                    <a:pt x="1164591" y="107315"/>
                    <a:pt x="1162686" y="105410"/>
                  </a:cubicBezTo>
                  <a:cubicBezTo>
                    <a:pt x="1160781" y="103505"/>
                    <a:pt x="1158241" y="102235"/>
                    <a:pt x="1156336" y="100330"/>
                  </a:cubicBezTo>
                  <a:cubicBezTo>
                    <a:pt x="1154431" y="98425"/>
                    <a:pt x="1152526" y="95885"/>
                    <a:pt x="1151256" y="92710"/>
                  </a:cubicBezTo>
                  <a:cubicBezTo>
                    <a:pt x="1149351" y="89535"/>
                    <a:pt x="1148081" y="86360"/>
                    <a:pt x="1147446" y="82550"/>
                  </a:cubicBezTo>
                  <a:cubicBezTo>
                    <a:pt x="1146811" y="78740"/>
                    <a:pt x="1146176" y="74295"/>
                    <a:pt x="1146176" y="69850"/>
                  </a:cubicBezTo>
                  <a:cubicBezTo>
                    <a:pt x="1146176" y="63500"/>
                    <a:pt x="1146811" y="57150"/>
                    <a:pt x="1148716" y="52070"/>
                  </a:cubicBezTo>
                  <a:cubicBezTo>
                    <a:pt x="1150621" y="46990"/>
                    <a:pt x="1152526" y="42545"/>
                    <a:pt x="1155701" y="39370"/>
                  </a:cubicBezTo>
                  <a:cubicBezTo>
                    <a:pt x="1158876" y="36195"/>
                    <a:pt x="1162051" y="33020"/>
                    <a:pt x="1166496" y="31750"/>
                  </a:cubicBezTo>
                  <a:cubicBezTo>
                    <a:pt x="1170941" y="29845"/>
                    <a:pt x="1175386" y="29210"/>
                    <a:pt x="1180466" y="29210"/>
                  </a:cubicBezTo>
                  <a:close/>
                  <a:moveTo>
                    <a:pt x="901065" y="29210"/>
                  </a:moveTo>
                  <a:cubicBezTo>
                    <a:pt x="906780" y="29210"/>
                    <a:pt x="911225" y="30480"/>
                    <a:pt x="915670" y="32385"/>
                  </a:cubicBezTo>
                  <a:cubicBezTo>
                    <a:pt x="919480" y="34290"/>
                    <a:pt x="923290" y="37465"/>
                    <a:pt x="925830" y="40640"/>
                  </a:cubicBezTo>
                  <a:cubicBezTo>
                    <a:pt x="928370" y="44450"/>
                    <a:pt x="930275" y="48260"/>
                    <a:pt x="932180" y="53340"/>
                  </a:cubicBezTo>
                  <a:cubicBezTo>
                    <a:pt x="933450" y="57785"/>
                    <a:pt x="934085" y="62865"/>
                    <a:pt x="934085" y="68580"/>
                  </a:cubicBezTo>
                  <a:lnTo>
                    <a:pt x="932815" y="68580"/>
                  </a:lnTo>
                  <a:cubicBezTo>
                    <a:pt x="932815" y="68580"/>
                    <a:pt x="932815" y="71120"/>
                    <a:pt x="932815" y="72390"/>
                  </a:cubicBezTo>
                  <a:cubicBezTo>
                    <a:pt x="932815" y="73660"/>
                    <a:pt x="932815" y="74295"/>
                    <a:pt x="932815" y="75565"/>
                  </a:cubicBezTo>
                  <a:lnTo>
                    <a:pt x="881380" y="75565"/>
                  </a:lnTo>
                  <a:cubicBezTo>
                    <a:pt x="881380" y="79375"/>
                    <a:pt x="882650" y="82550"/>
                    <a:pt x="883920" y="85090"/>
                  </a:cubicBezTo>
                  <a:cubicBezTo>
                    <a:pt x="885190" y="87630"/>
                    <a:pt x="886460" y="90170"/>
                    <a:pt x="888365" y="91440"/>
                  </a:cubicBezTo>
                  <a:cubicBezTo>
                    <a:pt x="890270" y="93345"/>
                    <a:pt x="892175" y="94615"/>
                    <a:pt x="894080" y="95250"/>
                  </a:cubicBezTo>
                  <a:cubicBezTo>
                    <a:pt x="895985" y="95885"/>
                    <a:pt x="898525" y="96520"/>
                    <a:pt x="901065" y="96520"/>
                  </a:cubicBezTo>
                  <a:cubicBezTo>
                    <a:pt x="902970" y="96520"/>
                    <a:pt x="904240" y="96520"/>
                    <a:pt x="906145" y="96520"/>
                  </a:cubicBezTo>
                  <a:cubicBezTo>
                    <a:pt x="907415" y="96520"/>
                    <a:pt x="909320" y="95885"/>
                    <a:pt x="910590" y="95250"/>
                  </a:cubicBezTo>
                  <a:cubicBezTo>
                    <a:pt x="911860" y="95250"/>
                    <a:pt x="913130" y="93980"/>
                    <a:pt x="914400" y="93345"/>
                  </a:cubicBezTo>
                  <a:cubicBezTo>
                    <a:pt x="915670" y="93345"/>
                    <a:pt x="916940" y="92075"/>
                    <a:pt x="918845" y="90805"/>
                  </a:cubicBezTo>
                  <a:lnTo>
                    <a:pt x="927735" y="100330"/>
                  </a:lnTo>
                  <a:cubicBezTo>
                    <a:pt x="927735" y="100330"/>
                    <a:pt x="923925" y="103505"/>
                    <a:pt x="922020" y="104775"/>
                  </a:cubicBezTo>
                  <a:cubicBezTo>
                    <a:pt x="920115" y="106045"/>
                    <a:pt x="918210" y="106680"/>
                    <a:pt x="916305" y="107950"/>
                  </a:cubicBezTo>
                  <a:cubicBezTo>
                    <a:pt x="914400" y="108585"/>
                    <a:pt x="911860" y="109855"/>
                    <a:pt x="909320" y="109855"/>
                  </a:cubicBezTo>
                  <a:cubicBezTo>
                    <a:pt x="906780" y="109855"/>
                    <a:pt x="903605" y="110490"/>
                    <a:pt x="900430" y="110490"/>
                  </a:cubicBezTo>
                  <a:cubicBezTo>
                    <a:pt x="897255" y="110490"/>
                    <a:pt x="894080" y="110490"/>
                    <a:pt x="890905" y="109220"/>
                  </a:cubicBezTo>
                  <a:cubicBezTo>
                    <a:pt x="887730" y="108585"/>
                    <a:pt x="885190" y="107315"/>
                    <a:pt x="883285" y="105410"/>
                  </a:cubicBezTo>
                  <a:cubicBezTo>
                    <a:pt x="881380" y="103505"/>
                    <a:pt x="878840" y="102235"/>
                    <a:pt x="876935" y="100330"/>
                  </a:cubicBezTo>
                  <a:cubicBezTo>
                    <a:pt x="875030" y="98425"/>
                    <a:pt x="873125" y="95885"/>
                    <a:pt x="871855" y="92710"/>
                  </a:cubicBezTo>
                  <a:cubicBezTo>
                    <a:pt x="869950" y="89535"/>
                    <a:pt x="868680" y="86360"/>
                    <a:pt x="868045" y="82550"/>
                  </a:cubicBezTo>
                  <a:cubicBezTo>
                    <a:pt x="867410" y="78740"/>
                    <a:pt x="866775" y="74295"/>
                    <a:pt x="866775" y="69850"/>
                  </a:cubicBezTo>
                  <a:cubicBezTo>
                    <a:pt x="866775" y="63500"/>
                    <a:pt x="867410" y="57150"/>
                    <a:pt x="869315" y="52070"/>
                  </a:cubicBezTo>
                  <a:cubicBezTo>
                    <a:pt x="871220" y="46990"/>
                    <a:pt x="873125" y="42545"/>
                    <a:pt x="876300" y="39370"/>
                  </a:cubicBezTo>
                  <a:cubicBezTo>
                    <a:pt x="879475" y="36195"/>
                    <a:pt x="882650" y="33020"/>
                    <a:pt x="887095" y="31750"/>
                  </a:cubicBezTo>
                  <a:cubicBezTo>
                    <a:pt x="891540" y="29845"/>
                    <a:pt x="895985" y="29210"/>
                    <a:pt x="901065" y="29210"/>
                  </a:cubicBezTo>
                  <a:close/>
                  <a:moveTo>
                    <a:pt x="668656" y="29210"/>
                  </a:moveTo>
                  <a:cubicBezTo>
                    <a:pt x="671830" y="29210"/>
                    <a:pt x="674370" y="29210"/>
                    <a:pt x="676275" y="29845"/>
                  </a:cubicBezTo>
                  <a:cubicBezTo>
                    <a:pt x="678181" y="29845"/>
                    <a:pt x="680086" y="31115"/>
                    <a:pt x="681991" y="32385"/>
                  </a:cubicBezTo>
                  <a:lnTo>
                    <a:pt x="678181" y="46990"/>
                  </a:lnTo>
                  <a:lnTo>
                    <a:pt x="676910" y="46990"/>
                  </a:lnTo>
                  <a:cubicBezTo>
                    <a:pt x="676910" y="46990"/>
                    <a:pt x="673736" y="45085"/>
                    <a:pt x="671830" y="45085"/>
                  </a:cubicBezTo>
                  <a:cubicBezTo>
                    <a:pt x="669925" y="45085"/>
                    <a:pt x="668020" y="44450"/>
                    <a:pt x="665480" y="44450"/>
                  </a:cubicBezTo>
                  <a:cubicBezTo>
                    <a:pt x="660400" y="44450"/>
                    <a:pt x="656590" y="46355"/>
                    <a:pt x="654050" y="49530"/>
                  </a:cubicBezTo>
                  <a:cubicBezTo>
                    <a:pt x="651510" y="52705"/>
                    <a:pt x="650240" y="57785"/>
                    <a:pt x="650240" y="64770"/>
                  </a:cubicBezTo>
                  <a:lnTo>
                    <a:pt x="650240" y="109220"/>
                  </a:lnTo>
                  <a:lnTo>
                    <a:pt x="635000" y="109220"/>
                  </a:lnTo>
                  <a:lnTo>
                    <a:pt x="635000" y="31115"/>
                  </a:lnTo>
                  <a:lnTo>
                    <a:pt x="650240" y="31115"/>
                  </a:lnTo>
                  <a:lnTo>
                    <a:pt x="650240" y="38735"/>
                  </a:lnTo>
                  <a:cubicBezTo>
                    <a:pt x="650240" y="38735"/>
                    <a:pt x="652145" y="36195"/>
                    <a:pt x="653416" y="34925"/>
                  </a:cubicBezTo>
                  <a:cubicBezTo>
                    <a:pt x="654685" y="33655"/>
                    <a:pt x="655955" y="33020"/>
                    <a:pt x="657861" y="31750"/>
                  </a:cubicBezTo>
                  <a:cubicBezTo>
                    <a:pt x="659130" y="31115"/>
                    <a:pt x="661035" y="30480"/>
                    <a:pt x="662940" y="29845"/>
                  </a:cubicBezTo>
                  <a:cubicBezTo>
                    <a:pt x="664845" y="29845"/>
                    <a:pt x="666751" y="29210"/>
                    <a:pt x="668656" y="29210"/>
                  </a:cubicBezTo>
                  <a:close/>
                  <a:moveTo>
                    <a:pt x="586739" y="29210"/>
                  </a:moveTo>
                  <a:cubicBezTo>
                    <a:pt x="592454" y="29210"/>
                    <a:pt x="596899" y="30480"/>
                    <a:pt x="601344" y="32385"/>
                  </a:cubicBezTo>
                  <a:cubicBezTo>
                    <a:pt x="605154" y="34290"/>
                    <a:pt x="608964" y="37465"/>
                    <a:pt x="611504" y="40640"/>
                  </a:cubicBezTo>
                  <a:cubicBezTo>
                    <a:pt x="614044" y="44450"/>
                    <a:pt x="615949" y="48260"/>
                    <a:pt x="617854" y="53340"/>
                  </a:cubicBezTo>
                  <a:cubicBezTo>
                    <a:pt x="619124" y="57785"/>
                    <a:pt x="619759" y="62865"/>
                    <a:pt x="619759" y="68580"/>
                  </a:cubicBezTo>
                  <a:lnTo>
                    <a:pt x="618489" y="68580"/>
                  </a:lnTo>
                  <a:cubicBezTo>
                    <a:pt x="618489" y="68580"/>
                    <a:pt x="618489" y="71120"/>
                    <a:pt x="618489" y="72390"/>
                  </a:cubicBezTo>
                  <a:cubicBezTo>
                    <a:pt x="618489" y="73660"/>
                    <a:pt x="618489" y="74295"/>
                    <a:pt x="618489" y="75565"/>
                  </a:cubicBezTo>
                  <a:lnTo>
                    <a:pt x="567054" y="75565"/>
                  </a:lnTo>
                  <a:cubicBezTo>
                    <a:pt x="567054" y="79375"/>
                    <a:pt x="568324" y="82550"/>
                    <a:pt x="569594" y="85090"/>
                  </a:cubicBezTo>
                  <a:cubicBezTo>
                    <a:pt x="570864" y="87630"/>
                    <a:pt x="572134" y="90170"/>
                    <a:pt x="574039" y="91440"/>
                  </a:cubicBezTo>
                  <a:cubicBezTo>
                    <a:pt x="575944" y="93345"/>
                    <a:pt x="577849" y="94615"/>
                    <a:pt x="579754" y="95250"/>
                  </a:cubicBezTo>
                  <a:cubicBezTo>
                    <a:pt x="581659" y="95885"/>
                    <a:pt x="584199" y="96520"/>
                    <a:pt x="586739" y="96520"/>
                  </a:cubicBezTo>
                  <a:cubicBezTo>
                    <a:pt x="588644" y="96520"/>
                    <a:pt x="589914" y="96520"/>
                    <a:pt x="591819" y="96520"/>
                  </a:cubicBezTo>
                  <a:cubicBezTo>
                    <a:pt x="593089" y="96520"/>
                    <a:pt x="594994" y="95885"/>
                    <a:pt x="596264" y="95250"/>
                  </a:cubicBezTo>
                  <a:cubicBezTo>
                    <a:pt x="597534" y="95250"/>
                    <a:pt x="598804" y="93980"/>
                    <a:pt x="600074" y="93345"/>
                  </a:cubicBezTo>
                  <a:cubicBezTo>
                    <a:pt x="601344" y="93345"/>
                    <a:pt x="602614" y="92075"/>
                    <a:pt x="604519" y="90805"/>
                  </a:cubicBezTo>
                  <a:lnTo>
                    <a:pt x="613409" y="100330"/>
                  </a:lnTo>
                  <a:cubicBezTo>
                    <a:pt x="613409" y="100330"/>
                    <a:pt x="609599" y="103505"/>
                    <a:pt x="607694" y="104775"/>
                  </a:cubicBezTo>
                  <a:cubicBezTo>
                    <a:pt x="605789" y="106045"/>
                    <a:pt x="603884" y="106680"/>
                    <a:pt x="601979" y="107950"/>
                  </a:cubicBezTo>
                  <a:cubicBezTo>
                    <a:pt x="600074" y="108585"/>
                    <a:pt x="597534" y="109855"/>
                    <a:pt x="594994" y="109855"/>
                  </a:cubicBezTo>
                  <a:cubicBezTo>
                    <a:pt x="592454" y="109855"/>
                    <a:pt x="589279" y="110490"/>
                    <a:pt x="586104" y="110490"/>
                  </a:cubicBezTo>
                  <a:cubicBezTo>
                    <a:pt x="582929" y="110490"/>
                    <a:pt x="579754" y="110490"/>
                    <a:pt x="576579" y="109220"/>
                  </a:cubicBezTo>
                  <a:cubicBezTo>
                    <a:pt x="573404" y="108585"/>
                    <a:pt x="570864" y="107315"/>
                    <a:pt x="568959" y="105410"/>
                  </a:cubicBezTo>
                  <a:cubicBezTo>
                    <a:pt x="566419" y="104140"/>
                    <a:pt x="564514" y="102235"/>
                    <a:pt x="562609" y="100330"/>
                  </a:cubicBezTo>
                  <a:cubicBezTo>
                    <a:pt x="560704" y="98425"/>
                    <a:pt x="558799" y="95885"/>
                    <a:pt x="557529" y="92710"/>
                  </a:cubicBezTo>
                  <a:cubicBezTo>
                    <a:pt x="555624" y="89535"/>
                    <a:pt x="554354" y="86360"/>
                    <a:pt x="553719" y="82550"/>
                  </a:cubicBezTo>
                  <a:cubicBezTo>
                    <a:pt x="553084" y="78740"/>
                    <a:pt x="552449" y="74295"/>
                    <a:pt x="552449" y="69850"/>
                  </a:cubicBezTo>
                  <a:cubicBezTo>
                    <a:pt x="552449" y="63500"/>
                    <a:pt x="553084" y="57150"/>
                    <a:pt x="554989" y="52070"/>
                  </a:cubicBezTo>
                  <a:cubicBezTo>
                    <a:pt x="556894" y="46990"/>
                    <a:pt x="558799" y="42545"/>
                    <a:pt x="561974" y="39370"/>
                  </a:cubicBezTo>
                  <a:cubicBezTo>
                    <a:pt x="565149" y="36195"/>
                    <a:pt x="568324" y="33020"/>
                    <a:pt x="572769" y="31750"/>
                  </a:cubicBezTo>
                  <a:cubicBezTo>
                    <a:pt x="577214" y="29845"/>
                    <a:pt x="581659" y="29210"/>
                    <a:pt x="586739" y="29210"/>
                  </a:cubicBezTo>
                  <a:close/>
                  <a:moveTo>
                    <a:pt x="400050" y="29210"/>
                  </a:moveTo>
                  <a:cubicBezTo>
                    <a:pt x="405765" y="29210"/>
                    <a:pt x="410210" y="30480"/>
                    <a:pt x="414655" y="32385"/>
                  </a:cubicBezTo>
                  <a:cubicBezTo>
                    <a:pt x="418465" y="34290"/>
                    <a:pt x="422275" y="37465"/>
                    <a:pt x="424815" y="40640"/>
                  </a:cubicBezTo>
                  <a:cubicBezTo>
                    <a:pt x="427355" y="44450"/>
                    <a:pt x="429260" y="48260"/>
                    <a:pt x="431165" y="53340"/>
                  </a:cubicBezTo>
                  <a:cubicBezTo>
                    <a:pt x="432435" y="57785"/>
                    <a:pt x="433070" y="62865"/>
                    <a:pt x="433070" y="68580"/>
                  </a:cubicBezTo>
                  <a:lnTo>
                    <a:pt x="431800" y="68580"/>
                  </a:lnTo>
                  <a:cubicBezTo>
                    <a:pt x="431800" y="68580"/>
                    <a:pt x="431800" y="71120"/>
                    <a:pt x="431800" y="72390"/>
                  </a:cubicBezTo>
                  <a:cubicBezTo>
                    <a:pt x="431800" y="73660"/>
                    <a:pt x="431800" y="74295"/>
                    <a:pt x="431800" y="75565"/>
                  </a:cubicBezTo>
                  <a:lnTo>
                    <a:pt x="380365" y="75565"/>
                  </a:lnTo>
                  <a:cubicBezTo>
                    <a:pt x="380365" y="79375"/>
                    <a:pt x="381635" y="82550"/>
                    <a:pt x="382905" y="85090"/>
                  </a:cubicBezTo>
                  <a:cubicBezTo>
                    <a:pt x="384175" y="87630"/>
                    <a:pt x="385445" y="90170"/>
                    <a:pt x="387350" y="91440"/>
                  </a:cubicBezTo>
                  <a:cubicBezTo>
                    <a:pt x="389255" y="93345"/>
                    <a:pt x="391160" y="94615"/>
                    <a:pt x="393065" y="95250"/>
                  </a:cubicBezTo>
                  <a:cubicBezTo>
                    <a:pt x="394970" y="95885"/>
                    <a:pt x="397510" y="96520"/>
                    <a:pt x="400050" y="96520"/>
                  </a:cubicBezTo>
                  <a:cubicBezTo>
                    <a:pt x="401955" y="96520"/>
                    <a:pt x="403225" y="96520"/>
                    <a:pt x="405130" y="96520"/>
                  </a:cubicBezTo>
                  <a:cubicBezTo>
                    <a:pt x="406400" y="96520"/>
                    <a:pt x="408305" y="95885"/>
                    <a:pt x="409575" y="95250"/>
                  </a:cubicBezTo>
                  <a:cubicBezTo>
                    <a:pt x="410845" y="95250"/>
                    <a:pt x="412115" y="93980"/>
                    <a:pt x="413385" y="93345"/>
                  </a:cubicBezTo>
                  <a:cubicBezTo>
                    <a:pt x="414655" y="93345"/>
                    <a:pt x="415925" y="92075"/>
                    <a:pt x="417830" y="90805"/>
                  </a:cubicBezTo>
                  <a:lnTo>
                    <a:pt x="426720" y="100330"/>
                  </a:lnTo>
                  <a:cubicBezTo>
                    <a:pt x="426720" y="100330"/>
                    <a:pt x="422910" y="103505"/>
                    <a:pt x="421005" y="104775"/>
                  </a:cubicBezTo>
                  <a:cubicBezTo>
                    <a:pt x="419100" y="106045"/>
                    <a:pt x="417195" y="106680"/>
                    <a:pt x="415290" y="107950"/>
                  </a:cubicBezTo>
                  <a:cubicBezTo>
                    <a:pt x="413385" y="108585"/>
                    <a:pt x="410845" y="109855"/>
                    <a:pt x="408305" y="109855"/>
                  </a:cubicBezTo>
                  <a:cubicBezTo>
                    <a:pt x="405765" y="109855"/>
                    <a:pt x="402590" y="110490"/>
                    <a:pt x="399415" y="110490"/>
                  </a:cubicBezTo>
                  <a:cubicBezTo>
                    <a:pt x="396240" y="110490"/>
                    <a:pt x="393065" y="110490"/>
                    <a:pt x="389890" y="109220"/>
                  </a:cubicBezTo>
                  <a:cubicBezTo>
                    <a:pt x="386715" y="108585"/>
                    <a:pt x="384175" y="107315"/>
                    <a:pt x="382270" y="105410"/>
                  </a:cubicBezTo>
                  <a:cubicBezTo>
                    <a:pt x="380365" y="103505"/>
                    <a:pt x="377825" y="102235"/>
                    <a:pt x="375920" y="100330"/>
                  </a:cubicBezTo>
                  <a:cubicBezTo>
                    <a:pt x="374015" y="98425"/>
                    <a:pt x="372110" y="95885"/>
                    <a:pt x="370840" y="92710"/>
                  </a:cubicBezTo>
                  <a:cubicBezTo>
                    <a:pt x="368935" y="89535"/>
                    <a:pt x="367665" y="86360"/>
                    <a:pt x="367030" y="82550"/>
                  </a:cubicBezTo>
                  <a:cubicBezTo>
                    <a:pt x="366395" y="78740"/>
                    <a:pt x="365760" y="74295"/>
                    <a:pt x="365760" y="69850"/>
                  </a:cubicBezTo>
                  <a:cubicBezTo>
                    <a:pt x="365760" y="63500"/>
                    <a:pt x="366395" y="57150"/>
                    <a:pt x="368300" y="52070"/>
                  </a:cubicBezTo>
                  <a:cubicBezTo>
                    <a:pt x="370205" y="46990"/>
                    <a:pt x="372110" y="42545"/>
                    <a:pt x="375285" y="39370"/>
                  </a:cubicBezTo>
                  <a:cubicBezTo>
                    <a:pt x="378460" y="36195"/>
                    <a:pt x="381635" y="33020"/>
                    <a:pt x="386080" y="31750"/>
                  </a:cubicBezTo>
                  <a:cubicBezTo>
                    <a:pt x="390525" y="29845"/>
                    <a:pt x="394970" y="29210"/>
                    <a:pt x="400050" y="29210"/>
                  </a:cubicBezTo>
                  <a:close/>
                  <a:moveTo>
                    <a:pt x="201930" y="29210"/>
                  </a:moveTo>
                  <a:cubicBezTo>
                    <a:pt x="207645" y="29210"/>
                    <a:pt x="212090" y="30480"/>
                    <a:pt x="216535" y="32385"/>
                  </a:cubicBezTo>
                  <a:cubicBezTo>
                    <a:pt x="220345" y="34290"/>
                    <a:pt x="224155" y="37465"/>
                    <a:pt x="226695" y="40640"/>
                  </a:cubicBezTo>
                  <a:cubicBezTo>
                    <a:pt x="229235" y="44450"/>
                    <a:pt x="231140" y="48260"/>
                    <a:pt x="233045" y="53340"/>
                  </a:cubicBezTo>
                  <a:cubicBezTo>
                    <a:pt x="234315" y="57785"/>
                    <a:pt x="234950" y="62865"/>
                    <a:pt x="234950" y="68580"/>
                  </a:cubicBezTo>
                  <a:lnTo>
                    <a:pt x="233680" y="68580"/>
                  </a:lnTo>
                  <a:cubicBezTo>
                    <a:pt x="233680" y="68580"/>
                    <a:pt x="233680" y="71120"/>
                    <a:pt x="233680" y="72390"/>
                  </a:cubicBezTo>
                  <a:cubicBezTo>
                    <a:pt x="233680" y="73660"/>
                    <a:pt x="233680" y="74295"/>
                    <a:pt x="233680" y="75565"/>
                  </a:cubicBezTo>
                  <a:lnTo>
                    <a:pt x="182245" y="75565"/>
                  </a:lnTo>
                  <a:cubicBezTo>
                    <a:pt x="182245" y="79375"/>
                    <a:pt x="183515" y="82550"/>
                    <a:pt x="184785" y="85090"/>
                  </a:cubicBezTo>
                  <a:cubicBezTo>
                    <a:pt x="186055" y="87630"/>
                    <a:pt x="187325" y="90170"/>
                    <a:pt x="189230" y="91440"/>
                  </a:cubicBezTo>
                  <a:cubicBezTo>
                    <a:pt x="191135" y="93345"/>
                    <a:pt x="193040" y="94615"/>
                    <a:pt x="194945" y="95250"/>
                  </a:cubicBezTo>
                  <a:cubicBezTo>
                    <a:pt x="196850" y="95885"/>
                    <a:pt x="199390" y="96520"/>
                    <a:pt x="201930" y="96520"/>
                  </a:cubicBezTo>
                  <a:cubicBezTo>
                    <a:pt x="203835" y="96520"/>
                    <a:pt x="205105" y="96520"/>
                    <a:pt x="207010" y="96520"/>
                  </a:cubicBezTo>
                  <a:cubicBezTo>
                    <a:pt x="208280" y="96520"/>
                    <a:pt x="210185" y="95885"/>
                    <a:pt x="211455" y="95250"/>
                  </a:cubicBezTo>
                  <a:cubicBezTo>
                    <a:pt x="212725" y="95250"/>
                    <a:pt x="213995" y="93980"/>
                    <a:pt x="215265" y="93345"/>
                  </a:cubicBezTo>
                  <a:cubicBezTo>
                    <a:pt x="216535" y="93345"/>
                    <a:pt x="217805" y="92075"/>
                    <a:pt x="219710" y="90805"/>
                  </a:cubicBezTo>
                  <a:lnTo>
                    <a:pt x="228600" y="100330"/>
                  </a:lnTo>
                  <a:cubicBezTo>
                    <a:pt x="228600" y="100330"/>
                    <a:pt x="224790" y="103505"/>
                    <a:pt x="222885" y="104775"/>
                  </a:cubicBezTo>
                  <a:cubicBezTo>
                    <a:pt x="220980" y="106045"/>
                    <a:pt x="219075" y="106680"/>
                    <a:pt x="217170" y="107950"/>
                  </a:cubicBezTo>
                  <a:cubicBezTo>
                    <a:pt x="215265" y="108585"/>
                    <a:pt x="212725" y="109855"/>
                    <a:pt x="210185" y="109855"/>
                  </a:cubicBezTo>
                  <a:cubicBezTo>
                    <a:pt x="207645" y="109855"/>
                    <a:pt x="204470" y="110490"/>
                    <a:pt x="201295" y="110490"/>
                  </a:cubicBezTo>
                  <a:cubicBezTo>
                    <a:pt x="198120" y="110490"/>
                    <a:pt x="194945" y="110490"/>
                    <a:pt x="191770" y="109220"/>
                  </a:cubicBezTo>
                  <a:cubicBezTo>
                    <a:pt x="188595" y="108585"/>
                    <a:pt x="186055" y="107315"/>
                    <a:pt x="184150" y="105410"/>
                  </a:cubicBezTo>
                  <a:cubicBezTo>
                    <a:pt x="181610" y="104140"/>
                    <a:pt x="179705" y="102235"/>
                    <a:pt x="177800" y="100330"/>
                  </a:cubicBezTo>
                  <a:cubicBezTo>
                    <a:pt x="175895" y="98425"/>
                    <a:pt x="173990" y="95885"/>
                    <a:pt x="172720" y="92710"/>
                  </a:cubicBezTo>
                  <a:cubicBezTo>
                    <a:pt x="170815" y="89535"/>
                    <a:pt x="169545" y="86360"/>
                    <a:pt x="168910" y="82550"/>
                  </a:cubicBezTo>
                  <a:cubicBezTo>
                    <a:pt x="168275" y="78740"/>
                    <a:pt x="167640" y="74295"/>
                    <a:pt x="167640" y="69850"/>
                  </a:cubicBezTo>
                  <a:cubicBezTo>
                    <a:pt x="167640" y="63500"/>
                    <a:pt x="168275" y="57150"/>
                    <a:pt x="170180" y="52070"/>
                  </a:cubicBezTo>
                  <a:cubicBezTo>
                    <a:pt x="172085" y="46990"/>
                    <a:pt x="173990" y="42545"/>
                    <a:pt x="177165" y="39370"/>
                  </a:cubicBezTo>
                  <a:cubicBezTo>
                    <a:pt x="180340" y="36195"/>
                    <a:pt x="183515" y="33020"/>
                    <a:pt x="187960" y="31750"/>
                  </a:cubicBezTo>
                  <a:cubicBezTo>
                    <a:pt x="192405" y="29845"/>
                    <a:pt x="196850" y="29210"/>
                    <a:pt x="201930" y="29210"/>
                  </a:cubicBezTo>
                  <a:close/>
                  <a:moveTo>
                    <a:pt x="4664706" y="28574"/>
                  </a:moveTo>
                  <a:cubicBezTo>
                    <a:pt x="4669786" y="28574"/>
                    <a:pt x="4674231" y="29209"/>
                    <a:pt x="4678676" y="31749"/>
                  </a:cubicBezTo>
                  <a:cubicBezTo>
                    <a:pt x="4683121" y="33654"/>
                    <a:pt x="4686296" y="36194"/>
                    <a:pt x="4689471" y="40004"/>
                  </a:cubicBezTo>
                  <a:cubicBezTo>
                    <a:pt x="4692646" y="43814"/>
                    <a:pt x="4695186" y="47624"/>
                    <a:pt x="4696456" y="52704"/>
                  </a:cubicBezTo>
                  <a:cubicBezTo>
                    <a:pt x="4698361" y="57784"/>
                    <a:pt x="4698996" y="63499"/>
                    <a:pt x="4698996" y="69214"/>
                  </a:cubicBezTo>
                  <a:lnTo>
                    <a:pt x="4699631" y="69214"/>
                  </a:lnTo>
                  <a:cubicBezTo>
                    <a:pt x="4699631" y="75564"/>
                    <a:pt x="4698996" y="81279"/>
                    <a:pt x="4697091" y="86359"/>
                  </a:cubicBezTo>
                  <a:cubicBezTo>
                    <a:pt x="4695186" y="91439"/>
                    <a:pt x="4692646" y="95884"/>
                    <a:pt x="4689471" y="99059"/>
                  </a:cubicBezTo>
                  <a:cubicBezTo>
                    <a:pt x="4686296" y="102869"/>
                    <a:pt x="4682486" y="105409"/>
                    <a:pt x="4678041" y="107314"/>
                  </a:cubicBezTo>
                  <a:cubicBezTo>
                    <a:pt x="4673596" y="109219"/>
                    <a:pt x="4669151" y="109854"/>
                    <a:pt x="4664071" y="109854"/>
                  </a:cubicBezTo>
                  <a:cubicBezTo>
                    <a:pt x="4658991" y="109854"/>
                    <a:pt x="4654546" y="108584"/>
                    <a:pt x="4650101" y="106679"/>
                  </a:cubicBezTo>
                  <a:cubicBezTo>
                    <a:pt x="4645656" y="104774"/>
                    <a:pt x="4642481" y="102234"/>
                    <a:pt x="4639306" y="98424"/>
                  </a:cubicBezTo>
                  <a:cubicBezTo>
                    <a:pt x="4636131" y="94614"/>
                    <a:pt x="4633591" y="90804"/>
                    <a:pt x="4632321" y="85724"/>
                  </a:cubicBezTo>
                  <a:cubicBezTo>
                    <a:pt x="4630416" y="80644"/>
                    <a:pt x="4629781" y="74929"/>
                    <a:pt x="4629781" y="69214"/>
                  </a:cubicBezTo>
                  <a:cubicBezTo>
                    <a:pt x="4629781" y="63499"/>
                    <a:pt x="4630416" y="57149"/>
                    <a:pt x="4632321" y="52069"/>
                  </a:cubicBezTo>
                  <a:cubicBezTo>
                    <a:pt x="4634226" y="46989"/>
                    <a:pt x="4636766" y="42544"/>
                    <a:pt x="4639941" y="39369"/>
                  </a:cubicBezTo>
                  <a:cubicBezTo>
                    <a:pt x="4643116" y="35559"/>
                    <a:pt x="4646926" y="33019"/>
                    <a:pt x="4650736" y="31114"/>
                  </a:cubicBezTo>
                  <a:cubicBezTo>
                    <a:pt x="4655181" y="29209"/>
                    <a:pt x="4659626" y="28574"/>
                    <a:pt x="4664706" y="28574"/>
                  </a:cubicBezTo>
                  <a:close/>
                  <a:moveTo>
                    <a:pt x="4264655" y="28574"/>
                  </a:moveTo>
                  <a:cubicBezTo>
                    <a:pt x="4269735" y="28574"/>
                    <a:pt x="4274180" y="29209"/>
                    <a:pt x="4278625" y="31749"/>
                  </a:cubicBezTo>
                  <a:cubicBezTo>
                    <a:pt x="4283070" y="33654"/>
                    <a:pt x="4286245" y="36194"/>
                    <a:pt x="4289420" y="40004"/>
                  </a:cubicBezTo>
                  <a:cubicBezTo>
                    <a:pt x="4292595" y="43814"/>
                    <a:pt x="4295135" y="47624"/>
                    <a:pt x="4296405" y="52704"/>
                  </a:cubicBezTo>
                  <a:cubicBezTo>
                    <a:pt x="4298310" y="57784"/>
                    <a:pt x="4298945" y="63499"/>
                    <a:pt x="4298945" y="69214"/>
                  </a:cubicBezTo>
                  <a:lnTo>
                    <a:pt x="4299580" y="69214"/>
                  </a:lnTo>
                  <a:cubicBezTo>
                    <a:pt x="4299580" y="75564"/>
                    <a:pt x="4298945" y="81279"/>
                    <a:pt x="4297040" y="86359"/>
                  </a:cubicBezTo>
                  <a:cubicBezTo>
                    <a:pt x="4295135" y="91439"/>
                    <a:pt x="4292595" y="95884"/>
                    <a:pt x="4289420" y="99059"/>
                  </a:cubicBezTo>
                  <a:cubicBezTo>
                    <a:pt x="4286245" y="102869"/>
                    <a:pt x="4282435" y="105409"/>
                    <a:pt x="4277990" y="107314"/>
                  </a:cubicBezTo>
                  <a:cubicBezTo>
                    <a:pt x="4273545" y="109219"/>
                    <a:pt x="4269100" y="109854"/>
                    <a:pt x="4264020" y="109854"/>
                  </a:cubicBezTo>
                  <a:cubicBezTo>
                    <a:pt x="4258940" y="109854"/>
                    <a:pt x="4254495" y="108584"/>
                    <a:pt x="4250050" y="106679"/>
                  </a:cubicBezTo>
                  <a:cubicBezTo>
                    <a:pt x="4245605" y="104774"/>
                    <a:pt x="4242430" y="102234"/>
                    <a:pt x="4239255" y="98424"/>
                  </a:cubicBezTo>
                  <a:cubicBezTo>
                    <a:pt x="4236080" y="94614"/>
                    <a:pt x="4233540" y="90804"/>
                    <a:pt x="4232270" y="85724"/>
                  </a:cubicBezTo>
                  <a:cubicBezTo>
                    <a:pt x="4230365" y="80644"/>
                    <a:pt x="4229730" y="74929"/>
                    <a:pt x="4229730" y="69214"/>
                  </a:cubicBezTo>
                  <a:cubicBezTo>
                    <a:pt x="4229730" y="63499"/>
                    <a:pt x="4230365" y="57149"/>
                    <a:pt x="4232270" y="52069"/>
                  </a:cubicBezTo>
                  <a:cubicBezTo>
                    <a:pt x="4234175" y="46989"/>
                    <a:pt x="4236715" y="42544"/>
                    <a:pt x="4239890" y="39369"/>
                  </a:cubicBezTo>
                  <a:cubicBezTo>
                    <a:pt x="4243065" y="35559"/>
                    <a:pt x="4246875" y="33019"/>
                    <a:pt x="4250685" y="31114"/>
                  </a:cubicBezTo>
                  <a:cubicBezTo>
                    <a:pt x="4255130" y="29209"/>
                    <a:pt x="4259575" y="28574"/>
                    <a:pt x="4264655" y="28574"/>
                  </a:cubicBezTo>
                  <a:close/>
                  <a:moveTo>
                    <a:pt x="1420495" y="28574"/>
                  </a:moveTo>
                  <a:cubicBezTo>
                    <a:pt x="1425575" y="28574"/>
                    <a:pt x="1430020" y="29209"/>
                    <a:pt x="1434465" y="31749"/>
                  </a:cubicBezTo>
                  <a:cubicBezTo>
                    <a:pt x="1438910" y="33654"/>
                    <a:pt x="1442085" y="36194"/>
                    <a:pt x="1445260" y="40004"/>
                  </a:cubicBezTo>
                  <a:cubicBezTo>
                    <a:pt x="1448435" y="43814"/>
                    <a:pt x="1450975" y="47624"/>
                    <a:pt x="1452245" y="52704"/>
                  </a:cubicBezTo>
                  <a:cubicBezTo>
                    <a:pt x="1454150" y="57784"/>
                    <a:pt x="1454785" y="63499"/>
                    <a:pt x="1454785" y="69214"/>
                  </a:cubicBezTo>
                  <a:lnTo>
                    <a:pt x="1455420" y="69214"/>
                  </a:lnTo>
                  <a:cubicBezTo>
                    <a:pt x="1455420" y="75564"/>
                    <a:pt x="1454785" y="81279"/>
                    <a:pt x="1452880" y="86359"/>
                  </a:cubicBezTo>
                  <a:cubicBezTo>
                    <a:pt x="1450975" y="91439"/>
                    <a:pt x="1448435" y="95884"/>
                    <a:pt x="1445260" y="99059"/>
                  </a:cubicBezTo>
                  <a:cubicBezTo>
                    <a:pt x="1442085" y="102869"/>
                    <a:pt x="1438275" y="105409"/>
                    <a:pt x="1433830" y="107314"/>
                  </a:cubicBezTo>
                  <a:cubicBezTo>
                    <a:pt x="1429385" y="109219"/>
                    <a:pt x="1424940" y="109854"/>
                    <a:pt x="1419860" y="109854"/>
                  </a:cubicBezTo>
                  <a:cubicBezTo>
                    <a:pt x="1414780" y="109854"/>
                    <a:pt x="1410335" y="108584"/>
                    <a:pt x="1405890" y="106679"/>
                  </a:cubicBezTo>
                  <a:cubicBezTo>
                    <a:pt x="1401444" y="104774"/>
                    <a:pt x="1398270" y="102234"/>
                    <a:pt x="1395095" y="98424"/>
                  </a:cubicBezTo>
                  <a:cubicBezTo>
                    <a:pt x="1391920" y="94614"/>
                    <a:pt x="1389380" y="90804"/>
                    <a:pt x="1388110" y="85724"/>
                  </a:cubicBezTo>
                  <a:cubicBezTo>
                    <a:pt x="1386205" y="80644"/>
                    <a:pt x="1385570" y="74929"/>
                    <a:pt x="1385570" y="69214"/>
                  </a:cubicBezTo>
                  <a:cubicBezTo>
                    <a:pt x="1385570" y="63499"/>
                    <a:pt x="1386205" y="57149"/>
                    <a:pt x="1388110" y="52069"/>
                  </a:cubicBezTo>
                  <a:cubicBezTo>
                    <a:pt x="1390015" y="46989"/>
                    <a:pt x="1392555" y="42544"/>
                    <a:pt x="1395730" y="39369"/>
                  </a:cubicBezTo>
                  <a:cubicBezTo>
                    <a:pt x="1398905" y="35559"/>
                    <a:pt x="1402715" y="33019"/>
                    <a:pt x="1406525" y="31114"/>
                  </a:cubicBezTo>
                  <a:cubicBezTo>
                    <a:pt x="1410970" y="29209"/>
                    <a:pt x="1415415" y="28574"/>
                    <a:pt x="1420495" y="28574"/>
                  </a:cubicBezTo>
                  <a:close/>
                  <a:moveTo>
                    <a:pt x="3143245" y="5079"/>
                  </a:moveTo>
                  <a:lnTo>
                    <a:pt x="3219445" y="5079"/>
                  </a:lnTo>
                  <a:lnTo>
                    <a:pt x="3219445" y="20319"/>
                  </a:lnTo>
                  <a:lnTo>
                    <a:pt x="3188965" y="20319"/>
                  </a:lnTo>
                  <a:lnTo>
                    <a:pt x="3188965" y="108584"/>
                  </a:lnTo>
                  <a:lnTo>
                    <a:pt x="3173090" y="108584"/>
                  </a:lnTo>
                  <a:lnTo>
                    <a:pt x="3173090" y="20319"/>
                  </a:lnTo>
                  <a:lnTo>
                    <a:pt x="3143245" y="20319"/>
                  </a:lnTo>
                  <a:close/>
                  <a:moveTo>
                    <a:pt x="1628774" y="5079"/>
                  </a:moveTo>
                  <a:lnTo>
                    <a:pt x="1704970" y="5079"/>
                  </a:lnTo>
                  <a:lnTo>
                    <a:pt x="1704970" y="20319"/>
                  </a:lnTo>
                  <a:lnTo>
                    <a:pt x="1675129" y="20319"/>
                  </a:lnTo>
                  <a:lnTo>
                    <a:pt x="1675129" y="108584"/>
                  </a:lnTo>
                  <a:lnTo>
                    <a:pt x="1659255" y="108584"/>
                  </a:lnTo>
                  <a:lnTo>
                    <a:pt x="1659255" y="20319"/>
                  </a:lnTo>
                  <a:lnTo>
                    <a:pt x="1628774" y="20319"/>
                  </a:lnTo>
                  <a:close/>
                  <a:moveTo>
                    <a:pt x="0" y="5079"/>
                  </a:moveTo>
                  <a:lnTo>
                    <a:pt x="76200" y="5079"/>
                  </a:lnTo>
                  <a:lnTo>
                    <a:pt x="76200" y="20319"/>
                  </a:lnTo>
                  <a:lnTo>
                    <a:pt x="45720" y="20319"/>
                  </a:lnTo>
                  <a:lnTo>
                    <a:pt x="45720" y="108584"/>
                  </a:lnTo>
                  <a:lnTo>
                    <a:pt x="29845" y="108584"/>
                  </a:lnTo>
                  <a:lnTo>
                    <a:pt x="29845" y="20319"/>
                  </a:lnTo>
                  <a:lnTo>
                    <a:pt x="0" y="20319"/>
                  </a:lnTo>
                  <a:close/>
                  <a:moveTo>
                    <a:pt x="1362075" y="1269"/>
                  </a:moveTo>
                  <a:cubicBezTo>
                    <a:pt x="1363345" y="1269"/>
                    <a:pt x="1364615" y="1269"/>
                    <a:pt x="1365885" y="1904"/>
                  </a:cubicBezTo>
                  <a:cubicBezTo>
                    <a:pt x="1367155" y="1904"/>
                    <a:pt x="1367790" y="3174"/>
                    <a:pt x="1369060" y="3809"/>
                  </a:cubicBezTo>
                  <a:cubicBezTo>
                    <a:pt x="1369695" y="4444"/>
                    <a:pt x="1370965" y="5714"/>
                    <a:pt x="1370965" y="6984"/>
                  </a:cubicBezTo>
                  <a:cubicBezTo>
                    <a:pt x="1370965" y="8254"/>
                    <a:pt x="1371600" y="9524"/>
                    <a:pt x="1371600" y="10794"/>
                  </a:cubicBezTo>
                  <a:cubicBezTo>
                    <a:pt x="1371600" y="10794"/>
                    <a:pt x="1371600" y="13334"/>
                    <a:pt x="1370965" y="14604"/>
                  </a:cubicBezTo>
                  <a:cubicBezTo>
                    <a:pt x="1370965" y="15874"/>
                    <a:pt x="1369695" y="17144"/>
                    <a:pt x="1369060" y="17779"/>
                  </a:cubicBezTo>
                  <a:cubicBezTo>
                    <a:pt x="1368425" y="18414"/>
                    <a:pt x="1367155" y="19684"/>
                    <a:pt x="1365885" y="19684"/>
                  </a:cubicBezTo>
                  <a:cubicBezTo>
                    <a:pt x="1364615" y="19684"/>
                    <a:pt x="1363345" y="20319"/>
                    <a:pt x="1362075" y="20319"/>
                  </a:cubicBezTo>
                  <a:cubicBezTo>
                    <a:pt x="1360805" y="20319"/>
                    <a:pt x="1359535" y="20319"/>
                    <a:pt x="1358265" y="19684"/>
                  </a:cubicBezTo>
                  <a:cubicBezTo>
                    <a:pt x="1356995" y="19684"/>
                    <a:pt x="1355725" y="18414"/>
                    <a:pt x="1355090" y="17779"/>
                  </a:cubicBezTo>
                  <a:cubicBezTo>
                    <a:pt x="1354455" y="17144"/>
                    <a:pt x="1353185" y="15874"/>
                    <a:pt x="1353185" y="14604"/>
                  </a:cubicBezTo>
                  <a:cubicBezTo>
                    <a:pt x="1353185" y="13334"/>
                    <a:pt x="1352550" y="12064"/>
                    <a:pt x="1352550" y="10794"/>
                  </a:cubicBezTo>
                  <a:cubicBezTo>
                    <a:pt x="1352550" y="9524"/>
                    <a:pt x="1352550" y="8254"/>
                    <a:pt x="1353185" y="6984"/>
                  </a:cubicBezTo>
                  <a:cubicBezTo>
                    <a:pt x="1353185" y="5714"/>
                    <a:pt x="1354455" y="4444"/>
                    <a:pt x="1355090" y="3809"/>
                  </a:cubicBezTo>
                  <a:cubicBezTo>
                    <a:pt x="1355725" y="3174"/>
                    <a:pt x="1356995" y="1904"/>
                    <a:pt x="1358265" y="1904"/>
                  </a:cubicBezTo>
                  <a:cubicBezTo>
                    <a:pt x="1359535" y="1904"/>
                    <a:pt x="1360805" y="1269"/>
                    <a:pt x="1362075" y="1269"/>
                  </a:cubicBezTo>
                  <a:close/>
                  <a:moveTo>
                    <a:pt x="4789801" y="634"/>
                  </a:moveTo>
                  <a:lnTo>
                    <a:pt x="4789801" y="65404"/>
                  </a:lnTo>
                  <a:lnTo>
                    <a:pt x="4814566" y="31114"/>
                  </a:lnTo>
                  <a:lnTo>
                    <a:pt x="4831711" y="31114"/>
                  </a:lnTo>
                  <a:lnTo>
                    <a:pt x="4812026" y="57149"/>
                  </a:lnTo>
                  <a:lnTo>
                    <a:pt x="4835521" y="108584"/>
                  </a:lnTo>
                  <a:lnTo>
                    <a:pt x="4819011" y="108584"/>
                  </a:lnTo>
                  <a:lnTo>
                    <a:pt x="4801866" y="69849"/>
                  </a:lnTo>
                  <a:lnTo>
                    <a:pt x="4789801" y="85724"/>
                  </a:lnTo>
                  <a:lnTo>
                    <a:pt x="4789801" y="108584"/>
                  </a:lnTo>
                  <a:lnTo>
                    <a:pt x="4774561" y="108584"/>
                  </a:lnTo>
                  <a:lnTo>
                    <a:pt x="4774561" y="8889"/>
                  </a:lnTo>
                  <a:close/>
                  <a:moveTo>
                    <a:pt x="4472301" y="634"/>
                  </a:moveTo>
                  <a:lnTo>
                    <a:pt x="4472301" y="109219"/>
                  </a:lnTo>
                  <a:lnTo>
                    <a:pt x="4457061" y="109219"/>
                  </a:lnTo>
                  <a:lnTo>
                    <a:pt x="4457696" y="108584"/>
                  </a:lnTo>
                  <a:lnTo>
                    <a:pt x="4457696" y="100964"/>
                  </a:lnTo>
                  <a:cubicBezTo>
                    <a:pt x="4457696" y="100964"/>
                    <a:pt x="4454521" y="103504"/>
                    <a:pt x="4453251" y="104774"/>
                  </a:cubicBezTo>
                  <a:cubicBezTo>
                    <a:pt x="4451981" y="106044"/>
                    <a:pt x="4450076" y="106679"/>
                    <a:pt x="4448171" y="107949"/>
                  </a:cubicBezTo>
                  <a:cubicBezTo>
                    <a:pt x="4446266" y="108584"/>
                    <a:pt x="4444361" y="109219"/>
                    <a:pt x="4443091" y="109854"/>
                  </a:cubicBezTo>
                  <a:cubicBezTo>
                    <a:pt x="4441186" y="109854"/>
                    <a:pt x="4439281" y="109854"/>
                    <a:pt x="4437376" y="109854"/>
                  </a:cubicBezTo>
                  <a:cubicBezTo>
                    <a:pt x="4432931" y="109854"/>
                    <a:pt x="4429121" y="109219"/>
                    <a:pt x="4425946" y="107314"/>
                  </a:cubicBezTo>
                  <a:cubicBezTo>
                    <a:pt x="4422136" y="106044"/>
                    <a:pt x="4418961" y="103504"/>
                    <a:pt x="4416421" y="99694"/>
                  </a:cubicBezTo>
                  <a:cubicBezTo>
                    <a:pt x="4413881" y="96519"/>
                    <a:pt x="4411341" y="92074"/>
                    <a:pt x="4410071" y="86994"/>
                  </a:cubicBezTo>
                  <a:cubicBezTo>
                    <a:pt x="4408801" y="81914"/>
                    <a:pt x="4407531" y="75564"/>
                    <a:pt x="4407531" y="67944"/>
                  </a:cubicBezTo>
                  <a:cubicBezTo>
                    <a:pt x="4407531" y="61594"/>
                    <a:pt x="4408166" y="55244"/>
                    <a:pt x="4410071" y="50799"/>
                  </a:cubicBezTo>
                  <a:cubicBezTo>
                    <a:pt x="4411976" y="45719"/>
                    <a:pt x="4413881" y="41909"/>
                    <a:pt x="4417056" y="38734"/>
                  </a:cubicBezTo>
                  <a:cubicBezTo>
                    <a:pt x="4419596" y="35559"/>
                    <a:pt x="4423406" y="33019"/>
                    <a:pt x="4426581" y="31749"/>
                  </a:cubicBezTo>
                  <a:cubicBezTo>
                    <a:pt x="4430391" y="29844"/>
                    <a:pt x="4434201" y="29209"/>
                    <a:pt x="4438011" y="29209"/>
                  </a:cubicBezTo>
                  <a:cubicBezTo>
                    <a:pt x="4439916" y="29209"/>
                    <a:pt x="4441821" y="29209"/>
                    <a:pt x="4443726" y="29844"/>
                  </a:cubicBezTo>
                  <a:cubicBezTo>
                    <a:pt x="4445631" y="29844"/>
                    <a:pt x="4447536" y="31114"/>
                    <a:pt x="4448806" y="31749"/>
                  </a:cubicBezTo>
                  <a:cubicBezTo>
                    <a:pt x="4450711" y="32384"/>
                    <a:pt x="4451981" y="33654"/>
                    <a:pt x="4453251" y="34924"/>
                  </a:cubicBezTo>
                  <a:cubicBezTo>
                    <a:pt x="4454521" y="36194"/>
                    <a:pt x="4455791" y="36829"/>
                    <a:pt x="4457061" y="38099"/>
                  </a:cubicBezTo>
                  <a:lnTo>
                    <a:pt x="4457061" y="8254"/>
                  </a:lnTo>
                  <a:close/>
                  <a:moveTo>
                    <a:pt x="4390385" y="634"/>
                  </a:moveTo>
                  <a:lnTo>
                    <a:pt x="4390385" y="108584"/>
                  </a:lnTo>
                  <a:lnTo>
                    <a:pt x="4375145" y="108584"/>
                  </a:lnTo>
                  <a:lnTo>
                    <a:pt x="4375145" y="8889"/>
                  </a:lnTo>
                  <a:close/>
                  <a:moveTo>
                    <a:pt x="3946521" y="634"/>
                  </a:moveTo>
                  <a:lnTo>
                    <a:pt x="3946521" y="38099"/>
                  </a:lnTo>
                  <a:cubicBezTo>
                    <a:pt x="3946521" y="38099"/>
                    <a:pt x="3948426" y="35559"/>
                    <a:pt x="3950331" y="34289"/>
                  </a:cubicBezTo>
                  <a:cubicBezTo>
                    <a:pt x="3951601" y="33019"/>
                    <a:pt x="3953506" y="32384"/>
                    <a:pt x="3954776" y="31114"/>
                  </a:cubicBezTo>
                  <a:cubicBezTo>
                    <a:pt x="3956681" y="30479"/>
                    <a:pt x="3958586" y="29844"/>
                    <a:pt x="3960491" y="29209"/>
                  </a:cubicBezTo>
                  <a:cubicBezTo>
                    <a:pt x="3962396" y="29209"/>
                    <a:pt x="3964301" y="29209"/>
                    <a:pt x="3966206" y="29209"/>
                  </a:cubicBezTo>
                  <a:cubicBezTo>
                    <a:pt x="3970651" y="29209"/>
                    <a:pt x="3975096" y="29844"/>
                    <a:pt x="3978271" y="31749"/>
                  </a:cubicBezTo>
                  <a:cubicBezTo>
                    <a:pt x="3981446" y="33019"/>
                    <a:pt x="3984621" y="35559"/>
                    <a:pt x="3987161" y="38099"/>
                  </a:cubicBezTo>
                  <a:cubicBezTo>
                    <a:pt x="3989701" y="41274"/>
                    <a:pt x="3990971" y="44449"/>
                    <a:pt x="3992241" y="49529"/>
                  </a:cubicBezTo>
                  <a:cubicBezTo>
                    <a:pt x="3993511" y="53974"/>
                    <a:pt x="3994146" y="59054"/>
                    <a:pt x="3994146" y="64134"/>
                  </a:cubicBezTo>
                  <a:lnTo>
                    <a:pt x="3994146" y="108584"/>
                  </a:lnTo>
                  <a:lnTo>
                    <a:pt x="3978906" y="108584"/>
                  </a:lnTo>
                  <a:lnTo>
                    <a:pt x="3978271" y="108584"/>
                  </a:lnTo>
                  <a:lnTo>
                    <a:pt x="3978271" y="64769"/>
                  </a:lnTo>
                  <a:cubicBezTo>
                    <a:pt x="3978271" y="57784"/>
                    <a:pt x="3977001" y="52069"/>
                    <a:pt x="3974461" y="48894"/>
                  </a:cubicBezTo>
                  <a:cubicBezTo>
                    <a:pt x="3971921" y="45084"/>
                    <a:pt x="3968111" y="43814"/>
                    <a:pt x="3962396" y="43814"/>
                  </a:cubicBezTo>
                  <a:cubicBezTo>
                    <a:pt x="3959856" y="43814"/>
                    <a:pt x="3957951" y="43814"/>
                    <a:pt x="3956046" y="45084"/>
                  </a:cubicBezTo>
                  <a:cubicBezTo>
                    <a:pt x="3954141" y="45719"/>
                    <a:pt x="3952236" y="46989"/>
                    <a:pt x="3950966" y="48894"/>
                  </a:cubicBezTo>
                  <a:cubicBezTo>
                    <a:pt x="3949696" y="50799"/>
                    <a:pt x="3948426" y="52704"/>
                    <a:pt x="3947791" y="55244"/>
                  </a:cubicBezTo>
                  <a:cubicBezTo>
                    <a:pt x="3947156" y="57784"/>
                    <a:pt x="3946521" y="60324"/>
                    <a:pt x="3946521" y="63499"/>
                  </a:cubicBezTo>
                  <a:lnTo>
                    <a:pt x="3946521" y="109219"/>
                  </a:lnTo>
                  <a:lnTo>
                    <a:pt x="3931281" y="109219"/>
                  </a:lnTo>
                  <a:lnTo>
                    <a:pt x="3931281" y="8889"/>
                  </a:lnTo>
                  <a:close/>
                  <a:moveTo>
                    <a:pt x="3248021" y="634"/>
                  </a:moveTo>
                  <a:lnTo>
                    <a:pt x="3248021" y="38099"/>
                  </a:lnTo>
                  <a:cubicBezTo>
                    <a:pt x="3248021" y="38099"/>
                    <a:pt x="3249926" y="35559"/>
                    <a:pt x="3251831" y="34289"/>
                  </a:cubicBezTo>
                  <a:cubicBezTo>
                    <a:pt x="3253101" y="33019"/>
                    <a:pt x="3255006" y="32384"/>
                    <a:pt x="3256276" y="31114"/>
                  </a:cubicBezTo>
                  <a:cubicBezTo>
                    <a:pt x="3258181" y="30479"/>
                    <a:pt x="3260086" y="29844"/>
                    <a:pt x="3261991" y="29209"/>
                  </a:cubicBezTo>
                  <a:cubicBezTo>
                    <a:pt x="3263896" y="29209"/>
                    <a:pt x="3265801" y="29209"/>
                    <a:pt x="3267706" y="29209"/>
                  </a:cubicBezTo>
                  <a:cubicBezTo>
                    <a:pt x="3272151" y="29209"/>
                    <a:pt x="3276596" y="29844"/>
                    <a:pt x="3279771" y="31749"/>
                  </a:cubicBezTo>
                  <a:cubicBezTo>
                    <a:pt x="3282946" y="33019"/>
                    <a:pt x="3286121" y="35559"/>
                    <a:pt x="3288661" y="38099"/>
                  </a:cubicBezTo>
                  <a:cubicBezTo>
                    <a:pt x="3291201" y="41274"/>
                    <a:pt x="3292471" y="44449"/>
                    <a:pt x="3293741" y="49529"/>
                  </a:cubicBezTo>
                  <a:cubicBezTo>
                    <a:pt x="3295011" y="53974"/>
                    <a:pt x="3295646" y="59054"/>
                    <a:pt x="3295646" y="64134"/>
                  </a:cubicBezTo>
                  <a:lnTo>
                    <a:pt x="3295646" y="108584"/>
                  </a:lnTo>
                  <a:lnTo>
                    <a:pt x="3280406" y="108584"/>
                  </a:lnTo>
                  <a:lnTo>
                    <a:pt x="3279771" y="108584"/>
                  </a:lnTo>
                  <a:lnTo>
                    <a:pt x="3279771" y="64769"/>
                  </a:lnTo>
                  <a:cubicBezTo>
                    <a:pt x="3279771" y="57784"/>
                    <a:pt x="3278501" y="52069"/>
                    <a:pt x="3275961" y="48894"/>
                  </a:cubicBezTo>
                  <a:cubicBezTo>
                    <a:pt x="3273421" y="45084"/>
                    <a:pt x="3269611" y="43814"/>
                    <a:pt x="3263896" y="43814"/>
                  </a:cubicBezTo>
                  <a:cubicBezTo>
                    <a:pt x="3261356" y="43814"/>
                    <a:pt x="3259451" y="43814"/>
                    <a:pt x="3257546" y="45084"/>
                  </a:cubicBezTo>
                  <a:cubicBezTo>
                    <a:pt x="3255641" y="45719"/>
                    <a:pt x="3253736" y="46989"/>
                    <a:pt x="3252466" y="48894"/>
                  </a:cubicBezTo>
                  <a:cubicBezTo>
                    <a:pt x="3251196" y="50799"/>
                    <a:pt x="3249926" y="52704"/>
                    <a:pt x="3249291" y="55244"/>
                  </a:cubicBezTo>
                  <a:cubicBezTo>
                    <a:pt x="3248656" y="57784"/>
                    <a:pt x="3248021" y="60324"/>
                    <a:pt x="3248021" y="63499"/>
                  </a:cubicBezTo>
                  <a:lnTo>
                    <a:pt x="3248021" y="109219"/>
                  </a:lnTo>
                  <a:lnTo>
                    <a:pt x="3232781" y="109219"/>
                  </a:lnTo>
                  <a:lnTo>
                    <a:pt x="3232781" y="8889"/>
                  </a:lnTo>
                  <a:close/>
                  <a:moveTo>
                    <a:pt x="2432681" y="634"/>
                  </a:moveTo>
                  <a:lnTo>
                    <a:pt x="2432681" y="38099"/>
                  </a:lnTo>
                  <a:cubicBezTo>
                    <a:pt x="2432681" y="38099"/>
                    <a:pt x="2434586" y="35559"/>
                    <a:pt x="2436491" y="34289"/>
                  </a:cubicBezTo>
                  <a:cubicBezTo>
                    <a:pt x="2437761" y="33019"/>
                    <a:pt x="2439666" y="32384"/>
                    <a:pt x="2440936" y="31114"/>
                  </a:cubicBezTo>
                  <a:cubicBezTo>
                    <a:pt x="2442841" y="30479"/>
                    <a:pt x="2444746" y="29844"/>
                    <a:pt x="2446651" y="29209"/>
                  </a:cubicBezTo>
                  <a:cubicBezTo>
                    <a:pt x="2448556" y="29209"/>
                    <a:pt x="2450461" y="29209"/>
                    <a:pt x="2452366" y="29209"/>
                  </a:cubicBezTo>
                  <a:cubicBezTo>
                    <a:pt x="2456811" y="29209"/>
                    <a:pt x="2461256" y="29844"/>
                    <a:pt x="2464431" y="31749"/>
                  </a:cubicBezTo>
                  <a:cubicBezTo>
                    <a:pt x="2467606" y="33019"/>
                    <a:pt x="2470781" y="35559"/>
                    <a:pt x="2473321" y="38099"/>
                  </a:cubicBezTo>
                  <a:cubicBezTo>
                    <a:pt x="2475861" y="41274"/>
                    <a:pt x="2477131" y="44449"/>
                    <a:pt x="2478401" y="49529"/>
                  </a:cubicBezTo>
                  <a:cubicBezTo>
                    <a:pt x="2479671" y="53974"/>
                    <a:pt x="2480306" y="59054"/>
                    <a:pt x="2480306" y="64134"/>
                  </a:cubicBezTo>
                  <a:lnTo>
                    <a:pt x="2480306" y="108584"/>
                  </a:lnTo>
                  <a:lnTo>
                    <a:pt x="2465066" y="108584"/>
                  </a:lnTo>
                  <a:lnTo>
                    <a:pt x="2464431" y="108584"/>
                  </a:lnTo>
                  <a:lnTo>
                    <a:pt x="2464431" y="64769"/>
                  </a:lnTo>
                  <a:cubicBezTo>
                    <a:pt x="2464431" y="57784"/>
                    <a:pt x="2463161" y="52069"/>
                    <a:pt x="2460621" y="48894"/>
                  </a:cubicBezTo>
                  <a:cubicBezTo>
                    <a:pt x="2458081" y="45084"/>
                    <a:pt x="2454271" y="43814"/>
                    <a:pt x="2448556" y="43814"/>
                  </a:cubicBezTo>
                  <a:cubicBezTo>
                    <a:pt x="2446016" y="43814"/>
                    <a:pt x="2444111" y="43814"/>
                    <a:pt x="2442206" y="45084"/>
                  </a:cubicBezTo>
                  <a:cubicBezTo>
                    <a:pt x="2440301" y="45719"/>
                    <a:pt x="2438396" y="46989"/>
                    <a:pt x="2437126" y="48894"/>
                  </a:cubicBezTo>
                  <a:cubicBezTo>
                    <a:pt x="2435856" y="50799"/>
                    <a:pt x="2434586" y="52704"/>
                    <a:pt x="2433951" y="55244"/>
                  </a:cubicBezTo>
                  <a:cubicBezTo>
                    <a:pt x="2433316" y="57784"/>
                    <a:pt x="2432681" y="60324"/>
                    <a:pt x="2432681" y="63499"/>
                  </a:cubicBezTo>
                  <a:lnTo>
                    <a:pt x="2432681" y="109219"/>
                  </a:lnTo>
                  <a:lnTo>
                    <a:pt x="2417441" y="109219"/>
                  </a:lnTo>
                  <a:lnTo>
                    <a:pt x="2417441" y="8889"/>
                  </a:lnTo>
                  <a:close/>
                  <a:moveTo>
                    <a:pt x="1734181" y="634"/>
                  </a:moveTo>
                  <a:lnTo>
                    <a:pt x="1734181" y="38099"/>
                  </a:lnTo>
                  <a:cubicBezTo>
                    <a:pt x="1734181" y="38099"/>
                    <a:pt x="1736086" y="35559"/>
                    <a:pt x="1737991" y="34289"/>
                  </a:cubicBezTo>
                  <a:cubicBezTo>
                    <a:pt x="1739261" y="33019"/>
                    <a:pt x="1741166" y="32384"/>
                    <a:pt x="1742436" y="31114"/>
                  </a:cubicBezTo>
                  <a:cubicBezTo>
                    <a:pt x="1744341" y="30479"/>
                    <a:pt x="1746246" y="29844"/>
                    <a:pt x="1748151" y="29209"/>
                  </a:cubicBezTo>
                  <a:cubicBezTo>
                    <a:pt x="1750056" y="29209"/>
                    <a:pt x="1751961" y="29209"/>
                    <a:pt x="1753866" y="29209"/>
                  </a:cubicBezTo>
                  <a:cubicBezTo>
                    <a:pt x="1758311" y="29209"/>
                    <a:pt x="1762756" y="29844"/>
                    <a:pt x="1765931" y="31749"/>
                  </a:cubicBezTo>
                  <a:cubicBezTo>
                    <a:pt x="1769106" y="33019"/>
                    <a:pt x="1772281" y="35559"/>
                    <a:pt x="1774821" y="38099"/>
                  </a:cubicBezTo>
                  <a:cubicBezTo>
                    <a:pt x="1777361" y="41274"/>
                    <a:pt x="1778631" y="44449"/>
                    <a:pt x="1779901" y="49529"/>
                  </a:cubicBezTo>
                  <a:cubicBezTo>
                    <a:pt x="1781171" y="53974"/>
                    <a:pt x="1781806" y="59054"/>
                    <a:pt x="1781806" y="64134"/>
                  </a:cubicBezTo>
                  <a:lnTo>
                    <a:pt x="1781806" y="108584"/>
                  </a:lnTo>
                  <a:lnTo>
                    <a:pt x="1766566" y="108584"/>
                  </a:lnTo>
                  <a:lnTo>
                    <a:pt x="1765931" y="108584"/>
                  </a:lnTo>
                  <a:lnTo>
                    <a:pt x="1765931" y="64769"/>
                  </a:lnTo>
                  <a:cubicBezTo>
                    <a:pt x="1765931" y="57784"/>
                    <a:pt x="1764661" y="52069"/>
                    <a:pt x="1762121" y="48894"/>
                  </a:cubicBezTo>
                  <a:cubicBezTo>
                    <a:pt x="1759581" y="45084"/>
                    <a:pt x="1755771" y="43814"/>
                    <a:pt x="1750056" y="43814"/>
                  </a:cubicBezTo>
                  <a:cubicBezTo>
                    <a:pt x="1747516" y="43814"/>
                    <a:pt x="1745611" y="43814"/>
                    <a:pt x="1743706" y="45084"/>
                  </a:cubicBezTo>
                  <a:cubicBezTo>
                    <a:pt x="1741801" y="45719"/>
                    <a:pt x="1739896" y="46989"/>
                    <a:pt x="1738626" y="48894"/>
                  </a:cubicBezTo>
                  <a:cubicBezTo>
                    <a:pt x="1737356" y="50799"/>
                    <a:pt x="1736086" y="52704"/>
                    <a:pt x="1735451" y="55244"/>
                  </a:cubicBezTo>
                  <a:cubicBezTo>
                    <a:pt x="1734816" y="57784"/>
                    <a:pt x="1734181" y="60324"/>
                    <a:pt x="1734181" y="63499"/>
                  </a:cubicBezTo>
                  <a:lnTo>
                    <a:pt x="1734181" y="109219"/>
                  </a:lnTo>
                  <a:lnTo>
                    <a:pt x="1718941" y="109219"/>
                  </a:lnTo>
                  <a:lnTo>
                    <a:pt x="1718941" y="8889"/>
                  </a:lnTo>
                  <a:close/>
                  <a:moveTo>
                    <a:pt x="803275" y="634"/>
                  </a:moveTo>
                  <a:lnTo>
                    <a:pt x="803275" y="38099"/>
                  </a:lnTo>
                  <a:cubicBezTo>
                    <a:pt x="803275" y="38099"/>
                    <a:pt x="805180" y="35559"/>
                    <a:pt x="807085" y="34289"/>
                  </a:cubicBezTo>
                  <a:cubicBezTo>
                    <a:pt x="808355" y="33019"/>
                    <a:pt x="810260" y="32384"/>
                    <a:pt x="811530" y="31114"/>
                  </a:cubicBezTo>
                  <a:cubicBezTo>
                    <a:pt x="813435" y="30479"/>
                    <a:pt x="815340" y="29844"/>
                    <a:pt x="817245" y="29209"/>
                  </a:cubicBezTo>
                  <a:cubicBezTo>
                    <a:pt x="819150" y="29209"/>
                    <a:pt x="821055" y="29209"/>
                    <a:pt x="822960" y="29209"/>
                  </a:cubicBezTo>
                  <a:cubicBezTo>
                    <a:pt x="827405" y="29209"/>
                    <a:pt x="831850" y="29844"/>
                    <a:pt x="835025" y="31749"/>
                  </a:cubicBezTo>
                  <a:cubicBezTo>
                    <a:pt x="838200" y="33019"/>
                    <a:pt x="841375" y="35559"/>
                    <a:pt x="843915" y="38099"/>
                  </a:cubicBezTo>
                  <a:cubicBezTo>
                    <a:pt x="846455" y="41274"/>
                    <a:pt x="847725" y="44449"/>
                    <a:pt x="848995" y="49529"/>
                  </a:cubicBezTo>
                  <a:cubicBezTo>
                    <a:pt x="850265" y="53974"/>
                    <a:pt x="850900" y="59054"/>
                    <a:pt x="850900" y="64134"/>
                  </a:cubicBezTo>
                  <a:lnTo>
                    <a:pt x="850900" y="108584"/>
                  </a:lnTo>
                  <a:lnTo>
                    <a:pt x="835660" y="108584"/>
                  </a:lnTo>
                  <a:lnTo>
                    <a:pt x="835025" y="108584"/>
                  </a:lnTo>
                  <a:lnTo>
                    <a:pt x="835025" y="64769"/>
                  </a:lnTo>
                  <a:cubicBezTo>
                    <a:pt x="835025" y="57784"/>
                    <a:pt x="833755" y="52069"/>
                    <a:pt x="831215" y="48894"/>
                  </a:cubicBezTo>
                  <a:cubicBezTo>
                    <a:pt x="828675" y="45084"/>
                    <a:pt x="824865" y="43814"/>
                    <a:pt x="819150" y="43814"/>
                  </a:cubicBezTo>
                  <a:cubicBezTo>
                    <a:pt x="816610" y="43814"/>
                    <a:pt x="814705" y="43814"/>
                    <a:pt x="812800" y="45084"/>
                  </a:cubicBezTo>
                  <a:cubicBezTo>
                    <a:pt x="810895" y="45719"/>
                    <a:pt x="808990" y="46989"/>
                    <a:pt x="807720" y="48894"/>
                  </a:cubicBezTo>
                  <a:cubicBezTo>
                    <a:pt x="806450" y="50799"/>
                    <a:pt x="805180" y="52704"/>
                    <a:pt x="804545" y="55244"/>
                  </a:cubicBezTo>
                  <a:cubicBezTo>
                    <a:pt x="803910" y="57784"/>
                    <a:pt x="803275" y="60324"/>
                    <a:pt x="803275" y="63499"/>
                  </a:cubicBezTo>
                  <a:lnTo>
                    <a:pt x="803275" y="109219"/>
                  </a:lnTo>
                  <a:lnTo>
                    <a:pt x="788035" y="109219"/>
                  </a:lnTo>
                  <a:lnTo>
                    <a:pt x="788035" y="8889"/>
                  </a:lnTo>
                  <a:close/>
                  <a:moveTo>
                    <a:pt x="104774" y="634"/>
                  </a:moveTo>
                  <a:lnTo>
                    <a:pt x="104774" y="38099"/>
                  </a:lnTo>
                  <a:cubicBezTo>
                    <a:pt x="104774" y="38099"/>
                    <a:pt x="106679" y="35559"/>
                    <a:pt x="108584" y="34289"/>
                  </a:cubicBezTo>
                  <a:cubicBezTo>
                    <a:pt x="109854" y="33019"/>
                    <a:pt x="111759" y="32384"/>
                    <a:pt x="113029" y="31114"/>
                  </a:cubicBezTo>
                  <a:cubicBezTo>
                    <a:pt x="114934" y="30479"/>
                    <a:pt x="116839" y="29844"/>
                    <a:pt x="118744" y="29209"/>
                  </a:cubicBezTo>
                  <a:cubicBezTo>
                    <a:pt x="120649" y="29209"/>
                    <a:pt x="122554" y="29209"/>
                    <a:pt x="124459" y="29209"/>
                  </a:cubicBezTo>
                  <a:cubicBezTo>
                    <a:pt x="128904" y="29209"/>
                    <a:pt x="133349" y="29844"/>
                    <a:pt x="136524" y="31749"/>
                  </a:cubicBezTo>
                  <a:cubicBezTo>
                    <a:pt x="139699" y="33019"/>
                    <a:pt x="142874" y="35559"/>
                    <a:pt x="145414" y="38099"/>
                  </a:cubicBezTo>
                  <a:cubicBezTo>
                    <a:pt x="147954" y="41274"/>
                    <a:pt x="149224" y="44449"/>
                    <a:pt x="150494" y="49529"/>
                  </a:cubicBezTo>
                  <a:cubicBezTo>
                    <a:pt x="151764" y="53974"/>
                    <a:pt x="152399" y="59054"/>
                    <a:pt x="152399" y="64134"/>
                  </a:cubicBezTo>
                  <a:lnTo>
                    <a:pt x="152399" y="108584"/>
                  </a:lnTo>
                  <a:lnTo>
                    <a:pt x="137159" y="108584"/>
                  </a:lnTo>
                  <a:lnTo>
                    <a:pt x="136524" y="108584"/>
                  </a:lnTo>
                  <a:lnTo>
                    <a:pt x="136524" y="64769"/>
                  </a:lnTo>
                  <a:cubicBezTo>
                    <a:pt x="136524" y="57784"/>
                    <a:pt x="135254" y="52069"/>
                    <a:pt x="132714" y="48894"/>
                  </a:cubicBezTo>
                  <a:cubicBezTo>
                    <a:pt x="130174" y="45084"/>
                    <a:pt x="126364" y="43814"/>
                    <a:pt x="120649" y="43814"/>
                  </a:cubicBezTo>
                  <a:cubicBezTo>
                    <a:pt x="118109" y="43814"/>
                    <a:pt x="116204" y="43814"/>
                    <a:pt x="114299" y="45084"/>
                  </a:cubicBezTo>
                  <a:cubicBezTo>
                    <a:pt x="112394" y="45719"/>
                    <a:pt x="110489" y="46989"/>
                    <a:pt x="109219" y="48894"/>
                  </a:cubicBezTo>
                  <a:cubicBezTo>
                    <a:pt x="107949" y="50799"/>
                    <a:pt x="106679" y="52704"/>
                    <a:pt x="106044" y="55244"/>
                  </a:cubicBezTo>
                  <a:cubicBezTo>
                    <a:pt x="105409" y="57784"/>
                    <a:pt x="104774" y="60324"/>
                    <a:pt x="104774" y="63499"/>
                  </a:cubicBezTo>
                  <a:lnTo>
                    <a:pt x="104774" y="109219"/>
                  </a:lnTo>
                  <a:lnTo>
                    <a:pt x="89534" y="109219"/>
                  </a:lnTo>
                  <a:lnTo>
                    <a:pt x="89534" y="8889"/>
                  </a:lnTo>
                  <a:close/>
                  <a:moveTo>
                    <a:pt x="3894450" y="0"/>
                  </a:moveTo>
                  <a:lnTo>
                    <a:pt x="3894450" y="30480"/>
                  </a:lnTo>
                  <a:lnTo>
                    <a:pt x="3913500" y="30480"/>
                  </a:lnTo>
                  <a:lnTo>
                    <a:pt x="3913500" y="44450"/>
                  </a:lnTo>
                  <a:lnTo>
                    <a:pt x="3894450" y="44450"/>
                  </a:lnTo>
                  <a:lnTo>
                    <a:pt x="3894450" y="86995"/>
                  </a:lnTo>
                  <a:cubicBezTo>
                    <a:pt x="3894450" y="86995"/>
                    <a:pt x="3894450" y="90170"/>
                    <a:pt x="3894450" y="91440"/>
                  </a:cubicBezTo>
                  <a:cubicBezTo>
                    <a:pt x="3894450" y="92710"/>
                    <a:pt x="3895085" y="93345"/>
                    <a:pt x="3895720" y="94615"/>
                  </a:cubicBezTo>
                  <a:cubicBezTo>
                    <a:pt x="3896355" y="95250"/>
                    <a:pt x="3896990" y="95885"/>
                    <a:pt x="3898260" y="95885"/>
                  </a:cubicBezTo>
                  <a:cubicBezTo>
                    <a:pt x="3899530" y="95885"/>
                    <a:pt x="3900800" y="95885"/>
                    <a:pt x="3902070" y="95885"/>
                  </a:cubicBezTo>
                  <a:cubicBezTo>
                    <a:pt x="3903975" y="95885"/>
                    <a:pt x="3905880" y="95885"/>
                    <a:pt x="3908420" y="95250"/>
                  </a:cubicBezTo>
                  <a:cubicBezTo>
                    <a:pt x="3910325" y="94615"/>
                    <a:pt x="3912230" y="93980"/>
                    <a:pt x="3913500" y="93345"/>
                  </a:cubicBezTo>
                  <a:lnTo>
                    <a:pt x="3911595" y="106680"/>
                  </a:lnTo>
                  <a:cubicBezTo>
                    <a:pt x="3911595" y="106680"/>
                    <a:pt x="3907785" y="108585"/>
                    <a:pt x="3905245" y="109220"/>
                  </a:cubicBezTo>
                  <a:cubicBezTo>
                    <a:pt x="3902705" y="109855"/>
                    <a:pt x="3900165" y="110490"/>
                    <a:pt x="3896990" y="110490"/>
                  </a:cubicBezTo>
                  <a:cubicBezTo>
                    <a:pt x="3894450" y="110490"/>
                    <a:pt x="3891910" y="110490"/>
                    <a:pt x="3890005" y="109220"/>
                  </a:cubicBezTo>
                  <a:cubicBezTo>
                    <a:pt x="3888100" y="108585"/>
                    <a:pt x="3886195" y="107315"/>
                    <a:pt x="3884290" y="105410"/>
                  </a:cubicBezTo>
                  <a:cubicBezTo>
                    <a:pt x="3882385" y="103505"/>
                    <a:pt x="3881115" y="101600"/>
                    <a:pt x="3880480" y="99060"/>
                  </a:cubicBezTo>
                  <a:cubicBezTo>
                    <a:pt x="3879845" y="96520"/>
                    <a:pt x="3879210" y="93345"/>
                    <a:pt x="3879210" y="89535"/>
                  </a:cubicBezTo>
                  <a:lnTo>
                    <a:pt x="3879210" y="44450"/>
                  </a:lnTo>
                  <a:lnTo>
                    <a:pt x="3868415" y="44450"/>
                  </a:lnTo>
                  <a:lnTo>
                    <a:pt x="3868415" y="30480"/>
                  </a:lnTo>
                  <a:lnTo>
                    <a:pt x="3879210" y="30480"/>
                  </a:lnTo>
                  <a:lnTo>
                    <a:pt x="3879210" y="8255"/>
                  </a:lnTo>
                  <a:close/>
                  <a:moveTo>
                    <a:pt x="3664581" y="0"/>
                  </a:moveTo>
                  <a:lnTo>
                    <a:pt x="3664581" y="30480"/>
                  </a:lnTo>
                  <a:lnTo>
                    <a:pt x="3683631" y="30480"/>
                  </a:lnTo>
                  <a:lnTo>
                    <a:pt x="3683631" y="44450"/>
                  </a:lnTo>
                  <a:lnTo>
                    <a:pt x="3664581" y="44450"/>
                  </a:lnTo>
                  <a:lnTo>
                    <a:pt x="3664581" y="86995"/>
                  </a:lnTo>
                  <a:cubicBezTo>
                    <a:pt x="3664581" y="86995"/>
                    <a:pt x="3664581" y="90170"/>
                    <a:pt x="3664581" y="91440"/>
                  </a:cubicBezTo>
                  <a:cubicBezTo>
                    <a:pt x="3664581" y="92710"/>
                    <a:pt x="3665216" y="93345"/>
                    <a:pt x="3665851" y="94615"/>
                  </a:cubicBezTo>
                  <a:cubicBezTo>
                    <a:pt x="3666486" y="95250"/>
                    <a:pt x="3667121" y="95885"/>
                    <a:pt x="3668391" y="95885"/>
                  </a:cubicBezTo>
                  <a:cubicBezTo>
                    <a:pt x="3669661" y="95885"/>
                    <a:pt x="3670931" y="95885"/>
                    <a:pt x="3672201" y="95885"/>
                  </a:cubicBezTo>
                  <a:cubicBezTo>
                    <a:pt x="3674106" y="95885"/>
                    <a:pt x="3676011" y="95885"/>
                    <a:pt x="3678551" y="95250"/>
                  </a:cubicBezTo>
                  <a:cubicBezTo>
                    <a:pt x="3680456" y="94615"/>
                    <a:pt x="3682361" y="93980"/>
                    <a:pt x="3683631" y="93345"/>
                  </a:cubicBezTo>
                  <a:lnTo>
                    <a:pt x="3681726" y="106680"/>
                  </a:lnTo>
                  <a:cubicBezTo>
                    <a:pt x="3681726" y="106680"/>
                    <a:pt x="3677916" y="108585"/>
                    <a:pt x="3675376" y="109220"/>
                  </a:cubicBezTo>
                  <a:cubicBezTo>
                    <a:pt x="3672836" y="109855"/>
                    <a:pt x="3670296" y="110490"/>
                    <a:pt x="3667121" y="110490"/>
                  </a:cubicBezTo>
                  <a:cubicBezTo>
                    <a:pt x="3664581" y="110490"/>
                    <a:pt x="3662041" y="110490"/>
                    <a:pt x="3660136" y="109220"/>
                  </a:cubicBezTo>
                  <a:cubicBezTo>
                    <a:pt x="3658231" y="108585"/>
                    <a:pt x="3656326" y="107315"/>
                    <a:pt x="3654421" y="105410"/>
                  </a:cubicBezTo>
                  <a:cubicBezTo>
                    <a:pt x="3652516" y="103505"/>
                    <a:pt x="3651246" y="101600"/>
                    <a:pt x="3650611" y="99060"/>
                  </a:cubicBezTo>
                  <a:cubicBezTo>
                    <a:pt x="3649976" y="96520"/>
                    <a:pt x="3649341" y="93345"/>
                    <a:pt x="3649341" y="89535"/>
                  </a:cubicBezTo>
                  <a:lnTo>
                    <a:pt x="3649341" y="44450"/>
                  </a:lnTo>
                  <a:lnTo>
                    <a:pt x="3638546" y="44450"/>
                  </a:lnTo>
                  <a:lnTo>
                    <a:pt x="3638546" y="30480"/>
                  </a:lnTo>
                  <a:lnTo>
                    <a:pt x="3649341" y="30480"/>
                  </a:lnTo>
                  <a:lnTo>
                    <a:pt x="3649341" y="8255"/>
                  </a:lnTo>
                  <a:close/>
                  <a:moveTo>
                    <a:pt x="3610605" y="0"/>
                  </a:moveTo>
                  <a:lnTo>
                    <a:pt x="3610605" y="30480"/>
                  </a:lnTo>
                  <a:lnTo>
                    <a:pt x="3629655" y="30480"/>
                  </a:lnTo>
                  <a:lnTo>
                    <a:pt x="3629655" y="44450"/>
                  </a:lnTo>
                  <a:lnTo>
                    <a:pt x="3610605" y="44450"/>
                  </a:lnTo>
                  <a:lnTo>
                    <a:pt x="3610605" y="86995"/>
                  </a:lnTo>
                  <a:cubicBezTo>
                    <a:pt x="3610605" y="86995"/>
                    <a:pt x="3610605" y="90170"/>
                    <a:pt x="3610605" y="91440"/>
                  </a:cubicBezTo>
                  <a:cubicBezTo>
                    <a:pt x="3610605" y="92710"/>
                    <a:pt x="3611240" y="93345"/>
                    <a:pt x="3611875" y="94615"/>
                  </a:cubicBezTo>
                  <a:cubicBezTo>
                    <a:pt x="3612510" y="95250"/>
                    <a:pt x="3613145" y="95885"/>
                    <a:pt x="3614415" y="95885"/>
                  </a:cubicBezTo>
                  <a:cubicBezTo>
                    <a:pt x="3615685" y="95885"/>
                    <a:pt x="3616955" y="95885"/>
                    <a:pt x="3618225" y="95885"/>
                  </a:cubicBezTo>
                  <a:cubicBezTo>
                    <a:pt x="3620130" y="95885"/>
                    <a:pt x="3622035" y="95885"/>
                    <a:pt x="3624575" y="95250"/>
                  </a:cubicBezTo>
                  <a:cubicBezTo>
                    <a:pt x="3626480" y="94615"/>
                    <a:pt x="3628385" y="93980"/>
                    <a:pt x="3629655" y="93345"/>
                  </a:cubicBezTo>
                  <a:lnTo>
                    <a:pt x="3627750" y="106680"/>
                  </a:lnTo>
                  <a:cubicBezTo>
                    <a:pt x="3627750" y="106680"/>
                    <a:pt x="3623940" y="108585"/>
                    <a:pt x="3621400" y="109220"/>
                  </a:cubicBezTo>
                  <a:cubicBezTo>
                    <a:pt x="3618860" y="109855"/>
                    <a:pt x="3616320" y="110490"/>
                    <a:pt x="3613145" y="110490"/>
                  </a:cubicBezTo>
                  <a:cubicBezTo>
                    <a:pt x="3610605" y="110490"/>
                    <a:pt x="3608065" y="110490"/>
                    <a:pt x="3606160" y="109220"/>
                  </a:cubicBezTo>
                  <a:cubicBezTo>
                    <a:pt x="3604255" y="108585"/>
                    <a:pt x="3602350" y="107315"/>
                    <a:pt x="3600445" y="105410"/>
                  </a:cubicBezTo>
                  <a:cubicBezTo>
                    <a:pt x="3598540" y="103505"/>
                    <a:pt x="3597270" y="101600"/>
                    <a:pt x="3596635" y="99060"/>
                  </a:cubicBezTo>
                  <a:cubicBezTo>
                    <a:pt x="3596000" y="96520"/>
                    <a:pt x="3595365" y="93345"/>
                    <a:pt x="3595365" y="89535"/>
                  </a:cubicBezTo>
                  <a:lnTo>
                    <a:pt x="3595365" y="44450"/>
                  </a:lnTo>
                  <a:lnTo>
                    <a:pt x="3584570" y="44450"/>
                  </a:lnTo>
                  <a:lnTo>
                    <a:pt x="3584570" y="30480"/>
                  </a:lnTo>
                  <a:lnTo>
                    <a:pt x="3595365" y="30480"/>
                  </a:lnTo>
                  <a:lnTo>
                    <a:pt x="3595365" y="8255"/>
                  </a:lnTo>
                  <a:close/>
                  <a:moveTo>
                    <a:pt x="3445505" y="0"/>
                  </a:moveTo>
                  <a:lnTo>
                    <a:pt x="3445505" y="37465"/>
                  </a:lnTo>
                  <a:cubicBezTo>
                    <a:pt x="3445505" y="37465"/>
                    <a:pt x="3448680" y="34925"/>
                    <a:pt x="3449950" y="33655"/>
                  </a:cubicBezTo>
                  <a:cubicBezTo>
                    <a:pt x="3451220" y="33020"/>
                    <a:pt x="3452490" y="31750"/>
                    <a:pt x="3453760" y="31115"/>
                  </a:cubicBezTo>
                  <a:cubicBezTo>
                    <a:pt x="3455030" y="30480"/>
                    <a:pt x="3456935" y="29845"/>
                    <a:pt x="3458840" y="29210"/>
                  </a:cubicBezTo>
                  <a:cubicBezTo>
                    <a:pt x="3460745" y="29210"/>
                    <a:pt x="3463285" y="28575"/>
                    <a:pt x="3465825" y="28575"/>
                  </a:cubicBezTo>
                  <a:cubicBezTo>
                    <a:pt x="3470270" y="28575"/>
                    <a:pt x="3474080" y="29210"/>
                    <a:pt x="3477890" y="31115"/>
                  </a:cubicBezTo>
                  <a:cubicBezTo>
                    <a:pt x="3481700" y="32385"/>
                    <a:pt x="3484875" y="34925"/>
                    <a:pt x="3487415" y="38735"/>
                  </a:cubicBezTo>
                  <a:cubicBezTo>
                    <a:pt x="3489955" y="41910"/>
                    <a:pt x="3492495" y="46355"/>
                    <a:pt x="3493765" y="51435"/>
                  </a:cubicBezTo>
                  <a:cubicBezTo>
                    <a:pt x="3495035" y="56515"/>
                    <a:pt x="3496305" y="62865"/>
                    <a:pt x="3496305" y="70485"/>
                  </a:cubicBezTo>
                  <a:lnTo>
                    <a:pt x="3495670" y="71120"/>
                  </a:lnTo>
                  <a:cubicBezTo>
                    <a:pt x="3495670" y="77470"/>
                    <a:pt x="3495035" y="83820"/>
                    <a:pt x="3493130" y="88265"/>
                  </a:cubicBezTo>
                  <a:cubicBezTo>
                    <a:pt x="3491225" y="93345"/>
                    <a:pt x="3489320" y="97155"/>
                    <a:pt x="3486145" y="100330"/>
                  </a:cubicBezTo>
                  <a:cubicBezTo>
                    <a:pt x="3483605" y="103505"/>
                    <a:pt x="3479795" y="106045"/>
                    <a:pt x="3476620" y="107315"/>
                  </a:cubicBezTo>
                  <a:cubicBezTo>
                    <a:pt x="3472810" y="109220"/>
                    <a:pt x="3469000" y="109855"/>
                    <a:pt x="3465190" y="109855"/>
                  </a:cubicBezTo>
                  <a:cubicBezTo>
                    <a:pt x="3461380" y="109855"/>
                    <a:pt x="3457570" y="109220"/>
                    <a:pt x="3454395" y="107315"/>
                  </a:cubicBezTo>
                  <a:cubicBezTo>
                    <a:pt x="3450585" y="105410"/>
                    <a:pt x="3448045" y="103505"/>
                    <a:pt x="3445505" y="100965"/>
                  </a:cubicBezTo>
                  <a:lnTo>
                    <a:pt x="3445505" y="107950"/>
                  </a:lnTo>
                  <a:lnTo>
                    <a:pt x="3430265" y="107950"/>
                  </a:lnTo>
                  <a:lnTo>
                    <a:pt x="3430265" y="7620"/>
                  </a:lnTo>
                  <a:close/>
                  <a:moveTo>
                    <a:pt x="2380611" y="0"/>
                  </a:moveTo>
                  <a:lnTo>
                    <a:pt x="2380611" y="30480"/>
                  </a:lnTo>
                  <a:lnTo>
                    <a:pt x="2399661" y="30480"/>
                  </a:lnTo>
                  <a:lnTo>
                    <a:pt x="2399661" y="44450"/>
                  </a:lnTo>
                  <a:lnTo>
                    <a:pt x="2380611" y="44450"/>
                  </a:lnTo>
                  <a:lnTo>
                    <a:pt x="2380611" y="86995"/>
                  </a:lnTo>
                  <a:cubicBezTo>
                    <a:pt x="2380611" y="86995"/>
                    <a:pt x="2380611" y="90170"/>
                    <a:pt x="2380611" y="91440"/>
                  </a:cubicBezTo>
                  <a:cubicBezTo>
                    <a:pt x="2380611" y="92710"/>
                    <a:pt x="2381246" y="93345"/>
                    <a:pt x="2381881" y="94615"/>
                  </a:cubicBezTo>
                  <a:cubicBezTo>
                    <a:pt x="2382516" y="95250"/>
                    <a:pt x="2383151" y="95885"/>
                    <a:pt x="2384421" y="95885"/>
                  </a:cubicBezTo>
                  <a:cubicBezTo>
                    <a:pt x="2385691" y="95885"/>
                    <a:pt x="2386961" y="95885"/>
                    <a:pt x="2388231" y="95885"/>
                  </a:cubicBezTo>
                  <a:cubicBezTo>
                    <a:pt x="2390136" y="95885"/>
                    <a:pt x="2392041" y="95885"/>
                    <a:pt x="2394581" y="95250"/>
                  </a:cubicBezTo>
                  <a:cubicBezTo>
                    <a:pt x="2396486" y="94615"/>
                    <a:pt x="2398391" y="93980"/>
                    <a:pt x="2399661" y="93345"/>
                  </a:cubicBezTo>
                  <a:lnTo>
                    <a:pt x="2397756" y="106680"/>
                  </a:lnTo>
                  <a:cubicBezTo>
                    <a:pt x="2397756" y="106680"/>
                    <a:pt x="2393946" y="108585"/>
                    <a:pt x="2391406" y="109220"/>
                  </a:cubicBezTo>
                  <a:cubicBezTo>
                    <a:pt x="2388866" y="109855"/>
                    <a:pt x="2386326" y="110490"/>
                    <a:pt x="2383151" y="110490"/>
                  </a:cubicBezTo>
                  <a:cubicBezTo>
                    <a:pt x="2380611" y="110490"/>
                    <a:pt x="2378071" y="110490"/>
                    <a:pt x="2376166" y="109220"/>
                  </a:cubicBezTo>
                  <a:cubicBezTo>
                    <a:pt x="2374261" y="108585"/>
                    <a:pt x="2372356" y="107315"/>
                    <a:pt x="2370451" y="105410"/>
                  </a:cubicBezTo>
                  <a:cubicBezTo>
                    <a:pt x="2368546" y="103505"/>
                    <a:pt x="2367276" y="101600"/>
                    <a:pt x="2366641" y="99060"/>
                  </a:cubicBezTo>
                  <a:cubicBezTo>
                    <a:pt x="2366006" y="96520"/>
                    <a:pt x="2365371" y="93345"/>
                    <a:pt x="2365371" y="89535"/>
                  </a:cubicBezTo>
                  <a:lnTo>
                    <a:pt x="2365371" y="44450"/>
                  </a:lnTo>
                  <a:lnTo>
                    <a:pt x="2354576" y="44450"/>
                  </a:lnTo>
                  <a:lnTo>
                    <a:pt x="2354576" y="30480"/>
                  </a:lnTo>
                  <a:lnTo>
                    <a:pt x="2365371" y="30480"/>
                  </a:lnTo>
                  <a:lnTo>
                    <a:pt x="2365371" y="8255"/>
                  </a:lnTo>
                  <a:close/>
                  <a:moveTo>
                    <a:pt x="2150741" y="0"/>
                  </a:moveTo>
                  <a:lnTo>
                    <a:pt x="2150741" y="30480"/>
                  </a:lnTo>
                  <a:lnTo>
                    <a:pt x="2169791" y="30480"/>
                  </a:lnTo>
                  <a:lnTo>
                    <a:pt x="2169791" y="44450"/>
                  </a:lnTo>
                  <a:lnTo>
                    <a:pt x="2150741" y="44450"/>
                  </a:lnTo>
                  <a:lnTo>
                    <a:pt x="2150741" y="86995"/>
                  </a:lnTo>
                  <a:cubicBezTo>
                    <a:pt x="2150741" y="86995"/>
                    <a:pt x="2150741" y="90170"/>
                    <a:pt x="2150741" y="91440"/>
                  </a:cubicBezTo>
                  <a:cubicBezTo>
                    <a:pt x="2150741" y="92710"/>
                    <a:pt x="2151376" y="93345"/>
                    <a:pt x="2152011" y="94615"/>
                  </a:cubicBezTo>
                  <a:cubicBezTo>
                    <a:pt x="2152646" y="95250"/>
                    <a:pt x="2153281" y="95885"/>
                    <a:pt x="2154551" y="95885"/>
                  </a:cubicBezTo>
                  <a:cubicBezTo>
                    <a:pt x="2155821" y="95885"/>
                    <a:pt x="2157091" y="95885"/>
                    <a:pt x="2158361" y="95885"/>
                  </a:cubicBezTo>
                  <a:cubicBezTo>
                    <a:pt x="2160266" y="95885"/>
                    <a:pt x="2162171" y="95885"/>
                    <a:pt x="2164711" y="95250"/>
                  </a:cubicBezTo>
                  <a:cubicBezTo>
                    <a:pt x="2166616" y="94615"/>
                    <a:pt x="2168521" y="93980"/>
                    <a:pt x="2169791" y="93345"/>
                  </a:cubicBezTo>
                  <a:lnTo>
                    <a:pt x="2167886" y="106680"/>
                  </a:lnTo>
                  <a:cubicBezTo>
                    <a:pt x="2167886" y="106680"/>
                    <a:pt x="2164076" y="108585"/>
                    <a:pt x="2161536" y="109220"/>
                  </a:cubicBezTo>
                  <a:cubicBezTo>
                    <a:pt x="2158996" y="109855"/>
                    <a:pt x="2156456" y="110490"/>
                    <a:pt x="2153281" y="110490"/>
                  </a:cubicBezTo>
                  <a:cubicBezTo>
                    <a:pt x="2150741" y="110490"/>
                    <a:pt x="2148201" y="110490"/>
                    <a:pt x="2146296" y="109220"/>
                  </a:cubicBezTo>
                  <a:cubicBezTo>
                    <a:pt x="2144391" y="108585"/>
                    <a:pt x="2142486" y="107315"/>
                    <a:pt x="2140581" y="105410"/>
                  </a:cubicBezTo>
                  <a:cubicBezTo>
                    <a:pt x="2138676" y="103505"/>
                    <a:pt x="2137406" y="101600"/>
                    <a:pt x="2136771" y="99060"/>
                  </a:cubicBezTo>
                  <a:cubicBezTo>
                    <a:pt x="2136136" y="96520"/>
                    <a:pt x="2135501" y="93345"/>
                    <a:pt x="2135501" y="89535"/>
                  </a:cubicBezTo>
                  <a:lnTo>
                    <a:pt x="2135501" y="44450"/>
                  </a:lnTo>
                  <a:lnTo>
                    <a:pt x="2124706" y="44450"/>
                  </a:lnTo>
                  <a:lnTo>
                    <a:pt x="2124706" y="30480"/>
                  </a:lnTo>
                  <a:lnTo>
                    <a:pt x="2135501" y="30480"/>
                  </a:lnTo>
                  <a:lnTo>
                    <a:pt x="2135501" y="8255"/>
                  </a:lnTo>
                  <a:close/>
                  <a:moveTo>
                    <a:pt x="2096131" y="0"/>
                  </a:moveTo>
                  <a:lnTo>
                    <a:pt x="2096131" y="30480"/>
                  </a:lnTo>
                  <a:lnTo>
                    <a:pt x="2115181" y="30480"/>
                  </a:lnTo>
                  <a:lnTo>
                    <a:pt x="2115181" y="44450"/>
                  </a:lnTo>
                  <a:lnTo>
                    <a:pt x="2096131" y="44450"/>
                  </a:lnTo>
                  <a:lnTo>
                    <a:pt x="2096131" y="86995"/>
                  </a:lnTo>
                  <a:cubicBezTo>
                    <a:pt x="2096131" y="86995"/>
                    <a:pt x="2096131" y="90170"/>
                    <a:pt x="2096131" y="91440"/>
                  </a:cubicBezTo>
                  <a:cubicBezTo>
                    <a:pt x="2096131" y="92710"/>
                    <a:pt x="2096766" y="93345"/>
                    <a:pt x="2097401" y="94615"/>
                  </a:cubicBezTo>
                  <a:cubicBezTo>
                    <a:pt x="2098036" y="95250"/>
                    <a:pt x="2098671" y="95885"/>
                    <a:pt x="2099941" y="95885"/>
                  </a:cubicBezTo>
                  <a:cubicBezTo>
                    <a:pt x="2101211" y="95885"/>
                    <a:pt x="2102481" y="95885"/>
                    <a:pt x="2103751" y="95885"/>
                  </a:cubicBezTo>
                  <a:cubicBezTo>
                    <a:pt x="2105656" y="95885"/>
                    <a:pt x="2107561" y="95885"/>
                    <a:pt x="2110101" y="95250"/>
                  </a:cubicBezTo>
                  <a:cubicBezTo>
                    <a:pt x="2112006" y="94615"/>
                    <a:pt x="2113911" y="93980"/>
                    <a:pt x="2115181" y="93345"/>
                  </a:cubicBezTo>
                  <a:lnTo>
                    <a:pt x="2113276" y="106680"/>
                  </a:lnTo>
                  <a:cubicBezTo>
                    <a:pt x="2113276" y="106680"/>
                    <a:pt x="2109466" y="108585"/>
                    <a:pt x="2106926" y="109220"/>
                  </a:cubicBezTo>
                  <a:cubicBezTo>
                    <a:pt x="2104386" y="109855"/>
                    <a:pt x="2101846" y="110490"/>
                    <a:pt x="2098671" y="110490"/>
                  </a:cubicBezTo>
                  <a:cubicBezTo>
                    <a:pt x="2096131" y="110490"/>
                    <a:pt x="2093591" y="110490"/>
                    <a:pt x="2091686" y="109220"/>
                  </a:cubicBezTo>
                  <a:cubicBezTo>
                    <a:pt x="2089781" y="108585"/>
                    <a:pt x="2087876" y="107315"/>
                    <a:pt x="2085971" y="105410"/>
                  </a:cubicBezTo>
                  <a:cubicBezTo>
                    <a:pt x="2084066" y="103505"/>
                    <a:pt x="2082796" y="101600"/>
                    <a:pt x="2082161" y="99060"/>
                  </a:cubicBezTo>
                  <a:cubicBezTo>
                    <a:pt x="2081526" y="96520"/>
                    <a:pt x="2080891" y="93345"/>
                    <a:pt x="2080891" y="89535"/>
                  </a:cubicBezTo>
                  <a:lnTo>
                    <a:pt x="2080891" y="44450"/>
                  </a:lnTo>
                  <a:lnTo>
                    <a:pt x="2070096" y="44450"/>
                  </a:lnTo>
                  <a:lnTo>
                    <a:pt x="2070096" y="30480"/>
                  </a:lnTo>
                  <a:lnTo>
                    <a:pt x="2080891" y="30480"/>
                  </a:lnTo>
                  <a:lnTo>
                    <a:pt x="2080891" y="8255"/>
                  </a:lnTo>
                  <a:close/>
                  <a:moveTo>
                    <a:pt x="1931665" y="0"/>
                  </a:moveTo>
                  <a:lnTo>
                    <a:pt x="1931665" y="37465"/>
                  </a:lnTo>
                  <a:cubicBezTo>
                    <a:pt x="1931665" y="37465"/>
                    <a:pt x="1934840" y="34925"/>
                    <a:pt x="1936110" y="33655"/>
                  </a:cubicBezTo>
                  <a:cubicBezTo>
                    <a:pt x="1937380" y="33020"/>
                    <a:pt x="1938650" y="31750"/>
                    <a:pt x="1939920" y="31115"/>
                  </a:cubicBezTo>
                  <a:cubicBezTo>
                    <a:pt x="1941190" y="30480"/>
                    <a:pt x="1943095" y="29845"/>
                    <a:pt x="1945000" y="29210"/>
                  </a:cubicBezTo>
                  <a:cubicBezTo>
                    <a:pt x="1946905" y="29210"/>
                    <a:pt x="1949445" y="28575"/>
                    <a:pt x="1951985" y="28575"/>
                  </a:cubicBezTo>
                  <a:cubicBezTo>
                    <a:pt x="1956430" y="28575"/>
                    <a:pt x="1960240" y="29210"/>
                    <a:pt x="1964050" y="31115"/>
                  </a:cubicBezTo>
                  <a:cubicBezTo>
                    <a:pt x="1967860" y="32385"/>
                    <a:pt x="1971035" y="34925"/>
                    <a:pt x="1973575" y="38735"/>
                  </a:cubicBezTo>
                  <a:cubicBezTo>
                    <a:pt x="1976115" y="41910"/>
                    <a:pt x="1978655" y="46355"/>
                    <a:pt x="1979925" y="51435"/>
                  </a:cubicBezTo>
                  <a:cubicBezTo>
                    <a:pt x="1981195" y="56515"/>
                    <a:pt x="1982465" y="62865"/>
                    <a:pt x="1982465" y="70485"/>
                  </a:cubicBezTo>
                  <a:lnTo>
                    <a:pt x="1981830" y="71120"/>
                  </a:lnTo>
                  <a:cubicBezTo>
                    <a:pt x="1981830" y="77470"/>
                    <a:pt x="1981195" y="83820"/>
                    <a:pt x="1979290" y="88265"/>
                  </a:cubicBezTo>
                  <a:cubicBezTo>
                    <a:pt x="1977385" y="93345"/>
                    <a:pt x="1975480" y="97155"/>
                    <a:pt x="1972305" y="100330"/>
                  </a:cubicBezTo>
                  <a:cubicBezTo>
                    <a:pt x="1969765" y="103505"/>
                    <a:pt x="1965955" y="106045"/>
                    <a:pt x="1962780" y="107315"/>
                  </a:cubicBezTo>
                  <a:cubicBezTo>
                    <a:pt x="1958970" y="109220"/>
                    <a:pt x="1955160" y="109855"/>
                    <a:pt x="1951350" y="109855"/>
                  </a:cubicBezTo>
                  <a:cubicBezTo>
                    <a:pt x="1947540" y="109855"/>
                    <a:pt x="1943730" y="109220"/>
                    <a:pt x="1940555" y="107315"/>
                  </a:cubicBezTo>
                  <a:cubicBezTo>
                    <a:pt x="1936745" y="105410"/>
                    <a:pt x="1934205" y="103505"/>
                    <a:pt x="1931665" y="100965"/>
                  </a:cubicBezTo>
                  <a:lnTo>
                    <a:pt x="1931665" y="107950"/>
                  </a:lnTo>
                  <a:lnTo>
                    <a:pt x="1916425" y="107950"/>
                  </a:lnTo>
                  <a:lnTo>
                    <a:pt x="1916425" y="7620"/>
                  </a:lnTo>
                  <a:close/>
                  <a:moveTo>
                    <a:pt x="1316991" y="0"/>
                  </a:moveTo>
                  <a:lnTo>
                    <a:pt x="1316991" y="30480"/>
                  </a:lnTo>
                  <a:lnTo>
                    <a:pt x="1336041" y="30480"/>
                  </a:lnTo>
                  <a:lnTo>
                    <a:pt x="1336041" y="44450"/>
                  </a:lnTo>
                  <a:lnTo>
                    <a:pt x="1316991" y="44450"/>
                  </a:lnTo>
                  <a:lnTo>
                    <a:pt x="1316991" y="86995"/>
                  </a:lnTo>
                  <a:cubicBezTo>
                    <a:pt x="1316991" y="86995"/>
                    <a:pt x="1316991" y="90170"/>
                    <a:pt x="1316991" y="91440"/>
                  </a:cubicBezTo>
                  <a:cubicBezTo>
                    <a:pt x="1316991" y="92710"/>
                    <a:pt x="1317627" y="93345"/>
                    <a:pt x="1318261" y="94615"/>
                  </a:cubicBezTo>
                  <a:cubicBezTo>
                    <a:pt x="1318896" y="95250"/>
                    <a:pt x="1319531" y="95885"/>
                    <a:pt x="1320801" y="95885"/>
                  </a:cubicBezTo>
                  <a:cubicBezTo>
                    <a:pt x="1322072" y="95885"/>
                    <a:pt x="1323341" y="95885"/>
                    <a:pt x="1324611" y="95885"/>
                  </a:cubicBezTo>
                  <a:cubicBezTo>
                    <a:pt x="1326516" y="95885"/>
                    <a:pt x="1328422" y="95885"/>
                    <a:pt x="1330961" y="95250"/>
                  </a:cubicBezTo>
                  <a:cubicBezTo>
                    <a:pt x="1332867" y="94615"/>
                    <a:pt x="1334772" y="93980"/>
                    <a:pt x="1336041" y="93345"/>
                  </a:cubicBezTo>
                  <a:lnTo>
                    <a:pt x="1334136" y="106680"/>
                  </a:lnTo>
                  <a:cubicBezTo>
                    <a:pt x="1334136" y="106680"/>
                    <a:pt x="1330326" y="108585"/>
                    <a:pt x="1327786" y="109220"/>
                  </a:cubicBezTo>
                  <a:cubicBezTo>
                    <a:pt x="1325246" y="109855"/>
                    <a:pt x="1322706" y="110490"/>
                    <a:pt x="1319531" y="110490"/>
                  </a:cubicBezTo>
                  <a:cubicBezTo>
                    <a:pt x="1316991" y="110490"/>
                    <a:pt x="1314451" y="110490"/>
                    <a:pt x="1312546" y="109220"/>
                  </a:cubicBezTo>
                  <a:cubicBezTo>
                    <a:pt x="1310641" y="108585"/>
                    <a:pt x="1308736" y="107315"/>
                    <a:pt x="1306831" y="105410"/>
                  </a:cubicBezTo>
                  <a:cubicBezTo>
                    <a:pt x="1304926" y="103505"/>
                    <a:pt x="1303656" y="101600"/>
                    <a:pt x="1303021" y="99060"/>
                  </a:cubicBezTo>
                  <a:cubicBezTo>
                    <a:pt x="1302386" y="96520"/>
                    <a:pt x="1301751" y="93345"/>
                    <a:pt x="1301751" y="89535"/>
                  </a:cubicBezTo>
                  <a:lnTo>
                    <a:pt x="1301751" y="44450"/>
                  </a:lnTo>
                  <a:lnTo>
                    <a:pt x="1290956" y="44450"/>
                  </a:lnTo>
                  <a:lnTo>
                    <a:pt x="1290956" y="30480"/>
                  </a:lnTo>
                  <a:lnTo>
                    <a:pt x="1301751" y="30480"/>
                  </a:lnTo>
                  <a:lnTo>
                    <a:pt x="1301751" y="8255"/>
                  </a:lnTo>
                  <a:close/>
                  <a:moveTo>
                    <a:pt x="751206" y="0"/>
                  </a:moveTo>
                  <a:lnTo>
                    <a:pt x="751206" y="30480"/>
                  </a:lnTo>
                  <a:lnTo>
                    <a:pt x="770256" y="30480"/>
                  </a:lnTo>
                  <a:lnTo>
                    <a:pt x="770256" y="44450"/>
                  </a:lnTo>
                  <a:lnTo>
                    <a:pt x="751206" y="44450"/>
                  </a:lnTo>
                  <a:lnTo>
                    <a:pt x="751206" y="86995"/>
                  </a:lnTo>
                  <a:cubicBezTo>
                    <a:pt x="751206" y="86995"/>
                    <a:pt x="751206" y="90170"/>
                    <a:pt x="751206" y="91440"/>
                  </a:cubicBezTo>
                  <a:cubicBezTo>
                    <a:pt x="751206" y="92710"/>
                    <a:pt x="751841" y="93345"/>
                    <a:pt x="752476" y="94615"/>
                  </a:cubicBezTo>
                  <a:cubicBezTo>
                    <a:pt x="753111" y="95250"/>
                    <a:pt x="753746" y="95885"/>
                    <a:pt x="755016" y="95885"/>
                  </a:cubicBezTo>
                  <a:cubicBezTo>
                    <a:pt x="756286" y="95885"/>
                    <a:pt x="757556" y="95885"/>
                    <a:pt x="758826" y="95885"/>
                  </a:cubicBezTo>
                  <a:cubicBezTo>
                    <a:pt x="760731" y="95885"/>
                    <a:pt x="762636" y="95885"/>
                    <a:pt x="765176" y="95250"/>
                  </a:cubicBezTo>
                  <a:cubicBezTo>
                    <a:pt x="767081" y="94615"/>
                    <a:pt x="768986" y="93980"/>
                    <a:pt x="770256" y="93345"/>
                  </a:cubicBezTo>
                  <a:lnTo>
                    <a:pt x="768351" y="106680"/>
                  </a:lnTo>
                  <a:cubicBezTo>
                    <a:pt x="768351" y="106680"/>
                    <a:pt x="764541" y="108585"/>
                    <a:pt x="762001" y="109220"/>
                  </a:cubicBezTo>
                  <a:cubicBezTo>
                    <a:pt x="759461" y="109855"/>
                    <a:pt x="756921" y="110490"/>
                    <a:pt x="753746" y="110490"/>
                  </a:cubicBezTo>
                  <a:cubicBezTo>
                    <a:pt x="751206" y="110490"/>
                    <a:pt x="748666" y="110490"/>
                    <a:pt x="746761" y="109220"/>
                  </a:cubicBezTo>
                  <a:cubicBezTo>
                    <a:pt x="744856" y="108585"/>
                    <a:pt x="742951" y="107315"/>
                    <a:pt x="741045" y="105410"/>
                  </a:cubicBezTo>
                  <a:cubicBezTo>
                    <a:pt x="739141" y="103505"/>
                    <a:pt x="737871" y="101600"/>
                    <a:pt x="737236" y="99060"/>
                  </a:cubicBezTo>
                  <a:cubicBezTo>
                    <a:pt x="736600" y="96520"/>
                    <a:pt x="735966" y="93345"/>
                    <a:pt x="735966" y="89535"/>
                  </a:cubicBezTo>
                  <a:lnTo>
                    <a:pt x="735966" y="44450"/>
                  </a:lnTo>
                  <a:lnTo>
                    <a:pt x="725171" y="44450"/>
                  </a:lnTo>
                  <a:lnTo>
                    <a:pt x="725171" y="30480"/>
                  </a:lnTo>
                  <a:lnTo>
                    <a:pt x="735966" y="30480"/>
                  </a:lnTo>
                  <a:lnTo>
                    <a:pt x="735966" y="8255"/>
                  </a:lnTo>
                  <a:close/>
                  <a:moveTo>
                    <a:pt x="521335" y="0"/>
                  </a:moveTo>
                  <a:lnTo>
                    <a:pt x="521335" y="30480"/>
                  </a:lnTo>
                  <a:lnTo>
                    <a:pt x="540385" y="30480"/>
                  </a:lnTo>
                  <a:lnTo>
                    <a:pt x="540385" y="44450"/>
                  </a:lnTo>
                  <a:lnTo>
                    <a:pt x="521335" y="44450"/>
                  </a:lnTo>
                  <a:lnTo>
                    <a:pt x="521335" y="86995"/>
                  </a:lnTo>
                  <a:cubicBezTo>
                    <a:pt x="521335" y="86995"/>
                    <a:pt x="521335" y="90170"/>
                    <a:pt x="521335" y="91440"/>
                  </a:cubicBezTo>
                  <a:cubicBezTo>
                    <a:pt x="521335" y="92710"/>
                    <a:pt x="521970" y="93345"/>
                    <a:pt x="522605" y="94615"/>
                  </a:cubicBezTo>
                  <a:cubicBezTo>
                    <a:pt x="523240" y="95250"/>
                    <a:pt x="523875" y="95885"/>
                    <a:pt x="525145" y="95885"/>
                  </a:cubicBezTo>
                  <a:cubicBezTo>
                    <a:pt x="526415" y="95885"/>
                    <a:pt x="527685" y="95885"/>
                    <a:pt x="528955" y="95885"/>
                  </a:cubicBezTo>
                  <a:cubicBezTo>
                    <a:pt x="530860" y="95885"/>
                    <a:pt x="532765" y="95885"/>
                    <a:pt x="535305" y="95250"/>
                  </a:cubicBezTo>
                  <a:cubicBezTo>
                    <a:pt x="537210" y="94615"/>
                    <a:pt x="539115" y="93980"/>
                    <a:pt x="540385" y="93345"/>
                  </a:cubicBezTo>
                  <a:lnTo>
                    <a:pt x="538480" y="106680"/>
                  </a:lnTo>
                  <a:cubicBezTo>
                    <a:pt x="538480" y="106680"/>
                    <a:pt x="534670" y="108585"/>
                    <a:pt x="532130" y="109220"/>
                  </a:cubicBezTo>
                  <a:cubicBezTo>
                    <a:pt x="529590" y="109855"/>
                    <a:pt x="527050" y="110490"/>
                    <a:pt x="523875" y="110490"/>
                  </a:cubicBezTo>
                  <a:cubicBezTo>
                    <a:pt x="521335" y="110490"/>
                    <a:pt x="518795" y="110490"/>
                    <a:pt x="516890" y="109220"/>
                  </a:cubicBezTo>
                  <a:cubicBezTo>
                    <a:pt x="514985" y="108585"/>
                    <a:pt x="513080" y="107315"/>
                    <a:pt x="511175" y="105410"/>
                  </a:cubicBezTo>
                  <a:cubicBezTo>
                    <a:pt x="509270" y="103505"/>
                    <a:pt x="508000" y="101600"/>
                    <a:pt x="507365" y="99060"/>
                  </a:cubicBezTo>
                  <a:cubicBezTo>
                    <a:pt x="506730" y="96520"/>
                    <a:pt x="506095" y="93345"/>
                    <a:pt x="506095" y="89535"/>
                  </a:cubicBezTo>
                  <a:lnTo>
                    <a:pt x="506095" y="44450"/>
                  </a:lnTo>
                  <a:lnTo>
                    <a:pt x="495300" y="44450"/>
                  </a:lnTo>
                  <a:lnTo>
                    <a:pt x="495300" y="30480"/>
                  </a:lnTo>
                  <a:lnTo>
                    <a:pt x="506095" y="30480"/>
                  </a:lnTo>
                  <a:lnTo>
                    <a:pt x="506095" y="8255"/>
                  </a:lnTo>
                  <a:close/>
                  <a:moveTo>
                    <a:pt x="466724" y="0"/>
                  </a:moveTo>
                  <a:lnTo>
                    <a:pt x="466724" y="30480"/>
                  </a:lnTo>
                  <a:lnTo>
                    <a:pt x="485774" y="30480"/>
                  </a:lnTo>
                  <a:lnTo>
                    <a:pt x="485774" y="44450"/>
                  </a:lnTo>
                  <a:lnTo>
                    <a:pt x="466724" y="44450"/>
                  </a:lnTo>
                  <a:lnTo>
                    <a:pt x="466724" y="86995"/>
                  </a:lnTo>
                  <a:cubicBezTo>
                    <a:pt x="466724" y="86995"/>
                    <a:pt x="466724" y="90170"/>
                    <a:pt x="466724" y="91440"/>
                  </a:cubicBezTo>
                  <a:cubicBezTo>
                    <a:pt x="466724" y="92710"/>
                    <a:pt x="467359" y="93345"/>
                    <a:pt x="467994" y="94615"/>
                  </a:cubicBezTo>
                  <a:cubicBezTo>
                    <a:pt x="468629" y="95250"/>
                    <a:pt x="469264" y="95885"/>
                    <a:pt x="470534" y="95885"/>
                  </a:cubicBezTo>
                  <a:cubicBezTo>
                    <a:pt x="471804" y="95885"/>
                    <a:pt x="473074" y="95885"/>
                    <a:pt x="474344" y="95885"/>
                  </a:cubicBezTo>
                  <a:cubicBezTo>
                    <a:pt x="476249" y="95885"/>
                    <a:pt x="478154" y="95885"/>
                    <a:pt x="480694" y="95250"/>
                  </a:cubicBezTo>
                  <a:cubicBezTo>
                    <a:pt x="482599" y="94615"/>
                    <a:pt x="484504" y="93980"/>
                    <a:pt x="485774" y="93345"/>
                  </a:cubicBezTo>
                  <a:lnTo>
                    <a:pt x="483869" y="106680"/>
                  </a:lnTo>
                  <a:cubicBezTo>
                    <a:pt x="483869" y="106680"/>
                    <a:pt x="480059" y="108585"/>
                    <a:pt x="477519" y="109220"/>
                  </a:cubicBezTo>
                  <a:cubicBezTo>
                    <a:pt x="474979" y="109855"/>
                    <a:pt x="472439" y="110490"/>
                    <a:pt x="469264" y="110490"/>
                  </a:cubicBezTo>
                  <a:cubicBezTo>
                    <a:pt x="466724" y="110490"/>
                    <a:pt x="464184" y="110490"/>
                    <a:pt x="462279" y="109220"/>
                  </a:cubicBezTo>
                  <a:cubicBezTo>
                    <a:pt x="460374" y="108585"/>
                    <a:pt x="458469" y="107315"/>
                    <a:pt x="456564" y="105410"/>
                  </a:cubicBezTo>
                  <a:cubicBezTo>
                    <a:pt x="454659" y="103505"/>
                    <a:pt x="453389" y="101600"/>
                    <a:pt x="452754" y="99060"/>
                  </a:cubicBezTo>
                  <a:cubicBezTo>
                    <a:pt x="452119" y="96520"/>
                    <a:pt x="451484" y="93345"/>
                    <a:pt x="451484" y="89535"/>
                  </a:cubicBezTo>
                  <a:lnTo>
                    <a:pt x="451484" y="44450"/>
                  </a:lnTo>
                  <a:lnTo>
                    <a:pt x="440689" y="44450"/>
                  </a:lnTo>
                  <a:lnTo>
                    <a:pt x="440689" y="30480"/>
                  </a:lnTo>
                  <a:lnTo>
                    <a:pt x="451484" y="30480"/>
                  </a:lnTo>
                  <a:lnTo>
                    <a:pt x="451484" y="8255"/>
                  </a:lnTo>
                  <a:close/>
                  <a:moveTo>
                    <a:pt x="302259" y="0"/>
                  </a:moveTo>
                  <a:lnTo>
                    <a:pt x="302259" y="37465"/>
                  </a:lnTo>
                  <a:cubicBezTo>
                    <a:pt x="302259" y="37465"/>
                    <a:pt x="305434" y="34925"/>
                    <a:pt x="306704" y="33655"/>
                  </a:cubicBezTo>
                  <a:cubicBezTo>
                    <a:pt x="307974" y="33020"/>
                    <a:pt x="309244" y="31750"/>
                    <a:pt x="310514" y="31115"/>
                  </a:cubicBezTo>
                  <a:cubicBezTo>
                    <a:pt x="311784" y="30480"/>
                    <a:pt x="313689" y="29845"/>
                    <a:pt x="315594" y="29210"/>
                  </a:cubicBezTo>
                  <a:cubicBezTo>
                    <a:pt x="317499" y="29210"/>
                    <a:pt x="320039" y="28575"/>
                    <a:pt x="322579" y="28575"/>
                  </a:cubicBezTo>
                  <a:cubicBezTo>
                    <a:pt x="327024" y="28575"/>
                    <a:pt x="330834" y="29210"/>
                    <a:pt x="334644" y="31115"/>
                  </a:cubicBezTo>
                  <a:cubicBezTo>
                    <a:pt x="338454" y="32385"/>
                    <a:pt x="341629" y="34925"/>
                    <a:pt x="344169" y="38735"/>
                  </a:cubicBezTo>
                  <a:cubicBezTo>
                    <a:pt x="346709" y="41910"/>
                    <a:pt x="349249" y="46355"/>
                    <a:pt x="350519" y="51435"/>
                  </a:cubicBezTo>
                  <a:cubicBezTo>
                    <a:pt x="351789" y="56515"/>
                    <a:pt x="353059" y="62865"/>
                    <a:pt x="353059" y="70485"/>
                  </a:cubicBezTo>
                  <a:lnTo>
                    <a:pt x="352424" y="71120"/>
                  </a:lnTo>
                  <a:cubicBezTo>
                    <a:pt x="352424" y="77470"/>
                    <a:pt x="351789" y="83820"/>
                    <a:pt x="349884" y="88265"/>
                  </a:cubicBezTo>
                  <a:cubicBezTo>
                    <a:pt x="347979" y="93345"/>
                    <a:pt x="346074" y="97155"/>
                    <a:pt x="342899" y="100330"/>
                  </a:cubicBezTo>
                  <a:cubicBezTo>
                    <a:pt x="340359" y="103505"/>
                    <a:pt x="336549" y="106045"/>
                    <a:pt x="333374" y="107315"/>
                  </a:cubicBezTo>
                  <a:cubicBezTo>
                    <a:pt x="329564" y="109220"/>
                    <a:pt x="325754" y="109855"/>
                    <a:pt x="321944" y="109855"/>
                  </a:cubicBezTo>
                  <a:cubicBezTo>
                    <a:pt x="318134" y="109855"/>
                    <a:pt x="314324" y="109220"/>
                    <a:pt x="311149" y="107315"/>
                  </a:cubicBezTo>
                  <a:cubicBezTo>
                    <a:pt x="307339" y="105410"/>
                    <a:pt x="304799" y="103505"/>
                    <a:pt x="302259" y="100965"/>
                  </a:cubicBezTo>
                  <a:lnTo>
                    <a:pt x="302259" y="107950"/>
                  </a:lnTo>
                  <a:lnTo>
                    <a:pt x="287019" y="107950"/>
                  </a:lnTo>
                  <a:lnTo>
                    <a:pt x="287019" y="7620"/>
                  </a:lnTo>
                  <a:close/>
                </a:path>
              </a:pathLst>
            </a:custGeom>
            <a:solidFill>
              <a:schemeClr val="bg2"/>
            </a:solidFill>
            <a:ln w="63500" cap="flat">
              <a:noFill/>
              <a:prstDash val="solid"/>
              <a:miter/>
            </a:ln>
          </p:spPr>
          <p:txBody>
            <a:bodyPr rtlCol="0" anchor="ctr"/>
            <a:lstStyle/>
            <a:p>
              <a:endParaRPr lang="en-US">
                <a:solidFill>
                  <a:schemeClr val="bg1"/>
                </a:solidFill>
              </a:endParaRPr>
            </a:p>
          </p:txBody>
        </p:sp>
      </p:grpSp>
      <p:grpSp>
        <p:nvGrpSpPr>
          <p:cNvPr id="6" name="Group 5">
            <a:extLst>
              <a:ext uri="{FF2B5EF4-FFF2-40B4-BE49-F238E27FC236}">
                <a16:creationId xmlns:a16="http://schemas.microsoft.com/office/drawing/2014/main" id="{2685D981-4029-E7FA-8B11-18D394BA2923}"/>
              </a:ext>
            </a:extLst>
          </p:cNvPr>
          <p:cNvGrpSpPr>
            <a:grpSpLocks noChangeAspect="1"/>
          </p:cNvGrpSpPr>
          <p:nvPr userDrawn="1"/>
        </p:nvGrpSpPr>
        <p:grpSpPr>
          <a:xfrm>
            <a:off x="10562024" y="5167683"/>
            <a:ext cx="1220400" cy="1285398"/>
            <a:chOff x="3913438" y="-99392"/>
            <a:chExt cx="6512821" cy="6859693"/>
          </a:xfrm>
        </p:grpSpPr>
        <p:sp>
          <p:nvSpPr>
            <p:cNvPr id="8" name="Freeform: Shape 7">
              <a:extLst>
                <a:ext uri="{FF2B5EF4-FFF2-40B4-BE49-F238E27FC236}">
                  <a16:creationId xmlns:a16="http://schemas.microsoft.com/office/drawing/2014/main" id="{ABB284A9-7F86-7F5F-FBFB-890629FF0C7B}"/>
                </a:ext>
              </a:extLst>
            </p:cNvPr>
            <p:cNvSpPr/>
            <p:nvPr/>
          </p:nvSpPr>
          <p:spPr>
            <a:xfrm>
              <a:off x="5319751" y="-99392"/>
              <a:ext cx="4303606" cy="1570696"/>
            </a:xfrm>
            <a:custGeom>
              <a:avLst/>
              <a:gdLst>
                <a:gd name="connsiteX0" fmla="*/ 4303607 w 4303606"/>
                <a:gd name="connsiteY0" fmla="*/ 0 h 1570696"/>
                <a:gd name="connsiteX1" fmla="*/ 0 w 4303606"/>
                <a:gd name="connsiteY1" fmla="*/ 1570697 h 1570696"/>
                <a:gd name="connsiteX2" fmla="*/ 4303607 w 4303606"/>
                <a:gd name="connsiteY2" fmla="*/ 810521 h 1570696"/>
                <a:gd name="connsiteX3" fmla="*/ 4303607 w 4303606"/>
                <a:gd name="connsiteY3" fmla="*/ 0 h 1570696"/>
              </a:gdLst>
              <a:ahLst/>
              <a:cxnLst>
                <a:cxn ang="0">
                  <a:pos x="connsiteX0" y="connsiteY0"/>
                </a:cxn>
                <a:cxn ang="0">
                  <a:pos x="connsiteX1" y="connsiteY1"/>
                </a:cxn>
                <a:cxn ang="0">
                  <a:pos x="connsiteX2" y="connsiteY2"/>
                </a:cxn>
                <a:cxn ang="0">
                  <a:pos x="connsiteX3" y="connsiteY3"/>
                </a:cxn>
              </a:cxnLst>
              <a:rect l="l" t="t" r="r" b="b"/>
              <a:pathLst>
                <a:path w="4303606" h="1570696">
                  <a:moveTo>
                    <a:pt x="4303607" y="0"/>
                  </a:moveTo>
                  <a:lnTo>
                    <a:pt x="0" y="1570697"/>
                  </a:lnTo>
                  <a:lnTo>
                    <a:pt x="4303607" y="810521"/>
                  </a:lnTo>
                  <a:lnTo>
                    <a:pt x="4303607" y="0"/>
                  </a:lnTo>
                  <a:close/>
                </a:path>
              </a:pathLst>
            </a:custGeom>
            <a:solidFill>
              <a:srgbClr val="FFE600"/>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sp>
          <p:nvSpPr>
            <p:cNvPr id="9" name="Freeform: Shape 8">
              <a:extLst>
                <a:ext uri="{FF2B5EF4-FFF2-40B4-BE49-F238E27FC236}">
                  <a16:creationId xmlns:a16="http://schemas.microsoft.com/office/drawing/2014/main" id="{E0E5AB5A-4698-308F-13D4-76EFF3ED9F4F}"/>
                </a:ext>
              </a:extLst>
            </p:cNvPr>
            <p:cNvSpPr/>
            <p:nvPr/>
          </p:nvSpPr>
          <p:spPr>
            <a:xfrm>
              <a:off x="5357395" y="2124345"/>
              <a:ext cx="3613052" cy="2176910"/>
            </a:xfrm>
            <a:custGeom>
              <a:avLst/>
              <a:gdLst>
                <a:gd name="connsiteX0" fmla="*/ 652845 w 3613052"/>
                <a:gd name="connsiteY0" fmla="*/ 1676205 h 2176910"/>
                <a:gd name="connsiteX1" fmla="*/ 1741463 w 3613052"/>
                <a:gd name="connsiteY1" fmla="*/ 1676205 h 2176910"/>
                <a:gd name="connsiteX2" fmla="*/ 1741463 w 3613052"/>
                <a:gd name="connsiteY2" fmla="*/ 2176910 h 2176910"/>
                <a:gd name="connsiteX3" fmla="*/ 0 w 3613052"/>
                <a:gd name="connsiteY3" fmla="*/ 2176910 h 2176910"/>
                <a:gd name="connsiteX4" fmla="*/ 0 w 3613052"/>
                <a:gd name="connsiteY4" fmla="*/ 0 h 2176910"/>
                <a:gd name="connsiteX5" fmla="*/ 1234766 w 3613052"/>
                <a:gd name="connsiteY5" fmla="*/ 0 h 2176910"/>
                <a:gd name="connsiteX6" fmla="*/ 1523675 w 3613052"/>
                <a:gd name="connsiteY6" fmla="*/ 500706 h 2176910"/>
                <a:gd name="connsiteX7" fmla="*/ 652910 w 3613052"/>
                <a:gd name="connsiteY7" fmla="*/ 500706 h 2176910"/>
                <a:gd name="connsiteX8" fmla="*/ 652910 w 3613052"/>
                <a:gd name="connsiteY8" fmla="*/ 859953 h 2176910"/>
                <a:gd name="connsiteX9" fmla="*/ 1440050 w 3613052"/>
                <a:gd name="connsiteY9" fmla="*/ 859953 h 2176910"/>
                <a:gd name="connsiteX10" fmla="*/ 1440050 w 3613052"/>
                <a:gd name="connsiteY10" fmla="*/ 1317022 h 2176910"/>
                <a:gd name="connsiteX11" fmla="*/ 652910 w 3613052"/>
                <a:gd name="connsiteY11" fmla="*/ 1317022 h 2176910"/>
                <a:gd name="connsiteX12" fmla="*/ 652910 w 3613052"/>
                <a:gd name="connsiteY12" fmla="*/ 1676205 h 2176910"/>
                <a:gd name="connsiteX13" fmla="*/ 2900485 w 3613052"/>
                <a:gd name="connsiteY13" fmla="*/ 0 h 2176910"/>
                <a:gd name="connsiteX14" fmla="*/ 2530687 w 3613052"/>
                <a:gd name="connsiteY14" fmla="*/ 710418 h 2176910"/>
                <a:gd name="connsiteX15" fmla="*/ 2161801 w 3613052"/>
                <a:gd name="connsiteY15" fmla="*/ 0 h 2176910"/>
                <a:gd name="connsiteX16" fmla="*/ 1439985 w 3613052"/>
                <a:gd name="connsiteY16" fmla="*/ 0 h 2176910"/>
                <a:gd name="connsiteX17" fmla="*/ 2200552 w 3613052"/>
                <a:gd name="connsiteY17" fmla="*/ 1317022 h 2176910"/>
                <a:gd name="connsiteX18" fmla="*/ 2200552 w 3613052"/>
                <a:gd name="connsiteY18" fmla="*/ 2176910 h 2176910"/>
                <a:gd name="connsiteX19" fmla="*/ 2851443 w 3613052"/>
                <a:gd name="connsiteY19" fmla="*/ 2176910 h 2176910"/>
                <a:gd name="connsiteX20" fmla="*/ 2851443 w 3613052"/>
                <a:gd name="connsiteY20" fmla="*/ 1317022 h 2176910"/>
                <a:gd name="connsiteX21" fmla="*/ 3613053 w 3613052"/>
                <a:gd name="connsiteY21" fmla="*/ 0 h 2176910"/>
                <a:gd name="connsiteX22" fmla="*/ 2900485 w 3613052"/>
                <a:gd name="connsiteY22" fmla="*/ 0 h 2176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613052" h="2176910">
                  <a:moveTo>
                    <a:pt x="652845" y="1676205"/>
                  </a:moveTo>
                  <a:lnTo>
                    <a:pt x="1741463" y="1676205"/>
                  </a:lnTo>
                  <a:lnTo>
                    <a:pt x="1741463" y="2176910"/>
                  </a:lnTo>
                  <a:lnTo>
                    <a:pt x="0" y="2176910"/>
                  </a:lnTo>
                  <a:lnTo>
                    <a:pt x="0" y="0"/>
                  </a:lnTo>
                  <a:lnTo>
                    <a:pt x="1234766" y="0"/>
                  </a:lnTo>
                  <a:lnTo>
                    <a:pt x="1523675" y="500706"/>
                  </a:lnTo>
                  <a:lnTo>
                    <a:pt x="652910" y="500706"/>
                  </a:lnTo>
                  <a:lnTo>
                    <a:pt x="652910" y="859953"/>
                  </a:lnTo>
                  <a:lnTo>
                    <a:pt x="1440050" y="859953"/>
                  </a:lnTo>
                  <a:lnTo>
                    <a:pt x="1440050" y="1317022"/>
                  </a:lnTo>
                  <a:lnTo>
                    <a:pt x="652910" y="1317022"/>
                  </a:lnTo>
                  <a:lnTo>
                    <a:pt x="652910" y="1676205"/>
                  </a:lnTo>
                  <a:close/>
                  <a:moveTo>
                    <a:pt x="2900485" y="0"/>
                  </a:moveTo>
                  <a:lnTo>
                    <a:pt x="2530687" y="710418"/>
                  </a:lnTo>
                  <a:lnTo>
                    <a:pt x="2161801" y="0"/>
                  </a:lnTo>
                  <a:lnTo>
                    <a:pt x="1439985" y="0"/>
                  </a:lnTo>
                  <a:lnTo>
                    <a:pt x="2200552" y="1317022"/>
                  </a:lnTo>
                  <a:lnTo>
                    <a:pt x="2200552" y="2176910"/>
                  </a:lnTo>
                  <a:lnTo>
                    <a:pt x="2851443" y="2176910"/>
                  </a:lnTo>
                  <a:lnTo>
                    <a:pt x="2851443" y="1317022"/>
                  </a:lnTo>
                  <a:lnTo>
                    <a:pt x="3613053" y="0"/>
                  </a:lnTo>
                  <a:lnTo>
                    <a:pt x="2900485" y="0"/>
                  </a:lnTo>
                  <a:close/>
                </a:path>
              </a:pathLst>
            </a:custGeom>
            <a:solidFill>
              <a:schemeClr val="bg2"/>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sp>
          <p:nvSpPr>
            <p:cNvPr id="13" name="Freeform: Shape 12">
              <a:extLst>
                <a:ext uri="{FF2B5EF4-FFF2-40B4-BE49-F238E27FC236}">
                  <a16:creationId xmlns:a16="http://schemas.microsoft.com/office/drawing/2014/main" id="{769E603B-2DE7-EDE4-E8C7-0840DD22DB35}"/>
                </a:ext>
              </a:extLst>
            </p:cNvPr>
            <p:cNvSpPr/>
            <p:nvPr/>
          </p:nvSpPr>
          <p:spPr>
            <a:xfrm>
              <a:off x="3913438" y="5111711"/>
              <a:ext cx="6512821" cy="1648590"/>
            </a:xfrm>
            <a:custGeom>
              <a:avLst/>
              <a:gdLst>
                <a:gd name="connsiteX0" fmla="*/ 5071143 w 6512821"/>
                <a:gd name="connsiteY0" fmla="*/ 1396740 h 1648590"/>
                <a:gd name="connsiteX1" fmla="*/ 5069124 w 6512821"/>
                <a:gd name="connsiteY1" fmla="*/ 1438552 h 1648590"/>
                <a:gd name="connsiteX2" fmla="*/ 4777545 w 6512821"/>
                <a:gd name="connsiteY2" fmla="*/ 1438552 h 1648590"/>
                <a:gd name="connsiteX3" fmla="*/ 4880513 w 6512821"/>
                <a:gd name="connsiteY3" fmla="*/ 1533378 h 1648590"/>
                <a:gd name="connsiteX4" fmla="*/ 4964137 w 6512821"/>
                <a:gd name="connsiteY4" fmla="*/ 1499707 h 1648590"/>
                <a:gd name="connsiteX5" fmla="*/ 5049781 w 6512821"/>
                <a:gd name="connsiteY5" fmla="*/ 1572065 h 1648590"/>
                <a:gd name="connsiteX6" fmla="*/ 4875433 w 6512821"/>
                <a:gd name="connsiteY6" fmla="*/ 1648525 h 1648590"/>
                <a:gd name="connsiteX7" fmla="*/ 4654192 w 6512821"/>
                <a:gd name="connsiteY7" fmla="*/ 1398759 h 1648590"/>
                <a:gd name="connsiteX8" fmla="*/ 4867292 w 6512821"/>
                <a:gd name="connsiteY8" fmla="*/ 1146908 h 1648590"/>
                <a:gd name="connsiteX9" fmla="*/ 5071208 w 6512821"/>
                <a:gd name="connsiteY9" fmla="*/ 1396675 h 1648590"/>
                <a:gd name="connsiteX10" fmla="*/ 4779564 w 6512821"/>
                <a:gd name="connsiteY10" fmla="*/ 1344767 h 1648590"/>
                <a:gd name="connsiteX11" fmla="*/ 4950851 w 6512821"/>
                <a:gd name="connsiteY11" fmla="*/ 1344767 h 1648590"/>
                <a:gd name="connsiteX12" fmla="*/ 4863189 w 6512821"/>
                <a:gd name="connsiteY12" fmla="*/ 1254044 h 1648590"/>
                <a:gd name="connsiteX13" fmla="*/ 4779564 w 6512821"/>
                <a:gd name="connsiteY13" fmla="*/ 1344767 h 1648590"/>
                <a:gd name="connsiteX14" fmla="*/ 6512756 w 6512821"/>
                <a:gd name="connsiteY14" fmla="*/ 1396740 h 1648590"/>
                <a:gd name="connsiteX15" fmla="*/ 6510737 w 6512821"/>
                <a:gd name="connsiteY15" fmla="*/ 1438552 h 1648590"/>
                <a:gd name="connsiteX16" fmla="*/ 6219158 w 6512821"/>
                <a:gd name="connsiteY16" fmla="*/ 1438552 h 1648590"/>
                <a:gd name="connsiteX17" fmla="*/ 6322126 w 6512821"/>
                <a:gd name="connsiteY17" fmla="*/ 1533378 h 1648590"/>
                <a:gd name="connsiteX18" fmla="*/ 6405751 w 6512821"/>
                <a:gd name="connsiteY18" fmla="*/ 1499707 h 1648590"/>
                <a:gd name="connsiteX19" fmla="*/ 6491394 w 6512821"/>
                <a:gd name="connsiteY19" fmla="*/ 1572065 h 1648590"/>
                <a:gd name="connsiteX20" fmla="*/ 6317046 w 6512821"/>
                <a:gd name="connsiteY20" fmla="*/ 1648525 h 1648590"/>
                <a:gd name="connsiteX21" fmla="*/ 6095805 w 6512821"/>
                <a:gd name="connsiteY21" fmla="*/ 1398759 h 1648590"/>
                <a:gd name="connsiteX22" fmla="*/ 6308905 w 6512821"/>
                <a:gd name="connsiteY22" fmla="*/ 1146908 h 1648590"/>
                <a:gd name="connsiteX23" fmla="*/ 6512821 w 6512821"/>
                <a:gd name="connsiteY23" fmla="*/ 1396675 h 1648590"/>
                <a:gd name="connsiteX24" fmla="*/ 6221177 w 6512821"/>
                <a:gd name="connsiteY24" fmla="*/ 1344767 h 1648590"/>
                <a:gd name="connsiteX25" fmla="*/ 6392465 w 6512821"/>
                <a:gd name="connsiteY25" fmla="*/ 1344767 h 1648590"/>
                <a:gd name="connsiteX26" fmla="*/ 6304802 w 6512821"/>
                <a:gd name="connsiteY26" fmla="*/ 1254044 h 1648590"/>
                <a:gd name="connsiteX27" fmla="*/ 6221177 w 6512821"/>
                <a:gd name="connsiteY27" fmla="*/ 1344767 h 1648590"/>
                <a:gd name="connsiteX28" fmla="*/ 5978509 w 6512821"/>
                <a:gd name="connsiteY28" fmla="*/ 1467143 h 1648590"/>
                <a:gd name="connsiteX29" fmla="*/ 6058031 w 6512821"/>
                <a:gd name="connsiteY29" fmla="*/ 1542561 h 1648590"/>
                <a:gd name="connsiteX30" fmla="*/ 5866359 w 6512821"/>
                <a:gd name="connsiteY30" fmla="*/ 1648590 h 1648590"/>
                <a:gd name="connsiteX31" fmla="*/ 5637954 w 6512821"/>
                <a:gd name="connsiteY31" fmla="*/ 1398823 h 1648590"/>
                <a:gd name="connsiteX32" fmla="*/ 5868378 w 6512821"/>
                <a:gd name="connsiteY32" fmla="*/ 1146973 h 1648590"/>
                <a:gd name="connsiteX33" fmla="*/ 6056989 w 6512821"/>
                <a:gd name="connsiteY33" fmla="*/ 1250983 h 1648590"/>
                <a:gd name="connsiteX34" fmla="*/ 5975448 w 6512821"/>
                <a:gd name="connsiteY34" fmla="*/ 1333565 h 1648590"/>
                <a:gd name="connsiteX35" fmla="*/ 5867401 w 6512821"/>
                <a:gd name="connsiteY35" fmla="*/ 1266288 h 1648590"/>
                <a:gd name="connsiteX36" fmla="*/ 5766452 w 6512821"/>
                <a:gd name="connsiteY36" fmla="*/ 1396804 h 1648590"/>
                <a:gd name="connsiteX37" fmla="*/ 5868378 w 6512821"/>
                <a:gd name="connsiteY37" fmla="*/ 1528299 h 1648590"/>
                <a:gd name="connsiteX38" fmla="*/ 5978509 w 6512821"/>
                <a:gd name="connsiteY38" fmla="*/ 1467143 h 1648590"/>
                <a:gd name="connsiteX39" fmla="*/ 4869246 w 6512821"/>
                <a:gd name="connsiteY39" fmla="*/ 667825 h 1648590"/>
                <a:gd name="connsiteX40" fmla="*/ 4750973 w 6512821"/>
                <a:gd name="connsiteY40" fmla="*/ 667825 h 1648590"/>
                <a:gd name="connsiteX41" fmla="*/ 4750973 w 6512821"/>
                <a:gd name="connsiteY41" fmla="*/ 634153 h 1648590"/>
                <a:gd name="connsiteX42" fmla="*/ 4638822 w 6512821"/>
                <a:gd name="connsiteY42" fmla="*/ 677984 h 1648590"/>
                <a:gd name="connsiteX43" fmla="*/ 4467535 w 6512821"/>
                <a:gd name="connsiteY43" fmla="*/ 458763 h 1648590"/>
                <a:gd name="connsiteX44" fmla="*/ 4467535 w 6512821"/>
                <a:gd name="connsiteY44" fmla="*/ 186527 h 1648590"/>
                <a:gd name="connsiteX45" fmla="*/ 4587827 w 6512821"/>
                <a:gd name="connsiteY45" fmla="*/ 186527 h 1648590"/>
                <a:gd name="connsiteX46" fmla="*/ 4587827 w 6512821"/>
                <a:gd name="connsiteY46" fmla="*/ 448538 h 1648590"/>
                <a:gd name="connsiteX47" fmla="*/ 4668390 w 6512821"/>
                <a:gd name="connsiteY47" fmla="*/ 562708 h 1648590"/>
                <a:gd name="connsiteX48" fmla="*/ 4748954 w 6512821"/>
                <a:gd name="connsiteY48" fmla="*/ 452576 h 1648590"/>
                <a:gd name="connsiteX49" fmla="*/ 4748954 w 6512821"/>
                <a:gd name="connsiteY49" fmla="*/ 186462 h 1648590"/>
                <a:gd name="connsiteX50" fmla="*/ 4869246 w 6512821"/>
                <a:gd name="connsiteY50" fmla="*/ 186462 h 1648590"/>
                <a:gd name="connsiteX51" fmla="*/ 4869246 w 6512821"/>
                <a:gd name="connsiteY51" fmla="*/ 667695 h 1648590"/>
                <a:gd name="connsiteX52" fmla="*/ 5244449 w 6512821"/>
                <a:gd name="connsiteY52" fmla="*/ 527083 h 1648590"/>
                <a:gd name="connsiteX53" fmla="*/ 5227125 w 6512821"/>
                <a:gd name="connsiteY53" fmla="*/ 649458 h 1648590"/>
                <a:gd name="connsiteX54" fmla="*/ 5128261 w 6512821"/>
                <a:gd name="connsiteY54" fmla="*/ 677984 h 1648590"/>
                <a:gd name="connsiteX55" fmla="*/ 4997744 w 6512821"/>
                <a:gd name="connsiteY55" fmla="*/ 535224 h 1648590"/>
                <a:gd name="connsiteX56" fmla="*/ 4997744 w 6512821"/>
                <a:gd name="connsiteY56" fmla="*/ 301739 h 1648590"/>
                <a:gd name="connsiteX57" fmla="*/ 4928447 w 6512821"/>
                <a:gd name="connsiteY57" fmla="*/ 301739 h 1648590"/>
                <a:gd name="connsiteX58" fmla="*/ 4928447 w 6512821"/>
                <a:gd name="connsiteY58" fmla="*/ 186527 h 1648590"/>
                <a:gd name="connsiteX59" fmla="*/ 4997744 w 6512821"/>
                <a:gd name="connsiteY59" fmla="*/ 186527 h 1648590"/>
                <a:gd name="connsiteX60" fmla="*/ 4997744 w 6512821"/>
                <a:gd name="connsiteY60" fmla="*/ 61155 h 1648590"/>
                <a:gd name="connsiteX61" fmla="*/ 5118035 w 6512821"/>
                <a:gd name="connsiteY61" fmla="*/ 0 h 1648590"/>
                <a:gd name="connsiteX62" fmla="*/ 5118035 w 6512821"/>
                <a:gd name="connsiteY62" fmla="*/ 186592 h 1648590"/>
                <a:gd name="connsiteX63" fmla="*/ 5232205 w 6512821"/>
                <a:gd name="connsiteY63" fmla="*/ 186592 h 1648590"/>
                <a:gd name="connsiteX64" fmla="*/ 5232205 w 6512821"/>
                <a:gd name="connsiteY64" fmla="*/ 301804 h 1648590"/>
                <a:gd name="connsiteX65" fmla="*/ 5118035 w 6512821"/>
                <a:gd name="connsiteY65" fmla="*/ 301804 h 1648590"/>
                <a:gd name="connsiteX66" fmla="*/ 5118035 w 6512821"/>
                <a:gd name="connsiteY66" fmla="*/ 503701 h 1648590"/>
                <a:gd name="connsiteX67" fmla="*/ 5164928 w 6512821"/>
                <a:gd name="connsiteY67" fmla="*/ 560819 h 1648590"/>
                <a:gd name="connsiteX68" fmla="*/ 5244449 w 6512821"/>
                <a:gd name="connsiteY68" fmla="*/ 527148 h 1648590"/>
                <a:gd name="connsiteX69" fmla="*/ 3417407 w 6512821"/>
                <a:gd name="connsiteY69" fmla="*/ 667825 h 1648590"/>
                <a:gd name="connsiteX70" fmla="*/ 3297116 w 6512821"/>
                <a:gd name="connsiteY70" fmla="*/ 667825 h 1648590"/>
                <a:gd name="connsiteX71" fmla="*/ 3297116 w 6512821"/>
                <a:gd name="connsiteY71" fmla="*/ 405814 h 1648590"/>
                <a:gd name="connsiteX72" fmla="*/ 3215575 w 6512821"/>
                <a:gd name="connsiteY72" fmla="*/ 292621 h 1648590"/>
                <a:gd name="connsiteX73" fmla="*/ 3132993 w 6512821"/>
                <a:gd name="connsiteY73" fmla="*/ 402753 h 1648590"/>
                <a:gd name="connsiteX74" fmla="*/ 3132993 w 6512821"/>
                <a:gd name="connsiteY74" fmla="*/ 667825 h 1648590"/>
                <a:gd name="connsiteX75" fmla="*/ 3012701 w 6512821"/>
                <a:gd name="connsiteY75" fmla="*/ 667825 h 1648590"/>
                <a:gd name="connsiteX76" fmla="*/ 3012701 w 6512821"/>
                <a:gd name="connsiteY76" fmla="*/ 61221 h 1648590"/>
                <a:gd name="connsiteX77" fmla="*/ 3132993 w 6512821"/>
                <a:gd name="connsiteY77" fmla="*/ 65 h 1648590"/>
                <a:gd name="connsiteX78" fmla="*/ 3132993 w 6512821"/>
                <a:gd name="connsiteY78" fmla="*/ 220264 h 1648590"/>
                <a:gd name="connsiteX79" fmla="*/ 3246186 w 6512821"/>
                <a:gd name="connsiteY79" fmla="*/ 176432 h 1648590"/>
                <a:gd name="connsiteX80" fmla="*/ 3417473 w 6512821"/>
                <a:gd name="connsiteY80" fmla="*/ 396631 h 1648590"/>
                <a:gd name="connsiteX81" fmla="*/ 3417473 w 6512821"/>
                <a:gd name="connsiteY81" fmla="*/ 667825 h 1648590"/>
                <a:gd name="connsiteX82" fmla="*/ 5564554 w 6512821"/>
                <a:gd name="connsiteY82" fmla="*/ 1638365 h 1648590"/>
                <a:gd name="connsiteX83" fmla="*/ 5440160 w 6512821"/>
                <a:gd name="connsiteY83" fmla="*/ 1638365 h 1648590"/>
                <a:gd name="connsiteX84" fmla="*/ 5440160 w 6512821"/>
                <a:gd name="connsiteY84" fmla="*/ 1376355 h 1648590"/>
                <a:gd name="connsiteX85" fmla="*/ 5357577 w 6512821"/>
                <a:gd name="connsiteY85" fmla="*/ 1264204 h 1648590"/>
                <a:gd name="connsiteX86" fmla="*/ 5273952 w 6512821"/>
                <a:gd name="connsiteY86" fmla="*/ 1373293 h 1648590"/>
                <a:gd name="connsiteX87" fmla="*/ 5273952 w 6512821"/>
                <a:gd name="connsiteY87" fmla="*/ 1638365 h 1648590"/>
                <a:gd name="connsiteX88" fmla="*/ 5149558 w 6512821"/>
                <a:gd name="connsiteY88" fmla="*/ 1638365 h 1648590"/>
                <a:gd name="connsiteX89" fmla="*/ 5149558 w 6512821"/>
                <a:gd name="connsiteY89" fmla="*/ 1157133 h 1648590"/>
                <a:gd name="connsiteX90" fmla="*/ 5273952 w 6512821"/>
                <a:gd name="connsiteY90" fmla="*/ 1157133 h 1648590"/>
                <a:gd name="connsiteX91" fmla="*/ 5273952 w 6512821"/>
                <a:gd name="connsiteY91" fmla="*/ 1189762 h 1648590"/>
                <a:gd name="connsiteX92" fmla="*/ 5391183 w 6512821"/>
                <a:gd name="connsiteY92" fmla="*/ 1146973 h 1648590"/>
                <a:gd name="connsiteX93" fmla="*/ 5564490 w 6512821"/>
                <a:gd name="connsiteY93" fmla="*/ 1366195 h 1648590"/>
                <a:gd name="connsiteX94" fmla="*/ 5564490 w 6512821"/>
                <a:gd name="connsiteY94" fmla="*/ 1638430 h 1648590"/>
                <a:gd name="connsiteX95" fmla="*/ 4008772 w 6512821"/>
                <a:gd name="connsiteY95" fmla="*/ 1115386 h 1648590"/>
                <a:gd name="connsiteX96" fmla="*/ 4080152 w 6512821"/>
                <a:gd name="connsiteY96" fmla="*/ 1044005 h 1648590"/>
                <a:gd name="connsiteX97" fmla="*/ 4008772 w 6512821"/>
                <a:gd name="connsiteY97" fmla="*/ 972624 h 1648590"/>
                <a:gd name="connsiteX98" fmla="*/ 3937391 w 6512821"/>
                <a:gd name="connsiteY98" fmla="*/ 1044005 h 1648590"/>
                <a:gd name="connsiteX99" fmla="*/ 4008772 w 6512821"/>
                <a:gd name="connsiteY99" fmla="*/ 1115386 h 1648590"/>
                <a:gd name="connsiteX100" fmla="*/ 829864 w 6512821"/>
                <a:gd name="connsiteY100" fmla="*/ 1115386 h 1648590"/>
                <a:gd name="connsiteX101" fmla="*/ 901244 w 6512821"/>
                <a:gd name="connsiteY101" fmla="*/ 1044005 h 1648590"/>
                <a:gd name="connsiteX102" fmla="*/ 829864 w 6512821"/>
                <a:gd name="connsiteY102" fmla="*/ 972624 h 1648590"/>
                <a:gd name="connsiteX103" fmla="*/ 758483 w 6512821"/>
                <a:gd name="connsiteY103" fmla="*/ 1044005 h 1648590"/>
                <a:gd name="connsiteX104" fmla="*/ 829864 w 6512821"/>
                <a:gd name="connsiteY104" fmla="*/ 1115386 h 1648590"/>
                <a:gd name="connsiteX105" fmla="*/ 6512756 w 6512821"/>
                <a:gd name="connsiteY105" fmla="*/ 426134 h 1648590"/>
                <a:gd name="connsiteX106" fmla="*/ 6510737 w 6512821"/>
                <a:gd name="connsiteY106" fmla="*/ 467946 h 1648590"/>
                <a:gd name="connsiteX107" fmla="*/ 6219158 w 6512821"/>
                <a:gd name="connsiteY107" fmla="*/ 467946 h 1648590"/>
                <a:gd name="connsiteX108" fmla="*/ 6322126 w 6512821"/>
                <a:gd name="connsiteY108" fmla="*/ 562773 h 1648590"/>
                <a:gd name="connsiteX109" fmla="*/ 6405751 w 6512821"/>
                <a:gd name="connsiteY109" fmla="*/ 529102 h 1648590"/>
                <a:gd name="connsiteX110" fmla="*/ 6491394 w 6512821"/>
                <a:gd name="connsiteY110" fmla="*/ 601459 h 1648590"/>
                <a:gd name="connsiteX111" fmla="*/ 6317046 w 6512821"/>
                <a:gd name="connsiteY111" fmla="*/ 677919 h 1648590"/>
                <a:gd name="connsiteX112" fmla="*/ 6095805 w 6512821"/>
                <a:gd name="connsiteY112" fmla="*/ 428153 h 1648590"/>
                <a:gd name="connsiteX113" fmla="*/ 6308905 w 6512821"/>
                <a:gd name="connsiteY113" fmla="*/ 176302 h 1648590"/>
                <a:gd name="connsiteX114" fmla="*/ 6512821 w 6512821"/>
                <a:gd name="connsiteY114" fmla="*/ 426069 h 1648590"/>
                <a:gd name="connsiteX115" fmla="*/ 6221177 w 6512821"/>
                <a:gd name="connsiteY115" fmla="*/ 374162 h 1648590"/>
                <a:gd name="connsiteX116" fmla="*/ 6392465 w 6512821"/>
                <a:gd name="connsiteY116" fmla="*/ 374162 h 1648590"/>
                <a:gd name="connsiteX117" fmla="*/ 6304802 w 6512821"/>
                <a:gd name="connsiteY117" fmla="*/ 283438 h 1648590"/>
                <a:gd name="connsiteX118" fmla="*/ 6221177 w 6512821"/>
                <a:gd name="connsiteY118" fmla="*/ 374162 h 1648590"/>
                <a:gd name="connsiteX119" fmla="*/ 5702235 w 6512821"/>
                <a:gd name="connsiteY119" fmla="*/ 667825 h 1648590"/>
                <a:gd name="connsiteX120" fmla="*/ 5583963 w 6512821"/>
                <a:gd name="connsiteY120" fmla="*/ 667825 h 1648590"/>
                <a:gd name="connsiteX121" fmla="*/ 5583963 w 6512821"/>
                <a:gd name="connsiteY121" fmla="*/ 634153 h 1648590"/>
                <a:gd name="connsiteX122" fmla="*/ 5471812 w 6512821"/>
                <a:gd name="connsiteY122" fmla="*/ 677984 h 1648590"/>
                <a:gd name="connsiteX123" fmla="*/ 5300525 w 6512821"/>
                <a:gd name="connsiteY123" fmla="*/ 458763 h 1648590"/>
                <a:gd name="connsiteX124" fmla="*/ 5300525 w 6512821"/>
                <a:gd name="connsiteY124" fmla="*/ 186527 h 1648590"/>
                <a:gd name="connsiteX125" fmla="*/ 5420817 w 6512821"/>
                <a:gd name="connsiteY125" fmla="*/ 186527 h 1648590"/>
                <a:gd name="connsiteX126" fmla="*/ 5420817 w 6512821"/>
                <a:gd name="connsiteY126" fmla="*/ 448538 h 1648590"/>
                <a:gd name="connsiteX127" fmla="*/ 5501380 w 6512821"/>
                <a:gd name="connsiteY127" fmla="*/ 562708 h 1648590"/>
                <a:gd name="connsiteX128" fmla="*/ 5581944 w 6512821"/>
                <a:gd name="connsiteY128" fmla="*/ 452576 h 1648590"/>
                <a:gd name="connsiteX129" fmla="*/ 5581944 w 6512821"/>
                <a:gd name="connsiteY129" fmla="*/ 186462 h 1648590"/>
                <a:gd name="connsiteX130" fmla="*/ 5702235 w 6512821"/>
                <a:gd name="connsiteY130" fmla="*/ 186462 h 1648590"/>
                <a:gd name="connsiteX131" fmla="*/ 5702235 w 6512821"/>
                <a:gd name="connsiteY131" fmla="*/ 667695 h 1648590"/>
                <a:gd name="connsiteX132" fmla="*/ 3895579 w 6512821"/>
                <a:gd name="connsiteY132" fmla="*/ 426134 h 1648590"/>
                <a:gd name="connsiteX133" fmla="*/ 3893560 w 6512821"/>
                <a:gd name="connsiteY133" fmla="*/ 467946 h 1648590"/>
                <a:gd name="connsiteX134" fmla="*/ 3601981 w 6512821"/>
                <a:gd name="connsiteY134" fmla="*/ 467946 h 1648590"/>
                <a:gd name="connsiteX135" fmla="*/ 3704949 w 6512821"/>
                <a:gd name="connsiteY135" fmla="*/ 562773 h 1648590"/>
                <a:gd name="connsiteX136" fmla="*/ 3788573 w 6512821"/>
                <a:gd name="connsiteY136" fmla="*/ 529102 h 1648590"/>
                <a:gd name="connsiteX137" fmla="*/ 3874217 w 6512821"/>
                <a:gd name="connsiteY137" fmla="*/ 601459 h 1648590"/>
                <a:gd name="connsiteX138" fmla="*/ 3699868 w 6512821"/>
                <a:gd name="connsiteY138" fmla="*/ 677919 h 1648590"/>
                <a:gd name="connsiteX139" fmla="*/ 3478628 w 6512821"/>
                <a:gd name="connsiteY139" fmla="*/ 428153 h 1648590"/>
                <a:gd name="connsiteX140" fmla="*/ 3691727 w 6512821"/>
                <a:gd name="connsiteY140" fmla="*/ 176302 h 1648590"/>
                <a:gd name="connsiteX141" fmla="*/ 3895644 w 6512821"/>
                <a:gd name="connsiteY141" fmla="*/ 426069 h 1648590"/>
                <a:gd name="connsiteX142" fmla="*/ 3604000 w 6512821"/>
                <a:gd name="connsiteY142" fmla="*/ 374162 h 1648590"/>
                <a:gd name="connsiteX143" fmla="*/ 3775287 w 6512821"/>
                <a:gd name="connsiteY143" fmla="*/ 374162 h 1648590"/>
                <a:gd name="connsiteX144" fmla="*/ 3687624 w 6512821"/>
                <a:gd name="connsiteY144" fmla="*/ 283438 h 1648590"/>
                <a:gd name="connsiteX145" fmla="*/ 3604000 w 6512821"/>
                <a:gd name="connsiteY145" fmla="*/ 374162 h 1648590"/>
                <a:gd name="connsiteX146" fmla="*/ 4579686 w 6512821"/>
                <a:gd name="connsiteY146" fmla="*/ 1638365 h 1648590"/>
                <a:gd name="connsiteX147" fmla="*/ 4455291 w 6512821"/>
                <a:gd name="connsiteY147" fmla="*/ 1638365 h 1648590"/>
                <a:gd name="connsiteX148" fmla="*/ 4455291 w 6512821"/>
                <a:gd name="connsiteY148" fmla="*/ 1606778 h 1648590"/>
                <a:gd name="connsiteX149" fmla="*/ 4346201 w 6512821"/>
                <a:gd name="connsiteY149" fmla="*/ 1648590 h 1648590"/>
                <a:gd name="connsiteX150" fmla="*/ 4148406 w 6512821"/>
                <a:gd name="connsiteY150" fmla="*/ 1393678 h 1648590"/>
                <a:gd name="connsiteX151" fmla="*/ 4343140 w 6512821"/>
                <a:gd name="connsiteY151" fmla="*/ 1146973 h 1648590"/>
                <a:gd name="connsiteX152" fmla="*/ 4455291 w 6512821"/>
                <a:gd name="connsiteY152" fmla="*/ 1185724 h 1648590"/>
                <a:gd name="connsiteX153" fmla="*/ 4455291 w 6512821"/>
                <a:gd name="connsiteY153" fmla="*/ 1031761 h 1648590"/>
                <a:gd name="connsiteX154" fmla="*/ 4579686 w 6512821"/>
                <a:gd name="connsiteY154" fmla="*/ 969564 h 1648590"/>
                <a:gd name="connsiteX155" fmla="*/ 4579686 w 6512821"/>
                <a:gd name="connsiteY155" fmla="*/ 1638365 h 1648590"/>
                <a:gd name="connsiteX156" fmla="*/ 4455356 w 6512821"/>
                <a:gd name="connsiteY156" fmla="*/ 1489547 h 1648590"/>
                <a:gd name="connsiteX157" fmla="*/ 4455356 w 6512821"/>
                <a:gd name="connsiteY157" fmla="*/ 1306016 h 1648590"/>
                <a:gd name="connsiteX158" fmla="*/ 4368670 w 6512821"/>
                <a:gd name="connsiteY158" fmla="*/ 1264204 h 1648590"/>
                <a:gd name="connsiteX159" fmla="*/ 4278924 w 6512821"/>
                <a:gd name="connsiteY159" fmla="*/ 1389575 h 1648590"/>
                <a:gd name="connsiteX160" fmla="*/ 4371731 w 6512821"/>
                <a:gd name="connsiteY160" fmla="*/ 1531294 h 1648590"/>
                <a:gd name="connsiteX161" fmla="*/ 4455356 w 6512821"/>
                <a:gd name="connsiteY161" fmla="*/ 1489482 h 1648590"/>
                <a:gd name="connsiteX162" fmla="*/ 3945532 w 6512821"/>
                <a:gd name="connsiteY162" fmla="*/ 1157198 h 1648590"/>
                <a:gd name="connsiteX163" fmla="*/ 3945532 w 6512821"/>
                <a:gd name="connsiteY163" fmla="*/ 1638430 h 1648590"/>
                <a:gd name="connsiteX164" fmla="*/ 4069927 w 6512821"/>
                <a:gd name="connsiteY164" fmla="*/ 1638430 h 1648590"/>
                <a:gd name="connsiteX165" fmla="*/ 4069927 w 6512821"/>
                <a:gd name="connsiteY165" fmla="*/ 1157198 h 1648590"/>
                <a:gd name="connsiteX166" fmla="*/ 3945532 w 6512821"/>
                <a:gd name="connsiteY166" fmla="*/ 1157198 h 1648590"/>
                <a:gd name="connsiteX167" fmla="*/ 3873175 w 6512821"/>
                <a:gd name="connsiteY167" fmla="*/ 985911 h 1648590"/>
                <a:gd name="connsiteX168" fmla="*/ 3873175 w 6512821"/>
                <a:gd name="connsiteY168" fmla="*/ 1085817 h 1648590"/>
                <a:gd name="connsiteX169" fmla="*/ 3812019 w 6512821"/>
                <a:gd name="connsiteY169" fmla="*/ 1076634 h 1648590"/>
                <a:gd name="connsiteX170" fmla="*/ 3760047 w 6512821"/>
                <a:gd name="connsiteY170" fmla="*/ 1118447 h 1648590"/>
                <a:gd name="connsiteX171" fmla="*/ 3760047 w 6512821"/>
                <a:gd name="connsiteY171" fmla="*/ 1157198 h 1648590"/>
                <a:gd name="connsiteX172" fmla="*/ 3863015 w 6512821"/>
                <a:gd name="connsiteY172" fmla="*/ 1157198 h 1648590"/>
                <a:gd name="connsiteX173" fmla="*/ 3863015 w 6512821"/>
                <a:gd name="connsiteY173" fmla="*/ 1273452 h 1648590"/>
                <a:gd name="connsiteX174" fmla="*/ 3760047 w 6512821"/>
                <a:gd name="connsiteY174" fmla="*/ 1273452 h 1648590"/>
                <a:gd name="connsiteX175" fmla="*/ 3760047 w 6512821"/>
                <a:gd name="connsiteY175" fmla="*/ 1638430 h 1648590"/>
                <a:gd name="connsiteX176" fmla="*/ 3635652 w 6512821"/>
                <a:gd name="connsiteY176" fmla="*/ 1638430 h 1648590"/>
                <a:gd name="connsiteX177" fmla="*/ 3635652 w 6512821"/>
                <a:gd name="connsiteY177" fmla="*/ 1273452 h 1648590"/>
                <a:gd name="connsiteX178" fmla="*/ 3568375 w 6512821"/>
                <a:gd name="connsiteY178" fmla="*/ 1273452 h 1648590"/>
                <a:gd name="connsiteX179" fmla="*/ 3568375 w 6512821"/>
                <a:gd name="connsiteY179" fmla="*/ 1157198 h 1648590"/>
                <a:gd name="connsiteX180" fmla="*/ 3635652 w 6512821"/>
                <a:gd name="connsiteY180" fmla="*/ 1157198 h 1648590"/>
                <a:gd name="connsiteX181" fmla="*/ 3635652 w 6512821"/>
                <a:gd name="connsiteY181" fmla="*/ 1099104 h 1648590"/>
                <a:gd name="connsiteX182" fmla="*/ 3782451 w 6512821"/>
                <a:gd name="connsiteY182" fmla="*/ 972690 h 1648590"/>
                <a:gd name="connsiteX183" fmla="*/ 3873175 w 6512821"/>
                <a:gd name="connsiteY183" fmla="*/ 985976 h 1648590"/>
                <a:gd name="connsiteX184" fmla="*/ 3507154 w 6512821"/>
                <a:gd name="connsiteY184" fmla="*/ 1638365 h 1648590"/>
                <a:gd name="connsiteX185" fmla="*/ 3382759 w 6512821"/>
                <a:gd name="connsiteY185" fmla="*/ 1638365 h 1648590"/>
                <a:gd name="connsiteX186" fmla="*/ 3382759 w 6512821"/>
                <a:gd name="connsiteY186" fmla="*/ 1376355 h 1648590"/>
                <a:gd name="connsiteX187" fmla="*/ 3300177 w 6512821"/>
                <a:gd name="connsiteY187" fmla="*/ 1264204 h 1648590"/>
                <a:gd name="connsiteX188" fmla="*/ 3216552 w 6512821"/>
                <a:gd name="connsiteY188" fmla="*/ 1373293 h 1648590"/>
                <a:gd name="connsiteX189" fmla="*/ 3216552 w 6512821"/>
                <a:gd name="connsiteY189" fmla="*/ 1638365 h 1648590"/>
                <a:gd name="connsiteX190" fmla="*/ 3092157 w 6512821"/>
                <a:gd name="connsiteY190" fmla="*/ 1638365 h 1648590"/>
                <a:gd name="connsiteX191" fmla="*/ 3092157 w 6512821"/>
                <a:gd name="connsiteY191" fmla="*/ 1157133 h 1648590"/>
                <a:gd name="connsiteX192" fmla="*/ 3216552 w 6512821"/>
                <a:gd name="connsiteY192" fmla="*/ 1157133 h 1648590"/>
                <a:gd name="connsiteX193" fmla="*/ 3216552 w 6512821"/>
                <a:gd name="connsiteY193" fmla="*/ 1189762 h 1648590"/>
                <a:gd name="connsiteX194" fmla="*/ 3333783 w 6512821"/>
                <a:gd name="connsiteY194" fmla="*/ 1146973 h 1648590"/>
                <a:gd name="connsiteX195" fmla="*/ 3507089 w 6512821"/>
                <a:gd name="connsiteY195" fmla="*/ 1366195 h 1648590"/>
                <a:gd name="connsiteX196" fmla="*/ 3507089 w 6512821"/>
                <a:gd name="connsiteY196" fmla="*/ 1638430 h 1648590"/>
                <a:gd name="connsiteX197" fmla="*/ 2792437 w 6512821"/>
                <a:gd name="connsiteY197" fmla="*/ 1146973 h 1648590"/>
                <a:gd name="connsiteX198" fmla="*/ 2567094 w 6512821"/>
                <a:gd name="connsiteY198" fmla="*/ 1397782 h 1648590"/>
                <a:gd name="connsiteX199" fmla="*/ 2792437 w 6512821"/>
                <a:gd name="connsiteY199" fmla="*/ 1648590 h 1648590"/>
                <a:gd name="connsiteX200" fmla="*/ 3017781 w 6512821"/>
                <a:gd name="connsiteY200" fmla="*/ 1397782 h 1648590"/>
                <a:gd name="connsiteX201" fmla="*/ 2792437 w 6512821"/>
                <a:gd name="connsiteY201" fmla="*/ 1146973 h 1648590"/>
                <a:gd name="connsiteX202" fmla="*/ 2792437 w 6512821"/>
                <a:gd name="connsiteY202" fmla="*/ 1528299 h 1648590"/>
                <a:gd name="connsiteX203" fmla="*/ 2695592 w 6512821"/>
                <a:gd name="connsiteY203" fmla="*/ 1397782 h 1648590"/>
                <a:gd name="connsiteX204" fmla="*/ 2792437 w 6512821"/>
                <a:gd name="connsiteY204" fmla="*/ 1266288 h 1648590"/>
                <a:gd name="connsiteX205" fmla="*/ 2889283 w 6512821"/>
                <a:gd name="connsiteY205" fmla="*/ 1397782 h 1648590"/>
                <a:gd name="connsiteX206" fmla="*/ 2792437 w 6512821"/>
                <a:gd name="connsiteY206" fmla="*/ 1528299 h 1648590"/>
                <a:gd name="connsiteX207" fmla="*/ 2446802 w 6512821"/>
                <a:gd name="connsiteY207" fmla="*/ 1467143 h 1648590"/>
                <a:gd name="connsiteX208" fmla="*/ 2526323 w 6512821"/>
                <a:gd name="connsiteY208" fmla="*/ 1542561 h 1648590"/>
                <a:gd name="connsiteX209" fmla="*/ 2334651 w 6512821"/>
                <a:gd name="connsiteY209" fmla="*/ 1648590 h 1648590"/>
                <a:gd name="connsiteX210" fmla="*/ 2106246 w 6512821"/>
                <a:gd name="connsiteY210" fmla="*/ 1398823 h 1648590"/>
                <a:gd name="connsiteX211" fmla="*/ 2336670 w 6512821"/>
                <a:gd name="connsiteY211" fmla="*/ 1146973 h 1648590"/>
                <a:gd name="connsiteX212" fmla="*/ 2525281 w 6512821"/>
                <a:gd name="connsiteY212" fmla="*/ 1250983 h 1648590"/>
                <a:gd name="connsiteX213" fmla="*/ 2443741 w 6512821"/>
                <a:gd name="connsiteY213" fmla="*/ 1333565 h 1648590"/>
                <a:gd name="connsiteX214" fmla="*/ 2335693 w 6512821"/>
                <a:gd name="connsiteY214" fmla="*/ 1266288 h 1648590"/>
                <a:gd name="connsiteX215" fmla="*/ 2234744 w 6512821"/>
                <a:gd name="connsiteY215" fmla="*/ 1396804 h 1648590"/>
                <a:gd name="connsiteX216" fmla="*/ 2336670 w 6512821"/>
                <a:gd name="connsiteY216" fmla="*/ 1528299 h 1648590"/>
                <a:gd name="connsiteX217" fmla="*/ 2446802 w 6512821"/>
                <a:gd name="connsiteY217" fmla="*/ 1467143 h 1648590"/>
                <a:gd name="connsiteX218" fmla="*/ 1803530 w 6512821"/>
                <a:gd name="connsiteY218" fmla="*/ 1638365 h 1648590"/>
                <a:gd name="connsiteX219" fmla="*/ 1679135 w 6512821"/>
                <a:gd name="connsiteY219" fmla="*/ 1638365 h 1648590"/>
                <a:gd name="connsiteX220" fmla="*/ 1679135 w 6512821"/>
                <a:gd name="connsiteY220" fmla="*/ 1376355 h 1648590"/>
                <a:gd name="connsiteX221" fmla="*/ 1596553 w 6512821"/>
                <a:gd name="connsiteY221" fmla="*/ 1264204 h 1648590"/>
                <a:gd name="connsiteX222" fmla="*/ 1511951 w 6512821"/>
                <a:gd name="connsiteY222" fmla="*/ 1373293 h 1648590"/>
                <a:gd name="connsiteX223" fmla="*/ 1511951 w 6512821"/>
                <a:gd name="connsiteY223" fmla="*/ 1638365 h 1648590"/>
                <a:gd name="connsiteX224" fmla="*/ 1387557 w 6512821"/>
                <a:gd name="connsiteY224" fmla="*/ 1638365 h 1648590"/>
                <a:gd name="connsiteX225" fmla="*/ 1387557 w 6512821"/>
                <a:gd name="connsiteY225" fmla="*/ 1031761 h 1648590"/>
                <a:gd name="connsiteX226" fmla="*/ 1511951 w 6512821"/>
                <a:gd name="connsiteY226" fmla="*/ 969564 h 1648590"/>
                <a:gd name="connsiteX227" fmla="*/ 1511951 w 6512821"/>
                <a:gd name="connsiteY227" fmla="*/ 1189762 h 1648590"/>
                <a:gd name="connsiteX228" fmla="*/ 1632243 w 6512821"/>
                <a:gd name="connsiteY228" fmla="*/ 1146973 h 1648590"/>
                <a:gd name="connsiteX229" fmla="*/ 1803530 w 6512821"/>
                <a:gd name="connsiteY229" fmla="*/ 1366195 h 1648590"/>
                <a:gd name="connsiteX230" fmla="*/ 1803530 w 6512821"/>
                <a:gd name="connsiteY230" fmla="*/ 1638430 h 1648590"/>
                <a:gd name="connsiteX231" fmla="*/ 1311031 w 6512821"/>
                <a:gd name="connsiteY231" fmla="*/ 1493650 h 1648590"/>
                <a:gd name="connsiteX232" fmla="*/ 1292665 w 6512821"/>
                <a:gd name="connsiteY232" fmla="*/ 1619022 h 1648590"/>
                <a:gd name="connsiteX233" fmla="*/ 1173350 w 6512821"/>
                <a:gd name="connsiteY233" fmla="*/ 1648590 h 1648590"/>
                <a:gd name="connsiteX234" fmla="*/ 1043875 w 6512821"/>
                <a:gd name="connsiteY234" fmla="*/ 1504852 h 1648590"/>
                <a:gd name="connsiteX235" fmla="*/ 1043875 w 6512821"/>
                <a:gd name="connsiteY235" fmla="*/ 1273387 h 1648590"/>
                <a:gd name="connsiteX236" fmla="*/ 960250 w 6512821"/>
                <a:gd name="connsiteY236" fmla="*/ 1273387 h 1648590"/>
                <a:gd name="connsiteX237" fmla="*/ 960250 w 6512821"/>
                <a:gd name="connsiteY237" fmla="*/ 1157133 h 1648590"/>
                <a:gd name="connsiteX238" fmla="*/ 1043875 w 6512821"/>
                <a:gd name="connsiteY238" fmla="*/ 1157133 h 1648590"/>
                <a:gd name="connsiteX239" fmla="*/ 1043875 w 6512821"/>
                <a:gd name="connsiteY239" fmla="*/ 1031761 h 1648590"/>
                <a:gd name="connsiteX240" fmla="*/ 1168270 w 6512821"/>
                <a:gd name="connsiteY240" fmla="*/ 969564 h 1648590"/>
                <a:gd name="connsiteX241" fmla="*/ 1168270 w 6512821"/>
                <a:gd name="connsiteY241" fmla="*/ 1157133 h 1648590"/>
                <a:gd name="connsiteX242" fmla="*/ 1308947 w 6512821"/>
                <a:gd name="connsiteY242" fmla="*/ 1157133 h 1648590"/>
                <a:gd name="connsiteX243" fmla="*/ 1308947 w 6512821"/>
                <a:gd name="connsiteY243" fmla="*/ 1273387 h 1648590"/>
                <a:gd name="connsiteX244" fmla="*/ 1168270 w 6512821"/>
                <a:gd name="connsiteY244" fmla="*/ 1273387 h 1648590"/>
                <a:gd name="connsiteX245" fmla="*/ 1168270 w 6512821"/>
                <a:gd name="connsiteY245" fmla="*/ 1471181 h 1648590"/>
                <a:gd name="connsiteX246" fmla="*/ 1214120 w 6512821"/>
                <a:gd name="connsiteY246" fmla="*/ 1529275 h 1648590"/>
                <a:gd name="connsiteX247" fmla="*/ 1310966 w 6512821"/>
                <a:gd name="connsiteY247" fmla="*/ 1493585 h 1648590"/>
                <a:gd name="connsiteX248" fmla="*/ 767666 w 6512821"/>
                <a:gd name="connsiteY248" fmla="*/ 1157198 h 1648590"/>
                <a:gd name="connsiteX249" fmla="*/ 767666 w 6512821"/>
                <a:gd name="connsiteY249" fmla="*/ 1638430 h 1648590"/>
                <a:gd name="connsiteX250" fmla="*/ 892061 w 6512821"/>
                <a:gd name="connsiteY250" fmla="*/ 1638430 h 1648590"/>
                <a:gd name="connsiteX251" fmla="*/ 892061 w 6512821"/>
                <a:gd name="connsiteY251" fmla="*/ 1157198 h 1648590"/>
                <a:gd name="connsiteX252" fmla="*/ 767666 w 6512821"/>
                <a:gd name="connsiteY252" fmla="*/ 1157198 h 1648590"/>
                <a:gd name="connsiteX253" fmla="*/ 702408 w 6512821"/>
                <a:gd name="connsiteY253" fmla="*/ 1157198 h 1648590"/>
                <a:gd name="connsiteX254" fmla="*/ 550529 w 6512821"/>
                <a:gd name="connsiteY254" fmla="*/ 1638430 h 1648590"/>
                <a:gd name="connsiteX255" fmla="*/ 436359 w 6512821"/>
                <a:gd name="connsiteY255" fmla="*/ 1638430 h 1648590"/>
                <a:gd name="connsiteX256" fmla="*/ 354819 w 6512821"/>
                <a:gd name="connsiteY256" fmla="*/ 1345809 h 1648590"/>
                <a:gd name="connsiteX257" fmla="*/ 272236 w 6512821"/>
                <a:gd name="connsiteY257" fmla="*/ 1638430 h 1648590"/>
                <a:gd name="connsiteX258" fmla="*/ 158066 w 6512821"/>
                <a:gd name="connsiteY258" fmla="*/ 1638430 h 1648590"/>
                <a:gd name="connsiteX259" fmla="*/ 7099 w 6512821"/>
                <a:gd name="connsiteY259" fmla="*/ 1157198 h 1648590"/>
                <a:gd name="connsiteX260" fmla="*/ 145757 w 6512821"/>
                <a:gd name="connsiteY260" fmla="*/ 1157198 h 1648590"/>
                <a:gd name="connsiteX261" fmla="*/ 218114 w 6512821"/>
                <a:gd name="connsiteY261" fmla="*/ 1436533 h 1648590"/>
                <a:gd name="connsiteX262" fmla="*/ 299655 w 6512821"/>
                <a:gd name="connsiteY262" fmla="*/ 1157198 h 1648590"/>
                <a:gd name="connsiteX263" fmla="*/ 412848 w 6512821"/>
                <a:gd name="connsiteY263" fmla="*/ 1157198 h 1648590"/>
                <a:gd name="connsiteX264" fmla="*/ 494388 w 6512821"/>
                <a:gd name="connsiteY264" fmla="*/ 1436533 h 1648590"/>
                <a:gd name="connsiteX265" fmla="*/ 567788 w 6512821"/>
                <a:gd name="connsiteY265" fmla="*/ 1157198 h 1648590"/>
                <a:gd name="connsiteX266" fmla="*/ 702343 w 6512821"/>
                <a:gd name="connsiteY266" fmla="*/ 1157198 h 1648590"/>
                <a:gd name="connsiteX267" fmla="*/ 4436990 w 6512821"/>
                <a:gd name="connsiteY267" fmla="*/ 16282 h 1648590"/>
                <a:gd name="connsiteX268" fmla="*/ 4436990 w 6512821"/>
                <a:gd name="connsiteY268" fmla="*/ 115147 h 1648590"/>
                <a:gd name="connsiteX269" fmla="*/ 4374792 w 6512821"/>
                <a:gd name="connsiteY269" fmla="*/ 104921 h 1648590"/>
                <a:gd name="connsiteX270" fmla="*/ 4322820 w 6512821"/>
                <a:gd name="connsiteY270" fmla="*/ 144715 h 1648590"/>
                <a:gd name="connsiteX271" fmla="*/ 4322820 w 6512821"/>
                <a:gd name="connsiteY271" fmla="*/ 186527 h 1648590"/>
                <a:gd name="connsiteX272" fmla="*/ 4404361 w 6512821"/>
                <a:gd name="connsiteY272" fmla="*/ 186527 h 1648590"/>
                <a:gd name="connsiteX273" fmla="*/ 4404361 w 6512821"/>
                <a:gd name="connsiteY273" fmla="*/ 302781 h 1648590"/>
                <a:gd name="connsiteX274" fmla="*/ 4322820 w 6512821"/>
                <a:gd name="connsiteY274" fmla="*/ 302781 h 1648590"/>
                <a:gd name="connsiteX275" fmla="*/ 4322820 w 6512821"/>
                <a:gd name="connsiteY275" fmla="*/ 667759 h 1648590"/>
                <a:gd name="connsiteX276" fmla="*/ 4202528 w 6512821"/>
                <a:gd name="connsiteY276" fmla="*/ 667759 h 1648590"/>
                <a:gd name="connsiteX277" fmla="*/ 4202528 w 6512821"/>
                <a:gd name="connsiteY277" fmla="*/ 302781 h 1648590"/>
                <a:gd name="connsiteX278" fmla="*/ 4143392 w 6512821"/>
                <a:gd name="connsiteY278" fmla="*/ 302781 h 1648590"/>
                <a:gd name="connsiteX279" fmla="*/ 4143392 w 6512821"/>
                <a:gd name="connsiteY279" fmla="*/ 186527 h 1648590"/>
                <a:gd name="connsiteX280" fmla="*/ 4202528 w 6512821"/>
                <a:gd name="connsiteY280" fmla="*/ 186527 h 1648590"/>
                <a:gd name="connsiteX281" fmla="*/ 4202528 w 6512821"/>
                <a:gd name="connsiteY281" fmla="*/ 128433 h 1648590"/>
                <a:gd name="connsiteX282" fmla="*/ 4348350 w 6512821"/>
                <a:gd name="connsiteY282" fmla="*/ 2019 h 1648590"/>
                <a:gd name="connsiteX283" fmla="*/ 4437055 w 6512821"/>
                <a:gd name="connsiteY283" fmla="*/ 16282 h 1648590"/>
                <a:gd name="connsiteX284" fmla="*/ 2957602 w 6512821"/>
                <a:gd name="connsiteY284" fmla="*/ 527083 h 1648590"/>
                <a:gd name="connsiteX285" fmla="*/ 2940278 w 6512821"/>
                <a:gd name="connsiteY285" fmla="*/ 649458 h 1648590"/>
                <a:gd name="connsiteX286" fmla="*/ 2843433 w 6512821"/>
                <a:gd name="connsiteY286" fmla="*/ 677984 h 1648590"/>
                <a:gd name="connsiteX287" fmla="*/ 2712916 w 6512821"/>
                <a:gd name="connsiteY287" fmla="*/ 535224 h 1648590"/>
                <a:gd name="connsiteX288" fmla="*/ 2712916 w 6512821"/>
                <a:gd name="connsiteY288" fmla="*/ 301739 h 1648590"/>
                <a:gd name="connsiteX289" fmla="*/ 2629291 w 6512821"/>
                <a:gd name="connsiteY289" fmla="*/ 301739 h 1648590"/>
                <a:gd name="connsiteX290" fmla="*/ 2629291 w 6512821"/>
                <a:gd name="connsiteY290" fmla="*/ 186527 h 1648590"/>
                <a:gd name="connsiteX291" fmla="*/ 2712916 w 6512821"/>
                <a:gd name="connsiteY291" fmla="*/ 186527 h 1648590"/>
                <a:gd name="connsiteX292" fmla="*/ 2712916 w 6512821"/>
                <a:gd name="connsiteY292" fmla="*/ 61155 h 1648590"/>
                <a:gd name="connsiteX293" fmla="*/ 2833208 w 6512821"/>
                <a:gd name="connsiteY293" fmla="*/ 0 h 1648590"/>
                <a:gd name="connsiteX294" fmla="*/ 2833208 w 6512821"/>
                <a:gd name="connsiteY294" fmla="*/ 186592 h 1648590"/>
                <a:gd name="connsiteX295" fmla="*/ 2945358 w 6512821"/>
                <a:gd name="connsiteY295" fmla="*/ 186592 h 1648590"/>
                <a:gd name="connsiteX296" fmla="*/ 2945358 w 6512821"/>
                <a:gd name="connsiteY296" fmla="*/ 301804 h 1648590"/>
                <a:gd name="connsiteX297" fmla="*/ 2833208 w 6512821"/>
                <a:gd name="connsiteY297" fmla="*/ 301804 h 1648590"/>
                <a:gd name="connsiteX298" fmla="*/ 2833208 w 6512821"/>
                <a:gd name="connsiteY298" fmla="*/ 503701 h 1648590"/>
                <a:gd name="connsiteX299" fmla="*/ 2880100 w 6512821"/>
                <a:gd name="connsiteY299" fmla="*/ 560819 h 1648590"/>
                <a:gd name="connsiteX300" fmla="*/ 2957602 w 6512821"/>
                <a:gd name="connsiteY300" fmla="*/ 527148 h 1648590"/>
                <a:gd name="connsiteX301" fmla="*/ 2397891 w 6512821"/>
                <a:gd name="connsiteY301" fmla="*/ 426134 h 1648590"/>
                <a:gd name="connsiteX302" fmla="*/ 2395872 w 6512821"/>
                <a:gd name="connsiteY302" fmla="*/ 467946 h 1648590"/>
                <a:gd name="connsiteX303" fmla="*/ 2114453 w 6512821"/>
                <a:gd name="connsiteY303" fmla="*/ 467946 h 1648590"/>
                <a:gd name="connsiteX304" fmla="*/ 2218462 w 6512821"/>
                <a:gd name="connsiteY304" fmla="*/ 562773 h 1648590"/>
                <a:gd name="connsiteX305" fmla="*/ 2301045 w 6512821"/>
                <a:gd name="connsiteY305" fmla="*/ 529102 h 1648590"/>
                <a:gd name="connsiteX306" fmla="*/ 2386689 w 6512821"/>
                <a:gd name="connsiteY306" fmla="*/ 601459 h 1648590"/>
                <a:gd name="connsiteX307" fmla="*/ 2210321 w 6512821"/>
                <a:gd name="connsiteY307" fmla="*/ 677919 h 1648590"/>
                <a:gd name="connsiteX308" fmla="*/ 1991100 w 6512821"/>
                <a:gd name="connsiteY308" fmla="*/ 429130 h 1648590"/>
                <a:gd name="connsiteX309" fmla="*/ 2205176 w 6512821"/>
                <a:gd name="connsiteY309" fmla="*/ 176302 h 1648590"/>
                <a:gd name="connsiteX310" fmla="*/ 2397891 w 6512821"/>
                <a:gd name="connsiteY310" fmla="*/ 426069 h 1648590"/>
                <a:gd name="connsiteX311" fmla="*/ 2116472 w 6512821"/>
                <a:gd name="connsiteY311" fmla="*/ 374162 h 1648590"/>
                <a:gd name="connsiteX312" fmla="*/ 2287759 w 6512821"/>
                <a:gd name="connsiteY312" fmla="*/ 374162 h 1648590"/>
                <a:gd name="connsiteX313" fmla="*/ 2199054 w 6512821"/>
                <a:gd name="connsiteY313" fmla="*/ 283438 h 1648590"/>
                <a:gd name="connsiteX314" fmla="*/ 2116472 w 6512821"/>
                <a:gd name="connsiteY314" fmla="*/ 374162 h 1648590"/>
                <a:gd name="connsiteX315" fmla="*/ 1933982 w 6512821"/>
                <a:gd name="connsiteY315" fmla="*/ 428218 h 1648590"/>
                <a:gd name="connsiteX316" fmla="*/ 1746413 w 6512821"/>
                <a:gd name="connsiteY316" fmla="*/ 677984 h 1648590"/>
                <a:gd name="connsiteX317" fmla="*/ 1639342 w 6512821"/>
                <a:gd name="connsiteY317" fmla="*/ 638191 h 1648590"/>
                <a:gd name="connsiteX318" fmla="*/ 1639342 w 6512821"/>
                <a:gd name="connsiteY318" fmla="*/ 784990 h 1648590"/>
                <a:gd name="connsiteX319" fmla="*/ 1519050 w 6512821"/>
                <a:gd name="connsiteY319" fmla="*/ 845169 h 1648590"/>
                <a:gd name="connsiteX320" fmla="*/ 1519050 w 6512821"/>
                <a:gd name="connsiteY320" fmla="*/ 186527 h 1648590"/>
                <a:gd name="connsiteX321" fmla="*/ 1639342 w 6512821"/>
                <a:gd name="connsiteY321" fmla="*/ 186527 h 1648590"/>
                <a:gd name="connsiteX322" fmla="*/ 1639342 w 6512821"/>
                <a:gd name="connsiteY322" fmla="*/ 219157 h 1648590"/>
                <a:gd name="connsiteX323" fmla="*/ 1748432 w 6512821"/>
                <a:gd name="connsiteY323" fmla="*/ 176367 h 1648590"/>
                <a:gd name="connsiteX324" fmla="*/ 1933982 w 6512821"/>
                <a:gd name="connsiteY324" fmla="*/ 428218 h 1648590"/>
                <a:gd name="connsiteX325" fmla="*/ 1809587 w 6512821"/>
                <a:gd name="connsiteY325" fmla="*/ 434340 h 1648590"/>
                <a:gd name="connsiteX326" fmla="*/ 1718864 w 6512821"/>
                <a:gd name="connsiteY326" fmla="*/ 292621 h 1648590"/>
                <a:gd name="connsiteX327" fmla="*/ 1639342 w 6512821"/>
                <a:gd name="connsiteY327" fmla="*/ 335410 h 1648590"/>
                <a:gd name="connsiteX328" fmla="*/ 1639342 w 6512821"/>
                <a:gd name="connsiteY328" fmla="*/ 518942 h 1648590"/>
                <a:gd name="connsiteX329" fmla="*/ 1726028 w 6512821"/>
                <a:gd name="connsiteY329" fmla="*/ 562773 h 1648590"/>
                <a:gd name="connsiteX330" fmla="*/ 1809652 w 6512821"/>
                <a:gd name="connsiteY330" fmla="*/ 434340 h 1648590"/>
                <a:gd name="connsiteX331" fmla="*/ 1435426 w 6512821"/>
                <a:gd name="connsiteY331" fmla="*/ 667825 h 1648590"/>
                <a:gd name="connsiteX332" fmla="*/ 1315134 w 6512821"/>
                <a:gd name="connsiteY332" fmla="*/ 667825 h 1648590"/>
                <a:gd name="connsiteX333" fmla="*/ 1315134 w 6512821"/>
                <a:gd name="connsiteY333" fmla="*/ 634153 h 1648590"/>
                <a:gd name="connsiteX334" fmla="*/ 1202983 w 6512821"/>
                <a:gd name="connsiteY334" fmla="*/ 677984 h 1648590"/>
                <a:gd name="connsiteX335" fmla="*/ 1033715 w 6512821"/>
                <a:gd name="connsiteY335" fmla="*/ 510800 h 1648590"/>
                <a:gd name="connsiteX336" fmla="*/ 1221284 w 6512821"/>
                <a:gd name="connsiteY336" fmla="*/ 348696 h 1648590"/>
                <a:gd name="connsiteX337" fmla="*/ 1315069 w 6512821"/>
                <a:gd name="connsiteY337" fmla="*/ 368040 h 1648590"/>
                <a:gd name="connsiteX338" fmla="*/ 1315069 w 6512821"/>
                <a:gd name="connsiteY338" fmla="*/ 342574 h 1648590"/>
                <a:gd name="connsiteX339" fmla="*/ 1232486 w 6512821"/>
                <a:gd name="connsiteY339" fmla="*/ 279335 h 1648590"/>
                <a:gd name="connsiteX340" fmla="*/ 1121378 w 6512821"/>
                <a:gd name="connsiteY340" fmla="*/ 310922 h 1648590"/>
                <a:gd name="connsiteX341" fmla="*/ 1073443 w 6512821"/>
                <a:gd name="connsiteY341" fmla="*/ 225278 h 1648590"/>
                <a:gd name="connsiteX342" fmla="*/ 1239650 w 6512821"/>
                <a:gd name="connsiteY342" fmla="*/ 176367 h 1648590"/>
                <a:gd name="connsiteX343" fmla="*/ 1435426 w 6512821"/>
                <a:gd name="connsiteY343" fmla="*/ 344593 h 1648590"/>
                <a:gd name="connsiteX344" fmla="*/ 1435426 w 6512821"/>
                <a:gd name="connsiteY344" fmla="*/ 667759 h 1648590"/>
                <a:gd name="connsiteX345" fmla="*/ 1315134 w 6512821"/>
                <a:gd name="connsiteY345" fmla="*/ 527083 h 1648590"/>
                <a:gd name="connsiteX346" fmla="*/ 1315134 w 6512821"/>
                <a:gd name="connsiteY346" fmla="*/ 465927 h 1648590"/>
                <a:gd name="connsiteX347" fmla="*/ 1234570 w 6512821"/>
                <a:gd name="connsiteY347" fmla="*/ 445542 h 1648590"/>
                <a:gd name="connsiteX348" fmla="*/ 1156091 w 6512821"/>
                <a:gd name="connsiteY348" fmla="*/ 507740 h 1648590"/>
                <a:gd name="connsiteX349" fmla="*/ 1224410 w 6512821"/>
                <a:gd name="connsiteY349" fmla="*/ 574040 h 1648590"/>
                <a:gd name="connsiteX350" fmla="*/ 1315134 w 6512821"/>
                <a:gd name="connsiteY350" fmla="*/ 527148 h 1648590"/>
                <a:gd name="connsiteX351" fmla="*/ 967480 w 6512821"/>
                <a:gd name="connsiteY351" fmla="*/ 667825 h 1648590"/>
                <a:gd name="connsiteX352" fmla="*/ 847188 w 6512821"/>
                <a:gd name="connsiteY352" fmla="*/ 667825 h 1648590"/>
                <a:gd name="connsiteX353" fmla="*/ 847188 w 6512821"/>
                <a:gd name="connsiteY353" fmla="*/ 405814 h 1648590"/>
                <a:gd name="connsiteX354" fmla="*/ 765647 w 6512821"/>
                <a:gd name="connsiteY354" fmla="*/ 292621 h 1648590"/>
                <a:gd name="connsiteX355" fmla="*/ 683065 w 6512821"/>
                <a:gd name="connsiteY355" fmla="*/ 402753 h 1648590"/>
                <a:gd name="connsiteX356" fmla="*/ 683065 w 6512821"/>
                <a:gd name="connsiteY356" fmla="*/ 667825 h 1648590"/>
                <a:gd name="connsiteX357" fmla="*/ 562773 w 6512821"/>
                <a:gd name="connsiteY357" fmla="*/ 667825 h 1648590"/>
                <a:gd name="connsiteX358" fmla="*/ 562773 w 6512821"/>
                <a:gd name="connsiteY358" fmla="*/ 61221 h 1648590"/>
                <a:gd name="connsiteX359" fmla="*/ 683065 w 6512821"/>
                <a:gd name="connsiteY359" fmla="*/ 65 h 1648590"/>
                <a:gd name="connsiteX360" fmla="*/ 683065 w 6512821"/>
                <a:gd name="connsiteY360" fmla="*/ 220264 h 1648590"/>
                <a:gd name="connsiteX361" fmla="*/ 796258 w 6512821"/>
                <a:gd name="connsiteY361" fmla="*/ 176432 h 1648590"/>
                <a:gd name="connsiteX362" fmla="*/ 967545 w 6512821"/>
                <a:gd name="connsiteY362" fmla="*/ 396631 h 1648590"/>
                <a:gd name="connsiteX363" fmla="*/ 967545 w 6512821"/>
                <a:gd name="connsiteY363" fmla="*/ 667825 h 1648590"/>
                <a:gd name="connsiteX364" fmla="*/ 496472 w 6512821"/>
                <a:gd name="connsiteY364" fmla="*/ 475110 h 1648590"/>
                <a:gd name="connsiteX365" fmla="*/ 255889 w 6512821"/>
                <a:gd name="connsiteY365" fmla="*/ 677984 h 1648590"/>
                <a:gd name="connsiteX366" fmla="*/ 0 w 6512821"/>
                <a:gd name="connsiteY366" fmla="*/ 562773 h 1648590"/>
                <a:gd name="connsiteX367" fmla="*/ 89747 w 6512821"/>
                <a:gd name="connsiteY367" fmla="*/ 483251 h 1648590"/>
                <a:gd name="connsiteX368" fmla="*/ 252893 w 6512821"/>
                <a:gd name="connsiteY368" fmla="*/ 556651 h 1648590"/>
                <a:gd name="connsiteX369" fmla="*/ 367063 w 6512821"/>
                <a:gd name="connsiteY369" fmla="*/ 478171 h 1648590"/>
                <a:gd name="connsiteX370" fmla="*/ 329353 w 6512821"/>
                <a:gd name="connsiteY370" fmla="*/ 426199 h 1648590"/>
                <a:gd name="connsiteX371" fmla="*/ 225344 w 6512821"/>
                <a:gd name="connsiteY371" fmla="*/ 394612 h 1648590"/>
                <a:gd name="connsiteX372" fmla="*/ 79522 w 6512821"/>
                <a:gd name="connsiteY372" fmla="*/ 335475 h 1648590"/>
                <a:gd name="connsiteX373" fmla="*/ 24488 w 6512821"/>
                <a:gd name="connsiteY373" fmla="*/ 207042 h 1648590"/>
                <a:gd name="connsiteX374" fmla="*/ 254912 w 6512821"/>
                <a:gd name="connsiteY374" fmla="*/ 16412 h 1648590"/>
                <a:gd name="connsiteX375" fmla="*/ 482274 w 6512821"/>
                <a:gd name="connsiteY375" fmla="*/ 115277 h 1648590"/>
                <a:gd name="connsiteX376" fmla="*/ 392528 w 6512821"/>
                <a:gd name="connsiteY376" fmla="*/ 202939 h 1648590"/>
                <a:gd name="connsiteX377" fmla="*/ 246706 w 6512821"/>
                <a:gd name="connsiteY377" fmla="*/ 137681 h 1648590"/>
                <a:gd name="connsiteX378" fmla="*/ 152921 w 6512821"/>
                <a:gd name="connsiteY378" fmla="*/ 199878 h 1648590"/>
                <a:gd name="connsiteX379" fmla="*/ 179428 w 6512821"/>
                <a:gd name="connsiteY379" fmla="*/ 243710 h 1648590"/>
                <a:gd name="connsiteX380" fmla="*/ 282396 w 6512821"/>
                <a:gd name="connsiteY380" fmla="*/ 277381 h 1648590"/>
                <a:gd name="connsiteX381" fmla="*/ 438378 w 6512821"/>
                <a:gd name="connsiteY381" fmla="*/ 341598 h 1648590"/>
                <a:gd name="connsiteX382" fmla="*/ 496472 w 6512821"/>
                <a:gd name="connsiteY382" fmla="*/ 475176 h 1648590"/>
                <a:gd name="connsiteX383" fmla="*/ 6100885 w 6512821"/>
                <a:gd name="connsiteY383" fmla="*/ 208996 h 1648590"/>
                <a:gd name="connsiteX384" fmla="*/ 6051778 w 6512821"/>
                <a:gd name="connsiteY384" fmla="*/ 329288 h 1648590"/>
                <a:gd name="connsiteX385" fmla="*/ 5982482 w 6512821"/>
                <a:gd name="connsiteY385" fmla="*/ 299720 h 1648590"/>
                <a:gd name="connsiteX386" fmla="*/ 5911232 w 6512821"/>
                <a:gd name="connsiteY386" fmla="*/ 405749 h 1648590"/>
                <a:gd name="connsiteX387" fmla="*/ 5911232 w 6512821"/>
                <a:gd name="connsiteY387" fmla="*/ 667759 h 1648590"/>
                <a:gd name="connsiteX388" fmla="*/ 5790940 w 6512821"/>
                <a:gd name="connsiteY388" fmla="*/ 667759 h 1648590"/>
                <a:gd name="connsiteX389" fmla="*/ 5790940 w 6512821"/>
                <a:gd name="connsiteY389" fmla="*/ 186527 h 1648590"/>
                <a:gd name="connsiteX390" fmla="*/ 5911232 w 6512821"/>
                <a:gd name="connsiteY390" fmla="*/ 186527 h 1648590"/>
                <a:gd name="connsiteX391" fmla="*/ 5911232 w 6512821"/>
                <a:gd name="connsiteY391" fmla="*/ 220198 h 1648590"/>
                <a:gd name="connsiteX392" fmla="*/ 6012181 w 6512821"/>
                <a:gd name="connsiteY392" fmla="*/ 176367 h 1648590"/>
                <a:gd name="connsiteX393" fmla="*/ 6100885 w 6512821"/>
                <a:gd name="connsiteY393" fmla="*/ 208996 h 16485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Lst>
              <a:rect l="l" t="t" r="r" b="b"/>
              <a:pathLst>
                <a:path w="6512821" h="1648590">
                  <a:moveTo>
                    <a:pt x="5071143" y="1396740"/>
                  </a:moveTo>
                  <a:cubicBezTo>
                    <a:pt x="5071143" y="1412045"/>
                    <a:pt x="5070101" y="1431388"/>
                    <a:pt x="5069124" y="1438552"/>
                  </a:cubicBezTo>
                  <a:lnTo>
                    <a:pt x="4777545" y="1438552"/>
                  </a:lnTo>
                  <a:cubicBezTo>
                    <a:pt x="4782625" y="1505829"/>
                    <a:pt x="4828541" y="1533378"/>
                    <a:pt x="4880513" y="1533378"/>
                  </a:cubicBezTo>
                  <a:cubicBezTo>
                    <a:pt x="4911123" y="1533378"/>
                    <a:pt x="4939649" y="1524196"/>
                    <a:pt x="4964137" y="1499707"/>
                  </a:cubicBezTo>
                  <a:lnTo>
                    <a:pt x="5049781" y="1572065"/>
                  </a:lnTo>
                  <a:cubicBezTo>
                    <a:pt x="5004908" y="1628140"/>
                    <a:pt x="4936588" y="1648525"/>
                    <a:pt x="4875433" y="1648525"/>
                  </a:cubicBezTo>
                  <a:cubicBezTo>
                    <a:pt x="4734756" y="1648525"/>
                    <a:pt x="4654192" y="1540478"/>
                    <a:pt x="4654192" y="1398759"/>
                  </a:cubicBezTo>
                  <a:cubicBezTo>
                    <a:pt x="4654192" y="1244795"/>
                    <a:pt x="4749019" y="1146908"/>
                    <a:pt x="4867292" y="1146908"/>
                  </a:cubicBezTo>
                  <a:cubicBezTo>
                    <a:pt x="4993706" y="1146908"/>
                    <a:pt x="5071208" y="1258016"/>
                    <a:pt x="5071208" y="1396675"/>
                  </a:cubicBezTo>
                  <a:close/>
                  <a:moveTo>
                    <a:pt x="4779564" y="1344767"/>
                  </a:moveTo>
                  <a:lnTo>
                    <a:pt x="4950851" y="1344767"/>
                  </a:lnTo>
                  <a:cubicBezTo>
                    <a:pt x="4946748" y="1290711"/>
                    <a:pt x="4912100" y="1254044"/>
                    <a:pt x="4863189" y="1254044"/>
                  </a:cubicBezTo>
                  <a:cubicBezTo>
                    <a:pt x="4805094" y="1254044"/>
                    <a:pt x="4782625" y="1305039"/>
                    <a:pt x="4779564" y="1344767"/>
                  </a:cubicBezTo>
                  <a:close/>
                  <a:moveTo>
                    <a:pt x="6512756" y="1396740"/>
                  </a:moveTo>
                  <a:cubicBezTo>
                    <a:pt x="6512756" y="1412045"/>
                    <a:pt x="6511714" y="1431388"/>
                    <a:pt x="6510737" y="1438552"/>
                  </a:cubicBezTo>
                  <a:lnTo>
                    <a:pt x="6219158" y="1438552"/>
                  </a:lnTo>
                  <a:cubicBezTo>
                    <a:pt x="6224238" y="1505829"/>
                    <a:pt x="6270154" y="1533378"/>
                    <a:pt x="6322126" y="1533378"/>
                  </a:cubicBezTo>
                  <a:cubicBezTo>
                    <a:pt x="6352736" y="1533378"/>
                    <a:pt x="6381262" y="1524196"/>
                    <a:pt x="6405751" y="1499707"/>
                  </a:cubicBezTo>
                  <a:lnTo>
                    <a:pt x="6491394" y="1572065"/>
                  </a:lnTo>
                  <a:cubicBezTo>
                    <a:pt x="6446521" y="1628140"/>
                    <a:pt x="6378201" y="1648525"/>
                    <a:pt x="6317046" y="1648525"/>
                  </a:cubicBezTo>
                  <a:cubicBezTo>
                    <a:pt x="6176369" y="1648525"/>
                    <a:pt x="6095805" y="1540478"/>
                    <a:pt x="6095805" y="1398759"/>
                  </a:cubicBezTo>
                  <a:cubicBezTo>
                    <a:pt x="6095805" y="1244795"/>
                    <a:pt x="6190632" y="1146908"/>
                    <a:pt x="6308905" y="1146908"/>
                  </a:cubicBezTo>
                  <a:cubicBezTo>
                    <a:pt x="6435319" y="1146908"/>
                    <a:pt x="6512821" y="1258016"/>
                    <a:pt x="6512821" y="1396675"/>
                  </a:cubicBezTo>
                  <a:close/>
                  <a:moveTo>
                    <a:pt x="6221177" y="1344767"/>
                  </a:moveTo>
                  <a:lnTo>
                    <a:pt x="6392465" y="1344767"/>
                  </a:lnTo>
                  <a:cubicBezTo>
                    <a:pt x="6388361" y="1290711"/>
                    <a:pt x="6353713" y="1254044"/>
                    <a:pt x="6304802" y="1254044"/>
                  </a:cubicBezTo>
                  <a:cubicBezTo>
                    <a:pt x="6246708" y="1254044"/>
                    <a:pt x="6224238" y="1305039"/>
                    <a:pt x="6221177" y="1344767"/>
                  </a:cubicBezTo>
                  <a:close/>
                  <a:moveTo>
                    <a:pt x="5978509" y="1467143"/>
                  </a:moveTo>
                  <a:lnTo>
                    <a:pt x="6058031" y="1542561"/>
                  </a:lnTo>
                  <a:cubicBezTo>
                    <a:pt x="6017261" y="1594534"/>
                    <a:pt x="5961185" y="1648590"/>
                    <a:pt x="5866359" y="1648590"/>
                  </a:cubicBezTo>
                  <a:cubicBezTo>
                    <a:pt x="5734865" y="1648590"/>
                    <a:pt x="5637954" y="1543604"/>
                    <a:pt x="5637954" y="1398823"/>
                  </a:cubicBezTo>
                  <a:cubicBezTo>
                    <a:pt x="5637954" y="1266288"/>
                    <a:pt x="5718518" y="1146973"/>
                    <a:pt x="5868378" y="1146973"/>
                  </a:cubicBezTo>
                  <a:cubicBezTo>
                    <a:pt x="5954021" y="1146973"/>
                    <a:pt x="6013157" y="1185724"/>
                    <a:pt x="6056989" y="1250983"/>
                  </a:cubicBezTo>
                  <a:lnTo>
                    <a:pt x="5975448" y="1333565"/>
                  </a:lnTo>
                  <a:cubicBezTo>
                    <a:pt x="5946922" y="1295856"/>
                    <a:pt x="5916312" y="1266288"/>
                    <a:pt x="5867401" y="1266288"/>
                  </a:cubicBezTo>
                  <a:cubicBezTo>
                    <a:pt x="5801100" y="1266288"/>
                    <a:pt x="5766452" y="1322363"/>
                    <a:pt x="5766452" y="1396804"/>
                  </a:cubicBezTo>
                  <a:cubicBezTo>
                    <a:pt x="5766452" y="1466101"/>
                    <a:pt x="5797062" y="1528299"/>
                    <a:pt x="5868378" y="1528299"/>
                  </a:cubicBezTo>
                  <a:cubicBezTo>
                    <a:pt x="5912209" y="1528299"/>
                    <a:pt x="5948941" y="1504852"/>
                    <a:pt x="5978509" y="1467143"/>
                  </a:cubicBezTo>
                  <a:close/>
                  <a:moveTo>
                    <a:pt x="4869246" y="667825"/>
                  </a:moveTo>
                  <a:lnTo>
                    <a:pt x="4750973" y="667825"/>
                  </a:lnTo>
                  <a:lnTo>
                    <a:pt x="4750973" y="634153"/>
                  </a:lnTo>
                  <a:cubicBezTo>
                    <a:pt x="4724466" y="663721"/>
                    <a:pt x="4681676" y="677984"/>
                    <a:pt x="4638822" y="677984"/>
                  </a:cubicBezTo>
                  <a:cubicBezTo>
                    <a:pt x="4514427" y="677984"/>
                    <a:pt x="4467535" y="588238"/>
                    <a:pt x="4467535" y="458763"/>
                  </a:cubicBezTo>
                  <a:lnTo>
                    <a:pt x="4467535" y="186527"/>
                  </a:lnTo>
                  <a:lnTo>
                    <a:pt x="4587827" y="186527"/>
                  </a:lnTo>
                  <a:lnTo>
                    <a:pt x="4587827" y="448538"/>
                  </a:lnTo>
                  <a:cubicBezTo>
                    <a:pt x="4587827" y="513797"/>
                    <a:pt x="4601113" y="562708"/>
                    <a:pt x="4668390" y="562708"/>
                  </a:cubicBezTo>
                  <a:cubicBezTo>
                    <a:pt x="4735668" y="562708"/>
                    <a:pt x="4748954" y="511712"/>
                    <a:pt x="4748954" y="452576"/>
                  </a:cubicBezTo>
                  <a:lnTo>
                    <a:pt x="4748954" y="186462"/>
                  </a:lnTo>
                  <a:lnTo>
                    <a:pt x="4869246" y="186462"/>
                  </a:lnTo>
                  <a:lnTo>
                    <a:pt x="4869246" y="667695"/>
                  </a:lnTo>
                  <a:close/>
                  <a:moveTo>
                    <a:pt x="5244449" y="527083"/>
                  </a:moveTo>
                  <a:lnTo>
                    <a:pt x="5227125" y="649458"/>
                  </a:lnTo>
                  <a:cubicBezTo>
                    <a:pt x="5202637" y="668802"/>
                    <a:pt x="5157829" y="677984"/>
                    <a:pt x="5128261" y="677984"/>
                  </a:cubicBezTo>
                  <a:cubicBezTo>
                    <a:pt x="5054861" y="677984"/>
                    <a:pt x="4997744" y="622951"/>
                    <a:pt x="4997744" y="535224"/>
                  </a:cubicBezTo>
                  <a:lnTo>
                    <a:pt x="4997744" y="301739"/>
                  </a:lnTo>
                  <a:lnTo>
                    <a:pt x="4928447" y="301739"/>
                  </a:lnTo>
                  <a:lnTo>
                    <a:pt x="4928447" y="186527"/>
                  </a:lnTo>
                  <a:lnTo>
                    <a:pt x="4997744" y="186527"/>
                  </a:lnTo>
                  <a:lnTo>
                    <a:pt x="4997744" y="61155"/>
                  </a:lnTo>
                  <a:lnTo>
                    <a:pt x="5118035" y="0"/>
                  </a:lnTo>
                  <a:lnTo>
                    <a:pt x="5118035" y="186592"/>
                  </a:lnTo>
                  <a:lnTo>
                    <a:pt x="5232205" y="186592"/>
                  </a:lnTo>
                  <a:lnTo>
                    <a:pt x="5232205" y="301804"/>
                  </a:lnTo>
                  <a:lnTo>
                    <a:pt x="5118035" y="301804"/>
                  </a:lnTo>
                  <a:lnTo>
                    <a:pt x="5118035" y="503701"/>
                  </a:lnTo>
                  <a:cubicBezTo>
                    <a:pt x="5118035" y="545514"/>
                    <a:pt x="5135360" y="560819"/>
                    <a:pt x="5164928" y="560819"/>
                  </a:cubicBezTo>
                  <a:cubicBezTo>
                    <a:pt x="5194496" y="560819"/>
                    <a:pt x="5225106" y="545514"/>
                    <a:pt x="5244449" y="527148"/>
                  </a:cubicBezTo>
                  <a:close/>
                  <a:moveTo>
                    <a:pt x="3417407" y="667825"/>
                  </a:moveTo>
                  <a:lnTo>
                    <a:pt x="3297116" y="667825"/>
                  </a:lnTo>
                  <a:lnTo>
                    <a:pt x="3297116" y="405814"/>
                  </a:lnTo>
                  <a:cubicBezTo>
                    <a:pt x="3297116" y="340555"/>
                    <a:pt x="3282853" y="292621"/>
                    <a:pt x="3215575" y="292621"/>
                  </a:cubicBezTo>
                  <a:cubicBezTo>
                    <a:pt x="3148298" y="292621"/>
                    <a:pt x="3132993" y="336452"/>
                    <a:pt x="3132993" y="402753"/>
                  </a:cubicBezTo>
                  <a:lnTo>
                    <a:pt x="3132993" y="667825"/>
                  </a:lnTo>
                  <a:lnTo>
                    <a:pt x="3012701" y="667825"/>
                  </a:lnTo>
                  <a:lnTo>
                    <a:pt x="3012701" y="61221"/>
                  </a:lnTo>
                  <a:lnTo>
                    <a:pt x="3132993" y="65"/>
                  </a:lnTo>
                  <a:lnTo>
                    <a:pt x="3132993" y="220264"/>
                  </a:lnTo>
                  <a:cubicBezTo>
                    <a:pt x="3159500" y="193756"/>
                    <a:pt x="3192129" y="176432"/>
                    <a:pt x="3246186" y="176432"/>
                  </a:cubicBezTo>
                  <a:cubicBezTo>
                    <a:pt x="3373641" y="176432"/>
                    <a:pt x="3417473" y="274320"/>
                    <a:pt x="3417473" y="396631"/>
                  </a:cubicBezTo>
                  <a:lnTo>
                    <a:pt x="3417473" y="667825"/>
                  </a:lnTo>
                  <a:close/>
                  <a:moveTo>
                    <a:pt x="5564554" y="1638365"/>
                  </a:moveTo>
                  <a:lnTo>
                    <a:pt x="5440160" y="1638365"/>
                  </a:lnTo>
                  <a:lnTo>
                    <a:pt x="5440160" y="1376355"/>
                  </a:lnTo>
                  <a:cubicBezTo>
                    <a:pt x="5440160" y="1309077"/>
                    <a:pt x="5424855" y="1264204"/>
                    <a:pt x="5357577" y="1264204"/>
                  </a:cubicBezTo>
                  <a:cubicBezTo>
                    <a:pt x="5294337" y="1264204"/>
                    <a:pt x="5273952" y="1301913"/>
                    <a:pt x="5273952" y="1373293"/>
                  </a:cubicBezTo>
                  <a:lnTo>
                    <a:pt x="5273952" y="1638365"/>
                  </a:lnTo>
                  <a:lnTo>
                    <a:pt x="5149558" y="1638365"/>
                  </a:lnTo>
                  <a:lnTo>
                    <a:pt x="5149558" y="1157133"/>
                  </a:lnTo>
                  <a:lnTo>
                    <a:pt x="5273952" y="1157133"/>
                  </a:lnTo>
                  <a:lnTo>
                    <a:pt x="5273952" y="1189762"/>
                  </a:lnTo>
                  <a:cubicBezTo>
                    <a:pt x="5299418" y="1164297"/>
                    <a:pt x="5337192" y="1146973"/>
                    <a:pt x="5391183" y="1146973"/>
                  </a:cubicBezTo>
                  <a:cubicBezTo>
                    <a:pt x="5521700" y="1146973"/>
                    <a:pt x="5564490" y="1247922"/>
                    <a:pt x="5564490" y="1366195"/>
                  </a:cubicBezTo>
                  <a:lnTo>
                    <a:pt x="5564490" y="1638430"/>
                  </a:lnTo>
                  <a:close/>
                  <a:moveTo>
                    <a:pt x="4008772" y="1115386"/>
                  </a:moveTo>
                  <a:cubicBezTo>
                    <a:pt x="4048565" y="1115386"/>
                    <a:pt x="4080152" y="1083798"/>
                    <a:pt x="4080152" y="1044005"/>
                  </a:cubicBezTo>
                  <a:cubicBezTo>
                    <a:pt x="4080152" y="1004212"/>
                    <a:pt x="4048565" y="972624"/>
                    <a:pt x="4008772" y="972624"/>
                  </a:cubicBezTo>
                  <a:cubicBezTo>
                    <a:pt x="3968978" y="972624"/>
                    <a:pt x="3937391" y="1004212"/>
                    <a:pt x="3937391" y="1044005"/>
                  </a:cubicBezTo>
                  <a:cubicBezTo>
                    <a:pt x="3937391" y="1083798"/>
                    <a:pt x="3968978" y="1115386"/>
                    <a:pt x="4008772" y="1115386"/>
                  </a:cubicBezTo>
                  <a:close/>
                  <a:moveTo>
                    <a:pt x="829864" y="1115386"/>
                  </a:moveTo>
                  <a:cubicBezTo>
                    <a:pt x="869657" y="1115386"/>
                    <a:pt x="901244" y="1083798"/>
                    <a:pt x="901244" y="1044005"/>
                  </a:cubicBezTo>
                  <a:cubicBezTo>
                    <a:pt x="901244" y="1004212"/>
                    <a:pt x="869657" y="972624"/>
                    <a:pt x="829864" y="972624"/>
                  </a:cubicBezTo>
                  <a:cubicBezTo>
                    <a:pt x="790070" y="972624"/>
                    <a:pt x="758483" y="1004212"/>
                    <a:pt x="758483" y="1044005"/>
                  </a:cubicBezTo>
                  <a:cubicBezTo>
                    <a:pt x="758483" y="1083798"/>
                    <a:pt x="790070" y="1115386"/>
                    <a:pt x="829864" y="1115386"/>
                  </a:cubicBezTo>
                  <a:close/>
                  <a:moveTo>
                    <a:pt x="6512756" y="426134"/>
                  </a:moveTo>
                  <a:cubicBezTo>
                    <a:pt x="6512756" y="441439"/>
                    <a:pt x="6511714" y="460782"/>
                    <a:pt x="6510737" y="467946"/>
                  </a:cubicBezTo>
                  <a:lnTo>
                    <a:pt x="6219158" y="467946"/>
                  </a:lnTo>
                  <a:cubicBezTo>
                    <a:pt x="6224238" y="535224"/>
                    <a:pt x="6270154" y="562773"/>
                    <a:pt x="6322126" y="562773"/>
                  </a:cubicBezTo>
                  <a:cubicBezTo>
                    <a:pt x="6352736" y="562773"/>
                    <a:pt x="6381262" y="553590"/>
                    <a:pt x="6405751" y="529102"/>
                  </a:cubicBezTo>
                  <a:lnTo>
                    <a:pt x="6491394" y="601459"/>
                  </a:lnTo>
                  <a:cubicBezTo>
                    <a:pt x="6446521" y="657535"/>
                    <a:pt x="6378201" y="677919"/>
                    <a:pt x="6317046" y="677919"/>
                  </a:cubicBezTo>
                  <a:cubicBezTo>
                    <a:pt x="6176369" y="677919"/>
                    <a:pt x="6095805" y="569872"/>
                    <a:pt x="6095805" y="428153"/>
                  </a:cubicBezTo>
                  <a:cubicBezTo>
                    <a:pt x="6095805" y="274190"/>
                    <a:pt x="6190632" y="176302"/>
                    <a:pt x="6308905" y="176302"/>
                  </a:cubicBezTo>
                  <a:cubicBezTo>
                    <a:pt x="6435319" y="176302"/>
                    <a:pt x="6512821" y="287411"/>
                    <a:pt x="6512821" y="426069"/>
                  </a:cubicBezTo>
                  <a:close/>
                  <a:moveTo>
                    <a:pt x="6221177" y="374162"/>
                  </a:moveTo>
                  <a:lnTo>
                    <a:pt x="6392465" y="374162"/>
                  </a:lnTo>
                  <a:cubicBezTo>
                    <a:pt x="6388361" y="320105"/>
                    <a:pt x="6353713" y="283438"/>
                    <a:pt x="6304802" y="283438"/>
                  </a:cubicBezTo>
                  <a:cubicBezTo>
                    <a:pt x="6246708" y="283438"/>
                    <a:pt x="6224238" y="334433"/>
                    <a:pt x="6221177" y="374162"/>
                  </a:cubicBezTo>
                  <a:close/>
                  <a:moveTo>
                    <a:pt x="5702235" y="667825"/>
                  </a:moveTo>
                  <a:lnTo>
                    <a:pt x="5583963" y="667825"/>
                  </a:lnTo>
                  <a:lnTo>
                    <a:pt x="5583963" y="634153"/>
                  </a:lnTo>
                  <a:cubicBezTo>
                    <a:pt x="5557456" y="663721"/>
                    <a:pt x="5514666" y="677984"/>
                    <a:pt x="5471812" y="677984"/>
                  </a:cubicBezTo>
                  <a:cubicBezTo>
                    <a:pt x="5347417" y="677984"/>
                    <a:pt x="5300525" y="588238"/>
                    <a:pt x="5300525" y="458763"/>
                  </a:cubicBezTo>
                  <a:lnTo>
                    <a:pt x="5300525" y="186527"/>
                  </a:lnTo>
                  <a:lnTo>
                    <a:pt x="5420817" y="186527"/>
                  </a:lnTo>
                  <a:lnTo>
                    <a:pt x="5420817" y="448538"/>
                  </a:lnTo>
                  <a:cubicBezTo>
                    <a:pt x="5420817" y="513797"/>
                    <a:pt x="5434103" y="562708"/>
                    <a:pt x="5501380" y="562708"/>
                  </a:cubicBezTo>
                  <a:cubicBezTo>
                    <a:pt x="5568657" y="562708"/>
                    <a:pt x="5581944" y="511712"/>
                    <a:pt x="5581944" y="452576"/>
                  </a:cubicBezTo>
                  <a:lnTo>
                    <a:pt x="5581944" y="186462"/>
                  </a:lnTo>
                  <a:lnTo>
                    <a:pt x="5702235" y="186462"/>
                  </a:lnTo>
                  <a:lnTo>
                    <a:pt x="5702235" y="667695"/>
                  </a:lnTo>
                  <a:close/>
                  <a:moveTo>
                    <a:pt x="3895579" y="426134"/>
                  </a:moveTo>
                  <a:cubicBezTo>
                    <a:pt x="3895579" y="441439"/>
                    <a:pt x="3894537" y="460782"/>
                    <a:pt x="3893560" y="467946"/>
                  </a:cubicBezTo>
                  <a:lnTo>
                    <a:pt x="3601981" y="467946"/>
                  </a:lnTo>
                  <a:cubicBezTo>
                    <a:pt x="3607061" y="535224"/>
                    <a:pt x="3652976" y="562773"/>
                    <a:pt x="3704949" y="562773"/>
                  </a:cubicBezTo>
                  <a:cubicBezTo>
                    <a:pt x="3735559" y="562773"/>
                    <a:pt x="3764085" y="553590"/>
                    <a:pt x="3788573" y="529102"/>
                  </a:cubicBezTo>
                  <a:lnTo>
                    <a:pt x="3874217" y="601459"/>
                  </a:lnTo>
                  <a:cubicBezTo>
                    <a:pt x="3829343" y="657535"/>
                    <a:pt x="3761024" y="677919"/>
                    <a:pt x="3699868" y="677919"/>
                  </a:cubicBezTo>
                  <a:cubicBezTo>
                    <a:pt x="3559192" y="677919"/>
                    <a:pt x="3478628" y="569872"/>
                    <a:pt x="3478628" y="428153"/>
                  </a:cubicBezTo>
                  <a:cubicBezTo>
                    <a:pt x="3478628" y="274190"/>
                    <a:pt x="3573455" y="176302"/>
                    <a:pt x="3691727" y="176302"/>
                  </a:cubicBezTo>
                  <a:cubicBezTo>
                    <a:pt x="3818141" y="176302"/>
                    <a:pt x="3895644" y="287411"/>
                    <a:pt x="3895644" y="426069"/>
                  </a:cubicBezTo>
                  <a:close/>
                  <a:moveTo>
                    <a:pt x="3604000" y="374162"/>
                  </a:moveTo>
                  <a:lnTo>
                    <a:pt x="3775287" y="374162"/>
                  </a:lnTo>
                  <a:cubicBezTo>
                    <a:pt x="3771184" y="320105"/>
                    <a:pt x="3736536" y="283438"/>
                    <a:pt x="3687624" y="283438"/>
                  </a:cubicBezTo>
                  <a:cubicBezTo>
                    <a:pt x="3629530" y="283438"/>
                    <a:pt x="3607061" y="334433"/>
                    <a:pt x="3604000" y="374162"/>
                  </a:cubicBezTo>
                  <a:close/>
                  <a:moveTo>
                    <a:pt x="4579686" y="1638365"/>
                  </a:moveTo>
                  <a:lnTo>
                    <a:pt x="4455291" y="1638365"/>
                  </a:lnTo>
                  <a:lnTo>
                    <a:pt x="4455291" y="1606778"/>
                  </a:lnTo>
                  <a:cubicBezTo>
                    <a:pt x="4414521" y="1636346"/>
                    <a:pt x="4390032" y="1648590"/>
                    <a:pt x="4346201" y="1648590"/>
                  </a:cubicBezTo>
                  <a:cubicBezTo>
                    <a:pt x="4207543" y="1648590"/>
                    <a:pt x="4148406" y="1528299"/>
                    <a:pt x="4148406" y="1393678"/>
                  </a:cubicBezTo>
                  <a:cubicBezTo>
                    <a:pt x="4148406" y="1247856"/>
                    <a:pt x="4217703" y="1146973"/>
                    <a:pt x="4343140" y="1146973"/>
                  </a:cubicBezTo>
                  <a:cubicBezTo>
                    <a:pt x="4384952" y="1146973"/>
                    <a:pt x="4424681" y="1158175"/>
                    <a:pt x="4455291" y="1185724"/>
                  </a:cubicBezTo>
                  <a:lnTo>
                    <a:pt x="4455291" y="1031761"/>
                  </a:lnTo>
                  <a:lnTo>
                    <a:pt x="4579686" y="969564"/>
                  </a:lnTo>
                  <a:lnTo>
                    <a:pt x="4579686" y="1638365"/>
                  </a:lnTo>
                  <a:close/>
                  <a:moveTo>
                    <a:pt x="4455356" y="1489547"/>
                  </a:moveTo>
                  <a:lnTo>
                    <a:pt x="4455356" y="1306016"/>
                  </a:lnTo>
                  <a:cubicBezTo>
                    <a:pt x="4428849" y="1277490"/>
                    <a:pt x="4403384" y="1264204"/>
                    <a:pt x="4368670" y="1264204"/>
                  </a:cubicBezTo>
                  <a:cubicBezTo>
                    <a:pt x="4296313" y="1264204"/>
                    <a:pt x="4278924" y="1321321"/>
                    <a:pt x="4278924" y="1389575"/>
                  </a:cubicBezTo>
                  <a:cubicBezTo>
                    <a:pt x="4278924" y="1467078"/>
                    <a:pt x="4301328" y="1531294"/>
                    <a:pt x="4371731" y="1531294"/>
                  </a:cubicBezTo>
                  <a:cubicBezTo>
                    <a:pt x="4406380" y="1531294"/>
                    <a:pt x="4430868" y="1515989"/>
                    <a:pt x="4455356" y="1489482"/>
                  </a:cubicBezTo>
                  <a:close/>
                  <a:moveTo>
                    <a:pt x="3945532" y="1157198"/>
                  </a:moveTo>
                  <a:lnTo>
                    <a:pt x="3945532" y="1638430"/>
                  </a:lnTo>
                  <a:lnTo>
                    <a:pt x="4069927" y="1638430"/>
                  </a:lnTo>
                  <a:lnTo>
                    <a:pt x="4069927" y="1157198"/>
                  </a:lnTo>
                  <a:lnTo>
                    <a:pt x="3945532" y="1157198"/>
                  </a:lnTo>
                  <a:close/>
                  <a:moveTo>
                    <a:pt x="3873175" y="985911"/>
                  </a:moveTo>
                  <a:lnTo>
                    <a:pt x="3873175" y="1085817"/>
                  </a:lnTo>
                  <a:cubicBezTo>
                    <a:pt x="3854809" y="1079695"/>
                    <a:pt x="3830386" y="1076634"/>
                    <a:pt x="3812019" y="1076634"/>
                  </a:cubicBezTo>
                  <a:cubicBezTo>
                    <a:pt x="3776329" y="1076634"/>
                    <a:pt x="3760047" y="1087836"/>
                    <a:pt x="3760047" y="1118447"/>
                  </a:cubicBezTo>
                  <a:lnTo>
                    <a:pt x="3760047" y="1157198"/>
                  </a:lnTo>
                  <a:lnTo>
                    <a:pt x="3863015" y="1157198"/>
                  </a:lnTo>
                  <a:lnTo>
                    <a:pt x="3863015" y="1273452"/>
                  </a:lnTo>
                  <a:lnTo>
                    <a:pt x="3760047" y="1273452"/>
                  </a:lnTo>
                  <a:lnTo>
                    <a:pt x="3760047" y="1638430"/>
                  </a:lnTo>
                  <a:lnTo>
                    <a:pt x="3635652" y="1638430"/>
                  </a:lnTo>
                  <a:lnTo>
                    <a:pt x="3635652" y="1273452"/>
                  </a:lnTo>
                  <a:lnTo>
                    <a:pt x="3568375" y="1273452"/>
                  </a:lnTo>
                  <a:lnTo>
                    <a:pt x="3568375" y="1157198"/>
                  </a:lnTo>
                  <a:lnTo>
                    <a:pt x="3635652" y="1157198"/>
                  </a:lnTo>
                  <a:lnTo>
                    <a:pt x="3635652" y="1099104"/>
                  </a:lnTo>
                  <a:cubicBezTo>
                    <a:pt x="3635652" y="1009357"/>
                    <a:pt x="3691727" y="972690"/>
                    <a:pt x="3782451" y="972690"/>
                  </a:cubicBezTo>
                  <a:cubicBezTo>
                    <a:pt x="3808958" y="972690"/>
                    <a:pt x="3847710" y="975751"/>
                    <a:pt x="3873175" y="985976"/>
                  </a:cubicBezTo>
                  <a:close/>
                  <a:moveTo>
                    <a:pt x="3507154" y="1638365"/>
                  </a:moveTo>
                  <a:lnTo>
                    <a:pt x="3382759" y="1638365"/>
                  </a:lnTo>
                  <a:lnTo>
                    <a:pt x="3382759" y="1376355"/>
                  </a:lnTo>
                  <a:cubicBezTo>
                    <a:pt x="3382759" y="1309077"/>
                    <a:pt x="3367454" y="1264204"/>
                    <a:pt x="3300177" y="1264204"/>
                  </a:cubicBezTo>
                  <a:cubicBezTo>
                    <a:pt x="3236937" y="1264204"/>
                    <a:pt x="3216552" y="1301913"/>
                    <a:pt x="3216552" y="1373293"/>
                  </a:cubicBezTo>
                  <a:lnTo>
                    <a:pt x="3216552" y="1638365"/>
                  </a:lnTo>
                  <a:lnTo>
                    <a:pt x="3092157" y="1638365"/>
                  </a:lnTo>
                  <a:lnTo>
                    <a:pt x="3092157" y="1157133"/>
                  </a:lnTo>
                  <a:lnTo>
                    <a:pt x="3216552" y="1157133"/>
                  </a:lnTo>
                  <a:lnTo>
                    <a:pt x="3216552" y="1189762"/>
                  </a:lnTo>
                  <a:cubicBezTo>
                    <a:pt x="3242017" y="1164297"/>
                    <a:pt x="3279792" y="1146973"/>
                    <a:pt x="3333783" y="1146973"/>
                  </a:cubicBezTo>
                  <a:cubicBezTo>
                    <a:pt x="3464300" y="1146973"/>
                    <a:pt x="3507089" y="1247922"/>
                    <a:pt x="3507089" y="1366195"/>
                  </a:cubicBezTo>
                  <a:lnTo>
                    <a:pt x="3507089" y="1638430"/>
                  </a:lnTo>
                  <a:close/>
                  <a:moveTo>
                    <a:pt x="2792437" y="1146973"/>
                  </a:moveTo>
                  <a:cubicBezTo>
                    <a:pt x="2653779" y="1146973"/>
                    <a:pt x="2567094" y="1256063"/>
                    <a:pt x="2567094" y="1397782"/>
                  </a:cubicBezTo>
                  <a:cubicBezTo>
                    <a:pt x="2567094" y="1546665"/>
                    <a:pt x="2661920" y="1648590"/>
                    <a:pt x="2792437" y="1648590"/>
                  </a:cubicBezTo>
                  <a:cubicBezTo>
                    <a:pt x="2922954" y="1648590"/>
                    <a:pt x="3017781" y="1546665"/>
                    <a:pt x="3017781" y="1397782"/>
                  </a:cubicBezTo>
                  <a:cubicBezTo>
                    <a:pt x="3017781" y="1248899"/>
                    <a:pt x="2931095" y="1146973"/>
                    <a:pt x="2792437" y="1146973"/>
                  </a:cubicBezTo>
                  <a:close/>
                  <a:moveTo>
                    <a:pt x="2792437" y="1528299"/>
                  </a:moveTo>
                  <a:cubicBezTo>
                    <a:pt x="2712916" y="1528299"/>
                    <a:pt x="2695592" y="1451838"/>
                    <a:pt x="2695592" y="1397782"/>
                  </a:cubicBezTo>
                  <a:cubicBezTo>
                    <a:pt x="2695592" y="1323340"/>
                    <a:pt x="2726202" y="1266288"/>
                    <a:pt x="2792437" y="1266288"/>
                  </a:cubicBezTo>
                  <a:cubicBezTo>
                    <a:pt x="2858673" y="1266288"/>
                    <a:pt x="2889283" y="1323405"/>
                    <a:pt x="2889283" y="1397782"/>
                  </a:cubicBezTo>
                  <a:cubicBezTo>
                    <a:pt x="2889283" y="1451838"/>
                    <a:pt x="2871959" y="1528299"/>
                    <a:pt x="2792437" y="1528299"/>
                  </a:cubicBezTo>
                  <a:close/>
                  <a:moveTo>
                    <a:pt x="2446802" y="1467143"/>
                  </a:moveTo>
                  <a:lnTo>
                    <a:pt x="2526323" y="1542561"/>
                  </a:lnTo>
                  <a:cubicBezTo>
                    <a:pt x="2485553" y="1594534"/>
                    <a:pt x="2429478" y="1648590"/>
                    <a:pt x="2334651" y="1648590"/>
                  </a:cubicBezTo>
                  <a:cubicBezTo>
                    <a:pt x="2203157" y="1648590"/>
                    <a:pt x="2106246" y="1543604"/>
                    <a:pt x="2106246" y="1398823"/>
                  </a:cubicBezTo>
                  <a:cubicBezTo>
                    <a:pt x="2106246" y="1266288"/>
                    <a:pt x="2186810" y="1146973"/>
                    <a:pt x="2336670" y="1146973"/>
                  </a:cubicBezTo>
                  <a:cubicBezTo>
                    <a:pt x="2422314" y="1146973"/>
                    <a:pt x="2481450" y="1185724"/>
                    <a:pt x="2525281" y="1250983"/>
                  </a:cubicBezTo>
                  <a:lnTo>
                    <a:pt x="2443741" y="1333565"/>
                  </a:lnTo>
                  <a:cubicBezTo>
                    <a:pt x="2415215" y="1295856"/>
                    <a:pt x="2384604" y="1266288"/>
                    <a:pt x="2335693" y="1266288"/>
                  </a:cubicBezTo>
                  <a:cubicBezTo>
                    <a:pt x="2269393" y="1266288"/>
                    <a:pt x="2234744" y="1322363"/>
                    <a:pt x="2234744" y="1396804"/>
                  </a:cubicBezTo>
                  <a:cubicBezTo>
                    <a:pt x="2234744" y="1466101"/>
                    <a:pt x="2265355" y="1528299"/>
                    <a:pt x="2336670" y="1528299"/>
                  </a:cubicBezTo>
                  <a:cubicBezTo>
                    <a:pt x="2380501" y="1528299"/>
                    <a:pt x="2417234" y="1504852"/>
                    <a:pt x="2446802" y="1467143"/>
                  </a:cubicBezTo>
                  <a:close/>
                  <a:moveTo>
                    <a:pt x="1803530" y="1638365"/>
                  </a:moveTo>
                  <a:lnTo>
                    <a:pt x="1679135" y="1638365"/>
                  </a:lnTo>
                  <a:lnTo>
                    <a:pt x="1679135" y="1376355"/>
                  </a:lnTo>
                  <a:cubicBezTo>
                    <a:pt x="1679135" y="1309077"/>
                    <a:pt x="1663830" y="1264204"/>
                    <a:pt x="1596553" y="1264204"/>
                  </a:cubicBezTo>
                  <a:cubicBezTo>
                    <a:pt x="1533314" y="1264204"/>
                    <a:pt x="1511951" y="1301913"/>
                    <a:pt x="1511951" y="1373293"/>
                  </a:cubicBezTo>
                  <a:lnTo>
                    <a:pt x="1511951" y="1638365"/>
                  </a:lnTo>
                  <a:lnTo>
                    <a:pt x="1387557" y="1638365"/>
                  </a:lnTo>
                  <a:lnTo>
                    <a:pt x="1387557" y="1031761"/>
                  </a:lnTo>
                  <a:lnTo>
                    <a:pt x="1511951" y="969564"/>
                  </a:lnTo>
                  <a:lnTo>
                    <a:pt x="1511951" y="1189762"/>
                  </a:lnTo>
                  <a:cubicBezTo>
                    <a:pt x="1535398" y="1161236"/>
                    <a:pt x="1584309" y="1146973"/>
                    <a:pt x="1632243" y="1146973"/>
                  </a:cubicBezTo>
                  <a:cubicBezTo>
                    <a:pt x="1758657" y="1146973"/>
                    <a:pt x="1803530" y="1246880"/>
                    <a:pt x="1803530" y="1366195"/>
                  </a:cubicBezTo>
                  <a:lnTo>
                    <a:pt x="1803530" y="1638430"/>
                  </a:lnTo>
                  <a:close/>
                  <a:moveTo>
                    <a:pt x="1311031" y="1493650"/>
                  </a:moveTo>
                  <a:lnTo>
                    <a:pt x="1292665" y="1619022"/>
                  </a:lnTo>
                  <a:cubicBezTo>
                    <a:pt x="1267200" y="1639407"/>
                    <a:pt x="1205979" y="1648590"/>
                    <a:pt x="1173350" y="1648590"/>
                  </a:cubicBezTo>
                  <a:cubicBezTo>
                    <a:pt x="1097931" y="1648590"/>
                    <a:pt x="1043875" y="1588412"/>
                    <a:pt x="1043875" y="1504852"/>
                  </a:cubicBezTo>
                  <a:lnTo>
                    <a:pt x="1043875" y="1273387"/>
                  </a:lnTo>
                  <a:lnTo>
                    <a:pt x="960250" y="1273387"/>
                  </a:lnTo>
                  <a:lnTo>
                    <a:pt x="960250" y="1157133"/>
                  </a:lnTo>
                  <a:lnTo>
                    <a:pt x="1043875" y="1157133"/>
                  </a:lnTo>
                  <a:lnTo>
                    <a:pt x="1043875" y="1031761"/>
                  </a:lnTo>
                  <a:lnTo>
                    <a:pt x="1168270" y="969564"/>
                  </a:lnTo>
                  <a:lnTo>
                    <a:pt x="1168270" y="1157133"/>
                  </a:lnTo>
                  <a:lnTo>
                    <a:pt x="1308947" y="1157133"/>
                  </a:lnTo>
                  <a:lnTo>
                    <a:pt x="1308947" y="1273387"/>
                  </a:lnTo>
                  <a:lnTo>
                    <a:pt x="1168270" y="1273387"/>
                  </a:lnTo>
                  <a:lnTo>
                    <a:pt x="1168270" y="1471181"/>
                  </a:lnTo>
                  <a:cubicBezTo>
                    <a:pt x="1168270" y="1515012"/>
                    <a:pt x="1184552" y="1529275"/>
                    <a:pt x="1214120" y="1529275"/>
                  </a:cubicBezTo>
                  <a:cubicBezTo>
                    <a:pt x="1243688" y="1529275"/>
                    <a:pt x="1289539" y="1513970"/>
                    <a:pt x="1310966" y="1493585"/>
                  </a:cubicBezTo>
                  <a:close/>
                  <a:moveTo>
                    <a:pt x="767666" y="1157198"/>
                  </a:moveTo>
                  <a:lnTo>
                    <a:pt x="767666" y="1638430"/>
                  </a:lnTo>
                  <a:lnTo>
                    <a:pt x="892061" y="1638430"/>
                  </a:lnTo>
                  <a:lnTo>
                    <a:pt x="892061" y="1157198"/>
                  </a:lnTo>
                  <a:lnTo>
                    <a:pt x="767666" y="1157198"/>
                  </a:lnTo>
                  <a:close/>
                  <a:moveTo>
                    <a:pt x="702408" y="1157198"/>
                  </a:moveTo>
                  <a:lnTo>
                    <a:pt x="550529" y="1638430"/>
                  </a:lnTo>
                  <a:lnTo>
                    <a:pt x="436359" y="1638430"/>
                  </a:lnTo>
                  <a:lnTo>
                    <a:pt x="354819" y="1345809"/>
                  </a:lnTo>
                  <a:lnTo>
                    <a:pt x="272236" y="1638430"/>
                  </a:lnTo>
                  <a:lnTo>
                    <a:pt x="158066" y="1638430"/>
                  </a:lnTo>
                  <a:lnTo>
                    <a:pt x="7099" y="1157198"/>
                  </a:lnTo>
                  <a:lnTo>
                    <a:pt x="145757" y="1157198"/>
                  </a:lnTo>
                  <a:lnTo>
                    <a:pt x="218114" y="1436533"/>
                  </a:lnTo>
                  <a:lnTo>
                    <a:pt x="299655" y="1157198"/>
                  </a:lnTo>
                  <a:lnTo>
                    <a:pt x="412848" y="1157198"/>
                  </a:lnTo>
                  <a:lnTo>
                    <a:pt x="494388" y="1436533"/>
                  </a:lnTo>
                  <a:lnTo>
                    <a:pt x="567788" y="1157198"/>
                  </a:lnTo>
                  <a:lnTo>
                    <a:pt x="702343" y="1157198"/>
                  </a:lnTo>
                  <a:close/>
                  <a:moveTo>
                    <a:pt x="4436990" y="16282"/>
                  </a:moveTo>
                  <a:lnTo>
                    <a:pt x="4436990" y="115147"/>
                  </a:lnTo>
                  <a:cubicBezTo>
                    <a:pt x="4409441" y="107983"/>
                    <a:pt x="4391139" y="104921"/>
                    <a:pt x="4374792" y="104921"/>
                  </a:cubicBezTo>
                  <a:cubicBezTo>
                    <a:pt x="4332003" y="104921"/>
                    <a:pt x="4322820" y="120227"/>
                    <a:pt x="4322820" y="144715"/>
                  </a:cubicBezTo>
                  <a:lnTo>
                    <a:pt x="4322820" y="186527"/>
                  </a:lnTo>
                  <a:lnTo>
                    <a:pt x="4404361" y="186527"/>
                  </a:lnTo>
                  <a:lnTo>
                    <a:pt x="4404361" y="302781"/>
                  </a:lnTo>
                  <a:lnTo>
                    <a:pt x="4322820" y="302781"/>
                  </a:lnTo>
                  <a:lnTo>
                    <a:pt x="4322820" y="667759"/>
                  </a:lnTo>
                  <a:lnTo>
                    <a:pt x="4202528" y="667759"/>
                  </a:lnTo>
                  <a:lnTo>
                    <a:pt x="4202528" y="302781"/>
                  </a:lnTo>
                  <a:lnTo>
                    <a:pt x="4143392" y="302781"/>
                  </a:lnTo>
                  <a:lnTo>
                    <a:pt x="4143392" y="186527"/>
                  </a:lnTo>
                  <a:lnTo>
                    <a:pt x="4202528" y="186527"/>
                  </a:lnTo>
                  <a:lnTo>
                    <a:pt x="4202528" y="128433"/>
                  </a:lnTo>
                  <a:cubicBezTo>
                    <a:pt x="4202528" y="44808"/>
                    <a:pt x="4246360" y="2019"/>
                    <a:pt x="4348350" y="2019"/>
                  </a:cubicBezTo>
                  <a:cubicBezTo>
                    <a:pt x="4380980" y="2019"/>
                    <a:pt x="4407487" y="8141"/>
                    <a:pt x="4437055" y="16282"/>
                  </a:cubicBezTo>
                  <a:close/>
                  <a:moveTo>
                    <a:pt x="2957602" y="527083"/>
                  </a:moveTo>
                  <a:lnTo>
                    <a:pt x="2940278" y="649458"/>
                  </a:lnTo>
                  <a:cubicBezTo>
                    <a:pt x="2915790" y="668802"/>
                    <a:pt x="2873001" y="677984"/>
                    <a:pt x="2843433" y="677984"/>
                  </a:cubicBezTo>
                  <a:cubicBezTo>
                    <a:pt x="2770033" y="677984"/>
                    <a:pt x="2712916" y="622951"/>
                    <a:pt x="2712916" y="535224"/>
                  </a:cubicBezTo>
                  <a:lnTo>
                    <a:pt x="2712916" y="301739"/>
                  </a:lnTo>
                  <a:lnTo>
                    <a:pt x="2629291" y="301739"/>
                  </a:lnTo>
                  <a:lnTo>
                    <a:pt x="2629291" y="186527"/>
                  </a:lnTo>
                  <a:lnTo>
                    <a:pt x="2712916" y="186527"/>
                  </a:lnTo>
                  <a:lnTo>
                    <a:pt x="2712916" y="61155"/>
                  </a:lnTo>
                  <a:lnTo>
                    <a:pt x="2833208" y="0"/>
                  </a:lnTo>
                  <a:lnTo>
                    <a:pt x="2833208" y="186592"/>
                  </a:lnTo>
                  <a:lnTo>
                    <a:pt x="2945358" y="186592"/>
                  </a:lnTo>
                  <a:lnTo>
                    <a:pt x="2945358" y="301804"/>
                  </a:lnTo>
                  <a:lnTo>
                    <a:pt x="2833208" y="301804"/>
                  </a:lnTo>
                  <a:lnTo>
                    <a:pt x="2833208" y="503701"/>
                  </a:lnTo>
                  <a:cubicBezTo>
                    <a:pt x="2833208" y="545514"/>
                    <a:pt x="2850532" y="560819"/>
                    <a:pt x="2880100" y="560819"/>
                  </a:cubicBezTo>
                  <a:cubicBezTo>
                    <a:pt x="2909668" y="560819"/>
                    <a:pt x="2938194" y="545514"/>
                    <a:pt x="2957602" y="527148"/>
                  </a:cubicBezTo>
                  <a:close/>
                  <a:moveTo>
                    <a:pt x="2397891" y="426134"/>
                  </a:moveTo>
                  <a:cubicBezTo>
                    <a:pt x="2397891" y="441439"/>
                    <a:pt x="2396849" y="460782"/>
                    <a:pt x="2395872" y="467946"/>
                  </a:cubicBezTo>
                  <a:lnTo>
                    <a:pt x="2114453" y="467946"/>
                  </a:lnTo>
                  <a:cubicBezTo>
                    <a:pt x="2119533" y="535224"/>
                    <a:pt x="2166425" y="562773"/>
                    <a:pt x="2218462" y="562773"/>
                  </a:cubicBezTo>
                  <a:cubicBezTo>
                    <a:pt x="2249073" y="562773"/>
                    <a:pt x="2276557" y="553590"/>
                    <a:pt x="2301045" y="529102"/>
                  </a:cubicBezTo>
                  <a:lnTo>
                    <a:pt x="2386689" y="601459"/>
                  </a:lnTo>
                  <a:cubicBezTo>
                    <a:pt x="2346895" y="654473"/>
                    <a:pt x="2274538" y="677919"/>
                    <a:pt x="2210321" y="677919"/>
                  </a:cubicBezTo>
                  <a:cubicBezTo>
                    <a:pt x="2072705" y="677919"/>
                    <a:pt x="1991100" y="569872"/>
                    <a:pt x="1991100" y="429130"/>
                  </a:cubicBezTo>
                  <a:cubicBezTo>
                    <a:pt x="1991100" y="288388"/>
                    <a:pt x="2079804" y="176302"/>
                    <a:pt x="2205176" y="176302"/>
                  </a:cubicBezTo>
                  <a:cubicBezTo>
                    <a:pt x="2339731" y="176302"/>
                    <a:pt x="2397891" y="298678"/>
                    <a:pt x="2397891" y="426069"/>
                  </a:cubicBezTo>
                  <a:close/>
                  <a:moveTo>
                    <a:pt x="2116472" y="374162"/>
                  </a:moveTo>
                  <a:lnTo>
                    <a:pt x="2287759" y="374162"/>
                  </a:lnTo>
                  <a:cubicBezTo>
                    <a:pt x="2282679" y="320105"/>
                    <a:pt x="2251027" y="283438"/>
                    <a:pt x="2199054" y="283438"/>
                  </a:cubicBezTo>
                  <a:cubicBezTo>
                    <a:pt x="2144021" y="283438"/>
                    <a:pt x="2119533" y="334433"/>
                    <a:pt x="2116472" y="374162"/>
                  </a:cubicBezTo>
                  <a:close/>
                  <a:moveTo>
                    <a:pt x="1933982" y="428218"/>
                  </a:moveTo>
                  <a:cubicBezTo>
                    <a:pt x="1933982" y="551571"/>
                    <a:pt x="1882987" y="677984"/>
                    <a:pt x="1746413" y="677984"/>
                  </a:cubicBezTo>
                  <a:cubicBezTo>
                    <a:pt x="1693399" y="677984"/>
                    <a:pt x="1660769" y="658642"/>
                    <a:pt x="1639342" y="638191"/>
                  </a:cubicBezTo>
                  <a:lnTo>
                    <a:pt x="1639342" y="784990"/>
                  </a:lnTo>
                  <a:lnTo>
                    <a:pt x="1519050" y="845169"/>
                  </a:lnTo>
                  <a:lnTo>
                    <a:pt x="1519050" y="186527"/>
                  </a:lnTo>
                  <a:lnTo>
                    <a:pt x="1639342" y="186527"/>
                  </a:lnTo>
                  <a:lnTo>
                    <a:pt x="1639342" y="219157"/>
                  </a:lnTo>
                  <a:cubicBezTo>
                    <a:pt x="1670929" y="190630"/>
                    <a:pt x="1703559" y="176367"/>
                    <a:pt x="1748432" y="176367"/>
                  </a:cubicBezTo>
                  <a:cubicBezTo>
                    <a:pt x="1877907" y="176367"/>
                    <a:pt x="1933982" y="298743"/>
                    <a:pt x="1933982" y="428218"/>
                  </a:cubicBezTo>
                  <a:close/>
                  <a:moveTo>
                    <a:pt x="1809587" y="434340"/>
                  </a:moveTo>
                  <a:cubicBezTo>
                    <a:pt x="1809587" y="364002"/>
                    <a:pt x="1791221" y="292621"/>
                    <a:pt x="1718864" y="292621"/>
                  </a:cubicBezTo>
                  <a:cubicBezTo>
                    <a:pt x="1685193" y="292621"/>
                    <a:pt x="1658685" y="307926"/>
                    <a:pt x="1639342" y="335410"/>
                  </a:cubicBezTo>
                  <a:lnTo>
                    <a:pt x="1639342" y="518942"/>
                  </a:lnTo>
                  <a:cubicBezTo>
                    <a:pt x="1658685" y="546491"/>
                    <a:pt x="1691315" y="562773"/>
                    <a:pt x="1726028" y="562773"/>
                  </a:cubicBezTo>
                  <a:cubicBezTo>
                    <a:pt x="1793305" y="562773"/>
                    <a:pt x="1809652" y="501618"/>
                    <a:pt x="1809652" y="434340"/>
                  </a:cubicBezTo>
                  <a:close/>
                  <a:moveTo>
                    <a:pt x="1435426" y="667825"/>
                  </a:moveTo>
                  <a:lnTo>
                    <a:pt x="1315134" y="667825"/>
                  </a:lnTo>
                  <a:lnTo>
                    <a:pt x="1315134" y="634153"/>
                  </a:lnTo>
                  <a:cubicBezTo>
                    <a:pt x="1286608" y="662680"/>
                    <a:pt x="1249876" y="677984"/>
                    <a:pt x="1202983" y="677984"/>
                  </a:cubicBezTo>
                  <a:cubicBezTo>
                    <a:pt x="1108157" y="677984"/>
                    <a:pt x="1033715" y="616829"/>
                    <a:pt x="1033715" y="510800"/>
                  </a:cubicBezTo>
                  <a:cubicBezTo>
                    <a:pt x="1033715" y="404772"/>
                    <a:pt x="1106072" y="348696"/>
                    <a:pt x="1221284" y="348696"/>
                  </a:cubicBezTo>
                  <a:cubicBezTo>
                    <a:pt x="1251894" y="348696"/>
                    <a:pt x="1283482" y="352799"/>
                    <a:pt x="1315069" y="368040"/>
                  </a:cubicBezTo>
                  <a:lnTo>
                    <a:pt x="1315069" y="342574"/>
                  </a:lnTo>
                  <a:cubicBezTo>
                    <a:pt x="1315069" y="297701"/>
                    <a:pt x="1285501" y="279335"/>
                    <a:pt x="1232486" y="279335"/>
                  </a:cubicBezTo>
                  <a:cubicBezTo>
                    <a:pt x="1194777" y="279335"/>
                    <a:pt x="1159087" y="288518"/>
                    <a:pt x="1121378" y="310922"/>
                  </a:cubicBezTo>
                  <a:lnTo>
                    <a:pt x="1073443" y="225278"/>
                  </a:lnTo>
                  <a:cubicBezTo>
                    <a:pt x="1125416" y="192649"/>
                    <a:pt x="1175369" y="176367"/>
                    <a:pt x="1239650" y="176367"/>
                  </a:cubicBezTo>
                  <a:cubicBezTo>
                    <a:pt x="1360984" y="176367"/>
                    <a:pt x="1435426" y="235503"/>
                    <a:pt x="1435426" y="344593"/>
                  </a:cubicBezTo>
                  <a:lnTo>
                    <a:pt x="1435426" y="667759"/>
                  </a:lnTo>
                  <a:close/>
                  <a:moveTo>
                    <a:pt x="1315134" y="527083"/>
                  </a:moveTo>
                  <a:lnTo>
                    <a:pt x="1315134" y="465927"/>
                  </a:lnTo>
                  <a:cubicBezTo>
                    <a:pt x="1290646" y="450622"/>
                    <a:pt x="1259059" y="445542"/>
                    <a:pt x="1234570" y="445542"/>
                  </a:cubicBezTo>
                  <a:cubicBezTo>
                    <a:pt x="1181556" y="445542"/>
                    <a:pt x="1156091" y="468988"/>
                    <a:pt x="1156091" y="507740"/>
                  </a:cubicBezTo>
                  <a:cubicBezTo>
                    <a:pt x="1156091" y="544472"/>
                    <a:pt x="1179537" y="574040"/>
                    <a:pt x="1224410" y="574040"/>
                  </a:cubicBezTo>
                  <a:cubicBezTo>
                    <a:pt x="1247857" y="574040"/>
                    <a:pt x="1288627" y="565899"/>
                    <a:pt x="1315134" y="527148"/>
                  </a:cubicBezTo>
                  <a:close/>
                  <a:moveTo>
                    <a:pt x="967480" y="667825"/>
                  </a:moveTo>
                  <a:lnTo>
                    <a:pt x="847188" y="667825"/>
                  </a:lnTo>
                  <a:lnTo>
                    <a:pt x="847188" y="405814"/>
                  </a:lnTo>
                  <a:cubicBezTo>
                    <a:pt x="847188" y="340555"/>
                    <a:pt x="832925" y="292621"/>
                    <a:pt x="765647" y="292621"/>
                  </a:cubicBezTo>
                  <a:cubicBezTo>
                    <a:pt x="698370" y="292621"/>
                    <a:pt x="683065" y="336452"/>
                    <a:pt x="683065" y="402753"/>
                  </a:cubicBezTo>
                  <a:lnTo>
                    <a:pt x="683065" y="667825"/>
                  </a:lnTo>
                  <a:lnTo>
                    <a:pt x="562773" y="667825"/>
                  </a:lnTo>
                  <a:lnTo>
                    <a:pt x="562773" y="61221"/>
                  </a:lnTo>
                  <a:lnTo>
                    <a:pt x="683065" y="65"/>
                  </a:lnTo>
                  <a:lnTo>
                    <a:pt x="683065" y="220264"/>
                  </a:lnTo>
                  <a:cubicBezTo>
                    <a:pt x="709572" y="193756"/>
                    <a:pt x="742201" y="176432"/>
                    <a:pt x="796258" y="176432"/>
                  </a:cubicBezTo>
                  <a:cubicBezTo>
                    <a:pt x="923713" y="176432"/>
                    <a:pt x="967545" y="274320"/>
                    <a:pt x="967545" y="396631"/>
                  </a:cubicBezTo>
                  <a:lnTo>
                    <a:pt x="967545" y="667825"/>
                  </a:lnTo>
                  <a:close/>
                  <a:moveTo>
                    <a:pt x="496472" y="475110"/>
                  </a:moveTo>
                  <a:cubicBezTo>
                    <a:pt x="496472" y="619890"/>
                    <a:pt x="386341" y="677984"/>
                    <a:pt x="255889" y="677984"/>
                  </a:cubicBezTo>
                  <a:cubicBezTo>
                    <a:pt x="162104" y="677984"/>
                    <a:pt x="58094" y="648416"/>
                    <a:pt x="0" y="562773"/>
                  </a:cubicBezTo>
                  <a:lnTo>
                    <a:pt x="89747" y="483251"/>
                  </a:lnTo>
                  <a:cubicBezTo>
                    <a:pt x="131559" y="533205"/>
                    <a:pt x="191672" y="556651"/>
                    <a:pt x="252893" y="556651"/>
                  </a:cubicBezTo>
                  <a:cubicBezTo>
                    <a:pt x="325250" y="556651"/>
                    <a:pt x="367063" y="524022"/>
                    <a:pt x="367063" y="478171"/>
                  </a:cubicBezTo>
                  <a:cubicBezTo>
                    <a:pt x="367063" y="459805"/>
                    <a:pt x="359899" y="441439"/>
                    <a:pt x="329353" y="426199"/>
                  </a:cubicBezTo>
                  <a:cubicBezTo>
                    <a:pt x="306949" y="414997"/>
                    <a:pt x="279400" y="407833"/>
                    <a:pt x="225344" y="394612"/>
                  </a:cubicBezTo>
                  <a:cubicBezTo>
                    <a:pt x="191672" y="386471"/>
                    <a:pt x="122376" y="370124"/>
                    <a:pt x="79522" y="335475"/>
                  </a:cubicBezTo>
                  <a:cubicBezTo>
                    <a:pt x="36732" y="300827"/>
                    <a:pt x="24488" y="250874"/>
                    <a:pt x="24488" y="207042"/>
                  </a:cubicBezTo>
                  <a:cubicBezTo>
                    <a:pt x="24488" y="71445"/>
                    <a:pt x="140742" y="16412"/>
                    <a:pt x="254912" y="16412"/>
                  </a:cubicBezTo>
                  <a:cubicBezTo>
                    <a:pt x="353776" y="16412"/>
                    <a:pt x="425157" y="57182"/>
                    <a:pt x="482274" y="115277"/>
                  </a:cubicBezTo>
                  <a:lnTo>
                    <a:pt x="392528" y="202939"/>
                  </a:lnTo>
                  <a:cubicBezTo>
                    <a:pt x="350715" y="161127"/>
                    <a:pt x="309945" y="137681"/>
                    <a:pt x="246706" y="137681"/>
                  </a:cubicBezTo>
                  <a:cubicBezTo>
                    <a:pt x="192649" y="137681"/>
                    <a:pt x="152921" y="155005"/>
                    <a:pt x="152921" y="199878"/>
                  </a:cubicBezTo>
                  <a:cubicBezTo>
                    <a:pt x="152921" y="219221"/>
                    <a:pt x="160085" y="232508"/>
                    <a:pt x="179428" y="243710"/>
                  </a:cubicBezTo>
                  <a:cubicBezTo>
                    <a:pt x="201832" y="255954"/>
                    <a:pt x="233485" y="265137"/>
                    <a:pt x="282396" y="277381"/>
                  </a:cubicBezTo>
                  <a:cubicBezTo>
                    <a:pt x="340490" y="292686"/>
                    <a:pt x="394547" y="305907"/>
                    <a:pt x="438378" y="341598"/>
                  </a:cubicBezTo>
                  <a:cubicBezTo>
                    <a:pt x="477129" y="373185"/>
                    <a:pt x="496472" y="414997"/>
                    <a:pt x="496472" y="475176"/>
                  </a:cubicBezTo>
                  <a:close/>
                  <a:moveTo>
                    <a:pt x="6100885" y="208996"/>
                  </a:moveTo>
                  <a:lnTo>
                    <a:pt x="6051778" y="329288"/>
                  </a:lnTo>
                  <a:cubicBezTo>
                    <a:pt x="6033413" y="311964"/>
                    <a:pt x="6011985" y="299720"/>
                    <a:pt x="5982482" y="299720"/>
                  </a:cubicBezTo>
                  <a:cubicBezTo>
                    <a:pt x="5925365" y="299720"/>
                    <a:pt x="5911232" y="347654"/>
                    <a:pt x="5911232" y="405749"/>
                  </a:cubicBezTo>
                  <a:lnTo>
                    <a:pt x="5911232" y="667759"/>
                  </a:lnTo>
                  <a:lnTo>
                    <a:pt x="5790940" y="667759"/>
                  </a:lnTo>
                  <a:lnTo>
                    <a:pt x="5790940" y="186527"/>
                  </a:lnTo>
                  <a:lnTo>
                    <a:pt x="5911232" y="186527"/>
                  </a:lnTo>
                  <a:lnTo>
                    <a:pt x="5911232" y="220198"/>
                  </a:lnTo>
                  <a:cubicBezTo>
                    <a:pt x="5938781" y="192649"/>
                    <a:pt x="5973429" y="176367"/>
                    <a:pt x="6012181" y="176367"/>
                  </a:cubicBezTo>
                  <a:cubicBezTo>
                    <a:pt x="6045852" y="176367"/>
                    <a:pt x="6075420" y="186592"/>
                    <a:pt x="6100885" y="208996"/>
                  </a:cubicBezTo>
                  <a:close/>
                </a:path>
              </a:pathLst>
            </a:custGeom>
            <a:solidFill>
              <a:schemeClr val="bg2"/>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grpSp>
    </p:spTree>
    <p:extLst>
      <p:ext uri="{BB962C8B-B14F-4D97-AF65-F5344CB8AC3E}">
        <p14:creationId xmlns:p14="http://schemas.microsoft.com/office/powerpoint/2010/main" val="328206802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Title Slide Frame 6">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71B9AAE-F698-5F49-FF7D-DB273B1EE18B}"/>
              </a:ext>
              <a:ext uri="{C183D7F6-B498-43B3-948B-1728B52AA6E4}">
                <adec:decorative xmlns:adec="http://schemas.microsoft.com/office/drawing/2017/decorative" val="1"/>
              </a:ext>
            </a:extLst>
          </p:cNvPr>
          <p:cNvSpPr/>
          <p:nvPr userDrawn="1"/>
        </p:nvSpPr>
        <p:spPr>
          <a:xfrm>
            <a:off x="0" y="0"/>
            <a:ext cx="8386354" cy="6858000"/>
          </a:xfrm>
          <a:prstGeom prst="rect">
            <a:avLst/>
          </a:prstGeom>
          <a:gradFill flip="none" rotWithShape="1">
            <a:gsLst>
              <a:gs pos="0">
                <a:schemeClr val="tx1">
                  <a:lumMod val="0"/>
                  <a:alpha val="0"/>
                </a:schemeClr>
              </a:gs>
              <a:gs pos="95000">
                <a:srgbClr val="000000">
                  <a:alpha val="70000"/>
                </a:srgbClr>
              </a:gs>
            </a:gsLst>
            <a:lin ang="108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endParaRPr lang="en-US" sz="1200" b="1">
              <a:solidFill>
                <a:schemeClr val="tx1"/>
              </a:solidFill>
            </a:endParaRPr>
          </a:p>
        </p:txBody>
      </p:sp>
      <p:sp>
        <p:nvSpPr>
          <p:cNvPr id="28" name="Subtitle 2">
            <a:extLst>
              <a:ext uri="{FF2B5EF4-FFF2-40B4-BE49-F238E27FC236}">
                <a16:creationId xmlns:a16="http://schemas.microsoft.com/office/drawing/2014/main" id="{632E76BF-46D5-8E94-88AA-4783DD302E89}"/>
              </a:ext>
            </a:extLst>
          </p:cNvPr>
          <p:cNvSpPr>
            <a:spLocks noGrp="1"/>
          </p:cNvSpPr>
          <p:nvPr>
            <p:ph type="subTitle" idx="1" hasCustomPrompt="1"/>
          </p:nvPr>
        </p:nvSpPr>
        <p:spPr>
          <a:xfrm>
            <a:off x="889762" y="4436485"/>
            <a:ext cx="4907628" cy="511939"/>
          </a:xfrm>
        </p:spPr>
        <p:txBody>
          <a:bodyPr wrap="square">
            <a:noAutofit/>
          </a:bodyPr>
          <a:lstStyle>
            <a:lvl1pPr marL="0" indent="0" algn="l">
              <a:buNone/>
              <a:defRPr lang="en-GB" sz="1600" kern="1200" dirty="0">
                <a:solidFill>
                  <a:schemeClr val="bg1"/>
                </a:solidFill>
                <a:latin typeface="EYInterstate Regular" panose="02000503020000020004" pitchFamily="2" charset="0"/>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29" name="Title 4">
            <a:extLst>
              <a:ext uri="{FF2B5EF4-FFF2-40B4-BE49-F238E27FC236}">
                <a16:creationId xmlns:a16="http://schemas.microsoft.com/office/drawing/2014/main" id="{1F7B1FDC-B90E-6693-A750-B9BA4B535E8A}"/>
              </a:ext>
            </a:extLst>
          </p:cNvPr>
          <p:cNvSpPr>
            <a:spLocks noGrp="1"/>
          </p:cNvSpPr>
          <p:nvPr>
            <p:ph type="title"/>
          </p:nvPr>
        </p:nvSpPr>
        <p:spPr>
          <a:xfrm>
            <a:off x="889762" y="2698751"/>
            <a:ext cx="4906009" cy="1654043"/>
          </a:xfrm>
        </p:spPr>
        <p:txBody>
          <a:bodyPr anchor="t">
            <a:noAutofit/>
          </a:bodyPr>
          <a:lstStyle>
            <a:lvl1pPr>
              <a:defRPr sz="4200" b="1" i="0">
                <a:solidFill>
                  <a:schemeClr val="bg1"/>
                </a:solidFill>
                <a:latin typeface="EYInterstate Regular" panose="02000503020000020004" pitchFamily="2" charset="0"/>
              </a:defRPr>
            </a:lvl1pPr>
          </a:lstStyle>
          <a:p>
            <a:r>
              <a:rPr lang="en-GB"/>
              <a:t>Click to edit Master title style</a:t>
            </a:r>
            <a:endParaRPr lang="en-US"/>
          </a:p>
        </p:txBody>
      </p:sp>
      <p:sp>
        <p:nvSpPr>
          <p:cNvPr id="30" name="Text Placeholder 288">
            <a:extLst>
              <a:ext uri="{FF2B5EF4-FFF2-40B4-BE49-F238E27FC236}">
                <a16:creationId xmlns:a16="http://schemas.microsoft.com/office/drawing/2014/main" id="{1673B89D-F206-B9D2-CDB7-BDE045C7447F}"/>
              </a:ext>
            </a:extLst>
          </p:cNvPr>
          <p:cNvSpPr>
            <a:spLocks noGrp="1"/>
          </p:cNvSpPr>
          <p:nvPr>
            <p:ph type="body" sz="quarter" idx="10"/>
          </p:nvPr>
        </p:nvSpPr>
        <p:spPr>
          <a:xfrm>
            <a:off x="889762" y="5047485"/>
            <a:ext cx="4906010" cy="246221"/>
          </a:xfrm>
        </p:spPr>
        <p:txBody>
          <a:bodyPr wrap="square">
            <a:spAutoFit/>
          </a:bodyPr>
          <a:lstStyle>
            <a:lvl1pPr marL="0" indent="0">
              <a:buNone/>
              <a:defRPr sz="1600" b="1">
                <a:solidFill>
                  <a:schemeClr val="bg1"/>
                </a:solidFill>
                <a:latin typeface="EYInterstate Regular" panose="02000503020000020004" pitchFamily="2" charset="0"/>
              </a:defRPr>
            </a:lvl1pPr>
            <a:lvl2pPr marL="252000" indent="0">
              <a:buNone/>
              <a:defRPr sz="1600" b="1">
                <a:latin typeface="+mj-lt"/>
              </a:defRPr>
            </a:lvl2pPr>
            <a:lvl3pPr marL="504000" indent="0">
              <a:buNone/>
              <a:defRPr sz="1600" b="1">
                <a:latin typeface="+mj-lt"/>
              </a:defRPr>
            </a:lvl3pPr>
            <a:lvl4pPr marL="756000" indent="0">
              <a:buNone/>
              <a:defRPr sz="1600" b="1">
                <a:latin typeface="+mj-lt"/>
              </a:defRPr>
            </a:lvl4pPr>
            <a:lvl5pPr marL="1008000" indent="0">
              <a:buNone/>
              <a:defRPr sz="1600" b="1">
                <a:latin typeface="+mj-lt"/>
              </a:defRPr>
            </a:lvl5pPr>
          </a:lstStyle>
          <a:p>
            <a:pPr lvl="0"/>
            <a:r>
              <a:rPr lang="en-GB"/>
              <a:t>Click to edit Master text styles</a:t>
            </a:r>
          </a:p>
        </p:txBody>
      </p:sp>
      <p:grpSp>
        <p:nvGrpSpPr>
          <p:cNvPr id="6" name="Group 5">
            <a:extLst>
              <a:ext uri="{FF2B5EF4-FFF2-40B4-BE49-F238E27FC236}">
                <a16:creationId xmlns:a16="http://schemas.microsoft.com/office/drawing/2014/main" id="{DA2147BC-BA53-072F-B27C-857DCB3CC434}"/>
              </a:ext>
            </a:extLst>
          </p:cNvPr>
          <p:cNvGrpSpPr/>
          <p:nvPr userDrawn="1"/>
        </p:nvGrpSpPr>
        <p:grpSpPr>
          <a:xfrm>
            <a:off x="485774" y="1291008"/>
            <a:ext cx="5706110" cy="4360545"/>
            <a:chOff x="485774" y="1291008"/>
            <a:chExt cx="5706110" cy="4360545"/>
          </a:xfrm>
        </p:grpSpPr>
        <p:sp>
          <p:nvSpPr>
            <p:cNvPr id="26" name="Freeform 25">
              <a:extLst>
                <a:ext uri="{FF2B5EF4-FFF2-40B4-BE49-F238E27FC236}">
                  <a16:creationId xmlns:a16="http://schemas.microsoft.com/office/drawing/2014/main" id="{F7E50E80-DFF0-E065-898F-1AFD970459B6}"/>
                </a:ext>
              </a:extLst>
            </p:cNvPr>
            <p:cNvSpPr/>
            <p:nvPr userDrawn="1"/>
          </p:nvSpPr>
          <p:spPr>
            <a:xfrm>
              <a:off x="485774" y="5549953"/>
              <a:ext cx="508000" cy="101600"/>
            </a:xfrm>
            <a:custGeom>
              <a:avLst/>
              <a:gdLst>
                <a:gd name="connsiteX0" fmla="*/ 406400 w 508000"/>
                <a:gd name="connsiteY0" fmla="*/ 0 h 101600"/>
                <a:gd name="connsiteX1" fmla="*/ 508000 w 508000"/>
                <a:gd name="connsiteY1" fmla="*/ 0 h 101600"/>
                <a:gd name="connsiteX2" fmla="*/ 508000 w 508000"/>
                <a:gd name="connsiteY2" fmla="*/ 101600 h 101600"/>
                <a:gd name="connsiteX3" fmla="*/ 406400 w 508000"/>
                <a:gd name="connsiteY3" fmla="*/ 101600 h 101600"/>
                <a:gd name="connsiteX4" fmla="*/ 203200 w 508000"/>
                <a:gd name="connsiteY4" fmla="*/ 0 h 101600"/>
                <a:gd name="connsiteX5" fmla="*/ 304800 w 508000"/>
                <a:gd name="connsiteY5" fmla="*/ 0 h 101600"/>
                <a:gd name="connsiteX6" fmla="*/ 304800 w 508000"/>
                <a:gd name="connsiteY6" fmla="*/ 101600 h 101600"/>
                <a:gd name="connsiteX7" fmla="*/ 203200 w 508000"/>
                <a:gd name="connsiteY7" fmla="*/ 101600 h 101600"/>
                <a:gd name="connsiteX8" fmla="*/ 0 w 508000"/>
                <a:gd name="connsiteY8" fmla="*/ 0 h 101600"/>
                <a:gd name="connsiteX9" fmla="*/ 101600 w 508000"/>
                <a:gd name="connsiteY9" fmla="*/ 0 h 101600"/>
                <a:gd name="connsiteX10" fmla="*/ 101600 w 508000"/>
                <a:gd name="connsiteY10" fmla="*/ 101600 h 101600"/>
                <a:gd name="connsiteX11" fmla="*/ 0 w 508000"/>
                <a:gd name="connsiteY11" fmla="*/ 101600 h 10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8000" h="101600">
                  <a:moveTo>
                    <a:pt x="406400" y="0"/>
                  </a:moveTo>
                  <a:lnTo>
                    <a:pt x="508000" y="0"/>
                  </a:lnTo>
                  <a:lnTo>
                    <a:pt x="508000" y="101600"/>
                  </a:lnTo>
                  <a:lnTo>
                    <a:pt x="406400" y="101600"/>
                  </a:lnTo>
                  <a:close/>
                  <a:moveTo>
                    <a:pt x="203200" y="0"/>
                  </a:moveTo>
                  <a:lnTo>
                    <a:pt x="304800" y="0"/>
                  </a:lnTo>
                  <a:lnTo>
                    <a:pt x="304800" y="101600"/>
                  </a:lnTo>
                  <a:lnTo>
                    <a:pt x="203200" y="101600"/>
                  </a:lnTo>
                  <a:close/>
                  <a:moveTo>
                    <a:pt x="0" y="0"/>
                  </a:moveTo>
                  <a:lnTo>
                    <a:pt x="101600" y="0"/>
                  </a:lnTo>
                  <a:lnTo>
                    <a:pt x="101600" y="101600"/>
                  </a:lnTo>
                  <a:lnTo>
                    <a:pt x="0" y="101600"/>
                  </a:lnTo>
                  <a:close/>
                </a:path>
              </a:pathLst>
            </a:custGeom>
            <a:solidFill>
              <a:schemeClr val="tx2"/>
            </a:solidFill>
            <a:ln w="63500" cap="flat">
              <a:noFill/>
              <a:prstDash val="solid"/>
              <a:miter/>
            </a:ln>
          </p:spPr>
          <p:txBody>
            <a:bodyPr rtlCol="0" anchor="ctr"/>
            <a:lstStyle/>
            <a:p>
              <a:endParaRPr lang="en-US"/>
            </a:p>
          </p:txBody>
        </p:sp>
        <p:sp>
          <p:nvSpPr>
            <p:cNvPr id="31" name="Freeform 30">
              <a:extLst>
                <a:ext uri="{FF2B5EF4-FFF2-40B4-BE49-F238E27FC236}">
                  <a16:creationId xmlns:a16="http://schemas.microsoft.com/office/drawing/2014/main" id="{90AAC841-3D56-6842-04D1-F0B7D973D86D}"/>
                </a:ext>
              </a:extLst>
            </p:cNvPr>
            <p:cNvSpPr/>
            <p:nvPr userDrawn="1"/>
          </p:nvSpPr>
          <p:spPr>
            <a:xfrm>
              <a:off x="485775" y="1291008"/>
              <a:ext cx="5706109" cy="4359275"/>
            </a:xfrm>
            <a:custGeom>
              <a:avLst/>
              <a:gdLst>
                <a:gd name="connsiteX0" fmla="*/ 0 w 5706109"/>
                <a:gd name="connsiteY0" fmla="*/ 4157346 h 4359275"/>
                <a:gd name="connsiteX1" fmla="*/ 101600 w 5706109"/>
                <a:gd name="connsiteY1" fmla="*/ 4157346 h 4359275"/>
                <a:gd name="connsiteX2" fmla="*/ 101600 w 5706109"/>
                <a:gd name="connsiteY2" fmla="*/ 1075055 h 4359275"/>
                <a:gd name="connsiteX3" fmla="*/ 101600 w 5706109"/>
                <a:gd name="connsiteY3" fmla="*/ 1075055 h 4359275"/>
                <a:gd name="connsiteX4" fmla="*/ 191770 w 5706109"/>
                <a:gd name="connsiteY4" fmla="*/ 1059180 h 4359275"/>
                <a:gd name="connsiteX5" fmla="*/ 861060 w 5706109"/>
                <a:gd name="connsiteY5" fmla="*/ 942975 h 4359275"/>
                <a:gd name="connsiteX6" fmla="*/ 1195705 w 5706109"/>
                <a:gd name="connsiteY6" fmla="*/ 885190 h 4359275"/>
                <a:gd name="connsiteX7" fmla="*/ 1362710 w 5706109"/>
                <a:gd name="connsiteY7" fmla="*/ 855980 h 4359275"/>
                <a:gd name="connsiteX8" fmla="*/ 1529715 w 5706109"/>
                <a:gd name="connsiteY8" fmla="*/ 826770 h 4359275"/>
                <a:gd name="connsiteX9" fmla="*/ 1864360 w 5706109"/>
                <a:gd name="connsiteY9" fmla="*/ 768985 h 4359275"/>
                <a:gd name="connsiteX10" fmla="*/ 2031365 w 5706109"/>
                <a:gd name="connsiteY10" fmla="*/ 739775 h 4359275"/>
                <a:gd name="connsiteX11" fmla="*/ 2198370 w 5706109"/>
                <a:gd name="connsiteY11" fmla="*/ 710565 h 4359275"/>
                <a:gd name="connsiteX12" fmla="*/ 2365375 w 5706109"/>
                <a:gd name="connsiteY12" fmla="*/ 681355 h 4359275"/>
                <a:gd name="connsiteX13" fmla="*/ 2532380 w 5706109"/>
                <a:gd name="connsiteY13" fmla="*/ 652145 h 4359275"/>
                <a:gd name="connsiteX14" fmla="*/ 2699385 w 5706109"/>
                <a:gd name="connsiteY14" fmla="*/ 622935 h 4359275"/>
                <a:gd name="connsiteX15" fmla="*/ 2866390 w 5706109"/>
                <a:gd name="connsiteY15" fmla="*/ 593725 h 4359275"/>
                <a:gd name="connsiteX16" fmla="*/ 5461000 w 5706109"/>
                <a:gd name="connsiteY16" fmla="*/ 144145 h 4359275"/>
                <a:gd name="connsiteX17" fmla="*/ 5602605 w 5706109"/>
                <a:gd name="connsiteY17" fmla="*/ 119380 h 4359275"/>
                <a:gd name="connsiteX18" fmla="*/ 5602605 w 5706109"/>
                <a:gd name="connsiteY18" fmla="*/ 119380 h 4359275"/>
                <a:gd name="connsiteX19" fmla="*/ 5602605 w 5706109"/>
                <a:gd name="connsiteY19" fmla="*/ 4257676 h 4359275"/>
                <a:gd name="connsiteX20" fmla="*/ 609600 w 5706109"/>
                <a:gd name="connsiteY20" fmla="*/ 4257676 h 4359275"/>
                <a:gd name="connsiteX21" fmla="*/ 609600 w 5706109"/>
                <a:gd name="connsiteY21" fmla="*/ 4359276 h 4359275"/>
                <a:gd name="connsiteX22" fmla="*/ 5706110 w 5706109"/>
                <a:gd name="connsiteY22" fmla="*/ 4359276 h 4359275"/>
                <a:gd name="connsiteX23" fmla="*/ 5706110 w 5706109"/>
                <a:gd name="connsiteY23" fmla="*/ 0 h 4359275"/>
                <a:gd name="connsiteX24" fmla="*/ 5704840 w 5706109"/>
                <a:gd name="connsiteY24" fmla="*/ 0 h 4359275"/>
                <a:gd name="connsiteX25" fmla="*/ 5445760 w 5706109"/>
                <a:gd name="connsiteY25" fmla="*/ 45085 h 4359275"/>
                <a:gd name="connsiteX26" fmla="*/ 2851150 w 5706109"/>
                <a:gd name="connsiteY26" fmla="*/ 494665 h 4359275"/>
                <a:gd name="connsiteX27" fmla="*/ 2684145 w 5706109"/>
                <a:gd name="connsiteY27" fmla="*/ 523875 h 4359275"/>
                <a:gd name="connsiteX28" fmla="*/ 2517140 w 5706109"/>
                <a:gd name="connsiteY28" fmla="*/ 553085 h 4359275"/>
                <a:gd name="connsiteX29" fmla="*/ 2350135 w 5706109"/>
                <a:gd name="connsiteY29" fmla="*/ 582295 h 4359275"/>
                <a:gd name="connsiteX30" fmla="*/ 2183130 w 5706109"/>
                <a:gd name="connsiteY30" fmla="*/ 611505 h 4359275"/>
                <a:gd name="connsiteX31" fmla="*/ 2016125 w 5706109"/>
                <a:gd name="connsiteY31" fmla="*/ 640715 h 4359275"/>
                <a:gd name="connsiteX32" fmla="*/ 1849120 w 5706109"/>
                <a:gd name="connsiteY32" fmla="*/ 669925 h 4359275"/>
                <a:gd name="connsiteX33" fmla="*/ 1514475 w 5706109"/>
                <a:gd name="connsiteY33" fmla="*/ 727710 h 4359275"/>
                <a:gd name="connsiteX34" fmla="*/ 1347470 w 5706109"/>
                <a:gd name="connsiteY34" fmla="*/ 756920 h 4359275"/>
                <a:gd name="connsiteX35" fmla="*/ 1180465 w 5706109"/>
                <a:gd name="connsiteY35" fmla="*/ 786130 h 4359275"/>
                <a:gd name="connsiteX36" fmla="*/ 845820 w 5706109"/>
                <a:gd name="connsiteY36" fmla="*/ 843915 h 4359275"/>
                <a:gd name="connsiteX37" fmla="*/ 176530 w 5706109"/>
                <a:gd name="connsiteY37" fmla="*/ 960120 h 4359275"/>
                <a:gd name="connsiteX38" fmla="*/ 3175 w 5706109"/>
                <a:gd name="connsiteY38" fmla="*/ 989965 h 4359275"/>
                <a:gd name="connsiteX39" fmla="*/ 1905 w 5706109"/>
                <a:gd name="connsiteY39" fmla="*/ 989965 h 4359275"/>
                <a:gd name="connsiteX40" fmla="*/ 1905 w 5706109"/>
                <a:gd name="connsiteY40" fmla="*/ 4158616 h 4359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5706109" h="4359275">
                  <a:moveTo>
                    <a:pt x="0" y="4157346"/>
                  </a:moveTo>
                  <a:lnTo>
                    <a:pt x="101600" y="4157346"/>
                  </a:lnTo>
                  <a:lnTo>
                    <a:pt x="101600" y="1075055"/>
                  </a:lnTo>
                  <a:lnTo>
                    <a:pt x="101600" y="1075055"/>
                  </a:lnTo>
                  <a:lnTo>
                    <a:pt x="191770" y="1059180"/>
                  </a:lnTo>
                  <a:lnTo>
                    <a:pt x="861060" y="942975"/>
                  </a:lnTo>
                  <a:lnTo>
                    <a:pt x="1195705" y="885190"/>
                  </a:lnTo>
                  <a:lnTo>
                    <a:pt x="1362710" y="855980"/>
                  </a:lnTo>
                  <a:lnTo>
                    <a:pt x="1529715" y="826770"/>
                  </a:lnTo>
                  <a:lnTo>
                    <a:pt x="1864360" y="768985"/>
                  </a:lnTo>
                  <a:lnTo>
                    <a:pt x="2031365" y="739775"/>
                  </a:lnTo>
                  <a:lnTo>
                    <a:pt x="2198370" y="710565"/>
                  </a:lnTo>
                  <a:lnTo>
                    <a:pt x="2365375" y="681355"/>
                  </a:lnTo>
                  <a:lnTo>
                    <a:pt x="2532380" y="652145"/>
                  </a:lnTo>
                  <a:lnTo>
                    <a:pt x="2699385" y="622935"/>
                  </a:lnTo>
                  <a:lnTo>
                    <a:pt x="2866390" y="593725"/>
                  </a:lnTo>
                  <a:cubicBezTo>
                    <a:pt x="3731260" y="443865"/>
                    <a:pt x="4596130" y="294005"/>
                    <a:pt x="5461000" y="144145"/>
                  </a:cubicBezTo>
                  <a:lnTo>
                    <a:pt x="5602605" y="119380"/>
                  </a:lnTo>
                  <a:lnTo>
                    <a:pt x="5602605" y="119380"/>
                  </a:lnTo>
                  <a:lnTo>
                    <a:pt x="5602605" y="4257676"/>
                  </a:lnTo>
                  <a:lnTo>
                    <a:pt x="609600" y="4257676"/>
                  </a:lnTo>
                  <a:lnTo>
                    <a:pt x="609600" y="4359276"/>
                  </a:lnTo>
                  <a:lnTo>
                    <a:pt x="5706110" y="4359276"/>
                  </a:lnTo>
                  <a:lnTo>
                    <a:pt x="5706110" y="0"/>
                  </a:lnTo>
                  <a:lnTo>
                    <a:pt x="5704840" y="0"/>
                  </a:lnTo>
                  <a:cubicBezTo>
                    <a:pt x="5618480" y="15240"/>
                    <a:pt x="5532120" y="30480"/>
                    <a:pt x="5445760" y="45085"/>
                  </a:cubicBezTo>
                  <a:cubicBezTo>
                    <a:pt x="4580890" y="194945"/>
                    <a:pt x="3716020" y="344805"/>
                    <a:pt x="2851150" y="494665"/>
                  </a:cubicBezTo>
                  <a:lnTo>
                    <a:pt x="2684145" y="523875"/>
                  </a:lnTo>
                  <a:lnTo>
                    <a:pt x="2517140" y="553085"/>
                  </a:lnTo>
                  <a:lnTo>
                    <a:pt x="2350135" y="582295"/>
                  </a:lnTo>
                  <a:lnTo>
                    <a:pt x="2183130" y="611505"/>
                  </a:lnTo>
                  <a:lnTo>
                    <a:pt x="2016125" y="640715"/>
                  </a:lnTo>
                  <a:lnTo>
                    <a:pt x="1849120" y="669925"/>
                  </a:lnTo>
                  <a:lnTo>
                    <a:pt x="1514475" y="727710"/>
                  </a:lnTo>
                  <a:lnTo>
                    <a:pt x="1347470" y="756920"/>
                  </a:lnTo>
                  <a:lnTo>
                    <a:pt x="1180465" y="786130"/>
                  </a:lnTo>
                  <a:lnTo>
                    <a:pt x="845820" y="843915"/>
                  </a:lnTo>
                  <a:lnTo>
                    <a:pt x="176530" y="960120"/>
                  </a:lnTo>
                  <a:lnTo>
                    <a:pt x="3175" y="989965"/>
                  </a:lnTo>
                  <a:lnTo>
                    <a:pt x="1905" y="989965"/>
                  </a:lnTo>
                  <a:lnTo>
                    <a:pt x="1905" y="4158616"/>
                  </a:lnTo>
                  <a:close/>
                </a:path>
              </a:pathLst>
            </a:custGeom>
            <a:gradFill flip="none" rotWithShape="1">
              <a:gsLst>
                <a:gs pos="39000">
                  <a:srgbClr val="FFE600"/>
                </a:gs>
                <a:gs pos="68000">
                  <a:srgbClr val="FF32FF"/>
                </a:gs>
                <a:gs pos="100000">
                  <a:srgbClr val="E95023"/>
                </a:gs>
              </a:gsLst>
              <a:lin ang="18720000" scaled="0"/>
              <a:tileRect/>
            </a:gradFill>
            <a:ln w="8181" cap="flat">
              <a:noFill/>
              <a:prstDash val="solid"/>
              <a:miter/>
            </a:ln>
          </p:spPr>
          <p:txBody>
            <a:bodyPr rtlCol="0" anchor="ctr"/>
            <a:lstStyle/>
            <a:p>
              <a:pPr lvl="0"/>
              <a:endParaRPr lang="en-US"/>
            </a:p>
          </p:txBody>
        </p:sp>
      </p:grpSp>
      <p:grpSp>
        <p:nvGrpSpPr>
          <p:cNvPr id="2" name="Group 1">
            <a:extLst>
              <a:ext uri="{FF2B5EF4-FFF2-40B4-BE49-F238E27FC236}">
                <a16:creationId xmlns:a16="http://schemas.microsoft.com/office/drawing/2014/main" id="{CDBCF8F7-16B2-8025-2163-4CF53707228D}"/>
              </a:ext>
            </a:extLst>
          </p:cNvPr>
          <p:cNvGrpSpPr/>
          <p:nvPr userDrawn="1"/>
        </p:nvGrpSpPr>
        <p:grpSpPr>
          <a:xfrm>
            <a:off x="485775" y="6164633"/>
            <a:ext cx="4940935" cy="318770"/>
            <a:chOff x="485775" y="6164633"/>
            <a:chExt cx="4940935" cy="318770"/>
          </a:xfrm>
        </p:grpSpPr>
        <p:sp>
          <p:nvSpPr>
            <p:cNvPr id="4" name="Freeform 23">
              <a:extLst>
                <a:ext uri="{FF2B5EF4-FFF2-40B4-BE49-F238E27FC236}">
                  <a16:creationId xmlns:a16="http://schemas.microsoft.com/office/drawing/2014/main" id="{6426E6F1-6C8E-DD12-2CA8-4211518D079A}"/>
                </a:ext>
              </a:extLst>
            </p:cNvPr>
            <p:cNvSpPr/>
            <p:nvPr userDrawn="1"/>
          </p:nvSpPr>
          <p:spPr>
            <a:xfrm>
              <a:off x="485775" y="6164633"/>
              <a:ext cx="405765" cy="81280"/>
            </a:xfrm>
            <a:custGeom>
              <a:avLst/>
              <a:gdLst>
                <a:gd name="connsiteX0" fmla="*/ 324485 w 405765"/>
                <a:gd name="connsiteY0" fmla="*/ 0 h 81280"/>
                <a:gd name="connsiteX1" fmla="*/ 405765 w 405765"/>
                <a:gd name="connsiteY1" fmla="*/ 0 h 81280"/>
                <a:gd name="connsiteX2" fmla="*/ 405765 w 405765"/>
                <a:gd name="connsiteY2" fmla="*/ 81280 h 81280"/>
                <a:gd name="connsiteX3" fmla="*/ 324485 w 405765"/>
                <a:gd name="connsiteY3" fmla="*/ 81280 h 81280"/>
                <a:gd name="connsiteX4" fmla="*/ 161925 w 405765"/>
                <a:gd name="connsiteY4" fmla="*/ 0 h 81280"/>
                <a:gd name="connsiteX5" fmla="*/ 243205 w 405765"/>
                <a:gd name="connsiteY5" fmla="*/ 0 h 81280"/>
                <a:gd name="connsiteX6" fmla="*/ 243205 w 405765"/>
                <a:gd name="connsiteY6" fmla="*/ 81280 h 81280"/>
                <a:gd name="connsiteX7" fmla="*/ 161925 w 405765"/>
                <a:gd name="connsiteY7" fmla="*/ 81280 h 81280"/>
                <a:gd name="connsiteX8" fmla="*/ 0 w 405765"/>
                <a:gd name="connsiteY8" fmla="*/ 0 h 81280"/>
                <a:gd name="connsiteX9" fmla="*/ 81280 w 405765"/>
                <a:gd name="connsiteY9" fmla="*/ 0 h 81280"/>
                <a:gd name="connsiteX10" fmla="*/ 81280 w 405765"/>
                <a:gd name="connsiteY10" fmla="*/ 81280 h 81280"/>
                <a:gd name="connsiteX11" fmla="*/ 0 w 405765"/>
                <a:gd name="connsiteY11" fmla="*/ 81280 h 81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05765" h="81280">
                  <a:moveTo>
                    <a:pt x="324485" y="0"/>
                  </a:moveTo>
                  <a:lnTo>
                    <a:pt x="405765" y="0"/>
                  </a:lnTo>
                  <a:lnTo>
                    <a:pt x="405765" y="81280"/>
                  </a:lnTo>
                  <a:lnTo>
                    <a:pt x="324485" y="81280"/>
                  </a:lnTo>
                  <a:close/>
                  <a:moveTo>
                    <a:pt x="161925" y="0"/>
                  </a:moveTo>
                  <a:lnTo>
                    <a:pt x="243205" y="0"/>
                  </a:lnTo>
                  <a:lnTo>
                    <a:pt x="243205" y="81280"/>
                  </a:lnTo>
                  <a:lnTo>
                    <a:pt x="161925" y="81280"/>
                  </a:lnTo>
                  <a:close/>
                  <a:moveTo>
                    <a:pt x="0" y="0"/>
                  </a:moveTo>
                  <a:lnTo>
                    <a:pt x="81280" y="0"/>
                  </a:lnTo>
                  <a:lnTo>
                    <a:pt x="81280" y="81280"/>
                  </a:lnTo>
                  <a:lnTo>
                    <a:pt x="0" y="81280"/>
                  </a:lnTo>
                  <a:close/>
                </a:path>
              </a:pathLst>
            </a:custGeom>
            <a:solidFill>
              <a:srgbClr val="FFE600"/>
            </a:solidFill>
            <a:ln w="63500" cap="flat">
              <a:noFill/>
              <a:prstDash val="solid"/>
              <a:miter/>
            </a:ln>
          </p:spPr>
          <p:txBody>
            <a:bodyPr rtlCol="0" anchor="ctr"/>
            <a:lstStyle/>
            <a:p>
              <a:endParaRPr lang="en-US">
                <a:solidFill>
                  <a:schemeClr val="bg1"/>
                </a:solidFill>
              </a:endParaRPr>
            </a:p>
          </p:txBody>
        </p:sp>
        <p:sp>
          <p:nvSpPr>
            <p:cNvPr id="5" name="Freeform 24">
              <a:extLst>
                <a:ext uri="{FF2B5EF4-FFF2-40B4-BE49-F238E27FC236}">
                  <a16:creationId xmlns:a16="http://schemas.microsoft.com/office/drawing/2014/main" id="{4A734034-5634-67CA-4626-075282D87716}"/>
                </a:ext>
              </a:extLst>
            </p:cNvPr>
            <p:cNvSpPr/>
            <p:nvPr userDrawn="1"/>
          </p:nvSpPr>
          <p:spPr bwMode="black">
            <a:xfrm>
              <a:off x="485779" y="6344974"/>
              <a:ext cx="4940931" cy="138429"/>
            </a:xfrm>
            <a:custGeom>
              <a:avLst/>
              <a:gdLst>
                <a:gd name="connsiteX0" fmla="*/ 1032512 w 4940931"/>
                <a:gd name="connsiteY0" fmla="*/ 137477 h 138429"/>
                <a:gd name="connsiteX1" fmla="*/ 1032512 w 4940931"/>
                <a:gd name="connsiteY1" fmla="*/ 137794 h 138429"/>
                <a:gd name="connsiteX2" fmla="*/ 1030607 w 4940931"/>
                <a:gd name="connsiteY2" fmla="*/ 138429 h 138429"/>
                <a:gd name="connsiteX3" fmla="*/ 4929501 w 4940931"/>
                <a:gd name="connsiteY3" fmla="*/ 87629 h 138429"/>
                <a:gd name="connsiteX4" fmla="*/ 4933946 w 4940931"/>
                <a:gd name="connsiteY4" fmla="*/ 88264 h 138429"/>
                <a:gd name="connsiteX5" fmla="*/ 4937756 w 4940931"/>
                <a:gd name="connsiteY5" fmla="*/ 90804 h 138429"/>
                <a:gd name="connsiteX6" fmla="*/ 4940296 w 4940931"/>
                <a:gd name="connsiteY6" fmla="*/ 94614 h 138429"/>
                <a:gd name="connsiteX7" fmla="*/ 4940931 w 4940931"/>
                <a:gd name="connsiteY7" fmla="*/ 99059 h 138429"/>
                <a:gd name="connsiteX8" fmla="*/ 4940296 w 4940931"/>
                <a:gd name="connsiteY8" fmla="*/ 103504 h 138429"/>
                <a:gd name="connsiteX9" fmla="*/ 4937756 w 4940931"/>
                <a:gd name="connsiteY9" fmla="*/ 107314 h 138429"/>
                <a:gd name="connsiteX10" fmla="*/ 4933946 w 4940931"/>
                <a:gd name="connsiteY10" fmla="*/ 109854 h 138429"/>
                <a:gd name="connsiteX11" fmla="*/ 4929501 w 4940931"/>
                <a:gd name="connsiteY11" fmla="*/ 110489 h 138429"/>
                <a:gd name="connsiteX12" fmla="*/ 4925056 w 4940931"/>
                <a:gd name="connsiteY12" fmla="*/ 109854 h 138429"/>
                <a:gd name="connsiteX13" fmla="*/ 4921246 w 4940931"/>
                <a:gd name="connsiteY13" fmla="*/ 107314 h 138429"/>
                <a:gd name="connsiteX14" fmla="*/ 4918706 w 4940931"/>
                <a:gd name="connsiteY14" fmla="*/ 103504 h 138429"/>
                <a:gd name="connsiteX15" fmla="*/ 4918071 w 4940931"/>
                <a:gd name="connsiteY15" fmla="*/ 99059 h 138429"/>
                <a:gd name="connsiteX16" fmla="*/ 4918706 w 4940931"/>
                <a:gd name="connsiteY16" fmla="*/ 94614 h 138429"/>
                <a:gd name="connsiteX17" fmla="*/ 4921246 w 4940931"/>
                <a:gd name="connsiteY17" fmla="*/ 90804 h 138429"/>
                <a:gd name="connsiteX18" fmla="*/ 4925056 w 4940931"/>
                <a:gd name="connsiteY18" fmla="*/ 88264 h 138429"/>
                <a:gd name="connsiteX19" fmla="*/ 4929501 w 4940931"/>
                <a:gd name="connsiteY19" fmla="*/ 87629 h 138429"/>
                <a:gd name="connsiteX20" fmla="*/ 3079110 w 4940931"/>
                <a:gd name="connsiteY20" fmla="*/ 87629 h 138429"/>
                <a:gd name="connsiteX21" fmla="*/ 3083555 w 4940931"/>
                <a:gd name="connsiteY21" fmla="*/ 88264 h 138429"/>
                <a:gd name="connsiteX22" fmla="*/ 3087365 w 4940931"/>
                <a:gd name="connsiteY22" fmla="*/ 90804 h 138429"/>
                <a:gd name="connsiteX23" fmla="*/ 3089905 w 4940931"/>
                <a:gd name="connsiteY23" fmla="*/ 94614 h 138429"/>
                <a:gd name="connsiteX24" fmla="*/ 3090540 w 4940931"/>
                <a:gd name="connsiteY24" fmla="*/ 99059 h 138429"/>
                <a:gd name="connsiteX25" fmla="*/ 3089905 w 4940931"/>
                <a:gd name="connsiteY25" fmla="*/ 103504 h 138429"/>
                <a:gd name="connsiteX26" fmla="*/ 3087365 w 4940931"/>
                <a:gd name="connsiteY26" fmla="*/ 107314 h 138429"/>
                <a:gd name="connsiteX27" fmla="*/ 3083555 w 4940931"/>
                <a:gd name="connsiteY27" fmla="*/ 109854 h 138429"/>
                <a:gd name="connsiteX28" fmla="*/ 3079110 w 4940931"/>
                <a:gd name="connsiteY28" fmla="*/ 110489 h 138429"/>
                <a:gd name="connsiteX29" fmla="*/ 3074665 w 4940931"/>
                <a:gd name="connsiteY29" fmla="*/ 109854 h 138429"/>
                <a:gd name="connsiteX30" fmla="*/ 3070855 w 4940931"/>
                <a:gd name="connsiteY30" fmla="*/ 107314 h 138429"/>
                <a:gd name="connsiteX31" fmla="*/ 3068315 w 4940931"/>
                <a:gd name="connsiteY31" fmla="*/ 103504 h 138429"/>
                <a:gd name="connsiteX32" fmla="*/ 3067680 w 4940931"/>
                <a:gd name="connsiteY32" fmla="*/ 99059 h 138429"/>
                <a:gd name="connsiteX33" fmla="*/ 3068315 w 4940931"/>
                <a:gd name="connsiteY33" fmla="*/ 94614 h 138429"/>
                <a:gd name="connsiteX34" fmla="*/ 3070855 w 4940931"/>
                <a:gd name="connsiteY34" fmla="*/ 90804 h 138429"/>
                <a:gd name="connsiteX35" fmla="*/ 3074665 w 4940931"/>
                <a:gd name="connsiteY35" fmla="*/ 88264 h 138429"/>
                <a:gd name="connsiteX36" fmla="*/ 3079110 w 4940931"/>
                <a:gd name="connsiteY36" fmla="*/ 87629 h 138429"/>
                <a:gd name="connsiteX37" fmla="*/ 1565275 w 4940931"/>
                <a:gd name="connsiteY37" fmla="*/ 87629 h 138429"/>
                <a:gd name="connsiteX38" fmla="*/ 1569720 w 4940931"/>
                <a:gd name="connsiteY38" fmla="*/ 88264 h 138429"/>
                <a:gd name="connsiteX39" fmla="*/ 1573529 w 4940931"/>
                <a:gd name="connsiteY39" fmla="*/ 90804 h 138429"/>
                <a:gd name="connsiteX40" fmla="*/ 1576069 w 4940931"/>
                <a:gd name="connsiteY40" fmla="*/ 94614 h 138429"/>
                <a:gd name="connsiteX41" fmla="*/ 1576705 w 4940931"/>
                <a:gd name="connsiteY41" fmla="*/ 99059 h 138429"/>
                <a:gd name="connsiteX42" fmla="*/ 1576069 w 4940931"/>
                <a:gd name="connsiteY42" fmla="*/ 103504 h 138429"/>
                <a:gd name="connsiteX43" fmla="*/ 1573529 w 4940931"/>
                <a:gd name="connsiteY43" fmla="*/ 107314 h 138429"/>
                <a:gd name="connsiteX44" fmla="*/ 1569720 w 4940931"/>
                <a:gd name="connsiteY44" fmla="*/ 109854 h 138429"/>
                <a:gd name="connsiteX45" fmla="*/ 1565275 w 4940931"/>
                <a:gd name="connsiteY45" fmla="*/ 110489 h 138429"/>
                <a:gd name="connsiteX46" fmla="*/ 1560830 w 4940931"/>
                <a:gd name="connsiteY46" fmla="*/ 109854 h 138429"/>
                <a:gd name="connsiteX47" fmla="*/ 1557020 w 4940931"/>
                <a:gd name="connsiteY47" fmla="*/ 107314 h 138429"/>
                <a:gd name="connsiteX48" fmla="*/ 1554479 w 4940931"/>
                <a:gd name="connsiteY48" fmla="*/ 103504 h 138429"/>
                <a:gd name="connsiteX49" fmla="*/ 1553844 w 4940931"/>
                <a:gd name="connsiteY49" fmla="*/ 99059 h 138429"/>
                <a:gd name="connsiteX50" fmla="*/ 1554479 w 4940931"/>
                <a:gd name="connsiteY50" fmla="*/ 94614 h 138429"/>
                <a:gd name="connsiteX51" fmla="*/ 1557020 w 4940931"/>
                <a:gd name="connsiteY51" fmla="*/ 90804 h 138429"/>
                <a:gd name="connsiteX52" fmla="*/ 1560830 w 4940931"/>
                <a:gd name="connsiteY52" fmla="*/ 88264 h 138429"/>
                <a:gd name="connsiteX53" fmla="*/ 1565275 w 4940931"/>
                <a:gd name="connsiteY53" fmla="*/ 87629 h 138429"/>
                <a:gd name="connsiteX54" fmla="*/ 2642230 w 4940931"/>
                <a:gd name="connsiteY54" fmla="*/ 73024 h 138429"/>
                <a:gd name="connsiteX55" fmla="*/ 2630800 w 4940931"/>
                <a:gd name="connsiteY55" fmla="*/ 76199 h 138429"/>
                <a:gd name="connsiteX56" fmla="*/ 2626355 w 4940931"/>
                <a:gd name="connsiteY56" fmla="*/ 84454 h 138429"/>
                <a:gd name="connsiteX57" fmla="*/ 2627625 w 4940931"/>
                <a:gd name="connsiteY57" fmla="*/ 90169 h 138429"/>
                <a:gd name="connsiteX58" fmla="*/ 2630800 w 4940931"/>
                <a:gd name="connsiteY58" fmla="*/ 93979 h 138429"/>
                <a:gd name="connsiteX59" fmla="*/ 2635245 w 4940931"/>
                <a:gd name="connsiteY59" fmla="*/ 96519 h 138429"/>
                <a:gd name="connsiteX60" fmla="*/ 2641595 w 4940931"/>
                <a:gd name="connsiteY60" fmla="*/ 97154 h 138429"/>
                <a:gd name="connsiteX61" fmla="*/ 2647310 w 4940931"/>
                <a:gd name="connsiteY61" fmla="*/ 96519 h 138429"/>
                <a:gd name="connsiteX62" fmla="*/ 2652390 w 4940931"/>
                <a:gd name="connsiteY62" fmla="*/ 93979 h 138429"/>
                <a:gd name="connsiteX63" fmla="*/ 2656835 w 4940931"/>
                <a:gd name="connsiteY63" fmla="*/ 90804 h 138429"/>
                <a:gd name="connsiteX64" fmla="*/ 2660010 w 4940931"/>
                <a:gd name="connsiteY64" fmla="*/ 86994 h 138429"/>
                <a:gd name="connsiteX65" fmla="*/ 2660010 w 4940931"/>
                <a:gd name="connsiteY65" fmla="*/ 75564 h 138429"/>
                <a:gd name="connsiteX66" fmla="*/ 2656200 w 4940931"/>
                <a:gd name="connsiteY66" fmla="*/ 74294 h 138429"/>
                <a:gd name="connsiteX67" fmla="*/ 2652390 w 4940931"/>
                <a:gd name="connsiteY67" fmla="*/ 73659 h 138429"/>
                <a:gd name="connsiteX68" fmla="*/ 2647945 w 4940931"/>
                <a:gd name="connsiteY68" fmla="*/ 73024 h 138429"/>
                <a:gd name="connsiteX69" fmla="*/ 2642230 w 4940931"/>
                <a:gd name="connsiteY69" fmla="*/ 73024 h 138429"/>
                <a:gd name="connsiteX70" fmla="*/ 4664706 w 4940931"/>
                <a:gd name="connsiteY70" fmla="*/ 43814 h 138429"/>
                <a:gd name="connsiteX71" fmla="*/ 4657086 w 4940931"/>
                <a:gd name="connsiteY71" fmla="*/ 45719 h 138429"/>
                <a:gd name="connsiteX72" fmla="*/ 4651371 w 4940931"/>
                <a:gd name="connsiteY72" fmla="*/ 50799 h 138429"/>
                <a:gd name="connsiteX73" fmla="*/ 4647561 w 4940931"/>
                <a:gd name="connsiteY73" fmla="*/ 59054 h 138429"/>
                <a:gd name="connsiteX74" fmla="*/ 4646291 w 4940931"/>
                <a:gd name="connsiteY74" fmla="*/ 69849 h 138429"/>
                <a:gd name="connsiteX75" fmla="*/ 4647561 w 4940931"/>
                <a:gd name="connsiteY75" fmla="*/ 81279 h 138429"/>
                <a:gd name="connsiteX76" fmla="*/ 4651371 w 4940931"/>
                <a:gd name="connsiteY76" fmla="*/ 89534 h 138429"/>
                <a:gd name="connsiteX77" fmla="*/ 4657721 w 4940931"/>
                <a:gd name="connsiteY77" fmla="*/ 94614 h 138429"/>
                <a:gd name="connsiteX78" fmla="*/ 4665341 w 4940931"/>
                <a:gd name="connsiteY78" fmla="*/ 96519 h 138429"/>
                <a:gd name="connsiteX79" fmla="*/ 4672961 w 4940931"/>
                <a:gd name="connsiteY79" fmla="*/ 94614 h 138429"/>
                <a:gd name="connsiteX80" fmla="*/ 4678676 w 4940931"/>
                <a:gd name="connsiteY80" fmla="*/ 88899 h 138429"/>
                <a:gd name="connsiteX81" fmla="*/ 4682486 w 4940931"/>
                <a:gd name="connsiteY81" fmla="*/ 80644 h 138429"/>
                <a:gd name="connsiteX82" fmla="*/ 4683756 w 4940931"/>
                <a:gd name="connsiteY82" fmla="*/ 70484 h 138429"/>
                <a:gd name="connsiteX83" fmla="*/ 4684391 w 4940931"/>
                <a:gd name="connsiteY83" fmla="*/ 69849 h 138429"/>
                <a:gd name="connsiteX84" fmla="*/ 4683121 w 4940931"/>
                <a:gd name="connsiteY84" fmla="*/ 59054 h 138429"/>
                <a:gd name="connsiteX85" fmla="*/ 4679311 w 4940931"/>
                <a:gd name="connsiteY85" fmla="*/ 50799 h 138429"/>
                <a:gd name="connsiteX86" fmla="*/ 4672961 w 4940931"/>
                <a:gd name="connsiteY86" fmla="*/ 45719 h 138429"/>
                <a:gd name="connsiteX87" fmla="*/ 4664706 w 4940931"/>
                <a:gd name="connsiteY87" fmla="*/ 43814 h 138429"/>
                <a:gd name="connsiteX88" fmla="*/ 4264020 w 4940931"/>
                <a:gd name="connsiteY88" fmla="*/ 43814 h 138429"/>
                <a:gd name="connsiteX89" fmla="*/ 4256400 w 4940931"/>
                <a:gd name="connsiteY89" fmla="*/ 45719 h 138429"/>
                <a:gd name="connsiteX90" fmla="*/ 4250685 w 4940931"/>
                <a:gd name="connsiteY90" fmla="*/ 50799 h 138429"/>
                <a:gd name="connsiteX91" fmla="*/ 4246875 w 4940931"/>
                <a:gd name="connsiteY91" fmla="*/ 59054 h 138429"/>
                <a:gd name="connsiteX92" fmla="*/ 4245605 w 4940931"/>
                <a:gd name="connsiteY92" fmla="*/ 69849 h 138429"/>
                <a:gd name="connsiteX93" fmla="*/ 4246875 w 4940931"/>
                <a:gd name="connsiteY93" fmla="*/ 81279 h 138429"/>
                <a:gd name="connsiteX94" fmla="*/ 4250685 w 4940931"/>
                <a:gd name="connsiteY94" fmla="*/ 89534 h 138429"/>
                <a:gd name="connsiteX95" fmla="*/ 4257035 w 4940931"/>
                <a:gd name="connsiteY95" fmla="*/ 94614 h 138429"/>
                <a:gd name="connsiteX96" fmla="*/ 4264655 w 4940931"/>
                <a:gd name="connsiteY96" fmla="*/ 96519 h 138429"/>
                <a:gd name="connsiteX97" fmla="*/ 4272275 w 4940931"/>
                <a:gd name="connsiteY97" fmla="*/ 94614 h 138429"/>
                <a:gd name="connsiteX98" fmla="*/ 4277990 w 4940931"/>
                <a:gd name="connsiteY98" fmla="*/ 88899 h 138429"/>
                <a:gd name="connsiteX99" fmla="*/ 4281800 w 4940931"/>
                <a:gd name="connsiteY99" fmla="*/ 80644 h 138429"/>
                <a:gd name="connsiteX100" fmla="*/ 4283070 w 4940931"/>
                <a:gd name="connsiteY100" fmla="*/ 70484 h 138429"/>
                <a:gd name="connsiteX101" fmla="*/ 4283705 w 4940931"/>
                <a:gd name="connsiteY101" fmla="*/ 69849 h 138429"/>
                <a:gd name="connsiteX102" fmla="*/ 4282435 w 4940931"/>
                <a:gd name="connsiteY102" fmla="*/ 59054 h 138429"/>
                <a:gd name="connsiteX103" fmla="*/ 4278625 w 4940931"/>
                <a:gd name="connsiteY103" fmla="*/ 50799 h 138429"/>
                <a:gd name="connsiteX104" fmla="*/ 4272275 w 4940931"/>
                <a:gd name="connsiteY104" fmla="*/ 45719 h 138429"/>
                <a:gd name="connsiteX105" fmla="*/ 4264020 w 4940931"/>
                <a:gd name="connsiteY105" fmla="*/ 43814 h 138429"/>
                <a:gd name="connsiteX106" fmla="*/ 1420495 w 4940931"/>
                <a:gd name="connsiteY106" fmla="*/ 43814 h 138429"/>
                <a:gd name="connsiteX107" fmla="*/ 1412875 w 4940931"/>
                <a:gd name="connsiteY107" fmla="*/ 45719 h 138429"/>
                <a:gd name="connsiteX108" fmla="*/ 1407160 w 4940931"/>
                <a:gd name="connsiteY108" fmla="*/ 50799 h 138429"/>
                <a:gd name="connsiteX109" fmla="*/ 1403350 w 4940931"/>
                <a:gd name="connsiteY109" fmla="*/ 59054 h 138429"/>
                <a:gd name="connsiteX110" fmla="*/ 1402080 w 4940931"/>
                <a:gd name="connsiteY110" fmla="*/ 69849 h 138429"/>
                <a:gd name="connsiteX111" fmla="*/ 1403350 w 4940931"/>
                <a:gd name="connsiteY111" fmla="*/ 81279 h 138429"/>
                <a:gd name="connsiteX112" fmla="*/ 1407160 w 4940931"/>
                <a:gd name="connsiteY112" fmla="*/ 89534 h 138429"/>
                <a:gd name="connsiteX113" fmla="*/ 1413510 w 4940931"/>
                <a:gd name="connsiteY113" fmla="*/ 94614 h 138429"/>
                <a:gd name="connsiteX114" fmla="*/ 1421130 w 4940931"/>
                <a:gd name="connsiteY114" fmla="*/ 96519 h 138429"/>
                <a:gd name="connsiteX115" fmla="*/ 1428750 w 4940931"/>
                <a:gd name="connsiteY115" fmla="*/ 94614 h 138429"/>
                <a:gd name="connsiteX116" fmla="*/ 1434465 w 4940931"/>
                <a:gd name="connsiteY116" fmla="*/ 88899 h 138429"/>
                <a:gd name="connsiteX117" fmla="*/ 1438275 w 4940931"/>
                <a:gd name="connsiteY117" fmla="*/ 80644 h 138429"/>
                <a:gd name="connsiteX118" fmla="*/ 1439545 w 4940931"/>
                <a:gd name="connsiteY118" fmla="*/ 70484 h 138429"/>
                <a:gd name="connsiteX119" fmla="*/ 1440180 w 4940931"/>
                <a:gd name="connsiteY119" fmla="*/ 69849 h 138429"/>
                <a:gd name="connsiteX120" fmla="*/ 1438910 w 4940931"/>
                <a:gd name="connsiteY120" fmla="*/ 59054 h 138429"/>
                <a:gd name="connsiteX121" fmla="*/ 1435100 w 4940931"/>
                <a:gd name="connsiteY121" fmla="*/ 50799 h 138429"/>
                <a:gd name="connsiteX122" fmla="*/ 1428750 w 4940931"/>
                <a:gd name="connsiteY122" fmla="*/ 45719 h 138429"/>
                <a:gd name="connsiteX123" fmla="*/ 1420495 w 4940931"/>
                <a:gd name="connsiteY123" fmla="*/ 43814 h 138429"/>
                <a:gd name="connsiteX124" fmla="*/ 4041770 w 4940931"/>
                <a:gd name="connsiteY124" fmla="*/ 43180 h 138429"/>
                <a:gd name="connsiteX125" fmla="*/ 4034785 w 4940931"/>
                <a:gd name="connsiteY125" fmla="*/ 44450 h 138429"/>
                <a:gd name="connsiteX126" fmla="*/ 4029705 w 4940931"/>
                <a:gd name="connsiteY126" fmla="*/ 48260 h 138429"/>
                <a:gd name="connsiteX127" fmla="*/ 4025895 w 4940931"/>
                <a:gd name="connsiteY127" fmla="*/ 54610 h 138429"/>
                <a:gd name="connsiteX128" fmla="*/ 4023990 w 4940931"/>
                <a:gd name="connsiteY128" fmla="*/ 62865 h 138429"/>
                <a:gd name="connsiteX129" fmla="*/ 4060185 w 4940931"/>
                <a:gd name="connsiteY129" fmla="*/ 62865 h 138429"/>
                <a:gd name="connsiteX130" fmla="*/ 4058915 w 4940931"/>
                <a:gd name="connsiteY130" fmla="*/ 55245 h 138429"/>
                <a:gd name="connsiteX131" fmla="*/ 4055740 w 4940931"/>
                <a:gd name="connsiteY131" fmla="*/ 48895 h 138429"/>
                <a:gd name="connsiteX132" fmla="*/ 4050025 w 4940931"/>
                <a:gd name="connsiteY132" fmla="*/ 44450 h 138429"/>
                <a:gd name="connsiteX133" fmla="*/ 4041770 w 4940931"/>
                <a:gd name="connsiteY133" fmla="*/ 43180 h 138429"/>
                <a:gd name="connsiteX134" fmla="*/ 3728081 w 4940931"/>
                <a:gd name="connsiteY134" fmla="*/ 43180 h 138429"/>
                <a:gd name="connsiteX135" fmla="*/ 3721096 w 4940931"/>
                <a:gd name="connsiteY135" fmla="*/ 44450 h 138429"/>
                <a:gd name="connsiteX136" fmla="*/ 3716016 w 4940931"/>
                <a:gd name="connsiteY136" fmla="*/ 48260 h 138429"/>
                <a:gd name="connsiteX137" fmla="*/ 3712206 w 4940931"/>
                <a:gd name="connsiteY137" fmla="*/ 54610 h 138429"/>
                <a:gd name="connsiteX138" fmla="*/ 3710301 w 4940931"/>
                <a:gd name="connsiteY138" fmla="*/ 62865 h 138429"/>
                <a:gd name="connsiteX139" fmla="*/ 3746496 w 4940931"/>
                <a:gd name="connsiteY139" fmla="*/ 62865 h 138429"/>
                <a:gd name="connsiteX140" fmla="*/ 3745226 w 4940931"/>
                <a:gd name="connsiteY140" fmla="*/ 55245 h 138429"/>
                <a:gd name="connsiteX141" fmla="*/ 3742051 w 4940931"/>
                <a:gd name="connsiteY141" fmla="*/ 48895 h 138429"/>
                <a:gd name="connsiteX142" fmla="*/ 3736336 w 4940931"/>
                <a:gd name="connsiteY142" fmla="*/ 44450 h 138429"/>
                <a:gd name="connsiteX143" fmla="*/ 3728081 w 4940931"/>
                <a:gd name="connsiteY143" fmla="*/ 43180 h 138429"/>
                <a:gd name="connsiteX144" fmla="*/ 3541391 w 4940931"/>
                <a:gd name="connsiteY144" fmla="*/ 43180 h 138429"/>
                <a:gd name="connsiteX145" fmla="*/ 3534406 w 4940931"/>
                <a:gd name="connsiteY145" fmla="*/ 44450 h 138429"/>
                <a:gd name="connsiteX146" fmla="*/ 3529326 w 4940931"/>
                <a:gd name="connsiteY146" fmla="*/ 48260 h 138429"/>
                <a:gd name="connsiteX147" fmla="*/ 3525516 w 4940931"/>
                <a:gd name="connsiteY147" fmla="*/ 54610 h 138429"/>
                <a:gd name="connsiteX148" fmla="*/ 3523611 w 4940931"/>
                <a:gd name="connsiteY148" fmla="*/ 62865 h 138429"/>
                <a:gd name="connsiteX149" fmla="*/ 3559806 w 4940931"/>
                <a:gd name="connsiteY149" fmla="*/ 62865 h 138429"/>
                <a:gd name="connsiteX150" fmla="*/ 3558536 w 4940931"/>
                <a:gd name="connsiteY150" fmla="*/ 55245 h 138429"/>
                <a:gd name="connsiteX151" fmla="*/ 3555361 w 4940931"/>
                <a:gd name="connsiteY151" fmla="*/ 48895 h 138429"/>
                <a:gd name="connsiteX152" fmla="*/ 3549646 w 4940931"/>
                <a:gd name="connsiteY152" fmla="*/ 44450 h 138429"/>
                <a:gd name="connsiteX153" fmla="*/ 3541391 w 4940931"/>
                <a:gd name="connsiteY153" fmla="*/ 43180 h 138429"/>
                <a:gd name="connsiteX154" fmla="*/ 3463285 w 4940931"/>
                <a:gd name="connsiteY154" fmla="*/ 43180 h 138429"/>
                <a:gd name="connsiteX155" fmla="*/ 3458205 w 4940931"/>
                <a:gd name="connsiteY155" fmla="*/ 43815 h 138429"/>
                <a:gd name="connsiteX156" fmla="*/ 3453125 w 4940931"/>
                <a:gd name="connsiteY156" fmla="*/ 45720 h 138429"/>
                <a:gd name="connsiteX157" fmla="*/ 3448680 w 4940931"/>
                <a:gd name="connsiteY157" fmla="*/ 48895 h 138429"/>
                <a:gd name="connsiteX158" fmla="*/ 3445505 w 4940931"/>
                <a:gd name="connsiteY158" fmla="*/ 52705 h 138429"/>
                <a:gd name="connsiteX159" fmla="*/ 3445505 w 4940931"/>
                <a:gd name="connsiteY159" fmla="*/ 85725 h 138429"/>
                <a:gd name="connsiteX160" fmla="*/ 3448680 w 4940931"/>
                <a:gd name="connsiteY160" fmla="*/ 89535 h 138429"/>
                <a:gd name="connsiteX161" fmla="*/ 3453125 w 4940931"/>
                <a:gd name="connsiteY161" fmla="*/ 92710 h 138429"/>
                <a:gd name="connsiteX162" fmla="*/ 3458205 w 4940931"/>
                <a:gd name="connsiteY162" fmla="*/ 95250 h 138429"/>
                <a:gd name="connsiteX163" fmla="*/ 3463920 w 4940931"/>
                <a:gd name="connsiteY163" fmla="*/ 95885 h 138429"/>
                <a:gd name="connsiteX164" fmla="*/ 3476620 w 4940931"/>
                <a:gd name="connsiteY164" fmla="*/ 89535 h 138429"/>
                <a:gd name="connsiteX165" fmla="*/ 3481065 w 4940931"/>
                <a:gd name="connsiteY165" fmla="*/ 71120 h 138429"/>
                <a:gd name="connsiteX166" fmla="*/ 3480430 w 4940931"/>
                <a:gd name="connsiteY166" fmla="*/ 71755 h 138429"/>
                <a:gd name="connsiteX167" fmla="*/ 3475985 w 4940931"/>
                <a:gd name="connsiteY167" fmla="*/ 50165 h 138429"/>
                <a:gd name="connsiteX168" fmla="*/ 3463285 w 4940931"/>
                <a:gd name="connsiteY168" fmla="*/ 43180 h 138429"/>
                <a:gd name="connsiteX169" fmla="*/ 3343271 w 4940931"/>
                <a:gd name="connsiteY169" fmla="*/ 43180 h 138429"/>
                <a:gd name="connsiteX170" fmla="*/ 3336286 w 4940931"/>
                <a:gd name="connsiteY170" fmla="*/ 44450 h 138429"/>
                <a:gd name="connsiteX171" fmla="*/ 3331206 w 4940931"/>
                <a:gd name="connsiteY171" fmla="*/ 48260 h 138429"/>
                <a:gd name="connsiteX172" fmla="*/ 3327396 w 4940931"/>
                <a:gd name="connsiteY172" fmla="*/ 54610 h 138429"/>
                <a:gd name="connsiteX173" fmla="*/ 3325491 w 4940931"/>
                <a:gd name="connsiteY173" fmla="*/ 62865 h 138429"/>
                <a:gd name="connsiteX174" fmla="*/ 3361686 w 4940931"/>
                <a:gd name="connsiteY174" fmla="*/ 62865 h 138429"/>
                <a:gd name="connsiteX175" fmla="*/ 3360416 w 4940931"/>
                <a:gd name="connsiteY175" fmla="*/ 55245 h 138429"/>
                <a:gd name="connsiteX176" fmla="*/ 3357241 w 4940931"/>
                <a:gd name="connsiteY176" fmla="*/ 48895 h 138429"/>
                <a:gd name="connsiteX177" fmla="*/ 3351526 w 4940931"/>
                <a:gd name="connsiteY177" fmla="*/ 44450 h 138429"/>
                <a:gd name="connsiteX178" fmla="*/ 3343271 w 4940931"/>
                <a:gd name="connsiteY178" fmla="*/ 43180 h 138429"/>
                <a:gd name="connsiteX179" fmla="*/ 2976876 w 4940931"/>
                <a:gd name="connsiteY179" fmla="*/ 43180 h 138429"/>
                <a:gd name="connsiteX180" fmla="*/ 2969891 w 4940931"/>
                <a:gd name="connsiteY180" fmla="*/ 44450 h 138429"/>
                <a:gd name="connsiteX181" fmla="*/ 2964811 w 4940931"/>
                <a:gd name="connsiteY181" fmla="*/ 48260 h 138429"/>
                <a:gd name="connsiteX182" fmla="*/ 2961001 w 4940931"/>
                <a:gd name="connsiteY182" fmla="*/ 54610 h 138429"/>
                <a:gd name="connsiteX183" fmla="*/ 2959096 w 4940931"/>
                <a:gd name="connsiteY183" fmla="*/ 62865 h 138429"/>
                <a:gd name="connsiteX184" fmla="*/ 2995291 w 4940931"/>
                <a:gd name="connsiteY184" fmla="*/ 62865 h 138429"/>
                <a:gd name="connsiteX185" fmla="*/ 2994021 w 4940931"/>
                <a:gd name="connsiteY185" fmla="*/ 55245 h 138429"/>
                <a:gd name="connsiteX186" fmla="*/ 2990846 w 4940931"/>
                <a:gd name="connsiteY186" fmla="*/ 48895 h 138429"/>
                <a:gd name="connsiteX187" fmla="*/ 2985131 w 4940931"/>
                <a:gd name="connsiteY187" fmla="*/ 44450 h 138429"/>
                <a:gd name="connsiteX188" fmla="*/ 2976876 w 4940931"/>
                <a:gd name="connsiteY188" fmla="*/ 43180 h 138429"/>
                <a:gd name="connsiteX189" fmla="*/ 2527930 w 4940931"/>
                <a:gd name="connsiteY189" fmla="*/ 43180 h 138429"/>
                <a:gd name="connsiteX190" fmla="*/ 2520945 w 4940931"/>
                <a:gd name="connsiteY190" fmla="*/ 44450 h 138429"/>
                <a:gd name="connsiteX191" fmla="*/ 2515865 w 4940931"/>
                <a:gd name="connsiteY191" fmla="*/ 48260 h 138429"/>
                <a:gd name="connsiteX192" fmla="*/ 2512055 w 4940931"/>
                <a:gd name="connsiteY192" fmla="*/ 54610 h 138429"/>
                <a:gd name="connsiteX193" fmla="*/ 2510150 w 4940931"/>
                <a:gd name="connsiteY193" fmla="*/ 62865 h 138429"/>
                <a:gd name="connsiteX194" fmla="*/ 2546345 w 4940931"/>
                <a:gd name="connsiteY194" fmla="*/ 62865 h 138429"/>
                <a:gd name="connsiteX195" fmla="*/ 2545075 w 4940931"/>
                <a:gd name="connsiteY195" fmla="*/ 55245 h 138429"/>
                <a:gd name="connsiteX196" fmla="*/ 2541900 w 4940931"/>
                <a:gd name="connsiteY196" fmla="*/ 48895 h 138429"/>
                <a:gd name="connsiteX197" fmla="*/ 2536185 w 4940931"/>
                <a:gd name="connsiteY197" fmla="*/ 44450 h 138429"/>
                <a:gd name="connsiteX198" fmla="*/ 2527930 w 4940931"/>
                <a:gd name="connsiteY198" fmla="*/ 43180 h 138429"/>
                <a:gd name="connsiteX199" fmla="*/ 2214240 w 4940931"/>
                <a:gd name="connsiteY199" fmla="*/ 43180 h 138429"/>
                <a:gd name="connsiteX200" fmla="*/ 2207255 w 4940931"/>
                <a:gd name="connsiteY200" fmla="*/ 44450 h 138429"/>
                <a:gd name="connsiteX201" fmla="*/ 2202175 w 4940931"/>
                <a:gd name="connsiteY201" fmla="*/ 48260 h 138429"/>
                <a:gd name="connsiteX202" fmla="*/ 2198365 w 4940931"/>
                <a:gd name="connsiteY202" fmla="*/ 54610 h 138429"/>
                <a:gd name="connsiteX203" fmla="*/ 2196460 w 4940931"/>
                <a:gd name="connsiteY203" fmla="*/ 62865 h 138429"/>
                <a:gd name="connsiteX204" fmla="*/ 2232655 w 4940931"/>
                <a:gd name="connsiteY204" fmla="*/ 62865 h 138429"/>
                <a:gd name="connsiteX205" fmla="*/ 2231385 w 4940931"/>
                <a:gd name="connsiteY205" fmla="*/ 55245 h 138429"/>
                <a:gd name="connsiteX206" fmla="*/ 2228210 w 4940931"/>
                <a:gd name="connsiteY206" fmla="*/ 48895 h 138429"/>
                <a:gd name="connsiteX207" fmla="*/ 2222495 w 4940931"/>
                <a:gd name="connsiteY207" fmla="*/ 44450 h 138429"/>
                <a:gd name="connsiteX208" fmla="*/ 2214240 w 4940931"/>
                <a:gd name="connsiteY208" fmla="*/ 43180 h 138429"/>
                <a:gd name="connsiteX209" fmla="*/ 2027551 w 4940931"/>
                <a:gd name="connsiteY209" fmla="*/ 43180 h 138429"/>
                <a:gd name="connsiteX210" fmla="*/ 2020566 w 4940931"/>
                <a:gd name="connsiteY210" fmla="*/ 44450 h 138429"/>
                <a:gd name="connsiteX211" fmla="*/ 2015486 w 4940931"/>
                <a:gd name="connsiteY211" fmla="*/ 48260 h 138429"/>
                <a:gd name="connsiteX212" fmla="*/ 2011676 w 4940931"/>
                <a:gd name="connsiteY212" fmla="*/ 54610 h 138429"/>
                <a:gd name="connsiteX213" fmla="*/ 2009771 w 4940931"/>
                <a:gd name="connsiteY213" fmla="*/ 62865 h 138429"/>
                <a:gd name="connsiteX214" fmla="*/ 2045966 w 4940931"/>
                <a:gd name="connsiteY214" fmla="*/ 62865 h 138429"/>
                <a:gd name="connsiteX215" fmla="*/ 2044696 w 4940931"/>
                <a:gd name="connsiteY215" fmla="*/ 55245 h 138429"/>
                <a:gd name="connsiteX216" fmla="*/ 2041521 w 4940931"/>
                <a:gd name="connsiteY216" fmla="*/ 48895 h 138429"/>
                <a:gd name="connsiteX217" fmla="*/ 2035806 w 4940931"/>
                <a:gd name="connsiteY217" fmla="*/ 44450 h 138429"/>
                <a:gd name="connsiteX218" fmla="*/ 2027551 w 4940931"/>
                <a:gd name="connsiteY218" fmla="*/ 43180 h 138429"/>
                <a:gd name="connsiteX219" fmla="*/ 1949445 w 4940931"/>
                <a:gd name="connsiteY219" fmla="*/ 43180 h 138429"/>
                <a:gd name="connsiteX220" fmla="*/ 1944365 w 4940931"/>
                <a:gd name="connsiteY220" fmla="*/ 43815 h 138429"/>
                <a:gd name="connsiteX221" fmla="*/ 1939285 w 4940931"/>
                <a:gd name="connsiteY221" fmla="*/ 45720 h 138429"/>
                <a:gd name="connsiteX222" fmla="*/ 1934840 w 4940931"/>
                <a:gd name="connsiteY222" fmla="*/ 48895 h 138429"/>
                <a:gd name="connsiteX223" fmla="*/ 1931665 w 4940931"/>
                <a:gd name="connsiteY223" fmla="*/ 52705 h 138429"/>
                <a:gd name="connsiteX224" fmla="*/ 1931665 w 4940931"/>
                <a:gd name="connsiteY224" fmla="*/ 85725 h 138429"/>
                <a:gd name="connsiteX225" fmla="*/ 1934840 w 4940931"/>
                <a:gd name="connsiteY225" fmla="*/ 89535 h 138429"/>
                <a:gd name="connsiteX226" fmla="*/ 1939285 w 4940931"/>
                <a:gd name="connsiteY226" fmla="*/ 92710 h 138429"/>
                <a:gd name="connsiteX227" fmla="*/ 1944365 w 4940931"/>
                <a:gd name="connsiteY227" fmla="*/ 95250 h 138429"/>
                <a:gd name="connsiteX228" fmla="*/ 1950080 w 4940931"/>
                <a:gd name="connsiteY228" fmla="*/ 95885 h 138429"/>
                <a:gd name="connsiteX229" fmla="*/ 1962780 w 4940931"/>
                <a:gd name="connsiteY229" fmla="*/ 89535 h 138429"/>
                <a:gd name="connsiteX230" fmla="*/ 1967225 w 4940931"/>
                <a:gd name="connsiteY230" fmla="*/ 71120 h 138429"/>
                <a:gd name="connsiteX231" fmla="*/ 1966590 w 4940931"/>
                <a:gd name="connsiteY231" fmla="*/ 71755 h 138429"/>
                <a:gd name="connsiteX232" fmla="*/ 1962145 w 4940931"/>
                <a:gd name="connsiteY232" fmla="*/ 50165 h 138429"/>
                <a:gd name="connsiteX233" fmla="*/ 1949445 w 4940931"/>
                <a:gd name="connsiteY233" fmla="*/ 43180 h 138429"/>
                <a:gd name="connsiteX234" fmla="*/ 1829431 w 4940931"/>
                <a:gd name="connsiteY234" fmla="*/ 43180 h 138429"/>
                <a:gd name="connsiteX235" fmla="*/ 1822446 w 4940931"/>
                <a:gd name="connsiteY235" fmla="*/ 44450 h 138429"/>
                <a:gd name="connsiteX236" fmla="*/ 1817366 w 4940931"/>
                <a:gd name="connsiteY236" fmla="*/ 48260 h 138429"/>
                <a:gd name="connsiteX237" fmla="*/ 1813556 w 4940931"/>
                <a:gd name="connsiteY237" fmla="*/ 54610 h 138429"/>
                <a:gd name="connsiteX238" fmla="*/ 1811651 w 4940931"/>
                <a:gd name="connsiteY238" fmla="*/ 62865 h 138429"/>
                <a:gd name="connsiteX239" fmla="*/ 1847846 w 4940931"/>
                <a:gd name="connsiteY239" fmla="*/ 62865 h 138429"/>
                <a:gd name="connsiteX240" fmla="*/ 1846576 w 4940931"/>
                <a:gd name="connsiteY240" fmla="*/ 55245 h 138429"/>
                <a:gd name="connsiteX241" fmla="*/ 1843401 w 4940931"/>
                <a:gd name="connsiteY241" fmla="*/ 48895 h 138429"/>
                <a:gd name="connsiteX242" fmla="*/ 1837686 w 4940931"/>
                <a:gd name="connsiteY242" fmla="*/ 44450 h 138429"/>
                <a:gd name="connsiteX243" fmla="*/ 1829431 w 4940931"/>
                <a:gd name="connsiteY243" fmla="*/ 43180 h 138429"/>
                <a:gd name="connsiteX244" fmla="*/ 1178561 w 4940931"/>
                <a:gd name="connsiteY244" fmla="*/ 43180 h 138429"/>
                <a:gd name="connsiteX245" fmla="*/ 1171576 w 4940931"/>
                <a:gd name="connsiteY245" fmla="*/ 44450 h 138429"/>
                <a:gd name="connsiteX246" fmla="*/ 1166496 w 4940931"/>
                <a:gd name="connsiteY246" fmla="*/ 48260 h 138429"/>
                <a:gd name="connsiteX247" fmla="*/ 1162686 w 4940931"/>
                <a:gd name="connsiteY247" fmla="*/ 54610 h 138429"/>
                <a:gd name="connsiteX248" fmla="*/ 1160781 w 4940931"/>
                <a:gd name="connsiteY248" fmla="*/ 62865 h 138429"/>
                <a:gd name="connsiteX249" fmla="*/ 1196976 w 4940931"/>
                <a:gd name="connsiteY249" fmla="*/ 62865 h 138429"/>
                <a:gd name="connsiteX250" fmla="*/ 1195706 w 4940931"/>
                <a:gd name="connsiteY250" fmla="*/ 55245 h 138429"/>
                <a:gd name="connsiteX251" fmla="*/ 1192531 w 4940931"/>
                <a:gd name="connsiteY251" fmla="*/ 48895 h 138429"/>
                <a:gd name="connsiteX252" fmla="*/ 1186816 w 4940931"/>
                <a:gd name="connsiteY252" fmla="*/ 44450 h 138429"/>
                <a:gd name="connsiteX253" fmla="*/ 1178561 w 4940931"/>
                <a:gd name="connsiteY253" fmla="*/ 43180 h 138429"/>
                <a:gd name="connsiteX254" fmla="*/ 898525 w 4940931"/>
                <a:gd name="connsiteY254" fmla="*/ 43180 h 138429"/>
                <a:gd name="connsiteX255" fmla="*/ 891540 w 4940931"/>
                <a:gd name="connsiteY255" fmla="*/ 44450 h 138429"/>
                <a:gd name="connsiteX256" fmla="*/ 886460 w 4940931"/>
                <a:gd name="connsiteY256" fmla="*/ 48260 h 138429"/>
                <a:gd name="connsiteX257" fmla="*/ 882650 w 4940931"/>
                <a:gd name="connsiteY257" fmla="*/ 54610 h 138429"/>
                <a:gd name="connsiteX258" fmla="*/ 880745 w 4940931"/>
                <a:gd name="connsiteY258" fmla="*/ 62865 h 138429"/>
                <a:gd name="connsiteX259" fmla="*/ 916940 w 4940931"/>
                <a:gd name="connsiteY259" fmla="*/ 62865 h 138429"/>
                <a:gd name="connsiteX260" fmla="*/ 915670 w 4940931"/>
                <a:gd name="connsiteY260" fmla="*/ 55245 h 138429"/>
                <a:gd name="connsiteX261" fmla="*/ 912495 w 4940931"/>
                <a:gd name="connsiteY261" fmla="*/ 48895 h 138429"/>
                <a:gd name="connsiteX262" fmla="*/ 906780 w 4940931"/>
                <a:gd name="connsiteY262" fmla="*/ 44450 h 138429"/>
                <a:gd name="connsiteX263" fmla="*/ 898525 w 4940931"/>
                <a:gd name="connsiteY263" fmla="*/ 43180 h 138429"/>
                <a:gd name="connsiteX264" fmla="*/ 584834 w 4940931"/>
                <a:gd name="connsiteY264" fmla="*/ 43180 h 138429"/>
                <a:gd name="connsiteX265" fmla="*/ 577849 w 4940931"/>
                <a:gd name="connsiteY265" fmla="*/ 44450 h 138429"/>
                <a:gd name="connsiteX266" fmla="*/ 572769 w 4940931"/>
                <a:gd name="connsiteY266" fmla="*/ 48260 h 138429"/>
                <a:gd name="connsiteX267" fmla="*/ 568959 w 4940931"/>
                <a:gd name="connsiteY267" fmla="*/ 54610 h 138429"/>
                <a:gd name="connsiteX268" fmla="*/ 567054 w 4940931"/>
                <a:gd name="connsiteY268" fmla="*/ 62865 h 138429"/>
                <a:gd name="connsiteX269" fmla="*/ 603249 w 4940931"/>
                <a:gd name="connsiteY269" fmla="*/ 62865 h 138429"/>
                <a:gd name="connsiteX270" fmla="*/ 601979 w 4940931"/>
                <a:gd name="connsiteY270" fmla="*/ 55245 h 138429"/>
                <a:gd name="connsiteX271" fmla="*/ 598804 w 4940931"/>
                <a:gd name="connsiteY271" fmla="*/ 48895 h 138429"/>
                <a:gd name="connsiteX272" fmla="*/ 593089 w 4940931"/>
                <a:gd name="connsiteY272" fmla="*/ 44450 h 138429"/>
                <a:gd name="connsiteX273" fmla="*/ 584834 w 4940931"/>
                <a:gd name="connsiteY273" fmla="*/ 43180 h 138429"/>
                <a:gd name="connsiteX274" fmla="*/ 398145 w 4940931"/>
                <a:gd name="connsiteY274" fmla="*/ 43180 h 138429"/>
                <a:gd name="connsiteX275" fmla="*/ 391160 w 4940931"/>
                <a:gd name="connsiteY275" fmla="*/ 44450 h 138429"/>
                <a:gd name="connsiteX276" fmla="*/ 386080 w 4940931"/>
                <a:gd name="connsiteY276" fmla="*/ 48260 h 138429"/>
                <a:gd name="connsiteX277" fmla="*/ 382270 w 4940931"/>
                <a:gd name="connsiteY277" fmla="*/ 54610 h 138429"/>
                <a:gd name="connsiteX278" fmla="*/ 380365 w 4940931"/>
                <a:gd name="connsiteY278" fmla="*/ 62865 h 138429"/>
                <a:gd name="connsiteX279" fmla="*/ 416560 w 4940931"/>
                <a:gd name="connsiteY279" fmla="*/ 62865 h 138429"/>
                <a:gd name="connsiteX280" fmla="*/ 415290 w 4940931"/>
                <a:gd name="connsiteY280" fmla="*/ 55245 h 138429"/>
                <a:gd name="connsiteX281" fmla="*/ 412115 w 4940931"/>
                <a:gd name="connsiteY281" fmla="*/ 48895 h 138429"/>
                <a:gd name="connsiteX282" fmla="*/ 406400 w 4940931"/>
                <a:gd name="connsiteY282" fmla="*/ 44450 h 138429"/>
                <a:gd name="connsiteX283" fmla="*/ 398145 w 4940931"/>
                <a:gd name="connsiteY283" fmla="*/ 43180 h 138429"/>
                <a:gd name="connsiteX284" fmla="*/ 320039 w 4940931"/>
                <a:gd name="connsiteY284" fmla="*/ 43180 h 138429"/>
                <a:gd name="connsiteX285" fmla="*/ 314959 w 4940931"/>
                <a:gd name="connsiteY285" fmla="*/ 43815 h 138429"/>
                <a:gd name="connsiteX286" fmla="*/ 309879 w 4940931"/>
                <a:gd name="connsiteY286" fmla="*/ 45720 h 138429"/>
                <a:gd name="connsiteX287" fmla="*/ 305434 w 4940931"/>
                <a:gd name="connsiteY287" fmla="*/ 48895 h 138429"/>
                <a:gd name="connsiteX288" fmla="*/ 302259 w 4940931"/>
                <a:gd name="connsiteY288" fmla="*/ 52705 h 138429"/>
                <a:gd name="connsiteX289" fmla="*/ 302259 w 4940931"/>
                <a:gd name="connsiteY289" fmla="*/ 85725 h 138429"/>
                <a:gd name="connsiteX290" fmla="*/ 305434 w 4940931"/>
                <a:gd name="connsiteY290" fmla="*/ 89535 h 138429"/>
                <a:gd name="connsiteX291" fmla="*/ 309879 w 4940931"/>
                <a:gd name="connsiteY291" fmla="*/ 92710 h 138429"/>
                <a:gd name="connsiteX292" fmla="*/ 314959 w 4940931"/>
                <a:gd name="connsiteY292" fmla="*/ 95250 h 138429"/>
                <a:gd name="connsiteX293" fmla="*/ 320674 w 4940931"/>
                <a:gd name="connsiteY293" fmla="*/ 95885 h 138429"/>
                <a:gd name="connsiteX294" fmla="*/ 333374 w 4940931"/>
                <a:gd name="connsiteY294" fmla="*/ 89535 h 138429"/>
                <a:gd name="connsiteX295" fmla="*/ 337819 w 4940931"/>
                <a:gd name="connsiteY295" fmla="*/ 71120 h 138429"/>
                <a:gd name="connsiteX296" fmla="*/ 337184 w 4940931"/>
                <a:gd name="connsiteY296" fmla="*/ 71755 h 138429"/>
                <a:gd name="connsiteX297" fmla="*/ 332739 w 4940931"/>
                <a:gd name="connsiteY297" fmla="*/ 50165 h 138429"/>
                <a:gd name="connsiteX298" fmla="*/ 320039 w 4940931"/>
                <a:gd name="connsiteY298" fmla="*/ 43180 h 138429"/>
                <a:gd name="connsiteX299" fmla="*/ 200025 w 4940931"/>
                <a:gd name="connsiteY299" fmla="*/ 43180 h 138429"/>
                <a:gd name="connsiteX300" fmla="*/ 193040 w 4940931"/>
                <a:gd name="connsiteY300" fmla="*/ 44450 h 138429"/>
                <a:gd name="connsiteX301" fmla="*/ 187960 w 4940931"/>
                <a:gd name="connsiteY301" fmla="*/ 48260 h 138429"/>
                <a:gd name="connsiteX302" fmla="*/ 184150 w 4940931"/>
                <a:gd name="connsiteY302" fmla="*/ 54610 h 138429"/>
                <a:gd name="connsiteX303" fmla="*/ 182245 w 4940931"/>
                <a:gd name="connsiteY303" fmla="*/ 62865 h 138429"/>
                <a:gd name="connsiteX304" fmla="*/ 218440 w 4940931"/>
                <a:gd name="connsiteY304" fmla="*/ 62865 h 138429"/>
                <a:gd name="connsiteX305" fmla="*/ 217170 w 4940931"/>
                <a:gd name="connsiteY305" fmla="*/ 55245 h 138429"/>
                <a:gd name="connsiteX306" fmla="*/ 213995 w 4940931"/>
                <a:gd name="connsiteY306" fmla="*/ 48895 h 138429"/>
                <a:gd name="connsiteX307" fmla="*/ 208280 w 4940931"/>
                <a:gd name="connsiteY307" fmla="*/ 44450 h 138429"/>
                <a:gd name="connsiteX308" fmla="*/ 200025 w 4940931"/>
                <a:gd name="connsiteY308" fmla="*/ 43180 h 138429"/>
                <a:gd name="connsiteX309" fmla="*/ 4439281 w 4940931"/>
                <a:gd name="connsiteY309" fmla="*/ 43179 h 138429"/>
                <a:gd name="connsiteX310" fmla="*/ 4426581 w 4940931"/>
                <a:gd name="connsiteY310" fmla="*/ 49529 h 138429"/>
                <a:gd name="connsiteX311" fmla="*/ 4422136 w 4940931"/>
                <a:gd name="connsiteY311" fmla="*/ 67944 h 138429"/>
                <a:gd name="connsiteX312" fmla="*/ 4423406 w 4940931"/>
                <a:gd name="connsiteY312" fmla="*/ 80644 h 138429"/>
                <a:gd name="connsiteX313" fmla="*/ 4426581 w 4940931"/>
                <a:gd name="connsiteY313" fmla="*/ 89534 h 138429"/>
                <a:gd name="connsiteX314" fmla="*/ 4432296 w 4940931"/>
                <a:gd name="connsiteY314" fmla="*/ 94614 h 138429"/>
                <a:gd name="connsiteX315" fmla="*/ 4439916 w 4940931"/>
                <a:gd name="connsiteY315" fmla="*/ 96519 h 138429"/>
                <a:gd name="connsiteX316" fmla="*/ 4444996 w 4940931"/>
                <a:gd name="connsiteY316" fmla="*/ 95884 h 138429"/>
                <a:gd name="connsiteX317" fmla="*/ 4450076 w 4940931"/>
                <a:gd name="connsiteY317" fmla="*/ 93344 h 138429"/>
                <a:gd name="connsiteX318" fmla="*/ 4454521 w 4940931"/>
                <a:gd name="connsiteY318" fmla="*/ 90169 h 138429"/>
                <a:gd name="connsiteX319" fmla="*/ 4457696 w 4940931"/>
                <a:gd name="connsiteY319" fmla="*/ 86359 h 138429"/>
                <a:gd name="connsiteX320" fmla="*/ 4457696 w 4940931"/>
                <a:gd name="connsiteY320" fmla="*/ 53339 h 138429"/>
                <a:gd name="connsiteX321" fmla="*/ 4454521 w 4940931"/>
                <a:gd name="connsiteY321" fmla="*/ 49529 h 138429"/>
                <a:gd name="connsiteX322" fmla="*/ 4450076 w 4940931"/>
                <a:gd name="connsiteY322" fmla="*/ 46354 h 138429"/>
                <a:gd name="connsiteX323" fmla="*/ 4444996 w 4940931"/>
                <a:gd name="connsiteY323" fmla="*/ 43814 h 138429"/>
                <a:gd name="connsiteX324" fmla="*/ 4439281 w 4940931"/>
                <a:gd name="connsiteY324" fmla="*/ 43179 h 138429"/>
                <a:gd name="connsiteX325" fmla="*/ 1014731 w 4940931"/>
                <a:gd name="connsiteY325" fmla="*/ 43179 h 138429"/>
                <a:gd name="connsiteX326" fmla="*/ 1002032 w 4940931"/>
                <a:gd name="connsiteY326" fmla="*/ 49529 h 138429"/>
                <a:gd name="connsiteX327" fmla="*/ 997587 w 4940931"/>
                <a:gd name="connsiteY327" fmla="*/ 67944 h 138429"/>
                <a:gd name="connsiteX328" fmla="*/ 1002032 w 4940931"/>
                <a:gd name="connsiteY328" fmla="*/ 88899 h 138429"/>
                <a:gd name="connsiteX329" fmla="*/ 1015367 w 4940931"/>
                <a:gd name="connsiteY329" fmla="*/ 95884 h 138429"/>
                <a:gd name="connsiteX330" fmla="*/ 1024891 w 4940931"/>
                <a:gd name="connsiteY330" fmla="*/ 93344 h 138429"/>
                <a:gd name="connsiteX331" fmla="*/ 1033147 w 4940931"/>
                <a:gd name="connsiteY331" fmla="*/ 86359 h 138429"/>
                <a:gd name="connsiteX332" fmla="*/ 1033147 w 4940931"/>
                <a:gd name="connsiteY332" fmla="*/ 53339 h 138429"/>
                <a:gd name="connsiteX333" fmla="*/ 1029971 w 4940931"/>
                <a:gd name="connsiteY333" fmla="*/ 49529 h 138429"/>
                <a:gd name="connsiteX334" fmla="*/ 1025526 w 4940931"/>
                <a:gd name="connsiteY334" fmla="*/ 46354 h 138429"/>
                <a:gd name="connsiteX335" fmla="*/ 1020446 w 4940931"/>
                <a:gd name="connsiteY335" fmla="*/ 43814 h 138429"/>
                <a:gd name="connsiteX336" fmla="*/ 1014731 w 4940931"/>
                <a:gd name="connsiteY336" fmla="*/ 43179 h 138429"/>
                <a:gd name="connsiteX337" fmla="*/ 4524370 w 4940931"/>
                <a:gd name="connsiteY337" fmla="*/ 31114 h 138429"/>
                <a:gd name="connsiteX338" fmla="*/ 4538975 w 4940931"/>
                <a:gd name="connsiteY338" fmla="*/ 31114 h 138429"/>
                <a:gd name="connsiteX339" fmla="*/ 4552310 w 4940931"/>
                <a:gd name="connsiteY339" fmla="*/ 84454 h 138429"/>
                <a:gd name="connsiteX340" fmla="*/ 4566915 w 4940931"/>
                <a:gd name="connsiteY340" fmla="*/ 31114 h 138429"/>
                <a:gd name="connsiteX341" fmla="*/ 4579615 w 4940931"/>
                <a:gd name="connsiteY341" fmla="*/ 31114 h 138429"/>
                <a:gd name="connsiteX342" fmla="*/ 4594220 w 4940931"/>
                <a:gd name="connsiteY342" fmla="*/ 84454 h 138429"/>
                <a:gd name="connsiteX343" fmla="*/ 4606920 w 4940931"/>
                <a:gd name="connsiteY343" fmla="*/ 31114 h 138429"/>
                <a:gd name="connsiteX344" fmla="*/ 4622160 w 4940931"/>
                <a:gd name="connsiteY344" fmla="*/ 31114 h 138429"/>
                <a:gd name="connsiteX345" fmla="*/ 4600570 w 4940931"/>
                <a:gd name="connsiteY345" fmla="*/ 108584 h 138429"/>
                <a:gd name="connsiteX346" fmla="*/ 4587235 w 4940931"/>
                <a:gd name="connsiteY346" fmla="*/ 108584 h 138429"/>
                <a:gd name="connsiteX347" fmla="*/ 4572630 w 4940931"/>
                <a:gd name="connsiteY347" fmla="*/ 54609 h 138429"/>
                <a:gd name="connsiteX348" fmla="*/ 4558660 w 4940931"/>
                <a:gd name="connsiteY348" fmla="*/ 108584 h 138429"/>
                <a:gd name="connsiteX349" fmla="*/ 4545325 w 4940931"/>
                <a:gd name="connsiteY349" fmla="*/ 108584 h 138429"/>
                <a:gd name="connsiteX350" fmla="*/ 4123686 w 4940931"/>
                <a:gd name="connsiteY350" fmla="*/ 31114 h 138429"/>
                <a:gd name="connsiteX351" fmla="*/ 4138926 w 4940931"/>
                <a:gd name="connsiteY351" fmla="*/ 31114 h 138429"/>
                <a:gd name="connsiteX352" fmla="*/ 4152261 w 4940931"/>
                <a:gd name="connsiteY352" fmla="*/ 84454 h 138429"/>
                <a:gd name="connsiteX353" fmla="*/ 4166866 w 4940931"/>
                <a:gd name="connsiteY353" fmla="*/ 31114 h 138429"/>
                <a:gd name="connsiteX354" fmla="*/ 4178931 w 4940931"/>
                <a:gd name="connsiteY354" fmla="*/ 31114 h 138429"/>
                <a:gd name="connsiteX355" fmla="*/ 4193536 w 4940931"/>
                <a:gd name="connsiteY355" fmla="*/ 84454 h 138429"/>
                <a:gd name="connsiteX356" fmla="*/ 4206871 w 4940931"/>
                <a:gd name="connsiteY356" fmla="*/ 31114 h 138429"/>
                <a:gd name="connsiteX357" fmla="*/ 4222111 w 4940931"/>
                <a:gd name="connsiteY357" fmla="*/ 31114 h 138429"/>
                <a:gd name="connsiteX358" fmla="*/ 4200521 w 4940931"/>
                <a:gd name="connsiteY358" fmla="*/ 108584 h 138429"/>
                <a:gd name="connsiteX359" fmla="*/ 4187186 w 4940931"/>
                <a:gd name="connsiteY359" fmla="*/ 108584 h 138429"/>
                <a:gd name="connsiteX360" fmla="*/ 4172581 w 4940931"/>
                <a:gd name="connsiteY360" fmla="*/ 54609 h 138429"/>
                <a:gd name="connsiteX361" fmla="*/ 4157976 w 4940931"/>
                <a:gd name="connsiteY361" fmla="*/ 108584 h 138429"/>
                <a:gd name="connsiteX362" fmla="*/ 4145276 w 4940931"/>
                <a:gd name="connsiteY362" fmla="*/ 108584 h 138429"/>
                <a:gd name="connsiteX363" fmla="*/ 2837811 w 4940931"/>
                <a:gd name="connsiteY363" fmla="*/ 31114 h 138429"/>
                <a:gd name="connsiteX364" fmla="*/ 2852416 w 4940931"/>
                <a:gd name="connsiteY364" fmla="*/ 31114 h 138429"/>
                <a:gd name="connsiteX365" fmla="*/ 2865751 w 4940931"/>
                <a:gd name="connsiteY365" fmla="*/ 84454 h 138429"/>
                <a:gd name="connsiteX366" fmla="*/ 2880356 w 4940931"/>
                <a:gd name="connsiteY366" fmla="*/ 31114 h 138429"/>
                <a:gd name="connsiteX367" fmla="*/ 2893056 w 4940931"/>
                <a:gd name="connsiteY367" fmla="*/ 31114 h 138429"/>
                <a:gd name="connsiteX368" fmla="*/ 2907661 w 4940931"/>
                <a:gd name="connsiteY368" fmla="*/ 84454 h 138429"/>
                <a:gd name="connsiteX369" fmla="*/ 2920361 w 4940931"/>
                <a:gd name="connsiteY369" fmla="*/ 31114 h 138429"/>
                <a:gd name="connsiteX370" fmla="*/ 2935601 w 4940931"/>
                <a:gd name="connsiteY370" fmla="*/ 31114 h 138429"/>
                <a:gd name="connsiteX371" fmla="*/ 2914011 w 4940931"/>
                <a:gd name="connsiteY371" fmla="*/ 108584 h 138429"/>
                <a:gd name="connsiteX372" fmla="*/ 2900676 w 4940931"/>
                <a:gd name="connsiteY372" fmla="*/ 108584 h 138429"/>
                <a:gd name="connsiteX373" fmla="*/ 2886706 w 4940931"/>
                <a:gd name="connsiteY373" fmla="*/ 54609 h 138429"/>
                <a:gd name="connsiteX374" fmla="*/ 2872101 w 4940931"/>
                <a:gd name="connsiteY374" fmla="*/ 108584 h 138429"/>
                <a:gd name="connsiteX375" fmla="*/ 2858766 w 4940931"/>
                <a:gd name="connsiteY375" fmla="*/ 108584 h 138429"/>
                <a:gd name="connsiteX376" fmla="*/ 1354455 w 4940931"/>
                <a:gd name="connsiteY376" fmla="*/ 31114 h 138429"/>
                <a:gd name="connsiteX377" fmla="*/ 1369695 w 4940931"/>
                <a:gd name="connsiteY377" fmla="*/ 31114 h 138429"/>
                <a:gd name="connsiteX378" fmla="*/ 1369695 w 4940931"/>
                <a:gd name="connsiteY378" fmla="*/ 109219 h 138429"/>
                <a:gd name="connsiteX379" fmla="*/ 1354455 w 4940931"/>
                <a:gd name="connsiteY379" fmla="*/ 109219 h 138429"/>
                <a:gd name="connsiteX380" fmla="*/ 2646040 w 4940931"/>
                <a:gd name="connsiteY380" fmla="*/ 29844 h 138429"/>
                <a:gd name="connsiteX381" fmla="*/ 2658105 w 4940931"/>
                <a:gd name="connsiteY381" fmla="*/ 31749 h 138429"/>
                <a:gd name="connsiteX382" fmla="*/ 2667630 w 4940931"/>
                <a:gd name="connsiteY382" fmla="*/ 36829 h 138429"/>
                <a:gd name="connsiteX383" fmla="*/ 2673345 w 4940931"/>
                <a:gd name="connsiteY383" fmla="*/ 45084 h 138429"/>
                <a:gd name="connsiteX384" fmla="*/ 2675250 w 4940931"/>
                <a:gd name="connsiteY384" fmla="*/ 56514 h 138429"/>
                <a:gd name="connsiteX385" fmla="*/ 2675250 w 4940931"/>
                <a:gd name="connsiteY385" fmla="*/ 109854 h 138429"/>
                <a:gd name="connsiteX386" fmla="*/ 2660010 w 4940931"/>
                <a:gd name="connsiteY386" fmla="*/ 109854 h 138429"/>
                <a:gd name="connsiteX387" fmla="*/ 2660010 w 4940931"/>
                <a:gd name="connsiteY387" fmla="*/ 108584 h 138429"/>
                <a:gd name="connsiteX388" fmla="*/ 2660010 w 4940931"/>
                <a:gd name="connsiteY388" fmla="*/ 100964 h 138429"/>
                <a:gd name="connsiteX389" fmla="*/ 2654930 w 4940931"/>
                <a:gd name="connsiteY389" fmla="*/ 104774 h 138429"/>
                <a:gd name="connsiteX390" fmla="*/ 2651120 w 4940931"/>
                <a:gd name="connsiteY390" fmla="*/ 107314 h 138429"/>
                <a:gd name="connsiteX391" fmla="*/ 2646040 w 4940931"/>
                <a:gd name="connsiteY391" fmla="*/ 109219 h 138429"/>
                <a:gd name="connsiteX392" fmla="*/ 2639055 w 4940931"/>
                <a:gd name="connsiteY392" fmla="*/ 109854 h 138429"/>
                <a:gd name="connsiteX393" fmla="*/ 2629530 w 4940931"/>
                <a:gd name="connsiteY393" fmla="*/ 108584 h 138429"/>
                <a:gd name="connsiteX394" fmla="*/ 2620640 w 4940931"/>
                <a:gd name="connsiteY394" fmla="*/ 104139 h 138429"/>
                <a:gd name="connsiteX395" fmla="*/ 2614290 w 4940931"/>
                <a:gd name="connsiteY395" fmla="*/ 95884 h 138429"/>
                <a:gd name="connsiteX396" fmla="*/ 2611750 w 4940931"/>
                <a:gd name="connsiteY396" fmla="*/ 83819 h 138429"/>
                <a:gd name="connsiteX397" fmla="*/ 2614290 w 4940931"/>
                <a:gd name="connsiteY397" fmla="*/ 72389 h 138429"/>
                <a:gd name="connsiteX398" fmla="*/ 2620640 w 4940931"/>
                <a:gd name="connsiteY398" fmla="*/ 64769 h 138429"/>
                <a:gd name="connsiteX399" fmla="*/ 2630800 w 4940931"/>
                <a:gd name="connsiteY399" fmla="*/ 60324 h 138429"/>
                <a:gd name="connsiteX400" fmla="*/ 2642865 w 4940931"/>
                <a:gd name="connsiteY400" fmla="*/ 59054 h 138429"/>
                <a:gd name="connsiteX401" fmla="*/ 2653025 w 4940931"/>
                <a:gd name="connsiteY401" fmla="*/ 59689 h 138429"/>
                <a:gd name="connsiteX402" fmla="*/ 2660010 w 4940931"/>
                <a:gd name="connsiteY402" fmla="*/ 61594 h 138429"/>
                <a:gd name="connsiteX403" fmla="*/ 2660010 w 4940931"/>
                <a:gd name="connsiteY403" fmla="*/ 55879 h 138429"/>
                <a:gd name="connsiteX404" fmla="*/ 2656200 w 4940931"/>
                <a:gd name="connsiteY404" fmla="*/ 46354 h 138429"/>
                <a:gd name="connsiteX405" fmla="*/ 2645405 w 4940931"/>
                <a:gd name="connsiteY405" fmla="*/ 43179 h 138429"/>
                <a:gd name="connsiteX406" fmla="*/ 2634610 w 4940931"/>
                <a:gd name="connsiteY406" fmla="*/ 44449 h 138429"/>
                <a:gd name="connsiteX407" fmla="*/ 2625085 w 4940931"/>
                <a:gd name="connsiteY407" fmla="*/ 48259 h 138429"/>
                <a:gd name="connsiteX408" fmla="*/ 2619370 w 4940931"/>
                <a:gd name="connsiteY408" fmla="*/ 36829 h 138429"/>
                <a:gd name="connsiteX409" fmla="*/ 2631435 w 4940931"/>
                <a:gd name="connsiteY409" fmla="*/ 31749 h 138429"/>
                <a:gd name="connsiteX410" fmla="*/ 2646040 w 4940931"/>
                <a:gd name="connsiteY410" fmla="*/ 29844 h 138429"/>
                <a:gd name="connsiteX411" fmla="*/ 1114426 w 4940931"/>
                <a:gd name="connsiteY411" fmla="*/ 29844 h 138429"/>
                <a:gd name="connsiteX412" fmla="*/ 1129666 w 4940931"/>
                <a:gd name="connsiteY412" fmla="*/ 29844 h 138429"/>
                <a:gd name="connsiteX413" fmla="*/ 1129666 w 4940931"/>
                <a:gd name="connsiteY413" fmla="*/ 107949 h 138429"/>
                <a:gd name="connsiteX414" fmla="*/ 1114426 w 4940931"/>
                <a:gd name="connsiteY414" fmla="*/ 107949 h 138429"/>
                <a:gd name="connsiteX415" fmla="*/ 1114426 w 4940931"/>
                <a:gd name="connsiteY415" fmla="*/ 100964 h 138429"/>
                <a:gd name="connsiteX416" fmla="*/ 1106171 w 4940931"/>
                <a:gd name="connsiteY416" fmla="*/ 107314 h 138429"/>
                <a:gd name="connsiteX417" fmla="*/ 1094741 w 4940931"/>
                <a:gd name="connsiteY417" fmla="*/ 109854 h 138429"/>
                <a:gd name="connsiteX418" fmla="*/ 1073786 w 4940931"/>
                <a:gd name="connsiteY418" fmla="*/ 100964 h 138429"/>
                <a:gd name="connsiteX419" fmla="*/ 1066800 w 4940931"/>
                <a:gd name="connsiteY419" fmla="*/ 74929 h 138429"/>
                <a:gd name="connsiteX420" fmla="*/ 1066800 w 4940931"/>
                <a:gd name="connsiteY420" fmla="*/ 30479 h 138429"/>
                <a:gd name="connsiteX421" fmla="*/ 1082040 w 4940931"/>
                <a:gd name="connsiteY421" fmla="*/ 30479 h 138429"/>
                <a:gd name="connsiteX422" fmla="*/ 1082040 w 4940931"/>
                <a:gd name="connsiteY422" fmla="*/ 74294 h 138429"/>
                <a:gd name="connsiteX423" fmla="*/ 1085851 w 4940931"/>
                <a:gd name="connsiteY423" fmla="*/ 90169 h 138429"/>
                <a:gd name="connsiteX424" fmla="*/ 1097916 w 4940931"/>
                <a:gd name="connsiteY424" fmla="*/ 95249 h 138429"/>
                <a:gd name="connsiteX425" fmla="*/ 1109981 w 4940931"/>
                <a:gd name="connsiteY425" fmla="*/ 90169 h 138429"/>
                <a:gd name="connsiteX426" fmla="*/ 1114426 w 4940931"/>
                <a:gd name="connsiteY426" fmla="*/ 75564 h 138429"/>
                <a:gd name="connsiteX427" fmla="*/ 1011556 w 4940931"/>
                <a:gd name="connsiteY427" fmla="*/ 29844 h 138429"/>
                <a:gd name="connsiteX428" fmla="*/ 1017272 w 4940931"/>
                <a:gd name="connsiteY428" fmla="*/ 30479 h 138429"/>
                <a:gd name="connsiteX429" fmla="*/ 1022352 w 4940931"/>
                <a:gd name="connsiteY429" fmla="*/ 32384 h 138429"/>
                <a:gd name="connsiteX430" fmla="*/ 1026797 w 4940931"/>
                <a:gd name="connsiteY430" fmla="*/ 35559 h 138429"/>
                <a:gd name="connsiteX431" fmla="*/ 1030607 w 4940931"/>
                <a:gd name="connsiteY431" fmla="*/ 38734 h 138429"/>
                <a:gd name="connsiteX432" fmla="*/ 1030607 w 4940931"/>
                <a:gd name="connsiteY432" fmla="*/ 31749 h 138429"/>
                <a:gd name="connsiteX433" fmla="*/ 1045847 w 4940931"/>
                <a:gd name="connsiteY433" fmla="*/ 31749 h 138429"/>
                <a:gd name="connsiteX434" fmla="*/ 1045847 w 4940931"/>
                <a:gd name="connsiteY434" fmla="*/ 130809 h 138429"/>
                <a:gd name="connsiteX435" fmla="*/ 1032512 w 4940931"/>
                <a:gd name="connsiteY435" fmla="*/ 137477 h 138429"/>
                <a:gd name="connsiteX436" fmla="*/ 1032512 w 4940931"/>
                <a:gd name="connsiteY436" fmla="*/ 101599 h 138429"/>
                <a:gd name="connsiteX437" fmla="*/ 1022986 w 4940931"/>
                <a:gd name="connsiteY437" fmla="*/ 107949 h 138429"/>
                <a:gd name="connsiteX438" fmla="*/ 1011556 w 4940931"/>
                <a:gd name="connsiteY438" fmla="*/ 110489 h 138429"/>
                <a:gd name="connsiteX439" fmla="*/ 999491 w 4940931"/>
                <a:gd name="connsiteY439" fmla="*/ 107949 h 138429"/>
                <a:gd name="connsiteX440" fmla="*/ 989966 w 4940931"/>
                <a:gd name="connsiteY440" fmla="*/ 100329 h 138429"/>
                <a:gd name="connsiteX441" fmla="*/ 983616 w 4940931"/>
                <a:gd name="connsiteY441" fmla="*/ 87629 h 138429"/>
                <a:gd name="connsiteX442" fmla="*/ 981076 w 4940931"/>
                <a:gd name="connsiteY442" fmla="*/ 68579 h 138429"/>
                <a:gd name="connsiteX443" fmla="*/ 983616 w 4940931"/>
                <a:gd name="connsiteY443" fmla="*/ 51434 h 138429"/>
                <a:gd name="connsiteX444" fmla="*/ 990601 w 4940931"/>
                <a:gd name="connsiteY444" fmla="*/ 39369 h 138429"/>
                <a:gd name="connsiteX445" fmla="*/ 1000126 w 4940931"/>
                <a:gd name="connsiteY445" fmla="*/ 32384 h 138429"/>
                <a:gd name="connsiteX446" fmla="*/ 1011556 w 4940931"/>
                <a:gd name="connsiteY446" fmla="*/ 29844 h 138429"/>
                <a:gd name="connsiteX447" fmla="*/ 4871716 w 4940931"/>
                <a:gd name="connsiteY447" fmla="*/ 29210 h 138429"/>
                <a:gd name="connsiteX448" fmla="*/ 4885686 w 4940931"/>
                <a:gd name="connsiteY448" fmla="*/ 31750 h 138429"/>
                <a:gd name="connsiteX449" fmla="*/ 4897751 w 4940931"/>
                <a:gd name="connsiteY449" fmla="*/ 38100 h 138429"/>
                <a:gd name="connsiteX450" fmla="*/ 4899021 w 4940931"/>
                <a:gd name="connsiteY450" fmla="*/ 38100 h 138429"/>
                <a:gd name="connsiteX451" fmla="*/ 4892036 w 4940931"/>
                <a:gd name="connsiteY451" fmla="*/ 50165 h 138429"/>
                <a:gd name="connsiteX452" fmla="*/ 4882511 w 4940931"/>
                <a:gd name="connsiteY452" fmla="*/ 45085 h 138429"/>
                <a:gd name="connsiteX453" fmla="*/ 4872351 w 4940931"/>
                <a:gd name="connsiteY453" fmla="*/ 43180 h 138429"/>
                <a:gd name="connsiteX454" fmla="*/ 4864096 w 4940931"/>
                <a:gd name="connsiteY454" fmla="*/ 45085 h 138429"/>
                <a:gd name="connsiteX455" fmla="*/ 4861556 w 4940931"/>
                <a:gd name="connsiteY455" fmla="*/ 50165 h 138429"/>
                <a:gd name="connsiteX456" fmla="*/ 4861556 w 4940931"/>
                <a:gd name="connsiteY456" fmla="*/ 52705 h 138429"/>
                <a:gd name="connsiteX457" fmla="*/ 4863461 w 4940931"/>
                <a:gd name="connsiteY457" fmla="*/ 55245 h 138429"/>
                <a:gd name="connsiteX458" fmla="*/ 4867906 w 4940931"/>
                <a:gd name="connsiteY458" fmla="*/ 57785 h 138429"/>
                <a:gd name="connsiteX459" fmla="*/ 4874891 w 4940931"/>
                <a:gd name="connsiteY459" fmla="*/ 60960 h 138429"/>
                <a:gd name="connsiteX460" fmla="*/ 4886321 w 4940931"/>
                <a:gd name="connsiteY460" fmla="*/ 66040 h 138429"/>
                <a:gd name="connsiteX461" fmla="*/ 4894576 w 4940931"/>
                <a:gd name="connsiteY461" fmla="*/ 71120 h 138429"/>
                <a:gd name="connsiteX462" fmla="*/ 4899656 w 4940931"/>
                <a:gd name="connsiteY462" fmla="*/ 78105 h 138429"/>
                <a:gd name="connsiteX463" fmla="*/ 4901561 w 4940931"/>
                <a:gd name="connsiteY463" fmla="*/ 87630 h 138429"/>
                <a:gd name="connsiteX464" fmla="*/ 4899021 w 4940931"/>
                <a:gd name="connsiteY464" fmla="*/ 98425 h 138429"/>
                <a:gd name="connsiteX465" fmla="*/ 4892671 w 4940931"/>
                <a:gd name="connsiteY465" fmla="*/ 105410 h 138429"/>
                <a:gd name="connsiteX466" fmla="*/ 4883146 w 4940931"/>
                <a:gd name="connsiteY466" fmla="*/ 109220 h 138429"/>
                <a:gd name="connsiteX467" fmla="*/ 4872351 w 4940931"/>
                <a:gd name="connsiteY467" fmla="*/ 110490 h 138429"/>
                <a:gd name="connsiteX468" fmla="*/ 4857111 w 4940931"/>
                <a:gd name="connsiteY468" fmla="*/ 107950 h 138429"/>
                <a:gd name="connsiteX469" fmla="*/ 4842506 w 4940931"/>
                <a:gd name="connsiteY469" fmla="*/ 100965 h 138429"/>
                <a:gd name="connsiteX470" fmla="*/ 4849491 w 4940931"/>
                <a:gd name="connsiteY470" fmla="*/ 89535 h 138429"/>
                <a:gd name="connsiteX471" fmla="*/ 4860921 w 4940931"/>
                <a:gd name="connsiteY471" fmla="*/ 95250 h 138429"/>
                <a:gd name="connsiteX472" fmla="*/ 4872351 w 4940931"/>
                <a:gd name="connsiteY472" fmla="*/ 97155 h 138429"/>
                <a:gd name="connsiteX473" fmla="*/ 4883146 w 4940931"/>
                <a:gd name="connsiteY473" fmla="*/ 94615 h 138429"/>
                <a:gd name="connsiteX474" fmla="*/ 4886321 w 4940931"/>
                <a:gd name="connsiteY474" fmla="*/ 88265 h 138429"/>
                <a:gd name="connsiteX475" fmla="*/ 4885051 w 4940931"/>
                <a:gd name="connsiteY475" fmla="*/ 84455 h 138429"/>
                <a:gd name="connsiteX476" fmla="*/ 4881241 w 4940931"/>
                <a:gd name="connsiteY476" fmla="*/ 81280 h 138429"/>
                <a:gd name="connsiteX477" fmla="*/ 4875526 w 4940931"/>
                <a:gd name="connsiteY477" fmla="*/ 78105 h 138429"/>
                <a:gd name="connsiteX478" fmla="*/ 4867906 w 4940931"/>
                <a:gd name="connsiteY478" fmla="*/ 74930 h 138429"/>
                <a:gd name="connsiteX479" fmla="*/ 4857111 w 4940931"/>
                <a:gd name="connsiteY479" fmla="*/ 69850 h 138429"/>
                <a:gd name="connsiteX480" fmla="*/ 4850126 w 4940931"/>
                <a:gd name="connsiteY480" fmla="*/ 64770 h 138429"/>
                <a:gd name="connsiteX481" fmla="*/ 4846316 w 4940931"/>
                <a:gd name="connsiteY481" fmla="*/ 58420 h 138429"/>
                <a:gd name="connsiteX482" fmla="*/ 4845046 w 4940931"/>
                <a:gd name="connsiteY482" fmla="*/ 50165 h 138429"/>
                <a:gd name="connsiteX483" fmla="*/ 4846951 w 4940931"/>
                <a:gd name="connsiteY483" fmla="*/ 40640 h 138429"/>
                <a:gd name="connsiteX484" fmla="*/ 4852666 w 4940931"/>
                <a:gd name="connsiteY484" fmla="*/ 34290 h 138429"/>
                <a:gd name="connsiteX485" fmla="*/ 4860921 w 4940931"/>
                <a:gd name="connsiteY485" fmla="*/ 30480 h 138429"/>
                <a:gd name="connsiteX486" fmla="*/ 4871716 w 4940931"/>
                <a:gd name="connsiteY486" fmla="*/ 29210 h 138429"/>
                <a:gd name="connsiteX487" fmla="*/ 4749796 w 4940931"/>
                <a:gd name="connsiteY487" fmla="*/ 29210 h 138429"/>
                <a:gd name="connsiteX488" fmla="*/ 4757416 w 4940931"/>
                <a:gd name="connsiteY488" fmla="*/ 29845 h 138429"/>
                <a:gd name="connsiteX489" fmla="*/ 4763131 w 4940931"/>
                <a:gd name="connsiteY489" fmla="*/ 32385 h 138429"/>
                <a:gd name="connsiteX490" fmla="*/ 4759321 w 4940931"/>
                <a:gd name="connsiteY490" fmla="*/ 46990 h 138429"/>
                <a:gd name="connsiteX491" fmla="*/ 4758051 w 4940931"/>
                <a:gd name="connsiteY491" fmla="*/ 46990 h 138429"/>
                <a:gd name="connsiteX492" fmla="*/ 4752971 w 4940931"/>
                <a:gd name="connsiteY492" fmla="*/ 45085 h 138429"/>
                <a:gd name="connsiteX493" fmla="*/ 4746621 w 4940931"/>
                <a:gd name="connsiteY493" fmla="*/ 44450 h 138429"/>
                <a:gd name="connsiteX494" fmla="*/ 4735191 w 4940931"/>
                <a:gd name="connsiteY494" fmla="*/ 49530 h 138429"/>
                <a:gd name="connsiteX495" fmla="*/ 4731381 w 4940931"/>
                <a:gd name="connsiteY495" fmla="*/ 64770 h 138429"/>
                <a:gd name="connsiteX496" fmla="*/ 4731381 w 4940931"/>
                <a:gd name="connsiteY496" fmla="*/ 109220 h 138429"/>
                <a:gd name="connsiteX497" fmla="*/ 4716141 w 4940931"/>
                <a:gd name="connsiteY497" fmla="*/ 109220 h 138429"/>
                <a:gd name="connsiteX498" fmla="*/ 4716141 w 4940931"/>
                <a:gd name="connsiteY498" fmla="*/ 31115 h 138429"/>
                <a:gd name="connsiteX499" fmla="*/ 4731381 w 4940931"/>
                <a:gd name="connsiteY499" fmla="*/ 31115 h 138429"/>
                <a:gd name="connsiteX500" fmla="*/ 4731381 w 4940931"/>
                <a:gd name="connsiteY500" fmla="*/ 38735 h 138429"/>
                <a:gd name="connsiteX501" fmla="*/ 4734556 w 4940931"/>
                <a:gd name="connsiteY501" fmla="*/ 34925 h 138429"/>
                <a:gd name="connsiteX502" fmla="*/ 4739001 w 4940931"/>
                <a:gd name="connsiteY502" fmla="*/ 31750 h 138429"/>
                <a:gd name="connsiteX503" fmla="*/ 4744081 w 4940931"/>
                <a:gd name="connsiteY503" fmla="*/ 29845 h 138429"/>
                <a:gd name="connsiteX504" fmla="*/ 4749796 w 4940931"/>
                <a:gd name="connsiteY504" fmla="*/ 29210 h 138429"/>
                <a:gd name="connsiteX505" fmla="*/ 4349110 w 4940931"/>
                <a:gd name="connsiteY505" fmla="*/ 29210 h 138429"/>
                <a:gd name="connsiteX506" fmla="*/ 4356730 w 4940931"/>
                <a:gd name="connsiteY506" fmla="*/ 29845 h 138429"/>
                <a:gd name="connsiteX507" fmla="*/ 4362445 w 4940931"/>
                <a:gd name="connsiteY507" fmla="*/ 32385 h 138429"/>
                <a:gd name="connsiteX508" fmla="*/ 4358635 w 4940931"/>
                <a:gd name="connsiteY508" fmla="*/ 46990 h 138429"/>
                <a:gd name="connsiteX509" fmla="*/ 4357365 w 4940931"/>
                <a:gd name="connsiteY509" fmla="*/ 46990 h 138429"/>
                <a:gd name="connsiteX510" fmla="*/ 4352285 w 4940931"/>
                <a:gd name="connsiteY510" fmla="*/ 45085 h 138429"/>
                <a:gd name="connsiteX511" fmla="*/ 4345935 w 4940931"/>
                <a:gd name="connsiteY511" fmla="*/ 44450 h 138429"/>
                <a:gd name="connsiteX512" fmla="*/ 4334505 w 4940931"/>
                <a:gd name="connsiteY512" fmla="*/ 49530 h 138429"/>
                <a:gd name="connsiteX513" fmla="*/ 4330695 w 4940931"/>
                <a:gd name="connsiteY513" fmla="*/ 64770 h 138429"/>
                <a:gd name="connsiteX514" fmla="*/ 4330695 w 4940931"/>
                <a:gd name="connsiteY514" fmla="*/ 109220 h 138429"/>
                <a:gd name="connsiteX515" fmla="*/ 4315455 w 4940931"/>
                <a:gd name="connsiteY515" fmla="*/ 109220 h 138429"/>
                <a:gd name="connsiteX516" fmla="*/ 4315455 w 4940931"/>
                <a:gd name="connsiteY516" fmla="*/ 31115 h 138429"/>
                <a:gd name="connsiteX517" fmla="*/ 4330695 w 4940931"/>
                <a:gd name="connsiteY517" fmla="*/ 31115 h 138429"/>
                <a:gd name="connsiteX518" fmla="*/ 4330695 w 4940931"/>
                <a:gd name="connsiteY518" fmla="*/ 38735 h 138429"/>
                <a:gd name="connsiteX519" fmla="*/ 4333870 w 4940931"/>
                <a:gd name="connsiteY519" fmla="*/ 34925 h 138429"/>
                <a:gd name="connsiteX520" fmla="*/ 4338315 w 4940931"/>
                <a:gd name="connsiteY520" fmla="*/ 31750 h 138429"/>
                <a:gd name="connsiteX521" fmla="*/ 4343395 w 4940931"/>
                <a:gd name="connsiteY521" fmla="*/ 29845 h 138429"/>
                <a:gd name="connsiteX522" fmla="*/ 4349110 w 4940931"/>
                <a:gd name="connsiteY522" fmla="*/ 29210 h 138429"/>
                <a:gd name="connsiteX523" fmla="*/ 4044310 w 4940931"/>
                <a:gd name="connsiteY523" fmla="*/ 29210 h 138429"/>
                <a:gd name="connsiteX524" fmla="*/ 4058915 w 4940931"/>
                <a:gd name="connsiteY524" fmla="*/ 32385 h 138429"/>
                <a:gd name="connsiteX525" fmla="*/ 4069075 w 4940931"/>
                <a:gd name="connsiteY525" fmla="*/ 40640 h 138429"/>
                <a:gd name="connsiteX526" fmla="*/ 4075425 w 4940931"/>
                <a:gd name="connsiteY526" fmla="*/ 53340 h 138429"/>
                <a:gd name="connsiteX527" fmla="*/ 4077330 w 4940931"/>
                <a:gd name="connsiteY527" fmla="*/ 68580 h 138429"/>
                <a:gd name="connsiteX528" fmla="*/ 4076060 w 4940931"/>
                <a:gd name="connsiteY528" fmla="*/ 68580 h 138429"/>
                <a:gd name="connsiteX529" fmla="*/ 4076060 w 4940931"/>
                <a:gd name="connsiteY529" fmla="*/ 72390 h 138429"/>
                <a:gd name="connsiteX530" fmla="*/ 4076060 w 4940931"/>
                <a:gd name="connsiteY530" fmla="*/ 75565 h 138429"/>
                <a:gd name="connsiteX531" fmla="*/ 4024625 w 4940931"/>
                <a:gd name="connsiteY531" fmla="*/ 75565 h 138429"/>
                <a:gd name="connsiteX532" fmla="*/ 4027165 w 4940931"/>
                <a:gd name="connsiteY532" fmla="*/ 85090 h 138429"/>
                <a:gd name="connsiteX533" fmla="*/ 4031610 w 4940931"/>
                <a:gd name="connsiteY533" fmla="*/ 91440 h 138429"/>
                <a:gd name="connsiteX534" fmla="*/ 4037325 w 4940931"/>
                <a:gd name="connsiteY534" fmla="*/ 95250 h 138429"/>
                <a:gd name="connsiteX535" fmla="*/ 4044310 w 4940931"/>
                <a:gd name="connsiteY535" fmla="*/ 96520 h 138429"/>
                <a:gd name="connsiteX536" fmla="*/ 4049390 w 4940931"/>
                <a:gd name="connsiteY536" fmla="*/ 96520 h 138429"/>
                <a:gd name="connsiteX537" fmla="*/ 4053835 w 4940931"/>
                <a:gd name="connsiteY537" fmla="*/ 95250 h 138429"/>
                <a:gd name="connsiteX538" fmla="*/ 4057645 w 4940931"/>
                <a:gd name="connsiteY538" fmla="*/ 93345 h 138429"/>
                <a:gd name="connsiteX539" fmla="*/ 4062090 w 4940931"/>
                <a:gd name="connsiteY539" fmla="*/ 90805 h 138429"/>
                <a:gd name="connsiteX540" fmla="*/ 4070980 w 4940931"/>
                <a:gd name="connsiteY540" fmla="*/ 100330 h 138429"/>
                <a:gd name="connsiteX541" fmla="*/ 4065265 w 4940931"/>
                <a:gd name="connsiteY541" fmla="*/ 104775 h 138429"/>
                <a:gd name="connsiteX542" fmla="*/ 4059550 w 4940931"/>
                <a:gd name="connsiteY542" fmla="*/ 107950 h 138429"/>
                <a:gd name="connsiteX543" fmla="*/ 4052565 w 4940931"/>
                <a:gd name="connsiteY543" fmla="*/ 109855 h 138429"/>
                <a:gd name="connsiteX544" fmla="*/ 4043675 w 4940931"/>
                <a:gd name="connsiteY544" fmla="*/ 110490 h 138429"/>
                <a:gd name="connsiteX545" fmla="*/ 4034150 w 4940931"/>
                <a:gd name="connsiteY545" fmla="*/ 109220 h 138429"/>
                <a:gd name="connsiteX546" fmla="*/ 4026530 w 4940931"/>
                <a:gd name="connsiteY546" fmla="*/ 105410 h 138429"/>
                <a:gd name="connsiteX547" fmla="*/ 4020180 w 4940931"/>
                <a:gd name="connsiteY547" fmla="*/ 100330 h 138429"/>
                <a:gd name="connsiteX548" fmla="*/ 4015100 w 4940931"/>
                <a:gd name="connsiteY548" fmla="*/ 92710 h 138429"/>
                <a:gd name="connsiteX549" fmla="*/ 4011290 w 4940931"/>
                <a:gd name="connsiteY549" fmla="*/ 82550 h 138429"/>
                <a:gd name="connsiteX550" fmla="*/ 4010020 w 4940931"/>
                <a:gd name="connsiteY550" fmla="*/ 69850 h 138429"/>
                <a:gd name="connsiteX551" fmla="*/ 4012560 w 4940931"/>
                <a:gd name="connsiteY551" fmla="*/ 52070 h 138429"/>
                <a:gd name="connsiteX552" fmla="*/ 4019545 w 4940931"/>
                <a:gd name="connsiteY552" fmla="*/ 39370 h 138429"/>
                <a:gd name="connsiteX553" fmla="*/ 4030340 w 4940931"/>
                <a:gd name="connsiteY553" fmla="*/ 31750 h 138429"/>
                <a:gd name="connsiteX554" fmla="*/ 4044310 w 4940931"/>
                <a:gd name="connsiteY554" fmla="*/ 29210 h 138429"/>
                <a:gd name="connsiteX555" fmla="*/ 3811900 w 4940931"/>
                <a:gd name="connsiteY555" fmla="*/ 29210 h 138429"/>
                <a:gd name="connsiteX556" fmla="*/ 3819520 w 4940931"/>
                <a:gd name="connsiteY556" fmla="*/ 29845 h 138429"/>
                <a:gd name="connsiteX557" fmla="*/ 3825235 w 4940931"/>
                <a:gd name="connsiteY557" fmla="*/ 32385 h 138429"/>
                <a:gd name="connsiteX558" fmla="*/ 3821425 w 4940931"/>
                <a:gd name="connsiteY558" fmla="*/ 46990 h 138429"/>
                <a:gd name="connsiteX559" fmla="*/ 3820155 w 4940931"/>
                <a:gd name="connsiteY559" fmla="*/ 46990 h 138429"/>
                <a:gd name="connsiteX560" fmla="*/ 3815075 w 4940931"/>
                <a:gd name="connsiteY560" fmla="*/ 45085 h 138429"/>
                <a:gd name="connsiteX561" fmla="*/ 3808725 w 4940931"/>
                <a:gd name="connsiteY561" fmla="*/ 44450 h 138429"/>
                <a:gd name="connsiteX562" fmla="*/ 3797295 w 4940931"/>
                <a:gd name="connsiteY562" fmla="*/ 49530 h 138429"/>
                <a:gd name="connsiteX563" fmla="*/ 3793485 w 4940931"/>
                <a:gd name="connsiteY563" fmla="*/ 64770 h 138429"/>
                <a:gd name="connsiteX564" fmla="*/ 3793485 w 4940931"/>
                <a:gd name="connsiteY564" fmla="*/ 109220 h 138429"/>
                <a:gd name="connsiteX565" fmla="*/ 3778245 w 4940931"/>
                <a:gd name="connsiteY565" fmla="*/ 109220 h 138429"/>
                <a:gd name="connsiteX566" fmla="*/ 3778245 w 4940931"/>
                <a:gd name="connsiteY566" fmla="*/ 31115 h 138429"/>
                <a:gd name="connsiteX567" fmla="*/ 3793485 w 4940931"/>
                <a:gd name="connsiteY567" fmla="*/ 31115 h 138429"/>
                <a:gd name="connsiteX568" fmla="*/ 3793485 w 4940931"/>
                <a:gd name="connsiteY568" fmla="*/ 38735 h 138429"/>
                <a:gd name="connsiteX569" fmla="*/ 3796660 w 4940931"/>
                <a:gd name="connsiteY569" fmla="*/ 34925 h 138429"/>
                <a:gd name="connsiteX570" fmla="*/ 3801105 w 4940931"/>
                <a:gd name="connsiteY570" fmla="*/ 31750 h 138429"/>
                <a:gd name="connsiteX571" fmla="*/ 3806185 w 4940931"/>
                <a:gd name="connsiteY571" fmla="*/ 29845 h 138429"/>
                <a:gd name="connsiteX572" fmla="*/ 3811900 w 4940931"/>
                <a:gd name="connsiteY572" fmla="*/ 29210 h 138429"/>
                <a:gd name="connsiteX573" fmla="*/ 3729986 w 4940931"/>
                <a:gd name="connsiteY573" fmla="*/ 29210 h 138429"/>
                <a:gd name="connsiteX574" fmla="*/ 3744591 w 4940931"/>
                <a:gd name="connsiteY574" fmla="*/ 32385 h 138429"/>
                <a:gd name="connsiteX575" fmla="*/ 3754751 w 4940931"/>
                <a:gd name="connsiteY575" fmla="*/ 40640 h 138429"/>
                <a:gd name="connsiteX576" fmla="*/ 3761101 w 4940931"/>
                <a:gd name="connsiteY576" fmla="*/ 53340 h 138429"/>
                <a:gd name="connsiteX577" fmla="*/ 3763006 w 4940931"/>
                <a:gd name="connsiteY577" fmla="*/ 68580 h 138429"/>
                <a:gd name="connsiteX578" fmla="*/ 3761736 w 4940931"/>
                <a:gd name="connsiteY578" fmla="*/ 68580 h 138429"/>
                <a:gd name="connsiteX579" fmla="*/ 3761736 w 4940931"/>
                <a:gd name="connsiteY579" fmla="*/ 72390 h 138429"/>
                <a:gd name="connsiteX580" fmla="*/ 3761736 w 4940931"/>
                <a:gd name="connsiteY580" fmla="*/ 75565 h 138429"/>
                <a:gd name="connsiteX581" fmla="*/ 3710301 w 4940931"/>
                <a:gd name="connsiteY581" fmla="*/ 75565 h 138429"/>
                <a:gd name="connsiteX582" fmla="*/ 3712841 w 4940931"/>
                <a:gd name="connsiteY582" fmla="*/ 85090 h 138429"/>
                <a:gd name="connsiteX583" fmla="*/ 3717286 w 4940931"/>
                <a:gd name="connsiteY583" fmla="*/ 91440 h 138429"/>
                <a:gd name="connsiteX584" fmla="*/ 3723001 w 4940931"/>
                <a:gd name="connsiteY584" fmla="*/ 95250 h 138429"/>
                <a:gd name="connsiteX585" fmla="*/ 3729986 w 4940931"/>
                <a:gd name="connsiteY585" fmla="*/ 96520 h 138429"/>
                <a:gd name="connsiteX586" fmla="*/ 3735066 w 4940931"/>
                <a:gd name="connsiteY586" fmla="*/ 96520 h 138429"/>
                <a:gd name="connsiteX587" fmla="*/ 3739511 w 4940931"/>
                <a:gd name="connsiteY587" fmla="*/ 95250 h 138429"/>
                <a:gd name="connsiteX588" fmla="*/ 3743321 w 4940931"/>
                <a:gd name="connsiteY588" fmla="*/ 93345 h 138429"/>
                <a:gd name="connsiteX589" fmla="*/ 3747766 w 4940931"/>
                <a:gd name="connsiteY589" fmla="*/ 90805 h 138429"/>
                <a:gd name="connsiteX590" fmla="*/ 3756656 w 4940931"/>
                <a:gd name="connsiteY590" fmla="*/ 100330 h 138429"/>
                <a:gd name="connsiteX591" fmla="*/ 3750941 w 4940931"/>
                <a:gd name="connsiteY591" fmla="*/ 104775 h 138429"/>
                <a:gd name="connsiteX592" fmla="*/ 3745226 w 4940931"/>
                <a:gd name="connsiteY592" fmla="*/ 107950 h 138429"/>
                <a:gd name="connsiteX593" fmla="*/ 3738241 w 4940931"/>
                <a:gd name="connsiteY593" fmla="*/ 109855 h 138429"/>
                <a:gd name="connsiteX594" fmla="*/ 3729351 w 4940931"/>
                <a:gd name="connsiteY594" fmla="*/ 110490 h 138429"/>
                <a:gd name="connsiteX595" fmla="*/ 3719826 w 4940931"/>
                <a:gd name="connsiteY595" fmla="*/ 109220 h 138429"/>
                <a:gd name="connsiteX596" fmla="*/ 3712206 w 4940931"/>
                <a:gd name="connsiteY596" fmla="*/ 105410 h 138429"/>
                <a:gd name="connsiteX597" fmla="*/ 3705856 w 4940931"/>
                <a:gd name="connsiteY597" fmla="*/ 100330 h 138429"/>
                <a:gd name="connsiteX598" fmla="*/ 3700776 w 4940931"/>
                <a:gd name="connsiteY598" fmla="*/ 92710 h 138429"/>
                <a:gd name="connsiteX599" fmla="*/ 3696966 w 4940931"/>
                <a:gd name="connsiteY599" fmla="*/ 82550 h 138429"/>
                <a:gd name="connsiteX600" fmla="*/ 3695696 w 4940931"/>
                <a:gd name="connsiteY600" fmla="*/ 69850 h 138429"/>
                <a:gd name="connsiteX601" fmla="*/ 3698236 w 4940931"/>
                <a:gd name="connsiteY601" fmla="*/ 52070 h 138429"/>
                <a:gd name="connsiteX602" fmla="*/ 3705221 w 4940931"/>
                <a:gd name="connsiteY602" fmla="*/ 39370 h 138429"/>
                <a:gd name="connsiteX603" fmla="*/ 3716016 w 4940931"/>
                <a:gd name="connsiteY603" fmla="*/ 31750 h 138429"/>
                <a:gd name="connsiteX604" fmla="*/ 3729986 w 4940931"/>
                <a:gd name="connsiteY604" fmla="*/ 29210 h 138429"/>
                <a:gd name="connsiteX605" fmla="*/ 3543296 w 4940931"/>
                <a:gd name="connsiteY605" fmla="*/ 29210 h 138429"/>
                <a:gd name="connsiteX606" fmla="*/ 3557901 w 4940931"/>
                <a:gd name="connsiteY606" fmla="*/ 32385 h 138429"/>
                <a:gd name="connsiteX607" fmla="*/ 3568061 w 4940931"/>
                <a:gd name="connsiteY607" fmla="*/ 40640 h 138429"/>
                <a:gd name="connsiteX608" fmla="*/ 3574411 w 4940931"/>
                <a:gd name="connsiteY608" fmla="*/ 53340 h 138429"/>
                <a:gd name="connsiteX609" fmla="*/ 3576316 w 4940931"/>
                <a:gd name="connsiteY609" fmla="*/ 68580 h 138429"/>
                <a:gd name="connsiteX610" fmla="*/ 3575046 w 4940931"/>
                <a:gd name="connsiteY610" fmla="*/ 68580 h 138429"/>
                <a:gd name="connsiteX611" fmla="*/ 3575046 w 4940931"/>
                <a:gd name="connsiteY611" fmla="*/ 72390 h 138429"/>
                <a:gd name="connsiteX612" fmla="*/ 3575046 w 4940931"/>
                <a:gd name="connsiteY612" fmla="*/ 75565 h 138429"/>
                <a:gd name="connsiteX613" fmla="*/ 3523611 w 4940931"/>
                <a:gd name="connsiteY613" fmla="*/ 75565 h 138429"/>
                <a:gd name="connsiteX614" fmla="*/ 3526151 w 4940931"/>
                <a:gd name="connsiteY614" fmla="*/ 85090 h 138429"/>
                <a:gd name="connsiteX615" fmla="*/ 3530596 w 4940931"/>
                <a:gd name="connsiteY615" fmla="*/ 91440 h 138429"/>
                <a:gd name="connsiteX616" fmla="*/ 3536311 w 4940931"/>
                <a:gd name="connsiteY616" fmla="*/ 95250 h 138429"/>
                <a:gd name="connsiteX617" fmla="*/ 3543296 w 4940931"/>
                <a:gd name="connsiteY617" fmla="*/ 96520 h 138429"/>
                <a:gd name="connsiteX618" fmla="*/ 3548376 w 4940931"/>
                <a:gd name="connsiteY618" fmla="*/ 96520 h 138429"/>
                <a:gd name="connsiteX619" fmla="*/ 3552821 w 4940931"/>
                <a:gd name="connsiteY619" fmla="*/ 95250 h 138429"/>
                <a:gd name="connsiteX620" fmla="*/ 3556631 w 4940931"/>
                <a:gd name="connsiteY620" fmla="*/ 93345 h 138429"/>
                <a:gd name="connsiteX621" fmla="*/ 3561076 w 4940931"/>
                <a:gd name="connsiteY621" fmla="*/ 90805 h 138429"/>
                <a:gd name="connsiteX622" fmla="*/ 3569966 w 4940931"/>
                <a:gd name="connsiteY622" fmla="*/ 100330 h 138429"/>
                <a:gd name="connsiteX623" fmla="*/ 3564251 w 4940931"/>
                <a:gd name="connsiteY623" fmla="*/ 104775 h 138429"/>
                <a:gd name="connsiteX624" fmla="*/ 3558536 w 4940931"/>
                <a:gd name="connsiteY624" fmla="*/ 107950 h 138429"/>
                <a:gd name="connsiteX625" fmla="*/ 3551551 w 4940931"/>
                <a:gd name="connsiteY625" fmla="*/ 109855 h 138429"/>
                <a:gd name="connsiteX626" fmla="*/ 3542661 w 4940931"/>
                <a:gd name="connsiteY626" fmla="*/ 110490 h 138429"/>
                <a:gd name="connsiteX627" fmla="*/ 3533136 w 4940931"/>
                <a:gd name="connsiteY627" fmla="*/ 109220 h 138429"/>
                <a:gd name="connsiteX628" fmla="*/ 3525516 w 4940931"/>
                <a:gd name="connsiteY628" fmla="*/ 105410 h 138429"/>
                <a:gd name="connsiteX629" fmla="*/ 3519166 w 4940931"/>
                <a:gd name="connsiteY629" fmla="*/ 100330 h 138429"/>
                <a:gd name="connsiteX630" fmla="*/ 3514086 w 4940931"/>
                <a:gd name="connsiteY630" fmla="*/ 92710 h 138429"/>
                <a:gd name="connsiteX631" fmla="*/ 3510276 w 4940931"/>
                <a:gd name="connsiteY631" fmla="*/ 82550 h 138429"/>
                <a:gd name="connsiteX632" fmla="*/ 3509006 w 4940931"/>
                <a:gd name="connsiteY632" fmla="*/ 69850 h 138429"/>
                <a:gd name="connsiteX633" fmla="*/ 3511546 w 4940931"/>
                <a:gd name="connsiteY633" fmla="*/ 52070 h 138429"/>
                <a:gd name="connsiteX634" fmla="*/ 3518531 w 4940931"/>
                <a:gd name="connsiteY634" fmla="*/ 39370 h 138429"/>
                <a:gd name="connsiteX635" fmla="*/ 3529326 w 4940931"/>
                <a:gd name="connsiteY635" fmla="*/ 31750 h 138429"/>
                <a:gd name="connsiteX636" fmla="*/ 3543296 w 4940931"/>
                <a:gd name="connsiteY636" fmla="*/ 29210 h 138429"/>
                <a:gd name="connsiteX637" fmla="*/ 3345176 w 4940931"/>
                <a:gd name="connsiteY637" fmla="*/ 29210 h 138429"/>
                <a:gd name="connsiteX638" fmla="*/ 3359781 w 4940931"/>
                <a:gd name="connsiteY638" fmla="*/ 32385 h 138429"/>
                <a:gd name="connsiteX639" fmla="*/ 3369941 w 4940931"/>
                <a:gd name="connsiteY639" fmla="*/ 40640 h 138429"/>
                <a:gd name="connsiteX640" fmla="*/ 3376291 w 4940931"/>
                <a:gd name="connsiteY640" fmla="*/ 53340 h 138429"/>
                <a:gd name="connsiteX641" fmla="*/ 3378196 w 4940931"/>
                <a:gd name="connsiteY641" fmla="*/ 68580 h 138429"/>
                <a:gd name="connsiteX642" fmla="*/ 3376926 w 4940931"/>
                <a:gd name="connsiteY642" fmla="*/ 68580 h 138429"/>
                <a:gd name="connsiteX643" fmla="*/ 3376926 w 4940931"/>
                <a:gd name="connsiteY643" fmla="*/ 72390 h 138429"/>
                <a:gd name="connsiteX644" fmla="*/ 3376926 w 4940931"/>
                <a:gd name="connsiteY644" fmla="*/ 75565 h 138429"/>
                <a:gd name="connsiteX645" fmla="*/ 3325491 w 4940931"/>
                <a:gd name="connsiteY645" fmla="*/ 75565 h 138429"/>
                <a:gd name="connsiteX646" fmla="*/ 3328031 w 4940931"/>
                <a:gd name="connsiteY646" fmla="*/ 85090 h 138429"/>
                <a:gd name="connsiteX647" fmla="*/ 3332476 w 4940931"/>
                <a:gd name="connsiteY647" fmla="*/ 91440 h 138429"/>
                <a:gd name="connsiteX648" fmla="*/ 3338191 w 4940931"/>
                <a:gd name="connsiteY648" fmla="*/ 95250 h 138429"/>
                <a:gd name="connsiteX649" fmla="*/ 3345176 w 4940931"/>
                <a:gd name="connsiteY649" fmla="*/ 96520 h 138429"/>
                <a:gd name="connsiteX650" fmla="*/ 3350256 w 4940931"/>
                <a:gd name="connsiteY650" fmla="*/ 96520 h 138429"/>
                <a:gd name="connsiteX651" fmla="*/ 3354701 w 4940931"/>
                <a:gd name="connsiteY651" fmla="*/ 95250 h 138429"/>
                <a:gd name="connsiteX652" fmla="*/ 3358511 w 4940931"/>
                <a:gd name="connsiteY652" fmla="*/ 93345 h 138429"/>
                <a:gd name="connsiteX653" fmla="*/ 3362956 w 4940931"/>
                <a:gd name="connsiteY653" fmla="*/ 90805 h 138429"/>
                <a:gd name="connsiteX654" fmla="*/ 3371846 w 4940931"/>
                <a:gd name="connsiteY654" fmla="*/ 100330 h 138429"/>
                <a:gd name="connsiteX655" fmla="*/ 3366131 w 4940931"/>
                <a:gd name="connsiteY655" fmla="*/ 104775 h 138429"/>
                <a:gd name="connsiteX656" fmla="*/ 3360416 w 4940931"/>
                <a:gd name="connsiteY656" fmla="*/ 107950 h 138429"/>
                <a:gd name="connsiteX657" fmla="*/ 3353431 w 4940931"/>
                <a:gd name="connsiteY657" fmla="*/ 109855 h 138429"/>
                <a:gd name="connsiteX658" fmla="*/ 3344541 w 4940931"/>
                <a:gd name="connsiteY658" fmla="*/ 110490 h 138429"/>
                <a:gd name="connsiteX659" fmla="*/ 3335016 w 4940931"/>
                <a:gd name="connsiteY659" fmla="*/ 109220 h 138429"/>
                <a:gd name="connsiteX660" fmla="*/ 3327396 w 4940931"/>
                <a:gd name="connsiteY660" fmla="*/ 105410 h 138429"/>
                <a:gd name="connsiteX661" fmla="*/ 3321046 w 4940931"/>
                <a:gd name="connsiteY661" fmla="*/ 100330 h 138429"/>
                <a:gd name="connsiteX662" fmla="*/ 3315966 w 4940931"/>
                <a:gd name="connsiteY662" fmla="*/ 92710 h 138429"/>
                <a:gd name="connsiteX663" fmla="*/ 3312156 w 4940931"/>
                <a:gd name="connsiteY663" fmla="*/ 82550 h 138429"/>
                <a:gd name="connsiteX664" fmla="*/ 3310886 w 4940931"/>
                <a:gd name="connsiteY664" fmla="*/ 69850 h 138429"/>
                <a:gd name="connsiteX665" fmla="*/ 3313426 w 4940931"/>
                <a:gd name="connsiteY665" fmla="*/ 52070 h 138429"/>
                <a:gd name="connsiteX666" fmla="*/ 3320411 w 4940931"/>
                <a:gd name="connsiteY666" fmla="*/ 39370 h 138429"/>
                <a:gd name="connsiteX667" fmla="*/ 3331206 w 4940931"/>
                <a:gd name="connsiteY667" fmla="*/ 31750 h 138429"/>
                <a:gd name="connsiteX668" fmla="*/ 3345176 w 4940931"/>
                <a:gd name="connsiteY668" fmla="*/ 29210 h 138429"/>
                <a:gd name="connsiteX669" fmla="*/ 3060696 w 4940931"/>
                <a:gd name="connsiteY669" fmla="*/ 29210 h 138429"/>
                <a:gd name="connsiteX670" fmla="*/ 3068316 w 4940931"/>
                <a:gd name="connsiteY670" fmla="*/ 29845 h 138429"/>
                <a:gd name="connsiteX671" fmla="*/ 3074031 w 4940931"/>
                <a:gd name="connsiteY671" fmla="*/ 32385 h 138429"/>
                <a:gd name="connsiteX672" fmla="*/ 3070221 w 4940931"/>
                <a:gd name="connsiteY672" fmla="*/ 46990 h 138429"/>
                <a:gd name="connsiteX673" fmla="*/ 3068951 w 4940931"/>
                <a:gd name="connsiteY673" fmla="*/ 46990 h 138429"/>
                <a:gd name="connsiteX674" fmla="*/ 3063871 w 4940931"/>
                <a:gd name="connsiteY674" fmla="*/ 45085 h 138429"/>
                <a:gd name="connsiteX675" fmla="*/ 3057521 w 4940931"/>
                <a:gd name="connsiteY675" fmla="*/ 44450 h 138429"/>
                <a:gd name="connsiteX676" fmla="*/ 3046091 w 4940931"/>
                <a:gd name="connsiteY676" fmla="*/ 49530 h 138429"/>
                <a:gd name="connsiteX677" fmla="*/ 3042281 w 4940931"/>
                <a:gd name="connsiteY677" fmla="*/ 64770 h 138429"/>
                <a:gd name="connsiteX678" fmla="*/ 3042281 w 4940931"/>
                <a:gd name="connsiteY678" fmla="*/ 109220 h 138429"/>
                <a:gd name="connsiteX679" fmla="*/ 3027041 w 4940931"/>
                <a:gd name="connsiteY679" fmla="*/ 109220 h 138429"/>
                <a:gd name="connsiteX680" fmla="*/ 3027041 w 4940931"/>
                <a:gd name="connsiteY680" fmla="*/ 31115 h 138429"/>
                <a:gd name="connsiteX681" fmla="*/ 3042281 w 4940931"/>
                <a:gd name="connsiteY681" fmla="*/ 31115 h 138429"/>
                <a:gd name="connsiteX682" fmla="*/ 3042281 w 4940931"/>
                <a:gd name="connsiteY682" fmla="*/ 38735 h 138429"/>
                <a:gd name="connsiteX683" fmla="*/ 3045456 w 4940931"/>
                <a:gd name="connsiteY683" fmla="*/ 34925 h 138429"/>
                <a:gd name="connsiteX684" fmla="*/ 3049901 w 4940931"/>
                <a:gd name="connsiteY684" fmla="*/ 31750 h 138429"/>
                <a:gd name="connsiteX685" fmla="*/ 3054981 w 4940931"/>
                <a:gd name="connsiteY685" fmla="*/ 29845 h 138429"/>
                <a:gd name="connsiteX686" fmla="*/ 3060696 w 4940931"/>
                <a:gd name="connsiteY686" fmla="*/ 29210 h 138429"/>
                <a:gd name="connsiteX687" fmla="*/ 2978781 w 4940931"/>
                <a:gd name="connsiteY687" fmla="*/ 29210 h 138429"/>
                <a:gd name="connsiteX688" fmla="*/ 2993386 w 4940931"/>
                <a:gd name="connsiteY688" fmla="*/ 32385 h 138429"/>
                <a:gd name="connsiteX689" fmla="*/ 3003546 w 4940931"/>
                <a:gd name="connsiteY689" fmla="*/ 40640 h 138429"/>
                <a:gd name="connsiteX690" fmla="*/ 3009896 w 4940931"/>
                <a:gd name="connsiteY690" fmla="*/ 53340 h 138429"/>
                <a:gd name="connsiteX691" fmla="*/ 3011801 w 4940931"/>
                <a:gd name="connsiteY691" fmla="*/ 68580 h 138429"/>
                <a:gd name="connsiteX692" fmla="*/ 3010531 w 4940931"/>
                <a:gd name="connsiteY692" fmla="*/ 68580 h 138429"/>
                <a:gd name="connsiteX693" fmla="*/ 3010531 w 4940931"/>
                <a:gd name="connsiteY693" fmla="*/ 72390 h 138429"/>
                <a:gd name="connsiteX694" fmla="*/ 3010531 w 4940931"/>
                <a:gd name="connsiteY694" fmla="*/ 75565 h 138429"/>
                <a:gd name="connsiteX695" fmla="*/ 2959096 w 4940931"/>
                <a:gd name="connsiteY695" fmla="*/ 75565 h 138429"/>
                <a:gd name="connsiteX696" fmla="*/ 2961636 w 4940931"/>
                <a:gd name="connsiteY696" fmla="*/ 85090 h 138429"/>
                <a:gd name="connsiteX697" fmla="*/ 2966081 w 4940931"/>
                <a:gd name="connsiteY697" fmla="*/ 91440 h 138429"/>
                <a:gd name="connsiteX698" fmla="*/ 2971796 w 4940931"/>
                <a:gd name="connsiteY698" fmla="*/ 95250 h 138429"/>
                <a:gd name="connsiteX699" fmla="*/ 2978781 w 4940931"/>
                <a:gd name="connsiteY699" fmla="*/ 96520 h 138429"/>
                <a:gd name="connsiteX700" fmla="*/ 2983861 w 4940931"/>
                <a:gd name="connsiteY700" fmla="*/ 96520 h 138429"/>
                <a:gd name="connsiteX701" fmla="*/ 2988306 w 4940931"/>
                <a:gd name="connsiteY701" fmla="*/ 95250 h 138429"/>
                <a:gd name="connsiteX702" fmla="*/ 2992116 w 4940931"/>
                <a:gd name="connsiteY702" fmla="*/ 93345 h 138429"/>
                <a:gd name="connsiteX703" fmla="*/ 2996561 w 4940931"/>
                <a:gd name="connsiteY703" fmla="*/ 90805 h 138429"/>
                <a:gd name="connsiteX704" fmla="*/ 3005451 w 4940931"/>
                <a:gd name="connsiteY704" fmla="*/ 100330 h 138429"/>
                <a:gd name="connsiteX705" fmla="*/ 2999736 w 4940931"/>
                <a:gd name="connsiteY705" fmla="*/ 104775 h 138429"/>
                <a:gd name="connsiteX706" fmla="*/ 2994021 w 4940931"/>
                <a:gd name="connsiteY706" fmla="*/ 107950 h 138429"/>
                <a:gd name="connsiteX707" fmla="*/ 2987036 w 4940931"/>
                <a:gd name="connsiteY707" fmla="*/ 109855 h 138429"/>
                <a:gd name="connsiteX708" fmla="*/ 2978146 w 4940931"/>
                <a:gd name="connsiteY708" fmla="*/ 110490 h 138429"/>
                <a:gd name="connsiteX709" fmla="*/ 2968621 w 4940931"/>
                <a:gd name="connsiteY709" fmla="*/ 109220 h 138429"/>
                <a:gd name="connsiteX710" fmla="*/ 2961001 w 4940931"/>
                <a:gd name="connsiteY710" fmla="*/ 105410 h 138429"/>
                <a:gd name="connsiteX711" fmla="*/ 2954651 w 4940931"/>
                <a:gd name="connsiteY711" fmla="*/ 100330 h 138429"/>
                <a:gd name="connsiteX712" fmla="*/ 2949571 w 4940931"/>
                <a:gd name="connsiteY712" fmla="*/ 92710 h 138429"/>
                <a:gd name="connsiteX713" fmla="*/ 2945761 w 4940931"/>
                <a:gd name="connsiteY713" fmla="*/ 82550 h 138429"/>
                <a:gd name="connsiteX714" fmla="*/ 2944491 w 4940931"/>
                <a:gd name="connsiteY714" fmla="*/ 69850 h 138429"/>
                <a:gd name="connsiteX715" fmla="*/ 2947031 w 4940931"/>
                <a:gd name="connsiteY715" fmla="*/ 52070 h 138429"/>
                <a:gd name="connsiteX716" fmla="*/ 2954016 w 4940931"/>
                <a:gd name="connsiteY716" fmla="*/ 39370 h 138429"/>
                <a:gd name="connsiteX717" fmla="*/ 2964811 w 4940931"/>
                <a:gd name="connsiteY717" fmla="*/ 31750 h 138429"/>
                <a:gd name="connsiteX718" fmla="*/ 2978781 w 4940931"/>
                <a:gd name="connsiteY718" fmla="*/ 29210 h 138429"/>
                <a:gd name="connsiteX719" fmla="*/ 2798440 w 4940931"/>
                <a:gd name="connsiteY719" fmla="*/ 29210 h 138429"/>
                <a:gd name="connsiteX720" fmla="*/ 2813045 w 4940931"/>
                <a:gd name="connsiteY720" fmla="*/ 31750 h 138429"/>
                <a:gd name="connsiteX721" fmla="*/ 2825110 w 4940931"/>
                <a:gd name="connsiteY721" fmla="*/ 38100 h 138429"/>
                <a:gd name="connsiteX722" fmla="*/ 2827015 w 4940931"/>
                <a:gd name="connsiteY722" fmla="*/ 38100 h 138429"/>
                <a:gd name="connsiteX723" fmla="*/ 2820030 w 4940931"/>
                <a:gd name="connsiteY723" fmla="*/ 50165 h 138429"/>
                <a:gd name="connsiteX724" fmla="*/ 2810505 w 4940931"/>
                <a:gd name="connsiteY724" fmla="*/ 45085 h 138429"/>
                <a:gd name="connsiteX725" fmla="*/ 2799710 w 4940931"/>
                <a:gd name="connsiteY725" fmla="*/ 43180 h 138429"/>
                <a:gd name="connsiteX726" fmla="*/ 2791455 w 4940931"/>
                <a:gd name="connsiteY726" fmla="*/ 45085 h 138429"/>
                <a:gd name="connsiteX727" fmla="*/ 2788915 w 4940931"/>
                <a:gd name="connsiteY727" fmla="*/ 50165 h 138429"/>
                <a:gd name="connsiteX728" fmla="*/ 2788915 w 4940931"/>
                <a:gd name="connsiteY728" fmla="*/ 52705 h 138429"/>
                <a:gd name="connsiteX729" fmla="*/ 2790820 w 4940931"/>
                <a:gd name="connsiteY729" fmla="*/ 55245 h 138429"/>
                <a:gd name="connsiteX730" fmla="*/ 2795265 w 4940931"/>
                <a:gd name="connsiteY730" fmla="*/ 57785 h 138429"/>
                <a:gd name="connsiteX731" fmla="*/ 2802250 w 4940931"/>
                <a:gd name="connsiteY731" fmla="*/ 60960 h 138429"/>
                <a:gd name="connsiteX732" fmla="*/ 2813680 w 4940931"/>
                <a:gd name="connsiteY732" fmla="*/ 66040 h 138429"/>
                <a:gd name="connsiteX733" fmla="*/ 2821935 w 4940931"/>
                <a:gd name="connsiteY733" fmla="*/ 71120 h 138429"/>
                <a:gd name="connsiteX734" fmla="*/ 2827015 w 4940931"/>
                <a:gd name="connsiteY734" fmla="*/ 78105 h 138429"/>
                <a:gd name="connsiteX735" fmla="*/ 2828920 w 4940931"/>
                <a:gd name="connsiteY735" fmla="*/ 87630 h 138429"/>
                <a:gd name="connsiteX736" fmla="*/ 2826380 w 4940931"/>
                <a:gd name="connsiteY736" fmla="*/ 98425 h 138429"/>
                <a:gd name="connsiteX737" fmla="*/ 2820030 w 4940931"/>
                <a:gd name="connsiteY737" fmla="*/ 105410 h 138429"/>
                <a:gd name="connsiteX738" fmla="*/ 2810505 w 4940931"/>
                <a:gd name="connsiteY738" fmla="*/ 109220 h 138429"/>
                <a:gd name="connsiteX739" fmla="*/ 2799710 w 4940931"/>
                <a:gd name="connsiteY739" fmla="*/ 110490 h 138429"/>
                <a:gd name="connsiteX740" fmla="*/ 2783835 w 4940931"/>
                <a:gd name="connsiteY740" fmla="*/ 107950 h 138429"/>
                <a:gd name="connsiteX741" fmla="*/ 2769230 w 4940931"/>
                <a:gd name="connsiteY741" fmla="*/ 100965 h 138429"/>
                <a:gd name="connsiteX742" fmla="*/ 2776215 w 4940931"/>
                <a:gd name="connsiteY742" fmla="*/ 89535 h 138429"/>
                <a:gd name="connsiteX743" fmla="*/ 2787645 w 4940931"/>
                <a:gd name="connsiteY743" fmla="*/ 95250 h 138429"/>
                <a:gd name="connsiteX744" fmla="*/ 2799075 w 4940931"/>
                <a:gd name="connsiteY744" fmla="*/ 97155 h 138429"/>
                <a:gd name="connsiteX745" fmla="*/ 2809870 w 4940931"/>
                <a:gd name="connsiteY745" fmla="*/ 94615 h 138429"/>
                <a:gd name="connsiteX746" fmla="*/ 2813045 w 4940931"/>
                <a:gd name="connsiteY746" fmla="*/ 88265 h 138429"/>
                <a:gd name="connsiteX747" fmla="*/ 2811775 w 4940931"/>
                <a:gd name="connsiteY747" fmla="*/ 84455 h 138429"/>
                <a:gd name="connsiteX748" fmla="*/ 2807965 w 4940931"/>
                <a:gd name="connsiteY748" fmla="*/ 81280 h 138429"/>
                <a:gd name="connsiteX749" fmla="*/ 2802250 w 4940931"/>
                <a:gd name="connsiteY749" fmla="*/ 78105 h 138429"/>
                <a:gd name="connsiteX750" fmla="*/ 2794630 w 4940931"/>
                <a:gd name="connsiteY750" fmla="*/ 74930 h 138429"/>
                <a:gd name="connsiteX751" fmla="*/ 2783835 w 4940931"/>
                <a:gd name="connsiteY751" fmla="*/ 69850 h 138429"/>
                <a:gd name="connsiteX752" fmla="*/ 2776850 w 4940931"/>
                <a:gd name="connsiteY752" fmla="*/ 64770 h 138429"/>
                <a:gd name="connsiteX753" fmla="*/ 2773040 w 4940931"/>
                <a:gd name="connsiteY753" fmla="*/ 58420 h 138429"/>
                <a:gd name="connsiteX754" fmla="*/ 2771770 w 4940931"/>
                <a:gd name="connsiteY754" fmla="*/ 50165 h 138429"/>
                <a:gd name="connsiteX755" fmla="*/ 2773675 w 4940931"/>
                <a:gd name="connsiteY755" fmla="*/ 40640 h 138429"/>
                <a:gd name="connsiteX756" fmla="*/ 2779390 w 4940931"/>
                <a:gd name="connsiteY756" fmla="*/ 34290 h 138429"/>
                <a:gd name="connsiteX757" fmla="*/ 2787645 w 4940931"/>
                <a:gd name="connsiteY757" fmla="*/ 30480 h 138429"/>
                <a:gd name="connsiteX758" fmla="*/ 2798440 w 4940931"/>
                <a:gd name="connsiteY758" fmla="*/ 29210 h 138429"/>
                <a:gd name="connsiteX759" fmla="*/ 2723510 w 4940931"/>
                <a:gd name="connsiteY759" fmla="*/ 29210 h 138429"/>
                <a:gd name="connsiteX760" fmla="*/ 2729225 w 4940931"/>
                <a:gd name="connsiteY760" fmla="*/ 29210 h 138429"/>
                <a:gd name="connsiteX761" fmla="*/ 2741290 w 4940931"/>
                <a:gd name="connsiteY761" fmla="*/ 31750 h 138429"/>
                <a:gd name="connsiteX762" fmla="*/ 2750180 w 4940931"/>
                <a:gd name="connsiteY762" fmla="*/ 38100 h 138429"/>
                <a:gd name="connsiteX763" fmla="*/ 2755260 w 4940931"/>
                <a:gd name="connsiteY763" fmla="*/ 48895 h 138429"/>
                <a:gd name="connsiteX764" fmla="*/ 2757165 w 4940931"/>
                <a:gd name="connsiteY764" fmla="*/ 64135 h 138429"/>
                <a:gd name="connsiteX765" fmla="*/ 2757165 w 4940931"/>
                <a:gd name="connsiteY765" fmla="*/ 108585 h 138429"/>
                <a:gd name="connsiteX766" fmla="*/ 2741925 w 4940931"/>
                <a:gd name="connsiteY766" fmla="*/ 108585 h 138429"/>
                <a:gd name="connsiteX767" fmla="*/ 2741290 w 4940931"/>
                <a:gd name="connsiteY767" fmla="*/ 108585 h 138429"/>
                <a:gd name="connsiteX768" fmla="*/ 2741290 w 4940931"/>
                <a:gd name="connsiteY768" fmla="*/ 64770 h 138429"/>
                <a:gd name="connsiteX769" fmla="*/ 2737480 w 4940931"/>
                <a:gd name="connsiteY769" fmla="*/ 48895 h 138429"/>
                <a:gd name="connsiteX770" fmla="*/ 2725415 w 4940931"/>
                <a:gd name="connsiteY770" fmla="*/ 43180 h 138429"/>
                <a:gd name="connsiteX771" fmla="*/ 2718430 w 4940931"/>
                <a:gd name="connsiteY771" fmla="*/ 44450 h 138429"/>
                <a:gd name="connsiteX772" fmla="*/ 2713350 w 4940931"/>
                <a:gd name="connsiteY772" fmla="*/ 48260 h 138429"/>
                <a:gd name="connsiteX773" fmla="*/ 2710175 w 4940931"/>
                <a:gd name="connsiteY773" fmla="*/ 54610 h 138429"/>
                <a:gd name="connsiteX774" fmla="*/ 2709540 w 4940931"/>
                <a:gd name="connsiteY774" fmla="*/ 62865 h 138429"/>
                <a:gd name="connsiteX775" fmla="*/ 2709540 w 4940931"/>
                <a:gd name="connsiteY775" fmla="*/ 108585 h 138429"/>
                <a:gd name="connsiteX776" fmla="*/ 2694300 w 4940931"/>
                <a:gd name="connsiteY776" fmla="*/ 108585 h 138429"/>
                <a:gd name="connsiteX777" fmla="*/ 2694300 w 4940931"/>
                <a:gd name="connsiteY777" fmla="*/ 30480 h 138429"/>
                <a:gd name="connsiteX778" fmla="*/ 2709540 w 4940931"/>
                <a:gd name="connsiteY778" fmla="*/ 30480 h 138429"/>
                <a:gd name="connsiteX779" fmla="*/ 2709540 w 4940931"/>
                <a:gd name="connsiteY779" fmla="*/ 38100 h 138429"/>
                <a:gd name="connsiteX780" fmla="*/ 2713350 w 4940931"/>
                <a:gd name="connsiteY780" fmla="*/ 34290 h 138429"/>
                <a:gd name="connsiteX781" fmla="*/ 2717795 w 4940931"/>
                <a:gd name="connsiteY781" fmla="*/ 31115 h 138429"/>
                <a:gd name="connsiteX782" fmla="*/ 2723510 w 4940931"/>
                <a:gd name="connsiteY782" fmla="*/ 29210 h 138429"/>
                <a:gd name="connsiteX783" fmla="*/ 2530470 w 4940931"/>
                <a:gd name="connsiteY783" fmla="*/ 29210 h 138429"/>
                <a:gd name="connsiteX784" fmla="*/ 2545075 w 4940931"/>
                <a:gd name="connsiteY784" fmla="*/ 32385 h 138429"/>
                <a:gd name="connsiteX785" fmla="*/ 2555235 w 4940931"/>
                <a:gd name="connsiteY785" fmla="*/ 40640 h 138429"/>
                <a:gd name="connsiteX786" fmla="*/ 2561585 w 4940931"/>
                <a:gd name="connsiteY786" fmla="*/ 53340 h 138429"/>
                <a:gd name="connsiteX787" fmla="*/ 2563490 w 4940931"/>
                <a:gd name="connsiteY787" fmla="*/ 68580 h 138429"/>
                <a:gd name="connsiteX788" fmla="*/ 2562220 w 4940931"/>
                <a:gd name="connsiteY788" fmla="*/ 68580 h 138429"/>
                <a:gd name="connsiteX789" fmla="*/ 2562220 w 4940931"/>
                <a:gd name="connsiteY789" fmla="*/ 72390 h 138429"/>
                <a:gd name="connsiteX790" fmla="*/ 2562220 w 4940931"/>
                <a:gd name="connsiteY790" fmla="*/ 75565 h 138429"/>
                <a:gd name="connsiteX791" fmla="*/ 2510785 w 4940931"/>
                <a:gd name="connsiteY791" fmla="*/ 75565 h 138429"/>
                <a:gd name="connsiteX792" fmla="*/ 2513325 w 4940931"/>
                <a:gd name="connsiteY792" fmla="*/ 85090 h 138429"/>
                <a:gd name="connsiteX793" fmla="*/ 2517770 w 4940931"/>
                <a:gd name="connsiteY793" fmla="*/ 91440 h 138429"/>
                <a:gd name="connsiteX794" fmla="*/ 2523485 w 4940931"/>
                <a:gd name="connsiteY794" fmla="*/ 95250 h 138429"/>
                <a:gd name="connsiteX795" fmla="*/ 2530470 w 4940931"/>
                <a:gd name="connsiteY795" fmla="*/ 96520 h 138429"/>
                <a:gd name="connsiteX796" fmla="*/ 2535550 w 4940931"/>
                <a:gd name="connsiteY796" fmla="*/ 96520 h 138429"/>
                <a:gd name="connsiteX797" fmla="*/ 2539995 w 4940931"/>
                <a:gd name="connsiteY797" fmla="*/ 95250 h 138429"/>
                <a:gd name="connsiteX798" fmla="*/ 2543805 w 4940931"/>
                <a:gd name="connsiteY798" fmla="*/ 93345 h 138429"/>
                <a:gd name="connsiteX799" fmla="*/ 2548250 w 4940931"/>
                <a:gd name="connsiteY799" fmla="*/ 90805 h 138429"/>
                <a:gd name="connsiteX800" fmla="*/ 2557140 w 4940931"/>
                <a:gd name="connsiteY800" fmla="*/ 100330 h 138429"/>
                <a:gd name="connsiteX801" fmla="*/ 2551425 w 4940931"/>
                <a:gd name="connsiteY801" fmla="*/ 104775 h 138429"/>
                <a:gd name="connsiteX802" fmla="*/ 2545710 w 4940931"/>
                <a:gd name="connsiteY802" fmla="*/ 107950 h 138429"/>
                <a:gd name="connsiteX803" fmla="*/ 2538725 w 4940931"/>
                <a:gd name="connsiteY803" fmla="*/ 109855 h 138429"/>
                <a:gd name="connsiteX804" fmla="*/ 2529835 w 4940931"/>
                <a:gd name="connsiteY804" fmla="*/ 110490 h 138429"/>
                <a:gd name="connsiteX805" fmla="*/ 2520310 w 4940931"/>
                <a:gd name="connsiteY805" fmla="*/ 109220 h 138429"/>
                <a:gd name="connsiteX806" fmla="*/ 2512690 w 4940931"/>
                <a:gd name="connsiteY806" fmla="*/ 105410 h 138429"/>
                <a:gd name="connsiteX807" fmla="*/ 2506340 w 4940931"/>
                <a:gd name="connsiteY807" fmla="*/ 100330 h 138429"/>
                <a:gd name="connsiteX808" fmla="*/ 2501260 w 4940931"/>
                <a:gd name="connsiteY808" fmla="*/ 92710 h 138429"/>
                <a:gd name="connsiteX809" fmla="*/ 2497450 w 4940931"/>
                <a:gd name="connsiteY809" fmla="*/ 82550 h 138429"/>
                <a:gd name="connsiteX810" fmla="*/ 2496180 w 4940931"/>
                <a:gd name="connsiteY810" fmla="*/ 69850 h 138429"/>
                <a:gd name="connsiteX811" fmla="*/ 2498720 w 4940931"/>
                <a:gd name="connsiteY811" fmla="*/ 52070 h 138429"/>
                <a:gd name="connsiteX812" fmla="*/ 2505705 w 4940931"/>
                <a:gd name="connsiteY812" fmla="*/ 39370 h 138429"/>
                <a:gd name="connsiteX813" fmla="*/ 2516500 w 4940931"/>
                <a:gd name="connsiteY813" fmla="*/ 31750 h 138429"/>
                <a:gd name="connsiteX814" fmla="*/ 2530470 w 4940931"/>
                <a:gd name="connsiteY814" fmla="*/ 29210 h 138429"/>
                <a:gd name="connsiteX815" fmla="*/ 2298061 w 4940931"/>
                <a:gd name="connsiteY815" fmla="*/ 29210 h 138429"/>
                <a:gd name="connsiteX816" fmla="*/ 2305681 w 4940931"/>
                <a:gd name="connsiteY816" fmla="*/ 29845 h 138429"/>
                <a:gd name="connsiteX817" fmla="*/ 2311396 w 4940931"/>
                <a:gd name="connsiteY817" fmla="*/ 32385 h 138429"/>
                <a:gd name="connsiteX818" fmla="*/ 2307586 w 4940931"/>
                <a:gd name="connsiteY818" fmla="*/ 46990 h 138429"/>
                <a:gd name="connsiteX819" fmla="*/ 2306316 w 4940931"/>
                <a:gd name="connsiteY819" fmla="*/ 46990 h 138429"/>
                <a:gd name="connsiteX820" fmla="*/ 2301236 w 4940931"/>
                <a:gd name="connsiteY820" fmla="*/ 45085 h 138429"/>
                <a:gd name="connsiteX821" fmla="*/ 2294886 w 4940931"/>
                <a:gd name="connsiteY821" fmla="*/ 44450 h 138429"/>
                <a:gd name="connsiteX822" fmla="*/ 2283456 w 4940931"/>
                <a:gd name="connsiteY822" fmla="*/ 49530 h 138429"/>
                <a:gd name="connsiteX823" fmla="*/ 2279646 w 4940931"/>
                <a:gd name="connsiteY823" fmla="*/ 64770 h 138429"/>
                <a:gd name="connsiteX824" fmla="*/ 2279646 w 4940931"/>
                <a:gd name="connsiteY824" fmla="*/ 109220 h 138429"/>
                <a:gd name="connsiteX825" fmla="*/ 2264406 w 4940931"/>
                <a:gd name="connsiteY825" fmla="*/ 109220 h 138429"/>
                <a:gd name="connsiteX826" fmla="*/ 2264406 w 4940931"/>
                <a:gd name="connsiteY826" fmla="*/ 31115 h 138429"/>
                <a:gd name="connsiteX827" fmla="*/ 2279646 w 4940931"/>
                <a:gd name="connsiteY827" fmla="*/ 31115 h 138429"/>
                <a:gd name="connsiteX828" fmla="*/ 2279646 w 4940931"/>
                <a:gd name="connsiteY828" fmla="*/ 38735 h 138429"/>
                <a:gd name="connsiteX829" fmla="*/ 2282821 w 4940931"/>
                <a:gd name="connsiteY829" fmla="*/ 34925 h 138429"/>
                <a:gd name="connsiteX830" fmla="*/ 2287266 w 4940931"/>
                <a:gd name="connsiteY830" fmla="*/ 31750 h 138429"/>
                <a:gd name="connsiteX831" fmla="*/ 2292346 w 4940931"/>
                <a:gd name="connsiteY831" fmla="*/ 29845 h 138429"/>
                <a:gd name="connsiteX832" fmla="*/ 2298061 w 4940931"/>
                <a:gd name="connsiteY832" fmla="*/ 29210 h 138429"/>
                <a:gd name="connsiteX833" fmla="*/ 2216145 w 4940931"/>
                <a:gd name="connsiteY833" fmla="*/ 29210 h 138429"/>
                <a:gd name="connsiteX834" fmla="*/ 2230750 w 4940931"/>
                <a:gd name="connsiteY834" fmla="*/ 32385 h 138429"/>
                <a:gd name="connsiteX835" fmla="*/ 2240910 w 4940931"/>
                <a:gd name="connsiteY835" fmla="*/ 40640 h 138429"/>
                <a:gd name="connsiteX836" fmla="*/ 2247260 w 4940931"/>
                <a:gd name="connsiteY836" fmla="*/ 53340 h 138429"/>
                <a:gd name="connsiteX837" fmla="*/ 2249165 w 4940931"/>
                <a:gd name="connsiteY837" fmla="*/ 68580 h 138429"/>
                <a:gd name="connsiteX838" fmla="*/ 2247895 w 4940931"/>
                <a:gd name="connsiteY838" fmla="*/ 68580 h 138429"/>
                <a:gd name="connsiteX839" fmla="*/ 2247895 w 4940931"/>
                <a:gd name="connsiteY839" fmla="*/ 72390 h 138429"/>
                <a:gd name="connsiteX840" fmla="*/ 2247895 w 4940931"/>
                <a:gd name="connsiteY840" fmla="*/ 75565 h 138429"/>
                <a:gd name="connsiteX841" fmla="*/ 2196460 w 4940931"/>
                <a:gd name="connsiteY841" fmla="*/ 75565 h 138429"/>
                <a:gd name="connsiteX842" fmla="*/ 2199000 w 4940931"/>
                <a:gd name="connsiteY842" fmla="*/ 85090 h 138429"/>
                <a:gd name="connsiteX843" fmla="*/ 2203445 w 4940931"/>
                <a:gd name="connsiteY843" fmla="*/ 91440 h 138429"/>
                <a:gd name="connsiteX844" fmla="*/ 2209160 w 4940931"/>
                <a:gd name="connsiteY844" fmla="*/ 95250 h 138429"/>
                <a:gd name="connsiteX845" fmla="*/ 2216145 w 4940931"/>
                <a:gd name="connsiteY845" fmla="*/ 96520 h 138429"/>
                <a:gd name="connsiteX846" fmla="*/ 2221225 w 4940931"/>
                <a:gd name="connsiteY846" fmla="*/ 96520 h 138429"/>
                <a:gd name="connsiteX847" fmla="*/ 2225670 w 4940931"/>
                <a:gd name="connsiteY847" fmla="*/ 95250 h 138429"/>
                <a:gd name="connsiteX848" fmla="*/ 2229480 w 4940931"/>
                <a:gd name="connsiteY848" fmla="*/ 93345 h 138429"/>
                <a:gd name="connsiteX849" fmla="*/ 2233925 w 4940931"/>
                <a:gd name="connsiteY849" fmla="*/ 90805 h 138429"/>
                <a:gd name="connsiteX850" fmla="*/ 2242815 w 4940931"/>
                <a:gd name="connsiteY850" fmla="*/ 100330 h 138429"/>
                <a:gd name="connsiteX851" fmla="*/ 2237100 w 4940931"/>
                <a:gd name="connsiteY851" fmla="*/ 104775 h 138429"/>
                <a:gd name="connsiteX852" fmla="*/ 2231385 w 4940931"/>
                <a:gd name="connsiteY852" fmla="*/ 107950 h 138429"/>
                <a:gd name="connsiteX853" fmla="*/ 2224400 w 4940931"/>
                <a:gd name="connsiteY853" fmla="*/ 109855 h 138429"/>
                <a:gd name="connsiteX854" fmla="*/ 2215510 w 4940931"/>
                <a:gd name="connsiteY854" fmla="*/ 110490 h 138429"/>
                <a:gd name="connsiteX855" fmla="*/ 2205985 w 4940931"/>
                <a:gd name="connsiteY855" fmla="*/ 109220 h 138429"/>
                <a:gd name="connsiteX856" fmla="*/ 2198365 w 4940931"/>
                <a:gd name="connsiteY856" fmla="*/ 105410 h 138429"/>
                <a:gd name="connsiteX857" fmla="*/ 2192015 w 4940931"/>
                <a:gd name="connsiteY857" fmla="*/ 100330 h 138429"/>
                <a:gd name="connsiteX858" fmla="*/ 2186935 w 4940931"/>
                <a:gd name="connsiteY858" fmla="*/ 92710 h 138429"/>
                <a:gd name="connsiteX859" fmla="*/ 2183125 w 4940931"/>
                <a:gd name="connsiteY859" fmla="*/ 82550 h 138429"/>
                <a:gd name="connsiteX860" fmla="*/ 2181855 w 4940931"/>
                <a:gd name="connsiteY860" fmla="*/ 69850 h 138429"/>
                <a:gd name="connsiteX861" fmla="*/ 2184395 w 4940931"/>
                <a:gd name="connsiteY861" fmla="*/ 52070 h 138429"/>
                <a:gd name="connsiteX862" fmla="*/ 2191380 w 4940931"/>
                <a:gd name="connsiteY862" fmla="*/ 39370 h 138429"/>
                <a:gd name="connsiteX863" fmla="*/ 2202175 w 4940931"/>
                <a:gd name="connsiteY863" fmla="*/ 31750 h 138429"/>
                <a:gd name="connsiteX864" fmla="*/ 2216145 w 4940931"/>
                <a:gd name="connsiteY864" fmla="*/ 29210 h 138429"/>
                <a:gd name="connsiteX865" fmla="*/ 2029456 w 4940931"/>
                <a:gd name="connsiteY865" fmla="*/ 29210 h 138429"/>
                <a:gd name="connsiteX866" fmla="*/ 2044061 w 4940931"/>
                <a:gd name="connsiteY866" fmla="*/ 32385 h 138429"/>
                <a:gd name="connsiteX867" fmla="*/ 2054221 w 4940931"/>
                <a:gd name="connsiteY867" fmla="*/ 40640 h 138429"/>
                <a:gd name="connsiteX868" fmla="*/ 2060571 w 4940931"/>
                <a:gd name="connsiteY868" fmla="*/ 53340 h 138429"/>
                <a:gd name="connsiteX869" fmla="*/ 2062476 w 4940931"/>
                <a:gd name="connsiteY869" fmla="*/ 68580 h 138429"/>
                <a:gd name="connsiteX870" fmla="*/ 2061206 w 4940931"/>
                <a:gd name="connsiteY870" fmla="*/ 68580 h 138429"/>
                <a:gd name="connsiteX871" fmla="*/ 2061206 w 4940931"/>
                <a:gd name="connsiteY871" fmla="*/ 72390 h 138429"/>
                <a:gd name="connsiteX872" fmla="*/ 2061206 w 4940931"/>
                <a:gd name="connsiteY872" fmla="*/ 75565 h 138429"/>
                <a:gd name="connsiteX873" fmla="*/ 2009771 w 4940931"/>
                <a:gd name="connsiteY873" fmla="*/ 75565 h 138429"/>
                <a:gd name="connsiteX874" fmla="*/ 2012311 w 4940931"/>
                <a:gd name="connsiteY874" fmla="*/ 85090 h 138429"/>
                <a:gd name="connsiteX875" fmla="*/ 2016756 w 4940931"/>
                <a:gd name="connsiteY875" fmla="*/ 91440 h 138429"/>
                <a:gd name="connsiteX876" fmla="*/ 2022471 w 4940931"/>
                <a:gd name="connsiteY876" fmla="*/ 95250 h 138429"/>
                <a:gd name="connsiteX877" fmla="*/ 2029456 w 4940931"/>
                <a:gd name="connsiteY877" fmla="*/ 96520 h 138429"/>
                <a:gd name="connsiteX878" fmla="*/ 2034536 w 4940931"/>
                <a:gd name="connsiteY878" fmla="*/ 96520 h 138429"/>
                <a:gd name="connsiteX879" fmla="*/ 2038981 w 4940931"/>
                <a:gd name="connsiteY879" fmla="*/ 95250 h 138429"/>
                <a:gd name="connsiteX880" fmla="*/ 2042791 w 4940931"/>
                <a:gd name="connsiteY880" fmla="*/ 93345 h 138429"/>
                <a:gd name="connsiteX881" fmla="*/ 2047236 w 4940931"/>
                <a:gd name="connsiteY881" fmla="*/ 90805 h 138429"/>
                <a:gd name="connsiteX882" fmla="*/ 2056126 w 4940931"/>
                <a:gd name="connsiteY882" fmla="*/ 100330 h 138429"/>
                <a:gd name="connsiteX883" fmla="*/ 2050411 w 4940931"/>
                <a:gd name="connsiteY883" fmla="*/ 104775 h 138429"/>
                <a:gd name="connsiteX884" fmla="*/ 2044696 w 4940931"/>
                <a:gd name="connsiteY884" fmla="*/ 107950 h 138429"/>
                <a:gd name="connsiteX885" fmla="*/ 2037711 w 4940931"/>
                <a:gd name="connsiteY885" fmla="*/ 109855 h 138429"/>
                <a:gd name="connsiteX886" fmla="*/ 2028821 w 4940931"/>
                <a:gd name="connsiteY886" fmla="*/ 110490 h 138429"/>
                <a:gd name="connsiteX887" fmla="*/ 2019296 w 4940931"/>
                <a:gd name="connsiteY887" fmla="*/ 109220 h 138429"/>
                <a:gd name="connsiteX888" fmla="*/ 2011676 w 4940931"/>
                <a:gd name="connsiteY888" fmla="*/ 105410 h 138429"/>
                <a:gd name="connsiteX889" fmla="*/ 2005326 w 4940931"/>
                <a:gd name="connsiteY889" fmla="*/ 100330 h 138429"/>
                <a:gd name="connsiteX890" fmla="*/ 2000246 w 4940931"/>
                <a:gd name="connsiteY890" fmla="*/ 92710 h 138429"/>
                <a:gd name="connsiteX891" fmla="*/ 1996436 w 4940931"/>
                <a:gd name="connsiteY891" fmla="*/ 82550 h 138429"/>
                <a:gd name="connsiteX892" fmla="*/ 1995166 w 4940931"/>
                <a:gd name="connsiteY892" fmla="*/ 69850 h 138429"/>
                <a:gd name="connsiteX893" fmla="*/ 1997706 w 4940931"/>
                <a:gd name="connsiteY893" fmla="*/ 52070 h 138429"/>
                <a:gd name="connsiteX894" fmla="*/ 2004691 w 4940931"/>
                <a:gd name="connsiteY894" fmla="*/ 39370 h 138429"/>
                <a:gd name="connsiteX895" fmla="*/ 2015486 w 4940931"/>
                <a:gd name="connsiteY895" fmla="*/ 31750 h 138429"/>
                <a:gd name="connsiteX896" fmla="*/ 2029456 w 4940931"/>
                <a:gd name="connsiteY896" fmla="*/ 29210 h 138429"/>
                <a:gd name="connsiteX897" fmla="*/ 1831336 w 4940931"/>
                <a:gd name="connsiteY897" fmla="*/ 29210 h 138429"/>
                <a:gd name="connsiteX898" fmla="*/ 1845941 w 4940931"/>
                <a:gd name="connsiteY898" fmla="*/ 32385 h 138429"/>
                <a:gd name="connsiteX899" fmla="*/ 1856101 w 4940931"/>
                <a:gd name="connsiteY899" fmla="*/ 40640 h 138429"/>
                <a:gd name="connsiteX900" fmla="*/ 1862451 w 4940931"/>
                <a:gd name="connsiteY900" fmla="*/ 53340 h 138429"/>
                <a:gd name="connsiteX901" fmla="*/ 1864356 w 4940931"/>
                <a:gd name="connsiteY901" fmla="*/ 68580 h 138429"/>
                <a:gd name="connsiteX902" fmla="*/ 1863086 w 4940931"/>
                <a:gd name="connsiteY902" fmla="*/ 68580 h 138429"/>
                <a:gd name="connsiteX903" fmla="*/ 1863086 w 4940931"/>
                <a:gd name="connsiteY903" fmla="*/ 72390 h 138429"/>
                <a:gd name="connsiteX904" fmla="*/ 1863086 w 4940931"/>
                <a:gd name="connsiteY904" fmla="*/ 75565 h 138429"/>
                <a:gd name="connsiteX905" fmla="*/ 1811651 w 4940931"/>
                <a:gd name="connsiteY905" fmla="*/ 75565 h 138429"/>
                <a:gd name="connsiteX906" fmla="*/ 1814191 w 4940931"/>
                <a:gd name="connsiteY906" fmla="*/ 85090 h 138429"/>
                <a:gd name="connsiteX907" fmla="*/ 1818636 w 4940931"/>
                <a:gd name="connsiteY907" fmla="*/ 91440 h 138429"/>
                <a:gd name="connsiteX908" fmla="*/ 1824351 w 4940931"/>
                <a:gd name="connsiteY908" fmla="*/ 95250 h 138429"/>
                <a:gd name="connsiteX909" fmla="*/ 1831336 w 4940931"/>
                <a:gd name="connsiteY909" fmla="*/ 96520 h 138429"/>
                <a:gd name="connsiteX910" fmla="*/ 1836416 w 4940931"/>
                <a:gd name="connsiteY910" fmla="*/ 96520 h 138429"/>
                <a:gd name="connsiteX911" fmla="*/ 1840861 w 4940931"/>
                <a:gd name="connsiteY911" fmla="*/ 95250 h 138429"/>
                <a:gd name="connsiteX912" fmla="*/ 1844671 w 4940931"/>
                <a:gd name="connsiteY912" fmla="*/ 93345 h 138429"/>
                <a:gd name="connsiteX913" fmla="*/ 1849116 w 4940931"/>
                <a:gd name="connsiteY913" fmla="*/ 90805 h 138429"/>
                <a:gd name="connsiteX914" fmla="*/ 1858006 w 4940931"/>
                <a:gd name="connsiteY914" fmla="*/ 100330 h 138429"/>
                <a:gd name="connsiteX915" fmla="*/ 1852291 w 4940931"/>
                <a:gd name="connsiteY915" fmla="*/ 104775 h 138429"/>
                <a:gd name="connsiteX916" fmla="*/ 1846576 w 4940931"/>
                <a:gd name="connsiteY916" fmla="*/ 107950 h 138429"/>
                <a:gd name="connsiteX917" fmla="*/ 1839591 w 4940931"/>
                <a:gd name="connsiteY917" fmla="*/ 109855 h 138429"/>
                <a:gd name="connsiteX918" fmla="*/ 1830701 w 4940931"/>
                <a:gd name="connsiteY918" fmla="*/ 110490 h 138429"/>
                <a:gd name="connsiteX919" fmla="*/ 1821176 w 4940931"/>
                <a:gd name="connsiteY919" fmla="*/ 109220 h 138429"/>
                <a:gd name="connsiteX920" fmla="*/ 1813556 w 4940931"/>
                <a:gd name="connsiteY920" fmla="*/ 105410 h 138429"/>
                <a:gd name="connsiteX921" fmla="*/ 1807206 w 4940931"/>
                <a:gd name="connsiteY921" fmla="*/ 100330 h 138429"/>
                <a:gd name="connsiteX922" fmla="*/ 1802126 w 4940931"/>
                <a:gd name="connsiteY922" fmla="*/ 92710 h 138429"/>
                <a:gd name="connsiteX923" fmla="*/ 1798316 w 4940931"/>
                <a:gd name="connsiteY923" fmla="*/ 82550 h 138429"/>
                <a:gd name="connsiteX924" fmla="*/ 1797046 w 4940931"/>
                <a:gd name="connsiteY924" fmla="*/ 69850 h 138429"/>
                <a:gd name="connsiteX925" fmla="*/ 1799586 w 4940931"/>
                <a:gd name="connsiteY925" fmla="*/ 52070 h 138429"/>
                <a:gd name="connsiteX926" fmla="*/ 1806571 w 4940931"/>
                <a:gd name="connsiteY926" fmla="*/ 39370 h 138429"/>
                <a:gd name="connsiteX927" fmla="*/ 1817366 w 4940931"/>
                <a:gd name="connsiteY927" fmla="*/ 31750 h 138429"/>
                <a:gd name="connsiteX928" fmla="*/ 1831336 w 4940931"/>
                <a:gd name="connsiteY928" fmla="*/ 29210 h 138429"/>
                <a:gd name="connsiteX929" fmla="*/ 1501140 w 4940931"/>
                <a:gd name="connsiteY929" fmla="*/ 29210 h 138429"/>
                <a:gd name="connsiteX930" fmla="*/ 1506856 w 4940931"/>
                <a:gd name="connsiteY930" fmla="*/ 29210 h 138429"/>
                <a:gd name="connsiteX931" fmla="*/ 1518920 w 4940931"/>
                <a:gd name="connsiteY931" fmla="*/ 31750 h 138429"/>
                <a:gd name="connsiteX932" fmla="*/ 1527811 w 4940931"/>
                <a:gd name="connsiteY932" fmla="*/ 38100 h 138429"/>
                <a:gd name="connsiteX933" fmla="*/ 1532891 w 4940931"/>
                <a:gd name="connsiteY933" fmla="*/ 48895 h 138429"/>
                <a:gd name="connsiteX934" fmla="*/ 1534796 w 4940931"/>
                <a:gd name="connsiteY934" fmla="*/ 64135 h 138429"/>
                <a:gd name="connsiteX935" fmla="*/ 1534796 w 4940931"/>
                <a:gd name="connsiteY935" fmla="*/ 108585 h 138429"/>
                <a:gd name="connsiteX936" fmla="*/ 1519556 w 4940931"/>
                <a:gd name="connsiteY936" fmla="*/ 108585 h 138429"/>
                <a:gd name="connsiteX937" fmla="*/ 1518920 w 4940931"/>
                <a:gd name="connsiteY937" fmla="*/ 108585 h 138429"/>
                <a:gd name="connsiteX938" fmla="*/ 1518920 w 4940931"/>
                <a:gd name="connsiteY938" fmla="*/ 64770 h 138429"/>
                <a:gd name="connsiteX939" fmla="*/ 1515111 w 4940931"/>
                <a:gd name="connsiteY939" fmla="*/ 48895 h 138429"/>
                <a:gd name="connsiteX940" fmla="*/ 1503046 w 4940931"/>
                <a:gd name="connsiteY940" fmla="*/ 43180 h 138429"/>
                <a:gd name="connsiteX941" fmla="*/ 1496061 w 4940931"/>
                <a:gd name="connsiteY941" fmla="*/ 44450 h 138429"/>
                <a:gd name="connsiteX942" fmla="*/ 1490981 w 4940931"/>
                <a:gd name="connsiteY942" fmla="*/ 48260 h 138429"/>
                <a:gd name="connsiteX943" fmla="*/ 1487806 w 4940931"/>
                <a:gd name="connsiteY943" fmla="*/ 54610 h 138429"/>
                <a:gd name="connsiteX944" fmla="*/ 1487170 w 4940931"/>
                <a:gd name="connsiteY944" fmla="*/ 62865 h 138429"/>
                <a:gd name="connsiteX945" fmla="*/ 1487170 w 4940931"/>
                <a:gd name="connsiteY945" fmla="*/ 108585 h 138429"/>
                <a:gd name="connsiteX946" fmla="*/ 1471931 w 4940931"/>
                <a:gd name="connsiteY946" fmla="*/ 108585 h 138429"/>
                <a:gd name="connsiteX947" fmla="*/ 1471931 w 4940931"/>
                <a:gd name="connsiteY947" fmla="*/ 30480 h 138429"/>
                <a:gd name="connsiteX948" fmla="*/ 1487170 w 4940931"/>
                <a:gd name="connsiteY948" fmla="*/ 30480 h 138429"/>
                <a:gd name="connsiteX949" fmla="*/ 1487170 w 4940931"/>
                <a:gd name="connsiteY949" fmla="*/ 38100 h 138429"/>
                <a:gd name="connsiteX950" fmla="*/ 1490981 w 4940931"/>
                <a:gd name="connsiteY950" fmla="*/ 34290 h 138429"/>
                <a:gd name="connsiteX951" fmla="*/ 1495426 w 4940931"/>
                <a:gd name="connsiteY951" fmla="*/ 31115 h 138429"/>
                <a:gd name="connsiteX952" fmla="*/ 1501140 w 4940931"/>
                <a:gd name="connsiteY952" fmla="*/ 29210 h 138429"/>
                <a:gd name="connsiteX953" fmla="*/ 1250316 w 4940931"/>
                <a:gd name="connsiteY953" fmla="*/ 29210 h 138429"/>
                <a:gd name="connsiteX954" fmla="*/ 1264286 w 4940931"/>
                <a:gd name="connsiteY954" fmla="*/ 31750 h 138429"/>
                <a:gd name="connsiteX955" fmla="*/ 1276350 w 4940931"/>
                <a:gd name="connsiteY955" fmla="*/ 38100 h 138429"/>
                <a:gd name="connsiteX956" fmla="*/ 1278256 w 4940931"/>
                <a:gd name="connsiteY956" fmla="*/ 38100 h 138429"/>
                <a:gd name="connsiteX957" fmla="*/ 1271271 w 4940931"/>
                <a:gd name="connsiteY957" fmla="*/ 50165 h 138429"/>
                <a:gd name="connsiteX958" fmla="*/ 1261746 w 4940931"/>
                <a:gd name="connsiteY958" fmla="*/ 45085 h 138429"/>
                <a:gd name="connsiteX959" fmla="*/ 1250951 w 4940931"/>
                <a:gd name="connsiteY959" fmla="*/ 43180 h 138429"/>
                <a:gd name="connsiteX960" fmla="*/ 1242696 w 4940931"/>
                <a:gd name="connsiteY960" fmla="*/ 45085 h 138429"/>
                <a:gd name="connsiteX961" fmla="*/ 1240156 w 4940931"/>
                <a:gd name="connsiteY961" fmla="*/ 50165 h 138429"/>
                <a:gd name="connsiteX962" fmla="*/ 1240156 w 4940931"/>
                <a:gd name="connsiteY962" fmla="*/ 52705 h 138429"/>
                <a:gd name="connsiteX963" fmla="*/ 1242061 w 4940931"/>
                <a:gd name="connsiteY963" fmla="*/ 55245 h 138429"/>
                <a:gd name="connsiteX964" fmla="*/ 1246506 w 4940931"/>
                <a:gd name="connsiteY964" fmla="*/ 57785 h 138429"/>
                <a:gd name="connsiteX965" fmla="*/ 1253491 w 4940931"/>
                <a:gd name="connsiteY965" fmla="*/ 60960 h 138429"/>
                <a:gd name="connsiteX966" fmla="*/ 1264921 w 4940931"/>
                <a:gd name="connsiteY966" fmla="*/ 66040 h 138429"/>
                <a:gd name="connsiteX967" fmla="*/ 1273176 w 4940931"/>
                <a:gd name="connsiteY967" fmla="*/ 71120 h 138429"/>
                <a:gd name="connsiteX968" fmla="*/ 1278256 w 4940931"/>
                <a:gd name="connsiteY968" fmla="*/ 78105 h 138429"/>
                <a:gd name="connsiteX969" fmla="*/ 1280161 w 4940931"/>
                <a:gd name="connsiteY969" fmla="*/ 87630 h 138429"/>
                <a:gd name="connsiteX970" fmla="*/ 1277621 w 4940931"/>
                <a:gd name="connsiteY970" fmla="*/ 98425 h 138429"/>
                <a:gd name="connsiteX971" fmla="*/ 1271271 w 4940931"/>
                <a:gd name="connsiteY971" fmla="*/ 105410 h 138429"/>
                <a:gd name="connsiteX972" fmla="*/ 1261746 w 4940931"/>
                <a:gd name="connsiteY972" fmla="*/ 109220 h 138429"/>
                <a:gd name="connsiteX973" fmla="*/ 1250951 w 4940931"/>
                <a:gd name="connsiteY973" fmla="*/ 110490 h 138429"/>
                <a:gd name="connsiteX974" fmla="*/ 1235711 w 4940931"/>
                <a:gd name="connsiteY974" fmla="*/ 107950 h 138429"/>
                <a:gd name="connsiteX975" fmla="*/ 1221106 w 4940931"/>
                <a:gd name="connsiteY975" fmla="*/ 100965 h 138429"/>
                <a:gd name="connsiteX976" fmla="*/ 1228091 w 4940931"/>
                <a:gd name="connsiteY976" fmla="*/ 89535 h 138429"/>
                <a:gd name="connsiteX977" fmla="*/ 1239521 w 4940931"/>
                <a:gd name="connsiteY977" fmla="*/ 95250 h 138429"/>
                <a:gd name="connsiteX978" fmla="*/ 1250951 w 4940931"/>
                <a:gd name="connsiteY978" fmla="*/ 97155 h 138429"/>
                <a:gd name="connsiteX979" fmla="*/ 1261746 w 4940931"/>
                <a:gd name="connsiteY979" fmla="*/ 94615 h 138429"/>
                <a:gd name="connsiteX980" fmla="*/ 1264921 w 4940931"/>
                <a:gd name="connsiteY980" fmla="*/ 88265 h 138429"/>
                <a:gd name="connsiteX981" fmla="*/ 1263650 w 4940931"/>
                <a:gd name="connsiteY981" fmla="*/ 84455 h 138429"/>
                <a:gd name="connsiteX982" fmla="*/ 1259841 w 4940931"/>
                <a:gd name="connsiteY982" fmla="*/ 81280 h 138429"/>
                <a:gd name="connsiteX983" fmla="*/ 1254125 w 4940931"/>
                <a:gd name="connsiteY983" fmla="*/ 78105 h 138429"/>
                <a:gd name="connsiteX984" fmla="*/ 1246506 w 4940931"/>
                <a:gd name="connsiteY984" fmla="*/ 74930 h 138429"/>
                <a:gd name="connsiteX985" fmla="*/ 1235711 w 4940931"/>
                <a:gd name="connsiteY985" fmla="*/ 69850 h 138429"/>
                <a:gd name="connsiteX986" fmla="*/ 1228726 w 4940931"/>
                <a:gd name="connsiteY986" fmla="*/ 64770 h 138429"/>
                <a:gd name="connsiteX987" fmla="*/ 1224916 w 4940931"/>
                <a:gd name="connsiteY987" fmla="*/ 58420 h 138429"/>
                <a:gd name="connsiteX988" fmla="*/ 1223646 w 4940931"/>
                <a:gd name="connsiteY988" fmla="*/ 50165 h 138429"/>
                <a:gd name="connsiteX989" fmla="*/ 1225551 w 4940931"/>
                <a:gd name="connsiteY989" fmla="*/ 40640 h 138429"/>
                <a:gd name="connsiteX990" fmla="*/ 1231266 w 4940931"/>
                <a:gd name="connsiteY990" fmla="*/ 34290 h 138429"/>
                <a:gd name="connsiteX991" fmla="*/ 1239521 w 4940931"/>
                <a:gd name="connsiteY991" fmla="*/ 30480 h 138429"/>
                <a:gd name="connsiteX992" fmla="*/ 1250316 w 4940931"/>
                <a:gd name="connsiteY992" fmla="*/ 29210 h 138429"/>
                <a:gd name="connsiteX993" fmla="*/ 1180466 w 4940931"/>
                <a:gd name="connsiteY993" fmla="*/ 29210 h 138429"/>
                <a:gd name="connsiteX994" fmla="*/ 1195071 w 4940931"/>
                <a:gd name="connsiteY994" fmla="*/ 32385 h 138429"/>
                <a:gd name="connsiteX995" fmla="*/ 1205231 w 4940931"/>
                <a:gd name="connsiteY995" fmla="*/ 40640 h 138429"/>
                <a:gd name="connsiteX996" fmla="*/ 1211581 w 4940931"/>
                <a:gd name="connsiteY996" fmla="*/ 53340 h 138429"/>
                <a:gd name="connsiteX997" fmla="*/ 1213486 w 4940931"/>
                <a:gd name="connsiteY997" fmla="*/ 68580 h 138429"/>
                <a:gd name="connsiteX998" fmla="*/ 1212216 w 4940931"/>
                <a:gd name="connsiteY998" fmla="*/ 68580 h 138429"/>
                <a:gd name="connsiteX999" fmla="*/ 1212216 w 4940931"/>
                <a:gd name="connsiteY999" fmla="*/ 72390 h 138429"/>
                <a:gd name="connsiteX1000" fmla="*/ 1212216 w 4940931"/>
                <a:gd name="connsiteY1000" fmla="*/ 75565 h 138429"/>
                <a:gd name="connsiteX1001" fmla="*/ 1160781 w 4940931"/>
                <a:gd name="connsiteY1001" fmla="*/ 75565 h 138429"/>
                <a:gd name="connsiteX1002" fmla="*/ 1163321 w 4940931"/>
                <a:gd name="connsiteY1002" fmla="*/ 85090 h 138429"/>
                <a:gd name="connsiteX1003" fmla="*/ 1167766 w 4940931"/>
                <a:gd name="connsiteY1003" fmla="*/ 91440 h 138429"/>
                <a:gd name="connsiteX1004" fmla="*/ 1173481 w 4940931"/>
                <a:gd name="connsiteY1004" fmla="*/ 95250 h 138429"/>
                <a:gd name="connsiteX1005" fmla="*/ 1180466 w 4940931"/>
                <a:gd name="connsiteY1005" fmla="*/ 96520 h 138429"/>
                <a:gd name="connsiteX1006" fmla="*/ 1185546 w 4940931"/>
                <a:gd name="connsiteY1006" fmla="*/ 96520 h 138429"/>
                <a:gd name="connsiteX1007" fmla="*/ 1189991 w 4940931"/>
                <a:gd name="connsiteY1007" fmla="*/ 95250 h 138429"/>
                <a:gd name="connsiteX1008" fmla="*/ 1193801 w 4940931"/>
                <a:gd name="connsiteY1008" fmla="*/ 93345 h 138429"/>
                <a:gd name="connsiteX1009" fmla="*/ 1198246 w 4940931"/>
                <a:gd name="connsiteY1009" fmla="*/ 90805 h 138429"/>
                <a:gd name="connsiteX1010" fmla="*/ 1207136 w 4940931"/>
                <a:gd name="connsiteY1010" fmla="*/ 100330 h 138429"/>
                <a:gd name="connsiteX1011" fmla="*/ 1201421 w 4940931"/>
                <a:gd name="connsiteY1011" fmla="*/ 104775 h 138429"/>
                <a:gd name="connsiteX1012" fmla="*/ 1195706 w 4940931"/>
                <a:gd name="connsiteY1012" fmla="*/ 107950 h 138429"/>
                <a:gd name="connsiteX1013" fmla="*/ 1188721 w 4940931"/>
                <a:gd name="connsiteY1013" fmla="*/ 109855 h 138429"/>
                <a:gd name="connsiteX1014" fmla="*/ 1179831 w 4940931"/>
                <a:gd name="connsiteY1014" fmla="*/ 110490 h 138429"/>
                <a:gd name="connsiteX1015" fmla="*/ 1170306 w 4940931"/>
                <a:gd name="connsiteY1015" fmla="*/ 109220 h 138429"/>
                <a:gd name="connsiteX1016" fmla="*/ 1162686 w 4940931"/>
                <a:gd name="connsiteY1016" fmla="*/ 105410 h 138429"/>
                <a:gd name="connsiteX1017" fmla="*/ 1156336 w 4940931"/>
                <a:gd name="connsiteY1017" fmla="*/ 100330 h 138429"/>
                <a:gd name="connsiteX1018" fmla="*/ 1151256 w 4940931"/>
                <a:gd name="connsiteY1018" fmla="*/ 92710 h 138429"/>
                <a:gd name="connsiteX1019" fmla="*/ 1147446 w 4940931"/>
                <a:gd name="connsiteY1019" fmla="*/ 82550 h 138429"/>
                <a:gd name="connsiteX1020" fmla="*/ 1146176 w 4940931"/>
                <a:gd name="connsiteY1020" fmla="*/ 69850 h 138429"/>
                <a:gd name="connsiteX1021" fmla="*/ 1148716 w 4940931"/>
                <a:gd name="connsiteY1021" fmla="*/ 52070 h 138429"/>
                <a:gd name="connsiteX1022" fmla="*/ 1155701 w 4940931"/>
                <a:gd name="connsiteY1022" fmla="*/ 39370 h 138429"/>
                <a:gd name="connsiteX1023" fmla="*/ 1166496 w 4940931"/>
                <a:gd name="connsiteY1023" fmla="*/ 31750 h 138429"/>
                <a:gd name="connsiteX1024" fmla="*/ 1180466 w 4940931"/>
                <a:gd name="connsiteY1024" fmla="*/ 29210 h 138429"/>
                <a:gd name="connsiteX1025" fmla="*/ 901065 w 4940931"/>
                <a:gd name="connsiteY1025" fmla="*/ 29210 h 138429"/>
                <a:gd name="connsiteX1026" fmla="*/ 915670 w 4940931"/>
                <a:gd name="connsiteY1026" fmla="*/ 32385 h 138429"/>
                <a:gd name="connsiteX1027" fmla="*/ 925830 w 4940931"/>
                <a:gd name="connsiteY1027" fmla="*/ 40640 h 138429"/>
                <a:gd name="connsiteX1028" fmla="*/ 932180 w 4940931"/>
                <a:gd name="connsiteY1028" fmla="*/ 53340 h 138429"/>
                <a:gd name="connsiteX1029" fmla="*/ 934085 w 4940931"/>
                <a:gd name="connsiteY1029" fmla="*/ 68580 h 138429"/>
                <a:gd name="connsiteX1030" fmla="*/ 932815 w 4940931"/>
                <a:gd name="connsiteY1030" fmla="*/ 68580 h 138429"/>
                <a:gd name="connsiteX1031" fmla="*/ 932815 w 4940931"/>
                <a:gd name="connsiteY1031" fmla="*/ 72390 h 138429"/>
                <a:gd name="connsiteX1032" fmla="*/ 932815 w 4940931"/>
                <a:gd name="connsiteY1032" fmla="*/ 75565 h 138429"/>
                <a:gd name="connsiteX1033" fmla="*/ 881380 w 4940931"/>
                <a:gd name="connsiteY1033" fmla="*/ 75565 h 138429"/>
                <a:gd name="connsiteX1034" fmla="*/ 883920 w 4940931"/>
                <a:gd name="connsiteY1034" fmla="*/ 85090 h 138429"/>
                <a:gd name="connsiteX1035" fmla="*/ 888365 w 4940931"/>
                <a:gd name="connsiteY1035" fmla="*/ 91440 h 138429"/>
                <a:gd name="connsiteX1036" fmla="*/ 894080 w 4940931"/>
                <a:gd name="connsiteY1036" fmla="*/ 95250 h 138429"/>
                <a:gd name="connsiteX1037" fmla="*/ 901065 w 4940931"/>
                <a:gd name="connsiteY1037" fmla="*/ 96520 h 138429"/>
                <a:gd name="connsiteX1038" fmla="*/ 906145 w 4940931"/>
                <a:gd name="connsiteY1038" fmla="*/ 96520 h 138429"/>
                <a:gd name="connsiteX1039" fmla="*/ 910590 w 4940931"/>
                <a:gd name="connsiteY1039" fmla="*/ 95250 h 138429"/>
                <a:gd name="connsiteX1040" fmla="*/ 914400 w 4940931"/>
                <a:gd name="connsiteY1040" fmla="*/ 93345 h 138429"/>
                <a:gd name="connsiteX1041" fmla="*/ 918845 w 4940931"/>
                <a:gd name="connsiteY1041" fmla="*/ 90805 h 138429"/>
                <a:gd name="connsiteX1042" fmla="*/ 927735 w 4940931"/>
                <a:gd name="connsiteY1042" fmla="*/ 100330 h 138429"/>
                <a:gd name="connsiteX1043" fmla="*/ 922020 w 4940931"/>
                <a:gd name="connsiteY1043" fmla="*/ 104775 h 138429"/>
                <a:gd name="connsiteX1044" fmla="*/ 916305 w 4940931"/>
                <a:gd name="connsiteY1044" fmla="*/ 107950 h 138429"/>
                <a:gd name="connsiteX1045" fmla="*/ 909320 w 4940931"/>
                <a:gd name="connsiteY1045" fmla="*/ 109855 h 138429"/>
                <a:gd name="connsiteX1046" fmla="*/ 900430 w 4940931"/>
                <a:gd name="connsiteY1046" fmla="*/ 110490 h 138429"/>
                <a:gd name="connsiteX1047" fmla="*/ 890905 w 4940931"/>
                <a:gd name="connsiteY1047" fmla="*/ 109220 h 138429"/>
                <a:gd name="connsiteX1048" fmla="*/ 883285 w 4940931"/>
                <a:gd name="connsiteY1048" fmla="*/ 105410 h 138429"/>
                <a:gd name="connsiteX1049" fmla="*/ 876935 w 4940931"/>
                <a:gd name="connsiteY1049" fmla="*/ 100330 h 138429"/>
                <a:gd name="connsiteX1050" fmla="*/ 871855 w 4940931"/>
                <a:gd name="connsiteY1050" fmla="*/ 92710 h 138429"/>
                <a:gd name="connsiteX1051" fmla="*/ 868045 w 4940931"/>
                <a:gd name="connsiteY1051" fmla="*/ 82550 h 138429"/>
                <a:gd name="connsiteX1052" fmla="*/ 866775 w 4940931"/>
                <a:gd name="connsiteY1052" fmla="*/ 69850 h 138429"/>
                <a:gd name="connsiteX1053" fmla="*/ 869315 w 4940931"/>
                <a:gd name="connsiteY1053" fmla="*/ 52070 h 138429"/>
                <a:gd name="connsiteX1054" fmla="*/ 876300 w 4940931"/>
                <a:gd name="connsiteY1054" fmla="*/ 39370 h 138429"/>
                <a:gd name="connsiteX1055" fmla="*/ 887095 w 4940931"/>
                <a:gd name="connsiteY1055" fmla="*/ 31750 h 138429"/>
                <a:gd name="connsiteX1056" fmla="*/ 901065 w 4940931"/>
                <a:gd name="connsiteY1056" fmla="*/ 29210 h 138429"/>
                <a:gd name="connsiteX1057" fmla="*/ 668656 w 4940931"/>
                <a:gd name="connsiteY1057" fmla="*/ 29210 h 138429"/>
                <a:gd name="connsiteX1058" fmla="*/ 676275 w 4940931"/>
                <a:gd name="connsiteY1058" fmla="*/ 29845 h 138429"/>
                <a:gd name="connsiteX1059" fmla="*/ 681991 w 4940931"/>
                <a:gd name="connsiteY1059" fmla="*/ 32385 h 138429"/>
                <a:gd name="connsiteX1060" fmla="*/ 678181 w 4940931"/>
                <a:gd name="connsiteY1060" fmla="*/ 46990 h 138429"/>
                <a:gd name="connsiteX1061" fmla="*/ 676910 w 4940931"/>
                <a:gd name="connsiteY1061" fmla="*/ 46990 h 138429"/>
                <a:gd name="connsiteX1062" fmla="*/ 671830 w 4940931"/>
                <a:gd name="connsiteY1062" fmla="*/ 45085 h 138429"/>
                <a:gd name="connsiteX1063" fmla="*/ 665480 w 4940931"/>
                <a:gd name="connsiteY1063" fmla="*/ 44450 h 138429"/>
                <a:gd name="connsiteX1064" fmla="*/ 654050 w 4940931"/>
                <a:gd name="connsiteY1064" fmla="*/ 49530 h 138429"/>
                <a:gd name="connsiteX1065" fmla="*/ 650240 w 4940931"/>
                <a:gd name="connsiteY1065" fmla="*/ 64770 h 138429"/>
                <a:gd name="connsiteX1066" fmla="*/ 650240 w 4940931"/>
                <a:gd name="connsiteY1066" fmla="*/ 109220 h 138429"/>
                <a:gd name="connsiteX1067" fmla="*/ 635000 w 4940931"/>
                <a:gd name="connsiteY1067" fmla="*/ 109220 h 138429"/>
                <a:gd name="connsiteX1068" fmla="*/ 635000 w 4940931"/>
                <a:gd name="connsiteY1068" fmla="*/ 31115 h 138429"/>
                <a:gd name="connsiteX1069" fmla="*/ 650240 w 4940931"/>
                <a:gd name="connsiteY1069" fmla="*/ 31115 h 138429"/>
                <a:gd name="connsiteX1070" fmla="*/ 650240 w 4940931"/>
                <a:gd name="connsiteY1070" fmla="*/ 38735 h 138429"/>
                <a:gd name="connsiteX1071" fmla="*/ 653416 w 4940931"/>
                <a:gd name="connsiteY1071" fmla="*/ 34925 h 138429"/>
                <a:gd name="connsiteX1072" fmla="*/ 657861 w 4940931"/>
                <a:gd name="connsiteY1072" fmla="*/ 31750 h 138429"/>
                <a:gd name="connsiteX1073" fmla="*/ 662940 w 4940931"/>
                <a:gd name="connsiteY1073" fmla="*/ 29845 h 138429"/>
                <a:gd name="connsiteX1074" fmla="*/ 668656 w 4940931"/>
                <a:gd name="connsiteY1074" fmla="*/ 29210 h 138429"/>
                <a:gd name="connsiteX1075" fmla="*/ 586739 w 4940931"/>
                <a:gd name="connsiteY1075" fmla="*/ 29210 h 138429"/>
                <a:gd name="connsiteX1076" fmla="*/ 601344 w 4940931"/>
                <a:gd name="connsiteY1076" fmla="*/ 32385 h 138429"/>
                <a:gd name="connsiteX1077" fmla="*/ 611504 w 4940931"/>
                <a:gd name="connsiteY1077" fmla="*/ 40640 h 138429"/>
                <a:gd name="connsiteX1078" fmla="*/ 617854 w 4940931"/>
                <a:gd name="connsiteY1078" fmla="*/ 53340 h 138429"/>
                <a:gd name="connsiteX1079" fmla="*/ 619759 w 4940931"/>
                <a:gd name="connsiteY1079" fmla="*/ 68580 h 138429"/>
                <a:gd name="connsiteX1080" fmla="*/ 618489 w 4940931"/>
                <a:gd name="connsiteY1080" fmla="*/ 68580 h 138429"/>
                <a:gd name="connsiteX1081" fmla="*/ 618489 w 4940931"/>
                <a:gd name="connsiteY1081" fmla="*/ 72390 h 138429"/>
                <a:gd name="connsiteX1082" fmla="*/ 618489 w 4940931"/>
                <a:gd name="connsiteY1082" fmla="*/ 75565 h 138429"/>
                <a:gd name="connsiteX1083" fmla="*/ 567054 w 4940931"/>
                <a:gd name="connsiteY1083" fmla="*/ 75565 h 138429"/>
                <a:gd name="connsiteX1084" fmla="*/ 569594 w 4940931"/>
                <a:gd name="connsiteY1084" fmla="*/ 85090 h 138429"/>
                <a:gd name="connsiteX1085" fmla="*/ 574039 w 4940931"/>
                <a:gd name="connsiteY1085" fmla="*/ 91440 h 138429"/>
                <a:gd name="connsiteX1086" fmla="*/ 579754 w 4940931"/>
                <a:gd name="connsiteY1086" fmla="*/ 95250 h 138429"/>
                <a:gd name="connsiteX1087" fmla="*/ 586739 w 4940931"/>
                <a:gd name="connsiteY1087" fmla="*/ 96520 h 138429"/>
                <a:gd name="connsiteX1088" fmla="*/ 591819 w 4940931"/>
                <a:gd name="connsiteY1088" fmla="*/ 96520 h 138429"/>
                <a:gd name="connsiteX1089" fmla="*/ 596264 w 4940931"/>
                <a:gd name="connsiteY1089" fmla="*/ 95250 h 138429"/>
                <a:gd name="connsiteX1090" fmla="*/ 600074 w 4940931"/>
                <a:gd name="connsiteY1090" fmla="*/ 93345 h 138429"/>
                <a:gd name="connsiteX1091" fmla="*/ 604519 w 4940931"/>
                <a:gd name="connsiteY1091" fmla="*/ 90805 h 138429"/>
                <a:gd name="connsiteX1092" fmla="*/ 613409 w 4940931"/>
                <a:gd name="connsiteY1092" fmla="*/ 100330 h 138429"/>
                <a:gd name="connsiteX1093" fmla="*/ 607694 w 4940931"/>
                <a:gd name="connsiteY1093" fmla="*/ 104775 h 138429"/>
                <a:gd name="connsiteX1094" fmla="*/ 601979 w 4940931"/>
                <a:gd name="connsiteY1094" fmla="*/ 107950 h 138429"/>
                <a:gd name="connsiteX1095" fmla="*/ 594994 w 4940931"/>
                <a:gd name="connsiteY1095" fmla="*/ 109855 h 138429"/>
                <a:gd name="connsiteX1096" fmla="*/ 586104 w 4940931"/>
                <a:gd name="connsiteY1096" fmla="*/ 110490 h 138429"/>
                <a:gd name="connsiteX1097" fmla="*/ 576579 w 4940931"/>
                <a:gd name="connsiteY1097" fmla="*/ 109220 h 138429"/>
                <a:gd name="connsiteX1098" fmla="*/ 568959 w 4940931"/>
                <a:gd name="connsiteY1098" fmla="*/ 105410 h 138429"/>
                <a:gd name="connsiteX1099" fmla="*/ 562609 w 4940931"/>
                <a:gd name="connsiteY1099" fmla="*/ 100330 h 138429"/>
                <a:gd name="connsiteX1100" fmla="*/ 557529 w 4940931"/>
                <a:gd name="connsiteY1100" fmla="*/ 92710 h 138429"/>
                <a:gd name="connsiteX1101" fmla="*/ 553719 w 4940931"/>
                <a:gd name="connsiteY1101" fmla="*/ 82550 h 138429"/>
                <a:gd name="connsiteX1102" fmla="*/ 552449 w 4940931"/>
                <a:gd name="connsiteY1102" fmla="*/ 69850 h 138429"/>
                <a:gd name="connsiteX1103" fmla="*/ 554989 w 4940931"/>
                <a:gd name="connsiteY1103" fmla="*/ 52070 h 138429"/>
                <a:gd name="connsiteX1104" fmla="*/ 561974 w 4940931"/>
                <a:gd name="connsiteY1104" fmla="*/ 39370 h 138429"/>
                <a:gd name="connsiteX1105" fmla="*/ 572769 w 4940931"/>
                <a:gd name="connsiteY1105" fmla="*/ 31750 h 138429"/>
                <a:gd name="connsiteX1106" fmla="*/ 586739 w 4940931"/>
                <a:gd name="connsiteY1106" fmla="*/ 29210 h 138429"/>
                <a:gd name="connsiteX1107" fmla="*/ 400050 w 4940931"/>
                <a:gd name="connsiteY1107" fmla="*/ 29210 h 138429"/>
                <a:gd name="connsiteX1108" fmla="*/ 414655 w 4940931"/>
                <a:gd name="connsiteY1108" fmla="*/ 32385 h 138429"/>
                <a:gd name="connsiteX1109" fmla="*/ 424815 w 4940931"/>
                <a:gd name="connsiteY1109" fmla="*/ 40640 h 138429"/>
                <a:gd name="connsiteX1110" fmla="*/ 431165 w 4940931"/>
                <a:gd name="connsiteY1110" fmla="*/ 53340 h 138429"/>
                <a:gd name="connsiteX1111" fmla="*/ 433070 w 4940931"/>
                <a:gd name="connsiteY1111" fmla="*/ 68580 h 138429"/>
                <a:gd name="connsiteX1112" fmla="*/ 431800 w 4940931"/>
                <a:gd name="connsiteY1112" fmla="*/ 68580 h 138429"/>
                <a:gd name="connsiteX1113" fmla="*/ 431800 w 4940931"/>
                <a:gd name="connsiteY1113" fmla="*/ 72390 h 138429"/>
                <a:gd name="connsiteX1114" fmla="*/ 431800 w 4940931"/>
                <a:gd name="connsiteY1114" fmla="*/ 75565 h 138429"/>
                <a:gd name="connsiteX1115" fmla="*/ 380365 w 4940931"/>
                <a:gd name="connsiteY1115" fmla="*/ 75565 h 138429"/>
                <a:gd name="connsiteX1116" fmla="*/ 382905 w 4940931"/>
                <a:gd name="connsiteY1116" fmla="*/ 85090 h 138429"/>
                <a:gd name="connsiteX1117" fmla="*/ 387350 w 4940931"/>
                <a:gd name="connsiteY1117" fmla="*/ 91440 h 138429"/>
                <a:gd name="connsiteX1118" fmla="*/ 393065 w 4940931"/>
                <a:gd name="connsiteY1118" fmla="*/ 95250 h 138429"/>
                <a:gd name="connsiteX1119" fmla="*/ 400050 w 4940931"/>
                <a:gd name="connsiteY1119" fmla="*/ 96520 h 138429"/>
                <a:gd name="connsiteX1120" fmla="*/ 405130 w 4940931"/>
                <a:gd name="connsiteY1120" fmla="*/ 96520 h 138429"/>
                <a:gd name="connsiteX1121" fmla="*/ 409575 w 4940931"/>
                <a:gd name="connsiteY1121" fmla="*/ 95250 h 138429"/>
                <a:gd name="connsiteX1122" fmla="*/ 413385 w 4940931"/>
                <a:gd name="connsiteY1122" fmla="*/ 93345 h 138429"/>
                <a:gd name="connsiteX1123" fmla="*/ 417830 w 4940931"/>
                <a:gd name="connsiteY1123" fmla="*/ 90805 h 138429"/>
                <a:gd name="connsiteX1124" fmla="*/ 426720 w 4940931"/>
                <a:gd name="connsiteY1124" fmla="*/ 100330 h 138429"/>
                <a:gd name="connsiteX1125" fmla="*/ 421005 w 4940931"/>
                <a:gd name="connsiteY1125" fmla="*/ 104775 h 138429"/>
                <a:gd name="connsiteX1126" fmla="*/ 415290 w 4940931"/>
                <a:gd name="connsiteY1126" fmla="*/ 107950 h 138429"/>
                <a:gd name="connsiteX1127" fmla="*/ 408305 w 4940931"/>
                <a:gd name="connsiteY1127" fmla="*/ 109855 h 138429"/>
                <a:gd name="connsiteX1128" fmla="*/ 399415 w 4940931"/>
                <a:gd name="connsiteY1128" fmla="*/ 110490 h 138429"/>
                <a:gd name="connsiteX1129" fmla="*/ 389890 w 4940931"/>
                <a:gd name="connsiteY1129" fmla="*/ 109220 h 138429"/>
                <a:gd name="connsiteX1130" fmla="*/ 382270 w 4940931"/>
                <a:gd name="connsiteY1130" fmla="*/ 105410 h 138429"/>
                <a:gd name="connsiteX1131" fmla="*/ 375920 w 4940931"/>
                <a:gd name="connsiteY1131" fmla="*/ 100330 h 138429"/>
                <a:gd name="connsiteX1132" fmla="*/ 370840 w 4940931"/>
                <a:gd name="connsiteY1132" fmla="*/ 92710 h 138429"/>
                <a:gd name="connsiteX1133" fmla="*/ 367030 w 4940931"/>
                <a:gd name="connsiteY1133" fmla="*/ 82550 h 138429"/>
                <a:gd name="connsiteX1134" fmla="*/ 365760 w 4940931"/>
                <a:gd name="connsiteY1134" fmla="*/ 69850 h 138429"/>
                <a:gd name="connsiteX1135" fmla="*/ 368300 w 4940931"/>
                <a:gd name="connsiteY1135" fmla="*/ 52070 h 138429"/>
                <a:gd name="connsiteX1136" fmla="*/ 375285 w 4940931"/>
                <a:gd name="connsiteY1136" fmla="*/ 39370 h 138429"/>
                <a:gd name="connsiteX1137" fmla="*/ 386080 w 4940931"/>
                <a:gd name="connsiteY1137" fmla="*/ 31750 h 138429"/>
                <a:gd name="connsiteX1138" fmla="*/ 400050 w 4940931"/>
                <a:gd name="connsiteY1138" fmla="*/ 29210 h 138429"/>
                <a:gd name="connsiteX1139" fmla="*/ 201930 w 4940931"/>
                <a:gd name="connsiteY1139" fmla="*/ 29210 h 138429"/>
                <a:gd name="connsiteX1140" fmla="*/ 216535 w 4940931"/>
                <a:gd name="connsiteY1140" fmla="*/ 32385 h 138429"/>
                <a:gd name="connsiteX1141" fmla="*/ 226695 w 4940931"/>
                <a:gd name="connsiteY1141" fmla="*/ 40640 h 138429"/>
                <a:gd name="connsiteX1142" fmla="*/ 233045 w 4940931"/>
                <a:gd name="connsiteY1142" fmla="*/ 53340 h 138429"/>
                <a:gd name="connsiteX1143" fmla="*/ 234950 w 4940931"/>
                <a:gd name="connsiteY1143" fmla="*/ 68580 h 138429"/>
                <a:gd name="connsiteX1144" fmla="*/ 233680 w 4940931"/>
                <a:gd name="connsiteY1144" fmla="*/ 68580 h 138429"/>
                <a:gd name="connsiteX1145" fmla="*/ 233680 w 4940931"/>
                <a:gd name="connsiteY1145" fmla="*/ 72390 h 138429"/>
                <a:gd name="connsiteX1146" fmla="*/ 233680 w 4940931"/>
                <a:gd name="connsiteY1146" fmla="*/ 75565 h 138429"/>
                <a:gd name="connsiteX1147" fmla="*/ 182245 w 4940931"/>
                <a:gd name="connsiteY1147" fmla="*/ 75565 h 138429"/>
                <a:gd name="connsiteX1148" fmla="*/ 184785 w 4940931"/>
                <a:gd name="connsiteY1148" fmla="*/ 85090 h 138429"/>
                <a:gd name="connsiteX1149" fmla="*/ 189230 w 4940931"/>
                <a:gd name="connsiteY1149" fmla="*/ 91440 h 138429"/>
                <a:gd name="connsiteX1150" fmla="*/ 194945 w 4940931"/>
                <a:gd name="connsiteY1150" fmla="*/ 95250 h 138429"/>
                <a:gd name="connsiteX1151" fmla="*/ 201930 w 4940931"/>
                <a:gd name="connsiteY1151" fmla="*/ 96520 h 138429"/>
                <a:gd name="connsiteX1152" fmla="*/ 207010 w 4940931"/>
                <a:gd name="connsiteY1152" fmla="*/ 96520 h 138429"/>
                <a:gd name="connsiteX1153" fmla="*/ 211455 w 4940931"/>
                <a:gd name="connsiteY1153" fmla="*/ 95250 h 138429"/>
                <a:gd name="connsiteX1154" fmla="*/ 215265 w 4940931"/>
                <a:gd name="connsiteY1154" fmla="*/ 93345 h 138429"/>
                <a:gd name="connsiteX1155" fmla="*/ 219710 w 4940931"/>
                <a:gd name="connsiteY1155" fmla="*/ 90805 h 138429"/>
                <a:gd name="connsiteX1156" fmla="*/ 228600 w 4940931"/>
                <a:gd name="connsiteY1156" fmla="*/ 100330 h 138429"/>
                <a:gd name="connsiteX1157" fmla="*/ 222885 w 4940931"/>
                <a:gd name="connsiteY1157" fmla="*/ 104775 h 138429"/>
                <a:gd name="connsiteX1158" fmla="*/ 217170 w 4940931"/>
                <a:gd name="connsiteY1158" fmla="*/ 107950 h 138429"/>
                <a:gd name="connsiteX1159" fmla="*/ 210185 w 4940931"/>
                <a:gd name="connsiteY1159" fmla="*/ 109855 h 138429"/>
                <a:gd name="connsiteX1160" fmla="*/ 201295 w 4940931"/>
                <a:gd name="connsiteY1160" fmla="*/ 110490 h 138429"/>
                <a:gd name="connsiteX1161" fmla="*/ 191770 w 4940931"/>
                <a:gd name="connsiteY1161" fmla="*/ 109220 h 138429"/>
                <a:gd name="connsiteX1162" fmla="*/ 184150 w 4940931"/>
                <a:gd name="connsiteY1162" fmla="*/ 105410 h 138429"/>
                <a:gd name="connsiteX1163" fmla="*/ 177800 w 4940931"/>
                <a:gd name="connsiteY1163" fmla="*/ 100330 h 138429"/>
                <a:gd name="connsiteX1164" fmla="*/ 172720 w 4940931"/>
                <a:gd name="connsiteY1164" fmla="*/ 92710 h 138429"/>
                <a:gd name="connsiteX1165" fmla="*/ 168910 w 4940931"/>
                <a:gd name="connsiteY1165" fmla="*/ 82550 h 138429"/>
                <a:gd name="connsiteX1166" fmla="*/ 167640 w 4940931"/>
                <a:gd name="connsiteY1166" fmla="*/ 69850 h 138429"/>
                <a:gd name="connsiteX1167" fmla="*/ 170180 w 4940931"/>
                <a:gd name="connsiteY1167" fmla="*/ 52070 h 138429"/>
                <a:gd name="connsiteX1168" fmla="*/ 177165 w 4940931"/>
                <a:gd name="connsiteY1168" fmla="*/ 39370 h 138429"/>
                <a:gd name="connsiteX1169" fmla="*/ 187960 w 4940931"/>
                <a:gd name="connsiteY1169" fmla="*/ 31750 h 138429"/>
                <a:gd name="connsiteX1170" fmla="*/ 201930 w 4940931"/>
                <a:gd name="connsiteY1170" fmla="*/ 29210 h 138429"/>
                <a:gd name="connsiteX1171" fmla="*/ 4664706 w 4940931"/>
                <a:gd name="connsiteY1171" fmla="*/ 28574 h 138429"/>
                <a:gd name="connsiteX1172" fmla="*/ 4678676 w 4940931"/>
                <a:gd name="connsiteY1172" fmla="*/ 31749 h 138429"/>
                <a:gd name="connsiteX1173" fmla="*/ 4689471 w 4940931"/>
                <a:gd name="connsiteY1173" fmla="*/ 40004 h 138429"/>
                <a:gd name="connsiteX1174" fmla="*/ 4696456 w 4940931"/>
                <a:gd name="connsiteY1174" fmla="*/ 52704 h 138429"/>
                <a:gd name="connsiteX1175" fmla="*/ 4698996 w 4940931"/>
                <a:gd name="connsiteY1175" fmla="*/ 69214 h 138429"/>
                <a:gd name="connsiteX1176" fmla="*/ 4699631 w 4940931"/>
                <a:gd name="connsiteY1176" fmla="*/ 69214 h 138429"/>
                <a:gd name="connsiteX1177" fmla="*/ 4697091 w 4940931"/>
                <a:gd name="connsiteY1177" fmla="*/ 86359 h 138429"/>
                <a:gd name="connsiteX1178" fmla="*/ 4689471 w 4940931"/>
                <a:gd name="connsiteY1178" fmla="*/ 99059 h 138429"/>
                <a:gd name="connsiteX1179" fmla="*/ 4678041 w 4940931"/>
                <a:gd name="connsiteY1179" fmla="*/ 107314 h 138429"/>
                <a:gd name="connsiteX1180" fmla="*/ 4664071 w 4940931"/>
                <a:gd name="connsiteY1180" fmla="*/ 109854 h 138429"/>
                <a:gd name="connsiteX1181" fmla="*/ 4650101 w 4940931"/>
                <a:gd name="connsiteY1181" fmla="*/ 106679 h 138429"/>
                <a:gd name="connsiteX1182" fmla="*/ 4639306 w 4940931"/>
                <a:gd name="connsiteY1182" fmla="*/ 98424 h 138429"/>
                <a:gd name="connsiteX1183" fmla="*/ 4632321 w 4940931"/>
                <a:gd name="connsiteY1183" fmla="*/ 85724 h 138429"/>
                <a:gd name="connsiteX1184" fmla="*/ 4629781 w 4940931"/>
                <a:gd name="connsiteY1184" fmla="*/ 69214 h 138429"/>
                <a:gd name="connsiteX1185" fmla="*/ 4632321 w 4940931"/>
                <a:gd name="connsiteY1185" fmla="*/ 52069 h 138429"/>
                <a:gd name="connsiteX1186" fmla="*/ 4639941 w 4940931"/>
                <a:gd name="connsiteY1186" fmla="*/ 39369 h 138429"/>
                <a:gd name="connsiteX1187" fmla="*/ 4650736 w 4940931"/>
                <a:gd name="connsiteY1187" fmla="*/ 31114 h 138429"/>
                <a:gd name="connsiteX1188" fmla="*/ 4664706 w 4940931"/>
                <a:gd name="connsiteY1188" fmla="*/ 28574 h 138429"/>
                <a:gd name="connsiteX1189" fmla="*/ 4264655 w 4940931"/>
                <a:gd name="connsiteY1189" fmla="*/ 28574 h 138429"/>
                <a:gd name="connsiteX1190" fmla="*/ 4278625 w 4940931"/>
                <a:gd name="connsiteY1190" fmla="*/ 31749 h 138429"/>
                <a:gd name="connsiteX1191" fmla="*/ 4289420 w 4940931"/>
                <a:gd name="connsiteY1191" fmla="*/ 40004 h 138429"/>
                <a:gd name="connsiteX1192" fmla="*/ 4296405 w 4940931"/>
                <a:gd name="connsiteY1192" fmla="*/ 52704 h 138429"/>
                <a:gd name="connsiteX1193" fmla="*/ 4298945 w 4940931"/>
                <a:gd name="connsiteY1193" fmla="*/ 69214 h 138429"/>
                <a:gd name="connsiteX1194" fmla="*/ 4299580 w 4940931"/>
                <a:gd name="connsiteY1194" fmla="*/ 69214 h 138429"/>
                <a:gd name="connsiteX1195" fmla="*/ 4297040 w 4940931"/>
                <a:gd name="connsiteY1195" fmla="*/ 86359 h 138429"/>
                <a:gd name="connsiteX1196" fmla="*/ 4289420 w 4940931"/>
                <a:gd name="connsiteY1196" fmla="*/ 99059 h 138429"/>
                <a:gd name="connsiteX1197" fmla="*/ 4277990 w 4940931"/>
                <a:gd name="connsiteY1197" fmla="*/ 107314 h 138429"/>
                <a:gd name="connsiteX1198" fmla="*/ 4264020 w 4940931"/>
                <a:gd name="connsiteY1198" fmla="*/ 109854 h 138429"/>
                <a:gd name="connsiteX1199" fmla="*/ 4250050 w 4940931"/>
                <a:gd name="connsiteY1199" fmla="*/ 106679 h 138429"/>
                <a:gd name="connsiteX1200" fmla="*/ 4239255 w 4940931"/>
                <a:gd name="connsiteY1200" fmla="*/ 98424 h 138429"/>
                <a:gd name="connsiteX1201" fmla="*/ 4232270 w 4940931"/>
                <a:gd name="connsiteY1201" fmla="*/ 85724 h 138429"/>
                <a:gd name="connsiteX1202" fmla="*/ 4229730 w 4940931"/>
                <a:gd name="connsiteY1202" fmla="*/ 69214 h 138429"/>
                <a:gd name="connsiteX1203" fmla="*/ 4232270 w 4940931"/>
                <a:gd name="connsiteY1203" fmla="*/ 52069 h 138429"/>
                <a:gd name="connsiteX1204" fmla="*/ 4239890 w 4940931"/>
                <a:gd name="connsiteY1204" fmla="*/ 39369 h 138429"/>
                <a:gd name="connsiteX1205" fmla="*/ 4250685 w 4940931"/>
                <a:gd name="connsiteY1205" fmla="*/ 31114 h 138429"/>
                <a:gd name="connsiteX1206" fmla="*/ 4264655 w 4940931"/>
                <a:gd name="connsiteY1206" fmla="*/ 28574 h 138429"/>
                <a:gd name="connsiteX1207" fmla="*/ 1420495 w 4940931"/>
                <a:gd name="connsiteY1207" fmla="*/ 28574 h 138429"/>
                <a:gd name="connsiteX1208" fmla="*/ 1434465 w 4940931"/>
                <a:gd name="connsiteY1208" fmla="*/ 31749 h 138429"/>
                <a:gd name="connsiteX1209" fmla="*/ 1445260 w 4940931"/>
                <a:gd name="connsiteY1209" fmla="*/ 40004 h 138429"/>
                <a:gd name="connsiteX1210" fmla="*/ 1452245 w 4940931"/>
                <a:gd name="connsiteY1210" fmla="*/ 52704 h 138429"/>
                <a:gd name="connsiteX1211" fmla="*/ 1454785 w 4940931"/>
                <a:gd name="connsiteY1211" fmla="*/ 69214 h 138429"/>
                <a:gd name="connsiteX1212" fmla="*/ 1455420 w 4940931"/>
                <a:gd name="connsiteY1212" fmla="*/ 69214 h 138429"/>
                <a:gd name="connsiteX1213" fmla="*/ 1452880 w 4940931"/>
                <a:gd name="connsiteY1213" fmla="*/ 86359 h 138429"/>
                <a:gd name="connsiteX1214" fmla="*/ 1445260 w 4940931"/>
                <a:gd name="connsiteY1214" fmla="*/ 99059 h 138429"/>
                <a:gd name="connsiteX1215" fmla="*/ 1433830 w 4940931"/>
                <a:gd name="connsiteY1215" fmla="*/ 107314 h 138429"/>
                <a:gd name="connsiteX1216" fmla="*/ 1419860 w 4940931"/>
                <a:gd name="connsiteY1216" fmla="*/ 109854 h 138429"/>
                <a:gd name="connsiteX1217" fmla="*/ 1405890 w 4940931"/>
                <a:gd name="connsiteY1217" fmla="*/ 106679 h 138429"/>
                <a:gd name="connsiteX1218" fmla="*/ 1395095 w 4940931"/>
                <a:gd name="connsiteY1218" fmla="*/ 98424 h 138429"/>
                <a:gd name="connsiteX1219" fmla="*/ 1388110 w 4940931"/>
                <a:gd name="connsiteY1219" fmla="*/ 85724 h 138429"/>
                <a:gd name="connsiteX1220" fmla="*/ 1385570 w 4940931"/>
                <a:gd name="connsiteY1220" fmla="*/ 69214 h 138429"/>
                <a:gd name="connsiteX1221" fmla="*/ 1388110 w 4940931"/>
                <a:gd name="connsiteY1221" fmla="*/ 52069 h 138429"/>
                <a:gd name="connsiteX1222" fmla="*/ 1395730 w 4940931"/>
                <a:gd name="connsiteY1222" fmla="*/ 39369 h 138429"/>
                <a:gd name="connsiteX1223" fmla="*/ 1406525 w 4940931"/>
                <a:gd name="connsiteY1223" fmla="*/ 31114 h 138429"/>
                <a:gd name="connsiteX1224" fmla="*/ 1420495 w 4940931"/>
                <a:gd name="connsiteY1224" fmla="*/ 28574 h 138429"/>
                <a:gd name="connsiteX1225" fmla="*/ 3143245 w 4940931"/>
                <a:gd name="connsiteY1225" fmla="*/ 5079 h 138429"/>
                <a:gd name="connsiteX1226" fmla="*/ 3219445 w 4940931"/>
                <a:gd name="connsiteY1226" fmla="*/ 5079 h 138429"/>
                <a:gd name="connsiteX1227" fmla="*/ 3219445 w 4940931"/>
                <a:gd name="connsiteY1227" fmla="*/ 20319 h 138429"/>
                <a:gd name="connsiteX1228" fmla="*/ 3188965 w 4940931"/>
                <a:gd name="connsiteY1228" fmla="*/ 20319 h 138429"/>
                <a:gd name="connsiteX1229" fmla="*/ 3188965 w 4940931"/>
                <a:gd name="connsiteY1229" fmla="*/ 108584 h 138429"/>
                <a:gd name="connsiteX1230" fmla="*/ 3173090 w 4940931"/>
                <a:gd name="connsiteY1230" fmla="*/ 108584 h 138429"/>
                <a:gd name="connsiteX1231" fmla="*/ 3173090 w 4940931"/>
                <a:gd name="connsiteY1231" fmla="*/ 20319 h 138429"/>
                <a:gd name="connsiteX1232" fmla="*/ 3143245 w 4940931"/>
                <a:gd name="connsiteY1232" fmla="*/ 20319 h 138429"/>
                <a:gd name="connsiteX1233" fmla="*/ 1628774 w 4940931"/>
                <a:gd name="connsiteY1233" fmla="*/ 5079 h 138429"/>
                <a:gd name="connsiteX1234" fmla="*/ 1704970 w 4940931"/>
                <a:gd name="connsiteY1234" fmla="*/ 5079 h 138429"/>
                <a:gd name="connsiteX1235" fmla="*/ 1704970 w 4940931"/>
                <a:gd name="connsiteY1235" fmla="*/ 20319 h 138429"/>
                <a:gd name="connsiteX1236" fmla="*/ 1675129 w 4940931"/>
                <a:gd name="connsiteY1236" fmla="*/ 20319 h 138429"/>
                <a:gd name="connsiteX1237" fmla="*/ 1675129 w 4940931"/>
                <a:gd name="connsiteY1237" fmla="*/ 108584 h 138429"/>
                <a:gd name="connsiteX1238" fmla="*/ 1659255 w 4940931"/>
                <a:gd name="connsiteY1238" fmla="*/ 108584 h 138429"/>
                <a:gd name="connsiteX1239" fmla="*/ 1659255 w 4940931"/>
                <a:gd name="connsiteY1239" fmla="*/ 20319 h 138429"/>
                <a:gd name="connsiteX1240" fmla="*/ 1628774 w 4940931"/>
                <a:gd name="connsiteY1240" fmla="*/ 20319 h 138429"/>
                <a:gd name="connsiteX1241" fmla="*/ 0 w 4940931"/>
                <a:gd name="connsiteY1241" fmla="*/ 5079 h 138429"/>
                <a:gd name="connsiteX1242" fmla="*/ 76200 w 4940931"/>
                <a:gd name="connsiteY1242" fmla="*/ 5079 h 138429"/>
                <a:gd name="connsiteX1243" fmla="*/ 76200 w 4940931"/>
                <a:gd name="connsiteY1243" fmla="*/ 20319 h 138429"/>
                <a:gd name="connsiteX1244" fmla="*/ 45720 w 4940931"/>
                <a:gd name="connsiteY1244" fmla="*/ 20319 h 138429"/>
                <a:gd name="connsiteX1245" fmla="*/ 45720 w 4940931"/>
                <a:gd name="connsiteY1245" fmla="*/ 108584 h 138429"/>
                <a:gd name="connsiteX1246" fmla="*/ 29845 w 4940931"/>
                <a:gd name="connsiteY1246" fmla="*/ 108584 h 138429"/>
                <a:gd name="connsiteX1247" fmla="*/ 29845 w 4940931"/>
                <a:gd name="connsiteY1247" fmla="*/ 20319 h 138429"/>
                <a:gd name="connsiteX1248" fmla="*/ 0 w 4940931"/>
                <a:gd name="connsiteY1248" fmla="*/ 20319 h 138429"/>
                <a:gd name="connsiteX1249" fmla="*/ 1362075 w 4940931"/>
                <a:gd name="connsiteY1249" fmla="*/ 1269 h 138429"/>
                <a:gd name="connsiteX1250" fmla="*/ 1365885 w 4940931"/>
                <a:gd name="connsiteY1250" fmla="*/ 1904 h 138429"/>
                <a:gd name="connsiteX1251" fmla="*/ 1369060 w 4940931"/>
                <a:gd name="connsiteY1251" fmla="*/ 3809 h 138429"/>
                <a:gd name="connsiteX1252" fmla="*/ 1370965 w 4940931"/>
                <a:gd name="connsiteY1252" fmla="*/ 6984 h 138429"/>
                <a:gd name="connsiteX1253" fmla="*/ 1371600 w 4940931"/>
                <a:gd name="connsiteY1253" fmla="*/ 10794 h 138429"/>
                <a:gd name="connsiteX1254" fmla="*/ 1370965 w 4940931"/>
                <a:gd name="connsiteY1254" fmla="*/ 14604 h 138429"/>
                <a:gd name="connsiteX1255" fmla="*/ 1369060 w 4940931"/>
                <a:gd name="connsiteY1255" fmla="*/ 17779 h 138429"/>
                <a:gd name="connsiteX1256" fmla="*/ 1365885 w 4940931"/>
                <a:gd name="connsiteY1256" fmla="*/ 19684 h 138429"/>
                <a:gd name="connsiteX1257" fmla="*/ 1362075 w 4940931"/>
                <a:gd name="connsiteY1257" fmla="*/ 20319 h 138429"/>
                <a:gd name="connsiteX1258" fmla="*/ 1358265 w 4940931"/>
                <a:gd name="connsiteY1258" fmla="*/ 19684 h 138429"/>
                <a:gd name="connsiteX1259" fmla="*/ 1355090 w 4940931"/>
                <a:gd name="connsiteY1259" fmla="*/ 17779 h 138429"/>
                <a:gd name="connsiteX1260" fmla="*/ 1353185 w 4940931"/>
                <a:gd name="connsiteY1260" fmla="*/ 14604 h 138429"/>
                <a:gd name="connsiteX1261" fmla="*/ 1352550 w 4940931"/>
                <a:gd name="connsiteY1261" fmla="*/ 10794 h 138429"/>
                <a:gd name="connsiteX1262" fmla="*/ 1353185 w 4940931"/>
                <a:gd name="connsiteY1262" fmla="*/ 6984 h 138429"/>
                <a:gd name="connsiteX1263" fmla="*/ 1355090 w 4940931"/>
                <a:gd name="connsiteY1263" fmla="*/ 3809 h 138429"/>
                <a:gd name="connsiteX1264" fmla="*/ 1358265 w 4940931"/>
                <a:gd name="connsiteY1264" fmla="*/ 1904 h 138429"/>
                <a:gd name="connsiteX1265" fmla="*/ 1362075 w 4940931"/>
                <a:gd name="connsiteY1265" fmla="*/ 1269 h 138429"/>
                <a:gd name="connsiteX1266" fmla="*/ 4789801 w 4940931"/>
                <a:gd name="connsiteY1266" fmla="*/ 634 h 138429"/>
                <a:gd name="connsiteX1267" fmla="*/ 4789801 w 4940931"/>
                <a:gd name="connsiteY1267" fmla="*/ 65404 h 138429"/>
                <a:gd name="connsiteX1268" fmla="*/ 4814566 w 4940931"/>
                <a:gd name="connsiteY1268" fmla="*/ 31114 h 138429"/>
                <a:gd name="connsiteX1269" fmla="*/ 4831711 w 4940931"/>
                <a:gd name="connsiteY1269" fmla="*/ 31114 h 138429"/>
                <a:gd name="connsiteX1270" fmla="*/ 4812026 w 4940931"/>
                <a:gd name="connsiteY1270" fmla="*/ 57149 h 138429"/>
                <a:gd name="connsiteX1271" fmla="*/ 4835521 w 4940931"/>
                <a:gd name="connsiteY1271" fmla="*/ 108584 h 138429"/>
                <a:gd name="connsiteX1272" fmla="*/ 4819011 w 4940931"/>
                <a:gd name="connsiteY1272" fmla="*/ 108584 h 138429"/>
                <a:gd name="connsiteX1273" fmla="*/ 4801866 w 4940931"/>
                <a:gd name="connsiteY1273" fmla="*/ 69849 h 138429"/>
                <a:gd name="connsiteX1274" fmla="*/ 4789801 w 4940931"/>
                <a:gd name="connsiteY1274" fmla="*/ 85724 h 138429"/>
                <a:gd name="connsiteX1275" fmla="*/ 4789801 w 4940931"/>
                <a:gd name="connsiteY1275" fmla="*/ 108584 h 138429"/>
                <a:gd name="connsiteX1276" fmla="*/ 4774561 w 4940931"/>
                <a:gd name="connsiteY1276" fmla="*/ 108584 h 138429"/>
                <a:gd name="connsiteX1277" fmla="*/ 4774561 w 4940931"/>
                <a:gd name="connsiteY1277" fmla="*/ 8889 h 138429"/>
                <a:gd name="connsiteX1278" fmla="*/ 4472301 w 4940931"/>
                <a:gd name="connsiteY1278" fmla="*/ 634 h 138429"/>
                <a:gd name="connsiteX1279" fmla="*/ 4472301 w 4940931"/>
                <a:gd name="connsiteY1279" fmla="*/ 109219 h 138429"/>
                <a:gd name="connsiteX1280" fmla="*/ 4457061 w 4940931"/>
                <a:gd name="connsiteY1280" fmla="*/ 109219 h 138429"/>
                <a:gd name="connsiteX1281" fmla="*/ 4457696 w 4940931"/>
                <a:gd name="connsiteY1281" fmla="*/ 108584 h 138429"/>
                <a:gd name="connsiteX1282" fmla="*/ 4457696 w 4940931"/>
                <a:gd name="connsiteY1282" fmla="*/ 100964 h 138429"/>
                <a:gd name="connsiteX1283" fmla="*/ 4453251 w 4940931"/>
                <a:gd name="connsiteY1283" fmla="*/ 104774 h 138429"/>
                <a:gd name="connsiteX1284" fmla="*/ 4448171 w 4940931"/>
                <a:gd name="connsiteY1284" fmla="*/ 107949 h 138429"/>
                <a:gd name="connsiteX1285" fmla="*/ 4443091 w 4940931"/>
                <a:gd name="connsiteY1285" fmla="*/ 109854 h 138429"/>
                <a:gd name="connsiteX1286" fmla="*/ 4437376 w 4940931"/>
                <a:gd name="connsiteY1286" fmla="*/ 109854 h 138429"/>
                <a:gd name="connsiteX1287" fmla="*/ 4425946 w 4940931"/>
                <a:gd name="connsiteY1287" fmla="*/ 107314 h 138429"/>
                <a:gd name="connsiteX1288" fmla="*/ 4416421 w 4940931"/>
                <a:gd name="connsiteY1288" fmla="*/ 99694 h 138429"/>
                <a:gd name="connsiteX1289" fmla="*/ 4410071 w 4940931"/>
                <a:gd name="connsiteY1289" fmla="*/ 86994 h 138429"/>
                <a:gd name="connsiteX1290" fmla="*/ 4407531 w 4940931"/>
                <a:gd name="connsiteY1290" fmla="*/ 67944 h 138429"/>
                <a:gd name="connsiteX1291" fmla="*/ 4410071 w 4940931"/>
                <a:gd name="connsiteY1291" fmla="*/ 50799 h 138429"/>
                <a:gd name="connsiteX1292" fmla="*/ 4417056 w 4940931"/>
                <a:gd name="connsiteY1292" fmla="*/ 38734 h 138429"/>
                <a:gd name="connsiteX1293" fmla="*/ 4426581 w 4940931"/>
                <a:gd name="connsiteY1293" fmla="*/ 31749 h 138429"/>
                <a:gd name="connsiteX1294" fmla="*/ 4438011 w 4940931"/>
                <a:gd name="connsiteY1294" fmla="*/ 29209 h 138429"/>
                <a:gd name="connsiteX1295" fmla="*/ 4443726 w 4940931"/>
                <a:gd name="connsiteY1295" fmla="*/ 29844 h 138429"/>
                <a:gd name="connsiteX1296" fmla="*/ 4448806 w 4940931"/>
                <a:gd name="connsiteY1296" fmla="*/ 31749 h 138429"/>
                <a:gd name="connsiteX1297" fmla="*/ 4453251 w 4940931"/>
                <a:gd name="connsiteY1297" fmla="*/ 34924 h 138429"/>
                <a:gd name="connsiteX1298" fmla="*/ 4457061 w 4940931"/>
                <a:gd name="connsiteY1298" fmla="*/ 38099 h 138429"/>
                <a:gd name="connsiteX1299" fmla="*/ 4457061 w 4940931"/>
                <a:gd name="connsiteY1299" fmla="*/ 8254 h 138429"/>
                <a:gd name="connsiteX1300" fmla="*/ 4390385 w 4940931"/>
                <a:gd name="connsiteY1300" fmla="*/ 634 h 138429"/>
                <a:gd name="connsiteX1301" fmla="*/ 4390385 w 4940931"/>
                <a:gd name="connsiteY1301" fmla="*/ 108584 h 138429"/>
                <a:gd name="connsiteX1302" fmla="*/ 4375145 w 4940931"/>
                <a:gd name="connsiteY1302" fmla="*/ 108584 h 138429"/>
                <a:gd name="connsiteX1303" fmla="*/ 4375145 w 4940931"/>
                <a:gd name="connsiteY1303" fmla="*/ 8889 h 138429"/>
                <a:gd name="connsiteX1304" fmla="*/ 3946521 w 4940931"/>
                <a:gd name="connsiteY1304" fmla="*/ 634 h 138429"/>
                <a:gd name="connsiteX1305" fmla="*/ 3946521 w 4940931"/>
                <a:gd name="connsiteY1305" fmla="*/ 38099 h 138429"/>
                <a:gd name="connsiteX1306" fmla="*/ 3950331 w 4940931"/>
                <a:gd name="connsiteY1306" fmla="*/ 34289 h 138429"/>
                <a:gd name="connsiteX1307" fmla="*/ 3954776 w 4940931"/>
                <a:gd name="connsiteY1307" fmla="*/ 31114 h 138429"/>
                <a:gd name="connsiteX1308" fmla="*/ 3960491 w 4940931"/>
                <a:gd name="connsiteY1308" fmla="*/ 29209 h 138429"/>
                <a:gd name="connsiteX1309" fmla="*/ 3966206 w 4940931"/>
                <a:gd name="connsiteY1309" fmla="*/ 29209 h 138429"/>
                <a:gd name="connsiteX1310" fmla="*/ 3978271 w 4940931"/>
                <a:gd name="connsiteY1310" fmla="*/ 31749 h 138429"/>
                <a:gd name="connsiteX1311" fmla="*/ 3987161 w 4940931"/>
                <a:gd name="connsiteY1311" fmla="*/ 38099 h 138429"/>
                <a:gd name="connsiteX1312" fmla="*/ 3992241 w 4940931"/>
                <a:gd name="connsiteY1312" fmla="*/ 49529 h 138429"/>
                <a:gd name="connsiteX1313" fmla="*/ 3994146 w 4940931"/>
                <a:gd name="connsiteY1313" fmla="*/ 64134 h 138429"/>
                <a:gd name="connsiteX1314" fmla="*/ 3994146 w 4940931"/>
                <a:gd name="connsiteY1314" fmla="*/ 108584 h 138429"/>
                <a:gd name="connsiteX1315" fmla="*/ 3978906 w 4940931"/>
                <a:gd name="connsiteY1315" fmla="*/ 108584 h 138429"/>
                <a:gd name="connsiteX1316" fmla="*/ 3978271 w 4940931"/>
                <a:gd name="connsiteY1316" fmla="*/ 108584 h 138429"/>
                <a:gd name="connsiteX1317" fmla="*/ 3978271 w 4940931"/>
                <a:gd name="connsiteY1317" fmla="*/ 64769 h 138429"/>
                <a:gd name="connsiteX1318" fmla="*/ 3974461 w 4940931"/>
                <a:gd name="connsiteY1318" fmla="*/ 48894 h 138429"/>
                <a:gd name="connsiteX1319" fmla="*/ 3962396 w 4940931"/>
                <a:gd name="connsiteY1319" fmla="*/ 43814 h 138429"/>
                <a:gd name="connsiteX1320" fmla="*/ 3956046 w 4940931"/>
                <a:gd name="connsiteY1320" fmla="*/ 45084 h 138429"/>
                <a:gd name="connsiteX1321" fmla="*/ 3950966 w 4940931"/>
                <a:gd name="connsiteY1321" fmla="*/ 48894 h 138429"/>
                <a:gd name="connsiteX1322" fmla="*/ 3947791 w 4940931"/>
                <a:gd name="connsiteY1322" fmla="*/ 55244 h 138429"/>
                <a:gd name="connsiteX1323" fmla="*/ 3946521 w 4940931"/>
                <a:gd name="connsiteY1323" fmla="*/ 63499 h 138429"/>
                <a:gd name="connsiteX1324" fmla="*/ 3946521 w 4940931"/>
                <a:gd name="connsiteY1324" fmla="*/ 109219 h 138429"/>
                <a:gd name="connsiteX1325" fmla="*/ 3931281 w 4940931"/>
                <a:gd name="connsiteY1325" fmla="*/ 109219 h 138429"/>
                <a:gd name="connsiteX1326" fmla="*/ 3931281 w 4940931"/>
                <a:gd name="connsiteY1326" fmla="*/ 8889 h 138429"/>
                <a:gd name="connsiteX1327" fmla="*/ 3248021 w 4940931"/>
                <a:gd name="connsiteY1327" fmla="*/ 634 h 138429"/>
                <a:gd name="connsiteX1328" fmla="*/ 3248021 w 4940931"/>
                <a:gd name="connsiteY1328" fmla="*/ 38099 h 138429"/>
                <a:gd name="connsiteX1329" fmla="*/ 3251831 w 4940931"/>
                <a:gd name="connsiteY1329" fmla="*/ 34289 h 138429"/>
                <a:gd name="connsiteX1330" fmla="*/ 3256276 w 4940931"/>
                <a:gd name="connsiteY1330" fmla="*/ 31114 h 138429"/>
                <a:gd name="connsiteX1331" fmla="*/ 3261991 w 4940931"/>
                <a:gd name="connsiteY1331" fmla="*/ 29209 h 138429"/>
                <a:gd name="connsiteX1332" fmla="*/ 3267706 w 4940931"/>
                <a:gd name="connsiteY1332" fmla="*/ 29209 h 138429"/>
                <a:gd name="connsiteX1333" fmla="*/ 3279771 w 4940931"/>
                <a:gd name="connsiteY1333" fmla="*/ 31749 h 138429"/>
                <a:gd name="connsiteX1334" fmla="*/ 3288661 w 4940931"/>
                <a:gd name="connsiteY1334" fmla="*/ 38099 h 138429"/>
                <a:gd name="connsiteX1335" fmla="*/ 3293741 w 4940931"/>
                <a:gd name="connsiteY1335" fmla="*/ 49529 h 138429"/>
                <a:gd name="connsiteX1336" fmla="*/ 3295646 w 4940931"/>
                <a:gd name="connsiteY1336" fmla="*/ 64134 h 138429"/>
                <a:gd name="connsiteX1337" fmla="*/ 3295646 w 4940931"/>
                <a:gd name="connsiteY1337" fmla="*/ 108584 h 138429"/>
                <a:gd name="connsiteX1338" fmla="*/ 3280406 w 4940931"/>
                <a:gd name="connsiteY1338" fmla="*/ 108584 h 138429"/>
                <a:gd name="connsiteX1339" fmla="*/ 3279771 w 4940931"/>
                <a:gd name="connsiteY1339" fmla="*/ 108584 h 138429"/>
                <a:gd name="connsiteX1340" fmla="*/ 3279771 w 4940931"/>
                <a:gd name="connsiteY1340" fmla="*/ 64769 h 138429"/>
                <a:gd name="connsiteX1341" fmla="*/ 3275961 w 4940931"/>
                <a:gd name="connsiteY1341" fmla="*/ 48894 h 138429"/>
                <a:gd name="connsiteX1342" fmla="*/ 3263896 w 4940931"/>
                <a:gd name="connsiteY1342" fmla="*/ 43814 h 138429"/>
                <a:gd name="connsiteX1343" fmla="*/ 3257546 w 4940931"/>
                <a:gd name="connsiteY1343" fmla="*/ 45084 h 138429"/>
                <a:gd name="connsiteX1344" fmla="*/ 3252466 w 4940931"/>
                <a:gd name="connsiteY1344" fmla="*/ 48894 h 138429"/>
                <a:gd name="connsiteX1345" fmla="*/ 3249291 w 4940931"/>
                <a:gd name="connsiteY1345" fmla="*/ 55244 h 138429"/>
                <a:gd name="connsiteX1346" fmla="*/ 3248021 w 4940931"/>
                <a:gd name="connsiteY1346" fmla="*/ 63499 h 138429"/>
                <a:gd name="connsiteX1347" fmla="*/ 3248021 w 4940931"/>
                <a:gd name="connsiteY1347" fmla="*/ 109219 h 138429"/>
                <a:gd name="connsiteX1348" fmla="*/ 3232781 w 4940931"/>
                <a:gd name="connsiteY1348" fmla="*/ 109219 h 138429"/>
                <a:gd name="connsiteX1349" fmla="*/ 3232781 w 4940931"/>
                <a:gd name="connsiteY1349" fmla="*/ 8889 h 138429"/>
                <a:gd name="connsiteX1350" fmla="*/ 2432681 w 4940931"/>
                <a:gd name="connsiteY1350" fmla="*/ 634 h 138429"/>
                <a:gd name="connsiteX1351" fmla="*/ 2432681 w 4940931"/>
                <a:gd name="connsiteY1351" fmla="*/ 38099 h 138429"/>
                <a:gd name="connsiteX1352" fmla="*/ 2436491 w 4940931"/>
                <a:gd name="connsiteY1352" fmla="*/ 34289 h 138429"/>
                <a:gd name="connsiteX1353" fmla="*/ 2440936 w 4940931"/>
                <a:gd name="connsiteY1353" fmla="*/ 31114 h 138429"/>
                <a:gd name="connsiteX1354" fmla="*/ 2446651 w 4940931"/>
                <a:gd name="connsiteY1354" fmla="*/ 29209 h 138429"/>
                <a:gd name="connsiteX1355" fmla="*/ 2452366 w 4940931"/>
                <a:gd name="connsiteY1355" fmla="*/ 29209 h 138429"/>
                <a:gd name="connsiteX1356" fmla="*/ 2464431 w 4940931"/>
                <a:gd name="connsiteY1356" fmla="*/ 31749 h 138429"/>
                <a:gd name="connsiteX1357" fmla="*/ 2473321 w 4940931"/>
                <a:gd name="connsiteY1357" fmla="*/ 38099 h 138429"/>
                <a:gd name="connsiteX1358" fmla="*/ 2478401 w 4940931"/>
                <a:gd name="connsiteY1358" fmla="*/ 49529 h 138429"/>
                <a:gd name="connsiteX1359" fmla="*/ 2480306 w 4940931"/>
                <a:gd name="connsiteY1359" fmla="*/ 64134 h 138429"/>
                <a:gd name="connsiteX1360" fmla="*/ 2480306 w 4940931"/>
                <a:gd name="connsiteY1360" fmla="*/ 108584 h 138429"/>
                <a:gd name="connsiteX1361" fmla="*/ 2465066 w 4940931"/>
                <a:gd name="connsiteY1361" fmla="*/ 108584 h 138429"/>
                <a:gd name="connsiteX1362" fmla="*/ 2464431 w 4940931"/>
                <a:gd name="connsiteY1362" fmla="*/ 108584 h 138429"/>
                <a:gd name="connsiteX1363" fmla="*/ 2464431 w 4940931"/>
                <a:gd name="connsiteY1363" fmla="*/ 64769 h 138429"/>
                <a:gd name="connsiteX1364" fmla="*/ 2460621 w 4940931"/>
                <a:gd name="connsiteY1364" fmla="*/ 48894 h 138429"/>
                <a:gd name="connsiteX1365" fmla="*/ 2448556 w 4940931"/>
                <a:gd name="connsiteY1365" fmla="*/ 43814 h 138429"/>
                <a:gd name="connsiteX1366" fmla="*/ 2442206 w 4940931"/>
                <a:gd name="connsiteY1366" fmla="*/ 45084 h 138429"/>
                <a:gd name="connsiteX1367" fmla="*/ 2437126 w 4940931"/>
                <a:gd name="connsiteY1367" fmla="*/ 48894 h 138429"/>
                <a:gd name="connsiteX1368" fmla="*/ 2433951 w 4940931"/>
                <a:gd name="connsiteY1368" fmla="*/ 55244 h 138429"/>
                <a:gd name="connsiteX1369" fmla="*/ 2432681 w 4940931"/>
                <a:gd name="connsiteY1369" fmla="*/ 63499 h 138429"/>
                <a:gd name="connsiteX1370" fmla="*/ 2432681 w 4940931"/>
                <a:gd name="connsiteY1370" fmla="*/ 109219 h 138429"/>
                <a:gd name="connsiteX1371" fmla="*/ 2417441 w 4940931"/>
                <a:gd name="connsiteY1371" fmla="*/ 109219 h 138429"/>
                <a:gd name="connsiteX1372" fmla="*/ 2417441 w 4940931"/>
                <a:gd name="connsiteY1372" fmla="*/ 8889 h 138429"/>
                <a:gd name="connsiteX1373" fmla="*/ 1734181 w 4940931"/>
                <a:gd name="connsiteY1373" fmla="*/ 634 h 138429"/>
                <a:gd name="connsiteX1374" fmla="*/ 1734181 w 4940931"/>
                <a:gd name="connsiteY1374" fmla="*/ 38099 h 138429"/>
                <a:gd name="connsiteX1375" fmla="*/ 1737991 w 4940931"/>
                <a:gd name="connsiteY1375" fmla="*/ 34289 h 138429"/>
                <a:gd name="connsiteX1376" fmla="*/ 1742436 w 4940931"/>
                <a:gd name="connsiteY1376" fmla="*/ 31114 h 138429"/>
                <a:gd name="connsiteX1377" fmla="*/ 1748151 w 4940931"/>
                <a:gd name="connsiteY1377" fmla="*/ 29209 h 138429"/>
                <a:gd name="connsiteX1378" fmla="*/ 1753866 w 4940931"/>
                <a:gd name="connsiteY1378" fmla="*/ 29209 h 138429"/>
                <a:gd name="connsiteX1379" fmla="*/ 1765931 w 4940931"/>
                <a:gd name="connsiteY1379" fmla="*/ 31749 h 138429"/>
                <a:gd name="connsiteX1380" fmla="*/ 1774821 w 4940931"/>
                <a:gd name="connsiteY1380" fmla="*/ 38099 h 138429"/>
                <a:gd name="connsiteX1381" fmla="*/ 1779901 w 4940931"/>
                <a:gd name="connsiteY1381" fmla="*/ 49529 h 138429"/>
                <a:gd name="connsiteX1382" fmla="*/ 1781806 w 4940931"/>
                <a:gd name="connsiteY1382" fmla="*/ 64134 h 138429"/>
                <a:gd name="connsiteX1383" fmla="*/ 1781806 w 4940931"/>
                <a:gd name="connsiteY1383" fmla="*/ 108584 h 138429"/>
                <a:gd name="connsiteX1384" fmla="*/ 1766566 w 4940931"/>
                <a:gd name="connsiteY1384" fmla="*/ 108584 h 138429"/>
                <a:gd name="connsiteX1385" fmla="*/ 1765931 w 4940931"/>
                <a:gd name="connsiteY1385" fmla="*/ 108584 h 138429"/>
                <a:gd name="connsiteX1386" fmla="*/ 1765931 w 4940931"/>
                <a:gd name="connsiteY1386" fmla="*/ 64769 h 138429"/>
                <a:gd name="connsiteX1387" fmla="*/ 1762121 w 4940931"/>
                <a:gd name="connsiteY1387" fmla="*/ 48894 h 138429"/>
                <a:gd name="connsiteX1388" fmla="*/ 1750056 w 4940931"/>
                <a:gd name="connsiteY1388" fmla="*/ 43814 h 138429"/>
                <a:gd name="connsiteX1389" fmla="*/ 1743706 w 4940931"/>
                <a:gd name="connsiteY1389" fmla="*/ 45084 h 138429"/>
                <a:gd name="connsiteX1390" fmla="*/ 1738626 w 4940931"/>
                <a:gd name="connsiteY1390" fmla="*/ 48894 h 138429"/>
                <a:gd name="connsiteX1391" fmla="*/ 1735451 w 4940931"/>
                <a:gd name="connsiteY1391" fmla="*/ 55244 h 138429"/>
                <a:gd name="connsiteX1392" fmla="*/ 1734181 w 4940931"/>
                <a:gd name="connsiteY1392" fmla="*/ 63499 h 138429"/>
                <a:gd name="connsiteX1393" fmla="*/ 1734181 w 4940931"/>
                <a:gd name="connsiteY1393" fmla="*/ 109219 h 138429"/>
                <a:gd name="connsiteX1394" fmla="*/ 1718941 w 4940931"/>
                <a:gd name="connsiteY1394" fmla="*/ 109219 h 138429"/>
                <a:gd name="connsiteX1395" fmla="*/ 1718941 w 4940931"/>
                <a:gd name="connsiteY1395" fmla="*/ 8889 h 138429"/>
                <a:gd name="connsiteX1396" fmla="*/ 803275 w 4940931"/>
                <a:gd name="connsiteY1396" fmla="*/ 634 h 138429"/>
                <a:gd name="connsiteX1397" fmla="*/ 803275 w 4940931"/>
                <a:gd name="connsiteY1397" fmla="*/ 38099 h 138429"/>
                <a:gd name="connsiteX1398" fmla="*/ 807085 w 4940931"/>
                <a:gd name="connsiteY1398" fmla="*/ 34289 h 138429"/>
                <a:gd name="connsiteX1399" fmla="*/ 811530 w 4940931"/>
                <a:gd name="connsiteY1399" fmla="*/ 31114 h 138429"/>
                <a:gd name="connsiteX1400" fmla="*/ 817245 w 4940931"/>
                <a:gd name="connsiteY1400" fmla="*/ 29209 h 138429"/>
                <a:gd name="connsiteX1401" fmla="*/ 822960 w 4940931"/>
                <a:gd name="connsiteY1401" fmla="*/ 29209 h 138429"/>
                <a:gd name="connsiteX1402" fmla="*/ 835025 w 4940931"/>
                <a:gd name="connsiteY1402" fmla="*/ 31749 h 138429"/>
                <a:gd name="connsiteX1403" fmla="*/ 843915 w 4940931"/>
                <a:gd name="connsiteY1403" fmla="*/ 38099 h 138429"/>
                <a:gd name="connsiteX1404" fmla="*/ 848995 w 4940931"/>
                <a:gd name="connsiteY1404" fmla="*/ 49529 h 138429"/>
                <a:gd name="connsiteX1405" fmla="*/ 850900 w 4940931"/>
                <a:gd name="connsiteY1405" fmla="*/ 64134 h 138429"/>
                <a:gd name="connsiteX1406" fmla="*/ 850900 w 4940931"/>
                <a:gd name="connsiteY1406" fmla="*/ 108584 h 138429"/>
                <a:gd name="connsiteX1407" fmla="*/ 835660 w 4940931"/>
                <a:gd name="connsiteY1407" fmla="*/ 108584 h 138429"/>
                <a:gd name="connsiteX1408" fmla="*/ 835025 w 4940931"/>
                <a:gd name="connsiteY1408" fmla="*/ 108584 h 138429"/>
                <a:gd name="connsiteX1409" fmla="*/ 835025 w 4940931"/>
                <a:gd name="connsiteY1409" fmla="*/ 64769 h 138429"/>
                <a:gd name="connsiteX1410" fmla="*/ 831215 w 4940931"/>
                <a:gd name="connsiteY1410" fmla="*/ 48894 h 138429"/>
                <a:gd name="connsiteX1411" fmla="*/ 819150 w 4940931"/>
                <a:gd name="connsiteY1411" fmla="*/ 43814 h 138429"/>
                <a:gd name="connsiteX1412" fmla="*/ 812800 w 4940931"/>
                <a:gd name="connsiteY1412" fmla="*/ 45084 h 138429"/>
                <a:gd name="connsiteX1413" fmla="*/ 807720 w 4940931"/>
                <a:gd name="connsiteY1413" fmla="*/ 48894 h 138429"/>
                <a:gd name="connsiteX1414" fmla="*/ 804545 w 4940931"/>
                <a:gd name="connsiteY1414" fmla="*/ 55244 h 138429"/>
                <a:gd name="connsiteX1415" fmla="*/ 803275 w 4940931"/>
                <a:gd name="connsiteY1415" fmla="*/ 63499 h 138429"/>
                <a:gd name="connsiteX1416" fmla="*/ 803275 w 4940931"/>
                <a:gd name="connsiteY1416" fmla="*/ 109219 h 138429"/>
                <a:gd name="connsiteX1417" fmla="*/ 788035 w 4940931"/>
                <a:gd name="connsiteY1417" fmla="*/ 109219 h 138429"/>
                <a:gd name="connsiteX1418" fmla="*/ 788035 w 4940931"/>
                <a:gd name="connsiteY1418" fmla="*/ 8889 h 138429"/>
                <a:gd name="connsiteX1419" fmla="*/ 104774 w 4940931"/>
                <a:gd name="connsiteY1419" fmla="*/ 634 h 138429"/>
                <a:gd name="connsiteX1420" fmla="*/ 104774 w 4940931"/>
                <a:gd name="connsiteY1420" fmla="*/ 38099 h 138429"/>
                <a:gd name="connsiteX1421" fmla="*/ 108584 w 4940931"/>
                <a:gd name="connsiteY1421" fmla="*/ 34289 h 138429"/>
                <a:gd name="connsiteX1422" fmla="*/ 113029 w 4940931"/>
                <a:gd name="connsiteY1422" fmla="*/ 31114 h 138429"/>
                <a:gd name="connsiteX1423" fmla="*/ 118744 w 4940931"/>
                <a:gd name="connsiteY1423" fmla="*/ 29209 h 138429"/>
                <a:gd name="connsiteX1424" fmla="*/ 124459 w 4940931"/>
                <a:gd name="connsiteY1424" fmla="*/ 29209 h 138429"/>
                <a:gd name="connsiteX1425" fmla="*/ 136524 w 4940931"/>
                <a:gd name="connsiteY1425" fmla="*/ 31749 h 138429"/>
                <a:gd name="connsiteX1426" fmla="*/ 145414 w 4940931"/>
                <a:gd name="connsiteY1426" fmla="*/ 38099 h 138429"/>
                <a:gd name="connsiteX1427" fmla="*/ 150494 w 4940931"/>
                <a:gd name="connsiteY1427" fmla="*/ 49529 h 138429"/>
                <a:gd name="connsiteX1428" fmla="*/ 152399 w 4940931"/>
                <a:gd name="connsiteY1428" fmla="*/ 64134 h 138429"/>
                <a:gd name="connsiteX1429" fmla="*/ 152399 w 4940931"/>
                <a:gd name="connsiteY1429" fmla="*/ 108584 h 138429"/>
                <a:gd name="connsiteX1430" fmla="*/ 137159 w 4940931"/>
                <a:gd name="connsiteY1430" fmla="*/ 108584 h 138429"/>
                <a:gd name="connsiteX1431" fmla="*/ 136524 w 4940931"/>
                <a:gd name="connsiteY1431" fmla="*/ 108584 h 138429"/>
                <a:gd name="connsiteX1432" fmla="*/ 136524 w 4940931"/>
                <a:gd name="connsiteY1432" fmla="*/ 64769 h 138429"/>
                <a:gd name="connsiteX1433" fmla="*/ 132714 w 4940931"/>
                <a:gd name="connsiteY1433" fmla="*/ 48894 h 138429"/>
                <a:gd name="connsiteX1434" fmla="*/ 120649 w 4940931"/>
                <a:gd name="connsiteY1434" fmla="*/ 43814 h 138429"/>
                <a:gd name="connsiteX1435" fmla="*/ 114299 w 4940931"/>
                <a:gd name="connsiteY1435" fmla="*/ 45084 h 138429"/>
                <a:gd name="connsiteX1436" fmla="*/ 109219 w 4940931"/>
                <a:gd name="connsiteY1436" fmla="*/ 48894 h 138429"/>
                <a:gd name="connsiteX1437" fmla="*/ 106044 w 4940931"/>
                <a:gd name="connsiteY1437" fmla="*/ 55244 h 138429"/>
                <a:gd name="connsiteX1438" fmla="*/ 104774 w 4940931"/>
                <a:gd name="connsiteY1438" fmla="*/ 63499 h 138429"/>
                <a:gd name="connsiteX1439" fmla="*/ 104774 w 4940931"/>
                <a:gd name="connsiteY1439" fmla="*/ 109219 h 138429"/>
                <a:gd name="connsiteX1440" fmla="*/ 89534 w 4940931"/>
                <a:gd name="connsiteY1440" fmla="*/ 109219 h 138429"/>
                <a:gd name="connsiteX1441" fmla="*/ 89534 w 4940931"/>
                <a:gd name="connsiteY1441" fmla="*/ 8889 h 138429"/>
                <a:gd name="connsiteX1442" fmla="*/ 3894450 w 4940931"/>
                <a:gd name="connsiteY1442" fmla="*/ 0 h 138429"/>
                <a:gd name="connsiteX1443" fmla="*/ 3894450 w 4940931"/>
                <a:gd name="connsiteY1443" fmla="*/ 30480 h 138429"/>
                <a:gd name="connsiteX1444" fmla="*/ 3913500 w 4940931"/>
                <a:gd name="connsiteY1444" fmla="*/ 30480 h 138429"/>
                <a:gd name="connsiteX1445" fmla="*/ 3913500 w 4940931"/>
                <a:gd name="connsiteY1445" fmla="*/ 44450 h 138429"/>
                <a:gd name="connsiteX1446" fmla="*/ 3894450 w 4940931"/>
                <a:gd name="connsiteY1446" fmla="*/ 44450 h 138429"/>
                <a:gd name="connsiteX1447" fmla="*/ 3894450 w 4940931"/>
                <a:gd name="connsiteY1447" fmla="*/ 86995 h 138429"/>
                <a:gd name="connsiteX1448" fmla="*/ 3894450 w 4940931"/>
                <a:gd name="connsiteY1448" fmla="*/ 91440 h 138429"/>
                <a:gd name="connsiteX1449" fmla="*/ 3895720 w 4940931"/>
                <a:gd name="connsiteY1449" fmla="*/ 94615 h 138429"/>
                <a:gd name="connsiteX1450" fmla="*/ 3898260 w 4940931"/>
                <a:gd name="connsiteY1450" fmla="*/ 95885 h 138429"/>
                <a:gd name="connsiteX1451" fmla="*/ 3902070 w 4940931"/>
                <a:gd name="connsiteY1451" fmla="*/ 95885 h 138429"/>
                <a:gd name="connsiteX1452" fmla="*/ 3908420 w 4940931"/>
                <a:gd name="connsiteY1452" fmla="*/ 95250 h 138429"/>
                <a:gd name="connsiteX1453" fmla="*/ 3913500 w 4940931"/>
                <a:gd name="connsiteY1453" fmla="*/ 93345 h 138429"/>
                <a:gd name="connsiteX1454" fmla="*/ 3911595 w 4940931"/>
                <a:gd name="connsiteY1454" fmla="*/ 106680 h 138429"/>
                <a:gd name="connsiteX1455" fmla="*/ 3905245 w 4940931"/>
                <a:gd name="connsiteY1455" fmla="*/ 109220 h 138429"/>
                <a:gd name="connsiteX1456" fmla="*/ 3896990 w 4940931"/>
                <a:gd name="connsiteY1456" fmla="*/ 110490 h 138429"/>
                <a:gd name="connsiteX1457" fmla="*/ 3890005 w 4940931"/>
                <a:gd name="connsiteY1457" fmla="*/ 109220 h 138429"/>
                <a:gd name="connsiteX1458" fmla="*/ 3884290 w 4940931"/>
                <a:gd name="connsiteY1458" fmla="*/ 105410 h 138429"/>
                <a:gd name="connsiteX1459" fmla="*/ 3880480 w 4940931"/>
                <a:gd name="connsiteY1459" fmla="*/ 99060 h 138429"/>
                <a:gd name="connsiteX1460" fmla="*/ 3879210 w 4940931"/>
                <a:gd name="connsiteY1460" fmla="*/ 89535 h 138429"/>
                <a:gd name="connsiteX1461" fmla="*/ 3879210 w 4940931"/>
                <a:gd name="connsiteY1461" fmla="*/ 44450 h 138429"/>
                <a:gd name="connsiteX1462" fmla="*/ 3868415 w 4940931"/>
                <a:gd name="connsiteY1462" fmla="*/ 44450 h 138429"/>
                <a:gd name="connsiteX1463" fmla="*/ 3868415 w 4940931"/>
                <a:gd name="connsiteY1463" fmla="*/ 30480 h 138429"/>
                <a:gd name="connsiteX1464" fmla="*/ 3879210 w 4940931"/>
                <a:gd name="connsiteY1464" fmla="*/ 30480 h 138429"/>
                <a:gd name="connsiteX1465" fmla="*/ 3879210 w 4940931"/>
                <a:gd name="connsiteY1465" fmla="*/ 8255 h 138429"/>
                <a:gd name="connsiteX1466" fmla="*/ 3664581 w 4940931"/>
                <a:gd name="connsiteY1466" fmla="*/ 0 h 138429"/>
                <a:gd name="connsiteX1467" fmla="*/ 3664581 w 4940931"/>
                <a:gd name="connsiteY1467" fmla="*/ 30480 h 138429"/>
                <a:gd name="connsiteX1468" fmla="*/ 3683631 w 4940931"/>
                <a:gd name="connsiteY1468" fmla="*/ 30480 h 138429"/>
                <a:gd name="connsiteX1469" fmla="*/ 3683631 w 4940931"/>
                <a:gd name="connsiteY1469" fmla="*/ 44450 h 138429"/>
                <a:gd name="connsiteX1470" fmla="*/ 3664581 w 4940931"/>
                <a:gd name="connsiteY1470" fmla="*/ 44450 h 138429"/>
                <a:gd name="connsiteX1471" fmla="*/ 3664581 w 4940931"/>
                <a:gd name="connsiteY1471" fmla="*/ 86995 h 138429"/>
                <a:gd name="connsiteX1472" fmla="*/ 3664581 w 4940931"/>
                <a:gd name="connsiteY1472" fmla="*/ 91440 h 138429"/>
                <a:gd name="connsiteX1473" fmla="*/ 3665851 w 4940931"/>
                <a:gd name="connsiteY1473" fmla="*/ 94615 h 138429"/>
                <a:gd name="connsiteX1474" fmla="*/ 3668391 w 4940931"/>
                <a:gd name="connsiteY1474" fmla="*/ 95885 h 138429"/>
                <a:gd name="connsiteX1475" fmla="*/ 3672201 w 4940931"/>
                <a:gd name="connsiteY1475" fmla="*/ 95885 h 138429"/>
                <a:gd name="connsiteX1476" fmla="*/ 3678551 w 4940931"/>
                <a:gd name="connsiteY1476" fmla="*/ 95250 h 138429"/>
                <a:gd name="connsiteX1477" fmla="*/ 3683631 w 4940931"/>
                <a:gd name="connsiteY1477" fmla="*/ 93345 h 138429"/>
                <a:gd name="connsiteX1478" fmla="*/ 3681726 w 4940931"/>
                <a:gd name="connsiteY1478" fmla="*/ 106680 h 138429"/>
                <a:gd name="connsiteX1479" fmla="*/ 3675376 w 4940931"/>
                <a:gd name="connsiteY1479" fmla="*/ 109220 h 138429"/>
                <a:gd name="connsiteX1480" fmla="*/ 3667121 w 4940931"/>
                <a:gd name="connsiteY1480" fmla="*/ 110490 h 138429"/>
                <a:gd name="connsiteX1481" fmla="*/ 3660136 w 4940931"/>
                <a:gd name="connsiteY1481" fmla="*/ 109220 h 138429"/>
                <a:gd name="connsiteX1482" fmla="*/ 3654421 w 4940931"/>
                <a:gd name="connsiteY1482" fmla="*/ 105410 h 138429"/>
                <a:gd name="connsiteX1483" fmla="*/ 3650611 w 4940931"/>
                <a:gd name="connsiteY1483" fmla="*/ 99060 h 138429"/>
                <a:gd name="connsiteX1484" fmla="*/ 3649341 w 4940931"/>
                <a:gd name="connsiteY1484" fmla="*/ 89535 h 138429"/>
                <a:gd name="connsiteX1485" fmla="*/ 3649341 w 4940931"/>
                <a:gd name="connsiteY1485" fmla="*/ 44450 h 138429"/>
                <a:gd name="connsiteX1486" fmla="*/ 3638546 w 4940931"/>
                <a:gd name="connsiteY1486" fmla="*/ 44450 h 138429"/>
                <a:gd name="connsiteX1487" fmla="*/ 3638546 w 4940931"/>
                <a:gd name="connsiteY1487" fmla="*/ 30480 h 138429"/>
                <a:gd name="connsiteX1488" fmla="*/ 3649341 w 4940931"/>
                <a:gd name="connsiteY1488" fmla="*/ 30480 h 138429"/>
                <a:gd name="connsiteX1489" fmla="*/ 3649341 w 4940931"/>
                <a:gd name="connsiteY1489" fmla="*/ 8255 h 138429"/>
                <a:gd name="connsiteX1490" fmla="*/ 3610605 w 4940931"/>
                <a:gd name="connsiteY1490" fmla="*/ 0 h 138429"/>
                <a:gd name="connsiteX1491" fmla="*/ 3610605 w 4940931"/>
                <a:gd name="connsiteY1491" fmla="*/ 30480 h 138429"/>
                <a:gd name="connsiteX1492" fmla="*/ 3629655 w 4940931"/>
                <a:gd name="connsiteY1492" fmla="*/ 30480 h 138429"/>
                <a:gd name="connsiteX1493" fmla="*/ 3629655 w 4940931"/>
                <a:gd name="connsiteY1493" fmla="*/ 44450 h 138429"/>
                <a:gd name="connsiteX1494" fmla="*/ 3610605 w 4940931"/>
                <a:gd name="connsiteY1494" fmla="*/ 44450 h 138429"/>
                <a:gd name="connsiteX1495" fmla="*/ 3610605 w 4940931"/>
                <a:gd name="connsiteY1495" fmla="*/ 86995 h 138429"/>
                <a:gd name="connsiteX1496" fmla="*/ 3610605 w 4940931"/>
                <a:gd name="connsiteY1496" fmla="*/ 91440 h 138429"/>
                <a:gd name="connsiteX1497" fmla="*/ 3611875 w 4940931"/>
                <a:gd name="connsiteY1497" fmla="*/ 94615 h 138429"/>
                <a:gd name="connsiteX1498" fmla="*/ 3614415 w 4940931"/>
                <a:gd name="connsiteY1498" fmla="*/ 95885 h 138429"/>
                <a:gd name="connsiteX1499" fmla="*/ 3618225 w 4940931"/>
                <a:gd name="connsiteY1499" fmla="*/ 95885 h 138429"/>
                <a:gd name="connsiteX1500" fmla="*/ 3624575 w 4940931"/>
                <a:gd name="connsiteY1500" fmla="*/ 95250 h 138429"/>
                <a:gd name="connsiteX1501" fmla="*/ 3629655 w 4940931"/>
                <a:gd name="connsiteY1501" fmla="*/ 93345 h 138429"/>
                <a:gd name="connsiteX1502" fmla="*/ 3627750 w 4940931"/>
                <a:gd name="connsiteY1502" fmla="*/ 106680 h 138429"/>
                <a:gd name="connsiteX1503" fmla="*/ 3621400 w 4940931"/>
                <a:gd name="connsiteY1503" fmla="*/ 109220 h 138429"/>
                <a:gd name="connsiteX1504" fmla="*/ 3613145 w 4940931"/>
                <a:gd name="connsiteY1504" fmla="*/ 110490 h 138429"/>
                <a:gd name="connsiteX1505" fmla="*/ 3606160 w 4940931"/>
                <a:gd name="connsiteY1505" fmla="*/ 109220 h 138429"/>
                <a:gd name="connsiteX1506" fmla="*/ 3600445 w 4940931"/>
                <a:gd name="connsiteY1506" fmla="*/ 105410 h 138429"/>
                <a:gd name="connsiteX1507" fmla="*/ 3596635 w 4940931"/>
                <a:gd name="connsiteY1507" fmla="*/ 99060 h 138429"/>
                <a:gd name="connsiteX1508" fmla="*/ 3595365 w 4940931"/>
                <a:gd name="connsiteY1508" fmla="*/ 89535 h 138429"/>
                <a:gd name="connsiteX1509" fmla="*/ 3595365 w 4940931"/>
                <a:gd name="connsiteY1509" fmla="*/ 44450 h 138429"/>
                <a:gd name="connsiteX1510" fmla="*/ 3584570 w 4940931"/>
                <a:gd name="connsiteY1510" fmla="*/ 44450 h 138429"/>
                <a:gd name="connsiteX1511" fmla="*/ 3584570 w 4940931"/>
                <a:gd name="connsiteY1511" fmla="*/ 30480 h 138429"/>
                <a:gd name="connsiteX1512" fmla="*/ 3595365 w 4940931"/>
                <a:gd name="connsiteY1512" fmla="*/ 30480 h 138429"/>
                <a:gd name="connsiteX1513" fmla="*/ 3595365 w 4940931"/>
                <a:gd name="connsiteY1513" fmla="*/ 8255 h 138429"/>
                <a:gd name="connsiteX1514" fmla="*/ 3445505 w 4940931"/>
                <a:gd name="connsiteY1514" fmla="*/ 0 h 138429"/>
                <a:gd name="connsiteX1515" fmla="*/ 3445505 w 4940931"/>
                <a:gd name="connsiteY1515" fmla="*/ 37465 h 138429"/>
                <a:gd name="connsiteX1516" fmla="*/ 3449950 w 4940931"/>
                <a:gd name="connsiteY1516" fmla="*/ 33655 h 138429"/>
                <a:gd name="connsiteX1517" fmla="*/ 3453760 w 4940931"/>
                <a:gd name="connsiteY1517" fmla="*/ 31115 h 138429"/>
                <a:gd name="connsiteX1518" fmla="*/ 3458840 w 4940931"/>
                <a:gd name="connsiteY1518" fmla="*/ 29210 h 138429"/>
                <a:gd name="connsiteX1519" fmla="*/ 3465825 w 4940931"/>
                <a:gd name="connsiteY1519" fmla="*/ 28575 h 138429"/>
                <a:gd name="connsiteX1520" fmla="*/ 3477890 w 4940931"/>
                <a:gd name="connsiteY1520" fmla="*/ 31115 h 138429"/>
                <a:gd name="connsiteX1521" fmla="*/ 3487415 w 4940931"/>
                <a:gd name="connsiteY1521" fmla="*/ 38735 h 138429"/>
                <a:gd name="connsiteX1522" fmla="*/ 3493765 w 4940931"/>
                <a:gd name="connsiteY1522" fmla="*/ 51435 h 138429"/>
                <a:gd name="connsiteX1523" fmla="*/ 3496305 w 4940931"/>
                <a:gd name="connsiteY1523" fmla="*/ 70485 h 138429"/>
                <a:gd name="connsiteX1524" fmla="*/ 3495670 w 4940931"/>
                <a:gd name="connsiteY1524" fmla="*/ 71120 h 138429"/>
                <a:gd name="connsiteX1525" fmla="*/ 3493130 w 4940931"/>
                <a:gd name="connsiteY1525" fmla="*/ 88265 h 138429"/>
                <a:gd name="connsiteX1526" fmla="*/ 3486145 w 4940931"/>
                <a:gd name="connsiteY1526" fmla="*/ 100330 h 138429"/>
                <a:gd name="connsiteX1527" fmla="*/ 3476620 w 4940931"/>
                <a:gd name="connsiteY1527" fmla="*/ 107315 h 138429"/>
                <a:gd name="connsiteX1528" fmla="*/ 3465190 w 4940931"/>
                <a:gd name="connsiteY1528" fmla="*/ 109855 h 138429"/>
                <a:gd name="connsiteX1529" fmla="*/ 3454395 w 4940931"/>
                <a:gd name="connsiteY1529" fmla="*/ 107315 h 138429"/>
                <a:gd name="connsiteX1530" fmla="*/ 3445505 w 4940931"/>
                <a:gd name="connsiteY1530" fmla="*/ 100965 h 138429"/>
                <a:gd name="connsiteX1531" fmla="*/ 3445505 w 4940931"/>
                <a:gd name="connsiteY1531" fmla="*/ 107950 h 138429"/>
                <a:gd name="connsiteX1532" fmla="*/ 3430265 w 4940931"/>
                <a:gd name="connsiteY1532" fmla="*/ 107950 h 138429"/>
                <a:gd name="connsiteX1533" fmla="*/ 3430265 w 4940931"/>
                <a:gd name="connsiteY1533" fmla="*/ 7620 h 138429"/>
                <a:gd name="connsiteX1534" fmla="*/ 2380611 w 4940931"/>
                <a:gd name="connsiteY1534" fmla="*/ 0 h 138429"/>
                <a:gd name="connsiteX1535" fmla="*/ 2380611 w 4940931"/>
                <a:gd name="connsiteY1535" fmla="*/ 30480 h 138429"/>
                <a:gd name="connsiteX1536" fmla="*/ 2399661 w 4940931"/>
                <a:gd name="connsiteY1536" fmla="*/ 30480 h 138429"/>
                <a:gd name="connsiteX1537" fmla="*/ 2399661 w 4940931"/>
                <a:gd name="connsiteY1537" fmla="*/ 44450 h 138429"/>
                <a:gd name="connsiteX1538" fmla="*/ 2380611 w 4940931"/>
                <a:gd name="connsiteY1538" fmla="*/ 44450 h 138429"/>
                <a:gd name="connsiteX1539" fmla="*/ 2380611 w 4940931"/>
                <a:gd name="connsiteY1539" fmla="*/ 86995 h 138429"/>
                <a:gd name="connsiteX1540" fmla="*/ 2380611 w 4940931"/>
                <a:gd name="connsiteY1540" fmla="*/ 91440 h 138429"/>
                <a:gd name="connsiteX1541" fmla="*/ 2381881 w 4940931"/>
                <a:gd name="connsiteY1541" fmla="*/ 94615 h 138429"/>
                <a:gd name="connsiteX1542" fmla="*/ 2384421 w 4940931"/>
                <a:gd name="connsiteY1542" fmla="*/ 95885 h 138429"/>
                <a:gd name="connsiteX1543" fmla="*/ 2388231 w 4940931"/>
                <a:gd name="connsiteY1543" fmla="*/ 95885 h 138429"/>
                <a:gd name="connsiteX1544" fmla="*/ 2394581 w 4940931"/>
                <a:gd name="connsiteY1544" fmla="*/ 95250 h 138429"/>
                <a:gd name="connsiteX1545" fmla="*/ 2399661 w 4940931"/>
                <a:gd name="connsiteY1545" fmla="*/ 93345 h 138429"/>
                <a:gd name="connsiteX1546" fmla="*/ 2397756 w 4940931"/>
                <a:gd name="connsiteY1546" fmla="*/ 106680 h 138429"/>
                <a:gd name="connsiteX1547" fmla="*/ 2391406 w 4940931"/>
                <a:gd name="connsiteY1547" fmla="*/ 109220 h 138429"/>
                <a:gd name="connsiteX1548" fmla="*/ 2383151 w 4940931"/>
                <a:gd name="connsiteY1548" fmla="*/ 110490 h 138429"/>
                <a:gd name="connsiteX1549" fmla="*/ 2376166 w 4940931"/>
                <a:gd name="connsiteY1549" fmla="*/ 109220 h 138429"/>
                <a:gd name="connsiteX1550" fmla="*/ 2370451 w 4940931"/>
                <a:gd name="connsiteY1550" fmla="*/ 105410 h 138429"/>
                <a:gd name="connsiteX1551" fmla="*/ 2366641 w 4940931"/>
                <a:gd name="connsiteY1551" fmla="*/ 99060 h 138429"/>
                <a:gd name="connsiteX1552" fmla="*/ 2365371 w 4940931"/>
                <a:gd name="connsiteY1552" fmla="*/ 89535 h 138429"/>
                <a:gd name="connsiteX1553" fmla="*/ 2365371 w 4940931"/>
                <a:gd name="connsiteY1553" fmla="*/ 44450 h 138429"/>
                <a:gd name="connsiteX1554" fmla="*/ 2354576 w 4940931"/>
                <a:gd name="connsiteY1554" fmla="*/ 44450 h 138429"/>
                <a:gd name="connsiteX1555" fmla="*/ 2354576 w 4940931"/>
                <a:gd name="connsiteY1555" fmla="*/ 30480 h 138429"/>
                <a:gd name="connsiteX1556" fmla="*/ 2365371 w 4940931"/>
                <a:gd name="connsiteY1556" fmla="*/ 30480 h 138429"/>
                <a:gd name="connsiteX1557" fmla="*/ 2365371 w 4940931"/>
                <a:gd name="connsiteY1557" fmla="*/ 8255 h 138429"/>
                <a:gd name="connsiteX1558" fmla="*/ 2150741 w 4940931"/>
                <a:gd name="connsiteY1558" fmla="*/ 0 h 138429"/>
                <a:gd name="connsiteX1559" fmla="*/ 2150741 w 4940931"/>
                <a:gd name="connsiteY1559" fmla="*/ 30480 h 138429"/>
                <a:gd name="connsiteX1560" fmla="*/ 2169791 w 4940931"/>
                <a:gd name="connsiteY1560" fmla="*/ 30480 h 138429"/>
                <a:gd name="connsiteX1561" fmla="*/ 2169791 w 4940931"/>
                <a:gd name="connsiteY1561" fmla="*/ 44450 h 138429"/>
                <a:gd name="connsiteX1562" fmla="*/ 2150741 w 4940931"/>
                <a:gd name="connsiteY1562" fmla="*/ 44450 h 138429"/>
                <a:gd name="connsiteX1563" fmla="*/ 2150741 w 4940931"/>
                <a:gd name="connsiteY1563" fmla="*/ 86995 h 138429"/>
                <a:gd name="connsiteX1564" fmla="*/ 2150741 w 4940931"/>
                <a:gd name="connsiteY1564" fmla="*/ 91440 h 138429"/>
                <a:gd name="connsiteX1565" fmla="*/ 2152011 w 4940931"/>
                <a:gd name="connsiteY1565" fmla="*/ 94615 h 138429"/>
                <a:gd name="connsiteX1566" fmla="*/ 2154551 w 4940931"/>
                <a:gd name="connsiteY1566" fmla="*/ 95885 h 138429"/>
                <a:gd name="connsiteX1567" fmla="*/ 2158361 w 4940931"/>
                <a:gd name="connsiteY1567" fmla="*/ 95885 h 138429"/>
                <a:gd name="connsiteX1568" fmla="*/ 2164711 w 4940931"/>
                <a:gd name="connsiteY1568" fmla="*/ 95250 h 138429"/>
                <a:gd name="connsiteX1569" fmla="*/ 2169791 w 4940931"/>
                <a:gd name="connsiteY1569" fmla="*/ 93345 h 138429"/>
                <a:gd name="connsiteX1570" fmla="*/ 2167886 w 4940931"/>
                <a:gd name="connsiteY1570" fmla="*/ 106680 h 138429"/>
                <a:gd name="connsiteX1571" fmla="*/ 2161536 w 4940931"/>
                <a:gd name="connsiteY1571" fmla="*/ 109220 h 138429"/>
                <a:gd name="connsiteX1572" fmla="*/ 2153281 w 4940931"/>
                <a:gd name="connsiteY1572" fmla="*/ 110490 h 138429"/>
                <a:gd name="connsiteX1573" fmla="*/ 2146296 w 4940931"/>
                <a:gd name="connsiteY1573" fmla="*/ 109220 h 138429"/>
                <a:gd name="connsiteX1574" fmla="*/ 2140581 w 4940931"/>
                <a:gd name="connsiteY1574" fmla="*/ 105410 h 138429"/>
                <a:gd name="connsiteX1575" fmla="*/ 2136771 w 4940931"/>
                <a:gd name="connsiteY1575" fmla="*/ 99060 h 138429"/>
                <a:gd name="connsiteX1576" fmla="*/ 2135501 w 4940931"/>
                <a:gd name="connsiteY1576" fmla="*/ 89535 h 138429"/>
                <a:gd name="connsiteX1577" fmla="*/ 2135501 w 4940931"/>
                <a:gd name="connsiteY1577" fmla="*/ 44450 h 138429"/>
                <a:gd name="connsiteX1578" fmla="*/ 2124706 w 4940931"/>
                <a:gd name="connsiteY1578" fmla="*/ 44450 h 138429"/>
                <a:gd name="connsiteX1579" fmla="*/ 2124706 w 4940931"/>
                <a:gd name="connsiteY1579" fmla="*/ 30480 h 138429"/>
                <a:gd name="connsiteX1580" fmla="*/ 2135501 w 4940931"/>
                <a:gd name="connsiteY1580" fmla="*/ 30480 h 138429"/>
                <a:gd name="connsiteX1581" fmla="*/ 2135501 w 4940931"/>
                <a:gd name="connsiteY1581" fmla="*/ 8255 h 138429"/>
                <a:gd name="connsiteX1582" fmla="*/ 2096131 w 4940931"/>
                <a:gd name="connsiteY1582" fmla="*/ 0 h 138429"/>
                <a:gd name="connsiteX1583" fmla="*/ 2096131 w 4940931"/>
                <a:gd name="connsiteY1583" fmla="*/ 30480 h 138429"/>
                <a:gd name="connsiteX1584" fmla="*/ 2115181 w 4940931"/>
                <a:gd name="connsiteY1584" fmla="*/ 30480 h 138429"/>
                <a:gd name="connsiteX1585" fmla="*/ 2115181 w 4940931"/>
                <a:gd name="connsiteY1585" fmla="*/ 44450 h 138429"/>
                <a:gd name="connsiteX1586" fmla="*/ 2096131 w 4940931"/>
                <a:gd name="connsiteY1586" fmla="*/ 44450 h 138429"/>
                <a:gd name="connsiteX1587" fmla="*/ 2096131 w 4940931"/>
                <a:gd name="connsiteY1587" fmla="*/ 86995 h 138429"/>
                <a:gd name="connsiteX1588" fmla="*/ 2096131 w 4940931"/>
                <a:gd name="connsiteY1588" fmla="*/ 91440 h 138429"/>
                <a:gd name="connsiteX1589" fmla="*/ 2097401 w 4940931"/>
                <a:gd name="connsiteY1589" fmla="*/ 94615 h 138429"/>
                <a:gd name="connsiteX1590" fmla="*/ 2099941 w 4940931"/>
                <a:gd name="connsiteY1590" fmla="*/ 95885 h 138429"/>
                <a:gd name="connsiteX1591" fmla="*/ 2103751 w 4940931"/>
                <a:gd name="connsiteY1591" fmla="*/ 95885 h 138429"/>
                <a:gd name="connsiteX1592" fmla="*/ 2110101 w 4940931"/>
                <a:gd name="connsiteY1592" fmla="*/ 95250 h 138429"/>
                <a:gd name="connsiteX1593" fmla="*/ 2115181 w 4940931"/>
                <a:gd name="connsiteY1593" fmla="*/ 93345 h 138429"/>
                <a:gd name="connsiteX1594" fmla="*/ 2113276 w 4940931"/>
                <a:gd name="connsiteY1594" fmla="*/ 106680 h 138429"/>
                <a:gd name="connsiteX1595" fmla="*/ 2106926 w 4940931"/>
                <a:gd name="connsiteY1595" fmla="*/ 109220 h 138429"/>
                <a:gd name="connsiteX1596" fmla="*/ 2098671 w 4940931"/>
                <a:gd name="connsiteY1596" fmla="*/ 110490 h 138429"/>
                <a:gd name="connsiteX1597" fmla="*/ 2091686 w 4940931"/>
                <a:gd name="connsiteY1597" fmla="*/ 109220 h 138429"/>
                <a:gd name="connsiteX1598" fmla="*/ 2085971 w 4940931"/>
                <a:gd name="connsiteY1598" fmla="*/ 105410 h 138429"/>
                <a:gd name="connsiteX1599" fmla="*/ 2082161 w 4940931"/>
                <a:gd name="connsiteY1599" fmla="*/ 99060 h 138429"/>
                <a:gd name="connsiteX1600" fmla="*/ 2080891 w 4940931"/>
                <a:gd name="connsiteY1600" fmla="*/ 89535 h 138429"/>
                <a:gd name="connsiteX1601" fmla="*/ 2080891 w 4940931"/>
                <a:gd name="connsiteY1601" fmla="*/ 44450 h 138429"/>
                <a:gd name="connsiteX1602" fmla="*/ 2070096 w 4940931"/>
                <a:gd name="connsiteY1602" fmla="*/ 44450 h 138429"/>
                <a:gd name="connsiteX1603" fmla="*/ 2070096 w 4940931"/>
                <a:gd name="connsiteY1603" fmla="*/ 30480 h 138429"/>
                <a:gd name="connsiteX1604" fmla="*/ 2080891 w 4940931"/>
                <a:gd name="connsiteY1604" fmla="*/ 30480 h 138429"/>
                <a:gd name="connsiteX1605" fmla="*/ 2080891 w 4940931"/>
                <a:gd name="connsiteY1605" fmla="*/ 8255 h 138429"/>
                <a:gd name="connsiteX1606" fmla="*/ 1931665 w 4940931"/>
                <a:gd name="connsiteY1606" fmla="*/ 0 h 138429"/>
                <a:gd name="connsiteX1607" fmla="*/ 1931665 w 4940931"/>
                <a:gd name="connsiteY1607" fmla="*/ 37465 h 138429"/>
                <a:gd name="connsiteX1608" fmla="*/ 1936110 w 4940931"/>
                <a:gd name="connsiteY1608" fmla="*/ 33655 h 138429"/>
                <a:gd name="connsiteX1609" fmla="*/ 1939920 w 4940931"/>
                <a:gd name="connsiteY1609" fmla="*/ 31115 h 138429"/>
                <a:gd name="connsiteX1610" fmla="*/ 1945000 w 4940931"/>
                <a:gd name="connsiteY1610" fmla="*/ 29210 h 138429"/>
                <a:gd name="connsiteX1611" fmla="*/ 1951985 w 4940931"/>
                <a:gd name="connsiteY1611" fmla="*/ 28575 h 138429"/>
                <a:gd name="connsiteX1612" fmla="*/ 1964050 w 4940931"/>
                <a:gd name="connsiteY1612" fmla="*/ 31115 h 138429"/>
                <a:gd name="connsiteX1613" fmla="*/ 1973575 w 4940931"/>
                <a:gd name="connsiteY1613" fmla="*/ 38735 h 138429"/>
                <a:gd name="connsiteX1614" fmla="*/ 1979925 w 4940931"/>
                <a:gd name="connsiteY1614" fmla="*/ 51435 h 138429"/>
                <a:gd name="connsiteX1615" fmla="*/ 1982465 w 4940931"/>
                <a:gd name="connsiteY1615" fmla="*/ 70485 h 138429"/>
                <a:gd name="connsiteX1616" fmla="*/ 1981830 w 4940931"/>
                <a:gd name="connsiteY1616" fmla="*/ 71120 h 138429"/>
                <a:gd name="connsiteX1617" fmla="*/ 1979290 w 4940931"/>
                <a:gd name="connsiteY1617" fmla="*/ 88265 h 138429"/>
                <a:gd name="connsiteX1618" fmla="*/ 1972305 w 4940931"/>
                <a:gd name="connsiteY1618" fmla="*/ 100330 h 138429"/>
                <a:gd name="connsiteX1619" fmla="*/ 1962780 w 4940931"/>
                <a:gd name="connsiteY1619" fmla="*/ 107315 h 138429"/>
                <a:gd name="connsiteX1620" fmla="*/ 1951350 w 4940931"/>
                <a:gd name="connsiteY1620" fmla="*/ 109855 h 138429"/>
                <a:gd name="connsiteX1621" fmla="*/ 1940555 w 4940931"/>
                <a:gd name="connsiteY1621" fmla="*/ 107315 h 138429"/>
                <a:gd name="connsiteX1622" fmla="*/ 1931665 w 4940931"/>
                <a:gd name="connsiteY1622" fmla="*/ 100965 h 138429"/>
                <a:gd name="connsiteX1623" fmla="*/ 1931665 w 4940931"/>
                <a:gd name="connsiteY1623" fmla="*/ 107950 h 138429"/>
                <a:gd name="connsiteX1624" fmla="*/ 1916425 w 4940931"/>
                <a:gd name="connsiteY1624" fmla="*/ 107950 h 138429"/>
                <a:gd name="connsiteX1625" fmla="*/ 1916425 w 4940931"/>
                <a:gd name="connsiteY1625" fmla="*/ 7620 h 138429"/>
                <a:gd name="connsiteX1626" fmla="*/ 1316991 w 4940931"/>
                <a:gd name="connsiteY1626" fmla="*/ 0 h 138429"/>
                <a:gd name="connsiteX1627" fmla="*/ 1316991 w 4940931"/>
                <a:gd name="connsiteY1627" fmla="*/ 30480 h 138429"/>
                <a:gd name="connsiteX1628" fmla="*/ 1336041 w 4940931"/>
                <a:gd name="connsiteY1628" fmla="*/ 30480 h 138429"/>
                <a:gd name="connsiteX1629" fmla="*/ 1336041 w 4940931"/>
                <a:gd name="connsiteY1629" fmla="*/ 44450 h 138429"/>
                <a:gd name="connsiteX1630" fmla="*/ 1316991 w 4940931"/>
                <a:gd name="connsiteY1630" fmla="*/ 44450 h 138429"/>
                <a:gd name="connsiteX1631" fmla="*/ 1316991 w 4940931"/>
                <a:gd name="connsiteY1631" fmla="*/ 86995 h 138429"/>
                <a:gd name="connsiteX1632" fmla="*/ 1316991 w 4940931"/>
                <a:gd name="connsiteY1632" fmla="*/ 91440 h 138429"/>
                <a:gd name="connsiteX1633" fmla="*/ 1318261 w 4940931"/>
                <a:gd name="connsiteY1633" fmla="*/ 94615 h 138429"/>
                <a:gd name="connsiteX1634" fmla="*/ 1320801 w 4940931"/>
                <a:gd name="connsiteY1634" fmla="*/ 95885 h 138429"/>
                <a:gd name="connsiteX1635" fmla="*/ 1324611 w 4940931"/>
                <a:gd name="connsiteY1635" fmla="*/ 95885 h 138429"/>
                <a:gd name="connsiteX1636" fmla="*/ 1330961 w 4940931"/>
                <a:gd name="connsiteY1636" fmla="*/ 95250 h 138429"/>
                <a:gd name="connsiteX1637" fmla="*/ 1336041 w 4940931"/>
                <a:gd name="connsiteY1637" fmla="*/ 93345 h 138429"/>
                <a:gd name="connsiteX1638" fmla="*/ 1334136 w 4940931"/>
                <a:gd name="connsiteY1638" fmla="*/ 106680 h 138429"/>
                <a:gd name="connsiteX1639" fmla="*/ 1327786 w 4940931"/>
                <a:gd name="connsiteY1639" fmla="*/ 109220 h 138429"/>
                <a:gd name="connsiteX1640" fmla="*/ 1319531 w 4940931"/>
                <a:gd name="connsiteY1640" fmla="*/ 110490 h 138429"/>
                <a:gd name="connsiteX1641" fmla="*/ 1312546 w 4940931"/>
                <a:gd name="connsiteY1641" fmla="*/ 109220 h 138429"/>
                <a:gd name="connsiteX1642" fmla="*/ 1306831 w 4940931"/>
                <a:gd name="connsiteY1642" fmla="*/ 105410 h 138429"/>
                <a:gd name="connsiteX1643" fmla="*/ 1303021 w 4940931"/>
                <a:gd name="connsiteY1643" fmla="*/ 99060 h 138429"/>
                <a:gd name="connsiteX1644" fmla="*/ 1301751 w 4940931"/>
                <a:gd name="connsiteY1644" fmla="*/ 89535 h 138429"/>
                <a:gd name="connsiteX1645" fmla="*/ 1301751 w 4940931"/>
                <a:gd name="connsiteY1645" fmla="*/ 44450 h 138429"/>
                <a:gd name="connsiteX1646" fmla="*/ 1290956 w 4940931"/>
                <a:gd name="connsiteY1646" fmla="*/ 44450 h 138429"/>
                <a:gd name="connsiteX1647" fmla="*/ 1290956 w 4940931"/>
                <a:gd name="connsiteY1647" fmla="*/ 30480 h 138429"/>
                <a:gd name="connsiteX1648" fmla="*/ 1301751 w 4940931"/>
                <a:gd name="connsiteY1648" fmla="*/ 30480 h 138429"/>
                <a:gd name="connsiteX1649" fmla="*/ 1301751 w 4940931"/>
                <a:gd name="connsiteY1649" fmla="*/ 8255 h 138429"/>
                <a:gd name="connsiteX1650" fmla="*/ 751206 w 4940931"/>
                <a:gd name="connsiteY1650" fmla="*/ 0 h 138429"/>
                <a:gd name="connsiteX1651" fmla="*/ 751206 w 4940931"/>
                <a:gd name="connsiteY1651" fmla="*/ 30480 h 138429"/>
                <a:gd name="connsiteX1652" fmla="*/ 770256 w 4940931"/>
                <a:gd name="connsiteY1652" fmla="*/ 30480 h 138429"/>
                <a:gd name="connsiteX1653" fmla="*/ 770256 w 4940931"/>
                <a:gd name="connsiteY1653" fmla="*/ 44450 h 138429"/>
                <a:gd name="connsiteX1654" fmla="*/ 751206 w 4940931"/>
                <a:gd name="connsiteY1654" fmla="*/ 44450 h 138429"/>
                <a:gd name="connsiteX1655" fmla="*/ 751206 w 4940931"/>
                <a:gd name="connsiteY1655" fmla="*/ 86995 h 138429"/>
                <a:gd name="connsiteX1656" fmla="*/ 751206 w 4940931"/>
                <a:gd name="connsiteY1656" fmla="*/ 91440 h 138429"/>
                <a:gd name="connsiteX1657" fmla="*/ 752476 w 4940931"/>
                <a:gd name="connsiteY1657" fmla="*/ 94615 h 138429"/>
                <a:gd name="connsiteX1658" fmla="*/ 755016 w 4940931"/>
                <a:gd name="connsiteY1658" fmla="*/ 95885 h 138429"/>
                <a:gd name="connsiteX1659" fmla="*/ 758826 w 4940931"/>
                <a:gd name="connsiteY1659" fmla="*/ 95885 h 138429"/>
                <a:gd name="connsiteX1660" fmla="*/ 765176 w 4940931"/>
                <a:gd name="connsiteY1660" fmla="*/ 95250 h 138429"/>
                <a:gd name="connsiteX1661" fmla="*/ 770256 w 4940931"/>
                <a:gd name="connsiteY1661" fmla="*/ 93345 h 138429"/>
                <a:gd name="connsiteX1662" fmla="*/ 768351 w 4940931"/>
                <a:gd name="connsiteY1662" fmla="*/ 106680 h 138429"/>
                <a:gd name="connsiteX1663" fmla="*/ 762001 w 4940931"/>
                <a:gd name="connsiteY1663" fmla="*/ 109220 h 138429"/>
                <a:gd name="connsiteX1664" fmla="*/ 753746 w 4940931"/>
                <a:gd name="connsiteY1664" fmla="*/ 110490 h 138429"/>
                <a:gd name="connsiteX1665" fmla="*/ 746761 w 4940931"/>
                <a:gd name="connsiteY1665" fmla="*/ 109220 h 138429"/>
                <a:gd name="connsiteX1666" fmla="*/ 741045 w 4940931"/>
                <a:gd name="connsiteY1666" fmla="*/ 105410 h 138429"/>
                <a:gd name="connsiteX1667" fmla="*/ 737236 w 4940931"/>
                <a:gd name="connsiteY1667" fmla="*/ 99060 h 138429"/>
                <a:gd name="connsiteX1668" fmla="*/ 735966 w 4940931"/>
                <a:gd name="connsiteY1668" fmla="*/ 89535 h 138429"/>
                <a:gd name="connsiteX1669" fmla="*/ 735966 w 4940931"/>
                <a:gd name="connsiteY1669" fmla="*/ 44450 h 138429"/>
                <a:gd name="connsiteX1670" fmla="*/ 725171 w 4940931"/>
                <a:gd name="connsiteY1670" fmla="*/ 44450 h 138429"/>
                <a:gd name="connsiteX1671" fmla="*/ 725171 w 4940931"/>
                <a:gd name="connsiteY1671" fmla="*/ 30480 h 138429"/>
                <a:gd name="connsiteX1672" fmla="*/ 735966 w 4940931"/>
                <a:gd name="connsiteY1672" fmla="*/ 30480 h 138429"/>
                <a:gd name="connsiteX1673" fmla="*/ 735966 w 4940931"/>
                <a:gd name="connsiteY1673" fmla="*/ 8255 h 138429"/>
                <a:gd name="connsiteX1674" fmla="*/ 521335 w 4940931"/>
                <a:gd name="connsiteY1674" fmla="*/ 0 h 138429"/>
                <a:gd name="connsiteX1675" fmla="*/ 521335 w 4940931"/>
                <a:gd name="connsiteY1675" fmla="*/ 30480 h 138429"/>
                <a:gd name="connsiteX1676" fmla="*/ 540385 w 4940931"/>
                <a:gd name="connsiteY1676" fmla="*/ 30480 h 138429"/>
                <a:gd name="connsiteX1677" fmla="*/ 540385 w 4940931"/>
                <a:gd name="connsiteY1677" fmla="*/ 44450 h 138429"/>
                <a:gd name="connsiteX1678" fmla="*/ 521335 w 4940931"/>
                <a:gd name="connsiteY1678" fmla="*/ 44450 h 138429"/>
                <a:gd name="connsiteX1679" fmla="*/ 521335 w 4940931"/>
                <a:gd name="connsiteY1679" fmla="*/ 86995 h 138429"/>
                <a:gd name="connsiteX1680" fmla="*/ 521335 w 4940931"/>
                <a:gd name="connsiteY1680" fmla="*/ 91440 h 138429"/>
                <a:gd name="connsiteX1681" fmla="*/ 522605 w 4940931"/>
                <a:gd name="connsiteY1681" fmla="*/ 94615 h 138429"/>
                <a:gd name="connsiteX1682" fmla="*/ 525145 w 4940931"/>
                <a:gd name="connsiteY1682" fmla="*/ 95885 h 138429"/>
                <a:gd name="connsiteX1683" fmla="*/ 528955 w 4940931"/>
                <a:gd name="connsiteY1683" fmla="*/ 95885 h 138429"/>
                <a:gd name="connsiteX1684" fmla="*/ 535305 w 4940931"/>
                <a:gd name="connsiteY1684" fmla="*/ 95250 h 138429"/>
                <a:gd name="connsiteX1685" fmla="*/ 540385 w 4940931"/>
                <a:gd name="connsiteY1685" fmla="*/ 93345 h 138429"/>
                <a:gd name="connsiteX1686" fmla="*/ 538480 w 4940931"/>
                <a:gd name="connsiteY1686" fmla="*/ 106680 h 138429"/>
                <a:gd name="connsiteX1687" fmla="*/ 532130 w 4940931"/>
                <a:gd name="connsiteY1687" fmla="*/ 109220 h 138429"/>
                <a:gd name="connsiteX1688" fmla="*/ 523875 w 4940931"/>
                <a:gd name="connsiteY1688" fmla="*/ 110490 h 138429"/>
                <a:gd name="connsiteX1689" fmla="*/ 516890 w 4940931"/>
                <a:gd name="connsiteY1689" fmla="*/ 109220 h 138429"/>
                <a:gd name="connsiteX1690" fmla="*/ 511175 w 4940931"/>
                <a:gd name="connsiteY1690" fmla="*/ 105410 h 138429"/>
                <a:gd name="connsiteX1691" fmla="*/ 507365 w 4940931"/>
                <a:gd name="connsiteY1691" fmla="*/ 99060 h 138429"/>
                <a:gd name="connsiteX1692" fmla="*/ 506095 w 4940931"/>
                <a:gd name="connsiteY1692" fmla="*/ 89535 h 138429"/>
                <a:gd name="connsiteX1693" fmla="*/ 506095 w 4940931"/>
                <a:gd name="connsiteY1693" fmla="*/ 44450 h 138429"/>
                <a:gd name="connsiteX1694" fmla="*/ 495300 w 4940931"/>
                <a:gd name="connsiteY1694" fmla="*/ 44450 h 138429"/>
                <a:gd name="connsiteX1695" fmla="*/ 495300 w 4940931"/>
                <a:gd name="connsiteY1695" fmla="*/ 30480 h 138429"/>
                <a:gd name="connsiteX1696" fmla="*/ 506095 w 4940931"/>
                <a:gd name="connsiteY1696" fmla="*/ 30480 h 138429"/>
                <a:gd name="connsiteX1697" fmla="*/ 506095 w 4940931"/>
                <a:gd name="connsiteY1697" fmla="*/ 8255 h 138429"/>
                <a:gd name="connsiteX1698" fmla="*/ 466724 w 4940931"/>
                <a:gd name="connsiteY1698" fmla="*/ 0 h 138429"/>
                <a:gd name="connsiteX1699" fmla="*/ 466724 w 4940931"/>
                <a:gd name="connsiteY1699" fmla="*/ 30480 h 138429"/>
                <a:gd name="connsiteX1700" fmla="*/ 485774 w 4940931"/>
                <a:gd name="connsiteY1700" fmla="*/ 30480 h 138429"/>
                <a:gd name="connsiteX1701" fmla="*/ 485774 w 4940931"/>
                <a:gd name="connsiteY1701" fmla="*/ 44450 h 138429"/>
                <a:gd name="connsiteX1702" fmla="*/ 466724 w 4940931"/>
                <a:gd name="connsiteY1702" fmla="*/ 44450 h 138429"/>
                <a:gd name="connsiteX1703" fmla="*/ 466724 w 4940931"/>
                <a:gd name="connsiteY1703" fmla="*/ 86995 h 138429"/>
                <a:gd name="connsiteX1704" fmla="*/ 466724 w 4940931"/>
                <a:gd name="connsiteY1704" fmla="*/ 91440 h 138429"/>
                <a:gd name="connsiteX1705" fmla="*/ 467994 w 4940931"/>
                <a:gd name="connsiteY1705" fmla="*/ 94615 h 138429"/>
                <a:gd name="connsiteX1706" fmla="*/ 470534 w 4940931"/>
                <a:gd name="connsiteY1706" fmla="*/ 95885 h 138429"/>
                <a:gd name="connsiteX1707" fmla="*/ 474344 w 4940931"/>
                <a:gd name="connsiteY1707" fmla="*/ 95885 h 138429"/>
                <a:gd name="connsiteX1708" fmla="*/ 480694 w 4940931"/>
                <a:gd name="connsiteY1708" fmla="*/ 95250 h 138429"/>
                <a:gd name="connsiteX1709" fmla="*/ 485774 w 4940931"/>
                <a:gd name="connsiteY1709" fmla="*/ 93345 h 138429"/>
                <a:gd name="connsiteX1710" fmla="*/ 483869 w 4940931"/>
                <a:gd name="connsiteY1710" fmla="*/ 106680 h 138429"/>
                <a:gd name="connsiteX1711" fmla="*/ 477519 w 4940931"/>
                <a:gd name="connsiteY1711" fmla="*/ 109220 h 138429"/>
                <a:gd name="connsiteX1712" fmla="*/ 469264 w 4940931"/>
                <a:gd name="connsiteY1712" fmla="*/ 110490 h 138429"/>
                <a:gd name="connsiteX1713" fmla="*/ 462279 w 4940931"/>
                <a:gd name="connsiteY1713" fmla="*/ 109220 h 138429"/>
                <a:gd name="connsiteX1714" fmla="*/ 456564 w 4940931"/>
                <a:gd name="connsiteY1714" fmla="*/ 105410 h 138429"/>
                <a:gd name="connsiteX1715" fmla="*/ 452754 w 4940931"/>
                <a:gd name="connsiteY1715" fmla="*/ 99060 h 138429"/>
                <a:gd name="connsiteX1716" fmla="*/ 451484 w 4940931"/>
                <a:gd name="connsiteY1716" fmla="*/ 89535 h 138429"/>
                <a:gd name="connsiteX1717" fmla="*/ 451484 w 4940931"/>
                <a:gd name="connsiteY1717" fmla="*/ 44450 h 138429"/>
                <a:gd name="connsiteX1718" fmla="*/ 440689 w 4940931"/>
                <a:gd name="connsiteY1718" fmla="*/ 44450 h 138429"/>
                <a:gd name="connsiteX1719" fmla="*/ 440689 w 4940931"/>
                <a:gd name="connsiteY1719" fmla="*/ 30480 h 138429"/>
                <a:gd name="connsiteX1720" fmla="*/ 451484 w 4940931"/>
                <a:gd name="connsiteY1720" fmla="*/ 30480 h 138429"/>
                <a:gd name="connsiteX1721" fmla="*/ 451484 w 4940931"/>
                <a:gd name="connsiteY1721" fmla="*/ 8255 h 138429"/>
                <a:gd name="connsiteX1722" fmla="*/ 302259 w 4940931"/>
                <a:gd name="connsiteY1722" fmla="*/ 0 h 138429"/>
                <a:gd name="connsiteX1723" fmla="*/ 302259 w 4940931"/>
                <a:gd name="connsiteY1723" fmla="*/ 37465 h 138429"/>
                <a:gd name="connsiteX1724" fmla="*/ 306704 w 4940931"/>
                <a:gd name="connsiteY1724" fmla="*/ 33655 h 138429"/>
                <a:gd name="connsiteX1725" fmla="*/ 310514 w 4940931"/>
                <a:gd name="connsiteY1725" fmla="*/ 31115 h 138429"/>
                <a:gd name="connsiteX1726" fmla="*/ 315594 w 4940931"/>
                <a:gd name="connsiteY1726" fmla="*/ 29210 h 138429"/>
                <a:gd name="connsiteX1727" fmla="*/ 322579 w 4940931"/>
                <a:gd name="connsiteY1727" fmla="*/ 28575 h 138429"/>
                <a:gd name="connsiteX1728" fmla="*/ 334644 w 4940931"/>
                <a:gd name="connsiteY1728" fmla="*/ 31115 h 138429"/>
                <a:gd name="connsiteX1729" fmla="*/ 344169 w 4940931"/>
                <a:gd name="connsiteY1729" fmla="*/ 38735 h 138429"/>
                <a:gd name="connsiteX1730" fmla="*/ 350519 w 4940931"/>
                <a:gd name="connsiteY1730" fmla="*/ 51435 h 138429"/>
                <a:gd name="connsiteX1731" fmla="*/ 353059 w 4940931"/>
                <a:gd name="connsiteY1731" fmla="*/ 70485 h 138429"/>
                <a:gd name="connsiteX1732" fmla="*/ 352424 w 4940931"/>
                <a:gd name="connsiteY1732" fmla="*/ 71120 h 138429"/>
                <a:gd name="connsiteX1733" fmla="*/ 349884 w 4940931"/>
                <a:gd name="connsiteY1733" fmla="*/ 88265 h 138429"/>
                <a:gd name="connsiteX1734" fmla="*/ 342899 w 4940931"/>
                <a:gd name="connsiteY1734" fmla="*/ 100330 h 138429"/>
                <a:gd name="connsiteX1735" fmla="*/ 333374 w 4940931"/>
                <a:gd name="connsiteY1735" fmla="*/ 107315 h 138429"/>
                <a:gd name="connsiteX1736" fmla="*/ 321944 w 4940931"/>
                <a:gd name="connsiteY1736" fmla="*/ 109855 h 138429"/>
                <a:gd name="connsiteX1737" fmla="*/ 311149 w 4940931"/>
                <a:gd name="connsiteY1737" fmla="*/ 107315 h 138429"/>
                <a:gd name="connsiteX1738" fmla="*/ 302259 w 4940931"/>
                <a:gd name="connsiteY1738" fmla="*/ 100965 h 138429"/>
                <a:gd name="connsiteX1739" fmla="*/ 302259 w 4940931"/>
                <a:gd name="connsiteY1739" fmla="*/ 107950 h 138429"/>
                <a:gd name="connsiteX1740" fmla="*/ 287019 w 4940931"/>
                <a:gd name="connsiteY1740" fmla="*/ 107950 h 138429"/>
                <a:gd name="connsiteX1741" fmla="*/ 287019 w 4940931"/>
                <a:gd name="connsiteY1741" fmla="*/ 7620 h 138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Lst>
              <a:rect l="l" t="t" r="r" b="b"/>
              <a:pathLst>
                <a:path w="4940931" h="138429">
                  <a:moveTo>
                    <a:pt x="1032512" y="137477"/>
                  </a:moveTo>
                  <a:lnTo>
                    <a:pt x="1032512" y="137794"/>
                  </a:lnTo>
                  <a:lnTo>
                    <a:pt x="1030607" y="138429"/>
                  </a:lnTo>
                  <a:close/>
                  <a:moveTo>
                    <a:pt x="4929501" y="87629"/>
                  </a:moveTo>
                  <a:cubicBezTo>
                    <a:pt x="4930771" y="87629"/>
                    <a:pt x="4932676" y="87629"/>
                    <a:pt x="4933946" y="88264"/>
                  </a:cubicBezTo>
                  <a:cubicBezTo>
                    <a:pt x="4935216" y="88264"/>
                    <a:pt x="4936486" y="89534"/>
                    <a:pt x="4937756" y="90804"/>
                  </a:cubicBezTo>
                  <a:cubicBezTo>
                    <a:pt x="4939026" y="92074"/>
                    <a:pt x="4939661" y="93344"/>
                    <a:pt x="4940296" y="94614"/>
                  </a:cubicBezTo>
                  <a:cubicBezTo>
                    <a:pt x="4940296" y="95884"/>
                    <a:pt x="4940931" y="97789"/>
                    <a:pt x="4940931" y="99059"/>
                  </a:cubicBezTo>
                  <a:cubicBezTo>
                    <a:pt x="4940931" y="99059"/>
                    <a:pt x="4940931" y="102234"/>
                    <a:pt x="4940296" y="103504"/>
                  </a:cubicBezTo>
                  <a:cubicBezTo>
                    <a:pt x="4940296" y="104774"/>
                    <a:pt x="4939026" y="106044"/>
                    <a:pt x="4937756" y="107314"/>
                  </a:cubicBezTo>
                  <a:cubicBezTo>
                    <a:pt x="4936486" y="108584"/>
                    <a:pt x="4935216" y="109219"/>
                    <a:pt x="4933946" y="109854"/>
                  </a:cubicBezTo>
                  <a:cubicBezTo>
                    <a:pt x="4932676" y="109854"/>
                    <a:pt x="4930771" y="110489"/>
                    <a:pt x="4929501" y="110489"/>
                  </a:cubicBezTo>
                  <a:cubicBezTo>
                    <a:pt x="4928231" y="110489"/>
                    <a:pt x="4926326" y="110489"/>
                    <a:pt x="4925056" y="109854"/>
                  </a:cubicBezTo>
                  <a:cubicBezTo>
                    <a:pt x="4923786" y="109854"/>
                    <a:pt x="4922516" y="108584"/>
                    <a:pt x="4921246" y="107314"/>
                  </a:cubicBezTo>
                  <a:cubicBezTo>
                    <a:pt x="4919976" y="106044"/>
                    <a:pt x="4919341" y="104774"/>
                    <a:pt x="4918706" y="103504"/>
                  </a:cubicBezTo>
                  <a:cubicBezTo>
                    <a:pt x="4918706" y="102234"/>
                    <a:pt x="4918071" y="100329"/>
                    <a:pt x="4918071" y="99059"/>
                  </a:cubicBezTo>
                  <a:cubicBezTo>
                    <a:pt x="4918071" y="97789"/>
                    <a:pt x="4918071" y="95884"/>
                    <a:pt x="4918706" y="94614"/>
                  </a:cubicBezTo>
                  <a:cubicBezTo>
                    <a:pt x="4918706" y="93344"/>
                    <a:pt x="4919976" y="92074"/>
                    <a:pt x="4921246" y="90804"/>
                  </a:cubicBezTo>
                  <a:cubicBezTo>
                    <a:pt x="4922516" y="89534"/>
                    <a:pt x="4923786" y="88899"/>
                    <a:pt x="4925056" y="88264"/>
                  </a:cubicBezTo>
                  <a:cubicBezTo>
                    <a:pt x="4926326" y="88264"/>
                    <a:pt x="4928231" y="87629"/>
                    <a:pt x="4929501" y="87629"/>
                  </a:cubicBezTo>
                  <a:close/>
                  <a:moveTo>
                    <a:pt x="3079110" y="87629"/>
                  </a:moveTo>
                  <a:cubicBezTo>
                    <a:pt x="3080380" y="87629"/>
                    <a:pt x="3082285" y="87629"/>
                    <a:pt x="3083555" y="88264"/>
                  </a:cubicBezTo>
                  <a:cubicBezTo>
                    <a:pt x="3084825" y="88264"/>
                    <a:pt x="3086095" y="89534"/>
                    <a:pt x="3087365" y="90804"/>
                  </a:cubicBezTo>
                  <a:cubicBezTo>
                    <a:pt x="3088635" y="92074"/>
                    <a:pt x="3089270" y="93344"/>
                    <a:pt x="3089905" y="94614"/>
                  </a:cubicBezTo>
                  <a:cubicBezTo>
                    <a:pt x="3089905" y="95884"/>
                    <a:pt x="3090540" y="97789"/>
                    <a:pt x="3090540" y="99059"/>
                  </a:cubicBezTo>
                  <a:cubicBezTo>
                    <a:pt x="3090540" y="99059"/>
                    <a:pt x="3090540" y="102234"/>
                    <a:pt x="3089905" y="103504"/>
                  </a:cubicBezTo>
                  <a:cubicBezTo>
                    <a:pt x="3089905" y="104774"/>
                    <a:pt x="3088635" y="106044"/>
                    <a:pt x="3087365" y="107314"/>
                  </a:cubicBezTo>
                  <a:cubicBezTo>
                    <a:pt x="3086095" y="108584"/>
                    <a:pt x="3084825" y="109219"/>
                    <a:pt x="3083555" y="109854"/>
                  </a:cubicBezTo>
                  <a:cubicBezTo>
                    <a:pt x="3082285" y="109854"/>
                    <a:pt x="3080380" y="110489"/>
                    <a:pt x="3079110" y="110489"/>
                  </a:cubicBezTo>
                  <a:cubicBezTo>
                    <a:pt x="3077840" y="110489"/>
                    <a:pt x="3075935" y="110489"/>
                    <a:pt x="3074665" y="109854"/>
                  </a:cubicBezTo>
                  <a:cubicBezTo>
                    <a:pt x="3073395" y="109854"/>
                    <a:pt x="3072125" y="108584"/>
                    <a:pt x="3070855" y="107314"/>
                  </a:cubicBezTo>
                  <a:cubicBezTo>
                    <a:pt x="3069585" y="106044"/>
                    <a:pt x="3068950" y="104774"/>
                    <a:pt x="3068315" y="103504"/>
                  </a:cubicBezTo>
                  <a:cubicBezTo>
                    <a:pt x="3068315" y="102234"/>
                    <a:pt x="3067680" y="100329"/>
                    <a:pt x="3067680" y="99059"/>
                  </a:cubicBezTo>
                  <a:cubicBezTo>
                    <a:pt x="3067680" y="97789"/>
                    <a:pt x="3067680" y="95884"/>
                    <a:pt x="3068315" y="94614"/>
                  </a:cubicBezTo>
                  <a:cubicBezTo>
                    <a:pt x="3068315" y="93344"/>
                    <a:pt x="3069585" y="92074"/>
                    <a:pt x="3070855" y="90804"/>
                  </a:cubicBezTo>
                  <a:cubicBezTo>
                    <a:pt x="3072125" y="89534"/>
                    <a:pt x="3073395" y="88899"/>
                    <a:pt x="3074665" y="88264"/>
                  </a:cubicBezTo>
                  <a:cubicBezTo>
                    <a:pt x="3075935" y="88264"/>
                    <a:pt x="3077840" y="87629"/>
                    <a:pt x="3079110" y="87629"/>
                  </a:cubicBezTo>
                  <a:close/>
                  <a:moveTo>
                    <a:pt x="1565275" y="87629"/>
                  </a:moveTo>
                  <a:cubicBezTo>
                    <a:pt x="1566545" y="87629"/>
                    <a:pt x="1568450" y="87629"/>
                    <a:pt x="1569720" y="88264"/>
                  </a:cubicBezTo>
                  <a:cubicBezTo>
                    <a:pt x="1570990" y="88264"/>
                    <a:pt x="1572260" y="89534"/>
                    <a:pt x="1573529" y="90804"/>
                  </a:cubicBezTo>
                  <a:cubicBezTo>
                    <a:pt x="1574800" y="92074"/>
                    <a:pt x="1575435" y="93344"/>
                    <a:pt x="1576069" y="94614"/>
                  </a:cubicBezTo>
                  <a:cubicBezTo>
                    <a:pt x="1576069" y="95884"/>
                    <a:pt x="1576705" y="97789"/>
                    <a:pt x="1576705" y="99059"/>
                  </a:cubicBezTo>
                  <a:cubicBezTo>
                    <a:pt x="1576705" y="99059"/>
                    <a:pt x="1576705" y="102234"/>
                    <a:pt x="1576069" y="103504"/>
                  </a:cubicBezTo>
                  <a:cubicBezTo>
                    <a:pt x="1576069" y="104774"/>
                    <a:pt x="1574800" y="106044"/>
                    <a:pt x="1573529" y="107314"/>
                  </a:cubicBezTo>
                  <a:cubicBezTo>
                    <a:pt x="1572260" y="108584"/>
                    <a:pt x="1570990" y="109219"/>
                    <a:pt x="1569720" y="109854"/>
                  </a:cubicBezTo>
                  <a:cubicBezTo>
                    <a:pt x="1568450" y="109854"/>
                    <a:pt x="1566545" y="110489"/>
                    <a:pt x="1565275" y="110489"/>
                  </a:cubicBezTo>
                  <a:cubicBezTo>
                    <a:pt x="1564005" y="110489"/>
                    <a:pt x="1562099" y="110489"/>
                    <a:pt x="1560830" y="109854"/>
                  </a:cubicBezTo>
                  <a:cubicBezTo>
                    <a:pt x="1559559" y="109854"/>
                    <a:pt x="1558289" y="108584"/>
                    <a:pt x="1557020" y="107314"/>
                  </a:cubicBezTo>
                  <a:cubicBezTo>
                    <a:pt x="1555750" y="106044"/>
                    <a:pt x="1555114" y="104774"/>
                    <a:pt x="1554479" y="103504"/>
                  </a:cubicBezTo>
                  <a:cubicBezTo>
                    <a:pt x="1554479" y="102234"/>
                    <a:pt x="1553844" y="100329"/>
                    <a:pt x="1553844" y="99059"/>
                  </a:cubicBezTo>
                  <a:cubicBezTo>
                    <a:pt x="1553844" y="97789"/>
                    <a:pt x="1553844" y="95884"/>
                    <a:pt x="1554479" y="94614"/>
                  </a:cubicBezTo>
                  <a:cubicBezTo>
                    <a:pt x="1554479" y="93344"/>
                    <a:pt x="1555750" y="92074"/>
                    <a:pt x="1557020" y="90804"/>
                  </a:cubicBezTo>
                  <a:cubicBezTo>
                    <a:pt x="1558289" y="89534"/>
                    <a:pt x="1559559" y="88899"/>
                    <a:pt x="1560830" y="88264"/>
                  </a:cubicBezTo>
                  <a:cubicBezTo>
                    <a:pt x="1562099" y="88264"/>
                    <a:pt x="1564005" y="87629"/>
                    <a:pt x="1565275" y="87629"/>
                  </a:cubicBezTo>
                  <a:close/>
                  <a:moveTo>
                    <a:pt x="2642230" y="73024"/>
                  </a:moveTo>
                  <a:cubicBezTo>
                    <a:pt x="2637150" y="73024"/>
                    <a:pt x="2633340" y="74294"/>
                    <a:pt x="2630800" y="76199"/>
                  </a:cubicBezTo>
                  <a:cubicBezTo>
                    <a:pt x="2627625" y="78104"/>
                    <a:pt x="2626355" y="81279"/>
                    <a:pt x="2626355" y="84454"/>
                  </a:cubicBezTo>
                  <a:cubicBezTo>
                    <a:pt x="2626355" y="86994"/>
                    <a:pt x="2626355" y="88899"/>
                    <a:pt x="2627625" y="90169"/>
                  </a:cubicBezTo>
                  <a:cubicBezTo>
                    <a:pt x="2628260" y="92074"/>
                    <a:pt x="2629530" y="93344"/>
                    <a:pt x="2630800" y="93979"/>
                  </a:cubicBezTo>
                  <a:cubicBezTo>
                    <a:pt x="2632070" y="95249"/>
                    <a:pt x="2633340" y="95884"/>
                    <a:pt x="2635245" y="96519"/>
                  </a:cubicBezTo>
                  <a:cubicBezTo>
                    <a:pt x="2637150" y="96519"/>
                    <a:pt x="2639055" y="97154"/>
                    <a:pt x="2641595" y="97154"/>
                  </a:cubicBezTo>
                  <a:cubicBezTo>
                    <a:pt x="2643500" y="97154"/>
                    <a:pt x="2645405" y="97154"/>
                    <a:pt x="2647310" y="96519"/>
                  </a:cubicBezTo>
                  <a:cubicBezTo>
                    <a:pt x="2649215" y="96519"/>
                    <a:pt x="2651120" y="95249"/>
                    <a:pt x="2652390" y="93979"/>
                  </a:cubicBezTo>
                  <a:cubicBezTo>
                    <a:pt x="2654295" y="93344"/>
                    <a:pt x="2655565" y="92074"/>
                    <a:pt x="2656835" y="90804"/>
                  </a:cubicBezTo>
                  <a:cubicBezTo>
                    <a:pt x="2658105" y="89534"/>
                    <a:pt x="2659375" y="88264"/>
                    <a:pt x="2660010" y="86994"/>
                  </a:cubicBezTo>
                  <a:lnTo>
                    <a:pt x="2660010" y="75564"/>
                  </a:lnTo>
                  <a:cubicBezTo>
                    <a:pt x="2660010" y="75564"/>
                    <a:pt x="2657470" y="74294"/>
                    <a:pt x="2656200" y="74294"/>
                  </a:cubicBezTo>
                  <a:cubicBezTo>
                    <a:pt x="2654930" y="74294"/>
                    <a:pt x="2653660" y="73659"/>
                    <a:pt x="2652390" y="73659"/>
                  </a:cubicBezTo>
                  <a:cubicBezTo>
                    <a:pt x="2651120" y="73659"/>
                    <a:pt x="2649850" y="73659"/>
                    <a:pt x="2647945" y="73024"/>
                  </a:cubicBezTo>
                  <a:cubicBezTo>
                    <a:pt x="2646040" y="73024"/>
                    <a:pt x="2644135" y="73024"/>
                    <a:pt x="2642230" y="73024"/>
                  </a:cubicBezTo>
                  <a:close/>
                  <a:moveTo>
                    <a:pt x="4664706" y="43814"/>
                  </a:moveTo>
                  <a:cubicBezTo>
                    <a:pt x="4661531" y="43814"/>
                    <a:pt x="4658991" y="43814"/>
                    <a:pt x="4657086" y="45719"/>
                  </a:cubicBezTo>
                  <a:cubicBezTo>
                    <a:pt x="4654546" y="46989"/>
                    <a:pt x="4652641" y="48894"/>
                    <a:pt x="4651371" y="50799"/>
                  </a:cubicBezTo>
                  <a:cubicBezTo>
                    <a:pt x="4649466" y="53339"/>
                    <a:pt x="4648831" y="55879"/>
                    <a:pt x="4647561" y="59054"/>
                  </a:cubicBezTo>
                  <a:cubicBezTo>
                    <a:pt x="4646926" y="62229"/>
                    <a:pt x="4646291" y="65404"/>
                    <a:pt x="4646291" y="69849"/>
                  </a:cubicBezTo>
                  <a:cubicBezTo>
                    <a:pt x="4646291" y="74294"/>
                    <a:pt x="4646291" y="78104"/>
                    <a:pt x="4647561" y="81279"/>
                  </a:cubicBezTo>
                  <a:cubicBezTo>
                    <a:pt x="4648196" y="84454"/>
                    <a:pt x="4650101" y="87629"/>
                    <a:pt x="4651371" y="89534"/>
                  </a:cubicBezTo>
                  <a:cubicBezTo>
                    <a:pt x="4653276" y="92074"/>
                    <a:pt x="4655181" y="93344"/>
                    <a:pt x="4657721" y="94614"/>
                  </a:cubicBezTo>
                  <a:cubicBezTo>
                    <a:pt x="4660261" y="95884"/>
                    <a:pt x="4662801" y="96519"/>
                    <a:pt x="4665341" y="96519"/>
                  </a:cubicBezTo>
                  <a:cubicBezTo>
                    <a:pt x="4667881" y="96519"/>
                    <a:pt x="4671056" y="95884"/>
                    <a:pt x="4672961" y="94614"/>
                  </a:cubicBezTo>
                  <a:cubicBezTo>
                    <a:pt x="4675501" y="93344"/>
                    <a:pt x="4677406" y="91439"/>
                    <a:pt x="4678676" y="88899"/>
                  </a:cubicBezTo>
                  <a:cubicBezTo>
                    <a:pt x="4680581" y="86359"/>
                    <a:pt x="4681851" y="83819"/>
                    <a:pt x="4682486" y="80644"/>
                  </a:cubicBezTo>
                  <a:cubicBezTo>
                    <a:pt x="4683121" y="77469"/>
                    <a:pt x="4683756" y="74294"/>
                    <a:pt x="4683756" y="70484"/>
                  </a:cubicBezTo>
                  <a:lnTo>
                    <a:pt x="4684391" y="69849"/>
                  </a:lnTo>
                  <a:cubicBezTo>
                    <a:pt x="4684391" y="66039"/>
                    <a:pt x="4684391" y="62229"/>
                    <a:pt x="4683121" y="59054"/>
                  </a:cubicBezTo>
                  <a:cubicBezTo>
                    <a:pt x="4682486" y="55879"/>
                    <a:pt x="4680581" y="53339"/>
                    <a:pt x="4679311" y="50799"/>
                  </a:cubicBezTo>
                  <a:cubicBezTo>
                    <a:pt x="4677406" y="48259"/>
                    <a:pt x="4675501" y="46989"/>
                    <a:pt x="4672961" y="45719"/>
                  </a:cubicBezTo>
                  <a:cubicBezTo>
                    <a:pt x="4670421" y="44449"/>
                    <a:pt x="4667881" y="43814"/>
                    <a:pt x="4664706" y="43814"/>
                  </a:cubicBezTo>
                  <a:close/>
                  <a:moveTo>
                    <a:pt x="4264020" y="43814"/>
                  </a:moveTo>
                  <a:cubicBezTo>
                    <a:pt x="4260845" y="43814"/>
                    <a:pt x="4258305" y="43814"/>
                    <a:pt x="4256400" y="45719"/>
                  </a:cubicBezTo>
                  <a:cubicBezTo>
                    <a:pt x="4253860" y="46989"/>
                    <a:pt x="4251955" y="48894"/>
                    <a:pt x="4250685" y="50799"/>
                  </a:cubicBezTo>
                  <a:cubicBezTo>
                    <a:pt x="4248780" y="53339"/>
                    <a:pt x="4247510" y="55879"/>
                    <a:pt x="4246875" y="59054"/>
                  </a:cubicBezTo>
                  <a:cubicBezTo>
                    <a:pt x="4246240" y="62229"/>
                    <a:pt x="4245605" y="65404"/>
                    <a:pt x="4245605" y="69849"/>
                  </a:cubicBezTo>
                  <a:cubicBezTo>
                    <a:pt x="4245605" y="74294"/>
                    <a:pt x="4245605" y="78104"/>
                    <a:pt x="4246875" y="81279"/>
                  </a:cubicBezTo>
                  <a:cubicBezTo>
                    <a:pt x="4247510" y="84454"/>
                    <a:pt x="4249415" y="87629"/>
                    <a:pt x="4250685" y="89534"/>
                  </a:cubicBezTo>
                  <a:cubicBezTo>
                    <a:pt x="4252590" y="92074"/>
                    <a:pt x="4254495" y="93344"/>
                    <a:pt x="4257035" y="94614"/>
                  </a:cubicBezTo>
                  <a:cubicBezTo>
                    <a:pt x="4259575" y="95884"/>
                    <a:pt x="4262115" y="96519"/>
                    <a:pt x="4264655" y="96519"/>
                  </a:cubicBezTo>
                  <a:cubicBezTo>
                    <a:pt x="4267195" y="96519"/>
                    <a:pt x="4270370" y="95884"/>
                    <a:pt x="4272275" y="94614"/>
                  </a:cubicBezTo>
                  <a:cubicBezTo>
                    <a:pt x="4274815" y="93344"/>
                    <a:pt x="4276720" y="91439"/>
                    <a:pt x="4277990" y="88899"/>
                  </a:cubicBezTo>
                  <a:cubicBezTo>
                    <a:pt x="4279895" y="86359"/>
                    <a:pt x="4281165" y="83819"/>
                    <a:pt x="4281800" y="80644"/>
                  </a:cubicBezTo>
                  <a:cubicBezTo>
                    <a:pt x="4282435" y="77469"/>
                    <a:pt x="4283070" y="74294"/>
                    <a:pt x="4283070" y="70484"/>
                  </a:cubicBezTo>
                  <a:lnTo>
                    <a:pt x="4283705" y="69849"/>
                  </a:lnTo>
                  <a:cubicBezTo>
                    <a:pt x="4283705" y="66039"/>
                    <a:pt x="4283705" y="62229"/>
                    <a:pt x="4282435" y="59054"/>
                  </a:cubicBezTo>
                  <a:cubicBezTo>
                    <a:pt x="4281800" y="55879"/>
                    <a:pt x="4279895" y="53339"/>
                    <a:pt x="4278625" y="50799"/>
                  </a:cubicBezTo>
                  <a:cubicBezTo>
                    <a:pt x="4276720" y="48259"/>
                    <a:pt x="4274815" y="46989"/>
                    <a:pt x="4272275" y="45719"/>
                  </a:cubicBezTo>
                  <a:cubicBezTo>
                    <a:pt x="4269735" y="44449"/>
                    <a:pt x="4267195" y="43814"/>
                    <a:pt x="4264020" y="43814"/>
                  </a:cubicBezTo>
                  <a:close/>
                  <a:moveTo>
                    <a:pt x="1420495" y="43814"/>
                  </a:moveTo>
                  <a:cubicBezTo>
                    <a:pt x="1417320" y="43814"/>
                    <a:pt x="1414780" y="43814"/>
                    <a:pt x="1412875" y="45719"/>
                  </a:cubicBezTo>
                  <a:cubicBezTo>
                    <a:pt x="1410335" y="46989"/>
                    <a:pt x="1408430" y="48894"/>
                    <a:pt x="1407160" y="50799"/>
                  </a:cubicBezTo>
                  <a:cubicBezTo>
                    <a:pt x="1405255" y="53339"/>
                    <a:pt x="1403985" y="55879"/>
                    <a:pt x="1403350" y="59054"/>
                  </a:cubicBezTo>
                  <a:cubicBezTo>
                    <a:pt x="1402715" y="62229"/>
                    <a:pt x="1402080" y="65404"/>
                    <a:pt x="1402080" y="69849"/>
                  </a:cubicBezTo>
                  <a:cubicBezTo>
                    <a:pt x="1402080" y="74294"/>
                    <a:pt x="1402080" y="78104"/>
                    <a:pt x="1403350" y="81279"/>
                  </a:cubicBezTo>
                  <a:cubicBezTo>
                    <a:pt x="1403985" y="84454"/>
                    <a:pt x="1405890" y="87629"/>
                    <a:pt x="1407160" y="89534"/>
                  </a:cubicBezTo>
                  <a:cubicBezTo>
                    <a:pt x="1409065" y="92074"/>
                    <a:pt x="1410970" y="93344"/>
                    <a:pt x="1413510" y="94614"/>
                  </a:cubicBezTo>
                  <a:cubicBezTo>
                    <a:pt x="1416050" y="95884"/>
                    <a:pt x="1418590" y="96519"/>
                    <a:pt x="1421130" y="96519"/>
                  </a:cubicBezTo>
                  <a:cubicBezTo>
                    <a:pt x="1423670" y="96519"/>
                    <a:pt x="1426845" y="95884"/>
                    <a:pt x="1428750" y="94614"/>
                  </a:cubicBezTo>
                  <a:cubicBezTo>
                    <a:pt x="1431290" y="93344"/>
                    <a:pt x="1433195" y="91439"/>
                    <a:pt x="1434465" y="88899"/>
                  </a:cubicBezTo>
                  <a:cubicBezTo>
                    <a:pt x="1436370" y="86359"/>
                    <a:pt x="1437640" y="83819"/>
                    <a:pt x="1438275" y="80644"/>
                  </a:cubicBezTo>
                  <a:cubicBezTo>
                    <a:pt x="1438910" y="77469"/>
                    <a:pt x="1439545" y="74294"/>
                    <a:pt x="1439545" y="70484"/>
                  </a:cubicBezTo>
                  <a:lnTo>
                    <a:pt x="1440180" y="69849"/>
                  </a:lnTo>
                  <a:cubicBezTo>
                    <a:pt x="1440180" y="66039"/>
                    <a:pt x="1440180" y="62229"/>
                    <a:pt x="1438910" y="59054"/>
                  </a:cubicBezTo>
                  <a:cubicBezTo>
                    <a:pt x="1438275" y="55879"/>
                    <a:pt x="1436370" y="53339"/>
                    <a:pt x="1435100" y="50799"/>
                  </a:cubicBezTo>
                  <a:cubicBezTo>
                    <a:pt x="1433195" y="48259"/>
                    <a:pt x="1431290" y="46989"/>
                    <a:pt x="1428750" y="45719"/>
                  </a:cubicBezTo>
                  <a:cubicBezTo>
                    <a:pt x="1426210" y="44449"/>
                    <a:pt x="1423670" y="43814"/>
                    <a:pt x="1420495" y="43814"/>
                  </a:cubicBezTo>
                  <a:close/>
                  <a:moveTo>
                    <a:pt x="4041770" y="43180"/>
                  </a:moveTo>
                  <a:cubicBezTo>
                    <a:pt x="4039230" y="43180"/>
                    <a:pt x="4036690" y="43180"/>
                    <a:pt x="4034785" y="44450"/>
                  </a:cubicBezTo>
                  <a:cubicBezTo>
                    <a:pt x="4032880" y="45085"/>
                    <a:pt x="4030975" y="46355"/>
                    <a:pt x="4029705" y="48260"/>
                  </a:cubicBezTo>
                  <a:cubicBezTo>
                    <a:pt x="4028435" y="50165"/>
                    <a:pt x="4027165" y="52070"/>
                    <a:pt x="4025895" y="54610"/>
                  </a:cubicBezTo>
                  <a:cubicBezTo>
                    <a:pt x="4025260" y="57150"/>
                    <a:pt x="4023990" y="59690"/>
                    <a:pt x="4023990" y="62865"/>
                  </a:cubicBezTo>
                  <a:lnTo>
                    <a:pt x="4060185" y="62865"/>
                  </a:lnTo>
                  <a:cubicBezTo>
                    <a:pt x="4060185" y="62865"/>
                    <a:pt x="4059550" y="57785"/>
                    <a:pt x="4058915" y="55245"/>
                  </a:cubicBezTo>
                  <a:cubicBezTo>
                    <a:pt x="4058280" y="52705"/>
                    <a:pt x="4057010" y="50800"/>
                    <a:pt x="4055740" y="48895"/>
                  </a:cubicBezTo>
                  <a:cubicBezTo>
                    <a:pt x="4054470" y="46990"/>
                    <a:pt x="4052565" y="45720"/>
                    <a:pt x="4050025" y="44450"/>
                  </a:cubicBezTo>
                  <a:cubicBezTo>
                    <a:pt x="4047485" y="43180"/>
                    <a:pt x="4044945" y="43180"/>
                    <a:pt x="4041770" y="43180"/>
                  </a:cubicBezTo>
                  <a:close/>
                  <a:moveTo>
                    <a:pt x="3728081" y="43180"/>
                  </a:moveTo>
                  <a:cubicBezTo>
                    <a:pt x="3725541" y="43180"/>
                    <a:pt x="3723001" y="43180"/>
                    <a:pt x="3721096" y="44450"/>
                  </a:cubicBezTo>
                  <a:cubicBezTo>
                    <a:pt x="3719191" y="45085"/>
                    <a:pt x="3717286" y="46355"/>
                    <a:pt x="3716016" y="48260"/>
                  </a:cubicBezTo>
                  <a:cubicBezTo>
                    <a:pt x="3714746" y="50165"/>
                    <a:pt x="3713476" y="52070"/>
                    <a:pt x="3712206" y="54610"/>
                  </a:cubicBezTo>
                  <a:cubicBezTo>
                    <a:pt x="3711571" y="57150"/>
                    <a:pt x="3710301" y="59690"/>
                    <a:pt x="3710301" y="62865"/>
                  </a:cubicBezTo>
                  <a:lnTo>
                    <a:pt x="3746496" y="62865"/>
                  </a:lnTo>
                  <a:cubicBezTo>
                    <a:pt x="3746496" y="62865"/>
                    <a:pt x="3745861" y="57785"/>
                    <a:pt x="3745226" y="55245"/>
                  </a:cubicBezTo>
                  <a:cubicBezTo>
                    <a:pt x="3744591" y="52705"/>
                    <a:pt x="3743321" y="50800"/>
                    <a:pt x="3742051" y="48895"/>
                  </a:cubicBezTo>
                  <a:cubicBezTo>
                    <a:pt x="3740781" y="46990"/>
                    <a:pt x="3738876" y="45720"/>
                    <a:pt x="3736336" y="44450"/>
                  </a:cubicBezTo>
                  <a:cubicBezTo>
                    <a:pt x="3733796" y="43180"/>
                    <a:pt x="3731256" y="43180"/>
                    <a:pt x="3728081" y="43180"/>
                  </a:cubicBezTo>
                  <a:close/>
                  <a:moveTo>
                    <a:pt x="3541391" y="43180"/>
                  </a:moveTo>
                  <a:cubicBezTo>
                    <a:pt x="3538851" y="43180"/>
                    <a:pt x="3536311" y="43180"/>
                    <a:pt x="3534406" y="44450"/>
                  </a:cubicBezTo>
                  <a:cubicBezTo>
                    <a:pt x="3532501" y="45085"/>
                    <a:pt x="3530596" y="46355"/>
                    <a:pt x="3529326" y="48260"/>
                  </a:cubicBezTo>
                  <a:cubicBezTo>
                    <a:pt x="3528056" y="50165"/>
                    <a:pt x="3526786" y="52070"/>
                    <a:pt x="3525516" y="54610"/>
                  </a:cubicBezTo>
                  <a:cubicBezTo>
                    <a:pt x="3524881" y="57150"/>
                    <a:pt x="3524246" y="59690"/>
                    <a:pt x="3523611" y="62865"/>
                  </a:cubicBezTo>
                  <a:lnTo>
                    <a:pt x="3559806" y="62865"/>
                  </a:lnTo>
                  <a:cubicBezTo>
                    <a:pt x="3559806" y="62865"/>
                    <a:pt x="3559171" y="57785"/>
                    <a:pt x="3558536" y="55245"/>
                  </a:cubicBezTo>
                  <a:cubicBezTo>
                    <a:pt x="3557901" y="52705"/>
                    <a:pt x="3556631" y="50800"/>
                    <a:pt x="3555361" y="48895"/>
                  </a:cubicBezTo>
                  <a:cubicBezTo>
                    <a:pt x="3554091" y="46990"/>
                    <a:pt x="3552186" y="45720"/>
                    <a:pt x="3549646" y="44450"/>
                  </a:cubicBezTo>
                  <a:cubicBezTo>
                    <a:pt x="3547106" y="43180"/>
                    <a:pt x="3544566" y="43180"/>
                    <a:pt x="3541391" y="43180"/>
                  </a:cubicBezTo>
                  <a:close/>
                  <a:moveTo>
                    <a:pt x="3463285" y="43180"/>
                  </a:moveTo>
                  <a:cubicBezTo>
                    <a:pt x="3461380" y="43180"/>
                    <a:pt x="3459475" y="43180"/>
                    <a:pt x="3458205" y="43815"/>
                  </a:cubicBezTo>
                  <a:cubicBezTo>
                    <a:pt x="3456300" y="43815"/>
                    <a:pt x="3455030" y="45085"/>
                    <a:pt x="3453125" y="45720"/>
                  </a:cubicBezTo>
                  <a:cubicBezTo>
                    <a:pt x="3451855" y="46355"/>
                    <a:pt x="3449950" y="47625"/>
                    <a:pt x="3448680" y="48895"/>
                  </a:cubicBezTo>
                  <a:cubicBezTo>
                    <a:pt x="3447410" y="50165"/>
                    <a:pt x="3446140" y="51435"/>
                    <a:pt x="3445505" y="52705"/>
                  </a:cubicBezTo>
                  <a:lnTo>
                    <a:pt x="3445505" y="85725"/>
                  </a:lnTo>
                  <a:cubicBezTo>
                    <a:pt x="3445505" y="85725"/>
                    <a:pt x="3447410" y="88265"/>
                    <a:pt x="3448680" y="89535"/>
                  </a:cubicBezTo>
                  <a:cubicBezTo>
                    <a:pt x="3449950" y="90805"/>
                    <a:pt x="3451220" y="92075"/>
                    <a:pt x="3453125" y="92710"/>
                  </a:cubicBezTo>
                  <a:cubicBezTo>
                    <a:pt x="3455030" y="93980"/>
                    <a:pt x="3456300" y="94615"/>
                    <a:pt x="3458205" y="95250"/>
                  </a:cubicBezTo>
                  <a:cubicBezTo>
                    <a:pt x="3460110" y="95250"/>
                    <a:pt x="3462015" y="95885"/>
                    <a:pt x="3463920" y="95885"/>
                  </a:cubicBezTo>
                  <a:cubicBezTo>
                    <a:pt x="3469635" y="95885"/>
                    <a:pt x="3473445" y="93980"/>
                    <a:pt x="3476620" y="89535"/>
                  </a:cubicBezTo>
                  <a:cubicBezTo>
                    <a:pt x="3479795" y="85090"/>
                    <a:pt x="3481065" y="79375"/>
                    <a:pt x="3481065" y="71120"/>
                  </a:cubicBezTo>
                  <a:lnTo>
                    <a:pt x="3480430" y="71755"/>
                  </a:lnTo>
                  <a:cubicBezTo>
                    <a:pt x="3480430" y="62230"/>
                    <a:pt x="3479160" y="54610"/>
                    <a:pt x="3475985" y="50165"/>
                  </a:cubicBezTo>
                  <a:cubicBezTo>
                    <a:pt x="3472810" y="45720"/>
                    <a:pt x="3468365" y="43180"/>
                    <a:pt x="3463285" y="43180"/>
                  </a:cubicBezTo>
                  <a:close/>
                  <a:moveTo>
                    <a:pt x="3343271" y="43180"/>
                  </a:moveTo>
                  <a:cubicBezTo>
                    <a:pt x="3340731" y="43180"/>
                    <a:pt x="3338191" y="43180"/>
                    <a:pt x="3336286" y="44450"/>
                  </a:cubicBezTo>
                  <a:cubicBezTo>
                    <a:pt x="3334381" y="45085"/>
                    <a:pt x="3332476" y="46355"/>
                    <a:pt x="3331206" y="48260"/>
                  </a:cubicBezTo>
                  <a:cubicBezTo>
                    <a:pt x="3329936" y="50165"/>
                    <a:pt x="3328666" y="52070"/>
                    <a:pt x="3327396" y="54610"/>
                  </a:cubicBezTo>
                  <a:cubicBezTo>
                    <a:pt x="3326761" y="57150"/>
                    <a:pt x="3326126" y="59690"/>
                    <a:pt x="3325491" y="62865"/>
                  </a:cubicBezTo>
                  <a:lnTo>
                    <a:pt x="3361686" y="62865"/>
                  </a:lnTo>
                  <a:cubicBezTo>
                    <a:pt x="3361686" y="62865"/>
                    <a:pt x="3361051" y="57785"/>
                    <a:pt x="3360416" y="55245"/>
                  </a:cubicBezTo>
                  <a:cubicBezTo>
                    <a:pt x="3359781" y="52705"/>
                    <a:pt x="3358511" y="50800"/>
                    <a:pt x="3357241" y="48895"/>
                  </a:cubicBezTo>
                  <a:cubicBezTo>
                    <a:pt x="3355971" y="46990"/>
                    <a:pt x="3354066" y="45720"/>
                    <a:pt x="3351526" y="44450"/>
                  </a:cubicBezTo>
                  <a:cubicBezTo>
                    <a:pt x="3348986" y="43180"/>
                    <a:pt x="3346446" y="43180"/>
                    <a:pt x="3343271" y="43180"/>
                  </a:cubicBezTo>
                  <a:close/>
                  <a:moveTo>
                    <a:pt x="2976876" y="43180"/>
                  </a:moveTo>
                  <a:cubicBezTo>
                    <a:pt x="2974336" y="43180"/>
                    <a:pt x="2971796" y="43180"/>
                    <a:pt x="2969891" y="44450"/>
                  </a:cubicBezTo>
                  <a:cubicBezTo>
                    <a:pt x="2967986" y="45085"/>
                    <a:pt x="2966081" y="46355"/>
                    <a:pt x="2964811" y="48260"/>
                  </a:cubicBezTo>
                  <a:cubicBezTo>
                    <a:pt x="2963541" y="50165"/>
                    <a:pt x="2962271" y="52070"/>
                    <a:pt x="2961001" y="54610"/>
                  </a:cubicBezTo>
                  <a:cubicBezTo>
                    <a:pt x="2960366" y="57150"/>
                    <a:pt x="2959731" y="59690"/>
                    <a:pt x="2959096" y="62865"/>
                  </a:cubicBezTo>
                  <a:lnTo>
                    <a:pt x="2995291" y="62865"/>
                  </a:lnTo>
                  <a:cubicBezTo>
                    <a:pt x="2995291" y="62865"/>
                    <a:pt x="2994656" y="57785"/>
                    <a:pt x="2994021" y="55245"/>
                  </a:cubicBezTo>
                  <a:cubicBezTo>
                    <a:pt x="2993386" y="52705"/>
                    <a:pt x="2992116" y="50800"/>
                    <a:pt x="2990846" y="48895"/>
                  </a:cubicBezTo>
                  <a:cubicBezTo>
                    <a:pt x="2989576" y="46990"/>
                    <a:pt x="2987671" y="45720"/>
                    <a:pt x="2985131" y="44450"/>
                  </a:cubicBezTo>
                  <a:cubicBezTo>
                    <a:pt x="2982591" y="43180"/>
                    <a:pt x="2980051" y="43180"/>
                    <a:pt x="2976876" y="43180"/>
                  </a:cubicBezTo>
                  <a:close/>
                  <a:moveTo>
                    <a:pt x="2527930" y="43180"/>
                  </a:moveTo>
                  <a:cubicBezTo>
                    <a:pt x="2525390" y="43180"/>
                    <a:pt x="2522850" y="43180"/>
                    <a:pt x="2520945" y="44450"/>
                  </a:cubicBezTo>
                  <a:cubicBezTo>
                    <a:pt x="2519040" y="45085"/>
                    <a:pt x="2517135" y="46355"/>
                    <a:pt x="2515865" y="48260"/>
                  </a:cubicBezTo>
                  <a:cubicBezTo>
                    <a:pt x="2514595" y="50165"/>
                    <a:pt x="2513325" y="52070"/>
                    <a:pt x="2512055" y="54610"/>
                  </a:cubicBezTo>
                  <a:cubicBezTo>
                    <a:pt x="2511420" y="57150"/>
                    <a:pt x="2510150" y="59690"/>
                    <a:pt x="2510150" y="62865"/>
                  </a:cubicBezTo>
                  <a:lnTo>
                    <a:pt x="2546345" y="62865"/>
                  </a:lnTo>
                  <a:cubicBezTo>
                    <a:pt x="2546345" y="62865"/>
                    <a:pt x="2545710" y="57785"/>
                    <a:pt x="2545075" y="55245"/>
                  </a:cubicBezTo>
                  <a:cubicBezTo>
                    <a:pt x="2544440" y="52705"/>
                    <a:pt x="2543170" y="50800"/>
                    <a:pt x="2541900" y="48895"/>
                  </a:cubicBezTo>
                  <a:cubicBezTo>
                    <a:pt x="2540630" y="46990"/>
                    <a:pt x="2538725" y="45720"/>
                    <a:pt x="2536185" y="44450"/>
                  </a:cubicBezTo>
                  <a:cubicBezTo>
                    <a:pt x="2533645" y="43180"/>
                    <a:pt x="2531105" y="43180"/>
                    <a:pt x="2527930" y="43180"/>
                  </a:cubicBezTo>
                  <a:close/>
                  <a:moveTo>
                    <a:pt x="2214240" y="43180"/>
                  </a:moveTo>
                  <a:cubicBezTo>
                    <a:pt x="2211700" y="43180"/>
                    <a:pt x="2209160" y="43180"/>
                    <a:pt x="2207255" y="44450"/>
                  </a:cubicBezTo>
                  <a:cubicBezTo>
                    <a:pt x="2205350" y="45085"/>
                    <a:pt x="2203445" y="46355"/>
                    <a:pt x="2202175" y="48260"/>
                  </a:cubicBezTo>
                  <a:cubicBezTo>
                    <a:pt x="2200905" y="50165"/>
                    <a:pt x="2199635" y="52070"/>
                    <a:pt x="2198365" y="54610"/>
                  </a:cubicBezTo>
                  <a:cubicBezTo>
                    <a:pt x="2197730" y="57150"/>
                    <a:pt x="2196460" y="59690"/>
                    <a:pt x="2196460" y="62865"/>
                  </a:cubicBezTo>
                  <a:lnTo>
                    <a:pt x="2232655" y="62865"/>
                  </a:lnTo>
                  <a:cubicBezTo>
                    <a:pt x="2232655" y="62865"/>
                    <a:pt x="2232020" y="57785"/>
                    <a:pt x="2231385" y="55245"/>
                  </a:cubicBezTo>
                  <a:cubicBezTo>
                    <a:pt x="2230750" y="52705"/>
                    <a:pt x="2229480" y="50800"/>
                    <a:pt x="2228210" y="48895"/>
                  </a:cubicBezTo>
                  <a:cubicBezTo>
                    <a:pt x="2226940" y="46990"/>
                    <a:pt x="2225035" y="45720"/>
                    <a:pt x="2222495" y="44450"/>
                  </a:cubicBezTo>
                  <a:cubicBezTo>
                    <a:pt x="2219955" y="43180"/>
                    <a:pt x="2217415" y="43180"/>
                    <a:pt x="2214240" y="43180"/>
                  </a:cubicBezTo>
                  <a:close/>
                  <a:moveTo>
                    <a:pt x="2027551" y="43180"/>
                  </a:moveTo>
                  <a:cubicBezTo>
                    <a:pt x="2025011" y="43180"/>
                    <a:pt x="2022471" y="43180"/>
                    <a:pt x="2020566" y="44450"/>
                  </a:cubicBezTo>
                  <a:cubicBezTo>
                    <a:pt x="2018661" y="45085"/>
                    <a:pt x="2016756" y="46355"/>
                    <a:pt x="2015486" y="48260"/>
                  </a:cubicBezTo>
                  <a:cubicBezTo>
                    <a:pt x="2014216" y="50165"/>
                    <a:pt x="2012946" y="52070"/>
                    <a:pt x="2011676" y="54610"/>
                  </a:cubicBezTo>
                  <a:cubicBezTo>
                    <a:pt x="2011041" y="57150"/>
                    <a:pt x="2010406" y="59690"/>
                    <a:pt x="2009771" y="62865"/>
                  </a:cubicBezTo>
                  <a:lnTo>
                    <a:pt x="2045966" y="62865"/>
                  </a:lnTo>
                  <a:cubicBezTo>
                    <a:pt x="2045966" y="62865"/>
                    <a:pt x="2045331" y="57785"/>
                    <a:pt x="2044696" y="55245"/>
                  </a:cubicBezTo>
                  <a:cubicBezTo>
                    <a:pt x="2044061" y="52705"/>
                    <a:pt x="2042791" y="50800"/>
                    <a:pt x="2041521" y="48895"/>
                  </a:cubicBezTo>
                  <a:cubicBezTo>
                    <a:pt x="2040251" y="46990"/>
                    <a:pt x="2038346" y="45720"/>
                    <a:pt x="2035806" y="44450"/>
                  </a:cubicBezTo>
                  <a:cubicBezTo>
                    <a:pt x="2033266" y="43180"/>
                    <a:pt x="2030726" y="43180"/>
                    <a:pt x="2027551" y="43180"/>
                  </a:cubicBezTo>
                  <a:close/>
                  <a:moveTo>
                    <a:pt x="1949445" y="43180"/>
                  </a:moveTo>
                  <a:cubicBezTo>
                    <a:pt x="1947540" y="43180"/>
                    <a:pt x="1945635" y="43180"/>
                    <a:pt x="1944365" y="43815"/>
                  </a:cubicBezTo>
                  <a:cubicBezTo>
                    <a:pt x="1942460" y="43815"/>
                    <a:pt x="1941190" y="45085"/>
                    <a:pt x="1939285" y="45720"/>
                  </a:cubicBezTo>
                  <a:cubicBezTo>
                    <a:pt x="1938015" y="46355"/>
                    <a:pt x="1936110" y="47625"/>
                    <a:pt x="1934840" y="48895"/>
                  </a:cubicBezTo>
                  <a:cubicBezTo>
                    <a:pt x="1933570" y="50165"/>
                    <a:pt x="1932300" y="51435"/>
                    <a:pt x="1931665" y="52705"/>
                  </a:cubicBezTo>
                  <a:lnTo>
                    <a:pt x="1931665" y="85725"/>
                  </a:lnTo>
                  <a:cubicBezTo>
                    <a:pt x="1931665" y="85725"/>
                    <a:pt x="1933570" y="88265"/>
                    <a:pt x="1934840" y="89535"/>
                  </a:cubicBezTo>
                  <a:cubicBezTo>
                    <a:pt x="1936110" y="90805"/>
                    <a:pt x="1937380" y="92075"/>
                    <a:pt x="1939285" y="92710"/>
                  </a:cubicBezTo>
                  <a:cubicBezTo>
                    <a:pt x="1941190" y="93980"/>
                    <a:pt x="1942460" y="94615"/>
                    <a:pt x="1944365" y="95250"/>
                  </a:cubicBezTo>
                  <a:cubicBezTo>
                    <a:pt x="1946270" y="95250"/>
                    <a:pt x="1948175" y="95885"/>
                    <a:pt x="1950080" y="95885"/>
                  </a:cubicBezTo>
                  <a:cubicBezTo>
                    <a:pt x="1955795" y="95885"/>
                    <a:pt x="1959605" y="93980"/>
                    <a:pt x="1962780" y="89535"/>
                  </a:cubicBezTo>
                  <a:cubicBezTo>
                    <a:pt x="1965955" y="85090"/>
                    <a:pt x="1967225" y="79375"/>
                    <a:pt x="1967225" y="71120"/>
                  </a:cubicBezTo>
                  <a:lnTo>
                    <a:pt x="1966590" y="71755"/>
                  </a:lnTo>
                  <a:cubicBezTo>
                    <a:pt x="1966590" y="62230"/>
                    <a:pt x="1965320" y="54610"/>
                    <a:pt x="1962145" y="50165"/>
                  </a:cubicBezTo>
                  <a:cubicBezTo>
                    <a:pt x="1958970" y="45720"/>
                    <a:pt x="1954525" y="43180"/>
                    <a:pt x="1949445" y="43180"/>
                  </a:cubicBezTo>
                  <a:close/>
                  <a:moveTo>
                    <a:pt x="1829431" y="43180"/>
                  </a:moveTo>
                  <a:cubicBezTo>
                    <a:pt x="1826891" y="43180"/>
                    <a:pt x="1824351" y="43180"/>
                    <a:pt x="1822446" y="44450"/>
                  </a:cubicBezTo>
                  <a:cubicBezTo>
                    <a:pt x="1820541" y="45085"/>
                    <a:pt x="1818636" y="46355"/>
                    <a:pt x="1817366" y="48260"/>
                  </a:cubicBezTo>
                  <a:cubicBezTo>
                    <a:pt x="1816096" y="50165"/>
                    <a:pt x="1814826" y="52070"/>
                    <a:pt x="1813556" y="54610"/>
                  </a:cubicBezTo>
                  <a:cubicBezTo>
                    <a:pt x="1812921" y="57150"/>
                    <a:pt x="1811651" y="59690"/>
                    <a:pt x="1811651" y="62865"/>
                  </a:cubicBezTo>
                  <a:lnTo>
                    <a:pt x="1847846" y="62865"/>
                  </a:lnTo>
                  <a:cubicBezTo>
                    <a:pt x="1847846" y="62865"/>
                    <a:pt x="1847211" y="57785"/>
                    <a:pt x="1846576" y="55245"/>
                  </a:cubicBezTo>
                  <a:cubicBezTo>
                    <a:pt x="1845941" y="52705"/>
                    <a:pt x="1844671" y="50800"/>
                    <a:pt x="1843401" y="48895"/>
                  </a:cubicBezTo>
                  <a:cubicBezTo>
                    <a:pt x="1842131" y="46990"/>
                    <a:pt x="1840226" y="45720"/>
                    <a:pt x="1837686" y="44450"/>
                  </a:cubicBezTo>
                  <a:cubicBezTo>
                    <a:pt x="1835146" y="43180"/>
                    <a:pt x="1832606" y="43180"/>
                    <a:pt x="1829431" y="43180"/>
                  </a:cubicBezTo>
                  <a:close/>
                  <a:moveTo>
                    <a:pt x="1178561" y="43180"/>
                  </a:moveTo>
                  <a:cubicBezTo>
                    <a:pt x="1176021" y="43180"/>
                    <a:pt x="1173481" y="43180"/>
                    <a:pt x="1171576" y="44450"/>
                  </a:cubicBezTo>
                  <a:cubicBezTo>
                    <a:pt x="1169671" y="45085"/>
                    <a:pt x="1167766" y="46355"/>
                    <a:pt x="1166496" y="48260"/>
                  </a:cubicBezTo>
                  <a:cubicBezTo>
                    <a:pt x="1165226" y="50165"/>
                    <a:pt x="1163956" y="52070"/>
                    <a:pt x="1162686" y="54610"/>
                  </a:cubicBezTo>
                  <a:cubicBezTo>
                    <a:pt x="1162051" y="57150"/>
                    <a:pt x="1160781" y="59690"/>
                    <a:pt x="1160781" y="62865"/>
                  </a:cubicBezTo>
                  <a:lnTo>
                    <a:pt x="1196976" y="62865"/>
                  </a:lnTo>
                  <a:cubicBezTo>
                    <a:pt x="1196976" y="62865"/>
                    <a:pt x="1196341" y="57785"/>
                    <a:pt x="1195706" y="55245"/>
                  </a:cubicBezTo>
                  <a:cubicBezTo>
                    <a:pt x="1195071" y="52705"/>
                    <a:pt x="1193801" y="50800"/>
                    <a:pt x="1192531" y="48895"/>
                  </a:cubicBezTo>
                  <a:cubicBezTo>
                    <a:pt x="1191261" y="46990"/>
                    <a:pt x="1189356" y="45720"/>
                    <a:pt x="1186816" y="44450"/>
                  </a:cubicBezTo>
                  <a:cubicBezTo>
                    <a:pt x="1184276" y="43180"/>
                    <a:pt x="1181736" y="43180"/>
                    <a:pt x="1178561" y="43180"/>
                  </a:cubicBezTo>
                  <a:close/>
                  <a:moveTo>
                    <a:pt x="898525" y="43180"/>
                  </a:moveTo>
                  <a:cubicBezTo>
                    <a:pt x="895985" y="43180"/>
                    <a:pt x="893445" y="43180"/>
                    <a:pt x="891540" y="44450"/>
                  </a:cubicBezTo>
                  <a:cubicBezTo>
                    <a:pt x="889635" y="45085"/>
                    <a:pt x="887730" y="46355"/>
                    <a:pt x="886460" y="48260"/>
                  </a:cubicBezTo>
                  <a:cubicBezTo>
                    <a:pt x="885190" y="50165"/>
                    <a:pt x="883920" y="52070"/>
                    <a:pt x="882650" y="54610"/>
                  </a:cubicBezTo>
                  <a:cubicBezTo>
                    <a:pt x="882015" y="57150"/>
                    <a:pt x="881380" y="59690"/>
                    <a:pt x="880745" y="62865"/>
                  </a:cubicBezTo>
                  <a:lnTo>
                    <a:pt x="916940" y="62865"/>
                  </a:lnTo>
                  <a:cubicBezTo>
                    <a:pt x="916940" y="62865"/>
                    <a:pt x="916305" y="57785"/>
                    <a:pt x="915670" y="55245"/>
                  </a:cubicBezTo>
                  <a:cubicBezTo>
                    <a:pt x="915035" y="52705"/>
                    <a:pt x="913765" y="50800"/>
                    <a:pt x="912495" y="48895"/>
                  </a:cubicBezTo>
                  <a:cubicBezTo>
                    <a:pt x="911225" y="46990"/>
                    <a:pt x="909320" y="45720"/>
                    <a:pt x="906780" y="44450"/>
                  </a:cubicBezTo>
                  <a:cubicBezTo>
                    <a:pt x="904240" y="43180"/>
                    <a:pt x="901700" y="43180"/>
                    <a:pt x="898525" y="43180"/>
                  </a:cubicBezTo>
                  <a:close/>
                  <a:moveTo>
                    <a:pt x="584834" y="43180"/>
                  </a:moveTo>
                  <a:cubicBezTo>
                    <a:pt x="582294" y="43180"/>
                    <a:pt x="579754" y="43180"/>
                    <a:pt x="577849" y="44450"/>
                  </a:cubicBezTo>
                  <a:cubicBezTo>
                    <a:pt x="575944" y="45085"/>
                    <a:pt x="574039" y="46355"/>
                    <a:pt x="572769" y="48260"/>
                  </a:cubicBezTo>
                  <a:cubicBezTo>
                    <a:pt x="571499" y="50165"/>
                    <a:pt x="570229" y="52070"/>
                    <a:pt x="568959" y="54610"/>
                  </a:cubicBezTo>
                  <a:cubicBezTo>
                    <a:pt x="568324" y="57150"/>
                    <a:pt x="567689" y="59690"/>
                    <a:pt x="567054" y="62865"/>
                  </a:cubicBezTo>
                  <a:lnTo>
                    <a:pt x="603249" y="62865"/>
                  </a:lnTo>
                  <a:cubicBezTo>
                    <a:pt x="603249" y="62865"/>
                    <a:pt x="602614" y="57785"/>
                    <a:pt x="601979" y="55245"/>
                  </a:cubicBezTo>
                  <a:cubicBezTo>
                    <a:pt x="601344" y="52705"/>
                    <a:pt x="600074" y="50800"/>
                    <a:pt x="598804" y="48895"/>
                  </a:cubicBezTo>
                  <a:cubicBezTo>
                    <a:pt x="597534" y="46990"/>
                    <a:pt x="595629" y="45720"/>
                    <a:pt x="593089" y="44450"/>
                  </a:cubicBezTo>
                  <a:cubicBezTo>
                    <a:pt x="590549" y="43180"/>
                    <a:pt x="588009" y="43180"/>
                    <a:pt x="584834" y="43180"/>
                  </a:cubicBezTo>
                  <a:close/>
                  <a:moveTo>
                    <a:pt x="398145" y="43180"/>
                  </a:moveTo>
                  <a:cubicBezTo>
                    <a:pt x="395605" y="43180"/>
                    <a:pt x="393065" y="43180"/>
                    <a:pt x="391160" y="44450"/>
                  </a:cubicBezTo>
                  <a:cubicBezTo>
                    <a:pt x="389255" y="45085"/>
                    <a:pt x="387350" y="46355"/>
                    <a:pt x="386080" y="48260"/>
                  </a:cubicBezTo>
                  <a:cubicBezTo>
                    <a:pt x="384810" y="50165"/>
                    <a:pt x="383540" y="52070"/>
                    <a:pt x="382270" y="54610"/>
                  </a:cubicBezTo>
                  <a:cubicBezTo>
                    <a:pt x="381635" y="57150"/>
                    <a:pt x="380365" y="59690"/>
                    <a:pt x="380365" y="62865"/>
                  </a:cubicBezTo>
                  <a:lnTo>
                    <a:pt x="416560" y="62865"/>
                  </a:lnTo>
                  <a:cubicBezTo>
                    <a:pt x="416560" y="62865"/>
                    <a:pt x="415925" y="57785"/>
                    <a:pt x="415290" y="55245"/>
                  </a:cubicBezTo>
                  <a:cubicBezTo>
                    <a:pt x="414655" y="52705"/>
                    <a:pt x="413385" y="50800"/>
                    <a:pt x="412115" y="48895"/>
                  </a:cubicBezTo>
                  <a:cubicBezTo>
                    <a:pt x="410845" y="46990"/>
                    <a:pt x="408940" y="45720"/>
                    <a:pt x="406400" y="44450"/>
                  </a:cubicBezTo>
                  <a:cubicBezTo>
                    <a:pt x="403860" y="43180"/>
                    <a:pt x="401320" y="43180"/>
                    <a:pt x="398145" y="43180"/>
                  </a:cubicBezTo>
                  <a:close/>
                  <a:moveTo>
                    <a:pt x="320039" y="43180"/>
                  </a:moveTo>
                  <a:cubicBezTo>
                    <a:pt x="318134" y="43180"/>
                    <a:pt x="316229" y="43180"/>
                    <a:pt x="314959" y="43815"/>
                  </a:cubicBezTo>
                  <a:cubicBezTo>
                    <a:pt x="313054" y="43815"/>
                    <a:pt x="311784" y="45085"/>
                    <a:pt x="309879" y="45720"/>
                  </a:cubicBezTo>
                  <a:cubicBezTo>
                    <a:pt x="308609" y="46355"/>
                    <a:pt x="306704" y="47625"/>
                    <a:pt x="305434" y="48895"/>
                  </a:cubicBezTo>
                  <a:cubicBezTo>
                    <a:pt x="304164" y="50165"/>
                    <a:pt x="302894" y="51435"/>
                    <a:pt x="302259" y="52705"/>
                  </a:cubicBezTo>
                  <a:lnTo>
                    <a:pt x="302259" y="85725"/>
                  </a:lnTo>
                  <a:cubicBezTo>
                    <a:pt x="302259" y="85725"/>
                    <a:pt x="304164" y="88265"/>
                    <a:pt x="305434" y="89535"/>
                  </a:cubicBezTo>
                  <a:cubicBezTo>
                    <a:pt x="306704" y="90805"/>
                    <a:pt x="307974" y="92075"/>
                    <a:pt x="309879" y="92710"/>
                  </a:cubicBezTo>
                  <a:cubicBezTo>
                    <a:pt x="311784" y="93980"/>
                    <a:pt x="313054" y="94615"/>
                    <a:pt x="314959" y="95250"/>
                  </a:cubicBezTo>
                  <a:cubicBezTo>
                    <a:pt x="316864" y="95250"/>
                    <a:pt x="318769" y="95885"/>
                    <a:pt x="320674" y="95885"/>
                  </a:cubicBezTo>
                  <a:cubicBezTo>
                    <a:pt x="326389" y="95885"/>
                    <a:pt x="330199" y="93980"/>
                    <a:pt x="333374" y="89535"/>
                  </a:cubicBezTo>
                  <a:cubicBezTo>
                    <a:pt x="336549" y="85090"/>
                    <a:pt x="337819" y="79375"/>
                    <a:pt x="337819" y="71120"/>
                  </a:cubicBezTo>
                  <a:lnTo>
                    <a:pt x="337184" y="71755"/>
                  </a:lnTo>
                  <a:cubicBezTo>
                    <a:pt x="337184" y="62230"/>
                    <a:pt x="335914" y="54610"/>
                    <a:pt x="332739" y="50165"/>
                  </a:cubicBezTo>
                  <a:cubicBezTo>
                    <a:pt x="329564" y="45720"/>
                    <a:pt x="325119" y="43180"/>
                    <a:pt x="320039" y="43180"/>
                  </a:cubicBezTo>
                  <a:close/>
                  <a:moveTo>
                    <a:pt x="200025" y="43180"/>
                  </a:moveTo>
                  <a:cubicBezTo>
                    <a:pt x="197485" y="43180"/>
                    <a:pt x="194945" y="43180"/>
                    <a:pt x="193040" y="44450"/>
                  </a:cubicBezTo>
                  <a:cubicBezTo>
                    <a:pt x="191135" y="45085"/>
                    <a:pt x="189230" y="46355"/>
                    <a:pt x="187960" y="48260"/>
                  </a:cubicBezTo>
                  <a:cubicBezTo>
                    <a:pt x="186690" y="50165"/>
                    <a:pt x="185420" y="52070"/>
                    <a:pt x="184150" y="54610"/>
                  </a:cubicBezTo>
                  <a:cubicBezTo>
                    <a:pt x="183515" y="57150"/>
                    <a:pt x="182880" y="59690"/>
                    <a:pt x="182245" y="62865"/>
                  </a:cubicBezTo>
                  <a:lnTo>
                    <a:pt x="218440" y="62865"/>
                  </a:lnTo>
                  <a:cubicBezTo>
                    <a:pt x="218440" y="62865"/>
                    <a:pt x="217805" y="57785"/>
                    <a:pt x="217170" y="55245"/>
                  </a:cubicBezTo>
                  <a:cubicBezTo>
                    <a:pt x="216535" y="52705"/>
                    <a:pt x="215265" y="50800"/>
                    <a:pt x="213995" y="48895"/>
                  </a:cubicBezTo>
                  <a:cubicBezTo>
                    <a:pt x="212725" y="46990"/>
                    <a:pt x="210820" y="45720"/>
                    <a:pt x="208280" y="44450"/>
                  </a:cubicBezTo>
                  <a:cubicBezTo>
                    <a:pt x="205740" y="43180"/>
                    <a:pt x="203200" y="43180"/>
                    <a:pt x="200025" y="43180"/>
                  </a:cubicBezTo>
                  <a:close/>
                  <a:moveTo>
                    <a:pt x="4439281" y="43179"/>
                  </a:moveTo>
                  <a:cubicBezTo>
                    <a:pt x="4433566" y="43179"/>
                    <a:pt x="4429756" y="45084"/>
                    <a:pt x="4426581" y="49529"/>
                  </a:cubicBezTo>
                  <a:cubicBezTo>
                    <a:pt x="4423406" y="53974"/>
                    <a:pt x="4422136" y="59689"/>
                    <a:pt x="4422136" y="67944"/>
                  </a:cubicBezTo>
                  <a:cubicBezTo>
                    <a:pt x="4422136" y="73024"/>
                    <a:pt x="4422136" y="76834"/>
                    <a:pt x="4423406" y="80644"/>
                  </a:cubicBezTo>
                  <a:cubicBezTo>
                    <a:pt x="4424041" y="84454"/>
                    <a:pt x="4425311" y="86994"/>
                    <a:pt x="4426581" y="89534"/>
                  </a:cubicBezTo>
                  <a:cubicBezTo>
                    <a:pt x="4427851" y="92074"/>
                    <a:pt x="4429756" y="93344"/>
                    <a:pt x="4432296" y="94614"/>
                  </a:cubicBezTo>
                  <a:cubicBezTo>
                    <a:pt x="4434201" y="95884"/>
                    <a:pt x="4436741" y="96519"/>
                    <a:pt x="4439916" y="96519"/>
                  </a:cubicBezTo>
                  <a:cubicBezTo>
                    <a:pt x="4441821" y="96519"/>
                    <a:pt x="4443726" y="96519"/>
                    <a:pt x="4444996" y="95884"/>
                  </a:cubicBezTo>
                  <a:cubicBezTo>
                    <a:pt x="4446901" y="95884"/>
                    <a:pt x="4448171" y="94614"/>
                    <a:pt x="4450076" y="93344"/>
                  </a:cubicBezTo>
                  <a:cubicBezTo>
                    <a:pt x="4451346" y="92709"/>
                    <a:pt x="4453251" y="91439"/>
                    <a:pt x="4454521" y="90169"/>
                  </a:cubicBezTo>
                  <a:cubicBezTo>
                    <a:pt x="4455791" y="88899"/>
                    <a:pt x="4457061" y="87629"/>
                    <a:pt x="4457696" y="86359"/>
                  </a:cubicBezTo>
                  <a:lnTo>
                    <a:pt x="4457696" y="53339"/>
                  </a:lnTo>
                  <a:cubicBezTo>
                    <a:pt x="4457696" y="53339"/>
                    <a:pt x="4455791" y="50799"/>
                    <a:pt x="4454521" y="49529"/>
                  </a:cubicBezTo>
                  <a:cubicBezTo>
                    <a:pt x="4453251" y="48259"/>
                    <a:pt x="4451981" y="46989"/>
                    <a:pt x="4450076" y="46354"/>
                  </a:cubicBezTo>
                  <a:cubicBezTo>
                    <a:pt x="4448806" y="45084"/>
                    <a:pt x="4446901" y="44449"/>
                    <a:pt x="4444996" y="43814"/>
                  </a:cubicBezTo>
                  <a:cubicBezTo>
                    <a:pt x="4443091" y="43814"/>
                    <a:pt x="4441186" y="43179"/>
                    <a:pt x="4439281" y="43179"/>
                  </a:cubicBezTo>
                  <a:close/>
                  <a:moveTo>
                    <a:pt x="1014731" y="43179"/>
                  </a:moveTo>
                  <a:cubicBezTo>
                    <a:pt x="1009016" y="43179"/>
                    <a:pt x="1005206" y="45084"/>
                    <a:pt x="1002032" y="49529"/>
                  </a:cubicBezTo>
                  <a:cubicBezTo>
                    <a:pt x="998856" y="53974"/>
                    <a:pt x="997587" y="59689"/>
                    <a:pt x="997587" y="67944"/>
                  </a:cubicBezTo>
                  <a:cubicBezTo>
                    <a:pt x="997587" y="77469"/>
                    <a:pt x="998856" y="84454"/>
                    <a:pt x="1002032" y="88899"/>
                  </a:cubicBezTo>
                  <a:cubicBezTo>
                    <a:pt x="1005206" y="93979"/>
                    <a:pt x="1009016" y="95884"/>
                    <a:pt x="1015367" y="95884"/>
                  </a:cubicBezTo>
                  <a:cubicBezTo>
                    <a:pt x="1018541" y="95884"/>
                    <a:pt x="1022352" y="95249"/>
                    <a:pt x="1024891" y="93344"/>
                  </a:cubicBezTo>
                  <a:cubicBezTo>
                    <a:pt x="1028067" y="91439"/>
                    <a:pt x="1030607" y="88899"/>
                    <a:pt x="1033147" y="86359"/>
                  </a:cubicBezTo>
                  <a:lnTo>
                    <a:pt x="1033147" y="53339"/>
                  </a:lnTo>
                  <a:cubicBezTo>
                    <a:pt x="1033147" y="53339"/>
                    <a:pt x="1031242" y="50799"/>
                    <a:pt x="1029971" y="49529"/>
                  </a:cubicBezTo>
                  <a:cubicBezTo>
                    <a:pt x="1028702" y="48259"/>
                    <a:pt x="1027431" y="46989"/>
                    <a:pt x="1025526" y="46354"/>
                  </a:cubicBezTo>
                  <a:cubicBezTo>
                    <a:pt x="1023621" y="45084"/>
                    <a:pt x="1022352" y="44449"/>
                    <a:pt x="1020446" y="43814"/>
                  </a:cubicBezTo>
                  <a:cubicBezTo>
                    <a:pt x="1018541" y="43179"/>
                    <a:pt x="1016636" y="43179"/>
                    <a:pt x="1014731" y="43179"/>
                  </a:cubicBezTo>
                  <a:close/>
                  <a:moveTo>
                    <a:pt x="4524370" y="31114"/>
                  </a:moveTo>
                  <a:lnTo>
                    <a:pt x="4538975" y="31114"/>
                  </a:lnTo>
                  <a:lnTo>
                    <a:pt x="4552310" y="84454"/>
                  </a:lnTo>
                  <a:lnTo>
                    <a:pt x="4566915" y="31114"/>
                  </a:lnTo>
                  <a:lnTo>
                    <a:pt x="4579615" y="31114"/>
                  </a:lnTo>
                  <a:lnTo>
                    <a:pt x="4594220" y="84454"/>
                  </a:lnTo>
                  <a:lnTo>
                    <a:pt x="4606920" y="31114"/>
                  </a:lnTo>
                  <a:lnTo>
                    <a:pt x="4622160" y="31114"/>
                  </a:lnTo>
                  <a:lnTo>
                    <a:pt x="4600570" y="108584"/>
                  </a:lnTo>
                  <a:lnTo>
                    <a:pt x="4587235" y="108584"/>
                  </a:lnTo>
                  <a:lnTo>
                    <a:pt x="4572630" y="54609"/>
                  </a:lnTo>
                  <a:lnTo>
                    <a:pt x="4558660" y="108584"/>
                  </a:lnTo>
                  <a:lnTo>
                    <a:pt x="4545325" y="108584"/>
                  </a:lnTo>
                  <a:close/>
                  <a:moveTo>
                    <a:pt x="4123686" y="31114"/>
                  </a:moveTo>
                  <a:lnTo>
                    <a:pt x="4138926" y="31114"/>
                  </a:lnTo>
                  <a:lnTo>
                    <a:pt x="4152261" y="84454"/>
                  </a:lnTo>
                  <a:lnTo>
                    <a:pt x="4166866" y="31114"/>
                  </a:lnTo>
                  <a:lnTo>
                    <a:pt x="4178931" y="31114"/>
                  </a:lnTo>
                  <a:lnTo>
                    <a:pt x="4193536" y="84454"/>
                  </a:lnTo>
                  <a:lnTo>
                    <a:pt x="4206871" y="31114"/>
                  </a:lnTo>
                  <a:lnTo>
                    <a:pt x="4222111" y="31114"/>
                  </a:lnTo>
                  <a:lnTo>
                    <a:pt x="4200521" y="108584"/>
                  </a:lnTo>
                  <a:lnTo>
                    <a:pt x="4187186" y="108584"/>
                  </a:lnTo>
                  <a:lnTo>
                    <a:pt x="4172581" y="54609"/>
                  </a:lnTo>
                  <a:lnTo>
                    <a:pt x="4157976" y="108584"/>
                  </a:lnTo>
                  <a:lnTo>
                    <a:pt x="4145276" y="108584"/>
                  </a:lnTo>
                  <a:close/>
                  <a:moveTo>
                    <a:pt x="2837811" y="31114"/>
                  </a:moveTo>
                  <a:lnTo>
                    <a:pt x="2852416" y="31114"/>
                  </a:lnTo>
                  <a:lnTo>
                    <a:pt x="2865751" y="84454"/>
                  </a:lnTo>
                  <a:lnTo>
                    <a:pt x="2880356" y="31114"/>
                  </a:lnTo>
                  <a:lnTo>
                    <a:pt x="2893056" y="31114"/>
                  </a:lnTo>
                  <a:lnTo>
                    <a:pt x="2907661" y="84454"/>
                  </a:lnTo>
                  <a:lnTo>
                    <a:pt x="2920361" y="31114"/>
                  </a:lnTo>
                  <a:lnTo>
                    <a:pt x="2935601" y="31114"/>
                  </a:lnTo>
                  <a:lnTo>
                    <a:pt x="2914011" y="108584"/>
                  </a:lnTo>
                  <a:lnTo>
                    <a:pt x="2900676" y="108584"/>
                  </a:lnTo>
                  <a:lnTo>
                    <a:pt x="2886706" y="54609"/>
                  </a:lnTo>
                  <a:lnTo>
                    <a:pt x="2872101" y="108584"/>
                  </a:lnTo>
                  <a:lnTo>
                    <a:pt x="2858766" y="108584"/>
                  </a:lnTo>
                  <a:close/>
                  <a:moveTo>
                    <a:pt x="1354455" y="31114"/>
                  </a:moveTo>
                  <a:lnTo>
                    <a:pt x="1369695" y="31114"/>
                  </a:lnTo>
                  <a:lnTo>
                    <a:pt x="1369695" y="109219"/>
                  </a:lnTo>
                  <a:lnTo>
                    <a:pt x="1354455" y="109219"/>
                  </a:lnTo>
                  <a:close/>
                  <a:moveTo>
                    <a:pt x="2646040" y="29844"/>
                  </a:moveTo>
                  <a:cubicBezTo>
                    <a:pt x="2650485" y="29844"/>
                    <a:pt x="2654295" y="29844"/>
                    <a:pt x="2658105" y="31749"/>
                  </a:cubicBezTo>
                  <a:cubicBezTo>
                    <a:pt x="2661915" y="33019"/>
                    <a:pt x="2665090" y="34289"/>
                    <a:pt x="2667630" y="36829"/>
                  </a:cubicBezTo>
                  <a:cubicBezTo>
                    <a:pt x="2670170" y="38734"/>
                    <a:pt x="2672075" y="41909"/>
                    <a:pt x="2673345" y="45084"/>
                  </a:cubicBezTo>
                  <a:cubicBezTo>
                    <a:pt x="2674615" y="48259"/>
                    <a:pt x="2675250" y="52069"/>
                    <a:pt x="2675250" y="56514"/>
                  </a:cubicBezTo>
                  <a:lnTo>
                    <a:pt x="2675250" y="109854"/>
                  </a:lnTo>
                  <a:lnTo>
                    <a:pt x="2660010" y="109854"/>
                  </a:lnTo>
                  <a:lnTo>
                    <a:pt x="2660010" y="108584"/>
                  </a:lnTo>
                  <a:lnTo>
                    <a:pt x="2660010" y="100964"/>
                  </a:lnTo>
                  <a:cubicBezTo>
                    <a:pt x="2660010" y="100964"/>
                    <a:pt x="2656200" y="104139"/>
                    <a:pt x="2654930" y="104774"/>
                  </a:cubicBezTo>
                  <a:cubicBezTo>
                    <a:pt x="2653660" y="105409"/>
                    <a:pt x="2652390" y="106679"/>
                    <a:pt x="2651120" y="107314"/>
                  </a:cubicBezTo>
                  <a:cubicBezTo>
                    <a:pt x="2649850" y="107949"/>
                    <a:pt x="2647945" y="108584"/>
                    <a:pt x="2646040" y="109219"/>
                  </a:cubicBezTo>
                  <a:cubicBezTo>
                    <a:pt x="2644135" y="109219"/>
                    <a:pt x="2641595" y="109854"/>
                    <a:pt x="2639055" y="109854"/>
                  </a:cubicBezTo>
                  <a:cubicBezTo>
                    <a:pt x="2635880" y="109854"/>
                    <a:pt x="2632705" y="109854"/>
                    <a:pt x="2629530" y="108584"/>
                  </a:cubicBezTo>
                  <a:cubicBezTo>
                    <a:pt x="2626355" y="107949"/>
                    <a:pt x="2623180" y="106044"/>
                    <a:pt x="2620640" y="104139"/>
                  </a:cubicBezTo>
                  <a:cubicBezTo>
                    <a:pt x="2618100" y="102234"/>
                    <a:pt x="2616195" y="99059"/>
                    <a:pt x="2614290" y="95884"/>
                  </a:cubicBezTo>
                  <a:cubicBezTo>
                    <a:pt x="2612385" y="92709"/>
                    <a:pt x="2611750" y="88264"/>
                    <a:pt x="2611750" y="83819"/>
                  </a:cubicBezTo>
                  <a:cubicBezTo>
                    <a:pt x="2611750" y="79374"/>
                    <a:pt x="2612385" y="75564"/>
                    <a:pt x="2614290" y="72389"/>
                  </a:cubicBezTo>
                  <a:cubicBezTo>
                    <a:pt x="2615560" y="69214"/>
                    <a:pt x="2618100" y="66674"/>
                    <a:pt x="2620640" y="64769"/>
                  </a:cubicBezTo>
                  <a:cubicBezTo>
                    <a:pt x="2623180" y="62864"/>
                    <a:pt x="2626990" y="60959"/>
                    <a:pt x="2630800" y="60324"/>
                  </a:cubicBezTo>
                  <a:cubicBezTo>
                    <a:pt x="2634610" y="59054"/>
                    <a:pt x="2638420" y="59054"/>
                    <a:pt x="2642865" y="59054"/>
                  </a:cubicBezTo>
                  <a:cubicBezTo>
                    <a:pt x="2646675" y="59054"/>
                    <a:pt x="2650485" y="59054"/>
                    <a:pt x="2653025" y="59689"/>
                  </a:cubicBezTo>
                  <a:cubicBezTo>
                    <a:pt x="2655565" y="59689"/>
                    <a:pt x="2658105" y="60959"/>
                    <a:pt x="2660010" y="61594"/>
                  </a:cubicBezTo>
                  <a:lnTo>
                    <a:pt x="2660010" y="55879"/>
                  </a:lnTo>
                  <a:cubicBezTo>
                    <a:pt x="2660010" y="51434"/>
                    <a:pt x="2658740" y="48259"/>
                    <a:pt x="2656200" y="46354"/>
                  </a:cubicBezTo>
                  <a:cubicBezTo>
                    <a:pt x="2653660" y="43814"/>
                    <a:pt x="2649850" y="43179"/>
                    <a:pt x="2645405" y="43179"/>
                  </a:cubicBezTo>
                  <a:cubicBezTo>
                    <a:pt x="2641595" y="43179"/>
                    <a:pt x="2637785" y="43179"/>
                    <a:pt x="2634610" y="44449"/>
                  </a:cubicBezTo>
                  <a:cubicBezTo>
                    <a:pt x="2631435" y="45084"/>
                    <a:pt x="2628260" y="46354"/>
                    <a:pt x="2625085" y="48259"/>
                  </a:cubicBezTo>
                  <a:lnTo>
                    <a:pt x="2619370" y="36829"/>
                  </a:lnTo>
                  <a:cubicBezTo>
                    <a:pt x="2623180" y="34289"/>
                    <a:pt x="2626990" y="33019"/>
                    <a:pt x="2631435" y="31749"/>
                  </a:cubicBezTo>
                  <a:cubicBezTo>
                    <a:pt x="2635880" y="30479"/>
                    <a:pt x="2640325" y="29844"/>
                    <a:pt x="2646040" y="29844"/>
                  </a:cubicBezTo>
                  <a:close/>
                  <a:moveTo>
                    <a:pt x="1114426" y="29844"/>
                  </a:moveTo>
                  <a:lnTo>
                    <a:pt x="1129666" y="29844"/>
                  </a:lnTo>
                  <a:lnTo>
                    <a:pt x="1129666" y="107949"/>
                  </a:lnTo>
                  <a:lnTo>
                    <a:pt x="1114426" y="107949"/>
                  </a:lnTo>
                  <a:lnTo>
                    <a:pt x="1114426" y="100964"/>
                  </a:lnTo>
                  <a:cubicBezTo>
                    <a:pt x="1114426" y="100964"/>
                    <a:pt x="1109981" y="106044"/>
                    <a:pt x="1106171" y="107314"/>
                  </a:cubicBezTo>
                  <a:cubicBezTo>
                    <a:pt x="1102996" y="109219"/>
                    <a:pt x="1098551" y="109854"/>
                    <a:pt x="1094741" y="109854"/>
                  </a:cubicBezTo>
                  <a:cubicBezTo>
                    <a:pt x="1085851" y="109854"/>
                    <a:pt x="1078866" y="106679"/>
                    <a:pt x="1073786" y="100964"/>
                  </a:cubicBezTo>
                  <a:cubicBezTo>
                    <a:pt x="1069341" y="95249"/>
                    <a:pt x="1066800" y="86359"/>
                    <a:pt x="1066800" y="74929"/>
                  </a:cubicBezTo>
                  <a:lnTo>
                    <a:pt x="1066800" y="30479"/>
                  </a:lnTo>
                  <a:lnTo>
                    <a:pt x="1082040" y="30479"/>
                  </a:lnTo>
                  <a:lnTo>
                    <a:pt x="1082040" y="74294"/>
                  </a:lnTo>
                  <a:cubicBezTo>
                    <a:pt x="1082040" y="81279"/>
                    <a:pt x="1083311" y="86994"/>
                    <a:pt x="1085851" y="90169"/>
                  </a:cubicBezTo>
                  <a:cubicBezTo>
                    <a:pt x="1088390" y="93979"/>
                    <a:pt x="1092201" y="95249"/>
                    <a:pt x="1097916" y="95249"/>
                  </a:cubicBezTo>
                  <a:cubicBezTo>
                    <a:pt x="1102996" y="95249"/>
                    <a:pt x="1106806" y="93344"/>
                    <a:pt x="1109981" y="90169"/>
                  </a:cubicBezTo>
                  <a:cubicBezTo>
                    <a:pt x="1112521" y="86994"/>
                    <a:pt x="1114426" y="81914"/>
                    <a:pt x="1114426" y="75564"/>
                  </a:cubicBezTo>
                  <a:close/>
                  <a:moveTo>
                    <a:pt x="1011556" y="29844"/>
                  </a:moveTo>
                  <a:cubicBezTo>
                    <a:pt x="1013461" y="29844"/>
                    <a:pt x="1015367" y="29844"/>
                    <a:pt x="1017272" y="30479"/>
                  </a:cubicBezTo>
                  <a:cubicBezTo>
                    <a:pt x="1019176" y="30479"/>
                    <a:pt x="1021081" y="31749"/>
                    <a:pt x="1022352" y="32384"/>
                  </a:cubicBezTo>
                  <a:cubicBezTo>
                    <a:pt x="1024257" y="33019"/>
                    <a:pt x="1025526" y="34289"/>
                    <a:pt x="1026797" y="35559"/>
                  </a:cubicBezTo>
                  <a:cubicBezTo>
                    <a:pt x="1028067" y="36829"/>
                    <a:pt x="1029336" y="37464"/>
                    <a:pt x="1030607" y="38734"/>
                  </a:cubicBezTo>
                  <a:lnTo>
                    <a:pt x="1030607" y="31749"/>
                  </a:lnTo>
                  <a:lnTo>
                    <a:pt x="1045847" y="31749"/>
                  </a:lnTo>
                  <a:lnTo>
                    <a:pt x="1045847" y="130809"/>
                  </a:lnTo>
                  <a:lnTo>
                    <a:pt x="1032512" y="137477"/>
                  </a:lnTo>
                  <a:lnTo>
                    <a:pt x="1032512" y="101599"/>
                  </a:lnTo>
                  <a:cubicBezTo>
                    <a:pt x="1032512" y="101599"/>
                    <a:pt x="1026797" y="106679"/>
                    <a:pt x="1022986" y="107949"/>
                  </a:cubicBezTo>
                  <a:cubicBezTo>
                    <a:pt x="1019812" y="109854"/>
                    <a:pt x="1016001" y="110489"/>
                    <a:pt x="1011556" y="110489"/>
                  </a:cubicBezTo>
                  <a:cubicBezTo>
                    <a:pt x="1007111" y="110489"/>
                    <a:pt x="1003301" y="109854"/>
                    <a:pt x="999491" y="107949"/>
                  </a:cubicBezTo>
                  <a:cubicBezTo>
                    <a:pt x="995681" y="106679"/>
                    <a:pt x="992506" y="104139"/>
                    <a:pt x="989966" y="100329"/>
                  </a:cubicBezTo>
                  <a:cubicBezTo>
                    <a:pt x="987426" y="97154"/>
                    <a:pt x="984886" y="92709"/>
                    <a:pt x="983616" y="87629"/>
                  </a:cubicBezTo>
                  <a:cubicBezTo>
                    <a:pt x="982346" y="82549"/>
                    <a:pt x="981076" y="76199"/>
                    <a:pt x="981076" y="68579"/>
                  </a:cubicBezTo>
                  <a:cubicBezTo>
                    <a:pt x="981076" y="61594"/>
                    <a:pt x="981711" y="55879"/>
                    <a:pt x="983616" y="51434"/>
                  </a:cubicBezTo>
                  <a:cubicBezTo>
                    <a:pt x="985521" y="46354"/>
                    <a:pt x="987426" y="42544"/>
                    <a:pt x="990601" y="39369"/>
                  </a:cubicBezTo>
                  <a:cubicBezTo>
                    <a:pt x="993142" y="36194"/>
                    <a:pt x="996951" y="33654"/>
                    <a:pt x="1000126" y="32384"/>
                  </a:cubicBezTo>
                  <a:cubicBezTo>
                    <a:pt x="1003937" y="31114"/>
                    <a:pt x="1007746" y="29844"/>
                    <a:pt x="1011556" y="29844"/>
                  </a:cubicBezTo>
                  <a:close/>
                  <a:moveTo>
                    <a:pt x="4871716" y="29210"/>
                  </a:moveTo>
                  <a:cubicBezTo>
                    <a:pt x="4876796" y="29210"/>
                    <a:pt x="4881241" y="29845"/>
                    <a:pt x="4885686" y="31750"/>
                  </a:cubicBezTo>
                  <a:cubicBezTo>
                    <a:pt x="4890131" y="33655"/>
                    <a:pt x="4894576" y="35560"/>
                    <a:pt x="4897751" y="38100"/>
                  </a:cubicBezTo>
                  <a:lnTo>
                    <a:pt x="4899021" y="38100"/>
                  </a:lnTo>
                  <a:lnTo>
                    <a:pt x="4892036" y="50165"/>
                  </a:lnTo>
                  <a:cubicBezTo>
                    <a:pt x="4888861" y="47625"/>
                    <a:pt x="4885686" y="46355"/>
                    <a:pt x="4882511" y="45085"/>
                  </a:cubicBezTo>
                  <a:cubicBezTo>
                    <a:pt x="4879336" y="43815"/>
                    <a:pt x="4875526" y="43180"/>
                    <a:pt x="4872351" y="43180"/>
                  </a:cubicBezTo>
                  <a:cubicBezTo>
                    <a:pt x="4869176" y="43180"/>
                    <a:pt x="4866001" y="43815"/>
                    <a:pt x="4864096" y="45085"/>
                  </a:cubicBezTo>
                  <a:cubicBezTo>
                    <a:pt x="4862191" y="46355"/>
                    <a:pt x="4861556" y="48260"/>
                    <a:pt x="4861556" y="50165"/>
                  </a:cubicBezTo>
                  <a:cubicBezTo>
                    <a:pt x="4861556" y="51435"/>
                    <a:pt x="4861556" y="52070"/>
                    <a:pt x="4861556" y="52705"/>
                  </a:cubicBezTo>
                  <a:cubicBezTo>
                    <a:pt x="4861556" y="53340"/>
                    <a:pt x="4862826" y="54610"/>
                    <a:pt x="4863461" y="55245"/>
                  </a:cubicBezTo>
                  <a:cubicBezTo>
                    <a:pt x="4864731" y="55880"/>
                    <a:pt x="4866001" y="57150"/>
                    <a:pt x="4867906" y="57785"/>
                  </a:cubicBezTo>
                  <a:cubicBezTo>
                    <a:pt x="4869811" y="59055"/>
                    <a:pt x="4872351" y="59690"/>
                    <a:pt x="4874891" y="60960"/>
                  </a:cubicBezTo>
                  <a:cubicBezTo>
                    <a:pt x="4879336" y="62865"/>
                    <a:pt x="4883146" y="64135"/>
                    <a:pt x="4886321" y="66040"/>
                  </a:cubicBezTo>
                  <a:cubicBezTo>
                    <a:pt x="4889496" y="67310"/>
                    <a:pt x="4892036" y="69215"/>
                    <a:pt x="4894576" y="71120"/>
                  </a:cubicBezTo>
                  <a:cubicBezTo>
                    <a:pt x="4896481" y="73025"/>
                    <a:pt x="4898386" y="75565"/>
                    <a:pt x="4899656" y="78105"/>
                  </a:cubicBezTo>
                  <a:cubicBezTo>
                    <a:pt x="4900926" y="80645"/>
                    <a:pt x="4901561" y="83820"/>
                    <a:pt x="4901561" y="87630"/>
                  </a:cubicBezTo>
                  <a:cubicBezTo>
                    <a:pt x="4901561" y="92075"/>
                    <a:pt x="4900926" y="95250"/>
                    <a:pt x="4899021" y="98425"/>
                  </a:cubicBezTo>
                  <a:cubicBezTo>
                    <a:pt x="4897116" y="101600"/>
                    <a:pt x="4895211" y="103505"/>
                    <a:pt x="4892671" y="105410"/>
                  </a:cubicBezTo>
                  <a:cubicBezTo>
                    <a:pt x="4890131" y="107315"/>
                    <a:pt x="4886956" y="108585"/>
                    <a:pt x="4883146" y="109220"/>
                  </a:cubicBezTo>
                  <a:cubicBezTo>
                    <a:pt x="4879336" y="109855"/>
                    <a:pt x="4876161" y="110490"/>
                    <a:pt x="4872351" y="110490"/>
                  </a:cubicBezTo>
                  <a:cubicBezTo>
                    <a:pt x="4867271" y="110490"/>
                    <a:pt x="4862191" y="109855"/>
                    <a:pt x="4857111" y="107950"/>
                  </a:cubicBezTo>
                  <a:cubicBezTo>
                    <a:pt x="4851396" y="106045"/>
                    <a:pt x="4846951" y="103505"/>
                    <a:pt x="4842506" y="100965"/>
                  </a:cubicBezTo>
                  <a:lnTo>
                    <a:pt x="4849491" y="89535"/>
                  </a:lnTo>
                  <a:cubicBezTo>
                    <a:pt x="4853301" y="92075"/>
                    <a:pt x="4857111" y="93980"/>
                    <a:pt x="4860921" y="95250"/>
                  </a:cubicBezTo>
                  <a:cubicBezTo>
                    <a:pt x="4864731" y="96520"/>
                    <a:pt x="4868541" y="97155"/>
                    <a:pt x="4872351" y="97155"/>
                  </a:cubicBezTo>
                  <a:cubicBezTo>
                    <a:pt x="4877431" y="97155"/>
                    <a:pt x="4880606" y="96520"/>
                    <a:pt x="4883146" y="94615"/>
                  </a:cubicBezTo>
                  <a:cubicBezTo>
                    <a:pt x="4885686" y="93345"/>
                    <a:pt x="4886321" y="90805"/>
                    <a:pt x="4886321" y="88265"/>
                  </a:cubicBezTo>
                  <a:cubicBezTo>
                    <a:pt x="4886321" y="86995"/>
                    <a:pt x="4886321" y="85725"/>
                    <a:pt x="4885051" y="84455"/>
                  </a:cubicBezTo>
                  <a:cubicBezTo>
                    <a:pt x="4884416" y="83185"/>
                    <a:pt x="4883146" y="82550"/>
                    <a:pt x="4881241" y="81280"/>
                  </a:cubicBezTo>
                  <a:cubicBezTo>
                    <a:pt x="4879971" y="80010"/>
                    <a:pt x="4878066" y="79375"/>
                    <a:pt x="4875526" y="78105"/>
                  </a:cubicBezTo>
                  <a:cubicBezTo>
                    <a:pt x="4872986" y="77470"/>
                    <a:pt x="4871081" y="76200"/>
                    <a:pt x="4867906" y="74930"/>
                  </a:cubicBezTo>
                  <a:cubicBezTo>
                    <a:pt x="4863461" y="73025"/>
                    <a:pt x="4860286" y="71755"/>
                    <a:pt x="4857111" y="69850"/>
                  </a:cubicBezTo>
                  <a:cubicBezTo>
                    <a:pt x="4853936" y="67945"/>
                    <a:pt x="4852031" y="66675"/>
                    <a:pt x="4850126" y="64770"/>
                  </a:cubicBezTo>
                  <a:cubicBezTo>
                    <a:pt x="4848221" y="62865"/>
                    <a:pt x="4846951" y="60960"/>
                    <a:pt x="4846316" y="58420"/>
                  </a:cubicBezTo>
                  <a:cubicBezTo>
                    <a:pt x="4845681" y="55880"/>
                    <a:pt x="4845046" y="53340"/>
                    <a:pt x="4845046" y="50165"/>
                  </a:cubicBezTo>
                  <a:cubicBezTo>
                    <a:pt x="4845046" y="46990"/>
                    <a:pt x="4845681" y="43815"/>
                    <a:pt x="4846951" y="40640"/>
                  </a:cubicBezTo>
                  <a:cubicBezTo>
                    <a:pt x="4848221" y="38100"/>
                    <a:pt x="4850126" y="35560"/>
                    <a:pt x="4852666" y="34290"/>
                  </a:cubicBezTo>
                  <a:cubicBezTo>
                    <a:pt x="4855206" y="32385"/>
                    <a:pt x="4857746" y="31115"/>
                    <a:pt x="4860921" y="30480"/>
                  </a:cubicBezTo>
                  <a:cubicBezTo>
                    <a:pt x="4864096" y="29845"/>
                    <a:pt x="4867906" y="29210"/>
                    <a:pt x="4871716" y="29210"/>
                  </a:cubicBezTo>
                  <a:close/>
                  <a:moveTo>
                    <a:pt x="4749796" y="29210"/>
                  </a:moveTo>
                  <a:cubicBezTo>
                    <a:pt x="4752971" y="29210"/>
                    <a:pt x="4755511" y="29210"/>
                    <a:pt x="4757416" y="29845"/>
                  </a:cubicBezTo>
                  <a:cubicBezTo>
                    <a:pt x="4759321" y="30480"/>
                    <a:pt x="4761226" y="31115"/>
                    <a:pt x="4763131" y="32385"/>
                  </a:cubicBezTo>
                  <a:lnTo>
                    <a:pt x="4759321" y="46990"/>
                  </a:lnTo>
                  <a:lnTo>
                    <a:pt x="4758051" y="46990"/>
                  </a:lnTo>
                  <a:cubicBezTo>
                    <a:pt x="4758051" y="46990"/>
                    <a:pt x="4754876" y="45085"/>
                    <a:pt x="4752971" y="45085"/>
                  </a:cubicBezTo>
                  <a:cubicBezTo>
                    <a:pt x="4751066" y="45085"/>
                    <a:pt x="4749161" y="44450"/>
                    <a:pt x="4746621" y="44450"/>
                  </a:cubicBezTo>
                  <a:cubicBezTo>
                    <a:pt x="4741541" y="44450"/>
                    <a:pt x="4737731" y="46355"/>
                    <a:pt x="4735191" y="49530"/>
                  </a:cubicBezTo>
                  <a:cubicBezTo>
                    <a:pt x="4732651" y="52705"/>
                    <a:pt x="4731381" y="57785"/>
                    <a:pt x="4731381" y="64770"/>
                  </a:cubicBezTo>
                  <a:lnTo>
                    <a:pt x="4731381" y="109220"/>
                  </a:lnTo>
                  <a:lnTo>
                    <a:pt x="4716141" y="109220"/>
                  </a:lnTo>
                  <a:lnTo>
                    <a:pt x="4716141" y="31115"/>
                  </a:lnTo>
                  <a:lnTo>
                    <a:pt x="4731381" y="31115"/>
                  </a:lnTo>
                  <a:lnTo>
                    <a:pt x="4731381" y="38735"/>
                  </a:lnTo>
                  <a:cubicBezTo>
                    <a:pt x="4731381" y="38735"/>
                    <a:pt x="4733286" y="36195"/>
                    <a:pt x="4734556" y="34925"/>
                  </a:cubicBezTo>
                  <a:cubicBezTo>
                    <a:pt x="4735826" y="33655"/>
                    <a:pt x="4737096" y="33020"/>
                    <a:pt x="4739001" y="31750"/>
                  </a:cubicBezTo>
                  <a:cubicBezTo>
                    <a:pt x="4740271" y="31115"/>
                    <a:pt x="4742176" y="30480"/>
                    <a:pt x="4744081" y="29845"/>
                  </a:cubicBezTo>
                  <a:cubicBezTo>
                    <a:pt x="4745986" y="29845"/>
                    <a:pt x="4747891" y="29210"/>
                    <a:pt x="4749796" y="29210"/>
                  </a:cubicBezTo>
                  <a:close/>
                  <a:moveTo>
                    <a:pt x="4349110" y="29210"/>
                  </a:moveTo>
                  <a:cubicBezTo>
                    <a:pt x="4352285" y="29210"/>
                    <a:pt x="4354825" y="29210"/>
                    <a:pt x="4356730" y="29845"/>
                  </a:cubicBezTo>
                  <a:cubicBezTo>
                    <a:pt x="4358635" y="29845"/>
                    <a:pt x="4360540" y="31115"/>
                    <a:pt x="4362445" y="32385"/>
                  </a:cubicBezTo>
                  <a:lnTo>
                    <a:pt x="4358635" y="46990"/>
                  </a:lnTo>
                  <a:lnTo>
                    <a:pt x="4357365" y="46990"/>
                  </a:lnTo>
                  <a:cubicBezTo>
                    <a:pt x="4357365" y="46990"/>
                    <a:pt x="4354190" y="45085"/>
                    <a:pt x="4352285" y="45085"/>
                  </a:cubicBezTo>
                  <a:cubicBezTo>
                    <a:pt x="4350380" y="45085"/>
                    <a:pt x="4348475" y="44450"/>
                    <a:pt x="4345935" y="44450"/>
                  </a:cubicBezTo>
                  <a:cubicBezTo>
                    <a:pt x="4340855" y="44450"/>
                    <a:pt x="4337045" y="46355"/>
                    <a:pt x="4334505" y="49530"/>
                  </a:cubicBezTo>
                  <a:cubicBezTo>
                    <a:pt x="4331965" y="52705"/>
                    <a:pt x="4330695" y="57785"/>
                    <a:pt x="4330695" y="64770"/>
                  </a:cubicBezTo>
                  <a:lnTo>
                    <a:pt x="4330695" y="109220"/>
                  </a:lnTo>
                  <a:lnTo>
                    <a:pt x="4315455" y="109220"/>
                  </a:lnTo>
                  <a:lnTo>
                    <a:pt x="4315455" y="31115"/>
                  </a:lnTo>
                  <a:lnTo>
                    <a:pt x="4330695" y="31115"/>
                  </a:lnTo>
                  <a:lnTo>
                    <a:pt x="4330695" y="38735"/>
                  </a:lnTo>
                  <a:cubicBezTo>
                    <a:pt x="4330695" y="38735"/>
                    <a:pt x="4332600" y="36195"/>
                    <a:pt x="4333870" y="34925"/>
                  </a:cubicBezTo>
                  <a:cubicBezTo>
                    <a:pt x="4335140" y="33655"/>
                    <a:pt x="4336410" y="33020"/>
                    <a:pt x="4338315" y="31750"/>
                  </a:cubicBezTo>
                  <a:cubicBezTo>
                    <a:pt x="4339585" y="31115"/>
                    <a:pt x="4341490" y="30480"/>
                    <a:pt x="4343395" y="29845"/>
                  </a:cubicBezTo>
                  <a:cubicBezTo>
                    <a:pt x="4345300" y="29845"/>
                    <a:pt x="4347205" y="29210"/>
                    <a:pt x="4349110" y="29210"/>
                  </a:cubicBezTo>
                  <a:close/>
                  <a:moveTo>
                    <a:pt x="4044310" y="29210"/>
                  </a:moveTo>
                  <a:cubicBezTo>
                    <a:pt x="4050025" y="29210"/>
                    <a:pt x="4054470" y="30480"/>
                    <a:pt x="4058915" y="32385"/>
                  </a:cubicBezTo>
                  <a:cubicBezTo>
                    <a:pt x="4062725" y="34290"/>
                    <a:pt x="4066535" y="37465"/>
                    <a:pt x="4069075" y="40640"/>
                  </a:cubicBezTo>
                  <a:cubicBezTo>
                    <a:pt x="4071615" y="44450"/>
                    <a:pt x="4073520" y="48260"/>
                    <a:pt x="4075425" y="53340"/>
                  </a:cubicBezTo>
                  <a:cubicBezTo>
                    <a:pt x="4076695" y="57785"/>
                    <a:pt x="4077330" y="62865"/>
                    <a:pt x="4077330" y="68580"/>
                  </a:cubicBezTo>
                  <a:lnTo>
                    <a:pt x="4076060" y="68580"/>
                  </a:lnTo>
                  <a:cubicBezTo>
                    <a:pt x="4076060" y="68580"/>
                    <a:pt x="4076060" y="71120"/>
                    <a:pt x="4076060" y="72390"/>
                  </a:cubicBezTo>
                  <a:cubicBezTo>
                    <a:pt x="4076060" y="73660"/>
                    <a:pt x="4076060" y="74295"/>
                    <a:pt x="4076060" y="75565"/>
                  </a:cubicBezTo>
                  <a:lnTo>
                    <a:pt x="4024625" y="75565"/>
                  </a:lnTo>
                  <a:cubicBezTo>
                    <a:pt x="4024625" y="79375"/>
                    <a:pt x="4025895" y="82550"/>
                    <a:pt x="4027165" y="85090"/>
                  </a:cubicBezTo>
                  <a:cubicBezTo>
                    <a:pt x="4028435" y="87630"/>
                    <a:pt x="4029705" y="90170"/>
                    <a:pt x="4031610" y="91440"/>
                  </a:cubicBezTo>
                  <a:cubicBezTo>
                    <a:pt x="4033515" y="93345"/>
                    <a:pt x="4035420" y="94615"/>
                    <a:pt x="4037325" y="95250"/>
                  </a:cubicBezTo>
                  <a:cubicBezTo>
                    <a:pt x="4039230" y="95885"/>
                    <a:pt x="4041770" y="96520"/>
                    <a:pt x="4044310" y="96520"/>
                  </a:cubicBezTo>
                  <a:cubicBezTo>
                    <a:pt x="4046215" y="96520"/>
                    <a:pt x="4047485" y="96520"/>
                    <a:pt x="4049390" y="96520"/>
                  </a:cubicBezTo>
                  <a:cubicBezTo>
                    <a:pt x="4050660" y="96520"/>
                    <a:pt x="4052565" y="95885"/>
                    <a:pt x="4053835" y="95250"/>
                  </a:cubicBezTo>
                  <a:cubicBezTo>
                    <a:pt x="4055105" y="95250"/>
                    <a:pt x="4056375" y="93980"/>
                    <a:pt x="4057645" y="93345"/>
                  </a:cubicBezTo>
                  <a:cubicBezTo>
                    <a:pt x="4058915" y="93345"/>
                    <a:pt x="4060185" y="92075"/>
                    <a:pt x="4062090" y="90805"/>
                  </a:cubicBezTo>
                  <a:lnTo>
                    <a:pt x="4070980" y="100330"/>
                  </a:lnTo>
                  <a:cubicBezTo>
                    <a:pt x="4070980" y="100330"/>
                    <a:pt x="4067170" y="103505"/>
                    <a:pt x="4065265" y="104775"/>
                  </a:cubicBezTo>
                  <a:cubicBezTo>
                    <a:pt x="4063360" y="106045"/>
                    <a:pt x="4061455" y="106680"/>
                    <a:pt x="4059550" y="107950"/>
                  </a:cubicBezTo>
                  <a:cubicBezTo>
                    <a:pt x="4057645" y="108585"/>
                    <a:pt x="4055105" y="109855"/>
                    <a:pt x="4052565" y="109855"/>
                  </a:cubicBezTo>
                  <a:cubicBezTo>
                    <a:pt x="4050025" y="109855"/>
                    <a:pt x="4046850" y="110490"/>
                    <a:pt x="4043675" y="110490"/>
                  </a:cubicBezTo>
                  <a:cubicBezTo>
                    <a:pt x="4040500" y="110490"/>
                    <a:pt x="4037325" y="110490"/>
                    <a:pt x="4034150" y="109220"/>
                  </a:cubicBezTo>
                  <a:cubicBezTo>
                    <a:pt x="4030975" y="108585"/>
                    <a:pt x="4028435" y="107315"/>
                    <a:pt x="4026530" y="105410"/>
                  </a:cubicBezTo>
                  <a:cubicBezTo>
                    <a:pt x="4023990" y="104140"/>
                    <a:pt x="4022085" y="102235"/>
                    <a:pt x="4020180" y="100330"/>
                  </a:cubicBezTo>
                  <a:cubicBezTo>
                    <a:pt x="4018275" y="98425"/>
                    <a:pt x="4016370" y="95885"/>
                    <a:pt x="4015100" y="92710"/>
                  </a:cubicBezTo>
                  <a:cubicBezTo>
                    <a:pt x="4013195" y="89535"/>
                    <a:pt x="4011925" y="86360"/>
                    <a:pt x="4011290" y="82550"/>
                  </a:cubicBezTo>
                  <a:cubicBezTo>
                    <a:pt x="4010655" y="78740"/>
                    <a:pt x="4010020" y="74295"/>
                    <a:pt x="4010020" y="69850"/>
                  </a:cubicBezTo>
                  <a:cubicBezTo>
                    <a:pt x="4010020" y="63500"/>
                    <a:pt x="4010655" y="57150"/>
                    <a:pt x="4012560" y="52070"/>
                  </a:cubicBezTo>
                  <a:cubicBezTo>
                    <a:pt x="4014465" y="46990"/>
                    <a:pt x="4016370" y="42545"/>
                    <a:pt x="4019545" y="39370"/>
                  </a:cubicBezTo>
                  <a:cubicBezTo>
                    <a:pt x="4022720" y="36195"/>
                    <a:pt x="4025895" y="33020"/>
                    <a:pt x="4030340" y="31750"/>
                  </a:cubicBezTo>
                  <a:cubicBezTo>
                    <a:pt x="4034785" y="29845"/>
                    <a:pt x="4039230" y="29210"/>
                    <a:pt x="4044310" y="29210"/>
                  </a:cubicBezTo>
                  <a:close/>
                  <a:moveTo>
                    <a:pt x="3811900" y="29210"/>
                  </a:moveTo>
                  <a:cubicBezTo>
                    <a:pt x="3815075" y="29210"/>
                    <a:pt x="3817615" y="29210"/>
                    <a:pt x="3819520" y="29845"/>
                  </a:cubicBezTo>
                  <a:cubicBezTo>
                    <a:pt x="3821425" y="29845"/>
                    <a:pt x="3823330" y="31115"/>
                    <a:pt x="3825235" y="32385"/>
                  </a:cubicBezTo>
                  <a:lnTo>
                    <a:pt x="3821425" y="46990"/>
                  </a:lnTo>
                  <a:lnTo>
                    <a:pt x="3820155" y="46990"/>
                  </a:lnTo>
                  <a:cubicBezTo>
                    <a:pt x="3820155" y="46990"/>
                    <a:pt x="3816980" y="45085"/>
                    <a:pt x="3815075" y="45085"/>
                  </a:cubicBezTo>
                  <a:cubicBezTo>
                    <a:pt x="3813170" y="45085"/>
                    <a:pt x="3811265" y="44450"/>
                    <a:pt x="3808725" y="44450"/>
                  </a:cubicBezTo>
                  <a:cubicBezTo>
                    <a:pt x="3803645" y="44450"/>
                    <a:pt x="3799835" y="46355"/>
                    <a:pt x="3797295" y="49530"/>
                  </a:cubicBezTo>
                  <a:cubicBezTo>
                    <a:pt x="3794755" y="52705"/>
                    <a:pt x="3793485" y="57785"/>
                    <a:pt x="3793485" y="64770"/>
                  </a:cubicBezTo>
                  <a:lnTo>
                    <a:pt x="3793485" y="109220"/>
                  </a:lnTo>
                  <a:lnTo>
                    <a:pt x="3778245" y="109220"/>
                  </a:lnTo>
                  <a:lnTo>
                    <a:pt x="3778245" y="31115"/>
                  </a:lnTo>
                  <a:lnTo>
                    <a:pt x="3793485" y="31115"/>
                  </a:lnTo>
                  <a:lnTo>
                    <a:pt x="3793485" y="38735"/>
                  </a:lnTo>
                  <a:cubicBezTo>
                    <a:pt x="3793485" y="38735"/>
                    <a:pt x="3795390" y="36195"/>
                    <a:pt x="3796660" y="34925"/>
                  </a:cubicBezTo>
                  <a:cubicBezTo>
                    <a:pt x="3797930" y="33655"/>
                    <a:pt x="3799200" y="33020"/>
                    <a:pt x="3801105" y="31750"/>
                  </a:cubicBezTo>
                  <a:cubicBezTo>
                    <a:pt x="3802375" y="31115"/>
                    <a:pt x="3804280" y="30480"/>
                    <a:pt x="3806185" y="29845"/>
                  </a:cubicBezTo>
                  <a:cubicBezTo>
                    <a:pt x="3808090" y="29845"/>
                    <a:pt x="3809995" y="29210"/>
                    <a:pt x="3811900" y="29210"/>
                  </a:cubicBezTo>
                  <a:close/>
                  <a:moveTo>
                    <a:pt x="3729986" y="29210"/>
                  </a:moveTo>
                  <a:cubicBezTo>
                    <a:pt x="3735701" y="29210"/>
                    <a:pt x="3740146" y="30480"/>
                    <a:pt x="3744591" y="32385"/>
                  </a:cubicBezTo>
                  <a:cubicBezTo>
                    <a:pt x="3748401" y="34290"/>
                    <a:pt x="3752211" y="37465"/>
                    <a:pt x="3754751" y="40640"/>
                  </a:cubicBezTo>
                  <a:cubicBezTo>
                    <a:pt x="3757291" y="44450"/>
                    <a:pt x="3759196" y="48260"/>
                    <a:pt x="3761101" y="53340"/>
                  </a:cubicBezTo>
                  <a:cubicBezTo>
                    <a:pt x="3762371" y="57785"/>
                    <a:pt x="3763006" y="62865"/>
                    <a:pt x="3763006" y="68580"/>
                  </a:cubicBezTo>
                  <a:lnTo>
                    <a:pt x="3761736" y="68580"/>
                  </a:lnTo>
                  <a:cubicBezTo>
                    <a:pt x="3761736" y="68580"/>
                    <a:pt x="3761736" y="71120"/>
                    <a:pt x="3761736" y="72390"/>
                  </a:cubicBezTo>
                  <a:cubicBezTo>
                    <a:pt x="3761736" y="73660"/>
                    <a:pt x="3761736" y="74295"/>
                    <a:pt x="3761736" y="75565"/>
                  </a:cubicBezTo>
                  <a:lnTo>
                    <a:pt x="3710301" y="75565"/>
                  </a:lnTo>
                  <a:cubicBezTo>
                    <a:pt x="3710301" y="79375"/>
                    <a:pt x="3711571" y="82550"/>
                    <a:pt x="3712841" y="85090"/>
                  </a:cubicBezTo>
                  <a:cubicBezTo>
                    <a:pt x="3714111" y="87630"/>
                    <a:pt x="3715381" y="90170"/>
                    <a:pt x="3717286" y="91440"/>
                  </a:cubicBezTo>
                  <a:cubicBezTo>
                    <a:pt x="3719191" y="93345"/>
                    <a:pt x="3721096" y="94615"/>
                    <a:pt x="3723001" y="95250"/>
                  </a:cubicBezTo>
                  <a:cubicBezTo>
                    <a:pt x="3724906" y="95885"/>
                    <a:pt x="3727446" y="96520"/>
                    <a:pt x="3729986" y="96520"/>
                  </a:cubicBezTo>
                  <a:cubicBezTo>
                    <a:pt x="3731891" y="96520"/>
                    <a:pt x="3733161" y="96520"/>
                    <a:pt x="3735066" y="96520"/>
                  </a:cubicBezTo>
                  <a:cubicBezTo>
                    <a:pt x="3736336" y="96520"/>
                    <a:pt x="3738241" y="95885"/>
                    <a:pt x="3739511" y="95250"/>
                  </a:cubicBezTo>
                  <a:cubicBezTo>
                    <a:pt x="3740781" y="95250"/>
                    <a:pt x="3742051" y="93980"/>
                    <a:pt x="3743321" y="93345"/>
                  </a:cubicBezTo>
                  <a:cubicBezTo>
                    <a:pt x="3744591" y="93345"/>
                    <a:pt x="3745861" y="92075"/>
                    <a:pt x="3747766" y="90805"/>
                  </a:cubicBezTo>
                  <a:lnTo>
                    <a:pt x="3756656" y="100330"/>
                  </a:lnTo>
                  <a:cubicBezTo>
                    <a:pt x="3756656" y="100330"/>
                    <a:pt x="3752846" y="103505"/>
                    <a:pt x="3750941" y="104775"/>
                  </a:cubicBezTo>
                  <a:cubicBezTo>
                    <a:pt x="3749036" y="106045"/>
                    <a:pt x="3747131" y="106680"/>
                    <a:pt x="3745226" y="107950"/>
                  </a:cubicBezTo>
                  <a:cubicBezTo>
                    <a:pt x="3743321" y="108585"/>
                    <a:pt x="3740781" y="109855"/>
                    <a:pt x="3738241" y="109855"/>
                  </a:cubicBezTo>
                  <a:cubicBezTo>
                    <a:pt x="3735701" y="109855"/>
                    <a:pt x="3732526" y="110490"/>
                    <a:pt x="3729351" y="110490"/>
                  </a:cubicBezTo>
                  <a:cubicBezTo>
                    <a:pt x="3726176" y="110490"/>
                    <a:pt x="3723001" y="110490"/>
                    <a:pt x="3719826" y="109220"/>
                  </a:cubicBezTo>
                  <a:cubicBezTo>
                    <a:pt x="3716651" y="108585"/>
                    <a:pt x="3714111" y="107315"/>
                    <a:pt x="3712206" y="105410"/>
                  </a:cubicBezTo>
                  <a:cubicBezTo>
                    <a:pt x="3709666" y="104140"/>
                    <a:pt x="3707761" y="102235"/>
                    <a:pt x="3705856" y="100330"/>
                  </a:cubicBezTo>
                  <a:cubicBezTo>
                    <a:pt x="3703951" y="98425"/>
                    <a:pt x="3702046" y="95885"/>
                    <a:pt x="3700776" y="92710"/>
                  </a:cubicBezTo>
                  <a:cubicBezTo>
                    <a:pt x="3698871" y="89535"/>
                    <a:pt x="3697601" y="86360"/>
                    <a:pt x="3696966" y="82550"/>
                  </a:cubicBezTo>
                  <a:cubicBezTo>
                    <a:pt x="3696331" y="78740"/>
                    <a:pt x="3695696" y="74295"/>
                    <a:pt x="3695696" y="69850"/>
                  </a:cubicBezTo>
                  <a:cubicBezTo>
                    <a:pt x="3695696" y="63500"/>
                    <a:pt x="3696331" y="57150"/>
                    <a:pt x="3698236" y="52070"/>
                  </a:cubicBezTo>
                  <a:cubicBezTo>
                    <a:pt x="3700141" y="46990"/>
                    <a:pt x="3702046" y="42545"/>
                    <a:pt x="3705221" y="39370"/>
                  </a:cubicBezTo>
                  <a:cubicBezTo>
                    <a:pt x="3708396" y="36195"/>
                    <a:pt x="3711571" y="33020"/>
                    <a:pt x="3716016" y="31750"/>
                  </a:cubicBezTo>
                  <a:cubicBezTo>
                    <a:pt x="3720461" y="29845"/>
                    <a:pt x="3724906" y="29210"/>
                    <a:pt x="3729986" y="29210"/>
                  </a:cubicBezTo>
                  <a:close/>
                  <a:moveTo>
                    <a:pt x="3543296" y="29210"/>
                  </a:moveTo>
                  <a:cubicBezTo>
                    <a:pt x="3549011" y="29210"/>
                    <a:pt x="3553456" y="30480"/>
                    <a:pt x="3557901" y="32385"/>
                  </a:cubicBezTo>
                  <a:cubicBezTo>
                    <a:pt x="3561711" y="34290"/>
                    <a:pt x="3565521" y="37465"/>
                    <a:pt x="3568061" y="40640"/>
                  </a:cubicBezTo>
                  <a:cubicBezTo>
                    <a:pt x="3570601" y="44450"/>
                    <a:pt x="3572506" y="48260"/>
                    <a:pt x="3574411" y="53340"/>
                  </a:cubicBezTo>
                  <a:cubicBezTo>
                    <a:pt x="3575681" y="57785"/>
                    <a:pt x="3576316" y="62865"/>
                    <a:pt x="3576316" y="68580"/>
                  </a:cubicBezTo>
                  <a:lnTo>
                    <a:pt x="3575046" y="68580"/>
                  </a:lnTo>
                  <a:cubicBezTo>
                    <a:pt x="3575046" y="68580"/>
                    <a:pt x="3575046" y="71120"/>
                    <a:pt x="3575046" y="72390"/>
                  </a:cubicBezTo>
                  <a:cubicBezTo>
                    <a:pt x="3575046" y="73660"/>
                    <a:pt x="3575046" y="74295"/>
                    <a:pt x="3575046" y="75565"/>
                  </a:cubicBezTo>
                  <a:lnTo>
                    <a:pt x="3523611" y="75565"/>
                  </a:lnTo>
                  <a:cubicBezTo>
                    <a:pt x="3523611" y="79375"/>
                    <a:pt x="3524881" y="82550"/>
                    <a:pt x="3526151" y="85090"/>
                  </a:cubicBezTo>
                  <a:cubicBezTo>
                    <a:pt x="3527421" y="87630"/>
                    <a:pt x="3528691" y="90170"/>
                    <a:pt x="3530596" y="91440"/>
                  </a:cubicBezTo>
                  <a:cubicBezTo>
                    <a:pt x="3532501" y="93345"/>
                    <a:pt x="3534406" y="94615"/>
                    <a:pt x="3536311" y="95250"/>
                  </a:cubicBezTo>
                  <a:cubicBezTo>
                    <a:pt x="3538216" y="95885"/>
                    <a:pt x="3540756" y="96520"/>
                    <a:pt x="3543296" y="96520"/>
                  </a:cubicBezTo>
                  <a:cubicBezTo>
                    <a:pt x="3545201" y="96520"/>
                    <a:pt x="3546471" y="96520"/>
                    <a:pt x="3548376" y="96520"/>
                  </a:cubicBezTo>
                  <a:cubicBezTo>
                    <a:pt x="3549646" y="96520"/>
                    <a:pt x="3551551" y="95885"/>
                    <a:pt x="3552821" y="95250"/>
                  </a:cubicBezTo>
                  <a:cubicBezTo>
                    <a:pt x="3554091" y="95250"/>
                    <a:pt x="3555361" y="93980"/>
                    <a:pt x="3556631" y="93345"/>
                  </a:cubicBezTo>
                  <a:cubicBezTo>
                    <a:pt x="3557901" y="93345"/>
                    <a:pt x="3559171" y="92075"/>
                    <a:pt x="3561076" y="90805"/>
                  </a:cubicBezTo>
                  <a:lnTo>
                    <a:pt x="3569966" y="100330"/>
                  </a:lnTo>
                  <a:cubicBezTo>
                    <a:pt x="3569966" y="100330"/>
                    <a:pt x="3566156" y="103505"/>
                    <a:pt x="3564251" y="104775"/>
                  </a:cubicBezTo>
                  <a:cubicBezTo>
                    <a:pt x="3562346" y="106045"/>
                    <a:pt x="3560441" y="106680"/>
                    <a:pt x="3558536" y="107950"/>
                  </a:cubicBezTo>
                  <a:cubicBezTo>
                    <a:pt x="3556631" y="108585"/>
                    <a:pt x="3554091" y="109855"/>
                    <a:pt x="3551551" y="109855"/>
                  </a:cubicBezTo>
                  <a:cubicBezTo>
                    <a:pt x="3549011" y="109855"/>
                    <a:pt x="3545836" y="110490"/>
                    <a:pt x="3542661" y="110490"/>
                  </a:cubicBezTo>
                  <a:cubicBezTo>
                    <a:pt x="3539486" y="110490"/>
                    <a:pt x="3536311" y="110490"/>
                    <a:pt x="3533136" y="109220"/>
                  </a:cubicBezTo>
                  <a:cubicBezTo>
                    <a:pt x="3529961" y="108585"/>
                    <a:pt x="3527421" y="107315"/>
                    <a:pt x="3525516" y="105410"/>
                  </a:cubicBezTo>
                  <a:cubicBezTo>
                    <a:pt x="3522976" y="104140"/>
                    <a:pt x="3521071" y="102235"/>
                    <a:pt x="3519166" y="100330"/>
                  </a:cubicBezTo>
                  <a:cubicBezTo>
                    <a:pt x="3517261" y="98425"/>
                    <a:pt x="3515356" y="95885"/>
                    <a:pt x="3514086" y="92710"/>
                  </a:cubicBezTo>
                  <a:cubicBezTo>
                    <a:pt x="3512181" y="89535"/>
                    <a:pt x="3510911" y="86360"/>
                    <a:pt x="3510276" y="82550"/>
                  </a:cubicBezTo>
                  <a:cubicBezTo>
                    <a:pt x="3509641" y="78740"/>
                    <a:pt x="3509006" y="74295"/>
                    <a:pt x="3509006" y="69850"/>
                  </a:cubicBezTo>
                  <a:cubicBezTo>
                    <a:pt x="3509006" y="63500"/>
                    <a:pt x="3509641" y="57150"/>
                    <a:pt x="3511546" y="52070"/>
                  </a:cubicBezTo>
                  <a:cubicBezTo>
                    <a:pt x="3513451" y="46990"/>
                    <a:pt x="3515356" y="42545"/>
                    <a:pt x="3518531" y="39370"/>
                  </a:cubicBezTo>
                  <a:cubicBezTo>
                    <a:pt x="3521706" y="36195"/>
                    <a:pt x="3524881" y="33020"/>
                    <a:pt x="3529326" y="31750"/>
                  </a:cubicBezTo>
                  <a:cubicBezTo>
                    <a:pt x="3533771" y="29845"/>
                    <a:pt x="3538216" y="29210"/>
                    <a:pt x="3543296" y="29210"/>
                  </a:cubicBezTo>
                  <a:close/>
                  <a:moveTo>
                    <a:pt x="3345176" y="29210"/>
                  </a:moveTo>
                  <a:cubicBezTo>
                    <a:pt x="3350891" y="29210"/>
                    <a:pt x="3355336" y="30480"/>
                    <a:pt x="3359781" y="32385"/>
                  </a:cubicBezTo>
                  <a:cubicBezTo>
                    <a:pt x="3363591" y="34290"/>
                    <a:pt x="3367401" y="37465"/>
                    <a:pt x="3369941" y="40640"/>
                  </a:cubicBezTo>
                  <a:cubicBezTo>
                    <a:pt x="3372481" y="44450"/>
                    <a:pt x="3374386" y="48260"/>
                    <a:pt x="3376291" y="53340"/>
                  </a:cubicBezTo>
                  <a:cubicBezTo>
                    <a:pt x="3377561" y="57785"/>
                    <a:pt x="3378196" y="62865"/>
                    <a:pt x="3378196" y="68580"/>
                  </a:cubicBezTo>
                  <a:lnTo>
                    <a:pt x="3376926" y="68580"/>
                  </a:lnTo>
                  <a:cubicBezTo>
                    <a:pt x="3376926" y="68580"/>
                    <a:pt x="3376926" y="71120"/>
                    <a:pt x="3376926" y="72390"/>
                  </a:cubicBezTo>
                  <a:cubicBezTo>
                    <a:pt x="3376926" y="73660"/>
                    <a:pt x="3376926" y="74295"/>
                    <a:pt x="3376926" y="75565"/>
                  </a:cubicBezTo>
                  <a:lnTo>
                    <a:pt x="3325491" y="75565"/>
                  </a:lnTo>
                  <a:cubicBezTo>
                    <a:pt x="3325491" y="79375"/>
                    <a:pt x="3326761" y="82550"/>
                    <a:pt x="3328031" y="85090"/>
                  </a:cubicBezTo>
                  <a:cubicBezTo>
                    <a:pt x="3329301" y="87630"/>
                    <a:pt x="3330571" y="90170"/>
                    <a:pt x="3332476" y="91440"/>
                  </a:cubicBezTo>
                  <a:cubicBezTo>
                    <a:pt x="3334381" y="93345"/>
                    <a:pt x="3336286" y="94615"/>
                    <a:pt x="3338191" y="95250"/>
                  </a:cubicBezTo>
                  <a:cubicBezTo>
                    <a:pt x="3340096" y="95885"/>
                    <a:pt x="3342636" y="96520"/>
                    <a:pt x="3345176" y="96520"/>
                  </a:cubicBezTo>
                  <a:cubicBezTo>
                    <a:pt x="3347081" y="96520"/>
                    <a:pt x="3348351" y="96520"/>
                    <a:pt x="3350256" y="96520"/>
                  </a:cubicBezTo>
                  <a:cubicBezTo>
                    <a:pt x="3351526" y="96520"/>
                    <a:pt x="3353431" y="95885"/>
                    <a:pt x="3354701" y="95250"/>
                  </a:cubicBezTo>
                  <a:cubicBezTo>
                    <a:pt x="3355971" y="95250"/>
                    <a:pt x="3357241" y="93980"/>
                    <a:pt x="3358511" y="93345"/>
                  </a:cubicBezTo>
                  <a:cubicBezTo>
                    <a:pt x="3359781" y="93345"/>
                    <a:pt x="3361051" y="92075"/>
                    <a:pt x="3362956" y="90805"/>
                  </a:cubicBezTo>
                  <a:lnTo>
                    <a:pt x="3371846" y="100330"/>
                  </a:lnTo>
                  <a:cubicBezTo>
                    <a:pt x="3371846" y="100330"/>
                    <a:pt x="3368036" y="103505"/>
                    <a:pt x="3366131" y="104775"/>
                  </a:cubicBezTo>
                  <a:cubicBezTo>
                    <a:pt x="3364226" y="106045"/>
                    <a:pt x="3362321" y="106680"/>
                    <a:pt x="3360416" y="107950"/>
                  </a:cubicBezTo>
                  <a:cubicBezTo>
                    <a:pt x="3358511" y="108585"/>
                    <a:pt x="3355971" y="109855"/>
                    <a:pt x="3353431" y="109855"/>
                  </a:cubicBezTo>
                  <a:cubicBezTo>
                    <a:pt x="3350891" y="109855"/>
                    <a:pt x="3347716" y="110490"/>
                    <a:pt x="3344541" y="110490"/>
                  </a:cubicBezTo>
                  <a:cubicBezTo>
                    <a:pt x="3341366" y="110490"/>
                    <a:pt x="3338191" y="110490"/>
                    <a:pt x="3335016" y="109220"/>
                  </a:cubicBezTo>
                  <a:cubicBezTo>
                    <a:pt x="3331841" y="108585"/>
                    <a:pt x="3329301" y="107315"/>
                    <a:pt x="3327396" y="105410"/>
                  </a:cubicBezTo>
                  <a:cubicBezTo>
                    <a:pt x="3324856" y="104140"/>
                    <a:pt x="3322951" y="102235"/>
                    <a:pt x="3321046" y="100330"/>
                  </a:cubicBezTo>
                  <a:cubicBezTo>
                    <a:pt x="3319141" y="98425"/>
                    <a:pt x="3317236" y="95885"/>
                    <a:pt x="3315966" y="92710"/>
                  </a:cubicBezTo>
                  <a:cubicBezTo>
                    <a:pt x="3314061" y="89535"/>
                    <a:pt x="3312791" y="86360"/>
                    <a:pt x="3312156" y="82550"/>
                  </a:cubicBezTo>
                  <a:cubicBezTo>
                    <a:pt x="3311521" y="78740"/>
                    <a:pt x="3310886" y="74295"/>
                    <a:pt x="3310886" y="69850"/>
                  </a:cubicBezTo>
                  <a:cubicBezTo>
                    <a:pt x="3310886" y="63500"/>
                    <a:pt x="3311521" y="57150"/>
                    <a:pt x="3313426" y="52070"/>
                  </a:cubicBezTo>
                  <a:cubicBezTo>
                    <a:pt x="3315331" y="46990"/>
                    <a:pt x="3317236" y="42545"/>
                    <a:pt x="3320411" y="39370"/>
                  </a:cubicBezTo>
                  <a:cubicBezTo>
                    <a:pt x="3323586" y="36195"/>
                    <a:pt x="3326761" y="33020"/>
                    <a:pt x="3331206" y="31750"/>
                  </a:cubicBezTo>
                  <a:cubicBezTo>
                    <a:pt x="3335651" y="29845"/>
                    <a:pt x="3340096" y="29210"/>
                    <a:pt x="3345176" y="29210"/>
                  </a:cubicBezTo>
                  <a:close/>
                  <a:moveTo>
                    <a:pt x="3060696" y="29210"/>
                  </a:moveTo>
                  <a:cubicBezTo>
                    <a:pt x="3063871" y="29210"/>
                    <a:pt x="3066411" y="29210"/>
                    <a:pt x="3068316" y="29845"/>
                  </a:cubicBezTo>
                  <a:cubicBezTo>
                    <a:pt x="3070221" y="29845"/>
                    <a:pt x="3072126" y="31115"/>
                    <a:pt x="3074031" y="32385"/>
                  </a:cubicBezTo>
                  <a:lnTo>
                    <a:pt x="3070221" y="46990"/>
                  </a:lnTo>
                  <a:lnTo>
                    <a:pt x="3068951" y="46990"/>
                  </a:lnTo>
                  <a:cubicBezTo>
                    <a:pt x="3068951" y="46990"/>
                    <a:pt x="3065776" y="45085"/>
                    <a:pt x="3063871" y="45085"/>
                  </a:cubicBezTo>
                  <a:cubicBezTo>
                    <a:pt x="3061966" y="45085"/>
                    <a:pt x="3060061" y="44450"/>
                    <a:pt x="3057521" y="44450"/>
                  </a:cubicBezTo>
                  <a:cubicBezTo>
                    <a:pt x="3052441" y="44450"/>
                    <a:pt x="3048631" y="46355"/>
                    <a:pt x="3046091" y="49530"/>
                  </a:cubicBezTo>
                  <a:cubicBezTo>
                    <a:pt x="3043551" y="52705"/>
                    <a:pt x="3042281" y="57785"/>
                    <a:pt x="3042281" y="64770"/>
                  </a:cubicBezTo>
                  <a:lnTo>
                    <a:pt x="3042281" y="109220"/>
                  </a:lnTo>
                  <a:lnTo>
                    <a:pt x="3027041" y="109220"/>
                  </a:lnTo>
                  <a:lnTo>
                    <a:pt x="3027041" y="31115"/>
                  </a:lnTo>
                  <a:lnTo>
                    <a:pt x="3042281" y="31115"/>
                  </a:lnTo>
                  <a:lnTo>
                    <a:pt x="3042281" y="38735"/>
                  </a:lnTo>
                  <a:cubicBezTo>
                    <a:pt x="3042281" y="38735"/>
                    <a:pt x="3044186" y="36195"/>
                    <a:pt x="3045456" y="34925"/>
                  </a:cubicBezTo>
                  <a:cubicBezTo>
                    <a:pt x="3046726" y="33655"/>
                    <a:pt x="3047996" y="33020"/>
                    <a:pt x="3049901" y="31750"/>
                  </a:cubicBezTo>
                  <a:cubicBezTo>
                    <a:pt x="3051171" y="31115"/>
                    <a:pt x="3053076" y="30480"/>
                    <a:pt x="3054981" y="29845"/>
                  </a:cubicBezTo>
                  <a:cubicBezTo>
                    <a:pt x="3056886" y="29845"/>
                    <a:pt x="3058791" y="29210"/>
                    <a:pt x="3060696" y="29210"/>
                  </a:cubicBezTo>
                  <a:close/>
                  <a:moveTo>
                    <a:pt x="2978781" y="29210"/>
                  </a:moveTo>
                  <a:cubicBezTo>
                    <a:pt x="2984496" y="29210"/>
                    <a:pt x="2988941" y="30480"/>
                    <a:pt x="2993386" y="32385"/>
                  </a:cubicBezTo>
                  <a:cubicBezTo>
                    <a:pt x="2997196" y="34290"/>
                    <a:pt x="3001006" y="37465"/>
                    <a:pt x="3003546" y="40640"/>
                  </a:cubicBezTo>
                  <a:cubicBezTo>
                    <a:pt x="3006086" y="44450"/>
                    <a:pt x="3007991" y="48260"/>
                    <a:pt x="3009896" y="53340"/>
                  </a:cubicBezTo>
                  <a:cubicBezTo>
                    <a:pt x="3011166" y="57785"/>
                    <a:pt x="3011801" y="62865"/>
                    <a:pt x="3011801" y="68580"/>
                  </a:cubicBezTo>
                  <a:lnTo>
                    <a:pt x="3010531" y="68580"/>
                  </a:lnTo>
                  <a:cubicBezTo>
                    <a:pt x="3010531" y="68580"/>
                    <a:pt x="3010531" y="71120"/>
                    <a:pt x="3010531" y="72390"/>
                  </a:cubicBezTo>
                  <a:cubicBezTo>
                    <a:pt x="3010531" y="73660"/>
                    <a:pt x="3010531" y="74295"/>
                    <a:pt x="3010531" y="75565"/>
                  </a:cubicBezTo>
                  <a:lnTo>
                    <a:pt x="2959096" y="75565"/>
                  </a:lnTo>
                  <a:cubicBezTo>
                    <a:pt x="2959096" y="79375"/>
                    <a:pt x="2960366" y="82550"/>
                    <a:pt x="2961636" y="85090"/>
                  </a:cubicBezTo>
                  <a:cubicBezTo>
                    <a:pt x="2962906" y="87630"/>
                    <a:pt x="2964176" y="90170"/>
                    <a:pt x="2966081" y="91440"/>
                  </a:cubicBezTo>
                  <a:cubicBezTo>
                    <a:pt x="2967986" y="93345"/>
                    <a:pt x="2969891" y="94615"/>
                    <a:pt x="2971796" y="95250"/>
                  </a:cubicBezTo>
                  <a:cubicBezTo>
                    <a:pt x="2974336" y="95885"/>
                    <a:pt x="2976241" y="96520"/>
                    <a:pt x="2978781" y="96520"/>
                  </a:cubicBezTo>
                  <a:cubicBezTo>
                    <a:pt x="2980686" y="96520"/>
                    <a:pt x="2981956" y="96520"/>
                    <a:pt x="2983861" y="96520"/>
                  </a:cubicBezTo>
                  <a:cubicBezTo>
                    <a:pt x="2985131" y="96520"/>
                    <a:pt x="2987036" y="95885"/>
                    <a:pt x="2988306" y="95250"/>
                  </a:cubicBezTo>
                  <a:cubicBezTo>
                    <a:pt x="2989576" y="95250"/>
                    <a:pt x="2990846" y="93980"/>
                    <a:pt x="2992116" y="93345"/>
                  </a:cubicBezTo>
                  <a:cubicBezTo>
                    <a:pt x="2993386" y="93345"/>
                    <a:pt x="2994656" y="92075"/>
                    <a:pt x="2996561" y="90805"/>
                  </a:cubicBezTo>
                  <a:lnTo>
                    <a:pt x="3005451" y="100330"/>
                  </a:lnTo>
                  <a:cubicBezTo>
                    <a:pt x="3005451" y="100330"/>
                    <a:pt x="3001641" y="103505"/>
                    <a:pt x="2999736" y="104775"/>
                  </a:cubicBezTo>
                  <a:cubicBezTo>
                    <a:pt x="2997831" y="106045"/>
                    <a:pt x="2995926" y="106680"/>
                    <a:pt x="2994021" y="107950"/>
                  </a:cubicBezTo>
                  <a:cubicBezTo>
                    <a:pt x="2992116" y="108585"/>
                    <a:pt x="2989576" y="109855"/>
                    <a:pt x="2987036" y="109855"/>
                  </a:cubicBezTo>
                  <a:cubicBezTo>
                    <a:pt x="2984496" y="109855"/>
                    <a:pt x="2981321" y="110490"/>
                    <a:pt x="2978146" y="110490"/>
                  </a:cubicBezTo>
                  <a:cubicBezTo>
                    <a:pt x="2974971" y="110490"/>
                    <a:pt x="2971796" y="110490"/>
                    <a:pt x="2968621" y="109220"/>
                  </a:cubicBezTo>
                  <a:cubicBezTo>
                    <a:pt x="2965446" y="108585"/>
                    <a:pt x="2962906" y="107315"/>
                    <a:pt x="2961001" y="105410"/>
                  </a:cubicBezTo>
                  <a:cubicBezTo>
                    <a:pt x="2958461" y="104140"/>
                    <a:pt x="2956556" y="102235"/>
                    <a:pt x="2954651" y="100330"/>
                  </a:cubicBezTo>
                  <a:cubicBezTo>
                    <a:pt x="2952746" y="98425"/>
                    <a:pt x="2950841" y="95885"/>
                    <a:pt x="2949571" y="92710"/>
                  </a:cubicBezTo>
                  <a:cubicBezTo>
                    <a:pt x="2947666" y="89535"/>
                    <a:pt x="2946396" y="86360"/>
                    <a:pt x="2945761" y="82550"/>
                  </a:cubicBezTo>
                  <a:cubicBezTo>
                    <a:pt x="2945126" y="78740"/>
                    <a:pt x="2944491" y="74295"/>
                    <a:pt x="2944491" y="69850"/>
                  </a:cubicBezTo>
                  <a:cubicBezTo>
                    <a:pt x="2944491" y="63500"/>
                    <a:pt x="2945126" y="57150"/>
                    <a:pt x="2947031" y="52070"/>
                  </a:cubicBezTo>
                  <a:cubicBezTo>
                    <a:pt x="2948936" y="46990"/>
                    <a:pt x="2950841" y="42545"/>
                    <a:pt x="2954016" y="39370"/>
                  </a:cubicBezTo>
                  <a:cubicBezTo>
                    <a:pt x="2957191" y="36195"/>
                    <a:pt x="2960366" y="33020"/>
                    <a:pt x="2964811" y="31750"/>
                  </a:cubicBezTo>
                  <a:cubicBezTo>
                    <a:pt x="2969256" y="29845"/>
                    <a:pt x="2973701" y="29210"/>
                    <a:pt x="2978781" y="29210"/>
                  </a:cubicBezTo>
                  <a:close/>
                  <a:moveTo>
                    <a:pt x="2798440" y="29210"/>
                  </a:moveTo>
                  <a:cubicBezTo>
                    <a:pt x="2803520" y="29210"/>
                    <a:pt x="2807965" y="29845"/>
                    <a:pt x="2813045" y="31750"/>
                  </a:cubicBezTo>
                  <a:cubicBezTo>
                    <a:pt x="2817490" y="33655"/>
                    <a:pt x="2821935" y="35560"/>
                    <a:pt x="2825110" y="38100"/>
                  </a:cubicBezTo>
                  <a:lnTo>
                    <a:pt x="2827015" y="38100"/>
                  </a:lnTo>
                  <a:lnTo>
                    <a:pt x="2820030" y="50165"/>
                  </a:lnTo>
                  <a:cubicBezTo>
                    <a:pt x="2816855" y="47625"/>
                    <a:pt x="2813680" y="46355"/>
                    <a:pt x="2810505" y="45085"/>
                  </a:cubicBezTo>
                  <a:cubicBezTo>
                    <a:pt x="2807330" y="43815"/>
                    <a:pt x="2803520" y="43180"/>
                    <a:pt x="2799710" y="43180"/>
                  </a:cubicBezTo>
                  <a:cubicBezTo>
                    <a:pt x="2795900" y="43180"/>
                    <a:pt x="2793360" y="43815"/>
                    <a:pt x="2791455" y="45085"/>
                  </a:cubicBezTo>
                  <a:cubicBezTo>
                    <a:pt x="2789550" y="46355"/>
                    <a:pt x="2788915" y="48260"/>
                    <a:pt x="2788915" y="50165"/>
                  </a:cubicBezTo>
                  <a:cubicBezTo>
                    <a:pt x="2788915" y="51435"/>
                    <a:pt x="2788915" y="52070"/>
                    <a:pt x="2788915" y="52705"/>
                  </a:cubicBezTo>
                  <a:cubicBezTo>
                    <a:pt x="2788915" y="53340"/>
                    <a:pt x="2790185" y="54610"/>
                    <a:pt x="2790820" y="55245"/>
                  </a:cubicBezTo>
                  <a:cubicBezTo>
                    <a:pt x="2792090" y="55880"/>
                    <a:pt x="2793360" y="57150"/>
                    <a:pt x="2795265" y="57785"/>
                  </a:cubicBezTo>
                  <a:cubicBezTo>
                    <a:pt x="2797170" y="59055"/>
                    <a:pt x="2799710" y="59690"/>
                    <a:pt x="2802250" y="60960"/>
                  </a:cubicBezTo>
                  <a:cubicBezTo>
                    <a:pt x="2806695" y="62865"/>
                    <a:pt x="2810505" y="64135"/>
                    <a:pt x="2813680" y="66040"/>
                  </a:cubicBezTo>
                  <a:cubicBezTo>
                    <a:pt x="2816855" y="67310"/>
                    <a:pt x="2819395" y="69215"/>
                    <a:pt x="2821935" y="71120"/>
                  </a:cubicBezTo>
                  <a:cubicBezTo>
                    <a:pt x="2823840" y="73025"/>
                    <a:pt x="2825745" y="75565"/>
                    <a:pt x="2827015" y="78105"/>
                  </a:cubicBezTo>
                  <a:cubicBezTo>
                    <a:pt x="2828285" y="80645"/>
                    <a:pt x="2828920" y="83820"/>
                    <a:pt x="2828920" y="87630"/>
                  </a:cubicBezTo>
                  <a:cubicBezTo>
                    <a:pt x="2828920" y="92075"/>
                    <a:pt x="2828285" y="95250"/>
                    <a:pt x="2826380" y="98425"/>
                  </a:cubicBezTo>
                  <a:cubicBezTo>
                    <a:pt x="2824475" y="101600"/>
                    <a:pt x="2822570" y="103505"/>
                    <a:pt x="2820030" y="105410"/>
                  </a:cubicBezTo>
                  <a:cubicBezTo>
                    <a:pt x="2817490" y="107315"/>
                    <a:pt x="2814315" y="108585"/>
                    <a:pt x="2810505" y="109220"/>
                  </a:cubicBezTo>
                  <a:cubicBezTo>
                    <a:pt x="2806695" y="109855"/>
                    <a:pt x="2803520" y="110490"/>
                    <a:pt x="2799710" y="110490"/>
                  </a:cubicBezTo>
                  <a:cubicBezTo>
                    <a:pt x="2794630" y="110490"/>
                    <a:pt x="2789550" y="109855"/>
                    <a:pt x="2783835" y="107950"/>
                  </a:cubicBezTo>
                  <a:cubicBezTo>
                    <a:pt x="2778120" y="106045"/>
                    <a:pt x="2773675" y="103505"/>
                    <a:pt x="2769230" y="100965"/>
                  </a:cubicBezTo>
                  <a:lnTo>
                    <a:pt x="2776215" y="89535"/>
                  </a:lnTo>
                  <a:cubicBezTo>
                    <a:pt x="2780025" y="92075"/>
                    <a:pt x="2783835" y="93980"/>
                    <a:pt x="2787645" y="95250"/>
                  </a:cubicBezTo>
                  <a:cubicBezTo>
                    <a:pt x="2791455" y="96520"/>
                    <a:pt x="2795265" y="97155"/>
                    <a:pt x="2799075" y="97155"/>
                  </a:cubicBezTo>
                  <a:cubicBezTo>
                    <a:pt x="2804155" y="97155"/>
                    <a:pt x="2807330" y="96520"/>
                    <a:pt x="2809870" y="94615"/>
                  </a:cubicBezTo>
                  <a:cubicBezTo>
                    <a:pt x="2812410" y="93345"/>
                    <a:pt x="2813045" y="90805"/>
                    <a:pt x="2813045" y="88265"/>
                  </a:cubicBezTo>
                  <a:cubicBezTo>
                    <a:pt x="2813045" y="86995"/>
                    <a:pt x="2813045" y="85725"/>
                    <a:pt x="2811775" y="84455"/>
                  </a:cubicBezTo>
                  <a:cubicBezTo>
                    <a:pt x="2811140" y="83185"/>
                    <a:pt x="2809870" y="82550"/>
                    <a:pt x="2807965" y="81280"/>
                  </a:cubicBezTo>
                  <a:cubicBezTo>
                    <a:pt x="2806695" y="80010"/>
                    <a:pt x="2804790" y="79375"/>
                    <a:pt x="2802250" y="78105"/>
                  </a:cubicBezTo>
                  <a:cubicBezTo>
                    <a:pt x="2800345" y="77470"/>
                    <a:pt x="2797805" y="76200"/>
                    <a:pt x="2794630" y="74930"/>
                  </a:cubicBezTo>
                  <a:cubicBezTo>
                    <a:pt x="2790185" y="73025"/>
                    <a:pt x="2787010" y="71755"/>
                    <a:pt x="2783835" y="69850"/>
                  </a:cubicBezTo>
                  <a:cubicBezTo>
                    <a:pt x="2780660" y="67945"/>
                    <a:pt x="2778755" y="66675"/>
                    <a:pt x="2776850" y="64770"/>
                  </a:cubicBezTo>
                  <a:cubicBezTo>
                    <a:pt x="2774945" y="62865"/>
                    <a:pt x="2773675" y="60960"/>
                    <a:pt x="2773040" y="58420"/>
                  </a:cubicBezTo>
                  <a:cubicBezTo>
                    <a:pt x="2772405" y="55880"/>
                    <a:pt x="2771770" y="53340"/>
                    <a:pt x="2771770" y="50165"/>
                  </a:cubicBezTo>
                  <a:cubicBezTo>
                    <a:pt x="2771770" y="46990"/>
                    <a:pt x="2772405" y="43815"/>
                    <a:pt x="2773675" y="40640"/>
                  </a:cubicBezTo>
                  <a:cubicBezTo>
                    <a:pt x="2774945" y="38100"/>
                    <a:pt x="2776850" y="35560"/>
                    <a:pt x="2779390" y="34290"/>
                  </a:cubicBezTo>
                  <a:cubicBezTo>
                    <a:pt x="2781930" y="32385"/>
                    <a:pt x="2784470" y="31115"/>
                    <a:pt x="2787645" y="30480"/>
                  </a:cubicBezTo>
                  <a:cubicBezTo>
                    <a:pt x="2790820" y="29845"/>
                    <a:pt x="2794630" y="29210"/>
                    <a:pt x="2798440" y="29210"/>
                  </a:cubicBezTo>
                  <a:close/>
                  <a:moveTo>
                    <a:pt x="2723510" y="29210"/>
                  </a:moveTo>
                  <a:cubicBezTo>
                    <a:pt x="2725415" y="29210"/>
                    <a:pt x="2727320" y="29210"/>
                    <a:pt x="2729225" y="29210"/>
                  </a:cubicBezTo>
                  <a:cubicBezTo>
                    <a:pt x="2733670" y="29210"/>
                    <a:pt x="2738115" y="29845"/>
                    <a:pt x="2741290" y="31750"/>
                  </a:cubicBezTo>
                  <a:cubicBezTo>
                    <a:pt x="2744465" y="33020"/>
                    <a:pt x="2747640" y="35560"/>
                    <a:pt x="2750180" y="38100"/>
                  </a:cubicBezTo>
                  <a:cubicBezTo>
                    <a:pt x="2752720" y="41275"/>
                    <a:pt x="2753990" y="44450"/>
                    <a:pt x="2755260" y="48895"/>
                  </a:cubicBezTo>
                  <a:cubicBezTo>
                    <a:pt x="2756530" y="53340"/>
                    <a:pt x="2757165" y="58420"/>
                    <a:pt x="2757165" y="64135"/>
                  </a:cubicBezTo>
                  <a:lnTo>
                    <a:pt x="2757165" y="108585"/>
                  </a:lnTo>
                  <a:lnTo>
                    <a:pt x="2741925" y="108585"/>
                  </a:lnTo>
                  <a:lnTo>
                    <a:pt x="2741290" y="108585"/>
                  </a:lnTo>
                  <a:lnTo>
                    <a:pt x="2741290" y="64770"/>
                  </a:lnTo>
                  <a:cubicBezTo>
                    <a:pt x="2741290" y="57785"/>
                    <a:pt x="2740020" y="52070"/>
                    <a:pt x="2737480" y="48895"/>
                  </a:cubicBezTo>
                  <a:cubicBezTo>
                    <a:pt x="2734940" y="45085"/>
                    <a:pt x="2731130" y="43180"/>
                    <a:pt x="2725415" y="43180"/>
                  </a:cubicBezTo>
                  <a:cubicBezTo>
                    <a:pt x="2722875" y="43180"/>
                    <a:pt x="2720970" y="43180"/>
                    <a:pt x="2718430" y="44450"/>
                  </a:cubicBezTo>
                  <a:cubicBezTo>
                    <a:pt x="2716525" y="45085"/>
                    <a:pt x="2714620" y="46990"/>
                    <a:pt x="2713350" y="48260"/>
                  </a:cubicBezTo>
                  <a:cubicBezTo>
                    <a:pt x="2712080" y="50165"/>
                    <a:pt x="2710810" y="52070"/>
                    <a:pt x="2710175" y="54610"/>
                  </a:cubicBezTo>
                  <a:cubicBezTo>
                    <a:pt x="2710175" y="57150"/>
                    <a:pt x="2709540" y="59690"/>
                    <a:pt x="2709540" y="62865"/>
                  </a:cubicBezTo>
                  <a:lnTo>
                    <a:pt x="2709540" y="108585"/>
                  </a:lnTo>
                  <a:lnTo>
                    <a:pt x="2694300" y="108585"/>
                  </a:lnTo>
                  <a:lnTo>
                    <a:pt x="2694300" y="30480"/>
                  </a:lnTo>
                  <a:lnTo>
                    <a:pt x="2709540" y="30480"/>
                  </a:lnTo>
                  <a:lnTo>
                    <a:pt x="2709540" y="38100"/>
                  </a:lnTo>
                  <a:cubicBezTo>
                    <a:pt x="2709540" y="38100"/>
                    <a:pt x="2711445" y="35560"/>
                    <a:pt x="2713350" y="34290"/>
                  </a:cubicBezTo>
                  <a:cubicBezTo>
                    <a:pt x="2714620" y="33020"/>
                    <a:pt x="2716525" y="32385"/>
                    <a:pt x="2717795" y="31115"/>
                  </a:cubicBezTo>
                  <a:cubicBezTo>
                    <a:pt x="2719700" y="30480"/>
                    <a:pt x="2721605" y="29845"/>
                    <a:pt x="2723510" y="29210"/>
                  </a:cubicBezTo>
                  <a:close/>
                  <a:moveTo>
                    <a:pt x="2530470" y="29210"/>
                  </a:moveTo>
                  <a:cubicBezTo>
                    <a:pt x="2536185" y="29210"/>
                    <a:pt x="2540630" y="30480"/>
                    <a:pt x="2545075" y="32385"/>
                  </a:cubicBezTo>
                  <a:cubicBezTo>
                    <a:pt x="2548885" y="34290"/>
                    <a:pt x="2552695" y="37465"/>
                    <a:pt x="2555235" y="40640"/>
                  </a:cubicBezTo>
                  <a:cubicBezTo>
                    <a:pt x="2557775" y="44450"/>
                    <a:pt x="2559680" y="48260"/>
                    <a:pt x="2561585" y="53340"/>
                  </a:cubicBezTo>
                  <a:cubicBezTo>
                    <a:pt x="2562855" y="57785"/>
                    <a:pt x="2563490" y="62865"/>
                    <a:pt x="2563490" y="68580"/>
                  </a:cubicBezTo>
                  <a:lnTo>
                    <a:pt x="2562220" y="68580"/>
                  </a:lnTo>
                  <a:cubicBezTo>
                    <a:pt x="2562220" y="68580"/>
                    <a:pt x="2562220" y="71120"/>
                    <a:pt x="2562220" y="72390"/>
                  </a:cubicBezTo>
                  <a:cubicBezTo>
                    <a:pt x="2562220" y="73660"/>
                    <a:pt x="2562220" y="74295"/>
                    <a:pt x="2562220" y="75565"/>
                  </a:cubicBezTo>
                  <a:lnTo>
                    <a:pt x="2510785" y="75565"/>
                  </a:lnTo>
                  <a:cubicBezTo>
                    <a:pt x="2510785" y="79375"/>
                    <a:pt x="2512055" y="82550"/>
                    <a:pt x="2513325" y="85090"/>
                  </a:cubicBezTo>
                  <a:cubicBezTo>
                    <a:pt x="2514595" y="87630"/>
                    <a:pt x="2515865" y="90170"/>
                    <a:pt x="2517770" y="91440"/>
                  </a:cubicBezTo>
                  <a:cubicBezTo>
                    <a:pt x="2519675" y="93345"/>
                    <a:pt x="2521580" y="94615"/>
                    <a:pt x="2523485" y="95250"/>
                  </a:cubicBezTo>
                  <a:cubicBezTo>
                    <a:pt x="2525390" y="95885"/>
                    <a:pt x="2527930" y="96520"/>
                    <a:pt x="2530470" y="96520"/>
                  </a:cubicBezTo>
                  <a:cubicBezTo>
                    <a:pt x="2532375" y="96520"/>
                    <a:pt x="2533645" y="96520"/>
                    <a:pt x="2535550" y="96520"/>
                  </a:cubicBezTo>
                  <a:cubicBezTo>
                    <a:pt x="2536820" y="96520"/>
                    <a:pt x="2538725" y="95885"/>
                    <a:pt x="2539995" y="95250"/>
                  </a:cubicBezTo>
                  <a:cubicBezTo>
                    <a:pt x="2541265" y="95250"/>
                    <a:pt x="2542535" y="93980"/>
                    <a:pt x="2543805" y="93345"/>
                  </a:cubicBezTo>
                  <a:cubicBezTo>
                    <a:pt x="2545075" y="93345"/>
                    <a:pt x="2546345" y="92075"/>
                    <a:pt x="2548250" y="90805"/>
                  </a:cubicBezTo>
                  <a:lnTo>
                    <a:pt x="2557140" y="100330"/>
                  </a:lnTo>
                  <a:cubicBezTo>
                    <a:pt x="2557140" y="100330"/>
                    <a:pt x="2553330" y="103505"/>
                    <a:pt x="2551425" y="104775"/>
                  </a:cubicBezTo>
                  <a:cubicBezTo>
                    <a:pt x="2549520" y="106045"/>
                    <a:pt x="2547615" y="106680"/>
                    <a:pt x="2545710" y="107950"/>
                  </a:cubicBezTo>
                  <a:cubicBezTo>
                    <a:pt x="2543805" y="108585"/>
                    <a:pt x="2541265" y="109855"/>
                    <a:pt x="2538725" y="109855"/>
                  </a:cubicBezTo>
                  <a:cubicBezTo>
                    <a:pt x="2536185" y="109855"/>
                    <a:pt x="2533010" y="110490"/>
                    <a:pt x="2529835" y="110490"/>
                  </a:cubicBezTo>
                  <a:cubicBezTo>
                    <a:pt x="2526660" y="110490"/>
                    <a:pt x="2523485" y="110490"/>
                    <a:pt x="2520310" y="109220"/>
                  </a:cubicBezTo>
                  <a:cubicBezTo>
                    <a:pt x="2517135" y="108585"/>
                    <a:pt x="2514595" y="107315"/>
                    <a:pt x="2512690" y="105410"/>
                  </a:cubicBezTo>
                  <a:cubicBezTo>
                    <a:pt x="2510785" y="103505"/>
                    <a:pt x="2508245" y="102235"/>
                    <a:pt x="2506340" y="100330"/>
                  </a:cubicBezTo>
                  <a:cubicBezTo>
                    <a:pt x="2504435" y="98425"/>
                    <a:pt x="2502530" y="95885"/>
                    <a:pt x="2501260" y="92710"/>
                  </a:cubicBezTo>
                  <a:cubicBezTo>
                    <a:pt x="2499355" y="89535"/>
                    <a:pt x="2498085" y="86360"/>
                    <a:pt x="2497450" y="82550"/>
                  </a:cubicBezTo>
                  <a:cubicBezTo>
                    <a:pt x="2496815" y="78740"/>
                    <a:pt x="2496180" y="74295"/>
                    <a:pt x="2496180" y="69850"/>
                  </a:cubicBezTo>
                  <a:cubicBezTo>
                    <a:pt x="2496180" y="63500"/>
                    <a:pt x="2496815" y="57150"/>
                    <a:pt x="2498720" y="52070"/>
                  </a:cubicBezTo>
                  <a:cubicBezTo>
                    <a:pt x="2500625" y="46990"/>
                    <a:pt x="2502530" y="42545"/>
                    <a:pt x="2505705" y="39370"/>
                  </a:cubicBezTo>
                  <a:cubicBezTo>
                    <a:pt x="2508880" y="36195"/>
                    <a:pt x="2512055" y="33020"/>
                    <a:pt x="2516500" y="31750"/>
                  </a:cubicBezTo>
                  <a:cubicBezTo>
                    <a:pt x="2520945" y="29845"/>
                    <a:pt x="2525390" y="29210"/>
                    <a:pt x="2530470" y="29210"/>
                  </a:cubicBezTo>
                  <a:close/>
                  <a:moveTo>
                    <a:pt x="2298061" y="29210"/>
                  </a:moveTo>
                  <a:cubicBezTo>
                    <a:pt x="2301236" y="29210"/>
                    <a:pt x="2303776" y="29210"/>
                    <a:pt x="2305681" y="29845"/>
                  </a:cubicBezTo>
                  <a:cubicBezTo>
                    <a:pt x="2307586" y="29845"/>
                    <a:pt x="2309491" y="31115"/>
                    <a:pt x="2311396" y="32385"/>
                  </a:cubicBezTo>
                  <a:lnTo>
                    <a:pt x="2307586" y="46990"/>
                  </a:lnTo>
                  <a:lnTo>
                    <a:pt x="2306316" y="46990"/>
                  </a:lnTo>
                  <a:cubicBezTo>
                    <a:pt x="2306316" y="46990"/>
                    <a:pt x="2303141" y="45085"/>
                    <a:pt x="2301236" y="45085"/>
                  </a:cubicBezTo>
                  <a:cubicBezTo>
                    <a:pt x="2299331" y="45085"/>
                    <a:pt x="2297426" y="44450"/>
                    <a:pt x="2294886" y="44450"/>
                  </a:cubicBezTo>
                  <a:cubicBezTo>
                    <a:pt x="2289806" y="44450"/>
                    <a:pt x="2285996" y="46355"/>
                    <a:pt x="2283456" y="49530"/>
                  </a:cubicBezTo>
                  <a:cubicBezTo>
                    <a:pt x="2280916" y="52705"/>
                    <a:pt x="2279646" y="57785"/>
                    <a:pt x="2279646" y="64770"/>
                  </a:cubicBezTo>
                  <a:lnTo>
                    <a:pt x="2279646" y="109220"/>
                  </a:lnTo>
                  <a:lnTo>
                    <a:pt x="2264406" y="109220"/>
                  </a:lnTo>
                  <a:lnTo>
                    <a:pt x="2264406" y="31115"/>
                  </a:lnTo>
                  <a:lnTo>
                    <a:pt x="2279646" y="31115"/>
                  </a:lnTo>
                  <a:lnTo>
                    <a:pt x="2279646" y="38735"/>
                  </a:lnTo>
                  <a:cubicBezTo>
                    <a:pt x="2279646" y="38735"/>
                    <a:pt x="2281551" y="36195"/>
                    <a:pt x="2282821" y="34925"/>
                  </a:cubicBezTo>
                  <a:cubicBezTo>
                    <a:pt x="2284091" y="33655"/>
                    <a:pt x="2285361" y="33020"/>
                    <a:pt x="2287266" y="31750"/>
                  </a:cubicBezTo>
                  <a:cubicBezTo>
                    <a:pt x="2288536" y="31115"/>
                    <a:pt x="2290441" y="30480"/>
                    <a:pt x="2292346" y="29845"/>
                  </a:cubicBezTo>
                  <a:cubicBezTo>
                    <a:pt x="2294251" y="29845"/>
                    <a:pt x="2296156" y="29210"/>
                    <a:pt x="2298061" y="29210"/>
                  </a:cubicBezTo>
                  <a:close/>
                  <a:moveTo>
                    <a:pt x="2216145" y="29210"/>
                  </a:moveTo>
                  <a:cubicBezTo>
                    <a:pt x="2221860" y="29210"/>
                    <a:pt x="2226305" y="30480"/>
                    <a:pt x="2230750" y="32385"/>
                  </a:cubicBezTo>
                  <a:cubicBezTo>
                    <a:pt x="2234560" y="34290"/>
                    <a:pt x="2238370" y="37465"/>
                    <a:pt x="2240910" y="40640"/>
                  </a:cubicBezTo>
                  <a:cubicBezTo>
                    <a:pt x="2243450" y="44450"/>
                    <a:pt x="2245355" y="48260"/>
                    <a:pt x="2247260" y="53340"/>
                  </a:cubicBezTo>
                  <a:cubicBezTo>
                    <a:pt x="2248530" y="57785"/>
                    <a:pt x="2249165" y="62865"/>
                    <a:pt x="2249165" y="68580"/>
                  </a:cubicBezTo>
                  <a:lnTo>
                    <a:pt x="2247895" y="68580"/>
                  </a:lnTo>
                  <a:cubicBezTo>
                    <a:pt x="2247895" y="68580"/>
                    <a:pt x="2247895" y="71120"/>
                    <a:pt x="2247895" y="72390"/>
                  </a:cubicBezTo>
                  <a:cubicBezTo>
                    <a:pt x="2247895" y="73660"/>
                    <a:pt x="2247895" y="74295"/>
                    <a:pt x="2247895" y="75565"/>
                  </a:cubicBezTo>
                  <a:lnTo>
                    <a:pt x="2196460" y="75565"/>
                  </a:lnTo>
                  <a:cubicBezTo>
                    <a:pt x="2196460" y="79375"/>
                    <a:pt x="2197730" y="82550"/>
                    <a:pt x="2199000" y="85090"/>
                  </a:cubicBezTo>
                  <a:cubicBezTo>
                    <a:pt x="2200270" y="87630"/>
                    <a:pt x="2201540" y="90170"/>
                    <a:pt x="2203445" y="91440"/>
                  </a:cubicBezTo>
                  <a:cubicBezTo>
                    <a:pt x="2205350" y="93345"/>
                    <a:pt x="2207255" y="94615"/>
                    <a:pt x="2209160" y="95250"/>
                  </a:cubicBezTo>
                  <a:cubicBezTo>
                    <a:pt x="2211065" y="95885"/>
                    <a:pt x="2213605" y="96520"/>
                    <a:pt x="2216145" y="96520"/>
                  </a:cubicBezTo>
                  <a:cubicBezTo>
                    <a:pt x="2218050" y="96520"/>
                    <a:pt x="2219320" y="96520"/>
                    <a:pt x="2221225" y="96520"/>
                  </a:cubicBezTo>
                  <a:cubicBezTo>
                    <a:pt x="2222495" y="96520"/>
                    <a:pt x="2224400" y="95885"/>
                    <a:pt x="2225670" y="95250"/>
                  </a:cubicBezTo>
                  <a:cubicBezTo>
                    <a:pt x="2226940" y="95250"/>
                    <a:pt x="2228210" y="93980"/>
                    <a:pt x="2229480" y="93345"/>
                  </a:cubicBezTo>
                  <a:cubicBezTo>
                    <a:pt x="2230750" y="93345"/>
                    <a:pt x="2232020" y="92075"/>
                    <a:pt x="2233925" y="90805"/>
                  </a:cubicBezTo>
                  <a:lnTo>
                    <a:pt x="2242815" y="100330"/>
                  </a:lnTo>
                  <a:cubicBezTo>
                    <a:pt x="2242815" y="100330"/>
                    <a:pt x="2239005" y="103505"/>
                    <a:pt x="2237100" y="104775"/>
                  </a:cubicBezTo>
                  <a:cubicBezTo>
                    <a:pt x="2235195" y="106045"/>
                    <a:pt x="2233290" y="106680"/>
                    <a:pt x="2231385" y="107950"/>
                  </a:cubicBezTo>
                  <a:cubicBezTo>
                    <a:pt x="2229480" y="108585"/>
                    <a:pt x="2226940" y="109855"/>
                    <a:pt x="2224400" y="109855"/>
                  </a:cubicBezTo>
                  <a:cubicBezTo>
                    <a:pt x="2221860" y="109855"/>
                    <a:pt x="2218685" y="110490"/>
                    <a:pt x="2215510" y="110490"/>
                  </a:cubicBezTo>
                  <a:cubicBezTo>
                    <a:pt x="2212335" y="110490"/>
                    <a:pt x="2209160" y="110490"/>
                    <a:pt x="2205985" y="109220"/>
                  </a:cubicBezTo>
                  <a:cubicBezTo>
                    <a:pt x="2202810" y="108585"/>
                    <a:pt x="2200270" y="107315"/>
                    <a:pt x="2198365" y="105410"/>
                  </a:cubicBezTo>
                  <a:cubicBezTo>
                    <a:pt x="2195825" y="104140"/>
                    <a:pt x="2193920" y="102235"/>
                    <a:pt x="2192015" y="100330"/>
                  </a:cubicBezTo>
                  <a:cubicBezTo>
                    <a:pt x="2190110" y="98425"/>
                    <a:pt x="2188205" y="95885"/>
                    <a:pt x="2186935" y="92710"/>
                  </a:cubicBezTo>
                  <a:cubicBezTo>
                    <a:pt x="2185030" y="89535"/>
                    <a:pt x="2183760" y="86360"/>
                    <a:pt x="2183125" y="82550"/>
                  </a:cubicBezTo>
                  <a:cubicBezTo>
                    <a:pt x="2182490" y="78740"/>
                    <a:pt x="2181855" y="74295"/>
                    <a:pt x="2181855" y="69850"/>
                  </a:cubicBezTo>
                  <a:cubicBezTo>
                    <a:pt x="2181855" y="63500"/>
                    <a:pt x="2182490" y="57150"/>
                    <a:pt x="2184395" y="52070"/>
                  </a:cubicBezTo>
                  <a:cubicBezTo>
                    <a:pt x="2186300" y="46990"/>
                    <a:pt x="2188205" y="42545"/>
                    <a:pt x="2191380" y="39370"/>
                  </a:cubicBezTo>
                  <a:cubicBezTo>
                    <a:pt x="2194555" y="36195"/>
                    <a:pt x="2197730" y="33020"/>
                    <a:pt x="2202175" y="31750"/>
                  </a:cubicBezTo>
                  <a:cubicBezTo>
                    <a:pt x="2206620" y="29845"/>
                    <a:pt x="2211065" y="29210"/>
                    <a:pt x="2216145" y="29210"/>
                  </a:cubicBezTo>
                  <a:close/>
                  <a:moveTo>
                    <a:pt x="2029456" y="29210"/>
                  </a:moveTo>
                  <a:cubicBezTo>
                    <a:pt x="2035171" y="29210"/>
                    <a:pt x="2039616" y="30480"/>
                    <a:pt x="2044061" y="32385"/>
                  </a:cubicBezTo>
                  <a:cubicBezTo>
                    <a:pt x="2047871" y="34290"/>
                    <a:pt x="2051681" y="37465"/>
                    <a:pt x="2054221" y="40640"/>
                  </a:cubicBezTo>
                  <a:cubicBezTo>
                    <a:pt x="2056761" y="44450"/>
                    <a:pt x="2058666" y="48260"/>
                    <a:pt x="2060571" y="53340"/>
                  </a:cubicBezTo>
                  <a:cubicBezTo>
                    <a:pt x="2061841" y="57785"/>
                    <a:pt x="2062476" y="62865"/>
                    <a:pt x="2062476" y="68580"/>
                  </a:cubicBezTo>
                  <a:lnTo>
                    <a:pt x="2061206" y="68580"/>
                  </a:lnTo>
                  <a:cubicBezTo>
                    <a:pt x="2061206" y="68580"/>
                    <a:pt x="2061206" y="71120"/>
                    <a:pt x="2061206" y="72390"/>
                  </a:cubicBezTo>
                  <a:cubicBezTo>
                    <a:pt x="2061206" y="73660"/>
                    <a:pt x="2061206" y="74295"/>
                    <a:pt x="2061206" y="75565"/>
                  </a:cubicBezTo>
                  <a:lnTo>
                    <a:pt x="2009771" y="75565"/>
                  </a:lnTo>
                  <a:cubicBezTo>
                    <a:pt x="2009771" y="79375"/>
                    <a:pt x="2011041" y="82550"/>
                    <a:pt x="2012311" y="85090"/>
                  </a:cubicBezTo>
                  <a:cubicBezTo>
                    <a:pt x="2013581" y="87630"/>
                    <a:pt x="2014851" y="90170"/>
                    <a:pt x="2016756" y="91440"/>
                  </a:cubicBezTo>
                  <a:cubicBezTo>
                    <a:pt x="2018661" y="93345"/>
                    <a:pt x="2020566" y="94615"/>
                    <a:pt x="2022471" y="95250"/>
                  </a:cubicBezTo>
                  <a:cubicBezTo>
                    <a:pt x="2024376" y="95885"/>
                    <a:pt x="2026916" y="96520"/>
                    <a:pt x="2029456" y="96520"/>
                  </a:cubicBezTo>
                  <a:cubicBezTo>
                    <a:pt x="2031361" y="96520"/>
                    <a:pt x="2032631" y="96520"/>
                    <a:pt x="2034536" y="96520"/>
                  </a:cubicBezTo>
                  <a:cubicBezTo>
                    <a:pt x="2035806" y="96520"/>
                    <a:pt x="2037711" y="95885"/>
                    <a:pt x="2038981" y="95250"/>
                  </a:cubicBezTo>
                  <a:cubicBezTo>
                    <a:pt x="2040251" y="95250"/>
                    <a:pt x="2041521" y="93980"/>
                    <a:pt x="2042791" y="93345"/>
                  </a:cubicBezTo>
                  <a:cubicBezTo>
                    <a:pt x="2044061" y="93345"/>
                    <a:pt x="2045331" y="92075"/>
                    <a:pt x="2047236" y="90805"/>
                  </a:cubicBezTo>
                  <a:lnTo>
                    <a:pt x="2056126" y="100330"/>
                  </a:lnTo>
                  <a:cubicBezTo>
                    <a:pt x="2056126" y="100330"/>
                    <a:pt x="2052316" y="103505"/>
                    <a:pt x="2050411" y="104775"/>
                  </a:cubicBezTo>
                  <a:cubicBezTo>
                    <a:pt x="2048506" y="106045"/>
                    <a:pt x="2046601" y="106680"/>
                    <a:pt x="2044696" y="107950"/>
                  </a:cubicBezTo>
                  <a:cubicBezTo>
                    <a:pt x="2042791" y="108585"/>
                    <a:pt x="2040251" y="109855"/>
                    <a:pt x="2037711" y="109855"/>
                  </a:cubicBezTo>
                  <a:cubicBezTo>
                    <a:pt x="2035171" y="109855"/>
                    <a:pt x="2031996" y="110490"/>
                    <a:pt x="2028821" y="110490"/>
                  </a:cubicBezTo>
                  <a:cubicBezTo>
                    <a:pt x="2025646" y="110490"/>
                    <a:pt x="2022471" y="110490"/>
                    <a:pt x="2019296" y="109220"/>
                  </a:cubicBezTo>
                  <a:cubicBezTo>
                    <a:pt x="2016121" y="108585"/>
                    <a:pt x="2013581" y="107315"/>
                    <a:pt x="2011676" y="105410"/>
                  </a:cubicBezTo>
                  <a:cubicBezTo>
                    <a:pt x="2009136" y="104140"/>
                    <a:pt x="2007231" y="102235"/>
                    <a:pt x="2005326" y="100330"/>
                  </a:cubicBezTo>
                  <a:cubicBezTo>
                    <a:pt x="2003421" y="98425"/>
                    <a:pt x="2001516" y="95885"/>
                    <a:pt x="2000246" y="92710"/>
                  </a:cubicBezTo>
                  <a:cubicBezTo>
                    <a:pt x="1998341" y="89535"/>
                    <a:pt x="1997071" y="86360"/>
                    <a:pt x="1996436" y="82550"/>
                  </a:cubicBezTo>
                  <a:cubicBezTo>
                    <a:pt x="1995801" y="78740"/>
                    <a:pt x="1995166" y="74295"/>
                    <a:pt x="1995166" y="69850"/>
                  </a:cubicBezTo>
                  <a:cubicBezTo>
                    <a:pt x="1995166" y="63500"/>
                    <a:pt x="1995801" y="57150"/>
                    <a:pt x="1997706" y="52070"/>
                  </a:cubicBezTo>
                  <a:cubicBezTo>
                    <a:pt x="1999611" y="46990"/>
                    <a:pt x="2001516" y="42545"/>
                    <a:pt x="2004691" y="39370"/>
                  </a:cubicBezTo>
                  <a:cubicBezTo>
                    <a:pt x="2007866" y="36195"/>
                    <a:pt x="2011041" y="33020"/>
                    <a:pt x="2015486" y="31750"/>
                  </a:cubicBezTo>
                  <a:cubicBezTo>
                    <a:pt x="2019931" y="29845"/>
                    <a:pt x="2024376" y="29210"/>
                    <a:pt x="2029456" y="29210"/>
                  </a:cubicBezTo>
                  <a:close/>
                  <a:moveTo>
                    <a:pt x="1831336" y="29210"/>
                  </a:moveTo>
                  <a:cubicBezTo>
                    <a:pt x="1837051" y="29210"/>
                    <a:pt x="1841496" y="30480"/>
                    <a:pt x="1845941" y="32385"/>
                  </a:cubicBezTo>
                  <a:cubicBezTo>
                    <a:pt x="1849751" y="34290"/>
                    <a:pt x="1853561" y="37465"/>
                    <a:pt x="1856101" y="40640"/>
                  </a:cubicBezTo>
                  <a:cubicBezTo>
                    <a:pt x="1858641" y="44450"/>
                    <a:pt x="1860546" y="48260"/>
                    <a:pt x="1862451" y="53340"/>
                  </a:cubicBezTo>
                  <a:cubicBezTo>
                    <a:pt x="1863721" y="57785"/>
                    <a:pt x="1864356" y="62865"/>
                    <a:pt x="1864356" y="68580"/>
                  </a:cubicBezTo>
                  <a:lnTo>
                    <a:pt x="1863086" y="68580"/>
                  </a:lnTo>
                  <a:cubicBezTo>
                    <a:pt x="1863086" y="68580"/>
                    <a:pt x="1863086" y="71120"/>
                    <a:pt x="1863086" y="72390"/>
                  </a:cubicBezTo>
                  <a:cubicBezTo>
                    <a:pt x="1863086" y="73660"/>
                    <a:pt x="1863086" y="74295"/>
                    <a:pt x="1863086" y="75565"/>
                  </a:cubicBezTo>
                  <a:lnTo>
                    <a:pt x="1811651" y="75565"/>
                  </a:lnTo>
                  <a:cubicBezTo>
                    <a:pt x="1811651" y="79375"/>
                    <a:pt x="1812921" y="82550"/>
                    <a:pt x="1814191" y="85090"/>
                  </a:cubicBezTo>
                  <a:cubicBezTo>
                    <a:pt x="1815461" y="87630"/>
                    <a:pt x="1816731" y="90170"/>
                    <a:pt x="1818636" y="91440"/>
                  </a:cubicBezTo>
                  <a:cubicBezTo>
                    <a:pt x="1820541" y="93345"/>
                    <a:pt x="1822446" y="94615"/>
                    <a:pt x="1824351" y="95250"/>
                  </a:cubicBezTo>
                  <a:cubicBezTo>
                    <a:pt x="1826256" y="95885"/>
                    <a:pt x="1828796" y="96520"/>
                    <a:pt x="1831336" y="96520"/>
                  </a:cubicBezTo>
                  <a:cubicBezTo>
                    <a:pt x="1833241" y="96520"/>
                    <a:pt x="1834511" y="96520"/>
                    <a:pt x="1836416" y="96520"/>
                  </a:cubicBezTo>
                  <a:cubicBezTo>
                    <a:pt x="1837686" y="96520"/>
                    <a:pt x="1839591" y="95885"/>
                    <a:pt x="1840861" y="95250"/>
                  </a:cubicBezTo>
                  <a:cubicBezTo>
                    <a:pt x="1842131" y="95250"/>
                    <a:pt x="1843401" y="93980"/>
                    <a:pt x="1844671" y="93345"/>
                  </a:cubicBezTo>
                  <a:cubicBezTo>
                    <a:pt x="1845941" y="93345"/>
                    <a:pt x="1847211" y="92075"/>
                    <a:pt x="1849116" y="90805"/>
                  </a:cubicBezTo>
                  <a:lnTo>
                    <a:pt x="1858006" y="100330"/>
                  </a:lnTo>
                  <a:cubicBezTo>
                    <a:pt x="1858006" y="100330"/>
                    <a:pt x="1854196" y="103505"/>
                    <a:pt x="1852291" y="104775"/>
                  </a:cubicBezTo>
                  <a:cubicBezTo>
                    <a:pt x="1850386" y="106045"/>
                    <a:pt x="1848481" y="106680"/>
                    <a:pt x="1846576" y="107950"/>
                  </a:cubicBezTo>
                  <a:cubicBezTo>
                    <a:pt x="1844671" y="108585"/>
                    <a:pt x="1842131" y="109855"/>
                    <a:pt x="1839591" y="109855"/>
                  </a:cubicBezTo>
                  <a:cubicBezTo>
                    <a:pt x="1837051" y="109855"/>
                    <a:pt x="1833876" y="110490"/>
                    <a:pt x="1830701" y="110490"/>
                  </a:cubicBezTo>
                  <a:cubicBezTo>
                    <a:pt x="1827526" y="110490"/>
                    <a:pt x="1824351" y="110490"/>
                    <a:pt x="1821176" y="109220"/>
                  </a:cubicBezTo>
                  <a:cubicBezTo>
                    <a:pt x="1818001" y="108585"/>
                    <a:pt x="1815461" y="107315"/>
                    <a:pt x="1813556" y="105410"/>
                  </a:cubicBezTo>
                  <a:cubicBezTo>
                    <a:pt x="1811016" y="104140"/>
                    <a:pt x="1809111" y="102235"/>
                    <a:pt x="1807206" y="100330"/>
                  </a:cubicBezTo>
                  <a:cubicBezTo>
                    <a:pt x="1805301" y="98425"/>
                    <a:pt x="1803396" y="95885"/>
                    <a:pt x="1802126" y="92710"/>
                  </a:cubicBezTo>
                  <a:cubicBezTo>
                    <a:pt x="1800221" y="89535"/>
                    <a:pt x="1798951" y="86360"/>
                    <a:pt x="1798316" y="82550"/>
                  </a:cubicBezTo>
                  <a:cubicBezTo>
                    <a:pt x="1797681" y="78740"/>
                    <a:pt x="1797046" y="74295"/>
                    <a:pt x="1797046" y="69850"/>
                  </a:cubicBezTo>
                  <a:cubicBezTo>
                    <a:pt x="1797046" y="63500"/>
                    <a:pt x="1797681" y="57150"/>
                    <a:pt x="1799586" y="52070"/>
                  </a:cubicBezTo>
                  <a:cubicBezTo>
                    <a:pt x="1801491" y="46990"/>
                    <a:pt x="1803396" y="42545"/>
                    <a:pt x="1806571" y="39370"/>
                  </a:cubicBezTo>
                  <a:cubicBezTo>
                    <a:pt x="1809746" y="36195"/>
                    <a:pt x="1812921" y="33020"/>
                    <a:pt x="1817366" y="31750"/>
                  </a:cubicBezTo>
                  <a:cubicBezTo>
                    <a:pt x="1821811" y="29845"/>
                    <a:pt x="1826256" y="29210"/>
                    <a:pt x="1831336" y="29210"/>
                  </a:cubicBezTo>
                  <a:close/>
                  <a:moveTo>
                    <a:pt x="1501140" y="29210"/>
                  </a:moveTo>
                  <a:cubicBezTo>
                    <a:pt x="1503046" y="29210"/>
                    <a:pt x="1504951" y="29210"/>
                    <a:pt x="1506856" y="29210"/>
                  </a:cubicBezTo>
                  <a:cubicBezTo>
                    <a:pt x="1511301" y="29210"/>
                    <a:pt x="1515746" y="29845"/>
                    <a:pt x="1518920" y="31750"/>
                  </a:cubicBezTo>
                  <a:cubicBezTo>
                    <a:pt x="1522096" y="33020"/>
                    <a:pt x="1525271" y="35560"/>
                    <a:pt x="1527811" y="38100"/>
                  </a:cubicBezTo>
                  <a:cubicBezTo>
                    <a:pt x="1530351" y="41275"/>
                    <a:pt x="1531621" y="44450"/>
                    <a:pt x="1532891" y="48895"/>
                  </a:cubicBezTo>
                  <a:cubicBezTo>
                    <a:pt x="1534161" y="53340"/>
                    <a:pt x="1534796" y="58420"/>
                    <a:pt x="1534796" y="64135"/>
                  </a:cubicBezTo>
                  <a:lnTo>
                    <a:pt x="1534796" y="108585"/>
                  </a:lnTo>
                  <a:lnTo>
                    <a:pt x="1519556" y="108585"/>
                  </a:lnTo>
                  <a:lnTo>
                    <a:pt x="1518920" y="108585"/>
                  </a:lnTo>
                  <a:lnTo>
                    <a:pt x="1518920" y="64770"/>
                  </a:lnTo>
                  <a:cubicBezTo>
                    <a:pt x="1518920" y="57785"/>
                    <a:pt x="1517651" y="52070"/>
                    <a:pt x="1515111" y="48895"/>
                  </a:cubicBezTo>
                  <a:cubicBezTo>
                    <a:pt x="1512571" y="45085"/>
                    <a:pt x="1508761" y="43180"/>
                    <a:pt x="1503046" y="43180"/>
                  </a:cubicBezTo>
                  <a:cubicBezTo>
                    <a:pt x="1500506" y="43180"/>
                    <a:pt x="1498601" y="43180"/>
                    <a:pt x="1496061" y="44450"/>
                  </a:cubicBezTo>
                  <a:cubicBezTo>
                    <a:pt x="1494156" y="45085"/>
                    <a:pt x="1492250" y="46990"/>
                    <a:pt x="1490981" y="48260"/>
                  </a:cubicBezTo>
                  <a:cubicBezTo>
                    <a:pt x="1489711" y="50165"/>
                    <a:pt x="1488441" y="52070"/>
                    <a:pt x="1487806" y="54610"/>
                  </a:cubicBezTo>
                  <a:cubicBezTo>
                    <a:pt x="1487806" y="57150"/>
                    <a:pt x="1487170" y="59690"/>
                    <a:pt x="1487170" y="62865"/>
                  </a:cubicBezTo>
                  <a:lnTo>
                    <a:pt x="1487170" y="108585"/>
                  </a:lnTo>
                  <a:lnTo>
                    <a:pt x="1471931" y="108585"/>
                  </a:lnTo>
                  <a:lnTo>
                    <a:pt x="1471931" y="30480"/>
                  </a:lnTo>
                  <a:lnTo>
                    <a:pt x="1487170" y="30480"/>
                  </a:lnTo>
                  <a:lnTo>
                    <a:pt x="1487170" y="38100"/>
                  </a:lnTo>
                  <a:cubicBezTo>
                    <a:pt x="1487170" y="38100"/>
                    <a:pt x="1489076" y="35560"/>
                    <a:pt x="1490981" y="34290"/>
                  </a:cubicBezTo>
                  <a:cubicBezTo>
                    <a:pt x="1492250" y="33020"/>
                    <a:pt x="1494156" y="32385"/>
                    <a:pt x="1495426" y="31115"/>
                  </a:cubicBezTo>
                  <a:cubicBezTo>
                    <a:pt x="1497331" y="30480"/>
                    <a:pt x="1499236" y="29845"/>
                    <a:pt x="1501140" y="29210"/>
                  </a:cubicBezTo>
                  <a:close/>
                  <a:moveTo>
                    <a:pt x="1250316" y="29210"/>
                  </a:moveTo>
                  <a:cubicBezTo>
                    <a:pt x="1255396" y="29210"/>
                    <a:pt x="1259841" y="29845"/>
                    <a:pt x="1264286" y="31750"/>
                  </a:cubicBezTo>
                  <a:cubicBezTo>
                    <a:pt x="1268731" y="33655"/>
                    <a:pt x="1273176" y="35560"/>
                    <a:pt x="1276350" y="38100"/>
                  </a:cubicBezTo>
                  <a:lnTo>
                    <a:pt x="1278256" y="38100"/>
                  </a:lnTo>
                  <a:lnTo>
                    <a:pt x="1271271" y="50165"/>
                  </a:lnTo>
                  <a:cubicBezTo>
                    <a:pt x="1268095" y="47625"/>
                    <a:pt x="1264921" y="46355"/>
                    <a:pt x="1261746" y="45085"/>
                  </a:cubicBezTo>
                  <a:cubicBezTo>
                    <a:pt x="1258570" y="43815"/>
                    <a:pt x="1254761" y="43180"/>
                    <a:pt x="1250951" y="43180"/>
                  </a:cubicBezTo>
                  <a:cubicBezTo>
                    <a:pt x="1247141" y="43180"/>
                    <a:pt x="1244601" y="43815"/>
                    <a:pt x="1242696" y="45085"/>
                  </a:cubicBezTo>
                  <a:cubicBezTo>
                    <a:pt x="1240791" y="46355"/>
                    <a:pt x="1240156" y="48260"/>
                    <a:pt x="1240156" y="50165"/>
                  </a:cubicBezTo>
                  <a:cubicBezTo>
                    <a:pt x="1240156" y="51435"/>
                    <a:pt x="1240156" y="52070"/>
                    <a:pt x="1240156" y="52705"/>
                  </a:cubicBezTo>
                  <a:cubicBezTo>
                    <a:pt x="1240156" y="53340"/>
                    <a:pt x="1241426" y="54610"/>
                    <a:pt x="1242061" y="55245"/>
                  </a:cubicBezTo>
                  <a:cubicBezTo>
                    <a:pt x="1243331" y="55880"/>
                    <a:pt x="1244601" y="57150"/>
                    <a:pt x="1246506" y="57785"/>
                  </a:cubicBezTo>
                  <a:cubicBezTo>
                    <a:pt x="1248411" y="59055"/>
                    <a:pt x="1250951" y="59690"/>
                    <a:pt x="1253491" y="60960"/>
                  </a:cubicBezTo>
                  <a:cubicBezTo>
                    <a:pt x="1257936" y="62865"/>
                    <a:pt x="1261746" y="64135"/>
                    <a:pt x="1264921" y="66040"/>
                  </a:cubicBezTo>
                  <a:cubicBezTo>
                    <a:pt x="1268095" y="67310"/>
                    <a:pt x="1270635" y="69215"/>
                    <a:pt x="1273176" y="71120"/>
                  </a:cubicBezTo>
                  <a:cubicBezTo>
                    <a:pt x="1275080" y="73025"/>
                    <a:pt x="1276985" y="75565"/>
                    <a:pt x="1278256" y="78105"/>
                  </a:cubicBezTo>
                  <a:cubicBezTo>
                    <a:pt x="1279525" y="80645"/>
                    <a:pt x="1280161" y="83820"/>
                    <a:pt x="1280161" y="87630"/>
                  </a:cubicBezTo>
                  <a:cubicBezTo>
                    <a:pt x="1280161" y="92075"/>
                    <a:pt x="1279525" y="95250"/>
                    <a:pt x="1277621" y="98425"/>
                  </a:cubicBezTo>
                  <a:cubicBezTo>
                    <a:pt x="1275716" y="101600"/>
                    <a:pt x="1273811" y="103505"/>
                    <a:pt x="1271271" y="105410"/>
                  </a:cubicBezTo>
                  <a:cubicBezTo>
                    <a:pt x="1268731" y="107315"/>
                    <a:pt x="1265556" y="108585"/>
                    <a:pt x="1261746" y="109220"/>
                  </a:cubicBezTo>
                  <a:cubicBezTo>
                    <a:pt x="1257936" y="109855"/>
                    <a:pt x="1254761" y="110490"/>
                    <a:pt x="1250951" y="110490"/>
                  </a:cubicBezTo>
                  <a:cubicBezTo>
                    <a:pt x="1245871" y="110490"/>
                    <a:pt x="1240791" y="109855"/>
                    <a:pt x="1235711" y="107950"/>
                  </a:cubicBezTo>
                  <a:cubicBezTo>
                    <a:pt x="1229996" y="106045"/>
                    <a:pt x="1225551" y="103505"/>
                    <a:pt x="1221106" y="100965"/>
                  </a:cubicBezTo>
                  <a:lnTo>
                    <a:pt x="1228091" y="89535"/>
                  </a:lnTo>
                  <a:cubicBezTo>
                    <a:pt x="1231901" y="92075"/>
                    <a:pt x="1235711" y="93980"/>
                    <a:pt x="1239521" y="95250"/>
                  </a:cubicBezTo>
                  <a:cubicBezTo>
                    <a:pt x="1243331" y="96520"/>
                    <a:pt x="1247141" y="97155"/>
                    <a:pt x="1250951" y="97155"/>
                  </a:cubicBezTo>
                  <a:cubicBezTo>
                    <a:pt x="1256031" y="97155"/>
                    <a:pt x="1259205" y="96520"/>
                    <a:pt x="1261746" y="94615"/>
                  </a:cubicBezTo>
                  <a:cubicBezTo>
                    <a:pt x="1264286" y="93345"/>
                    <a:pt x="1264921" y="90805"/>
                    <a:pt x="1264921" y="88265"/>
                  </a:cubicBezTo>
                  <a:cubicBezTo>
                    <a:pt x="1264921" y="86995"/>
                    <a:pt x="1264921" y="85725"/>
                    <a:pt x="1263650" y="84455"/>
                  </a:cubicBezTo>
                  <a:cubicBezTo>
                    <a:pt x="1263015" y="83185"/>
                    <a:pt x="1261746" y="82550"/>
                    <a:pt x="1259841" y="81280"/>
                  </a:cubicBezTo>
                  <a:cubicBezTo>
                    <a:pt x="1258570" y="80010"/>
                    <a:pt x="1256666" y="79375"/>
                    <a:pt x="1254125" y="78105"/>
                  </a:cubicBezTo>
                  <a:cubicBezTo>
                    <a:pt x="1252221" y="77470"/>
                    <a:pt x="1249681" y="76200"/>
                    <a:pt x="1246506" y="74930"/>
                  </a:cubicBezTo>
                  <a:cubicBezTo>
                    <a:pt x="1242061" y="73025"/>
                    <a:pt x="1238886" y="71755"/>
                    <a:pt x="1235711" y="69850"/>
                  </a:cubicBezTo>
                  <a:cubicBezTo>
                    <a:pt x="1232536" y="67945"/>
                    <a:pt x="1230631" y="66675"/>
                    <a:pt x="1228726" y="64770"/>
                  </a:cubicBezTo>
                  <a:cubicBezTo>
                    <a:pt x="1226821" y="62865"/>
                    <a:pt x="1225551" y="60960"/>
                    <a:pt x="1224916" y="58420"/>
                  </a:cubicBezTo>
                  <a:cubicBezTo>
                    <a:pt x="1224281" y="55880"/>
                    <a:pt x="1223646" y="53340"/>
                    <a:pt x="1223646" y="50165"/>
                  </a:cubicBezTo>
                  <a:cubicBezTo>
                    <a:pt x="1223646" y="46990"/>
                    <a:pt x="1224281" y="43815"/>
                    <a:pt x="1225551" y="40640"/>
                  </a:cubicBezTo>
                  <a:cubicBezTo>
                    <a:pt x="1226821" y="38100"/>
                    <a:pt x="1228726" y="35560"/>
                    <a:pt x="1231266" y="34290"/>
                  </a:cubicBezTo>
                  <a:cubicBezTo>
                    <a:pt x="1233806" y="32385"/>
                    <a:pt x="1236346" y="31115"/>
                    <a:pt x="1239521" y="30480"/>
                  </a:cubicBezTo>
                  <a:cubicBezTo>
                    <a:pt x="1242696" y="29845"/>
                    <a:pt x="1246506" y="29210"/>
                    <a:pt x="1250316" y="29210"/>
                  </a:cubicBezTo>
                  <a:close/>
                  <a:moveTo>
                    <a:pt x="1180466" y="29210"/>
                  </a:moveTo>
                  <a:cubicBezTo>
                    <a:pt x="1186181" y="29210"/>
                    <a:pt x="1190626" y="30480"/>
                    <a:pt x="1195071" y="32385"/>
                  </a:cubicBezTo>
                  <a:cubicBezTo>
                    <a:pt x="1198881" y="34290"/>
                    <a:pt x="1202691" y="37465"/>
                    <a:pt x="1205231" y="40640"/>
                  </a:cubicBezTo>
                  <a:cubicBezTo>
                    <a:pt x="1207771" y="44450"/>
                    <a:pt x="1209676" y="48260"/>
                    <a:pt x="1211581" y="53340"/>
                  </a:cubicBezTo>
                  <a:cubicBezTo>
                    <a:pt x="1212851" y="57785"/>
                    <a:pt x="1213486" y="62865"/>
                    <a:pt x="1213486" y="68580"/>
                  </a:cubicBezTo>
                  <a:lnTo>
                    <a:pt x="1212216" y="68580"/>
                  </a:lnTo>
                  <a:cubicBezTo>
                    <a:pt x="1212216" y="68580"/>
                    <a:pt x="1212216" y="71120"/>
                    <a:pt x="1212216" y="72390"/>
                  </a:cubicBezTo>
                  <a:cubicBezTo>
                    <a:pt x="1212216" y="73660"/>
                    <a:pt x="1212216" y="74295"/>
                    <a:pt x="1212216" y="75565"/>
                  </a:cubicBezTo>
                  <a:lnTo>
                    <a:pt x="1160781" y="75565"/>
                  </a:lnTo>
                  <a:cubicBezTo>
                    <a:pt x="1160781" y="79375"/>
                    <a:pt x="1162051" y="82550"/>
                    <a:pt x="1163321" y="85090"/>
                  </a:cubicBezTo>
                  <a:cubicBezTo>
                    <a:pt x="1164591" y="87630"/>
                    <a:pt x="1165861" y="90170"/>
                    <a:pt x="1167766" y="91440"/>
                  </a:cubicBezTo>
                  <a:cubicBezTo>
                    <a:pt x="1169671" y="93345"/>
                    <a:pt x="1171576" y="94615"/>
                    <a:pt x="1173481" y="95250"/>
                  </a:cubicBezTo>
                  <a:cubicBezTo>
                    <a:pt x="1175386" y="95885"/>
                    <a:pt x="1177926" y="96520"/>
                    <a:pt x="1180466" y="96520"/>
                  </a:cubicBezTo>
                  <a:cubicBezTo>
                    <a:pt x="1182371" y="96520"/>
                    <a:pt x="1183641" y="96520"/>
                    <a:pt x="1185546" y="96520"/>
                  </a:cubicBezTo>
                  <a:cubicBezTo>
                    <a:pt x="1186816" y="96520"/>
                    <a:pt x="1188721" y="95885"/>
                    <a:pt x="1189991" y="95250"/>
                  </a:cubicBezTo>
                  <a:cubicBezTo>
                    <a:pt x="1191261" y="95250"/>
                    <a:pt x="1192531" y="93980"/>
                    <a:pt x="1193801" y="93345"/>
                  </a:cubicBezTo>
                  <a:cubicBezTo>
                    <a:pt x="1195071" y="93345"/>
                    <a:pt x="1196341" y="92075"/>
                    <a:pt x="1198246" y="90805"/>
                  </a:cubicBezTo>
                  <a:lnTo>
                    <a:pt x="1207136" y="100330"/>
                  </a:lnTo>
                  <a:cubicBezTo>
                    <a:pt x="1207136" y="100330"/>
                    <a:pt x="1203326" y="103505"/>
                    <a:pt x="1201421" y="104775"/>
                  </a:cubicBezTo>
                  <a:cubicBezTo>
                    <a:pt x="1199516" y="106045"/>
                    <a:pt x="1197611" y="106680"/>
                    <a:pt x="1195706" y="107950"/>
                  </a:cubicBezTo>
                  <a:cubicBezTo>
                    <a:pt x="1193801" y="108585"/>
                    <a:pt x="1191261" y="109855"/>
                    <a:pt x="1188721" y="109855"/>
                  </a:cubicBezTo>
                  <a:cubicBezTo>
                    <a:pt x="1186181" y="109855"/>
                    <a:pt x="1183006" y="110490"/>
                    <a:pt x="1179831" y="110490"/>
                  </a:cubicBezTo>
                  <a:cubicBezTo>
                    <a:pt x="1176656" y="110490"/>
                    <a:pt x="1173481" y="110490"/>
                    <a:pt x="1170306" y="109220"/>
                  </a:cubicBezTo>
                  <a:cubicBezTo>
                    <a:pt x="1167131" y="108585"/>
                    <a:pt x="1164591" y="107315"/>
                    <a:pt x="1162686" y="105410"/>
                  </a:cubicBezTo>
                  <a:cubicBezTo>
                    <a:pt x="1160781" y="103505"/>
                    <a:pt x="1158241" y="102235"/>
                    <a:pt x="1156336" y="100330"/>
                  </a:cubicBezTo>
                  <a:cubicBezTo>
                    <a:pt x="1154431" y="98425"/>
                    <a:pt x="1152526" y="95885"/>
                    <a:pt x="1151256" y="92710"/>
                  </a:cubicBezTo>
                  <a:cubicBezTo>
                    <a:pt x="1149351" y="89535"/>
                    <a:pt x="1148081" y="86360"/>
                    <a:pt x="1147446" y="82550"/>
                  </a:cubicBezTo>
                  <a:cubicBezTo>
                    <a:pt x="1146811" y="78740"/>
                    <a:pt x="1146176" y="74295"/>
                    <a:pt x="1146176" y="69850"/>
                  </a:cubicBezTo>
                  <a:cubicBezTo>
                    <a:pt x="1146176" y="63500"/>
                    <a:pt x="1146811" y="57150"/>
                    <a:pt x="1148716" y="52070"/>
                  </a:cubicBezTo>
                  <a:cubicBezTo>
                    <a:pt x="1150621" y="46990"/>
                    <a:pt x="1152526" y="42545"/>
                    <a:pt x="1155701" y="39370"/>
                  </a:cubicBezTo>
                  <a:cubicBezTo>
                    <a:pt x="1158876" y="36195"/>
                    <a:pt x="1162051" y="33020"/>
                    <a:pt x="1166496" y="31750"/>
                  </a:cubicBezTo>
                  <a:cubicBezTo>
                    <a:pt x="1170941" y="29845"/>
                    <a:pt x="1175386" y="29210"/>
                    <a:pt x="1180466" y="29210"/>
                  </a:cubicBezTo>
                  <a:close/>
                  <a:moveTo>
                    <a:pt x="901065" y="29210"/>
                  </a:moveTo>
                  <a:cubicBezTo>
                    <a:pt x="906780" y="29210"/>
                    <a:pt x="911225" y="30480"/>
                    <a:pt x="915670" y="32385"/>
                  </a:cubicBezTo>
                  <a:cubicBezTo>
                    <a:pt x="919480" y="34290"/>
                    <a:pt x="923290" y="37465"/>
                    <a:pt x="925830" y="40640"/>
                  </a:cubicBezTo>
                  <a:cubicBezTo>
                    <a:pt x="928370" y="44450"/>
                    <a:pt x="930275" y="48260"/>
                    <a:pt x="932180" y="53340"/>
                  </a:cubicBezTo>
                  <a:cubicBezTo>
                    <a:pt x="933450" y="57785"/>
                    <a:pt x="934085" y="62865"/>
                    <a:pt x="934085" y="68580"/>
                  </a:cubicBezTo>
                  <a:lnTo>
                    <a:pt x="932815" y="68580"/>
                  </a:lnTo>
                  <a:cubicBezTo>
                    <a:pt x="932815" y="68580"/>
                    <a:pt x="932815" y="71120"/>
                    <a:pt x="932815" y="72390"/>
                  </a:cubicBezTo>
                  <a:cubicBezTo>
                    <a:pt x="932815" y="73660"/>
                    <a:pt x="932815" y="74295"/>
                    <a:pt x="932815" y="75565"/>
                  </a:cubicBezTo>
                  <a:lnTo>
                    <a:pt x="881380" y="75565"/>
                  </a:lnTo>
                  <a:cubicBezTo>
                    <a:pt x="881380" y="79375"/>
                    <a:pt x="882650" y="82550"/>
                    <a:pt x="883920" y="85090"/>
                  </a:cubicBezTo>
                  <a:cubicBezTo>
                    <a:pt x="885190" y="87630"/>
                    <a:pt x="886460" y="90170"/>
                    <a:pt x="888365" y="91440"/>
                  </a:cubicBezTo>
                  <a:cubicBezTo>
                    <a:pt x="890270" y="93345"/>
                    <a:pt x="892175" y="94615"/>
                    <a:pt x="894080" y="95250"/>
                  </a:cubicBezTo>
                  <a:cubicBezTo>
                    <a:pt x="895985" y="95885"/>
                    <a:pt x="898525" y="96520"/>
                    <a:pt x="901065" y="96520"/>
                  </a:cubicBezTo>
                  <a:cubicBezTo>
                    <a:pt x="902970" y="96520"/>
                    <a:pt x="904240" y="96520"/>
                    <a:pt x="906145" y="96520"/>
                  </a:cubicBezTo>
                  <a:cubicBezTo>
                    <a:pt x="907415" y="96520"/>
                    <a:pt x="909320" y="95885"/>
                    <a:pt x="910590" y="95250"/>
                  </a:cubicBezTo>
                  <a:cubicBezTo>
                    <a:pt x="911860" y="95250"/>
                    <a:pt x="913130" y="93980"/>
                    <a:pt x="914400" y="93345"/>
                  </a:cubicBezTo>
                  <a:cubicBezTo>
                    <a:pt x="915670" y="93345"/>
                    <a:pt x="916940" y="92075"/>
                    <a:pt x="918845" y="90805"/>
                  </a:cubicBezTo>
                  <a:lnTo>
                    <a:pt x="927735" y="100330"/>
                  </a:lnTo>
                  <a:cubicBezTo>
                    <a:pt x="927735" y="100330"/>
                    <a:pt x="923925" y="103505"/>
                    <a:pt x="922020" y="104775"/>
                  </a:cubicBezTo>
                  <a:cubicBezTo>
                    <a:pt x="920115" y="106045"/>
                    <a:pt x="918210" y="106680"/>
                    <a:pt x="916305" y="107950"/>
                  </a:cubicBezTo>
                  <a:cubicBezTo>
                    <a:pt x="914400" y="108585"/>
                    <a:pt x="911860" y="109855"/>
                    <a:pt x="909320" y="109855"/>
                  </a:cubicBezTo>
                  <a:cubicBezTo>
                    <a:pt x="906780" y="109855"/>
                    <a:pt x="903605" y="110490"/>
                    <a:pt x="900430" y="110490"/>
                  </a:cubicBezTo>
                  <a:cubicBezTo>
                    <a:pt x="897255" y="110490"/>
                    <a:pt x="894080" y="110490"/>
                    <a:pt x="890905" y="109220"/>
                  </a:cubicBezTo>
                  <a:cubicBezTo>
                    <a:pt x="887730" y="108585"/>
                    <a:pt x="885190" y="107315"/>
                    <a:pt x="883285" y="105410"/>
                  </a:cubicBezTo>
                  <a:cubicBezTo>
                    <a:pt x="881380" y="103505"/>
                    <a:pt x="878840" y="102235"/>
                    <a:pt x="876935" y="100330"/>
                  </a:cubicBezTo>
                  <a:cubicBezTo>
                    <a:pt x="875030" y="98425"/>
                    <a:pt x="873125" y="95885"/>
                    <a:pt x="871855" y="92710"/>
                  </a:cubicBezTo>
                  <a:cubicBezTo>
                    <a:pt x="869950" y="89535"/>
                    <a:pt x="868680" y="86360"/>
                    <a:pt x="868045" y="82550"/>
                  </a:cubicBezTo>
                  <a:cubicBezTo>
                    <a:pt x="867410" y="78740"/>
                    <a:pt x="866775" y="74295"/>
                    <a:pt x="866775" y="69850"/>
                  </a:cubicBezTo>
                  <a:cubicBezTo>
                    <a:pt x="866775" y="63500"/>
                    <a:pt x="867410" y="57150"/>
                    <a:pt x="869315" y="52070"/>
                  </a:cubicBezTo>
                  <a:cubicBezTo>
                    <a:pt x="871220" y="46990"/>
                    <a:pt x="873125" y="42545"/>
                    <a:pt x="876300" y="39370"/>
                  </a:cubicBezTo>
                  <a:cubicBezTo>
                    <a:pt x="879475" y="36195"/>
                    <a:pt x="882650" y="33020"/>
                    <a:pt x="887095" y="31750"/>
                  </a:cubicBezTo>
                  <a:cubicBezTo>
                    <a:pt x="891540" y="29845"/>
                    <a:pt x="895985" y="29210"/>
                    <a:pt x="901065" y="29210"/>
                  </a:cubicBezTo>
                  <a:close/>
                  <a:moveTo>
                    <a:pt x="668656" y="29210"/>
                  </a:moveTo>
                  <a:cubicBezTo>
                    <a:pt x="671830" y="29210"/>
                    <a:pt x="674370" y="29210"/>
                    <a:pt x="676275" y="29845"/>
                  </a:cubicBezTo>
                  <a:cubicBezTo>
                    <a:pt x="678181" y="29845"/>
                    <a:pt x="680086" y="31115"/>
                    <a:pt x="681991" y="32385"/>
                  </a:cubicBezTo>
                  <a:lnTo>
                    <a:pt x="678181" y="46990"/>
                  </a:lnTo>
                  <a:lnTo>
                    <a:pt x="676910" y="46990"/>
                  </a:lnTo>
                  <a:cubicBezTo>
                    <a:pt x="676910" y="46990"/>
                    <a:pt x="673736" y="45085"/>
                    <a:pt x="671830" y="45085"/>
                  </a:cubicBezTo>
                  <a:cubicBezTo>
                    <a:pt x="669925" y="45085"/>
                    <a:pt x="668020" y="44450"/>
                    <a:pt x="665480" y="44450"/>
                  </a:cubicBezTo>
                  <a:cubicBezTo>
                    <a:pt x="660400" y="44450"/>
                    <a:pt x="656590" y="46355"/>
                    <a:pt x="654050" y="49530"/>
                  </a:cubicBezTo>
                  <a:cubicBezTo>
                    <a:pt x="651510" y="52705"/>
                    <a:pt x="650240" y="57785"/>
                    <a:pt x="650240" y="64770"/>
                  </a:cubicBezTo>
                  <a:lnTo>
                    <a:pt x="650240" y="109220"/>
                  </a:lnTo>
                  <a:lnTo>
                    <a:pt x="635000" y="109220"/>
                  </a:lnTo>
                  <a:lnTo>
                    <a:pt x="635000" y="31115"/>
                  </a:lnTo>
                  <a:lnTo>
                    <a:pt x="650240" y="31115"/>
                  </a:lnTo>
                  <a:lnTo>
                    <a:pt x="650240" y="38735"/>
                  </a:lnTo>
                  <a:cubicBezTo>
                    <a:pt x="650240" y="38735"/>
                    <a:pt x="652145" y="36195"/>
                    <a:pt x="653416" y="34925"/>
                  </a:cubicBezTo>
                  <a:cubicBezTo>
                    <a:pt x="654685" y="33655"/>
                    <a:pt x="655955" y="33020"/>
                    <a:pt x="657861" y="31750"/>
                  </a:cubicBezTo>
                  <a:cubicBezTo>
                    <a:pt x="659130" y="31115"/>
                    <a:pt x="661035" y="30480"/>
                    <a:pt x="662940" y="29845"/>
                  </a:cubicBezTo>
                  <a:cubicBezTo>
                    <a:pt x="664845" y="29845"/>
                    <a:pt x="666751" y="29210"/>
                    <a:pt x="668656" y="29210"/>
                  </a:cubicBezTo>
                  <a:close/>
                  <a:moveTo>
                    <a:pt x="586739" y="29210"/>
                  </a:moveTo>
                  <a:cubicBezTo>
                    <a:pt x="592454" y="29210"/>
                    <a:pt x="596899" y="30480"/>
                    <a:pt x="601344" y="32385"/>
                  </a:cubicBezTo>
                  <a:cubicBezTo>
                    <a:pt x="605154" y="34290"/>
                    <a:pt x="608964" y="37465"/>
                    <a:pt x="611504" y="40640"/>
                  </a:cubicBezTo>
                  <a:cubicBezTo>
                    <a:pt x="614044" y="44450"/>
                    <a:pt x="615949" y="48260"/>
                    <a:pt x="617854" y="53340"/>
                  </a:cubicBezTo>
                  <a:cubicBezTo>
                    <a:pt x="619124" y="57785"/>
                    <a:pt x="619759" y="62865"/>
                    <a:pt x="619759" y="68580"/>
                  </a:cubicBezTo>
                  <a:lnTo>
                    <a:pt x="618489" y="68580"/>
                  </a:lnTo>
                  <a:cubicBezTo>
                    <a:pt x="618489" y="68580"/>
                    <a:pt x="618489" y="71120"/>
                    <a:pt x="618489" y="72390"/>
                  </a:cubicBezTo>
                  <a:cubicBezTo>
                    <a:pt x="618489" y="73660"/>
                    <a:pt x="618489" y="74295"/>
                    <a:pt x="618489" y="75565"/>
                  </a:cubicBezTo>
                  <a:lnTo>
                    <a:pt x="567054" y="75565"/>
                  </a:lnTo>
                  <a:cubicBezTo>
                    <a:pt x="567054" y="79375"/>
                    <a:pt x="568324" y="82550"/>
                    <a:pt x="569594" y="85090"/>
                  </a:cubicBezTo>
                  <a:cubicBezTo>
                    <a:pt x="570864" y="87630"/>
                    <a:pt x="572134" y="90170"/>
                    <a:pt x="574039" y="91440"/>
                  </a:cubicBezTo>
                  <a:cubicBezTo>
                    <a:pt x="575944" y="93345"/>
                    <a:pt x="577849" y="94615"/>
                    <a:pt x="579754" y="95250"/>
                  </a:cubicBezTo>
                  <a:cubicBezTo>
                    <a:pt x="581659" y="95885"/>
                    <a:pt x="584199" y="96520"/>
                    <a:pt x="586739" y="96520"/>
                  </a:cubicBezTo>
                  <a:cubicBezTo>
                    <a:pt x="588644" y="96520"/>
                    <a:pt x="589914" y="96520"/>
                    <a:pt x="591819" y="96520"/>
                  </a:cubicBezTo>
                  <a:cubicBezTo>
                    <a:pt x="593089" y="96520"/>
                    <a:pt x="594994" y="95885"/>
                    <a:pt x="596264" y="95250"/>
                  </a:cubicBezTo>
                  <a:cubicBezTo>
                    <a:pt x="597534" y="95250"/>
                    <a:pt x="598804" y="93980"/>
                    <a:pt x="600074" y="93345"/>
                  </a:cubicBezTo>
                  <a:cubicBezTo>
                    <a:pt x="601344" y="93345"/>
                    <a:pt x="602614" y="92075"/>
                    <a:pt x="604519" y="90805"/>
                  </a:cubicBezTo>
                  <a:lnTo>
                    <a:pt x="613409" y="100330"/>
                  </a:lnTo>
                  <a:cubicBezTo>
                    <a:pt x="613409" y="100330"/>
                    <a:pt x="609599" y="103505"/>
                    <a:pt x="607694" y="104775"/>
                  </a:cubicBezTo>
                  <a:cubicBezTo>
                    <a:pt x="605789" y="106045"/>
                    <a:pt x="603884" y="106680"/>
                    <a:pt x="601979" y="107950"/>
                  </a:cubicBezTo>
                  <a:cubicBezTo>
                    <a:pt x="600074" y="108585"/>
                    <a:pt x="597534" y="109855"/>
                    <a:pt x="594994" y="109855"/>
                  </a:cubicBezTo>
                  <a:cubicBezTo>
                    <a:pt x="592454" y="109855"/>
                    <a:pt x="589279" y="110490"/>
                    <a:pt x="586104" y="110490"/>
                  </a:cubicBezTo>
                  <a:cubicBezTo>
                    <a:pt x="582929" y="110490"/>
                    <a:pt x="579754" y="110490"/>
                    <a:pt x="576579" y="109220"/>
                  </a:cubicBezTo>
                  <a:cubicBezTo>
                    <a:pt x="573404" y="108585"/>
                    <a:pt x="570864" y="107315"/>
                    <a:pt x="568959" y="105410"/>
                  </a:cubicBezTo>
                  <a:cubicBezTo>
                    <a:pt x="566419" y="104140"/>
                    <a:pt x="564514" y="102235"/>
                    <a:pt x="562609" y="100330"/>
                  </a:cubicBezTo>
                  <a:cubicBezTo>
                    <a:pt x="560704" y="98425"/>
                    <a:pt x="558799" y="95885"/>
                    <a:pt x="557529" y="92710"/>
                  </a:cubicBezTo>
                  <a:cubicBezTo>
                    <a:pt x="555624" y="89535"/>
                    <a:pt x="554354" y="86360"/>
                    <a:pt x="553719" y="82550"/>
                  </a:cubicBezTo>
                  <a:cubicBezTo>
                    <a:pt x="553084" y="78740"/>
                    <a:pt x="552449" y="74295"/>
                    <a:pt x="552449" y="69850"/>
                  </a:cubicBezTo>
                  <a:cubicBezTo>
                    <a:pt x="552449" y="63500"/>
                    <a:pt x="553084" y="57150"/>
                    <a:pt x="554989" y="52070"/>
                  </a:cubicBezTo>
                  <a:cubicBezTo>
                    <a:pt x="556894" y="46990"/>
                    <a:pt x="558799" y="42545"/>
                    <a:pt x="561974" y="39370"/>
                  </a:cubicBezTo>
                  <a:cubicBezTo>
                    <a:pt x="565149" y="36195"/>
                    <a:pt x="568324" y="33020"/>
                    <a:pt x="572769" y="31750"/>
                  </a:cubicBezTo>
                  <a:cubicBezTo>
                    <a:pt x="577214" y="29845"/>
                    <a:pt x="581659" y="29210"/>
                    <a:pt x="586739" y="29210"/>
                  </a:cubicBezTo>
                  <a:close/>
                  <a:moveTo>
                    <a:pt x="400050" y="29210"/>
                  </a:moveTo>
                  <a:cubicBezTo>
                    <a:pt x="405765" y="29210"/>
                    <a:pt x="410210" y="30480"/>
                    <a:pt x="414655" y="32385"/>
                  </a:cubicBezTo>
                  <a:cubicBezTo>
                    <a:pt x="418465" y="34290"/>
                    <a:pt x="422275" y="37465"/>
                    <a:pt x="424815" y="40640"/>
                  </a:cubicBezTo>
                  <a:cubicBezTo>
                    <a:pt x="427355" y="44450"/>
                    <a:pt x="429260" y="48260"/>
                    <a:pt x="431165" y="53340"/>
                  </a:cubicBezTo>
                  <a:cubicBezTo>
                    <a:pt x="432435" y="57785"/>
                    <a:pt x="433070" y="62865"/>
                    <a:pt x="433070" y="68580"/>
                  </a:cubicBezTo>
                  <a:lnTo>
                    <a:pt x="431800" y="68580"/>
                  </a:lnTo>
                  <a:cubicBezTo>
                    <a:pt x="431800" y="68580"/>
                    <a:pt x="431800" y="71120"/>
                    <a:pt x="431800" y="72390"/>
                  </a:cubicBezTo>
                  <a:cubicBezTo>
                    <a:pt x="431800" y="73660"/>
                    <a:pt x="431800" y="74295"/>
                    <a:pt x="431800" y="75565"/>
                  </a:cubicBezTo>
                  <a:lnTo>
                    <a:pt x="380365" y="75565"/>
                  </a:lnTo>
                  <a:cubicBezTo>
                    <a:pt x="380365" y="79375"/>
                    <a:pt x="381635" y="82550"/>
                    <a:pt x="382905" y="85090"/>
                  </a:cubicBezTo>
                  <a:cubicBezTo>
                    <a:pt x="384175" y="87630"/>
                    <a:pt x="385445" y="90170"/>
                    <a:pt x="387350" y="91440"/>
                  </a:cubicBezTo>
                  <a:cubicBezTo>
                    <a:pt x="389255" y="93345"/>
                    <a:pt x="391160" y="94615"/>
                    <a:pt x="393065" y="95250"/>
                  </a:cubicBezTo>
                  <a:cubicBezTo>
                    <a:pt x="394970" y="95885"/>
                    <a:pt x="397510" y="96520"/>
                    <a:pt x="400050" y="96520"/>
                  </a:cubicBezTo>
                  <a:cubicBezTo>
                    <a:pt x="401955" y="96520"/>
                    <a:pt x="403225" y="96520"/>
                    <a:pt x="405130" y="96520"/>
                  </a:cubicBezTo>
                  <a:cubicBezTo>
                    <a:pt x="406400" y="96520"/>
                    <a:pt x="408305" y="95885"/>
                    <a:pt x="409575" y="95250"/>
                  </a:cubicBezTo>
                  <a:cubicBezTo>
                    <a:pt x="410845" y="95250"/>
                    <a:pt x="412115" y="93980"/>
                    <a:pt x="413385" y="93345"/>
                  </a:cubicBezTo>
                  <a:cubicBezTo>
                    <a:pt x="414655" y="93345"/>
                    <a:pt x="415925" y="92075"/>
                    <a:pt x="417830" y="90805"/>
                  </a:cubicBezTo>
                  <a:lnTo>
                    <a:pt x="426720" y="100330"/>
                  </a:lnTo>
                  <a:cubicBezTo>
                    <a:pt x="426720" y="100330"/>
                    <a:pt x="422910" y="103505"/>
                    <a:pt x="421005" y="104775"/>
                  </a:cubicBezTo>
                  <a:cubicBezTo>
                    <a:pt x="419100" y="106045"/>
                    <a:pt x="417195" y="106680"/>
                    <a:pt x="415290" y="107950"/>
                  </a:cubicBezTo>
                  <a:cubicBezTo>
                    <a:pt x="413385" y="108585"/>
                    <a:pt x="410845" y="109855"/>
                    <a:pt x="408305" y="109855"/>
                  </a:cubicBezTo>
                  <a:cubicBezTo>
                    <a:pt x="405765" y="109855"/>
                    <a:pt x="402590" y="110490"/>
                    <a:pt x="399415" y="110490"/>
                  </a:cubicBezTo>
                  <a:cubicBezTo>
                    <a:pt x="396240" y="110490"/>
                    <a:pt x="393065" y="110490"/>
                    <a:pt x="389890" y="109220"/>
                  </a:cubicBezTo>
                  <a:cubicBezTo>
                    <a:pt x="386715" y="108585"/>
                    <a:pt x="384175" y="107315"/>
                    <a:pt x="382270" y="105410"/>
                  </a:cubicBezTo>
                  <a:cubicBezTo>
                    <a:pt x="380365" y="103505"/>
                    <a:pt x="377825" y="102235"/>
                    <a:pt x="375920" y="100330"/>
                  </a:cubicBezTo>
                  <a:cubicBezTo>
                    <a:pt x="374015" y="98425"/>
                    <a:pt x="372110" y="95885"/>
                    <a:pt x="370840" y="92710"/>
                  </a:cubicBezTo>
                  <a:cubicBezTo>
                    <a:pt x="368935" y="89535"/>
                    <a:pt x="367665" y="86360"/>
                    <a:pt x="367030" y="82550"/>
                  </a:cubicBezTo>
                  <a:cubicBezTo>
                    <a:pt x="366395" y="78740"/>
                    <a:pt x="365760" y="74295"/>
                    <a:pt x="365760" y="69850"/>
                  </a:cubicBezTo>
                  <a:cubicBezTo>
                    <a:pt x="365760" y="63500"/>
                    <a:pt x="366395" y="57150"/>
                    <a:pt x="368300" y="52070"/>
                  </a:cubicBezTo>
                  <a:cubicBezTo>
                    <a:pt x="370205" y="46990"/>
                    <a:pt x="372110" y="42545"/>
                    <a:pt x="375285" y="39370"/>
                  </a:cubicBezTo>
                  <a:cubicBezTo>
                    <a:pt x="378460" y="36195"/>
                    <a:pt x="381635" y="33020"/>
                    <a:pt x="386080" y="31750"/>
                  </a:cubicBezTo>
                  <a:cubicBezTo>
                    <a:pt x="390525" y="29845"/>
                    <a:pt x="394970" y="29210"/>
                    <a:pt x="400050" y="29210"/>
                  </a:cubicBezTo>
                  <a:close/>
                  <a:moveTo>
                    <a:pt x="201930" y="29210"/>
                  </a:moveTo>
                  <a:cubicBezTo>
                    <a:pt x="207645" y="29210"/>
                    <a:pt x="212090" y="30480"/>
                    <a:pt x="216535" y="32385"/>
                  </a:cubicBezTo>
                  <a:cubicBezTo>
                    <a:pt x="220345" y="34290"/>
                    <a:pt x="224155" y="37465"/>
                    <a:pt x="226695" y="40640"/>
                  </a:cubicBezTo>
                  <a:cubicBezTo>
                    <a:pt x="229235" y="44450"/>
                    <a:pt x="231140" y="48260"/>
                    <a:pt x="233045" y="53340"/>
                  </a:cubicBezTo>
                  <a:cubicBezTo>
                    <a:pt x="234315" y="57785"/>
                    <a:pt x="234950" y="62865"/>
                    <a:pt x="234950" y="68580"/>
                  </a:cubicBezTo>
                  <a:lnTo>
                    <a:pt x="233680" y="68580"/>
                  </a:lnTo>
                  <a:cubicBezTo>
                    <a:pt x="233680" y="68580"/>
                    <a:pt x="233680" y="71120"/>
                    <a:pt x="233680" y="72390"/>
                  </a:cubicBezTo>
                  <a:cubicBezTo>
                    <a:pt x="233680" y="73660"/>
                    <a:pt x="233680" y="74295"/>
                    <a:pt x="233680" y="75565"/>
                  </a:cubicBezTo>
                  <a:lnTo>
                    <a:pt x="182245" y="75565"/>
                  </a:lnTo>
                  <a:cubicBezTo>
                    <a:pt x="182245" y="79375"/>
                    <a:pt x="183515" y="82550"/>
                    <a:pt x="184785" y="85090"/>
                  </a:cubicBezTo>
                  <a:cubicBezTo>
                    <a:pt x="186055" y="87630"/>
                    <a:pt x="187325" y="90170"/>
                    <a:pt x="189230" y="91440"/>
                  </a:cubicBezTo>
                  <a:cubicBezTo>
                    <a:pt x="191135" y="93345"/>
                    <a:pt x="193040" y="94615"/>
                    <a:pt x="194945" y="95250"/>
                  </a:cubicBezTo>
                  <a:cubicBezTo>
                    <a:pt x="196850" y="95885"/>
                    <a:pt x="199390" y="96520"/>
                    <a:pt x="201930" y="96520"/>
                  </a:cubicBezTo>
                  <a:cubicBezTo>
                    <a:pt x="203835" y="96520"/>
                    <a:pt x="205105" y="96520"/>
                    <a:pt x="207010" y="96520"/>
                  </a:cubicBezTo>
                  <a:cubicBezTo>
                    <a:pt x="208280" y="96520"/>
                    <a:pt x="210185" y="95885"/>
                    <a:pt x="211455" y="95250"/>
                  </a:cubicBezTo>
                  <a:cubicBezTo>
                    <a:pt x="212725" y="95250"/>
                    <a:pt x="213995" y="93980"/>
                    <a:pt x="215265" y="93345"/>
                  </a:cubicBezTo>
                  <a:cubicBezTo>
                    <a:pt x="216535" y="93345"/>
                    <a:pt x="217805" y="92075"/>
                    <a:pt x="219710" y="90805"/>
                  </a:cubicBezTo>
                  <a:lnTo>
                    <a:pt x="228600" y="100330"/>
                  </a:lnTo>
                  <a:cubicBezTo>
                    <a:pt x="228600" y="100330"/>
                    <a:pt x="224790" y="103505"/>
                    <a:pt x="222885" y="104775"/>
                  </a:cubicBezTo>
                  <a:cubicBezTo>
                    <a:pt x="220980" y="106045"/>
                    <a:pt x="219075" y="106680"/>
                    <a:pt x="217170" y="107950"/>
                  </a:cubicBezTo>
                  <a:cubicBezTo>
                    <a:pt x="215265" y="108585"/>
                    <a:pt x="212725" y="109855"/>
                    <a:pt x="210185" y="109855"/>
                  </a:cubicBezTo>
                  <a:cubicBezTo>
                    <a:pt x="207645" y="109855"/>
                    <a:pt x="204470" y="110490"/>
                    <a:pt x="201295" y="110490"/>
                  </a:cubicBezTo>
                  <a:cubicBezTo>
                    <a:pt x="198120" y="110490"/>
                    <a:pt x="194945" y="110490"/>
                    <a:pt x="191770" y="109220"/>
                  </a:cubicBezTo>
                  <a:cubicBezTo>
                    <a:pt x="188595" y="108585"/>
                    <a:pt x="186055" y="107315"/>
                    <a:pt x="184150" y="105410"/>
                  </a:cubicBezTo>
                  <a:cubicBezTo>
                    <a:pt x="181610" y="104140"/>
                    <a:pt x="179705" y="102235"/>
                    <a:pt x="177800" y="100330"/>
                  </a:cubicBezTo>
                  <a:cubicBezTo>
                    <a:pt x="175895" y="98425"/>
                    <a:pt x="173990" y="95885"/>
                    <a:pt x="172720" y="92710"/>
                  </a:cubicBezTo>
                  <a:cubicBezTo>
                    <a:pt x="170815" y="89535"/>
                    <a:pt x="169545" y="86360"/>
                    <a:pt x="168910" y="82550"/>
                  </a:cubicBezTo>
                  <a:cubicBezTo>
                    <a:pt x="168275" y="78740"/>
                    <a:pt x="167640" y="74295"/>
                    <a:pt x="167640" y="69850"/>
                  </a:cubicBezTo>
                  <a:cubicBezTo>
                    <a:pt x="167640" y="63500"/>
                    <a:pt x="168275" y="57150"/>
                    <a:pt x="170180" y="52070"/>
                  </a:cubicBezTo>
                  <a:cubicBezTo>
                    <a:pt x="172085" y="46990"/>
                    <a:pt x="173990" y="42545"/>
                    <a:pt x="177165" y="39370"/>
                  </a:cubicBezTo>
                  <a:cubicBezTo>
                    <a:pt x="180340" y="36195"/>
                    <a:pt x="183515" y="33020"/>
                    <a:pt x="187960" y="31750"/>
                  </a:cubicBezTo>
                  <a:cubicBezTo>
                    <a:pt x="192405" y="29845"/>
                    <a:pt x="196850" y="29210"/>
                    <a:pt x="201930" y="29210"/>
                  </a:cubicBezTo>
                  <a:close/>
                  <a:moveTo>
                    <a:pt x="4664706" y="28574"/>
                  </a:moveTo>
                  <a:cubicBezTo>
                    <a:pt x="4669786" y="28574"/>
                    <a:pt x="4674231" y="29209"/>
                    <a:pt x="4678676" y="31749"/>
                  </a:cubicBezTo>
                  <a:cubicBezTo>
                    <a:pt x="4683121" y="33654"/>
                    <a:pt x="4686296" y="36194"/>
                    <a:pt x="4689471" y="40004"/>
                  </a:cubicBezTo>
                  <a:cubicBezTo>
                    <a:pt x="4692646" y="43814"/>
                    <a:pt x="4695186" y="47624"/>
                    <a:pt x="4696456" y="52704"/>
                  </a:cubicBezTo>
                  <a:cubicBezTo>
                    <a:pt x="4698361" y="57784"/>
                    <a:pt x="4698996" y="63499"/>
                    <a:pt x="4698996" y="69214"/>
                  </a:cubicBezTo>
                  <a:lnTo>
                    <a:pt x="4699631" y="69214"/>
                  </a:lnTo>
                  <a:cubicBezTo>
                    <a:pt x="4699631" y="75564"/>
                    <a:pt x="4698996" y="81279"/>
                    <a:pt x="4697091" y="86359"/>
                  </a:cubicBezTo>
                  <a:cubicBezTo>
                    <a:pt x="4695186" y="91439"/>
                    <a:pt x="4692646" y="95884"/>
                    <a:pt x="4689471" y="99059"/>
                  </a:cubicBezTo>
                  <a:cubicBezTo>
                    <a:pt x="4686296" y="102869"/>
                    <a:pt x="4682486" y="105409"/>
                    <a:pt x="4678041" y="107314"/>
                  </a:cubicBezTo>
                  <a:cubicBezTo>
                    <a:pt x="4673596" y="109219"/>
                    <a:pt x="4669151" y="109854"/>
                    <a:pt x="4664071" y="109854"/>
                  </a:cubicBezTo>
                  <a:cubicBezTo>
                    <a:pt x="4658991" y="109854"/>
                    <a:pt x="4654546" y="108584"/>
                    <a:pt x="4650101" y="106679"/>
                  </a:cubicBezTo>
                  <a:cubicBezTo>
                    <a:pt x="4645656" y="104774"/>
                    <a:pt x="4642481" y="102234"/>
                    <a:pt x="4639306" y="98424"/>
                  </a:cubicBezTo>
                  <a:cubicBezTo>
                    <a:pt x="4636131" y="94614"/>
                    <a:pt x="4633591" y="90804"/>
                    <a:pt x="4632321" y="85724"/>
                  </a:cubicBezTo>
                  <a:cubicBezTo>
                    <a:pt x="4630416" y="80644"/>
                    <a:pt x="4629781" y="74929"/>
                    <a:pt x="4629781" y="69214"/>
                  </a:cubicBezTo>
                  <a:cubicBezTo>
                    <a:pt x="4629781" y="63499"/>
                    <a:pt x="4630416" y="57149"/>
                    <a:pt x="4632321" y="52069"/>
                  </a:cubicBezTo>
                  <a:cubicBezTo>
                    <a:pt x="4634226" y="46989"/>
                    <a:pt x="4636766" y="42544"/>
                    <a:pt x="4639941" y="39369"/>
                  </a:cubicBezTo>
                  <a:cubicBezTo>
                    <a:pt x="4643116" y="35559"/>
                    <a:pt x="4646926" y="33019"/>
                    <a:pt x="4650736" y="31114"/>
                  </a:cubicBezTo>
                  <a:cubicBezTo>
                    <a:pt x="4655181" y="29209"/>
                    <a:pt x="4659626" y="28574"/>
                    <a:pt x="4664706" y="28574"/>
                  </a:cubicBezTo>
                  <a:close/>
                  <a:moveTo>
                    <a:pt x="4264655" y="28574"/>
                  </a:moveTo>
                  <a:cubicBezTo>
                    <a:pt x="4269735" y="28574"/>
                    <a:pt x="4274180" y="29209"/>
                    <a:pt x="4278625" y="31749"/>
                  </a:cubicBezTo>
                  <a:cubicBezTo>
                    <a:pt x="4283070" y="33654"/>
                    <a:pt x="4286245" y="36194"/>
                    <a:pt x="4289420" y="40004"/>
                  </a:cubicBezTo>
                  <a:cubicBezTo>
                    <a:pt x="4292595" y="43814"/>
                    <a:pt x="4295135" y="47624"/>
                    <a:pt x="4296405" y="52704"/>
                  </a:cubicBezTo>
                  <a:cubicBezTo>
                    <a:pt x="4298310" y="57784"/>
                    <a:pt x="4298945" y="63499"/>
                    <a:pt x="4298945" y="69214"/>
                  </a:cubicBezTo>
                  <a:lnTo>
                    <a:pt x="4299580" y="69214"/>
                  </a:lnTo>
                  <a:cubicBezTo>
                    <a:pt x="4299580" y="75564"/>
                    <a:pt x="4298945" y="81279"/>
                    <a:pt x="4297040" y="86359"/>
                  </a:cubicBezTo>
                  <a:cubicBezTo>
                    <a:pt x="4295135" y="91439"/>
                    <a:pt x="4292595" y="95884"/>
                    <a:pt x="4289420" y="99059"/>
                  </a:cubicBezTo>
                  <a:cubicBezTo>
                    <a:pt x="4286245" y="102869"/>
                    <a:pt x="4282435" y="105409"/>
                    <a:pt x="4277990" y="107314"/>
                  </a:cubicBezTo>
                  <a:cubicBezTo>
                    <a:pt x="4273545" y="109219"/>
                    <a:pt x="4269100" y="109854"/>
                    <a:pt x="4264020" y="109854"/>
                  </a:cubicBezTo>
                  <a:cubicBezTo>
                    <a:pt x="4258940" y="109854"/>
                    <a:pt x="4254495" y="108584"/>
                    <a:pt x="4250050" y="106679"/>
                  </a:cubicBezTo>
                  <a:cubicBezTo>
                    <a:pt x="4245605" y="104774"/>
                    <a:pt x="4242430" y="102234"/>
                    <a:pt x="4239255" y="98424"/>
                  </a:cubicBezTo>
                  <a:cubicBezTo>
                    <a:pt x="4236080" y="94614"/>
                    <a:pt x="4233540" y="90804"/>
                    <a:pt x="4232270" y="85724"/>
                  </a:cubicBezTo>
                  <a:cubicBezTo>
                    <a:pt x="4230365" y="80644"/>
                    <a:pt x="4229730" y="74929"/>
                    <a:pt x="4229730" y="69214"/>
                  </a:cubicBezTo>
                  <a:cubicBezTo>
                    <a:pt x="4229730" y="63499"/>
                    <a:pt x="4230365" y="57149"/>
                    <a:pt x="4232270" y="52069"/>
                  </a:cubicBezTo>
                  <a:cubicBezTo>
                    <a:pt x="4234175" y="46989"/>
                    <a:pt x="4236715" y="42544"/>
                    <a:pt x="4239890" y="39369"/>
                  </a:cubicBezTo>
                  <a:cubicBezTo>
                    <a:pt x="4243065" y="35559"/>
                    <a:pt x="4246875" y="33019"/>
                    <a:pt x="4250685" y="31114"/>
                  </a:cubicBezTo>
                  <a:cubicBezTo>
                    <a:pt x="4255130" y="29209"/>
                    <a:pt x="4259575" y="28574"/>
                    <a:pt x="4264655" y="28574"/>
                  </a:cubicBezTo>
                  <a:close/>
                  <a:moveTo>
                    <a:pt x="1420495" y="28574"/>
                  </a:moveTo>
                  <a:cubicBezTo>
                    <a:pt x="1425575" y="28574"/>
                    <a:pt x="1430020" y="29209"/>
                    <a:pt x="1434465" y="31749"/>
                  </a:cubicBezTo>
                  <a:cubicBezTo>
                    <a:pt x="1438910" y="33654"/>
                    <a:pt x="1442085" y="36194"/>
                    <a:pt x="1445260" y="40004"/>
                  </a:cubicBezTo>
                  <a:cubicBezTo>
                    <a:pt x="1448435" y="43814"/>
                    <a:pt x="1450975" y="47624"/>
                    <a:pt x="1452245" y="52704"/>
                  </a:cubicBezTo>
                  <a:cubicBezTo>
                    <a:pt x="1454150" y="57784"/>
                    <a:pt x="1454785" y="63499"/>
                    <a:pt x="1454785" y="69214"/>
                  </a:cubicBezTo>
                  <a:lnTo>
                    <a:pt x="1455420" y="69214"/>
                  </a:lnTo>
                  <a:cubicBezTo>
                    <a:pt x="1455420" y="75564"/>
                    <a:pt x="1454785" y="81279"/>
                    <a:pt x="1452880" y="86359"/>
                  </a:cubicBezTo>
                  <a:cubicBezTo>
                    <a:pt x="1450975" y="91439"/>
                    <a:pt x="1448435" y="95884"/>
                    <a:pt x="1445260" y="99059"/>
                  </a:cubicBezTo>
                  <a:cubicBezTo>
                    <a:pt x="1442085" y="102869"/>
                    <a:pt x="1438275" y="105409"/>
                    <a:pt x="1433830" y="107314"/>
                  </a:cubicBezTo>
                  <a:cubicBezTo>
                    <a:pt x="1429385" y="109219"/>
                    <a:pt x="1424940" y="109854"/>
                    <a:pt x="1419860" y="109854"/>
                  </a:cubicBezTo>
                  <a:cubicBezTo>
                    <a:pt x="1414780" y="109854"/>
                    <a:pt x="1410335" y="108584"/>
                    <a:pt x="1405890" y="106679"/>
                  </a:cubicBezTo>
                  <a:cubicBezTo>
                    <a:pt x="1401444" y="104774"/>
                    <a:pt x="1398270" y="102234"/>
                    <a:pt x="1395095" y="98424"/>
                  </a:cubicBezTo>
                  <a:cubicBezTo>
                    <a:pt x="1391920" y="94614"/>
                    <a:pt x="1389380" y="90804"/>
                    <a:pt x="1388110" y="85724"/>
                  </a:cubicBezTo>
                  <a:cubicBezTo>
                    <a:pt x="1386205" y="80644"/>
                    <a:pt x="1385570" y="74929"/>
                    <a:pt x="1385570" y="69214"/>
                  </a:cubicBezTo>
                  <a:cubicBezTo>
                    <a:pt x="1385570" y="63499"/>
                    <a:pt x="1386205" y="57149"/>
                    <a:pt x="1388110" y="52069"/>
                  </a:cubicBezTo>
                  <a:cubicBezTo>
                    <a:pt x="1390015" y="46989"/>
                    <a:pt x="1392555" y="42544"/>
                    <a:pt x="1395730" y="39369"/>
                  </a:cubicBezTo>
                  <a:cubicBezTo>
                    <a:pt x="1398905" y="35559"/>
                    <a:pt x="1402715" y="33019"/>
                    <a:pt x="1406525" y="31114"/>
                  </a:cubicBezTo>
                  <a:cubicBezTo>
                    <a:pt x="1410970" y="29209"/>
                    <a:pt x="1415415" y="28574"/>
                    <a:pt x="1420495" y="28574"/>
                  </a:cubicBezTo>
                  <a:close/>
                  <a:moveTo>
                    <a:pt x="3143245" y="5079"/>
                  </a:moveTo>
                  <a:lnTo>
                    <a:pt x="3219445" y="5079"/>
                  </a:lnTo>
                  <a:lnTo>
                    <a:pt x="3219445" y="20319"/>
                  </a:lnTo>
                  <a:lnTo>
                    <a:pt x="3188965" y="20319"/>
                  </a:lnTo>
                  <a:lnTo>
                    <a:pt x="3188965" y="108584"/>
                  </a:lnTo>
                  <a:lnTo>
                    <a:pt x="3173090" y="108584"/>
                  </a:lnTo>
                  <a:lnTo>
                    <a:pt x="3173090" y="20319"/>
                  </a:lnTo>
                  <a:lnTo>
                    <a:pt x="3143245" y="20319"/>
                  </a:lnTo>
                  <a:close/>
                  <a:moveTo>
                    <a:pt x="1628774" y="5079"/>
                  </a:moveTo>
                  <a:lnTo>
                    <a:pt x="1704970" y="5079"/>
                  </a:lnTo>
                  <a:lnTo>
                    <a:pt x="1704970" y="20319"/>
                  </a:lnTo>
                  <a:lnTo>
                    <a:pt x="1675129" y="20319"/>
                  </a:lnTo>
                  <a:lnTo>
                    <a:pt x="1675129" y="108584"/>
                  </a:lnTo>
                  <a:lnTo>
                    <a:pt x="1659255" y="108584"/>
                  </a:lnTo>
                  <a:lnTo>
                    <a:pt x="1659255" y="20319"/>
                  </a:lnTo>
                  <a:lnTo>
                    <a:pt x="1628774" y="20319"/>
                  </a:lnTo>
                  <a:close/>
                  <a:moveTo>
                    <a:pt x="0" y="5079"/>
                  </a:moveTo>
                  <a:lnTo>
                    <a:pt x="76200" y="5079"/>
                  </a:lnTo>
                  <a:lnTo>
                    <a:pt x="76200" y="20319"/>
                  </a:lnTo>
                  <a:lnTo>
                    <a:pt x="45720" y="20319"/>
                  </a:lnTo>
                  <a:lnTo>
                    <a:pt x="45720" y="108584"/>
                  </a:lnTo>
                  <a:lnTo>
                    <a:pt x="29845" y="108584"/>
                  </a:lnTo>
                  <a:lnTo>
                    <a:pt x="29845" y="20319"/>
                  </a:lnTo>
                  <a:lnTo>
                    <a:pt x="0" y="20319"/>
                  </a:lnTo>
                  <a:close/>
                  <a:moveTo>
                    <a:pt x="1362075" y="1269"/>
                  </a:moveTo>
                  <a:cubicBezTo>
                    <a:pt x="1363345" y="1269"/>
                    <a:pt x="1364615" y="1269"/>
                    <a:pt x="1365885" y="1904"/>
                  </a:cubicBezTo>
                  <a:cubicBezTo>
                    <a:pt x="1367155" y="1904"/>
                    <a:pt x="1367790" y="3174"/>
                    <a:pt x="1369060" y="3809"/>
                  </a:cubicBezTo>
                  <a:cubicBezTo>
                    <a:pt x="1369695" y="4444"/>
                    <a:pt x="1370965" y="5714"/>
                    <a:pt x="1370965" y="6984"/>
                  </a:cubicBezTo>
                  <a:cubicBezTo>
                    <a:pt x="1370965" y="8254"/>
                    <a:pt x="1371600" y="9524"/>
                    <a:pt x="1371600" y="10794"/>
                  </a:cubicBezTo>
                  <a:cubicBezTo>
                    <a:pt x="1371600" y="10794"/>
                    <a:pt x="1371600" y="13334"/>
                    <a:pt x="1370965" y="14604"/>
                  </a:cubicBezTo>
                  <a:cubicBezTo>
                    <a:pt x="1370965" y="15874"/>
                    <a:pt x="1369695" y="17144"/>
                    <a:pt x="1369060" y="17779"/>
                  </a:cubicBezTo>
                  <a:cubicBezTo>
                    <a:pt x="1368425" y="18414"/>
                    <a:pt x="1367155" y="19684"/>
                    <a:pt x="1365885" y="19684"/>
                  </a:cubicBezTo>
                  <a:cubicBezTo>
                    <a:pt x="1364615" y="19684"/>
                    <a:pt x="1363345" y="20319"/>
                    <a:pt x="1362075" y="20319"/>
                  </a:cubicBezTo>
                  <a:cubicBezTo>
                    <a:pt x="1360805" y="20319"/>
                    <a:pt x="1359535" y="20319"/>
                    <a:pt x="1358265" y="19684"/>
                  </a:cubicBezTo>
                  <a:cubicBezTo>
                    <a:pt x="1356995" y="19684"/>
                    <a:pt x="1355725" y="18414"/>
                    <a:pt x="1355090" y="17779"/>
                  </a:cubicBezTo>
                  <a:cubicBezTo>
                    <a:pt x="1354455" y="17144"/>
                    <a:pt x="1353185" y="15874"/>
                    <a:pt x="1353185" y="14604"/>
                  </a:cubicBezTo>
                  <a:cubicBezTo>
                    <a:pt x="1353185" y="13334"/>
                    <a:pt x="1352550" y="12064"/>
                    <a:pt x="1352550" y="10794"/>
                  </a:cubicBezTo>
                  <a:cubicBezTo>
                    <a:pt x="1352550" y="9524"/>
                    <a:pt x="1352550" y="8254"/>
                    <a:pt x="1353185" y="6984"/>
                  </a:cubicBezTo>
                  <a:cubicBezTo>
                    <a:pt x="1353185" y="5714"/>
                    <a:pt x="1354455" y="4444"/>
                    <a:pt x="1355090" y="3809"/>
                  </a:cubicBezTo>
                  <a:cubicBezTo>
                    <a:pt x="1355725" y="3174"/>
                    <a:pt x="1356995" y="1904"/>
                    <a:pt x="1358265" y="1904"/>
                  </a:cubicBezTo>
                  <a:cubicBezTo>
                    <a:pt x="1359535" y="1904"/>
                    <a:pt x="1360805" y="1269"/>
                    <a:pt x="1362075" y="1269"/>
                  </a:cubicBezTo>
                  <a:close/>
                  <a:moveTo>
                    <a:pt x="4789801" y="634"/>
                  </a:moveTo>
                  <a:lnTo>
                    <a:pt x="4789801" y="65404"/>
                  </a:lnTo>
                  <a:lnTo>
                    <a:pt x="4814566" y="31114"/>
                  </a:lnTo>
                  <a:lnTo>
                    <a:pt x="4831711" y="31114"/>
                  </a:lnTo>
                  <a:lnTo>
                    <a:pt x="4812026" y="57149"/>
                  </a:lnTo>
                  <a:lnTo>
                    <a:pt x="4835521" y="108584"/>
                  </a:lnTo>
                  <a:lnTo>
                    <a:pt x="4819011" y="108584"/>
                  </a:lnTo>
                  <a:lnTo>
                    <a:pt x="4801866" y="69849"/>
                  </a:lnTo>
                  <a:lnTo>
                    <a:pt x="4789801" y="85724"/>
                  </a:lnTo>
                  <a:lnTo>
                    <a:pt x="4789801" y="108584"/>
                  </a:lnTo>
                  <a:lnTo>
                    <a:pt x="4774561" y="108584"/>
                  </a:lnTo>
                  <a:lnTo>
                    <a:pt x="4774561" y="8889"/>
                  </a:lnTo>
                  <a:close/>
                  <a:moveTo>
                    <a:pt x="4472301" y="634"/>
                  </a:moveTo>
                  <a:lnTo>
                    <a:pt x="4472301" y="109219"/>
                  </a:lnTo>
                  <a:lnTo>
                    <a:pt x="4457061" y="109219"/>
                  </a:lnTo>
                  <a:lnTo>
                    <a:pt x="4457696" y="108584"/>
                  </a:lnTo>
                  <a:lnTo>
                    <a:pt x="4457696" y="100964"/>
                  </a:lnTo>
                  <a:cubicBezTo>
                    <a:pt x="4457696" y="100964"/>
                    <a:pt x="4454521" y="103504"/>
                    <a:pt x="4453251" y="104774"/>
                  </a:cubicBezTo>
                  <a:cubicBezTo>
                    <a:pt x="4451981" y="106044"/>
                    <a:pt x="4450076" y="106679"/>
                    <a:pt x="4448171" y="107949"/>
                  </a:cubicBezTo>
                  <a:cubicBezTo>
                    <a:pt x="4446266" y="108584"/>
                    <a:pt x="4444361" y="109219"/>
                    <a:pt x="4443091" y="109854"/>
                  </a:cubicBezTo>
                  <a:cubicBezTo>
                    <a:pt x="4441186" y="109854"/>
                    <a:pt x="4439281" y="109854"/>
                    <a:pt x="4437376" y="109854"/>
                  </a:cubicBezTo>
                  <a:cubicBezTo>
                    <a:pt x="4432931" y="109854"/>
                    <a:pt x="4429121" y="109219"/>
                    <a:pt x="4425946" y="107314"/>
                  </a:cubicBezTo>
                  <a:cubicBezTo>
                    <a:pt x="4422136" y="106044"/>
                    <a:pt x="4418961" y="103504"/>
                    <a:pt x="4416421" y="99694"/>
                  </a:cubicBezTo>
                  <a:cubicBezTo>
                    <a:pt x="4413881" y="96519"/>
                    <a:pt x="4411341" y="92074"/>
                    <a:pt x="4410071" y="86994"/>
                  </a:cubicBezTo>
                  <a:cubicBezTo>
                    <a:pt x="4408801" y="81914"/>
                    <a:pt x="4407531" y="75564"/>
                    <a:pt x="4407531" y="67944"/>
                  </a:cubicBezTo>
                  <a:cubicBezTo>
                    <a:pt x="4407531" y="61594"/>
                    <a:pt x="4408166" y="55244"/>
                    <a:pt x="4410071" y="50799"/>
                  </a:cubicBezTo>
                  <a:cubicBezTo>
                    <a:pt x="4411976" y="45719"/>
                    <a:pt x="4413881" y="41909"/>
                    <a:pt x="4417056" y="38734"/>
                  </a:cubicBezTo>
                  <a:cubicBezTo>
                    <a:pt x="4419596" y="35559"/>
                    <a:pt x="4423406" y="33019"/>
                    <a:pt x="4426581" y="31749"/>
                  </a:cubicBezTo>
                  <a:cubicBezTo>
                    <a:pt x="4430391" y="29844"/>
                    <a:pt x="4434201" y="29209"/>
                    <a:pt x="4438011" y="29209"/>
                  </a:cubicBezTo>
                  <a:cubicBezTo>
                    <a:pt x="4439916" y="29209"/>
                    <a:pt x="4441821" y="29209"/>
                    <a:pt x="4443726" y="29844"/>
                  </a:cubicBezTo>
                  <a:cubicBezTo>
                    <a:pt x="4445631" y="29844"/>
                    <a:pt x="4447536" y="31114"/>
                    <a:pt x="4448806" y="31749"/>
                  </a:cubicBezTo>
                  <a:cubicBezTo>
                    <a:pt x="4450711" y="32384"/>
                    <a:pt x="4451981" y="33654"/>
                    <a:pt x="4453251" y="34924"/>
                  </a:cubicBezTo>
                  <a:cubicBezTo>
                    <a:pt x="4454521" y="36194"/>
                    <a:pt x="4455791" y="36829"/>
                    <a:pt x="4457061" y="38099"/>
                  </a:cubicBezTo>
                  <a:lnTo>
                    <a:pt x="4457061" y="8254"/>
                  </a:lnTo>
                  <a:close/>
                  <a:moveTo>
                    <a:pt x="4390385" y="634"/>
                  </a:moveTo>
                  <a:lnTo>
                    <a:pt x="4390385" y="108584"/>
                  </a:lnTo>
                  <a:lnTo>
                    <a:pt x="4375145" y="108584"/>
                  </a:lnTo>
                  <a:lnTo>
                    <a:pt x="4375145" y="8889"/>
                  </a:lnTo>
                  <a:close/>
                  <a:moveTo>
                    <a:pt x="3946521" y="634"/>
                  </a:moveTo>
                  <a:lnTo>
                    <a:pt x="3946521" y="38099"/>
                  </a:lnTo>
                  <a:cubicBezTo>
                    <a:pt x="3946521" y="38099"/>
                    <a:pt x="3948426" y="35559"/>
                    <a:pt x="3950331" y="34289"/>
                  </a:cubicBezTo>
                  <a:cubicBezTo>
                    <a:pt x="3951601" y="33019"/>
                    <a:pt x="3953506" y="32384"/>
                    <a:pt x="3954776" y="31114"/>
                  </a:cubicBezTo>
                  <a:cubicBezTo>
                    <a:pt x="3956681" y="30479"/>
                    <a:pt x="3958586" y="29844"/>
                    <a:pt x="3960491" y="29209"/>
                  </a:cubicBezTo>
                  <a:cubicBezTo>
                    <a:pt x="3962396" y="29209"/>
                    <a:pt x="3964301" y="29209"/>
                    <a:pt x="3966206" y="29209"/>
                  </a:cubicBezTo>
                  <a:cubicBezTo>
                    <a:pt x="3970651" y="29209"/>
                    <a:pt x="3975096" y="29844"/>
                    <a:pt x="3978271" y="31749"/>
                  </a:cubicBezTo>
                  <a:cubicBezTo>
                    <a:pt x="3981446" y="33019"/>
                    <a:pt x="3984621" y="35559"/>
                    <a:pt x="3987161" y="38099"/>
                  </a:cubicBezTo>
                  <a:cubicBezTo>
                    <a:pt x="3989701" y="41274"/>
                    <a:pt x="3990971" y="44449"/>
                    <a:pt x="3992241" y="49529"/>
                  </a:cubicBezTo>
                  <a:cubicBezTo>
                    <a:pt x="3993511" y="53974"/>
                    <a:pt x="3994146" y="59054"/>
                    <a:pt x="3994146" y="64134"/>
                  </a:cubicBezTo>
                  <a:lnTo>
                    <a:pt x="3994146" y="108584"/>
                  </a:lnTo>
                  <a:lnTo>
                    <a:pt x="3978906" y="108584"/>
                  </a:lnTo>
                  <a:lnTo>
                    <a:pt x="3978271" y="108584"/>
                  </a:lnTo>
                  <a:lnTo>
                    <a:pt x="3978271" y="64769"/>
                  </a:lnTo>
                  <a:cubicBezTo>
                    <a:pt x="3978271" y="57784"/>
                    <a:pt x="3977001" y="52069"/>
                    <a:pt x="3974461" y="48894"/>
                  </a:cubicBezTo>
                  <a:cubicBezTo>
                    <a:pt x="3971921" y="45084"/>
                    <a:pt x="3968111" y="43814"/>
                    <a:pt x="3962396" y="43814"/>
                  </a:cubicBezTo>
                  <a:cubicBezTo>
                    <a:pt x="3959856" y="43814"/>
                    <a:pt x="3957951" y="43814"/>
                    <a:pt x="3956046" y="45084"/>
                  </a:cubicBezTo>
                  <a:cubicBezTo>
                    <a:pt x="3954141" y="45719"/>
                    <a:pt x="3952236" y="46989"/>
                    <a:pt x="3950966" y="48894"/>
                  </a:cubicBezTo>
                  <a:cubicBezTo>
                    <a:pt x="3949696" y="50799"/>
                    <a:pt x="3948426" y="52704"/>
                    <a:pt x="3947791" y="55244"/>
                  </a:cubicBezTo>
                  <a:cubicBezTo>
                    <a:pt x="3947156" y="57784"/>
                    <a:pt x="3946521" y="60324"/>
                    <a:pt x="3946521" y="63499"/>
                  </a:cubicBezTo>
                  <a:lnTo>
                    <a:pt x="3946521" y="109219"/>
                  </a:lnTo>
                  <a:lnTo>
                    <a:pt x="3931281" y="109219"/>
                  </a:lnTo>
                  <a:lnTo>
                    <a:pt x="3931281" y="8889"/>
                  </a:lnTo>
                  <a:close/>
                  <a:moveTo>
                    <a:pt x="3248021" y="634"/>
                  </a:moveTo>
                  <a:lnTo>
                    <a:pt x="3248021" y="38099"/>
                  </a:lnTo>
                  <a:cubicBezTo>
                    <a:pt x="3248021" y="38099"/>
                    <a:pt x="3249926" y="35559"/>
                    <a:pt x="3251831" y="34289"/>
                  </a:cubicBezTo>
                  <a:cubicBezTo>
                    <a:pt x="3253101" y="33019"/>
                    <a:pt x="3255006" y="32384"/>
                    <a:pt x="3256276" y="31114"/>
                  </a:cubicBezTo>
                  <a:cubicBezTo>
                    <a:pt x="3258181" y="30479"/>
                    <a:pt x="3260086" y="29844"/>
                    <a:pt x="3261991" y="29209"/>
                  </a:cubicBezTo>
                  <a:cubicBezTo>
                    <a:pt x="3263896" y="29209"/>
                    <a:pt x="3265801" y="29209"/>
                    <a:pt x="3267706" y="29209"/>
                  </a:cubicBezTo>
                  <a:cubicBezTo>
                    <a:pt x="3272151" y="29209"/>
                    <a:pt x="3276596" y="29844"/>
                    <a:pt x="3279771" y="31749"/>
                  </a:cubicBezTo>
                  <a:cubicBezTo>
                    <a:pt x="3282946" y="33019"/>
                    <a:pt x="3286121" y="35559"/>
                    <a:pt x="3288661" y="38099"/>
                  </a:cubicBezTo>
                  <a:cubicBezTo>
                    <a:pt x="3291201" y="41274"/>
                    <a:pt x="3292471" y="44449"/>
                    <a:pt x="3293741" y="49529"/>
                  </a:cubicBezTo>
                  <a:cubicBezTo>
                    <a:pt x="3295011" y="53974"/>
                    <a:pt x="3295646" y="59054"/>
                    <a:pt x="3295646" y="64134"/>
                  </a:cubicBezTo>
                  <a:lnTo>
                    <a:pt x="3295646" y="108584"/>
                  </a:lnTo>
                  <a:lnTo>
                    <a:pt x="3280406" y="108584"/>
                  </a:lnTo>
                  <a:lnTo>
                    <a:pt x="3279771" y="108584"/>
                  </a:lnTo>
                  <a:lnTo>
                    <a:pt x="3279771" y="64769"/>
                  </a:lnTo>
                  <a:cubicBezTo>
                    <a:pt x="3279771" y="57784"/>
                    <a:pt x="3278501" y="52069"/>
                    <a:pt x="3275961" y="48894"/>
                  </a:cubicBezTo>
                  <a:cubicBezTo>
                    <a:pt x="3273421" y="45084"/>
                    <a:pt x="3269611" y="43814"/>
                    <a:pt x="3263896" y="43814"/>
                  </a:cubicBezTo>
                  <a:cubicBezTo>
                    <a:pt x="3261356" y="43814"/>
                    <a:pt x="3259451" y="43814"/>
                    <a:pt x="3257546" y="45084"/>
                  </a:cubicBezTo>
                  <a:cubicBezTo>
                    <a:pt x="3255641" y="45719"/>
                    <a:pt x="3253736" y="46989"/>
                    <a:pt x="3252466" y="48894"/>
                  </a:cubicBezTo>
                  <a:cubicBezTo>
                    <a:pt x="3251196" y="50799"/>
                    <a:pt x="3249926" y="52704"/>
                    <a:pt x="3249291" y="55244"/>
                  </a:cubicBezTo>
                  <a:cubicBezTo>
                    <a:pt x="3248656" y="57784"/>
                    <a:pt x="3248021" y="60324"/>
                    <a:pt x="3248021" y="63499"/>
                  </a:cubicBezTo>
                  <a:lnTo>
                    <a:pt x="3248021" y="109219"/>
                  </a:lnTo>
                  <a:lnTo>
                    <a:pt x="3232781" y="109219"/>
                  </a:lnTo>
                  <a:lnTo>
                    <a:pt x="3232781" y="8889"/>
                  </a:lnTo>
                  <a:close/>
                  <a:moveTo>
                    <a:pt x="2432681" y="634"/>
                  </a:moveTo>
                  <a:lnTo>
                    <a:pt x="2432681" y="38099"/>
                  </a:lnTo>
                  <a:cubicBezTo>
                    <a:pt x="2432681" y="38099"/>
                    <a:pt x="2434586" y="35559"/>
                    <a:pt x="2436491" y="34289"/>
                  </a:cubicBezTo>
                  <a:cubicBezTo>
                    <a:pt x="2437761" y="33019"/>
                    <a:pt x="2439666" y="32384"/>
                    <a:pt x="2440936" y="31114"/>
                  </a:cubicBezTo>
                  <a:cubicBezTo>
                    <a:pt x="2442841" y="30479"/>
                    <a:pt x="2444746" y="29844"/>
                    <a:pt x="2446651" y="29209"/>
                  </a:cubicBezTo>
                  <a:cubicBezTo>
                    <a:pt x="2448556" y="29209"/>
                    <a:pt x="2450461" y="29209"/>
                    <a:pt x="2452366" y="29209"/>
                  </a:cubicBezTo>
                  <a:cubicBezTo>
                    <a:pt x="2456811" y="29209"/>
                    <a:pt x="2461256" y="29844"/>
                    <a:pt x="2464431" y="31749"/>
                  </a:cubicBezTo>
                  <a:cubicBezTo>
                    <a:pt x="2467606" y="33019"/>
                    <a:pt x="2470781" y="35559"/>
                    <a:pt x="2473321" y="38099"/>
                  </a:cubicBezTo>
                  <a:cubicBezTo>
                    <a:pt x="2475861" y="41274"/>
                    <a:pt x="2477131" y="44449"/>
                    <a:pt x="2478401" y="49529"/>
                  </a:cubicBezTo>
                  <a:cubicBezTo>
                    <a:pt x="2479671" y="53974"/>
                    <a:pt x="2480306" y="59054"/>
                    <a:pt x="2480306" y="64134"/>
                  </a:cubicBezTo>
                  <a:lnTo>
                    <a:pt x="2480306" y="108584"/>
                  </a:lnTo>
                  <a:lnTo>
                    <a:pt x="2465066" y="108584"/>
                  </a:lnTo>
                  <a:lnTo>
                    <a:pt x="2464431" y="108584"/>
                  </a:lnTo>
                  <a:lnTo>
                    <a:pt x="2464431" y="64769"/>
                  </a:lnTo>
                  <a:cubicBezTo>
                    <a:pt x="2464431" y="57784"/>
                    <a:pt x="2463161" y="52069"/>
                    <a:pt x="2460621" y="48894"/>
                  </a:cubicBezTo>
                  <a:cubicBezTo>
                    <a:pt x="2458081" y="45084"/>
                    <a:pt x="2454271" y="43814"/>
                    <a:pt x="2448556" y="43814"/>
                  </a:cubicBezTo>
                  <a:cubicBezTo>
                    <a:pt x="2446016" y="43814"/>
                    <a:pt x="2444111" y="43814"/>
                    <a:pt x="2442206" y="45084"/>
                  </a:cubicBezTo>
                  <a:cubicBezTo>
                    <a:pt x="2440301" y="45719"/>
                    <a:pt x="2438396" y="46989"/>
                    <a:pt x="2437126" y="48894"/>
                  </a:cubicBezTo>
                  <a:cubicBezTo>
                    <a:pt x="2435856" y="50799"/>
                    <a:pt x="2434586" y="52704"/>
                    <a:pt x="2433951" y="55244"/>
                  </a:cubicBezTo>
                  <a:cubicBezTo>
                    <a:pt x="2433316" y="57784"/>
                    <a:pt x="2432681" y="60324"/>
                    <a:pt x="2432681" y="63499"/>
                  </a:cubicBezTo>
                  <a:lnTo>
                    <a:pt x="2432681" y="109219"/>
                  </a:lnTo>
                  <a:lnTo>
                    <a:pt x="2417441" y="109219"/>
                  </a:lnTo>
                  <a:lnTo>
                    <a:pt x="2417441" y="8889"/>
                  </a:lnTo>
                  <a:close/>
                  <a:moveTo>
                    <a:pt x="1734181" y="634"/>
                  </a:moveTo>
                  <a:lnTo>
                    <a:pt x="1734181" y="38099"/>
                  </a:lnTo>
                  <a:cubicBezTo>
                    <a:pt x="1734181" y="38099"/>
                    <a:pt x="1736086" y="35559"/>
                    <a:pt x="1737991" y="34289"/>
                  </a:cubicBezTo>
                  <a:cubicBezTo>
                    <a:pt x="1739261" y="33019"/>
                    <a:pt x="1741166" y="32384"/>
                    <a:pt x="1742436" y="31114"/>
                  </a:cubicBezTo>
                  <a:cubicBezTo>
                    <a:pt x="1744341" y="30479"/>
                    <a:pt x="1746246" y="29844"/>
                    <a:pt x="1748151" y="29209"/>
                  </a:cubicBezTo>
                  <a:cubicBezTo>
                    <a:pt x="1750056" y="29209"/>
                    <a:pt x="1751961" y="29209"/>
                    <a:pt x="1753866" y="29209"/>
                  </a:cubicBezTo>
                  <a:cubicBezTo>
                    <a:pt x="1758311" y="29209"/>
                    <a:pt x="1762756" y="29844"/>
                    <a:pt x="1765931" y="31749"/>
                  </a:cubicBezTo>
                  <a:cubicBezTo>
                    <a:pt x="1769106" y="33019"/>
                    <a:pt x="1772281" y="35559"/>
                    <a:pt x="1774821" y="38099"/>
                  </a:cubicBezTo>
                  <a:cubicBezTo>
                    <a:pt x="1777361" y="41274"/>
                    <a:pt x="1778631" y="44449"/>
                    <a:pt x="1779901" y="49529"/>
                  </a:cubicBezTo>
                  <a:cubicBezTo>
                    <a:pt x="1781171" y="53974"/>
                    <a:pt x="1781806" y="59054"/>
                    <a:pt x="1781806" y="64134"/>
                  </a:cubicBezTo>
                  <a:lnTo>
                    <a:pt x="1781806" y="108584"/>
                  </a:lnTo>
                  <a:lnTo>
                    <a:pt x="1766566" y="108584"/>
                  </a:lnTo>
                  <a:lnTo>
                    <a:pt x="1765931" y="108584"/>
                  </a:lnTo>
                  <a:lnTo>
                    <a:pt x="1765931" y="64769"/>
                  </a:lnTo>
                  <a:cubicBezTo>
                    <a:pt x="1765931" y="57784"/>
                    <a:pt x="1764661" y="52069"/>
                    <a:pt x="1762121" y="48894"/>
                  </a:cubicBezTo>
                  <a:cubicBezTo>
                    <a:pt x="1759581" y="45084"/>
                    <a:pt x="1755771" y="43814"/>
                    <a:pt x="1750056" y="43814"/>
                  </a:cubicBezTo>
                  <a:cubicBezTo>
                    <a:pt x="1747516" y="43814"/>
                    <a:pt x="1745611" y="43814"/>
                    <a:pt x="1743706" y="45084"/>
                  </a:cubicBezTo>
                  <a:cubicBezTo>
                    <a:pt x="1741801" y="45719"/>
                    <a:pt x="1739896" y="46989"/>
                    <a:pt x="1738626" y="48894"/>
                  </a:cubicBezTo>
                  <a:cubicBezTo>
                    <a:pt x="1737356" y="50799"/>
                    <a:pt x="1736086" y="52704"/>
                    <a:pt x="1735451" y="55244"/>
                  </a:cubicBezTo>
                  <a:cubicBezTo>
                    <a:pt x="1734816" y="57784"/>
                    <a:pt x="1734181" y="60324"/>
                    <a:pt x="1734181" y="63499"/>
                  </a:cubicBezTo>
                  <a:lnTo>
                    <a:pt x="1734181" y="109219"/>
                  </a:lnTo>
                  <a:lnTo>
                    <a:pt x="1718941" y="109219"/>
                  </a:lnTo>
                  <a:lnTo>
                    <a:pt x="1718941" y="8889"/>
                  </a:lnTo>
                  <a:close/>
                  <a:moveTo>
                    <a:pt x="803275" y="634"/>
                  </a:moveTo>
                  <a:lnTo>
                    <a:pt x="803275" y="38099"/>
                  </a:lnTo>
                  <a:cubicBezTo>
                    <a:pt x="803275" y="38099"/>
                    <a:pt x="805180" y="35559"/>
                    <a:pt x="807085" y="34289"/>
                  </a:cubicBezTo>
                  <a:cubicBezTo>
                    <a:pt x="808355" y="33019"/>
                    <a:pt x="810260" y="32384"/>
                    <a:pt x="811530" y="31114"/>
                  </a:cubicBezTo>
                  <a:cubicBezTo>
                    <a:pt x="813435" y="30479"/>
                    <a:pt x="815340" y="29844"/>
                    <a:pt x="817245" y="29209"/>
                  </a:cubicBezTo>
                  <a:cubicBezTo>
                    <a:pt x="819150" y="29209"/>
                    <a:pt x="821055" y="29209"/>
                    <a:pt x="822960" y="29209"/>
                  </a:cubicBezTo>
                  <a:cubicBezTo>
                    <a:pt x="827405" y="29209"/>
                    <a:pt x="831850" y="29844"/>
                    <a:pt x="835025" y="31749"/>
                  </a:cubicBezTo>
                  <a:cubicBezTo>
                    <a:pt x="838200" y="33019"/>
                    <a:pt x="841375" y="35559"/>
                    <a:pt x="843915" y="38099"/>
                  </a:cubicBezTo>
                  <a:cubicBezTo>
                    <a:pt x="846455" y="41274"/>
                    <a:pt x="847725" y="44449"/>
                    <a:pt x="848995" y="49529"/>
                  </a:cubicBezTo>
                  <a:cubicBezTo>
                    <a:pt x="850265" y="53974"/>
                    <a:pt x="850900" y="59054"/>
                    <a:pt x="850900" y="64134"/>
                  </a:cubicBezTo>
                  <a:lnTo>
                    <a:pt x="850900" y="108584"/>
                  </a:lnTo>
                  <a:lnTo>
                    <a:pt x="835660" y="108584"/>
                  </a:lnTo>
                  <a:lnTo>
                    <a:pt x="835025" y="108584"/>
                  </a:lnTo>
                  <a:lnTo>
                    <a:pt x="835025" y="64769"/>
                  </a:lnTo>
                  <a:cubicBezTo>
                    <a:pt x="835025" y="57784"/>
                    <a:pt x="833755" y="52069"/>
                    <a:pt x="831215" y="48894"/>
                  </a:cubicBezTo>
                  <a:cubicBezTo>
                    <a:pt x="828675" y="45084"/>
                    <a:pt x="824865" y="43814"/>
                    <a:pt x="819150" y="43814"/>
                  </a:cubicBezTo>
                  <a:cubicBezTo>
                    <a:pt x="816610" y="43814"/>
                    <a:pt x="814705" y="43814"/>
                    <a:pt x="812800" y="45084"/>
                  </a:cubicBezTo>
                  <a:cubicBezTo>
                    <a:pt x="810895" y="45719"/>
                    <a:pt x="808990" y="46989"/>
                    <a:pt x="807720" y="48894"/>
                  </a:cubicBezTo>
                  <a:cubicBezTo>
                    <a:pt x="806450" y="50799"/>
                    <a:pt x="805180" y="52704"/>
                    <a:pt x="804545" y="55244"/>
                  </a:cubicBezTo>
                  <a:cubicBezTo>
                    <a:pt x="803910" y="57784"/>
                    <a:pt x="803275" y="60324"/>
                    <a:pt x="803275" y="63499"/>
                  </a:cubicBezTo>
                  <a:lnTo>
                    <a:pt x="803275" y="109219"/>
                  </a:lnTo>
                  <a:lnTo>
                    <a:pt x="788035" y="109219"/>
                  </a:lnTo>
                  <a:lnTo>
                    <a:pt x="788035" y="8889"/>
                  </a:lnTo>
                  <a:close/>
                  <a:moveTo>
                    <a:pt x="104774" y="634"/>
                  </a:moveTo>
                  <a:lnTo>
                    <a:pt x="104774" y="38099"/>
                  </a:lnTo>
                  <a:cubicBezTo>
                    <a:pt x="104774" y="38099"/>
                    <a:pt x="106679" y="35559"/>
                    <a:pt x="108584" y="34289"/>
                  </a:cubicBezTo>
                  <a:cubicBezTo>
                    <a:pt x="109854" y="33019"/>
                    <a:pt x="111759" y="32384"/>
                    <a:pt x="113029" y="31114"/>
                  </a:cubicBezTo>
                  <a:cubicBezTo>
                    <a:pt x="114934" y="30479"/>
                    <a:pt x="116839" y="29844"/>
                    <a:pt x="118744" y="29209"/>
                  </a:cubicBezTo>
                  <a:cubicBezTo>
                    <a:pt x="120649" y="29209"/>
                    <a:pt x="122554" y="29209"/>
                    <a:pt x="124459" y="29209"/>
                  </a:cubicBezTo>
                  <a:cubicBezTo>
                    <a:pt x="128904" y="29209"/>
                    <a:pt x="133349" y="29844"/>
                    <a:pt x="136524" y="31749"/>
                  </a:cubicBezTo>
                  <a:cubicBezTo>
                    <a:pt x="139699" y="33019"/>
                    <a:pt x="142874" y="35559"/>
                    <a:pt x="145414" y="38099"/>
                  </a:cubicBezTo>
                  <a:cubicBezTo>
                    <a:pt x="147954" y="41274"/>
                    <a:pt x="149224" y="44449"/>
                    <a:pt x="150494" y="49529"/>
                  </a:cubicBezTo>
                  <a:cubicBezTo>
                    <a:pt x="151764" y="53974"/>
                    <a:pt x="152399" y="59054"/>
                    <a:pt x="152399" y="64134"/>
                  </a:cubicBezTo>
                  <a:lnTo>
                    <a:pt x="152399" y="108584"/>
                  </a:lnTo>
                  <a:lnTo>
                    <a:pt x="137159" y="108584"/>
                  </a:lnTo>
                  <a:lnTo>
                    <a:pt x="136524" y="108584"/>
                  </a:lnTo>
                  <a:lnTo>
                    <a:pt x="136524" y="64769"/>
                  </a:lnTo>
                  <a:cubicBezTo>
                    <a:pt x="136524" y="57784"/>
                    <a:pt x="135254" y="52069"/>
                    <a:pt x="132714" y="48894"/>
                  </a:cubicBezTo>
                  <a:cubicBezTo>
                    <a:pt x="130174" y="45084"/>
                    <a:pt x="126364" y="43814"/>
                    <a:pt x="120649" y="43814"/>
                  </a:cubicBezTo>
                  <a:cubicBezTo>
                    <a:pt x="118109" y="43814"/>
                    <a:pt x="116204" y="43814"/>
                    <a:pt x="114299" y="45084"/>
                  </a:cubicBezTo>
                  <a:cubicBezTo>
                    <a:pt x="112394" y="45719"/>
                    <a:pt x="110489" y="46989"/>
                    <a:pt x="109219" y="48894"/>
                  </a:cubicBezTo>
                  <a:cubicBezTo>
                    <a:pt x="107949" y="50799"/>
                    <a:pt x="106679" y="52704"/>
                    <a:pt x="106044" y="55244"/>
                  </a:cubicBezTo>
                  <a:cubicBezTo>
                    <a:pt x="105409" y="57784"/>
                    <a:pt x="104774" y="60324"/>
                    <a:pt x="104774" y="63499"/>
                  </a:cubicBezTo>
                  <a:lnTo>
                    <a:pt x="104774" y="109219"/>
                  </a:lnTo>
                  <a:lnTo>
                    <a:pt x="89534" y="109219"/>
                  </a:lnTo>
                  <a:lnTo>
                    <a:pt x="89534" y="8889"/>
                  </a:lnTo>
                  <a:close/>
                  <a:moveTo>
                    <a:pt x="3894450" y="0"/>
                  </a:moveTo>
                  <a:lnTo>
                    <a:pt x="3894450" y="30480"/>
                  </a:lnTo>
                  <a:lnTo>
                    <a:pt x="3913500" y="30480"/>
                  </a:lnTo>
                  <a:lnTo>
                    <a:pt x="3913500" y="44450"/>
                  </a:lnTo>
                  <a:lnTo>
                    <a:pt x="3894450" y="44450"/>
                  </a:lnTo>
                  <a:lnTo>
                    <a:pt x="3894450" y="86995"/>
                  </a:lnTo>
                  <a:cubicBezTo>
                    <a:pt x="3894450" y="86995"/>
                    <a:pt x="3894450" y="90170"/>
                    <a:pt x="3894450" y="91440"/>
                  </a:cubicBezTo>
                  <a:cubicBezTo>
                    <a:pt x="3894450" y="92710"/>
                    <a:pt x="3895085" y="93345"/>
                    <a:pt x="3895720" y="94615"/>
                  </a:cubicBezTo>
                  <a:cubicBezTo>
                    <a:pt x="3896355" y="95250"/>
                    <a:pt x="3896990" y="95885"/>
                    <a:pt x="3898260" y="95885"/>
                  </a:cubicBezTo>
                  <a:cubicBezTo>
                    <a:pt x="3899530" y="95885"/>
                    <a:pt x="3900800" y="95885"/>
                    <a:pt x="3902070" y="95885"/>
                  </a:cubicBezTo>
                  <a:cubicBezTo>
                    <a:pt x="3903975" y="95885"/>
                    <a:pt x="3905880" y="95885"/>
                    <a:pt x="3908420" y="95250"/>
                  </a:cubicBezTo>
                  <a:cubicBezTo>
                    <a:pt x="3910325" y="94615"/>
                    <a:pt x="3912230" y="93980"/>
                    <a:pt x="3913500" y="93345"/>
                  </a:cubicBezTo>
                  <a:lnTo>
                    <a:pt x="3911595" y="106680"/>
                  </a:lnTo>
                  <a:cubicBezTo>
                    <a:pt x="3911595" y="106680"/>
                    <a:pt x="3907785" y="108585"/>
                    <a:pt x="3905245" y="109220"/>
                  </a:cubicBezTo>
                  <a:cubicBezTo>
                    <a:pt x="3902705" y="109855"/>
                    <a:pt x="3900165" y="110490"/>
                    <a:pt x="3896990" y="110490"/>
                  </a:cubicBezTo>
                  <a:cubicBezTo>
                    <a:pt x="3894450" y="110490"/>
                    <a:pt x="3891910" y="110490"/>
                    <a:pt x="3890005" y="109220"/>
                  </a:cubicBezTo>
                  <a:cubicBezTo>
                    <a:pt x="3888100" y="108585"/>
                    <a:pt x="3886195" y="107315"/>
                    <a:pt x="3884290" y="105410"/>
                  </a:cubicBezTo>
                  <a:cubicBezTo>
                    <a:pt x="3882385" y="103505"/>
                    <a:pt x="3881115" y="101600"/>
                    <a:pt x="3880480" y="99060"/>
                  </a:cubicBezTo>
                  <a:cubicBezTo>
                    <a:pt x="3879845" y="96520"/>
                    <a:pt x="3879210" y="93345"/>
                    <a:pt x="3879210" y="89535"/>
                  </a:cubicBezTo>
                  <a:lnTo>
                    <a:pt x="3879210" y="44450"/>
                  </a:lnTo>
                  <a:lnTo>
                    <a:pt x="3868415" y="44450"/>
                  </a:lnTo>
                  <a:lnTo>
                    <a:pt x="3868415" y="30480"/>
                  </a:lnTo>
                  <a:lnTo>
                    <a:pt x="3879210" y="30480"/>
                  </a:lnTo>
                  <a:lnTo>
                    <a:pt x="3879210" y="8255"/>
                  </a:lnTo>
                  <a:close/>
                  <a:moveTo>
                    <a:pt x="3664581" y="0"/>
                  </a:moveTo>
                  <a:lnTo>
                    <a:pt x="3664581" y="30480"/>
                  </a:lnTo>
                  <a:lnTo>
                    <a:pt x="3683631" y="30480"/>
                  </a:lnTo>
                  <a:lnTo>
                    <a:pt x="3683631" y="44450"/>
                  </a:lnTo>
                  <a:lnTo>
                    <a:pt x="3664581" y="44450"/>
                  </a:lnTo>
                  <a:lnTo>
                    <a:pt x="3664581" y="86995"/>
                  </a:lnTo>
                  <a:cubicBezTo>
                    <a:pt x="3664581" y="86995"/>
                    <a:pt x="3664581" y="90170"/>
                    <a:pt x="3664581" y="91440"/>
                  </a:cubicBezTo>
                  <a:cubicBezTo>
                    <a:pt x="3664581" y="92710"/>
                    <a:pt x="3665216" y="93345"/>
                    <a:pt x="3665851" y="94615"/>
                  </a:cubicBezTo>
                  <a:cubicBezTo>
                    <a:pt x="3666486" y="95250"/>
                    <a:pt x="3667121" y="95885"/>
                    <a:pt x="3668391" y="95885"/>
                  </a:cubicBezTo>
                  <a:cubicBezTo>
                    <a:pt x="3669661" y="95885"/>
                    <a:pt x="3670931" y="95885"/>
                    <a:pt x="3672201" y="95885"/>
                  </a:cubicBezTo>
                  <a:cubicBezTo>
                    <a:pt x="3674106" y="95885"/>
                    <a:pt x="3676011" y="95885"/>
                    <a:pt x="3678551" y="95250"/>
                  </a:cubicBezTo>
                  <a:cubicBezTo>
                    <a:pt x="3680456" y="94615"/>
                    <a:pt x="3682361" y="93980"/>
                    <a:pt x="3683631" y="93345"/>
                  </a:cubicBezTo>
                  <a:lnTo>
                    <a:pt x="3681726" y="106680"/>
                  </a:lnTo>
                  <a:cubicBezTo>
                    <a:pt x="3681726" y="106680"/>
                    <a:pt x="3677916" y="108585"/>
                    <a:pt x="3675376" y="109220"/>
                  </a:cubicBezTo>
                  <a:cubicBezTo>
                    <a:pt x="3672836" y="109855"/>
                    <a:pt x="3670296" y="110490"/>
                    <a:pt x="3667121" y="110490"/>
                  </a:cubicBezTo>
                  <a:cubicBezTo>
                    <a:pt x="3664581" y="110490"/>
                    <a:pt x="3662041" y="110490"/>
                    <a:pt x="3660136" y="109220"/>
                  </a:cubicBezTo>
                  <a:cubicBezTo>
                    <a:pt x="3658231" y="108585"/>
                    <a:pt x="3656326" y="107315"/>
                    <a:pt x="3654421" y="105410"/>
                  </a:cubicBezTo>
                  <a:cubicBezTo>
                    <a:pt x="3652516" y="103505"/>
                    <a:pt x="3651246" y="101600"/>
                    <a:pt x="3650611" y="99060"/>
                  </a:cubicBezTo>
                  <a:cubicBezTo>
                    <a:pt x="3649976" y="96520"/>
                    <a:pt x="3649341" y="93345"/>
                    <a:pt x="3649341" y="89535"/>
                  </a:cubicBezTo>
                  <a:lnTo>
                    <a:pt x="3649341" y="44450"/>
                  </a:lnTo>
                  <a:lnTo>
                    <a:pt x="3638546" y="44450"/>
                  </a:lnTo>
                  <a:lnTo>
                    <a:pt x="3638546" y="30480"/>
                  </a:lnTo>
                  <a:lnTo>
                    <a:pt x="3649341" y="30480"/>
                  </a:lnTo>
                  <a:lnTo>
                    <a:pt x="3649341" y="8255"/>
                  </a:lnTo>
                  <a:close/>
                  <a:moveTo>
                    <a:pt x="3610605" y="0"/>
                  </a:moveTo>
                  <a:lnTo>
                    <a:pt x="3610605" y="30480"/>
                  </a:lnTo>
                  <a:lnTo>
                    <a:pt x="3629655" y="30480"/>
                  </a:lnTo>
                  <a:lnTo>
                    <a:pt x="3629655" y="44450"/>
                  </a:lnTo>
                  <a:lnTo>
                    <a:pt x="3610605" y="44450"/>
                  </a:lnTo>
                  <a:lnTo>
                    <a:pt x="3610605" y="86995"/>
                  </a:lnTo>
                  <a:cubicBezTo>
                    <a:pt x="3610605" y="86995"/>
                    <a:pt x="3610605" y="90170"/>
                    <a:pt x="3610605" y="91440"/>
                  </a:cubicBezTo>
                  <a:cubicBezTo>
                    <a:pt x="3610605" y="92710"/>
                    <a:pt x="3611240" y="93345"/>
                    <a:pt x="3611875" y="94615"/>
                  </a:cubicBezTo>
                  <a:cubicBezTo>
                    <a:pt x="3612510" y="95250"/>
                    <a:pt x="3613145" y="95885"/>
                    <a:pt x="3614415" y="95885"/>
                  </a:cubicBezTo>
                  <a:cubicBezTo>
                    <a:pt x="3615685" y="95885"/>
                    <a:pt x="3616955" y="95885"/>
                    <a:pt x="3618225" y="95885"/>
                  </a:cubicBezTo>
                  <a:cubicBezTo>
                    <a:pt x="3620130" y="95885"/>
                    <a:pt x="3622035" y="95885"/>
                    <a:pt x="3624575" y="95250"/>
                  </a:cubicBezTo>
                  <a:cubicBezTo>
                    <a:pt x="3626480" y="94615"/>
                    <a:pt x="3628385" y="93980"/>
                    <a:pt x="3629655" y="93345"/>
                  </a:cubicBezTo>
                  <a:lnTo>
                    <a:pt x="3627750" y="106680"/>
                  </a:lnTo>
                  <a:cubicBezTo>
                    <a:pt x="3627750" y="106680"/>
                    <a:pt x="3623940" y="108585"/>
                    <a:pt x="3621400" y="109220"/>
                  </a:cubicBezTo>
                  <a:cubicBezTo>
                    <a:pt x="3618860" y="109855"/>
                    <a:pt x="3616320" y="110490"/>
                    <a:pt x="3613145" y="110490"/>
                  </a:cubicBezTo>
                  <a:cubicBezTo>
                    <a:pt x="3610605" y="110490"/>
                    <a:pt x="3608065" y="110490"/>
                    <a:pt x="3606160" y="109220"/>
                  </a:cubicBezTo>
                  <a:cubicBezTo>
                    <a:pt x="3604255" y="108585"/>
                    <a:pt x="3602350" y="107315"/>
                    <a:pt x="3600445" y="105410"/>
                  </a:cubicBezTo>
                  <a:cubicBezTo>
                    <a:pt x="3598540" y="103505"/>
                    <a:pt x="3597270" y="101600"/>
                    <a:pt x="3596635" y="99060"/>
                  </a:cubicBezTo>
                  <a:cubicBezTo>
                    <a:pt x="3596000" y="96520"/>
                    <a:pt x="3595365" y="93345"/>
                    <a:pt x="3595365" y="89535"/>
                  </a:cubicBezTo>
                  <a:lnTo>
                    <a:pt x="3595365" y="44450"/>
                  </a:lnTo>
                  <a:lnTo>
                    <a:pt x="3584570" y="44450"/>
                  </a:lnTo>
                  <a:lnTo>
                    <a:pt x="3584570" y="30480"/>
                  </a:lnTo>
                  <a:lnTo>
                    <a:pt x="3595365" y="30480"/>
                  </a:lnTo>
                  <a:lnTo>
                    <a:pt x="3595365" y="8255"/>
                  </a:lnTo>
                  <a:close/>
                  <a:moveTo>
                    <a:pt x="3445505" y="0"/>
                  </a:moveTo>
                  <a:lnTo>
                    <a:pt x="3445505" y="37465"/>
                  </a:lnTo>
                  <a:cubicBezTo>
                    <a:pt x="3445505" y="37465"/>
                    <a:pt x="3448680" y="34925"/>
                    <a:pt x="3449950" y="33655"/>
                  </a:cubicBezTo>
                  <a:cubicBezTo>
                    <a:pt x="3451220" y="33020"/>
                    <a:pt x="3452490" y="31750"/>
                    <a:pt x="3453760" y="31115"/>
                  </a:cubicBezTo>
                  <a:cubicBezTo>
                    <a:pt x="3455030" y="30480"/>
                    <a:pt x="3456935" y="29845"/>
                    <a:pt x="3458840" y="29210"/>
                  </a:cubicBezTo>
                  <a:cubicBezTo>
                    <a:pt x="3460745" y="29210"/>
                    <a:pt x="3463285" y="28575"/>
                    <a:pt x="3465825" y="28575"/>
                  </a:cubicBezTo>
                  <a:cubicBezTo>
                    <a:pt x="3470270" y="28575"/>
                    <a:pt x="3474080" y="29210"/>
                    <a:pt x="3477890" y="31115"/>
                  </a:cubicBezTo>
                  <a:cubicBezTo>
                    <a:pt x="3481700" y="32385"/>
                    <a:pt x="3484875" y="34925"/>
                    <a:pt x="3487415" y="38735"/>
                  </a:cubicBezTo>
                  <a:cubicBezTo>
                    <a:pt x="3489955" y="41910"/>
                    <a:pt x="3492495" y="46355"/>
                    <a:pt x="3493765" y="51435"/>
                  </a:cubicBezTo>
                  <a:cubicBezTo>
                    <a:pt x="3495035" y="56515"/>
                    <a:pt x="3496305" y="62865"/>
                    <a:pt x="3496305" y="70485"/>
                  </a:cubicBezTo>
                  <a:lnTo>
                    <a:pt x="3495670" y="71120"/>
                  </a:lnTo>
                  <a:cubicBezTo>
                    <a:pt x="3495670" y="77470"/>
                    <a:pt x="3495035" y="83820"/>
                    <a:pt x="3493130" y="88265"/>
                  </a:cubicBezTo>
                  <a:cubicBezTo>
                    <a:pt x="3491225" y="93345"/>
                    <a:pt x="3489320" y="97155"/>
                    <a:pt x="3486145" y="100330"/>
                  </a:cubicBezTo>
                  <a:cubicBezTo>
                    <a:pt x="3483605" y="103505"/>
                    <a:pt x="3479795" y="106045"/>
                    <a:pt x="3476620" y="107315"/>
                  </a:cubicBezTo>
                  <a:cubicBezTo>
                    <a:pt x="3472810" y="109220"/>
                    <a:pt x="3469000" y="109855"/>
                    <a:pt x="3465190" y="109855"/>
                  </a:cubicBezTo>
                  <a:cubicBezTo>
                    <a:pt x="3461380" y="109855"/>
                    <a:pt x="3457570" y="109220"/>
                    <a:pt x="3454395" y="107315"/>
                  </a:cubicBezTo>
                  <a:cubicBezTo>
                    <a:pt x="3450585" y="105410"/>
                    <a:pt x="3448045" y="103505"/>
                    <a:pt x="3445505" y="100965"/>
                  </a:cubicBezTo>
                  <a:lnTo>
                    <a:pt x="3445505" y="107950"/>
                  </a:lnTo>
                  <a:lnTo>
                    <a:pt x="3430265" y="107950"/>
                  </a:lnTo>
                  <a:lnTo>
                    <a:pt x="3430265" y="7620"/>
                  </a:lnTo>
                  <a:close/>
                  <a:moveTo>
                    <a:pt x="2380611" y="0"/>
                  </a:moveTo>
                  <a:lnTo>
                    <a:pt x="2380611" y="30480"/>
                  </a:lnTo>
                  <a:lnTo>
                    <a:pt x="2399661" y="30480"/>
                  </a:lnTo>
                  <a:lnTo>
                    <a:pt x="2399661" y="44450"/>
                  </a:lnTo>
                  <a:lnTo>
                    <a:pt x="2380611" y="44450"/>
                  </a:lnTo>
                  <a:lnTo>
                    <a:pt x="2380611" y="86995"/>
                  </a:lnTo>
                  <a:cubicBezTo>
                    <a:pt x="2380611" y="86995"/>
                    <a:pt x="2380611" y="90170"/>
                    <a:pt x="2380611" y="91440"/>
                  </a:cubicBezTo>
                  <a:cubicBezTo>
                    <a:pt x="2380611" y="92710"/>
                    <a:pt x="2381246" y="93345"/>
                    <a:pt x="2381881" y="94615"/>
                  </a:cubicBezTo>
                  <a:cubicBezTo>
                    <a:pt x="2382516" y="95250"/>
                    <a:pt x="2383151" y="95885"/>
                    <a:pt x="2384421" y="95885"/>
                  </a:cubicBezTo>
                  <a:cubicBezTo>
                    <a:pt x="2385691" y="95885"/>
                    <a:pt x="2386961" y="95885"/>
                    <a:pt x="2388231" y="95885"/>
                  </a:cubicBezTo>
                  <a:cubicBezTo>
                    <a:pt x="2390136" y="95885"/>
                    <a:pt x="2392041" y="95885"/>
                    <a:pt x="2394581" y="95250"/>
                  </a:cubicBezTo>
                  <a:cubicBezTo>
                    <a:pt x="2396486" y="94615"/>
                    <a:pt x="2398391" y="93980"/>
                    <a:pt x="2399661" y="93345"/>
                  </a:cubicBezTo>
                  <a:lnTo>
                    <a:pt x="2397756" y="106680"/>
                  </a:lnTo>
                  <a:cubicBezTo>
                    <a:pt x="2397756" y="106680"/>
                    <a:pt x="2393946" y="108585"/>
                    <a:pt x="2391406" y="109220"/>
                  </a:cubicBezTo>
                  <a:cubicBezTo>
                    <a:pt x="2388866" y="109855"/>
                    <a:pt x="2386326" y="110490"/>
                    <a:pt x="2383151" y="110490"/>
                  </a:cubicBezTo>
                  <a:cubicBezTo>
                    <a:pt x="2380611" y="110490"/>
                    <a:pt x="2378071" y="110490"/>
                    <a:pt x="2376166" y="109220"/>
                  </a:cubicBezTo>
                  <a:cubicBezTo>
                    <a:pt x="2374261" y="108585"/>
                    <a:pt x="2372356" y="107315"/>
                    <a:pt x="2370451" y="105410"/>
                  </a:cubicBezTo>
                  <a:cubicBezTo>
                    <a:pt x="2368546" y="103505"/>
                    <a:pt x="2367276" y="101600"/>
                    <a:pt x="2366641" y="99060"/>
                  </a:cubicBezTo>
                  <a:cubicBezTo>
                    <a:pt x="2366006" y="96520"/>
                    <a:pt x="2365371" y="93345"/>
                    <a:pt x="2365371" y="89535"/>
                  </a:cubicBezTo>
                  <a:lnTo>
                    <a:pt x="2365371" y="44450"/>
                  </a:lnTo>
                  <a:lnTo>
                    <a:pt x="2354576" y="44450"/>
                  </a:lnTo>
                  <a:lnTo>
                    <a:pt x="2354576" y="30480"/>
                  </a:lnTo>
                  <a:lnTo>
                    <a:pt x="2365371" y="30480"/>
                  </a:lnTo>
                  <a:lnTo>
                    <a:pt x="2365371" y="8255"/>
                  </a:lnTo>
                  <a:close/>
                  <a:moveTo>
                    <a:pt x="2150741" y="0"/>
                  </a:moveTo>
                  <a:lnTo>
                    <a:pt x="2150741" y="30480"/>
                  </a:lnTo>
                  <a:lnTo>
                    <a:pt x="2169791" y="30480"/>
                  </a:lnTo>
                  <a:lnTo>
                    <a:pt x="2169791" y="44450"/>
                  </a:lnTo>
                  <a:lnTo>
                    <a:pt x="2150741" y="44450"/>
                  </a:lnTo>
                  <a:lnTo>
                    <a:pt x="2150741" y="86995"/>
                  </a:lnTo>
                  <a:cubicBezTo>
                    <a:pt x="2150741" y="86995"/>
                    <a:pt x="2150741" y="90170"/>
                    <a:pt x="2150741" y="91440"/>
                  </a:cubicBezTo>
                  <a:cubicBezTo>
                    <a:pt x="2150741" y="92710"/>
                    <a:pt x="2151376" y="93345"/>
                    <a:pt x="2152011" y="94615"/>
                  </a:cubicBezTo>
                  <a:cubicBezTo>
                    <a:pt x="2152646" y="95250"/>
                    <a:pt x="2153281" y="95885"/>
                    <a:pt x="2154551" y="95885"/>
                  </a:cubicBezTo>
                  <a:cubicBezTo>
                    <a:pt x="2155821" y="95885"/>
                    <a:pt x="2157091" y="95885"/>
                    <a:pt x="2158361" y="95885"/>
                  </a:cubicBezTo>
                  <a:cubicBezTo>
                    <a:pt x="2160266" y="95885"/>
                    <a:pt x="2162171" y="95885"/>
                    <a:pt x="2164711" y="95250"/>
                  </a:cubicBezTo>
                  <a:cubicBezTo>
                    <a:pt x="2166616" y="94615"/>
                    <a:pt x="2168521" y="93980"/>
                    <a:pt x="2169791" y="93345"/>
                  </a:cubicBezTo>
                  <a:lnTo>
                    <a:pt x="2167886" y="106680"/>
                  </a:lnTo>
                  <a:cubicBezTo>
                    <a:pt x="2167886" y="106680"/>
                    <a:pt x="2164076" y="108585"/>
                    <a:pt x="2161536" y="109220"/>
                  </a:cubicBezTo>
                  <a:cubicBezTo>
                    <a:pt x="2158996" y="109855"/>
                    <a:pt x="2156456" y="110490"/>
                    <a:pt x="2153281" y="110490"/>
                  </a:cubicBezTo>
                  <a:cubicBezTo>
                    <a:pt x="2150741" y="110490"/>
                    <a:pt x="2148201" y="110490"/>
                    <a:pt x="2146296" y="109220"/>
                  </a:cubicBezTo>
                  <a:cubicBezTo>
                    <a:pt x="2144391" y="108585"/>
                    <a:pt x="2142486" y="107315"/>
                    <a:pt x="2140581" y="105410"/>
                  </a:cubicBezTo>
                  <a:cubicBezTo>
                    <a:pt x="2138676" y="103505"/>
                    <a:pt x="2137406" y="101600"/>
                    <a:pt x="2136771" y="99060"/>
                  </a:cubicBezTo>
                  <a:cubicBezTo>
                    <a:pt x="2136136" y="96520"/>
                    <a:pt x="2135501" y="93345"/>
                    <a:pt x="2135501" y="89535"/>
                  </a:cubicBezTo>
                  <a:lnTo>
                    <a:pt x="2135501" y="44450"/>
                  </a:lnTo>
                  <a:lnTo>
                    <a:pt x="2124706" y="44450"/>
                  </a:lnTo>
                  <a:lnTo>
                    <a:pt x="2124706" y="30480"/>
                  </a:lnTo>
                  <a:lnTo>
                    <a:pt x="2135501" y="30480"/>
                  </a:lnTo>
                  <a:lnTo>
                    <a:pt x="2135501" y="8255"/>
                  </a:lnTo>
                  <a:close/>
                  <a:moveTo>
                    <a:pt x="2096131" y="0"/>
                  </a:moveTo>
                  <a:lnTo>
                    <a:pt x="2096131" y="30480"/>
                  </a:lnTo>
                  <a:lnTo>
                    <a:pt x="2115181" y="30480"/>
                  </a:lnTo>
                  <a:lnTo>
                    <a:pt x="2115181" y="44450"/>
                  </a:lnTo>
                  <a:lnTo>
                    <a:pt x="2096131" y="44450"/>
                  </a:lnTo>
                  <a:lnTo>
                    <a:pt x="2096131" y="86995"/>
                  </a:lnTo>
                  <a:cubicBezTo>
                    <a:pt x="2096131" y="86995"/>
                    <a:pt x="2096131" y="90170"/>
                    <a:pt x="2096131" y="91440"/>
                  </a:cubicBezTo>
                  <a:cubicBezTo>
                    <a:pt x="2096131" y="92710"/>
                    <a:pt x="2096766" y="93345"/>
                    <a:pt x="2097401" y="94615"/>
                  </a:cubicBezTo>
                  <a:cubicBezTo>
                    <a:pt x="2098036" y="95250"/>
                    <a:pt x="2098671" y="95885"/>
                    <a:pt x="2099941" y="95885"/>
                  </a:cubicBezTo>
                  <a:cubicBezTo>
                    <a:pt x="2101211" y="95885"/>
                    <a:pt x="2102481" y="95885"/>
                    <a:pt x="2103751" y="95885"/>
                  </a:cubicBezTo>
                  <a:cubicBezTo>
                    <a:pt x="2105656" y="95885"/>
                    <a:pt x="2107561" y="95885"/>
                    <a:pt x="2110101" y="95250"/>
                  </a:cubicBezTo>
                  <a:cubicBezTo>
                    <a:pt x="2112006" y="94615"/>
                    <a:pt x="2113911" y="93980"/>
                    <a:pt x="2115181" y="93345"/>
                  </a:cubicBezTo>
                  <a:lnTo>
                    <a:pt x="2113276" y="106680"/>
                  </a:lnTo>
                  <a:cubicBezTo>
                    <a:pt x="2113276" y="106680"/>
                    <a:pt x="2109466" y="108585"/>
                    <a:pt x="2106926" y="109220"/>
                  </a:cubicBezTo>
                  <a:cubicBezTo>
                    <a:pt x="2104386" y="109855"/>
                    <a:pt x="2101846" y="110490"/>
                    <a:pt x="2098671" y="110490"/>
                  </a:cubicBezTo>
                  <a:cubicBezTo>
                    <a:pt x="2096131" y="110490"/>
                    <a:pt x="2093591" y="110490"/>
                    <a:pt x="2091686" y="109220"/>
                  </a:cubicBezTo>
                  <a:cubicBezTo>
                    <a:pt x="2089781" y="108585"/>
                    <a:pt x="2087876" y="107315"/>
                    <a:pt x="2085971" y="105410"/>
                  </a:cubicBezTo>
                  <a:cubicBezTo>
                    <a:pt x="2084066" y="103505"/>
                    <a:pt x="2082796" y="101600"/>
                    <a:pt x="2082161" y="99060"/>
                  </a:cubicBezTo>
                  <a:cubicBezTo>
                    <a:pt x="2081526" y="96520"/>
                    <a:pt x="2080891" y="93345"/>
                    <a:pt x="2080891" y="89535"/>
                  </a:cubicBezTo>
                  <a:lnTo>
                    <a:pt x="2080891" y="44450"/>
                  </a:lnTo>
                  <a:lnTo>
                    <a:pt x="2070096" y="44450"/>
                  </a:lnTo>
                  <a:lnTo>
                    <a:pt x="2070096" y="30480"/>
                  </a:lnTo>
                  <a:lnTo>
                    <a:pt x="2080891" y="30480"/>
                  </a:lnTo>
                  <a:lnTo>
                    <a:pt x="2080891" y="8255"/>
                  </a:lnTo>
                  <a:close/>
                  <a:moveTo>
                    <a:pt x="1931665" y="0"/>
                  </a:moveTo>
                  <a:lnTo>
                    <a:pt x="1931665" y="37465"/>
                  </a:lnTo>
                  <a:cubicBezTo>
                    <a:pt x="1931665" y="37465"/>
                    <a:pt x="1934840" y="34925"/>
                    <a:pt x="1936110" y="33655"/>
                  </a:cubicBezTo>
                  <a:cubicBezTo>
                    <a:pt x="1937380" y="33020"/>
                    <a:pt x="1938650" y="31750"/>
                    <a:pt x="1939920" y="31115"/>
                  </a:cubicBezTo>
                  <a:cubicBezTo>
                    <a:pt x="1941190" y="30480"/>
                    <a:pt x="1943095" y="29845"/>
                    <a:pt x="1945000" y="29210"/>
                  </a:cubicBezTo>
                  <a:cubicBezTo>
                    <a:pt x="1946905" y="29210"/>
                    <a:pt x="1949445" y="28575"/>
                    <a:pt x="1951985" y="28575"/>
                  </a:cubicBezTo>
                  <a:cubicBezTo>
                    <a:pt x="1956430" y="28575"/>
                    <a:pt x="1960240" y="29210"/>
                    <a:pt x="1964050" y="31115"/>
                  </a:cubicBezTo>
                  <a:cubicBezTo>
                    <a:pt x="1967860" y="32385"/>
                    <a:pt x="1971035" y="34925"/>
                    <a:pt x="1973575" y="38735"/>
                  </a:cubicBezTo>
                  <a:cubicBezTo>
                    <a:pt x="1976115" y="41910"/>
                    <a:pt x="1978655" y="46355"/>
                    <a:pt x="1979925" y="51435"/>
                  </a:cubicBezTo>
                  <a:cubicBezTo>
                    <a:pt x="1981195" y="56515"/>
                    <a:pt x="1982465" y="62865"/>
                    <a:pt x="1982465" y="70485"/>
                  </a:cubicBezTo>
                  <a:lnTo>
                    <a:pt x="1981830" y="71120"/>
                  </a:lnTo>
                  <a:cubicBezTo>
                    <a:pt x="1981830" y="77470"/>
                    <a:pt x="1981195" y="83820"/>
                    <a:pt x="1979290" y="88265"/>
                  </a:cubicBezTo>
                  <a:cubicBezTo>
                    <a:pt x="1977385" y="93345"/>
                    <a:pt x="1975480" y="97155"/>
                    <a:pt x="1972305" y="100330"/>
                  </a:cubicBezTo>
                  <a:cubicBezTo>
                    <a:pt x="1969765" y="103505"/>
                    <a:pt x="1965955" y="106045"/>
                    <a:pt x="1962780" y="107315"/>
                  </a:cubicBezTo>
                  <a:cubicBezTo>
                    <a:pt x="1958970" y="109220"/>
                    <a:pt x="1955160" y="109855"/>
                    <a:pt x="1951350" y="109855"/>
                  </a:cubicBezTo>
                  <a:cubicBezTo>
                    <a:pt x="1947540" y="109855"/>
                    <a:pt x="1943730" y="109220"/>
                    <a:pt x="1940555" y="107315"/>
                  </a:cubicBezTo>
                  <a:cubicBezTo>
                    <a:pt x="1936745" y="105410"/>
                    <a:pt x="1934205" y="103505"/>
                    <a:pt x="1931665" y="100965"/>
                  </a:cubicBezTo>
                  <a:lnTo>
                    <a:pt x="1931665" y="107950"/>
                  </a:lnTo>
                  <a:lnTo>
                    <a:pt x="1916425" y="107950"/>
                  </a:lnTo>
                  <a:lnTo>
                    <a:pt x="1916425" y="7620"/>
                  </a:lnTo>
                  <a:close/>
                  <a:moveTo>
                    <a:pt x="1316991" y="0"/>
                  </a:moveTo>
                  <a:lnTo>
                    <a:pt x="1316991" y="30480"/>
                  </a:lnTo>
                  <a:lnTo>
                    <a:pt x="1336041" y="30480"/>
                  </a:lnTo>
                  <a:lnTo>
                    <a:pt x="1336041" y="44450"/>
                  </a:lnTo>
                  <a:lnTo>
                    <a:pt x="1316991" y="44450"/>
                  </a:lnTo>
                  <a:lnTo>
                    <a:pt x="1316991" y="86995"/>
                  </a:lnTo>
                  <a:cubicBezTo>
                    <a:pt x="1316991" y="86995"/>
                    <a:pt x="1316991" y="90170"/>
                    <a:pt x="1316991" y="91440"/>
                  </a:cubicBezTo>
                  <a:cubicBezTo>
                    <a:pt x="1316991" y="92710"/>
                    <a:pt x="1317627" y="93345"/>
                    <a:pt x="1318261" y="94615"/>
                  </a:cubicBezTo>
                  <a:cubicBezTo>
                    <a:pt x="1318896" y="95250"/>
                    <a:pt x="1319531" y="95885"/>
                    <a:pt x="1320801" y="95885"/>
                  </a:cubicBezTo>
                  <a:cubicBezTo>
                    <a:pt x="1322072" y="95885"/>
                    <a:pt x="1323341" y="95885"/>
                    <a:pt x="1324611" y="95885"/>
                  </a:cubicBezTo>
                  <a:cubicBezTo>
                    <a:pt x="1326516" y="95885"/>
                    <a:pt x="1328422" y="95885"/>
                    <a:pt x="1330961" y="95250"/>
                  </a:cubicBezTo>
                  <a:cubicBezTo>
                    <a:pt x="1332867" y="94615"/>
                    <a:pt x="1334772" y="93980"/>
                    <a:pt x="1336041" y="93345"/>
                  </a:cubicBezTo>
                  <a:lnTo>
                    <a:pt x="1334136" y="106680"/>
                  </a:lnTo>
                  <a:cubicBezTo>
                    <a:pt x="1334136" y="106680"/>
                    <a:pt x="1330326" y="108585"/>
                    <a:pt x="1327786" y="109220"/>
                  </a:cubicBezTo>
                  <a:cubicBezTo>
                    <a:pt x="1325246" y="109855"/>
                    <a:pt x="1322706" y="110490"/>
                    <a:pt x="1319531" y="110490"/>
                  </a:cubicBezTo>
                  <a:cubicBezTo>
                    <a:pt x="1316991" y="110490"/>
                    <a:pt x="1314451" y="110490"/>
                    <a:pt x="1312546" y="109220"/>
                  </a:cubicBezTo>
                  <a:cubicBezTo>
                    <a:pt x="1310641" y="108585"/>
                    <a:pt x="1308736" y="107315"/>
                    <a:pt x="1306831" y="105410"/>
                  </a:cubicBezTo>
                  <a:cubicBezTo>
                    <a:pt x="1304926" y="103505"/>
                    <a:pt x="1303656" y="101600"/>
                    <a:pt x="1303021" y="99060"/>
                  </a:cubicBezTo>
                  <a:cubicBezTo>
                    <a:pt x="1302386" y="96520"/>
                    <a:pt x="1301751" y="93345"/>
                    <a:pt x="1301751" y="89535"/>
                  </a:cubicBezTo>
                  <a:lnTo>
                    <a:pt x="1301751" y="44450"/>
                  </a:lnTo>
                  <a:lnTo>
                    <a:pt x="1290956" y="44450"/>
                  </a:lnTo>
                  <a:lnTo>
                    <a:pt x="1290956" y="30480"/>
                  </a:lnTo>
                  <a:lnTo>
                    <a:pt x="1301751" y="30480"/>
                  </a:lnTo>
                  <a:lnTo>
                    <a:pt x="1301751" y="8255"/>
                  </a:lnTo>
                  <a:close/>
                  <a:moveTo>
                    <a:pt x="751206" y="0"/>
                  </a:moveTo>
                  <a:lnTo>
                    <a:pt x="751206" y="30480"/>
                  </a:lnTo>
                  <a:lnTo>
                    <a:pt x="770256" y="30480"/>
                  </a:lnTo>
                  <a:lnTo>
                    <a:pt x="770256" y="44450"/>
                  </a:lnTo>
                  <a:lnTo>
                    <a:pt x="751206" y="44450"/>
                  </a:lnTo>
                  <a:lnTo>
                    <a:pt x="751206" y="86995"/>
                  </a:lnTo>
                  <a:cubicBezTo>
                    <a:pt x="751206" y="86995"/>
                    <a:pt x="751206" y="90170"/>
                    <a:pt x="751206" y="91440"/>
                  </a:cubicBezTo>
                  <a:cubicBezTo>
                    <a:pt x="751206" y="92710"/>
                    <a:pt x="751841" y="93345"/>
                    <a:pt x="752476" y="94615"/>
                  </a:cubicBezTo>
                  <a:cubicBezTo>
                    <a:pt x="753111" y="95250"/>
                    <a:pt x="753746" y="95885"/>
                    <a:pt x="755016" y="95885"/>
                  </a:cubicBezTo>
                  <a:cubicBezTo>
                    <a:pt x="756286" y="95885"/>
                    <a:pt x="757556" y="95885"/>
                    <a:pt x="758826" y="95885"/>
                  </a:cubicBezTo>
                  <a:cubicBezTo>
                    <a:pt x="760731" y="95885"/>
                    <a:pt x="762636" y="95885"/>
                    <a:pt x="765176" y="95250"/>
                  </a:cubicBezTo>
                  <a:cubicBezTo>
                    <a:pt x="767081" y="94615"/>
                    <a:pt x="768986" y="93980"/>
                    <a:pt x="770256" y="93345"/>
                  </a:cubicBezTo>
                  <a:lnTo>
                    <a:pt x="768351" y="106680"/>
                  </a:lnTo>
                  <a:cubicBezTo>
                    <a:pt x="768351" y="106680"/>
                    <a:pt x="764541" y="108585"/>
                    <a:pt x="762001" y="109220"/>
                  </a:cubicBezTo>
                  <a:cubicBezTo>
                    <a:pt x="759461" y="109855"/>
                    <a:pt x="756921" y="110490"/>
                    <a:pt x="753746" y="110490"/>
                  </a:cubicBezTo>
                  <a:cubicBezTo>
                    <a:pt x="751206" y="110490"/>
                    <a:pt x="748666" y="110490"/>
                    <a:pt x="746761" y="109220"/>
                  </a:cubicBezTo>
                  <a:cubicBezTo>
                    <a:pt x="744856" y="108585"/>
                    <a:pt x="742951" y="107315"/>
                    <a:pt x="741045" y="105410"/>
                  </a:cubicBezTo>
                  <a:cubicBezTo>
                    <a:pt x="739141" y="103505"/>
                    <a:pt x="737871" y="101600"/>
                    <a:pt x="737236" y="99060"/>
                  </a:cubicBezTo>
                  <a:cubicBezTo>
                    <a:pt x="736600" y="96520"/>
                    <a:pt x="735966" y="93345"/>
                    <a:pt x="735966" y="89535"/>
                  </a:cubicBezTo>
                  <a:lnTo>
                    <a:pt x="735966" y="44450"/>
                  </a:lnTo>
                  <a:lnTo>
                    <a:pt x="725171" y="44450"/>
                  </a:lnTo>
                  <a:lnTo>
                    <a:pt x="725171" y="30480"/>
                  </a:lnTo>
                  <a:lnTo>
                    <a:pt x="735966" y="30480"/>
                  </a:lnTo>
                  <a:lnTo>
                    <a:pt x="735966" y="8255"/>
                  </a:lnTo>
                  <a:close/>
                  <a:moveTo>
                    <a:pt x="521335" y="0"/>
                  </a:moveTo>
                  <a:lnTo>
                    <a:pt x="521335" y="30480"/>
                  </a:lnTo>
                  <a:lnTo>
                    <a:pt x="540385" y="30480"/>
                  </a:lnTo>
                  <a:lnTo>
                    <a:pt x="540385" y="44450"/>
                  </a:lnTo>
                  <a:lnTo>
                    <a:pt x="521335" y="44450"/>
                  </a:lnTo>
                  <a:lnTo>
                    <a:pt x="521335" y="86995"/>
                  </a:lnTo>
                  <a:cubicBezTo>
                    <a:pt x="521335" y="86995"/>
                    <a:pt x="521335" y="90170"/>
                    <a:pt x="521335" y="91440"/>
                  </a:cubicBezTo>
                  <a:cubicBezTo>
                    <a:pt x="521335" y="92710"/>
                    <a:pt x="521970" y="93345"/>
                    <a:pt x="522605" y="94615"/>
                  </a:cubicBezTo>
                  <a:cubicBezTo>
                    <a:pt x="523240" y="95250"/>
                    <a:pt x="523875" y="95885"/>
                    <a:pt x="525145" y="95885"/>
                  </a:cubicBezTo>
                  <a:cubicBezTo>
                    <a:pt x="526415" y="95885"/>
                    <a:pt x="527685" y="95885"/>
                    <a:pt x="528955" y="95885"/>
                  </a:cubicBezTo>
                  <a:cubicBezTo>
                    <a:pt x="530860" y="95885"/>
                    <a:pt x="532765" y="95885"/>
                    <a:pt x="535305" y="95250"/>
                  </a:cubicBezTo>
                  <a:cubicBezTo>
                    <a:pt x="537210" y="94615"/>
                    <a:pt x="539115" y="93980"/>
                    <a:pt x="540385" y="93345"/>
                  </a:cubicBezTo>
                  <a:lnTo>
                    <a:pt x="538480" y="106680"/>
                  </a:lnTo>
                  <a:cubicBezTo>
                    <a:pt x="538480" y="106680"/>
                    <a:pt x="534670" y="108585"/>
                    <a:pt x="532130" y="109220"/>
                  </a:cubicBezTo>
                  <a:cubicBezTo>
                    <a:pt x="529590" y="109855"/>
                    <a:pt x="527050" y="110490"/>
                    <a:pt x="523875" y="110490"/>
                  </a:cubicBezTo>
                  <a:cubicBezTo>
                    <a:pt x="521335" y="110490"/>
                    <a:pt x="518795" y="110490"/>
                    <a:pt x="516890" y="109220"/>
                  </a:cubicBezTo>
                  <a:cubicBezTo>
                    <a:pt x="514985" y="108585"/>
                    <a:pt x="513080" y="107315"/>
                    <a:pt x="511175" y="105410"/>
                  </a:cubicBezTo>
                  <a:cubicBezTo>
                    <a:pt x="509270" y="103505"/>
                    <a:pt x="508000" y="101600"/>
                    <a:pt x="507365" y="99060"/>
                  </a:cubicBezTo>
                  <a:cubicBezTo>
                    <a:pt x="506730" y="96520"/>
                    <a:pt x="506095" y="93345"/>
                    <a:pt x="506095" y="89535"/>
                  </a:cubicBezTo>
                  <a:lnTo>
                    <a:pt x="506095" y="44450"/>
                  </a:lnTo>
                  <a:lnTo>
                    <a:pt x="495300" y="44450"/>
                  </a:lnTo>
                  <a:lnTo>
                    <a:pt x="495300" y="30480"/>
                  </a:lnTo>
                  <a:lnTo>
                    <a:pt x="506095" y="30480"/>
                  </a:lnTo>
                  <a:lnTo>
                    <a:pt x="506095" y="8255"/>
                  </a:lnTo>
                  <a:close/>
                  <a:moveTo>
                    <a:pt x="466724" y="0"/>
                  </a:moveTo>
                  <a:lnTo>
                    <a:pt x="466724" y="30480"/>
                  </a:lnTo>
                  <a:lnTo>
                    <a:pt x="485774" y="30480"/>
                  </a:lnTo>
                  <a:lnTo>
                    <a:pt x="485774" y="44450"/>
                  </a:lnTo>
                  <a:lnTo>
                    <a:pt x="466724" y="44450"/>
                  </a:lnTo>
                  <a:lnTo>
                    <a:pt x="466724" y="86995"/>
                  </a:lnTo>
                  <a:cubicBezTo>
                    <a:pt x="466724" y="86995"/>
                    <a:pt x="466724" y="90170"/>
                    <a:pt x="466724" y="91440"/>
                  </a:cubicBezTo>
                  <a:cubicBezTo>
                    <a:pt x="466724" y="92710"/>
                    <a:pt x="467359" y="93345"/>
                    <a:pt x="467994" y="94615"/>
                  </a:cubicBezTo>
                  <a:cubicBezTo>
                    <a:pt x="468629" y="95250"/>
                    <a:pt x="469264" y="95885"/>
                    <a:pt x="470534" y="95885"/>
                  </a:cubicBezTo>
                  <a:cubicBezTo>
                    <a:pt x="471804" y="95885"/>
                    <a:pt x="473074" y="95885"/>
                    <a:pt x="474344" y="95885"/>
                  </a:cubicBezTo>
                  <a:cubicBezTo>
                    <a:pt x="476249" y="95885"/>
                    <a:pt x="478154" y="95885"/>
                    <a:pt x="480694" y="95250"/>
                  </a:cubicBezTo>
                  <a:cubicBezTo>
                    <a:pt x="482599" y="94615"/>
                    <a:pt x="484504" y="93980"/>
                    <a:pt x="485774" y="93345"/>
                  </a:cubicBezTo>
                  <a:lnTo>
                    <a:pt x="483869" y="106680"/>
                  </a:lnTo>
                  <a:cubicBezTo>
                    <a:pt x="483869" y="106680"/>
                    <a:pt x="480059" y="108585"/>
                    <a:pt x="477519" y="109220"/>
                  </a:cubicBezTo>
                  <a:cubicBezTo>
                    <a:pt x="474979" y="109855"/>
                    <a:pt x="472439" y="110490"/>
                    <a:pt x="469264" y="110490"/>
                  </a:cubicBezTo>
                  <a:cubicBezTo>
                    <a:pt x="466724" y="110490"/>
                    <a:pt x="464184" y="110490"/>
                    <a:pt x="462279" y="109220"/>
                  </a:cubicBezTo>
                  <a:cubicBezTo>
                    <a:pt x="460374" y="108585"/>
                    <a:pt x="458469" y="107315"/>
                    <a:pt x="456564" y="105410"/>
                  </a:cubicBezTo>
                  <a:cubicBezTo>
                    <a:pt x="454659" y="103505"/>
                    <a:pt x="453389" y="101600"/>
                    <a:pt x="452754" y="99060"/>
                  </a:cubicBezTo>
                  <a:cubicBezTo>
                    <a:pt x="452119" y="96520"/>
                    <a:pt x="451484" y="93345"/>
                    <a:pt x="451484" y="89535"/>
                  </a:cubicBezTo>
                  <a:lnTo>
                    <a:pt x="451484" y="44450"/>
                  </a:lnTo>
                  <a:lnTo>
                    <a:pt x="440689" y="44450"/>
                  </a:lnTo>
                  <a:lnTo>
                    <a:pt x="440689" y="30480"/>
                  </a:lnTo>
                  <a:lnTo>
                    <a:pt x="451484" y="30480"/>
                  </a:lnTo>
                  <a:lnTo>
                    <a:pt x="451484" y="8255"/>
                  </a:lnTo>
                  <a:close/>
                  <a:moveTo>
                    <a:pt x="302259" y="0"/>
                  </a:moveTo>
                  <a:lnTo>
                    <a:pt x="302259" y="37465"/>
                  </a:lnTo>
                  <a:cubicBezTo>
                    <a:pt x="302259" y="37465"/>
                    <a:pt x="305434" y="34925"/>
                    <a:pt x="306704" y="33655"/>
                  </a:cubicBezTo>
                  <a:cubicBezTo>
                    <a:pt x="307974" y="33020"/>
                    <a:pt x="309244" y="31750"/>
                    <a:pt x="310514" y="31115"/>
                  </a:cubicBezTo>
                  <a:cubicBezTo>
                    <a:pt x="311784" y="30480"/>
                    <a:pt x="313689" y="29845"/>
                    <a:pt x="315594" y="29210"/>
                  </a:cubicBezTo>
                  <a:cubicBezTo>
                    <a:pt x="317499" y="29210"/>
                    <a:pt x="320039" y="28575"/>
                    <a:pt x="322579" y="28575"/>
                  </a:cubicBezTo>
                  <a:cubicBezTo>
                    <a:pt x="327024" y="28575"/>
                    <a:pt x="330834" y="29210"/>
                    <a:pt x="334644" y="31115"/>
                  </a:cubicBezTo>
                  <a:cubicBezTo>
                    <a:pt x="338454" y="32385"/>
                    <a:pt x="341629" y="34925"/>
                    <a:pt x="344169" y="38735"/>
                  </a:cubicBezTo>
                  <a:cubicBezTo>
                    <a:pt x="346709" y="41910"/>
                    <a:pt x="349249" y="46355"/>
                    <a:pt x="350519" y="51435"/>
                  </a:cubicBezTo>
                  <a:cubicBezTo>
                    <a:pt x="351789" y="56515"/>
                    <a:pt x="353059" y="62865"/>
                    <a:pt x="353059" y="70485"/>
                  </a:cubicBezTo>
                  <a:lnTo>
                    <a:pt x="352424" y="71120"/>
                  </a:lnTo>
                  <a:cubicBezTo>
                    <a:pt x="352424" y="77470"/>
                    <a:pt x="351789" y="83820"/>
                    <a:pt x="349884" y="88265"/>
                  </a:cubicBezTo>
                  <a:cubicBezTo>
                    <a:pt x="347979" y="93345"/>
                    <a:pt x="346074" y="97155"/>
                    <a:pt x="342899" y="100330"/>
                  </a:cubicBezTo>
                  <a:cubicBezTo>
                    <a:pt x="340359" y="103505"/>
                    <a:pt x="336549" y="106045"/>
                    <a:pt x="333374" y="107315"/>
                  </a:cubicBezTo>
                  <a:cubicBezTo>
                    <a:pt x="329564" y="109220"/>
                    <a:pt x="325754" y="109855"/>
                    <a:pt x="321944" y="109855"/>
                  </a:cubicBezTo>
                  <a:cubicBezTo>
                    <a:pt x="318134" y="109855"/>
                    <a:pt x="314324" y="109220"/>
                    <a:pt x="311149" y="107315"/>
                  </a:cubicBezTo>
                  <a:cubicBezTo>
                    <a:pt x="307339" y="105410"/>
                    <a:pt x="304799" y="103505"/>
                    <a:pt x="302259" y="100965"/>
                  </a:cubicBezTo>
                  <a:lnTo>
                    <a:pt x="302259" y="107950"/>
                  </a:lnTo>
                  <a:lnTo>
                    <a:pt x="287019" y="107950"/>
                  </a:lnTo>
                  <a:lnTo>
                    <a:pt x="287019" y="7620"/>
                  </a:lnTo>
                  <a:close/>
                </a:path>
              </a:pathLst>
            </a:custGeom>
            <a:solidFill>
              <a:schemeClr val="bg2"/>
            </a:solidFill>
            <a:ln w="63500" cap="flat">
              <a:noFill/>
              <a:prstDash val="solid"/>
              <a:miter/>
            </a:ln>
          </p:spPr>
          <p:txBody>
            <a:bodyPr rtlCol="0" anchor="ctr"/>
            <a:lstStyle/>
            <a:p>
              <a:endParaRPr lang="en-US">
                <a:solidFill>
                  <a:schemeClr val="bg1"/>
                </a:solidFill>
              </a:endParaRPr>
            </a:p>
          </p:txBody>
        </p:sp>
      </p:grpSp>
      <p:grpSp>
        <p:nvGrpSpPr>
          <p:cNvPr id="8" name="Group 7">
            <a:extLst>
              <a:ext uri="{FF2B5EF4-FFF2-40B4-BE49-F238E27FC236}">
                <a16:creationId xmlns:a16="http://schemas.microsoft.com/office/drawing/2014/main" id="{9BCC4E4E-DB60-AAA2-30B8-85FB27793E52}"/>
              </a:ext>
            </a:extLst>
          </p:cNvPr>
          <p:cNvGrpSpPr>
            <a:grpSpLocks noChangeAspect="1"/>
          </p:cNvGrpSpPr>
          <p:nvPr userDrawn="1"/>
        </p:nvGrpSpPr>
        <p:grpSpPr>
          <a:xfrm>
            <a:off x="10562024" y="5167683"/>
            <a:ext cx="1220400" cy="1285398"/>
            <a:chOff x="3913438" y="-99392"/>
            <a:chExt cx="6512821" cy="6859693"/>
          </a:xfrm>
        </p:grpSpPr>
        <p:sp>
          <p:nvSpPr>
            <p:cNvPr id="9" name="Freeform: Shape 8">
              <a:extLst>
                <a:ext uri="{FF2B5EF4-FFF2-40B4-BE49-F238E27FC236}">
                  <a16:creationId xmlns:a16="http://schemas.microsoft.com/office/drawing/2014/main" id="{9754C697-8757-DBD8-0F47-66719448588D}"/>
                </a:ext>
              </a:extLst>
            </p:cNvPr>
            <p:cNvSpPr/>
            <p:nvPr/>
          </p:nvSpPr>
          <p:spPr>
            <a:xfrm>
              <a:off x="5319751" y="-99392"/>
              <a:ext cx="4303606" cy="1570696"/>
            </a:xfrm>
            <a:custGeom>
              <a:avLst/>
              <a:gdLst>
                <a:gd name="connsiteX0" fmla="*/ 4303607 w 4303606"/>
                <a:gd name="connsiteY0" fmla="*/ 0 h 1570696"/>
                <a:gd name="connsiteX1" fmla="*/ 0 w 4303606"/>
                <a:gd name="connsiteY1" fmla="*/ 1570697 h 1570696"/>
                <a:gd name="connsiteX2" fmla="*/ 4303607 w 4303606"/>
                <a:gd name="connsiteY2" fmla="*/ 810521 h 1570696"/>
                <a:gd name="connsiteX3" fmla="*/ 4303607 w 4303606"/>
                <a:gd name="connsiteY3" fmla="*/ 0 h 1570696"/>
              </a:gdLst>
              <a:ahLst/>
              <a:cxnLst>
                <a:cxn ang="0">
                  <a:pos x="connsiteX0" y="connsiteY0"/>
                </a:cxn>
                <a:cxn ang="0">
                  <a:pos x="connsiteX1" y="connsiteY1"/>
                </a:cxn>
                <a:cxn ang="0">
                  <a:pos x="connsiteX2" y="connsiteY2"/>
                </a:cxn>
                <a:cxn ang="0">
                  <a:pos x="connsiteX3" y="connsiteY3"/>
                </a:cxn>
              </a:cxnLst>
              <a:rect l="l" t="t" r="r" b="b"/>
              <a:pathLst>
                <a:path w="4303606" h="1570696">
                  <a:moveTo>
                    <a:pt x="4303607" y="0"/>
                  </a:moveTo>
                  <a:lnTo>
                    <a:pt x="0" y="1570697"/>
                  </a:lnTo>
                  <a:lnTo>
                    <a:pt x="4303607" y="810521"/>
                  </a:lnTo>
                  <a:lnTo>
                    <a:pt x="4303607" y="0"/>
                  </a:lnTo>
                  <a:close/>
                </a:path>
              </a:pathLst>
            </a:custGeom>
            <a:solidFill>
              <a:srgbClr val="FFE600"/>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sp>
          <p:nvSpPr>
            <p:cNvPr id="10" name="Freeform: Shape 9">
              <a:extLst>
                <a:ext uri="{FF2B5EF4-FFF2-40B4-BE49-F238E27FC236}">
                  <a16:creationId xmlns:a16="http://schemas.microsoft.com/office/drawing/2014/main" id="{87170ED6-7576-7DC6-7CD2-493AB81FDB32}"/>
                </a:ext>
              </a:extLst>
            </p:cNvPr>
            <p:cNvSpPr/>
            <p:nvPr/>
          </p:nvSpPr>
          <p:spPr>
            <a:xfrm>
              <a:off x="5357395" y="2124345"/>
              <a:ext cx="3613052" cy="2176910"/>
            </a:xfrm>
            <a:custGeom>
              <a:avLst/>
              <a:gdLst>
                <a:gd name="connsiteX0" fmla="*/ 652845 w 3613052"/>
                <a:gd name="connsiteY0" fmla="*/ 1676205 h 2176910"/>
                <a:gd name="connsiteX1" fmla="*/ 1741463 w 3613052"/>
                <a:gd name="connsiteY1" fmla="*/ 1676205 h 2176910"/>
                <a:gd name="connsiteX2" fmla="*/ 1741463 w 3613052"/>
                <a:gd name="connsiteY2" fmla="*/ 2176910 h 2176910"/>
                <a:gd name="connsiteX3" fmla="*/ 0 w 3613052"/>
                <a:gd name="connsiteY3" fmla="*/ 2176910 h 2176910"/>
                <a:gd name="connsiteX4" fmla="*/ 0 w 3613052"/>
                <a:gd name="connsiteY4" fmla="*/ 0 h 2176910"/>
                <a:gd name="connsiteX5" fmla="*/ 1234766 w 3613052"/>
                <a:gd name="connsiteY5" fmla="*/ 0 h 2176910"/>
                <a:gd name="connsiteX6" fmla="*/ 1523675 w 3613052"/>
                <a:gd name="connsiteY6" fmla="*/ 500706 h 2176910"/>
                <a:gd name="connsiteX7" fmla="*/ 652910 w 3613052"/>
                <a:gd name="connsiteY7" fmla="*/ 500706 h 2176910"/>
                <a:gd name="connsiteX8" fmla="*/ 652910 w 3613052"/>
                <a:gd name="connsiteY8" fmla="*/ 859953 h 2176910"/>
                <a:gd name="connsiteX9" fmla="*/ 1440050 w 3613052"/>
                <a:gd name="connsiteY9" fmla="*/ 859953 h 2176910"/>
                <a:gd name="connsiteX10" fmla="*/ 1440050 w 3613052"/>
                <a:gd name="connsiteY10" fmla="*/ 1317022 h 2176910"/>
                <a:gd name="connsiteX11" fmla="*/ 652910 w 3613052"/>
                <a:gd name="connsiteY11" fmla="*/ 1317022 h 2176910"/>
                <a:gd name="connsiteX12" fmla="*/ 652910 w 3613052"/>
                <a:gd name="connsiteY12" fmla="*/ 1676205 h 2176910"/>
                <a:gd name="connsiteX13" fmla="*/ 2900485 w 3613052"/>
                <a:gd name="connsiteY13" fmla="*/ 0 h 2176910"/>
                <a:gd name="connsiteX14" fmla="*/ 2530687 w 3613052"/>
                <a:gd name="connsiteY14" fmla="*/ 710418 h 2176910"/>
                <a:gd name="connsiteX15" fmla="*/ 2161801 w 3613052"/>
                <a:gd name="connsiteY15" fmla="*/ 0 h 2176910"/>
                <a:gd name="connsiteX16" fmla="*/ 1439985 w 3613052"/>
                <a:gd name="connsiteY16" fmla="*/ 0 h 2176910"/>
                <a:gd name="connsiteX17" fmla="*/ 2200552 w 3613052"/>
                <a:gd name="connsiteY17" fmla="*/ 1317022 h 2176910"/>
                <a:gd name="connsiteX18" fmla="*/ 2200552 w 3613052"/>
                <a:gd name="connsiteY18" fmla="*/ 2176910 h 2176910"/>
                <a:gd name="connsiteX19" fmla="*/ 2851443 w 3613052"/>
                <a:gd name="connsiteY19" fmla="*/ 2176910 h 2176910"/>
                <a:gd name="connsiteX20" fmla="*/ 2851443 w 3613052"/>
                <a:gd name="connsiteY20" fmla="*/ 1317022 h 2176910"/>
                <a:gd name="connsiteX21" fmla="*/ 3613053 w 3613052"/>
                <a:gd name="connsiteY21" fmla="*/ 0 h 2176910"/>
                <a:gd name="connsiteX22" fmla="*/ 2900485 w 3613052"/>
                <a:gd name="connsiteY22" fmla="*/ 0 h 2176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613052" h="2176910">
                  <a:moveTo>
                    <a:pt x="652845" y="1676205"/>
                  </a:moveTo>
                  <a:lnTo>
                    <a:pt x="1741463" y="1676205"/>
                  </a:lnTo>
                  <a:lnTo>
                    <a:pt x="1741463" y="2176910"/>
                  </a:lnTo>
                  <a:lnTo>
                    <a:pt x="0" y="2176910"/>
                  </a:lnTo>
                  <a:lnTo>
                    <a:pt x="0" y="0"/>
                  </a:lnTo>
                  <a:lnTo>
                    <a:pt x="1234766" y="0"/>
                  </a:lnTo>
                  <a:lnTo>
                    <a:pt x="1523675" y="500706"/>
                  </a:lnTo>
                  <a:lnTo>
                    <a:pt x="652910" y="500706"/>
                  </a:lnTo>
                  <a:lnTo>
                    <a:pt x="652910" y="859953"/>
                  </a:lnTo>
                  <a:lnTo>
                    <a:pt x="1440050" y="859953"/>
                  </a:lnTo>
                  <a:lnTo>
                    <a:pt x="1440050" y="1317022"/>
                  </a:lnTo>
                  <a:lnTo>
                    <a:pt x="652910" y="1317022"/>
                  </a:lnTo>
                  <a:lnTo>
                    <a:pt x="652910" y="1676205"/>
                  </a:lnTo>
                  <a:close/>
                  <a:moveTo>
                    <a:pt x="2900485" y="0"/>
                  </a:moveTo>
                  <a:lnTo>
                    <a:pt x="2530687" y="710418"/>
                  </a:lnTo>
                  <a:lnTo>
                    <a:pt x="2161801" y="0"/>
                  </a:lnTo>
                  <a:lnTo>
                    <a:pt x="1439985" y="0"/>
                  </a:lnTo>
                  <a:lnTo>
                    <a:pt x="2200552" y="1317022"/>
                  </a:lnTo>
                  <a:lnTo>
                    <a:pt x="2200552" y="2176910"/>
                  </a:lnTo>
                  <a:lnTo>
                    <a:pt x="2851443" y="2176910"/>
                  </a:lnTo>
                  <a:lnTo>
                    <a:pt x="2851443" y="1317022"/>
                  </a:lnTo>
                  <a:lnTo>
                    <a:pt x="3613053" y="0"/>
                  </a:lnTo>
                  <a:lnTo>
                    <a:pt x="2900485" y="0"/>
                  </a:lnTo>
                  <a:close/>
                </a:path>
              </a:pathLst>
            </a:custGeom>
            <a:solidFill>
              <a:schemeClr val="bg2"/>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sp>
          <p:nvSpPr>
            <p:cNvPr id="13" name="Freeform: Shape 12">
              <a:extLst>
                <a:ext uri="{FF2B5EF4-FFF2-40B4-BE49-F238E27FC236}">
                  <a16:creationId xmlns:a16="http://schemas.microsoft.com/office/drawing/2014/main" id="{76BDFD37-5DF4-83FC-13C7-1622C7EA37EB}"/>
                </a:ext>
              </a:extLst>
            </p:cNvPr>
            <p:cNvSpPr/>
            <p:nvPr/>
          </p:nvSpPr>
          <p:spPr>
            <a:xfrm>
              <a:off x="3913438" y="5111711"/>
              <a:ext cx="6512821" cy="1648590"/>
            </a:xfrm>
            <a:custGeom>
              <a:avLst/>
              <a:gdLst>
                <a:gd name="connsiteX0" fmla="*/ 5071143 w 6512821"/>
                <a:gd name="connsiteY0" fmla="*/ 1396740 h 1648590"/>
                <a:gd name="connsiteX1" fmla="*/ 5069124 w 6512821"/>
                <a:gd name="connsiteY1" fmla="*/ 1438552 h 1648590"/>
                <a:gd name="connsiteX2" fmla="*/ 4777545 w 6512821"/>
                <a:gd name="connsiteY2" fmla="*/ 1438552 h 1648590"/>
                <a:gd name="connsiteX3" fmla="*/ 4880513 w 6512821"/>
                <a:gd name="connsiteY3" fmla="*/ 1533378 h 1648590"/>
                <a:gd name="connsiteX4" fmla="*/ 4964137 w 6512821"/>
                <a:gd name="connsiteY4" fmla="*/ 1499707 h 1648590"/>
                <a:gd name="connsiteX5" fmla="*/ 5049781 w 6512821"/>
                <a:gd name="connsiteY5" fmla="*/ 1572065 h 1648590"/>
                <a:gd name="connsiteX6" fmla="*/ 4875433 w 6512821"/>
                <a:gd name="connsiteY6" fmla="*/ 1648525 h 1648590"/>
                <a:gd name="connsiteX7" fmla="*/ 4654192 w 6512821"/>
                <a:gd name="connsiteY7" fmla="*/ 1398759 h 1648590"/>
                <a:gd name="connsiteX8" fmla="*/ 4867292 w 6512821"/>
                <a:gd name="connsiteY8" fmla="*/ 1146908 h 1648590"/>
                <a:gd name="connsiteX9" fmla="*/ 5071208 w 6512821"/>
                <a:gd name="connsiteY9" fmla="*/ 1396675 h 1648590"/>
                <a:gd name="connsiteX10" fmla="*/ 4779564 w 6512821"/>
                <a:gd name="connsiteY10" fmla="*/ 1344767 h 1648590"/>
                <a:gd name="connsiteX11" fmla="*/ 4950851 w 6512821"/>
                <a:gd name="connsiteY11" fmla="*/ 1344767 h 1648590"/>
                <a:gd name="connsiteX12" fmla="*/ 4863189 w 6512821"/>
                <a:gd name="connsiteY12" fmla="*/ 1254044 h 1648590"/>
                <a:gd name="connsiteX13" fmla="*/ 4779564 w 6512821"/>
                <a:gd name="connsiteY13" fmla="*/ 1344767 h 1648590"/>
                <a:gd name="connsiteX14" fmla="*/ 6512756 w 6512821"/>
                <a:gd name="connsiteY14" fmla="*/ 1396740 h 1648590"/>
                <a:gd name="connsiteX15" fmla="*/ 6510737 w 6512821"/>
                <a:gd name="connsiteY15" fmla="*/ 1438552 h 1648590"/>
                <a:gd name="connsiteX16" fmla="*/ 6219158 w 6512821"/>
                <a:gd name="connsiteY16" fmla="*/ 1438552 h 1648590"/>
                <a:gd name="connsiteX17" fmla="*/ 6322126 w 6512821"/>
                <a:gd name="connsiteY17" fmla="*/ 1533378 h 1648590"/>
                <a:gd name="connsiteX18" fmla="*/ 6405751 w 6512821"/>
                <a:gd name="connsiteY18" fmla="*/ 1499707 h 1648590"/>
                <a:gd name="connsiteX19" fmla="*/ 6491394 w 6512821"/>
                <a:gd name="connsiteY19" fmla="*/ 1572065 h 1648590"/>
                <a:gd name="connsiteX20" fmla="*/ 6317046 w 6512821"/>
                <a:gd name="connsiteY20" fmla="*/ 1648525 h 1648590"/>
                <a:gd name="connsiteX21" fmla="*/ 6095805 w 6512821"/>
                <a:gd name="connsiteY21" fmla="*/ 1398759 h 1648590"/>
                <a:gd name="connsiteX22" fmla="*/ 6308905 w 6512821"/>
                <a:gd name="connsiteY22" fmla="*/ 1146908 h 1648590"/>
                <a:gd name="connsiteX23" fmla="*/ 6512821 w 6512821"/>
                <a:gd name="connsiteY23" fmla="*/ 1396675 h 1648590"/>
                <a:gd name="connsiteX24" fmla="*/ 6221177 w 6512821"/>
                <a:gd name="connsiteY24" fmla="*/ 1344767 h 1648590"/>
                <a:gd name="connsiteX25" fmla="*/ 6392465 w 6512821"/>
                <a:gd name="connsiteY25" fmla="*/ 1344767 h 1648590"/>
                <a:gd name="connsiteX26" fmla="*/ 6304802 w 6512821"/>
                <a:gd name="connsiteY26" fmla="*/ 1254044 h 1648590"/>
                <a:gd name="connsiteX27" fmla="*/ 6221177 w 6512821"/>
                <a:gd name="connsiteY27" fmla="*/ 1344767 h 1648590"/>
                <a:gd name="connsiteX28" fmla="*/ 5978509 w 6512821"/>
                <a:gd name="connsiteY28" fmla="*/ 1467143 h 1648590"/>
                <a:gd name="connsiteX29" fmla="*/ 6058031 w 6512821"/>
                <a:gd name="connsiteY29" fmla="*/ 1542561 h 1648590"/>
                <a:gd name="connsiteX30" fmla="*/ 5866359 w 6512821"/>
                <a:gd name="connsiteY30" fmla="*/ 1648590 h 1648590"/>
                <a:gd name="connsiteX31" fmla="*/ 5637954 w 6512821"/>
                <a:gd name="connsiteY31" fmla="*/ 1398823 h 1648590"/>
                <a:gd name="connsiteX32" fmla="*/ 5868378 w 6512821"/>
                <a:gd name="connsiteY32" fmla="*/ 1146973 h 1648590"/>
                <a:gd name="connsiteX33" fmla="*/ 6056989 w 6512821"/>
                <a:gd name="connsiteY33" fmla="*/ 1250983 h 1648590"/>
                <a:gd name="connsiteX34" fmla="*/ 5975448 w 6512821"/>
                <a:gd name="connsiteY34" fmla="*/ 1333565 h 1648590"/>
                <a:gd name="connsiteX35" fmla="*/ 5867401 w 6512821"/>
                <a:gd name="connsiteY35" fmla="*/ 1266288 h 1648590"/>
                <a:gd name="connsiteX36" fmla="*/ 5766452 w 6512821"/>
                <a:gd name="connsiteY36" fmla="*/ 1396804 h 1648590"/>
                <a:gd name="connsiteX37" fmla="*/ 5868378 w 6512821"/>
                <a:gd name="connsiteY37" fmla="*/ 1528299 h 1648590"/>
                <a:gd name="connsiteX38" fmla="*/ 5978509 w 6512821"/>
                <a:gd name="connsiteY38" fmla="*/ 1467143 h 1648590"/>
                <a:gd name="connsiteX39" fmla="*/ 4869246 w 6512821"/>
                <a:gd name="connsiteY39" fmla="*/ 667825 h 1648590"/>
                <a:gd name="connsiteX40" fmla="*/ 4750973 w 6512821"/>
                <a:gd name="connsiteY40" fmla="*/ 667825 h 1648590"/>
                <a:gd name="connsiteX41" fmla="*/ 4750973 w 6512821"/>
                <a:gd name="connsiteY41" fmla="*/ 634153 h 1648590"/>
                <a:gd name="connsiteX42" fmla="*/ 4638822 w 6512821"/>
                <a:gd name="connsiteY42" fmla="*/ 677984 h 1648590"/>
                <a:gd name="connsiteX43" fmla="*/ 4467535 w 6512821"/>
                <a:gd name="connsiteY43" fmla="*/ 458763 h 1648590"/>
                <a:gd name="connsiteX44" fmla="*/ 4467535 w 6512821"/>
                <a:gd name="connsiteY44" fmla="*/ 186527 h 1648590"/>
                <a:gd name="connsiteX45" fmla="*/ 4587827 w 6512821"/>
                <a:gd name="connsiteY45" fmla="*/ 186527 h 1648590"/>
                <a:gd name="connsiteX46" fmla="*/ 4587827 w 6512821"/>
                <a:gd name="connsiteY46" fmla="*/ 448538 h 1648590"/>
                <a:gd name="connsiteX47" fmla="*/ 4668390 w 6512821"/>
                <a:gd name="connsiteY47" fmla="*/ 562708 h 1648590"/>
                <a:gd name="connsiteX48" fmla="*/ 4748954 w 6512821"/>
                <a:gd name="connsiteY48" fmla="*/ 452576 h 1648590"/>
                <a:gd name="connsiteX49" fmla="*/ 4748954 w 6512821"/>
                <a:gd name="connsiteY49" fmla="*/ 186462 h 1648590"/>
                <a:gd name="connsiteX50" fmla="*/ 4869246 w 6512821"/>
                <a:gd name="connsiteY50" fmla="*/ 186462 h 1648590"/>
                <a:gd name="connsiteX51" fmla="*/ 4869246 w 6512821"/>
                <a:gd name="connsiteY51" fmla="*/ 667695 h 1648590"/>
                <a:gd name="connsiteX52" fmla="*/ 5244449 w 6512821"/>
                <a:gd name="connsiteY52" fmla="*/ 527083 h 1648590"/>
                <a:gd name="connsiteX53" fmla="*/ 5227125 w 6512821"/>
                <a:gd name="connsiteY53" fmla="*/ 649458 h 1648590"/>
                <a:gd name="connsiteX54" fmla="*/ 5128261 w 6512821"/>
                <a:gd name="connsiteY54" fmla="*/ 677984 h 1648590"/>
                <a:gd name="connsiteX55" fmla="*/ 4997744 w 6512821"/>
                <a:gd name="connsiteY55" fmla="*/ 535224 h 1648590"/>
                <a:gd name="connsiteX56" fmla="*/ 4997744 w 6512821"/>
                <a:gd name="connsiteY56" fmla="*/ 301739 h 1648590"/>
                <a:gd name="connsiteX57" fmla="*/ 4928447 w 6512821"/>
                <a:gd name="connsiteY57" fmla="*/ 301739 h 1648590"/>
                <a:gd name="connsiteX58" fmla="*/ 4928447 w 6512821"/>
                <a:gd name="connsiteY58" fmla="*/ 186527 h 1648590"/>
                <a:gd name="connsiteX59" fmla="*/ 4997744 w 6512821"/>
                <a:gd name="connsiteY59" fmla="*/ 186527 h 1648590"/>
                <a:gd name="connsiteX60" fmla="*/ 4997744 w 6512821"/>
                <a:gd name="connsiteY60" fmla="*/ 61155 h 1648590"/>
                <a:gd name="connsiteX61" fmla="*/ 5118035 w 6512821"/>
                <a:gd name="connsiteY61" fmla="*/ 0 h 1648590"/>
                <a:gd name="connsiteX62" fmla="*/ 5118035 w 6512821"/>
                <a:gd name="connsiteY62" fmla="*/ 186592 h 1648590"/>
                <a:gd name="connsiteX63" fmla="*/ 5232205 w 6512821"/>
                <a:gd name="connsiteY63" fmla="*/ 186592 h 1648590"/>
                <a:gd name="connsiteX64" fmla="*/ 5232205 w 6512821"/>
                <a:gd name="connsiteY64" fmla="*/ 301804 h 1648590"/>
                <a:gd name="connsiteX65" fmla="*/ 5118035 w 6512821"/>
                <a:gd name="connsiteY65" fmla="*/ 301804 h 1648590"/>
                <a:gd name="connsiteX66" fmla="*/ 5118035 w 6512821"/>
                <a:gd name="connsiteY66" fmla="*/ 503701 h 1648590"/>
                <a:gd name="connsiteX67" fmla="*/ 5164928 w 6512821"/>
                <a:gd name="connsiteY67" fmla="*/ 560819 h 1648590"/>
                <a:gd name="connsiteX68" fmla="*/ 5244449 w 6512821"/>
                <a:gd name="connsiteY68" fmla="*/ 527148 h 1648590"/>
                <a:gd name="connsiteX69" fmla="*/ 3417407 w 6512821"/>
                <a:gd name="connsiteY69" fmla="*/ 667825 h 1648590"/>
                <a:gd name="connsiteX70" fmla="*/ 3297116 w 6512821"/>
                <a:gd name="connsiteY70" fmla="*/ 667825 h 1648590"/>
                <a:gd name="connsiteX71" fmla="*/ 3297116 w 6512821"/>
                <a:gd name="connsiteY71" fmla="*/ 405814 h 1648590"/>
                <a:gd name="connsiteX72" fmla="*/ 3215575 w 6512821"/>
                <a:gd name="connsiteY72" fmla="*/ 292621 h 1648590"/>
                <a:gd name="connsiteX73" fmla="*/ 3132993 w 6512821"/>
                <a:gd name="connsiteY73" fmla="*/ 402753 h 1648590"/>
                <a:gd name="connsiteX74" fmla="*/ 3132993 w 6512821"/>
                <a:gd name="connsiteY74" fmla="*/ 667825 h 1648590"/>
                <a:gd name="connsiteX75" fmla="*/ 3012701 w 6512821"/>
                <a:gd name="connsiteY75" fmla="*/ 667825 h 1648590"/>
                <a:gd name="connsiteX76" fmla="*/ 3012701 w 6512821"/>
                <a:gd name="connsiteY76" fmla="*/ 61221 h 1648590"/>
                <a:gd name="connsiteX77" fmla="*/ 3132993 w 6512821"/>
                <a:gd name="connsiteY77" fmla="*/ 65 h 1648590"/>
                <a:gd name="connsiteX78" fmla="*/ 3132993 w 6512821"/>
                <a:gd name="connsiteY78" fmla="*/ 220264 h 1648590"/>
                <a:gd name="connsiteX79" fmla="*/ 3246186 w 6512821"/>
                <a:gd name="connsiteY79" fmla="*/ 176432 h 1648590"/>
                <a:gd name="connsiteX80" fmla="*/ 3417473 w 6512821"/>
                <a:gd name="connsiteY80" fmla="*/ 396631 h 1648590"/>
                <a:gd name="connsiteX81" fmla="*/ 3417473 w 6512821"/>
                <a:gd name="connsiteY81" fmla="*/ 667825 h 1648590"/>
                <a:gd name="connsiteX82" fmla="*/ 5564554 w 6512821"/>
                <a:gd name="connsiteY82" fmla="*/ 1638365 h 1648590"/>
                <a:gd name="connsiteX83" fmla="*/ 5440160 w 6512821"/>
                <a:gd name="connsiteY83" fmla="*/ 1638365 h 1648590"/>
                <a:gd name="connsiteX84" fmla="*/ 5440160 w 6512821"/>
                <a:gd name="connsiteY84" fmla="*/ 1376355 h 1648590"/>
                <a:gd name="connsiteX85" fmla="*/ 5357577 w 6512821"/>
                <a:gd name="connsiteY85" fmla="*/ 1264204 h 1648590"/>
                <a:gd name="connsiteX86" fmla="*/ 5273952 w 6512821"/>
                <a:gd name="connsiteY86" fmla="*/ 1373293 h 1648590"/>
                <a:gd name="connsiteX87" fmla="*/ 5273952 w 6512821"/>
                <a:gd name="connsiteY87" fmla="*/ 1638365 h 1648590"/>
                <a:gd name="connsiteX88" fmla="*/ 5149558 w 6512821"/>
                <a:gd name="connsiteY88" fmla="*/ 1638365 h 1648590"/>
                <a:gd name="connsiteX89" fmla="*/ 5149558 w 6512821"/>
                <a:gd name="connsiteY89" fmla="*/ 1157133 h 1648590"/>
                <a:gd name="connsiteX90" fmla="*/ 5273952 w 6512821"/>
                <a:gd name="connsiteY90" fmla="*/ 1157133 h 1648590"/>
                <a:gd name="connsiteX91" fmla="*/ 5273952 w 6512821"/>
                <a:gd name="connsiteY91" fmla="*/ 1189762 h 1648590"/>
                <a:gd name="connsiteX92" fmla="*/ 5391183 w 6512821"/>
                <a:gd name="connsiteY92" fmla="*/ 1146973 h 1648590"/>
                <a:gd name="connsiteX93" fmla="*/ 5564490 w 6512821"/>
                <a:gd name="connsiteY93" fmla="*/ 1366195 h 1648590"/>
                <a:gd name="connsiteX94" fmla="*/ 5564490 w 6512821"/>
                <a:gd name="connsiteY94" fmla="*/ 1638430 h 1648590"/>
                <a:gd name="connsiteX95" fmla="*/ 4008772 w 6512821"/>
                <a:gd name="connsiteY95" fmla="*/ 1115386 h 1648590"/>
                <a:gd name="connsiteX96" fmla="*/ 4080152 w 6512821"/>
                <a:gd name="connsiteY96" fmla="*/ 1044005 h 1648590"/>
                <a:gd name="connsiteX97" fmla="*/ 4008772 w 6512821"/>
                <a:gd name="connsiteY97" fmla="*/ 972624 h 1648590"/>
                <a:gd name="connsiteX98" fmla="*/ 3937391 w 6512821"/>
                <a:gd name="connsiteY98" fmla="*/ 1044005 h 1648590"/>
                <a:gd name="connsiteX99" fmla="*/ 4008772 w 6512821"/>
                <a:gd name="connsiteY99" fmla="*/ 1115386 h 1648590"/>
                <a:gd name="connsiteX100" fmla="*/ 829864 w 6512821"/>
                <a:gd name="connsiteY100" fmla="*/ 1115386 h 1648590"/>
                <a:gd name="connsiteX101" fmla="*/ 901244 w 6512821"/>
                <a:gd name="connsiteY101" fmla="*/ 1044005 h 1648590"/>
                <a:gd name="connsiteX102" fmla="*/ 829864 w 6512821"/>
                <a:gd name="connsiteY102" fmla="*/ 972624 h 1648590"/>
                <a:gd name="connsiteX103" fmla="*/ 758483 w 6512821"/>
                <a:gd name="connsiteY103" fmla="*/ 1044005 h 1648590"/>
                <a:gd name="connsiteX104" fmla="*/ 829864 w 6512821"/>
                <a:gd name="connsiteY104" fmla="*/ 1115386 h 1648590"/>
                <a:gd name="connsiteX105" fmla="*/ 6512756 w 6512821"/>
                <a:gd name="connsiteY105" fmla="*/ 426134 h 1648590"/>
                <a:gd name="connsiteX106" fmla="*/ 6510737 w 6512821"/>
                <a:gd name="connsiteY106" fmla="*/ 467946 h 1648590"/>
                <a:gd name="connsiteX107" fmla="*/ 6219158 w 6512821"/>
                <a:gd name="connsiteY107" fmla="*/ 467946 h 1648590"/>
                <a:gd name="connsiteX108" fmla="*/ 6322126 w 6512821"/>
                <a:gd name="connsiteY108" fmla="*/ 562773 h 1648590"/>
                <a:gd name="connsiteX109" fmla="*/ 6405751 w 6512821"/>
                <a:gd name="connsiteY109" fmla="*/ 529102 h 1648590"/>
                <a:gd name="connsiteX110" fmla="*/ 6491394 w 6512821"/>
                <a:gd name="connsiteY110" fmla="*/ 601459 h 1648590"/>
                <a:gd name="connsiteX111" fmla="*/ 6317046 w 6512821"/>
                <a:gd name="connsiteY111" fmla="*/ 677919 h 1648590"/>
                <a:gd name="connsiteX112" fmla="*/ 6095805 w 6512821"/>
                <a:gd name="connsiteY112" fmla="*/ 428153 h 1648590"/>
                <a:gd name="connsiteX113" fmla="*/ 6308905 w 6512821"/>
                <a:gd name="connsiteY113" fmla="*/ 176302 h 1648590"/>
                <a:gd name="connsiteX114" fmla="*/ 6512821 w 6512821"/>
                <a:gd name="connsiteY114" fmla="*/ 426069 h 1648590"/>
                <a:gd name="connsiteX115" fmla="*/ 6221177 w 6512821"/>
                <a:gd name="connsiteY115" fmla="*/ 374162 h 1648590"/>
                <a:gd name="connsiteX116" fmla="*/ 6392465 w 6512821"/>
                <a:gd name="connsiteY116" fmla="*/ 374162 h 1648590"/>
                <a:gd name="connsiteX117" fmla="*/ 6304802 w 6512821"/>
                <a:gd name="connsiteY117" fmla="*/ 283438 h 1648590"/>
                <a:gd name="connsiteX118" fmla="*/ 6221177 w 6512821"/>
                <a:gd name="connsiteY118" fmla="*/ 374162 h 1648590"/>
                <a:gd name="connsiteX119" fmla="*/ 5702235 w 6512821"/>
                <a:gd name="connsiteY119" fmla="*/ 667825 h 1648590"/>
                <a:gd name="connsiteX120" fmla="*/ 5583963 w 6512821"/>
                <a:gd name="connsiteY120" fmla="*/ 667825 h 1648590"/>
                <a:gd name="connsiteX121" fmla="*/ 5583963 w 6512821"/>
                <a:gd name="connsiteY121" fmla="*/ 634153 h 1648590"/>
                <a:gd name="connsiteX122" fmla="*/ 5471812 w 6512821"/>
                <a:gd name="connsiteY122" fmla="*/ 677984 h 1648590"/>
                <a:gd name="connsiteX123" fmla="*/ 5300525 w 6512821"/>
                <a:gd name="connsiteY123" fmla="*/ 458763 h 1648590"/>
                <a:gd name="connsiteX124" fmla="*/ 5300525 w 6512821"/>
                <a:gd name="connsiteY124" fmla="*/ 186527 h 1648590"/>
                <a:gd name="connsiteX125" fmla="*/ 5420817 w 6512821"/>
                <a:gd name="connsiteY125" fmla="*/ 186527 h 1648590"/>
                <a:gd name="connsiteX126" fmla="*/ 5420817 w 6512821"/>
                <a:gd name="connsiteY126" fmla="*/ 448538 h 1648590"/>
                <a:gd name="connsiteX127" fmla="*/ 5501380 w 6512821"/>
                <a:gd name="connsiteY127" fmla="*/ 562708 h 1648590"/>
                <a:gd name="connsiteX128" fmla="*/ 5581944 w 6512821"/>
                <a:gd name="connsiteY128" fmla="*/ 452576 h 1648590"/>
                <a:gd name="connsiteX129" fmla="*/ 5581944 w 6512821"/>
                <a:gd name="connsiteY129" fmla="*/ 186462 h 1648590"/>
                <a:gd name="connsiteX130" fmla="*/ 5702235 w 6512821"/>
                <a:gd name="connsiteY130" fmla="*/ 186462 h 1648590"/>
                <a:gd name="connsiteX131" fmla="*/ 5702235 w 6512821"/>
                <a:gd name="connsiteY131" fmla="*/ 667695 h 1648590"/>
                <a:gd name="connsiteX132" fmla="*/ 3895579 w 6512821"/>
                <a:gd name="connsiteY132" fmla="*/ 426134 h 1648590"/>
                <a:gd name="connsiteX133" fmla="*/ 3893560 w 6512821"/>
                <a:gd name="connsiteY133" fmla="*/ 467946 h 1648590"/>
                <a:gd name="connsiteX134" fmla="*/ 3601981 w 6512821"/>
                <a:gd name="connsiteY134" fmla="*/ 467946 h 1648590"/>
                <a:gd name="connsiteX135" fmla="*/ 3704949 w 6512821"/>
                <a:gd name="connsiteY135" fmla="*/ 562773 h 1648590"/>
                <a:gd name="connsiteX136" fmla="*/ 3788573 w 6512821"/>
                <a:gd name="connsiteY136" fmla="*/ 529102 h 1648590"/>
                <a:gd name="connsiteX137" fmla="*/ 3874217 w 6512821"/>
                <a:gd name="connsiteY137" fmla="*/ 601459 h 1648590"/>
                <a:gd name="connsiteX138" fmla="*/ 3699868 w 6512821"/>
                <a:gd name="connsiteY138" fmla="*/ 677919 h 1648590"/>
                <a:gd name="connsiteX139" fmla="*/ 3478628 w 6512821"/>
                <a:gd name="connsiteY139" fmla="*/ 428153 h 1648590"/>
                <a:gd name="connsiteX140" fmla="*/ 3691727 w 6512821"/>
                <a:gd name="connsiteY140" fmla="*/ 176302 h 1648590"/>
                <a:gd name="connsiteX141" fmla="*/ 3895644 w 6512821"/>
                <a:gd name="connsiteY141" fmla="*/ 426069 h 1648590"/>
                <a:gd name="connsiteX142" fmla="*/ 3604000 w 6512821"/>
                <a:gd name="connsiteY142" fmla="*/ 374162 h 1648590"/>
                <a:gd name="connsiteX143" fmla="*/ 3775287 w 6512821"/>
                <a:gd name="connsiteY143" fmla="*/ 374162 h 1648590"/>
                <a:gd name="connsiteX144" fmla="*/ 3687624 w 6512821"/>
                <a:gd name="connsiteY144" fmla="*/ 283438 h 1648590"/>
                <a:gd name="connsiteX145" fmla="*/ 3604000 w 6512821"/>
                <a:gd name="connsiteY145" fmla="*/ 374162 h 1648590"/>
                <a:gd name="connsiteX146" fmla="*/ 4579686 w 6512821"/>
                <a:gd name="connsiteY146" fmla="*/ 1638365 h 1648590"/>
                <a:gd name="connsiteX147" fmla="*/ 4455291 w 6512821"/>
                <a:gd name="connsiteY147" fmla="*/ 1638365 h 1648590"/>
                <a:gd name="connsiteX148" fmla="*/ 4455291 w 6512821"/>
                <a:gd name="connsiteY148" fmla="*/ 1606778 h 1648590"/>
                <a:gd name="connsiteX149" fmla="*/ 4346201 w 6512821"/>
                <a:gd name="connsiteY149" fmla="*/ 1648590 h 1648590"/>
                <a:gd name="connsiteX150" fmla="*/ 4148406 w 6512821"/>
                <a:gd name="connsiteY150" fmla="*/ 1393678 h 1648590"/>
                <a:gd name="connsiteX151" fmla="*/ 4343140 w 6512821"/>
                <a:gd name="connsiteY151" fmla="*/ 1146973 h 1648590"/>
                <a:gd name="connsiteX152" fmla="*/ 4455291 w 6512821"/>
                <a:gd name="connsiteY152" fmla="*/ 1185724 h 1648590"/>
                <a:gd name="connsiteX153" fmla="*/ 4455291 w 6512821"/>
                <a:gd name="connsiteY153" fmla="*/ 1031761 h 1648590"/>
                <a:gd name="connsiteX154" fmla="*/ 4579686 w 6512821"/>
                <a:gd name="connsiteY154" fmla="*/ 969564 h 1648590"/>
                <a:gd name="connsiteX155" fmla="*/ 4579686 w 6512821"/>
                <a:gd name="connsiteY155" fmla="*/ 1638365 h 1648590"/>
                <a:gd name="connsiteX156" fmla="*/ 4455356 w 6512821"/>
                <a:gd name="connsiteY156" fmla="*/ 1489547 h 1648590"/>
                <a:gd name="connsiteX157" fmla="*/ 4455356 w 6512821"/>
                <a:gd name="connsiteY157" fmla="*/ 1306016 h 1648590"/>
                <a:gd name="connsiteX158" fmla="*/ 4368670 w 6512821"/>
                <a:gd name="connsiteY158" fmla="*/ 1264204 h 1648590"/>
                <a:gd name="connsiteX159" fmla="*/ 4278924 w 6512821"/>
                <a:gd name="connsiteY159" fmla="*/ 1389575 h 1648590"/>
                <a:gd name="connsiteX160" fmla="*/ 4371731 w 6512821"/>
                <a:gd name="connsiteY160" fmla="*/ 1531294 h 1648590"/>
                <a:gd name="connsiteX161" fmla="*/ 4455356 w 6512821"/>
                <a:gd name="connsiteY161" fmla="*/ 1489482 h 1648590"/>
                <a:gd name="connsiteX162" fmla="*/ 3945532 w 6512821"/>
                <a:gd name="connsiteY162" fmla="*/ 1157198 h 1648590"/>
                <a:gd name="connsiteX163" fmla="*/ 3945532 w 6512821"/>
                <a:gd name="connsiteY163" fmla="*/ 1638430 h 1648590"/>
                <a:gd name="connsiteX164" fmla="*/ 4069927 w 6512821"/>
                <a:gd name="connsiteY164" fmla="*/ 1638430 h 1648590"/>
                <a:gd name="connsiteX165" fmla="*/ 4069927 w 6512821"/>
                <a:gd name="connsiteY165" fmla="*/ 1157198 h 1648590"/>
                <a:gd name="connsiteX166" fmla="*/ 3945532 w 6512821"/>
                <a:gd name="connsiteY166" fmla="*/ 1157198 h 1648590"/>
                <a:gd name="connsiteX167" fmla="*/ 3873175 w 6512821"/>
                <a:gd name="connsiteY167" fmla="*/ 985911 h 1648590"/>
                <a:gd name="connsiteX168" fmla="*/ 3873175 w 6512821"/>
                <a:gd name="connsiteY168" fmla="*/ 1085817 h 1648590"/>
                <a:gd name="connsiteX169" fmla="*/ 3812019 w 6512821"/>
                <a:gd name="connsiteY169" fmla="*/ 1076634 h 1648590"/>
                <a:gd name="connsiteX170" fmla="*/ 3760047 w 6512821"/>
                <a:gd name="connsiteY170" fmla="*/ 1118447 h 1648590"/>
                <a:gd name="connsiteX171" fmla="*/ 3760047 w 6512821"/>
                <a:gd name="connsiteY171" fmla="*/ 1157198 h 1648590"/>
                <a:gd name="connsiteX172" fmla="*/ 3863015 w 6512821"/>
                <a:gd name="connsiteY172" fmla="*/ 1157198 h 1648590"/>
                <a:gd name="connsiteX173" fmla="*/ 3863015 w 6512821"/>
                <a:gd name="connsiteY173" fmla="*/ 1273452 h 1648590"/>
                <a:gd name="connsiteX174" fmla="*/ 3760047 w 6512821"/>
                <a:gd name="connsiteY174" fmla="*/ 1273452 h 1648590"/>
                <a:gd name="connsiteX175" fmla="*/ 3760047 w 6512821"/>
                <a:gd name="connsiteY175" fmla="*/ 1638430 h 1648590"/>
                <a:gd name="connsiteX176" fmla="*/ 3635652 w 6512821"/>
                <a:gd name="connsiteY176" fmla="*/ 1638430 h 1648590"/>
                <a:gd name="connsiteX177" fmla="*/ 3635652 w 6512821"/>
                <a:gd name="connsiteY177" fmla="*/ 1273452 h 1648590"/>
                <a:gd name="connsiteX178" fmla="*/ 3568375 w 6512821"/>
                <a:gd name="connsiteY178" fmla="*/ 1273452 h 1648590"/>
                <a:gd name="connsiteX179" fmla="*/ 3568375 w 6512821"/>
                <a:gd name="connsiteY179" fmla="*/ 1157198 h 1648590"/>
                <a:gd name="connsiteX180" fmla="*/ 3635652 w 6512821"/>
                <a:gd name="connsiteY180" fmla="*/ 1157198 h 1648590"/>
                <a:gd name="connsiteX181" fmla="*/ 3635652 w 6512821"/>
                <a:gd name="connsiteY181" fmla="*/ 1099104 h 1648590"/>
                <a:gd name="connsiteX182" fmla="*/ 3782451 w 6512821"/>
                <a:gd name="connsiteY182" fmla="*/ 972690 h 1648590"/>
                <a:gd name="connsiteX183" fmla="*/ 3873175 w 6512821"/>
                <a:gd name="connsiteY183" fmla="*/ 985976 h 1648590"/>
                <a:gd name="connsiteX184" fmla="*/ 3507154 w 6512821"/>
                <a:gd name="connsiteY184" fmla="*/ 1638365 h 1648590"/>
                <a:gd name="connsiteX185" fmla="*/ 3382759 w 6512821"/>
                <a:gd name="connsiteY185" fmla="*/ 1638365 h 1648590"/>
                <a:gd name="connsiteX186" fmla="*/ 3382759 w 6512821"/>
                <a:gd name="connsiteY186" fmla="*/ 1376355 h 1648590"/>
                <a:gd name="connsiteX187" fmla="*/ 3300177 w 6512821"/>
                <a:gd name="connsiteY187" fmla="*/ 1264204 h 1648590"/>
                <a:gd name="connsiteX188" fmla="*/ 3216552 w 6512821"/>
                <a:gd name="connsiteY188" fmla="*/ 1373293 h 1648590"/>
                <a:gd name="connsiteX189" fmla="*/ 3216552 w 6512821"/>
                <a:gd name="connsiteY189" fmla="*/ 1638365 h 1648590"/>
                <a:gd name="connsiteX190" fmla="*/ 3092157 w 6512821"/>
                <a:gd name="connsiteY190" fmla="*/ 1638365 h 1648590"/>
                <a:gd name="connsiteX191" fmla="*/ 3092157 w 6512821"/>
                <a:gd name="connsiteY191" fmla="*/ 1157133 h 1648590"/>
                <a:gd name="connsiteX192" fmla="*/ 3216552 w 6512821"/>
                <a:gd name="connsiteY192" fmla="*/ 1157133 h 1648590"/>
                <a:gd name="connsiteX193" fmla="*/ 3216552 w 6512821"/>
                <a:gd name="connsiteY193" fmla="*/ 1189762 h 1648590"/>
                <a:gd name="connsiteX194" fmla="*/ 3333783 w 6512821"/>
                <a:gd name="connsiteY194" fmla="*/ 1146973 h 1648590"/>
                <a:gd name="connsiteX195" fmla="*/ 3507089 w 6512821"/>
                <a:gd name="connsiteY195" fmla="*/ 1366195 h 1648590"/>
                <a:gd name="connsiteX196" fmla="*/ 3507089 w 6512821"/>
                <a:gd name="connsiteY196" fmla="*/ 1638430 h 1648590"/>
                <a:gd name="connsiteX197" fmla="*/ 2792437 w 6512821"/>
                <a:gd name="connsiteY197" fmla="*/ 1146973 h 1648590"/>
                <a:gd name="connsiteX198" fmla="*/ 2567094 w 6512821"/>
                <a:gd name="connsiteY198" fmla="*/ 1397782 h 1648590"/>
                <a:gd name="connsiteX199" fmla="*/ 2792437 w 6512821"/>
                <a:gd name="connsiteY199" fmla="*/ 1648590 h 1648590"/>
                <a:gd name="connsiteX200" fmla="*/ 3017781 w 6512821"/>
                <a:gd name="connsiteY200" fmla="*/ 1397782 h 1648590"/>
                <a:gd name="connsiteX201" fmla="*/ 2792437 w 6512821"/>
                <a:gd name="connsiteY201" fmla="*/ 1146973 h 1648590"/>
                <a:gd name="connsiteX202" fmla="*/ 2792437 w 6512821"/>
                <a:gd name="connsiteY202" fmla="*/ 1528299 h 1648590"/>
                <a:gd name="connsiteX203" fmla="*/ 2695592 w 6512821"/>
                <a:gd name="connsiteY203" fmla="*/ 1397782 h 1648590"/>
                <a:gd name="connsiteX204" fmla="*/ 2792437 w 6512821"/>
                <a:gd name="connsiteY204" fmla="*/ 1266288 h 1648590"/>
                <a:gd name="connsiteX205" fmla="*/ 2889283 w 6512821"/>
                <a:gd name="connsiteY205" fmla="*/ 1397782 h 1648590"/>
                <a:gd name="connsiteX206" fmla="*/ 2792437 w 6512821"/>
                <a:gd name="connsiteY206" fmla="*/ 1528299 h 1648590"/>
                <a:gd name="connsiteX207" fmla="*/ 2446802 w 6512821"/>
                <a:gd name="connsiteY207" fmla="*/ 1467143 h 1648590"/>
                <a:gd name="connsiteX208" fmla="*/ 2526323 w 6512821"/>
                <a:gd name="connsiteY208" fmla="*/ 1542561 h 1648590"/>
                <a:gd name="connsiteX209" fmla="*/ 2334651 w 6512821"/>
                <a:gd name="connsiteY209" fmla="*/ 1648590 h 1648590"/>
                <a:gd name="connsiteX210" fmla="*/ 2106246 w 6512821"/>
                <a:gd name="connsiteY210" fmla="*/ 1398823 h 1648590"/>
                <a:gd name="connsiteX211" fmla="*/ 2336670 w 6512821"/>
                <a:gd name="connsiteY211" fmla="*/ 1146973 h 1648590"/>
                <a:gd name="connsiteX212" fmla="*/ 2525281 w 6512821"/>
                <a:gd name="connsiteY212" fmla="*/ 1250983 h 1648590"/>
                <a:gd name="connsiteX213" fmla="*/ 2443741 w 6512821"/>
                <a:gd name="connsiteY213" fmla="*/ 1333565 h 1648590"/>
                <a:gd name="connsiteX214" fmla="*/ 2335693 w 6512821"/>
                <a:gd name="connsiteY214" fmla="*/ 1266288 h 1648590"/>
                <a:gd name="connsiteX215" fmla="*/ 2234744 w 6512821"/>
                <a:gd name="connsiteY215" fmla="*/ 1396804 h 1648590"/>
                <a:gd name="connsiteX216" fmla="*/ 2336670 w 6512821"/>
                <a:gd name="connsiteY216" fmla="*/ 1528299 h 1648590"/>
                <a:gd name="connsiteX217" fmla="*/ 2446802 w 6512821"/>
                <a:gd name="connsiteY217" fmla="*/ 1467143 h 1648590"/>
                <a:gd name="connsiteX218" fmla="*/ 1803530 w 6512821"/>
                <a:gd name="connsiteY218" fmla="*/ 1638365 h 1648590"/>
                <a:gd name="connsiteX219" fmla="*/ 1679135 w 6512821"/>
                <a:gd name="connsiteY219" fmla="*/ 1638365 h 1648590"/>
                <a:gd name="connsiteX220" fmla="*/ 1679135 w 6512821"/>
                <a:gd name="connsiteY220" fmla="*/ 1376355 h 1648590"/>
                <a:gd name="connsiteX221" fmla="*/ 1596553 w 6512821"/>
                <a:gd name="connsiteY221" fmla="*/ 1264204 h 1648590"/>
                <a:gd name="connsiteX222" fmla="*/ 1511951 w 6512821"/>
                <a:gd name="connsiteY222" fmla="*/ 1373293 h 1648590"/>
                <a:gd name="connsiteX223" fmla="*/ 1511951 w 6512821"/>
                <a:gd name="connsiteY223" fmla="*/ 1638365 h 1648590"/>
                <a:gd name="connsiteX224" fmla="*/ 1387557 w 6512821"/>
                <a:gd name="connsiteY224" fmla="*/ 1638365 h 1648590"/>
                <a:gd name="connsiteX225" fmla="*/ 1387557 w 6512821"/>
                <a:gd name="connsiteY225" fmla="*/ 1031761 h 1648590"/>
                <a:gd name="connsiteX226" fmla="*/ 1511951 w 6512821"/>
                <a:gd name="connsiteY226" fmla="*/ 969564 h 1648590"/>
                <a:gd name="connsiteX227" fmla="*/ 1511951 w 6512821"/>
                <a:gd name="connsiteY227" fmla="*/ 1189762 h 1648590"/>
                <a:gd name="connsiteX228" fmla="*/ 1632243 w 6512821"/>
                <a:gd name="connsiteY228" fmla="*/ 1146973 h 1648590"/>
                <a:gd name="connsiteX229" fmla="*/ 1803530 w 6512821"/>
                <a:gd name="connsiteY229" fmla="*/ 1366195 h 1648590"/>
                <a:gd name="connsiteX230" fmla="*/ 1803530 w 6512821"/>
                <a:gd name="connsiteY230" fmla="*/ 1638430 h 1648590"/>
                <a:gd name="connsiteX231" fmla="*/ 1311031 w 6512821"/>
                <a:gd name="connsiteY231" fmla="*/ 1493650 h 1648590"/>
                <a:gd name="connsiteX232" fmla="*/ 1292665 w 6512821"/>
                <a:gd name="connsiteY232" fmla="*/ 1619022 h 1648590"/>
                <a:gd name="connsiteX233" fmla="*/ 1173350 w 6512821"/>
                <a:gd name="connsiteY233" fmla="*/ 1648590 h 1648590"/>
                <a:gd name="connsiteX234" fmla="*/ 1043875 w 6512821"/>
                <a:gd name="connsiteY234" fmla="*/ 1504852 h 1648590"/>
                <a:gd name="connsiteX235" fmla="*/ 1043875 w 6512821"/>
                <a:gd name="connsiteY235" fmla="*/ 1273387 h 1648590"/>
                <a:gd name="connsiteX236" fmla="*/ 960250 w 6512821"/>
                <a:gd name="connsiteY236" fmla="*/ 1273387 h 1648590"/>
                <a:gd name="connsiteX237" fmla="*/ 960250 w 6512821"/>
                <a:gd name="connsiteY237" fmla="*/ 1157133 h 1648590"/>
                <a:gd name="connsiteX238" fmla="*/ 1043875 w 6512821"/>
                <a:gd name="connsiteY238" fmla="*/ 1157133 h 1648590"/>
                <a:gd name="connsiteX239" fmla="*/ 1043875 w 6512821"/>
                <a:gd name="connsiteY239" fmla="*/ 1031761 h 1648590"/>
                <a:gd name="connsiteX240" fmla="*/ 1168270 w 6512821"/>
                <a:gd name="connsiteY240" fmla="*/ 969564 h 1648590"/>
                <a:gd name="connsiteX241" fmla="*/ 1168270 w 6512821"/>
                <a:gd name="connsiteY241" fmla="*/ 1157133 h 1648590"/>
                <a:gd name="connsiteX242" fmla="*/ 1308947 w 6512821"/>
                <a:gd name="connsiteY242" fmla="*/ 1157133 h 1648590"/>
                <a:gd name="connsiteX243" fmla="*/ 1308947 w 6512821"/>
                <a:gd name="connsiteY243" fmla="*/ 1273387 h 1648590"/>
                <a:gd name="connsiteX244" fmla="*/ 1168270 w 6512821"/>
                <a:gd name="connsiteY244" fmla="*/ 1273387 h 1648590"/>
                <a:gd name="connsiteX245" fmla="*/ 1168270 w 6512821"/>
                <a:gd name="connsiteY245" fmla="*/ 1471181 h 1648590"/>
                <a:gd name="connsiteX246" fmla="*/ 1214120 w 6512821"/>
                <a:gd name="connsiteY246" fmla="*/ 1529275 h 1648590"/>
                <a:gd name="connsiteX247" fmla="*/ 1310966 w 6512821"/>
                <a:gd name="connsiteY247" fmla="*/ 1493585 h 1648590"/>
                <a:gd name="connsiteX248" fmla="*/ 767666 w 6512821"/>
                <a:gd name="connsiteY248" fmla="*/ 1157198 h 1648590"/>
                <a:gd name="connsiteX249" fmla="*/ 767666 w 6512821"/>
                <a:gd name="connsiteY249" fmla="*/ 1638430 h 1648590"/>
                <a:gd name="connsiteX250" fmla="*/ 892061 w 6512821"/>
                <a:gd name="connsiteY250" fmla="*/ 1638430 h 1648590"/>
                <a:gd name="connsiteX251" fmla="*/ 892061 w 6512821"/>
                <a:gd name="connsiteY251" fmla="*/ 1157198 h 1648590"/>
                <a:gd name="connsiteX252" fmla="*/ 767666 w 6512821"/>
                <a:gd name="connsiteY252" fmla="*/ 1157198 h 1648590"/>
                <a:gd name="connsiteX253" fmla="*/ 702408 w 6512821"/>
                <a:gd name="connsiteY253" fmla="*/ 1157198 h 1648590"/>
                <a:gd name="connsiteX254" fmla="*/ 550529 w 6512821"/>
                <a:gd name="connsiteY254" fmla="*/ 1638430 h 1648590"/>
                <a:gd name="connsiteX255" fmla="*/ 436359 w 6512821"/>
                <a:gd name="connsiteY255" fmla="*/ 1638430 h 1648590"/>
                <a:gd name="connsiteX256" fmla="*/ 354819 w 6512821"/>
                <a:gd name="connsiteY256" fmla="*/ 1345809 h 1648590"/>
                <a:gd name="connsiteX257" fmla="*/ 272236 w 6512821"/>
                <a:gd name="connsiteY257" fmla="*/ 1638430 h 1648590"/>
                <a:gd name="connsiteX258" fmla="*/ 158066 w 6512821"/>
                <a:gd name="connsiteY258" fmla="*/ 1638430 h 1648590"/>
                <a:gd name="connsiteX259" fmla="*/ 7099 w 6512821"/>
                <a:gd name="connsiteY259" fmla="*/ 1157198 h 1648590"/>
                <a:gd name="connsiteX260" fmla="*/ 145757 w 6512821"/>
                <a:gd name="connsiteY260" fmla="*/ 1157198 h 1648590"/>
                <a:gd name="connsiteX261" fmla="*/ 218114 w 6512821"/>
                <a:gd name="connsiteY261" fmla="*/ 1436533 h 1648590"/>
                <a:gd name="connsiteX262" fmla="*/ 299655 w 6512821"/>
                <a:gd name="connsiteY262" fmla="*/ 1157198 h 1648590"/>
                <a:gd name="connsiteX263" fmla="*/ 412848 w 6512821"/>
                <a:gd name="connsiteY263" fmla="*/ 1157198 h 1648590"/>
                <a:gd name="connsiteX264" fmla="*/ 494388 w 6512821"/>
                <a:gd name="connsiteY264" fmla="*/ 1436533 h 1648590"/>
                <a:gd name="connsiteX265" fmla="*/ 567788 w 6512821"/>
                <a:gd name="connsiteY265" fmla="*/ 1157198 h 1648590"/>
                <a:gd name="connsiteX266" fmla="*/ 702343 w 6512821"/>
                <a:gd name="connsiteY266" fmla="*/ 1157198 h 1648590"/>
                <a:gd name="connsiteX267" fmla="*/ 4436990 w 6512821"/>
                <a:gd name="connsiteY267" fmla="*/ 16282 h 1648590"/>
                <a:gd name="connsiteX268" fmla="*/ 4436990 w 6512821"/>
                <a:gd name="connsiteY268" fmla="*/ 115147 h 1648590"/>
                <a:gd name="connsiteX269" fmla="*/ 4374792 w 6512821"/>
                <a:gd name="connsiteY269" fmla="*/ 104921 h 1648590"/>
                <a:gd name="connsiteX270" fmla="*/ 4322820 w 6512821"/>
                <a:gd name="connsiteY270" fmla="*/ 144715 h 1648590"/>
                <a:gd name="connsiteX271" fmla="*/ 4322820 w 6512821"/>
                <a:gd name="connsiteY271" fmla="*/ 186527 h 1648590"/>
                <a:gd name="connsiteX272" fmla="*/ 4404361 w 6512821"/>
                <a:gd name="connsiteY272" fmla="*/ 186527 h 1648590"/>
                <a:gd name="connsiteX273" fmla="*/ 4404361 w 6512821"/>
                <a:gd name="connsiteY273" fmla="*/ 302781 h 1648590"/>
                <a:gd name="connsiteX274" fmla="*/ 4322820 w 6512821"/>
                <a:gd name="connsiteY274" fmla="*/ 302781 h 1648590"/>
                <a:gd name="connsiteX275" fmla="*/ 4322820 w 6512821"/>
                <a:gd name="connsiteY275" fmla="*/ 667759 h 1648590"/>
                <a:gd name="connsiteX276" fmla="*/ 4202528 w 6512821"/>
                <a:gd name="connsiteY276" fmla="*/ 667759 h 1648590"/>
                <a:gd name="connsiteX277" fmla="*/ 4202528 w 6512821"/>
                <a:gd name="connsiteY277" fmla="*/ 302781 h 1648590"/>
                <a:gd name="connsiteX278" fmla="*/ 4143392 w 6512821"/>
                <a:gd name="connsiteY278" fmla="*/ 302781 h 1648590"/>
                <a:gd name="connsiteX279" fmla="*/ 4143392 w 6512821"/>
                <a:gd name="connsiteY279" fmla="*/ 186527 h 1648590"/>
                <a:gd name="connsiteX280" fmla="*/ 4202528 w 6512821"/>
                <a:gd name="connsiteY280" fmla="*/ 186527 h 1648590"/>
                <a:gd name="connsiteX281" fmla="*/ 4202528 w 6512821"/>
                <a:gd name="connsiteY281" fmla="*/ 128433 h 1648590"/>
                <a:gd name="connsiteX282" fmla="*/ 4348350 w 6512821"/>
                <a:gd name="connsiteY282" fmla="*/ 2019 h 1648590"/>
                <a:gd name="connsiteX283" fmla="*/ 4437055 w 6512821"/>
                <a:gd name="connsiteY283" fmla="*/ 16282 h 1648590"/>
                <a:gd name="connsiteX284" fmla="*/ 2957602 w 6512821"/>
                <a:gd name="connsiteY284" fmla="*/ 527083 h 1648590"/>
                <a:gd name="connsiteX285" fmla="*/ 2940278 w 6512821"/>
                <a:gd name="connsiteY285" fmla="*/ 649458 h 1648590"/>
                <a:gd name="connsiteX286" fmla="*/ 2843433 w 6512821"/>
                <a:gd name="connsiteY286" fmla="*/ 677984 h 1648590"/>
                <a:gd name="connsiteX287" fmla="*/ 2712916 w 6512821"/>
                <a:gd name="connsiteY287" fmla="*/ 535224 h 1648590"/>
                <a:gd name="connsiteX288" fmla="*/ 2712916 w 6512821"/>
                <a:gd name="connsiteY288" fmla="*/ 301739 h 1648590"/>
                <a:gd name="connsiteX289" fmla="*/ 2629291 w 6512821"/>
                <a:gd name="connsiteY289" fmla="*/ 301739 h 1648590"/>
                <a:gd name="connsiteX290" fmla="*/ 2629291 w 6512821"/>
                <a:gd name="connsiteY290" fmla="*/ 186527 h 1648590"/>
                <a:gd name="connsiteX291" fmla="*/ 2712916 w 6512821"/>
                <a:gd name="connsiteY291" fmla="*/ 186527 h 1648590"/>
                <a:gd name="connsiteX292" fmla="*/ 2712916 w 6512821"/>
                <a:gd name="connsiteY292" fmla="*/ 61155 h 1648590"/>
                <a:gd name="connsiteX293" fmla="*/ 2833208 w 6512821"/>
                <a:gd name="connsiteY293" fmla="*/ 0 h 1648590"/>
                <a:gd name="connsiteX294" fmla="*/ 2833208 w 6512821"/>
                <a:gd name="connsiteY294" fmla="*/ 186592 h 1648590"/>
                <a:gd name="connsiteX295" fmla="*/ 2945358 w 6512821"/>
                <a:gd name="connsiteY295" fmla="*/ 186592 h 1648590"/>
                <a:gd name="connsiteX296" fmla="*/ 2945358 w 6512821"/>
                <a:gd name="connsiteY296" fmla="*/ 301804 h 1648590"/>
                <a:gd name="connsiteX297" fmla="*/ 2833208 w 6512821"/>
                <a:gd name="connsiteY297" fmla="*/ 301804 h 1648590"/>
                <a:gd name="connsiteX298" fmla="*/ 2833208 w 6512821"/>
                <a:gd name="connsiteY298" fmla="*/ 503701 h 1648590"/>
                <a:gd name="connsiteX299" fmla="*/ 2880100 w 6512821"/>
                <a:gd name="connsiteY299" fmla="*/ 560819 h 1648590"/>
                <a:gd name="connsiteX300" fmla="*/ 2957602 w 6512821"/>
                <a:gd name="connsiteY300" fmla="*/ 527148 h 1648590"/>
                <a:gd name="connsiteX301" fmla="*/ 2397891 w 6512821"/>
                <a:gd name="connsiteY301" fmla="*/ 426134 h 1648590"/>
                <a:gd name="connsiteX302" fmla="*/ 2395872 w 6512821"/>
                <a:gd name="connsiteY302" fmla="*/ 467946 h 1648590"/>
                <a:gd name="connsiteX303" fmla="*/ 2114453 w 6512821"/>
                <a:gd name="connsiteY303" fmla="*/ 467946 h 1648590"/>
                <a:gd name="connsiteX304" fmla="*/ 2218462 w 6512821"/>
                <a:gd name="connsiteY304" fmla="*/ 562773 h 1648590"/>
                <a:gd name="connsiteX305" fmla="*/ 2301045 w 6512821"/>
                <a:gd name="connsiteY305" fmla="*/ 529102 h 1648590"/>
                <a:gd name="connsiteX306" fmla="*/ 2386689 w 6512821"/>
                <a:gd name="connsiteY306" fmla="*/ 601459 h 1648590"/>
                <a:gd name="connsiteX307" fmla="*/ 2210321 w 6512821"/>
                <a:gd name="connsiteY307" fmla="*/ 677919 h 1648590"/>
                <a:gd name="connsiteX308" fmla="*/ 1991100 w 6512821"/>
                <a:gd name="connsiteY308" fmla="*/ 429130 h 1648590"/>
                <a:gd name="connsiteX309" fmla="*/ 2205176 w 6512821"/>
                <a:gd name="connsiteY309" fmla="*/ 176302 h 1648590"/>
                <a:gd name="connsiteX310" fmla="*/ 2397891 w 6512821"/>
                <a:gd name="connsiteY310" fmla="*/ 426069 h 1648590"/>
                <a:gd name="connsiteX311" fmla="*/ 2116472 w 6512821"/>
                <a:gd name="connsiteY311" fmla="*/ 374162 h 1648590"/>
                <a:gd name="connsiteX312" fmla="*/ 2287759 w 6512821"/>
                <a:gd name="connsiteY312" fmla="*/ 374162 h 1648590"/>
                <a:gd name="connsiteX313" fmla="*/ 2199054 w 6512821"/>
                <a:gd name="connsiteY313" fmla="*/ 283438 h 1648590"/>
                <a:gd name="connsiteX314" fmla="*/ 2116472 w 6512821"/>
                <a:gd name="connsiteY314" fmla="*/ 374162 h 1648590"/>
                <a:gd name="connsiteX315" fmla="*/ 1933982 w 6512821"/>
                <a:gd name="connsiteY315" fmla="*/ 428218 h 1648590"/>
                <a:gd name="connsiteX316" fmla="*/ 1746413 w 6512821"/>
                <a:gd name="connsiteY316" fmla="*/ 677984 h 1648590"/>
                <a:gd name="connsiteX317" fmla="*/ 1639342 w 6512821"/>
                <a:gd name="connsiteY317" fmla="*/ 638191 h 1648590"/>
                <a:gd name="connsiteX318" fmla="*/ 1639342 w 6512821"/>
                <a:gd name="connsiteY318" fmla="*/ 784990 h 1648590"/>
                <a:gd name="connsiteX319" fmla="*/ 1519050 w 6512821"/>
                <a:gd name="connsiteY319" fmla="*/ 845169 h 1648590"/>
                <a:gd name="connsiteX320" fmla="*/ 1519050 w 6512821"/>
                <a:gd name="connsiteY320" fmla="*/ 186527 h 1648590"/>
                <a:gd name="connsiteX321" fmla="*/ 1639342 w 6512821"/>
                <a:gd name="connsiteY321" fmla="*/ 186527 h 1648590"/>
                <a:gd name="connsiteX322" fmla="*/ 1639342 w 6512821"/>
                <a:gd name="connsiteY322" fmla="*/ 219157 h 1648590"/>
                <a:gd name="connsiteX323" fmla="*/ 1748432 w 6512821"/>
                <a:gd name="connsiteY323" fmla="*/ 176367 h 1648590"/>
                <a:gd name="connsiteX324" fmla="*/ 1933982 w 6512821"/>
                <a:gd name="connsiteY324" fmla="*/ 428218 h 1648590"/>
                <a:gd name="connsiteX325" fmla="*/ 1809587 w 6512821"/>
                <a:gd name="connsiteY325" fmla="*/ 434340 h 1648590"/>
                <a:gd name="connsiteX326" fmla="*/ 1718864 w 6512821"/>
                <a:gd name="connsiteY326" fmla="*/ 292621 h 1648590"/>
                <a:gd name="connsiteX327" fmla="*/ 1639342 w 6512821"/>
                <a:gd name="connsiteY327" fmla="*/ 335410 h 1648590"/>
                <a:gd name="connsiteX328" fmla="*/ 1639342 w 6512821"/>
                <a:gd name="connsiteY328" fmla="*/ 518942 h 1648590"/>
                <a:gd name="connsiteX329" fmla="*/ 1726028 w 6512821"/>
                <a:gd name="connsiteY329" fmla="*/ 562773 h 1648590"/>
                <a:gd name="connsiteX330" fmla="*/ 1809652 w 6512821"/>
                <a:gd name="connsiteY330" fmla="*/ 434340 h 1648590"/>
                <a:gd name="connsiteX331" fmla="*/ 1435426 w 6512821"/>
                <a:gd name="connsiteY331" fmla="*/ 667825 h 1648590"/>
                <a:gd name="connsiteX332" fmla="*/ 1315134 w 6512821"/>
                <a:gd name="connsiteY332" fmla="*/ 667825 h 1648590"/>
                <a:gd name="connsiteX333" fmla="*/ 1315134 w 6512821"/>
                <a:gd name="connsiteY333" fmla="*/ 634153 h 1648590"/>
                <a:gd name="connsiteX334" fmla="*/ 1202983 w 6512821"/>
                <a:gd name="connsiteY334" fmla="*/ 677984 h 1648590"/>
                <a:gd name="connsiteX335" fmla="*/ 1033715 w 6512821"/>
                <a:gd name="connsiteY335" fmla="*/ 510800 h 1648590"/>
                <a:gd name="connsiteX336" fmla="*/ 1221284 w 6512821"/>
                <a:gd name="connsiteY336" fmla="*/ 348696 h 1648590"/>
                <a:gd name="connsiteX337" fmla="*/ 1315069 w 6512821"/>
                <a:gd name="connsiteY337" fmla="*/ 368040 h 1648590"/>
                <a:gd name="connsiteX338" fmla="*/ 1315069 w 6512821"/>
                <a:gd name="connsiteY338" fmla="*/ 342574 h 1648590"/>
                <a:gd name="connsiteX339" fmla="*/ 1232486 w 6512821"/>
                <a:gd name="connsiteY339" fmla="*/ 279335 h 1648590"/>
                <a:gd name="connsiteX340" fmla="*/ 1121378 w 6512821"/>
                <a:gd name="connsiteY340" fmla="*/ 310922 h 1648590"/>
                <a:gd name="connsiteX341" fmla="*/ 1073443 w 6512821"/>
                <a:gd name="connsiteY341" fmla="*/ 225278 h 1648590"/>
                <a:gd name="connsiteX342" fmla="*/ 1239650 w 6512821"/>
                <a:gd name="connsiteY342" fmla="*/ 176367 h 1648590"/>
                <a:gd name="connsiteX343" fmla="*/ 1435426 w 6512821"/>
                <a:gd name="connsiteY343" fmla="*/ 344593 h 1648590"/>
                <a:gd name="connsiteX344" fmla="*/ 1435426 w 6512821"/>
                <a:gd name="connsiteY344" fmla="*/ 667759 h 1648590"/>
                <a:gd name="connsiteX345" fmla="*/ 1315134 w 6512821"/>
                <a:gd name="connsiteY345" fmla="*/ 527083 h 1648590"/>
                <a:gd name="connsiteX346" fmla="*/ 1315134 w 6512821"/>
                <a:gd name="connsiteY346" fmla="*/ 465927 h 1648590"/>
                <a:gd name="connsiteX347" fmla="*/ 1234570 w 6512821"/>
                <a:gd name="connsiteY347" fmla="*/ 445542 h 1648590"/>
                <a:gd name="connsiteX348" fmla="*/ 1156091 w 6512821"/>
                <a:gd name="connsiteY348" fmla="*/ 507740 h 1648590"/>
                <a:gd name="connsiteX349" fmla="*/ 1224410 w 6512821"/>
                <a:gd name="connsiteY349" fmla="*/ 574040 h 1648590"/>
                <a:gd name="connsiteX350" fmla="*/ 1315134 w 6512821"/>
                <a:gd name="connsiteY350" fmla="*/ 527148 h 1648590"/>
                <a:gd name="connsiteX351" fmla="*/ 967480 w 6512821"/>
                <a:gd name="connsiteY351" fmla="*/ 667825 h 1648590"/>
                <a:gd name="connsiteX352" fmla="*/ 847188 w 6512821"/>
                <a:gd name="connsiteY352" fmla="*/ 667825 h 1648590"/>
                <a:gd name="connsiteX353" fmla="*/ 847188 w 6512821"/>
                <a:gd name="connsiteY353" fmla="*/ 405814 h 1648590"/>
                <a:gd name="connsiteX354" fmla="*/ 765647 w 6512821"/>
                <a:gd name="connsiteY354" fmla="*/ 292621 h 1648590"/>
                <a:gd name="connsiteX355" fmla="*/ 683065 w 6512821"/>
                <a:gd name="connsiteY355" fmla="*/ 402753 h 1648590"/>
                <a:gd name="connsiteX356" fmla="*/ 683065 w 6512821"/>
                <a:gd name="connsiteY356" fmla="*/ 667825 h 1648590"/>
                <a:gd name="connsiteX357" fmla="*/ 562773 w 6512821"/>
                <a:gd name="connsiteY357" fmla="*/ 667825 h 1648590"/>
                <a:gd name="connsiteX358" fmla="*/ 562773 w 6512821"/>
                <a:gd name="connsiteY358" fmla="*/ 61221 h 1648590"/>
                <a:gd name="connsiteX359" fmla="*/ 683065 w 6512821"/>
                <a:gd name="connsiteY359" fmla="*/ 65 h 1648590"/>
                <a:gd name="connsiteX360" fmla="*/ 683065 w 6512821"/>
                <a:gd name="connsiteY360" fmla="*/ 220264 h 1648590"/>
                <a:gd name="connsiteX361" fmla="*/ 796258 w 6512821"/>
                <a:gd name="connsiteY361" fmla="*/ 176432 h 1648590"/>
                <a:gd name="connsiteX362" fmla="*/ 967545 w 6512821"/>
                <a:gd name="connsiteY362" fmla="*/ 396631 h 1648590"/>
                <a:gd name="connsiteX363" fmla="*/ 967545 w 6512821"/>
                <a:gd name="connsiteY363" fmla="*/ 667825 h 1648590"/>
                <a:gd name="connsiteX364" fmla="*/ 496472 w 6512821"/>
                <a:gd name="connsiteY364" fmla="*/ 475110 h 1648590"/>
                <a:gd name="connsiteX365" fmla="*/ 255889 w 6512821"/>
                <a:gd name="connsiteY365" fmla="*/ 677984 h 1648590"/>
                <a:gd name="connsiteX366" fmla="*/ 0 w 6512821"/>
                <a:gd name="connsiteY366" fmla="*/ 562773 h 1648590"/>
                <a:gd name="connsiteX367" fmla="*/ 89747 w 6512821"/>
                <a:gd name="connsiteY367" fmla="*/ 483251 h 1648590"/>
                <a:gd name="connsiteX368" fmla="*/ 252893 w 6512821"/>
                <a:gd name="connsiteY368" fmla="*/ 556651 h 1648590"/>
                <a:gd name="connsiteX369" fmla="*/ 367063 w 6512821"/>
                <a:gd name="connsiteY369" fmla="*/ 478171 h 1648590"/>
                <a:gd name="connsiteX370" fmla="*/ 329353 w 6512821"/>
                <a:gd name="connsiteY370" fmla="*/ 426199 h 1648590"/>
                <a:gd name="connsiteX371" fmla="*/ 225344 w 6512821"/>
                <a:gd name="connsiteY371" fmla="*/ 394612 h 1648590"/>
                <a:gd name="connsiteX372" fmla="*/ 79522 w 6512821"/>
                <a:gd name="connsiteY372" fmla="*/ 335475 h 1648590"/>
                <a:gd name="connsiteX373" fmla="*/ 24488 w 6512821"/>
                <a:gd name="connsiteY373" fmla="*/ 207042 h 1648590"/>
                <a:gd name="connsiteX374" fmla="*/ 254912 w 6512821"/>
                <a:gd name="connsiteY374" fmla="*/ 16412 h 1648590"/>
                <a:gd name="connsiteX375" fmla="*/ 482274 w 6512821"/>
                <a:gd name="connsiteY375" fmla="*/ 115277 h 1648590"/>
                <a:gd name="connsiteX376" fmla="*/ 392528 w 6512821"/>
                <a:gd name="connsiteY376" fmla="*/ 202939 h 1648590"/>
                <a:gd name="connsiteX377" fmla="*/ 246706 w 6512821"/>
                <a:gd name="connsiteY377" fmla="*/ 137681 h 1648590"/>
                <a:gd name="connsiteX378" fmla="*/ 152921 w 6512821"/>
                <a:gd name="connsiteY378" fmla="*/ 199878 h 1648590"/>
                <a:gd name="connsiteX379" fmla="*/ 179428 w 6512821"/>
                <a:gd name="connsiteY379" fmla="*/ 243710 h 1648590"/>
                <a:gd name="connsiteX380" fmla="*/ 282396 w 6512821"/>
                <a:gd name="connsiteY380" fmla="*/ 277381 h 1648590"/>
                <a:gd name="connsiteX381" fmla="*/ 438378 w 6512821"/>
                <a:gd name="connsiteY381" fmla="*/ 341598 h 1648590"/>
                <a:gd name="connsiteX382" fmla="*/ 496472 w 6512821"/>
                <a:gd name="connsiteY382" fmla="*/ 475176 h 1648590"/>
                <a:gd name="connsiteX383" fmla="*/ 6100885 w 6512821"/>
                <a:gd name="connsiteY383" fmla="*/ 208996 h 1648590"/>
                <a:gd name="connsiteX384" fmla="*/ 6051778 w 6512821"/>
                <a:gd name="connsiteY384" fmla="*/ 329288 h 1648590"/>
                <a:gd name="connsiteX385" fmla="*/ 5982482 w 6512821"/>
                <a:gd name="connsiteY385" fmla="*/ 299720 h 1648590"/>
                <a:gd name="connsiteX386" fmla="*/ 5911232 w 6512821"/>
                <a:gd name="connsiteY386" fmla="*/ 405749 h 1648590"/>
                <a:gd name="connsiteX387" fmla="*/ 5911232 w 6512821"/>
                <a:gd name="connsiteY387" fmla="*/ 667759 h 1648590"/>
                <a:gd name="connsiteX388" fmla="*/ 5790940 w 6512821"/>
                <a:gd name="connsiteY388" fmla="*/ 667759 h 1648590"/>
                <a:gd name="connsiteX389" fmla="*/ 5790940 w 6512821"/>
                <a:gd name="connsiteY389" fmla="*/ 186527 h 1648590"/>
                <a:gd name="connsiteX390" fmla="*/ 5911232 w 6512821"/>
                <a:gd name="connsiteY390" fmla="*/ 186527 h 1648590"/>
                <a:gd name="connsiteX391" fmla="*/ 5911232 w 6512821"/>
                <a:gd name="connsiteY391" fmla="*/ 220198 h 1648590"/>
                <a:gd name="connsiteX392" fmla="*/ 6012181 w 6512821"/>
                <a:gd name="connsiteY392" fmla="*/ 176367 h 1648590"/>
                <a:gd name="connsiteX393" fmla="*/ 6100885 w 6512821"/>
                <a:gd name="connsiteY393" fmla="*/ 208996 h 16485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Lst>
              <a:rect l="l" t="t" r="r" b="b"/>
              <a:pathLst>
                <a:path w="6512821" h="1648590">
                  <a:moveTo>
                    <a:pt x="5071143" y="1396740"/>
                  </a:moveTo>
                  <a:cubicBezTo>
                    <a:pt x="5071143" y="1412045"/>
                    <a:pt x="5070101" y="1431388"/>
                    <a:pt x="5069124" y="1438552"/>
                  </a:cubicBezTo>
                  <a:lnTo>
                    <a:pt x="4777545" y="1438552"/>
                  </a:lnTo>
                  <a:cubicBezTo>
                    <a:pt x="4782625" y="1505829"/>
                    <a:pt x="4828541" y="1533378"/>
                    <a:pt x="4880513" y="1533378"/>
                  </a:cubicBezTo>
                  <a:cubicBezTo>
                    <a:pt x="4911123" y="1533378"/>
                    <a:pt x="4939649" y="1524196"/>
                    <a:pt x="4964137" y="1499707"/>
                  </a:cubicBezTo>
                  <a:lnTo>
                    <a:pt x="5049781" y="1572065"/>
                  </a:lnTo>
                  <a:cubicBezTo>
                    <a:pt x="5004908" y="1628140"/>
                    <a:pt x="4936588" y="1648525"/>
                    <a:pt x="4875433" y="1648525"/>
                  </a:cubicBezTo>
                  <a:cubicBezTo>
                    <a:pt x="4734756" y="1648525"/>
                    <a:pt x="4654192" y="1540478"/>
                    <a:pt x="4654192" y="1398759"/>
                  </a:cubicBezTo>
                  <a:cubicBezTo>
                    <a:pt x="4654192" y="1244795"/>
                    <a:pt x="4749019" y="1146908"/>
                    <a:pt x="4867292" y="1146908"/>
                  </a:cubicBezTo>
                  <a:cubicBezTo>
                    <a:pt x="4993706" y="1146908"/>
                    <a:pt x="5071208" y="1258016"/>
                    <a:pt x="5071208" y="1396675"/>
                  </a:cubicBezTo>
                  <a:close/>
                  <a:moveTo>
                    <a:pt x="4779564" y="1344767"/>
                  </a:moveTo>
                  <a:lnTo>
                    <a:pt x="4950851" y="1344767"/>
                  </a:lnTo>
                  <a:cubicBezTo>
                    <a:pt x="4946748" y="1290711"/>
                    <a:pt x="4912100" y="1254044"/>
                    <a:pt x="4863189" y="1254044"/>
                  </a:cubicBezTo>
                  <a:cubicBezTo>
                    <a:pt x="4805094" y="1254044"/>
                    <a:pt x="4782625" y="1305039"/>
                    <a:pt x="4779564" y="1344767"/>
                  </a:cubicBezTo>
                  <a:close/>
                  <a:moveTo>
                    <a:pt x="6512756" y="1396740"/>
                  </a:moveTo>
                  <a:cubicBezTo>
                    <a:pt x="6512756" y="1412045"/>
                    <a:pt x="6511714" y="1431388"/>
                    <a:pt x="6510737" y="1438552"/>
                  </a:cubicBezTo>
                  <a:lnTo>
                    <a:pt x="6219158" y="1438552"/>
                  </a:lnTo>
                  <a:cubicBezTo>
                    <a:pt x="6224238" y="1505829"/>
                    <a:pt x="6270154" y="1533378"/>
                    <a:pt x="6322126" y="1533378"/>
                  </a:cubicBezTo>
                  <a:cubicBezTo>
                    <a:pt x="6352736" y="1533378"/>
                    <a:pt x="6381262" y="1524196"/>
                    <a:pt x="6405751" y="1499707"/>
                  </a:cubicBezTo>
                  <a:lnTo>
                    <a:pt x="6491394" y="1572065"/>
                  </a:lnTo>
                  <a:cubicBezTo>
                    <a:pt x="6446521" y="1628140"/>
                    <a:pt x="6378201" y="1648525"/>
                    <a:pt x="6317046" y="1648525"/>
                  </a:cubicBezTo>
                  <a:cubicBezTo>
                    <a:pt x="6176369" y="1648525"/>
                    <a:pt x="6095805" y="1540478"/>
                    <a:pt x="6095805" y="1398759"/>
                  </a:cubicBezTo>
                  <a:cubicBezTo>
                    <a:pt x="6095805" y="1244795"/>
                    <a:pt x="6190632" y="1146908"/>
                    <a:pt x="6308905" y="1146908"/>
                  </a:cubicBezTo>
                  <a:cubicBezTo>
                    <a:pt x="6435319" y="1146908"/>
                    <a:pt x="6512821" y="1258016"/>
                    <a:pt x="6512821" y="1396675"/>
                  </a:cubicBezTo>
                  <a:close/>
                  <a:moveTo>
                    <a:pt x="6221177" y="1344767"/>
                  </a:moveTo>
                  <a:lnTo>
                    <a:pt x="6392465" y="1344767"/>
                  </a:lnTo>
                  <a:cubicBezTo>
                    <a:pt x="6388361" y="1290711"/>
                    <a:pt x="6353713" y="1254044"/>
                    <a:pt x="6304802" y="1254044"/>
                  </a:cubicBezTo>
                  <a:cubicBezTo>
                    <a:pt x="6246708" y="1254044"/>
                    <a:pt x="6224238" y="1305039"/>
                    <a:pt x="6221177" y="1344767"/>
                  </a:cubicBezTo>
                  <a:close/>
                  <a:moveTo>
                    <a:pt x="5978509" y="1467143"/>
                  </a:moveTo>
                  <a:lnTo>
                    <a:pt x="6058031" y="1542561"/>
                  </a:lnTo>
                  <a:cubicBezTo>
                    <a:pt x="6017261" y="1594534"/>
                    <a:pt x="5961185" y="1648590"/>
                    <a:pt x="5866359" y="1648590"/>
                  </a:cubicBezTo>
                  <a:cubicBezTo>
                    <a:pt x="5734865" y="1648590"/>
                    <a:pt x="5637954" y="1543604"/>
                    <a:pt x="5637954" y="1398823"/>
                  </a:cubicBezTo>
                  <a:cubicBezTo>
                    <a:pt x="5637954" y="1266288"/>
                    <a:pt x="5718518" y="1146973"/>
                    <a:pt x="5868378" y="1146973"/>
                  </a:cubicBezTo>
                  <a:cubicBezTo>
                    <a:pt x="5954021" y="1146973"/>
                    <a:pt x="6013157" y="1185724"/>
                    <a:pt x="6056989" y="1250983"/>
                  </a:cubicBezTo>
                  <a:lnTo>
                    <a:pt x="5975448" y="1333565"/>
                  </a:lnTo>
                  <a:cubicBezTo>
                    <a:pt x="5946922" y="1295856"/>
                    <a:pt x="5916312" y="1266288"/>
                    <a:pt x="5867401" y="1266288"/>
                  </a:cubicBezTo>
                  <a:cubicBezTo>
                    <a:pt x="5801100" y="1266288"/>
                    <a:pt x="5766452" y="1322363"/>
                    <a:pt x="5766452" y="1396804"/>
                  </a:cubicBezTo>
                  <a:cubicBezTo>
                    <a:pt x="5766452" y="1466101"/>
                    <a:pt x="5797062" y="1528299"/>
                    <a:pt x="5868378" y="1528299"/>
                  </a:cubicBezTo>
                  <a:cubicBezTo>
                    <a:pt x="5912209" y="1528299"/>
                    <a:pt x="5948941" y="1504852"/>
                    <a:pt x="5978509" y="1467143"/>
                  </a:cubicBezTo>
                  <a:close/>
                  <a:moveTo>
                    <a:pt x="4869246" y="667825"/>
                  </a:moveTo>
                  <a:lnTo>
                    <a:pt x="4750973" y="667825"/>
                  </a:lnTo>
                  <a:lnTo>
                    <a:pt x="4750973" y="634153"/>
                  </a:lnTo>
                  <a:cubicBezTo>
                    <a:pt x="4724466" y="663721"/>
                    <a:pt x="4681676" y="677984"/>
                    <a:pt x="4638822" y="677984"/>
                  </a:cubicBezTo>
                  <a:cubicBezTo>
                    <a:pt x="4514427" y="677984"/>
                    <a:pt x="4467535" y="588238"/>
                    <a:pt x="4467535" y="458763"/>
                  </a:cubicBezTo>
                  <a:lnTo>
                    <a:pt x="4467535" y="186527"/>
                  </a:lnTo>
                  <a:lnTo>
                    <a:pt x="4587827" y="186527"/>
                  </a:lnTo>
                  <a:lnTo>
                    <a:pt x="4587827" y="448538"/>
                  </a:lnTo>
                  <a:cubicBezTo>
                    <a:pt x="4587827" y="513797"/>
                    <a:pt x="4601113" y="562708"/>
                    <a:pt x="4668390" y="562708"/>
                  </a:cubicBezTo>
                  <a:cubicBezTo>
                    <a:pt x="4735668" y="562708"/>
                    <a:pt x="4748954" y="511712"/>
                    <a:pt x="4748954" y="452576"/>
                  </a:cubicBezTo>
                  <a:lnTo>
                    <a:pt x="4748954" y="186462"/>
                  </a:lnTo>
                  <a:lnTo>
                    <a:pt x="4869246" y="186462"/>
                  </a:lnTo>
                  <a:lnTo>
                    <a:pt x="4869246" y="667695"/>
                  </a:lnTo>
                  <a:close/>
                  <a:moveTo>
                    <a:pt x="5244449" y="527083"/>
                  </a:moveTo>
                  <a:lnTo>
                    <a:pt x="5227125" y="649458"/>
                  </a:lnTo>
                  <a:cubicBezTo>
                    <a:pt x="5202637" y="668802"/>
                    <a:pt x="5157829" y="677984"/>
                    <a:pt x="5128261" y="677984"/>
                  </a:cubicBezTo>
                  <a:cubicBezTo>
                    <a:pt x="5054861" y="677984"/>
                    <a:pt x="4997744" y="622951"/>
                    <a:pt x="4997744" y="535224"/>
                  </a:cubicBezTo>
                  <a:lnTo>
                    <a:pt x="4997744" y="301739"/>
                  </a:lnTo>
                  <a:lnTo>
                    <a:pt x="4928447" y="301739"/>
                  </a:lnTo>
                  <a:lnTo>
                    <a:pt x="4928447" y="186527"/>
                  </a:lnTo>
                  <a:lnTo>
                    <a:pt x="4997744" y="186527"/>
                  </a:lnTo>
                  <a:lnTo>
                    <a:pt x="4997744" y="61155"/>
                  </a:lnTo>
                  <a:lnTo>
                    <a:pt x="5118035" y="0"/>
                  </a:lnTo>
                  <a:lnTo>
                    <a:pt x="5118035" y="186592"/>
                  </a:lnTo>
                  <a:lnTo>
                    <a:pt x="5232205" y="186592"/>
                  </a:lnTo>
                  <a:lnTo>
                    <a:pt x="5232205" y="301804"/>
                  </a:lnTo>
                  <a:lnTo>
                    <a:pt x="5118035" y="301804"/>
                  </a:lnTo>
                  <a:lnTo>
                    <a:pt x="5118035" y="503701"/>
                  </a:lnTo>
                  <a:cubicBezTo>
                    <a:pt x="5118035" y="545514"/>
                    <a:pt x="5135360" y="560819"/>
                    <a:pt x="5164928" y="560819"/>
                  </a:cubicBezTo>
                  <a:cubicBezTo>
                    <a:pt x="5194496" y="560819"/>
                    <a:pt x="5225106" y="545514"/>
                    <a:pt x="5244449" y="527148"/>
                  </a:cubicBezTo>
                  <a:close/>
                  <a:moveTo>
                    <a:pt x="3417407" y="667825"/>
                  </a:moveTo>
                  <a:lnTo>
                    <a:pt x="3297116" y="667825"/>
                  </a:lnTo>
                  <a:lnTo>
                    <a:pt x="3297116" y="405814"/>
                  </a:lnTo>
                  <a:cubicBezTo>
                    <a:pt x="3297116" y="340555"/>
                    <a:pt x="3282853" y="292621"/>
                    <a:pt x="3215575" y="292621"/>
                  </a:cubicBezTo>
                  <a:cubicBezTo>
                    <a:pt x="3148298" y="292621"/>
                    <a:pt x="3132993" y="336452"/>
                    <a:pt x="3132993" y="402753"/>
                  </a:cubicBezTo>
                  <a:lnTo>
                    <a:pt x="3132993" y="667825"/>
                  </a:lnTo>
                  <a:lnTo>
                    <a:pt x="3012701" y="667825"/>
                  </a:lnTo>
                  <a:lnTo>
                    <a:pt x="3012701" y="61221"/>
                  </a:lnTo>
                  <a:lnTo>
                    <a:pt x="3132993" y="65"/>
                  </a:lnTo>
                  <a:lnTo>
                    <a:pt x="3132993" y="220264"/>
                  </a:lnTo>
                  <a:cubicBezTo>
                    <a:pt x="3159500" y="193756"/>
                    <a:pt x="3192129" y="176432"/>
                    <a:pt x="3246186" y="176432"/>
                  </a:cubicBezTo>
                  <a:cubicBezTo>
                    <a:pt x="3373641" y="176432"/>
                    <a:pt x="3417473" y="274320"/>
                    <a:pt x="3417473" y="396631"/>
                  </a:cubicBezTo>
                  <a:lnTo>
                    <a:pt x="3417473" y="667825"/>
                  </a:lnTo>
                  <a:close/>
                  <a:moveTo>
                    <a:pt x="5564554" y="1638365"/>
                  </a:moveTo>
                  <a:lnTo>
                    <a:pt x="5440160" y="1638365"/>
                  </a:lnTo>
                  <a:lnTo>
                    <a:pt x="5440160" y="1376355"/>
                  </a:lnTo>
                  <a:cubicBezTo>
                    <a:pt x="5440160" y="1309077"/>
                    <a:pt x="5424855" y="1264204"/>
                    <a:pt x="5357577" y="1264204"/>
                  </a:cubicBezTo>
                  <a:cubicBezTo>
                    <a:pt x="5294337" y="1264204"/>
                    <a:pt x="5273952" y="1301913"/>
                    <a:pt x="5273952" y="1373293"/>
                  </a:cubicBezTo>
                  <a:lnTo>
                    <a:pt x="5273952" y="1638365"/>
                  </a:lnTo>
                  <a:lnTo>
                    <a:pt x="5149558" y="1638365"/>
                  </a:lnTo>
                  <a:lnTo>
                    <a:pt x="5149558" y="1157133"/>
                  </a:lnTo>
                  <a:lnTo>
                    <a:pt x="5273952" y="1157133"/>
                  </a:lnTo>
                  <a:lnTo>
                    <a:pt x="5273952" y="1189762"/>
                  </a:lnTo>
                  <a:cubicBezTo>
                    <a:pt x="5299418" y="1164297"/>
                    <a:pt x="5337192" y="1146973"/>
                    <a:pt x="5391183" y="1146973"/>
                  </a:cubicBezTo>
                  <a:cubicBezTo>
                    <a:pt x="5521700" y="1146973"/>
                    <a:pt x="5564490" y="1247922"/>
                    <a:pt x="5564490" y="1366195"/>
                  </a:cubicBezTo>
                  <a:lnTo>
                    <a:pt x="5564490" y="1638430"/>
                  </a:lnTo>
                  <a:close/>
                  <a:moveTo>
                    <a:pt x="4008772" y="1115386"/>
                  </a:moveTo>
                  <a:cubicBezTo>
                    <a:pt x="4048565" y="1115386"/>
                    <a:pt x="4080152" y="1083798"/>
                    <a:pt x="4080152" y="1044005"/>
                  </a:cubicBezTo>
                  <a:cubicBezTo>
                    <a:pt x="4080152" y="1004212"/>
                    <a:pt x="4048565" y="972624"/>
                    <a:pt x="4008772" y="972624"/>
                  </a:cubicBezTo>
                  <a:cubicBezTo>
                    <a:pt x="3968978" y="972624"/>
                    <a:pt x="3937391" y="1004212"/>
                    <a:pt x="3937391" y="1044005"/>
                  </a:cubicBezTo>
                  <a:cubicBezTo>
                    <a:pt x="3937391" y="1083798"/>
                    <a:pt x="3968978" y="1115386"/>
                    <a:pt x="4008772" y="1115386"/>
                  </a:cubicBezTo>
                  <a:close/>
                  <a:moveTo>
                    <a:pt x="829864" y="1115386"/>
                  </a:moveTo>
                  <a:cubicBezTo>
                    <a:pt x="869657" y="1115386"/>
                    <a:pt x="901244" y="1083798"/>
                    <a:pt x="901244" y="1044005"/>
                  </a:cubicBezTo>
                  <a:cubicBezTo>
                    <a:pt x="901244" y="1004212"/>
                    <a:pt x="869657" y="972624"/>
                    <a:pt x="829864" y="972624"/>
                  </a:cubicBezTo>
                  <a:cubicBezTo>
                    <a:pt x="790070" y="972624"/>
                    <a:pt x="758483" y="1004212"/>
                    <a:pt x="758483" y="1044005"/>
                  </a:cubicBezTo>
                  <a:cubicBezTo>
                    <a:pt x="758483" y="1083798"/>
                    <a:pt x="790070" y="1115386"/>
                    <a:pt x="829864" y="1115386"/>
                  </a:cubicBezTo>
                  <a:close/>
                  <a:moveTo>
                    <a:pt x="6512756" y="426134"/>
                  </a:moveTo>
                  <a:cubicBezTo>
                    <a:pt x="6512756" y="441439"/>
                    <a:pt x="6511714" y="460782"/>
                    <a:pt x="6510737" y="467946"/>
                  </a:cubicBezTo>
                  <a:lnTo>
                    <a:pt x="6219158" y="467946"/>
                  </a:lnTo>
                  <a:cubicBezTo>
                    <a:pt x="6224238" y="535224"/>
                    <a:pt x="6270154" y="562773"/>
                    <a:pt x="6322126" y="562773"/>
                  </a:cubicBezTo>
                  <a:cubicBezTo>
                    <a:pt x="6352736" y="562773"/>
                    <a:pt x="6381262" y="553590"/>
                    <a:pt x="6405751" y="529102"/>
                  </a:cubicBezTo>
                  <a:lnTo>
                    <a:pt x="6491394" y="601459"/>
                  </a:lnTo>
                  <a:cubicBezTo>
                    <a:pt x="6446521" y="657535"/>
                    <a:pt x="6378201" y="677919"/>
                    <a:pt x="6317046" y="677919"/>
                  </a:cubicBezTo>
                  <a:cubicBezTo>
                    <a:pt x="6176369" y="677919"/>
                    <a:pt x="6095805" y="569872"/>
                    <a:pt x="6095805" y="428153"/>
                  </a:cubicBezTo>
                  <a:cubicBezTo>
                    <a:pt x="6095805" y="274190"/>
                    <a:pt x="6190632" y="176302"/>
                    <a:pt x="6308905" y="176302"/>
                  </a:cubicBezTo>
                  <a:cubicBezTo>
                    <a:pt x="6435319" y="176302"/>
                    <a:pt x="6512821" y="287411"/>
                    <a:pt x="6512821" y="426069"/>
                  </a:cubicBezTo>
                  <a:close/>
                  <a:moveTo>
                    <a:pt x="6221177" y="374162"/>
                  </a:moveTo>
                  <a:lnTo>
                    <a:pt x="6392465" y="374162"/>
                  </a:lnTo>
                  <a:cubicBezTo>
                    <a:pt x="6388361" y="320105"/>
                    <a:pt x="6353713" y="283438"/>
                    <a:pt x="6304802" y="283438"/>
                  </a:cubicBezTo>
                  <a:cubicBezTo>
                    <a:pt x="6246708" y="283438"/>
                    <a:pt x="6224238" y="334433"/>
                    <a:pt x="6221177" y="374162"/>
                  </a:cubicBezTo>
                  <a:close/>
                  <a:moveTo>
                    <a:pt x="5702235" y="667825"/>
                  </a:moveTo>
                  <a:lnTo>
                    <a:pt x="5583963" y="667825"/>
                  </a:lnTo>
                  <a:lnTo>
                    <a:pt x="5583963" y="634153"/>
                  </a:lnTo>
                  <a:cubicBezTo>
                    <a:pt x="5557456" y="663721"/>
                    <a:pt x="5514666" y="677984"/>
                    <a:pt x="5471812" y="677984"/>
                  </a:cubicBezTo>
                  <a:cubicBezTo>
                    <a:pt x="5347417" y="677984"/>
                    <a:pt x="5300525" y="588238"/>
                    <a:pt x="5300525" y="458763"/>
                  </a:cubicBezTo>
                  <a:lnTo>
                    <a:pt x="5300525" y="186527"/>
                  </a:lnTo>
                  <a:lnTo>
                    <a:pt x="5420817" y="186527"/>
                  </a:lnTo>
                  <a:lnTo>
                    <a:pt x="5420817" y="448538"/>
                  </a:lnTo>
                  <a:cubicBezTo>
                    <a:pt x="5420817" y="513797"/>
                    <a:pt x="5434103" y="562708"/>
                    <a:pt x="5501380" y="562708"/>
                  </a:cubicBezTo>
                  <a:cubicBezTo>
                    <a:pt x="5568657" y="562708"/>
                    <a:pt x="5581944" y="511712"/>
                    <a:pt x="5581944" y="452576"/>
                  </a:cubicBezTo>
                  <a:lnTo>
                    <a:pt x="5581944" y="186462"/>
                  </a:lnTo>
                  <a:lnTo>
                    <a:pt x="5702235" y="186462"/>
                  </a:lnTo>
                  <a:lnTo>
                    <a:pt x="5702235" y="667695"/>
                  </a:lnTo>
                  <a:close/>
                  <a:moveTo>
                    <a:pt x="3895579" y="426134"/>
                  </a:moveTo>
                  <a:cubicBezTo>
                    <a:pt x="3895579" y="441439"/>
                    <a:pt x="3894537" y="460782"/>
                    <a:pt x="3893560" y="467946"/>
                  </a:cubicBezTo>
                  <a:lnTo>
                    <a:pt x="3601981" y="467946"/>
                  </a:lnTo>
                  <a:cubicBezTo>
                    <a:pt x="3607061" y="535224"/>
                    <a:pt x="3652976" y="562773"/>
                    <a:pt x="3704949" y="562773"/>
                  </a:cubicBezTo>
                  <a:cubicBezTo>
                    <a:pt x="3735559" y="562773"/>
                    <a:pt x="3764085" y="553590"/>
                    <a:pt x="3788573" y="529102"/>
                  </a:cubicBezTo>
                  <a:lnTo>
                    <a:pt x="3874217" y="601459"/>
                  </a:lnTo>
                  <a:cubicBezTo>
                    <a:pt x="3829343" y="657535"/>
                    <a:pt x="3761024" y="677919"/>
                    <a:pt x="3699868" y="677919"/>
                  </a:cubicBezTo>
                  <a:cubicBezTo>
                    <a:pt x="3559192" y="677919"/>
                    <a:pt x="3478628" y="569872"/>
                    <a:pt x="3478628" y="428153"/>
                  </a:cubicBezTo>
                  <a:cubicBezTo>
                    <a:pt x="3478628" y="274190"/>
                    <a:pt x="3573455" y="176302"/>
                    <a:pt x="3691727" y="176302"/>
                  </a:cubicBezTo>
                  <a:cubicBezTo>
                    <a:pt x="3818141" y="176302"/>
                    <a:pt x="3895644" y="287411"/>
                    <a:pt x="3895644" y="426069"/>
                  </a:cubicBezTo>
                  <a:close/>
                  <a:moveTo>
                    <a:pt x="3604000" y="374162"/>
                  </a:moveTo>
                  <a:lnTo>
                    <a:pt x="3775287" y="374162"/>
                  </a:lnTo>
                  <a:cubicBezTo>
                    <a:pt x="3771184" y="320105"/>
                    <a:pt x="3736536" y="283438"/>
                    <a:pt x="3687624" y="283438"/>
                  </a:cubicBezTo>
                  <a:cubicBezTo>
                    <a:pt x="3629530" y="283438"/>
                    <a:pt x="3607061" y="334433"/>
                    <a:pt x="3604000" y="374162"/>
                  </a:cubicBezTo>
                  <a:close/>
                  <a:moveTo>
                    <a:pt x="4579686" y="1638365"/>
                  </a:moveTo>
                  <a:lnTo>
                    <a:pt x="4455291" y="1638365"/>
                  </a:lnTo>
                  <a:lnTo>
                    <a:pt x="4455291" y="1606778"/>
                  </a:lnTo>
                  <a:cubicBezTo>
                    <a:pt x="4414521" y="1636346"/>
                    <a:pt x="4390032" y="1648590"/>
                    <a:pt x="4346201" y="1648590"/>
                  </a:cubicBezTo>
                  <a:cubicBezTo>
                    <a:pt x="4207543" y="1648590"/>
                    <a:pt x="4148406" y="1528299"/>
                    <a:pt x="4148406" y="1393678"/>
                  </a:cubicBezTo>
                  <a:cubicBezTo>
                    <a:pt x="4148406" y="1247856"/>
                    <a:pt x="4217703" y="1146973"/>
                    <a:pt x="4343140" y="1146973"/>
                  </a:cubicBezTo>
                  <a:cubicBezTo>
                    <a:pt x="4384952" y="1146973"/>
                    <a:pt x="4424681" y="1158175"/>
                    <a:pt x="4455291" y="1185724"/>
                  </a:cubicBezTo>
                  <a:lnTo>
                    <a:pt x="4455291" y="1031761"/>
                  </a:lnTo>
                  <a:lnTo>
                    <a:pt x="4579686" y="969564"/>
                  </a:lnTo>
                  <a:lnTo>
                    <a:pt x="4579686" y="1638365"/>
                  </a:lnTo>
                  <a:close/>
                  <a:moveTo>
                    <a:pt x="4455356" y="1489547"/>
                  </a:moveTo>
                  <a:lnTo>
                    <a:pt x="4455356" y="1306016"/>
                  </a:lnTo>
                  <a:cubicBezTo>
                    <a:pt x="4428849" y="1277490"/>
                    <a:pt x="4403384" y="1264204"/>
                    <a:pt x="4368670" y="1264204"/>
                  </a:cubicBezTo>
                  <a:cubicBezTo>
                    <a:pt x="4296313" y="1264204"/>
                    <a:pt x="4278924" y="1321321"/>
                    <a:pt x="4278924" y="1389575"/>
                  </a:cubicBezTo>
                  <a:cubicBezTo>
                    <a:pt x="4278924" y="1467078"/>
                    <a:pt x="4301328" y="1531294"/>
                    <a:pt x="4371731" y="1531294"/>
                  </a:cubicBezTo>
                  <a:cubicBezTo>
                    <a:pt x="4406380" y="1531294"/>
                    <a:pt x="4430868" y="1515989"/>
                    <a:pt x="4455356" y="1489482"/>
                  </a:cubicBezTo>
                  <a:close/>
                  <a:moveTo>
                    <a:pt x="3945532" y="1157198"/>
                  </a:moveTo>
                  <a:lnTo>
                    <a:pt x="3945532" y="1638430"/>
                  </a:lnTo>
                  <a:lnTo>
                    <a:pt x="4069927" y="1638430"/>
                  </a:lnTo>
                  <a:lnTo>
                    <a:pt x="4069927" y="1157198"/>
                  </a:lnTo>
                  <a:lnTo>
                    <a:pt x="3945532" y="1157198"/>
                  </a:lnTo>
                  <a:close/>
                  <a:moveTo>
                    <a:pt x="3873175" y="985911"/>
                  </a:moveTo>
                  <a:lnTo>
                    <a:pt x="3873175" y="1085817"/>
                  </a:lnTo>
                  <a:cubicBezTo>
                    <a:pt x="3854809" y="1079695"/>
                    <a:pt x="3830386" y="1076634"/>
                    <a:pt x="3812019" y="1076634"/>
                  </a:cubicBezTo>
                  <a:cubicBezTo>
                    <a:pt x="3776329" y="1076634"/>
                    <a:pt x="3760047" y="1087836"/>
                    <a:pt x="3760047" y="1118447"/>
                  </a:cubicBezTo>
                  <a:lnTo>
                    <a:pt x="3760047" y="1157198"/>
                  </a:lnTo>
                  <a:lnTo>
                    <a:pt x="3863015" y="1157198"/>
                  </a:lnTo>
                  <a:lnTo>
                    <a:pt x="3863015" y="1273452"/>
                  </a:lnTo>
                  <a:lnTo>
                    <a:pt x="3760047" y="1273452"/>
                  </a:lnTo>
                  <a:lnTo>
                    <a:pt x="3760047" y="1638430"/>
                  </a:lnTo>
                  <a:lnTo>
                    <a:pt x="3635652" y="1638430"/>
                  </a:lnTo>
                  <a:lnTo>
                    <a:pt x="3635652" y="1273452"/>
                  </a:lnTo>
                  <a:lnTo>
                    <a:pt x="3568375" y="1273452"/>
                  </a:lnTo>
                  <a:lnTo>
                    <a:pt x="3568375" y="1157198"/>
                  </a:lnTo>
                  <a:lnTo>
                    <a:pt x="3635652" y="1157198"/>
                  </a:lnTo>
                  <a:lnTo>
                    <a:pt x="3635652" y="1099104"/>
                  </a:lnTo>
                  <a:cubicBezTo>
                    <a:pt x="3635652" y="1009357"/>
                    <a:pt x="3691727" y="972690"/>
                    <a:pt x="3782451" y="972690"/>
                  </a:cubicBezTo>
                  <a:cubicBezTo>
                    <a:pt x="3808958" y="972690"/>
                    <a:pt x="3847710" y="975751"/>
                    <a:pt x="3873175" y="985976"/>
                  </a:cubicBezTo>
                  <a:close/>
                  <a:moveTo>
                    <a:pt x="3507154" y="1638365"/>
                  </a:moveTo>
                  <a:lnTo>
                    <a:pt x="3382759" y="1638365"/>
                  </a:lnTo>
                  <a:lnTo>
                    <a:pt x="3382759" y="1376355"/>
                  </a:lnTo>
                  <a:cubicBezTo>
                    <a:pt x="3382759" y="1309077"/>
                    <a:pt x="3367454" y="1264204"/>
                    <a:pt x="3300177" y="1264204"/>
                  </a:cubicBezTo>
                  <a:cubicBezTo>
                    <a:pt x="3236937" y="1264204"/>
                    <a:pt x="3216552" y="1301913"/>
                    <a:pt x="3216552" y="1373293"/>
                  </a:cubicBezTo>
                  <a:lnTo>
                    <a:pt x="3216552" y="1638365"/>
                  </a:lnTo>
                  <a:lnTo>
                    <a:pt x="3092157" y="1638365"/>
                  </a:lnTo>
                  <a:lnTo>
                    <a:pt x="3092157" y="1157133"/>
                  </a:lnTo>
                  <a:lnTo>
                    <a:pt x="3216552" y="1157133"/>
                  </a:lnTo>
                  <a:lnTo>
                    <a:pt x="3216552" y="1189762"/>
                  </a:lnTo>
                  <a:cubicBezTo>
                    <a:pt x="3242017" y="1164297"/>
                    <a:pt x="3279792" y="1146973"/>
                    <a:pt x="3333783" y="1146973"/>
                  </a:cubicBezTo>
                  <a:cubicBezTo>
                    <a:pt x="3464300" y="1146973"/>
                    <a:pt x="3507089" y="1247922"/>
                    <a:pt x="3507089" y="1366195"/>
                  </a:cubicBezTo>
                  <a:lnTo>
                    <a:pt x="3507089" y="1638430"/>
                  </a:lnTo>
                  <a:close/>
                  <a:moveTo>
                    <a:pt x="2792437" y="1146973"/>
                  </a:moveTo>
                  <a:cubicBezTo>
                    <a:pt x="2653779" y="1146973"/>
                    <a:pt x="2567094" y="1256063"/>
                    <a:pt x="2567094" y="1397782"/>
                  </a:cubicBezTo>
                  <a:cubicBezTo>
                    <a:pt x="2567094" y="1546665"/>
                    <a:pt x="2661920" y="1648590"/>
                    <a:pt x="2792437" y="1648590"/>
                  </a:cubicBezTo>
                  <a:cubicBezTo>
                    <a:pt x="2922954" y="1648590"/>
                    <a:pt x="3017781" y="1546665"/>
                    <a:pt x="3017781" y="1397782"/>
                  </a:cubicBezTo>
                  <a:cubicBezTo>
                    <a:pt x="3017781" y="1248899"/>
                    <a:pt x="2931095" y="1146973"/>
                    <a:pt x="2792437" y="1146973"/>
                  </a:cubicBezTo>
                  <a:close/>
                  <a:moveTo>
                    <a:pt x="2792437" y="1528299"/>
                  </a:moveTo>
                  <a:cubicBezTo>
                    <a:pt x="2712916" y="1528299"/>
                    <a:pt x="2695592" y="1451838"/>
                    <a:pt x="2695592" y="1397782"/>
                  </a:cubicBezTo>
                  <a:cubicBezTo>
                    <a:pt x="2695592" y="1323340"/>
                    <a:pt x="2726202" y="1266288"/>
                    <a:pt x="2792437" y="1266288"/>
                  </a:cubicBezTo>
                  <a:cubicBezTo>
                    <a:pt x="2858673" y="1266288"/>
                    <a:pt x="2889283" y="1323405"/>
                    <a:pt x="2889283" y="1397782"/>
                  </a:cubicBezTo>
                  <a:cubicBezTo>
                    <a:pt x="2889283" y="1451838"/>
                    <a:pt x="2871959" y="1528299"/>
                    <a:pt x="2792437" y="1528299"/>
                  </a:cubicBezTo>
                  <a:close/>
                  <a:moveTo>
                    <a:pt x="2446802" y="1467143"/>
                  </a:moveTo>
                  <a:lnTo>
                    <a:pt x="2526323" y="1542561"/>
                  </a:lnTo>
                  <a:cubicBezTo>
                    <a:pt x="2485553" y="1594534"/>
                    <a:pt x="2429478" y="1648590"/>
                    <a:pt x="2334651" y="1648590"/>
                  </a:cubicBezTo>
                  <a:cubicBezTo>
                    <a:pt x="2203157" y="1648590"/>
                    <a:pt x="2106246" y="1543604"/>
                    <a:pt x="2106246" y="1398823"/>
                  </a:cubicBezTo>
                  <a:cubicBezTo>
                    <a:pt x="2106246" y="1266288"/>
                    <a:pt x="2186810" y="1146973"/>
                    <a:pt x="2336670" y="1146973"/>
                  </a:cubicBezTo>
                  <a:cubicBezTo>
                    <a:pt x="2422314" y="1146973"/>
                    <a:pt x="2481450" y="1185724"/>
                    <a:pt x="2525281" y="1250983"/>
                  </a:cubicBezTo>
                  <a:lnTo>
                    <a:pt x="2443741" y="1333565"/>
                  </a:lnTo>
                  <a:cubicBezTo>
                    <a:pt x="2415215" y="1295856"/>
                    <a:pt x="2384604" y="1266288"/>
                    <a:pt x="2335693" y="1266288"/>
                  </a:cubicBezTo>
                  <a:cubicBezTo>
                    <a:pt x="2269393" y="1266288"/>
                    <a:pt x="2234744" y="1322363"/>
                    <a:pt x="2234744" y="1396804"/>
                  </a:cubicBezTo>
                  <a:cubicBezTo>
                    <a:pt x="2234744" y="1466101"/>
                    <a:pt x="2265355" y="1528299"/>
                    <a:pt x="2336670" y="1528299"/>
                  </a:cubicBezTo>
                  <a:cubicBezTo>
                    <a:pt x="2380501" y="1528299"/>
                    <a:pt x="2417234" y="1504852"/>
                    <a:pt x="2446802" y="1467143"/>
                  </a:cubicBezTo>
                  <a:close/>
                  <a:moveTo>
                    <a:pt x="1803530" y="1638365"/>
                  </a:moveTo>
                  <a:lnTo>
                    <a:pt x="1679135" y="1638365"/>
                  </a:lnTo>
                  <a:lnTo>
                    <a:pt x="1679135" y="1376355"/>
                  </a:lnTo>
                  <a:cubicBezTo>
                    <a:pt x="1679135" y="1309077"/>
                    <a:pt x="1663830" y="1264204"/>
                    <a:pt x="1596553" y="1264204"/>
                  </a:cubicBezTo>
                  <a:cubicBezTo>
                    <a:pt x="1533314" y="1264204"/>
                    <a:pt x="1511951" y="1301913"/>
                    <a:pt x="1511951" y="1373293"/>
                  </a:cubicBezTo>
                  <a:lnTo>
                    <a:pt x="1511951" y="1638365"/>
                  </a:lnTo>
                  <a:lnTo>
                    <a:pt x="1387557" y="1638365"/>
                  </a:lnTo>
                  <a:lnTo>
                    <a:pt x="1387557" y="1031761"/>
                  </a:lnTo>
                  <a:lnTo>
                    <a:pt x="1511951" y="969564"/>
                  </a:lnTo>
                  <a:lnTo>
                    <a:pt x="1511951" y="1189762"/>
                  </a:lnTo>
                  <a:cubicBezTo>
                    <a:pt x="1535398" y="1161236"/>
                    <a:pt x="1584309" y="1146973"/>
                    <a:pt x="1632243" y="1146973"/>
                  </a:cubicBezTo>
                  <a:cubicBezTo>
                    <a:pt x="1758657" y="1146973"/>
                    <a:pt x="1803530" y="1246880"/>
                    <a:pt x="1803530" y="1366195"/>
                  </a:cubicBezTo>
                  <a:lnTo>
                    <a:pt x="1803530" y="1638430"/>
                  </a:lnTo>
                  <a:close/>
                  <a:moveTo>
                    <a:pt x="1311031" y="1493650"/>
                  </a:moveTo>
                  <a:lnTo>
                    <a:pt x="1292665" y="1619022"/>
                  </a:lnTo>
                  <a:cubicBezTo>
                    <a:pt x="1267200" y="1639407"/>
                    <a:pt x="1205979" y="1648590"/>
                    <a:pt x="1173350" y="1648590"/>
                  </a:cubicBezTo>
                  <a:cubicBezTo>
                    <a:pt x="1097931" y="1648590"/>
                    <a:pt x="1043875" y="1588412"/>
                    <a:pt x="1043875" y="1504852"/>
                  </a:cubicBezTo>
                  <a:lnTo>
                    <a:pt x="1043875" y="1273387"/>
                  </a:lnTo>
                  <a:lnTo>
                    <a:pt x="960250" y="1273387"/>
                  </a:lnTo>
                  <a:lnTo>
                    <a:pt x="960250" y="1157133"/>
                  </a:lnTo>
                  <a:lnTo>
                    <a:pt x="1043875" y="1157133"/>
                  </a:lnTo>
                  <a:lnTo>
                    <a:pt x="1043875" y="1031761"/>
                  </a:lnTo>
                  <a:lnTo>
                    <a:pt x="1168270" y="969564"/>
                  </a:lnTo>
                  <a:lnTo>
                    <a:pt x="1168270" y="1157133"/>
                  </a:lnTo>
                  <a:lnTo>
                    <a:pt x="1308947" y="1157133"/>
                  </a:lnTo>
                  <a:lnTo>
                    <a:pt x="1308947" y="1273387"/>
                  </a:lnTo>
                  <a:lnTo>
                    <a:pt x="1168270" y="1273387"/>
                  </a:lnTo>
                  <a:lnTo>
                    <a:pt x="1168270" y="1471181"/>
                  </a:lnTo>
                  <a:cubicBezTo>
                    <a:pt x="1168270" y="1515012"/>
                    <a:pt x="1184552" y="1529275"/>
                    <a:pt x="1214120" y="1529275"/>
                  </a:cubicBezTo>
                  <a:cubicBezTo>
                    <a:pt x="1243688" y="1529275"/>
                    <a:pt x="1289539" y="1513970"/>
                    <a:pt x="1310966" y="1493585"/>
                  </a:cubicBezTo>
                  <a:close/>
                  <a:moveTo>
                    <a:pt x="767666" y="1157198"/>
                  </a:moveTo>
                  <a:lnTo>
                    <a:pt x="767666" y="1638430"/>
                  </a:lnTo>
                  <a:lnTo>
                    <a:pt x="892061" y="1638430"/>
                  </a:lnTo>
                  <a:lnTo>
                    <a:pt x="892061" y="1157198"/>
                  </a:lnTo>
                  <a:lnTo>
                    <a:pt x="767666" y="1157198"/>
                  </a:lnTo>
                  <a:close/>
                  <a:moveTo>
                    <a:pt x="702408" y="1157198"/>
                  </a:moveTo>
                  <a:lnTo>
                    <a:pt x="550529" y="1638430"/>
                  </a:lnTo>
                  <a:lnTo>
                    <a:pt x="436359" y="1638430"/>
                  </a:lnTo>
                  <a:lnTo>
                    <a:pt x="354819" y="1345809"/>
                  </a:lnTo>
                  <a:lnTo>
                    <a:pt x="272236" y="1638430"/>
                  </a:lnTo>
                  <a:lnTo>
                    <a:pt x="158066" y="1638430"/>
                  </a:lnTo>
                  <a:lnTo>
                    <a:pt x="7099" y="1157198"/>
                  </a:lnTo>
                  <a:lnTo>
                    <a:pt x="145757" y="1157198"/>
                  </a:lnTo>
                  <a:lnTo>
                    <a:pt x="218114" y="1436533"/>
                  </a:lnTo>
                  <a:lnTo>
                    <a:pt x="299655" y="1157198"/>
                  </a:lnTo>
                  <a:lnTo>
                    <a:pt x="412848" y="1157198"/>
                  </a:lnTo>
                  <a:lnTo>
                    <a:pt x="494388" y="1436533"/>
                  </a:lnTo>
                  <a:lnTo>
                    <a:pt x="567788" y="1157198"/>
                  </a:lnTo>
                  <a:lnTo>
                    <a:pt x="702343" y="1157198"/>
                  </a:lnTo>
                  <a:close/>
                  <a:moveTo>
                    <a:pt x="4436990" y="16282"/>
                  </a:moveTo>
                  <a:lnTo>
                    <a:pt x="4436990" y="115147"/>
                  </a:lnTo>
                  <a:cubicBezTo>
                    <a:pt x="4409441" y="107983"/>
                    <a:pt x="4391139" y="104921"/>
                    <a:pt x="4374792" y="104921"/>
                  </a:cubicBezTo>
                  <a:cubicBezTo>
                    <a:pt x="4332003" y="104921"/>
                    <a:pt x="4322820" y="120227"/>
                    <a:pt x="4322820" y="144715"/>
                  </a:cubicBezTo>
                  <a:lnTo>
                    <a:pt x="4322820" y="186527"/>
                  </a:lnTo>
                  <a:lnTo>
                    <a:pt x="4404361" y="186527"/>
                  </a:lnTo>
                  <a:lnTo>
                    <a:pt x="4404361" y="302781"/>
                  </a:lnTo>
                  <a:lnTo>
                    <a:pt x="4322820" y="302781"/>
                  </a:lnTo>
                  <a:lnTo>
                    <a:pt x="4322820" y="667759"/>
                  </a:lnTo>
                  <a:lnTo>
                    <a:pt x="4202528" y="667759"/>
                  </a:lnTo>
                  <a:lnTo>
                    <a:pt x="4202528" y="302781"/>
                  </a:lnTo>
                  <a:lnTo>
                    <a:pt x="4143392" y="302781"/>
                  </a:lnTo>
                  <a:lnTo>
                    <a:pt x="4143392" y="186527"/>
                  </a:lnTo>
                  <a:lnTo>
                    <a:pt x="4202528" y="186527"/>
                  </a:lnTo>
                  <a:lnTo>
                    <a:pt x="4202528" y="128433"/>
                  </a:lnTo>
                  <a:cubicBezTo>
                    <a:pt x="4202528" y="44808"/>
                    <a:pt x="4246360" y="2019"/>
                    <a:pt x="4348350" y="2019"/>
                  </a:cubicBezTo>
                  <a:cubicBezTo>
                    <a:pt x="4380980" y="2019"/>
                    <a:pt x="4407487" y="8141"/>
                    <a:pt x="4437055" y="16282"/>
                  </a:cubicBezTo>
                  <a:close/>
                  <a:moveTo>
                    <a:pt x="2957602" y="527083"/>
                  </a:moveTo>
                  <a:lnTo>
                    <a:pt x="2940278" y="649458"/>
                  </a:lnTo>
                  <a:cubicBezTo>
                    <a:pt x="2915790" y="668802"/>
                    <a:pt x="2873001" y="677984"/>
                    <a:pt x="2843433" y="677984"/>
                  </a:cubicBezTo>
                  <a:cubicBezTo>
                    <a:pt x="2770033" y="677984"/>
                    <a:pt x="2712916" y="622951"/>
                    <a:pt x="2712916" y="535224"/>
                  </a:cubicBezTo>
                  <a:lnTo>
                    <a:pt x="2712916" y="301739"/>
                  </a:lnTo>
                  <a:lnTo>
                    <a:pt x="2629291" y="301739"/>
                  </a:lnTo>
                  <a:lnTo>
                    <a:pt x="2629291" y="186527"/>
                  </a:lnTo>
                  <a:lnTo>
                    <a:pt x="2712916" y="186527"/>
                  </a:lnTo>
                  <a:lnTo>
                    <a:pt x="2712916" y="61155"/>
                  </a:lnTo>
                  <a:lnTo>
                    <a:pt x="2833208" y="0"/>
                  </a:lnTo>
                  <a:lnTo>
                    <a:pt x="2833208" y="186592"/>
                  </a:lnTo>
                  <a:lnTo>
                    <a:pt x="2945358" y="186592"/>
                  </a:lnTo>
                  <a:lnTo>
                    <a:pt x="2945358" y="301804"/>
                  </a:lnTo>
                  <a:lnTo>
                    <a:pt x="2833208" y="301804"/>
                  </a:lnTo>
                  <a:lnTo>
                    <a:pt x="2833208" y="503701"/>
                  </a:lnTo>
                  <a:cubicBezTo>
                    <a:pt x="2833208" y="545514"/>
                    <a:pt x="2850532" y="560819"/>
                    <a:pt x="2880100" y="560819"/>
                  </a:cubicBezTo>
                  <a:cubicBezTo>
                    <a:pt x="2909668" y="560819"/>
                    <a:pt x="2938194" y="545514"/>
                    <a:pt x="2957602" y="527148"/>
                  </a:cubicBezTo>
                  <a:close/>
                  <a:moveTo>
                    <a:pt x="2397891" y="426134"/>
                  </a:moveTo>
                  <a:cubicBezTo>
                    <a:pt x="2397891" y="441439"/>
                    <a:pt x="2396849" y="460782"/>
                    <a:pt x="2395872" y="467946"/>
                  </a:cubicBezTo>
                  <a:lnTo>
                    <a:pt x="2114453" y="467946"/>
                  </a:lnTo>
                  <a:cubicBezTo>
                    <a:pt x="2119533" y="535224"/>
                    <a:pt x="2166425" y="562773"/>
                    <a:pt x="2218462" y="562773"/>
                  </a:cubicBezTo>
                  <a:cubicBezTo>
                    <a:pt x="2249073" y="562773"/>
                    <a:pt x="2276557" y="553590"/>
                    <a:pt x="2301045" y="529102"/>
                  </a:cubicBezTo>
                  <a:lnTo>
                    <a:pt x="2386689" y="601459"/>
                  </a:lnTo>
                  <a:cubicBezTo>
                    <a:pt x="2346895" y="654473"/>
                    <a:pt x="2274538" y="677919"/>
                    <a:pt x="2210321" y="677919"/>
                  </a:cubicBezTo>
                  <a:cubicBezTo>
                    <a:pt x="2072705" y="677919"/>
                    <a:pt x="1991100" y="569872"/>
                    <a:pt x="1991100" y="429130"/>
                  </a:cubicBezTo>
                  <a:cubicBezTo>
                    <a:pt x="1991100" y="288388"/>
                    <a:pt x="2079804" y="176302"/>
                    <a:pt x="2205176" y="176302"/>
                  </a:cubicBezTo>
                  <a:cubicBezTo>
                    <a:pt x="2339731" y="176302"/>
                    <a:pt x="2397891" y="298678"/>
                    <a:pt x="2397891" y="426069"/>
                  </a:cubicBezTo>
                  <a:close/>
                  <a:moveTo>
                    <a:pt x="2116472" y="374162"/>
                  </a:moveTo>
                  <a:lnTo>
                    <a:pt x="2287759" y="374162"/>
                  </a:lnTo>
                  <a:cubicBezTo>
                    <a:pt x="2282679" y="320105"/>
                    <a:pt x="2251027" y="283438"/>
                    <a:pt x="2199054" y="283438"/>
                  </a:cubicBezTo>
                  <a:cubicBezTo>
                    <a:pt x="2144021" y="283438"/>
                    <a:pt x="2119533" y="334433"/>
                    <a:pt x="2116472" y="374162"/>
                  </a:cubicBezTo>
                  <a:close/>
                  <a:moveTo>
                    <a:pt x="1933982" y="428218"/>
                  </a:moveTo>
                  <a:cubicBezTo>
                    <a:pt x="1933982" y="551571"/>
                    <a:pt x="1882987" y="677984"/>
                    <a:pt x="1746413" y="677984"/>
                  </a:cubicBezTo>
                  <a:cubicBezTo>
                    <a:pt x="1693399" y="677984"/>
                    <a:pt x="1660769" y="658642"/>
                    <a:pt x="1639342" y="638191"/>
                  </a:cubicBezTo>
                  <a:lnTo>
                    <a:pt x="1639342" y="784990"/>
                  </a:lnTo>
                  <a:lnTo>
                    <a:pt x="1519050" y="845169"/>
                  </a:lnTo>
                  <a:lnTo>
                    <a:pt x="1519050" y="186527"/>
                  </a:lnTo>
                  <a:lnTo>
                    <a:pt x="1639342" y="186527"/>
                  </a:lnTo>
                  <a:lnTo>
                    <a:pt x="1639342" y="219157"/>
                  </a:lnTo>
                  <a:cubicBezTo>
                    <a:pt x="1670929" y="190630"/>
                    <a:pt x="1703559" y="176367"/>
                    <a:pt x="1748432" y="176367"/>
                  </a:cubicBezTo>
                  <a:cubicBezTo>
                    <a:pt x="1877907" y="176367"/>
                    <a:pt x="1933982" y="298743"/>
                    <a:pt x="1933982" y="428218"/>
                  </a:cubicBezTo>
                  <a:close/>
                  <a:moveTo>
                    <a:pt x="1809587" y="434340"/>
                  </a:moveTo>
                  <a:cubicBezTo>
                    <a:pt x="1809587" y="364002"/>
                    <a:pt x="1791221" y="292621"/>
                    <a:pt x="1718864" y="292621"/>
                  </a:cubicBezTo>
                  <a:cubicBezTo>
                    <a:pt x="1685193" y="292621"/>
                    <a:pt x="1658685" y="307926"/>
                    <a:pt x="1639342" y="335410"/>
                  </a:cubicBezTo>
                  <a:lnTo>
                    <a:pt x="1639342" y="518942"/>
                  </a:lnTo>
                  <a:cubicBezTo>
                    <a:pt x="1658685" y="546491"/>
                    <a:pt x="1691315" y="562773"/>
                    <a:pt x="1726028" y="562773"/>
                  </a:cubicBezTo>
                  <a:cubicBezTo>
                    <a:pt x="1793305" y="562773"/>
                    <a:pt x="1809652" y="501618"/>
                    <a:pt x="1809652" y="434340"/>
                  </a:cubicBezTo>
                  <a:close/>
                  <a:moveTo>
                    <a:pt x="1435426" y="667825"/>
                  </a:moveTo>
                  <a:lnTo>
                    <a:pt x="1315134" y="667825"/>
                  </a:lnTo>
                  <a:lnTo>
                    <a:pt x="1315134" y="634153"/>
                  </a:lnTo>
                  <a:cubicBezTo>
                    <a:pt x="1286608" y="662680"/>
                    <a:pt x="1249876" y="677984"/>
                    <a:pt x="1202983" y="677984"/>
                  </a:cubicBezTo>
                  <a:cubicBezTo>
                    <a:pt x="1108157" y="677984"/>
                    <a:pt x="1033715" y="616829"/>
                    <a:pt x="1033715" y="510800"/>
                  </a:cubicBezTo>
                  <a:cubicBezTo>
                    <a:pt x="1033715" y="404772"/>
                    <a:pt x="1106072" y="348696"/>
                    <a:pt x="1221284" y="348696"/>
                  </a:cubicBezTo>
                  <a:cubicBezTo>
                    <a:pt x="1251894" y="348696"/>
                    <a:pt x="1283482" y="352799"/>
                    <a:pt x="1315069" y="368040"/>
                  </a:cubicBezTo>
                  <a:lnTo>
                    <a:pt x="1315069" y="342574"/>
                  </a:lnTo>
                  <a:cubicBezTo>
                    <a:pt x="1315069" y="297701"/>
                    <a:pt x="1285501" y="279335"/>
                    <a:pt x="1232486" y="279335"/>
                  </a:cubicBezTo>
                  <a:cubicBezTo>
                    <a:pt x="1194777" y="279335"/>
                    <a:pt x="1159087" y="288518"/>
                    <a:pt x="1121378" y="310922"/>
                  </a:cubicBezTo>
                  <a:lnTo>
                    <a:pt x="1073443" y="225278"/>
                  </a:lnTo>
                  <a:cubicBezTo>
                    <a:pt x="1125416" y="192649"/>
                    <a:pt x="1175369" y="176367"/>
                    <a:pt x="1239650" y="176367"/>
                  </a:cubicBezTo>
                  <a:cubicBezTo>
                    <a:pt x="1360984" y="176367"/>
                    <a:pt x="1435426" y="235503"/>
                    <a:pt x="1435426" y="344593"/>
                  </a:cubicBezTo>
                  <a:lnTo>
                    <a:pt x="1435426" y="667759"/>
                  </a:lnTo>
                  <a:close/>
                  <a:moveTo>
                    <a:pt x="1315134" y="527083"/>
                  </a:moveTo>
                  <a:lnTo>
                    <a:pt x="1315134" y="465927"/>
                  </a:lnTo>
                  <a:cubicBezTo>
                    <a:pt x="1290646" y="450622"/>
                    <a:pt x="1259059" y="445542"/>
                    <a:pt x="1234570" y="445542"/>
                  </a:cubicBezTo>
                  <a:cubicBezTo>
                    <a:pt x="1181556" y="445542"/>
                    <a:pt x="1156091" y="468988"/>
                    <a:pt x="1156091" y="507740"/>
                  </a:cubicBezTo>
                  <a:cubicBezTo>
                    <a:pt x="1156091" y="544472"/>
                    <a:pt x="1179537" y="574040"/>
                    <a:pt x="1224410" y="574040"/>
                  </a:cubicBezTo>
                  <a:cubicBezTo>
                    <a:pt x="1247857" y="574040"/>
                    <a:pt x="1288627" y="565899"/>
                    <a:pt x="1315134" y="527148"/>
                  </a:cubicBezTo>
                  <a:close/>
                  <a:moveTo>
                    <a:pt x="967480" y="667825"/>
                  </a:moveTo>
                  <a:lnTo>
                    <a:pt x="847188" y="667825"/>
                  </a:lnTo>
                  <a:lnTo>
                    <a:pt x="847188" y="405814"/>
                  </a:lnTo>
                  <a:cubicBezTo>
                    <a:pt x="847188" y="340555"/>
                    <a:pt x="832925" y="292621"/>
                    <a:pt x="765647" y="292621"/>
                  </a:cubicBezTo>
                  <a:cubicBezTo>
                    <a:pt x="698370" y="292621"/>
                    <a:pt x="683065" y="336452"/>
                    <a:pt x="683065" y="402753"/>
                  </a:cubicBezTo>
                  <a:lnTo>
                    <a:pt x="683065" y="667825"/>
                  </a:lnTo>
                  <a:lnTo>
                    <a:pt x="562773" y="667825"/>
                  </a:lnTo>
                  <a:lnTo>
                    <a:pt x="562773" y="61221"/>
                  </a:lnTo>
                  <a:lnTo>
                    <a:pt x="683065" y="65"/>
                  </a:lnTo>
                  <a:lnTo>
                    <a:pt x="683065" y="220264"/>
                  </a:lnTo>
                  <a:cubicBezTo>
                    <a:pt x="709572" y="193756"/>
                    <a:pt x="742201" y="176432"/>
                    <a:pt x="796258" y="176432"/>
                  </a:cubicBezTo>
                  <a:cubicBezTo>
                    <a:pt x="923713" y="176432"/>
                    <a:pt x="967545" y="274320"/>
                    <a:pt x="967545" y="396631"/>
                  </a:cubicBezTo>
                  <a:lnTo>
                    <a:pt x="967545" y="667825"/>
                  </a:lnTo>
                  <a:close/>
                  <a:moveTo>
                    <a:pt x="496472" y="475110"/>
                  </a:moveTo>
                  <a:cubicBezTo>
                    <a:pt x="496472" y="619890"/>
                    <a:pt x="386341" y="677984"/>
                    <a:pt x="255889" y="677984"/>
                  </a:cubicBezTo>
                  <a:cubicBezTo>
                    <a:pt x="162104" y="677984"/>
                    <a:pt x="58094" y="648416"/>
                    <a:pt x="0" y="562773"/>
                  </a:cubicBezTo>
                  <a:lnTo>
                    <a:pt x="89747" y="483251"/>
                  </a:lnTo>
                  <a:cubicBezTo>
                    <a:pt x="131559" y="533205"/>
                    <a:pt x="191672" y="556651"/>
                    <a:pt x="252893" y="556651"/>
                  </a:cubicBezTo>
                  <a:cubicBezTo>
                    <a:pt x="325250" y="556651"/>
                    <a:pt x="367063" y="524022"/>
                    <a:pt x="367063" y="478171"/>
                  </a:cubicBezTo>
                  <a:cubicBezTo>
                    <a:pt x="367063" y="459805"/>
                    <a:pt x="359899" y="441439"/>
                    <a:pt x="329353" y="426199"/>
                  </a:cubicBezTo>
                  <a:cubicBezTo>
                    <a:pt x="306949" y="414997"/>
                    <a:pt x="279400" y="407833"/>
                    <a:pt x="225344" y="394612"/>
                  </a:cubicBezTo>
                  <a:cubicBezTo>
                    <a:pt x="191672" y="386471"/>
                    <a:pt x="122376" y="370124"/>
                    <a:pt x="79522" y="335475"/>
                  </a:cubicBezTo>
                  <a:cubicBezTo>
                    <a:pt x="36732" y="300827"/>
                    <a:pt x="24488" y="250874"/>
                    <a:pt x="24488" y="207042"/>
                  </a:cubicBezTo>
                  <a:cubicBezTo>
                    <a:pt x="24488" y="71445"/>
                    <a:pt x="140742" y="16412"/>
                    <a:pt x="254912" y="16412"/>
                  </a:cubicBezTo>
                  <a:cubicBezTo>
                    <a:pt x="353776" y="16412"/>
                    <a:pt x="425157" y="57182"/>
                    <a:pt x="482274" y="115277"/>
                  </a:cubicBezTo>
                  <a:lnTo>
                    <a:pt x="392528" y="202939"/>
                  </a:lnTo>
                  <a:cubicBezTo>
                    <a:pt x="350715" y="161127"/>
                    <a:pt x="309945" y="137681"/>
                    <a:pt x="246706" y="137681"/>
                  </a:cubicBezTo>
                  <a:cubicBezTo>
                    <a:pt x="192649" y="137681"/>
                    <a:pt x="152921" y="155005"/>
                    <a:pt x="152921" y="199878"/>
                  </a:cubicBezTo>
                  <a:cubicBezTo>
                    <a:pt x="152921" y="219221"/>
                    <a:pt x="160085" y="232508"/>
                    <a:pt x="179428" y="243710"/>
                  </a:cubicBezTo>
                  <a:cubicBezTo>
                    <a:pt x="201832" y="255954"/>
                    <a:pt x="233485" y="265137"/>
                    <a:pt x="282396" y="277381"/>
                  </a:cubicBezTo>
                  <a:cubicBezTo>
                    <a:pt x="340490" y="292686"/>
                    <a:pt x="394547" y="305907"/>
                    <a:pt x="438378" y="341598"/>
                  </a:cubicBezTo>
                  <a:cubicBezTo>
                    <a:pt x="477129" y="373185"/>
                    <a:pt x="496472" y="414997"/>
                    <a:pt x="496472" y="475176"/>
                  </a:cubicBezTo>
                  <a:close/>
                  <a:moveTo>
                    <a:pt x="6100885" y="208996"/>
                  </a:moveTo>
                  <a:lnTo>
                    <a:pt x="6051778" y="329288"/>
                  </a:lnTo>
                  <a:cubicBezTo>
                    <a:pt x="6033413" y="311964"/>
                    <a:pt x="6011985" y="299720"/>
                    <a:pt x="5982482" y="299720"/>
                  </a:cubicBezTo>
                  <a:cubicBezTo>
                    <a:pt x="5925365" y="299720"/>
                    <a:pt x="5911232" y="347654"/>
                    <a:pt x="5911232" y="405749"/>
                  </a:cubicBezTo>
                  <a:lnTo>
                    <a:pt x="5911232" y="667759"/>
                  </a:lnTo>
                  <a:lnTo>
                    <a:pt x="5790940" y="667759"/>
                  </a:lnTo>
                  <a:lnTo>
                    <a:pt x="5790940" y="186527"/>
                  </a:lnTo>
                  <a:lnTo>
                    <a:pt x="5911232" y="186527"/>
                  </a:lnTo>
                  <a:lnTo>
                    <a:pt x="5911232" y="220198"/>
                  </a:lnTo>
                  <a:cubicBezTo>
                    <a:pt x="5938781" y="192649"/>
                    <a:pt x="5973429" y="176367"/>
                    <a:pt x="6012181" y="176367"/>
                  </a:cubicBezTo>
                  <a:cubicBezTo>
                    <a:pt x="6045852" y="176367"/>
                    <a:pt x="6075420" y="186592"/>
                    <a:pt x="6100885" y="208996"/>
                  </a:cubicBezTo>
                  <a:close/>
                </a:path>
              </a:pathLst>
            </a:custGeom>
            <a:solidFill>
              <a:schemeClr val="bg2"/>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grpSp>
    </p:spTree>
    <p:extLst>
      <p:ext uri="{BB962C8B-B14F-4D97-AF65-F5344CB8AC3E}">
        <p14:creationId xmlns:p14="http://schemas.microsoft.com/office/powerpoint/2010/main" val="179053374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Title Slide Frame 7">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EAFCAD8-0916-AF46-1471-030E4128E25A}"/>
              </a:ext>
              <a:ext uri="{C183D7F6-B498-43B3-948B-1728B52AA6E4}">
                <adec:decorative xmlns:adec="http://schemas.microsoft.com/office/drawing/2017/decorative" val="1"/>
              </a:ext>
            </a:extLst>
          </p:cNvPr>
          <p:cNvSpPr/>
          <p:nvPr userDrawn="1"/>
        </p:nvSpPr>
        <p:spPr>
          <a:xfrm>
            <a:off x="0" y="0"/>
            <a:ext cx="8386354" cy="6858000"/>
          </a:xfrm>
          <a:prstGeom prst="rect">
            <a:avLst/>
          </a:prstGeom>
          <a:gradFill flip="none" rotWithShape="1">
            <a:gsLst>
              <a:gs pos="0">
                <a:schemeClr val="tx1">
                  <a:lumMod val="0"/>
                  <a:alpha val="0"/>
                </a:schemeClr>
              </a:gs>
              <a:gs pos="95000">
                <a:srgbClr val="000000">
                  <a:alpha val="70000"/>
                </a:srgbClr>
              </a:gs>
            </a:gsLst>
            <a:lin ang="108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endParaRPr lang="en-US" sz="1200" b="1">
              <a:solidFill>
                <a:schemeClr val="tx1"/>
              </a:solidFill>
            </a:endParaRPr>
          </a:p>
        </p:txBody>
      </p:sp>
      <p:sp>
        <p:nvSpPr>
          <p:cNvPr id="28" name="Subtitle 2">
            <a:extLst>
              <a:ext uri="{FF2B5EF4-FFF2-40B4-BE49-F238E27FC236}">
                <a16:creationId xmlns:a16="http://schemas.microsoft.com/office/drawing/2014/main" id="{632E76BF-46D5-8E94-88AA-4783DD302E89}"/>
              </a:ext>
            </a:extLst>
          </p:cNvPr>
          <p:cNvSpPr>
            <a:spLocks noGrp="1"/>
          </p:cNvSpPr>
          <p:nvPr>
            <p:ph type="subTitle" idx="1" hasCustomPrompt="1"/>
          </p:nvPr>
        </p:nvSpPr>
        <p:spPr>
          <a:xfrm>
            <a:off x="889762" y="4436485"/>
            <a:ext cx="4907628" cy="511939"/>
          </a:xfrm>
        </p:spPr>
        <p:txBody>
          <a:bodyPr wrap="square">
            <a:noAutofit/>
          </a:bodyPr>
          <a:lstStyle>
            <a:lvl1pPr marL="0" indent="0" algn="l">
              <a:buNone/>
              <a:defRPr lang="en-GB" sz="1600" kern="1200" dirty="0">
                <a:solidFill>
                  <a:schemeClr val="bg1"/>
                </a:solidFill>
                <a:latin typeface="EYInterstate Regular" panose="02000503020000020004" pitchFamily="2" charset="0"/>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29" name="Title 4">
            <a:extLst>
              <a:ext uri="{FF2B5EF4-FFF2-40B4-BE49-F238E27FC236}">
                <a16:creationId xmlns:a16="http://schemas.microsoft.com/office/drawing/2014/main" id="{1F7B1FDC-B90E-6693-A750-B9BA4B535E8A}"/>
              </a:ext>
            </a:extLst>
          </p:cNvPr>
          <p:cNvSpPr>
            <a:spLocks noGrp="1"/>
          </p:cNvSpPr>
          <p:nvPr>
            <p:ph type="title"/>
          </p:nvPr>
        </p:nvSpPr>
        <p:spPr>
          <a:xfrm>
            <a:off x="889762" y="2698751"/>
            <a:ext cx="4906009" cy="1654043"/>
          </a:xfrm>
        </p:spPr>
        <p:txBody>
          <a:bodyPr anchor="t">
            <a:noAutofit/>
          </a:bodyPr>
          <a:lstStyle>
            <a:lvl1pPr>
              <a:defRPr sz="4200" b="1" i="0">
                <a:solidFill>
                  <a:schemeClr val="bg1"/>
                </a:solidFill>
                <a:latin typeface="EYInterstate Regular" panose="02000503020000020004" pitchFamily="2" charset="0"/>
              </a:defRPr>
            </a:lvl1pPr>
          </a:lstStyle>
          <a:p>
            <a:r>
              <a:rPr lang="en-GB"/>
              <a:t>Click to edit Master title style</a:t>
            </a:r>
            <a:endParaRPr lang="en-US"/>
          </a:p>
        </p:txBody>
      </p:sp>
      <p:sp>
        <p:nvSpPr>
          <p:cNvPr id="30" name="Text Placeholder 288">
            <a:extLst>
              <a:ext uri="{FF2B5EF4-FFF2-40B4-BE49-F238E27FC236}">
                <a16:creationId xmlns:a16="http://schemas.microsoft.com/office/drawing/2014/main" id="{1673B89D-F206-B9D2-CDB7-BDE045C7447F}"/>
              </a:ext>
            </a:extLst>
          </p:cNvPr>
          <p:cNvSpPr>
            <a:spLocks noGrp="1"/>
          </p:cNvSpPr>
          <p:nvPr>
            <p:ph type="body" sz="quarter" idx="10"/>
          </p:nvPr>
        </p:nvSpPr>
        <p:spPr>
          <a:xfrm>
            <a:off x="889762" y="5047485"/>
            <a:ext cx="4906010" cy="246221"/>
          </a:xfrm>
        </p:spPr>
        <p:txBody>
          <a:bodyPr wrap="square">
            <a:spAutoFit/>
          </a:bodyPr>
          <a:lstStyle>
            <a:lvl1pPr marL="0" indent="0">
              <a:buNone/>
              <a:defRPr sz="1600" b="1">
                <a:solidFill>
                  <a:schemeClr val="bg1"/>
                </a:solidFill>
                <a:latin typeface="EYInterstate Regular" panose="02000503020000020004" pitchFamily="2" charset="0"/>
              </a:defRPr>
            </a:lvl1pPr>
            <a:lvl2pPr marL="252000" indent="0">
              <a:buNone/>
              <a:defRPr sz="1600" b="1">
                <a:latin typeface="+mj-lt"/>
              </a:defRPr>
            </a:lvl2pPr>
            <a:lvl3pPr marL="504000" indent="0">
              <a:buNone/>
              <a:defRPr sz="1600" b="1">
                <a:latin typeface="+mj-lt"/>
              </a:defRPr>
            </a:lvl3pPr>
            <a:lvl4pPr marL="756000" indent="0">
              <a:buNone/>
              <a:defRPr sz="1600" b="1">
                <a:latin typeface="+mj-lt"/>
              </a:defRPr>
            </a:lvl4pPr>
            <a:lvl5pPr marL="1008000" indent="0">
              <a:buNone/>
              <a:defRPr sz="1600" b="1">
                <a:latin typeface="+mj-lt"/>
              </a:defRPr>
            </a:lvl5pPr>
          </a:lstStyle>
          <a:p>
            <a:pPr lvl="0"/>
            <a:r>
              <a:rPr lang="en-GB"/>
              <a:t>Click to edit Master text styles</a:t>
            </a:r>
          </a:p>
        </p:txBody>
      </p:sp>
      <p:grpSp>
        <p:nvGrpSpPr>
          <p:cNvPr id="6" name="Group 5">
            <a:extLst>
              <a:ext uri="{FF2B5EF4-FFF2-40B4-BE49-F238E27FC236}">
                <a16:creationId xmlns:a16="http://schemas.microsoft.com/office/drawing/2014/main" id="{30B5BDB1-ABE4-6C1A-A636-E9D325F7D597}"/>
              </a:ext>
            </a:extLst>
          </p:cNvPr>
          <p:cNvGrpSpPr/>
          <p:nvPr userDrawn="1"/>
        </p:nvGrpSpPr>
        <p:grpSpPr>
          <a:xfrm>
            <a:off x="485774" y="1291008"/>
            <a:ext cx="5706110" cy="4360545"/>
            <a:chOff x="485774" y="1291008"/>
            <a:chExt cx="5706110" cy="4360545"/>
          </a:xfrm>
        </p:grpSpPr>
        <p:sp>
          <p:nvSpPr>
            <p:cNvPr id="26" name="Freeform 25">
              <a:extLst>
                <a:ext uri="{FF2B5EF4-FFF2-40B4-BE49-F238E27FC236}">
                  <a16:creationId xmlns:a16="http://schemas.microsoft.com/office/drawing/2014/main" id="{F7E50E80-DFF0-E065-898F-1AFD970459B6}"/>
                </a:ext>
              </a:extLst>
            </p:cNvPr>
            <p:cNvSpPr/>
            <p:nvPr userDrawn="1"/>
          </p:nvSpPr>
          <p:spPr>
            <a:xfrm>
              <a:off x="485774" y="5549953"/>
              <a:ext cx="508000" cy="101600"/>
            </a:xfrm>
            <a:custGeom>
              <a:avLst/>
              <a:gdLst>
                <a:gd name="connsiteX0" fmla="*/ 406400 w 508000"/>
                <a:gd name="connsiteY0" fmla="*/ 0 h 101600"/>
                <a:gd name="connsiteX1" fmla="*/ 508000 w 508000"/>
                <a:gd name="connsiteY1" fmla="*/ 0 h 101600"/>
                <a:gd name="connsiteX2" fmla="*/ 508000 w 508000"/>
                <a:gd name="connsiteY2" fmla="*/ 101600 h 101600"/>
                <a:gd name="connsiteX3" fmla="*/ 406400 w 508000"/>
                <a:gd name="connsiteY3" fmla="*/ 101600 h 101600"/>
                <a:gd name="connsiteX4" fmla="*/ 203200 w 508000"/>
                <a:gd name="connsiteY4" fmla="*/ 0 h 101600"/>
                <a:gd name="connsiteX5" fmla="*/ 304800 w 508000"/>
                <a:gd name="connsiteY5" fmla="*/ 0 h 101600"/>
                <a:gd name="connsiteX6" fmla="*/ 304800 w 508000"/>
                <a:gd name="connsiteY6" fmla="*/ 101600 h 101600"/>
                <a:gd name="connsiteX7" fmla="*/ 203200 w 508000"/>
                <a:gd name="connsiteY7" fmla="*/ 101600 h 101600"/>
                <a:gd name="connsiteX8" fmla="*/ 0 w 508000"/>
                <a:gd name="connsiteY8" fmla="*/ 0 h 101600"/>
                <a:gd name="connsiteX9" fmla="*/ 101600 w 508000"/>
                <a:gd name="connsiteY9" fmla="*/ 0 h 101600"/>
                <a:gd name="connsiteX10" fmla="*/ 101600 w 508000"/>
                <a:gd name="connsiteY10" fmla="*/ 101600 h 101600"/>
                <a:gd name="connsiteX11" fmla="*/ 0 w 508000"/>
                <a:gd name="connsiteY11" fmla="*/ 101600 h 10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8000" h="101600">
                  <a:moveTo>
                    <a:pt x="406400" y="0"/>
                  </a:moveTo>
                  <a:lnTo>
                    <a:pt x="508000" y="0"/>
                  </a:lnTo>
                  <a:lnTo>
                    <a:pt x="508000" y="101600"/>
                  </a:lnTo>
                  <a:lnTo>
                    <a:pt x="406400" y="101600"/>
                  </a:lnTo>
                  <a:close/>
                  <a:moveTo>
                    <a:pt x="203200" y="0"/>
                  </a:moveTo>
                  <a:lnTo>
                    <a:pt x="304800" y="0"/>
                  </a:lnTo>
                  <a:lnTo>
                    <a:pt x="304800" y="101600"/>
                  </a:lnTo>
                  <a:lnTo>
                    <a:pt x="203200" y="101600"/>
                  </a:lnTo>
                  <a:close/>
                  <a:moveTo>
                    <a:pt x="0" y="0"/>
                  </a:moveTo>
                  <a:lnTo>
                    <a:pt x="101600" y="0"/>
                  </a:lnTo>
                  <a:lnTo>
                    <a:pt x="101600" y="101600"/>
                  </a:lnTo>
                  <a:lnTo>
                    <a:pt x="0" y="101600"/>
                  </a:lnTo>
                  <a:close/>
                </a:path>
              </a:pathLst>
            </a:custGeom>
            <a:solidFill>
              <a:schemeClr val="tx2"/>
            </a:solidFill>
            <a:ln w="63500" cap="flat">
              <a:noFill/>
              <a:prstDash val="solid"/>
              <a:miter/>
            </a:ln>
          </p:spPr>
          <p:txBody>
            <a:bodyPr rtlCol="0" anchor="ctr"/>
            <a:lstStyle/>
            <a:p>
              <a:endParaRPr lang="en-US"/>
            </a:p>
          </p:txBody>
        </p:sp>
        <p:sp>
          <p:nvSpPr>
            <p:cNvPr id="31" name="Freeform 30">
              <a:extLst>
                <a:ext uri="{FF2B5EF4-FFF2-40B4-BE49-F238E27FC236}">
                  <a16:creationId xmlns:a16="http://schemas.microsoft.com/office/drawing/2014/main" id="{90AAC841-3D56-6842-04D1-F0B7D973D86D}"/>
                </a:ext>
              </a:extLst>
            </p:cNvPr>
            <p:cNvSpPr/>
            <p:nvPr userDrawn="1"/>
          </p:nvSpPr>
          <p:spPr>
            <a:xfrm>
              <a:off x="485775" y="1291008"/>
              <a:ext cx="5706109" cy="4359275"/>
            </a:xfrm>
            <a:custGeom>
              <a:avLst/>
              <a:gdLst>
                <a:gd name="connsiteX0" fmla="*/ 0 w 5706109"/>
                <a:gd name="connsiteY0" fmla="*/ 4157346 h 4359275"/>
                <a:gd name="connsiteX1" fmla="*/ 101600 w 5706109"/>
                <a:gd name="connsiteY1" fmla="*/ 4157346 h 4359275"/>
                <a:gd name="connsiteX2" fmla="*/ 101600 w 5706109"/>
                <a:gd name="connsiteY2" fmla="*/ 1075055 h 4359275"/>
                <a:gd name="connsiteX3" fmla="*/ 101600 w 5706109"/>
                <a:gd name="connsiteY3" fmla="*/ 1075055 h 4359275"/>
                <a:gd name="connsiteX4" fmla="*/ 191770 w 5706109"/>
                <a:gd name="connsiteY4" fmla="*/ 1059180 h 4359275"/>
                <a:gd name="connsiteX5" fmla="*/ 861060 w 5706109"/>
                <a:gd name="connsiteY5" fmla="*/ 942975 h 4359275"/>
                <a:gd name="connsiteX6" fmla="*/ 1195705 w 5706109"/>
                <a:gd name="connsiteY6" fmla="*/ 885190 h 4359275"/>
                <a:gd name="connsiteX7" fmla="*/ 1362710 w 5706109"/>
                <a:gd name="connsiteY7" fmla="*/ 855980 h 4359275"/>
                <a:gd name="connsiteX8" fmla="*/ 1529715 w 5706109"/>
                <a:gd name="connsiteY8" fmla="*/ 826770 h 4359275"/>
                <a:gd name="connsiteX9" fmla="*/ 1864360 w 5706109"/>
                <a:gd name="connsiteY9" fmla="*/ 768985 h 4359275"/>
                <a:gd name="connsiteX10" fmla="*/ 2031365 w 5706109"/>
                <a:gd name="connsiteY10" fmla="*/ 739775 h 4359275"/>
                <a:gd name="connsiteX11" fmla="*/ 2198370 w 5706109"/>
                <a:gd name="connsiteY11" fmla="*/ 710565 h 4359275"/>
                <a:gd name="connsiteX12" fmla="*/ 2365375 w 5706109"/>
                <a:gd name="connsiteY12" fmla="*/ 681355 h 4359275"/>
                <a:gd name="connsiteX13" fmla="*/ 2532380 w 5706109"/>
                <a:gd name="connsiteY13" fmla="*/ 652145 h 4359275"/>
                <a:gd name="connsiteX14" fmla="*/ 2699385 w 5706109"/>
                <a:gd name="connsiteY14" fmla="*/ 622935 h 4359275"/>
                <a:gd name="connsiteX15" fmla="*/ 2866390 w 5706109"/>
                <a:gd name="connsiteY15" fmla="*/ 593725 h 4359275"/>
                <a:gd name="connsiteX16" fmla="*/ 5461000 w 5706109"/>
                <a:gd name="connsiteY16" fmla="*/ 144145 h 4359275"/>
                <a:gd name="connsiteX17" fmla="*/ 5602605 w 5706109"/>
                <a:gd name="connsiteY17" fmla="*/ 119380 h 4359275"/>
                <a:gd name="connsiteX18" fmla="*/ 5602605 w 5706109"/>
                <a:gd name="connsiteY18" fmla="*/ 119380 h 4359275"/>
                <a:gd name="connsiteX19" fmla="*/ 5602605 w 5706109"/>
                <a:gd name="connsiteY19" fmla="*/ 4257676 h 4359275"/>
                <a:gd name="connsiteX20" fmla="*/ 609600 w 5706109"/>
                <a:gd name="connsiteY20" fmla="*/ 4257676 h 4359275"/>
                <a:gd name="connsiteX21" fmla="*/ 609600 w 5706109"/>
                <a:gd name="connsiteY21" fmla="*/ 4359276 h 4359275"/>
                <a:gd name="connsiteX22" fmla="*/ 5706110 w 5706109"/>
                <a:gd name="connsiteY22" fmla="*/ 4359276 h 4359275"/>
                <a:gd name="connsiteX23" fmla="*/ 5706110 w 5706109"/>
                <a:gd name="connsiteY23" fmla="*/ 0 h 4359275"/>
                <a:gd name="connsiteX24" fmla="*/ 5704840 w 5706109"/>
                <a:gd name="connsiteY24" fmla="*/ 0 h 4359275"/>
                <a:gd name="connsiteX25" fmla="*/ 5445760 w 5706109"/>
                <a:gd name="connsiteY25" fmla="*/ 45085 h 4359275"/>
                <a:gd name="connsiteX26" fmla="*/ 2851150 w 5706109"/>
                <a:gd name="connsiteY26" fmla="*/ 494665 h 4359275"/>
                <a:gd name="connsiteX27" fmla="*/ 2684145 w 5706109"/>
                <a:gd name="connsiteY27" fmla="*/ 523875 h 4359275"/>
                <a:gd name="connsiteX28" fmla="*/ 2517140 w 5706109"/>
                <a:gd name="connsiteY28" fmla="*/ 553085 h 4359275"/>
                <a:gd name="connsiteX29" fmla="*/ 2350135 w 5706109"/>
                <a:gd name="connsiteY29" fmla="*/ 582295 h 4359275"/>
                <a:gd name="connsiteX30" fmla="*/ 2183130 w 5706109"/>
                <a:gd name="connsiteY30" fmla="*/ 611505 h 4359275"/>
                <a:gd name="connsiteX31" fmla="*/ 2016125 w 5706109"/>
                <a:gd name="connsiteY31" fmla="*/ 640715 h 4359275"/>
                <a:gd name="connsiteX32" fmla="*/ 1849120 w 5706109"/>
                <a:gd name="connsiteY32" fmla="*/ 669925 h 4359275"/>
                <a:gd name="connsiteX33" fmla="*/ 1514475 w 5706109"/>
                <a:gd name="connsiteY33" fmla="*/ 727710 h 4359275"/>
                <a:gd name="connsiteX34" fmla="*/ 1347470 w 5706109"/>
                <a:gd name="connsiteY34" fmla="*/ 756920 h 4359275"/>
                <a:gd name="connsiteX35" fmla="*/ 1180465 w 5706109"/>
                <a:gd name="connsiteY35" fmla="*/ 786130 h 4359275"/>
                <a:gd name="connsiteX36" fmla="*/ 845820 w 5706109"/>
                <a:gd name="connsiteY36" fmla="*/ 843915 h 4359275"/>
                <a:gd name="connsiteX37" fmla="*/ 176530 w 5706109"/>
                <a:gd name="connsiteY37" fmla="*/ 960120 h 4359275"/>
                <a:gd name="connsiteX38" fmla="*/ 3175 w 5706109"/>
                <a:gd name="connsiteY38" fmla="*/ 989965 h 4359275"/>
                <a:gd name="connsiteX39" fmla="*/ 1905 w 5706109"/>
                <a:gd name="connsiteY39" fmla="*/ 989965 h 4359275"/>
                <a:gd name="connsiteX40" fmla="*/ 1905 w 5706109"/>
                <a:gd name="connsiteY40" fmla="*/ 4158616 h 4359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5706109" h="4359275">
                  <a:moveTo>
                    <a:pt x="0" y="4157346"/>
                  </a:moveTo>
                  <a:lnTo>
                    <a:pt x="101600" y="4157346"/>
                  </a:lnTo>
                  <a:lnTo>
                    <a:pt x="101600" y="1075055"/>
                  </a:lnTo>
                  <a:lnTo>
                    <a:pt x="101600" y="1075055"/>
                  </a:lnTo>
                  <a:lnTo>
                    <a:pt x="191770" y="1059180"/>
                  </a:lnTo>
                  <a:lnTo>
                    <a:pt x="861060" y="942975"/>
                  </a:lnTo>
                  <a:lnTo>
                    <a:pt x="1195705" y="885190"/>
                  </a:lnTo>
                  <a:lnTo>
                    <a:pt x="1362710" y="855980"/>
                  </a:lnTo>
                  <a:lnTo>
                    <a:pt x="1529715" y="826770"/>
                  </a:lnTo>
                  <a:lnTo>
                    <a:pt x="1864360" y="768985"/>
                  </a:lnTo>
                  <a:lnTo>
                    <a:pt x="2031365" y="739775"/>
                  </a:lnTo>
                  <a:lnTo>
                    <a:pt x="2198370" y="710565"/>
                  </a:lnTo>
                  <a:lnTo>
                    <a:pt x="2365375" y="681355"/>
                  </a:lnTo>
                  <a:lnTo>
                    <a:pt x="2532380" y="652145"/>
                  </a:lnTo>
                  <a:lnTo>
                    <a:pt x="2699385" y="622935"/>
                  </a:lnTo>
                  <a:lnTo>
                    <a:pt x="2866390" y="593725"/>
                  </a:lnTo>
                  <a:cubicBezTo>
                    <a:pt x="3731260" y="443865"/>
                    <a:pt x="4596130" y="294005"/>
                    <a:pt x="5461000" y="144145"/>
                  </a:cubicBezTo>
                  <a:lnTo>
                    <a:pt x="5602605" y="119380"/>
                  </a:lnTo>
                  <a:lnTo>
                    <a:pt x="5602605" y="119380"/>
                  </a:lnTo>
                  <a:lnTo>
                    <a:pt x="5602605" y="4257676"/>
                  </a:lnTo>
                  <a:lnTo>
                    <a:pt x="609600" y="4257676"/>
                  </a:lnTo>
                  <a:lnTo>
                    <a:pt x="609600" y="4359276"/>
                  </a:lnTo>
                  <a:lnTo>
                    <a:pt x="5706110" y="4359276"/>
                  </a:lnTo>
                  <a:lnTo>
                    <a:pt x="5706110" y="0"/>
                  </a:lnTo>
                  <a:lnTo>
                    <a:pt x="5704840" y="0"/>
                  </a:lnTo>
                  <a:cubicBezTo>
                    <a:pt x="5618480" y="15240"/>
                    <a:pt x="5532120" y="30480"/>
                    <a:pt x="5445760" y="45085"/>
                  </a:cubicBezTo>
                  <a:cubicBezTo>
                    <a:pt x="4580890" y="194945"/>
                    <a:pt x="3716020" y="344805"/>
                    <a:pt x="2851150" y="494665"/>
                  </a:cubicBezTo>
                  <a:lnTo>
                    <a:pt x="2684145" y="523875"/>
                  </a:lnTo>
                  <a:lnTo>
                    <a:pt x="2517140" y="553085"/>
                  </a:lnTo>
                  <a:lnTo>
                    <a:pt x="2350135" y="582295"/>
                  </a:lnTo>
                  <a:lnTo>
                    <a:pt x="2183130" y="611505"/>
                  </a:lnTo>
                  <a:lnTo>
                    <a:pt x="2016125" y="640715"/>
                  </a:lnTo>
                  <a:lnTo>
                    <a:pt x="1849120" y="669925"/>
                  </a:lnTo>
                  <a:lnTo>
                    <a:pt x="1514475" y="727710"/>
                  </a:lnTo>
                  <a:lnTo>
                    <a:pt x="1347470" y="756920"/>
                  </a:lnTo>
                  <a:lnTo>
                    <a:pt x="1180465" y="786130"/>
                  </a:lnTo>
                  <a:lnTo>
                    <a:pt x="845820" y="843915"/>
                  </a:lnTo>
                  <a:lnTo>
                    <a:pt x="176530" y="960120"/>
                  </a:lnTo>
                  <a:lnTo>
                    <a:pt x="3175" y="989965"/>
                  </a:lnTo>
                  <a:lnTo>
                    <a:pt x="1905" y="989965"/>
                  </a:lnTo>
                  <a:lnTo>
                    <a:pt x="1905" y="4158616"/>
                  </a:lnTo>
                  <a:close/>
                </a:path>
              </a:pathLst>
            </a:custGeom>
            <a:gradFill flip="none" rotWithShape="1">
              <a:gsLst>
                <a:gs pos="39000">
                  <a:srgbClr val="FFE600"/>
                </a:gs>
                <a:gs pos="68000">
                  <a:srgbClr val="C5FD45"/>
                </a:gs>
                <a:gs pos="100000">
                  <a:srgbClr val="80FBFD"/>
                </a:gs>
              </a:gsLst>
              <a:lin ang="18720000" scaled="0"/>
              <a:tileRect/>
            </a:gradFill>
            <a:ln w="8181" cap="flat">
              <a:noFill/>
              <a:prstDash val="solid"/>
              <a:miter/>
            </a:ln>
          </p:spPr>
          <p:txBody>
            <a:bodyPr rtlCol="0" anchor="ctr"/>
            <a:lstStyle/>
            <a:p>
              <a:pPr lvl="0"/>
              <a:endParaRPr lang="en-US"/>
            </a:p>
          </p:txBody>
        </p:sp>
      </p:grpSp>
      <p:grpSp>
        <p:nvGrpSpPr>
          <p:cNvPr id="2" name="Group 1">
            <a:extLst>
              <a:ext uri="{FF2B5EF4-FFF2-40B4-BE49-F238E27FC236}">
                <a16:creationId xmlns:a16="http://schemas.microsoft.com/office/drawing/2014/main" id="{FCB428B8-9D15-8754-5228-50D1CDED59D4}"/>
              </a:ext>
            </a:extLst>
          </p:cNvPr>
          <p:cNvGrpSpPr/>
          <p:nvPr userDrawn="1"/>
        </p:nvGrpSpPr>
        <p:grpSpPr>
          <a:xfrm>
            <a:off x="485775" y="6164633"/>
            <a:ext cx="4940935" cy="318770"/>
            <a:chOff x="485775" y="6164633"/>
            <a:chExt cx="4940935" cy="318770"/>
          </a:xfrm>
        </p:grpSpPr>
        <p:sp>
          <p:nvSpPr>
            <p:cNvPr id="4" name="Freeform 23">
              <a:extLst>
                <a:ext uri="{FF2B5EF4-FFF2-40B4-BE49-F238E27FC236}">
                  <a16:creationId xmlns:a16="http://schemas.microsoft.com/office/drawing/2014/main" id="{DABE5942-11DC-26F6-D516-AA89EB127611}"/>
                </a:ext>
              </a:extLst>
            </p:cNvPr>
            <p:cNvSpPr/>
            <p:nvPr userDrawn="1"/>
          </p:nvSpPr>
          <p:spPr>
            <a:xfrm>
              <a:off x="485775" y="6164633"/>
              <a:ext cx="405765" cy="81280"/>
            </a:xfrm>
            <a:custGeom>
              <a:avLst/>
              <a:gdLst>
                <a:gd name="connsiteX0" fmla="*/ 324485 w 405765"/>
                <a:gd name="connsiteY0" fmla="*/ 0 h 81280"/>
                <a:gd name="connsiteX1" fmla="*/ 405765 w 405765"/>
                <a:gd name="connsiteY1" fmla="*/ 0 h 81280"/>
                <a:gd name="connsiteX2" fmla="*/ 405765 w 405765"/>
                <a:gd name="connsiteY2" fmla="*/ 81280 h 81280"/>
                <a:gd name="connsiteX3" fmla="*/ 324485 w 405765"/>
                <a:gd name="connsiteY3" fmla="*/ 81280 h 81280"/>
                <a:gd name="connsiteX4" fmla="*/ 161925 w 405765"/>
                <a:gd name="connsiteY4" fmla="*/ 0 h 81280"/>
                <a:gd name="connsiteX5" fmla="*/ 243205 w 405765"/>
                <a:gd name="connsiteY5" fmla="*/ 0 h 81280"/>
                <a:gd name="connsiteX6" fmla="*/ 243205 w 405765"/>
                <a:gd name="connsiteY6" fmla="*/ 81280 h 81280"/>
                <a:gd name="connsiteX7" fmla="*/ 161925 w 405765"/>
                <a:gd name="connsiteY7" fmla="*/ 81280 h 81280"/>
                <a:gd name="connsiteX8" fmla="*/ 0 w 405765"/>
                <a:gd name="connsiteY8" fmla="*/ 0 h 81280"/>
                <a:gd name="connsiteX9" fmla="*/ 81280 w 405765"/>
                <a:gd name="connsiteY9" fmla="*/ 0 h 81280"/>
                <a:gd name="connsiteX10" fmla="*/ 81280 w 405765"/>
                <a:gd name="connsiteY10" fmla="*/ 81280 h 81280"/>
                <a:gd name="connsiteX11" fmla="*/ 0 w 405765"/>
                <a:gd name="connsiteY11" fmla="*/ 81280 h 81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05765" h="81280">
                  <a:moveTo>
                    <a:pt x="324485" y="0"/>
                  </a:moveTo>
                  <a:lnTo>
                    <a:pt x="405765" y="0"/>
                  </a:lnTo>
                  <a:lnTo>
                    <a:pt x="405765" y="81280"/>
                  </a:lnTo>
                  <a:lnTo>
                    <a:pt x="324485" y="81280"/>
                  </a:lnTo>
                  <a:close/>
                  <a:moveTo>
                    <a:pt x="161925" y="0"/>
                  </a:moveTo>
                  <a:lnTo>
                    <a:pt x="243205" y="0"/>
                  </a:lnTo>
                  <a:lnTo>
                    <a:pt x="243205" y="81280"/>
                  </a:lnTo>
                  <a:lnTo>
                    <a:pt x="161925" y="81280"/>
                  </a:lnTo>
                  <a:close/>
                  <a:moveTo>
                    <a:pt x="0" y="0"/>
                  </a:moveTo>
                  <a:lnTo>
                    <a:pt x="81280" y="0"/>
                  </a:lnTo>
                  <a:lnTo>
                    <a:pt x="81280" y="81280"/>
                  </a:lnTo>
                  <a:lnTo>
                    <a:pt x="0" y="81280"/>
                  </a:lnTo>
                  <a:close/>
                </a:path>
              </a:pathLst>
            </a:custGeom>
            <a:solidFill>
              <a:srgbClr val="FFE600"/>
            </a:solidFill>
            <a:ln w="63500" cap="flat">
              <a:noFill/>
              <a:prstDash val="solid"/>
              <a:miter/>
            </a:ln>
          </p:spPr>
          <p:txBody>
            <a:bodyPr rtlCol="0" anchor="ctr"/>
            <a:lstStyle/>
            <a:p>
              <a:endParaRPr lang="en-US">
                <a:solidFill>
                  <a:schemeClr val="bg1"/>
                </a:solidFill>
              </a:endParaRPr>
            </a:p>
          </p:txBody>
        </p:sp>
        <p:sp>
          <p:nvSpPr>
            <p:cNvPr id="5" name="Freeform 24">
              <a:extLst>
                <a:ext uri="{FF2B5EF4-FFF2-40B4-BE49-F238E27FC236}">
                  <a16:creationId xmlns:a16="http://schemas.microsoft.com/office/drawing/2014/main" id="{05EF7429-9EA5-A77D-C1E8-780C689FEFED}"/>
                </a:ext>
              </a:extLst>
            </p:cNvPr>
            <p:cNvSpPr/>
            <p:nvPr userDrawn="1"/>
          </p:nvSpPr>
          <p:spPr bwMode="black">
            <a:xfrm>
              <a:off x="485779" y="6344974"/>
              <a:ext cx="4940931" cy="138429"/>
            </a:xfrm>
            <a:custGeom>
              <a:avLst/>
              <a:gdLst>
                <a:gd name="connsiteX0" fmla="*/ 1032512 w 4940931"/>
                <a:gd name="connsiteY0" fmla="*/ 137477 h 138429"/>
                <a:gd name="connsiteX1" fmla="*/ 1032512 w 4940931"/>
                <a:gd name="connsiteY1" fmla="*/ 137794 h 138429"/>
                <a:gd name="connsiteX2" fmla="*/ 1030607 w 4940931"/>
                <a:gd name="connsiteY2" fmla="*/ 138429 h 138429"/>
                <a:gd name="connsiteX3" fmla="*/ 4929501 w 4940931"/>
                <a:gd name="connsiteY3" fmla="*/ 87629 h 138429"/>
                <a:gd name="connsiteX4" fmla="*/ 4933946 w 4940931"/>
                <a:gd name="connsiteY4" fmla="*/ 88264 h 138429"/>
                <a:gd name="connsiteX5" fmla="*/ 4937756 w 4940931"/>
                <a:gd name="connsiteY5" fmla="*/ 90804 h 138429"/>
                <a:gd name="connsiteX6" fmla="*/ 4940296 w 4940931"/>
                <a:gd name="connsiteY6" fmla="*/ 94614 h 138429"/>
                <a:gd name="connsiteX7" fmla="*/ 4940931 w 4940931"/>
                <a:gd name="connsiteY7" fmla="*/ 99059 h 138429"/>
                <a:gd name="connsiteX8" fmla="*/ 4940296 w 4940931"/>
                <a:gd name="connsiteY8" fmla="*/ 103504 h 138429"/>
                <a:gd name="connsiteX9" fmla="*/ 4937756 w 4940931"/>
                <a:gd name="connsiteY9" fmla="*/ 107314 h 138429"/>
                <a:gd name="connsiteX10" fmla="*/ 4933946 w 4940931"/>
                <a:gd name="connsiteY10" fmla="*/ 109854 h 138429"/>
                <a:gd name="connsiteX11" fmla="*/ 4929501 w 4940931"/>
                <a:gd name="connsiteY11" fmla="*/ 110489 h 138429"/>
                <a:gd name="connsiteX12" fmla="*/ 4925056 w 4940931"/>
                <a:gd name="connsiteY12" fmla="*/ 109854 h 138429"/>
                <a:gd name="connsiteX13" fmla="*/ 4921246 w 4940931"/>
                <a:gd name="connsiteY13" fmla="*/ 107314 h 138429"/>
                <a:gd name="connsiteX14" fmla="*/ 4918706 w 4940931"/>
                <a:gd name="connsiteY14" fmla="*/ 103504 h 138429"/>
                <a:gd name="connsiteX15" fmla="*/ 4918071 w 4940931"/>
                <a:gd name="connsiteY15" fmla="*/ 99059 h 138429"/>
                <a:gd name="connsiteX16" fmla="*/ 4918706 w 4940931"/>
                <a:gd name="connsiteY16" fmla="*/ 94614 h 138429"/>
                <a:gd name="connsiteX17" fmla="*/ 4921246 w 4940931"/>
                <a:gd name="connsiteY17" fmla="*/ 90804 h 138429"/>
                <a:gd name="connsiteX18" fmla="*/ 4925056 w 4940931"/>
                <a:gd name="connsiteY18" fmla="*/ 88264 h 138429"/>
                <a:gd name="connsiteX19" fmla="*/ 4929501 w 4940931"/>
                <a:gd name="connsiteY19" fmla="*/ 87629 h 138429"/>
                <a:gd name="connsiteX20" fmla="*/ 3079110 w 4940931"/>
                <a:gd name="connsiteY20" fmla="*/ 87629 h 138429"/>
                <a:gd name="connsiteX21" fmla="*/ 3083555 w 4940931"/>
                <a:gd name="connsiteY21" fmla="*/ 88264 h 138429"/>
                <a:gd name="connsiteX22" fmla="*/ 3087365 w 4940931"/>
                <a:gd name="connsiteY22" fmla="*/ 90804 h 138429"/>
                <a:gd name="connsiteX23" fmla="*/ 3089905 w 4940931"/>
                <a:gd name="connsiteY23" fmla="*/ 94614 h 138429"/>
                <a:gd name="connsiteX24" fmla="*/ 3090540 w 4940931"/>
                <a:gd name="connsiteY24" fmla="*/ 99059 h 138429"/>
                <a:gd name="connsiteX25" fmla="*/ 3089905 w 4940931"/>
                <a:gd name="connsiteY25" fmla="*/ 103504 h 138429"/>
                <a:gd name="connsiteX26" fmla="*/ 3087365 w 4940931"/>
                <a:gd name="connsiteY26" fmla="*/ 107314 h 138429"/>
                <a:gd name="connsiteX27" fmla="*/ 3083555 w 4940931"/>
                <a:gd name="connsiteY27" fmla="*/ 109854 h 138429"/>
                <a:gd name="connsiteX28" fmla="*/ 3079110 w 4940931"/>
                <a:gd name="connsiteY28" fmla="*/ 110489 h 138429"/>
                <a:gd name="connsiteX29" fmla="*/ 3074665 w 4940931"/>
                <a:gd name="connsiteY29" fmla="*/ 109854 h 138429"/>
                <a:gd name="connsiteX30" fmla="*/ 3070855 w 4940931"/>
                <a:gd name="connsiteY30" fmla="*/ 107314 h 138429"/>
                <a:gd name="connsiteX31" fmla="*/ 3068315 w 4940931"/>
                <a:gd name="connsiteY31" fmla="*/ 103504 h 138429"/>
                <a:gd name="connsiteX32" fmla="*/ 3067680 w 4940931"/>
                <a:gd name="connsiteY32" fmla="*/ 99059 h 138429"/>
                <a:gd name="connsiteX33" fmla="*/ 3068315 w 4940931"/>
                <a:gd name="connsiteY33" fmla="*/ 94614 h 138429"/>
                <a:gd name="connsiteX34" fmla="*/ 3070855 w 4940931"/>
                <a:gd name="connsiteY34" fmla="*/ 90804 h 138429"/>
                <a:gd name="connsiteX35" fmla="*/ 3074665 w 4940931"/>
                <a:gd name="connsiteY35" fmla="*/ 88264 h 138429"/>
                <a:gd name="connsiteX36" fmla="*/ 3079110 w 4940931"/>
                <a:gd name="connsiteY36" fmla="*/ 87629 h 138429"/>
                <a:gd name="connsiteX37" fmla="*/ 1565275 w 4940931"/>
                <a:gd name="connsiteY37" fmla="*/ 87629 h 138429"/>
                <a:gd name="connsiteX38" fmla="*/ 1569720 w 4940931"/>
                <a:gd name="connsiteY38" fmla="*/ 88264 h 138429"/>
                <a:gd name="connsiteX39" fmla="*/ 1573529 w 4940931"/>
                <a:gd name="connsiteY39" fmla="*/ 90804 h 138429"/>
                <a:gd name="connsiteX40" fmla="*/ 1576069 w 4940931"/>
                <a:gd name="connsiteY40" fmla="*/ 94614 h 138429"/>
                <a:gd name="connsiteX41" fmla="*/ 1576705 w 4940931"/>
                <a:gd name="connsiteY41" fmla="*/ 99059 h 138429"/>
                <a:gd name="connsiteX42" fmla="*/ 1576069 w 4940931"/>
                <a:gd name="connsiteY42" fmla="*/ 103504 h 138429"/>
                <a:gd name="connsiteX43" fmla="*/ 1573529 w 4940931"/>
                <a:gd name="connsiteY43" fmla="*/ 107314 h 138429"/>
                <a:gd name="connsiteX44" fmla="*/ 1569720 w 4940931"/>
                <a:gd name="connsiteY44" fmla="*/ 109854 h 138429"/>
                <a:gd name="connsiteX45" fmla="*/ 1565275 w 4940931"/>
                <a:gd name="connsiteY45" fmla="*/ 110489 h 138429"/>
                <a:gd name="connsiteX46" fmla="*/ 1560830 w 4940931"/>
                <a:gd name="connsiteY46" fmla="*/ 109854 h 138429"/>
                <a:gd name="connsiteX47" fmla="*/ 1557020 w 4940931"/>
                <a:gd name="connsiteY47" fmla="*/ 107314 h 138429"/>
                <a:gd name="connsiteX48" fmla="*/ 1554479 w 4940931"/>
                <a:gd name="connsiteY48" fmla="*/ 103504 h 138429"/>
                <a:gd name="connsiteX49" fmla="*/ 1553844 w 4940931"/>
                <a:gd name="connsiteY49" fmla="*/ 99059 h 138429"/>
                <a:gd name="connsiteX50" fmla="*/ 1554479 w 4940931"/>
                <a:gd name="connsiteY50" fmla="*/ 94614 h 138429"/>
                <a:gd name="connsiteX51" fmla="*/ 1557020 w 4940931"/>
                <a:gd name="connsiteY51" fmla="*/ 90804 h 138429"/>
                <a:gd name="connsiteX52" fmla="*/ 1560830 w 4940931"/>
                <a:gd name="connsiteY52" fmla="*/ 88264 h 138429"/>
                <a:gd name="connsiteX53" fmla="*/ 1565275 w 4940931"/>
                <a:gd name="connsiteY53" fmla="*/ 87629 h 138429"/>
                <a:gd name="connsiteX54" fmla="*/ 2642230 w 4940931"/>
                <a:gd name="connsiteY54" fmla="*/ 73024 h 138429"/>
                <a:gd name="connsiteX55" fmla="*/ 2630800 w 4940931"/>
                <a:gd name="connsiteY55" fmla="*/ 76199 h 138429"/>
                <a:gd name="connsiteX56" fmla="*/ 2626355 w 4940931"/>
                <a:gd name="connsiteY56" fmla="*/ 84454 h 138429"/>
                <a:gd name="connsiteX57" fmla="*/ 2627625 w 4940931"/>
                <a:gd name="connsiteY57" fmla="*/ 90169 h 138429"/>
                <a:gd name="connsiteX58" fmla="*/ 2630800 w 4940931"/>
                <a:gd name="connsiteY58" fmla="*/ 93979 h 138429"/>
                <a:gd name="connsiteX59" fmla="*/ 2635245 w 4940931"/>
                <a:gd name="connsiteY59" fmla="*/ 96519 h 138429"/>
                <a:gd name="connsiteX60" fmla="*/ 2641595 w 4940931"/>
                <a:gd name="connsiteY60" fmla="*/ 97154 h 138429"/>
                <a:gd name="connsiteX61" fmla="*/ 2647310 w 4940931"/>
                <a:gd name="connsiteY61" fmla="*/ 96519 h 138429"/>
                <a:gd name="connsiteX62" fmla="*/ 2652390 w 4940931"/>
                <a:gd name="connsiteY62" fmla="*/ 93979 h 138429"/>
                <a:gd name="connsiteX63" fmla="*/ 2656835 w 4940931"/>
                <a:gd name="connsiteY63" fmla="*/ 90804 h 138429"/>
                <a:gd name="connsiteX64" fmla="*/ 2660010 w 4940931"/>
                <a:gd name="connsiteY64" fmla="*/ 86994 h 138429"/>
                <a:gd name="connsiteX65" fmla="*/ 2660010 w 4940931"/>
                <a:gd name="connsiteY65" fmla="*/ 75564 h 138429"/>
                <a:gd name="connsiteX66" fmla="*/ 2656200 w 4940931"/>
                <a:gd name="connsiteY66" fmla="*/ 74294 h 138429"/>
                <a:gd name="connsiteX67" fmla="*/ 2652390 w 4940931"/>
                <a:gd name="connsiteY67" fmla="*/ 73659 h 138429"/>
                <a:gd name="connsiteX68" fmla="*/ 2647945 w 4940931"/>
                <a:gd name="connsiteY68" fmla="*/ 73024 h 138429"/>
                <a:gd name="connsiteX69" fmla="*/ 2642230 w 4940931"/>
                <a:gd name="connsiteY69" fmla="*/ 73024 h 138429"/>
                <a:gd name="connsiteX70" fmla="*/ 4664706 w 4940931"/>
                <a:gd name="connsiteY70" fmla="*/ 43814 h 138429"/>
                <a:gd name="connsiteX71" fmla="*/ 4657086 w 4940931"/>
                <a:gd name="connsiteY71" fmla="*/ 45719 h 138429"/>
                <a:gd name="connsiteX72" fmla="*/ 4651371 w 4940931"/>
                <a:gd name="connsiteY72" fmla="*/ 50799 h 138429"/>
                <a:gd name="connsiteX73" fmla="*/ 4647561 w 4940931"/>
                <a:gd name="connsiteY73" fmla="*/ 59054 h 138429"/>
                <a:gd name="connsiteX74" fmla="*/ 4646291 w 4940931"/>
                <a:gd name="connsiteY74" fmla="*/ 69849 h 138429"/>
                <a:gd name="connsiteX75" fmla="*/ 4647561 w 4940931"/>
                <a:gd name="connsiteY75" fmla="*/ 81279 h 138429"/>
                <a:gd name="connsiteX76" fmla="*/ 4651371 w 4940931"/>
                <a:gd name="connsiteY76" fmla="*/ 89534 h 138429"/>
                <a:gd name="connsiteX77" fmla="*/ 4657721 w 4940931"/>
                <a:gd name="connsiteY77" fmla="*/ 94614 h 138429"/>
                <a:gd name="connsiteX78" fmla="*/ 4665341 w 4940931"/>
                <a:gd name="connsiteY78" fmla="*/ 96519 h 138429"/>
                <a:gd name="connsiteX79" fmla="*/ 4672961 w 4940931"/>
                <a:gd name="connsiteY79" fmla="*/ 94614 h 138429"/>
                <a:gd name="connsiteX80" fmla="*/ 4678676 w 4940931"/>
                <a:gd name="connsiteY80" fmla="*/ 88899 h 138429"/>
                <a:gd name="connsiteX81" fmla="*/ 4682486 w 4940931"/>
                <a:gd name="connsiteY81" fmla="*/ 80644 h 138429"/>
                <a:gd name="connsiteX82" fmla="*/ 4683756 w 4940931"/>
                <a:gd name="connsiteY82" fmla="*/ 70484 h 138429"/>
                <a:gd name="connsiteX83" fmla="*/ 4684391 w 4940931"/>
                <a:gd name="connsiteY83" fmla="*/ 69849 h 138429"/>
                <a:gd name="connsiteX84" fmla="*/ 4683121 w 4940931"/>
                <a:gd name="connsiteY84" fmla="*/ 59054 h 138429"/>
                <a:gd name="connsiteX85" fmla="*/ 4679311 w 4940931"/>
                <a:gd name="connsiteY85" fmla="*/ 50799 h 138429"/>
                <a:gd name="connsiteX86" fmla="*/ 4672961 w 4940931"/>
                <a:gd name="connsiteY86" fmla="*/ 45719 h 138429"/>
                <a:gd name="connsiteX87" fmla="*/ 4664706 w 4940931"/>
                <a:gd name="connsiteY87" fmla="*/ 43814 h 138429"/>
                <a:gd name="connsiteX88" fmla="*/ 4264020 w 4940931"/>
                <a:gd name="connsiteY88" fmla="*/ 43814 h 138429"/>
                <a:gd name="connsiteX89" fmla="*/ 4256400 w 4940931"/>
                <a:gd name="connsiteY89" fmla="*/ 45719 h 138429"/>
                <a:gd name="connsiteX90" fmla="*/ 4250685 w 4940931"/>
                <a:gd name="connsiteY90" fmla="*/ 50799 h 138429"/>
                <a:gd name="connsiteX91" fmla="*/ 4246875 w 4940931"/>
                <a:gd name="connsiteY91" fmla="*/ 59054 h 138429"/>
                <a:gd name="connsiteX92" fmla="*/ 4245605 w 4940931"/>
                <a:gd name="connsiteY92" fmla="*/ 69849 h 138429"/>
                <a:gd name="connsiteX93" fmla="*/ 4246875 w 4940931"/>
                <a:gd name="connsiteY93" fmla="*/ 81279 h 138429"/>
                <a:gd name="connsiteX94" fmla="*/ 4250685 w 4940931"/>
                <a:gd name="connsiteY94" fmla="*/ 89534 h 138429"/>
                <a:gd name="connsiteX95" fmla="*/ 4257035 w 4940931"/>
                <a:gd name="connsiteY95" fmla="*/ 94614 h 138429"/>
                <a:gd name="connsiteX96" fmla="*/ 4264655 w 4940931"/>
                <a:gd name="connsiteY96" fmla="*/ 96519 h 138429"/>
                <a:gd name="connsiteX97" fmla="*/ 4272275 w 4940931"/>
                <a:gd name="connsiteY97" fmla="*/ 94614 h 138429"/>
                <a:gd name="connsiteX98" fmla="*/ 4277990 w 4940931"/>
                <a:gd name="connsiteY98" fmla="*/ 88899 h 138429"/>
                <a:gd name="connsiteX99" fmla="*/ 4281800 w 4940931"/>
                <a:gd name="connsiteY99" fmla="*/ 80644 h 138429"/>
                <a:gd name="connsiteX100" fmla="*/ 4283070 w 4940931"/>
                <a:gd name="connsiteY100" fmla="*/ 70484 h 138429"/>
                <a:gd name="connsiteX101" fmla="*/ 4283705 w 4940931"/>
                <a:gd name="connsiteY101" fmla="*/ 69849 h 138429"/>
                <a:gd name="connsiteX102" fmla="*/ 4282435 w 4940931"/>
                <a:gd name="connsiteY102" fmla="*/ 59054 h 138429"/>
                <a:gd name="connsiteX103" fmla="*/ 4278625 w 4940931"/>
                <a:gd name="connsiteY103" fmla="*/ 50799 h 138429"/>
                <a:gd name="connsiteX104" fmla="*/ 4272275 w 4940931"/>
                <a:gd name="connsiteY104" fmla="*/ 45719 h 138429"/>
                <a:gd name="connsiteX105" fmla="*/ 4264020 w 4940931"/>
                <a:gd name="connsiteY105" fmla="*/ 43814 h 138429"/>
                <a:gd name="connsiteX106" fmla="*/ 1420495 w 4940931"/>
                <a:gd name="connsiteY106" fmla="*/ 43814 h 138429"/>
                <a:gd name="connsiteX107" fmla="*/ 1412875 w 4940931"/>
                <a:gd name="connsiteY107" fmla="*/ 45719 h 138429"/>
                <a:gd name="connsiteX108" fmla="*/ 1407160 w 4940931"/>
                <a:gd name="connsiteY108" fmla="*/ 50799 h 138429"/>
                <a:gd name="connsiteX109" fmla="*/ 1403350 w 4940931"/>
                <a:gd name="connsiteY109" fmla="*/ 59054 h 138429"/>
                <a:gd name="connsiteX110" fmla="*/ 1402080 w 4940931"/>
                <a:gd name="connsiteY110" fmla="*/ 69849 h 138429"/>
                <a:gd name="connsiteX111" fmla="*/ 1403350 w 4940931"/>
                <a:gd name="connsiteY111" fmla="*/ 81279 h 138429"/>
                <a:gd name="connsiteX112" fmla="*/ 1407160 w 4940931"/>
                <a:gd name="connsiteY112" fmla="*/ 89534 h 138429"/>
                <a:gd name="connsiteX113" fmla="*/ 1413510 w 4940931"/>
                <a:gd name="connsiteY113" fmla="*/ 94614 h 138429"/>
                <a:gd name="connsiteX114" fmla="*/ 1421130 w 4940931"/>
                <a:gd name="connsiteY114" fmla="*/ 96519 h 138429"/>
                <a:gd name="connsiteX115" fmla="*/ 1428750 w 4940931"/>
                <a:gd name="connsiteY115" fmla="*/ 94614 h 138429"/>
                <a:gd name="connsiteX116" fmla="*/ 1434465 w 4940931"/>
                <a:gd name="connsiteY116" fmla="*/ 88899 h 138429"/>
                <a:gd name="connsiteX117" fmla="*/ 1438275 w 4940931"/>
                <a:gd name="connsiteY117" fmla="*/ 80644 h 138429"/>
                <a:gd name="connsiteX118" fmla="*/ 1439545 w 4940931"/>
                <a:gd name="connsiteY118" fmla="*/ 70484 h 138429"/>
                <a:gd name="connsiteX119" fmla="*/ 1440180 w 4940931"/>
                <a:gd name="connsiteY119" fmla="*/ 69849 h 138429"/>
                <a:gd name="connsiteX120" fmla="*/ 1438910 w 4940931"/>
                <a:gd name="connsiteY120" fmla="*/ 59054 h 138429"/>
                <a:gd name="connsiteX121" fmla="*/ 1435100 w 4940931"/>
                <a:gd name="connsiteY121" fmla="*/ 50799 h 138429"/>
                <a:gd name="connsiteX122" fmla="*/ 1428750 w 4940931"/>
                <a:gd name="connsiteY122" fmla="*/ 45719 h 138429"/>
                <a:gd name="connsiteX123" fmla="*/ 1420495 w 4940931"/>
                <a:gd name="connsiteY123" fmla="*/ 43814 h 138429"/>
                <a:gd name="connsiteX124" fmla="*/ 4041770 w 4940931"/>
                <a:gd name="connsiteY124" fmla="*/ 43180 h 138429"/>
                <a:gd name="connsiteX125" fmla="*/ 4034785 w 4940931"/>
                <a:gd name="connsiteY125" fmla="*/ 44450 h 138429"/>
                <a:gd name="connsiteX126" fmla="*/ 4029705 w 4940931"/>
                <a:gd name="connsiteY126" fmla="*/ 48260 h 138429"/>
                <a:gd name="connsiteX127" fmla="*/ 4025895 w 4940931"/>
                <a:gd name="connsiteY127" fmla="*/ 54610 h 138429"/>
                <a:gd name="connsiteX128" fmla="*/ 4023990 w 4940931"/>
                <a:gd name="connsiteY128" fmla="*/ 62865 h 138429"/>
                <a:gd name="connsiteX129" fmla="*/ 4060185 w 4940931"/>
                <a:gd name="connsiteY129" fmla="*/ 62865 h 138429"/>
                <a:gd name="connsiteX130" fmla="*/ 4058915 w 4940931"/>
                <a:gd name="connsiteY130" fmla="*/ 55245 h 138429"/>
                <a:gd name="connsiteX131" fmla="*/ 4055740 w 4940931"/>
                <a:gd name="connsiteY131" fmla="*/ 48895 h 138429"/>
                <a:gd name="connsiteX132" fmla="*/ 4050025 w 4940931"/>
                <a:gd name="connsiteY132" fmla="*/ 44450 h 138429"/>
                <a:gd name="connsiteX133" fmla="*/ 4041770 w 4940931"/>
                <a:gd name="connsiteY133" fmla="*/ 43180 h 138429"/>
                <a:gd name="connsiteX134" fmla="*/ 3728081 w 4940931"/>
                <a:gd name="connsiteY134" fmla="*/ 43180 h 138429"/>
                <a:gd name="connsiteX135" fmla="*/ 3721096 w 4940931"/>
                <a:gd name="connsiteY135" fmla="*/ 44450 h 138429"/>
                <a:gd name="connsiteX136" fmla="*/ 3716016 w 4940931"/>
                <a:gd name="connsiteY136" fmla="*/ 48260 h 138429"/>
                <a:gd name="connsiteX137" fmla="*/ 3712206 w 4940931"/>
                <a:gd name="connsiteY137" fmla="*/ 54610 h 138429"/>
                <a:gd name="connsiteX138" fmla="*/ 3710301 w 4940931"/>
                <a:gd name="connsiteY138" fmla="*/ 62865 h 138429"/>
                <a:gd name="connsiteX139" fmla="*/ 3746496 w 4940931"/>
                <a:gd name="connsiteY139" fmla="*/ 62865 h 138429"/>
                <a:gd name="connsiteX140" fmla="*/ 3745226 w 4940931"/>
                <a:gd name="connsiteY140" fmla="*/ 55245 h 138429"/>
                <a:gd name="connsiteX141" fmla="*/ 3742051 w 4940931"/>
                <a:gd name="connsiteY141" fmla="*/ 48895 h 138429"/>
                <a:gd name="connsiteX142" fmla="*/ 3736336 w 4940931"/>
                <a:gd name="connsiteY142" fmla="*/ 44450 h 138429"/>
                <a:gd name="connsiteX143" fmla="*/ 3728081 w 4940931"/>
                <a:gd name="connsiteY143" fmla="*/ 43180 h 138429"/>
                <a:gd name="connsiteX144" fmla="*/ 3541391 w 4940931"/>
                <a:gd name="connsiteY144" fmla="*/ 43180 h 138429"/>
                <a:gd name="connsiteX145" fmla="*/ 3534406 w 4940931"/>
                <a:gd name="connsiteY145" fmla="*/ 44450 h 138429"/>
                <a:gd name="connsiteX146" fmla="*/ 3529326 w 4940931"/>
                <a:gd name="connsiteY146" fmla="*/ 48260 h 138429"/>
                <a:gd name="connsiteX147" fmla="*/ 3525516 w 4940931"/>
                <a:gd name="connsiteY147" fmla="*/ 54610 h 138429"/>
                <a:gd name="connsiteX148" fmla="*/ 3523611 w 4940931"/>
                <a:gd name="connsiteY148" fmla="*/ 62865 h 138429"/>
                <a:gd name="connsiteX149" fmla="*/ 3559806 w 4940931"/>
                <a:gd name="connsiteY149" fmla="*/ 62865 h 138429"/>
                <a:gd name="connsiteX150" fmla="*/ 3558536 w 4940931"/>
                <a:gd name="connsiteY150" fmla="*/ 55245 h 138429"/>
                <a:gd name="connsiteX151" fmla="*/ 3555361 w 4940931"/>
                <a:gd name="connsiteY151" fmla="*/ 48895 h 138429"/>
                <a:gd name="connsiteX152" fmla="*/ 3549646 w 4940931"/>
                <a:gd name="connsiteY152" fmla="*/ 44450 h 138429"/>
                <a:gd name="connsiteX153" fmla="*/ 3541391 w 4940931"/>
                <a:gd name="connsiteY153" fmla="*/ 43180 h 138429"/>
                <a:gd name="connsiteX154" fmla="*/ 3463285 w 4940931"/>
                <a:gd name="connsiteY154" fmla="*/ 43180 h 138429"/>
                <a:gd name="connsiteX155" fmla="*/ 3458205 w 4940931"/>
                <a:gd name="connsiteY155" fmla="*/ 43815 h 138429"/>
                <a:gd name="connsiteX156" fmla="*/ 3453125 w 4940931"/>
                <a:gd name="connsiteY156" fmla="*/ 45720 h 138429"/>
                <a:gd name="connsiteX157" fmla="*/ 3448680 w 4940931"/>
                <a:gd name="connsiteY157" fmla="*/ 48895 h 138429"/>
                <a:gd name="connsiteX158" fmla="*/ 3445505 w 4940931"/>
                <a:gd name="connsiteY158" fmla="*/ 52705 h 138429"/>
                <a:gd name="connsiteX159" fmla="*/ 3445505 w 4940931"/>
                <a:gd name="connsiteY159" fmla="*/ 85725 h 138429"/>
                <a:gd name="connsiteX160" fmla="*/ 3448680 w 4940931"/>
                <a:gd name="connsiteY160" fmla="*/ 89535 h 138429"/>
                <a:gd name="connsiteX161" fmla="*/ 3453125 w 4940931"/>
                <a:gd name="connsiteY161" fmla="*/ 92710 h 138429"/>
                <a:gd name="connsiteX162" fmla="*/ 3458205 w 4940931"/>
                <a:gd name="connsiteY162" fmla="*/ 95250 h 138429"/>
                <a:gd name="connsiteX163" fmla="*/ 3463920 w 4940931"/>
                <a:gd name="connsiteY163" fmla="*/ 95885 h 138429"/>
                <a:gd name="connsiteX164" fmla="*/ 3476620 w 4940931"/>
                <a:gd name="connsiteY164" fmla="*/ 89535 h 138429"/>
                <a:gd name="connsiteX165" fmla="*/ 3481065 w 4940931"/>
                <a:gd name="connsiteY165" fmla="*/ 71120 h 138429"/>
                <a:gd name="connsiteX166" fmla="*/ 3480430 w 4940931"/>
                <a:gd name="connsiteY166" fmla="*/ 71755 h 138429"/>
                <a:gd name="connsiteX167" fmla="*/ 3475985 w 4940931"/>
                <a:gd name="connsiteY167" fmla="*/ 50165 h 138429"/>
                <a:gd name="connsiteX168" fmla="*/ 3463285 w 4940931"/>
                <a:gd name="connsiteY168" fmla="*/ 43180 h 138429"/>
                <a:gd name="connsiteX169" fmla="*/ 3343271 w 4940931"/>
                <a:gd name="connsiteY169" fmla="*/ 43180 h 138429"/>
                <a:gd name="connsiteX170" fmla="*/ 3336286 w 4940931"/>
                <a:gd name="connsiteY170" fmla="*/ 44450 h 138429"/>
                <a:gd name="connsiteX171" fmla="*/ 3331206 w 4940931"/>
                <a:gd name="connsiteY171" fmla="*/ 48260 h 138429"/>
                <a:gd name="connsiteX172" fmla="*/ 3327396 w 4940931"/>
                <a:gd name="connsiteY172" fmla="*/ 54610 h 138429"/>
                <a:gd name="connsiteX173" fmla="*/ 3325491 w 4940931"/>
                <a:gd name="connsiteY173" fmla="*/ 62865 h 138429"/>
                <a:gd name="connsiteX174" fmla="*/ 3361686 w 4940931"/>
                <a:gd name="connsiteY174" fmla="*/ 62865 h 138429"/>
                <a:gd name="connsiteX175" fmla="*/ 3360416 w 4940931"/>
                <a:gd name="connsiteY175" fmla="*/ 55245 h 138429"/>
                <a:gd name="connsiteX176" fmla="*/ 3357241 w 4940931"/>
                <a:gd name="connsiteY176" fmla="*/ 48895 h 138429"/>
                <a:gd name="connsiteX177" fmla="*/ 3351526 w 4940931"/>
                <a:gd name="connsiteY177" fmla="*/ 44450 h 138429"/>
                <a:gd name="connsiteX178" fmla="*/ 3343271 w 4940931"/>
                <a:gd name="connsiteY178" fmla="*/ 43180 h 138429"/>
                <a:gd name="connsiteX179" fmla="*/ 2976876 w 4940931"/>
                <a:gd name="connsiteY179" fmla="*/ 43180 h 138429"/>
                <a:gd name="connsiteX180" fmla="*/ 2969891 w 4940931"/>
                <a:gd name="connsiteY180" fmla="*/ 44450 h 138429"/>
                <a:gd name="connsiteX181" fmla="*/ 2964811 w 4940931"/>
                <a:gd name="connsiteY181" fmla="*/ 48260 h 138429"/>
                <a:gd name="connsiteX182" fmla="*/ 2961001 w 4940931"/>
                <a:gd name="connsiteY182" fmla="*/ 54610 h 138429"/>
                <a:gd name="connsiteX183" fmla="*/ 2959096 w 4940931"/>
                <a:gd name="connsiteY183" fmla="*/ 62865 h 138429"/>
                <a:gd name="connsiteX184" fmla="*/ 2995291 w 4940931"/>
                <a:gd name="connsiteY184" fmla="*/ 62865 h 138429"/>
                <a:gd name="connsiteX185" fmla="*/ 2994021 w 4940931"/>
                <a:gd name="connsiteY185" fmla="*/ 55245 h 138429"/>
                <a:gd name="connsiteX186" fmla="*/ 2990846 w 4940931"/>
                <a:gd name="connsiteY186" fmla="*/ 48895 h 138429"/>
                <a:gd name="connsiteX187" fmla="*/ 2985131 w 4940931"/>
                <a:gd name="connsiteY187" fmla="*/ 44450 h 138429"/>
                <a:gd name="connsiteX188" fmla="*/ 2976876 w 4940931"/>
                <a:gd name="connsiteY188" fmla="*/ 43180 h 138429"/>
                <a:gd name="connsiteX189" fmla="*/ 2527930 w 4940931"/>
                <a:gd name="connsiteY189" fmla="*/ 43180 h 138429"/>
                <a:gd name="connsiteX190" fmla="*/ 2520945 w 4940931"/>
                <a:gd name="connsiteY190" fmla="*/ 44450 h 138429"/>
                <a:gd name="connsiteX191" fmla="*/ 2515865 w 4940931"/>
                <a:gd name="connsiteY191" fmla="*/ 48260 h 138429"/>
                <a:gd name="connsiteX192" fmla="*/ 2512055 w 4940931"/>
                <a:gd name="connsiteY192" fmla="*/ 54610 h 138429"/>
                <a:gd name="connsiteX193" fmla="*/ 2510150 w 4940931"/>
                <a:gd name="connsiteY193" fmla="*/ 62865 h 138429"/>
                <a:gd name="connsiteX194" fmla="*/ 2546345 w 4940931"/>
                <a:gd name="connsiteY194" fmla="*/ 62865 h 138429"/>
                <a:gd name="connsiteX195" fmla="*/ 2545075 w 4940931"/>
                <a:gd name="connsiteY195" fmla="*/ 55245 h 138429"/>
                <a:gd name="connsiteX196" fmla="*/ 2541900 w 4940931"/>
                <a:gd name="connsiteY196" fmla="*/ 48895 h 138429"/>
                <a:gd name="connsiteX197" fmla="*/ 2536185 w 4940931"/>
                <a:gd name="connsiteY197" fmla="*/ 44450 h 138429"/>
                <a:gd name="connsiteX198" fmla="*/ 2527930 w 4940931"/>
                <a:gd name="connsiteY198" fmla="*/ 43180 h 138429"/>
                <a:gd name="connsiteX199" fmla="*/ 2214240 w 4940931"/>
                <a:gd name="connsiteY199" fmla="*/ 43180 h 138429"/>
                <a:gd name="connsiteX200" fmla="*/ 2207255 w 4940931"/>
                <a:gd name="connsiteY200" fmla="*/ 44450 h 138429"/>
                <a:gd name="connsiteX201" fmla="*/ 2202175 w 4940931"/>
                <a:gd name="connsiteY201" fmla="*/ 48260 h 138429"/>
                <a:gd name="connsiteX202" fmla="*/ 2198365 w 4940931"/>
                <a:gd name="connsiteY202" fmla="*/ 54610 h 138429"/>
                <a:gd name="connsiteX203" fmla="*/ 2196460 w 4940931"/>
                <a:gd name="connsiteY203" fmla="*/ 62865 h 138429"/>
                <a:gd name="connsiteX204" fmla="*/ 2232655 w 4940931"/>
                <a:gd name="connsiteY204" fmla="*/ 62865 h 138429"/>
                <a:gd name="connsiteX205" fmla="*/ 2231385 w 4940931"/>
                <a:gd name="connsiteY205" fmla="*/ 55245 h 138429"/>
                <a:gd name="connsiteX206" fmla="*/ 2228210 w 4940931"/>
                <a:gd name="connsiteY206" fmla="*/ 48895 h 138429"/>
                <a:gd name="connsiteX207" fmla="*/ 2222495 w 4940931"/>
                <a:gd name="connsiteY207" fmla="*/ 44450 h 138429"/>
                <a:gd name="connsiteX208" fmla="*/ 2214240 w 4940931"/>
                <a:gd name="connsiteY208" fmla="*/ 43180 h 138429"/>
                <a:gd name="connsiteX209" fmla="*/ 2027551 w 4940931"/>
                <a:gd name="connsiteY209" fmla="*/ 43180 h 138429"/>
                <a:gd name="connsiteX210" fmla="*/ 2020566 w 4940931"/>
                <a:gd name="connsiteY210" fmla="*/ 44450 h 138429"/>
                <a:gd name="connsiteX211" fmla="*/ 2015486 w 4940931"/>
                <a:gd name="connsiteY211" fmla="*/ 48260 h 138429"/>
                <a:gd name="connsiteX212" fmla="*/ 2011676 w 4940931"/>
                <a:gd name="connsiteY212" fmla="*/ 54610 h 138429"/>
                <a:gd name="connsiteX213" fmla="*/ 2009771 w 4940931"/>
                <a:gd name="connsiteY213" fmla="*/ 62865 h 138429"/>
                <a:gd name="connsiteX214" fmla="*/ 2045966 w 4940931"/>
                <a:gd name="connsiteY214" fmla="*/ 62865 h 138429"/>
                <a:gd name="connsiteX215" fmla="*/ 2044696 w 4940931"/>
                <a:gd name="connsiteY215" fmla="*/ 55245 h 138429"/>
                <a:gd name="connsiteX216" fmla="*/ 2041521 w 4940931"/>
                <a:gd name="connsiteY216" fmla="*/ 48895 h 138429"/>
                <a:gd name="connsiteX217" fmla="*/ 2035806 w 4940931"/>
                <a:gd name="connsiteY217" fmla="*/ 44450 h 138429"/>
                <a:gd name="connsiteX218" fmla="*/ 2027551 w 4940931"/>
                <a:gd name="connsiteY218" fmla="*/ 43180 h 138429"/>
                <a:gd name="connsiteX219" fmla="*/ 1949445 w 4940931"/>
                <a:gd name="connsiteY219" fmla="*/ 43180 h 138429"/>
                <a:gd name="connsiteX220" fmla="*/ 1944365 w 4940931"/>
                <a:gd name="connsiteY220" fmla="*/ 43815 h 138429"/>
                <a:gd name="connsiteX221" fmla="*/ 1939285 w 4940931"/>
                <a:gd name="connsiteY221" fmla="*/ 45720 h 138429"/>
                <a:gd name="connsiteX222" fmla="*/ 1934840 w 4940931"/>
                <a:gd name="connsiteY222" fmla="*/ 48895 h 138429"/>
                <a:gd name="connsiteX223" fmla="*/ 1931665 w 4940931"/>
                <a:gd name="connsiteY223" fmla="*/ 52705 h 138429"/>
                <a:gd name="connsiteX224" fmla="*/ 1931665 w 4940931"/>
                <a:gd name="connsiteY224" fmla="*/ 85725 h 138429"/>
                <a:gd name="connsiteX225" fmla="*/ 1934840 w 4940931"/>
                <a:gd name="connsiteY225" fmla="*/ 89535 h 138429"/>
                <a:gd name="connsiteX226" fmla="*/ 1939285 w 4940931"/>
                <a:gd name="connsiteY226" fmla="*/ 92710 h 138429"/>
                <a:gd name="connsiteX227" fmla="*/ 1944365 w 4940931"/>
                <a:gd name="connsiteY227" fmla="*/ 95250 h 138429"/>
                <a:gd name="connsiteX228" fmla="*/ 1950080 w 4940931"/>
                <a:gd name="connsiteY228" fmla="*/ 95885 h 138429"/>
                <a:gd name="connsiteX229" fmla="*/ 1962780 w 4940931"/>
                <a:gd name="connsiteY229" fmla="*/ 89535 h 138429"/>
                <a:gd name="connsiteX230" fmla="*/ 1967225 w 4940931"/>
                <a:gd name="connsiteY230" fmla="*/ 71120 h 138429"/>
                <a:gd name="connsiteX231" fmla="*/ 1966590 w 4940931"/>
                <a:gd name="connsiteY231" fmla="*/ 71755 h 138429"/>
                <a:gd name="connsiteX232" fmla="*/ 1962145 w 4940931"/>
                <a:gd name="connsiteY232" fmla="*/ 50165 h 138429"/>
                <a:gd name="connsiteX233" fmla="*/ 1949445 w 4940931"/>
                <a:gd name="connsiteY233" fmla="*/ 43180 h 138429"/>
                <a:gd name="connsiteX234" fmla="*/ 1829431 w 4940931"/>
                <a:gd name="connsiteY234" fmla="*/ 43180 h 138429"/>
                <a:gd name="connsiteX235" fmla="*/ 1822446 w 4940931"/>
                <a:gd name="connsiteY235" fmla="*/ 44450 h 138429"/>
                <a:gd name="connsiteX236" fmla="*/ 1817366 w 4940931"/>
                <a:gd name="connsiteY236" fmla="*/ 48260 h 138429"/>
                <a:gd name="connsiteX237" fmla="*/ 1813556 w 4940931"/>
                <a:gd name="connsiteY237" fmla="*/ 54610 h 138429"/>
                <a:gd name="connsiteX238" fmla="*/ 1811651 w 4940931"/>
                <a:gd name="connsiteY238" fmla="*/ 62865 h 138429"/>
                <a:gd name="connsiteX239" fmla="*/ 1847846 w 4940931"/>
                <a:gd name="connsiteY239" fmla="*/ 62865 h 138429"/>
                <a:gd name="connsiteX240" fmla="*/ 1846576 w 4940931"/>
                <a:gd name="connsiteY240" fmla="*/ 55245 h 138429"/>
                <a:gd name="connsiteX241" fmla="*/ 1843401 w 4940931"/>
                <a:gd name="connsiteY241" fmla="*/ 48895 h 138429"/>
                <a:gd name="connsiteX242" fmla="*/ 1837686 w 4940931"/>
                <a:gd name="connsiteY242" fmla="*/ 44450 h 138429"/>
                <a:gd name="connsiteX243" fmla="*/ 1829431 w 4940931"/>
                <a:gd name="connsiteY243" fmla="*/ 43180 h 138429"/>
                <a:gd name="connsiteX244" fmla="*/ 1178561 w 4940931"/>
                <a:gd name="connsiteY244" fmla="*/ 43180 h 138429"/>
                <a:gd name="connsiteX245" fmla="*/ 1171576 w 4940931"/>
                <a:gd name="connsiteY245" fmla="*/ 44450 h 138429"/>
                <a:gd name="connsiteX246" fmla="*/ 1166496 w 4940931"/>
                <a:gd name="connsiteY246" fmla="*/ 48260 h 138429"/>
                <a:gd name="connsiteX247" fmla="*/ 1162686 w 4940931"/>
                <a:gd name="connsiteY247" fmla="*/ 54610 h 138429"/>
                <a:gd name="connsiteX248" fmla="*/ 1160781 w 4940931"/>
                <a:gd name="connsiteY248" fmla="*/ 62865 h 138429"/>
                <a:gd name="connsiteX249" fmla="*/ 1196976 w 4940931"/>
                <a:gd name="connsiteY249" fmla="*/ 62865 h 138429"/>
                <a:gd name="connsiteX250" fmla="*/ 1195706 w 4940931"/>
                <a:gd name="connsiteY250" fmla="*/ 55245 h 138429"/>
                <a:gd name="connsiteX251" fmla="*/ 1192531 w 4940931"/>
                <a:gd name="connsiteY251" fmla="*/ 48895 h 138429"/>
                <a:gd name="connsiteX252" fmla="*/ 1186816 w 4940931"/>
                <a:gd name="connsiteY252" fmla="*/ 44450 h 138429"/>
                <a:gd name="connsiteX253" fmla="*/ 1178561 w 4940931"/>
                <a:gd name="connsiteY253" fmla="*/ 43180 h 138429"/>
                <a:gd name="connsiteX254" fmla="*/ 898525 w 4940931"/>
                <a:gd name="connsiteY254" fmla="*/ 43180 h 138429"/>
                <a:gd name="connsiteX255" fmla="*/ 891540 w 4940931"/>
                <a:gd name="connsiteY255" fmla="*/ 44450 h 138429"/>
                <a:gd name="connsiteX256" fmla="*/ 886460 w 4940931"/>
                <a:gd name="connsiteY256" fmla="*/ 48260 h 138429"/>
                <a:gd name="connsiteX257" fmla="*/ 882650 w 4940931"/>
                <a:gd name="connsiteY257" fmla="*/ 54610 h 138429"/>
                <a:gd name="connsiteX258" fmla="*/ 880745 w 4940931"/>
                <a:gd name="connsiteY258" fmla="*/ 62865 h 138429"/>
                <a:gd name="connsiteX259" fmla="*/ 916940 w 4940931"/>
                <a:gd name="connsiteY259" fmla="*/ 62865 h 138429"/>
                <a:gd name="connsiteX260" fmla="*/ 915670 w 4940931"/>
                <a:gd name="connsiteY260" fmla="*/ 55245 h 138429"/>
                <a:gd name="connsiteX261" fmla="*/ 912495 w 4940931"/>
                <a:gd name="connsiteY261" fmla="*/ 48895 h 138429"/>
                <a:gd name="connsiteX262" fmla="*/ 906780 w 4940931"/>
                <a:gd name="connsiteY262" fmla="*/ 44450 h 138429"/>
                <a:gd name="connsiteX263" fmla="*/ 898525 w 4940931"/>
                <a:gd name="connsiteY263" fmla="*/ 43180 h 138429"/>
                <a:gd name="connsiteX264" fmla="*/ 584834 w 4940931"/>
                <a:gd name="connsiteY264" fmla="*/ 43180 h 138429"/>
                <a:gd name="connsiteX265" fmla="*/ 577849 w 4940931"/>
                <a:gd name="connsiteY265" fmla="*/ 44450 h 138429"/>
                <a:gd name="connsiteX266" fmla="*/ 572769 w 4940931"/>
                <a:gd name="connsiteY266" fmla="*/ 48260 h 138429"/>
                <a:gd name="connsiteX267" fmla="*/ 568959 w 4940931"/>
                <a:gd name="connsiteY267" fmla="*/ 54610 h 138429"/>
                <a:gd name="connsiteX268" fmla="*/ 567054 w 4940931"/>
                <a:gd name="connsiteY268" fmla="*/ 62865 h 138429"/>
                <a:gd name="connsiteX269" fmla="*/ 603249 w 4940931"/>
                <a:gd name="connsiteY269" fmla="*/ 62865 h 138429"/>
                <a:gd name="connsiteX270" fmla="*/ 601979 w 4940931"/>
                <a:gd name="connsiteY270" fmla="*/ 55245 h 138429"/>
                <a:gd name="connsiteX271" fmla="*/ 598804 w 4940931"/>
                <a:gd name="connsiteY271" fmla="*/ 48895 h 138429"/>
                <a:gd name="connsiteX272" fmla="*/ 593089 w 4940931"/>
                <a:gd name="connsiteY272" fmla="*/ 44450 h 138429"/>
                <a:gd name="connsiteX273" fmla="*/ 584834 w 4940931"/>
                <a:gd name="connsiteY273" fmla="*/ 43180 h 138429"/>
                <a:gd name="connsiteX274" fmla="*/ 398145 w 4940931"/>
                <a:gd name="connsiteY274" fmla="*/ 43180 h 138429"/>
                <a:gd name="connsiteX275" fmla="*/ 391160 w 4940931"/>
                <a:gd name="connsiteY275" fmla="*/ 44450 h 138429"/>
                <a:gd name="connsiteX276" fmla="*/ 386080 w 4940931"/>
                <a:gd name="connsiteY276" fmla="*/ 48260 h 138429"/>
                <a:gd name="connsiteX277" fmla="*/ 382270 w 4940931"/>
                <a:gd name="connsiteY277" fmla="*/ 54610 h 138429"/>
                <a:gd name="connsiteX278" fmla="*/ 380365 w 4940931"/>
                <a:gd name="connsiteY278" fmla="*/ 62865 h 138429"/>
                <a:gd name="connsiteX279" fmla="*/ 416560 w 4940931"/>
                <a:gd name="connsiteY279" fmla="*/ 62865 h 138429"/>
                <a:gd name="connsiteX280" fmla="*/ 415290 w 4940931"/>
                <a:gd name="connsiteY280" fmla="*/ 55245 h 138429"/>
                <a:gd name="connsiteX281" fmla="*/ 412115 w 4940931"/>
                <a:gd name="connsiteY281" fmla="*/ 48895 h 138429"/>
                <a:gd name="connsiteX282" fmla="*/ 406400 w 4940931"/>
                <a:gd name="connsiteY282" fmla="*/ 44450 h 138429"/>
                <a:gd name="connsiteX283" fmla="*/ 398145 w 4940931"/>
                <a:gd name="connsiteY283" fmla="*/ 43180 h 138429"/>
                <a:gd name="connsiteX284" fmla="*/ 320039 w 4940931"/>
                <a:gd name="connsiteY284" fmla="*/ 43180 h 138429"/>
                <a:gd name="connsiteX285" fmla="*/ 314959 w 4940931"/>
                <a:gd name="connsiteY285" fmla="*/ 43815 h 138429"/>
                <a:gd name="connsiteX286" fmla="*/ 309879 w 4940931"/>
                <a:gd name="connsiteY286" fmla="*/ 45720 h 138429"/>
                <a:gd name="connsiteX287" fmla="*/ 305434 w 4940931"/>
                <a:gd name="connsiteY287" fmla="*/ 48895 h 138429"/>
                <a:gd name="connsiteX288" fmla="*/ 302259 w 4940931"/>
                <a:gd name="connsiteY288" fmla="*/ 52705 h 138429"/>
                <a:gd name="connsiteX289" fmla="*/ 302259 w 4940931"/>
                <a:gd name="connsiteY289" fmla="*/ 85725 h 138429"/>
                <a:gd name="connsiteX290" fmla="*/ 305434 w 4940931"/>
                <a:gd name="connsiteY290" fmla="*/ 89535 h 138429"/>
                <a:gd name="connsiteX291" fmla="*/ 309879 w 4940931"/>
                <a:gd name="connsiteY291" fmla="*/ 92710 h 138429"/>
                <a:gd name="connsiteX292" fmla="*/ 314959 w 4940931"/>
                <a:gd name="connsiteY292" fmla="*/ 95250 h 138429"/>
                <a:gd name="connsiteX293" fmla="*/ 320674 w 4940931"/>
                <a:gd name="connsiteY293" fmla="*/ 95885 h 138429"/>
                <a:gd name="connsiteX294" fmla="*/ 333374 w 4940931"/>
                <a:gd name="connsiteY294" fmla="*/ 89535 h 138429"/>
                <a:gd name="connsiteX295" fmla="*/ 337819 w 4940931"/>
                <a:gd name="connsiteY295" fmla="*/ 71120 h 138429"/>
                <a:gd name="connsiteX296" fmla="*/ 337184 w 4940931"/>
                <a:gd name="connsiteY296" fmla="*/ 71755 h 138429"/>
                <a:gd name="connsiteX297" fmla="*/ 332739 w 4940931"/>
                <a:gd name="connsiteY297" fmla="*/ 50165 h 138429"/>
                <a:gd name="connsiteX298" fmla="*/ 320039 w 4940931"/>
                <a:gd name="connsiteY298" fmla="*/ 43180 h 138429"/>
                <a:gd name="connsiteX299" fmla="*/ 200025 w 4940931"/>
                <a:gd name="connsiteY299" fmla="*/ 43180 h 138429"/>
                <a:gd name="connsiteX300" fmla="*/ 193040 w 4940931"/>
                <a:gd name="connsiteY300" fmla="*/ 44450 h 138429"/>
                <a:gd name="connsiteX301" fmla="*/ 187960 w 4940931"/>
                <a:gd name="connsiteY301" fmla="*/ 48260 h 138429"/>
                <a:gd name="connsiteX302" fmla="*/ 184150 w 4940931"/>
                <a:gd name="connsiteY302" fmla="*/ 54610 h 138429"/>
                <a:gd name="connsiteX303" fmla="*/ 182245 w 4940931"/>
                <a:gd name="connsiteY303" fmla="*/ 62865 h 138429"/>
                <a:gd name="connsiteX304" fmla="*/ 218440 w 4940931"/>
                <a:gd name="connsiteY304" fmla="*/ 62865 h 138429"/>
                <a:gd name="connsiteX305" fmla="*/ 217170 w 4940931"/>
                <a:gd name="connsiteY305" fmla="*/ 55245 h 138429"/>
                <a:gd name="connsiteX306" fmla="*/ 213995 w 4940931"/>
                <a:gd name="connsiteY306" fmla="*/ 48895 h 138429"/>
                <a:gd name="connsiteX307" fmla="*/ 208280 w 4940931"/>
                <a:gd name="connsiteY307" fmla="*/ 44450 h 138429"/>
                <a:gd name="connsiteX308" fmla="*/ 200025 w 4940931"/>
                <a:gd name="connsiteY308" fmla="*/ 43180 h 138429"/>
                <a:gd name="connsiteX309" fmla="*/ 4439281 w 4940931"/>
                <a:gd name="connsiteY309" fmla="*/ 43179 h 138429"/>
                <a:gd name="connsiteX310" fmla="*/ 4426581 w 4940931"/>
                <a:gd name="connsiteY310" fmla="*/ 49529 h 138429"/>
                <a:gd name="connsiteX311" fmla="*/ 4422136 w 4940931"/>
                <a:gd name="connsiteY311" fmla="*/ 67944 h 138429"/>
                <a:gd name="connsiteX312" fmla="*/ 4423406 w 4940931"/>
                <a:gd name="connsiteY312" fmla="*/ 80644 h 138429"/>
                <a:gd name="connsiteX313" fmla="*/ 4426581 w 4940931"/>
                <a:gd name="connsiteY313" fmla="*/ 89534 h 138429"/>
                <a:gd name="connsiteX314" fmla="*/ 4432296 w 4940931"/>
                <a:gd name="connsiteY314" fmla="*/ 94614 h 138429"/>
                <a:gd name="connsiteX315" fmla="*/ 4439916 w 4940931"/>
                <a:gd name="connsiteY315" fmla="*/ 96519 h 138429"/>
                <a:gd name="connsiteX316" fmla="*/ 4444996 w 4940931"/>
                <a:gd name="connsiteY316" fmla="*/ 95884 h 138429"/>
                <a:gd name="connsiteX317" fmla="*/ 4450076 w 4940931"/>
                <a:gd name="connsiteY317" fmla="*/ 93344 h 138429"/>
                <a:gd name="connsiteX318" fmla="*/ 4454521 w 4940931"/>
                <a:gd name="connsiteY318" fmla="*/ 90169 h 138429"/>
                <a:gd name="connsiteX319" fmla="*/ 4457696 w 4940931"/>
                <a:gd name="connsiteY319" fmla="*/ 86359 h 138429"/>
                <a:gd name="connsiteX320" fmla="*/ 4457696 w 4940931"/>
                <a:gd name="connsiteY320" fmla="*/ 53339 h 138429"/>
                <a:gd name="connsiteX321" fmla="*/ 4454521 w 4940931"/>
                <a:gd name="connsiteY321" fmla="*/ 49529 h 138429"/>
                <a:gd name="connsiteX322" fmla="*/ 4450076 w 4940931"/>
                <a:gd name="connsiteY322" fmla="*/ 46354 h 138429"/>
                <a:gd name="connsiteX323" fmla="*/ 4444996 w 4940931"/>
                <a:gd name="connsiteY323" fmla="*/ 43814 h 138429"/>
                <a:gd name="connsiteX324" fmla="*/ 4439281 w 4940931"/>
                <a:gd name="connsiteY324" fmla="*/ 43179 h 138429"/>
                <a:gd name="connsiteX325" fmla="*/ 1014731 w 4940931"/>
                <a:gd name="connsiteY325" fmla="*/ 43179 h 138429"/>
                <a:gd name="connsiteX326" fmla="*/ 1002032 w 4940931"/>
                <a:gd name="connsiteY326" fmla="*/ 49529 h 138429"/>
                <a:gd name="connsiteX327" fmla="*/ 997587 w 4940931"/>
                <a:gd name="connsiteY327" fmla="*/ 67944 h 138429"/>
                <a:gd name="connsiteX328" fmla="*/ 1002032 w 4940931"/>
                <a:gd name="connsiteY328" fmla="*/ 88899 h 138429"/>
                <a:gd name="connsiteX329" fmla="*/ 1015367 w 4940931"/>
                <a:gd name="connsiteY329" fmla="*/ 95884 h 138429"/>
                <a:gd name="connsiteX330" fmla="*/ 1024891 w 4940931"/>
                <a:gd name="connsiteY330" fmla="*/ 93344 h 138429"/>
                <a:gd name="connsiteX331" fmla="*/ 1033147 w 4940931"/>
                <a:gd name="connsiteY331" fmla="*/ 86359 h 138429"/>
                <a:gd name="connsiteX332" fmla="*/ 1033147 w 4940931"/>
                <a:gd name="connsiteY332" fmla="*/ 53339 h 138429"/>
                <a:gd name="connsiteX333" fmla="*/ 1029971 w 4940931"/>
                <a:gd name="connsiteY333" fmla="*/ 49529 h 138429"/>
                <a:gd name="connsiteX334" fmla="*/ 1025526 w 4940931"/>
                <a:gd name="connsiteY334" fmla="*/ 46354 h 138429"/>
                <a:gd name="connsiteX335" fmla="*/ 1020446 w 4940931"/>
                <a:gd name="connsiteY335" fmla="*/ 43814 h 138429"/>
                <a:gd name="connsiteX336" fmla="*/ 1014731 w 4940931"/>
                <a:gd name="connsiteY336" fmla="*/ 43179 h 138429"/>
                <a:gd name="connsiteX337" fmla="*/ 4524370 w 4940931"/>
                <a:gd name="connsiteY337" fmla="*/ 31114 h 138429"/>
                <a:gd name="connsiteX338" fmla="*/ 4538975 w 4940931"/>
                <a:gd name="connsiteY338" fmla="*/ 31114 h 138429"/>
                <a:gd name="connsiteX339" fmla="*/ 4552310 w 4940931"/>
                <a:gd name="connsiteY339" fmla="*/ 84454 h 138429"/>
                <a:gd name="connsiteX340" fmla="*/ 4566915 w 4940931"/>
                <a:gd name="connsiteY340" fmla="*/ 31114 h 138429"/>
                <a:gd name="connsiteX341" fmla="*/ 4579615 w 4940931"/>
                <a:gd name="connsiteY341" fmla="*/ 31114 h 138429"/>
                <a:gd name="connsiteX342" fmla="*/ 4594220 w 4940931"/>
                <a:gd name="connsiteY342" fmla="*/ 84454 h 138429"/>
                <a:gd name="connsiteX343" fmla="*/ 4606920 w 4940931"/>
                <a:gd name="connsiteY343" fmla="*/ 31114 h 138429"/>
                <a:gd name="connsiteX344" fmla="*/ 4622160 w 4940931"/>
                <a:gd name="connsiteY344" fmla="*/ 31114 h 138429"/>
                <a:gd name="connsiteX345" fmla="*/ 4600570 w 4940931"/>
                <a:gd name="connsiteY345" fmla="*/ 108584 h 138429"/>
                <a:gd name="connsiteX346" fmla="*/ 4587235 w 4940931"/>
                <a:gd name="connsiteY346" fmla="*/ 108584 h 138429"/>
                <a:gd name="connsiteX347" fmla="*/ 4572630 w 4940931"/>
                <a:gd name="connsiteY347" fmla="*/ 54609 h 138429"/>
                <a:gd name="connsiteX348" fmla="*/ 4558660 w 4940931"/>
                <a:gd name="connsiteY348" fmla="*/ 108584 h 138429"/>
                <a:gd name="connsiteX349" fmla="*/ 4545325 w 4940931"/>
                <a:gd name="connsiteY349" fmla="*/ 108584 h 138429"/>
                <a:gd name="connsiteX350" fmla="*/ 4123686 w 4940931"/>
                <a:gd name="connsiteY350" fmla="*/ 31114 h 138429"/>
                <a:gd name="connsiteX351" fmla="*/ 4138926 w 4940931"/>
                <a:gd name="connsiteY351" fmla="*/ 31114 h 138429"/>
                <a:gd name="connsiteX352" fmla="*/ 4152261 w 4940931"/>
                <a:gd name="connsiteY352" fmla="*/ 84454 h 138429"/>
                <a:gd name="connsiteX353" fmla="*/ 4166866 w 4940931"/>
                <a:gd name="connsiteY353" fmla="*/ 31114 h 138429"/>
                <a:gd name="connsiteX354" fmla="*/ 4178931 w 4940931"/>
                <a:gd name="connsiteY354" fmla="*/ 31114 h 138429"/>
                <a:gd name="connsiteX355" fmla="*/ 4193536 w 4940931"/>
                <a:gd name="connsiteY355" fmla="*/ 84454 h 138429"/>
                <a:gd name="connsiteX356" fmla="*/ 4206871 w 4940931"/>
                <a:gd name="connsiteY356" fmla="*/ 31114 h 138429"/>
                <a:gd name="connsiteX357" fmla="*/ 4222111 w 4940931"/>
                <a:gd name="connsiteY357" fmla="*/ 31114 h 138429"/>
                <a:gd name="connsiteX358" fmla="*/ 4200521 w 4940931"/>
                <a:gd name="connsiteY358" fmla="*/ 108584 h 138429"/>
                <a:gd name="connsiteX359" fmla="*/ 4187186 w 4940931"/>
                <a:gd name="connsiteY359" fmla="*/ 108584 h 138429"/>
                <a:gd name="connsiteX360" fmla="*/ 4172581 w 4940931"/>
                <a:gd name="connsiteY360" fmla="*/ 54609 h 138429"/>
                <a:gd name="connsiteX361" fmla="*/ 4157976 w 4940931"/>
                <a:gd name="connsiteY361" fmla="*/ 108584 h 138429"/>
                <a:gd name="connsiteX362" fmla="*/ 4145276 w 4940931"/>
                <a:gd name="connsiteY362" fmla="*/ 108584 h 138429"/>
                <a:gd name="connsiteX363" fmla="*/ 2837811 w 4940931"/>
                <a:gd name="connsiteY363" fmla="*/ 31114 h 138429"/>
                <a:gd name="connsiteX364" fmla="*/ 2852416 w 4940931"/>
                <a:gd name="connsiteY364" fmla="*/ 31114 h 138429"/>
                <a:gd name="connsiteX365" fmla="*/ 2865751 w 4940931"/>
                <a:gd name="connsiteY365" fmla="*/ 84454 h 138429"/>
                <a:gd name="connsiteX366" fmla="*/ 2880356 w 4940931"/>
                <a:gd name="connsiteY366" fmla="*/ 31114 h 138429"/>
                <a:gd name="connsiteX367" fmla="*/ 2893056 w 4940931"/>
                <a:gd name="connsiteY367" fmla="*/ 31114 h 138429"/>
                <a:gd name="connsiteX368" fmla="*/ 2907661 w 4940931"/>
                <a:gd name="connsiteY368" fmla="*/ 84454 h 138429"/>
                <a:gd name="connsiteX369" fmla="*/ 2920361 w 4940931"/>
                <a:gd name="connsiteY369" fmla="*/ 31114 h 138429"/>
                <a:gd name="connsiteX370" fmla="*/ 2935601 w 4940931"/>
                <a:gd name="connsiteY370" fmla="*/ 31114 h 138429"/>
                <a:gd name="connsiteX371" fmla="*/ 2914011 w 4940931"/>
                <a:gd name="connsiteY371" fmla="*/ 108584 h 138429"/>
                <a:gd name="connsiteX372" fmla="*/ 2900676 w 4940931"/>
                <a:gd name="connsiteY372" fmla="*/ 108584 h 138429"/>
                <a:gd name="connsiteX373" fmla="*/ 2886706 w 4940931"/>
                <a:gd name="connsiteY373" fmla="*/ 54609 h 138429"/>
                <a:gd name="connsiteX374" fmla="*/ 2872101 w 4940931"/>
                <a:gd name="connsiteY374" fmla="*/ 108584 h 138429"/>
                <a:gd name="connsiteX375" fmla="*/ 2858766 w 4940931"/>
                <a:gd name="connsiteY375" fmla="*/ 108584 h 138429"/>
                <a:gd name="connsiteX376" fmla="*/ 1354455 w 4940931"/>
                <a:gd name="connsiteY376" fmla="*/ 31114 h 138429"/>
                <a:gd name="connsiteX377" fmla="*/ 1369695 w 4940931"/>
                <a:gd name="connsiteY377" fmla="*/ 31114 h 138429"/>
                <a:gd name="connsiteX378" fmla="*/ 1369695 w 4940931"/>
                <a:gd name="connsiteY378" fmla="*/ 109219 h 138429"/>
                <a:gd name="connsiteX379" fmla="*/ 1354455 w 4940931"/>
                <a:gd name="connsiteY379" fmla="*/ 109219 h 138429"/>
                <a:gd name="connsiteX380" fmla="*/ 2646040 w 4940931"/>
                <a:gd name="connsiteY380" fmla="*/ 29844 h 138429"/>
                <a:gd name="connsiteX381" fmla="*/ 2658105 w 4940931"/>
                <a:gd name="connsiteY381" fmla="*/ 31749 h 138429"/>
                <a:gd name="connsiteX382" fmla="*/ 2667630 w 4940931"/>
                <a:gd name="connsiteY382" fmla="*/ 36829 h 138429"/>
                <a:gd name="connsiteX383" fmla="*/ 2673345 w 4940931"/>
                <a:gd name="connsiteY383" fmla="*/ 45084 h 138429"/>
                <a:gd name="connsiteX384" fmla="*/ 2675250 w 4940931"/>
                <a:gd name="connsiteY384" fmla="*/ 56514 h 138429"/>
                <a:gd name="connsiteX385" fmla="*/ 2675250 w 4940931"/>
                <a:gd name="connsiteY385" fmla="*/ 109854 h 138429"/>
                <a:gd name="connsiteX386" fmla="*/ 2660010 w 4940931"/>
                <a:gd name="connsiteY386" fmla="*/ 109854 h 138429"/>
                <a:gd name="connsiteX387" fmla="*/ 2660010 w 4940931"/>
                <a:gd name="connsiteY387" fmla="*/ 108584 h 138429"/>
                <a:gd name="connsiteX388" fmla="*/ 2660010 w 4940931"/>
                <a:gd name="connsiteY388" fmla="*/ 100964 h 138429"/>
                <a:gd name="connsiteX389" fmla="*/ 2654930 w 4940931"/>
                <a:gd name="connsiteY389" fmla="*/ 104774 h 138429"/>
                <a:gd name="connsiteX390" fmla="*/ 2651120 w 4940931"/>
                <a:gd name="connsiteY390" fmla="*/ 107314 h 138429"/>
                <a:gd name="connsiteX391" fmla="*/ 2646040 w 4940931"/>
                <a:gd name="connsiteY391" fmla="*/ 109219 h 138429"/>
                <a:gd name="connsiteX392" fmla="*/ 2639055 w 4940931"/>
                <a:gd name="connsiteY392" fmla="*/ 109854 h 138429"/>
                <a:gd name="connsiteX393" fmla="*/ 2629530 w 4940931"/>
                <a:gd name="connsiteY393" fmla="*/ 108584 h 138429"/>
                <a:gd name="connsiteX394" fmla="*/ 2620640 w 4940931"/>
                <a:gd name="connsiteY394" fmla="*/ 104139 h 138429"/>
                <a:gd name="connsiteX395" fmla="*/ 2614290 w 4940931"/>
                <a:gd name="connsiteY395" fmla="*/ 95884 h 138429"/>
                <a:gd name="connsiteX396" fmla="*/ 2611750 w 4940931"/>
                <a:gd name="connsiteY396" fmla="*/ 83819 h 138429"/>
                <a:gd name="connsiteX397" fmla="*/ 2614290 w 4940931"/>
                <a:gd name="connsiteY397" fmla="*/ 72389 h 138429"/>
                <a:gd name="connsiteX398" fmla="*/ 2620640 w 4940931"/>
                <a:gd name="connsiteY398" fmla="*/ 64769 h 138429"/>
                <a:gd name="connsiteX399" fmla="*/ 2630800 w 4940931"/>
                <a:gd name="connsiteY399" fmla="*/ 60324 h 138429"/>
                <a:gd name="connsiteX400" fmla="*/ 2642865 w 4940931"/>
                <a:gd name="connsiteY400" fmla="*/ 59054 h 138429"/>
                <a:gd name="connsiteX401" fmla="*/ 2653025 w 4940931"/>
                <a:gd name="connsiteY401" fmla="*/ 59689 h 138429"/>
                <a:gd name="connsiteX402" fmla="*/ 2660010 w 4940931"/>
                <a:gd name="connsiteY402" fmla="*/ 61594 h 138429"/>
                <a:gd name="connsiteX403" fmla="*/ 2660010 w 4940931"/>
                <a:gd name="connsiteY403" fmla="*/ 55879 h 138429"/>
                <a:gd name="connsiteX404" fmla="*/ 2656200 w 4940931"/>
                <a:gd name="connsiteY404" fmla="*/ 46354 h 138429"/>
                <a:gd name="connsiteX405" fmla="*/ 2645405 w 4940931"/>
                <a:gd name="connsiteY405" fmla="*/ 43179 h 138429"/>
                <a:gd name="connsiteX406" fmla="*/ 2634610 w 4940931"/>
                <a:gd name="connsiteY406" fmla="*/ 44449 h 138429"/>
                <a:gd name="connsiteX407" fmla="*/ 2625085 w 4940931"/>
                <a:gd name="connsiteY407" fmla="*/ 48259 h 138429"/>
                <a:gd name="connsiteX408" fmla="*/ 2619370 w 4940931"/>
                <a:gd name="connsiteY408" fmla="*/ 36829 h 138429"/>
                <a:gd name="connsiteX409" fmla="*/ 2631435 w 4940931"/>
                <a:gd name="connsiteY409" fmla="*/ 31749 h 138429"/>
                <a:gd name="connsiteX410" fmla="*/ 2646040 w 4940931"/>
                <a:gd name="connsiteY410" fmla="*/ 29844 h 138429"/>
                <a:gd name="connsiteX411" fmla="*/ 1114426 w 4940931"/>
                <a:gd name="connsiteY411" fmla="*/ 29844 h 138429"/>
                <a:gd name="connsiteX412" fmla="*/ 1129666 w 4940931"/>
                <a:gd name="connsiteY412" fmla="*/ 29844 h 138429"/>
                <a:gd name="connsiteX413" fmla="*/ 1129666 w 4940931"/>
                <a:gd name="connsiteY413" fmla="*/ 107949 h 138429"/>
                <a:gd name="connsiteX414" fmla="*/ 1114426 w 4940931"/>
                <a:gd name="connsiteY414" fmla="*/ 107949 h 138429"/>
                <a:gd name="connsiteX415" fmla="*/ 1114426 w 4940931"/>
                <a:gd name="connsiteY415" fmla="*/ 100964 h 138429"/>
                <a:gd name="connsiteX416" fmla="*/ 1106171 w 4940931"/>
                <a:gd name="connsiteY416" fmla="*/ 107314 h 138429"/>
                <a:gd name="connsiteX417" fmla="*/ 1094741 w 4940931"/>
                <a:gd name="connsiteY417" fmla="*/ 109854 h 138429"/>
                <a:gd name="connsiteX418" fmla="*/ 1073786 w 4940931"/>
                <a:gd name="connsiteY418" fmla="*/ 100964 h 138429"/>
                <a:gd name="connsiteX419" fmla="*/ 1066800 w 4940931"/>
                <a:gd name="connsiteY419" fmla="*/ 74929 h 138429"/>
                <a:gd name="connsiteX420" fmla="*/ 1066800 w 4940931"/>
                <a:gd name="connsiteY420" fmla="*/ 30479 h 138429"/>
                <a:gd name="connsiteX421" fmla="*/ 1082040 w 4940931"/>
                <a:gd name="connsiteY421" fmla="*/ 30479 h 138429"/>
                <a:gd name="connsiteX422" fmla="*/ 1082040 w 4940931"/>
                <a:gd name="connsiteY422" fmla="*/ 74294 h 138429"/>
                <a:gd name="connsiteX423" fmla="*/ 1085851 w 4940931"/>
                <a:gd name="connsiteY423" fmla="*/ 90169 h 138429"/>
                <a:gd name="connsiteX424" fmla="*/ 1097916 w 4940931"/>
                <a:gd name="connsiteY424" fmla="*/ 95249 h 138429"/>
                <a:gd name="connsiteX425" fmla="*/ 1109981 w 4940931"/>
                <a:gd name="connsiteY425" fmla="*/ 90169 h 138429"/>
                <a:gd name="connsiteX426" fmla="*/ 1114426 w 4940931"/>
                <a:gd name="connsiteY426" fmla="*/ 75564 h 138429"/>
                <a:gd name="connsiteX427" fmla="*/ 1011556 w 4940931"/>
                <a:gd name="connsiteY427" fmla="*/ 29844 h 138429"/>
                <a:gd name="connsiteX428" fmla="*/ 1017272 w 4940931"/>
                <a:gd name="connsiteY428" fmla="*/ 30479 h 138429"/>
                <a:gd name="connsiteX429" fmla="*/ 1022352 w 4940931"/>
                <a:gd name="connsiteY429" fmla="*/ 32384 h 138429"/>
                <a:gd name="connsiteX430" fmla="*/ 1026797 w 4940931"/>
                <a:gd name="connsiteY430" fmla="*/ 35559 h 138429"/>
                <a:gd name="connsiteX431" fmla="*/ 1030607 w 4940931"/>
                <a:gd name="connsiteY431" fmla="*/ 38734 h 138429"/>
                <a:gd name="connsiteX432" fmla="*/ 1030607 w 4940931"/>
                <a:gd name="connsiteY432" fmla="*/ 31749 h 138429"/>
                <a:gd name="connsiteX433" fmla="*/ 1045847 w 4940931"/>
                <a:gd name="connsiteY433" fmla="*/ 31749 h 138429"/>
                <a:gd name="connsiteX434" fmla="*/ 1045847 w 4940931"/>
                <a:gd name="connsiteY434" fmla="*/ 130809 h 138429"/>
                <a:gd name="connsiteX435" fmla="*/ 1032512 w 4940931"/>
                <a:gd name="connsiteY435" fmla="*/ 137477 h 138429"/>
                <a:gd name="connsiteX436" fmla="*/ 1032512 w 4940931"/>
                <a:gd name="connsiteY436" fmla="*/ 101599 h 138429"/>
                <a:gd name="connsiteX437" fmla="*/ 1022986 w 4940931"/>
                <a:gd name="connsiteY437" fmla="*/ 107949 h 138429"/>
                <a:gd name="connsiteX438" fmla="*/ 1011556 w 4940931"/>
                <a:gd name="connsiteY438" fmla="*/ 110489 h 138429"/>
                <a:gd name="connsiteX439" fmla="*/ 999491 w 4940931"/>
                <a:gd name="connsiteY439" fmla="*/ 107949 h 138429"/>
                <a:gd name="connsiteX440" fmla="*/ 989966 w 4940931"/>
                <a:gd name="connsiteY440" fmla="*/ 100329 h 138429"/>
                <a:gd name="connsiteX441" fmla="*/ 983616 w 4940931"/>
                <a:gd name="connsiteY441" fmla="*/ 87629 h 138429"/>
                <a:gd name="connsiteX442" fmla="*/ 981076 w 4940931"/>
                <a:gd name="connsiteY442" fmla="*/ 68579 h 138429"/>
                <a:gd name="connsiteX443" fmla="*/ 983616 w 4940931"/>
                <a:gd name="connsiteY443" fmla="*/ 51434 h 138429"/>
                <a:gd name="connsiteX444" fmla="*/ 990601 w 4940931"/>
                <a:gd name="connsiteY444" fmla="*/ 39369 h 138429"/>
                <a:gd name="connsiteX445" fmla="*/ 1000126 w 4940931"/>
                <a:gd name="connsiteY445" fmla="*/ 32384 h 138429"/>
                <a:gd name="connsiteX446" fmla="*/ 1011556 w 4940931"/>
                <a:gd name="connsiteY446" fmla="*/ 29844 h 138429"/>
                <a:gd name="connsiteX447" fmla="*/ 4871716 w 4940931"/>
                <a:gd name="connsiteY447" fmla="*/ 29210 h 138429"/>
                <a:gd name="connsiteX448" fmla="*/ 4885686 w 4940931"/>
                <a:gd name="connsiteY448" fmla="*/ 31750 h 138429"/>
                <a:gd name="connsiteX449" fmla="*/ 4897751 w 4940931"/>
                <a:gd name="connsiteY449" fmla="*/ 38100 h 138429"/>
                <a:gd name="connsiteX450" fmla="*/ 4899021 w 4940931"/>
                <a:gd name="connsiteY450" fmla="*/ 38100 h 138429"/>
                <a:gd name="connsiteX451" fmla="*/ 4892036 w 4940931"/>
                <a:gd name="connsiteY451" fmla="*/ 50165 h 138429"/>
                <a:gd name="connsiteX452" fmla="*/ 4882511 w 4940931"/>
                <a:gd name="connsiteY452" fmla="*/ 45085 h 138429"/>
                <a:gd name="connsiteX453" fmla="*/ 4872351 w 4940931"/>
                <a:gd name="connsiteY453" fmla="*/ 43180 h 138429"/>
                <a:gd name="connsiteX454" fmla="*/ 4864096 w 4940931"/>
                <a:gd name="connsiteY454" fmla="*/ 45085 h 138429"/>
                <a:gd name="connsiteX455" fmla="*/ 4861556 w 4940931"/>
                <a:gd name="connsiteY455" fmla="*/ 50165 h 138429"/>
                <a:gd name="connsiteX456" fmla="*/ 4861556 w 4940931"/>
                <a:gd name="connsiteY456" fmla="*/ 52705 h 138429"/>
                <a:gd name="connsiteX457" fmla="*/ 4863461 w 4940931"/>
                <a:gd name="connsiteY457" fmla="*/ 55245 h 138429"/>
                <a:gd name="connsiteX458" fmla="*/ 4867906 w 4940931"/>
                <a:gd name="connsiteY458" fmla="*/ 57785 h 138429"/>
                <a:gd name="connsiteX459" fmla="*/ 4874891 w 4940931"/>
                <a:gd name="connsiteY459" fmla="*/ 60960 h 138429"/>
                <a:gd name="connsiteX460" fmla="*/ 4886321 w 4940931"/>
                <a:gd name="connsiteY460" fmla="*/ 66040 h 138429"/>
                <a:gd name="connsiteX461" fmla="*/ 4894576 w 4940931"/>
                <a:gd name="connsiteY461" fmla="*/ 71120 h 138429"/>
                <a:gd name="connsiteX462" fmla="*/ 4899656 w 4940931"/>
                <a:gd name="connsiteY462" fmla="*/ 78105 h 138429"/>
                <a:gd name="connsiteX463" fmla="*/ 4901561 w 4940931"/>
                <a:gd name="connsiteY463" fmla="*/ 87630 h 138429"/>
                <a:gd name="connsiteX464" fmla="*/ 4899021 w 4940931"/>
                <a:gd name="connsiteY464" fmla="*/ 98425 h 138429"/>
                <a:gd name="connsiteX465" fmla="*/ 4892671 w 4940931"/>
                <a:gd name="connsiteY465" fmla="*/ 105410 h 138429"/>
                <a:gd name="connsiteX466" fmla="*/ 4883146 w 4940931"/>
                <a:gd name="connsiteY466" fmla="*/ 109220 h 138429"/>
                <a:gd name="connsiteX467" fmla="*/ 4872351 w 4940931"/>
                <a:gd name="connsiteY467" fmla="*/ 110490 h 138429"/>
                <a:gd name="connsiteX468" fmla="*/ 4857111 w 4940931"/>
                <a:gd name="connsiteY468" fmla="*/ 107950 h 138429"/>
                <a:gd name="connsiteX469" fmla="*/ 4842506 w 4940931"/>
                <a:gd name="connsiteY469" fmla="*/ 100965 h 138429"/>
                <a:gd name="connsiteX470" fmla="*/ 4849491 w 4940931"/>
                <a:gd name="connsiteY470" fmla="*/ 89535 h 138429"/>
                <a:gd name="connsiteX471" fmla="*/ 4860921 w 4940931"/>
                <a:gd name="connsiteY471" fmla="*/ 95250 h 138429"/>
                <a:gd name="connsiteX472" fmla="*/ 4872351 w 4940931"/>
                <a:gd name="connsiteY472" fmla="*/ 97155 h 138429"/>
                <a:gd name="connsiteX473" fmla="*/ 4883146 w 4940931"/>
                <a:gd name="connsiteY473" fmla="*/ 94615 h 138429"/>
                <a:gd name="connsiteX474" fmla="*/ 4886321 w 4940931"/>
                <a:gd name="connsiteY474" fmla="*/ 88265 h 138429"/>
                <a:gd name="connsiteX475" fmla="*/ 4885051 w 4940931"/>
                <a:gd name="connsiteY475" fmla="*/ 84455 h 138429"/>
                <a:gd name="connsiteX476" fmla="*/ 4881241 w 4940931"/>
                <a:gd name="connsiteY476" fmla="*/ 81280 h 138429"/>
                <a:gd name="connsiteX477" fmla="*/ 4875526 w 4940931"/>
                <a:gd name="connsiteY477" fmla="*/ 78105 h 138429"/>
                <a:gd name="connsiteX478" fmla="*/ 4867906 w 4940931"/>
                <a:gd name="connsiteY478" fmla="*/ 74930 h 138429"/>
                <a:gd name="connsiteX479" fmla="*/ 4857111 w 4940931"/>
                <a:gd name="connsiteY479" fmla="*/ 69850 h 138429"/>
                <a:gd name="connsiteX480" fmla="*/ 4850126 w 4940931"/>
                <a:gd name="connsiteY480" fmla="*/ 64770 h 138429"/>
                <a:gd name="connsiteX481" fmla="*/ 4846316 w 4940931"/>
                <a:gd name="connsiteY481" fmla="*/ 58420 h 138429"/>
                <a:gd name="connsiteX482" fmla="*/ 4845046 w 4940931"/>
                <a:gd name="connsiteY482" fmla="*/ 50165 h 138429"/>
                <a:gd name="connsiteX483" fmla="*/ 4846951 w 4940931"/>
                <a:gd name="connsiteY483" fmla="*/ 40640 h 138429"/>
                <a:gd name="connsiteX484" fmla="*/ 4852666 w 4940931"/>
                <a:gd name="connsiteY484" fmla="*/ 34290 h 138429"/>
                <a:gd name="connsiteX485" fmla="*/ 4860921 w 4940931"/>
                <a:gd name="connsiteY485" fmla="*/ 30480 h 138429"/>
                <a:gd name="connsiteX486" fmla="*/ 4871716 w 4940931"/>
                <a:gd name="connsiteY486" fmla="*/ 29210 h 138429"/>
                <a:gd name="connsiteX487" fmla="*/ 4749796 w 4940931"/>
                <a:gd name="connsiteY487" fmla="*/ 29210 h 138429"/>
                <a:gd name="connsiteX488" fmla="*/ 4757416 w 4940931"/>
                <a:gd name="connsiteY488" fmla="*/ 29845 h 138429"/>
                <a:gd name="connsiteX489" fmla="*/ 4763131 w 4940931"/>
                <a:gd name="connsiteY489" fmla="*/ 32385 h 138429"/>
                <a:gd name="connsiteX490" fmla="*/ 4759321 w 4940931"/>
                <a:gd name="connsiteY490" fmla="*/ 46990 h 138429"/>
                <a:gd name="connsiteX491" fmla="*/ 4758051 w 4940931"/>
                <a:gd name="connsiteY491" fmla="*/ 46990 h 138429"/>
                <a:gd name="connsiteX492" fmla="*/ 4752971 w 4940931"/>
                <a:gd name="connsiteY492" fmla="*/ 45085 h 138429"/>
                <a:gd name="connsiteX493" fmla="*/ 4746621 w 4940931"/>
                <a:gd name="connsiteY493" fmla="*/ 44450 h 138429"/>
                <a:gd name="connsiteX494" fmla="*/ 4735191 w 4940931"/>
                <a:gd name="connsiteY494" fmla="*/ 49530 h 138429"/>
                <a:gd name="connsiteX495" fmla="*/ 4731381 w 4940931"/>
                <a:gd name="connsiteY495" fmla="*/ 64770 h 138429"/>
                <a:gd name="connsiteX496" fmla="*/ 4731381 w 4940931"/>
                <a:gd name="connsiteY496" fmla="*/ 109220 h 138429"/>
                <a:gd name="connsiteX497" fmla="*/ 4716141 w 4940931"/>
                <a:gd name="connsiteY497" fmla="*/ 109220 h 138429"/>
                <a:gd name="connsiteX498" fmla="*/ 4716141 w 4940931"/>
                <a:gd name="connsiteY498" fmla="*/ 31115 h 138429"/>
                <a:gd name="connsiteX499" fmla="*/ 4731381 w 4940931"/>
                <a:gd name="connsiteY499" fmla="*/ 31115 h 138429"/>
                <a:gd name="connsiteX500" fmla="*/ 4731381 w 4940931"/>
                <a:gd name="connsiteY500" fmla="*/ 38735 h 138429"/>
                <a:gd name="connsiteX501" fmla="*/ 4734556 w 4940931"/>
                <a:gd name="connsiteY501" fmla="*/ 34925 h 138429"/>
                <a:gd name="connsiteX502" fmla="*/ 4739001 w 4940931"/>
                <a:gd name="connsiteY502" fmla="*/ 31750 h 138429"/>
                <a:gd name="connsiteX503" fmla="*/ 4744081 w 4940931"/>
                <a:gd name="connsiteY503" fmla="*/ 29845 h 138429"/>
                <a:gd name="connsiteX504" fmla="*/ 4749796 w 4940931"/>
                <a:gd name="connsiteY504" fmla="*/ 29210 h 138429"/>
                <a:gd name="connsiteX505" fmla="*/ 4349110 w 4940931"/>
                <a:gd name="connsiteY505" fmla="*/ 29210 h 138429"/>
                <a:gd name="connsiteX506" fmla="*/ 4356730 w 4940931"/>
                <a:gd name="connsiteY506" fmla="*/ 29845 h 138429"/>
                <a:gd name="connsiteX507" fmla="*/ 4362445 w 4940931"/>
                <a:gd name="connsiteY507" fmla="*/ 32385 h 138429"/>
                <a:gd name="connsiteX508" fmla="*/ 4358635 w 4940931"/>
                <a:gd name="connsiteY508" fmla="*/ 46990 h 138429"/>
                <a:gd name="connsiteX509" fmla="*/ 4357365 w 4940931"/>
                <a:gd name="connsiteY509" fmla="*/ 46990 h 138429"/>
                <a:gd name="connsiteX510" fmla="*/ 4352285 w 4940931"/>
                <a:gd name="connsiteY510" fmla="*/ 45085 h 138429"/>
                <a:gd name="connsiteX511" fmla="*/ 4345935 w 4940931"/>
                <a:gd name="connsiteY511" fmla="*/ 44450 h 138429"/>
                <a:gd name="connsiteX512" fmla="*/ 4334505 w 4940931"/>
                <a:gd name="connsiteY512" fmla="*/ 49530 h 138429"/>
                <a:gd name="connsiteX513" fmla="*/ 4330695 w 4940931"/>
                <a:gd name="connsiteY513" fmla="*/ 64770 h 138429"/>
                <a:gd name="connsiteX514" fmla="*/ 4330695 w 4940931"/>
                <a:gd name="connsiteY514" fmla="*/ 109220 h 138429"/>
                <a:gd name="connsiteX515" fmla="*/ 4315455 w 4940931"/>
                <a:gd name="connsiteY515" fmla="*/ 109220 h 138429"/>
                <a:gd name="connsiteX516" fmla="*/ 4315455 w 4940931"/>
                <a:gd name="connsiteY516" fmla="*/ 31115 h 138429"/>
                <a:gd name="connsiteX517" fmla="*/ 4330695 w 4940931"/>
                <a:gd name="connsiteY517" fmla="*/ 31115 h 138429"/>
                <a:gd name="connsiteX518" fmla="*/ 4330695 w 4940931"/>
                <a:gd name="connsiteY518" fmla="*/ 38735 h 138429"/>
                <a:gd name="connsiteX519" fmla="*/ 4333870 w 4940931"/>
                <a:gd name="connsiteY519" fmla="*/ 34925 h 138429"/>
                <a:gd name="connsiteX520" fmla="*/ 4338315 w 4940931"/>
                <a:gd name="connsiteY520" fmla="*/ 31750 h 138429"/>
                <a:gd name="connsiteX521" fmla="*/ 4343395 w 4940931"/>
                <a:gd name="connsiteY521" fmla="*/ 29845 h 138429"/>
                <a:gd name="connsiteX522" fmla="*/ 4349110 w 4940931"/>
                <a:gd name="connsiteY522" fmla="*/ 29210 h 138429"/>
                <a:gd name="connsiteX523" fmla="*/ 4044310 w 4940931"/>
                <a:gd name="connsiteY523" fmla="*/ 29210 h 138429"/>
                <a:gd name="connsiteX524" fmla="*/ 4058915 w 4940931"/>
                <a:gd name="connsiteY524" fmla="*/ 32385 h 138429"/>
                <a:gd name="connsiteX525" fmla="*/ 4069075 w 4940931"/>
                <a:gd name="connsiteY525" fmla="*/ 40640 h 138429"/>
                <a:gd name="connsiteX526" fmla="*/ 4075425 w 4940931"/>
                <a:gd name="connsiteY526" fmla="*/ 53340 h 138429"/>
                <a:gd name="connsiteX527" fmla="*/ 4077330 w 4940931"/>
                <a:gd name="connsiteY527" fmla="*/ 68580 h 138429"/>
                <a:gd name="connsiteX528" fmla="*/ 4076060 w 4940931"/>
                <a:gd name="connsiteY528" fmla="*/ 68580 h 138429"/>
                <a:gd name="connsiteX529" fmla="*/ 4076060 w 4940931"/>
                <a:gd name="connsiteY529" fmla="*/ 72390 h 138429"/>
                <a:gd name="connsiteX530" fmla="*/ 4076060 w 4940931"/>
                <a:gd name="connsiteY530" fmla="*/ 75565 h 138429"/>
                <a:gd name="connsiteX531" fmla="*/ 4024625 w 4940931"/>
                <a:gd name="connsiteY531" fmla="*/ 75565 h 138429"/>
                <a:gd name="connsiteX532" fmla="*/ 4027165 w 4940931"/>
                <a:gd name="connsiteY532" fmla="*/ 85090 h 138429"/>
                <a:gd name="connsiteX533" fmla="*/ 4031610 w 4940931"/>
                <a:gd name="connsiteY533" fmla="*/ 91440 h 138429"/>
                <a:gd name="connsiteX534" fmla="*/ 4037325 w 4940931"/>
                <a:gd name="connsiteY534" fmla="*/ 95250 h 138429"/>
                <a:gd name="connsiteX535" fmla="*/ 4044310 w 4940931"/>
                <a:gd name="connsiteY535" fmla="*/ 96520 h 138429"/>
                <a:gd name="connsiteX536" fmla="*/ 4049390 w 4940931"/>
                <a:gd name="connsiteY536" fmla="*/ 96520 h 138429"/>
                <a:gd name="connsiteX537" fmla="*/ 4053835 w 4940931"/>
                <a:gd name="connsiteY537" fmla="*/ 95250 h 138429"/>
                <a:gd name="connsiteX538" fmla="*/ 4057645 w 4940931"/>
                <a:gd name="connsiteY538" fmla="*/ 93345 h 138429"/>
                <a:gd name="connsiteX539" fmla="*/ 4062090 w 4940931"/>
                <a:gd name="connsiteY539" fmla="*/ 90805 h 138429"/>
                <a:gd name="connsiteX540" fmla="*/ 4070980 w 4940931"/>
                <a:gd name="connsiteY540" fmla="*/ 100330 h 138429"/>
                <a:gd name="connsiteX541" fmla="*/ 4065265 w 4940931"/>
                <a:gd name="connsiteY541" fmla="*/ 104775 h 138429"/>
                <a:gd name="connsiteX542" fmla="*/ 4059550 w 4940931"/>
                <a:gd name="connsiteY542" fmla="*/ 107950 h 138429"/>
                <a:gd name="connsiteX543" fmla="*/ 4052565 w 4940931"/>
                <a:gd name="connsiteY543" fmla="*/ 109855 h 138429"/>
                <a:gd name="connsiteX544" fmla="*/ 4043675 w 4940931"/>
                <a:gd name="connsiteY544" fmla="*/ 110490 h 138429"/>
                <a:gd name="connsiteX545" fmla="*/ 4034150 w 4940931"/>
                <a:gd name="connsiteY545" fmla="*/ 109220 h 138429"/>
                <a:gd name="connsiteX546" fmla="*/ 4026530 w 4940931"/>
                <a:gd name="connsiteY546" fmla="*/ 105410 h 138429"/>
                <a:gd name="connsiteX547" fmla="*/ 4020180 w 4940931"/>
                <a:gd name="connsiteY547" fmla="*/ 100330 h 138429"/>
                <a:gd name="connsiteX548" fmla="*/ 4015100 w 4940931"/>
                <a:gd name="connsiteY548" fmla="*/ 92710 h 138429"/>
                <a:gd name="connsiteX549" fmla="*/ 4011290 w 4940931"/>
                <a:gd name="connsiteY549" fmla="*/ 82550 h 138429"/>
                <a:gd name="connsiteX550" fmla="*/ 4010020 w 4940931"/>
                <a:gd name="connsiteY550" fmla="*/ 69850 h 138429"/>
                <a:gd name="connsiteX551" fmla="*/ 4012560 w 4940931"/>
                <a:gd name="connsiteY551" fmla="*/ 52070 h 138429"/>
                <a:gd name="connsiteX552" fmla="*/ 4019545 w 4940931"/>
                <a:gd name="connsiteY552" fmla="*/ 39370 h 138429"/>
                <a:gd name="connsiteX553" fmla="*/ 4030340 w 4940931"/>
                <a:gd name="connsiteY553" fmla="*/ 31750 h 138429"/>
                <a:gd name="connsiteX554" fmla="*/ 4044310 w 4940931"/>
                <a:gd name="connsiteY554" fmla="*/ 29210 h 138429"/>
                <a:gd name="connsiteX555" fmla="*/ 3811900 w 4940931"/>
                <a:gd name="connsiteY555" fmla="*/ 29210 h 138429"/>
                <a:gd name="connsiteX556" fmla="*/ 3819520 w 4940931"/>
                <a:gd name="connsiteY556" fmla="*/ 29845 h 138429"/>
                <a:gd name="connsiteX557" fmla="*/ 3825235 w 4940931"/>
                <a:gd name="connsiteY557" fmla="*/ 32385 h 138429"/>
                <a:gd name="connsiteX558" fmla="*/ 3821425 w 4940931"/>
                <a:gd name="connsiteY558" fmla="*/ 46990 h 138429"/>
                <a:gd name="connsiteX559" fmla="*/ 3820155 w 4940931"/>
                <a:gd name="connsiteY559" fmla="*/ 46990 h 138429"/>
                <a:gd name="connsiteX560" fmla="*/ 3815075 w 4940931"/>
                <a:gd name="connsiteY560" fmla="*/ 45085 h 138429"/>
                <a:gd name="connsiteX561" fmla="*/ 3808725 w 4940931"/>
                <a:gd name="connsiteY561" fmla="*/ 44450 h 138429"/>
                <a:gd name="connsiteX562" fmla="*/ 3797295 w 4940931"/>
                <a:gd name="connsiteY562" fmla="*/ 49530 h 138429"/>
                <a:gd name="connsiteX563" fmla="*/ 3793485 w 4940931"/>
                <a:gd name="connsiteY563" fmla="*/ 64770 h 138429"/>
                <a:gd name="connsiteX564" fmla="*/ 3793485 w 4940931"/>
                <a:gd name="connsiteY564" fmla="*/ 109220 h 138429"/>
                <a:gd name="connsiteX565" fmla="*/ 3778245 w 4940931"/>
                <a:gd name="connsiteY565" fmla="*/ 109220 h 138429"/>
                <a:gd name="connsiteX566" fmla="*/ 3778245 w 4940931"/>
                <a:gd name="connsiteY566" fmla="*/ 31115 h 138429"/>
                <a:gd name="connsiteX567" fmla="*/ 3793485 w 4940931"/>
                <a:gd name="connsiteY567" fmla="*/ 31115 h 138429"/>
                <a:gd name="connsiteX568" fmla="*/ 3793485 w 4940931"/>
                <a:gd name="connsiteY568" fmla="*/ 38735 h 138429"/>
                <a:gd name="connsiteX569" fmla="*/ 3796660 w 4940931"/>
                <a:gd name="connsiteY569" fmla="*/ 34925 h 138429"/>
                <a:gd name="connsiteX570" fmla="*/ 3801105 w 4940931"/>
                <a:gd name="connsiteY570" fmla="*/ 31750 h 138429"/>
                <a:gd name="connsiteX571" fmla="*/ 3806185 w 4940931"/>
                <a:gd name="connsiteY571" fmla="*/ 29845 h 138429"/>
                <a:gd name="connsiteX572" fmla="*/ 3811900 w 4940931"/>
                <a:gd name="connsiteY572" fmla="*/ 29210 h 138429"/>
                <a:gd name="connsiteX573" fmla="*/ 3729986 w 4940931"/>
                <a:gd name="connsiteY573" fmla="*/ 29210 h 138429"/>
                <a:gd name="connsiteX574" fmla="*/ 3744591 w 4940931"/>
                <a:gd name="connsiteY574" fmla="*/ 32385 h 138429"/>
                <a:gd name="connsiteX575" fmla="*/ 3754751 w 4940931"/>
                <a:gd name="connsiteY575" fmla="*/ 40640 h 138429"/>
                <a:gd name="connsiteX576" fmla="*/ 3761101 w 4940931"/>
                <a:gd name="connsiteY576" fmla="*/ 53340 h 138429"/>
                <a:gd name="connsiteX577" fmla="*/ 3763006 w 4940931"/>
                <a:gd name="connsiteY577" fmla="*/ 68580 h 138429"/>
                <a:gd name="connsiteX578" fmla="*/ 3761736 w 4940931"/>
                <a:gd name="connsiteY578" fmla="*/ 68580 h 138429"/>
                <a:gd name="connsiteX579" fmla="*/ 3761736 w 4940931"/>
                <a:gd name="connsiteY579" fmla="*/ 72390 h 138429"/>
                <a:gd name="connsiteX580" fmla="*/ 3761736 w 4940931"/>
                <a:gd name="connsiteY580" fmla="*/ 75565 h 138429"/>
                <a:gd name="connsiteX581" fmla="*/ 3710301 w 4940931"/>
                <a:gd name="connsiteY581" fmla="*/ 75565 h 138429"/>
                <a:gd name="connsiteX582" fmla="*/ 3712841 w 4940931"/>
                <a:gd name="connsiteY582" fmla="*/ 85090 h 138429"/>
                <a:gd name="connsiteX583" fmla="*/ 3717286 w 4940931"/>
                <a:gd name="connsiteY583" fmla="*/ 91440 h 138429"/>
                <a:gd name="connsiteX584" fmla="*/ 3723001 w 4940931"/>
                <a:gd name="connsiteY584" fmla="*/ 95250 h 138429"/>
                <a:gd name="connsiteX585" fmla="*/ 3729986 w 4940931"/>
                <a:gd name="connsiteY585" fmla="*/ 96520 h 138429"/>
                <a:gd name="connsiteX586" fmla="*/ 3735066 w 4940931"/>
                <a:gd name="connsiteY586" fmla="*/ 96520 h 138429"/>
                <a:gd name="connsiteX587" fmla="*/ 3739511 w 4940931"/>
                <a:gd name="connsiteY587" fmla="*/ 95250 h 138429"/>
                <a:gd name="connsiteX588" fmla="*/ 3743321 w 4940931"/>
                <a:gd name="connsiteY588" fmla="*/ 93345 h 138429"/>
                <a:gd name="connsiteX589" fmla="*/ 3747766 w 4940931"/>
                <a:gd name="connsiteY589" fmla="*/ 90805 h 138429"/>
                <a:gd name="connsiteX590" fmla="*/ 3756656 w 4940931"/>
                <a:gd name="connsiteY590" fmla="*/ 100330 h 138429"/>
                <a:gd name="connsiteX591" fmla="*/ 3750941 w 4940931"/>
                <a:gd name="connsiteY591" fmla="*/ 104775 h 138429"/>
                <a:gd name="connsiteX592" fmla="*/ 3745226 w 4940931"/>
                <a:gd name="connsiteY592" fmla="*/ 107950 h 138429"/>
                <a:gd name="connsiteX593" fmla="*/ 3738241 w 4940931"/>
                <a:gd name="connsiteY593" fmla="*/ 109855 h 138429"/>
                <a:gd name="connsiteX594" fmla="*/ 3729351 w 4940931"/>
                <a:gd name="connsiteY594" fmla="*/ 110490 h 138429"/>
                <a:gd name="connsiteX595" fmla="*/ 3719826 w 4940931"/>
                <a:gd name="connsiteY595" fmla="*/ 109220 h 138429"/>
                <a:gd name="connsiteX596" fmla="*/ 3712206 w 4940931"/>
                <a:gd name="connsiteY596" fmla="*/ 105410 h 138429"/>
                <a:gd name="connsiteX597" fmla="*/ 3705856 w 4940931"/>
                <a:gd name="connsiteY597" fmla="*/ 100330 h 138429"/>
                <a:gd name="connsiteX598" fmla="*/ 3700776 w 4940931"/>
                <a:gd name="connsiteY598" fmla="*/ 92710 h 138429"/>
                <a:gd name="connsiteX599" fmla="*/ 3696966 w 4940931"/>
                <a:gd name="connsiteY599" fmla="*/ 82550 h 138429"/>
                <a:gd name="connsiteX600" fmla="*/ 3695696 w 4940931"/>
                <a:gd name="connsiteY600" fmla="*/ 69850 h 138429"/>
                <a:gd name="connsiteX601" fmla="*/ 3698236 w 4940931"/>
                <a:gd name="connsiteY601" fmla="*/ 52070 h 138429"/>
                <a:gd name="connsiteX602" fmla="*/ 3705221 w 4940931"/>
                <a:gd name="connsiteY602" fmla="*/ 39370 h 138429"/>
                <a:gd name="connsiteX603" fmla="*/ 3716016 w 4940931"/>
                <a:gd name="connsiteY603" fmla="*/ 31750 h 138429"/>
                <a:gd name="connsiteX604" fmla="*/ 3729986 w 4940931"/>
                <a:gd name="connsiteY604" fmla="*/ 29210 h 138429"/>
                <a:gd name="connsiteX605" fmla="*/ 3543296 w 4940931"/>
                <a:gd name="connsiteY605" fmla="*/ 29210 h 138429"/>
                <a:gd name="connsiteX606" fmla="*/ 3557901 w 4940931"/>
                <a:gd name="connsiteY606" fmla="*/ 32385 h 138429"/>
                <a:gd name="connsiteX607" fmla="*/ 3568061 w 4940931"/>
                <a:gd name="connsiteY607" fmla="*/ 40640 h 138429"/>
                <a:gd name="connsiteX608" fmla="*/ 3574411 w 4940931"/>
                <a:gd name="connsiteY608" fmla="*/ 53340 h 138429"/>
                <a:gd name="connsiteX609" fmla="*/ 3576316 w 4940931"/>
                <a:gd name="connsiteY609" fmla="*/ 68580 h 138429"/>
                <a:gd name="connsiteX610" fmla="*/ 3575046 w 4940931"/>
                <a:gd name="connsiteY610" fmla="*/ 68580 h 138429"/>
                <a:gd name="connsiteX611" fmla="*/ 3575046 w 4940931"/>
                <a:gd name="connsiteY611" fmla="*/ 72390 h 138429"/>
                <a:gd name="connsiteX612" fmla="*/ 3575046 w 4940931"/>
                <a:gd name="connsiteY612" fmla="*/ 75565 h 138429"/>
                <a:gd name="connsiteX613" fmla="*/ 3523611 w 4940931"/>
                <a:gd name="connsiteY613" fmla="*/ 75565 h 138429"/>
                <a:gd name="connsiteX614" fmla="*/ 3526151 w 4940931"/>
                <a:gd name="connsiteY614" fmla="*/ 85090 h 138429"/>
                <a:gd name="connsiteX615" fmla="*/ 3530596 w 4940931"/>
                <a:gd name="connsiteY615" fmla="*/ 91440 h 138429"/>
                <a:gd name="connsiteX616" fmla="*/ 3536311 w 4940931"/>
                <a:gd name="connsiteY616" fmla="*/ 95250 h 138429"/>
                <a:gd name="connsiteX617" fmla="*/ 3543296 w 4940931"/>
                <a:gd name="connsiteY617" fmla="*/ 96520 h 138429"/>
                <a:gd name="connsiteX618" fmla="*/ 3548376 w 4940931"/>
                <a:gd name="connsiteY618" fmla="*/ 96520 h 138429"/>
                <a:gd name="connsiteX619" fmla="*/ 3552821 w 4940931"/>
                <a:gd name="connsiteY619" fmla="*/ 95250 h 138429"/>
                <a:gd name="connsiteX620" fmla="*/ 3556631 w 4940931"/>
                <a:gd name="connsiteY620" fmla="*/ 93345 h 138429"/>
                <a:gd name="connsiteX621" fmla="*/ 3561076 w 4940931"/>
                <a:gd name="connsiteY621" fmla="*/ 90805 h 138429"/>
                <a:gd name="connsiteX622" fmla="*/ 3569966 w 4940931"/>
                <a:gd name="connsiteY622" fmla="*/ 100330 h 138429"/>
                <a:gd name="connsiteX623" fmla="*/ 3564251 w 4940931"/>
                <a:gd name="connsiteY623" fmla="*/ 104775 h 138429"/>
                <a:gd name="connsiteX624" fmla="*/ 3558536 w 4940931"/>
                <a:gd name="connsiteY624" fmla="*/ 107950 h 138429"/>
                <a:gd name="connsiteX625" fmla="*/ 3551551 w 4940931"/>
                <a:gd name="connsiteY625" fmla="*/ 109855 h 138429"/>
                <a:gd name="connsiteX626" fmla="*/ 3542661 w 4940931"/>
                <a:gd name="connsiteY626" fmla="*/ 110490 h 138429"/>
                <a:gd name="connsiteX627" fmla="*/ 3533136 w 4940931"/>
                <a:gd name="connsiteY627" fmla="*/ 109220 h 138429"/>
                <a:gd name="connsiteX628" fmla="*/ 3525516 w 4940931"/>
                <a:gd name="connsiteY628" fmla="*/ 105410 h 138429"/>
                <a:gd name="connsiteX629" fmla="*/ 3519166 w 4940931"/>
                <a:gd name="connsiteY629" fmla="*/ 100330 h 138429"/>
                <a:gd name="connsiteX630" fmla="*/ 3514086 w 4940931"/>
                <a:gd name="connsiteY630" fmla="*/ 92710 h 138429"/>
                <a:gd name="connsiteX631" fmla="*/ 3510276 w 4940931"/>
                <a:gd name="connsiteY631" fmla="*/ 82550 h 138429"/>
                <a:gd name="connsiteX632" fmla="*/ 3509006 w 4940931"/>
                <a:gd name="connsiteY632" fmla="*/ 69850 h 138429"/>
                <a:gd name="connsiteX633" fmla="*/ 3511546 w 4940931"/>
                <a:gd name="connsiteY633" fmla="*/ 52070 h 138429"/>
                <a:gd name="connsiteX634" fmla="*/ 3518531 w 4940931"/>
                <a:gd name="connsiteY634" fmla="*/ 39370 h 138429"/>
                <a:gd name="connsiteX635" fmla="*/ 3529326 w 4940931"/>
                <a:gd name="connsiteY635" fmla="*/ 31750 h 138429"/>
                <a:gd name="connsiteX636" fmla="*/ 3543296 w 4940931"/>
                <a:gd name="connsiteY636" fmla="*/ 29210 h 138429"/>
                <a:gd name="connsiteX637" fmla="*/ 3345176 w 4940931"/>
                <a:gd name="connsiteY637" fmla="*/ 29210 h 138429"/>
                <a:gd name="connsiteX638" fmla="*/ 3359781 w 4940931"/>
                <a:gd name="connsiteY638" fmla="*/ 32385 h 138429"/>
                <a:gd name="connsiteX639" fmla="*/ 3369941 w 4940931"/>
                <a:gd name="connsiteY639" fmla="*/ 40640 h 138429"/>
                <a:gd name="connsiteX640" fmla="*/ 3376291 w 4940931"/>
                <a:gd name="connsiteY640" fmla="*/ 53340 h 138429"/>
                <a:gd name="connsiteX641" fmla="*/ 3378196 w 4940931"/>
                <a:gd name="connsiteY641" fmla="*/ 68580 h 138429"/>
                <a:gd name="connsiteX642" fmla="*/ 3376926 w 4940931"/>
                <a:gd name="connsiteY642" fmla="*/ 68580 h 138429"/>
                <a:gd name="connsiteX643" fmla="*/ 3376926 w 4940931"/>
                <a:gd name="connsiteY643" fmla="*/ 72390 h 138429"/>
                <a:gd name="connsiteX644" fmla="*/ 3376926 w 4940931"/>
                <a:gd name="connsiteY644" fmla="*/ 75565 h 138429"/>
                <a:gd name="connsiteX645" fmla="*/ 3325491 w 4940931"/>
                <a:gd name="connsiteY645" fmla="*/ 75565 h 138429"/>
                <a:gd name="connsiteX646" fmla="*/ 3328031 w 4940931"/>
                <a:gd name="connsiteY646" fmla="*/ 85090 h 138429"/>
                <a:gd name="connsiteX647" fmla="*/ 3332476 w 4940931"/>
                <a:gd name="connsiteY647" fmla="*/ 91440 h 138429"/>
                <a:gd name="connsiteX648" fmla="*/ 3338191 w 4940931"/>
                <a:gd name="connsiteY648" fmla="*/ 95250 h 138429"/>
                <a:gd name="connsiteX649" fmla="*/ 3345176 w 4940931"/>
                <a:gd name="connsiteY649" fmla="*/ 96520 h 138429"/>
                <a:gd name="connsiteX650" fmla="*/ 3350256 w 4940931"/>
                <a:gd name="connsiteY650" fmla="*/ 96520 h 138429"/>
                <a:gd name="connsiteX651" fmla="*/ 3354701 w 4940931"/>
                <a:gd name="connsiteY651" fmla="*/ 95250 h 138429"/>
                <a:gd name="connsiteX652" fmla="*/ 3358511 w 4940931"/>
                <a:gd name="connsiteY652" fmla="*/ 93345 h 138429"/>
                <a:gd name="connsiteX653" fmla="*/ 3362956 w 4940931"/>
                <a:gd name="connsiteY653" fmla="*/ 90805 h 138429"/>
                <a:gd name="connsiteX654" fmla="*/ 3371846 w 4940931"/>
                <a:gd name="connsiteY654" fmla="*/ 100330 h 138429"/>
                <a:gd name="connsiteX655" fmla="*/ 3366131 w 4940931"/>
                <a:gd name="connsiteY655" fmla="*/ 104775 h 138429"/>
                <a:gd name="connsiteX656" fmla="*/ 3360416 w 4940931"/>
                <a:gd name="connsiteY656" fmla="*/ 107950 h 138429"/>
                <a:gd name="connsiteX657" fmla="*/ 3353431 w 4940931"/>
                <a:gd name="connsiteY657" fmla="*/ 109855 h 138429"/>
                <a:gd name="connsiteX658" fmla="*/ 3344541 w 4940931"/>
                <a:gd name="connsiteY658" fmla="*/ 110490 h 138429"/>
                <a:gd name="connsiteX659" fmla="*/ 3335016 w 4940931"/>
                <a:gd name="connsiteY659" fmla="*/ 109220 h 138429"/>
                <a:gd name="connsiteX660" fmla="*/ 3327396 w 4940931"/>
                <a:gd name="connsiteY660" fmla="*/ 105410 h 138429"/>
                <a:gd name="connsiteX661" fmla="*/ 3321046 w 4940931"/>
                <a:gd name="connsiteY661" fmla="*/ 100330 h 138429"/>
                <a:gd name="connsiteX662" fmla="*/ 3315966 w 4940931"/>
                <a:gd name="connsiteY662" fmla="*/ 92710 h 138429"/>
                <a:gd name="connsiteX663" fmla="*/ 3312156 w 4940931"/>
                <a:gd name="connsiteY663" fmla="*/ 82550 h 138429"/>
                <a:gd name="connsiteX664" fmla="*/ 3310886 w 4940931"/>
                <a:gd name="connsiteY664" fmla="*/ 69850 h 138429"/>
                <a:gd name="connsiteX665" fmla="*/ 3313426 w 4940931"/>
                <a:gd name="connsiteY665" fmla="*/ 52070 h 138429"/>
                <a:gd name="connsiteX666" fmla="*/ 3320411 w 4940931"/>
                <a:gd name="connsiteY666" fmla="*/ 39370 h 138429"/>
                <a:gd name="connsiteX667" fmla="*/ 3331206 w 4940931"/>
                <a:gd name="connsiteY667" fmla="*/ 31750 h 138429"/>
                <a:gd name="connsiteX668" fmla="*/ 3345176 w 4940931"/>
                <a:gd name="connsiteY668" fmla="*/ 29210 h 138429"/>
                <a:gd name="connsiteX669" fmla="*/ 3060696 w 4940931"/>
                <a:gd name="connsiteY669" fmla="*/ 29210 h 138429"/>
                <a:gd name="connsiteX670" fmla="*/ 3068316 w 4940931"/>
                <a:gd name="connsiteY670" fmla="*/ 29845 h 138429"/>
                <a:gd name="connsiteX671" fmla="*/ 3074031 w 4940931"/>
                <a:gd name="connsiteY671" fmla="*/ 32385 h 138429"/>
                <a:gd name="connsiteX672" fmla="*/ 3070221 w 4940931"/>
                <a:gd name="connsiteY672" fmla="*/ 46990 h 138429"/>
                <a:gd name="connsiteX673" fmla="*/ 3068951 w 4940931"/>
                <a:gd name="connsiteY673" fmla="*/ 46990 h 138429"/>
                <a:gd name="connsiteX674" fmla="*/ 3063871 w 4940931"/>
                <a:gd name="connsiteY674" fmla="*/ 45085 h 138429"/>
                <a:gd name="connsiteX675" fmla="*/ 3057521 w 4940931"/>
                <a:gd name="connsiteY675" fmla="*/ 44450 h 138429"/>
                <a:gd name="connsiteX676" fmla="*/ 3046091 w 4940931"/>
                <a:gd name="connsiteY676" fmla="*/ 49530 h 138429"/>
                <a:gd name="connsiteX677" fmla="*/ 3042281 w 4940931"/>
                <a:gd name="connsiteY677" fmla="*/ 64770 h 138429"/>
                <a:gd name="connsiteX678" fmla="*/ 3042281 w 4940931"/>
                <a:gd name="connsiteY678" fmla="*/ 109220 h 138429"/>
                <a:gd name="connsiteX679" fmla="*/ 3027041 w 4940931"/>
                <a:gd name="connsiteY679" fmla="*/ 109220 h 138429"/>
                <a:gd name="connsiteX680" fmla="*/ 3027041 w 4940931"/>
                <a:gd name="connsiteY680" fmla="*/ 31115 h 138429"/>
                <a:gd name="connsiteX681" fmla="*/ 3042281 w 4940931"/>
                <a:gd name="connsiteY681" fmla="*/ 31115 h 138429"/>
                <a:gd name="connsiteX682" fmla="*/ 3042281 w 4940931"/>
                <a:gd name="connsiteY682" fmla="*/ 38735 h 138429"/>
                <a:gd name="connsiteX683" fmla="*/ 3045456 w 4940931"/>
                <a:gd name="connsiteY683" fmla="*/ 34925 h 138429"/>
                <a:gd name="connsiteX684" fmla="*/ 3049901 w 4940931"/>
                <a:gd name="connsiteY684" fmla="*/ 31750 h 138429"/>
                <a:gd name="connsiteX685" fmla="*/ 3054981 w 4940931"/>
                <a:gd name="connsiteY685" fmla="*/ 29845 h 138429"/>
                <a:gd name="connsiteX686" fmla="*/ 3060696 w 4940931"/>
                <a:gd name="connsiteY686" fmla="*/ 29210 h 138429"/>
                <a:gd name="connsiteX687" fmla="*/ 2978781 w 4940931"/>
                <a:gd name="connsiteY687" fmla="*/ 29210 h 138429"/>
                <a:gd name="connsiteX688" fmla="*/ 2993386 w 4940931"/>
                <a:gd name="connsiteY688" fmla="*/ 32385 h 138429"/>
                <a:gd name="connsiteX689" fmla="*/ 3003546 w 4940931"/>
                <a:gd name="connsiteY689" fmla="*/ 40640 h 138429"/>
                <a:gd name="connsiteX690" fmla="*/ 3009896 w 4940931"/>
                <a:gd name="connsiteY690" fmla="*/ 53340 h 138429"/>
                <a:gd name="connsiteX691" fmla="*/ 3011801 w 4940931"/>
                <a:gd name="connsiteY691" fmla="*/ 68580 h 138429"/>
                <a:gd name="connsiteX692" fmla="*/ 3010531 w 4940931"/>
                <a:gd name="connsiteY692" fmla="*/ 68580 h 138429"/>
                <a:gd name="connsiteX693" fmla="*/ 3010531 w 4940931"/>
                <a:gd name="connsiteY693" fmla="*/ 72390 h 138429"/>
                <a:gd name="connsiteX694" fmla="*/ 3010531 w 4940931"/>
                <a:gd name="connsiteY694" fmla="*/ 75565 h 138429"/>
                <a:gd name="connsiteX695" fmla="*/ 2959096 w 4940931"/>
                <a:gd name="connsiteY695" fmla="*/ 75565 h 138429"/>
                <a:gd name="connsiteX696" fmla="*/ 2961636 w 4940931"/>
                <a:gd name="connsiteY696" fmla="*/ 85090 h 138429"/>
                <a:gd name="connsiteX697" fmla="*/ 2966081 w 4940931"/>
                <a:gd name="connsiteY697" fmla="*/ 91440 h 138429"/>
                <a:gd name="connsiteX698" fmla="*/ 2971796 w 4940931"/>
                <a:gd name="connsiteY698" fmla="*/ 95250 h 138429"/>
                <a:gd name="connsiteX699" fmla="*/ 2978781 w 4940931"/>
                <a:gd name="connsiteY699" fmla="*/ 96520 h 138429"/>
                <a:gd name="connsiteX700" fmla="*/ 2983861 w 4940931"/>
                <a:gd name="connsiteY700" fmla="*/ 96520 h 138429"/>
                <a:gd name="connsiteX701" fmla="*/ 2988306 w 4940931"/>
                <a:gd name="connsiteY701" fmla="*/ 95250 h 138429"/>
                <a:gd name="connsiteX702" fmla="*/ 2992116 w 4940931"/>
                <a:gd name="connsiteY702" fmla="*/ 93345 h 138429"/>
                <a:gd name="connsiteX703" fmla="*/ 2996561 w 4940931"/>
                <a:gd name="connsiteY703" fmla="*/ 90805 h 138429"/>
                <a:gd name="connsiteX704" fmla="*/ 3005451 w 4940931"/>
                <a:gd name="connsiteY704" fmla="*/ 100330 h 138429"/>
                <a:gd name="connsiteX705" fmla="*/ 2999736 w 4940931"/>
                <a:gd name="connsiteY705" fmla="*/ 104775 h 138429"/>
                <a:gd name="connsiteX706" fmla="*/ 2994021 w 4940931"/>
                <a:gd name="connsiteY706" fmla="*/ 107950 h 138429"/>
                <a:gd name="connsiteX707" fmla="*/ 2987036 w 4940931"/>
                <a:gd name="connsiteY707" fmla="*/ 109855 h 138429"/>
                <a:gd name="connsiteX708" fmla="*/ 2978146 w 4940931"/>
                <a:gd name="connsiteY708" fmla="*/ 110490 h 138429"/>
                <a:gd name="connsiteX709" fmla="*/ 2968621 w 4940931"/>
                <a:gd name="connsiteY709" fmla="*/ 109220 h 138429"/>
                <a:gd name="connsiteX710" fmla="*/ 2961001 w 4940931"/>
                <a:gd name="connsiteY710" fmla="*/ 105410 h 138429"/>
                <a:gd name="connsiteX711" fmla="*/ 2954651 w 4940931"/>
                <a:gd name="connsiteY711" fmla="*/ 100330 h 138429"/>
                <a:gd name="connsiteX712" fmla="*/ 2949571 w 4940931"/>
                <a:gd name="connsiteY712" fmla="*/ 92710 h 138429"/>
                <a:gd name="connsiteX713" fmla="*/ 2945761 w 4940931"/>
                <a:gd name="connsiteY713" fmla="*/ 82550 h 138429"/>
                <a:gd name="connsiteX714" fmla="*/ 2944491 w 4940931"/>
                <a:gd name="connsiteY714" fmla="*/ 69850 h 138429"/>
                <a:gd name="connsiteX715" fmla="*/ 2947031 w 4940931"/>
                <a:gd name="connsiteY715" fmla="*/ 52070 h 138429"/>
                <a:gd name="connsiteX716" fmla="*/ 2954016 w 4940931"/>
                <a:gd name="connsiteY716" fmla="*/ 39370 h 138429"/>
                <a:gd name="connsiteX717" fmla="*/ 2964811 w 4940931"/>
                <a:gd name="connsiteY717" fmla="*/ 31750 h 138429"/>
                <a:gd name="connsiteX718" fmla="*/ 2978781 w 4940931"/>
                <a:gd name="connsiteY718" fmla="*/ 29210 h 138429"/>
                <a:gd name="connsiteX719" fmla="*/ 2798440 w 4940931"/>
                <a:gd name="connsiteY719" fmla="*/ 29210 h 138429"/>
                <a:gd name="connsiteX720" fmla="*/ 2813045 w 4940931"/>
                <a:gd name="connsiteY720" fmla="*/ 31750 h 138429"/>
                <a:gd name="connsiteX721" fmla="*/ 2825110 w 4940931"/>
                <a:gd name="connsiteY721" fmla="*/ 38100 h 138429"/>
                <a:gd name="connsiteX722" fmla="*/ 2827015 w 4940931"/>
                <a:gd name="connsiteY722" fmla="*/ 38100 h 138429"/>
                <a:gd name="connsiteX723" fmla="*/ 2820030 w 4940931"/>
                <a:gd name="connsiteY723" fmla="*/ 50165 h 138429"/>
                <a:gd name="connsiteX724" fmla="*/ 2810505 w 4940931"/>
                <a:gd name="connsiteY724" fmla="*/ 45085 h 138429"/>
                <a:gd name="connsiteX725" fmla="*/ 2799710 w 4940931"/>
                <a:gd name="connsiteY725" fmla="*/ 43180 h 138429"/>
                <a:gd name="connsiteX726" fmla="*/ 2791455 w 4940931"/>
                <a:gd name="connsiteY726" fmla="*/ 45085 h 138429"/>
                <a:gd name="connsiteX727" fmla="*/ 2788915 w 4940931"/>
                <a:gd name="connsiteY727" fmla="*/ 50165 h 138429"/>
                <a:gd name="connsiteX728" fmla="*/ 2788915 w 4940931"/>
                <a:gd name="connsiteY728" fmla="*/ 52705 h 138429"/>
                <a:gd name="connsiteX729" fmla="*/ 2790820 w 4940931"/>
                <a:gd name="connsiteY729" fmla="*/ 55245 h 138429"/>
                <a:gd name="connsiteX730" fmla="*/ 2795265 w 4940931"/>
                <a:gd name="connsiteY730" fmla="*/ 57785 h 138429"/>
                <a:gd name="connsiteX731" fmla="*/ 2802250 w 4940931"/>
                <a:gd name="connsiteY731" fmla="*/ 60960 h 138429"/>
                <a:gd name="connsiteX732" fmla="*/ 2813680 w 4940931"/>
                <a:gd name="connsiteY732" fmla="*/ 66040 h 138429"/>
                <a:gd name="connsiteX733" fmla="*/ 2821935 w 4940931"/>
                <a:gd name="connsiteY733" fmla="*/ 71120 h 138429"/>
                <a:gd name="connsiteX734" fmla="*/ 2827015 w 4940931"/>
                <a:gd name="connsiteY734" fmla="*/ 78105 h 138429"/>
                <a:gd name="connsiteX735" fmla="*/ 2828920 w 4940931"/>
                <a:gd name="connsiteY735" fmla="*/ 87630 h 138429"/>
                <a:gd name="connsiteX736" fmla="*/ 2826380 w 4940931"/>
                <a:gd name="connsiteY736" fmla="*/ 98425 h 138429"/>
                <a:gd name="connsiteX737" fmla="*/ 2820030 w 4940931"/>
                <a:gd name="connsiteY737" fmla="*/ 105410 h 138429"/>
                <a:gd name="connsiteX738" fmla="*/ 2810505 w 4940931"/>
                <a:gd name="connsiteY738" fmla="*/ 109220 h 138429"/>
                <a:gd name="connsiteX739" fmla="*/ 2799710 w 4940931"/>
                <a:gd name="connsiteY739" fmla="*/ 110490 h 138429"/>
                <a:gd name="connsiteX740" fmla="*/ 2783835 w 4940931"/>
                <a:gd name="connsiteY740" fmla="*/ 107950 h 138429"/>
                <a:gd name="connsiteX741" fmla="*/ 2769230 w 4940931"/>
                <a:gd name="connsiteY741" fmla="*/ 100965 h 138429"/>
                <a:gd name="connsiteX742" fmla="*/ 2776215 w 4940931"/>
                <a:gd name="connsiteY742" fmla="*/ 89535 h 138429"/>
                <a:gd name="connsiteX743" fmla="*/ 2787645 w 4940931"/>
                <a:gd name="connsiteY743" fmla="*/ 95250 h 138429"/>
                <a:gd name="connsiteX744" fmla="*/ 2799075 w 4940931"/>
                <a:gd name="connsiteY744" fmla="*/ 97155 h 138429"/>
                <a:gd name="connsiteX745" fmla="*/ 2809870 w 4940931"/>
                <a:gd name="connsiteY745" fmla="*/ 94615 h 138429"/>
                <a:gd name="connsiteX746" fmla="*/ 2813045 w 4940931"/>
                <a:gd name="connsiteY746" fmla="*/ 88265 h 138429"/>
                <a:gd name="connsiteX747" fmla="*/ 2811775 w 4940931"/>
                <a:gd name="connsiteY747" fmla="*/ 84455 h 138429"/>
                <a:gd name="connsiteX748" fmla="*/ 2807965 w 4940931"/>
                <a:gd name="connsiteY748" fmla="*/ 81280 h 138429"/>
                <a:gd name="connsiteX749" fmla="*/ 2802250 w 4940931"/>
                <a:gd name="connsiteY749" fmla="*/ 78105 h 138429"/>
                <a:gd name="connsiteX750" fmla="*/ 2794630 w 4940931"/>
                <a:gd name="connsiteY750" fmla="*/ 74930 h 138429"/>
                <a:gd name="connsiteX751" fmla="*/ 2783835 w 4940931"/>
                <a:gd name="connsiteY751" fmla="*/ 69850 h 138429"/>
                <a:gd name="connsiteX752" fmla="*/ 2776850 w 4940931"/>
                <a:gd name="connsiteY752" fmla="*/ 64770 h 138429"/>
                <a:gd name="connsiteX753" fmla="*/ 2773040 w 4940931"/>
                <a:gd name="connsiteY753" fmla="*/ 58420 h 138429"/>
                <a:gd name="connsiteX754" fmla="*/ 2771770 w 4940931"/>
                <a:gd name="connsiteY754" fmla="*/ 50165 h 138429"/>
                <a:gd name="connsiteX755" fmla="*/ 2773675 w 4940931"/>
                <a:gd name="connsiteY755" fmla="*/ 40640 h 138429"/>
                <a:gd name="connsiteX756" fmla="*/ 2779390 w 4940931"/>
                <a:gd name="connsiteY756" fmla="*/ 34290 h 138429"/>
                <a:gd name="connsiteX757" fmla="*/ 2787645 w 4940931"/>
                <a:gd name="connsiteY757" fmla="*/ 30480 h 138429"/>
                <a:gd name="connsiteX758" fmla="*/ 2798440 w 4940931"/>
                <a:gd name="connsiteY758" fmla="*/ 29210 h 138429"/>
                <a:gd name="connsiteX759" fmla="*/ 2723510 w 4940931"/>
                <a:gd name="connsiteY759" fmla="*/ 29210 h 138429"/>
                <a:gd name="connsiteX760" fmla="*/ 2729225 w 4940931"/>
                <a:gd name="connsiteY760" fmla="*/ 29210 h 138429"/>
                <a:gd name="connsiteX761" fmla="*/ 2741290 w 4940931"/>
                <a:gd name="connsiteY761" fmla="*/ 31750 h 138429"/>
                <a:gd name="connsiteX762" fmla="*/ 2750180 w 4940931"/>
                <a:gd name="connsiteY762" fmla="*/ 38100 h 138429"/>
                <a:gd name="connsiteX763" fmla="*/ 2755260 w 4940931"/>
                <a:gd name="connsiteY763" fmla="*/ 48895 h 138429"/>
                <a:gd name="connsiteX764" fmla="*/ 2757165 w 4940931"/>
                <a:gd name="connsiteY764" fmla="*/ 64135 h 138429"/>
                <a:gd name="connsiteX765" fmla="*/ 2757165 w 4940931"/>
                <a:gd name="connsiteY765" fmla="*/ 108585 h 138429"/>
                <a:gd name="connsiteX766" fmla="*/ 2741925 w 4940931"/>
                <a:gd name="connsiteY766" fmla="*/ 108585 h 138429"/>
                <a:gd name="connsiteX767" fmla="*/ 2741290 w 4940931"/>
                <a:gd name="connsiteY767" fmla="*/ 108585 h 138429"/>
                <a:gd name="connsiteX768" fmla="*/ 2741290 w 4940931"/>
                <a:gd name="connsiteY768" fmla="*/ 64770 h 138429"/>
                <a:gd name="connsiteX769" fmla="*/ 2737480 w 4940931"/>
                <a:gd name="connsiteY769" fmla="*/ 48895 h 138429"/>
                <a:gd name="connsiteX770" fmla="*/ 2725415 w 4940931"/>
                <a:gd name="connsiteY770" fmla="*/ 43180 h 138429"/>
                <a:gd name="connsiteX771" fmla="*/ 2718430 w 4940931"/>
                <a:gd name="connsiteY771" fmla="*/ 44450 h 138429"/>
                <a:gd name="connsiteX772" fmla="*/ 2713350 w 4940931"/>
                <a:gd name="connsiteY772" fmla="*/ 48260 h 138429"/>
                <a:gd name="connsiteX773" fmla="*/ 2710175 w 4940931"/>
                <a:gd name="connsiteY773" fmla="*/ 54610 h 138429"/>
                <a:gd name="connsiteX774" fmla="*/ 2709540 w 4940931"/>
                <a:gd name="connsiteY774" fmla="*/ 62865 h 138429"/>
                <a:gd name="connsiteX775" fmla="*/ 2709540 w 4940931"/>
                <a:gd name="connsiteY775" fmla="*/ 108585 h 138429"/>
                <a:gd name="connsiteX776" fmla="*/ 2694300 w 4940931"/>
                <a:gd name="connsiteY776" fmla="*/ 108585 h 138429"/>
                <a:gd name="connsiteX777" fmla="*/ 2694300 w 4940931"/>
                <a:gd name="connsiteY777" fmla="*/ 30480 h 138429"/>
                <a:gd name="connsiteX778" fmla="*/ 2709540 w 4940931"/>
                <a:gd name="connsiteY778" fmla="*/ 30480 h 138429"/>
                <a:gd name="connsiteX779" fmla="*/ 2709540 w 4940931"/>
                <a:gd name="connsiteY779" fmla="*/ 38100 h 138429"/>
                <a:gd name="connsiteX780" fmla="*/ 2713350 w 4940931"/>
                <a:gd name="connsiteY780" fmla="*/ 34290 h 138429"/>
                <a:gd name="connsiteX781" fmla="*/ 2717795 w 4940931"/>
                <a:gd name="connsiteY781" fmla="*/ 31115 h 138429"/>
                <a:gd name="connsiteX782" fmla="*/ 2723510 w 4940931"/>
                <a:gd name="connsiteY782" fmla="*/ 29210 h 138429"/>
                <a:gd name="connsiteX783" fmla="*/ 2530470 w 4940931"/>
                <a:gd name="connsiteY783" fmla="*/ 29210 h 138429"/>
                <a:gd name="connsiteX784" fmla="*/ 2545075 w 4940931"/>
                <a:gd name="connsiteY784" fmla="*/ 32385 h 138429"/>
                <a:gd name="connsiteX785" fmla="*/ 2555235 w 4940931"/>
                <a:gd name="connsiteY785" fmla="*/ 40640 h 138429"/>
                <a:gd name="connsiteX786" fmla="*/ 2561585 w 4940931"/>
                <a:gd name="connsiteY786" fmla="*/ 53340 h 138429"/>
                <a:gd name="connsiteX787" fmla="*/ 2563490 w 4940931"/>
                <a:gd name="connsiteY787" fmla="*/ 68580 h 138429"/>
                <a:gd name="connsiteX788" fmla="*/ 2562220 w 4940931"/>
                <a:gd name="connsiteY788" fmla="*/ 68580 h 138429"/>
                <a:gd name="connsiteX789" fmla="*/ 2562220 w 4940931"/>
                <a:gd name="connsiteY789" fmla="*/ 72390 h 138429"/>
                <a:gd name="connsiteX790" fmla="*/ 2562220 w 4940931"/>
                <a:gd name="connsiteY790" fmla="*/ 75565 h 138429"/>
                <a:gd name="connsiteX791" fmla="*/ 2510785 w 4940931"/>
                <a:gd name="connsiteY791" fmla="*/ 75565 h 138429"/>
                <a:gd name="connsiteX792" fmla="*/ 2513325 w 4940931"/>
                <a:gd name="connsiteY792" fmla="*/ 85090 h 138429"/>
                <a:gd name="connsiteX793" fmla="*/ 2517770 w 4940931"/>
                <a:gd name="connsiteY793" fmla="*/ 91440 h 138429"/>
                <a:gd name="connsiteX794" fmla="*/ 2523485 w 4940931"/>
                <a:gd name="connsiteY794" fmla="*/ 95250 h 138429"/>
                <a:gd name="connsiteX795" fmla="*/ 2530470 w 4940931"/>
                <a:gd name="connsiteY795" fmla="*/ 96520 h 138429"/>
                <a:gd name="connsiteX796" fmla="*/ 2535550 w 4940931"/>
                <a:gd name="connsiteY796" fmla="*/ 96520 h 138429"/>
                <a:gd name="connsiteX797" fmla="*/ 2539995 w 4940931"/>
                <a:gd name="connsiteY797" fmla="*/ 95250 h 138429"/>
                <a:gd name="connsiteX798" fmla="*/ 2543805 w 4940931"/>
                <a:gd name="connsiteY798" fmla="*/ 93345 h 138429"/>
                <a:gd name="connsiteX799" fmla="*/ 2548250 w 4940931"/>
                <a:gd name="connsiteY799" fmla="*/ 90805 h 138429"/>
                <a:gd name="connsiteX800" fmla="*/ 2557140 w 4940931"/>
                <a:gd name="connsiteY800" fmla="*/ 100330 h 138429"/>
                <a:gd name="connsiteX801" fmla="*/ 2551425 w 4940931"/>
                <a:gd name="connsiteY801" fmla="*/ 104775 h 138429"/>
                <a:gd name="connsiteX802" fmla="*/ 2545710 w 4940931"/>
                <a:gd name="connsiteY802" fmla="*/ 107950 h 138429"/>
                <a:gd name="connsiteX803" fmla="*/ 2538725 w 4940931"/>
                <a:gd name="connsiteY803" fmla="*/ 109855 h 138429"/>
                <a:gd name="connsiteX804" fmla="*/ 2529835 w 4940931"/>
                <a:gd name="connsiteY804" fmla="*/ 110490 h 138429"/>
                <a:gd name="connsiteX805" fmla="*/ 2520310 w 4940931"/>
                <a:gd name="connsiteY805" fmla="*/ 109220 h 138429"/>
                <a:gd name="connsiteX806" fmla="*/ 2512690 w 4940931"/>
                <a:gd name="connsiteY806" fmla="*/ 105410 h 138429"/>
                <a:gd name="connsiteX807" fmla="*/ 2506340 w 4940931"/>
                <a:gd name="connsiteY807" fmla="*/ 100330 h 138429"/>
                <a:gd name="connsiteX808" fmla="*/ 2501260 w 4940931"/>
                <a:gd name="connsiteY808" fmla="*/ 92710 h 138429"/>
                <a:gd name="connsiteX809" fmla="*/ 2497450 w 4940931"/>
                <a:gd name="connsiteY809" fmla="*/ 82550 h 138429"/>
                <a:gd name="connsiteX810" fmla="*/ 2496180 w 4940931"/>
                <a:gd name="connsiteY810" fmla="*/ 69850 h 138429"/>
                <a:gd name="connsiteX811" fmla="*/ 2498720 w 4940931"/>
                <a:gd name="connsiteY811" fmla="*/ 52070 h 138429"/>
                <a:gd name="connsiteX812" fmla="*/ 2505705 w 4940931"/>
                <a:gd name="connsiteY812" fmla="*/ 39370 h 138429"/>
                <a:gd name="connsiteX813" fmla="*/ 2516500 w 4940931"/>
                <a:gd name="connsiteY813" fmla="*/ 31750 h 138429"/>
                <a:gd name="connsiteX814" fmla="*/ 2530470 w 4940931"/>
                <a:gd name="connsiteY814" fmla="*/ 29210 h 138429"/>
                <a:gd name="connsiteX815" fmla="*/ 2298061 w 4940931"/>
                <a:gd name="connsiteY815" fmla="*/ 29210 h 138429"/>
                <a:gd name="connsiteX816" fmla="*/ 2305681 w 4940931"/>
                <a:gd name="connsiteY816" fmla="*/ 29845 h 138429"/>
                <a:gd name="connsiteX817" fmla="*/ 2311396 w 4940931"/>
                <a:gd name="connsiteY817" fmla="*/ 32385 h 138429"/>
                <a:gd name="connsiteX818" fmla="*/ 2307586 w 4940931"/>
                <a:gd name="connsiteY818" fmla="*/ 46990 h 138429"/>
                <a:gd name="connsiteX819" fmla="*/ 2306316 w 4940931"/>
                <a:gd name="connsiteY819" fmla="*/ 46990 h 138429"/>
                <a:gd name="connsiteX820" fmla="*/ 2301236 w 4940931"/>
                <a:gd name="connsiteY820" fmla="*/ 45085 h 138429"/>
                <a:gd name="connsiteX821" fmla="*/ 2294886 w 4940931"/>
                <a:gd name="connsiteY821" fmla="*/ 44450 h 138429"/>
                <a:gd name="connsiteX822" fmla="*/ 2283456 w 4940931"/>
                <a:gd name="connsiteY822" fmla="*/ 49530 h 138429"/>
                <a:gd name="connsiteX823" fmla="*/ 2279646 w 4940931"/>
                <a:gd name="connsiteY823" fmla="*/ 64770 h 138429"/>
                <a:gd name="connsiteX824" fmla="*/ 2279646 w 4940931"/>
                <a:gd name="connsiteY824" fmla="*/ 109220 h 138429"/>
                <a:gd name="connsiteX825" fmla="*/ 2264406 w 4940931"/>
                <a:gd name="connsiteY825" fmla="*/ 109220 h 138429"/>
                <a:gd name="connsiteX826" fmla="*/ 2264406 w 4940931"/>
                <a:gd name="connsiteY826" fmla="*/ 31115 h 138429"/>
                <a:gd name="connsiteX827" fmla="*/ 2279646 w 4940931"/>
                <a:gd name="connsiteY827" fmla="*/ 31115 h 138429"/>
                <a:gd name="connsiteX828" fmla="*/ 2279646 w 4940931"/>
                <a:gd name="connsiteY828" fmla="*/ 38735 h 138429"/>
                <a:gd name="connsiteX829" fmla="*/ 2282821 w 4940931"/>
                <a:gd name="connsiteY829" fmla="*/ 34925 h 138429"/>
                <a:gd name="connsiteX830" fmla="*/ 2287266 w 4940931"/>
                <a:gd name="connsiteY830" fmla="*/ 31750 h 138429"/>
                <a:gd name="connsiteX831" fmla="*/ 2292346 w 4940931"/>
                <a:gd name="connsiteY831" fmla="*/ 29845 h 138429"/>
                <a:gd name="connsiteX832" fmla="*/ 2298061 w 4940931"/>
                <a:gd name="connsiteY832" fmla="*/ 29210 h 138429"/>
                <a:gd name="connsiteX833" fmla="*/ 2216145 w 4940931"/>
                <a:gd name="connsiteY833" fmla="*/ 29210 h 138429"/>
                <a:gd name="connsiteX834" fmla="*/ 2230750 w 4940931"/>
                <a:gd name="connsiteY834" fmla="*/ 32385 h 138429"/>
                <a:gd name="connsiteX835" fmla="*/ 2240910 w 4940931"/>
                <a:gd name="connsiteY835" fmla="*/ 40640 h 138429"/>
                <a:gd name="connsiteX836" fmla="*/ 2247260 w 4940931"/>
                <a:gd name="connsiteY836" fmla="*/ 53340 h 138429"/>
                <a:gd name="connsiteX837" fmla="*/ 2249165 w 4940931"/>
                <a:gd name="connsiteY837" fmla="*/ 68580 h 138429"/>
                <a:gd name="connsiteX838" fmla="*/ 2247895 w 4940931"/>
                <a:gd name="connsiteY838" fmla="*/ 68580 h 138429"/>
                <a:gd name="connsiteX839" fmla="*/ 2247895 w 4940931"/>
                <a:gd name="connsiteY839" fmla="*/ 72390 h 138429"/>
                <a:gd name="connsiteX840" fmla="*/ 2247895 w 4940931"/>
                <a:gd name="connsiteY840" fmla="*/ 75565 h 138429"/>
                <a:gd name="connsiteX841" fmla="*/ 2196460 w 4940931"/>
                <a:gd name="connsiteY841" fmla="*/ 75565 h 138429"/>
                <a:gd name="connsiteX842" fmla="*/ 2199000 w 4940931"/>
                <a:gd name="connsiteY842" fmla="*/ 85090 h 138429"/>
                <a:gd name="connsiteX843" fmla="*/ 2203445 w 4940931"/>
                <a:gd name="connsiteY843" fmla="*/ 91440 h 138429"/>
                <a:gd name="connsiteX844" fmla="*/ 2209160 w 4940931"/>
                <a:gd name="connsiteY844" fmla="*/ 95250 h 138429"/>
                <a:gd name="connsiteX845" fmla="*/ 2216145 w 4940931"/>
                <a:gd name="connsiteY845" fmla="*/ 96520 h 138429"/>
                <a:gd name="connsiteX846" fmla="*/ 2221225 w 4940931"/>
                <a:gd name="connsiteY846" fmla="*/ 96520 h 138429"/>
                <a:gd name="connsiteX847" fmla="*/ 2225670 w 4940931"/>
                <a:gd name="connsiteY847" fmla="*/ 95250 h 138429"/>
                <a:gd name="connsiteX848" fmla="*/ 2229480 w 4940931"/>
                <a:gd name="connsiteY848" fmla="*/ 93345 h 138429"/>
                <a:gd name="connsiteX849" fmla="*/ 2233925 w 4940931"/>
                <a:gd name="connsiteY849" fmla="*/ 90805 h 138429"/>
                <a:gd name="connsiteX850" fmla="*/ 2242815 w 4940931"/>
                <a:gd name="connsiteY850" fmla="*/ 100330 h 138429"/>
                <a:gd name="connsiteX851" fmla="*/ 2237100 w 4940931"/>
                <a:gd name="connsiteY851" fmla="*/ 104775 h 138429"/>
                <a:gd name="connsiteX852" fmla="*/ 2231385 w 4940931"/>
                <a:gd name="connsiteY852" fmla="*/ 107950 h 138429"/>
                <a:gd name="connsiteX853" fmla="*/ 2224400 w 4940931"/>
                <a:gd name="connsiteY853" fmla="*/ 109855 h 138429"/>
                <a:gd name="connsiteX854" fmla="*/ 2215510 w 4940931"/>
                <a:gd name="connsiteY854" fmla="*/ 110490 h 138429"/>
                <a:gd name="connsiteX855" fmla="*/ 2205985 w 4940931"/>
                <a:gd name="connsiteY855" fmla="*/ 109220 h 138429"/>
                <a:gd name="connsiteX856" fmla="*/ 2198365 w 4940931"/>
                <a:gd name="connsiteY856" fmla="*/ 105410 h 138429"/>
                <a:gd name="connsiteX857" fmla="*/ 2192015 w 4940931"/>
                <a:gd name="connsiteY857" fmla="*/ 100330 h 138429"/>
                <a:gd name="connsiteX858" fmla="*/ 2186935 w 4940931"/>
                <a:gd name="connsiteY858" fmla="*/ 92710 h 138429"/>
                <a:gd name="connsiteX859" fmla="*/ 2183125 w 4940931"/>
                <a:gd name="connsiteY859" fmla="*/ 82550 h 138429"/>
                <a:gd name="connsiteX860" fmla="*/ 2181855 w 4940931"/>
                <a:gd name="connsiteY860" fmla="*/ 69850 h 138429"/>
                <a:gd name="connsiteX861" fmla="*/ 2184395 w 4940931"/>
                <a:gd name="connsiteY861" fmla="*/ 52070 h 138429"/>
                <a:gd name="connsiteX862" fmla="*/ 2191380 w 4940931"/>
                <a:gd name="connsiteY862" fmla="*/ 39370 h 138429"/>
                <a:gd name="connsiteX863" fmla="*/ 2202175 w 4940931"/>
                <a:gd name="connsiteY863" fmla="*/ 31750 h 138429"/>
                <a:gd name="connsiteX864" fmla="*/ 2216145 w 4940931"/>
                <a:gd name="connsiteY864" fmla="*/ 29210 h 138429"/>
                <a:gd name="connsiteX865" fmla="*/ 2029456 w 4940931"/>
                <a:gd name="connsiteY865" fmla="*/ 29210 h 138429"/>
                <a:gd name="connsiteX866" fmla="*/ 2044061 w 4940931"/>
                <a:gd name="connsiteY866" fmla="*/ 32385 h 138429"/>
                <a:gd name="connsiteX867" fmla="*/ 2054221 w 4940931"/>
                <a:gd name="connsiteY867" fmla="*/ 40640 h 138429"/>
                <a:gd name="connsiteX868" fmla="*/ 2060571 w 4940931"/>
                <a:gd name="connsiteY868" fmla="*/ 53340 h 138429"/>
                <a:gd name="connsiteX869" fmla="*/ 2062476 w 4940931"/>
                <a:gd name="connsiteY869" fmla="*/ 68580 h 138429"/>
                <a:gd name="connsiteX870" fmla="*/ 2061206 w 4940931"/>
                <a:gd name="connsiteY870" fmla="*/ 68580 h 138429"/>
                <a:gd name="connsiteX871" fmla="*/ 2061206 w 4940931"/>
                <a:gd name="connsiteY871" fmla="*/ 72390 h 138429"/>
                <a:gd name="connsiteX872" fmla="*/ 2061206 w 4940931"/>
                <a:gd name="connsiteY872" fmla="*/ 75565 h 138429"/>
                <a:gd name="connsiteX873" fmla="*/ 2009771 w 4940931"/>
                <a:gd name="connsiteY873" fmla="*/ 75565 h 138429"/>
                <a:gd name="connsiteX874" fmla="*/ 2012311 w 4940931"/>
                <a:gd name="connsiteY874" fmla="*/ 85090 h 138429"/>
                <a:gd name="connsiteX875" fmla="*/ 2016756 w 4940931"/>
                <a:gd name="connsiteY875" fmla="*/ 91440 h 138429"/>
                <a:gd name="connsiteX876" fmla="*/ 2022471 w 4940931"/>
                <a:gd name="connsiteY876" fmla="*/ 95250 h 138429"/>
                <a:gd name="connsiteX877" fmla="*/ 2029456 w 4940931"/>
                <a:gd name="connsiteY877" fmla="*/ 96520 h 138429"/>
                <a:gd name="connsiteX878" fmla="*/ 2034536 w 4940931"/>
                <a:gd name="connsiteY878" fmla="*/ 96520 h 138429"/>
                <a:gd name="connsiteX879" fmla="*/ 2038981 w 4940931"/>
                <a:gd name="connsiteY879" fmla="*/ 95250 h 138429"/>
                <a:gd name="connsiteX880" fmla="*/ 2042791 w 4940931"/>
                <a:gd name="connsiteY880" fmla="*/ 93345 h 138429"/>
                <a:gd name="connsiteX881" fmla="*/ 2047236 w 4940931"/>
                <a:gd name="connsiteY881" fmla="*/ 90805 h 138429"/>
                <a:gd name="connsiteX882" fmla="*/ 2056126 w 4940931"/>
                <a:gd name="connsiteY882" fmla="*/ 100330 h 138429"/>
                <a:gd name="connsiteX883" fmla="*/ 2050411 w 4940931"/>
                <a:gd name="connsiteY883" fmla="*/ 104775 h 138429"/>
                <a:gd name="connsiteX884" fmla="*/ 2044696 w 4940931"/>
                <a:gd name="connsiteY884" fmla="*/ 107950 h 138429"/>
                <a:gd name="connsiteX885" fmla="*/ 2037711 w 4940931"/>
                <a:gd name="connsiteY885" fmla="*/ 109855 h 138429"/>
                <a:gd name="connsiteX886" fmla="*/ 2028821 w 4940931"/>
                <a:gd name="connsiteY886" fmla="*/ 110490 h 138429"/>
                <a:gd name="connsiteX887" fmla="*/ 2019296 w 4940931"/>
                <a:gd name="connsiteY887" fmla="*/ 109220 h 138429"/>
                <a:gd name="connsiteX888" fmla="*/ 2011676 w 4940931"/>
                <a:gd name="connsiteY888" fmla="*/ 105410 h 138429"/>
                <a:gd name="connsiteX889" fmla="*/ 2005326 w 4940931"/>
                <a:gd name="connsiteY889" fmla="*/ 100330 h 138429"/>
                <a:gd name="connsiteX890" fmla="*/ 2000246 w 4940931"/>
                <a:gd name="connsiteY890" fmla="*/ 92710 h 138429"/>
                <a:gd name="connsiteX891" fmla="*/ 1996436 w 4940931"/>
                <a:gd name="connsiteY891" fmla="*/ 82550 h 138429"/>
                <a:gd name="connsiteX892" fmla="*/ 1995166 w 4940931"/>
                <a:gd name="connsiteY892" fmla="*/ 69850 h 138429"/>
                <a:gd name="connsiteX893" fmla="*/ 1997706 w 4940931"/>
                <a:gd name="connsiteY893" fmla="*/ 52070 h 138429"/>
                <a:gd name="connsiteX894" fmla="*/ 2004691 w 4940931"/>
                <a:gd name="connsiteY894" fmla="*/ 39370 h 138429"/>
                <a:gd name="connsiteX895" fmla="*/ 2015486 w 4940931"/>
                <a:gd name="connsiteY895" fmla="*/ 31750 h 138429"/>
                <a:gd name="connsiteX896" fmla="*/ 2029456 w 4940931"/>
                <a:gd name="connsiteY896" fmla="*/ 29210 h 138429"/>
                <a:gd name="connsiteX897" fmla="*/ 1831336 w 4940931"/>
                <a:gd name="connsiteY897" fmla="*/ 29210 h 138429"/>
                <a:gd name="connsiteX898" fmla="*/ 1845941 w 4940931"/>
                <a:gd name="connsiteY898" fmla="*/ 32385 h 138429"/>
                <a:gd name="connsiteX899" fmla="*/ 1856101 w 4940931"/>
                <a:gd name="connsiteY899" fmla="*/ 40640 h 138429"/>
                <a:gd name="connsiteX900" fmla="*/ 1862451 w 4940931"/>
                <a:gd name="connsiteY900" fmla="*/ 53340 h 138429"/>
                <a:gd name="connsiteX901" fmla="*/ 1864356 w 4940931"/>
                <a:gd name="connsiteY901" fmla="*/ 68580 h 138429"/>
                <a:gd name="connsiteX902" fmla="*/ 1863086 w 4940931"/>
                <a:gd name="connsiteY902" fmla="*/ 68580 h 138429"/>
                <a:gd name="connsiteX903" fmla="*/ 1863086 w 4940931"/>
                <a:gd name="connsiteY903" fmla="*/ 72390 h 138429"/>
                <a:gd name="connsiteX904" fmla="*/ 1863086 w 4940931"/>
                <a:gd name="connsiteY904" fmla="*/ 75565 h 138429"/>
                <a:gd name="connsiteX905" fmla="*/ 1811651 w 4940931"/>
                <a:gd name="connsiteY905" fmla="*/ 75565 h 138429"/>
                <a:gd name="connsiteX906" fmla="*/ 1814191 w 4940931"/>
                <a:gd name="connsiteY906" fmla="*/ 85090 h 138429"/>
                <a:gd name="connsiteX907" fmla="*/ 1818636 w 4940931"/>
                <a:gd name="connsiteY907" fmla="*/ 91440 h 138429"/>
                <a:gd name="connsiteX908" fmla="*/ 1824351 w 4940931"/>
                <a:gd name="connsiteY908" fmla="*/ 95250 h 138429"/>
                <a:gd name="connsiteX909" fmla="*/ 1831336 w 4940931"/>
                <a:gd name="connsiteY909" fmla="*/ 96520 h 138429"/>
                <a:gd name="connsiteX910" fmla="*/ 1836416 w 4940931"/>
                <a:gd name="connsiteY910" fmla="*/ 96520 h 138429"/>
                <a:gd name="connsiteX911" fmla="*/ 1840861 w 4940931"/>
                <a:gd name="connsiteY911" fmla="*/ 95250 h 138429"/>
                <a:gd name="connsiteX912" fmla="*/ 1844671 w 4940931"/>
                <a:gd name="connsiteY912" fmla="*/ 93345 h 138429"/>
                <a:gd name="connsiteX913" fmla="*/ 1849116 w 4940931"/>
                <a:gd name="connsiteY913" fmla="*/ 90805 h 138429"/>
                <a:gd name="connsiteX914" fmla="*/ 1858006 w 4940931"/>
                <a:gd name="connsiteY914" fmla="*/ 100330 h 138429"/>
                <a:gd name="connsiteX915" fmla="*/ 1852291 w 4940931"/>
                <a:gd name="connsiteY915" fmla="*/ 104775 h 138429"/>
                <a:gd name="connsiteX916" fmla="*/ 1846576 w 4940931"/>
                <a:gd name="connsiteY916" fmla="*/ 107950 h 138429"/>
                <a:gd name="connsiteX917" fmla="*/ 1839591 w 4940931"/>
                <a:gd name="connsiteY917" fmla="*/ 109855 h 138429"/>
                <a:gd name="connsiteX918" fmla="*/ 1830701 w 4940931"/>
                <a:gd name="connsiteY918" fmla="*/ 110490 h 138429"/>
                <a:gd name="connsiteX919" fmla="*/ 1821176 w 4940931"/>
                <a:gd name="connsiteY919" fmla="*/ 109220 h 138429"/>
                <a:gd name="connsiteX920" fmla="*/ 1813556 w 4940931"/>
                <a:gd name="connsiteY920" fmla="*/ 105410 h 138429"/>
                <a:gd name="connsiteX921" fmla="*/ 1807206 w 4940931"/>
                <a:gd name="connsiteY921" fmla="*/ 100330 h 138429"/>
                <a:gd name="connsiteX922" fmla="*/ 1802126 w 4940931"/>
                <a:gd name="connsiteY922" fmla="*/ 92710 h 138429"/>
                <a:gd name="connsiteX923" fmla="*/ 1798316 w 4940931"/>
                <a:gd name="connsiteY923" fmla="*/ 82550 h 138429"/>
                <a:gd name="connsiteX924" fmla="*/ 1797046 w 4940931"/>
                <a:gd name="connsiteY924" fmla="*/ 69850 h 138429"/>
                <a:gd name="connsiteX925" fmla="*/ 1799586 w 4940931"/>
                <a:gd name="connsiteY925" fmla="*/ 52070 h 138429"/>
                <a:gd name="connsiteX926" fmla="*/ 1806571 w 4940931"/>
                <a:gd name="connsiteY926" fmla="*/ 39370 h 138429"/>
                <a:gd name="connsiteX927" fmla="*/ 1817366 w 4940931"/>
                <a:gd name="connsiteY927" fmla="*/ 31750 h 138429"/>
                <a:gd name="connsiteX928" fmla="*/ 1831336 w 4940931"/>
                <a:gd name="connsiteY928" fmla="*/ 29210 h 138429"/>
                <a:gd name="connsiteX929" fmla="*/ 1501140 w 4940931"/>
                <a:gd name="connsiteY929" fmla="*/ 29210 h 138429"/>
                <a:gd name="connsiteX930" fmla="*/ 1506856 w 4940931"/>
                <a:gd name="connsiteY930" fmla="*/ 29210 h 138429"/>
                <a:gd name="connsiteX931" fmla="*/ 1518920 w 4940931"/>
                <a:gd name="connsiteY931" fmla="*/ 31750 h 138429"/>
                <a:gd name="connsiteX932" fmla="*/ 1527811 w 4940931"/>
                <a:gd name="connsiteY932" fmla="*/ 38100 h 138429"/>
                <a:gd name="connsiteX933" fmla="*/ 1532891 w 4940931"/>
                <a:gd name="connsiteY933" fmla="*/ 48895 h 138429"/>
                <a:gd name="connsiteX934" fmla="*/ 1534796 w 4940931"/>
                <a:gd name="connsiteY934" fmla="*/ 64135 h 138429"/>
                <a:gd name="connsiteX935" fmla="*/ 1534796 w 4940931"/>
                <a:gd name="connsiteY935" fmla="*/ 108585 h 138429"/>
                <a:gd name="connsiteX936" fmla="*/ 1519556 w 4940931"/>
                <a:gd name="connsiteY936" fmla="*/ 108585 h 138429"/>
                <a:gd name="connsiteX937" fmla="*/ 1518920 w 4940931"/>
                <a:gd name="connsiteY937" fmla="*/ 108585 h 138429"/>
                <a:gd name="connsiteX938" fmla="*/ 1518920 w 4940931"/>
                <a:gd name="connsiteY938" fmla="*/ 64770 h 138429"/>
                <a:gd name="connsiteX939" fmla="*/ 1515111 w 4940931"/>
                <a:gd name="connsiteY939" fmla="*/ 48895 h 138429"/>
                <a:gd name="connsiteX940" fmla="*/ 1503046 w 4940931"/>
                <a:gd name="connsiteY940" fmla="*/ 43180 h 138429"/>
                <a:gd name="connsiteX941" fmla="*/ 1496061 w 4940931"/>
                <a:gd name="connsiteY941" fmla="*/ 44450 h 138429"/>
                <a:gd name="connsiteX942" fmla="*/ 1490981 w 4940931"/>
                <a:gd name="connsiteY942" fmla="*/ 48260 h 138429"/>
                <a:gd name="connsiteX943" fmla="*/ 1487806 w 4940931"/>
                <a:gd name="connsiteY943" fmla="*/ 54610 h 138429"/>
                <a:gd name="connsiteX944" fmla="*/ 1487170 w 4940931"/>
                <a:gd name="connsiteY944" fmla="*/ 62865 h 138429"/>
                <a:gd name="connsiteX945" fmla="*/ 1487170 w 4940931"/>
                <a:gd name="connsiteY945" fmla="*/ 108585 h 138429"/>
                <a:gd name="connsiteX946" fmla="*/ 1471931 w 4940931"/>
                <a:gd name="connsiteY946" fmla="*/ 108585 h 138429"/>
                <a:gd name="connsiteX947" fmla="*/ 1471931 w 4940931"/>
                <a:gd name="connsiteY947" fmla="*/ 30480 h 138429"/>
                <a:gd name="connsiteX948" fmla="*/ 1487170 w 4940931"/>
                <a:gd name="connsiteY948" fmla="*/ 30480 h 138429"/>
                <a:gd name="connsiteX949" fmla="*/ 1487170 w 4940931"/>
                <a:gd name="connsiteY949" fmla="*/ 38100 h 138429"/>
                <a:gd name="connsiteX950" fmla="*/ 1490981 w 4940931"/>
                <a:gd name="connsiteY950" fmla="*/ 34290 h 138429"/>
                <a:gd name="connsiteX951" fmla="*/ 1495426 w 4940931"/>
                <a:gd name="connsiteY951" fmla="*/ 31115 h 138429"/>
                <a:gd name="connsiteX952" fmla="*/ 1501140 w 4940931"/>
                <a:gd name="connsiteY952" fmla="*/ 29210 h 138429"/>
                <a:gd name="connsiteX953" fmla="*/ 1250316 w 4940931"/>
                <a:gd name="connsiteY953" fmla="*/ 29210 h 138429"/>
                <a:gd name="connsiteX954" fmla="*/ 1264286 w 4940931"/>
                <a:gd name="connsiteY954" fmla="*/ 31750 h 138429"/>
                <a:gd name="connsiteX955" fmla="*/ 1276350 w 4940931"/>
                <a:gd name="connsiteY955" fmla="*/ 38100 h 138429"/>
                <a:gd name="connsiteX956" fmla="*/ 1278256 w 4940931"/>
                <a:gd name="connsiteY956" fmla="*/ 38100 h 138429"/>
                <a:gd name="connsiteX957" fmla="*/ 1271271 w 4940931"/>
                <a:gd name="connsiteY957" fmla="*/ 50165 h 138429"/>
                <a:gd name="connsiteX958" fmla="*/ 1261746 w 4940931"/>
                <a:gd name="connsiteY958" fmla="*/ 45085 h 138429"/>
                <a:gd name="connsiteX959" fmla="*/ 1250951 w 4940931"/>
                <a:gd name="connsiteY959" fmla="*/ 43180 h 138429"/>
                <a:gd name="connsiteX960" fmla="*/ 1242696 w 4940931"/>
                <a:gd name="connsiteY960" fmla="*/ 45085 h 138429"/>
                <a:gd name="connsiteX961" fmla="*/ 1240156 w 4940931"/>
                <a:gd name="connsiteY961" fmla="*/ 50165 h 138429"/>
                <a:gd name="connsiteX962" fmla="*/ 1240156 w 4940931"/>
                <a:gd name="connsiteY962" fmla="*/ 52705 h 138429"/>
                <a:gd name="connsiteX963" fmla="*/ 1242061 w 4940931"/>
                <a:gd name="connsiteY963" fmla="*/ 55245 h 138429"/>
                <a:gd name="connsiteX964" fmla="*/ 1246506 w 4940931"/>
                <a:gd name="connsiteY964" fmla="*/ 57785 h 138429"/>
                <a:gd name="connsiteX965" fmla="*/ 1253491 w 4940931"/>
                <a:gd name="connsiteY965" fmla="*/ 60960 h 138429"/>
                <a:gd name="connsiteX966" fmla="*/ 1264921 w 4940931"/>
                <a:gd name="connsiteY966" fmla="*/ 66040 h 138429"/>
                <a:gd name="connsiteX967" fmla="*/ 1273176 w 4940931"/>
                <a:gd name="connsiteY967" fmla="*/ 71120 h 138429"/>
                <a:gd name="connsiteX968" fmla="*/ 1278256 w 4940931"/>
                <a:gd name="connsiteY968" fmla="*/ 78105 h 138429"/>
                <a:gd name="connsiteX969" fmla="*/ 1280161 w 4940931"/>
                <a:gd name="connsiteY969" fmla="*/ 87630 h 138429"/>
                <a:gd name="connsiteX970" fmla="*/ 1277621 w 4940931"/>
                <a:gd name="connsiteY970" fmla="*/ 98425 h 138429"/>
                <a:gd name="connsiteX971" fmla="*/ 1271271 w 4940931"/>
                <a:gd name="connsiteY971" fmla="*/ 105410 h 138429"/>
                <a:gd name="connsiteX972" fmla="*/ 1261746 w 4940931"/>
                <a:gd name="connsiteY972" fmla="*/ 109220 h 138429"/>
                <a:gd name="connsiteX973" fmla="*/ 1250951 w 4940931"/>
                <a:gd name="connsiteY973" fmla="*/ 110490 h 138429"/>
                <a:gd name="connsiteX974" fmla="*/ 1235711 w 4940931"/>
                <a:gd name="connsiteY974" fmla="*/ 107950 h 138429"/>
                <a:gd name="connsiteX975" fmla="*/ 1221106 w 4940931"/>
                <a:gd name="connsiteY975" fmla="*/ 100965 h 138429"/>
                <a:gd name="connsiteX976" fmla="*/ 1228091 w 4940931"/>
                <a:gd name="connsiteY976" fmla="*/ 89535 h 138429"/>
                <a:gd name="connsiteX977" fmla="*/ 1239521 w 4940931"/>
                <a:gd name="connsiteY977" fmla="*/ 95250 h 138429"/>
                <a:gd name="connsiteX978" fmla="*/ 1250951 w 4940931"/>
                <a:gd name="connsiteY978" fmla="*/ 97155 h 138429"/>
                <a:gd name="connsiteX979" fmla="*/ 1261746 w 4940931"/>
                <a:gd name="connsiteY979" fmla="*/ 94615 h 138429"/>
                <a:gd name="connsiteX980" fmla="*/ 1264921 w 4940931"/>
                <a:gd name="connsiteY980" fmla="*/ 88265 h 138429"/>
                <a:gd name="connsiteX981" fmla="*/ 1263650 w 4940931"/>
                <a:gd name="connsiteY981" fmla="*/ 84455 h 138429"/>
                <a:gd name="connsiteX982" fmla="*/ 1259841 w 4940931"/>
                <a:gd name="connsiteY982" fmla="*/ 81280 h 138429"/>
                <a:gd name="connsiteX983" fmla="*/ 1254125 w 4940931"/>
                <a:gd name="connsiteY983" fmla="*/ 78105 h 138429"/>
                <a:gd name="connsiteX984" fmla="*/ 1246506 w 4940931"/>
                <a:gd name="connsiteY984" fmla="*/ 74930 h 138429"/>
                <a:gd name="connsiteX985" fmla="*/ 1235711 w 4940931"/>
                <a:gd name="connsiteY985" fmla="*/ 69850 h 138429"/>
                <a:gd name="connsiteX986" fmla="*/ 1228726 w 4940931"/>
                <a:gd name="connsiteY986" fmla="*/ 64770 h 138429"/>
                <a:gd name="connsiteX987" fmla="*/ 1224916 w 4940931"/>
                <a:gd name="connsiteY987" fmla="*/ 58420 h 138429"/>
                <a:gd name="connsiteX988" fmla="*/ 1223646 w 4940931"/>
                <a:gd name="connsiteY988" fmla="*/ 50165 h 138429"/>
                <a:gd name="connsiteX989" fmla="*/ 1225551 w 4940931"/>
                <a:gd name="connsiteY989" fmla="*/ 40640 h 138429"/>
                <a:gd name="connsiteX990" fmla="*/ 1231266 w 4940931"/>
                <a:gd name="connsiteY990" fmla="*/ 34290 h 138429"/>
                <a:gd name="connsiteX991" fmla="*/ 1239521 w 4940931"/>
                <a:gd name="connsiteY991" fmla="*/ 30480 h 138429"/>
                <a:gd name="connsiteX992" fmla="*/ 1250316 w 4940931"/>
                <a:gd name="connsiteY992" fmla="*/ 29210 h 138429"/>
                <a:gd name="connsiteX993" fmla="*/ 1180466 w 4940931"/>
                <a:gd name="connsiteY993" fmla="*/ 29210 h 138429"/>
                <a:gd name="connsiteX994" fmla="*/ 1195071 w 4940931"/>
                <a:gd name="connsiteY994" fmla="*/ 32385 h 138429"/>
                <a:gd name="connsiteX995" fmla="*/ 1205231 w 4940931"/>
                <a:gd name="connsiteY995" fmla="*/ 40640 h 138429"/>
                <a:gd name="connsiteX996" fmla="*/ 1211581 w 4940931"/>
                <a:gd name="connsiteY996" fmla="*/ 53340 h 138429"/>
                <a:gd name="connsiteX997" fmla="*/ 1213486 w 4940931"/>
                <a:gd name="connsiteY997" fmla="*/ 68580 h 138429"/>
                <a:gd name="connsiteX998" fmla="*/ 1212216 w 4940931"/>
                <a:gd name="connsiteY998" fmla="*/ 68580 h 138429"/>
                <a:gd name="connsiteX999" fmla="*/ 1212216 w 4940931"/>
                <a:gd name="connsiteY999" fmla="*/ 72390 h 138429"/>
                <a:gd name="connsiteX1000" fmla="*/ 1212216 w 4940931"/>
                <a:gd name="connsiteY1000" fmla="*/ 75565 h 138429"/>
                <a:gd name="connsiteX1001" fmla="*/ 1160781 w 4940931"/>
                <a:gd name="connsiteY1001" fmla="*/ 75565 h 138429"/>
                <a:gd name="connsiteX1002" fmla="*/ 1163321 w 4940931"/>
                <a:gd name="connsiteY1002" fmla="*/ 85090 h 138429"/>
                <a:gd name="connsiteX1003" fmla="*/ 1167766 w 4940931"/>
                <a:gd name="connsiteY1003" fmla="*/ 91440 h 138429"/>
                <a:gd name="connsiteX1004" fmla="*/ 1173481 w 4940931"/>
                <a:gd name="connsiteY1004" fmla="*/ 95250 h 138429"/>
                <a:gd name="connsiteX1005" fmla="*/ 1180466 w 4940931"/>
                <a:gd name="connsiteY1005" fmla="*/ 96520 h 138429"/>
                <a:gd name="connsiteX1006" fmla="*/ 1185546 w 4940931"/>
                <a:gd name="connsiteY1006" fmla="*/ 96520 h 138429"/>
                <a:gd name="connsiteX1007" fmla="*/ 1189991 w 4940931"/>
                <a:gd name="connsiteY1007" fmla="*/ 95250 h 138429"/>
                <a:gd name="connsiteX1008" fmla="*/ 1193801 w 4940931"/>
                <a:gd name="connsiteY1008" fmla="*/ 93345 h 138429"/>
                <a:gd name="connsiteX1009" fmla="*/ 1198246 w 4940931"/>
                <a:gd name="connsiteY1009" fmla="*/ 90805 h 138429"/>
                <a:gd name="connsiteX1010" fmla="*/ 1207136 w 4940931"/>
                <a:gd name="connsiteY1010" fmla="*/ 100330 h 138429"/>
                <a:gd name="connsiteX1011" fmla="*/ 1201421 w 4940931"/>
                <a:gd name="connsiteY1011" fmla="*/ 104775 h 138429"/>
                <a:gd name="connsiteX1012" fmla="*/ 1195706 w 4940931"/>
                <a:gd name="connsiteY1012" fmla="*/ 107950 h 138429"/>
                <a:gd name="connsiteX1013" fmla="*/ 1188721 w 4940931"/>
                <a:gd name="connsiteY1013" fmla="*/ 109855 h 138429"/>
                <a:gd name="connsiteX1014" fmla="*/ 1179831 w 4940931"/>
                <a:gd name="connsiteY1014" fmla="*/ 110490 h 138429"/>
                <a:gd name="connsiteX1015" fmla="*/ 1170306 w 4940931"/>
                <a:gd name="connsiteY1015" fmla="*/ 109220 h 138429"/>
                <a:gd name="connsiteX1016" fmla="*/ 1162686 w 4940931"/>
                <a:gd name="connsiteY1016" fmla="*/ 105410 h 138429"/>
                <a:gd name="connsiteX1017" fmla="*/ 1156336 w 4940931"/>
                <a:gd name="connsiteY1017" fmla="*/ 100330 h 138429"/>
                <a:gd name="connsiteX1018" fmla="*/ 1151256 w 4940931"/>
                <a:gd name="connsiteY1018" fmla="*/ 92710 h 138429"/>
                <a:gd name="connsiteX1019" fmla="*/ 1147446 w 4940931"/>
                <a:gd name="connsiteY1019" fmla="*/ 82550 h 138429"/>
                <a:gd name="connsiteX1020" fmla="*/ 1146176 w 4940931"/>
                <a:gd name="connsiteY1020" fmla="*/ 69850 h 138429"/>
                <a:gd name="connsiteX1021" fmla="*/ 1148716 w 4940931"/>
                <a:gd name="connsiteY1021" fmla="*/ 52070 h 138429"/>
                <a:gd name="connsiteX1022" fmla="*/ 1155701 w 4940931"/>
                <a:gd name="connsiteY1022" fmla="*/ 39370 h 138429"/>
                <a:gd name="connsiteX1023" fmla="*/ 1166496 w 4940931"/>
                <a:gd name="connsiteY1023" fmla="*/ 31750 h 138429"/>
                <a:gd name="connsiteX1024" fmla="*/ 1180466 w 4940931"/>
                <a:gd name="connsiteY1024" fmla="*/ 29210 h 138429"/>
                <a:gd name="connsiteX1025" fmla="*/ 901065 w 4940931"/>
                <a:gd name="connsiteY1025" fmla="*/ 29210 h 138429"/>
                <a:gd name="connsiteX1026" fmla="*/ 915670 w 4940931"/>
                <a:gd name="connsiteY1026" fmla="*/ 32385 h 138429"/>
                <a:gd name="connsiteX1027" fmla="*/ 925830 w 4940931"/>
                <a:gd name="connsiteY1027" fmla="*/ 40640 h 138429"/>
                <a:gd name="connsiteX1028" fmla="*/ 932180 w 4940931"/>
                <a:gd name="connsiteY1028" fmla="*/ 53340 h 138429"/>
                <a:gd name="connsiteX1029" fmla="*/ 934085 w 4940931"/>
                <a:gd name="connsiteY1029" fmla="*/ 68580 h 138429"/>
                <a:gd name="connsiteX1030" fmla="*/ 932815 w 4940931"/>
                <a:gd name="connsiteY1030" fmla="*/ 68580 h 138429"/>
                <a:gd name="connsiteX1031" fmla="*/ 932815 w 4940931"/>
                <a:gd name="connsiteY1031" fmla="*/ 72390 h 138429"/>
                <a:gd name="connsiteX1032" fmla="*/ 932815 w 4940931"/>
                <a:gd name="connsiteY1032" fmla="*/ 75565 h 138429"/>
                <a:gd name="connsiteX1033" fmla="*/ 881380 w 4940931"/>
                <a:gd name="connsiteY1033" fmla="*/ 75565 h 138429"/>
                <a:gd name="connsiteX1034" fmla="*/ 883920 w 4940931"/>
                <a:gd name="connsiteY1034" fmla="*/ 85090 h 138429"/>
                <a:gd name="connsiteX1035" fmla="*/ 888365 w 4940931"/>
                <a:gd name="connsiteY1035" fmla="*/ 91440 h 138429"/>
                <a:gd name="connsiteX1036" fmla="*/ 894080 w 4940931"/>
                <a:gd name="connsiteY1036" fmla="*/ 95250 h 138429"/>
                <a:gd name="connsiteX1037" fmla="*/ 901065 w 4940931"/>
                <a:gd name="connsiteY1037" fmla="*/ 96520 h 138429"/>
                <a:gd name="connsiteX1038" fmla="*/ 906145 w 4940931"/>
                <a:gd name="connsiteY1038" fmla="*/ 96520 h 138429"/>
                <a:gd name="connsiteX1039" fmla="*/ 910590 w 4940931"/>
                <a:gd name="connsiteY1039" fmla="*/ 95250 h 138429"/>
                <a:gd name="connsiteX1040" fmla="*/ 914400 w 4940931"/>
                <a:gd name="connsiteY1040" fmla="*/ 93345 h 138429"/>
                <a:gd name="connsiteX1041" fmla="*/ 918845 w 4940931"/>
                <a:gd name="connsiteY1041" fmla="*/ 90805 h 138429"/>
                <a:gd name="connsiteX1042" fmla="*/ 927735 w 4940931"/>
                <a:gd name="connsiteY1042" fmla="*/ 100330 h 138429"/>
                <a:gd name="connsiteX1043" fmla="*/ 922020 w 4940931"/>
                <a:gd name="connsiteY1043" fmla="*/ 104775 h 138429"/>
                <a:gd name="connsiteX1044" fmla="*/ 916305 w 4940931"/>
                <a:gd name="connsiteY1044" fmla="*/ 107950 h 138429"/>
                <a:gd name="connsiteX1045" fmla="*/ 909320 w 4940931"/>
                <a:gd name="connsiteY1045" fmla="*/ 109855 h 138429"/>
                <a:gd name="connsiteX1046" fmla="*/ 900430 w 4940931"/>
                <a:gd name="connsiteY1046" fmla="*/ 110490 h 138429"/>
                <a:gd name="connsiteX1047" fmla="*/ 890905 w 4940931"/>
                <a:gd name="connsiteY1047" fmla="*/ 109220 h 138429"/>
                <a:gd name="connsiteX1048" fmla="*/ 883285 w 4940931"/>
                <a:gd name="connsiteY1048" fmla="*/ 105410 h 138429"/>
                <a:gd name="connsiteX1049" fmla="*/ 876935 w 4940931"/>
                <a:gd name="connsiteY1049" fmla="*/ 100330 h 138429"/>
                <a:gd name="connsiteX1050" fmla="*/ 871855 w 4940931"/>
                <a:gd name="connsiteY1050" fmla="*/ 92710 h 138429"/>
                <a:gd name="connsiteX1051" fmla="*/ 868045 w 4940931"/>
                <a:gd name="connsiteY1051" fmla="*/ 82550 h 138429"/>
                <a:gd name="connsiteX1052" fmla="*/ 866775 w 4940931"/>
                <a:gd name="connsiteY1052" fmla="*/ 69850 h 138429"/>
                <a:gd name="connsiteX1053" fmla="*/ 869315 w 4940931"/>
                <a:gd name="connsiteY1053" fmla="*/ 52070 h 138429"/>
                <a:gd name="connsiteX1054" fmla="*/ 876300 w 4940931"/>
                <a:gd name="connsiteY1054" fmla="*/ 39370 h 138429"/>
                <a:gd name="connsiteX1055" fmla="*/ 887095 w 4940931"/>
                <a:gd name="connsiteY1055" fmla="*/ 31750 h 138429"/>
                <a:gd name="connsiteX1056" fmla="*/ 901065 w 4940931"/>
                <a:gd name="connsiteY1056" fmla="*/ 29210 h 138429"/>
                <a:gd name="connsiteX1057" fmla="*/ 668656 w 4940931"/>
                <a:gd name="connsiteY1057" fmla="*/ 29210 h 138429"/>
                <a:gd name="connsiteX1058" fmla="*/ 676275 w 4940931"/>
                <a:gd name="connsiteY1058" fmla="*/ 29845 h 138429"/>
                <a:gd name="connsiteX1059" fmla="*/ 681991 w 4940931"/>
                <a:gd name="connsiteY1059" fmla="*/ 32385 h 138429"/>
                <a:gd name="connsiteX1060" fmla="*/ 678181 w 4940931"/>
                <a:gd name="connsiteY1060" fmla="*/ 46990 h 138429"/>
                <a:gd name="connsiteX1061" fmla="*/ 676910 w 4940931"/>
                <a:gd name="connsiteY1061" fmla="*/ 46990 h 138429"/>
                <a:gd name="connsiteX1062" fmla="*/ 671830 w 4940931"/>
                <a:gd name="connsiteY1062" fmla="*/ 45085 h 138429"/>
                <a:gd name="connsiteX1063" fmla="*/ 665480 w 4940931"/>
                <a:gd name="connsiteY1063" fmla="*/ 44450 h 138429"/>
                <a:gd name="connsiteX1064" fmla="*/ 654050 w 4940931"/>
                <a:gd name="connsiteY1064" fmla="*/ 49530 h 138429"/>
                <a:gd name="connsiteX1065" fmla="*/ 650240 w 4940931"/>
                <a:gd name="connsiteY1065" fmla="*/ 64770 h 138429"/>
                <a:gd name="connsiteX1066" fmla="*/ 650240 w 4940931"/>
                <a:gd name="connsiteY1066" fmla="*/ 109220 h 138429"/>
                <a:gd name="connsiteX1067" fmla="*/ 635000 w 4940931"/>
                <a:gd name="connsiteY1067" fmla="*/ 109220 h 138429"/>
                <a:gd name="connsiteX1068" fmla="*/ 635000 w 4940931"/>
                <a:gd name="connsiteY1068" fmla="*/ 31115 h 138429"/>
                <a:gd name="connsiteX1069" fmla="*/ 650240 w 4940931"/>
                <a:gd name="connsiteY1069" fmla="*/ 31115 h 138429"/>
                <a:gd name="connsiteX1070" fmla="*/ 650240 w 4940931"/>
                <a:gd name="connsiteY1070" fmla="*/ 38735 h 138429"/>
                <a:gd name="connsiteX1071" fmla="*/ 653416 w 4940931"/>
                <a:gd name="connsiteY1071" fmla="*/ 34925 h 138429"/>
                <a:gd name="connsiteX1072" fmla="*/ 657861 w 4940931"/>
                <a:gd name="connsiteY1072" fmla="*/ 31750 h 138429"/>
                <a:gd name="connsiteX1073" fmla="*/ 662940 w 4940931"/>
                <a:gd name="connsiteY1073" fmla="*/ 29845 h 138429"/>
                <a:gd name="connsiteX1074" fmla="*/ 668656 w 4940931"/>
                <a:gd name="connsiteY1074" fmla="*/ 29210 h 138429"/>
                <a:gd name="connsiteX1075" fmla="*/ 586739 w 4940931"/>
                <a:gd name="connsiteY1075" fmla="*/ 29210 h 138429"/>
                <a:gd name="connsiteX1076" fmla="*/ 601344 w 4940931"/>
                <a:gd name="connsiteY1076" fmla="*/ 32385 h 138429"/>
                <a:gd name="connsiteX1077" fmla="*/ 611504 w 4940931"/>
                <a:gd name="connsiteY1077" fmla="*/ 40640 h 138429"/>
                <a:gd name="connsiteX1078" fmla="*/ 617854 w 4940931"/>
                <a:gd name="connsiteY1078" fmla="*/ 53340 h 138429"/>
                <a:gd name="connsiteX1079" fmla="*/ 619759 w 4940931"/>
                <a:gd name="connsiteY1079" fmla="*/ 68580 h 138429"/>
                <a:gd name="connsiteX1080" fmla="*/ 618489 w 4940931"/>
                <a:gd name="connsiteY1080" fmla="*/ 68580 h 138429"/>
                <a:gd name="connsiteX1081" fmla="*/ 618489 w 4940931"/>
                <a:gd name="connsiteY1081" fmla="*/ 72390 h 138429"/>
                <a:gd name="connsiteX1082" fmla="*/ 618489 w 4940931"/>
                <a:gd name="connsiteY1082" fmla="*/ 75565 h 138429"/>
                <a:gd name="connsiteX1083" fmla="*/ 567054 w 4940931"/>
                <a:gd name="connsiteY1083" fmla="*/ 75565 h 138429"/>
                <a:gd name="connsiteX1084" fmla="*/ 569594 w 4940931"/>
                <a:gd name="connsiteY1084" fmla="*/ 85090 h 138429"/>
                <a:gd name="connsiteX1085" fmla="*/ 574039 w 4940931"/>
                <a:gd name="connsiteY1085" fmla="*/ 91440 h 138429"/>
                <a:gd name="connsiteX1086" fmla="*/ 579754 w 4940931"/>
                <a:gd name="connsiteY1086" fmla="*/ 95250 h 138429"/>
                <a:gd name="connsiteX1087" fmla="*/ 586739 w 4940931"/>
                <a:gd name="connsiteY1087" fmla="*/ 96520 h 138429"/>
                <a:gd name="connsiteX1088" fmla="*/ 591819 w 4940931"/>
                <a:gd name="connsiteY1088" fmla="*/ 96520 h 138429"/>
                <a:gd name="connsiteX1089" fmla="*/ 596264 w 4940931"/>
                <a:gd name="connsiteY1089" fmla="*/ 95250 h 138429"/>
                <a:gd name="connsiteX1090" fmla="*/ 600074 w 4940931"/>
                <a:gd name="connsiteY1090" fmla="*/ 93345 h 138429"/>
                <a:gd name="connsiteX1091" fmla="*/ 604519 w 4940931"/>
                <a:gd name="connsiteY1091" fmla="*/ 90805 h 138429"/>
                <a:gd name="connsiteX1092" fmla="*/ 613409 w 4940931"/>
                <a:gd name="connsiteY1092" fmla="*/ 100330 h 138429"/>
                <a:gd name="connsiteX1093" fmla="*/ 607694 w 4940931"/>
                <a:gd name="connsiteY1093" fmla="*/ 104775 h 138429"/>
                <a:gd name="connsiteX1094" fmla="*/ 601979 w 4940931"/>
                <a:gd name="connsiteY1094" fmla="*/ 107950 h 138429"/>
                <a:gd name="connsiteX1095" fmla="*/ 594994 w 4940931"/>
                <a:gd name="connsiteY1095" fmla="*/ 109855 h 138429"/>
                <a:gd name="connsiteX1096" fmla="*/ 586104 w 4940931"/>
                <a:gd name="connsiteY1096" fmla="*/ 110490 h 138429"/>
                <a:gd name="connsiteX1097" fmla="*/ 576579 w 4940931"/>
                <a:gd name="connsiteY1097" fmla="*/ 109220 h 138429"/>
                <a:gd name="connsiteX1098" fmla="*/ 568959 w 4940931"/>
                <a:gd name="connsiteY1098" fmla="*/ 105410 h 138429"/>
                <a:gd name="connsiteX1099" fmla="*/ 562609 w 4940931"/>
                <a:gd name="connsiteY1099" fmla="*/ 100330 h 138429"/>
                <a:gd name="connsiteX1100" fmla="*/ 557529 w 4940931"/>
                <a:gd name="connsiteY1100" fmla="*/ 92710 h 138429"/>
                <a:gd name="connsiteX1101" fmla="*/ 553719 w 4940931"/>
                <a:gd name="connsiteY1101" fmla="*/ 82550 h 138429"/>
                <a:gd name="connsiteX1102" fmla="*/ 552449 w 4940931"/>
                <a:gd name="connsiteY1102" fmla="*/ 69850 h 138429"/>
                <a:gd name="connsiteX1103" fmla="*/ 554989 w 4940931"/>
                <a:gd name="connsiteY1103" fmla="*/ 52070 h 138429"/>
                <a:gd name="connsiteX1104" fmla="*/ 561974 w 4940931"/>
                <a:gd name="connsiteY1104" fmla="*/ 39370 h 138429"/>
                <a:gd name="connsiteX1105" fmla="*/ 572769 w 4940931"/>
                <a:gd name="connsiteY1105" fmla="*/ 31750 h 138429"/>
                <a:gd name="connsiteX1106" fmla="*/ 586739 w 4940931"/>
                <a:gd name="connsiteY1106" fmla="*/ 29210 h 138429"/>
                <a:gd name="connsiteX1107" fmla="*/ 400050 w 4940931"/>
                <a:gd name="connsiteY1107" fmla="*/ 29210 h 138429"/>
                <a:gd name="connsiteX1108" fmla="*/ 414655 w 4940931"/>
                <a:gd name="connsiteY1108" fmla="*/ 32385 h 138429"/>
                <a:gd name="connsiteX1109" fmla="*/ 424815 w 4940931"/>
                <a:gd name="connsiteY1109" fmla="*/ 40640 h 138429"/>
                <a:gd name="connsiteX1110" fmla="*/ 431165 w 4940931"/>
                <a:gd name="connsiteY1110" fmla="*/ 53340 h 138429"/>
                <a:gd name="connsiteX1111" fmla="*/ 433070 w 4940931"/>
                <a:gd name="connsiteY1111" fmla="*/ 68580 h 138429"/>
                <a:gd name="connsiteX1112" fmla="*/ 431800 w 4940931"/>
                <a:gd name="connsiteY1112" fmla="*/ 68580 h 138429"/>
                <a:gd name="connsiteX1113" fmla="*/ 431800 w 4940931"/>
                <a:gd name="connsiteY1113" fmla="*/ 72390 h 138429"/>
                <a:gd name="connsiteX1114" fmla="*/ 431800 w 4940931"/>
                <a:gd name="connsiteY1114" fmla="*/ 75565 h 138429"/>
                <a:gd name="connsiteX1115" fmla="*/ 380365 w 4940931"/>
                <a:gd name="connsiteY1115" fmla="*/ 75565 h 138429"/>
                <a:gd name="connsiteX1116" fmla="*/ 382905 w 4940931"/>
                <a:gd name="connsiteY1116" fmla="*/ 85090 h 138429"/>
                <a:gd name="connsiteX1117" fmla="*/ 387350 w 4940931"/>
                <a:gd name="connsiteY1117" fmla="*/ 91440 h 138429"/>
                <a:gd name="connsiteX1118" fmla="*/ 393065 w 4940931"/>
                <a:gd name="connsiteY1118" fmla="*/ 95250 h 138429"/>
                <a:gd name="connsiteX1119" fmla="*/ 400050 w 4940931"/>
                <a:gd name="connsiteY1119" fmla="*/ 96520 h 138429"/>
                <a:gd name="connsiteX1120" fmla="*/ 405130 w 4940931"/>
                <a:gd name="connsiteY1120" fmla="*/ 96520 h 138429"/>
                <a:gd name="connsiteX1121" fmla="*/ 409575 w 4940931"/>
                <a:gd name="connsiteY1121" fmla="*/ 95250 h 138429"/>
                <a:gd name="connsiteX1122" fmla="*/ 413385 w 4940931"/>
                <a:gd name="connsiteY1122" fmla="*/ 93345 h 138429"/>
                <a:gd name="connsiteX1123" fmla="*/ 417830 w 4940931"/>
                <a:gd name="connsiteY1123" fmla="*/ 90805 h 138429"/>
                <a:gd name="connsiteX1124" fmla="*/ 426720 w 4940931"/>
                <a:gd name="connsiteY1124" fmla="*/ 100330 h 138429"/>
                <a:gd name="connsiteX1125" fmla="*/ 421005 w 4940931"/>
                <a:gd name="connsiteY1125" fmla="*/ 104775 h 138429"/>
                <a:gd name="connsiteX1126" fmla="*/ 415290 w 4940931"/>
                <a:gd name="connsiteY1126" fmla="*/ 107950 h 138429"/>
                <a:gd name="connsiteX1127" fmla="*/ 408305 w 4940931"/>
                <a:gd name="connsiteY1127" fmla="*/ 109855 h 138429"/>
                <a:gd name="connsiteX1128" fmla="*/ 399415 w 4940931"/>
                <a:gd name="connsiteY1128" fmla="*/ 110490 h 138429"/>
                <a:gd name="connsiteX1129" fmla="*/ 389890 w 4940931"/>
                <a:gd name="connsiteY1129" fmla="*/ 109220 h 138429"/>
                <a:gd name="connsiteX1130" fmla="*/ 382270 w 4940931"/>
                <a:gd name="connsiteY1130" fmla="*/ 105410 h 138429"/>
                <a:gd name="connsiteX1131" fmla="*/ 375920 w 4940931"/>
                <a:gd name="connsiteY1131" fmla="*/ 100330 h 138429"/>
                <a:gd name="connsiteX1132" fmla="*/ 370840 w 4940931"/>
                <a:gd name="connsiteY1132" fmla="*/ 92710 h 138429"/>
                <a:gd name="connsiteX1133" fmla="*/ 367030 w 4940931"/>
                <a:gd name="connsiteY1133" fmla="*/ 82550 h 138429"/>
                <a:gd name="connsiteX1134" fmla="*/ 365760 w 4940931"/>
                <a:gd name="connsiteY1134" fmla="*/ 69850 h 138429"/>
                <a:gd name="connsiteX1135" fmla="*/ 368300 w 4940931"/>
                <a:gd name="connsiteY1135" fmla="*/ 52070 h 138429"/>
                <a:gd name="connsiteX1136" fmla="*/ 375285 w 4940931"/>
                <a:gd name="connsiteY1136" fmla="*/ 39370 h 138429"/>
                <a:gd name="connsiteX1137" fmla="*/ 386080 w 4940931"/>
                <a:gd name="connsiteY1137" fmla="*/ 31750 h 138429"/>
                <a:gd name="connsiteX1138" fmla="*/ 400050 w 4940931"/>
                <a:gd name="connsiteY1138" fmla="*/ 29210 h 138429"/>
                <a:gd name="connsiteX1139" fmla="*/ 201930 w 4940931"/>
                <a:gd name="connsiteY1139" fmla="*/ 29210 h 138429"/>
                <a:gd name="connsiteX1140" fmla="*/ 216535 w 4940931"/>
                <a:gd name="connsiteY1140" fmla="*/ 32385 h 138429"/>
                <a:gd name="connsiteX1141" fmla="*/ 226695 w 4940931"/>
                <a:gd name="connsiteY1141" fmla="*/ 40640 h 138429"/>
                <a:gd name="connsiteX1142" fmla="*/ 233045 w 4940931"/>
                <a:gd name="connsiteY1142" fmla="*/ 53340 h 138429"/>
                <a:gd name="connsiteX1143" fmla="*/ 234950 w 4940931"/>
                <a:gd name="connsiteY1143" fmla="*/ 68580 h 138429"/>
                <a:gd name="connsiteX1144" fmla="*/ 233680 w 4940931"/>
                <a:gd name="connsiteY1144" fmla="*/ 68580 h 138429"/>
                <a:gd name="connsiteX1145" fmla="*/ 233680 w 4940931"/>
                <a:gd name="connsiteY1145" fmla="*/ 72390 h 138429"/>
                <a:gd name="connsiteX1146" fmla="*/ 233680 w 4940931"/>
                <a:gd name="connsiteY1146" fmla="*/ 75565 h 138429"/>
                <a:gd name="connsiteX1147" fmla="*/ 182245 w 4940931"/>
                <a:gd name="connsiteY1147" fmla="*/ 75565 h 138429"/>
                <a:gd name="connsiteX1148" fmla="*/ 184785 w 4940931"/>
                <a:gd name="connsiteY1148" fmla="*/ 85090 h 138429"/>
                <a:gd name="connsiteX1149" fmla="*/ 189230 w 4940931"/>
                <a:gd name="connsiteY1149" fmla="*/ 91440 h 138429"/>
                <a:gd name="connsiteX1150" fmla="*/ 194945 w 4940931"/>
                <a:gd name="connsiteY1150" fmla="*/ 95250 h 138429"/>
                <a:gd name="connsiteX1151" fmla="*/ 201930 w 4940931"/>
                <a:gd name="connsiteY1151" fmla="*/ 96520 h 138429"/>
                <a:gd name="connsiteX1152" fmla="*/ 207010 w 4940931"/>
                <a:gd name="connsiteY1152" fmla="*/ 96520 h 138429"/>
                <a:gd name="connsiteX1153" fmla="*/ 211455 w 4940931"/>
                <a:gd name="connsiteY1153" fmla="*/ 95250 h 138429"/>
                <a:gd name="connsiteX1154" fmla="*/ 215265 w 4940931"/>
                <a:gd name="connsiteY1154" fmla="*/ 93345 h 138429"/>
                <a:gd name="connsiteX1155" fmla="*/ 219710 w 4940931"/>
                <a:gd name="connsiteY1155" fmla="*/ 90805 h 138429"/>
                <a:gd name="connsiteX1156" fmla="*/ 228600 w 4940931"/>
                <a:gd name="connsiteY1156" fmla="*/ 100330 h 138429"/>
                <a:gd name="connsiteX1157" fmla="*/ 222885 w 4940931"/>
                <a:gd name="connsiteY1157" fmla="*/ 104775 h 138429"/>
                <a:gd name="connsiteX1158" fmla="*/ 217170 w 4940931"/>
                <a:gd name="connsiteY1158" fmla="*/ 107950 h 138429"/>
                <a:gd name="connsiteX1159" fmla="*/ 210185 w 4940931"/>
                <a:gd name="connsiteY1159" fmla="*/ 109855 h 138429"/>
                <a:gd name="connsiteX1160" fmla="*/ 201295 w 4940931"/>
                <a:gd name="connsiteY1160" fmla="*/ 110490 h 138429"/>
                <a:gd name="connsiteX1161" fmla="*/ 191770 w 4940931"/>
                <a:gd name="connsiteY1161" fmla="*/ 109220 h 138429"/>
                <a:gd name="connsiteX1162" fmla="*/ 184150 w 4940931"/>
                <a:gd name="connsiteY1162" fmla="*/ 105410 h 138429"/>
                <a:gd name="connsiteX1163" fmla="*/ 177800 w 4940931"/>
                <a:gd name="connsiteY1163" fmla="*/ 100330 h 138429"/>
                <a:gd name="connsiteX1164" fmla="*/ 172720 w 4940931"/>
                <a:gd name="connsiteY1164" fmla="*/ 92710 h 138429"/>
                <a:gd name="connsiteX1165" fmla="*/ 168910 w 4940931"/>
                <a:gd name="connsiteY1165" fmla="*/ 82550 h 138429"/>
                <a:gd name="connsiteX1166" fmla="*/ 167640 w 4940931"/>
                <a:gd name="connsiteY1166" fmla="*/ 69850 h 138429"/>
                <a:gd name="connsiteX1167" fmla="*/ 170180 w 4940931"/>
                <a:gd name="connsiteY1167" fmla="*/ 52070 h 138429"/>
                <a:gd name="connsiteX1168" fmla="*/ 177165 w 4940931"/>
                <a:gd name="connsiteY1168" fmla="*/ 39370 h 138429"/>
                <a:gd name="connsiteX1169" fmla="*/ 187960 w 4940931"/>
                <a:gd name="connsiteY1169" fmla="*/ 31750 h 138429"/>
                <a:gd name="connsiteX1170" fmla="*/ 201930 w 4940931"/>
                <a:gd name="connsiteY1170" fmla="*/ 29210 h 138429"/>
                <a:gd name="connsiteX1171" fmla="*/ 4664706 w 4940931"/>
                <a:gd name="connsiteY1171" fmla="*/ 28574 h 138429"/>
                <a:gd name="connsiteX1172" fmla="*/ 4678676 w 4940931"/>
                <a:gd name="connsiteY1172" fmla="*/ 31749 h 138429"/>
                <a:gd name="connsiteX1173" fmla="*/ 4689471 w 4940931"/>
                <a:gd name="connsiteY1173" fmla="*/ 40004 h 138429"/>
                <a:gd name="connsiteX1174" fmla="*/ 4696456 w 4940931"/>
                <a:gd name="connsiteY1174" fmla="*/ 52704 h 138429"/>
                <a:gd name="connsiteX1175" fmla="*/ 4698996 w 4940931"/>
                <a:gd name="connsiteY1175" fmla="*/ 69214 h 138429"/>
                <a:gd name="connsiteX1176" fmla="*/ 4699631 w 4940931"/>
                <a:gd name="connsiteY1176" fmla="*/ 69214 h 138429"/>
                <a:gd name="connsiteX1177" fmla="*/ 4697091 w 4940931"/>
                <a:gd name="connsiteY1177" fmla="*/ 86359 h 138429"/>
                <a:gd name="connsiteX1178" fmla="*/ 4689471 w 4940931"/>
                <a:gd name="connsiteY1178" fmla="*/ 99059 h 138429"/>
                <a:gd name="connsiteX1179" fmla="*/ 4678041 w 4940931"/>
                <a:gd name="connsiteY1179" fmla="*/ 107314 h 138429"/>
                <a:gd name="connsiteX1180" fmla="*/ 4664071 w 4940931"/>
                <a:gd name="connsiteY1180" fmla="*/ 109854 h 138429"/>
                <a:gd name="connsiteX1181" fmla="*/ 4650101 w 4940931"/>
                <a:gd name="connsiteY1181" fmla="*/ 106679 h 138429"/>
                <a:gd name="connsiteX1182" fmla="*/ 4639306 w 4940931"/>
                <a:gd name="connsiteY1182" fmla="*/ 98424 h 138429"/>
                <a:gd name="connsiteX1183" fmla="*/ 4632321 w 4940931"/>
                <a:gd name="connsiteY1183" fmla="*/ 85724 h 138429"/>
                <a:gd name="connsiteX1184" fmla="*/ 4629781 w 4940931"/>
                <a:gd name="connsiteY1184" fmla="*/ 69214 h 138429"/>
                <a:gd name="connsiteX1185" fmla="*/ 4632321 w 4940931"/>
                <a:gd name="connsiteY1185" fmla="*/ 52069 h 138429"/>
                <a:gd name="connsiteX1186" fmla="*/ 4639941 w 4940931"/>
                <a:gd name="connsiteY1186" fmla="*/ 39369 h 138429"/>
                <a:gd name="connsiteX1187" fmla="*/ 4650736 w 4940931"/>
                <a:gd name="connsiteY1187" fmla="*/ 31114 h 138429"/>
                <a:gd name="connsiteX1188" fmla="*/ 4664706 w 4940931"/>
                <a:gd name="connsiteY1188" fmla="*/ 28574 h 138429"/>
                <a:gd name="connsiteX1189" fmla="*/ 4264655 w 4940931"/>
                <a:gd name="connsiteY1189" fmla="*/ 28574 h 138429"/>
                <a:gd name="connsiteX1190" fmla="*/ 4278625 w 4940931"/>
                <a:gd name="connsiteY1190" fmla="*/ 31749 h 138429"/>
                <a:gd name="connsiteX1191" fmla="*/ 4289420 w 4940931"/>
                <a:gd name="connsiteY1191" fmla="*/ 40004 h 138429"/>
                <a:gd name="connsiteX1192" fmla="*/ 4296405 w 4940931"/>
                <a:gd name="connsiteY1192" fmla="*/ 52704 h 138429"/>
                <a:gd name="connsiteX1193" fmla="*/ 4298945 w 4940931"/>
                <a:gd name="connsiteY1193" fmla="*/ 69214 h 138429"/>
                <a:gd name="connsiteX1194" fmla="*/ 4299580 w 4940931"/>
                <a:gd name="connsiteY1194" fmla="*/ 69214 h 138429"/>
                <a:gd name="connsiteX1195" fmla="*/ 4297040 w 4940931"/>
                <a:gd name="connsiteY1195" fmla="*/ 86359 h 138429"/>
                <a:gd name="connsiteX1196" fmla="*/ 4289420 w 4940931"/>
                <a:gd name="connsiteY1196" fmla="*/ 99059 h 138429"/>
                <a:gd name="connsiteX1197" fmla="*/ 4277990 w 4940931"/>
                <a:gd name="connsiteY1197" fmla="*/ 107314 h 138429"/>
                <a:gd name="connsiteX1198" fmla="*/ 4264020 w 4940931"/>
                <a:gd name="connsiteY1198" fmla="*/ 109854 h 138429"/>
                <a:gd name="connsiteX1199" fmla="*/ 4250050 w 4940931"/>
                <a:gd name="connsiteY1199" fmla="*/ 106679 h 138429"/>
                <a:gd name="connsiteX1200" fmla="*/ 4239255 w 4940931"/>
                <a:gd name="connsiteY1200" fmla="*/ 98424 h 138429"/>
                <a:gd name="connsiteX1201" fmla="*/ 4232270 w 4940931"/>
                <a:gd name="connsiteY1201" fmla="*/ 85724 h 138429"/>
                <a:gd name="connsiteX1202" fmla="*/ 4229730 w 4940931"/>
                <a:gd name="connsiteY1202" fmla="*/ 69214 h 138429"/>
                <a:gd name="connsiteX1203" fmla="*/ 4232270 w 4940931"/>
                <a:gd name="connsiteY1203" fmla="*/ 52069 h 138429"/>
                <a:gd name="connsiteX1204" fmla="*/ 4239890 w 4940931"/>
                <a:gd name="connsiteY1204" fmla="*/ 39369 h 138429"/>
                <a:gd name="connsiteX1205" fmla="*/ 4250685 w 4940931"/>
                <a:gd name="connsiteY1205" fmla="*/ 31114 h 138429"/>
                <a:gd name="connsiteX1206" fmla="*/ 4264655 w 4940931"/>
                <a:gd name="connsiteY1206" fmla="*/ 28574 h 138429"/>
                <a:gd name="connsiteX1207" fmla="*/ 1420495 w 4940931"/>
                <a:gd name="connsiteY1207" fmla="*/ 28574 h 138429"/>
                <a:gd name="connsiteX1208" fmla="*/ 1434465 w 4940931"/>
                <a:gd name="connsiteY1208" fmla="*/ 31749 h 138429"/>
                <a:gd name="connsiteX1209" fmla="*/ 1445260 w 4940931"/>
                <a:gd name="connsiteY1209" fmla="*/ 40004 h 138429"/>
                <a:gd name="connsiteX1210" fmla="*/ 1452245 w 4940931"/>
                <a:gd name="connsiteY1210" fmla="*/ 52704 h 138429"/>
                <a:gd name="connsiteX1211" fmla="*/ 1454785 w 4940931"/>
                <a:gd name="connsiteY1211" fmla="*/ 69214 h 138429"/>
                <a:gd name="connsiteX1212" fmla="*/ 1455420 w 4940931"/>
                <a:gd name="connsiteY1212" fmla="*/ 69214 h 138429"/>
                <a:gd name="connsiteX1213" fmla="*/ 1452880 w 4940931"/>
                <a:gd name="connsiteY1213" fmla="*/ 86359 h 138429"/>
                <a:gd name="connsiteX1214" fmla="*/ 1445260 w 4940931"/>
                <a:gd name="connsiteY1214" fmla="*/ 99059 h 138429"/>
                <a:gd name="connsiteX1215" fmla="*/ 1433830 w 4940931"/>
                <a:gd name="connsiteY1215" fmla="*/ 107314 h 138429"/>
                <a:gd name="connsiteX1216" fmla="*/ 1419860 w 4940931"/>
                <a:gd name="connsiteY1216" fmla="*/ 109854 h 138429"/>
                <a:gd name="connsiteX1217" fmla="*/ 1405890 w 4940931"/>
                <a:gd name="connsiteY1217" fmla="*/ 106679 h 138429"/>
                <a:gd name="connsiteX1218" fmla="*/ 1395095 w 4940931"/>
                <a:gd name="connsiteY1218" fmla="*/ 98424 h 138429"/>
                <a:gd name="connsiteX1219" fmla="*/ 1388110 w 4940931"/>
                <a:gd name="connsiteY1219" fmla="*/ 85724 h 138429"/>
                <a:gd name="connsiteX1220" fmla="*/ 1385570 w 4940931"/>
                <a:gd name="connsiteY1220" fmla="*/ 69214 h 138429"/>
                <a:gd name="connsiteX1221" fmla="*/ 1388110 w 4940931"/>
                <a:gd name="connsiteY1221" fmla="*/ 52069 h 138429"/>
                <a:gd name="connsiteX1222" fmla="*/ 1395730 w 4940931"/>
                <a:gd name="connsiteY1222" fmla="*/ 39369 h 138429"/>
                <a:gd name="connsiteX1223" fmla="*/ 1406525 w 4940931"/>
                <a:gd name="connsiteY1223" fmla="*/ 31114 h 138429"/>
                <a:gd name="connsiteX1224" fmla="*/ 1420495 w 4940931"/>
                <a:gd name="connsiteY1224" fmla="*/ 28574 h 138429"/>
                <a:gd name="connsiteX1225" fmla="*/ 3143245 w 4940931"/>
                <a:gd name="connsiteY1225" fmla="*/ 5079 h 138429"/>
                <a:gd name="connsiteX1226" fmla="*/ 3219445 w 4940931"/>
                <a:gd name="connsiteY1226" fmla="*/ 5079 h 138429"/>
                <a:gd name="connsiteX1227" fmla="*/ 3219445 w 4940931"/>
                <a:gd name="connsiteY1227" fmla="*/ 20319 h 138429"/>
                <a:gd name="connsiteX1228" fmla="*/ 3188965 w 4940931"/>
                <a:gd name="connsiteY1228" fmla="*/ 20319 h 138429"/>
                <a:gd name="connsiteX1229" fmla="*/ 3188965 w 4940931"/>
                <a:gd name="connsiteY1229" fmla="*/ 108584 h 138429"/>
                <a:gd name="connsiteX1230" fmla="*/ 3173090 w 4940931"/>
                <a:gd name="connsiteY1230" fmla="*/ 108584 h 138429"/>
                <a:gd name="connsiteX1231" fmla="*/ 3173090 w 4940931"/>
                <a:gd name="connsiteY1231" fmla="*/ 20319 h 138429"/>
                <a:gd name="connsiteX1232" fmla="*/ 3143245 w 4940931"/>
                <a:gd name="connsiteY1232" fmla="*/ 20319 h 138429"/>
                <a:gd name="connsiteX1233" fmla="*/ 1628774 w 4940931"/>
                <a:gd name="connsiteY1233" fmla="*/ 5079 h 138429"/>
                <a:gd name="connsiteX1234" fmla="*/ 1704970 w 4940931"/>
                <a:gd name="connsiteY1234" fmla="*/ 5079 h 138429"/>
                <a:gd name="connsiteX1235" fmla="*/ 1704970 w 4940931"/>
                <a:gd name="connsiteY1235" fmla="*/ 20319 h 138429"/>
                <a:gd name="connsiteX1236" fmla="*/ 1675129 w 4940931"/>
                <a:gd name="connsiteY1236" fmla="*/ 20319 h 138429"/>
                <a:gd name="connsiteX1237" fmla="*/ 1675129 w 4940931"/>
                <a:gd name="connsiteY1237" fmla="*/ 108584 h 138429"/>
                <a:gd name="connsiteX1238" fmla="*/ 1659255 w 4940931"/>
                <a:gd name="connsiteY1238" fmla="*/ 108584 h 138429"/>
                <a:gd name="connsiteX1239" fmla="*/ 1659255 w 4940931"/>
                <a:gd name="connsiteY1239" fmla="*/ 20319 h 138429"/>
                <a:gd name="connsiteX1240" fmla="*/ 1628774 w 4940931"/>
                <a:gd name="connsiteY1240" fmla="*/ 20319 h 138429"/>
                <a:gd name="connsiteX1241" fmla="*/ 0 w 4940931"/>
                <a:gd name="connsiteY1241" fmla="*/ 5079 h 138429"/>
                <a:gd name="connsiteX1242" fmla="*/ 76200 w 4940931"/>
                <a:gd name="connsiteY1242" fmla="*/ 5079 h 138429"/>
                <a:gd name="connsiteX1243" fmla="*/ 76200 w 4940931"/>
                <a:gd name="connsiteY1243" fmla="*/ 20319 h 138429"/>
                <a:gd name="connsiteX1244" fmla="*/ 45720 w 4940931"/>
                <a:gd name="connsiteY1244" fmla="*/ 20319 h 138429"/>
                <a:gd name="connsiteX1245" fmla="*/ 45720 w 4940931"/>
                <a:gd name="connsiteY1245" fmla="*/ 108584 h 138429"/>
                <a:gd name="connsiteX1246" fmla="*/ 29845 w 4940931"/>
                <a:gd name="connsiteY1246" fmla="*/ 108584 h 138429"/>
                <a:gd name="connsiteX1247" fmla="*/ 29845 w 4940931"/>
                <a:gd name="connsiteY1247" fmla="*/ 20319 h 138429"/>
                <a:gd name="connsiteX1248" fmla="*/ 0 w 4940931"/>
                <a:gd name="connsiteY1248" fmla="*/ 20319 h 138429"/>
                <a:gd name="connsiteX1249" fmla="*/ 1362075 w 4940931"/>
                <a:gd name="connsiteY1249" fmla="*/ 1269 h 138429"/>
                <a:gd name="connsiteX1250" fmla="*/ 1365885 w 4940931"/>
                <a:gd name="connsiteY1250" fmla="*/ 1904 h 138429"/>
                <a:gd name="connsiteX1251" fmla="*/ 1369060 w 4940931"/>
                <a:gd name="connsiteY1251" fmla="*/ 3809 h 138429"/>
                <a:gd name="connsiteX1252" fmla="*/ 1370965 w 4940931"/>
                <a:gd name="connsiteY1252" fmla="*/ 6984 h 138429"/>
                <a:gd name="connsiteX1253" fmla="*/ 1371600 w 4940931"/>
                <a:gd name="connsiteY1253" fmla="*/ 10794 h 138429"/>
                <a:gd name="connsiteX1254" fmla="*/ 1370965 w 4940931"/>
                <a:gd name="connsiteY1254" fmla="*/ 14604 h 138429"/>
                <a:gd name="connsiteX1255" fmla="*/ 1369060 w 4940931"/>
                <a:gd name="connsiteY1255" fmla="*/ 17779 h 138429"/>
                <a:gd name="connsiteX1256" fmla="*/ 1365885 w 4940931"/>
                <a:gd name="connsiteY1256" fmla="*/ 19684 h 138429"/>
                <a:gd name="connsiteX1257" fmla="*/ 1362075 w 4940931"/>
                <a:gd name="connsiteY1257" fmla="*/ 20319 h 138429"/>
                <a:gd name="connsiteX1258" fmla="*/ 1358265 w 4940931"/>
                <a:gd name="connsiteY1258" fmla="*/ 19684 h 138429"/>
                <a:gd name="connsiteX1259" fmla="*/ 1355090 w 4940931"/>
                <a:gd name="connsiteY1259" fmla="*/ 17779 h 138429"/>
                <a:gd name="connsiteX1260" fmla="*/ 1353185 w 4940931"/>
                <a:gd name="connsiteY1260" fmla="*/ 14604 h 138429"/>
                <a:gd name="connsiteX1261" fmla="*/ 1352550 w 4940931"/>
                <a:gd name="connsiteY1261" fmla="*/ 10794 h 138429"/>
                <a:gd name="connsiteX1262" fmla="*/ 1353185 w 4940931"/>
                <a:gd name="connsiteY1262" fmla="*/ 6984 h 138429"/>
                <a:gd name="connsiteX1263" fmla="*/ 1355090 w 4940931"/>
                <a:gd name="connsiteY1263" fmla="*/ 3809 h 138429"/>
                <a:gd name="connsiteX1264" fmla="*/ 1358265 w 4940931"/>
                <a:gd name="connsiteY1264" fmla="*/ 1904 h 138429"/>
                <a:gd name="connsiteX1265" fmla="*/ 1362075 w 4940931"/>
                <a:gd name="connsiteY1265" fmla="*/ 1269 h 138429"/>
                <a:gd name="connsiteX1266" fmla="*/ 4789801 w 4940931"/>
                <a:gd name="connsiteY1266" fmla="*/ 634 h 138429"/>
                <a:gd name="connsiteX1267" fmla="*/ 4789801 w 4940931"/>
                <a:gd name="connsiteY1267" fmla="*/ 65404 h 138429"/>
                <a:gd name="connsiteX1268" fmla="*/ 4814566 w 4940931"/>
                <a:gd name="connsiteY1268" fmla="*/ 31114 h 138429"/>
                <a:gd name="connsiteX1269" fmla="*/ 4831711 w 4940931"/>
                <a:gd name="connsiteY1269" fmla="*/ 31114 h 138429"/>
                <a:gd name="connsiteX1270" fmla="*/ 4812026 w 4940931"/>
                <a:gd name="connsiteY1270" fmla="*/ 57149 h 138429"/>
                <a:gd name="connsiteX1271" fmla="*/ 4835521 w 4940931"/>
                <a:gd name="connsiteY1271" fmla="*/ 108584 h 138429"/>
                <a:gd name="connsiteX1272" fmla="*/ 4819011 w 4940931"/>
                <a:gd name="connsiteY1272" fmla="*/ 108584 h 138429"/>
                <a:gd name="connsiteX1273" fmla="*/ 4801866 w 4940931"/>
                <a:gd name="connsiteY1273" fmla="*/ 69849 h 138429"/>
                <a:gd name="connsiteX1274" fmla="*/ 4789801 w 4940931"/>
                <a:gd name="connsiteY1274" fmla="*/ 85724 h 138429"/>
                <a:gd name="connsiteX1275" fmla="*/ 4789801 w 4940931"/>
                <a:gd name="connsiteY1275" fmla="*/ 108584 h 138429"/>
                <a:gd name="connsiteX1276" fmla="*/ 4774561 w 4940931"/>
                <a:gd name="connsiteY1276" fmla="*/ 108584 h 138429"/>
                <a:gd name="connsiteX1277" fmla="*/ 4774561 w 4940931"/>
                <a:gd name="connsiteY1277" fmla="*/ 8889 h 138429"/>
                <a:gd name="connsiteX1278" fmla="*/ 4472301 w 4940931"/>
                <a:gd name="connsiteY1278" fmla="*/ 634 h 138429"/>
                <a:gd name="connsiteX1279" fmla="*/ 4472301 w 4940931"/>
                <a:gd name="connsiteY1279" fmla="*/ 109219 h 138429"/>
                <a:gd name="connsiteX1280" fmla="*/ 4457061 w 4940931"/>
                <a:gd name="connsiteY1280" fmla="*/ 109219 h 138429"/>
                <a:gd name="connsiteX1281" fmla="*/ 4457696 w 4940931"/>
                <a:gd name="connsiteY1281" fmla="*/ 108584 h 138429"/>
                <a:gd name="connsiteX1282" fmla="*/ 4457696 w 4940931"/>
                <a:gd name="connsiteY1282" fmla="*/ 100964 h 138429"/>
                <a:gd name="connsiteX1283" fmla="*/ 4453251 w 4940931"/>
                <a:gd name="connsiteY1283" fmla="*/ 104774 h 138429"/>
                <a:gd name="connsiteX1284" fmla="*/ 4448171 w 4940931"/>
                <a:gd name="connsiteY1284" fmla="*/ 107949 h 138429"/>
                <a:gd name="connsiteX1285" fmla="*/ 4443091 w 4940931"/>
                <a:gd name="connsiteY1285" fmla="*/ 109854 h 138429"/>
                <a:gd name="connsiteX1286" fmla="*/ 4437376 w 4940931"/>
                <a:gd name="connsiteY1286" fmla="*/ 109854 h 138429"/>
                <a:gd name="connsiteX1287" fmla="*/ 4425946 w 4940931"/>
                <a:gd name="connsiteY1287" fmla="*/ 107314 h 138429"/>
                <a:gd name="connsiteX1288" fmla="*/ 4416421 w 4940931"/>
                <a:gd name="connsiteY1288" fmla="*/ 99694 h 138429"/>
                <a:gd name="connsiteX1289" fmla="*/ 4410071 w 4940931"/>
                <a:gd name="connsiteY1289" fmla="*/ 86994 h 138429"/>
                <a:gd name="connsiteX1290" fmla="*/ 4407531 w 4940931"/>
                <a:gd name="connsiteY1290" fmla="*/ 67944 h 138429"/>
                <a:gd name="connsiteX1291" fmla="*/ 4410071 w 4940931"/>
                <a:gd name="connsiteY1291" fmla="*/ 50799 h 138429"/>
                <a:gd name="connsiteX1292" fmla="*/ 4417056 w 4940931"/>
                <a:gd name="connsiteY1292" fmla="*/ 38734 h 138429"/>
                <a:gd name="connsiteX1293" fmla="*/ 4426581 w 4940931"/>
                <a:gd name="connsiteY1293" fmla="*/ 31749 h 138429"/>
                <a:gd name="connsiteX1294" fmla="*/ 4438011 w 4940931"/>
                <a:gd name="connsiteY1294" fmla="*/ 29209 h 138429"/>
                <a:gd name="connsiteX1295" fmla="*/ 4443726 w 4940931"/>
                <a:gd name="connsiteY1295" fmla="*/ 29844 h 138429"/>
                <a:gd name="connsiteX1296" fmla="*/ 4448806 w 4940931"/>
                <a:gd name="connsiteY1296" fmla="*/ 31749 h 138429"/>
                <a:gd name="connsiteX1297" fmla="*/ 4453251 w 4940931"/>
                <a:gd name="connsiteY1297" fmla="*/ 34924 h 138429"/>
                <a:gd name="connsiteX1298" fmla="*/ 4457061 w 4940931"/>
                <a:gd name="connsiteY1298" fmla="*/ 38099 h 138429"/>
                <a:gd name="connsiteX1299" fmla="*/ 4457061 w 4940931"/>
                <a:gd name="connsiteY1299" fmla="*/ 8254 h 138429"/>
                <a:gd name="connsiteX1300" fmla="*/ 4390385 w 4940931"/>
                <a:gd name="connsiteY1300" fmla="*/ 634 h 138429"/>
                <a:gd name="connsiteX1301" fmla="*/ 4390385 w 4940931"/>
                <a:gd name="connsiteY1301" fmla="*/ 108584 h 138429"/>
                <a:gd name="connsiteX1302" fmla="*/ 4375145 w 4940931"/>
                <a:gd name="connsiteY1302" fmla="*/ 108584 h 138429"/>
                <a:gd name="connsiteX1303" fmla="*/ 4375145 w 4940931"/>
                <a:gd name="connsiteY1303" fmla="*/ 8889 h 138429"/>
                <a:gd name="connsiteX1304" fmla="*/ 3946521 w 4940931"/>
                <a:gd name="connsiteY1304" fmla="*/ 634 h 138429"/>
                <a:gd name="connsiteX1305" fmla="*/ 3946521 w 4940931"/>
                <a:gd name="connsiteY1305" fmla="*/ 38099 h 138429"/>
                <a:gd name="connsiteX1306" fmla="*/ 3950331 w 4940931"/>
                <a:gd name="connsiteY1306" fmla="*/ 34289 h 138429"/>
                <a:gd name="connsiteX1307" fmla="*/ 3954776 w 4940931"/>
                <a:gd name="connsiteY1307" fmla="*/ 31114 h 138429"/>
                <a:gd name="connsiteX1308" fmla="*/ 3960491 w 4940931"/>
                <a:gd name="connsiteY1308" fmla="*/ 29209 h 138429"/>
                <a:gd name="connsiteX1309" fmla="*/ 3966206 w 4940931"/>
                <a:gd name="connsiteY1309" fmla="*/ 29209 h 138429"/>
                <a:gd name="connsiteX1310" fmla="*/ 3978271 w 4940931"/>
                <a:gd name="connsiteY1310" fmla="*/ 31749 h 138429"/>
                <a:gd name="connsiteX1311" fmla="*/ 3987161 w 4940931"/>
                <a:gd name="connsiteY1311" fmla="*/ 38099 h 138429"/>
                <a:gd name="connsiteX1312" fmla="*/ 3992241 w 4940931"/>
                <a:gd name="connsiteY1312" fmla="*/ 49529 h 138429"/>
                <a:gd name="connsiteX1313" fmla="*/ 3994146 w 4940931"/>
                <a:gd name="connsiteY1313" fmla="*/ 64134 h 138429"/>
                <a:gd name="connsiteX1314" fmla="*/ 3994146 w 4940931"/>
                <a:gd name="connsiteY1314" fmla="*/ 108584 h 138429"/>
                <a:gd name="connsiteX1315" fmla="*/ 3978906 w 4940931"/>
                <a:gd name="connsiteY1315" fmla="*/ 108584 h 138429"/>
                <a:gd name="connsiteX1316" fmla="*/ 3978271 w 4940931"/>
                <a:gd name="connsiteY1316" fmla="*/ 108584 h 138429"/>
                <a:gd name="connsiteX1317" fmla="*/ 3978271 w 4940931"/>
                <a:gd name="connsiteY1317" fmla="*/ 64769 h 138429"/>
                <a:gd name="connsiteX1318" fmla="*/ 3974461 w 4940931"/>
                <a:gd name="connsiteY1318" fmla="*/ 48894 h 138429"/>
                <a:gd name="connsiteX1319" fmla="*/ 3962396 w 4940931"/>
                <a:gd name="connsiteY1319" fmla="*/ 43814 h 138429"/>
                <a:gd name="connsiteX1320" fmla="*/ 3956046 w 4940931"/>
                <a:gd name="connsiteY1320" fmla="*/ 45084 h 138429"/>
                <a:gd name="connsiteX1321" fmla="*/ 3950966 w 4940931"/>
                <a:gd name="connsiteY1321" fmla="*/ 48894 h 138429"/>
                <a:gd name="connsiteX1322" fmla="*/ 3947791 w 4940931"/>
                <a:gd name="connsiteY1322" fmla="*/ 55244 h 138429"/>
                <a:gd name="connsiteX1323" fmla="*/ 3946521 w 4940931"/>
                <a:gd name="connsiteY1323" fmla="*/ 63499 h 138429"/>
                <a:gd name="connsiteX1324" fmla="*/ 3946521 w 4940931"/>
                <a:gd name="connsiteY1324" fmla="*/ 109219 h 138429"/>
                <a:gd name="connsiteX1325" fmla="*/ 3931281 w 4940931"/>
                <a:gd name="connsiteY1325" fmla="*/ 109219 h 138429"/>
                <a:gd name="connsiteX1326" fmla="*/ 3931281 w 4940931"/>
                <a:gd name="connsiteY1326" fmla="*/ 8889 h 138429"/>
                <a:gd name="connsiteX1327" fmla="*/ 3248021 w 4940931"/>
                <a:gd name="connsiteY1327" fmla="*/ 634 h 138429"/>
                <a:gd name="connsiteX1328" fmla="*/ 3248021 w 4940931"/>
                <a:gd name="connsiteY1328" fmla="*/ 38099 h 138429"/>
                <a:gd name="connsiteX1329" fmla="*/ 3251831 w 4940931"/>
                <a:gd name="connsiteY1329" fmla="*/ 34289 h 138429"/>
                <a:gd name="connsiteX1330" fmla="*/ 3256276 w 4940931"/>
                <a:gd name="connsiteY1330" fmla="*/ 31114 h 138429"/>
                <a:gd name="connsiteX1331" fmla="*/ 3261991 w 4940931"/>
                <a:gd name="connsiteY1331" fmla="*/ 29209 h 138429"/>
                <a:gd name="connsiteX1332" fmla="*/ 3267706 w 4940931"/>
                <a:gd name="connsiteY1332" fmla="*/ 29209 h 138429"/>
                <a:gd name="connsiteX1333" fmla="*/ 3279771 w 4940931"/>
                <a:gd name="connsiteY1333" fmla="*/ 31749 h 138429"/>
                <a:gd name="connsiteX1334" fmla="*/ 3288661 w 4940931"/>
                <a:gd name="connsiteY1334" fmla="*/ 38099 h 138429"/>
                <a:gd name="connsiteX1335" fmla="*/ 3293741 w 4940931"/>
                <a:gd name="connsiteY1335" fmla="*/ 49529 h 138429"/>
                <a:gd name="connsiteX1336" fmla="*/ 3295646 w 4940931"/>
                <a:gd name="connsiteY1336" fmla="*/ 64134 h 138429"/>
                <a:gd name="connsiteX1337" fmla="*/ 3295646 w 4940931"/>
                <a:gd name="connsiteY1337" fmla="*/ 108584 h 138429"/>
                <a:gd name="connsiteX1338" fmla="*/ 3280406 w 4940931"/>
                <a:gd name="connsiteY1338" fmla="*/ 108584 h 138429"/>
                <a:gd name="connsiteX1339" fmla="*/ 3279771 w 4940931"/>
                <a:gd name="connsiteY1339" fmla="*/ 108584 h 138429"/>
                <a:gd name="connsiteX1340" fmla="*/ 3279771 w 4940931"/>
                <a:gd name="connsiteY1340" fmla="*/ 64769 h 138429"/>
                <a:gd name="connsiteX1341" fmla="*/ 3275961 w 4940931"/>
                <a:gd name="connsiteY1341" fmla="*/ 48894 h 138429"/>
                <a:gd name="connsiteX1342" fmla="*/ 3263896 w 4940931"/>
                <a:gd name="connsiteY1342" fmla="*/ 43814 h 138429"/>
                <a:gd name="connsiteX1343" fmla="*/ 3257546 w 4940931"/>
                <a:gd name="connsiteY1343" fmla="*/ 45084 h 138429"/>
                <a:gd name="connsiteX1344" fmla="*/ 3252466 w 4940931"/>
                <a:gd name="connsiteY1344" fmla="*/ 48894 h 138429"/>
                <a:gd name="connsiteX1345" fmla="*/ 3249291 w 4940931"/>
                <a:gd name="connsiteY1345" fmla="*/ 55244 h 138429"/>
                <a:gd name="connsiteX1346" fmla="*/ 3248021 w 4940931"/>
                <a:gd name="connsiteY1346" fmla="*/ 63499 h 138429"/>
                <a:gd name="connsiteX1347" fmla="*/ 3248021 w 4940931"/>
                <a:gd name="connsiteY1347" fmla="*/ 109219 h 138429"/>
                <a:gd name="connsiteX1348" fmla="*/ 3232781 w 4940931"/>
                <a:gd name="connsiteY1348" fmla="*/ 109219 h 138429"/>
                <a:gd name="connsiteX1349" fmla="*/ 3232781 w 4940931"/>
                <a:gd name="connsiteY1349" fmla="*/ 8889 h 138429"/>
                <a:gd name="connsiteX1350" fmla="*/ 2432681 w 4940931"/>
                <a:gd name="connsiteY1350" fmla="*/ 634 h 138429"/>
                <a:gd name="connsiteX1351" fmla="*/ 2432681 w 4940931"/>
                <a:gd name="connsiteY1351" fmla="*/ 38099 h 138429"/>
                <a:gd name="connsiteX1352" fmla="*/ 2436491 w 4940931"/>
                <a:gd name="connsiteY1352" fmla="*/ 34289 h 138429"/>
                <a:gd name="connsiteX1353" fmla="*/ 2440936 w 4940931"/>
                <a:gd name="connsiteY1353" fmla="*/ 31114 h 138429"/>
                <a:gd name="connsiteX1354" fmla="*/ 2446651 w 4940931"/>
                <a:gd name="connsiteY1354" fmla="*/ 29209 h 138429"/>
                <a:gd name="connsiteX1355" fmla="*/ 2452366 w 4940931"/>
                <a:gd name="connsiteY1355" fmla="*/ 29209 h 138429"/>
                <a:gd name="connsiteX1356" fmla="*/ 2464431 w 4940931"/>
                <a:gd name="connsiteY1356" fmla="*/ 31749 h 138429"/>
                <a:gd name="connsiteX1357" fmla="*/ 2473321 w 4940931"/>
                <a:gd name="connsiteY1357" fmla="*/ 38099 h 138429"/>
                <a:gd name="connsiteX1358" fmla="*/ 2478401 w 4940931"/>
                <a:gd name="connsiteY1358" fmla="*/ 49529 h 138429"/>
                <a:gd name="connsiteX1359" fmla="*/ 2480306 w 4940931"/>
                <a:gd name="connsiteY1359" fmla="*/ 64134 h 138429"/>
                <a:gd name="connsiteX1360" fmla="*/ 2480306 w 4940931"/>
                <a:gd name="connsiteY1360" fmla="*/ 108584 h 138429"/>
                <a:gd name="connsiteX1361" fmla="*/ 2465066 w 4940931"/>
                <a:gd name="connsiteY1361" fmla="*/ 108584 h 138429"/>
                <a:gd name="connsiteX1362" fmla="*/ 2464431 w 4940931"/>
                <a:gd name="connsiteY1362" fmla="*/ 108584 h 138429"/>
                <a:gd name="connsiteX1363" fmla="*/ 2464431 w 4940931"/>
                <a:gd name="connsiteY1363" fmla="*/ 64769 h 138429"/>
                <a:gd name="connsiteX1364" fmla="*/ 2460621 w 4940931"/>
                <a:gd name="connsiteY1364" fmla="*/ 48894 h 138429"/>
                <a:gd name="connsiteX1365" fmla="*/ 2448556 w 4940931"/>
                <a:gd name="connsiteY1365" fmla="*/ 43814 h 138429"/>
                <a:gd name="connsiteX1366" fmla="*/ 2442206 w 4940931"/>
                <a:gd name="connsiteY1366" fmla="*/ 45084 h 138429"/>
                <a:gd name="connsiteX1367" fmla="*/ 2437126 w 4940931"/>
                <a:gd name="connsiteY1367" fmla="*/ 48894 h 138429"/>
                <a:gd name="connsiteX1368" fmla="*/ 2433951 w 4940931"/>
                <a:gd name="connsiteY1368" fmla="*/ 55244 h 138429"/>
                <a:gd name="connsiteX1369" fmla="*/ 2432681 w 4940931"/>
                <a:gd name="connsiteY1369" fmla="*/ 63499 h 138429"/>
                <a:gd name="connsiteX1370" fmla="*/ 2432681 w 4940931"/>
                <a:gd name="connsiteY1370" fmla="*/ 109219 h 138429"/>
                <a:gd name="connsiteX1371" fmla="*/ 2417441 w 4940931"/>
                <a:gd name="connsiteY1371" fmla="*/ 109219 h 138429"/>
                <a:gd name="connsiteX1372" fmla="*/ 2417441 w 4940931"/>
                <a:gd name="connsiteY1372" fmla="*/ 8889 h 138429"/>
                <a:gd name="connsiteX1373" fmla="*/ 1734181 w 4940931"/>
                <a:gd name="connsiteY1373" fmla="*/ 634 h 138429"/>
                <a:gd name="connsiteX1374" fmla="*/ 1734181 w 4940931"/>
                <a:gd name="connsiteY1374" fmla="*/ 38099 h 138429"/>
                <a:gd name="connsiteX1375" fmla="*/ 1737991 w 4940931"/>
                <a:gd name="connsiteY1375" fmla="*/ 34289 h 138429"/>
                <a:gd name="connsiteX1376" fmla="*/ 1742436 w 4940931"/>
                <a:gd name="connsiteY1376" fmla="*/ 31114 h 138429"/>
                <a:gd name="connsiteX1377" fmla="*/ 1748151 w 4940931"/>
                <a:gd name="connsiteY1377" fmla="*/ 29209 h 138429"/>
                <a:gd name="connsiteX1378" fmla="*/ 1753866 w 4940931"/>
                <a:gd name="connsiteY1378" fmla="*/ 29209 h 138429"/>
                <a:gd name="connsiteX1379" fmla="*/ 1765931 w 4940931"/>
                <a:gd name="connsiteY1379" fmla="*/ 31749 h 138429"/>
                <a:gd name="connsiteX1380" fmla="*/ 1774821 w 4940931"/>
                <a:gd name="connsiteY1380" fmla="*/ 38099 h 138429"/>
                <a:gd name="connsiteX1381" fmla="*/ 1779901 w 4940931"/>
                <a:gd name="connsiteY1381" fmla="*/ 49529 h 138429"/>
                <a:gd name="connsiteX1382" fmla="*/ 1781806 w 4940931"/>
                <a:gd name="connsiteY1382" fmla="*/ 64134 h 138429"/>
                <a:gd name="connsiteX1383" fmla="*/ 1781806 w 4940931"/>
                <a:gd name="connsiteY1383" fmla="*/ 108584 h 138429"/>
                <a:gd name="connsiteX1384" fmla="*/ 1766566 w 4940931"/>
                <a:gd name="connsiteY1384" fmla="*/ 108584 h 138429"/>
                <a:gd name="connsiteX1385" fmla="*/ 1765931 w 4940931"/>
                <a:gd name="connsiteY1385" fmla="*/ 108584 h 138429"/>
                <a:gd name="connsiteX1386" fmla="*/ 1765931 w 4940931"/>
                <a:gd name="connsiteY1386" fmla="*/ 64769 h 138429"/>
                <a:gd name="connsiteX1387" fmla="*/ 1762121 w 4940931"/>
                <a:gd name="connsiteY1387" fmla="*/ 48894 h 138429"/>
                <a:gd name="connsiteX1388" fmla="*/ 1750056 w 4940931"/>
                <a:gd name="connsiteY1388" fmla="*/ 43814 h 138429"/>
                <a:gd name="connsiteX1389" fmla="*/ 1743706 w 4940931"/>
                <a:gd name="connsiteY1389" fmla="*/ 45084 h 138429"/>
                <a:gd name="connsiteX1390" fmla="*/ 1738626 w 4940931"/>
                <a:gd name="connsiteY1390" fmla="*/ 48894 h 138429"/>
                <a:gd name="connsiteX1391" fmla="*/ 1735451 w 4940931"/>
                <a:gd name="connsiteY1391" fmla="*/ 55244 h 138429"/>
                <a:gd name="connsiteX1392" fmla="*/ 1734181 w 4940931"/>
                <a:gd name="connsiteY1392" fmla="*/ 63499 h 138429"/>
                <a:gd name="connsiteX1393" fmla="*/ 1734181 w 4940931"/>
                <a:gd name="connsiteY1393" fmla="*/ 109219 h 138429"/>
                <a:gd name="connsiteX1394" fmla="*/ 1718941 w 4940931"/>
                <a:gd name="connsiteY1394" fmla="*/ 109219 h 138429"/>
                <a:gd name="connsiteX1395" fmla="*/ 1718941 w 4940931"/>
                <a:gd name="connsiteY1395" fmla="*/ 8889 h 138429"/>
                <a:gd name="connsiteX1396" fmla="*/ 803275 w 4940931"/>
                <a:gd name="connsiteY1396" fmla="*/ 634 h 138429"/>
                <a:gd name="connsiteX1397" fmla="*/ 803275 w 4940931"/>
                <a:gd name="connsiteY1397" fmla="*/ 38099 h 138429"/>
                <a:gd name="connsiteX1398" fmla="*/ 807085 w 4940931"/>
                <a:gd name="connsiteY1398" fmla="*/ 34289 h 138429"/>
                <a:gd name="connsiteX1399" fmla="*/ 811530 w 4940931"/>
                <a:gd name="connsiteY1399" fmla="*/ 31114 h 138429"/>
                <a:gd name="connsiteX1400" fmla="*/ 817245 w 4940931"/>
                <a:gd name="connsiteY1400" fmla="*/ 29209 h 138429"/>
                <a:gd name="connsiteX1401" fmla="*/ 822960 w 4940931"/>
                <a:gd name="connsiteY1401" fmla="*/ 29209 h 138429"/>
                <a:gd name="connsiteX1402" fmla="*/ 835025 w 4940931"/>
                <a:gd name="connsiteY1402" fmla="*/ 31749 h 138429"/>
                <a:gd name="connsiteX1403" fmla="*/ 843915 w 4940931"/>
                <a:gd name="connsiteY1403" fmla="*/ 38099 h 138429"/>
                <a:gd name="connsiteX1404" fmla="*/ 848995 w 4940931"/>
                <a:gd name="connsiteY1404" fmla="*/ 49529 h 138429"/>
                <a:gd name="connsiteX1405" fmla="*/ 850900 w 4940931"/>
                <a:gd name="connsiteY1405" fmla="*/ 64134 h 138429"/>
                <a:gd name="connsiteX1406" fmla="*/ 850900 w 4940931"/>
                <a:gd name="connsiteY1406" fmla="*/ 108584 h 138429"/>
                <a:gd name="connsiteX1407" fmla="*/ 835660 w 4940931"/>
                <a:gd name="connsiteY1407" fmla="*/ 108584 h 138429"/>
                <a:gd name="connsiteX1408" fmla="*/ 835025 w 4940931"/>
                <a:gd name="connsiteY1408" fmla="*/ 108584 h 138429"/>
                <a:gd name="connsiteX1409" fmla="*/ 835025 w 4940931"/>
                <a:gd name="connsiteY1409" fmla="*/ 64769 h 138429"/>
                <a:gd name="connsiteX1410" fmla="*/ 831215 w 4940931"/>
                <a:gd name="connsiteY1410" fmla="*/ 48894 h 138429"/>
                <a:gd name="connsiteX1411" fmla="*/ 819150 w 4940931"/>
                <a:gd name="connsiteY1411" fmla="*/ 43814 h 138429"/>
                <a:gd name="connsiteX1412" fmla="*/ 812800 w 4940931"/>
                <a:gd name="connsiteY1412" fmla="*/ 45084 h 138429"/>
                <a:gd name="connsiteX1413" fmla="*/ 807720 w 4940931"/>
                <a:gd name="connsiteY1413" fmla="*/ 48894 h 138429"/>
                <a:gd name="connsiteX1414" fmla="*/ 804545 w 4940931"/>
                <a:gd name="connsiteY1414" fmla="*/ 55244 h 138429"/>
                <a:gd name="connsiteX1415" fmla="*/ 803275 w 4940931"/>
                <a:gd name="connsiteY1415" fmla="*/ 63499 h 138429"/>
                <a:gd name="connsiteX1416" fmla="*/ 803275 w 4940931"/>
                <a:gd name="connsiteY1416" fmla="*/ 109219 h 138429"/>
                <a:gd name="connsiteX1417" fmla="*/ 788035 w 4940931"/>
                <a:gd name="connsiteY1417" fmla="*/ 109219 h 138429"/>
                <a:gd name="connsiteX1418" fmla="*/ 788035 w 4940931"/>
                <a:gd name="connsiteY1418" fmla="*/ 8889 h 138429"/>
                <a:gd name="connsiteX1419" fmla="*/ 104774 w 4940931"/>
                <a:gd name="connsiteY1419" fmla="*/ 634 h 138429"/>
                <a:gd name="connsiteX1420" fmla="*/ 104774 w 4940931"/>
                <a:gd name="connsiteY1420" fmla="*/ 38099 h 138429"/>
                <a:gd name="connsiteX1421" fmla="*/ 108584 w 4940931"/>
                <a:gd name="connsiteY1421" fmla="*/ 34289 h 138429"/>
                <a:gd name="connsiteX1422" fmla="*/ 113029 w 4940931"/>
                <a:gd name="connsiteY1422" fmla="*/ 31114 h 138429"/>
                <a:gd name="connsiteX1423" fmla="*/ 118744 w 4940931"/>
                <a:gd name="connsiteY1423" fmla="*/ 29209 h 138429"/>
                <a:gd name="connsiteX1424" fmla="*/ 124459 w 4940931"/>
                <a:gd name="connsiteY1424" fmla="*/ 29209 h 138429"/>
                <a:gd name="connsiteX1425" fmla="*/ 136524 w 4940931"/>
                <a:gd name="connsiteY1425" fmla="*/ 31749 h 138429"/>
                <a:gd name="connsiteX1426" fmla="*/ 145414 w 4940931"/>
                <a:gd name="connsiteY1426" fmla="*/ 38099 h 138429"/>
                <a:gd name="connsiteX1427" fmla="*/ 150494 w 4940931"/>
                <a:gd name="connsiteY1427" fmla="*/ 49529 h 138429"/>
                <a:gd name="connsiteX1428" fmla="*/ 152399 w 4940931"/>
                <a:gd name="connsiteY1428" fmla="*/ 64134 h 138429"/>
                <a:gd name="connsiteX1429" fmla="*/ 152399 w 4940931"/>
                <a:gd name="connsiteY1429" fmla="*/ 108584 h 138429"/>
                <a:gd name="connsiteX1430" fmla="*/ 137159 w 4940931"/>
                <a:gd name="connsiteY1430" fmla="*/ 108584 h 138429"/>
                <a:gd name="connsiteX1431" fmla="*/ 136524 w 4940931"/>
                <a:gd name="connsiteY1431" fmla="*/ 108584 h 138429"/>
                <a:gd name="connsiteX1432" fmla="*/ 136524 w 4940931"/>
                <a:gd name="connsiteY1432" fmla="*/ 64769 h 138429"/>
                <a:gd name="connsiteX1433" fmla="*/ 132714 w 4940931"/>
                <a:gd name="connsiteY1433" fmla="*/ 48894 h 138429"/>
                <a:gd name="connsiteX1434" fmla="*/ 120649 w 4940931"/>
                <a:gd name="connsiteY1434" fmla="*/ 43814 h 138429"/>
                <a:gd name="connsiteX1435" fmla="*/ 114299 w 4940931"/>
                <a:gd name="connsiteY1435" fmla="*/ 45084 h 138429"/>
                <a:gd name="connsiteX1436" fmla="*/ 109219 w 4940931"/>
                <a:gd name="connsiteY1436" fmla="*/ 48894 h 138429"/>
                <a:gd name="connsiteX1437" fmla="*/ 106044 w 4940931"/>
                <a:gd name="connsiteY1437" fmla="*/ 55244 h 138429"/>
                <a:gd name="connsiteX1438" fmla="*/ 104774 w 4940931"/>
                <a:gd name="connsiteY1438" fmla="*/ 63499 h 138429"/>
                <a:gd name="connsiteX1439" fmla="*/ 104774 w 4940931"/>
                <a:gd name="connsiteY1439" fmla="*/ 109219 h 138429"/>
                <a:gd name="connsiteX1440" fmla="*/ 89534 w 4940931"/>
                <a:gd name="connsiteY1440" fmla="*/ 109219 h 138429"/>
                <a:gd name="connsiteX1441" fmla="*/ 89534 w 4940931"/>
                <a:gd name="connsiteY1441" fmla="*/ 8889 h 138429"/>
                <a:gd name="connsiteX1442" fmla="*/ 3894450 w 4940931"/>
                <a:gd name="connsiteY1442" fmla="*/ 0 h 138429"/>
                <a:gd name="connsiteX1443" fmla="*/ 3894450 w 4940931"/>
                <a:gd name="connsiteY1443" fmla="*/ 30480 h 138429"/>
                <a:gd name="connsiteX1444" fmla="*/ 3913500 w 4940931"/>
                <a:gd name="connsiteY1444" fmla="*/ 30480 h 138429"/>
                <a:gd name="connsiteX1445" fmla="*/ 3913500 w 4940931"/>
                <a:gd name="connsiteY1445" fmla="*/ 44450 h 138429"/>
                <a:gd name="connsiteX1446" fmla="*/ 3894450 w 4940931"/>
                <a:gd name="connsiteY1446" fmla="*/ 44450 h 138429"/>
                <a:gd name="connsiteX1447" fmla="*/ 3894450 w 4940931"/>
                <a:gd name="connsiteY1447" fmla="*/ 86995 h 138429"/>
                <a:gd name="connsiteX1448" fmla="*/ 3894450 w 4940931"/>
                <a:gd name="connsiteY1448" fmla="*/ 91440 h 138429"/>
                <a:gd name="connsiteX1449" fmla="*/ 3895720 w 4940931"/>
                <a:gd name="connsiteY1449" fmla="*/ 94615 h 138429"/>
                <a:gd name="connsiteX1450" fmla="*/ 3898260 w 4940931"/>
                <a:gd name="connsiteY1450" fmla="*/ 95885 h 138429"/>
                <a:gd name="connsiteX1451" fmla="*/ 3902070 w 4940931"/>
                <a:gd name="connsiteY1451" fmla="*/ 95885 h 138429"/>
                <a:gd name="connsiteX1452" fmla="*/ 3908420 w 4940931"/>
                <a:gd name="connsiteY1452" fmla="*/ 95250 h 138429"/>
                <a:gd name="connsiteX1453" fmla="*/ 3913500 w 4940931"/>
                <a:gd name="connsiteY1453" fmla="*/ 93345 h 138429"/>
                <a:gd name="connsiteX1454" fmla="*/ 3911595 w 4940931"/>
                <a:gd name="connsiteY1454" fmla="*/ 106680 h 138429"/>
                <a:gd name="connsiteX1455" fmla="*/ 3905245 w 4940931"/>
                <a:gd name="connsiteY1455" fmla="*/ 109220 h 138429"/>
                <a:gd name="connsiteX1456" fmla="*/ 3896990 w 4940931"/>
                <a:gd name="connsiteY1456" fmla="*/ 110490 h 138429"/>
                <a:gd name="connsiteX1457" fmla="*/ 3890005 w 4940931"/>
                <a:gd name="connsiteY1457" fmla="*/ 109220 h 138429"/>
                <a:gd name="connsiteX1458" fmla="*/ 3884290 w 4940931"/>
                <a:gd name="connsiteY1458" fmla="*/ 105410 h 138429"/>
                <a:gd name="connsiteX1459" fmla="*/ 3880480 w 4940931"/>
                <a:gd name="connsiteY1459" fmla="*/ 99060 h 138429"/>
                <a:gd name="connsiteX1460" fmla="*/ 3879210 w 4940931"/>
                <a:gd name="connsiteY1460" fmla="*/ 89535 h 138429"/>
                <a:gd name="connsiteX1461" fmla="*/ 3879210 w 4940931"/>
                <a:gd name="connsiteY1461" fmla="*/ 44450 h 138429"/>
                <a:gd name="connsiteX1462" fmla="*/ 3868415 w 4940931"/>
                <a:gd name="connsiteY1462" fmla="*/ 44450 h 138429"/>
                <a:gd name="connsiteX1463" fmla="*/ 3868415 w 4940931"/>
                <a:gd name="connsiteY1463" fmla="*/ 30480 h 138429"/>
                <a:gd name="connsiteX1464" fmla="*/ 3879210 w 4940931"/>
                <a:gd name="connsiteY1464" fmla="*/ 30480 h 138429"/>
                <a:gd name="connsiteX1465" fmla="*/ 3879210 w 4940931"/>
                <a:gd name="connsiteY1465" fmla="*/ 8255 h 138429"/>
                <a:gd name="connsiteX1466" fmla="*/ 3664581 w 4940931"/>
                <a:gd name="connsiteY1466" fmla="*/ 0 h 138429"/>
                <a:gd name="connsiteX1467" fmla="*/ 3664581 w 4940931"/>
                <a:gd name="connsiteY1467" fmla="*/ 30480 h 138429"/>
                <a:gd name="connsiteX1468" fmla="*/ 3683631 w 4940931"/>
                <a:gd name="connsiteY1468" fmla="*/ 30480 h 138429"/>
                <a:gd name="connsiteX1469" fmla="*/ 3683631 w 4940931"/>
                <a:gd name="connsiteY1469" fmla="*/ 44450 h 138429"/>
                <a:gd name="connsiteX1470" fmla="*/ 3664581 w 4940931"/>
                <a:gd name="connsiteY1470" fmla="*/ 44450 h 138429"/>
                <a:gd name="connsiteX1471" fmla="*/ 3664581 w 4940931"/>
                <a:gd name="connsiteY1471" fmla="*/ 86995 h 138429"/>
                <a:gd name="connsiteX1472" fmla="*/ 3664581 w 4940931"/>
                <a:gd name="connsiteY1472" fmla="*/ 91440 h 138429"/>
                <a:gd name="connsiteX1473" fmla="*/ 3665851 w 4940931"/>
                <a:gd name="connsiteY1473" fmla="*/ 94615 h 138429"/>
                <a:gd name="connsiteX1474" fmla="*/ 3668391 w 4940931"/>
                <a:gd name="connsiteY1474" fmla="*/ 95885 h 138429"/>
                <a:gd name="connsiteX1475" fmla="*/ 3672201 w 4940931"/>
                <a:gd name="connsiteY1475" fmla="*/ 95885 h 138429"/>
                <a:gd name="connsiteX1476" fmla="*/ 3678551 w 4940931"/>
                <a:gd name="connsiteY1476" fmla="*/ 95250 h 138429"/>
                <a:gd name="connsiteX1477" fmla="*/ 3683631 w 4940931"/>
                <a:gd name="connsiteY1477" fmla="*/ 93345 h 138429"/>
                <a:gd name="connsiteX1478" fmla="*/ 3681726 w 4940931"/>
                <a:gd name="connsiteY1478" fmla="*/ 106680 h 138429"/>
                <a:gd name="connsiteX1479" fmla="*/ 3675376 w 4940931"/>
                <a:gd name="connsiteY1479" fmla="*/ 109220 h 138429"/>
                <a:gd name="connsiteX1480" fmla="*/ 3667121 w 4940931"/>
                <a:gd name="connsiteY1480" fmla="*/ 110490 h 138429"/>
                <a:gd name="connsiteX1481" fmla="*/ 3660136 w 4940931"/>
                <a:gd name="connsiteY1481" fmla="*/ 109220 h 138429"/>
                <a:gd name="connsiteX1482" fmla="*/ 3654421 w 4940931"/>
                <a:gd name="connsiteY1482" fmla="*/ 105410 h 138429"/>
                <a:gd name="connsiteX1483" fmla="*/ 3650611 w 4940931"/>
                <a:gd name="connsiteY1483" fmla="*/ 99060 h 138429"/>
                <a:gd name="connsiteX1484" fmla="*/ 3649341 w 4940931"/>
                <a:gd name="connsiteY1484" fmla="*/ 89535 h 138429"/>
                <a:gd name="connsiteX1485" fmla="*/ 3649341 w 4940931"/>
                <a:gd name="connsiteY1485" fmla="*/ 44450 h 138429"/>
                <a:gd name="connsiteX1486" fmla="*/ 3638546 w 4940931"/>
                <a:gd name="connsiteY1486" fmla="*/ 44450 h 138429"/>
                <a:gd name="connsiteX1487" fmla="*/ 3638546 w 4940931"/>
                <a:gd name="connsiteY1487" fmla="*/ 30480 h 138429"/>
                <a:gd name="connsiteX1488" fmla="*/ 3649341 w 4940931"/>
                <a:gd name="connsiteY1488" fmla="*/ 30480 h 138429"/>
                <a:gd name="connsiteX1489" fmla="*/ 3649341 w 4940931"/>
                <a:gd name="connsiteY1489" fmla="*/ 8255 h 138429"/>
                <a:gd name="connsiteX1490" fmla="*/ 3610605 w 4940931"/>
                <a:gd name="connsiteY1490" fmla="*/ 0 h 138429"/>
                <a:gd name="connsiteX1491" fmla="*/ 3610605 w 4940931"/>
                <a:gd name="connsiteY1491" fmla="*/ 30480 h 138429"/>
                <a:gd name="connsiteX1492" fmla="*/ 3629655 w 4940931"/>
                <a:gd name="connsiteY1492" fmla="*/ 30480 h 138429"/>
                <a:gd name="connsiteX1493" fmla="*/ 3629655 w 4940931"/>
                <a:gd name="connsiteY1493" fmla="*/ 44450 h 138429"/>
                <a:gd name="connsiteX1494" fmla="*/ 3610605 w 4940931"/>
                <a:gd name="connsiteY1494" fmla="*/ 44450 h 138429"/>
                <a:gd name="connsiteX1495" fmla="*/ 3610605 w 4940931"/>
                <a:gd name="connsiteY1495" fmla="*/ 86995 h 138429"/>
                <a:gd name="connsiteX1496" fmla="*/ 3610605 w 4940931"/>
                <a:gd name="connsiteY1496" fmla="*/ 91440 h 138429"/>
                <a:gd name="connsiteX1497" fmla="*/ 3611875 w 4940931"/>
                <a:gd name="connsiteY1497" fmla="*/ 94615 h 138429"/>
                <a:gd name="connsiteX1498" fmla="*/ 3614415 w 4940931"/>
                <a:gd name="connsiteY1498" fmla="*/ 95885 h 138429"/>
                <a:gd name="connsiteX1499" fmla="*/ 3618225 w 4940931"/>
                <a:gd name="connsiteY1499" fmla="*/ 95885 h 138429"/>
                <a:gd name="connsiteX1500" fmla="*/ 3624575 w 4940931"/>
                <a:gd name="connsiteY1500" fmla="*/ 95250 h 138429"/>
                <a:gd name="connsiteX1501" fmla="*/ 3629655 w 4940931"/>
                <a:gd name="connsiteY1501" fmla="*/ 93345 h 138429"/>
                <a:gd name="connsiteX1502" fmla="*/ 3627750 w 4940931"/>
                <a:gd name="connsiteY1502" fmla="*/ 106680 h 138429"/>
                <a:gd name="connsiteX1503" fmla="*/ 3621400 w 4940931"/>
                <a:gd name="connsiteY1503" fmla="*/ 109220 h 138429"/>
                <a:gd name="connsiteX1504" fmla="*/ 3613145 w 4940931"/>
                <a:gd name="connsiteY1504" fmla="*/ 110490 h 138429"/>
                <a:gd name="connsiteX1505" fmla="*/ 3606160 w 4940931"/>
                <a:gd name="connsiteY1505" fmla="*/ 109220 h 138429"/>
                <a:gd name="connsiteX1506" fmla="*/ 3600445 w 4940931"/>
                <a:gd name="connsiteY1506" fmla="*/ 105410 h 138429"/>
                <a:gd name="connsiteX1507" fmla="*/ 3596635 w 4940931"/>
                <a:gd name="connsiteY1507" fmla="*/ 99060 h 138429"/>
                <a:gd name="connsiteX1508" fmla="*/ 3595365 w 4940931"/>
                <a:gd name="connsiteY1508" fmla="*/ 89535 h 138429"/>
                <a:gd name="connsiteX1509" fmla="*/ 3595365 w 4940931"/>
                <a:gd name="connsiteY1509" fmla="*/ 44450 h 138429"/>
                <a:gd name="connsiteX1510" fmla="*/ 3584570 w 4940931"/>
                <a:gd name="connsiteY1510" fmla="*/ 44450 h 138429"/>
                <a:gd name="connsiteX1511" fmla="*/ 3584570 w 4940931"/>
                <a:gd name="connsiteY1511" fmla="*/ 30480 h 138429"/>
                <a:gd name="connsiteX1512" fmla="*/ 3595365 w 4940931"/>
                <a:gd name="connsiteY1512" fmla="*/ 30480 h 138429"/>
                <a:gd name="connsiteX1513" fmla="*/ 3595365 w 4940931"/>
                <a:gd name="connsiteY1513" fmla="*/ 8255 h 138429"/>
                <a:gd name="connsiteX1514" fmla="*/ 3445505 w 4940931"/>
                <a:gd name="connsiteY1514" fmla="*/ 0 h 138429"/>
                <a:gd name="connsiteX1515" fmla="*/ 3445505 w 4940931"/>
                <a:gd name="connsiteY1515" fmla="*/ 37465 h 138429"/>
                <a:gd name="connsiteX1516" fmla="*/ 3449950 w 4940931"/>
                <a:gd name="connsiteY1516" fmla="*/ 33655 h 138429"/>
                <a:gd name="connsiteX1517" fmla="*/ 3453760 w 4940931"/>
                <a:gd name="connsiteY1517" fmla="*/ 31115 h 138429"/>
                <a:gd name="connsiteX1518" fmla="*/ 3458840 w 4940931"/>
                <a:gd name="connsiteY1518" fmla="*/ 29210 h 138429"/>
                <a:gd name="connsiteX1519" fmla="*/ 3465825 w 4940931"/>
                <a:gd name="connsiteY1519" fmla="*/ 28575 h 138429"/>
                <a:gd name="connsiteX1520" fmla="*/ 3477890 w 4940931"/>
                <a:gd name="connsiteY1520" fmla="*/ 31115 h 138429"/>
                <a:gd name="connsiteX1521" fmla="*/ 3487415 w 4940931"/>
                <a:gd name="connsiteY1521" fmla="*/ 38735 h 138429"/>
                <a:gd name="connsiteX1522" fmla="*/ 3493765 w 4940931"/>
                <a:gd name="connsiteY1522" fmla="*/ 51435 h 138429"/>
                <a:gd name="connsiteX1523" fmla="*/ 3496305 w 4940931"/>
                <a:gd name="connsiteY1523" fmla="*/ 70485 h 138429"/>
                <a:gd name="connsiteX1524" fmla="*/ 3495670 w 4940931"/>
                <a:gd name="connsiteY1524" fmla="*/ 71120 h 138429"/>
                <a:gd name="connsiteX1525" fmla="*/ 3493130 w 4940931"/>
                <a:gd name="connsiteY1525" fmla="*/ 88265 h 138429"/>
                <a:gd name="connsiteX1526" fmla="*/ 3486145 w 4940931"/>
                <a:gd name="connsiteY1526" fmla="*/ 100330 h 138429"/>
                <a:gd name="connsiteX1527" fmla="*/ 3476620 w 4940931"/>
                <a:gd name="connsiteY1527" fmla="*/ 107315 h 138429"/>
                <a:gd name="connsiteX1528" fmla="*/ 3465190 w 4940931"/>
                <a:gd name="connsiteY1528" fmla="*/ 109855 h 138429"/>
                <a:gd name="connsiteX1529" fmla="*/ 3454395 w 4940931"/>
                <a:gd name="connsiteY1529" fmla="*/ 107315 h 138429"/>
                <a:gd name="connsiteX1530" fmla="*/ 3445505 w 4940931"/>
                <a:gd name="connsiteY1530" fmla="*/ 100965 h 138429"/>
                <a:gd name="connsiteX1531" fmla="*/ 3445505 w 4940931"/>
                <a:gd name="connsiteY1531" fmla="*/ 107950 h 138429"/>
                <a:gd name="connsiteX1532" fmla="*/ 3430265 w 4940931"/>
                <a:gd name="connsiteY1532" fmla="*/ 107950 h 138429"/>
                <a:gd name="connsiteX1533" fmla="*/ 3430265 w 4940931"/>
                <a:gd name="connsiteY1533" fmla="*/ 7620 h 138429"/>
                <a:gd name="connsiteX1534" fmla="*/ 2380611 w 4940931"/>
                <a:gd name="connsiteY1534" fmla="*/ 0 h 138429"/>
                <a:gd name="connsiteX1535" fmla="*/ 2380611 w 4940931"/>
                <a:gd name="connsiteY1535" fmla="*/ 30480 h 138429"/>
                <a:gd name="connsiteX1536" fmla="*/ 2399661 w 4940931"/>
                <a:gd name="connsiteY1536" fmla="*/ 30480 h 138429"/>
                <a:gd name="connsiteX1537" fmla="*/ 2399661 w 4940931"/>
                <a:gd name="connsiteY1537" fmla="*/ 44450 h 138429"/>
                <a:gd name="connsiteX1538" fmla="*/ 2380611 w 4940931"/>
                <a:gd name="connsiteY1538" fmla="*/ 44450 h 138429"/>
                <a:gd name="connsiteX1539" fmla="*/ 2380611 w 4940931"/>
                <a:gd name="connsiteY1539" fmla="*/ 86995 h 138429"/>
                <a:gd name="connsiteX1540" fmla="*/ 2380611 w 4940931"/>
                <a:gd name="connsiteY1540" fmla="*/ 91440 h 138429"/>
                <a:gd name="connsiteX1541" fmla="*/ 2381881 w 4940931"/>
                <a:gd name="connsiteY1541" fmla="*/ 94615 h 138429"/>
                <a:gd name="connsiteX1542" fmla="*/ 2384421 w 4940931"/>
                <a:gd name="connsiteY1542" fmla="*/ 95885 h 138429"/>
                <a:gd name="connsiteX1543" fmla="*/ 2388231 w 4940931"/>
                <a:gd name="connsiteY1543" fmla="*/ 95885 h 138429"/>
                <a:gd name="connsiteX1544" fmla="*/ 2394581 w 4940931"/>
                <a:gd name="connsiteY1544" fmla="*/ 95250 h 138429"/>
                <a:gd name="connsiteX1545" fmla="*/ 2399661 w 4940931"/>
                <a:gd name="connsiteY1545" fmla="*/ 93345 h 138429"/>
                <a:gd name="connsiteX1546" fmla="*/ 2397756 w 4940931"/>
                <a:gd name="connsiteY1546" fmla="*/ 106680 h 138429"/>
                <a:gd name="connsiteX1547" fmla="*/ 2391406 w 4940931"/>
                <a:gd name="connsiteY1547" fmla="*/ 109220 h 138429"/>
                <a:gd name="connsiteX1548" fmla="*/ 2383151 w 4940931"/>
                <a:gd name="connsiteY1548" fmla="*/ 110490 h 138429"/>
                <a:gd name="connsiteX1549" fmla="*/ 2376166 w 4940931"/>
                <a:gd name="connsiteY1549" fmla="*/ 109220 h 138429"/>
                <a:gd name="connsiteX1550" fmla="*/ 2370451 w 4940931"/>
                <a:gd name="connsiteY1550" fmla="*/ 105410 h 138429"/>
                <a:gd name="connsiteX1551" fmla="*/ 2366641 w 4940931"/>
                <a:gd name="connsiteY1551" fmla="*/ 99060 h 138429"/>
                <a:gd name="connsiteX1552" fmla="*/ 2365371 w 4940931"/>
                <a:gd name="connsiteY1552" fmla="*/ 89535 h 138429"/>
                <a:gd name="connsiteX1553" fmla="*/ 2365371 w 4940931"/>
                <a:gd name="connsiteY1553" fmla="*/ 44450 h 138429"/>
                <a:gd name="connsiteX1554" fmla="*/ 2354576 w 4940931"/>
                <a:gd name="connsiteY1554" fmla="*/ 44450 h 138429"/>
                <a:gd name="connsiteX1555" fmla="*/ 2354576 w 4940931"/>
                <a:gd name="connsiteY1555" fmla="*/ 30480 h 138429"/>
                <a:gd name="connsiteX1556" fmla="*/ 2365371 w 4940931"/>
                <a:gd name="connsiteY1556" fmla="*/ 30480 h 138429"/>
                <a:gd name="connsiteX1557" fmla="*/ 2365371 w 4940931"/>
                <a:gd name="connsiteY1557" fmla="*/ 8255 h 138429"/>
                <a:gd name="connsiteX1558" fmla="*/ 2150741 w 4940931"/>
                <a:gd name="connsiteY1558" fmla="*/ 0 h 138429"/>
                <a:gd name="connsiteX1559" fmla="*/ 2150741 w 4940931"/>
                <a:gd name="connsiteY1559" fmla="*/ 30480 h 138429"/>
                <a:gd name="connsiteX1560" fmla="*/ 2169791 w 4940931"/>
                <a:gd name="connsiteY1560" fmla="*/ 30480 h 138429"/>
                <a:gd name="connsiteX1561" fmla="*/ 2169791 w 4940931"/>
                <a:gd name="connsiteY1561" fmla="*/ 44450 h 138429"/>
                <a:gd name="connsiteX1562" fmla="*/ 2150741 w 4940931"/>
                <a:gd name="connsiteY1562" fmla="*/ 44450 h 138429"/>
                <a:gd name="connsiteX1563" fmla="*/ 2150741 w 4940931"/>
                <a:gd name="connsiteY1563" fmla="*/ 86995 h 138429"/>
                <a:gd name="connsiteX1564" fmla="*/ 2150741 w 4940931"/>
                <a:gd name="connsiteY1564" fmla="*/ 91440 h 138429"/>
                <a:gd name="connsiteX1565" fmla="*/ 2152011 w 4940931"/>
                <a:gd name="connsiteY1565" fmla="*/ 94615 h 138429"/>
                <a:gd name="connsiteX1566" fmla="*/ 2154551 w 4940931"/>
                <a:gd name="connsiteY1566" fmla="*/ 95885 h 138429"/>
                <a:gd name="connsiteX1567" fmla="*/ 2158361 w 4940931"/>
                <a:gd name="connsiteY1567" fmla="*/ 95885 h 138429"/>
                <a:gd name="connsiteX1568" fmla="*/ 2164711 w 4940931"/>
                <a:gd name="connsiteY1568" fmla="*/ 95250 h 138429"/>
                <a:gd name="connsiteX1569" fmla="*/ 2169791 w 4940931"/>
                <a:gd name="connsiteY1569" fmla="*/ 93345 h 138429"/>
                <a:gd name="connsiteX1570" fmla="*/ 2167886 w 4940931"/>
                <a:gd name="connsiteY1570" fmla="*/ 106680 h 138429"/>
                <a:gd name="connsiteX1571" fmla="*/ 2161536 w 4940931"/>
                <a:gd name="connsiteY1571" fmla="*/ 109220 h 138429"/>
                <a:gd name="connsiteX1572" fmla="*/ 2153281 w 4940931"/>
                <a:gd name="connsiteY1572" fmla="*/ 110490 h 138429"/>
                <a:gd name="connsiteX1573" fmla="*/ 2146296 w 4940931"/>
                <a:gd name="connsiteY1573" fmla="*/ 109220 h 138429"/>
                <a:gd name="connsiteX1574" fmla="*/ 2140581 w 4940931"/>
                <a:gd name="connsiteY1574" fmla="*/ 105410 h 138429"/>
                <a:gd name="connsiteX1575" fmla="*/ 2136771 w 4940931"/>
                <a:gd name="connsiteY1575" fmla="*/ 99060 h 138429"/>
                <a:gd name="connsiteX1576" fmla="*/ 2135501 w 4940931"/>
                <a:gd name="connsiteY1576" fmla="*/ 89535 h 138429"/>
                <a:gd name="connsiteX1577" fmla="*/ 2135501 w 4940931"/>
                <a:gd name="connsiteY1577" fmla="*/ 44450 h 138429"/>
                <a:gd name="connsiteX1578" fmla="*/ 2124706 w 4940931"/>
                <a:gd name="connsiteY1578" fmla="*/ 44450 h 138429"/>
                <a:gd name="connsiteX1579" fmla="*/ 2124706 w 4940931"/>
                <a:gd name="connsiteY1579" fmla="*/ 30480 h 138429"/>
                <a:gd name="connsiteX1580" fmla="*/ 2135501 w 4940931"/>
                <a:gd name="connsiteY1580" fmla="*/ 30480 h 138429"/>
                <a:gd name="connsiteX1581" fmla="*/ 2135501 w 4940931"/>
                <a:gd name="connsiteY1581" fmla="*/ 8255 h 138429"/>
                <a:gd name="connsiteX1582" fmla="*/ 2096131 w 4940931"/>
                <a:gd name="connsiteY1582" fmla="*/ 0 h 138429"/>
                <a:gd name="connsiteX1583" fmla="*/ 2096131 w 4940931"/>
                <a:gd name="connsiteY1583" fmla="*/ 30480 h 138429"/>
                <a:gd name="connsiteX1584" fmla="*/ 2115181 w 4940931"/>
                <a:gd name="connsiteY1584" fmla="*/ 30480 h 138429"/>
                <a:gd name="connsiteX1585" fmla="*/ 2115181 w 4940931"/>
                <a:gd name="connsiteY1585" fmla="*/ 44450 h 138429"/>
                <a:gd name="connsiteX1586" fmla="*/ 2096131 w 4940931"/>
                <a:gd name="connsiteY1586" fmla="*/ 44450 h 138429"/>
                <a:gd name="connsiteX1587" fmla="*/ 2096131 w 4940931"/>
                <a:gd name="connsiteY1587" fmla="*/ 86995 h 138429"/>
                <a:gd name="connsiteX1588" fmla="*/ 2096131 w 4940931"/>
                <a:gd name="connsiteY1588" fmla="*/ 91440 h 138429"/>
                <a:gd name="connsiteX1589" fmla="*/ 2097401 w 4940931"/>
                <a:gd name="connsiteY1589" fmla="*/ 94615 h 138429"/>
                <a:gd name="connsiteX1590" fmla="*/ 2099941 w 4940931"/>
                <a:gd name="connsiteY1590" fmla="*/ 95885 h 138429"/>
                <a:gd name="connsiteX1591" fmla="*/ 2103751 w 4940931"/>
                <a:gd name="connsiteY1591" fmla="*/ 95885 h 138429"/>
                <a:gd name="connsiteX1592" fmla="*/ 2110101 w 4940931"/>
                <a:gd name="connsiteY1592" fmla="*/ 95250 h 138429"/>
                <a:gd name="connsiteX1593" fmla="*/ 2115181 w 4940931"/>
                <a:gd name="connsiteY1593" fmla="*/ 93345 h 138429"/>
                <a:gd name="connsiteX1594" fmla="*/ 2113276 w 4940931"/>
                <a:gd name="connsiteY1594" fmla="*/ 106680 h 138429"/>
                <a:gd name="connsiteX1595" fmla="*/ 2106926 w 4940931"/>
                <a:gd name="connsiteY1595" fmla="*/ 109220 h 138429"/>
                <a:gd name="connsiteX1596" fmla="*/ 2098671 w 4940931"/>
                <a:gd name="connsiteY1596" fmla="*/ 110490 h 138429"/>
                <a:gd name="connsiteX1597" fmla="*/ 2091686 w 4940931"/>
                <a:gd name="connsiteY1597" fmla="*/ 109220 h 138429"/>
                <a:gd name="connsiteX1598" fmla="*/ 2085971 w 4940931"/>
                <a:gd name="connsiteY1598" fmla="*/ 105410 h 138429"/>
                <a:gd name="connsiteX1599" fmla="*/ 2082161 w 4940931"/>
                <a:gd name="connsiteY1599" fmla="*/ 99060 h 138429"/>
                <a:gd name="connsiteX1600" fmla="*/ 2080891 w 4940931"/>
                <a:gd name="connsiteY1600" fmla="*/ 89535 h 138429"/>
                <a:gd name="connsiteX1601" fmla="*/ 2080891 w 4940931"/>
                <a:gd name="connsiteY1601" fmla="*/ 44450 h 138429"/>
                <a:gd name="connsiteX1602" fmla="*/ 2070096 w 4940931"/>
                <a:gd name="connsiteY1602" fmla="*/ 44450 h 138429"/>
                <a:gd name="connsiteX1603" fmla="*/ 2070096 w 4940931"/>
                <a:gd name="connsiteY1603" fmla="*/ 30480 h 138429"/>
                <a:gd name="connsiteX1604" fmla="*/ 2080891 w 4940931"/>
                <a:gd name="connsiteY1604" fmla="*/ 30480 h 138429"/>
                <a:gd name="connsiteX1605" fmla="*/ 2080891 w 4940931"/>
                <a:gd name="connsiteY1605" fmla="*/ 8255 h 138429"/>
                <a:gd name="connsiteX1606" fmla="*/ 1931665 w 4940931"/>
                <a:gd name="connsiteY1606" fmla="*/ 0 h 138429"/>
                <a:gd name="connsiteX1607" fmla="*/ 1931665 w 4940931"/>
                <a:gd name="connsiteY1607" fmla="*/ 37465 h 138429"/>
                <a:gd name="connsiteX1608" fmla="*/ 1936110 w 4940931"/>
                <a:gd name="connsiteY1608" fmla="*/ 33655 h 138429"/>
                <a:gd name="connsiteX1609" fmla="*/ 1939920 w 4940931"/>
                <a:gd name="connsiteY1609" fmla="*/ 31115 h 138429"/>
                <a:gd name="connsiteX1610" fmla="*/ 1945000 w 4940931"/>
                <a:gd name="connsiteY1610" fmla="*/ 29210 h 138429"/>
                <a:gd name="connsiteX1611" fmla="*/ 1951985 w 4940931"/>
                <a:gd name="connsiteY1611" fmla="*/ 28575 h 138429"/>
                <a:gd name="connsiteX1612" fmla="*/ 1964050 w 4940931"/>
                <a:gd name="connsiteY1612" fmla="*/ 31115 h 138429"/>
                <a:gd name="connsiteX1613" fmla="*/ 1973575 w 4940931"/>
                <a:gd name="connsiteY1613" fmla="*/ 38735 h 138429"/>
                <a:gd name="connsiteX1614" fmla="*/ 1979925 w 4940931"/>
                <a:gd name="connsiteY1614" fmla="*/ 51435 h 138429"/>
                <a:gd name="connsiteX1615" fmla="*/ 1982465 w 4940931"/>
                <a:gd name="connsiteY1615" fmla="*/ 70485 h 138429"/>
                <a:gd name="connsiteX1616" fmla="*/ 1981830 w 4940931"/>
                <a:gd name="connsiteY1616" fmla="*/ 71120 h 138429"/>
                <a:gd name="connsiteX1617" fmla="*/ 1979290 w 4940931"/>
                <a:gd name="connsiteY1617" fmla="*/ 88265 h 138429"/>
                <a:gd name="connsiteX1618" fmla="*/ 1972305 w 4940931"/>
                <a:gd name="connsiteY1618" fmla="*/ 100330 h 138429"/>
                <a:gd name="connsiteX1619" fmla="*/ 1962780 w 4940931"/>
                <a:gd name="connsiteY1619" fmla="*/ 107315 h 138429"/>
                <a:gd name="connsiteX1620" fmla="*/ 1951350 w 4940931"/>
                <a:gd name="connsiteY1620" fmla="*/ 109855 h 138429"/>
                <a:gd name="connsiteX1621" fmla="*/ 1940555 w 4940931"/>
                <a:gd name="connsiteY1621" fmla="*/ 107315 h 138429"/>
                <a:gd name="connsiteX1622" fmla="*/ 1931665 w 4940931"/>
                <a:gd name="connsiteY1622" fmla="*/ 100965 h 138429"/>
                <a:gd name="connsiteX1623" fmla="*/ 1931665 w 4940931"/>
                <a:gd name="connsiteY1623" fmla="*/ 107950 h 138429"/>
                <a:gd name="connsiteX1624" fmla="*/ 1916425 w 4940931"/>
                <a:gd name="connsiteY1624" fmla="*/ 107950 h 138429"/>
                <a:gd name="connsiteX1625" fmla="*/ 1916425 w 4940931"/>
                <a:gd name="connsiteY1625" fmla="*/ 7620 h 138429"/>
                <a:gd name="connsiteX1626" fmla="*/ 1316991 w 4940931"/>
                <a:gd name="connsiteY1626" fmla="*/ 0 h 138429"/>
                <a:gd name="connsiteX1627" fmla="*/ 1316991 w 4940931"/>
                <a:gd name="connsiteY1627" fmla="*/ 30480 h 138429"/>
                <a:gd name="connsiteX1628" fmla="*/ 1336041 w 4940931"/>
                <a:gd name="connsiteY1628" fmla="*/ 30480 h 138429"/>
                <a:gd name="connsiteX1629" fmla="*/ 1336041 w 4940931"/>
                <a:gd name="connsiteY1629" fmla="*/ 44450 h 138429"/>
                <a:gd name="connsiteX1630" fmla="*/ 1316991 w 4940931"/>
                <a:gd name="connsiteY1630" fmla="*/ 44450 h 138429"/>
                <a:gd name="connsiteX1631" fmla="*/ 1316991 w 4940931"/>
                <a:gd name="connsiteY1631" fmla="*/ 86995 h 138429"/>
                <a:gd name="connsiteX1632" fmla="*/ 1316991 w 4940931"/>
                <a:gd name="connsiteY1632" fmla="*/ 91440 h 138429"/>
                <a:gd name="connsiteX1633" fmla="*/ 1318261 w 4940931"/>
                <a:gd name="connsiteY1633" fmla="*/ 94615 h 138429"/>
                <a:gd name="connsiteX1634" fmla="*/ 1320801 w 4940931"/>
                <a:gd name="connsiteY1634" fmla="*/ 95885 h 138429"/>
                <a:gd name="connsiteX1635" fmla="*/ 1324611 w 4940931"/>
                <a:gd name="connsiteY1635" fmla="*/ 95885 h 138429"/>
                <a:gd name="connsiteX1636" fmla="*/ 1330961 w 4940931"/>
                <a:gd name="connsiteY1636" fmla="*/ 95250 h 138429"/>
                <a:gd name="connsiteX1637" fmla="*/ 1336041 w 4940931"/>
                <a:gd name="connsiteY1637" fmla="*/ 93345 h 138429"/>
                <a:gd name="connsiteX1638" fmla="*/ 1334136 w 4940931"/>
                <a:gd name="connsiteY1638" fmla="*/ 106680 h 138429"/>
                <a:gd name="connsiteX1639" fmla="*/ 1327786 w 4940931"/>
                <a:gd name="connsiteY1639" fmla="*/ 109220 h 138429"/>
                <a:gd name="connsiteX1640" fmla="*/ 1319531 w 4940931"/>
                <a:gd name="connsiteY1640" fmla="*/ 110490 h 138429"/>
                <a:gd name="connsiteX1641" fmla="*/ 1312546 w 4940931"/>
                <a:gd name="connsiteY1641" fmla="*/ 109220 h 138429"/>
                <a:gd name="connsiteX1642" fmla="*/ 1306831 w 4940931"/>
                <a:gd name="connsiteY1642" fmla="*/ 105410 h 138429"/>
                <a:gd name="connsiteX1643" fmla="*/ 1303021 w 4940931"/>
                <a:gd name="connsiteY1643" fmla="*/ 99060 h 138429"/>
                <a:gd name="connsiteX1644" fmla="*/ 1301751 w 4940931"/>
                <a:gd name="connsiteY1644" fmla="*/ 89535 h 138429"/>
                <a:gd name="connsiteX1645" fmla="*/ 1301751 w 4940931"/>
                <a:gd name="connsiteY1645" fmla="*/ 44450 h 138429"/>
                <a:gd name="connsiteX1646" fmla="*/ 1290956 w 4940931"/>
                <a:gd name="connsiteY1646" fmla="*/ 44450 h 138429"/>
                <a:gd name="connsiteX1647" fmla="*/ 1290956 w 4940931"/>
                <a:gd name="connsiteY1647" fmla="*/ 30480 h 138429"/>
                <a:gd name="connsiteX1648" fmla="*/ 1301751 w 4940931"/>
                <a:gd name="connsiteY1648" fmla="*/ 30480 h 138429"/>
                <a:gd name="connsiteX1649" fmla="*/ 1301751 w 4940931"/>
                <a:gd name="connsiteY1649" fmla="*/ 8255 h 138429"/>
                <a:gd name="connsiteX1650" fmla="*/ 751206 w 4940931"/>
                <a:gd name="connsiteY1650" fmla="*/ 0 h 138429"/>
                <a:gd name="connsiteX1651" fmla="*/ 751206 w 4940931"/>
                <a:gd name="connsiteY1651" fmla="*/ 30480 h 138429"/>
                <a:gd name="connsiteX1652" fmla="*/ 770256 w 4940931"/>
                <a:gd name="connsiteY1652" fmla="*/ 30480 h 138429"/>
                <a:gd name="connsiteX1653" fmla="*/ 770256 w 4940931"/>
                <a:gd name="connsiteY1653" fmla="*/ 44450 h 138429"/>
                <a:gd name="connsiteX1654" fmla="*/ 751206 w 4940931"/>
                <a:gd name="connsiteY1654" fmla="*/ 44450 h 138429"/>
                <a:gd name="connsiteX1655" fmla="*/ 751206 w 4940931"/>
                <a:gd name="connsiteY1655" fmla="*/ 86995 h 138429"/>
                <a:gd name="connsiteX1656" fmla="*/ 751206 w 4940931"/>
                <a:gd name="connsiteY1656" fmla="*/ 91440 h 138429"/>
                <a:gd name="connsiteX1657" fmla="*/ 752476 w 4940931"/>
                <a:gd name="connsiteY1657" fmla="*/ 94615 h 138429"/>
                <a:gd name="connsiteX1658" fmla="*/ 755016 w 4940931"/>
                <a:gd name="connsiteY1658" fmla="*/ 95885 h 138429"/>
                <a:gd name="connsiteX1659" fmla="*/ 758826 w 4940931"/>
                <a:gd name="connsiteY1659" fmla="*/ 95885 h 138429"/>
                <a:gd name="connsiteX1660" fmla="*/ 765176 w 4940931"/>
                <a:gd name="connsiteY1660" fmla="*/ 95250 h 138429"/>
                <a:gd name="connsiteX1661" fmla="*/ 770256 w 4940931"/>
                <a:gd name="connsiteY1661" fmla="*/ 93345 h 138429"/>
                <a:gd name="connsiteX1662" fmla="*/ 768351 w 4940931"/>
                <a:gd name="connsiteY1662" fmla="*/ 106680 h 138429"/>
                <a:gd name="connsiteX1663" fmla="*/ 762001 w 4940931"/>
                <a:gd name="connsiteY1663" fmla="*/ 109220 h 138429"/>
                <a:gd name="connsiteX1664" fmla="*/ 753746 w 4940931"/>
                <a:gd name="connsiteY1664" fmla="*/ 110490 h 138429"/>
                <a:gd name="connsiteX1665" fmla="*/ 746761 w 4940931"/>
                <a:gd name="connsiteY1665" fmla="*/ 109220 h 138429"/>
                <a:gd name="connsiteX1666" fmla="*/ 741045 w 4940931"/>
                <a:gd name="connsiteY1666" fmla="*/ 105410 h 138429"/>
                <a:gd name="connsiteX1667" fmla="*/ 737236 w 4940931"/>
                <a:gd name="connsiteY1667" fmla="*/ 99060 h 138429"/>
                <a:gd name="connsiteX1668" fmla="*/ 735966 w 4940931"/>
                <a:gd name="connsiteY1668" fmla="*/ 89535 h 138429"/>
                <a:gd name="connsiteX1669" fmla="*/ 735966 w 4940931"/>
                <a:gd name="connsiteY1669" fmla="*/ 44450 h 138429"/>
                <a:gd name="connsiteX1670" fmla="*/ 725171 w 4940931"/>
                <a:gd name="connsiteY1670" fmla="*/ 44450 h 138429"/>
                <a:gd name="connsiteX1671" fmla="*/ 725171 w 4940931"/>
                <a:gd name="connsiteY1671" fmla="*/ 30480 h 138429"/>
                <a:gd name="connsiteX1672" fmla="*/ 735966 w 4940931"/>
                <a:gd name="connsiteY1672" fmla="*/ 30480 h 138429"/>
                <a:gd name="connsiteX1673" fmla="*/ 735966 w 4940931"/>
                <a:gd name="connsiteY1673" fmla="*/ 8255 h 138429"/>
                <a:gd name="connsiteX1674" fmla="*/ 521335 w 4940931"/>
                <a:gd name="connsiteY1674" fmla="*/ 0 h 138429"/>
                <a:gd name="connsiteX1675" fmla="*/ 521335 w 4940931"/>
                <a:gd name="connsiteY1675" fmla="*/ 30480 h 138429"/>
                <a:gd name="connsiteX1676" fmla="*/ 540385 w 4940931"/>
                <a:gd name="connsiteY1676" fmla="*/ 30480 h 138429"/>
                <a:gd name="connsiteX1677" fmla="*/ 540385 w 4940931"/>
                <a:gd name="connsiteY1677" fmla="*/ 44450 h 138429"/>
                <a:gd name="connsiteX1678" fmla="*/ 521335 w 4940931"/>
                <a:gd name="connsiteY1678" fmla="*/ 44450 h 138429"/>
                <a:gd name="connsiteX1679" fmla="*/ 521335 w 4940931"/>
                <a:gd name="connsiteY1679" fmla="*/ 86995 h 138429"/>
                <a:gd name="connsiteX1680" fmla="*/ 521335 w 4940931"/>
                <a:gd name="connsiteY1680" fmla="*/ 91440 h 138429"/>
                <a:gd name="connsiteX1681" fmla="*/ 522605 w 4940931"/>
                <a:gd name="connsiteY1681" fmla="*/ 94615 h 138429"/>
                <a:gd name="connsiteX1682" fmla="*/ 525145 w 4940931"/>
                <a:gd name="connsiteY1682" fmla="*/ 95885 h 138429"/>
                <a:gd name="connsiteX1683" fmla="*/ 528955 w 4940931"/>
                <a:gd name="connsiteY1683" fmla="*/ 95885 h 138429"/>
                <a:gd name="connsiteX1684" fmla="*/ 535305 w 4940931"/>
                <a:gd name="connsiteY1684" fmla="*/ 95250 h 138429"/>
                <a:gd name="connsiteX1685" fmla="*/ 540385 w 4940931"/>
                <a:gd name="connsiteY1685" fmla="*/ 93345 h 138429"/>
                <a:gd name="connsiteX1686" fmla="*/ 538480 w 4940931"/>
                <a:gd name="connsiteY1686" fmla="*/ 106680 h 138429"/>
                <a:gd name="connsiteX1687" fmla="*/ 532130 w 4940931"/>
                <a:gd name="connsiteY1687" fmla="*/ 109220 h 138429"/>
                <a:gd name="connsiteX1688" fmla="*/ 523875 w 4940931"/>
                <a:gd name="connsiteY1688" fmla="*/ 110490 h 138429"/>
                <a:gd name="connsiteX1689" fmla="*/ 516890 w 4940931"/>
                <a:gd name="connsiteY1689" fmla="*/ 109220 h 138429"/>
                <a:gd name="connsiteX1690" fmla="*/ 511175 w 4940931"/>
                <a:gd name="connsiteY1690" fmla="*/ 105410 h 138429"/>
                <a:gd name="connsiteX1691" fmla="*/ 507365 w 4940931"/>
                <a:gd name="connsiteY1691" fmla="*/ 99060 h 138429"/>
                <a:gd name="connsiteX1692" fmla="*/ 506095 w 4940931"/>
                <a:gd name="connsiteY1692" fmla="*/ 89535 h 138429"/>
                <a:gd name="connsiteX1693" fmla="*/ 506095 w 4940931"/>
                <a:gd name="connsiteY1693" fmla="*/ 44450 h 138429"/>
                <a:gd name="connsiteX1694" fmla="*/ 495300 w 4940931"/>
                <a:gd name="connsiteY1694" fmla="*/ 44450 h 138429"/>
                <a:gd name="connsiteX1695" fmla="*/ 495300 w 4940931"/>
                <a:gd name="connsiteY1695" fmla="*/ 30480 h 138429"/>
                <a:gd name="connsiteX1696" fmla="*/ 506095 w 4940931"/>
                <a:gd name="connsiteY1696" fmla="*/ 30480 h 138429"/>
                <a:gd name="connsiteX1697" fmla="*/ 506095 w 4940931"/>
                <a:gd name="connsiteY1697" fmla="*/ 8255 h 138429"/>
                <a:gd name="connsiteX1698" fmla="*/ 466724 w 4940931"/>
                <a:gd name="connsiteY1698" fmla="*/ 0 h 138429"/>
                <a:gd name="connsiteX1699" fmla="*/ 466724 w 4940931"/>
                <a:gd name="connsiteY1699" fmla="*/ 30480 h 138429"/>
                <a:gd name="connsiteX1700" fmla="*/ 485774 w 4940931"/>
                <a:gd name="connsiteY1700" fmla="*/ 30480 h 138429"/>
                <a:gd name="connsiteX1701" fmla="*/ 485774 w 4940931"/>
                <a:gd name="connsiteY1701" fmla="*/ 44450 h 138429"/>
                <a:gd name="connsiteX1702" fmla="*/ 466724 w 4940931"/>
                <a:gd name="connsiteY1702" fmla="*/ 44450 h 138429"/>
                <a:gd name="connsiteX1703" fmla="*/ 466724 w 4940931"/>
                <a:gd name="connsiteY1703" fmla="*/ 86995 h 138429"/>
                <a:gd name="connsiteX1704" fmla="*/ 466724 w 4940931"/>
                <a:gd name="connsiteY1704" fmla="*/ 91440 h 138429"/>
                <a:gd name="connsiteX1705" fmla="*/ 467994 w 4940931"/>
                <a:gd name="connsiteY1705" fmla="*/ 94615 h 138429"/>
                <a:gd name="connsiteX1706" fmla="*/ 470534 w 4940931"/>
                <a:gd name="connsiteY1706" fmla="*/ 95885 h 138429"/>
                <a:gd name="connsiteX1707" fmla="*/ 474344 w 4940931"/>
                <a:gd name="connsiteY1707" fmla="*/ 95885 h 138429"/>
                <a:gd name="connsiteX1708" fmla="*/ 480694 w 4940931"/>
                <a:gd name="connsiteY1708" fmla="*/ 95250 h 138429"/>
                <a:gd name="connsiteX1709" fmla="*/ 485774 w 4940931"/>
                <a:gd name="connsiteY1709" fmla="*/ 93345 h 138429"/>
                <a:gd name="connsiteX1710" fmla="*/ 483869 w 4940931"/>
                <a:gd name="connsiteY1710" fmla="*/ 106680 h 138429"/>
                <a:gd name="connsiteX1711" fmla="*/ 477519 w 4940931"/>
                <a:gd name="connsiteY1711" fmla="*/ 109220 h 138429"/>
                <a:gd name="connsiteX1712" fmla="*/ 469264 w 4940931"/>
                <a:gd name="connsiteY1712" fmla="*/ 110490 h 138429"/>
                <a:gd name="connsiteX1713" fmla="*/ 462279 w 4940931"/>
                <a:gd name="connsiteY1713" fmla="*/ 109220 h 138429"/>
                <a:gd name="connsiteX1714" fmla="*/ 456564 w 4940931"/>
                <a:gd name="connsiteY1714" fmla="*/ 105410 h 138429"/>
                <a:gd name="connsiteX1715" fmla="*/ 452754 w 4940931"/>
                <a:gd name="connsiteY1715" fmla="*/ 99060 h 138429"/>
                <a:gd name="connsiteX1716" fmla="*/ 451484 w 4940931"/>
                <a:gd name="connsiteY1716" fmla="*/ 89535 h 138429"/>
                <a:gd name="connsiteX1717" fmla="*/ 451484 w 4940931"/>
                <a:gd name="connsiteY1717" fmla="*/ 44450 h 138429"/>
                <a:gd name="connsiteX1718" fmla="*/ 440689 w 4940931"/>
                <a:gd name="connsiteY1718" fmla="*/ 44450 h 138429"/>
                <a:gd name="connsiteX1719" fmla="*/ 440689 w 4940931"/>
                <a:gd name="connsiteY1719" fmla="*/ 30480 h 138429"/>
                <a:gd name="connsiteX1720" fmla="*/ 451484 w 4940931"/>
                <a:gd name="connsiteY1720" fmla="*/ 30480 h 138429"/>
                <a:gd name="connsiteX1721" fmla="*/ 451484 w 4940931"/>
                <a:gd name="connsiteY1721" fmla="*/ 8255 h 138429"/>
                <a:gd name="connsiteX1722" fmla="*/ 302259 w 4940931"/>
                <a:gd name="connsiteY1722" fmla="*/ 0 h 138429"/>
                <a:gd name="connsiteX1723" fmla="*/ 302259 w 4940931"/>
                <a:gd name="connsiteY1723" fmla="*/ 37465 h 138429"/>
                <a:gd name="connsiteX1724" fmla="*/ 306704 w 4940931"/>
                <a:gd name="connsiteY1724" fmla="*/ 33655 h 138429"/>
                <a:gd name="connsiteX1725" fmla="*/ 310514 w 4940931"/>
                <a:gd name="connsiteY1725" fmla="*/ 31115 h 138429"/>
                <a:gd name="connsiteX1726" fmla="*/ 315594 w 4940931"/>
                <a:gd name="connsiteY1726" fmla="*/ 29210 h 138429"/>
                <a:gd name="connsiteX1727" fmla="*/ 322579 w 4940931"/>
                <a:gd name="connsiteY1727" fmla="*/ 28575 h 138429"/>
                <a:gd name="connsiteX1728" fmla="*/ 334644 w 4940931"/>
                <a:gd name="connsiteY1728" fmla="*/ 31115 h 138429"/>
                <a:gd name="connsiteX1729" fmla="*/ 344169 w 4940931"/>
                <a:gd name="connsiteY1729" fmla="*/ 38735 h 138429"/>
                <a:gd name="connsiteX1730" fmla="*/ 350519 w 4940931"/>
                <a:gd name="connsiteY1730" fmla="*/ 51435 h 138429"/>
                <a:gd name="connsiteX1731" fmla="*/ 353059 w 4940931"/>
                <a:gd name="connsiteY1731" fmla="*/ 70485 h 138429"/>
                <a:gd name="connsiteX1732" fmla="*/ 352424 w 4940931"/>
                <a:gd name="connsiteY1732" fmla="*/ 71120 h 138429"/>
                <a:gd name="connsiteX1733" fmla="*/ 349884 w 4940931"/>
                <a:gd name="connsiteY1733" fmla="*/ 88265 h 138429"/>
                <a:gd name="connsiteX1734" fmla="*/ 342899 w 4940931"/>
                <a:gd name="connsiteY1734" fmla="*/ 100330 h 138429"/>
                <a:gd name="connsiteX1735" fmla="*/ 333374 w 4940931"/>
                <a:gd name="connsiteY1735" fmla="*/ 107315 h 138429"/>
                <a:gd name="connsiteX1736" fmla="*/ 321944 w 4940931"/>
                <a:gd name="connsiteY1736" fmla="*/ 109855 h 138429"/>
                <a:gd name="connsiteX1737" fmla="*/ 311149 w 4940931"/>
                <a:gd name="connsiteY1737" fmla="*/ 107315 h 138429"/>
                <a:gd name="connsiteX1738" fmla="*/ 302259 w 4940931"/>
                <a:gd name="connsiteY1738" fmla="*/ 100965 h 138429"/>
                <a:gd name="connsiteX1739" fmla="*/ 302259 w 4940931"/>
                <a:gd name="connsiteY1739" fmla="*/ 107950 h 138429"/>
                <a:gd name="connsiteX1740" fmla="*/ 287019 w 4940931"/>
                <a:gd name="connsiteY1740" fmla="*/ 107950 h 138429"/>
                <a:gd name="connsiteX1741" fmla="*/ 287019 w 4940931"/>
                <a:gd name="connsiteY1741" fmla="*/ 7620 h 138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Lst>
              <a:rect l="l" t="t" r="r" b="b"/>
              <a:pathLst>
                <a:path w="4940931" h="138429">
                  <a:moveTo>
                    <a:pt x="1032512" y="137477"/>
                  </a:moveTo>
                  <a:lnTo>
                    <a:pt x="1032512" y="137794"/>
                  </a:lnTo>
                  <a:lnTo>
                    <a:pt x="1030607" y="138429"/>
                  </a:lnTo>
                  <a:close/>
                  <a:moveTo>
                    <a:pt x="4929501" y="87629"/>
                  </a:moveTo>
                  <a:cubicBezTo>
                    <a:pt x="4930771" y="87629"/>
                    <a:pt x="4932676" y="87629"/>
                    <a:pt x="4933946" y="88264"/>
                  </a:cubicBezTo>
                  <a:cubicBezTo>
                    <a:pt x="4935216" y="88264"/>
                    <a:pt x="4936486" y="89534"/>
                    <a:pt x="4937756" y="90804"/>
                  </a:cubicBezTo>
                  <a:cubicBezTo>
                    <a:pt x="4939026" y="92074"/>
                    <a:pt x="4939661" y="93344"/>
                    <a:pt x="4940296" y="94614"/>
                  </a:cubicBezTo>
                  <a:cubicBezTo>
                    <a:pt x="4940296" y="95884"/>
                    <a:pt x="4940931" y="97789"/>
                    <a:pt x="4940931" y="99059"/>
                  </a:cubicBezTo>
                  <a:cubicBezTo>
                    <a:pt x="4940931" y="99059"/>
                    <a:pt x="4940931" y="102234"/>
                    <a:pt x="4940296" y="103504"/>
                  </a:cubicBezTo>
                  <a:cubicBezTo>
                    <a:pt x="4940296" y="104774"/>
                    <a:pt x="4939026" y="106044"/>
                    <a:pt x="4937756" y="107314"/>
                  </a:cubicBezTo>
                  <a:cubicBezTo>
                    <a:pt x="4936486" y="108584"/>
                    <a:pt x="4935216" y="109219"/>
                    <a:pt x="4933946" y="109854"/>
                  </a:cubicBezTo>
                  <a:cubicBezTo>
                    <a:pt x="4932676" y="109854"/>
                    <a:pt x="4930771" y="110489"/>
                    <a:pt x="4929501" y="110489"/>
                  </a:cubicBezTo>
                  <a:cubicBezTo>
                    <a:pt x="4928231" y="110489"/>
                    <a:pt x="4926326" y="110489"/>
                    <a:pt x="4925056" y="109854"/>
                  </a:cubicBezTo>
                  <a:cubicBezTo>
                    <a:pt x="4923786" y="109854"/>
                    <a:pt x="4922516" y="108584"/>
                    <a:pt x="4921246" y="107314"/>
                  </a:cubicBezTo>
                  <a:cubicBezTo>
                    <a:pt x="4919976" y="106044"/>
                    <a:pt x="4919341" y="104774"/>
                    <a:pt x="4918706" y="103504"/>
                  </a:cubicBezTo>
                  <a:cubicBezTo>
                    <a:pt x="4918706" y="102234"/>
                    <a:pt x="4918071" y="100329"/>
                    <a:pt x="4918071" y="99059"/>
                  </a:cubicBezTo>
                  <a:cubicBezTo>
                    <a:pt x="4918071" y="97789"/>
                    <a:pt x="4918071" y="95884"/>
                    <a:pt x="4918706" y="94614"/>
                  </a:cubicBezTo>
                  <a:cubicBezTo>
                    <a:pt x="4918706" y="93344"/>
                    <a:pt x="4919976" y="92074"/>
                    <a:pt x="4921246" y="90804"/>
                  </a:cubicBezTo>
                  <a:cubicBezTo>
                    <a:pt x="4922516" y="89534"/>
                    <a:pt x="4923786" y="88899"/>
                    <a:pt x="4925056" y="88264"/>
                  </a:cubicBezTo>
                  <a:cubicBezTo>
                    <a:pt x="4926326" y="88264"/>
                    <a:pt x="4928231" y="87629"/>
                    <a:pt x="4929501" y="87629"/>
                  </a:cubicBezTo>
                  <a:close/>
                  <a:moveTo>
                    <a:pt x="3079110" y="87629"/>
                  </a:moveTo>
                  <a:cubicBezTo>
                    <a:pt x="3080380" y="87629"/>
                    <a:pt x="3082285" y="87629"/>
                    <a:pt x="3083555" y="88264"/>
                  </a:cubicBezTo>
                  <a:cubicBezTo>
                    <a:pt x="3084825" y="88264"/>
                    <a:pt x="3086095" y="89534"/>
                    <a:pt x="3087365" y="90804"/>
                  </a:cubicBezTo>
                  <a:cubicBezTo>
                    <a:pt x="3088635" y="92074"/>
                    <a:pt x="3089270" y="93344"/>
                    <a:pt x="3089905" y="94614"/>
                  </a:cubicBezTo>
                  <a:cubicBezTo>
                    <a:pt x="3089905" y="95884"/>
                    <a:pt x="3090540" y="97789"/>
                    <a:pt x="3090540" y="99059"/>
                  </a:cubicBezTo>
                  <a:cubicBezTo>
                    <a:pt x="3090540" y="99059"/>
                    <a:pt x="3090540" y="102234"/>
                    <a:pt x="3089905" y="103504"/>
                  </a:cubicBezTo>
                  <a:cubicBezTo>
                    <a:pt x="3089905" y="104774"/>
                    <a:pt x="3088635" y="106044"/>
                    <a:pt x="3087365" y="107314"/>
                  </a:cubicBezTo>
                  <a:cubicBezTo>
                    <a:pt x="3086095" y="108584"/>
                    <a:pt x="3084825" y="109219"/>
                    <a:pt x="3083555" y="109854"/>
                  </a:cubicBezTo>
                  <a:cubicBezTo>
                    <a:pt x="3082285" y="109854"/>
                    <a:pt x="3080380" y="110489"/>
                    <a:pt x="3079110" y="110489"/>
                  </a:cubicBezTo>
                  <a:cubicBezTo>
                    <a:pt x="3077840" y="110489"/>
                    <a:pt x="3075935" y="110489"/>
                    <a:pt x="3074665" y="109854"/>
                  </a:cubicBezTo>
                  <a:cubicBezTo>
                    <a:pt x="3073395" y="109854"/>
                    <a:pt x="3072125" y="108584"/>
                    <a:pt x="3070855" y="107314"/>
                  </a:cubicBezTo>
                  <a:cubicBezTo>
                    <a:pt x="3069585" y="106044"/>
                    <a:pt x="3068950" y="104774"/>
                    <a:pt x="3068315" y="103504"/>
                  </a:cubicBezTo>
                  <a:cubicBezTo>
                    <a:pt x="3068315" y="102234"/>
                    <a:pt x="3067680" y="100329"/>
                    <a:pt x="3067680" y="99059"/>
                  </a:cubicBezTo>
                  <a:cubicBezTo>
                    <a:pt x="3067680" y="97789"/>
                    <a:pt x="3067680" y="95884"/>
                    <a:pt x="3068315" y="94614"/>
                  </a:cubicBezTo>
                  <a:cubicBezTo>
                    <a:pt x="3068315" y="93344"/>
                    <a:pt x="3069585" y="92074"/>
                    <a:pt x="3070855" y="90804"/>
                  </a:cubicBezTo>
                  <a:cubicBezTo>
                    <a:pt x="3072125" y="89534"/>
                    <a:pt x="3073395" y="88899"/>
                    <a:pt x="3074665" y="88264"/>
                  </a:cubicBezTo>
                  <a:cubicBezTo>
                    <a:pt x="3075935" y="88264"/>
                    <a:pt x="3077840" y="87629"/>
                    <a:pt x="3079110" y="87629"/>
                  </a:cubicBezTo>
                  <a:close/>
                  <a:moveTo>
                    <a:pt x="1565275" y="87629"/>
                  </a:moveTo>
                  <a:cubicBezTo>
                    <a:pt x="1566545" y="87629"/>
                    <a:pt x="1568450" y="87629"/>
                    <a:pt x="1569720" y="88264"/>
                  </a:cubicBezTo>
                  <a:cubicBezTo>
                    <a:pt x="1570990" y="88264"/>
                    <a:pt x="1572260" y="89534"/>
                    <a:pt x="1573529" y="90804"/>
                  </a:cubicBezTo>
                  <a:cubicBezTo>
                    <a:pt x="1574800" y="92074"/>
                    <a:pt x="1575435" y="93344"/>
                    <a:pt x="1576069" y="94614"/>
                  </a:cubicBezTo>
                  <a:cubicBezTo>
                    <a:pt x="1576069" y="95884"/>
                    <a:pt x="1576705" y="97789"/>
                    <a:pt x="1576705" y="99059"/>
                  </a:cubicBezTo>
                  <a:cubicBezTo>
                    <a:pt x="1576705" y="99059"/>
                    <a:pt x="1576705" y="102234"/>
                    <a:pt x="1576069" y="103504"/>
                  </a:cubicBezTo>
                  <a:cubicBezTo>
                    <a:pt x="1576069" y="104774"/>
                    <a:pt x="1574800" y="106044"/>
                    <a:pt x="1573529" y="107314"/>
                  </a:cubicBezTo>
                  <a:cubicBezTo>
                    <a:pt x="1572260" y="108584"/>
                    <a:pt x="1570990" y="109219"/>
                    <a:pt x="1569720" y="109854"/>
                  </a:cubicBezTo>
                  <a:cubicBezTo>
                    <a:pt x="1568450" y="109854"/>
                    <a:pt x="1566545" y="110489"/>
                    <a:pt x="1565275" y="110489"/>
                  </a:cubicBezTo>
                  <a:cubicBezTo>
                    <a:pt x="1564005" y="110489"/>
                    <a:pt x="1562099" y="110489"/>
                    <a:pt x="1560830" y="109854"/>
                  </a:cubicBezTo>
                  <a:cubicBezTo>
                    <a:pt x="1559559" y="109854"/>
                    <a:pt x="1558289" y="108584"/>
                    <a:pt x="1557020" y="107314"/>
                  </a:cubicBezTo>
                  <a:cubicBezTo>
                    <a:pt x="1555750" y="106044"/>
                    <a:pt x="1555114" y="104774"/>
                    <a:pt x="1554479" y="103504"/>
                  </a:cubicBezTo>
                  <a:cubicBezTo>
                    <a:pt x="1554479" y="102234"/>
                    <a:pt x="1553844" y="100329"/>
                    <a:pt x="1553844" y="99059"/>
                  </a:cubicBezTo>
                  <a:cubicBezTo>
                    <a:pt x="1553844" y="97789"/>
                    <a:pt x="1553844" y="95884"/>
                    <a:pt x="1554479" y="94614"/>
                  </a:cubicBezTo>
                  <a:cubicBezTo>
                    <a:pt x="1554479" y="93344"/>
                    <a:pt x="1555750" y="92074"/>
                    <a:pt x="1557020" y="90804"/>
                  </a:cubicBezTo>
                  <a:cubicBezTo>
                    <a:pt x="1558289" y="89534"/>
                    <a:pt x="1559559" y="88899"/>
                    <a:pt x="1560830" y="88264"/>
                  </a:cubicBezTo>
                  <a:cubicBezTo>
                    <a:pt x="1562099" y="88264"/>
                    <a:pt x="1564005" y="87629"/>
                    <a:pt x="1565275" y="87629"/>
                  </a:cubicBezTo>
                  <a:close/>
                  <a:moveTo>
                    <a:pt x="2642230" y="73024"/>
                  </a:moveTo>
                  <a:cubicBezTo>
                    <a:pt x="2637150" y="73024"/>
                    <a:pt x="2633340" y="74294"/>
                    <a:pt x="2630800" y="76199"/>
                  </a:cubicBezTo>
                  <a:cubicBezTo>
                    <a:pt x="2627625" y="78104"/>
                    <a:pt x="2626355" y="81279"/>
                    <a:pt x="2626355" y="84454"/>
                  </a:cubicBezTo>
                  <a:cubicBezTo>
                    <a:pt x="2626355" y="86994"/>
                    <a:pt x="2626355" y="88899"/>
                    <a:pt x="2627625" y="90169"/>
                  </a:cubicBezTo>
                  <a:cubicBezTo>
                    <a:pt x="2628260" y="92074"/>
                    <a:pt x="2629530" y="93344"/>
                    <a:pt x="2630800" y="93979"/>
                  </a:cubicBezTo>
                  <a:cubicBezTo>
                    <a:pt x="2632070" y="95249"/>
                    <a:pt x="2633340" y="95884"/>
                    <a:pt x="2635245" y="96519"/>
                  </a:cubicBezTo>
                  <a:cubicBezTo>
                    <a:pt x="2637150" y="96519"/>
                    <a:pt x="2639055" y="97154"/>
                    <a:pt x="2641595" y="97154"/>
                  </a:cubicBezTo>
                  <a:cubicBezTo>
                    <a:pt x="2643500" y="97154"/>
                    <a:pt x="2645405" y="97154"/>
                    <a:pt x="2647310" y="96519"/>
                  </a:cubicBezTo>
                  <a:cubicBezTo>
                    <a:pt x="2649215" y="96519"/>
                    <a:pt x="2651120" y="95249"/>
                    <a:pt x="2652390" y="93979"/>
                  </a:cubicBezTo>
                  <a:cubicBezTo>
                    <a:pt x="2654295" y="93344"/>
                    <a:pt x="2655565" y="92074"/>
                    <a:pt x="2656835" y="90804"/>
                  </a:cubicBezTo>
                  <a:cubicBezTo>
                    <a:pt x="2658105" y="89534"/>
                    <a:pt x="2659375" y="88264"/>
                    <a:pt x="2660010" y="86994"/>
                  </a:cubicBezTo>
                  <a:lnTo>
                    <a:pt x="2660010" y="75564"/>
                  </a:lnTo>
                  <a:cubicBezTo>
                    <a:pt x="2660010" y="75564"/>
                    <a:pt x="2657470" y="74294"/>
                    <a:pt x="2656200" y="74294"/>
                  </a:cubicBezTo>
                  <a:cubicBezTo>
                    <a:pt x="2654930" y="74294"/>
                    <a:pt x="2653660" y="73659"/>
                    <a:pt x="2652390" y="73659"/>
                  </a:cubicBezTo>
                  <a:cubicBezTo>
                    <a:pt x="2651120" y="73659"/>
                    <a:pt x="2649850" y="73659"/>
                    <a:pt x="2647945" y="73024"/>
                  </a:cubicBezTo>
                  <a:cubicBezTo>
                    <a:pt x="2646040" y="73024"/>
                    <a:pt x="2644135" y="73024"/>
                    <a:pt x="2642230" y="73024"/>
                  </a:cubicBezTo>
                  <a:close/>
                  <a:moveTo>
                    <a:pt x="4664706" y="43814"/>
                  </a:moveTo>
                  <a:cubicBezTo>
                    <a:pt x="4661531" y="43814"/>
                    <a:pt x="4658991" y="43814"/>
                    <a:pt x="4657086" y="45719"/>
                  </a:cubicBezTo>
                  <a:cubicBezTo>
                    <a:pt x="4654546" y="46989"/>
                    <a:pt x="4652641" y="48894"/>
                    <a:pt x="4651371" y="50799"/>
                  </a:cubicBezTo>
                  <a:cubicBezTo>
                    <a:pt x="4649466" y="53339"/>
                    <a:pt x="4648831" y="55879"/>
                    <a:pt x="4647561" y="59054"/>
                  </a:cubicBezTo>
                  <a:cubicBezTo>
                    <a:pt x="4646926" y="62229"/>
                    <a:pt x="4646291" y="65404"/>
                    <a:pt x="4646291" y="69849"/>
                  </a:cubicBezTo>
                  <a:cubicBezTo>
                    <a:pt x="4646291" y="74294"/>
                    <a:pt x="4646291" y="78104"/>
                    <a:pt x="4647561" y="81279"/>
                  </a:cubicBezTo>
                  <a:cubicBezTo>
                    <a:pt x="4648196" y="84454"/>
                    <a:pt x="4650101" y="87629"/>
                    <a:pt x="4651371" y="89534"/>
                  </a:cubicBezTo>
                  <a:cubicBezTo>
                    <a:pt x="4653276" y="92074"/>
                    <a:pt x="4655181" y="93344"/>
                    <a:pt x="4657721" y="94614"/>
                  </a:cubicBezTo>
                  <a:cubicBezTo>
                    <a:pt x="4660261" y="95884"/>
                    <a:pt x="4662801" y="96519"/>
                    <a:pt x="4665341" y="96519"/>
                  </a:cubicBezTo>
                  <a:cubicBezTo>
                    <a:pt x="4667881" y="96519"/>
                    <a:pt x="4671056" y="95884"/>
                    <a:pt x="4672961" y="94614"/>
                  </a:cubicBezTo>
                  <a:cubicBezTo>
                    <a:pt x="4675501" y="93344"/>
                    <a:pt x="4677406" y="91439"/>
                    <a:pt x="4678676" y="88899"/>
                  </a:cubicBezTo>
                  <a:cubicBezTo>
                    <a:pt x="4680581" y="86359"/>
                    <a:pt x="4681851" y="83819"/>
                    <a:pt x="4682486" y="80644"/>
                  </a:cubicBezTo>
                  <a:cubicBezTo>
                    <a:pt x="4683121" y="77469"/>
                    <a:pt x="4683756" y="74294"/>
                    <a:pt x="4683756" y="70484"/>
                  </a:cubicBezTo>
                  <a:lnTo>
                    <a:pt x="4684391" y="69849"/>
                  </a:lnTo>
                  <a:cubicBezTo>
                    <a:pt x="4684391" y="66039"/>
                    <a:pt x="4684391" y="62229"/>
                    <a:pt x="4683121" y="59054"/>
                  </a:cubicBezTo>
                  <a:cubicBezTo>
                    <a:pt x="4682486" y="55879"/>
                    <a:pt x="4680581" y="53339"/>
                    <a:pt x="4679311" y="50799"/>
                  </a:cubicBezTo>
                  <a:cubicBezTo>
                    <a:pt x="4677406" y="48259"/>
                    <a:pt x="4675501" y="46989"/>
                    <a:pt x="4672961" y="45719"/>
                  </a:cubicBezTo>
                  <a:cubicBezTo>
                    <a:pt x="4670421" y="44449"/>
                    <a:pt x="4667881" y="43814"/>
                    <a:pt x="4664706" y="43814"/>
                  </a:cubicBezTo>
                  <a:close/>
                  <a:moveTo>
                    <a:pt x="4264020" y="43814"/>
                  </a:moveTo>
                  <a:cubicBezTo>
                    <a:pt x="4260845" y="43814"/>
                    <a:pt x="4258305" y="43814"/>
                    <a:pt x="4256400" y="45719"/>
                  </a:cubicBezTo>
                  <a:cubicBezTo>
                    <a:pt x="4253860" y="46989"/>
                    <a:pt x="4251955" y="48894"/>
                    <a:pt x="4250685" y="50799"/>
                  </a:cubicBezTo>
                  <a:cubicBezTo>
                    <a:pt x="4248780" y="53339"/>
                    <a:pt x="4247510" y="55879"/>
                    <a:pt x="4246875" y="59054"/>
                  </a:cubicBezTo>
                  <a:cubicBezTo>
                    <a:pt x="4246240" y="62229"/>
                    <a:pt x="4245605" y="65404"/>
                    <a:pt x="4245605" y="69849"/>
                  </a:cubicBezTo>
                  <a:cubicBezTo>
                    <a:pt x="4245605" y="74294"/>
                    <a:pt x="4245605" y="78104"/>
                    <a:pt x="4246875" y="81279"/>
                  </a:cubicBezTo>
                  <a:cubicBezTo>
                    <a:pt x="4247510" y="84454"/>
                    <a:pt x="4249415" y="87629"/>
                    <a:pt x="4250685" y="89534"/>
                  </a:cubicBezTo>
                  <a:cubicBezTo>
                    <a:pt x="4252590" y="92074"/>
                    <a:pt x="4254495" y="93344"/>
                    <a:pt x="4257035" y="94614"/>
                  </a:cubicBezTo>
                  <a:cubicBezTo>
                    <a:pt x="4259575" y="95884"/>
                    <a:pt x="4262115" y="96519"/>
                    <a:pt x="4264655" y="96519"/>
                  </a:cubicBezTo>
                  <a:cubicBezTo>
                    <a:pt x="4267195" y="96519"/>
                    <a:pt x="4270370" y="95884"/>
                    <a:pt x="4272275" y="94614"/>
                  </a:cubicBezTo>
                  <a:cubicBezTo>
                    <a:pt x="4274815" y="93344"/>
                    <a:pt x="4276720" y="91439"/>
                    <a:pt x="4277990" y="88899"/>
                  </a:cubicBezTo>
                  <a:cubicBezTo>
                    <a:pt x="4279895" y="86359"/>
                    <a:pt x="4281165" y="83819"/>
                    <a:pt x="4281800" y="80644"/>
                  </a:cubicBezTo>
                  <a:cubicBezTo>
                    <a:pt x="4282435" y="77469"/>
                    <a:pt x="4283070" y="74294"/>
                    <a:pt x="4283070" y="70484"/>
                  </a:cubicBezTo>
                  <a:lnTo>
                    <a:pt x="4283705" y="69849"/>
                  </a:lnTo>
                  <a:cubicBezTo>
                    <a:pt x="4283705" y="66039"/>
                    <a:pt x="4283705" y="62229"/>
                    <a:pt x="4282435" y="59054"/>
                  </a:cubicBezTo>
                  <a:cubicBezTo>
                    <a:pt x="4281800" y="55879"/>
                    <a:pt x="4279895" y="53339"/>
                    <a:pt x="4278625" y="50799"/>
                  </a:cubicBezTo>
                  <a:cubicBezTo>
                    <a:pt x="4276720" y="48259"/>
                    <a:pt x="4274815" y="46989"/>
                    <a:pt x="4272275" y="45719"/>
                  </a:cubicBezTo>
                  <a:cubicBezTo>
                    <a:pt x="4269735" y="44449"/>
                    <a:pt x="4267195" y="43814"/>
                    <a:pt x="4264020" y="43814"/>
                  </a:cubicBezTo>
                  <a:close/>
                  <a:moveTo>
                    <a:pt x="1420495" y="43814"/>
                  </a:moveTo>
                  <a:cubicBezTo>
                    <a:pt x="1417320" y="43814"/>
                    <a:pt x="1414780" y="43814"/>
                    <a:pt x="1412875" y="45719"/>
                  </a:cubicBezTo>
                  <a:cubicBezTo>
                    <a:pt x="1410335" y="46989"/>
                    <a:pt x="1408430" y="48894"/>
                    <a:pt x="1407160" y="50799"/>
                  </a:cubicBezTo>
                  <a:cubicBezTo>
                    <a:pt x="1405255" y="53339"/>
                    <a:pt x="1403985" y="55879"/>
                    <a:pt x="1403350" y="59054"/>
                  </a:cubicBezTo>
                  <a:cubicBezTo>
                    <a:pt x="1402715" y="62229"/>
                    <a:pt x="1402080" y="65404"/>
                    <a:pt x="1402080" y="69849"/>
                  </a:cubicBezTo>
                  <a:cubicBezTo>
                    <a:pt x="1402080" y="74294"/>
                    <a:pt x="1402080" y="78104"/>
                    <a:pt x="1403350" y="81279"/>
                  </a:cubicBezTo>
                  <a:cubicBezTo>
                    <a:pt x="1403985" y="84454"/>
                    <a:pt x="1405890" y="87629"/>
                    <a:pt x="1407160" y="89534"/>
                  </a:cubicBezTo>
                  <a:cubicBezTo>
                    <a:pt x="1409065" y="92074"/>
                    <a:pt x="1410970" y="93344"/>
                    <a:pt x="1413510" y="94614"/>
                  </a:cubicBezTo>
                  <a:cubicBezTo>
                    <a:pt x="1416050" y="95884"/>
                    <a:pt x="1418590" y="96519"/>
                    <a:pt x="1421130" y="96519"/>
                  </a:cubicBezTo>
                  <a:cubicBezTo>
                    <a:pt x="1423670" y="96519"/>
                    <a:pt x="1426845" y="95884"/>
                    <a:pt x="1428750" y="94614"/>
                  </a:cubicBezTo>
                  <a:cubicBezTo>
                    <a:pt x="1431290" y="93344"/>
                    <a:pt x="1433195" y="91439"/>
                    <a:pt x="1434465" y="88899"/>
                  </a:cubicBezTo>
                  <a:cubicBezTo>
                    <a:pt x="1436370" y="86359"/>
                    <a:pt x="1437640" y="83819"/>
                    <a:pt x="1438275" y="80644"/>
                  </a:cubicBezTo>
                  <a:cubicBezTo>
                    <a:pt x="1438910" y="77469"/>
                    <a:pt x="1439545" y="74294"/>
                    <a:pt x="1439545" y="70484"/>
                  </a:cubicBezTo>
                  <a:lnTo>
                    <a:pt x="1440180" y="69849"/>
                  </a:lnTo>
                  <a:cubicBezTo>
                    <a:pt x="1440180" y="66039"/>
                    <a:pt x="1440180" y="62229"/>
                    <a:pt x="1438910" y="59054"/>
                  </a:cubicBezTo>
                  <a:cubicBezTo>
                    <a:pt x="1438275" y="55879"/>
                    <a:pt x="1436370" y="53339"/>
                    <a:pt x="1435100" y="50799"/>
                  </a:cubicBezTo>
                  <a:cubicBezTo>
                    <a:pt x="1433195" y="48259"/>
                    <a:pt x="1431290" y="46989"/>
                    <a:pt x="1428750" y="45719"/>
                  </a:cubicBezTo>
                  <a:cubicBezTo>
                    <a:pt x="1426210" y="44449"/>
                    <a:pt x="1423670" y="43814"/>
                    <a:pt x="1420495" y="43814"/>
                  </a:cubicBezTo>
                  <a:close/>
                  <a:moveTo>
                    <a:pt x="4041770" y="43180"/>
                  </a:moveTo>
                  <a:cubicBezTo>
                    <a:pt x="4039230" y="43180"/>
                    <a:pt x="4036690" y="43180"/>
                    <a:pt x="4034785" y="44450"/>
                  </a:cubicBezTo>
                  <a:cubicBezTo>
                    <a:pt x="4032880" y="45085"/>
                    <a:pt x="4030975" y="46355"/>
                    <a:pt x="4029705" y="48260"/>
                  </a:cubicBezTo>
                  <a:cubicBezTo>
                    <a:pt x="4028435" y="50165"/>
                    <a:pt x="4027165" y="52070"/>
                    <a:pt x="4025895" y="54610"/>
                  </a:cubicBezTo>
                  <a:cubicBezTo>
                    <a:pt x="4025260" y="57150"/>
                    <a:pt x="4023990" y="59690"/>
                    <a:pt x="4023990" y="62865"/>
                  </a:cubicBezTo>
                  <a:lnTo>
                    <a:pt x="4060185" y="62865"/>
                  </a:lnTo>
                  <a:cubicBezTo>
                    <a:pt x="4060185" y="62865"/>
                    <a:pt x="4059550" y="57785"/>
                    <a:pt x="4058915" y="55245"/>
                  </a:cubicBezTo>
                  <a:cubicBezTo>
                    <a:pt x="4058280" y="52705"/>
                    <a:pt x="4057010" y="50800"/>
                    <a:pt x="4055740" y="48895"/>
                  </a:cubicBezTo>
                  <a:cubicBezTo>
                    <a:pt x="4054470" y="46990"/>
                    <a:pt x="4052565" y="45720"/>
                    <a:pt x="4050025" y="44450"/>
                  </a:cubicBezTo>
                  <a:cubicBezTo>
                    <a:pt x="4047485" y="43180"/>
                    <a:pt x="4044945" y="43180"/>
                    <a:pt x="4041770" y="43180"/>
                  </a:cubicBezTo>
                  <a:close/>
                  <a:moveTo>
                    <a:pt x="3728081" y="43180"/>
                  </a:moveTo>
                  <a:cubicBezTo>
                    <a:pt x="3725541" y="43180"/>
                    <a:pt x="3723001" y="43180"/>
                    <a:pt x="3721096" y="44450"/>
                  </a:cubicBezTo>
                  <a:cubicBezTo>
                    <a:pt x="3719191" y="45085"/>
                    <a:pt x="3717286" y="46355"/>
                    <a:pt x="3716016" y="48260"/>
                  </a:cubicBezTo>
                  <a:cubicBezTo>
                    <a:pt x="3714746" y="50165"/>
                    <a:pt x="3713476" y="52070"/>
                    <a:pt x="3712206" y="54610"/>
                  </a:cubicBezTo>
                  <a:cubicBezTo>
                    <a:pt x="3711571" y="57150"/>
                    <a:pt x="3710301" y="59690"/>
                    <a:pt x="3710301" y="62865"/>
                  </a:cubicBezTo>
                  <a:lnTo>
                    <a:pt x="3746496" y="62865"/>
                  </a:lnTo>
                  <a:cubicBezTo>
                    <a:pt x="3746496" y="62865"/>
                    <a:pt x="3745861" y="57785"/>
                    <a:pt x="3745226" y="55245"/>
                  </a:cubicBezTo>
                  <a:cubicBezTo>
                    <a:pt x="3744591" y="52705"/>
                    <a:pt x="3743321" y="50800"/>
                    <a:pt x="3742051" y="48895"/>
                  </a:cubicBezTo>
                  <a:cubicBezTo>
                    <a:pt x="3740781" y="46990"/>
                    <a:pt x="3738876" y="45720"/>
                    <a:pt x="3736336" y="44450"/>
                  </a:cubicBezTo>
                  <a:cubicBezTo>
                    <a:pt x="3733796" y="43180"/>
                    <a:pt x="3731256" y="43180"/>
                    <a:pt x="3728081" y="43180"/>
                  </a:cubicBezTo>
                  <a:close/>
                  <a:moveTo>
                    <a:pt x="3541391" y="43180"/>
                  </a:moveTo>
                  <a:cubicBezTo>
                    <a:pt x="3538851" y="43180"/>
                    <a:pt x="3536311" y="43180"/>
                    <a:pt x="3534406" y="44450"/>
                  </a:cubicBezTo>
                  <a:cubicBezTo>
                    <a:pt x="3532501" y="45085"/>
                    <a:pt x="3530596" y="46355"/>
                    <a:pt x="3529326" y="48260"/>
                  </a:cubicBezTo>
                  <a:cubicBezTo>
                    <a:pt x="3528056" y="50165"/>
                    <a:pt x="3526786" y="52070"/>
                    <a:pt x="3525516" y="54610"/>
                  </a:cubicBezTo>
                  <a:cubicBezTo>
                    <a:pt x="3524881" y="57150"/>
                    <a:pt x="3524246" y="59690"/>
                    <a:pt x="3523611" y="62865"/>
                  </a:cubicBezTo>
                  <a:lnTo>
                    <a:pt x="3559806" y="62865"/>
                  </a:lnTo>
                  <a:cubicBezTo>
                    <a:pt x="3559806" y="62865"/>
                    <a:pt x="3559171" y="57785"/>
                    <a:pt x="3558536" y="55245"/>
                  </a:cubicBezTo>
                  <a:cubicBezTo>
                    <a:pt x="3557901" y="52705"/>
                    <a:pt x="3556631" y="50800"/>
                    <a:pt x="3555361" y="48895"/>
                  </a:cubicBezTo>
                  <a:cubicBezTo>
                    <a:pt x="3554091" y="46990"/>
                    <a:pt x="3552186" y="45720"/>
                    <a:pt x="3549646" y="44450"/>
                  </a:cubicBezTo>
                  <a:cubicBezTo>
                    <a:pt x="3547106" y="43180"/>
                    <a:pt x="3544566" y="43180"/>
                    <a:pt x="3541391" y="43180"/>
                  </a:cubicBezTo>
                  <a:close/>
                  <a:moveTo>
                    <a:pt x="3463285" y="43180"/>
                  </a:moveTo>
                  <a:cubicBezTo>
                    <a:pt x="3461380" y="43180"/>
                    <a:pt x="3459475" y="43180"/>
                    <a:pt x="3458205" y="43815"/>
                  </a:cubicBezTo>
                  <a:cubicBezTo>
                    <a:pt x="3456300" y="43815"/>
                    <a:pt x="3455030" y="45085"/>
                    <a:pt x="3453125" y="45720"/>
                  </a:cubicBezTo>
                  <a:cubicBezTo>
                    <a:pt x="3451855" y="46355"/>
                    <a:pt x="3449950" y="47625"/>
                    <a:pt x="3448680" y="48895"/>
                  </a:cubicBezTo>
                  <a:cubicBezTo>
                    <a:pt x="3447410" y="50165"/>
                    <a:pt x="3446140" y="51435"/>
                    <a:pt x="3445505" y="52705"/>
                  </a:cubicBezTo>
                  <a:lnTo>
                    <a:pt x="3445505" y="85725"/>
                  </a:lnTo>
                  <a:cubicBezTo>
                    <a:pt x="3445505" y="85725"/>
                    <a:pt x="3447410" y="88265"/>
                    <a:pt x="3448680" y="89535"/>
                  </a:cubicBezTo>
                  <a:cubicBezTo>
                    <a:pt x="3449950" y="90805"/>
                    <a:pt x="3451220" y="92075"/>
                    <a:pt x="3453125" y="92710"/>
                  </a:cubicBezTo>
                  <a:cubicBezTo>
                    <a:pt x="3455030" y="93980"/>
                    <a:pt x="3456300" y="94615"/>
                    <a:pt x="3458205" y="95250"/>
                  </a:cubicBezTo>
                  <a:cubicBezTo>
                    <a:pt x="3460110" y="95250"/>
                    <a:pt x="3462015" y="95885"/>
                    <a:pt x="3463920" y="95885"/>
                  </a:cubicBezTo>
                  <a:cubicBezTo>
                    <a:pt x="3469635" y="95885"/>
                    <a:pt x="3473445" y="93980"/>
                    <a:pt x="3476620" y="89535"/>
                  </a:cubicBezTo>
                  <a:cubicBezTo>
                    <a:pt x="3479795" y="85090"/>
                    <a:pt x="3481065" y="79375"/>
                    <a:pt x="3481065" y="71120"/>
                  </a:cubicBezTo>
                  <a:lnTo>
                    <a:pt x="3480430" y="71755"/>
                  </a:lnTo>
                  <a:cubicBezTo>
                    <a:pt x="3480430" y="62230"/>
                    <a:pt x="3479160" y="54610"/>
                    <a:pt x="3475985" y="50165"/>
                  </a:cubicBezTo>
                  <a:cubicBezTo>
                    <a:pt x="3472810" y="45720"/>
                    <a:pt x="3468365" y="43180"/>
                    <a:pt x="3463285" y="43180"/>
                  </a:cubicBezTo>
                  <a:close/>
                  <a:moveTo>
                    <a:pt x="3343271" y="43180"/>
                  </a:moveTo>
                  <a:cubicBezTo>
                    <a:pt x="3340731" y="43180"/>
                    <a:pt x="3338191" y="43180"/>
                    <a:pt x="3336286" y="44450"/>
                  </a:cubicBezTo>
                  <a:cubicBezTo>
                    <a:pt x="3334381" y="45085"/>
                    <a:pt x="3332476" y="46355"/>
                    <a:pt x="3331206" y="48260"/>
                  </a:cubicBezTo>
                  <a:cubicBezTo>
                    <a:pt x="3329936" y="50165"/>
                    <a:pt x="3328666" y="52070"/>
                    <a:pt x="3327396" y="54610"/>
                  </a:cubicBezTo>
                  <a:cubicBezTo>
                    <a:pt x="3326761" y="57150"/>
                    <a:pt x="3326126" y="59690"/>
                    <a:pt x="3325491" y="62865"/>
                  </a:cubicBezTo>
                  <a:lnTo>
                    <a:pt x="3361686" y="62865"/>
                  </a:lnTo>
                  <a:cubicBezTo>
                    <a:pt x="3361686" y="62865"/>
                    <a:pt x="3361051" y="57785"/>
                    <a:pt x="3360416" y="55245"/>
                  </a:cubicBezTo>
                  <a:cubicBezTo>
                    <a:pt x="3359781" y="52705"/>
                    <a:pt x="3358511" y="50800"/>
                    <a:pt x="3357241" y="48895"/>
                  </a:cubicBezTo>
                  <a:cubicBezTo>
                    <a:pt x="3355971" y="46990"/>
                    <a:pt x="3354066" y="45720"/>
                    <a:pt x="3351526" y="44450"/>
                  </a:cubicBezTo>
                  <a:cubicBezTo>
                    <a:pt x="3348986" y="43180"/>
                    <a:pt x="3346446" y="43180"/>
                    <a:pt x="3343271" y="43180"/>
                  </a:cubicBezTo>
                  <a:close/>
                  <a:moveTo>
                    <a:pt x="2976876" y="43180"/>
                  </a:moveTo>
                  <a:cubicBezTo>
                    <a:pt x="2974336" y="43180"/>
                    <a:pt x="2971796" y="43180"/>
                    <a:pt x="2969891" y="44450"/>
                  </a:cubicBezTo>
                  <a:cubicBezTo>
                    <a:pt x="2967986" y="45085"/>
                    <a:pt x="2966081" y="46355"/>
                    <a:pt x="2964811" y="48260"/>
                  </a:cubicBezTo>
                  <a:cubicBezTo>
                    <a:pt x="2963541" y="50165"/>
                    <a:pt x="2962271" y="52070"/>
                    <a:pt x="2961001" y="54610"/>
                  </a:cubicBezTo>
                  <a:cubicBezTo>
                    <a:pt x="2960366" y="57150"/>
                    <a:pt x="2959731" y="59690"/>
                    <a:pt x="2959096" y="62865"/>
                  </a:cubicBezTo>
                  <a:lnTo>
                    <a:pt x="2995291" y="62865"/>
                  </a:lnTo>
                  <a:cubicBezTo>
                    <a:pt x="2995291" y="62865"/>
                    <a:pt x="2994656" y="57785"/>
                    <a:pt x="2994021" y="55245"/>
                  </a:cubicBezTo>
                  <a:cubicBezTo>
                    <a:pt x="2993386" y="52705"/>
                    <a:pt x="2992116" y="50800"/>
                    <a:pt x="2990846" y="48895"/>
                  </a:cubicBezTo>
                  <a:cubicBezTo>
                    <a:pt x="2989576" y="46990"/>
                    <a:pt x="2987671" y="45720"/>
                    <a:pt x="2985131" y="44450"/>
                  </a:cubicBezTo>
                  <a:cubicBezTo>
                    <a:pt x="2982591" y="43180"/>
                    <a:pt x="2980051" y="43180"/>
                    <a:pt x="2976876" y="43180"/>
                  </a:cubicBezTo>
                  <a:close/>
                  <a:moveTo>
                    <a:pt x="2527930" y="43180"/>
                  </a:moveTo>
                  <a:cubicBezTo>
                    <a:pt x="2525390" y="43180"/>
                    <a:pt x="2522850" y="43180"/>
                    <a:pt x="2520945" y="44450"/>
                  </a:cubicBezTo>
                  <a:cubicBezTo>
                    <a:pt x="2519040" y="45085"/>
                    <a:pt x="2517135" y="46355"/>
                    <a:pt x="2515865" y="48260"/>
                  </a:cubicBezTo>
                  <a:cubicBezTo>
                    <a:pt x="2514595" y="50165"/>
                    <a:pt x="2513325" y="52070"/>
                    <a:pt x="2512055" y="54610"/>
                  </a:cubicBezTo>
                  <a:cubicBezTo>
                    <a:pt x="2511420" y="57150"/>
                    <a:pt x="2510150" y="59690"/>
                    <a:pt x="2510150" y="62865"/>
                  </a:cubicBezTo>
                  <a:lnTo>
                    <a:pt x="2546345" y="62865"/>
                  </a:lnTo>
                  <a:cubicBezTo>
                    <a:pt x="2546345" y="62865"/>
                    <a:pt x="2545710" y="57785"/>
                    <a:pt x="2545075" y="55245"/>
                  </a:cubicBezTo>
                  <a:cubicBezTo>
                    <a:pt x="2544440" y="52705"/>
                    <a:pt x="2543170" y="50800"/>
                    <a:pt x="2541900" y="48895"/>
                  </a:cubicBezTo>
                  <a:cubicBezTo>
                    <a:pt x="2540630" y="46990"/>
                    <a:pt x="2538725" y="45720"/>
                    <a:pt x="2536185" y="44450"/>
                  </a:cubicBezTo>
                  <a:cubicBezTo>
                    <a:pt x="2533645" y="43180"/>
                    <a:pt x="2531105" y="43180"/>
                    <a:pt x="2527930" y="43180"/>
                  </a:cubicBezTo>
                  <a:close/>
                  <a:moveTo>
                    <a:pt x="2214240" y="43180"/>
                  </a:moveTo>
                  <a:cubicBezTo>
                    <a:pt x="2211700" y="43180"/>
                    <a:pt x="2209160" y="43180"/>
                    <a:pt x="2207255" y="44450"/>
                  </a:cubicBezTo>
                  <a:cubicBezTo>
                    <a:pt x="2205350" y="45085"/>
                    <a:pt x="2203445" y="46355"/>
                    <a:pt x="2202175" y="48260"/>
                  </a:cubicBezTo>
                  <a:cubicBezTo>
                    <a:pt x="2200905" y="50165"/>
                    <a:pt x="2199635" y="52070"/>
                    <a:pt x="2198365" y="54610"/>
                  </a:cubicBezTo>
                  <a:cubicBezTo>
                    <a:pt x="2197730" y="57150"/>
                    <a:pt x="2196460" y="59690"/>
                    <a:pt x="2196460" y="62865"/>
                  </a:cubicBezTo>
                  <a:lnTo>
                    <a:pt x="2232655" y="62865"/>
                  </a:lnTo>
                  <a:cubicBezTo>
                    <a:pt x="2232655" y="62865"/>
                    <a:pt x="2232020" y="57785"/>
                    <a:pt x="2231385" y="55245"/>
                  </a:cubicBezTo>
                  <a:cubicBezTo>
                    <a:pt x="2230750" y="52705"/>
                    <a:pt x="2229480" y="50800"/>
                    <a:pt x="2228210" y="48895"/>
                  </a:cubicBezTo>
                  <a:cubicBezTo>
                    <a:pt x="2226940" y="46990"/>
                    <a:pt x="2225035" y="45720"/>
                    <a:pt x="2222495" y="44450"/>
                  </a:cubicBezTo>
                  <a:cubicBezTo>
                    <a:pt x="2219955" y="43180"/>
                    <a:pt x="2217415" y="43180"/>
                    <a:pt x="2214240" y="43180"/>
                  </a:cubicBezTo>
                  <a:close/>
                  <a:moveTo>
                    <a:pt x="2027551" y="43180"/>
                  </a:moveTo>
                  <a:cubicBezTo>
                    <a:pt x="2025011" y="43180"/>
                    <a:pt x="2022471" y="43180"/>
                    <a:pt x="2020566" y="44450"/>
                  </a:cubicBezTo>
                  <a:cubicBezTo>
                    <a:pt x="2018661" y="45085"/>
                    <a:pt x="2016756" y="46355"/>
                    <a:pt x="2015486" y="48260"/>
                  </a:cubicBezTo>
                  <a:cubicBezTo>
                    <a:pt x="2014216" y="50165"/>
                    <a:pt x="2012946" y="52070"/>
                    <a:pt x="2011676" y="54610"/>
                  </a:cubicBezTo>
                  <a:cubicBezTo>
                    <a:pt x="2011041" y="57150"/>
                    <a:pt x="2010406" y="59690"/>
                    <a:pt x="2009771" y="62865"/>
                  </a:cubicBezTo>
                  <a:lnTo>
                    <a:pt x="2045966" y="62865"/>
                  </a:lnTo>
                  <a:cubicBezTo>
                    <a:pt x="2045966" y="62865"/>
                    <a:pt x="2045331" y="57785"/>
                    <a:pt x="2044696" y="55245"/>
                  </a:cubicBezTo>
                  <a:cubicBezTo>
                    <a:pt x="2044061" y="52705"/>
                    <a:pt x="2042791" y="50800"/>
                    <a:pt x="2041521" y="48895"/>
                  </a:cubicBezTo>
                  <a:cubicBezTo>
                    <a:pt x="2040251" y="46990"/>
                    <a:pt x="2038346" y="45720"/>
                    <a:pt x="2035806" y="44450"/>
                  </a:cubicBezTo>
                  <a:cubicBezTo>
                    <a:pt x="2033266" y="43180"/>
                    <a:pt x="2030726" y="43180"/>
                    <a:pt x="2027551" y="43180"/>
                  </a:cubicBezTo>
                  <a:close/>
                  <a:moveTo>
                    <a:pt x="1949445" y="43180"/>
                  </a:moveTo>
                  <a:cubicBezTo>
                    <a:pt x="1947540" y="43180"/>
                    <a:pt x="1945635" y="43180"/>
                    <a:pt x="1944365" y="43815"/>
                  </a:cubicBezTo>
                  <a:cubicBezTo>
                    <a:pt x="1942460" y="43815"/>
                    <a:pt x="1941190" y="45085"/>
                    <a:pt x="1939285" y="45720"/>
                  </a:cubicBezTo>
                  <a:cubicBezTo>
                    <a:pt x="1938015" y="46355"/>
                    <a:pt x="1936110" y="47625"/>
                    <a:pt x="1934840" y="48895"/>
                  </a:cubicBezTo>
                  <a:cubicBezTo>
                    <a:pt x="1933570" y="50165"/>
                    <a:pt x="1932300" y="51435"/>
                    <a:pt x="1931665" y="52705"/>
                  </a:cubicBezTo>
                  <a:lnTo>
                    <a:pt x="1931665" y="85725"/>
                  </a:lnTo>
                  <a:cubicBezTo>
                    <a:pt x="1931665" y="85725"/>
                    <a:pt x="1933570" y="88265"/>
                    <a:pt x="1934840" y="89535"/>
                  </a:cubicBezTo>
                  <a:cubicBezTo>
                    <a:pt x="1936110" y="90805"/>
                    <a:pt x="1937380" y="92075"/>
                    <a:pt x="1939285" y="92710"/>
                  </a:cubicBezTo>
                  <a:cubicBezTo>
                    <a:pt x="1941190" y="93980"/>
                    <a:pt x="1942460" y="94615"/>
                    <a:pt x="1944365" y="95250"/>
                  </a:cubicBezTo>
                  <a:cubicBezTo>
                    <a:pt x="1946270" y="95250"/>
                    <a:pt x="1948175" y="95885"/>
                    <a:pt x="1950080" y="95885"/>
                  </a:cubicBezTo>
                  <a:cubicBezTo>
                    <a:pt x="1955795" y="95885"/>
                    <a:pt x="1959605" y="93980"/>
                    <a:pt x="1962780" y="89535"/>
                  </a:cubicBezTo>
                  <a:cubicBezTo>
                    <a:pt x="1965955" y="85090"/>
                    <a:pt x="1967225" y="79375"/>
                    <a:pt x="1967225" y="71120"/>
                  </a:cubicBezTo>
                  <a:lnTo>
                    <a:pt x="1966590" y="71755"/>
                  </a:lnTo>
                  <a:cubicBezTo>
                    <a:pt x="1966590" y="62230"/>
                    <a:pt x="1965320" y="54610"/>
                    <a:pt x="1962145" y="50165"/>
                  </a:cubicBezTo>
                  <a:cubicBezTo>
                    <a:pt x="1958970" y="45720"/>
                    <a:pt x="1954525" y="43180"/>
                    <a:pt x="1949445" y="43180"/>
                  </a:cubicBezTo>
                  <a:close/>
                  <a:moveTo>
                    <a:pt x="1829431" y="43180"/>
                  </a:moveTo>
                  <a:cubicBezTo>
                    <a:pt x="1826891" y="43180"/>
                    <a:pt x="1824351" y="43180"/>
                    <a:pt x="1822446" y="44450"/>
                  </a:cubicBezTo>
                  <a:cubicBezTo>
                    <a:pt x="1820541" y="45085"/>
                    <a:pt x="1818636" y="46355"/>
                    <a:pt x="1817366" y="48260"/>
                  </a:cubicBezTo>
                  <a:cubicBezTo>
                    <a:pt x="1816096" y="50165"/>
                    <a:pt x="1814826" y="52070"/>
                    <a:pt x="1813556" y="54610"/>
                  </a:cubicBezTo>
                  <a:cubicBezTo>
                    <a:pt x="1812921" y="57150"/>
                    <a:pt x="1811651" y="59690"/>
                    <a:pt x="1811651" y="62865"/>
                  </a:cubicBezTo>
                  <a:lnTo>
                    <a:pt x="1847846" y="62865"/>
                  </a:lnTo>
                  <a:cubicBezTo>
                    <a:pt x="1847846" y="62865"/>
                    <a:pt x="1847211" y="57785"/>
                    <a:pt x="1846576" y="55245"/>
                  </a:cubicBezTo>
                  <a:cubicBezTo>
                    <a:pt x="1845941" y="52705"/>
                    <a:pt x="1844671" y="50800"/>
                    <a:pt x="1843401" y="48895"/>
                  </a:cubicBezTo>
                  <a:cubicBezTo>
                    <a:pt x="1842131" y="46990"/>
                    <a:pt x="1840226" y="45720"/>
                    <a:pt x="1837686" y="44450"/>
                  </a:cubicBezTo>
                  <a:cubicBezTo>
                    <a:pt x="1835146" y="43180"/>
                    <a:pt x="1832606" y="43180"/>
                    <a:pt x="1829431" y="43180"/>
                  </a:cubicBezTo>
                  <a:close/>
                  <a:moveTo>
                    <a:pt x="1178561" y="43180"/>
                  </a:moveTo>
                  <a:cubicBezTo>
                    <a:pt x="1176021" y="43180"/>
                    <a:pt x="1173481" y="43180"/>
                    <a:pt x="1171576" y="44450"/>
                  </a:cubicBezTo>
                  <a:cubicBezTo>
                    <a:pt x="1169671" y="45085"/>
                    <a:pt x="1167766" y="46355"/>
                    <a:pt x="1166496" y="48260"/>
                  </a:cubicBezTo>
                  <a:cubicBezTo>
                    <a:pt x="1165226" y="50165"/>
                    <a:pt x="1163956" y="52070"/>
                    <a:pt x="1162686" y="54610"/>
                  </a:cubicBezTo>
                  <a:cubicBezTo>
                    <a:pt x="1162051" y="57150"/>
                    <a:pt x="1160781" y="59690"/>
                    <a:pt x="1160781" y="62865"/>
                  </a:cubicBezTo>
                  <a:lnTo>
                    <a:pt x="1196976" y="62865"/>
                  </a:lnTo>
                  <a:cubicBezTo>
                    <a:pt x="1196976" y="62865"/>
                    <a:pt x="1196341" y="57785"/>
                    <a:pt x="1195706" y="55245"/>
                  </a:cubicBezTo>
                  <a:cubicBezTo>
                    <a:pt x="1195071" y="52705"/>
                    <a:pt x="1193801" y="50800"/>
                    <a:pt x="1192531" y="48895"/>
                  </a:cubicBezTo>
                  <a:cubicBezTo>
                    <a:pt x="1191261" y="46990"/>
                    <a:pt x="1189356" y="45720"/>
                    <a:pt x="1186816" y="44450"/>
                  </a:cubicBezTo>
                  <a:cubicBezTo>
                    <a:pt x="1184276" y="43180"/>
                    <a:pt x="1181736" y="43180"/>
                    <a:pt x="1178561" y="43180"/>
                  </a:cubicBezTo>
                  <a:close/>
                  <a:moveTo>
                    <a:pt x="898525" y="43180"/>
                  </a:moveTo>
                  <a:cubicBezTo>
                    <a:pt x="895985" y="43180"/>
                    <a:pt x="893445" y="43180"/>
                    <a:pt x="891540" y="44450"/>
                  </a:cubicBezTo>
                  <a:cubicBezTo>
                    <a:pt x="889635" y="45085"/>
                    <a:pt x="887730" y="46355"/>
                    <a:pt x="886460" y="48260"/>
                  </a:cubicBezTo>
                  <a:cubicBezTo>
                    <a:pt x="885190" y="50165"/>
                    <a:pt x="883920" y="52070"/>
                    <a:pt x="882650" y="54610"/>
                  </a:cubicBezTo>
                  <a:cubicBezTo>
                    <a:pt x="882015" y="57150"/>
                    <a:pt x="881380" y="59690"/>
                    <a:pt x="880745" y="62865"/>
                  </a:cubicBezTo>
                  <a:lnTo>
                    <a:pt x="916940" y="62865"/>
                  </a:lnTo>
                  <a:cubicBezTo>
                    <a:pt x="916940" y="62865"/>
                    <a:pt x="916305" y="57785"/>
                    <a:pt x="915670" y="55245"/>
                  </a:cubicBezTo>
                  <a:cubicBezTo>
                    <a:pt x="915035" y="52705"/>
                    <a:pt x="913765" y="50800"/>
                    <a:pt x="912495" y="48895"/>
                  </a:cubicBezTo>
                  <a:cubicBezTo>
                    <a:pt x="911225" y="46990"/>
                    <a:pt x="909320" y="45720"/>
                    <a:pt x="906780" y="44450"/>
                  </a:cubicBezTo>
                  <a:cubicBezTo>
                    <a:pt x="904240" y="43180"/>
                    <a:pt x="901700" y="43180"/>
                    <a:pt x="898525" y="43180"/>
                  </a:cubicBezTo>
                  <a:close/>
                  <a:moveTo>
                    <a:pt x="584834" y="43180"/>
                  </a:moveTo>
                  <a:cubicBezTo>
                    <a:pt x="582294" y="43180"/>
                    <a:pt x="579754" y="43180"/>
                    <a:pt x="577849" y="44450"/>
                  </a:cubicBezTo>
                  <a:cubicBezTo>
                    <a:pt x="575944" y="45085"/>
                    <a:pt x="574039" y="46355"/>
                    <a:pt x="572769" y="48260"/>
                  </a:cubicBezTo>
                  <a:cubicBezTo>
                    <a:pt x="571499" y="50165"/>
                    <a:pt x="570229" y="52070"/>
                    <a:pt x="568959" y="54610"/>
                  </a:cubicBezTo>
                  <a:cubicBezTo>
                    <a:pt x="568324" y="57150"/>
                    <a:pt x="567689" y="59690"/>
                    <a:pt x="567054" y="62865"/>
                  </a:cubicBezTo>
                  <a:lnTo>
                    <a:pt x="603249" y="62865"/>
                  </a:lnTo>
                  <a:cubicBezTo>
                    <a:pt x="603249" y="62865"/>
                    <a:pt x="602614" y="57785"/>
                    <a:pt x="601979" y="55245"/>
                  </a:cubicBezTo>
                  <a:cubicBezTo>
                    <a:pt x="601344" y="52705"/>
                    <a:pt x="600074" y="50800"/>
                    <a:pt x="598804" y="48895"/>
                  </a:cubicBezTo>
                  <a:cubicBezTo>
                    <a:pt x="597534" y="46990"/>
                    <a:pt x="595629" y="45720"/>
                    <a:pt x="593089" y="44450"/>
                  </a:cubicBezTo>
                  <a:cubicBezTo>
                    <a:pt x="590549" y="43180"/>
                    <a:pt x="588009" y="43180"/>
                    <a:pt x="584834" y="43180"/>
                  </a:cubicBezTo>
                  <a:close/>
                  <a:moveTo>
                    <a:pt x="398145" y="43180"/>
                  </a:moveTo>
                  <a:cubicBezTo>
                    <a:pt x="395605" y="43180"/>
                    <a:pt x="393065" y="43180"/>
                    <a:pt x="391160" y="44450"/>
                  </a:cubicBezTo>
                  <a:cubicBezTo>
                    <a:pt x="389255" y="45085"/>
                    <a:pt x="387350" y="46355"/>
                    <a:pt x="386080" y="48260"/>
                  </a:cubicBezTo>
                  <a:cubicBezTo>
                    <a:pt x="384810" y="50165"/>
                    <a:pt x="383540" y="52070"/>
                    <a:pt x="382270" y="54610"/>
                  </a:cubicBezTo>
                  <a:cubicBezTo>
                    <a:pt x="381635" y="57150"/>
                    <a:pt x="380365" y="59690"/>
                    <a:pt x="380365" y="62865"/>
                  </a:cubicBezTo>
                  <a:lnTo>
                    <a:pt x="416560" y="62865"/>
                  </a:lnTo>
                  <a:cubicBezTo>
                    <a:pt x="416560" y="62865"/>
                    <a:pt x="415925" y="57785"/>
                    <a:pt x="415290" y="55245"/>
                  </a:cubicBezTo>
                  <a:cubicBezTo>
                    <a:pt x="414655" y="52705"/>
                    <a:pt x="413385" y="50800"/>
                    <a:pt x="412115" y="48895"/>
                  </a:cubicBezTo>
                  <a:cubicBezTo>
                    <a:pt x="410845" y="46990"/>
                    <a:pt x="408940" y="45720"/>
                    <a:pt x="406400" y="44450"/>
                  </a:cubicBezTo>
                  <a:cubicBezTo>
                    <a:pt x="403860" y="43180"/>
                    <a:pt x="401320" y="43180"/>
                    <a:pt x="398145" y="43180"/>
                  </a:cubicBezTo>
                  <a:close/>
                  <a:moveTo>
                    <a:pt x="320039" y="43180"/>
                  </a:moveTo>
                  <a:cubicBezTo>
                    <a:pt x="318134" y="43180"/>
                    <a:pt x="316229" y="43180"/>
                    <a:pt x="314959" y="43815"/>
                  </a:cubicBezTo>
                  <a:cubicBezTo>
                    <a:pt x="313054" y="43815"/>
                    <a:pt x="311784" y="45085"/>
                    <a:pt x="309879" y="45720"/>
                  </a:cubicBezTo>
                  <a:cubicBezTo>
                    <a:pt x="308609" y="46355"/>
                    <a:pt x="306704" y="47625"/>
                    <a:pt x="305434" y="48895"/>
                  </a:cubicBezTo>
                  <a:cubicBezTo>
                    <a:pt x="304164" y="50165"/>
                    <a:pt x="302894" y="51435"/>
                    <a:pt x="302259" y="52705"/>
                  </a:cubicBezTo>
                  <a:lnTo>
                    <a:pt x="302259" y="85725"/>
                  </a:lnTo>
                  <a:cubicBezTo>
                    <a:pt x="302259" y="85725"/>
                    <a:pt x="304164" y="88265"/>
                    <a:pt x="305434" y="89535"/>
                  </a:cubicBezTo>
                  <a:cubicBezTo>
                    <a:pt x="306704" y="90805"/>
                    <a:pt x="307974" y="92075"/>
                    <a:pt x="309879" y="92710"/>
                  </a:cubicBezTo>
                  <a:cubicBezTo>
                    <a:pt x="311784" y="93980"/>
                    <a:pt x="313054" y="94615"/>
                    <a:pt x="314959" y="95250"/>
                  </a:cubicBezTo>
                  <a:cubicBezTo>
                    <a:pt x="316864" y="95250"/>
                    <a:pt x="318769" y="95885"/>
                    <a:pt x="320674" y="95885"/>
                  </a:cubicBezTo>
                  <a:cubicBezTo>
                    <a:pt x="326389" y="95885"/>
                    <a:pt x="330199" y="93980"/>
                    <a:pt x="333374" y="89535"/>
                  </a:cubicBezTo>
                  <a:cubicBezTo>
                    <a:pt x="336549" y="85090"/>
                    <a:pt x="337819" y="79375"/>
                    <a:pt x="337819" y="71120"/>
                  </a:cubicBezTo>
                  <a:lnTo>
                    <a:pt x="337184" y="71755"/>
                  </a:lnTo>
                  <a:cubicBezTo>
                    <a:pt x="337184" y="62230"/>
                    <a:pt x="335914" y="54610"/>
                    <a:pt x="332739" y="50165"/>
                  </a:cubicBezTo>
                  <a:cubicBezTo>
                    <a:pt x="329564" y="45720"/>
                    <a:pt x="325119" y="43180"/>
                    <a:pt x="320039" y="43180"/>
                  </a:cubicBezTo>
                  <a:close/>
                  <a:moveTo>
                    <a:pt x="200025" y="43180"/>
                  </a:moveTo>
                  <a:cubicBezTo>
                    <a:pt x="197485" y="43180"/>
                    <a:pt x="194945" y="43180"/>
                    <a:pt x="193040" y="44450"/>
                  </a:cubicBezTo>
                  <a:cubicBezTo>
                    <a:pt x="191135" y="45085"/>
                    <a:pt x="189230" y="46355"/>
                    <a:pt x="187960" y="48260"/>
                  </a:cubicBezTo>
                  <a:cubicBezTo>
                    <a:pt x="186690" y="50165"/>
                    <a:pt x="185420" y="52070"/>
                    <a:pt x="184150" y="54610"/>
                  </a:cubicBezTo>
                  <a:cubicBezTo>
                    <a:pt x="183515" y="57150"/>
                    <a:pt x="182880" y="59690"/>
                    <a:pt x="182245" y="62865"/>
                  </a:cubicBezTo>
                  <a:lnTo>
                    <a:pt x="218440" y="62865"/>
                  </a:lnTo>
                  <a:cubicBezTo>
                    <a:pt x="218440" y="62865"/>
                    <a:pt x="217805" y="57785"/>
                    <a:pt x="217170" y="55245"/>
                  </a:cubicBezTo>
                  <a:cubicBezTo>
                    <a:pt x="216535" y="52705"/>
                    <a:pt x="215265" y="50800"/>
                    <a:pt x="213995" y="48895"/>
                  </a:cubicBezTo>
                  <a:cubicBezTo>
                    <a:pt x="212725" y="46990"/>
                    <a:pt x="210820" y="45720"/>
                    <a:pt x="208280" y="44450"/>
                  </a:cubicBezTo>
                  <a:cubicBezTo>
                    <a:pt x="205740" y="43180"/>
                    <a:pt x="203200" y="43180"/>
                    <a:pt x="200025" y="43180"/>
                  </a:cubicBezTo>
                  <a:close/>
                  <a:moveTo>
                    <a:pt x="4439281" y="43179"/>
                  </a:moveTo>
                  <a:cubicBezTo>
                    <a:pt x="4433566" y="43179"/>
                    <a:pt x="4429756" y="45084"/>
                    <a:pt x="4426581" y="49529"/>
                  </a:cubicBezTo>
                  <a:cubicBezTo>
                    <a:pt x="4423406" y="53974"/>
                    <a:pt x="4422136" y="59689"/>
                    <a:pt x="4422136" y="67944"/>
                  </a:cubicBezTo>
                  <a:cubicBezTo>
                    <a:pt x="4422136" y="73024"/>
                    <a:pt x="4422136" y="76834"/>
                    <a:pt x="4423406" y="80644"/>
                  </a:cubicBezTo>
                  <a:cubicBezTo>
                    <a:pt x="4424041" y="84454"/>
                    <a:pt x="4425311" y="86994"/>
                    <a:pt x="4426581" y="89534"/>
                  </a:cubicBezTo>
                  <a:cubicBezTo>
                    <a:pt x="4427851" y="92074"/>
                    <a:pt x="4429756" y="93344"/>
                    <a:pt x="4432296" y="94614"/>
                  </a:cubicBezTo>
                  <a:cubicBezTo>
                    <a:pt x="4434201" y="95884"/>
                    <a:pt x="4436741" y="96519"/>
                    <a:pt x="4439916" y="96519"/>
                  </a:cubicBezTo>
                  <a:cubicBezTo>
                    <a:pt x="4441821" y="96519"/>
                    <a:pt x="4443726" y="96519"/>
                    <a:pt x="4444996" y="95884"/>
                  </a:cubicBezTo>
                  <a:cubicBezTo>
                    <a:pt x="4446901" y="95884"/>
                    <a:pt x="4448171" y="94614"/>
                    <a:pt x="4450076" y="93344"/>
                  </a:cubicBezTo>
                  <a:cubicBezTo>
                    <a:pt x="4451346" y="92709"/>
                    <a:pt x="4453251" y="91439"/>
                    <a:pt x="4454521" y="90169"/>
                  </a:cubicBezTo>
                  <a:cubicBezTo>
                    <a:pt x="4455791" y="88899"/>
                    <a:pt x="4457061" y="87629"/>
                    <a:pt x="4457696" y="86359"/>
                  </a:cubicBezTo>
                  <a:lnTo>
                    <a:pt x="4457696" y="53339"/>
                  </a:lnTo>
                  <a:cubicBezTo>
                    <a:pt x="4457696" y="53339"/>
                    <a:pt x="4455791" y="50799"/>
                    <a:pt x="4454521" y="49529"/>
                  </a:cubicBezTo>
                  <a:cubicBezTo>
                    <a:pt x="4453251" y="48259"/>
                    <a:pt x="4451981" y="46989"/>
                    <a:pt x="4450076" y="46354"/>
                  </a:cubicBezTo>
                  <a:cubicBezTo>
                    <a:pt x="4448806" y="45084"/>
                    <a:pt x="4446901" y="44449"/>
                    <a:pt x="4444996" y="43814"/>
                  </a:cubicBezTo>
                  <a:cubicBezTo>
                    <a:pt x="4443091" y="43814"/>
                    <a:pt x="4441186" y="43179"/>
                    <a:pt x="4439281" y="43179"/>
                  </a:cubicBezTo>
                  <a:close/>
                  <a:moveTo>
                    <a:pt x="1014731" y="43179"/>
                  </a:moveTo>
                  <a:cubicBezTo>
                    <a:pt x="1009016" y="43179"/>
                    <a:pt x="1005206" y="45084"/>
                    <a:pt x="1002032" y="49529"/>
                  </a:cubicBezTo>
                  <a:cubicBezTo>
                    <a:pt x="998856" y="53974"/>
                    <a:pt x="997587" y="59689"/>
                    <a:pt x="997587" y="67944"/>
                  </a:cubicBezTo>
                  <a:cubicBezTo>
                    <a:pt x="997587" y="77469"/>
                    <a:pt x="998856" y="84454"/>
                    <a:pt x="1002032" y="88899"/>
                  </a:cubicBezTo>
                  <a:cubicBezTo>
                    <a:pt x="1005206" y="93979"/>
                    <a:pt x="1009016" y="95884"/>
                    <a:pt x="1015367" y="95884"/>
                  </a:cubicBezTo>
                  <a:cubicBezTo>
                    <a:pt x="1018541" y="95884"/>
                    <a:pt x="1022352" y="95249"/>
                    <a:pt x="1024891" y="93344"/>
                  </a:cubicBezTo>
                  <a:cubicBezTo>
                    <a:pt x="1028067" y="91439"/>
                    <a:pt x="1030607" y="88899"/>
                    <a:pt x="1033147" y="86359"/>
                  </a:cubicBezTo>
                  <a:lnTo>
                    <a:pt x="1033147" y="53339"/>
                  </a:lnTo>
                  <a:cubicBezTo>
                    <a:pt x="1033147" y="53339"/>
                    <a:pt x="1031242" y="50799"/>
                    <a:pt x="1029971" y="49529"/>
                  </a:cubicBezTo>
                  <a:cubicBezTo>
                    <a:pt x="1028702" y="48259"/>
                    <a:pt x="1027431" y="46989"/>
                    <a:pt x="1025526" y="46354"/>
                  </a:cubicBezTo>
                  <a:cubicBezTo>
                    <a:pt x="1023621" y="45084"/>
                    <a:pt x="1022352" y="44449"/>
                    <a:pt x="1020446" y="43814"/>
                  </a:cubicBezTo>
                  <a:cubicBezTo>
                    <a:pt x="1018541" y="43179"/>
                    <a:pt x="1016636" y="43179"/>
                    <a:pt x="1014731" y="43179"/>
                  </a:cubicBezTo>
                  <a:close/>
                  <a:moveTo>
                    <a:pt x="4524370" y="31114"/>
                  </a:moveTo>
                  <a:lnTo>
                    <a:pt x="4538975" y="31114"/>
                  </a:lnTo>
                  <a:lnTo>
                    <a:pt x="4552310" y="84454"/>
                  </a:lnTo>
                  <a:lnTo>
                    <a:pt x="4566915" y="31114"/>
                  </a:lnTo>
                  <a:lnTo>
                    <a:pt x="4579615" y="31114"/>
                  </a:lnTo>
                  <a:lnTo>
                    <a:pt x="4594220" y="84454"/>
                  </a:lnTo>
                  <a:lnTo>
                    <a:pt x="4606920" y="31114"/>
                  </a:lnTo>
                  <a:lnTo>
                    <a:pt x="4622160" y="31114"/>
                  </a:lnTo>
                  <a:lnTo>
                    <a:pt x="4600570" y="108584"/>
                  </a:lnTo>
                  <a:lnTo>
                    <a:pt x="4587235" y="108584"/>
                  </a:lnTo>
                  <a:lnTo>
                    <a:pt x="4572630" y="54609"/>
                  </a:lnTo>
                  <a:lnTo>
                    <a:pt x="4558660" y="108584"/>
                  </a:lnTo>
                  <a:lnTo>
                    <a:pt x="4545325" y="108584"/>
                  </a:lnTo>
                  <a:close/>
                  <a:moveTo>
                    <a:pt x="4123686" y="31114"/>
                  </a:moveTo>
                  <a:lnTo>
                    <a:pt x="4138926" y="31114"/>
                  </a:lnTo>
                  <a:lnTo>
                    <a:pt x="4152261" y="84454"/>
                  </a:lnTo>
                  <a:lnTo>
                    <a:pt x="4166866" y="31114"/>
                  </a:lnTo>
                  <a:lnTo>
                    <a:pt x="4178931" y="31114"/>
                  </a:lnTo>
                  <a:lnTo>
                    <a:pt x="4193536" y="84454"/>
                  </a:lnTo>
                  <a:lnTo>
                    <a:pt x="4206871" y="31114"/>
                  </a:lnTo>
                  <a:lnTo>
                    <a:pt x="4222111" y="31114"/>
                  </a:lnTo>
                  <a:lnTo>
                    <a:pt x="4200521" y="108584"/>
                  </a:lnTo>
                  <a:lnTo>
                    <a:pt x="4187186" y="108584"/>
                  </a:lnTo>
                  <a:lnTo>
                    <a:pt x="4172581" y="54609"/>
                  </a:lnTo>
                  <a:lnTo>
                    <a:pt x="4157976" y="108584"/>
                  </a:lnTo>
                  <a:lnTo>
                    <a:pt x="4145276" y="108584"/>
                  </a:lnTo>
                  <a:close/>
                  <a:moveTo>
                    <a:pt x="2837811" y="31114"/>
                  </a:moveTo>
                  <a:lnTo>
                    <a:pt x="2852416" y="31114"/>
                  </a:lnTo>
                  <a:lnTo>
                    <a:pt x="2865751" y="84454"/>
                  </a:lnTo>
                  <a:lnTo>
                    <a:pt x="2880356" y="31114"/>
                  </a:lnTo>
                  <a:lnTo>
                    <a:pt x="2893056" y="31114"/>
                  </a:lnTo>
                  <a:lnTo>
                    <a:pt x="2907661" y="84454"/>
                  </a:lnTo>
                  <a:lnTo>
                    <a:pt x="2920361" y="31114"/>
                  </a:lnTo>
                  <a:lnTo>
                    <a:pt x="2935601" y="31114"/>
                  </a:lnTo>
                  <a:lnTo>
                    <a:pt x="2914011" y="108584"/>
                  </a:lnTo>
                  <a:lnTo>
                    <a:pt x="2900676" y="108584"/>
                  </a:lnTo>
                  <a:lnTo>
                    <a:pt x="2886706" y="54609"/>
                  </a:lnTo>
                  <a:lnTo>
                    <a:pt x="2872101" y="108584"/>
                  </a:lnTo>
                  <a:lnTo>
                    <a:pt x="2858766" y="108584"/>
                  </a:lnTo>
                  <a:close/>
                  <a:moveTo>
                    <a:pt x="1354455" y="31114"/>
                  </a:moveTo>
                  <a:lnTo>
                    <a:pt x="1369695" y="31114"/>
                  </a:lnTo>
                  <a:lnTo>
                    <a:pt x="1369695" y="109219"/>
                  </a:lnTo>
                  <a:lnTo>
                    <a:pt x="1354455" y="109219"/>
                  </a:lnTo>
                  <a:close/>
                  <a:moveTo>
                    <a:pt x="2646040" y="29844"/>
                  </a:moveTo>
                  <a:cubicBezTo>
                    <a:pt x="2650485" y="29844"/>
                    <a:pt x="2654295" y="29844"/>
                    <a:pt x="2658105" y="31749"/>
                  </a:cubicBezTo>
                  <a:cubicBezTo>
                    <a:pt x="2661915" y="33019"/>
                    <a:pt x="2665090" y="34289"/>
                    <a:pt x="2667630" y="36829"/>
                  </a:cubicBezTo>
                  <a:cubicBezTo>
                    <a:pt x="2670170" y="38734"/>
                    <a:pt x="2672075" y="41909"/>
                    <a:pt x="2673345" y="45084"/>
                  </a:cubicBezTo>
                  <a:cubicBezTo>
                    <a:pt x="2674615" y="48259"/>
                    <a:pt x="2675250" y="52069"/>
                    <a:pt x="2675250" y="56514"/>
                  </a:cubicBezTo>
                  <a:lnTo>
                    <a:pt x="2675250" y="109854"/>
                  </a:lnTo>
                  <a:lnTo>
                    <a:pt x="2660010" y="109854"/>
                  </a:lnTo>
                  <a:lnTo>
                    <a:pt x="2660010" y="108584"/>
                  </a:lnTo>
                  <a:lnTo>
                    <a:pt x="2660010" y="100964"/>
                  </a:lnTo>
                  <a:cubicBezTo>
                    <a:pt x="2660010" y="100964"/>
                    <a:pt x="2656200" y="104139"/>
                    <a:pt x="2654930" y="104774"/>
                  </a:cubicBezTo>
                  <a:cubicBezTo>
                    <a:pt x="2653660" y="105409"/>
                    <a:pt x="2652390" y="106679"/>
                    <a:pt x="2651120" y="107314"/>
                  </a:cubicBezTo>
                  <a:cubicBezTo>
                    <a:pt x="2649850" y="107949"/>
                    <a:pt x="2647945" y="108584"/>
                    <a:pt x="2646040" y="109219"/>
                  </a:cubicBezTo>
                  <a:cubicBezTo>
                    <a:pt x="2644135" y="109219"/>
                    <a:pt x="2641595" y="109854"/>
                    <a:pt x="2639055" y="109854"/>
                  </a:cubicBezTo>
                  <a:cubicBezTo>
                    <a:pt x="2635880" y="109854"/>
                    <a:pt x="2632705" y="109854"/>
                    <a:pt x="2629530" y="108584"/>
                  </a:cubicBezTo>
                  <a:cubicBezTo>
                    <a:pt x="2626355" y="107949"/>
                    <a:pt x="2623180" y="106044"/>
                    <a:pt x="2620640" y="104139"/>
                  </a:cubicBezTo>
                  <a:cubicBezTo>
                    <a:pt x="2618100" y="102234"/>
                    <a:pt x="2616195" y="99059"/>
                    <a:pt x="2614290" y="95884"/>
                  </a:cubicBezTo>
                  <a:cubicBezTo>
                    <a:pt x="2612385" y="92709"/>
                    <a:pt x="2611750" y="88264"/>
                    <a:pt x="2611750" y="83819"/>
                  </a:cubicBezTo>
                  <a:cubicBezTo>
                    <a:pt x="2611750" y="79374"/>
                    <a:pt x="2612385" y="75564"/>
                    <a:pt x="2614290" y="72389"/>
                  </a:cubicBezTo>
                  <a:cubicBezTo>
                    <a:pt x="2615560" y="69214"/>
                    <a:pt x="2618100" y="66674"/>
                    <a:pt x="2620640" y="64769"/>
                  </a:cubicBezTo>
                  <a:cubicBezTo>
                    <a:pt x="2623180" y="62864"/>
                    <a:pt x="2626990" y="60959"/>
                    <a:pt x="2630800" y="60324"/>
                  </a:cubicBezTo>
                  <a:cubicBezTo>
                    <a:pt x="2634610" y="59054"/>
                    <a:pt x="2638420" y="59054"/>
                    <a:pt x="2642865" y="59054"/>
                  </a:cubicBezTo>
                  <a:cubicBezTo>
                    <a:pt x="2646675" y="59054"/>
                    <a:pt x="2650485" y="59054"/>
                    <a:pt x="2653025" y="59689"/>
                  </a:cubicBezTo>
                  <a:cubicBezTo>
                    <a:pt x="2655565" y="59689"/>
                    <a:pt x="2658105" y="60959"/>
                    <a:pt x="2660010" y="61594"/>
                  </a:cubicBezTo>
                  <a:lnTo>
                    <a:pt x="2660010" y="55879"/>
                  </a:lnTo>
                  <a:cubicBezTo>
                    <a:pt x="2660010" y="51434"/>
                    <a:pt x="2658740" y="48259"/>
                    <a:pt x="2656200" y="46354"/>
                  </a:cubicBezTo>
                  <a:cubicBezTo>
                    <a:pt x="2653660" y="43814"/>
                    <a:pt x="2649850" y="43179"/>
                    <a:pt x="2645405" y="43179"/>
                  </a:cubicBezTo>
                  <a:cubicBezTo>
                    <a:pt x="2641595" y="43179"/>
                    <a:pt x="2637785" y="43179"/>
                    <a:pt x="2634610" y="44449"/>
                  </a:cubicBezTo>
                  <a:cubicBezTo>
                    <a:pt x="2631435" y="45084"/>
                    <a:pt x="2628260" y="46354"/>
                    <a:pt x="2625085" y="48259"/>
                  </a:cubicBezTo>
                  <a:lnTo>
                    <a:pt x="2619370" y="36829"/>
                  </a:lnTo>
                  <a:cubicBezTo>
                    <a:pt x="2623180" y="34289"/>
                    <a:pt x="2626990" y="33019"/>
                    <a:pt x="2631435" y="31749"/>
                  </a:cubicBezTo>
                  <a:cubicBezTo>
                    <a:pt x="2635880" y="30479"/>
                    <a:pt x="2640325" y="29844"/>
                    <a:pt x="2646040" y="29844"/>
                  </a:cubicBezTo>
                  <a:close/>
                  <a:moveTo>
                    <a:pt x="1114426" y="29844"/>
                  </a:moveTo>
                  <a:lnTo>
                    <a:pt x="1129666" y="29844"/>
                  </a:lnTo>
                  <a:lnTo>
                    <a:pt x="1129666" y="107949"/>
                  </a:lnTo>
                  <a:lnTo>
                    <a:pt x="1114426" y="107949"/>
                  </a:lnTo>
                  <a:lnTo>
                    <a:pt x="1114426" y="100964"/>
                  </a:lnTo>
                  <a:cubicBezTo>
                    <a:pt x="1114426" y="100964"/>
                    <a:pt x="1109981" y="106044"/>
                    <a:pt x="1106171" y="107314"/>
                  </a:cubicBezTo>
                  <a:cubicBezTo>
                    <a:pt x="1102996" y="109219"/>
                    <a:pt x="1098551" y="109854"/>
                    <a:pt x="1094741" y="109854"/>
                  </a:cubicBezTo>
                  <a:cubicBezTo>
                    <a:pt x="1085851" y="109854"/>
                    <a:pt x="1078866" y="106679"/>
                    <a:pt x="1073786" y="100964"/>
                  </a:cubicBezTo>
                  <a:cubicBezTo>
                    <a:pt x="1069341" y="95249"/>
                    <a:pt x="1066800" y="86359"/>
                    <a:pt x="1066800" y="74929"/>
                  </a:cubicBezTo>
                  <a:lnTo>
                    <a:pt x="1066800" y="30479"/>
                  </a:lnTo>
                  <a:lnTo>
                    <a:pt x="1082040" y="30479"/>
                  </a:lnTo>
                  <a:lnTo>
                    <a:pt x="1082040" y="74294"/>
                  </a:lnTo>
                  <a:cubicBezTo>
                    <a:pt x="1082040" y="81279"/>
                    <a:pt x="1083311" y="86994"/>
                    <a:pt x="1085851" y="90169"/>
                  </a:cubicBezTo>
                  <a:cubicBezTo>
                    <a:pt x="1088390" y="93979"/>
                    <a:pt x="1092201" y="95249"/>
                    <a:pt x="1097916" y="95249"/>
                  </a:cubicBezTo>
                  <a:cubicBezTo>
                    <a:pt x="1102996" y="95249"/>
                    <a:pt x="1106806" y="93344"/>
                    <a:pt x="1109981" y="90169"/>
                  </a:cubicBezTo>
                  <a:cubicBezTo>
                    <a:pt x="1112521" y="86994"/>
                    <a:pt x="1114426" y="81914"/>
                    <a:pt x="1114426" y="75564"/>
                  </a:cubicBezTo>
                  <a:close/>
                  <a:moveTo>
                    <a:pt x="1011556" y="29844"/>
                  </a:moveTo>
                  <a:cubicBezTo>
                    <a:pt x="1013461" y="29844"/>
                    <a:pt x="1015367" y="29844"/>
                    <a:pt x="1017272" y="30479"/>
                  </a:cubicBezTo>
                  <a:cubicBezTo>
                    <a:pt x="1019176" y="30479"/>
                    <a:pt x="1021081" y="31749"/>
                    <a:pt x="1022352" y="32384"/>
                  </a:cubicBezTo>
                  <a:cubicBezTo>
                    <a:pt x="1024257" y="33019"/>
                    <a:pt x="1025526" y="34289"/>
                    <a:pt x="1026797" y="35559"/>
                  </a:cubicBezTo>
                  <a:cubicBezTo>
                    <a:pt x="1028067" y="36829"/>
                    <a:pt x="1029336" y="37464"/>
                    <a:pt x="1030607" y="38734"/>
                  </a:cubicBezTo>
                  <a:lnTo>
                    <a:pt x="1030607" y="31749"/>
                  </a:lnTo>
                  <a:lnTo>
                    <a:pt x="1045847" y="31749"/>
                  </a:lnTo>
                  <a:lnTo>
                    <a:pt x="1045847" y="130809"/>
                  </a:lnTo>
                  <a:lnTo>
                    <a:pt x="1032512" y="137477"/>
                  </a:lnTo>
                  <a:lnTo>
                    <a:pt x="1032512" y="101599"/>
                  </a:lnTo>
                  <a:cubicBezTo>
                    <a:pt x="1032512" y="101599"/>
                    <a:pt x="1026797" y="106679"/>
                    <a:pt x="1022986" y="107949"/>
                  </a:cubicBezTo>
                  <a:cubicBezTo>
                    <a:pt x="1019812" y="109854"/>
                    <a:pt x="1016001" y="110489"/>
                    <a:pt x="1011556" y="110489"/>
                  </a:cubicBezTo>
                  <a:cubicBezTo>
                    <a:pt x="1007111" y="110489"/>
                    <a:pt x="1003301" y="109854"/>
                    <a:pt x="999491" y="107949"/>
                  </a:cubicBezTo>
                  <a:cubicBezTo>
                    <a:pt x="995681" y="106679"/>
                    <a:pt x="992506" y="104139"/>
                    <a:pt x="989966" y="100329"/>
                  </a:cubicBezTo>
                  <a:cubicBezTo>
                    <a:pt x="987426" y="97154"/>
                    <a:pt x="984886" y="92709"/>
                    <a:pt x="983616" y="87629"/>
                  </a:cubicBezTo>
                  <a:cubicBezTo>
                    <a:pt x="982346" y="82549"/>
                    <a:pt x="981076" y="76199"/>
                    <a:pt x="981076" y="68579"/>
                  </a:cubicBezTo>
                  <a:cubicBezTo>
                    <a:pt x="981076" y="61594"/>
                    <a:pt x="981711" y="55879"/>
                    <a:pt x="983616" y="51434"/>
                  </a:cubicBezTo>
                  <a:cubicBezTo>
                    <a:pt x="985521" y="46354"/>
                    <a:pt x="987426" y="42544"/>
                    <a:pt x="990601" y="39369"/>
                  </a:cubicBezTo>
                  <a:cubicBezTo>
                    <a:pt x="993142" y="36194"/>
                    <a:pt x="996951" y="33654"/>
                    <a:pt x="1000126" y="32384"/>
                  </a:cubicBezTo>
                  <a:cubicBezTo>
                    <a:pt x="1003937" y="31114"/>
                    <a:pt x="1007746" y="29844"/>
                    <a:pt x="1011556" y="29844"/>
                  </a:cubicBezTo>
                  <a:close/>
                  <a:moveTo>
                    <a:pt x="4871716" y="29210"/>
                  </a:moveTo>
                  <a:cubicBezTo>
                    <a:pt x="4876796" y="29210"/>
                    <a:pt x="4881241" y="29845"/>
                    <a:pt x="4885686" y="31750"/>
                  </a:cubicBezTo>
                  <a:cubicBezTo>
                    <a:pt x="4890131" y="33655"/>
                    <a:pt x="4894576" y="35560"/>
                    <a:pt x="4897751" y="38100"/>
                  </a:cubicBezTo>
                  <a:lnTo>
                    <a:pt x="4899021" y="38100"/>
                  </a:lnTo>
                  <a:lnTo>
                    <a:pt x="4892036" y="50165"/>
                  </a:lnTo>
                  <a:cubicBezTo>
                    <a:pt x="4888861" y="47625"/>
                    <a:pt x="4885686" y="46355"/>
                    <a:pt x="4882511" y="45085"/>
                  </a:cubicBezTo>
                  <a:cubicBezTo>
                    <a:pt x="4879336" y="43815"/>
                    <a:pt x="4875526" y="43180"/>
                    <a:pt x="4872351" y="43180"/>
                  </a:cubicBezTo>
                  <a:cubicBezTo>
                    <a:pt x="4869176" y="43180"/>
                    <a:pt x="4866001" y="43815"/>
                    <a:pt x="4864096" y="45085"/>
                  </a:cubicBezTo>
                  <a:cubicBezTo>
                    <a:pt x="4862191" y="46355"/>
                    <a:pt x="4861556" y="48260"/>
                    <a:pt x="4861556" y="50165"/>
                  </a:cubicBezTo>
                  <a:cubicBezTo>
                    <a:pt x="4861556" y="51435"/>
                    <a:pt x="4861556" y="52070"/>
                    <a:pt x="4861556" y="52705"/>
                  </a:cubicBezTo>
                  <a:cubicBezTo>
                    <a:pt x="4861556" y="53340"/>
                    <a:pt x="4862826" y="54610"/>
                    <a:pt x="4863461" y="55245"/>
                  </a:cubicBezTo>
                  <a:cubicBezTo>
                    <a:pt x="4864731" y="55880"/>
                    <a:pt x="4866001" y="57150"/>
                    <a:pt x="4867906" y="57785"/>
                  </a:cubicBezTo>
                  <a:cubicBezTo>
                    <a:pt x="4869811" y="59055"/>
                    <a:pt x="4872351" y="59690"/>
                    <a:pt x="4874891" y="60960"/>
                  </a:cubicBezTo>
                  <a:cubicBezTo>
                    <a:pt x="4879336" y="62865"/>
                    <a:pt x="4883146" y="64135"/>
                    <a:pt x="4886321" y="66040"/>
                  </a:cubicBezTo>
                  <a:cubicBezTo>
                    <a:pt x="4889496" y="67310"/>
                    <a:pt x="4892036" y="69215"/>
                    <a:pt x="4894576" y="71120"/>
                  </a:cubicBezTo>
                  <a:cubicBezTo>
                    <a:pt x="4896481" y="73025"/>
                    <a:pt x="4898386" y="75565"/>
                    <a:pt x="4899656" y="78105"/>
                  </a:cubicBezTo>
                  <a:cubicBezTo>
                    <a:pt x="4900926" y="80645"/>
                    <a:pt x="4901561" y="83820"/>
                    <a:pt x="4901561" y="87630"/>
                  </a:cubicBezTo>
                  <a:cubicBezTo>
                    <a:pt x="4901561" y="92075"/>
                    <a:pt x="4900926" y="95250"/>
                    <a:pt x="4899021" y="98425"/>
                  </a:cubicBezTo>
                  <a:cubicBezTo>
                    <a:pt x="4897116" y="101600"/>
                    <a:pt x="4895211" y="103505"/>
                    <a:pt x="4892671" y="105410"/>
                  </a:cubicBezTo>
                  <a:cubicBezTo>
                    <a:pt x="4890131" y="107315"/>
                    <a:pt x="4886956" y="108585"/>
                    <a:pt x="4883146" y="109220"/>
                  </a:cubicBezTo>
                  <a:cubicBezTo>
                    <a:pt x="4879336" y="109855"/>
                    <a:pt x="4876161" y="110490"/>
                    <a:pt x="4872351" y="110490"/>
                  </a:cubicBezTo>
                  <a:cubicBezTo>
                    <a:pt x="4867271" y="110490"/>
                    <a:pt x="4862191" y="109855"/>
                    <a:pt x="4857111" y="107950"/>
                  </a:cubicBezTo>
                  <a:cubicBezTo>
                    <a:pt x="4851396" y="106045"/>
                    <a:pt x="4846951" y="103505"/>
                    <a:pt x="4842506" y="100965"/>
                  </a:cubicBezTo>
                  <a:lnTo>
                    <a:pt x="4849491" y="89535"/>
                  </a:lnTo>
                  <a:cubicBezTo>
                    <a:pt x="4853301" y="92075"/>
                    <a:pt x="4857111" y="93980"/>
                    <a:pt x="4860921" y="95250"/>
                  </a:cubicBezTo>
                  <a:cubicBezTo>
                    <a:pt x="4864731" y="96520"/>
                    <a:pt x="4868541" y="97155"/>
                    <a:pt x="4872351" y="97155"/>
                  </a:cubicBezTo>
                  <a:cubicBezTo>
                    <a:pt x="4877431" y="97155"/>
                    <a:pt x="4880606" y="96520"/>
                    <a:pt x="4883146" y="94615"/>
                  </a:cubicBezTo>
                  <a:cubicBezTo>
                    <a:pt x="4885686" y="93345"/>
                    <a:pt x="4886321" y="90805"/>
                    <a:pt x="4886321" y="88265"/>
                  </a:cubicBezTo>
                  <a:cubicBezTo>
                    <a:pt x="4886321" y="86995"/>
                    <a:pt x="4886321" y="85725"/>
                    <a:pt x="4885051" y="84455"/>
                  </a:cubicBezTo>
                  <a:cubicBezTo>
                    <a:pt x="4884416" y="83185"/>
                    <a:pt x="4883146" y="82550"/>
                    <a:pt x="4881241" y="81280"/>
                  </a:cubicBezTo>
                  <a:cubicBezTo>
                    <a:pt x="4879971" y="80010"/>
                    <a:pt x="4878066" y="79375"/>
                    <a:pt x="4875526" y="78105"/>
                  </a:cubicBezTo>
                  <a:cubicBezTo>
                    <a:pt x="4872986" y="77470"/>
                    <a:pt x="4871081" y="76200"/>
                    <a:pt x="4867906" y="74930"/>
                  </a:cubicBezTo>
                  <a:cubicBezTo>
                    <a:pt x="4863461" y="73025"/>
                    <a:pt x="4860286" y="71755"/>
                    <a:pt x="4857111" y="69850"/>
                  </a:cubicBezTo>
                  <a:cubicBezTo>
                    <a:pt x="4853936" y="67945"/>
                    <a:pt x="4852031" y="66675"/>
                    <a:pt x="4850126" y="64770"/>
                  </a:cubicBezTo>
                  <a:cubicBezTo>
                    <a:pt x="4848221" y="62865"/>
                    <a:pt x="4846951" y="60960"/>
                    <a:pt x="4846316" y="58420"/>
                  </a:cubicBezTo>
                  <a:cubicBezTo>
                    <a:pt x="4845681" y="55880"/>
                    <a:pt x="4845046" y="53340"/>
                    <a:pt x="4845046" y="50165"/>
                  </a:cubicBezTo>
                  <a:cubicBezTo>
                    <a:pt x="4845046" y="46990"/>
                    <a:pt x="4845681" y="43815"/>
                    <a:pt x="4846951" y="40640"/>
                  </a:cubicBezTo>
                  <a:cubicBezTo>
                    <a:pt x="4848221" y="38100"/>
                    <a:pt x="4850126" y="35560"/>
                    <a:pt x="4852666" y="34290"/>
                  </a:cubicBezTo>
                  <a:cubicBezTo>
                    <a:pt x="4855206" y="32385"/>
                    <a:pt x="4857746" y="31115"/>
                    <a:pt x="4860921" y="30480"/>
                  </a:cubicBezTo>
                  <a:cubicBezTo>
                    <a:pt x="4864096" y="29845"/>
                    <a:pt x="4867906" y="29210"/>
                    <a:pt x="4871716" y="29210"/>
                  </a:cubicBezTo>
                  <a:close/>
                  <a:moveTo>
                    <a:pt x="4749796" y="29210"/>
                  </a:moveTo>
                  <a:cubicBezTo>
                    <a:pt x="4752971" y="29210"/>
                    <a:pt x="4755511" y="29210"/>
                    <a:pt x="4757416" y="29845"/>
                  </a:cubicBezTo>
                  <a:cubicBezTo>
                    <a:pt x="4759321" y="30480"/>
                    <a:pt x="4761226" y="31115"/>
                    <a:pt x="4763131" y="32385"/>
                  </a:cubicBezTo>
                  <a:lnTo>
                    <a:pt x="4759321" y="46990"/>
                  </a:lnTo>
                  <a:lnTo>
                    <a:pt x="4758051" y="46990"/>
                  </a:lnTo>
                  <a:cubicBezTo>
                    <a:pt x="4758051" y="46990"/>
                    <a:pt x="4754876" y="45085"/>
                    <a:pt x="4752971" y="45085"/>
                  </a:cubicBezTo>
                  <a:cubicBezTo>
                    <a:pt x="4751066" y="45085"/>
                    <a:pt x="4749161" y="44450"/>
                    <a:pt x="4746621" y="44450"/>
                  </a:cubicBezTo>
                  <a:cubicBezTo>
                    <a:pt x="4741541" y="44450"/>
                    <a:pt x="4737731" y="46355"/>
                    <a:pt x="4735191" y="49530"/>
                  </a:cubicBezTo>
                  <a:cubicBezTo>
                    <a:pt x="4732651" y="52705"/>
                    <a:pt x="4731381" y="57785"/>
                    <a:pt x="4731381" y="64770"/>
                  </a:cubicBezTo>
                  <a:lnTo>
                    <a:pt x="4731381" y="109220"/>
                  </a:lnTo>
                  <a:lnTo>
                    <a:pt x="4716141" y="109220"/>
                  </a:lnTo>
                  <a:lnTo>
                    <a:pt x="4716141" y="31115"/>
                  </a:lnTo>
                  <a:lnTo>
                    <a:pt x="4731381" y="31115"/>
                  </a:lnTo>
                  <a:lnTo>
                    <a:pt x="4731381" y="38735"/>
                  </a:lnTo>
                  <a:cubicBezTo>
                    <a:pt x="4731381" y="38735"/>
                    <a:pt x="4733286" y="36195"/>
                    <a:pt x="4734556" y="34925"/>
                  </a:cubicBezTo>
                  <a:cubicBezTo>
                    <a:pt x="4735826" y="33655"/>
                    <a:pt x="4737096" y="33020"/>
                    <a:pt x="4739001" y="31750"/>
                  </a:cubicBezTo>
                  <a:cubicBezTo>
                    <a:pt x="4740271" y="31115"/>
                    <a:pt x="4742176" y="30480"/>
                    <a:pt x="4744081" y="29845"/>
                  </a:cubicBezTo>
                  <a:cubicBezTo>
                    <a:pt x="4745986" y="29845"/>
                    <a:pt x="4747891" y="29210"/>
                    <a:pt x="4749796" y="29210"/>
                  </a:cubicBezTo>
                  <a:close/>
                  <a:moveTo>
                    <a:pt x="4349110" y="29210"/>
                  </a:moveTo>
                  <a:cubicBezTo>
                    <a:pt x="4352285" y="29210"/>
                    <a:pt x="4354825" y="29210"/>
                    <a:pt x="4356730" y="29845"/>
                  </a:cubicBezTo>
                  <a:cubicBezTo>
                    <a:pt x="4358635" y="29845"/>
                    <a:pt x="4360540" y="31115"/>
                    <a:pt x="4362445" y="32385"/>
                  </a:cubicBezTo>
                  <a:lnTo>
                    <a:pt x="4358635" y="46990"/>
                  </a:lnTo>
                  <a:lnTo>
                    <a:pt x="4357365" y="46990"/>
                  </a:lnTo>
                  <a:cubicBezTo>
                    <a:pt x="4357365" y="46990"/>
                    <a:pt x="4354190" y="45085"/>
                    <a:pt x="4352285" y="45085"/>
                  </a:cubicBezTo>
                  <a:cubicBezTo>
                    <a:pt x="4350380" y="45085"/>
                    <a:pt x="4348475" y="44450"/>
                    <a:pt x="4345935" y="44450"/>
                  </a:cubicBezTo>
                  <a:cubicBezTo>
                    <a:pt x="4340855" y="44450"/>
                    <a:pt x="4337045" y="46355"/>
                    <a:pt x="4334505" y="49530"/>
                  </a:cubicBezTo>
                  <a:cubicBezTo>
                    <a:pt x="4331965" y="52705"/>
                    <a:pt x="4330695" y="57785"/>
                    <a:pt x="4330695" y="64770"/>
                  </a:cubicBezTo>
                  <a:lnTo>
                    <a:pt x="4330695" y="109220"/>
                  </a:lnTo>
                  <a:lnTo>
                    <a:pt x="4315455" y="109220"/>
                  </a:lnTo>
                  <a:lnTo>
                    <a:pt x="4315455" y="31115"/>
                  </a:lnTo>
                  <a:lnTo>
                    <a:pt x="4330695" y="31115"/>
                  </a:lnTo>
                  <a:lnTo>
                    <a:pt x="4330695" y="38735"/>
                  </a:lnTo>
                  <a:cubicBezTo>
                    <a:pt x="4330695" y="38735"/>
                    <a:pt x="4332600" y="36195"/>
                    <a:pt x="4333870" y="34925"/>
                  </a:cubicBezTo>
                  <a:cubicBezTo>
                    <a:pt x="4335140" y="33655"/>
                    <a:pt x="4336410" y="33020"/>
                    <a:pt x="4338315" y="31750"/>
                  </a:cubicBezTo>
                  <a:cubicBezTo>
                    <a:pt x="4339585" y="31115"/>
                    <a:pt x="4341490" y="30480"/>
                    <a:pt x="4343395" y="29845"/>
                  </a:cubicBezTo>
                  <a:cubicBezTo>
                    <a:pt x="4345300" y="29845"/>
                    <a:pt x="4347205" y="29210"/>
                    <a:pt x="4349110" y="29210"/>
                  </a:cubicBezTo>
                  <a:close/>
                  <a:moveTo>
                    <a:pt x="4044310" y="29210"/>
                  </a:moveTo>
                  <a:cubicBezTo>
                    <a:pt x="4050025" y="29210"/>
                    <a:pt x="4054470" y="30480"/>
                    <a:pt x="4058915" y="32385"/>
                  </a:cubicBezTo>
                  <a:cubicBezTo>
                    <a:pt x="4062725" y="34290"/>
                    <a:pt x="4066535" y="37465"/>
                    <a:pt x="4069075" y="40640"/>
                  </a:cubicBezTo>
                  <a:cubicBezTo>
                    <a:pt x="4071615" y="44450"/>
                    <a:pt x="4073520" y="48260"/>
                    <a:pt x="4075425" y="53340"/>
                  </a:cubicBezTo>
                  <a:cubicBezTo>
                    <a:pt x="4076695" y="57785"/>
                    <a:pt x="4077330" y="62865"/>
                    <a:pt x="4077330" y="68580"/>
                  </a:cubicBezTo>
                  <a:lnTo>
                    <a:pt x="4076060" y="68580"/>
                  </a:lnTo>
                  <a:cubicBezTo>
                    <a:pt x="4076060" y="68580"/>
                    <a:pt x="4076060" y="71120"/>
                    <a:pt x="4076060" y="72390"/>
                  </a:cubicBezTo>
                  <a:cubicBezTo>
                    <a:pt x="4076060" y="73660"/>
                    <a:pt x="4076060" y="74295"/>
                    <a:pt x="4076060" y="75565"/>
                  </a:cubicBezTo>
                  <a:lnTo>
                    <a:pt x="4024625" y="75565"/>
                  </a:lnTo>
                  <a:cubicBezTo>
                    <a:pt x="4024625" y="79375"/>
                    <a:pt x="4025895" y="82550"/>
                    <a:pt x="4027165" y="85090"/>
                  </a:cubicBezTo>
                  <a:cubicBezTo>
                    <a:pt x="4028435" y="87630"/>
                    <a:pt x="4029705" y="90170"/>
                    <a:pt x="4031610" y="91440"/>
                  </a:cubicBezTo>
                  <a:cubicBezTo>
                    <a:pt x="4033515" y="93345"/>
                    <a:pt x="4035420" y="94615"/>
                    <a:pt x="4037325" y="95250"/>
                  </a:cubicBezTo>
                  <a:cubicBezTo>
                    <a:pt x="4039230" y="95885"/>
                    <a:pt x="4041770" y="96520"/>
                    <a:pt x="4044310" y="96520"/>
                  </a:cubicBezTo>
                  <a:cubicBezTo>
                    <a:pt x="4046215" y="96520"/>
                    <a:pt x="4047485" y="96520"/>
                    <a:pt x="4049390" y="96520"/>
                  </a:cubicBezTo>
                  <a:cubicBezTo>
                    <a:pt x="4050660" y="96520"/>
                    <a:pt x="4052565" y="95885"/>
                    <a:pt x="4053835" y="95250"/>
                  </a:cubicBezTo>
                  <a:cubicBezTo>
                    <a:pt x="4055105" y="95250"/>
                    <a:pt x="4056375" y="93980"/>
                    <a:pt x="4057645" y="93345"/>
                  </a:cubicBezTo>
                  <a:cubicBezTo>
                    <a:pt x="4058915" y="93345"/>
                    <a:pt x="4060185" y="92075"/>
                    <a:pt x="4062090" y="90805"/>
                  </a:cubicBezTo>
                  <a:lnTo>
                    <a:pt x="4070980" y="100330"/>
                  </a:lnTo>
                  <a:cubicBezTo>
                    <a:pt x="4070980" y="100330"/>
                    <a:pt x="4067170" y="103505"/>
                    <a:pt x="4065265" y="104775"/>
                  </a:cubicBezTo>
                  <a:cubicBezTo>
                    <a:pt x="4063360" y="106045"/>
                    <a:pt x="4061455" y="106680"/>
                    <a:pt x="4059550" y="107950"/>
                  </a:cubicBezTo>
                  <a:cubicBezTo>
                    <a:pt x="4057645" y="108585"/>
                    <a:pt x="4055105" y="109855"/>
                    <a:pt x="4052565" y="109855"/>
                  </a:cubicBezTo>
                  <a:cubicBezTo>
                    <a:pt x="4050025" y="109855"/>
                    <a:pt x="4046850" y="110490"/>
                    <a:pt x="4043675" y="110490"/>
                  </a:cubicBezTo>
                  <a:cubicBezTo>
                    <a:pt x="4040500" y="110490"/>
                    <a:pt x="4037325" y="110490"/>
                    <a:pt x="4034150" y="109220"/>
                  </a:cubicBezTo>
                  <a:cubicBezTo>
                    <a:pt x="4030975" y="108585"/>
                    <a:pt x="4028435" y="107315"/>
                    <a:pt x="4026530" y="105410"/>
                  </a:cubicBezTo>
                  <a:cubicBezTo>
                    <a:pt x="4023990" y="104140"/>
                    <a:pt x="4022085" y="102235"/>
                    <a:pt x="4020180" y="100330"/>
                  </a:cubicBezTo>
                  <a:cubicBezTo>
                    <a:pt x="4018275" y="98425"/>
                    <a:pt x="4016370" y="95885"/>
                    <a:pt x="4015100" y="92710"/>
                  </a:cubicBezTo>
                  <a:cubicBezTo>
                    <a:pt x="4013195" y="89535"/>
                    <a:pt x="4011925" y="86360"/>
                    <a:pt x="4011290" y="82550"/>
                  </a:cubicBezTo>
                  <a:cubicBezTo>
                    <a:pt x="4010655" y="78740"/>
                    <a:pt x="4010020" y="74295"/>
                    <a:pt x="4010020" y="69850"/>
                  </a:cubicBezTo>
                  <a:cubicBezTo>
                    <a:pt x="4010020" y="63500"/>
                    <a:pt x="4010655" y="57150"/>
                    <a:pt x="4012560" y="52070"/>
                  </a:cubicBezTo>
                  <a:cubicBezTo>
                    <a:pt x="4014465" y="46990"/>
                    <a:pt x="4016370" y="42545"/>
                    <a:pt x="4019545" y="39370"/>
                  </a:cubicBezTo>
                  <a:cubicBezTo>
                    <a:pt x="4022720" y="36195"/>
                    <a:pt x="4025895" y="33020"/>
                    <a:pt x="4030340" y="31750"/>
                  </a:cubicBezTo>
                  <a:cubicBezTo>
                    <a:pt x="4034785" y="29845"/>
                    <a:pt x="4039230" y="29210"/>
                    <a:pt x="4044310" y="29210"/>
                  </a:cubicBezTo>
                  <a:close/>
                  <a:moveTo>
                    <a:pt x="3811900" y="29210"/>
                  </a:moveTo>
                  <a:cubicBezTo>
                    <a:pt x="3815075" y="29210"/>
                    <a:pt x="3817615" y="29210"/>
                    <a:pt x="3819520" y="29845"/>
                  </a:cubicBezTo>
                  <a:cubicBezTo>
                    <a:pt x="3821425" y="29845"/>
                    <a:pt x="3823330" y="31115"/>
                    <a:pt x="3825235" y="32385"/>
                  </a:cubicBezTo>
                  <a:lnTo>
                    <a:pt x="3821425" y="46990"/>
                  </a:lnTo>
                  <a:lnTo>
                    <a:pt x="3820155" y="46990"/>
                  </a:lnTo>
                  <a:cubicBezTo>
                    <a:pt x="3820155" y="46990"/>
                    <a:pt x="3816980" y="45085"/>
                    <a:pt x="3815075" y="45085"/>
                  </a:cubicBezTo>
                  <a:cubicBezTo>
                    <a:pt x="3813170" y="45085"/>
                    <a:pt x="3811265" y="44450"/>
                    <a:pt x="3808725" y="44450"/>
                  </a:cubicBezTo>
                  <a:cubicBezTo>
                    <a:pt x="3803645" y="44450"/>
                    <a:pt x="3799835" y="46355"/>
                    <a:pt x="3797295" y="49530"/>
                  </a:cubicBezTo>
                  <a:cubicBezTo>
                    <a:pt x="3794755" y="52705"/>
                    <a:pt x="3793485" y="57785"/>
                    <a:pt x="3793485" y="64770"/>
                  </a:cubicBezTo>
                  <a:lnTo>
                    <a:pt x="3793485" y="109220"/>
                  </a:lnTo>
                  <a:lnTo>
                    <a:pt x="3778245" y="109220"/>
                  </a:lnTo>
                  <a:lnTo>
                    <a:pt x="3778245" y="31115"/>
                  </a:lnTo>
                  <a:lnTo>
                    <a:pt x="3793485" y="31115"/>
                  </a:lnTo>
                  <a:lnTo>
                    <a:pt x="3793485" y="38735"/>
                  </a:lnTo>
                  <a:cubicBezTo>
                    <a:pt x="3793485" y="38735"/>
                    <a:pt x="3795390" y="36195"/>
                    <a:pt x="3796660" y="34925"/>
                  </a:cubicBezTo>
                  <a:cubicBezTo>
                    <a:pt x="3797930" y="33655"/>
                    <a:pt x="3799200" y="33020"/>
                    <a:pt x="3801105" y="31750"/>
                  </a:cubicBezTo>
                  <a:cubicBezTo>
                    <a:pt x="3802375" y="31115"/>
                    <a:pt x="3804280" y="30480"/>
                    <a:pt x="3806185" y="29845"/>
                  </a:cubicBezTo>
                  <a:cubicBezTo>
                    <a:pt x="3808090" y="29845"/>
                    <a:pt x="3809995" y="29210"/>
                    <a:pt x="3811900" y="29210"/>
                  </a:cubicBezTo>
                  <a:close/>
                  <a:moveTo>
                    <a:pt x="3729986" y="29210"/>
                  </a:moveTo>
                  <a:cubicBezTo>
                    <a:pt x="3735701" y="29210"/>
                    <a:pt x="3740146" y="30480"/>
                    <a:pt x="3744591" y="32385"/>
                  </a:cubicBezTo>
                  <a:cubicBezTo>
                    <a:pt x="3748401" y="34290"/>
                    <a:pt x="3752211" y="37465"/>
                    <a:pt x="3754751" y="40640"/>
                  </a:cubicBezTo>
                  <a:cubicBezTo>
                    <a:pt x="3757291" y="44450"/>
                    <a:pt x="3759196" y="48260"/>
                    <a:pt x="3761101" y="53340"/>
                  </a:cubicBezTo>
                  <a:cubicBezTo>
                    <a:pt x="3762371" y="57785"/>
                    <a:pt x="3763006" y="62865"/>
                    <a:pt x="3763006" y="68580"/>
                  </a:cubicBezTo>
                  <a:lnTo>
                    <a:pt x="3761736" y="68580"/>
                  </a:lnTo>
                  <a:cubicBezTo>
                    <a:pt x="3761736" y="68580"/>
                    <a:pt x="3761736" y="71120"/>
                    <a:pt x="3761736" y="72390"/>
                  </a:cubicBezTo>
                  <a:cubicBezTo>
                    <a:pt x="3761736" y="73660"/>
                    <a:pt x="3761736" y="74295"/>
                    <a:pt x="3761736" y="75565"/>
                  </a:cubicBezTo>
                  <a:lnTo>
                    <a:pt x="3710301" y="75565"/>
                  </a:lnTo>
                  <a:cubicBezTo>
                    <a:pt x="3710301" y="79375"/>
                    <a:pt x="3711571" y="82550"/>
                    <a:pt x="3712841" y="85090"/>
                  </a:cubicBezTo>
                  <a:cubicBezTo>
                    <a:pt x="3714111" y="87630"/>
                    <a:pt x="3715381" y="90170"/>
                    <a:pt x="3717286" y="91440"/>
                  </a:cubicBezTo>
                  <a:cubicBezTo>
                    <a:pt x="3719191" y="93345"/>
                    <a:pt x="3721096" y="94615"/>
                    <a:pt x="3723001" y="95250"/>
                  </a:cubicBezTo>
                  <a:cubicBezTo>
                    <a:pt x="3724906" y="95885"/>
                    <a:pt x="3727446" y="96520"/>
                    <a:pt x="3729986" y="96520"/>
                  </a:cubicBezTo>
                  <a:cubicBezTo>
                    <a:pt x="3731891" y="96520"/>
                    <a:pt x="3733161" y="96520"/>
                    <a:pt x="3735066" y="96520"/>
                  </a:cubicBezTo>
                  <a:cubicBezTo>
                    <a:pt x="3736336" y="96520"/>
                    <a:pt x="3738241" y="95885"/>
                    <a:pt x="3739511" y="95250"/>
                  </a:cubicBezTo>
                  <a:cubicBezTo>
                    <a:pt x="3740781" y="95250"/>
                    <a:pt x="3742051" y="93980"/>
                    <a:pt x="3743321" y="93345"/>
                  </a:cubicBezTo>
                  <a:cubicBezTo>
                    <a:pt x="3744591" y="93345"/>
                    <a:pt x="3745861" y="92075"/>
                    <a:pt x="3747766" y="90805"/>
                  </a:cubicBezTo>
                  <a:lnTo>
                    <a:pt x="3756656" y="100330"/>
                  </a:lnTo>
                  <a:cubicBezTo>
                    <a:pt x="3756656" y="100330"/>
                    <a:pt x="3752846" y="103505"/>
                    <a:pt x="3750941" y="104775"/>
                  </a:cubicBezTo>
                  <a:cubicBezTo>
                    <a:pt x="3749036" y="106045"/>
                    <a:pt x="3747131" y="106680"/>
                    <a:pt x="3745226" y="107950"/>
                  </a:cubicBezTo>
                  <a:cubicBezTo>
                    <a:pt x="3743321" y="108585"/>
                    <a:pt x="3740781" y="109855"/>
                    <a:pt x="3738241" y="109855"/>
                  </a:cubicBezTo>
                  <a:cubicBezTo>
                    <a:pt x="3735701" y="109855"/>
                    <a:pt x="3732526" y="110490"/>
                    <a:pt x="3729351" y="110490"/>
                  </a:cubicBezTo>
                  <a:cubicBezTo>
                    <a:pt x="3726176" y="110490"/>
                    <a:pt x="3723001" y="110490"/>
                    <a:pt x="3719826" y="109220"/>
                  </a:cubicBezTo>
                  <a:cubicBezTo>
                    <a:pt x="3716651" y="108585"/>
                    <a:pt x="3714111" y="107315"/>
                    <a:pt x="3712206" y="105410"/>
                  </a:cubicBezTo>
                  <a:cubicBezTo>
                    <a:pt x="3709666" y="104140"/>
                    <a:pt x="3707761" y="102235"/>
                    <a:pt x="3705856" y="100330"/>
                  </a:cubicBezTo>
                  <a:cubicBezTo>
                    <a:pt x="3703951" y="98425"/>
                    <a:pt x="3702046" y="95885"/>
                    <a:pt x="3700776" y="92710"/>
                  </a:cubicBezTo>
                  <a:cubicBezTo>
                    <a:pt x="3698871" y="89535"/>
                    <a:pt x="3697601" y="86360"/>
                    <a:pt x="3696966" y="82550"/>
                  </a:cubicBezTo>
                  <a:cubicBezTo>
                    <a:pt x="3696331" y="78740"/>
                    <a:pt x="3695696" y="74295"/>
                    <a:pt x="3695696" y="69850"/>
                  </a:cubicBezTo>
                  <a:cubicBezTo>
                    <a:pt x="3695696" y="63500"/>
                    <a:pt x="3696331" y="57150"/>
                    <a:pt x="3698236" y="52070"/>
                  </a:cubicBezTo>
                  <a:cubicBezTo>
                    <a:pt x="3700141" y="46990"/>
                    <a:pt x="3702046" y="42545"/>
                    <a:pt x="3705221" y="39370"/>
                  </a:cubicBezTo>
                  <a:cubicBezTo>
                    <a:pt x="3708396" y="36195"/>
                    <a:pt x="3711571" y="33020"/>
                    <a:pt x="3716016" y="31750"/>
                  </a:cubicBezTo>
                  <a:cubicBezTo>
                    <a:pt x="3720461" y="29845"/>
                    <a:pt x="3724906" y="29210"/>
                    <a:pt x="3729986" y="29210"/>
                  </a:cubicBezTo>
                  <a:close/>
                  <a:moveTo>
                    <a:pt x="3543296" y="29210"/>
                  </a:moveTo>
                  <a:cubicBezTo>
                    <a:pt x="3549011" y="29210"/>
                    <a:pt x="3553456" y="30480"/>
                    <a:pt x="3557901" y="32385"/>
                  </a:cubicBezTo>
                  <a:cubicBezTo>
                    <a:pt x="3561711" y="34290"/>
                    <a:pt x="3565521" y="37465"/>
                    <a:pt x="3568061" y="40640"/>
                  </a:cubicBezTo>
                  <a:cubicBezTo>
                    <a:pt x="3570601" y="44450"/>
                    <a:pt x="3572506" y="48260"/>
                    <a:pt x="3574411" y="53340"/>
                  </a:cubicBezTo>
                  <a:cubicBezTo>
                    <a:pt x="3575681" y="57785"/>
                    <a:pt x="3576316" y="62865"/>
                    <a:pt x="3576316" y="68580"/>
                  </a:cubicBezTo>
                  <a:lnTo>
                    <a:pt x="3575046" y="68580"/>
                  </a:lnTo>
                  <a:cubicBezTo>
                    <a:pt x="3575046" y="68580"/>
                    <a:pt x="3575046" y="71120"/>
                    <a:pt x="3575046" y="72390"/>
                  </a:cubicBezTo>
                  <a:cubicBezTo>
                    <a:pt x="3575046" y="73660"/>
                    <a:pt x="3575046" y="74295"/>
                    <a:pt x="3575046" y="75565"/>
                  </a:cubicBezTo>
                  <a:lnTo>
                    <a:pt x="3523611" y="75565"/>
                  </a:lnTo>
                  <a:cubicBezTo>
                    <a:pt x="3523611" y="79375"/>
                    <a:pt x="3524881" y="82550"/>
                    <a:pt x="3526151" y="85090"/>
                  </a:cubicBezTo>
                  <a:cubicBezTo>
                    <a:pt x="3527421" y="87630"/>
                    <a:pt x="3528691" y="90170"/>
                    <a:pt x="3530596" y="91440"/>
                  </a:cubicBezTo>
                  <a:cubicBezTo>
                    <a:pt x="3532501" y="93345"/>
                    <a:pt x="3534406" y="94615"/>
                    <a:pt x="3536311" y="95250"/>
                  </a:cubicBezTo>
                  <a:cubicBezTo>
                    <a:pt x="3538216" y="95885"/>
                    <a:pt x="3540756" y="96520"/>
                    <a:pt x="3543296" y="96520"/>
                  </a:cubicBezTo>
                  <a:cubicBezTo>
                    <a:pt x="3545201" y="96520"/>
                    <a:pt x="3546471" y="96520"/>
                    <a:pt x="3548376" y="96520"/>
                  </a:cubicBezTo>
                  <a:cubicBezTo>
                    <a:pt x="3549646" y="96520"/>
                    <a:pt x="3551551" y="95885"/>
                    <a:pt x="3552821" y="95250"/>
                  </a:cubicBezTo>
                  <a:cubicBezTo>
                    <a:pt x="3554091" y="95250"/>
                    <a:pt x="3555361" y="93980"/>
                    <a:pt x="3556631" y="93345"/>
                  </a:cubicBezTo>
                  <a:cubicBezTo>
                    <a:pt x="3557901" y="93345"/>
                    <a:pt x="3559171" y="92075"/>
                    <a:pt x="3561076" y="90805"/>
                  </a:cubicBezTo>
                  <a:lnTo>
                    <a:pt x="3569966" y="100330"/>
                  </a:lnTo>
                  <a:cubicBezTo>
                    <a:pt x="3569966" y="100330"/>
                    <a:pt x="3566156" y="103505"/>
                    <a:pt x="3564251" y="104775"/>
                  </a:cubicBezTo>
                  <a:cubicBezTo>
                    <a:pt x="3562346" y="106045"/>
                    <a:pt x="3560441" y="106680"/>
                    <a:pt x="3558536" y="107950"/>
                  </a:cubicBezTo>
                  <a:cubicBezTo>
                    <a:pt x="3556631" y="108585"/>
                    <a:pt x="3554091" y="109855"/>
                    <a:pt x="3551551" y="109855"/>
                  </a:cubicBezTo>
                  <a:cubicBezTo>
                    <a:pt x="3549011" y="109855"/>
                    <a:pt x="3545836" y="110490"/>
                    <a:pt x="3542661" y="110490"/>
                  </a:cubicBezTo>
                  <a:cubicBezTo>
                    <a:pt x="3539486" y="110490"/>
                    <a:pt x="3536311" y="110490"/>
                    <a:pt x="3533136" y="109220"/>
                  </a:cubicBezTo>
                  <a:cubicBezTo>
                    <a:pt x="3529961" y="108585"/>
                    <a:pt x="3527421" y="107315"/>
                    <a:pt x="3525516" y="105410"/>
                  </a:cubicBezTo>
                  <a:cubicBezTo>
                    <a:pt x="3522976" y="104140"/>
                    <a:pt x="3521071" y="102235"/>
                    <a:pt x="3519166" y="100330"/>
                  </a:cubicBezTo>
                  <a:cubicBezTo>
                    <a:pt x="3517261" y="98425"/>
                    <a:pt x="3515356" y="95885"/>
                    <a:pt x="3514086" y="92710"/>
                  </a:cubicBezTo>
                  <a:cubicBezTo>
                    <a:pt x="3512181" y="89535"/>
                    <a:pt x="3510911" y="86360"/>
                    <a:pt x="3510276" y="82550"/>
                  </a:cubicBezTo>
                  <a:cubicBezTo>
                    <a:pt x="3509641" y="78740"/>
                    <a:pt x="3509006" y="74295"/>
                    <a:pt x="3509006" y="69850"/>
                  </a:cubicBezTo>
                  <a:cubicBezTo>
                    <a:pt x="3509006" y="63500"/>
                    <a:pt x="3509641" y="57150"/>
                    <a:pt x="3511546" y="52070"/>
                  </a:cubicBezTo>
                  <a:cubicBezTo>
                    <a:pt x="3513451" y="46990"/>
                    <a:pt x="3515356" y="42545"/>
                    <a:pt x="3518531" y="39370"/>
                  </a:cubicBezTo>
                  <a:cubicBezTo>
                    <a:pt x="3521706" y="36195"/>
                    <a:pt x="3524881" y="33020"/>
                    <a:pt x="3529326" y="31750"/>
                  </a:cubicBezTo>
                  <a:cubicBezTo>
                    <a:pt x="3533771" y="29845"/>
                    <a:pt x="3538216" y="29210"/>
                    <a:pt x="3543296" y="29210"/>
                  </a:cubicBezTo>
                  <a:close/>
                  <a:moveTo>
                    <a:pt x="3345176" y="29210"/>
                  </a:moveTo>
                  <a:cubicBezTo>
                    <a:pt x="3350891" y="29210"/>
                    <a:pt x="3355336" y="30480"/>
                    <a:pt x="3359781" y="32385"/>
                  </a:cubicBezTo>
                  <a:cubicBezTo>
                    <a:pt x="3363591" y="34290"/>
                    <a:pt x="3367401" y="37465"/>
                    <a:pt x="3369941" y="40640"/>
                  </a:cubicBezTo>
                  <a:cubicBezTo>
                    <a:pt x="3372481" y="44450"/>
                    <a:pt x="3374386" y="48260"/>
                    <a:pt x="3376291" y="53340"/>
                  </a:cubicBezTo>
                  <a:cubicBezTo>
                    <a:pt x="3377561" y="57785"/>
                    <a:pt x="3378196" y="62865"/>
                    <a:pt x="3378196" y="68580"/>
                  </a:cubicBezTo>
                  <a:lnTo>
                    <a:pt x="3376926" y="68580"/>
                  </a:lnTo>
                  <a:cubicBezTo>
                    <a:pt x="3376926" y="68580"/>
                    <a:pt x="3376926" y="71120"/>
                    <a:pt x="3376926" y="72390"/>
                  </a:cubicBezTo>
                  <a:cubicBezTo>
                    <a:pt x="3376926" y="73660"/>
                    <a:pt x="3376926" y="74295"/>
                    <a:pt x="3376926" y="75565"/>
                  </a:cubicBezTo>
                  <a:lnTo>
                    <a:pt x="3325491" y="75565"/>
                  </a:lnTo>
                  <a:cubicBezTo>
                    <a:pt x="3325491" y="79375"/>
                    <a:pt x="3326761" y="82550"/>
                    <a:pt x="3328031" y="85090"/>
                  </a:cubicBezTo>
                  <a:cubicBezTo>
                    <a:pt x="3329301" y="87630"/>
                    <a:pt x="3330571" y="90170"/>
                    <a:pt x="3332476" y="91440"/>
                  </a:cubicBezTo>
                  <a:cubicBezTo>
                    <a:pt x="3334381" y="93345"/>
                    <a:pt x="3336286" y="94615"/>
                    <a:pt x="3338191" y="95250"/>
                  </a:cubicBezTo>
                  <a:cubicBezTo>
                    <a:pt x="3340096" y="95885"/>
                    <a:pt x="3342636" y="96520"/>
                    <a:pt x="3345176" y="96520"/>
                  </a:cubicBezTo>
                  <a:cubicBezTo>
                    <a:pt x="3347081" y="96520"/>
                    <a:pt x="3348351" y="96520"/>
                    <a:pt x="3350256" y="96520"/>
                  </a:cubicBezTo>
                  <a:cubicBezTo>
                    <a:pt x="3351526" y="96520"/>
                    <a:pt x="3353431" y="95885"/>
                    <a:pt x="3354701" y="95250"/>
                  </a:cubicBezTo>
                  <a:cubicBezTo>
                    <a:pt x="3355971" y="95250"/>
                    <a:pt x="3357241" y="93980"/>
                    <a:pt x="3358511" y="93345"/>
                  </a:cubicBezTo>
                  <a:cubicBezTo>
                    <a:pt x="3359781" y="93345"/>
                    <a:pt x="3361051" y="92075"/>
                    <a:pt x="3362956" y="90805"/>
                  </a:cubicBezTo>
                  <a:lnTo>
                    <a:pt x="3371846" y="100330"/>
                  </a:lnTo>
                  <a:cubicBezTo>
                    <a:pt x="3371846" y="100330"/>
                    <a:pt x="3368036" y="103505"/>
                    <a:pt x="3366131" y="104775"/>
                  </a:cubicBezTo>
                  <a:cubicBezTo>
                    <a:pt x="3364226" y="106045"/>
                    <a:pt x="3362321" y="106680"/>
                    <a:pt x="3360416" y="107950"/>
                  </a:cubicBezTo>
                  <a:cubicBezTo>
                    <a:pt x="3358511" y="108585"/>
                    <a:pt x="3355971" y="109855"/>
                    <a:pt x="3353431" y="109855"/>
                  </a:cubicBezTo>
                  <a:cubicBezTo>
                    <a:pt x="3350891" y="109855"/>
                    <a:pt x="3347716" y="110490"/>
                    <a:pt x="3344541" y="110490"/>
                  </a:cubicBezTo>
                  <a:cubicBezTo>
                    <a:pt x="3341366" y="110490"/>
                    <a:pt x="3338191" y="110490"/>
                    <a:pt x="3335016" y="109220"/>
                  </a:cubicBezTo>
                  <a:cubicBezTo>
                    <a:pt x="3331841" y="108585"/>
                    <a:pt x="3329301" y="107315"/>
                    <a:pt x="3327396" y="105410"/>
                  </a:cubicBezTo>
                  <a:cubicBezTo>
                    <a:pt x="3324856" y="104140"/>
                    <a:pt x="3322951" y="102235"/>
                    <a:pt x="3321046" y="100330"/>
                  </a:cubicBezTo>
                  <a:cubicBezTo>
                    <a:pt x="3319141" y="98425"/>
                    <a:pt x="3317236" y="95885"/>
                    <a:pt x="3315966" y="92710"/>
                  </a:cubicBezTo>
                  <a:cubicBezTo>
                    <a:pt x="3314061" y="89535"/>
                    <a:pt x="3312791" y="86360"/>
                    <a:pt x="3312156" y="82550"/>
                  </a:cubicBezTo>
                  <a:cubicBezTo>
                    <a:pt x="3311521" y="78740"/>
                    <a:pt x="3310886" y="74295"/>
                    <a:pt x="3310886" y="69850"/>
                  </a:cubicBezTo>
                  <a:cubicBezTo>
                    <a:pt x="3310886" y="63500"/>
                    <a:pt x="3311521" y="57150"/>
                    <a:pt x="3313426" y="52070"/>
                  </a:cubicBezTo>
                  <a:cubicBezTo>
                    <a:pt x="3315331" y="46990"/>
                    <a:pt x="3317236" y="42545"/>
                    <a:pt x="3320411" y="39370"/>
                  </a:cubicBezTo>
                  <a:cubicBezTo>
                    <a:pt x="3323586" y="36195"/>
                    <a:pt x="3326761" y="33020"/>
                    <a:pt x="3331206" y="31750"/>
                  </a:cubicBezTo>
                  <a:cubicBezTo>
                    <a:pt x="3335651" y="29845"/>
                    <a:pt x="3340096" y="29210"/>
                    <a:pt x="3345176" y="29210"/>
                  </a:cubicBezTo>
                  <a:close/>
                  <a:moveTo>
                    <a:pt x="3060696" y="29210"/>
                  </a:moveTo>
                  <a:cubicBezTo>
                    <a:pt x="3063871" y="29210"/>
                    <a:pt x="3066411" y="29210"/>
                    <a:pt x="3068316" y="29845"/>
                  </a:cubicBezTo>
                  <a:cubicBezTo>
                    <a:pt x="3070221" y="29845"/>
                    <a:pt x="3072126" y="31115"/>
                    <a:pt x="3074031" y="32385"/>
                  </a:cubicBezTo>
                  <a:lnTo>
                    <a:pt x="3070221" y="46990"/>
                  </a:lnTo>
                  <a:lnTo>
                    <a:pt x="3068951" y="46990"/>
                  </a:lnTo>
                  <a:cubicBezTo>
                    <a:pt x="3068951" y="46990"/>
                    <a:pt x="3065776" y="45085"/>
                    <a:pt x="3063871" y="45085"/>
                  </a:cubicBezTo>
                  <a:cubicBezTo>
                    <a:pt x="3061966" y="45085"/>
                    <a:pt x="3060061" y="44450"/>
                    <a:pt x="3057521" y="44450"/>
                  </a:cubicBezTo>
                  <a:cubicBezTo>
                    <a:pt x="3052441" y="44450"/>
                    <a:pt x="3048631" y="46355"/>
                    <a:pt x="3046091" y="49530"/>
                  </a:cubicBezTo>
                  <a:cubicBezTo>
                    <a:pt x="3043551" y="52705"/>
                    <a:pt x="3042281" y="57785"/>
                    <a:pt x="3042281" y="64770"/>
                  </a:cubicBezTo>
                  <a:lnTo>
                    <a:pt x="3042281" y="109220"/>
                  </a:lnTo>
                  <a:lnTo>
                    <a:pt x="3027041" y="109220"/>
                  </a:lnTo>
                  <a:lnTo>
                    <a:pt x="3027041" y="31115"/>
                  </a:lnTo>
                  <a:lnTo>
                    <a:pt x="3042281" y="31115"/>
                  </a:lnTo>
                  <a:lnTo>
                    <a:pt x="3042281" y="38735"/>
                  </a:lnTo>
                  <a:cubicBezTo>
                    <a:pt x="3042281" y="38735"/>
                    <a:pt x="3044186" y="36195"/>
                    <a:pt x="3045456" y="34925"/>
                  </a:cubicBezTo>
                  <a:cubicBezTo>
                    <a:pt x="3046726" y="33655"/>
                    <a:pt x="3047996" y="33020"/>
                    <a:pt x="3049901" y="31750"/>
                  </a:cubicBezTo>
                  <a:cubicBezTo>
                    <a:pt x="3051171" y="31115"/>
                    <a:pt x="3053076" y="30480"/>
                    <a:pt x="3054981" y="29845"/>
                  </a:cubicBezTo>
                  <a:cubicBezTo>
                    <a:pt x="3056886" y="29845"/>
                    <a:pt x="3058791" y="29210"/>
                    <a:pt x="3060696" y="29210"/>
                  </a:cubicBezTo>
                  <a:close/>
                  <a:moveTo>
                    <a:pt x="2978781" y="29210"/>
                  </a:moveTo>
                  <a:cubicBezTo>
                    <a:pt x="2984496" y="29210"/>
                    <a:pt x="2988941" y="30480"/>
                    <a:pt x="2993386" y="32385"/>
                  </a:cubicBezTo>
                  <a:cubicBezTo>
                    <a:pt x="2997196" y="34290"/>
                    <a:pt x="3001006" y="37465"/>
                    <a:pt x="3003546" y="40640"/>
                  </a:cubicBezTo>
                  <a:cubicBezTo>
                    <a:pt x="3006086" y="44450"/>
                    <a:pt x="3007991" y="48260"/>
                    <a:pt x="3009896" y="53340"/>
                  </a:cubicBezTo>
                  <a:cubicBezTo>
                    <a:pt x="3011166" y="57785"/>
                    <a:pt x="3011801" y="62865"/>
                    <a:pt x="3011801" y="68580"/>
                  </a:cubicBezTo>
                  <a:lnTo>
                    <a:pt x="3010531" y="68580"/>
                  </a:lnTo>
                  <a:cubicBezTo>
                    <a:pt x="3010531" y="68580"/>
                    <a:pt x="3010531" y="71120"/>
                    <a:pt x="3010531" y="72390"/>
                  </a:cubicBezTo>
                  <a:cubicBezTo>
                    <a:pt x="3010531" y="73660"/>
                    <a:pt x="3010531" y="74295"/>
                    <a:pt x="3010531" y="75565"/>
                  </a:cubicBezTo>
                  <a:lnTo>
                    <a:pt x="2959096" y="75565"/>
                  </a:lnTo>
                  <a:cubicBezTo>
                    <a:pt x="2959096" y="79375"/>
                    <a:pt x="2960366" y="82550"/>
                    <a:pt x="2961636" y="85090"/>
                  </a:cubicBezTo>
                  <a:cubicBezTo>
                    <a:pt x="2962906" y="87630"/>
                    <a:pt x="2964176" y="90170"/>
                    <a:pt x="2966081" y="91440"/>
                  </a:cubicBezTo>
                  <a:cubicBezTo>
                    <a:pt x="2967986" y="93345"/>
                    <a:pt x="2969891" y="94615"/>
                    <a:pt x="2971796" y="95250"/>
                  </a:cubicBezTo>
                  <a:cubicBezTo>
                    <a:pt x="2974336" y="95885"/>
                    <a:pt x="2976241" y="96520"/>
                    <a:pt x="2978781" y="96520"/>
                  </a:cubicBezTo>
                  <a:cubicBezTo>
                    <a:pt x="2980686" y="96520"/>
                    <a:pt x="2981956" y="96520"/>
                    <a:pt x="2983861" y="96520"/>
                  </a:cubicBezTo>
                  <a:cubicBezTo>
                    <a:pt x="2985131" y="96520"/>
                    <a:pt x="2987036" y="95885"/>
                    <a:pt x="2988306" y="95250"/>
                  </a:cubicBezTo>
                  <a:cubicBezTo>
                    <a:pt x="2989576" y="95250"/>
                    <a:pt x="2990846" y="93980"/>
                    <a:pt x="2992116" y="93345"/>
                  </a:cubicBezTo>
                  <a:cubicBezTo>
                    <a:pt x="2993386" y="93345"/>
                    <a:pt x="2994656" y="92075"/>
                    <a:pt x="2996561" y="90805"/>
                  </a:cubicBezTo>
                  <a:lnTo>
                    <a:pt x="3005451" y="100330"/>
                  </a:lnTo>
                  <a:cubicBezTo>
                    <a:pt x="3005451" y="100330"/>
                    <a:pt x="3001641" y="103505"/>
                    <a:pt x="2999736" y="104775"/>
                  </a:cubicBezTo>
                  <a:cubicBezTo>
                    <a:pt x="2997831" y="106045"/>
                    <a:pt x="2995926" y="106680"/>
                    <a:pt x="2994021" y="107950"/>
                  </a:cubicBezTo>
                  <a:cubicBezTo>
                    <a:pt x="2992116" y="108585"/>
                    <a:pt x="2989576" y="109855"/>
                    <a:pt x="2987036" y="109855"/>
                  </a:cubicBezTo>
                  <a:cubicBezTo>
                    <a:pt x="2984496" y="109855"/>
                    <a:pt x="2981321" y="110490"/>
                    <a:pt x="2978146" y="110490"/>
                  </a:cubicBezTo>
                  <a:cubicBezTo>
                    <a:pt x="2974971" y="110490"/>
                    <a:pt x="2971796" y="110490"/>
                    <a:pt x="2968621" y="109220"/>
                  </a:cubicBezTo>
                  <a:cubicBezTo>
                    <a:pt x="2965446" y="108585"/>
                    <a:pt x="2962906" y="107315"/>
                    <a:pt x="2961001" y="105410"/>
                  </a:cubicBezTo>
                  <a:cubicBezTo>
                    <a:pt x="2958461" y="104140"/>
                    <a:pt x="2956556" y="102235"/>
                    <a:pt x="2954651" y="100330"/>
                  </a:cubicBezTo>
                  <a:cubicBezTo>
                    <a:pt x="2952746" y="98425"/>
                    <a:pt x="2950841" y="95885"/>
                    <a:pt x="2949571" y="92710"/>
                  </a:cubicBezTo>
                  <a:cubicBezTo>
                    <a:pt x="2947666" y="89535"/>
                    <a:pt x="2946396" y="86360"/>
                    <a:pt x="2945761" y="82550"/>
                  </a:cubicBezTo>
                  <a:cubicBezTo>
                    <a:pt x="2945126" y="78740"/>
                    <a:pt x="2944491" y="74295"/>
                    <a:pt x="2944491" y="69850"/>
                  </a:cubicBezTo>
                  <a:cubicBezTo>
                    <a:pt x="2944491" y="63500"/>
                    <a:pt x="2945126" y="57150"/>
                    <a:pt x="2947031" y="52070"/>
                  </a:cubicBezTo>
                  <a:cubicBezTo>
                    <a:pt x="2948936" y="46990"/>
                    <a:pt x="2950841" y="42545"/>
                    <a:pt x="2954016" y="39370"/>
                  </a:cubicBezTo>
                  <a:cubicBezTo>
                    <a:pt x="2957191" y="36195"/>
                    <a:pt x="2960366" y="33020"/>
                    <a:pt x="2964811" y="31750"/>
                  </a:cubicBezTo>
                  <a:cubicBezTo>
                    <a:pt x="2969256" y="29845"/>
                    <a:pt x="2973701" y="29210"/>
                    <a:pt x="2978781" y="29210"/>
                  </a:cubicBezTo>
                  <a:close/>
                  <a:moveTo>
                    <a:pt x="2798440" y="29210"/>
                  </a:moveTo>
                  <a:cubicBezTo>
                    <a:pt x="2803520" y="29210"/>
                    <a:pt x="2807965" y="29845"/>
                    <a:pt x="2813045" y="31750"/>
                  </a:cubicBezTo>
                  <a:cubicBezTo>
                    <a:pt x="2817490" y="33655"/>
                    <a:pt x="2821935" y="35560"/>
                    <a:pt x="2825110" y="38100"/>
                  </a:cubicBezTo>
                  <a:lnTo>
                    <a:pt x="2827015" y="38100"/>
                  </a:lnTo>
                  <a:lnTo>
                    <a:pt x="2820030" y="50165"/>
                  </a:lnTo>
                  <a:cubicBezTo>
                    <a:pt x="2816855" y="47625"/>
                    <a:pt x="2813680" y="46355"/>
                    <a:pt x="2810505" y="45085"/>
                  </a:cubicBezTo>
                  <a:cubicBezTo>
                    <a:pt x="2807330" y="43815"/>
                    <a:pt x="2803520" y="43180"/>
                    <a:pt x="2799710" y="43180"/>
                  </a:cubicBezTo>
                  <a:cubicBezTo>
                    <a:pt x="2795900" y="43180"/>
                    <a:pt x="2793360" y="43815"/>
                    <a:pt x="2791455" y="45085"/>
                  </a:cubicBezTo>
                  <a:cubicBezTo>
                    <a:pt x="2789550" y="46355"/>
                    <a:pt x="2788915" y="48260"/>
                    <a:pt x="2788915" y="50165"/>
                  </a:cubicBezTo>
                  <a:cubicBezTo>
                    <a:pt x="2788915" y="51435"/>
                    <a:pt x="2788915" y="52070"/>
                    <a:pt x="2788915" y="52705"/>
                  </a:cubicBezTo>
                  <a:cubicBezTo>
                    <a:pt x="2788915" y="53340"/>
                    <a:pt x="2790185" y="54610"/>
                    <a:pt x="2790820" y="55245"/>
                  </a:cubicBezTo>
                  <a:cubicBezTo>
                    <a:pt x="2792090" y="55880"/>
                    <a:pt x="2793360" y="57150"/>
                    <a:pt x="2795265" y="57785"/>
                  </a:cubicBezTo>
                  <a:cubicBezTo>
                    <a:pt x="2797170" y="59055"/>
                    <a:pt x="2799710" y="59690"/>
                    <a:pt x="2802250" y="60960"/>
                  </a:cubicBezTo>
                  <a:cubicBezTo>
                    <a:pt x="2806695" y="62865"/>
                    <a:pt x="2810505" y="64135"/>
                    <a:pt x="2813680" y="66040"/>
                  </a:cubicBezTo>
                  <a:cubicBezTo>
                    <a:pt x="2816855" y="67310"/>
                    <a:pt x="2819395" y="69215"/>
                    <a:pt x="2821935" y="71120"/>
                  </a:cubicBezTo>
                  <a:cubicBezTo>
                    <a:pt x="2823840" y="73025"/>
                    <a:pt x="2825745" y="75565"/>
                    <a:pt x="2827015" y="78105"/>
                  </a:cubicBezTo>
                  <a:cubicBezTo>
                    <a:pt x="2828285" y="80645"/>
                    <a:pt x="2828920" y="83820"/>
                    <a:pt x="2828920" y="87630"/>
                  </a:cubicBezTo>
                  <a:cubicBezTo>
                    <a:pt x="2828920" y="92075"/>
                    <a:pt x="2828285" y="95250"/>
                    <a:pt x="2826380" y="98425"/>
                  </a:cubicBezTo>
                  <a:cubicBezTo>
                    <a:pt x="2824475" y="101600"/>
                    <a:pt x="2822570" y="103505"/>
                    <a:pt x="2820030" y="105410"/>
                  </a:cubicBezTo>
                  <a:cubicBezTo>
                    <a:pt x="2817490" y="107315"/>
                    <a:pt x="2814315" y="108585"/>
                    <a:pt x="2810505" y="109220"/>
                  </a:cubicBezTo>
                  <a:cubicBezTo>
                    <a:pt x="2806695" y="109855"/>
                    <a:pt x="2803520" y="110490"/>
                    <a:pt x="2799710" y="110490"/>
                  </a:cubicBezTo>
                  <a:cubicBezTo>
                    <a:pt x="2794630" y="110490"/>
                    <a:pt x="2789550" y="109855"/>
                    <a:pt x="2783835" y="107950"/>
                  </a:cubicBezTo>
                  <a:cubicBezTo>
                    <a:pt x="2778120" y="106045"/>
                    <a:pt x="2773675" y="103505"/>
                    <a:pt x="2769230" y="100965"/>
                  </a:cubicBezTo>
                  <a:lnTo>
                    <a:pt x="2776215" y="89535"/>
                  </a:lnTo>
                  <a:cubicBezTo>
                    <a:pt x="2780025" y="92075"/>
                    <a:pt x="2783835" y="93980"/>
                    <a:pt x="2787645" y="95250"/>
                  </a:cubicBezTo>
                  <a:cubicBezTo>
                    <a:pt x="2791455" y="96520"/>
                    <a:pt x="2795265" y="97155"/>
                    <a:pt x="2799075" y="97155"/>
                  </a:cubicBezTo>
                  <a:cubicBezTo>
                    <a:pt x="2804155" y="97155"/>
                    <a:pt x="2807330" y="96520"/>
                    <a:pt x="2809870" y="94615"/>
                  </a:cubicBezTo>
                  <a:cubicBezTo>
                    <a:pt x="2812410" y="93345"/>
                    <a:pt x="2813045" y="90805"/>
                    <a:pt x="2813045" y="88265"/>
                  </a:cubicBezTo>
                  <a:cubicBezTo>
                    <a:pt x="2813045" y="86995"/>
                    <a:pt x="2813045" y="85725"/>
                    <a:pt x="2811775" y="84455"/>
                  </a:cubicBezTo>
                  <a:cubicBezTo>
                    <a:pt x="2811140" y="83185"/>
                    <a:pt x="2809870" y="82550"/>
                    <a:pt x="2807965" y="81280"/>
                  </a:cubicBezTo>
                  <a:cubicBezTo>
                    <a:pt x="2806695" y="80010"/>
                    <a:pt x="2804790" y="79375"/>
                    <a:pt x="2802250" y="78105"/>
                  </a:cubicBezTo>
                  <a:cubicBezTo>
                    <a:pt x="2800345" y="77470"/>
                    <a:pt x="2797805" y="76200"/>
                    <a:pt x="2794630" y="74930"/>
                  </a:cubicBezTo>
                  <a:cubicBezTo>
                    <a:pt x="2790185" y="73025"/>
                    <a:pt x="2787010" y="71755"/>
                    <a:pt x="2783835" y="69850"/>
                  </a:cubicBezTo>
                  <a:cubicBezTo>
                    <a:pt x="2780660" y="67945"/>
                    <a:pt x="2778755" y="66675"/>
                    <a:pt x="2776850" y="64770"/>
                  </a:cubicBezTo>
                  <a:cubicBezTo>
                    <a:pt x="2774945" y="62865"/>
                    <a:pt x="2773675" y="60960"/>
                    <a:pt x="2773040" y="58420"/>
                  </a:cubicBezTo>
                  <a:cubicBezTo>
                    <a:pt x="2772405" y="55880"/>
                    <a:pt x="2771770" y="53340"/>
                    <a:pt x="2771770" y="50165"/>
                  </a:cubicBezTo>
                  <a:cubicBezTo>
                    <a:pt x="2771770" y="46990"/>
                    <a:pt x="2772405" y="43815"/>
                    <a:pt x="2773675" y="40640"/>
                  </a:cubicBezTo>
                  <a:cubicBezTo>
                    <a:pt x="2774945" y="38100"/>
                    <a:pt x="2776850" y="35560"/>
                    <a:pt x="2779390" y="34290"/>
                  </a:cubicBezTo>
                  <a:cubicBezTo>
                    <a:pt x="2781930" y="32385"/>
                    <a:pt x="2784470" y="31115"/>
                    <a:pt x="2787645" y="30480"/>
                  </a:cubicBezTo>
                  <a:cubicBezTo>
                    <a:pt x="2790820" y="29845"/>
                    <a:pt x="2794630" y="29210"/>
                    <a:pt x="2798440" y="29210"/>
                  </a:cubicBezTo>
                  <a:close/>
                  <a:moveTo>
                    <a:pt x="2723510" y="29210"/>
                  </a:moveTo>
                  <a:cubicBezTo>
                    <a:pt x="2725415" y="29210"/>
                    <a:pt x="2727320" y="29210"/>
                    <a:pt x="2729225" y="29210"/>
                  </a:cubicBezTo>
                  <a:cubicBezTo>
                    <a:pt x="2733670" y="29210"/>
                    <a:pt x="2738115" y="29845"/>
                    <a:pt x="2741290" y="31750"/>
                  </a:cubicBezTo>
                  <a:cubicBezTo>
                    <a:pt x="2744465" y="33020"/>
                    <a:pt x="2747640" y="35560"/>
                    <a:pt x="2750180" y="38100"/>
                  </a:cubicBezTo>
                  <a:cubicBezTo>
                    <a:pt x="2752720" y="41275"/>
                    <a:pt x="2753990" y="44450"/>
                    <a:pt x="2755260" y="48895"/>
                  </a:cubicBezTo>
                  <a:cubicBezTo>
                    <a:pt x="2756530" y="53340"/>
                    <a:pt x="2757165" y="58420"/>
                    <a:pt x="2757165" y="64135"/>
                  </a:cubicBezTo>
                  <a:lnTo>
                    <a:pt x="2757165" y="108585"/>
                  </a:lnTo>
                  <a:lnTo>
                    <a:pt x="2741925" y="108585"/>
                  </a:lnTo>
                  <a:lnTo>
                    <a:pt x="2741290" y="108585"/>
                  </a:lnTo>
                  <a:lnTo>
                    <a:pt x="2741290" y="64770"/>
                  </a:lnTo>
                  <a:cubicBezTo>
                    <a:pt x="2741290" y="57785"/>
                    <a:pt x="2740020" y="52070"/>
                    <a:pt x="2737480" y="48895"/>
                  </a:cubicBezTo>
                  <a:cubicBezTo>
                    <a:pt x="2734940" y="45085"/>
                    <a:pt x="2731130" y="43180"/>
                    <a:pt x="2725415" y="43180"/>
                  </a:cubicBezTo>
                  <a:cubicBezTo>
                    <a:pt x="2722875" y="43180"/>
                    <a:pt x="2720970" y="43180"/>
                    <a:pt x="2718430" y="44450"/>
                  </a:cubicBezTo>
                  <a:cubicBezTo>
                    <a:pt x="2716525" y="45085"/>
                    <a:pt x="2714620" y="46990"/>
                    <a:pt x="2713350" y="48260"/>
                  </a:cubicBezTo>
                  <a:cubicBezTo>
                    <a:pt x="2712080" y="50165"/>
                    <a:pt x="2710810" y="52070"/>
                    <a:pt x="2710175" y="54610"/>
                  </a:cubicBezTo>
                  <a:cubicBezTo>
                    <a:pt x="2710175" y="57150"/>
                    <a:pt x="2709540" y="59690"/>
                    <a:pt x="2709540" y="62865"/>
                  </a:cubicBezTo>
                  <a:lnTo>
                    <a:pt x="2709540" y="108585"/>
                  </a:lnTo>
                  <a:lnTo>
                    <a:pt x="2694300" y="108585"/>
                  </a:lnTo>
                  <a:lnTo>
                    <a:pt x="2694300" y="30480"/>
                  </a:lnTo>
                  <a:lnTo>
                    <a:pt x="2709540" y="30480"/>
                  </a:lnTo>
                  <a:lnTo>
                    <a:pt x="2709540" y="38100"/>
                  </a:lnTo>
                  <a:cubicBezTo>
                    <a:pt x="2709540" y="38100"/>
                    <a:pt x="2711445" y="35560"/>
                    <a:pt x="2713350" y="34290"/>
                  </a:cubicBezTo>
                  <a:cubicBezTo>
                    <a:pt x="2714620" y="33020"/>
                    <a:pt x="2716525" y="32385"/>
                    <a:pt x="2717795" y="31115"/>
                  </a:cubicBezTo>
                  <a:cubicBezTo>
                    <a:pt x="2719700" y="30480"/>
                    <a:pt x="2721605" y="29845"/>
                    <a:pt x="2723510" y="29210"/>
                  </a:cubicBezTo>
                  <a:close/>
                  <a:moveTo>
                    <a:pt x="2530470" y="29210"/>
                  </a:moveTo>
                  <a:cubicBezTo>
                    <a:pt x="2536185" y="29210"/>
                    <a:pt x="2540630" y="30480"/>
                    <a:pt x="2545075" y="32385"/>
                  </a:cubicBezTo>
                  <a:cubicBezTo>
                    <a:pt x="2548885" y="34290"/>
                    <a:pt x="2552695" y="37465"/>
                    <a:pt x="2555235" y="40640"/>
                  </a:cubicBezTo>
                  <a:cubicBezTo>
                    <a:pt x="2557775" y="44450"/>
                    <a:pt x="2559680" y="48260"/>
                    <a:pt x="2561585" y="53340"/>
                  </a:cubicBezTo>
                  <a:cubicBezTo>
                    <a:pt x="2562855" y="57785"/>
                    <a:pt x="2563490" y="62865"/>
                    <a:pt x="2563490" y="68580"/>
                  </a:cubicBezTo>
                  <a:lnTo>
                    <a:pt x="2562220" y="68580"/>
                  </a:lnTo>
                  <a:cubicBezTo>
                    <a:pt x="2562220" y="68580"/>
                    <a:pt x="2562220" y="71120"/>
                    <a:pt x="2562220" y="72390"/>
                  </a:cubicBezTo>
                  <a:cubicBezTo>
                    <a:pt x="2562220" y="73660"/>
                    <a:pt x="2562220" y="74295"/>
                    <a:pt x="2562220" y="75565"/>
                  </a:cubicBezTo>
                  <a:lnTo>
                    <a:pt x="2510785" y="75565"/>
                  </a:lnTo>
                  <a:cubicBezTo>
                    <a:pt x="2510785" y="79375"/>
                    <a:pt x="2512055" y="82550"/>
                    <a:pt x="2513325" y="85090"/>
                  </a:cubicBezTo>
                  <a:cubicBezTo>
                    <a:pt x="2514595" y="87630"/>
                    <a:pt x="2515865" y="90170"/>
                    <a:pt x="2517770" y="91440"/>
                  </a:cubicBezTo>
                  <a:cubicBezTo>
                    <a:pt x="2519675" y="93345"/>
                    <a:pt x="2521580" y="94615"/>
                    <a:pt x="2523485" y="95250"/>
                  </a:cubicBezTo>
                  <a:cubicBezTo>
                    <a:pt x="2525390" y="95885"/>
                    <a:pt x="2527930" y="96520"/>
                    <a:pt x="2530470" y="96520"/>
                  </a:cubicBezTo>
                  <a:cubicBezTo>
                    <a:pt x="2532375" y="96520"/>
                    <a:pt x="2533645" y="96520"/>
                    <a:pt x="2535550" y="96520"/>
                  </a:cubicBezTo>
                  <a:cubicBezTo>
                    <a:pt x="2536820" y="96520"/>
                    <a:pt x="2538725" y="95885"/>
                    <a:pt x="2539995" y="95250"/>
                  </a:cubicBezTo>
                  <a:cubicBezTo>
                    <a:pt x="2541265" y="95250"/>
                    <a:pt x="2542535" y="93980"/>
                    <a:pt x="2543805" y="93345"/>
                  </a:cubicBezTo>
                  <a:cubicBezTo>
                    <a:pt x="2545075" y="93345"/>
                    <a:pt x="2546345" y="92075"/>
                    <a:pt x="2548250" y="90805"/>
                  </a:cubicBezTo>
                  <a:lnTo>
                    <a:pt x="2557140" y="100330"/>
                  </a:lnTo>
                  <a:cubicBezTo>
                    <a:pt x="2557140" y="100330"/>
                    <a:pt x="2553330" y="103505"/>
                    <a:pt x="2551425" y="104775"/>
                  </a:cubicBezTo>
                  <a:cubicBezTo>
                    <a:pt x="2549520" y="106045"/>
                    <a:pt x="2547615" y="106680"/>
                    <a:pt x="2545710" y="107950"/>
                  </a:cubicBezTo>
                  <a:cubicBezTo>
                    <a:pt x="2543805" y="108585"/>
                    <a:pt x="2541265" y="109855"/>
                    <a:pt x="2538725" y="109855"/>
                  </a:cubicBezTo>
                  <a:cubicBezTo>
                    <a:pt x="2536185" y="109855"/>
                    <a:pt x="2533010" y="110490"/>
                    <a:pt x="2529835" y="110490"/>
                  </a:cubicBezTo>
                  <a:cubicBezTo>
                    <a:pt x="2526660" y="110490"/>
                    <a:pt x="2523485" y="110490"/>
                    <a:pt x="2520310" y="109220"/>
                  </a:cubicBezTo>
                  <a:cubicBezTo>
                    <a:pt x="2517135" y="108585"/>
                    <a:pt x="2514595" y="107315"/>
                    <a:pt x="2512690" y="105410"/>
                  </a:cubicBezTo>
                  <a:cubicBezTo>
                    <a:pt x="2510785" y="103505"/>
                    <a:pt x="2508245" y="102235"/>
                    <a:pt x="2506340" y="100330"/>
                  </a:cubicBezTo>
                  <a:cubicBezTo>
                    <a:pt x="2504435" y="98425"/>
                    <a:pt x="2502530" y="95885"/>
                    <a:pt x="2501260" y="92710"/>
                  </a:cubicBezTo>
                  <a:cubicBezTo>
                    <a:pt x="2499355" y="89535"/>
                    <a:pt x="2498085" y="86360"/>
                    <a:pt x="2497450" y="82550"/>
                  </a:cubicBezTo>
                  <a:cubicBezTo>
                    <a:pt x="2496815" y="78740"/>
                    <a:pt x="2496180" y="74295"/>
                    <a:pt x="2496180" y="69850"/>
                  </a:cubicBezTo>
                  <a:cubicBezTo>
                    <a:pt x="2496180" y="63500"/>
                    <a:pt x="2496815" y="57150"/>
                    <a:pt x="2498720" y="52070"/>
                  </a:cubicBezTo>
                  <a:cubicBezTo>
                    <a:pt x="2500625" y="46990"/>
                    <a:pt x="2502530" y="42545"/>
                    <a:pt x="2505705" y="39370"/>
                  </a:cubicBezTo>
                  <a:cubicBezTo>
                    <a:pt x="2508880" y="36195"/>
                    <a:pt x="2512055" y="33020"/>
                    <a:pt x="2516500" y="31750"/>
                  </a:cubicBezTo>
                  <a:cubicBezTo>
                    <a:pt x="2520945" y="29845"/>
                    <a:pt x="2525390" y="29210"/>
                    <a:pt x="2530470" y="29210"/>
                  </a:cubicBezTo>
                  <a:close/>
                  <a:moveTo>
                    <a:pt x="2298061" y="29210"/>
                  </a:moveTo>
                  <a:cubicBezTo>
                    <a:pt x="2301236" y="29210"/>
                    <a:pt x="2303776" y="29210"/>
                    <a:pt x="2305681" y="29845"/>
                  </a:cubicBezTo>
                  <a:cubicBezTo>
                    <a:pt x="2307586" y="29845"/>
                    <a:pt x="2309491" y="31115"/>
                    <a:pt x="2311396" y="32385"/>
                  </a:cubicBezTo>
                  <a:lnTo>
                    <a:pt x="2307586" y="46990"/>
                  </a:lnTo>
                  <a:lnTo>
                    <a:pt x="2306316" y="46990"/>
                  </a:lnTo>
                  <a:cubicBezTo>
                    <a:pt x="2306316" y="46990"/>
                    <a:pt x="2303141" y="45085"/>
                    <a:pt x="2301236" y="45085"/>
                  </a:cubicBezTo>
                  <a:cubicBezTo>
                    <a:pt x="2299331" y="45085"/>
                    <a:pt x="2297426" y="44450"/>
                    <a:pt x="2294886" y="44450"/>
                  </a:cubicBezTo>
                  <a:cubicBezTo>
                    <a:pt x="2289806" y="44450"/>
                    <a:pt x="2285996" y="46355"/>
                    <a:pt x="2283456" y="49530"/>
                  </a:cubicBezTo>
                  <a:cubicBezTo>
                    <a:pt x="2280916" y="52705"/>
                    <a:pt x="2279646" y="57785"/>
                    <a:pt x="2279646" y="64770"/>
                  </a:cubicBezTo>
                  <a:lnTo>
                    <a:pt x="2279646" y="109220"/>
                  </a:lnTo>
                  <a:lnTo>
                    <a:pt x="2264406" y="109220"/>
                  </a:lnTo>
                  <a:lnTo>
                    <a:pt x="2264406" y="31115"/>
                  </a:lnTo>
                  <a:lnTo>
                    <a:pt x="2279646" y="31115"/>
                  </a:lnTo>
                  <a:lnTo>
                    <a:pt x="2279646" y="38735"/>
                  </a:lnTo>
                  <a:cubicBezTo>
                    <a:pt x="2279646" y="38735"/>
                    <a:pt x="2281551" y="36195"/>
                    <a:pt x="2282821" y="34925"/>
                  </a:cubicBezTo>
                  <a:cubicBezTo>
                    <a:pt x="2284091" y="33655"/>
                    <a:pt x="2285361" y="33020"/>
                    <a:pt x="2287266" y="31750"/>
                  </a:cubicBezTo>
                  <a:cubicBezTo>
                    <a:pt x="2288536" y="31115"/>
                    <a:pt x="2290441" y="30480"/>
                    <a:pt x="2292346" y="29845"/>
                  </a:cubicBezTo>
                  <a:cubicBezTo>
                    <a:pt x="2294251" y="29845"/>
                    <a:pt x="2296156" y="29210"/>
                    <a:pt x="2298061" y="29210"/>
                  </a:cubicBezTo>
                  <a:close/>
                  <a:moveTo>
                    <a:pt x="2216145" y="29210"/>
                  </a:moveTo>
                  <a:cubicBezTo>
                    <a:pt x="2221860" y="29210"/>
                    <a:pt x="2226305" y="30480"/>
                    <a:pt x="2230750" y="32385"/>
                  </a:cubicBezTo>
                  <a:cubicBezTo>
                    <a:pt x="2234560" y="34290"/>
                    <a:pt x="2238370" y="37465"/>
                    <a:pt x="2240910" y="40640"/>
                  </a:cubicBezTo>
                  <a:cubicBezTo>
                    <a:pt x="2243450" y="44450"/>
                    <a:pt x="2245355" y="48260"/>
                    <a:pt x="2247260" y="53340"/>
                  </a:cubicBezTo>
                  <a:cubicBezTo>
                    <a:pt x="2248530" y="57785"/>
                    <a:pt x="2249165" y="62865"/>
                    <a:pt x="2249165" y="68580"/>
                  </a:cubicBezTo>
                  <a:lnTo>
                    <a:pt x="2247895" y="68580"/>
                  </a:lnTo>
                  <a:cubicBezTo>
                    <a:pt x="2247895" y="68580"/>
                    <a:pt x="2247895" y="71120"/>
                    <a:pt x="2247895" y="72390"/>
                  </a:cubicBezTo>
                  <a:cubicBezTo>
                    <a:pt x="2247895" y="73660"/>
                    <a:pt x="2247895" y="74295"/>
                    <a:pt x="2247895" y="75565"/>
                  </a:cubicBezTo>
                  <a:lnTo>
                    <a:pt x="2196460" y="75565"/>
                  </a:lnTo>
                  <a:cubicBezTo>
                    <a:pt x="2196460" y="79375"/>
                    <a:pt x="2197730" y="82550"/>
                    <a:pt x="2199000" y="85090"/>
                  </a:cubicBezTo>
                  <a:cubicBezTo>
                    <a:pt x="2200270" y="87630"/>
                    <a:pt x="2201540" y="90170"/>
                    <a:pt x="2203445" y="91440"/>
                  </a:cubicBezTo>
                  <a:cubicBezTo>
                    <a:pt x="2205350" y="93345"/>
                    <a:pt x="2207255" y="94615"/>
                    <a:pt x="2209160" y="95250"/>
                  </a:cubicBezTo>
                  <a:cubicBezTo>
                    <a:pt x="2211065" y="95885"/>
                    <a:pt x="2213605" y="96520"/>
                    <a:pt x="2216145" y="96520"/>
                  </a:cubicBezTo>
                  <a:cubicBezTo>
                    <a:pt x="2218050" y="96520"/>
                    <a:pt x="2219320" y="96520"/>
                    <a:pt x="2221225" y="96520"/>
                  </a:cubicBezTo>
                  <a:cubicBezTo>
                    <a:pt x="2222495" y="96520"/>
                    <a:pt x="2224400" y="95885"/>
                    <a:pt x="2225670" y="95250"/>
                  </a:cubicBezTo>
                  <a:cubicBezTo>
                    <a:pt x="2226940" y="95250"/>
                    <a:pt x="2228210" y="93980"/>
                    <a:pt x="2229480" y="93345"/>
                  </a:cubicBezTo>
                  <a:cubicBezTo>
                    <a:pt x="2230750" y="93345"/>
                    <a:pt x="2232020" y="92075"/>
                    <a:pt x="2233925" y="90805"/>
                  </a:cubicBezTo>
                  <a:lnTo>
                    <a:pt x="2242815" y="100330"/>
                  </a:lnTo>
                  <a:cubicBezTo>
                    <a:pt x="2242815" y="100330"/>
                    <a:pt x="2239005" y="103505"/>
                    <a:pt x="2237100" y="104775"/>
                  </a:cubicBezTo>
                  <a:cubicBezTo>
                    <a:pt x="2235195" y="106045"/>
                    <a:pt x="2233290" y="106680"/>
                    <a:pt x="2231385" y="107950"/>
                  </a:cubicBezTo>
                  <a:cubicBezTo>
                    <a:pt x="2229480" y="108585"/>
                    <a:pt x="2226940" y="109855"/>
                    <a:pt x="2224400" y="109855"/>
                  </a:cubicBezTo>
                  <a:cubicBezTo>
                    <a:pt x="2221860" y="109855"/>
                    <a:pt x="2218685" y="110490"/>
                    <a:pt x="2215510" y="110490"/>
                  </a:cubicBezTo>
                  <a:cubicBezTo>
                    <a:pt x="2212335" y="110490"/>
                    <a:pt x="2209160" y="110490"/>
                    <a:pt x="2205985" y="109220"/>
                  </a:cubicBezTo>
                  <a:cubicBezTo>
                    <a:pt x="2202810" y="108585"/>
                    <a:pt x="2200270" y="107315"/>
                    <a:pt x="2198365" y="105410"/>
                  </a:cubicBezTo>
                  <a:cubicBezTo>
                    <a:pt x="2195825" y="104140"/>
                    <a:pt x="2193920" y="102235"/>
                    <a:pt x="2192015" y="100330"/>
                  </a:cubicBezTo>
                  <a:cubicBezTo>
                    <a:pt x="2190110" y="98425"/>
                    <a:pt x="2188205" y="95885"/>
                    <a:pt x="2186935" y="92710"/>
                  </a:cubicBezTo>
                  <a:cubicBezTo>
                    <a:pt x="2185030" y="89535"/>
                    <a:pt x="2183760" y="86360"/>
                    <a:pt x="2183125" y="82550"/>
                  </a:cubicBezTo>
                  <a:cubicBezTo>
                    <a:pt x="2182490" y="78740"/>
                    <a:pt x="2181855" y="74295"/>
                    <a:pt x="2181855" y="69850"/>
                  </a:cubicBezTo>
                  <a:cubicBezTo>
                    <a:pt x="2181855" y="63500"/>
                    <a:pt x="2182490" y="57150"/>
                    <a:pt x="2184395" y="52070"/>
                  </a:cubicBezTo>
                  <a:cubicBezTo>
                    <a:pt x="2186300" y="46990"/>
                    <a:pt x="2188205" y="42545"/>
                    <a:pt x="2191380" y="39370"/>
                  </a:cubicBezTo>
                  <a:cubicBezTo>
                    <a:pt x="2194555" y="36195"/>
                    <a:pt x="2197730" y="33020"/>
                    <a:pt x="2202175" y="31750"/>
                  </a:cubicBezTo>
                  <a:cubicBezTo>
                    <a:pt x="2206620" y="29845"/>
                    <a:pt x="2211065" y="29210"/>
                    <a:pt x="2216145" y="29210"/>
                  </a:cubicBezTo>
                  <a:close/>
                  <a:moveTo>
                    <a:pt x="2029456" y="29210"/>
                  </a:moveTo>
                  <a:cubicBezTo>
                    <a:pt x="2035171" y="29210"/>
                    <a:pt x="2039616" y="30480"/>
                    <a:pt x="2044061" y="32385"/>
                  </a:cubicBezTo>
                  <a:cubicBezTo>
                    <a:pt x="2047871" y="34290"/>
                    <a:pt x="2051681" y="37465"/>
                    <a:pt x="2054221" y="40640"/>
                  </a:cubicBezTo>
                  <a:cubicBezTo>
                    <a:pt x="2056761" y="44450"/>
                    <a:pt x="2058666" y="48260"/>
                    <a:pt x="2060571" y="53340"/>
                  </a:cubicBezTo>
                  <a:cubicBezTo>
                    <a:pt x="2061841" y="57785"/>
                    <a:pt x="2062476" y="62865"/>
                    <a:pt x="2062476" y="68580"/>
                  </a:cubicBezTo>
                  <a:lnTo>
                    <a:pt x="2061206" y="68580"/>
                  </a:lnTo>
                  <a:cubicBezTo>
                    <a:pt x="2061206" y="68580"/>
                    <a:pt x="2061206" y="71120"/>
                    <a:pt x="2061206" y="72390"/>
                  </a:cubicBezTo>
                  <a:cubicBezTo>
                    <a:pt x="2061206" y="73660"/>
                    <a:pt x="2061206" y="74295"/>
                    <a:pt x="2061206" y="75565"/>
                  </a:cubicBezTo>
                  <a:lnTo>
                    <a:pt x="2009771" y="75565"/>
                  </a:lnTo>
                  <a:cubicBezTo>
                    <a:pt x="2009771" y="79375"/>
                    <a:pt x="2011041" y="82550"/>
                    <a:pt x="2012311" y="85090"/>
                  </a:cubicBezTo>
                  <a:cubicBezTo>
                    <a:pt x="2013581" y="87630"/>
                    <a:pt x="2014851" y="90170"/>
                    <a:pt x="2016756" y="91440"/>
                  </a:cubicBezTo>
                  <a:cubicBezTo>
                    <a:pt x="2018661" y="93345"/>
                    <a:pt x="2020566" y="94615"/>
                    <a:pt x="2022471" y="95250"/>
                  </a:cubicBezTo>
                  <a:cubicBezTo>
                    <a:pt x="2024376" y="95885"/>
                    <a:pt x="2026916" y="96520"/>
                    <a:pt x="2029456" y="96520"/>
                  </a:cubicBezTo>
                  <a:cubicBezTo>
                    <a:pt x="2031361" y="96520"/>
                    <a:pt x="2032631" y="96520"/>
                    <a:pt x="2034536" y="96520"/>
                  </a:cubicBezTo>
                  <a:cubicBezTo>
                    <a:pt x="2035806" y="96520"/>
                    <a:pt x="2037711" y="95885"/>
                    <a:pt x="2038981" y="95250"/>
                  </a:cubicBezTo>
                  <a:cubicBezTo>
                    <a:pt x="2040251" y="95250"/>
                    <a:pt x="2041521" y="93980"/>
                    <a:pt x="2042791" y="93345"/>
                  </a:cubicBezTo>
                  <a:cubicBezTo>
                    <a:pt x="2044061" y="93345"/>
                    <a:pt x="2045331" y="92075"/>
                    <a:pt x="2047236" y="90805"/>
                  </a:cubicBezTo>
                  <a:lnTo>
                    <a:pt x="2056126" y="100330"/>
                  </a:lnTo>
                  <a:cubicBezTo>
                    <a:pt x="2056126" y="100330"/>
                    <a:pt x="2052316" y="103505"/>
                    <a:pt x="2050411" y="104775"/>
                  </a:cubicBezTo>
                  <a:cubicBezTo>
                    <a:pt x="2048506" y="106045"/>
                    <a:pt x="2046601" y="106680"/>
                    <a:pt x="2044696" y="107950"/>
                  </a:cubicBezTo>
                  <a:cubicBezTo>
                    <a:pt x="2042791" y="108585"/>
                    <a:pt x="2040251" y="109855"/>
                    <a:pt x="2037711" y="109855"/>
                  </a:cubicBezTo>
                  <a:cubicBezTo>
                    <a:pt x="2035171" y="109855"/>
                    <a:pt x="2031996" y="110490"/>
                    <a:pt x="2028821" y="110490"/>
                  </a:cubicBezTo>
                  <a:cubicBezTo>
                    <a:pt x="2025646" y="110490"/>
                    <a:pt x="2022471" y="110490"/>
                    <a:pt x="2019296" y="109220"/>
                  </a:cubicBezTo>
                  <a:cubicBezTo>
                    <a:pt x="2016121" y="108585"/>
                    <a:pt x="2013581" y="107315"/>
                    <a:pt x="2011676" y="105410"/>
                  </a:cubicBezTo>
                  <a:cubicBezTo>
                    <a:pt x="2009136" y="104140"/>
                    <a:pt x="2007231" y="102235"/>
                    <a:pt x="2005326" y="100330"/>
                  </a:cubicBezTo>
                  <a:cubicBezTo>
                    <a:pt x="2003421" y="98425"/>
                    <a:pt x="2001516" y="95885"/>
                    <a:pt x="2000246" y="92710"/>
                  </a:cubicBezTo>
                  <a:cubicBezTo>
                    <a:pt x="1998341" y="89535"/>
                    <a:pt x="1997071" y="86360"/>
                    <a:pt x="1996436" y="82550"/>
                  </a:cubicBezTo>
                  <a:cubicBezTo>
                    <a:pt x="1995801" y="78740"/>
                    <a:pt x="1995166" y="74295"/>
                    <a:pt x="1995166" y="69850"/>
                  </a:cubicBezTo>
                  <a:cubicBezTo>
                    <a:pt x="1995166" y="63500"/>
                    <a:pt x="1995801" y="57150"/>
                    <a:pt x="1997706" y="52070"/>
                  </a:cubicBezTo>
                  <a:cubicBezTo>
                    <a:pt x="1999611" y="46990"/>
                    <a:pt x="2001516" y="42545"/>
                    <a:pt x="2004691" y="39370"/>
                  </a:cubicBezTo>
                  <a:cubicBezTo>
                    <a:pt x="2007866" y="36195"/>
                    <a:pt x="2011041" y="33020"/>
                    <a:pt x="2015486" y="31750"/>
                  </a:cubicBezTo>
                  <a:cubicBezTo>
                    <a:pt x="2019931" y="29845"/>
                    <a:pt x="2024376" y="29210"/>
                    <a:pt x="2029456" y="29210"/>
                  </a:cubicBezTo>
                  <a:close/>
                  <a:moveTo>
                    <a:pt x="1831336" y="29210"/>
                  </a:moveTo>
                  <a:cubicBezTo>
                    <a:pt x="1837051" y="29210"/>
                    <a:pt x="1841496" y="30480"/>
                    <a:pt x="1845941" y="32385"/>
                  </a:cubicBezTo>
                  <a:cubicBezTo>
                    <a:pt x="1849751" y="34290"/>
                    <a:pt x="1853561" y="37465"/>
                    <a:pt x="1856101" y="40640"/>
                  </a:cubicBezTo>
                  <a:cubicBezTo>
                    <a:pt x="1858641" y="44450"/>
                    <a:pt x="1860546" y="48260"/>
                    <a:pt x="1862451" y="53340"/>
                  </a:cubicBezTo>
                  <a:cubicBezTo>
                    <a:pt x="1863721" y="57785"/>
                    <a:pt x="1864356" y="62865"/>
                    <a:pt x="1864356" y="68580"/>
                  </a:cubicBezTo>
                  <a:lnTo>
                    <a:pt x="1863086" y="68580"/>
                  </a:lnTo>
                  <a:cubicBezTo>
                    <a:pt x="1863086" y="68580"/>
                    <a:pt x="1863086" y="71120"/>
                    <a:pt x="1863086" y="72390"/>
                  </a:cubicBezTo>
                  <a:cubicBezTo>
                    <a:pt x="1863086" y="73660"/>
                    <a:pt x="1863086" y="74295"/>
                    <a:pt x="1863086" y="75565"/>
                  </a:cubicBezTo>
                  <a:lnTo>
                    <a:pt x="1811651" y="75565"/>
                  </a:lnTo>
                  <a:cubicBezTo>
                    <a:pt x="1811651" y="79375"/>
                    <a:pt x="1812921" y="82550"/>
                    <a:pt x="1814191" y="85090"/>
                  </a:cubicBezTo>
                  <a:cubicBezTo>
                    <a:pt x="1815461" y="87630"/>
                    <a:pt x="1816731" y="90170"/>
                    <a:pt x="1818636" y="91440"/>
                  </a:cubicBezTo>
                  <a:cubicBezTo>
                    <a:pt x="1820541" y="93345"/>
                    <a:pt x="1822446" y="94615"/>
                    <a:pt x="1824351" y="95250"/>
                  </a:cubicBezTo>
                  <a:cubicBezTo>
                    <a:pt x="1826256" y="95885"/>
                    <a:pt x="1828796" y="96520"/>
                    <a:pt x="1831336" y="96520"/>
                  </a:cubicBezTo>
                  <a:cubicBezTo>
                    <a:pt x="1833241" y="96520"/>
                    <a:pt x="1834511" y="96520"/>
                    <a:pt x="1836416" y="96520"/>
                  </a:cubicBezTo>
                  <a:cubicBezTo>
                    <a:pt x="1837686" y="96520"/>
                    <a:pt x="1839591" y="95885"/>
                    <a:pt x="1840861" y="95250"/>
                  </a:cubicBezTo>
                  <a:cubicBezTo>
                    <a:pt x="1842131" y="95250"/>
                    <a:pt x="1843401" y="93980"/>
                    <a:pt x="1844671" y="93345"/>
                  </a:cubicBezTo>
                  <a:cubicBezTo>
                    <a:pt x="1845941" y="93345"/>
                    <a:pt x="1847211" y="92075"/>
                    <a:pt x="1849116" y="90805"/>
                  </a:cubicBezTo>
                  <a:lnTo>
                    <a:pt x="1858006" y="100330"/>
                  </a:lnTo>
                  <a:cubicBezTo>
                    <a:pt x="1858006" y="100330"/>
                    <a:pt x="1854196" y="103505"/>
                    <a:pt x="1852291" y="104775"/>
                  </a:cubicBezTo>
                  <a:cubicBezTo>
                    <a:pt x="1850386" y="106045"/>
                    <a:pt x="1848481" y="106680"/>
                    <a:pt x="1846576" y="107950"/>
                  </a:cubicBezTo>
                  <a:cubicBezTo>
                    <a:pt x="1844671" y="108585"/>
                    <a:pt x="1842131" y="109855"/>
                    <a:pt x="1839591" y="109855"/>
                  </a:cubicBezTo>
                  <a:cubicBezTo>
                    <a:pt x="1837051" y="109855"/>
                    <a:pt x="1833876" y="110490"/>
                    <a:pt x="1830701" y="110490"/>
                  </a:cubicBezTo>
                  <a:cubicBezTo>
                    <a:pt x="1827526" y="110490"/>
                    <a:pt x="1824351" y="110490"/>
                    <a:pt x="1821176" y="109220"/>
                  </a:cubicBezTo>
                  <a:cubicBezTo>
                    <a:pt x="1818001" y="108585"/>
                    <a:pt x="1815461" y="107315"/>
                    <a:pt x="1813556" y="105410"/>
                  </a:cubicBezTo>
                  <a:cubicBezTo>
                    <a:pt x="1811016" y="104140"/>
                    <a:pt x="1809111" y="102235"/>
                    <a:pt x="1807206" y="100330"/>
                  </a:cubicBezTo>
                  <a:cubicBezTo>
                    <a:pt x="1805301" y="98425"/>
                    <a:pt x="1803396" y="95885"/>
                    <a:pt x="1802126" y="92710"/>
                  </a:cubicBezTo>
                  <a:cubicBezTo>
                    <a:pt x="1800221" y="89535"/>
                    <a:pt x="1798951" y="86360"/>
                    <a:pt x="1798316" y="82550"/>
                  </a:cubicBezTo>
                  <a:cubicBezTo>
                    <a:pt x="1797681" y="78740"/>
                    <a:pt x="1797046" y="74295"/>
                    <a:pt x="1797046" y="69850"/>
                  </a:cubicBezTo>
                  <a:cubicBezTo>
                    <a:pt x="1797046" y="63500"/>
                    <a:pt x="1797681" y="57150"/>
                    <a:pt x="1799586" y="52070"/>
                  </a:cubicBezTo>
                  <a:cubicBezTo>
                    <a:pt x="1801491" y="46990"/>
                    <a:pt x="1803396" y="42545"/>
                    <a:pt x="1806571" y="39370"/>
                  </a:cubicBezTo>
                  <a:cubicBezTo>
                    <a:pt x="1809746" y="36195"/>
                    <a:pt x="1812921" y="33020"/>
                    <a:pt x="1817366" y="31750"/>
                  </a:cubicBezTo>
                  <a:cubicBezTo>
                    <a:pt x="1821811" y="29845"/>
                    <a:pt x="1826256" y="29210"/>
                    <a:pt x="1831336" y="29210"/>
                  </a:cubicBezTo>
                  <a:close/>
                  <a:moveTo>
                    <a:pt x="1501140" y="29210"/>
                  </a:moveTo>
                  <a:cubicBezTo>
                    <a:pt x="1503046" y="29210"/>
                    <a:pt x="1504951" y="29210"/>
                    <a:pt x="1506856" y="29210"/>
                  </a:cubicBezTo>
                  <a:cubicBezTo>
                    <a:pt x="1511301" y="29210"/>
                    <a:pt x="1515746" y="29845"/>
                    <a:pt x="1518920" y="31750"/>
                  </a:cubicBezTo>
                  <a:cubicBezTo>
                    <a:pt x="1522096" y="33020"/>
                    <a:pt x="1525271" y="35560"/>
                    <a:pt x="1527811" y="38100"/>
                  </a:cubicBezTo>
                  <a:cubicBezTo>
                    <a:pt x="1530351" y="41275"/>
                    <a:pt x="1531621" y="44450"/>
                    <a:pt x="1532891" y="48895"/>
                  </a:cubicBezTo>
                  <a:cubicBezTo>
                    <a:pt x="1534161" y="53340"/>
                    <a:pt x="1534796" y="58420"/>
                    <a:pt x="1534796" y="64135"/>
                  </a:cubicBezTo>
                  <a:lnTo>
                    <a:pt x="1534796" y="108585"/>
                  </a:lnTo>
                  <a:lnTo>
                    <a:pt x="1519556" y="108585"/>
                  </a:lnTo>
                  <a:lnTo>
                    <a:pt x="1518920" y="108585"/>
                  </a:lnTo>
                  <a:lnTo>
                    <a:pt x="1518920" y="64770"/>
                  </a:lnTo>
                  <a:cubicBezTo>
                    <a:pt x="1518920" y="57785"/>
                    <a:pt x="1517651" y="52070"/>
                    <a:pt x="1515111" y="48895"/>
                  </a:cubicBezTo>
                  <a:cubicBezTo>
                    <a:pt x="1512571" y="45085"/>
                    <a:pt x="1508761" y="43180"/>
                    <a:pt x="1503046" y="43180"/>
                  </a:cubicBezTo>
                  <a:cubicBezTo>
                    <a:pt x="1500506" y="43180"/>
                    <a:pt x="1498601" y="43180"/>
                    <a:pt x="1496061" y="44450"/>
                  </a:cubicBezTo>
                  <a:cubicBezTo>
                    <a:pt x="1494156" y="45085"/>
                    <a:pt x="1492250" y="46990"/>
                    <a:pt x="1490981" y="48260"/>
                  </a:cubicBezTo>
                  <a:cubicBezTo>
                    <a:pt x="1489711" y="50165"/>
                    <a:pt x="1488441" y="52070"/>
                    <a:pt x="1487806" y="54610"/>
                  </a:cubicBezTo>
                  <a:cubicBezTo>
                    <a:pt x="1487806" y="57150"/>
                    <a:pt x="1487170" y="59690"/>
                    <a:pt x="1487170" y="62865"/>
                  </a:cubicBezTo>
                  <a:lnTo>
                    <a:pt x="1487170" y="108585"/>
                  </a:lnTo>
                  <a:lnTo>
                    <a:pt x="1471931" y="108585"/>
                  </a:lnTo>
                  <a:lnTo>
                    <a:pt x="1471931" y="30480"/>
                  </a:lnTo>
                  <a:lnTo>
                    <a:pt x="1487170" y="30480"/>
                  </a:lnTo>
                  <a:lnTo>
                    <a:pt x="1487170" y="38100"/>
                  </a:lnTo>
                  <a:cubicBezTo>
                    <a:pt x="1487170" y="38100"/>
                    <a:pt x="1489076" y="35560"/>
                    <a:pt x="1490981" y="34290"/>
                  </a:cubicBezTo>
                  <a:cubicBezTo>
                    <a:pt x="1492250" y="33020"/>
                    <a:pt x="1494156" y="32385"/>
                    <a:pt x="1495426" y="31115"/>
                  </a:cubicBezTo>
                  <a:cubicBezTo>
                    <a:pt x="1497331" y="30480"/>
                    <a:pt x="1499236" y="29845"/>
                    <a:pt x="1501140" y="29210"/>
                  </a:cubicBezTo>
                  <a:close/>
                  <a:moveTo>
                    <a:pt x="1250316" y="29210"/>
                  </a:moveTo>
                  <a:cubicBezTo>
                    <a:pt x="1255396" y="29210"/>
                    <a:pt x="1259841" y="29845"/>
                    <a:pt x="1264286" y="31750"/>
                  </a:cubicBezTo>
                  <a:cubicBezTo>
                    <a:pt x="1268731" y="33655"/>
                    <a:pt x="1273176" y="35560"/>
                    <a:pt x="1276350" y="38100"/>
                  </a:cubicBezTo>
                  <a:lnTo>
                    <a:pt x="1278256" y="38100"/>
                  </a:lnTo>
                  <a:lnTo>
                    <a:pt x="1271271" y="50165"/>
                  </a:lnTo>
                  <a:cubicBezTo>
                    <a:pt x="1268095" y="47625"/>
                    <a:pt x="1264921" y="46355"/>
                    <a:pt x="1261746" y="45085"/>
                  </a:cubicBezTo>
                  <a:cubicBezTo>
                    <a:pt x="1258570" y="43815"/>
                    <a:pt x="1254761" y="43180"/>
                    <a:pt x="1250951" y="43180"/>
                  </a:cubicBezTo>
                  <a:cubicBezTo>
                    <a:pt x="1247141" y="43180"/>
                    <a:pt x="1244601" y="43815"/>
                    <a:pt x="1242696" y="45085"/>
                  </a:cubicBezTo>
                  <a:cubicBezTo>
                    <a:pt x="1240791" y="46355"/>
                    <a:pt x="1240156" y="48260"/>
                    <a:pt x="1240156" y="50165"/>
                  </a:cubicBezTo>
                  <a:cubicBezTo>
                    <a:pt x="1240156" y="51435"/>
                    <a:pt x="1240156" y="52070"/>
                    <a:pt x="1240156" y="52705"/>
                  </a:cubicBezTo>
                  <a:cubicBezTo>
                    <a:pt x="1240156" y="53340"/>
                    <a:pt x="1241426" y="54610"/>
                    <a:pt x="1242061" y="55245"/>
                  </a:cubicBezTo>
                  <a:cubicBezTo>
                    <a:pt x="1243331" y="55880"/>
                    <a:pt x="1244601" y="57150"/>
                    <a:pt x="1246506" y="57785"/>
                  </a:cubicBezTo>
                  <a:cubicBezTo>
                    <a:pt x="1248411" y="59055"/>
                    <a:pt x="1250951" y="59690"/>
                    <a:pt x="1253491" y="60960"/>
                  </a:cubicBezTo>
                  <a:cubicBezTo>
                    <a:pt x="1257936" y="62865"/>
                    <a:pt x="1261746" y="64135"/>
                    <a:pt x="1264921" y="66040"/>
                  </a:cubicBezTo>
                  <a:cubicBezTo>
                    <a:pt x="1268095" y="67310"/>
                    <a:pt x="1270635" y="69215"/>
                    <a:pt x="1273176" y="71120"/>
                  </a:cubicBezTo>
                  <a:cubicBezTo>
                    <a:pt x="1275080" y="73025"/>
                    <a:pt x="1276985" y="75565"/>
                    <a:pt x="1278256" y="78105"/>
                  </a:cubicBezTo>
                  <a:cubicBezTo>
                    <a:pt x="1279525" y="80645"/>
                    <a:pt x="1280161" y="83820"/>
                    <a:pt x="1280161" y="87630"/>
                  </a:cubicBezTo>
                  <a:cubicBezTo>
                    <a:pt x="1280161" y="92075"/>
                    <a:pt x="1279525" y="95250"/>
                    <a:pt x="1277621" y="98425"/>
                  </a:cubicBezTo>
                  <a:cubicBezTo>
                    <a:pt x="1275716" y="101600"/>
                    <a:pt x="1273811" y="103505"/>
                    <a:pt x="1271271" y="105410"/>
                  </a:cubicBezTo>
                  <a:cubicBezTo>
                    <a:pt x="1268731" y="107315"/>
                    <a:pt x="1265556" y="108585"/>
                    <a:pt x="1261746" y="109220"/>
                  </a:cubicBezTo>
                  <a:cubicBezTo>
                    <a:pt x="1257936" y="109855"/>
                    <a:pt x="1254761" y="110490"/>
                    <a:pt x="1250951" y="110490"/>
                  </a:cubicBezTo>
                  <a:cubicBezTo>
                    <a:pt x="1245871" y="110490"/>
                    <a:pt x="1240791" y="109855"/>
                    <a:pt x="1235711" y="107950"/>
                  </a:cubicBezTo>
                  <a:cubicBezTo>
                    <a:pt x="1229996" y="106045"/>
                    <a:pt x="1225551" y="103505"/>
                    <a:pt x="1221106" y="100965"/>
                  </a:cubicBezTo>
                  <a:lnTo>
                    <a:pt x="1228091" y="89535"/>
                  </a:lnTo>
                  <a:cubicBezTo>
                    <a:pt x="1231901" y="92075"/>
                    <a:pt x="1235711" y="93980"/>
                    <a:pt x="1239521" y="95250"/>
                  </a:cubicBezTo>
                  <a:cubicBezTo>
                    <a:pt x="1243331" y="96520"/>
                    <a:pt x="1247141" y="97155"/>
                    <a:pt x="1250951" y="97155"/>
                  </a:cubicBezTo>
                  <a:cubicBezTo>
                    <a:pt x="1256031" y="97155"/>
                    <a:pt x="1259205" y="96520"/>
                    <a:pt x="1261746" y="94615"/>
                  </a:cubicBezTo>
                  <a:cubicBezTo>
                    <a:pt x="1264286" y="93345"/>
                    <a:pt x="1264921" y="90805"/>
                    <a:pt x="1264921" y="88265"/>
                  </a:cubicBezTo>
                  <a:cubicBezTo>
                    <a:pt x="1264921" y="86995"/>
                    <a:pt x="1264921" y="85725"/>
                    <a:pt x="1263650" y="84455"/>
                  </a:cubicBezTo>
                  <a:cubicBezTo>
                    <a:pt x="1263015" y="83185"/>
                    <a:pt x="1261746" y="82550"/>
                    <a:pt x="1259841" y="81280"/>
                  </a:cubicBezTo>
                  <a:cubicBezTo>
                    <a:pt x="1258570" y="80010"/>
                    <a:pt x="1256666" y="79375"/>
                    <a:pt x="1254125" y="78105"/>
                  </a:cubicBezTo>
                  <a:cubicBezTo>
                    <a:pt x="1252221" y="77470"/>
                    <a:pt x="1249681" y="76200"/>
                    <a:pt x="1246506" y="74930"/>
                  </a:cubicBezTo>
                  <a:cubicBezTo>
                    <a:pt x="1242061" y="73025"/>
                    <a:pt x="1238886" y="71755"/>
                    <a:pt x="1235711" y="69850"/>
                  </a:cubicBezTo>
                  <a:cubicBezTo>
                    <a:pt x="1232536" y="67945"/>
                    <a:pt x="1230631" y="66675"/>
                    <a:pt x="1228726" y="64770"/>
                  </a:cubicBezTo>
                  <a:cubicBezTo>
                    <a:pt x="1226821" y="62865"/>
                    <a:pt x="1225551" y="60960"/>
                    <a:pt x="1224916" y="58420"/>
                  </a:cubicBezTo>
                  <a:cubicBezTo>
                    <a:pt x="1224281" y="55880"/>
                    <a:pt x="1223646" y="53340"/>
                    <a:pt x="1223646" y="50165"/>
                  </a:cubicBezTo>
                  <a:cubicBezTo>
                    <a:pt x="1223646" y="46990"/>
                    <a:pt x="1224281" y="43815"/>
                    <a:pt x="1225551" y="40640"/>
                  </a:cubicBezTo>
                  <a:cubicBezTo>
                    <a:pt x="1226821" y="38100"/>
                    <a:pt x="1228726" y="35560"/>
                    <a:pt x="1231266" y="34290"/>
                  </a:cubicBezTo>
                  <a:cubicBezTo>
                    <a:pt x="1233806" y="32385"/>
                    <a:pt x="1236346" y="31115"/>
                    <a:pt x="1239521" y="30480"/>
                  </a:cubicBezTo>
                  <a:cubicBezTo>
                    <a:pt x="1242696" y="29845"/>
                    <a:pt x="1246506" y="29210"/>
                    <a:pt x="1250316" y="29210"/>
                  </a:cubicBezTo>
                  <a:close/>
                  <a:moveTo>
                    <a:pt x="1180466" y="29210"/>
                  </a:moveTo>
                  <a:cubicBezTo>
                    <a:pt x="1186181" y="29210"/>
                    <a:pt x="1190626" y="30480"/>
                    <a:pt x="1195071" y="32385"/>
                  </a:cubicBezTo>
                  <a:cubicBezTo>
                    <a:pt x="1198881" y="34290"/>
                    <a:pt x="1202691" y="37465"/>
                    <a:pt x="1205231" y="40640"/>
                  </a:cubicBezTo>
                  <a:cubicBezTo>
                    <a:pt x="1207771" y="44450"/>
                    <a:pt x="1209676" y="48260"/>
                    <a:pt x="1211581" y="53340"/>
                  </a:cubicBezTo>
                  <a:cubicBezTo>
                    <a:pt x="1212851" y="57785"/>
                    <a:pt x="1213486" y="62865"/>
                    <a:pt x="1213486" y="68580"/>
                  </a:cubicBezTo>
                  <a:lnTo>
                    <a:pt x="1212216" y="68580"/>
                  </a:lnTo>
                  <a:cubicBezTo>
                    <a:pt x="1212216" y="68580"/>
                    <a:pt x="1212216" y="71120"/>
                    <a:pt x="1212216" y="72390"/>
                  </a:cubicBezTo>
                  <a:cubicBezTo>
                    <a:pt x="1212216" y="73660"/>
                    <a:pt x="1212216" y="74295"/>
                    <a:pt x="1212216" y="75565"/>
                  </a:cubicBezTo>
                  <a:lnTo>
                    <a:pt x="1160781" y="75565"/>
                  </a:lnTo>
                  <a:cubicBezTo>
                    <a:pt x="1160781" y="79375"/>
                    <a:pt x="1162051" y="82550"/>
                    <a:pt x="1163321" y="85090"/>
                  </a:cubicBezTo>
                  <a:cubicBezTo>
                    <a:pt x="1164591" y="87630"/>
                    <a:pt x="1165861" y="90170"/>
                    <a:pt x="1167766" y="91440"/>
                  </a:cubicBezTo>
                  <a:cubicBezTo>
                    <a:pt x="1169671" y="93345"/>
                    <a:pt x="1171576" y="94615"/>
                    <a:pt x="1173481" y="95250"/>
                  </a:cubicBezTo>
                  <a:cubicBezTo>
                    <a:pt x="1175386" y="95885"/>
                    <a:pt x="1177926" y="96520"/>
                    <a:pt x="1180466" y="96520"/>
                  </a:cubicBezTo>
                  <a:cubicBezTo>
                    <a:pt x="1182371" y="96520"/>
                    <a:pt x="1183641" y="96520"/>
                    <a:pt x="1185546" y="96520"/>
                  </a:cubicBezTo>
                  <a:cubicBezTo>
                    <a:pt x="1186816" y="96520"/>
                    <a:pt x="1188721" y="95885"/>
                    <a:pt x="1189991" y="95250"/>
                  </a:cubicBezTo>
                  <a:cubicBezTo>
                    <a:pt x="1191261" y="95250"/>
                    <a:pt x="1192531" y="93980"/>
                    <a:pt x="1193801" y="93345"/>
                  </a:cubicBezTo>
                  <a:cubicBezTo>
                    <a:pt x="1195071" y="93345"/>
                    <a:pt x="1196341" y="92075"/>
                    <a:pt x="1198246" y="90805"/>
                  </a:cubicBezTo>
                  <a:lnTo>
                    <a:pt x="1207136" y="100330"/>
                  </a:lnTo>
                  <a:cubicBezTo>
                    <a:pt x="1207136" y="100330"/>
                    <a:pt x="1203326" y="103505"/>
                    <a:pt x="1201421" y="104775"/>
                  </a:cubicBezTo>
                  <a:cubicBezTo>
                    <a:pt x="1199516" y="106045"/>
                    <a:pt x="1197611" y="106680"/>
                    <a:pt x="1195706" y="107950"/>
                  </a:cubicBezTo>
                  <a:cubicBezTo>
                    <a:pt x="1193801" y="108585"/>
                    <a:pt x="1191261" y="109855"/>
                    <a:pt x="1188721" y="109855"/>
                  </a:cubicBezTo>
                  <a:cubicBezTo>
                    <a:pt x="1186181" y="109855"/>
                    <a:pt x="1183006" y="110490"/>
                    <a:pt x="1179831" y="110490"/>
                  </a:cubicBezTo>
                  <a:cubicBezTo>
                    <a:pt x="1176656" y="110490"/>
                    <a:pt x="1173481" y="110490"/>
                    <a:pt x="1170306" y="109220"/>
                  </a:cubicBezTo>
                  <a:cubicBezTo>
                    <a:pt x="1167131" y="108585"/>
                    <a:pt x="1164591" y="107315"/>
                    <a:pt x="1162686" y="105410"/>
                  </a:cubicBezTo>
                  <a:cubicBezTo>
                    <a:pt x="1160781" y="103505"/>
                    <a:pt x="1158241" y="102235"/>
                    <a:pt x="1156336" y="100330"/>
                  </a:cubicBezTo>
                  <a:cubicBezTo>
                    <a:pt x="1154431" y="98425"/>
                    <a:pt x="1152526" y="95885"/>
                    <a:pt x="1151256" y="92710"/>
                  </a:cubicBezTo>
                  <a:cubicBezTo>
                    <a:pt x="1149351" y="89535"/>
                    <a:pt x="1148081" y="86360"/>
                    <a:pt x="1147446" y="82550"/>
                  </a:cubicBezTo>
                  <a:cubicBezTo>
                    <a:pt x="1146811" y="78740"/>
                    <a:pt x="1146176" y="74295"/>
                    <a:pt x="1146176" y="69850"/>
                  </a:cubicBezTo>
                  <a:cubicBezTo>
                    <a:pt x="1146176" y="63500"/>
                    <a:pt x="1146811" y="57150"/>
                    <a:pt x="1148716" y="52070"/>
                  </a:cubicBezTo>
                  <a:cubicBezTo>
                    <a:pt x="1150621" y="46990"/>
                    <a:pt x="1152526" y="42545"/>
                    <a:pt x="1155701" y="39370"/>
                  </a:cubicBezTo>
                  <a:cubicBezTo>
                    <a:pt x="1158876" y="36195"/>
                    <a:pt x="1162051" y="33020"/>
                    <a:pt x="1166496" y="31750"/>
                  </a:cubicBezTo>
                  <a:cubicBezTo>
                    <a:pt x="1170941" y="29845"/>
                    <a:pt x="1175386" y="29210"/>
                    <a:pt x="1180466" y="29210"/>
                  </a:cubicBezTo>
                  <a:close/>
                  <a:moveTo>
                    <a:pt x="901065" y="29210"/>
                  </a:moveTo>
                  <a:cubicBezTo>
                    <a:pt x="906780" y="29210"/>
                    <a:pt x="911225" y="30480"/>
                    <a:pt x="915670" y="32385"/>
                  </a:cubicBezTo>
                  <a:cubicBezTo>
                    <a:pt x="919480" y="34290"/>
                    <a:pt x="923290" y="37465"/>
                    <a:pt x="925830" y="40640"/>
                  </a:cubicBezTo>
                  <a:cubicBezTo>
                    <a:pt x="928370" y="44450"/>
                    <a:pt x="930275" y="48260"/>
                    <a:pt x="932180" y="53340"/>
                  </a:cubicBezTo>
                  <a:cubicBezTo>
                    <a:pt x="933450" y="57785"/>
                    <a:pt x="934085" y="62865"/>
                    <a:pt x="934085" y="68580"/>
                  </a:cubicBezTo>
                  <a:lnTo>
                    <a:pt x="932815" y="68580"/>
                  </a:lnTo>
                  <a:cubicBezTo>
                    <a:pt x="932815" y="68580"/>
                    <a:pt x="932815" y="71120"/>
                    <a:pt x="932815" y="72390"/>
                  </a:cubicBezTo>
                  <a:cubicBezTo>
                    <a:pt x="932815" y="73660"/>
                    <a:pt x="932815" y="74295"/>
                    <a:pt x="932815" y="75565"/>
                  </a:cubicBezTo>
                  <a:lnTo>
                    <a:pt x="881380" y="75565"/>
                  </a:lnTo>
                  <a:cubicBezTo>
                    <a:pt x="881380" y="79375"/>
                    <a:pt x="882650" y="82550"/>
                    <a:pt x="883920" y="85090"/>
                  </a:cubicBezTo>
                  <a:cubicBezTo>
                    <a:pt x="885190" y="87630"/>
                    <a:pt x="886460" y="90170"/>
                    <a:pt x="888365" y="91440"/>
                  </a:cubicBezTo>
                  <a:cubicBezTo>
                    <a:pt x="890270" y="93345"/>
                    <a:pt x="892175" y="94615"/>
                    <a:pt x="894080" y="95250"/>
                  </a:cubicBezTo>
                  <a:cubicBezTo>
                    <a:pt x="895985" y="95885"/>
                    <a:pt x="898525" y="96520"/>
                    <a:pt x="901065" y="96520"/>
                  </a:cubicBezTo>
                  <a:cubicBezTo>
                    <a:pt x="902970" y="96520"/>
                    <a:pt x="904240" y="96520"/>
                    <a:pt x="906145" y="96520"/>
                  </a:cubicBezTo>
                  <a:cubicBezTo>
                    <a:pt x="907415" y="96520"/>
                    <a:pt x="909320" y="95885"/>
                    <a:pt x="910590" y="95250"/>
                  </a:cubicBezTo>
                  <a:cubicBezTo>
                    <a:pt x="911860" y="95250"/>
                    <a:pt x="913130" y="93980"/>
                    <a:pt x="914400" y="93345"/>
                  </a:cubicBezTo>
                  <a:cubicBezTo>
                    <a:pt x="915670" y="93345"/>
                    <a:pt x="916940" y="92075"/>
                    <a:pt x="918845" y="90805"/>
                  </a:cubicBezTo>
                  <a:lnTo>
                    <a:pt x="927735" y="100330"/>
                  </a:lnTo>
                  <a:cubicBezTo>
                    <a:pt x="927735" y="100330"/>
                    <a:pt x="923925" y="103505"/>
                    <a:pt x="922020" y="104775"/>
                  </a:cubicBezTo>
                  <a:cubicBezTo>
                    <a:pt x="920115" y="106045"/>
                    <a:pt x="918210" y="106680"/>
                    <a:pt x="916305" y="107950"/>
                  </a:cubicBezTo>
                  <a:cubicBezTo>
                    <a:pt x="914400" y="108585"/>
                    <a:pt x="911860" y="109855"/>
                    <a:pt x="909320" y="109855"/>
                  </a:cubicBezTo>
                  <a:cubicBezTo>
                    <a:pt x="906780" y="109855"/>
                    <a:pt x="903605" y="110490"/>
                    <a:pt x="900430" y="110490"/>
                  </a:cubicBezTo>
                  <a:cubicBezTo>
                    <a:pt x="897255" y="110490"/>
                    <a:pt x="894080" y="110490"/>
                    <a:pt x="890905" y="109220"/>
                  </a:cubicBezTo>
                  <a:cubicBezTo>
                    <a:pt x="887730" y="108585"/>
                    <a:pt x="885190" y="107315"/>
                    <a:pt x="883285" y="105410"/>
                  </a:cubicBezTo>
                  <a:cubicBezTo>
                    <a:pt x="881380" y="103505"/>
                    <a:pt x="878840" y="102235"/>
                    <a:pt x="876935" y="100330"/>
                  </a:cubicBezTo>
                  <a:cubicBezTo>
                    <a:pt x="875030" y="98425"/>
                    <a:pt x="873125" y="95885"/>
                    <a:pt x="871855" y="92710"/>
                  </a:cubicBezTo>
                  <a:cubicBezTo>
                    <a:pt x="869950" y="89535"/>
                    <a:pt x="868680" y="86360"/>
                    <a:pt x="868045" y="82550"/>
                  </a:cubicBezTo>
                  <a:cubicBezTo>
                    <a:pt x="867410" y="78740"/>
                    <a:pt x="866775" y="74295"/>
                    <a:pt x="866775" y="69850"/>
                  </a:cubicBezTo>
                  <a:cubicBezTo>
                    <a:pt x="866775" y="63500"/>
                    <a:pt x="867410" y="57150"/>
                    <a:pt x="869315" y="52070"/>
                  </a:cubicBezTo>
                  <a:cubicBezTo>
                    <a:pt x="871220" y="46990"/>
                    <a:pt x="873125" y="42545"/>
                    <a:pt x="876300" y="39370"/>
                  </a:cubicBezTo>
                  <a:cubicBezTo>
                    <a:pt x="879475" y="36195"/>
                    <a:pt x="882650" y="33020"/>
                    <a:pt x="887095" y="31750"/>
                  </a:cubicBezTo>
                  <a:cubicBezTo>
                    <a:pt x="891540" y="29845"/>
                    <a:pt x="895985" y="29210"/>
                    <a:pt x="901065" y="29210"/>
                  </a:cubicBezTo>
                  <a:close/>
                  <a:moveTo>
                    <a:pt x="668656" y="29210"/>
                  </a:moveTo>
                  <a:cubicBezTo>
                    <a:pt x="671830" y="29210"/>
                    <a:pt x="674370" y="29210"/>
                    <a:pt x="676275" y="29845"/>
                  </a:cubicBezTo>
                  <a:cubicBezTo>
                    <a:pt x="678181" y="29845"/>
                    <a:pt x="680086" y="31115"/>
                    <a:pt x="681991" y="32385"/>
                  </a:cubicBezTo>
                  <a:lnTo>
                    <a:pt x="678181" y="46990"/>
                  </a:lnTo>
                  <a:lnTo>
                    <a:pt x="676910" y="46990"/>
                  </a:lnTo>
                  <a:cubicBezTo>
                    <a:pt x="676910" y="46990"/>
                    <a:pt x="673736" y="45085"/>
                    <a:pt x="671830" y="45085"/>
                  </a:cubicBezTo>
                  <a:cubicBezTo>
                    <a:pt x="669925" y="45085"/>
                    <a:pt x="668020" y="44450"/>
                    <a:pt x="665480" y="44450"/>
                  </a:cubicBezTo>
                  <a:cubicBezTo>
                    <a:pt x="660400" y="44450"/>
                    <a:pt x="656590" y="46355"/>
                    <a:pt x="654050" y="49530"/>
                  </a:cubicBezTo>
                  <a:cubicBezTo>
                    <a:pt x="651510" y="52705"/>
                    <a:pt x="650240" y="57785"/>
                    <a:pt x="650240" y="64770"/>
                  </a:cubicBezTo>
                  <a:lnTo>
                    <a:pt x="650240" y="109220"/>
                  </a:lnTo>
                  <a:lnTo>
                    <a:pt x="635000" y="109220"/>
                  </a:lnTo>
                  <a:lnTo>
                    <a:pt x="635000" y="31115"/>
                  </a:lnTo>
                  <a:lnTo>
                    <a:pt x="650240" y="31115"/>
                  </a:lnTo>
                  <a:lnTo>
                    <a:pt x="650240" y="38735"/>
                  </a:lnTo>
                  <a:cubicBezTo>
                    <a:pt x="650240" y="38735"/>
                    <a:pt x="652145" y="36195"/>
                    <a:pt x="653416" y="34925"/>
                  </a:cubicBezTo>
                  <a:cubicBezTo>
                    <a:pt x="654685" y="33655"/>
                    <a:pt x="655955" y="33020"/>
                    <a:pt x="657861" y="31750"/>
                  </a:cubicBezTo>
                  <a:cubicBezTo>
                    <a:pt x="659130" y="31115"/>
                    <a:pt x="661035" y="30480"/>
                    <a:pt x="662940" y="29845"/>
                  </a:cubicBezTo>
                  <a:cubicBezTo>
                    <a:pt x="664845" y="29845"/>
                    <a:pt x="666751" y="29210"/>
                    <a:pt x="668656" y="29210"/>
                  </a:cubicBezTo>
                  <a:close/>
                  <a:moveTo>
                    <a:pt x="586739" y="29210"/>
                  </a:moveTo>
                  <a:cubicBezTo>
                    <a:pt x="592454" y="29210"/>
                    <a:pt x="596899" y="30480"/>
                    <a:pt x="601344" y="32385"/>
                  </a:cubicBezTo>
                  <a:cubicBezTo>
                    <a:pt x="605154" y="34290"/>
                    <a:pt x="608964" y="37465"/>
                    <a:pt x="611504" y="40640"/>
                  </a:cubicBezTo>
                  <a:cubicBezTo>
                    <a:pt x="614044" y="44450"/>
                    <a:pt x="615949" y="48260"/>
                    <a:pt x="617854" y="53340"/>
                  </a:cubicBezTo>
                  <a:cubicBezTo>
                    <a:pt x="619124" y="57785"/>
                    <a:pt x="619759" y="62865"/>
                    <a:pt x="619759" y="68580"/>
                  </a:cubicBezTo>
                  <a:lnTo>
                    <a:pt x="618489" y="68580"/>
                  </a:lnTo>
                  <a:cubicBezTo>
                    <a:pt x="618489" y="68580"/>
                    <a:pt x="618489" y="71120"/>
                    <a:pt x="618489" y="72390"/>
                  </a:cubicBezTo>
                  <a:cubicBezTo>
                    <a:pt x="618489" y="73660"/>
                    <a:pt x="618489" y="74295"/>
                    <a:pt x="618489" y="75565"/>
                  </a:cubicBezTo>
                  <a:lnTo>
                    <a:pt x="567054" y="75565"/>
                  </a:lnTo>
                  <a:cubicBezTo>
                    <a:pt x="567054" y="79375"/>
                    <a:pt x="568324" y="82550"/>
                    <a:pt x="569594" y="85090"/>
                  </a:cubicBezTo>
                  <a:cubicBezTo>
                    <a:pt x="570864" y="87630"/>
                    <a:pt x="572134" y="90170"/>
                    <a:pt x="574039" y="91440"/>
                  </a:cubicBezTo>
                  <a:cubicBezTo>
                    <a:pt x="575944" y="93345"/>
                    <a:pt x="577849" y="94615"/>
                    <a:pt x="579754" y="95250"/>
                  </a:cubicBezTo>
                  <a:cubicBezTo>
                    <a:pt x="581659" y="95885"/>
                    <a:pt x="584199" y="96520"/>
                    <a:pt x="586739" y="96520"/>
                  </a:cubicBezTo>
                  <a:cubicBezTo>
                    <a:pt x="588644" y="96520"/>
                    <a:pt x="589914" y="96520"/>
                    <a:pt x="591819" y="96520"/>
                  </a:cubicBezTo>
                  <a:cubicBezTo>
                    <a:pt x="593089" y="96520"/>
                    <a:pt x="594994" y="95885"/>
                    <a:pt x="596264" y="95250"/>
                  </a:cubicBezTo>
                  <a:cubicBezTo>
                    <a:pt x="597534" y="95250"/>
                    <a:pt x="598804" y="93980"/>
                    <a:pt x="600074" y="93345"/>
                  </a:cubicBezTo>
                  <a:cubicBezTo>
                    <a:pt x="601344" y="93345"/>
                    <a:pt x="602614" y="92075"/>
                    <a:pt x="604519" y="90805"/>
                  </a:cubicBezTo>
                  <a:lnTo>
                    <a:pt x="613409" y="100330"/>
                  </a:lnTo>
                  <a:cubicBezTo>
                    <a:pt x="613409" y="100330"/>
                    <a:pt x="609599" y="103505"/>
                    <a:pt x="607694" y="104775"/>
                  </a:cubicBezTo>
                  <a:cubicBezTo>
                    <a:pt x="605789" y="106045"/>
                    <a:pt x="603884" y="106680"/>
                    <a:pt x="601979" y="107950"/>
                  </a:cubicBezTo>
                  <a:cubicBezTo>
                    <a:pt x="600074" y="108585"/>
                    <a:pt x="597534" y="109855"/>
                    <a:pt x="594994" y="109855"/>
                  </a:cubicBezTo>
                  <a:cubicBezTo>
                    <a:pt x="592454" y="109855"/>
                    <a:pt x="589279" y="110490"/>
                    <a:pt x="586104" y="110490"/>
                  </a:cubicBezTo>
                  <a:cubicBezTo>
                    <a:pt x="582929" y="110490"/>
                    <a:pt x="579754" y="110490"/>
                    <a:pt x="576579" y="109220"/>
                  </a:cubicBezTo>
                  <a:cubicBezTo>
                    <a:pt x="573404" y="108585"/>
                    <a:pt x="570864" y="107315"/>
                    <a:pt x="568959" y="105410"/>
                  </a:cubicBezTo>
                  <a:cubicBezTo>
                    <a:pt x="566419" y="104140"/>
                    <a:pt x="564514" y="102235"/>
                    <a:pt x="562609" y="100330"/>
                  </a:cubicBezTo>
                  <a:cubicBezTo>
                    <a:pt x="560704" y="98425"/>
                    <a:pt x="558799" y="95885"/>
                    <a:pt x="557529" y="92710"/>
                  </a:cubicBezTo>
                  <a:cubicBezTo>
                    <a:pt x="555624" y="89535"/>
                    <a:pt x="554354" y="86360"/>
                    <a:pt x="553719" y="82550"/>
                  </a:cubicBezTo>
                  <a:cubicBezTo>
                    <a:pt x="553084" y="78740"/>
                    <a:pt x="552449" y="74295"/>
                    <a:pt x="552449" y="69850"/>
                  </a:cubicBezTo>
                  <a:cubicBezTo>
                    <a:pt x="552449" y="63500"/>
                    <a:pt x="553084" y="57150"/>
                    <a:pt x="554989" y="52070"/>
                  </a:cubicBezTo>
                  <a:cubicBezTo>
                    <a:pt x="556894" y="46990"/>
                    <a:pt x="558799" y="42545"/>
                    <a:pt x="561974" y="39370"/>
                  </a:cubicBezTo>
                  <a:cubicBezTo>
                    <a:pt x="565149" y="36195"/>
                    <a:pt x="568324" y="33020"/>
                    <a:pt x="572769" y="31750"/>
                  </a:cubicBezTo>
                  <a:cubicBezTo>
                    <a:pt x="577214" y="29845"/>
                    <a:pt x="581659" y="29210"/>
                    <a:pt x="586739" y="29210"/>
                  </a:cubicBezTo>
                  <a:close/>
                  <a:moveTo>
                    <a:pt x="400050" y="29210"/>
                  </a:moveTo>
                  <a:cubicBezTo>
                    <a:pt x="405765" y="29210"/>
                    <a:pt x="410210" y="30480"/>
                    <a:pt x="414655" y="32385"/>
                  </a:cubicBezTo>
                  <a:cubicBezTo>
                    <a:pt x="418465" y="34290"/>
                    <a:pt x="422275" y="37465"/>
                    <a:pt x="424815" y="40640"/>
                  </a:cubicBezTo>
                  <a:cubicBezTo>
                    <a:pt x="427355" y="44450"/>
                    <a:pt x="429260" y="48260"/>
                    <a:pt x="431165" y="53340"/>
                  </a:cubicBezTo>
                  <a:cubicBezTo>
                    <a:pt x="432435" y="57785"/>
                    <a:pt x="433070" y="62865"/>
                    <a:pt x="433070" y="68580"/>
                  </a:cubicBezTo>
                  <a:lnTo>
                    <a:pt x="431800" y="68580"/>
                  </a:lnTo>
                  <a:cubicBezTo>
                    <a:pt x="431800" y="68580"/>
                    <a:pt x="431800" y="71120"/>
                    <a:pt x="431800" y="72390"/>
                  </a:cubicBezTo>
                  <a:cubicBezTo>
                    <a:pt x="431800" y="73660"/>
                    <a:pt x="431800" y="74295"/>
                    <a:pt x="431800" y="75565"/>
                  </a:cubicBezTo>
                  <a:lnTo>
                    <a:pt x="380365" y="75565"/>
                  </a:lnTo>
                  <a:cubicBezTo>
                    <a:pt x="380365" y="79375"/>
                    <a:pt x="381635" y="82550"/>
                    <a:pt x="382905" y="85090"/>
                  </a:cubicBezTo>
                  <a:cubicBezTo>
                    <a:pt x="384175" y="87630"/>
                    <a:pt x="385445" y="90170"/>
                    <a:pt x="387350" y="91440"/>
                  </a:cubicBezTo>
                  <a:cubicBezTo>
                    <a:pt x="389255" y="93345"/>
                    <a:pt x="391160" y="94615"/>
                    <a:pt x="393065" y="95250"/>
                  </a:cubicBezTo>
                  <a:cubicBezTo>
                    <a:pt x="394970" y="95885"/>
                    <a:pt x="397510" y="96520"/>
                    <a:pt x="400050" y="96520"/>
                  </a:cubicBezTo>
                  <a:cubicBezTo>
                    <a:pt x="401955" y="96520"/>
                    <a:pt x="403225" y="96520"/>
                    <a:pt x="405130" y="96520"/>
                  </a:cubicBezTo>
                  <a:cubicBezTo>
                    <a:pt x="406400" y="96520"/>
                    <a:pt x="408305" y="95885"/>
                    <a:pt x="409575" y="95250"/>
                  </a:cubicBezTo>
                  <a:cubicBezTo>
                    <a:pt x="410845" y="95250"/>
                    <a:pt x="412115" y="93980"/>
                    <a:pt x="413385" y="93345"/>
                  </a:cubicBezTo>
                  <a:cubicBezTo>
                    <a:pt x="414655" y="93345"/>
                    <a:pt x="415925" y="92075"/>
                    <a:pt x="417830" y="90805"/>
                  </a:cubicBezTo>
                  <a:lnTo>
                    <a:pt x="426720" y="100330"/>
                  </a:lnTo>
                  <a:cubicBezTo>
                    <a:pt x="426720" y="100330"/>
                    <a:pt x="422910" y="103505"/>
                    <a:pt x="421005" y="104775"/>
                  </a:cubicBezTo>
                  <a:cubicBezTo>
                    <a:pt x="419100" y="106045"/>
                    <a:pt x="417195" y="106680"/>
                    <a:pt x="415290" y="107950"/>
                  </a:cubicBezTo>
                  <a:cubicBezTo>
                    <a:pt x="413385" y="108585"/>
                    <a:pt x="410845" y="109855"/>
                    <a:pt x="408305" y="109855"/>
                  </a:cubicBezTo>
                  <a:cubicBezTo>
                    <a:pt x="405765" y="109855"/>
                    <a:pt x="402590" y="110490"/>
                    <a:pt x="399415" y="110490"/>
                  </a:cubicBezTo>
                  <a:cubicBezTo>
                    <a:pt x="396240" y="110490"/>
                    <a:pt x="393065" y="110490"/>
                    <a:pt x="389890" y="109220"/>
                  </a:cubicBezTo>
                  <a:cubicBezTo>
                    <a:pt x="386715" y="108585"/>
                    <a:pt x="384175" y="107315"/>
                    <a:pt x="382270" y="105410"/>
                  </a:cubicBezTo>
                  <a:cubicBezTo>
                    <a:pt x="380365" y="103505"/>
                    <a:pt x="377825" y="102235"/>
                    <a:pt x="375920" y="100330"/>
                  </a:cubicBezTo>
                  <a:cubicBezTo>
                    <a:pt x="374015" y="98425"/>
                    <a:pt x="372110" y="95885"/>
                    <a:pt x="370840" y="92710"/>
                  </a:cubicBezTo>
                  <a:cubicBezTo>
                    <a:pt x="368935" y="89535"/>
                    <a:pt x="367665" y="86360"/>
                    <a:pt x="367030" y="82550"/>
                  </a:cubicBezTo>
                  <a:cubicBezTo>
                    <a:pt x="366395" y="78740"/>
                    <a:pt x="365760" y="74295"/>
                    <a:pt x="365760" y="69850"/>
                  </a:cubicBezTo>
                  <a:cubicBezTo>
                    <a:pt x="365760" y="63500"/>
                    <a:pt x="366395" y="57150"/>
                    <a:pt x="368300" y="52070"/>
                  </a:cubicBezTo>
                  <a:cubicBezTo>
                    <a:pt x="370205" y="46990"/>
                    <a:pt x="372110" y="42545"/>
                    <a:pt x="375285" y="39370"/>
                  </a:cubicBezTo>
                  <a:cubicBezTo>
                    <a:pt x="378460" y="36195"/>
                    <a:pt x="381635" y="33020"/>
                    <a:pt x="386080" y="31750"/>
                  </a:cubicBezTo>
                  <a:cubicBezTo>
                    <a:pt x="390525" y="29845"/>
                    <a:pt x="394970" y="29210"/>
                    <a:pt x="400050" y="29210"/>
                  </a:cubicBezTo>
                  <a:close/>
                  <a:moveTo>
                    <a:pt x="201930" y="29210"/>
                  </a:moveTo>
                  <a:cubicBezTo>
                    <a:pt x="207645" y="29210"/>
                    <a:pt x="212090" y="30480"/>
                    <a:pt x="216535" y="32385"/>
                  </a:cubicBezTo>
                  <a:cubicBezTo>
                    <a:pt x="220345" y="34290"/>
                    <a:pt x="224155" y="37465"/>
                    <a:pt x="226695" y="40640"/>
                  </a:cubicBezTo>
                  <a:cubicBezTo>
                    <a:pt x="229235" y="44450"/>
                    <a:pt x="231140" y="48260"/>
                    <a:pt x="233045" y="53340"/>
                  </a:cubicBezTo>
                  <a:cubicBezTo>
                    <a:pt x="234315" y="57785"/>
                    <a:pt x="234950" y="62865"/>
                    <a:pt x="234950" y="68580"/>
                  </a:cubicBezTo>
                  <a:lnTo>
                    <a:pt x="233680" y="68580"/>
                  </a:lnTo>
                  <a:cubicBezTo>
                    <a:pt x="233680" y="68580"/>
                    <a:pt x="233680" y="71120"/>
                    <a:pt x="233680" y="72390"/>
                  </a:cubicBezTo>
                  <a:cubicBezTo>
                    <a:pt x="233680" y="73660"/>
                    <a:pt x="233680" y="74295"/>
                    <a:pt x="233680" y="75565"/>
                  </a:cubicBezTo>
                  <a:lnTo>
                    <a:pt x="182245" y="75565"/>
                  </a:lnTo>
                  <a:cubicBezTo>
                    <a:pt x="182245" y="79375"/>
                    <a:pt x="183515" y="82550"/>
                    <a:pt x="184785" y="85090"/>
                  </a:cubicBezTo>
                  <a:cubicBezTo>
                    <a:pt x="186055" y="87630"/>
                    <a:pt x="187325" y="90170"/>
                    <a:pt x="189230" y="91440"/>
                  </a:cubicBezTo>
                  <a:cubicBezTo>
                    <a:pt x="191135" y="93345"/>
                    <a:pt x="193040" y="94615"/>
                    <a:pt x="194945" y="95250"/>
                  </a:cubicBezTo>
                  <a:cubicBezTo>
                    <a:pt x="196850" y="95885"/>
                    <a:pt x="199390" y="96520"/>
                    <a:pt x="201930" y="96520"/>
                  </a:cubicBezTo>
                  <a:cubicBezTo>
                    <a:pt x="203835" y="96520"/>
                    <a:pt x="205105" y="96520"/>
                    <a:pt x="207010" y="96520"/>
                  </a:cubicBezTo>
                  <a:cubicBezTo>
                    <a:pt x="208280" y="96520"/>
                    <a:pt x="210185" y="95885"/>
                    <a:pt x="211455" y="95250"/>
                  </a:cubicBezTo>
                  <a:cubicBezTo>
                    <a:pt x="212725" y="95250"/>
                    <a:pt x="213995" y="93980"/>
                    <a:pt x="215265" y="93345"/>
                  </a:cubicBezTo>
                  <a:cubicBezTo>
                    <a:pt x="216535" y="93345"/>
                    <a:pt x="217805" y="92075"/>
                    <a:pt x="219710" y="90805"/>
                  </a:cubicBezTo>
                  <a:lnTo>
                    <a:pt x="228600" y="100330"/>
                  </a:lnTo>
                  <a:cubicBezTo>
                    <a:pt x="228600" y="100330"/>
                    <a:pt x="224790" y="103505"/>
                    <a:pt x="222885" y="104775"/>
                  </a:cubicBezTo>
                  <a:cubicBezTo>
                    <a:pt x="220980" y="106045"/>
                    <a:pt x="219075" y="106680"/>
                    <a:pt x="217170" y="107950"/>
                  </a:cubicBezTo>
                  <a:cubicBezTo>
                    <a:pt x="215265" y="108585"/>
                    <a:pt x="212725" y="109855"/>
                    <a:pt x="210185" y="109855"/>
                  </a:cubicBezTo>
                  <a:cubicBezTo>
                    <a:pt x="207645" y="109855"/>
                    <a:pt x="204470" y="110490"/>
                    <a:pt x="201295" y="110490"/>
                  </a:cubicBezTo>
                  <a:cubicBezTo>
                    <a:pt x="198120" y="110490"/>
                    <a:pt x="194945" y="110490"/>
                    <a:pt x="191770" y="109220"/>
                  </a:cubicBezTo>
                  <a:cubicBezTo>
                    <a:pt x="188595" y="108585"/>
                    <a:pt x="186055" y="107315"/>
                    <a:pt x="184150" y="105410"/>
                  </a:cubicBezTo>
                  <a:cubicBezTo>
                    <a:pt x="181610" y="104140"/>
                    <a:pt x="179705" y="102235"/>
                    <a:pt x="177800" y="100330"/>
                  </a:cubicBezTo>
                  <a:cubicBezTo>
                    <a:pt x="175895" y="98425"/>
                    <a:pt x="173990" y="95885"/>
                    <a:pt x="172720" y="92710"/>
                  </a:cubicBezTo>
                  <a:cubicBezTo>
                    <a:pt x="170815" y="89535"/>
                    <a:pt x="169545" y="86360"/>
                    <a:pt x="168910" y="82550"/>
                  </a:cubicBezTo>
                  <a:cubicBezTo>
                    <a:pt x="168275" y="78740"/>
                    <a:pt x="167640" y="74295"/>
                    <a:pt x="167640" y="69850"/>
                  </a:cubicBezTo>
                  <a:cubicBezTo>
                    <a:pt x="167640" y="63500"/>
                    <a:pt x="168275" y="57150"/>
                    <a:pt x="170180" y="52070"/>
                  </a:cubicBezTo>
                  <a:cubicBezTo>
                    <a:pt x="172085" y="46990"/>
                    <a:pt x="173990" y="42545"/>
                    <a:pt x="177165" y="39370"/>
                  </a:cubicBezTo>
                  <a:cubicBezTo>
                    <a:pt x="180340" y="36195"/>
                    <a:pt x="183515" y="33020"/>
                    <a:pt x="187960" y="31750"/>
                  </a:cubicBezTo>
                  <a:cubicBezTo>
                    <a:pt x="192405" y="29845"/>
                    <a:pt x="196850" y="29210"/>
                    <a:pt x="201930" y="29210"/>
                  </a:cubicBezTo>
                  <a:close/>
                  <a:moveTo>
                    <a:pt x="4664706" y="28574"/>
                  </a:moveTo>
                  <a:cubicBezTo>
                    <a:pt x="4669786" y="28574"/>
                    <a:pt x="4674231" y="29209"/>
                    <a:pt x="4678676" y="31749"/>
                  </a:cubicBezTo>
                  <a:cubicBezTo>
                    <a:pt x="4683121" y="33654"/>
                    <a:pt x="4686296" y="36194"/>
                    <a:pt x="4689471" y="40004"/>
                  </a:cubicBezTo>
                  <a:cubicBezTo>
                    <a:pt x="4692646" y="43814"/>
                    <a:pt x="4695186" y="47624"/>
                    <a:pt x="4696456" y="52704"/>
                  </a:cubicBezTo>
                  <a:cubicBezTo>
                    <a:pt x="4698361" y="57784"/>
                    <a:pt x="4698996" y="63499"/>
                    <a:pt x="4698996" y="69214"/>
                  </a:cubicBezTo>
                  <a:lnTo>
                    <a:pt x="4699631" y="69214"/>
                  </a:lnTo>
                  <a:cubicBezTo>
                    <a:pt x="4699631" y="75564"/>
                    <a:pt x="4698996" y="81279"/>
                    <a:pt x="4697091" y="86359"/>
                  </a:cubicBezTo>
                  <a:cubicBezTo>
                    <a:pt x="4695186" y="91439"/>
                    <a:pt x="4692646" y="95884"/>
                    <a:pt x="4689471" y="99059"/>
                  </a:cubicBezTo>
                  <a:cubicBezTo>
                    <a:pt x="4686296" y="102869"/>
                    <a:pt x="4682486" y="105409"/>
                    <a:pt x="4678041" y="107314"/>
                  </a:cubicBezTo>
                  <a:cubicBezTo>
                    <a:pt x="4673596" y="109219"/>
                    <a:pt x="4669151" y="109854"/>
                    <a:pt x="4664071" y="109854"/>
                  </a:cubicBezTo>
                  <a:cubicBezTo>
                    <a:pt x="4658991" y="109854"/>
                    <a:pt x="4654546" y="108584"/>
                    <a:pt x="4650101" y="106679"/>
                  </a:cubicBezTo>
                  <a:cubicBezTo>
                    <a:pt x="4645656" y="104774"/>
                    <a:pt x="4642481" y="102234"/>
                    <a:pt x="4639306" y="98424"/>
                  </a:cubicBezTo>
                  <a:cubicBezTo>
                    <a:pt x="4636131" y="94614"/>
                    <a:pt x="4633591" y="90804"/>
                    <a:pt x="4632321" y="85724"/>
                  </a:cubicBezTo>
                  <a:cubicBezTo>
                    <a:pt x="4630416" y="80644"/>
                    <a:pt x="4629781" y="74929"/>
                    <a:pt x="4629781" y="69214"/>
                  </a:cubicBezTo>
                  <a:cubicBezTo>
                    <a:pt x="4629781" y="63499"/>
                    <a:pt x="4630416" y="57149"/>
                    <a:pt x="4632321" y="52069"/>
                  </a:cubicBezTo>
                  <a:cubicBezTo>
                    <a:pt x="4634226" y="46989"/>
                    <a:pt x="4636766" y="42544"/>
                    <a:pt x="4639941" y="39369"/>
                  </a:cubicBezTo>
                  <a:cubicBezTo>
                    <a:pt x="4643116" y="35559"/>
                    <a:pt x="4646926" y="33019"/>
                    <a:pt x="4650736" y="31114"/>
                  </a:cubicBezTo>
                  <a:cubicBezTo>
                    <a:pt x="4655181" y="29209"/>
                    <a:pt x="4659626" y="28574"/>
                    <a:pt x="4664706" y="28574"/>
                  </a:cubicBezTo>
                  <a:close/>
                  <a:moveTo>
                    <a:pt x="4264655" y="28574"/>
                  </a:moveTo>
                  <a:cubicBezTo>
                    <a:pt x="4269735" y="28574"/>
                    <a:pt x="4274180" y="29209"/>
                    <a:pt x="4278625" y="31749"/>
                  </a:cubicBezTo>
                  <a:cubicBezTo>
                    <a:pt x="4283070" y="33654"/>
                    <a:pt x="4286245" y="36194"/>
                    <a:pt x="4289420" y="40004"/>
                  </a:cubicBezTo>
                  <a:cubicBezTo>
                    <a:pt x="4292595" y="43814"/>
                    <a:pt x="4295135" y="47624"/>
                    <a:pt x="4296405" y="52704"/>
                  </a:cubicBezTo>
                  <a:cubicBezTo>
                    <a:pt x="4298310" y="57784"/>
                    <a:pt x="4298945" y="63499"/>
                    <a:pt x="4298945" y="69214"/>
                  </a:cubicBezTo>
                  <a:lnTo>
                    <a:pt x="4299580" y="69214"/>
                  </a:lnTo>
                  <a:cubicBezTo>
                    <a:pt x="4299580" y="75564"/>
                    <a:pt x="4298945" y="81279"/>
                    <a:pt x="4297040" y="86359"/>
                  </a:cubicBezTo>
                  <a:cubicBezTo>
                    <a:pt x="4295135" y="91439"/>
                    <a:pt x="4292595" y="95884"/>
                    <a:pt x="4289420" y="99059"/>
                  </a:cubicBezTo>
                  <a:cubicBezTo>
                    <a:pt x="4286245" y="102869"/>
                    <a:pt x="4282435" y="105409"/>
                    <a:pt x="4277990" y="107314"/>
                  </a:cubicBezTo>
                  <a:cubicBezTo>
                    <a:pt x="4273545" y="109219"/>
                    <a:pt x="4269100" y="109854"/>
                    <a:pt x="4264020" y="109854"/>
                  </a:cubicBezTo>
                  <a:cubicBezTo>
                    <a:pt x="4258940" y="109854"/>
                    <a:pt x="4254495" y="108584"/>
                    <a:pt x="4250050" y="106679"/>
                  </a:cubicBezTo>
                  <a:cubicBezTo>
                    <a:pt x="4245605" y="104774"/>
                    <a:pt x="4242430" y="102234"/>
                    <a:pt x="4239255" y="98424"/>
                  </a:cubicBezTo>
                  <a:cubicBezTo>
                    <a:pt x="4236080" y="94614"/>
                    <a:pt x="4233540" y="90804"/>
                    <a:pt x="4232270" y="85724"/>
                  </a:cubicBezTo>
                  <a:cubicBezTo>
                    <a:pt x="4230365" y="80644"/>
                    <a:pt x="4229730" y="74929"/>
                    <a:pt x="4229730" y="69214"/>
                  </a:cubicBezTo>
                  <a:cubicBezTo>
                    <a:pt x="4229730" y="63499"/>
                    <a:pt x="4230365" y="57149"/>
                    <a:pt x="4232270" y="52069"/>
                  </a:cubicBezTo>
                  <a:cubicBezTo>
                    <a:pt x="4234175" y="46989"/>
                    <a:pt x="4236715" y="42544"/>
                    <a:pt x="4239890" y="39369"/>
                  </a:cubicBezTo>
                  <a:cubicBezTo>
                    <a:pt x="4243065" y="35559"/>
                    <a:pt x="4246875" y="33019"/>
                    <a:pt x="4250685" y="31114"/>
                  </a:cubicBezTo>
                  <a:cubicBezTo>
                    <a:pt x="4255130" y="29209"/>
                    <a:pt x="4259575" y="28574"/>
                    <a:pt x="4264655" y="28574"/>
                  </a:cubicBezTo>
                  <a:close/>
                  <a:moveTo>
                    <a:pt x="1420495" y="28574"/>
                  </a:moveTo>
                  <a:cubicBezTo>
                    <a:pt x="1425575" y="28574"/>
                    <a:pt x="1430020" y="29209"/>
                    <a:pt x="1434465" y="31749"/>
                  </a:cubicBezTo>
                  <a:cubicBezTo>
                    <a:pt x="1438910" y="33654"/>
                    <a:pt x="1442085" y="36194"/>
                    <a:pt x="1445260" y="40004"/>
                  </a:cubicBezTo>
                  <a:cubicBezTo>
                    <a:pt x="1448435" y="43814"/>
                    <a:pt x="1450975" y="47624"/>
                    <a:pt x="1452245" y="52704"/>
                  </a:cubicBezTo>
                  <a:cubicBezTo>
                    <a:pt x="1454150" y="57784"/>
                    <a:pt x="1454785" y="63499"/>
                    <a:pt x="1454785" y="69214"/>
                  </a:cubicBezTo>
                  <a:lnTo>
                    <a:pt x="1455420" y="69214"/>
                  </a:lnTo>
                  <a:cubicBezTo>
                    <a:pt x="1455420" y="75564"/>
                    <a:pt x="1454785" y="81279"/>
                    <a:pt x="1452880" y="86359"/>
                  </a:cubicBezTo>
                  <a:cubicBezTo>
                    <a:pt x="1450975" y="91439"/>
                    <a:pt x="1448435" y="95884"/>
                    <a:pt x="1445260" y="99059"/>
                  </a:cubicBezTo>
                  <a:cubicBezTo>
                    <a:pt x="1442085" y="102869"/>
                    <a:pt x="1438275" y="105409"/>
                    <a:pt x="1433830" y="107314"/>
                  </a:cubicBezTo>
                  <a:cubicBezTo>
                    <a:pt x="1429385" y="109219"/>
                    <a:pt x="1424940" y="109854"/>
                    <a:pt x="1419860" y="109854"/>
                  </a:cubicBezTo>
                  <a:cubicBezTo>
                    <a:pt x="1414780" y="109854"/>
                    <a:pt x="1410335" y="108584"/>
                    <a:pt x="1405890" y="106679"/>
                  </a:cubicBezTo>
                  <a:cubicBezTo>
                    <a:pt x="1401444" y="104774"/>
                    <a:pt x="1398270" y="102234"/>
                    <a:pt x="1395095" y="98424"/>
                  </a:cubicBezTo>
                  <a:cubicBezTo>
                    <a:pt x="1391920" y="94614"/>
                    <a:pt x="1389380" y="90804"/>
                    <a:pt x="1388110" y="85724"/>
                  </a:cubicBezTo>
                  <a:cubicBezTo>
                    <a:pt x="1386205" y="80644"/>
                    <a:pt x="1385570" y="74929"/>
                    <a:pt x="1385570" y="69214"/>
                  </a:cubicBezTo>
                  <a:cubicBezTo>
                    <a:pt x="1385570" y="63499"/>
                    <a:pt x="1386205" y="57149"/>
                    <a:pt x="1388110" y="52069"/>
                  </a:cubicBezTo>
                  <a:cubicBezTo>
                    <a:pt x="1390015" y="46989"/>
                    <a:pt x="1392555" y="42544"/>
                    <a:pt x="1395730" y="39369"/>
                  </a:cubicBezTo>
                  <a:cubicBezTo>
                    <a:pt x="1398905" y="35559"/>
                    <a:pt x="1402715" y="33019"/>
                    <a:pt x="1406525" y="31114"/>
                  </a:cubicBezTo>
                  <a:cubicBezTo>
                    <a:pt x="1410970" y="29209"/>
                    <a:pt x="1415415" y="28574"/>
                    <a:pt x="1420495" y="28574"/>
                  </a:cubicBezTo>
                  <a:close/>
                  <a:moveTo>
                    <a:pt x="3143245" y="5079"/>
                  </a:moveTo>
                  <a:lnTo>
                    <a:pt x="3219445" y="5079"/>
                  </a:lnTo>
                  <a:lnTo>
                    <a:pt x="3219445" y="20319"/>
                  </a:lnTo>
                  <a:lnTo>
                    <a:pt x="3188965" y="20319"/>
                  </a:lnTo>
                  <a:lnTo>
                    <a:pt x="3188965" y="108584"/>
                  </a:lnTo>
                  <a:lnTo>
                    <a:pt x="3173090" y="108584"/>
                  </a:lnTo>
                  <a:lnTo>
                    <a:pt x="3173090" y="20319"/>
                  </a:lnTo>
                  <a:lnTo>
                    <a:pt x="3143245" y="20319"/>
                  </a:lnTo>
                  <a:close/>
                  <a:moveTo>
                    <a:pt x="1628774" y="5079"/>
                  </a:moveTo>
                  <a:lnTo>
                    <a:pt x="1704970" y="5079"/>
                  </a:lnTo>
                  <a:lnTo>
                    <a:pt x="1704970" y="20319"/>
                  </a:lnTo>
                  <a:lnTo>
                    <a:pt x="1675129" y="20319"/>
                  </a:lnTo>
                  <a:lnTo>
                    <a:pt x="1675129" y="108584"/>
                  </a:lnTo>
                  <a:lnTo>
                    <a:pt x="1659255" y="108584"/>
                  </a:lnTo>
                  <a:lnTo>
                    <a:pt x="1659255" y="20319"/>
                  </a:lnTo>
                  <a:lnTo>
                    <a:pt x="1628774" y="20319"/>
                  </a:lnTo>
                  <a:close/>
                  <a:moveTo>
                    <a:pt x="0" y="5079"/>
                  </a:moveTo>
                  <a:lnTo>
                    <a:pt x="76200" y="5079"/>
                  </a:lnTo>
                  <a:lnTo>
                    <a:pt x="76200" y="20319"/>
                  </a:lnTo>
                  <a:lnTo>
                    <a:pt x="45720" y="20319"/>
                  </a:lnTo>
                  <a:lnTo>
                    <a:pt x="45720" y="108584"/>
                  </a:lnTo>
                  <a:lnTo>
                    <a:pt x="29845" y="108584"/>
                  </a:lnTo>
                  <a:lnTo>
                    <a:pt x="29845" y="20319"/>
                  </a:lnTo>
                  <a:lnTo>
                    <a:pt x="0" y="20319"/>
                  </a:lnTo>
                  <a:close/>
                  <a:moveTo>
                    <a:pt x="1362075" y="1269"/>
                  </a:moveTo>
                  <a:cubicBezTo>
                    <a:pt x="1363345" y="1269"/>
                    <a:pt x="1364615" y="1269"/>
                    <a:pt x="1365885" y="1904"/>
                  </a:cubicBezTo>
                  <a:cubicBezTo>
                    <a:pt x="1367155" y="1904"/>
                    <a:pt x="1367790" y="3174"/>
                    <a:pt x="1369060" y="3809"/>
                  </a:cubicBezTo>
                  <a:cubicBezTo>
                    <a:pt x="1369695" y="4444"/>
                    <a:pt x="1370965" y="5714"/>
                    <a:pt x="1370965" y="6984"/>
                  </a:cubicBezTo>
                  <a:cubicBezTo>
                    <a:pt x="1370965" y="8254"/>
                    <a:pt x="1371600" y="9524"/>
                    <a:pt x="1371600" y="10794"/>
                  </a:cubicBezTo>
                  <a:cubicBezTo>
                    <a:pt x="1371600" y="10794"/>
                    <a:pt x="1371600" y="13334"/>
                    <a:pt x="1370965" y="14604"/>
                  </a:cubicBezTo>
                  <a:cubicBezTo>
                    <a:pt x="1370965" y="15874"/>
                    <a:pt x="1369695" y="17144"/>
                    <a:pt x="1369060" y="17779"/>
                  </a:cubicBezTo>
                  <a:cubicBezTo>
                    <a:pt x="1368425" y="18414"/>
                    <a:pt x="1367155" y="19684"/>
                    <a:pt x="1365885" y="19684"/>
                  </a:cubicBezTo>
                  <a:cubicBezTo>
                    <a:pt x="1364615" y="19684"/>
                    <a:pt x="1363345" y="20319"/>
                    <a:pt x="1362075" y="20319"/>
                  </a:cubicBezTo>
                  <a:cubicBezTo>
                    <a:pt x="1360805" y="20319"/>
                    <a:pt x="1359535" y="20319"/>
                    <a:pt x="1358265" y="19684"/>
                  </a:cubicBezTo>
                  <a:cubicBezTo>
                    <a:pt x="1356995" y="19684"/>
                    <a:pt x="1355725" y="18414"/>
                    <a:pt x="1355090" y="17779"/>
                  </a:cubicBezTo>
                  <a:cubicBezTo>
                    <a:pt x="1354455" y="17144"/>
                    <a:pt x="1353185" y="15874"/>
                    <a:pt x="1353185" y="14604"/>
                  </a:cubicBezTo>
                  <a:cubicBezTo>
                    <a:pt x="1353185" y="13334"/>
                    <a:pt x="1352550" y="12064"/>
                    <a:pt x="1352550" y="10794"/>
                  </a:cubicBezTo>
                  <a:cubicBezTo>
                    <a:pt x="1352550" y="9524"/>
                    <a:pt x="1352550" y="8254"/>
                    <a:pt x="1353185" y="6984"/>
                  </a:cubicBezTo>
                  <a:cubicBezTo>
                    <a:pt x="1353185" y="5714"/>
                    <a:pt x="1354455" y="4444"/>
                    <a:pt x="1355090" y="3809"/>
                  </a:cubicBezTo>
                  <a:cubicBezTo>
                    <a:pt x="1355725" y="3174"/>
                    <a:pt x="1356995" y="1904"/>
                    <a:pt x="1358265" y="1904"/>
                  </a:cubicBezTo>
                  <a:cubicBezTo>
                    <a:pt x="1359535" y="1904"/>
                    <a:pt x="1360805" y="1269"/>
                    <a:pt x="1362075" y="1269"/>
                  </a:cubicBezTo>
                  <a:close/>
                  <a:moveTo>
                    <a:pt x="4789801" y="634"/>
                  </a:moveTo>
                  <a:lnTo>
                    <a:pt x="4789801" y="65404"/>
                  </a:lnTo>
                  <a:lnTo>
                    <a:pt x="4814566" y="31114"/>
                  </a:lnTo>
                  <a:lnTo>
                    <a:pt x="4831711" y="31114"/>
                  </a:lnTo>
                  <a:lnTo>
                    <a:pt x="4812026" y="57149"/>
                  </a:lnTo>
                  <a:lnTo>
                    <a:pt x="4835521" y="108584"/>
                  </a:lnTo>
                  <a:lnTo>
                    <a:pt x="4819011" y="108584"/>
                  </a:lnTo>
                  <a:lnTo>
                    <a:pt x="4801866" y="69849"/>
                  </a:lnTo>
                  <a:lnTo>
                    <a:pt x="4789801" y="85724"/>
                  </a:lnTo>
                  <a:lnTo>
                    <a:pt x="4789801" y="108584"/>
                  </a:lnTo>
                  <a:lnTo>
                    <a:pt x="4774561" y="108584"/>
                  </a:lnTo>
                  <a:lnTo>
                    <a:pt x="4774561" y="8889"/>
                  </a:lnTo>
                  <a:close/>
                  <a:moveTo>
                    <a:pt x="4472301" y="634"/>
                  </a:moveTo>
                  <a:lnTo>
                    <a:pt x="4472301" y="109219"/>
                  </a:lnTo>
                  <a:lnTo>
                    <a:pt x="4457061" y="109219"/>
                  </a:lnTo>
                  <a:lnTo>
                    <a:pt x="4457696" y="108584"/>
                  </a:lnTo>
                  <a:lnTo>
                    <a:pt x="4457696" y="100964"/>
                  </a:lnTo>
                  <a:cubicBezTo>
                    <a:pt x="4457696" y="100964"/>
                    <a:pt x="4454521" y="103504"/>
                    <a:pt x="4453251" y="104774"/>
                  </a:cubicBezTo>
                  <a:cubicBezTo>
                    <a:pt x="4451981" y="106044"/>
                    <a:pt x="4450076" y="106679"/>
                    <a:pt x="4448171" y="107949"/>
                  </a:cubicBezTo>
                  <a:cubicBezTo>
                    <a:pt x="4446266" y="108584"/>
                    <a:pt x="4444361" y="109219"/>
                    <a:pt x="4443091" y="109854"/>
                  </a:cubicBezTo>
                  <a:cubicBezTo>
                    <a:pt x="4441186" y="109854"/>
                    <a:pt x="4439281" y="109854"/>
                    <a:pt x="4437376" y="109854"/>
                  </a:cubicBezTo>
                  <a:cubicBezTo>
                    <a:pt x="4432931" y="109854"/>
                    <a:pt x="4429121" y="109219"/>
                    <a:pt x="4425946" y="107314"/>
                  </a:cubicBezTo>
                  <a:cubicBezTo>
                    <a:pt x="4422136" y="106044"/>
                    <a:pt x="4418961" y="103504"/>
                    <a:pt x="4416421" y="99694"/>
                  </a:cubicBezTo>
                  <a:cubicBezTo>
                    <a:pt x="4413881" y="96519"/>
                    <a:pt x="4411341" y="92074"/>
                    <a:pt x="4410071" y="86994"/>
                  </a:cubicBezTo>
                  <a:cubicBezTo>
                    <a:pt x="4408801" y="81914"/>
                    <a:pt x="4407531" y="75564"/>
                    <a:pt x="4407531" y="67944"/>
                  </a:cubicBezTo>
                  <a:cubicBezTo>
                    <a:pt x="4407531" y="61594"/>
                    <a:pt x="4408166" y="55244"/>
                    <a:pt x="4410071" y="50799"/>
                  </a:cubicBezTo>
                  <a:cubicBezTo>
                    <a:pt x="4411976" y="45719"/>
                    <a:pt x="4413881" y="41909"/>
                    <a:pt x="4417056" y="38734"/>
                  </a:cubicBezTo>
                  <a:cubicBezTo>
                    <a:pt x="4419596" y="35559"/>
                    <a:pt x="4423406" y="33019"/>
                    <a:pt x="4426581" y="31749"/>
                  </a:cubicBezTo>
                  <a:cubicBezTo>
                    <a:pt x="4430391" y="29844"/>
                    <a:pt x="4434201" y="29209"/>
                    <a:pt x="4438011" y="29209"/>
                  </a:cubicBezTo>
                  <a:cubicBezTo>
                    <a:pt x="4439916" y="29209"/>
                    <a:pt x="4441821" y="29209"/>
                    <a:pt x="4443726" y="29844"/>
                  </a:cubicBezTo>
                  <a:cubicBezTo>
                    <a:pt x="4445631" y="29844"/>
                    <a:pt x="4447536" y="31114"/>
                    <a:pt x="4448806" y="31749"/>
                  </a:cubicBezTo>
                  <a:cubicBezTo>
                    <a:pt x="4450711" y="32384"/>
                    <a:pt x="4451981" y="33654"/>
                    <a:pt x="4453251" y="34924"/>
                  </a:cubicBezTo>
                  <a:cubicBezTo>
                    <a:pt x="4454521" y="36194"/>
                    <a:pt x="4455791" y="36829"/>
                    <a:pt x="4457061" y="38099"/>
                  </a:cubicBezTo>
                  <a:lnTo>
                    <a:pt x="4457061" y="8254"/>
                  </a:lnTo>
                  <a:close/>
                  <a:moveTo>
                    <a:pt x="4390385" y="634"/>
                  </a:moveTo>
                  <a:lnTo>
                    <a:pt x="4390385" y="108584"/>
                  </a:lnTo>
                  <a:lnTo>
                    <a:pt x="4375145" y="108584"/>
                  </a:lnTo>
                  <a:lnTo>
                    <a:pt x="4375145" y="8889"/>
                  </a:lnTo>
                  <a:close/>
                  <a:moveTo>
                    <a:pt x="3946521" y="634"/>
                  </a:moveTo>
                  <a:lnTo>
                    <a:pt x="3946521" y="38099"/>
                  </a:lnTo>
                  <a:cubicBezTo>
                    <a:pt x="3946521" y="38099"/>
                    <a:pt x="3948426" y="35559"/>
                    <a:pt x="3950331" y="34289"/>
                  </a:cubicBezTo>
                  <a:cubicBezTo>
                    <a:pt x="3951601" y="33019"/>
                    <a:pt x="3953506" y="32384"/>
                    <a:pt x="3954776" y="31114"/>
                  </a:cubicBezTo>
                  <a:cubicBezTo>
                    <a:pt x="3956681" y="30479"/>
                    <a:pt x="3958586" y="29844"/>
                    <a:pt x="3960491" y="29209"/>
                  </a:cubicBezTo>
                  <a:cubicBezTo>
                    <a:pt x="3962396" y="29209"/>
                    <a:pt x="3964301" y="29209"/>
                    <a:pt x="3966206" y="29209"/>
                  </a:cubicBezTo>
                  <a:cubicBezTo>
                    <a:pt x="3970651" y="29209"/>
                    <a:pt x="3975096" y="29844"/>
                    <a:pt x="3978271" y="31749"/>
                  </a:cubicBezTo>
                  <a:cubicBezTo>
                    <a:pt x="3981446" y="33019"/>
                    <a:pt x="3984621" y="35559"/>
                    <a:pt x="3987161" y="38099"/>
                  </a:cubicBezTo>
                  <a:cubicBezTo>
                    <a:pt x="3989701" y="41274"/>
                    <a:pt x="3990971" y="44449"/>
                    <a:pt x="3992241" y="49529"/>
                  </a:cubicBezTo>
                  <a:cubicBezTo>
                    <a:pt x="3993511" y="53974"/>
                    <a:pt x="3994146" y="59054"/>
                    <a:pt x="3994146" y="64134"/>
                  </a:cubicBezTo>
                  <a:lnTo>
                    <a:pt x="3994146" y="108584"/>
                  </a:lnTo>
                  <a:lnTo>
                    <a:pt x="3978906" y="108584"/>
                  </a:lnTo>
                  <a:lnTo>
                    <a:pt x="3978271" y="108584"/>
                  </a:lnTo>
                  <a:lnTo>
                    <a:pt x="3978271" y="64769"/>
                  </a:lnTo>
                  <a:cubicBezTo>
                    <a:pt x="3978271" y="57784"/>
                    <a:pt x="3977001" y="52069"/>
                    <a:pt x="3974461" y="48894"/>
                  </a:cubicBezTo>
                  <a:cubicBezTo>
                    <a:pt x="3971921" y="45084"/>
                    <a:pt x="3968111" y="43814"/>
                    <a:pt x="3962396" y="43814"/>
                  </a:cubicBezTo>
                  <a:cubicBezTo>
                    <a:pt x="3959856" y="43814"/>
                    <a:pt x="3957951" y="43814"/>
                    <a:pt x="3956046" y="45084"/>
                  </a:cubicBezTo>
                  <a:cubicBezTo>
                    <a:pt x="3954141" y="45719"/>
                    <a:pt x="3952236" y="46989"/>
                    <a:pt x="3950966" y="48894"/>
                  </a:cubicBezTo>
                  <a:cubicBezTo>
                    <a:pt x="3949696" y="50799"/>
                    <a:pt x="3948426" y="52704"/>
                    <a:pt x="3947791" y="55244"/>
                  </a:cubicBezTo>
                  <a:cubicBezTo>
                    <a:pt x="3947156" y="57784"/>
                    <a:pt x="3946521" y="60324"/>
                    <a:pt x="3946521" y="63499"/>
                  </a:cubicBezTo>
                  <a:lnTo>
                    <a:pt x="3946521" y="109219"/>
                  </a:lnTo>
                  <a:lnTo>
                    <a:pt x="3931281" y="109219"/>
                  </a:lnTo>
                  <a:lnTo>
                    <a:pt x="3931281" y="8889"/>
                  </a:lnTo>
                  <a:close/>
                  <a:moveTo>
                    <a:pt x="3248021" y="634"/>
                  </a:moveTo>
                  <a:lnTo>
                    <a:pt x="3248021" y="38099"/>
                  </a:lnTo>
                  <a:cubicBezTo>
                    <a:pt x="3248021" y="38099"/>
                    <a:pt x="3249926" y="35559"/>
                    <a:pt x="3251831" y="34289"/>
                  </a:cubicBezTo>
                  <a:cubicBezTo>
                    <a:pt x="3253101" y="33019"/>
                    <a:pt x="3255006" y="32384"/>
                    <a:pt x="3256276" y="31114"/>
                  </a:cubicBezTo>
                  <a:cubicBezTo>
                    <a:pt x="3258181" y="30479"/>
                    <a:pt x="3260086" y="29844"/>
                    <a:pt x="3261991" y="29209"/>
                  </a:cubicBezTo>
                  <a:cubicBezTo>
                    <a:pt x="3263896" y="29209"/>
                    <a:pt x="3265801" y="29209"/>
                    <a:pt x="3267706" y="29209"/>
                  </a:cubicBezTo>
                  <a:cubicBezTo>
                    <a:pt x="3272151" y="29209"/>
                    <a:pt x="3276596" y="29844"/>
                    <a:pt x="3279771" y="31749"/>
                  </a:cubicBezTo>
                  <a:cubicBezTo>
                    <a:pt x="3282946" y="33019"/>
                    <a:pt x="3286121" y="35559"/>
                    <a:pt x="3288661" y="38099"/>
                  </a:cubicBezTo>
                  <a:cubicBezTo>
                    <a:pt x="3291201" y="41274"/>
                    <a:pt x="3292471" y="44449"/>
                    <a:pt x="3293741" y="49529"/>
                  </a:cubicBezTo>
                  <a:cubicBezTo>
                    <a:pt x="3295011" y="53974"/>
                    <a:pt x="3295646" y="59054"/>
                    <a:pt x="3295646" y="64134"/>
                  </a:cubicBezTo>
                  <a:lnTo>
                    <a:pt x="3295646" y="108584"/>
                  </a:lnTo>
                  <a:lnTo>
                    <a:pt x="3280406" y="108584"/>
                  </a:lnTo>
                  <a:lnTo>
                    <a:pt x="3279771" y="108584"/>
                  </a:lnTo>
                  <a:lnTo>
                    <a:pt x="3279771" y="64769"/>
                  </a:lnTo>
                  <a:cubicBezTo>
                    <a:pt x="3279771" y="57784"/>
                    <a:pt x="3278501" y="52069"/>
                    <a:pt x="3275961" y="48894"/>
                  </a:cubicBezTo>
                  <a:cubicBezTo>
                    <a:pt x="3273421" y="45084"/>
                    <a:pt x="3269611" y="43814"/>
                    <a:pt x="3263896" y="43814"/>
                  </a:cubicBezTo>
                  <a:cubicBezTo>
                    <a:pt x="3261356" y="43814"/>
                    <a:pt x="3259451" y="43814"/>
                    <a:pt x="3257546" y="45084"/>
                  </a:cubicBezTo>
                  <a:cubicBezTo>
                    <a:pt x="3255641" y="45719"/>
                    <a:pt x="3253736" y="46989"/>
                    <a:pt x="3252466" y="48894"/>
                  </a:cubicBezTo>
                  <a:cubicBezTo>
                    <a:pt x="3251196" y="50799"/>
                    <a:pt x="3249926" y="52704"/>
                    <a:pt x="3249291" y="55244"/>
                  </a:cubicBezTo>
                  <a:cubicBezTo>
                    <a:pt x="3248656" y="57784"/>
                    <a:pt x="3248021" y="60324"/>
                    <a:pt x="3248021" y="63499"/>
                  </a:cubicBezTo>
                  <a:lnTo>
                    <a:pt x="3248021" y="109219"/>
                  </a:lnTo>
                  <a:lnTo>
                    <a:pt x="3232781" y="109219"/>
                  </a:lnTo>
                  <a:lnTo>
                    <a:pt x="3232781" y="8889"/>
                  </a:lnTo>
                  <a:close/>
                  <a:moveTo>
                    <a:pt x="2432681" y="634"/>
                  </a:moveTo>
                  <a:lnTo>
                    <a:pt x="2432681" y="38099"/>
                  </a:lnTo>
                  <a:cubicBezTo>
                    <a:pt x="2432681" y="38099"/>
                    <a:pt x="2434586" y="35559"/>
                    <a:pt x="2436491" y="34289"/>
                  </a:cubicBezTo>
                  <a:cubicBezTo>
                    <a:pt x="2437761" y="33019"/>
                    <a:pt x="2439666" y="32384"/>
                    <a:pt x="2440936" y="31114"/>
                  </a:cubicBezTo>
                  <a:cubicBezTo>
                    <a:pt x="2442841" y="30479"/>
                    <a:pt x="2444746" y="29844"/>
                    <a:pt x="2446651" y="29209"/>
                  </a:cubicBezTo>
                  <a:cubicBezTo>
                    <a:pt x="2448556" y="29209"/>
                    <a:pt x="2450461" y="29209"/>
                    <a:pt x="2452366" y="29209"/>
                  </a:cubicBezTo>
                  <a:cubicBezTo>
                    <a:pt x="2456811" y="29209"/>
                    <a:pt x="2461256" y="29844"/>
                    <a:pt x="2464431" y="31749"/>
                  </a:cubicBezTo>
                  <a:cubicBezTo>
                    <a:pt x="2467606" y="33019"/>
                    <a:pt x="2470781" y="35559"/>
                    <a:pt x="2473321" y="38099"/>
                  </a:cubicBezTo>
                  <a:cubicBezTo>
                    <a:pt x="2475861" y="41274"/>
                    <a:pt x="2477131" y="44449"/>
                    <a:pt x="2478401" y="49529"/>
                  </a:cubicBezTo>
                  <a:cubicBezTo>
                    <a:pt x="2479671" y="53974"/>
                    <a:pt x="2480306" y="59054"/>
                    <a:pt x="2480306" y="64134"/>
                  </a:cubicBezTo>
                  <a:lnTo>
                    <a:pt x="2480306" y="108584"/>
                  </a:lnTo>
                  <a:lnTo>
                    <a:pt x="2465066" y="108584"/>
                  </a:lnTo>
                  <a:lnTo>
                    <a:pt x="2464431" y="108584"/>
                  </a:lnTo>
                  <a:lnTo>
                    <a:pt x="2464431" y="64769"/>
                  </a:lnTo>
                  <a:cubicBezTo>
                    <a:pt x="2464431" y="57784"/>
                    <a:pt x="2463161" y="52069"/>
                    <a:pt x="2460621" y="48894"/>
                  </a:cubicBezTo>
                  <a:cubicBezTo>
                    <a:pt x="2458081" y="45084"/>
                    <a:pt x="2454271" y="43814"/>
                    <a:pt x="2448556" y="43814"/>
                  </a:cubicBezTo>
                  <a:cubicBezTo>
                    <a:pt x="2446016" y="43814"/>
                    <a:pt x="2444111" y="43814"/>
                    <a:pt x="2442206" y="45084"/>
                  </a:cubicBezTo>
                  <a:cubicBezTo>
                    <a:pt x="2440301" y="45719"/>
                    <a:pt x="2438396" y="46989"/>
                    <a:pt x="2437126" y="48894"/>
                  </a:cubicBezTo>
                  <a:cubicBezTo>
                    <a:pt x="2435856" y="50799"/>
                    <a:pt x="2434586" y="52704"/>
                    <a:pt x="2433951" y="55244"/>
                  </a:cubicBezTo>
                  <a:cubicBezTo>
                    <a:pt x="2433316" y="57784"/>
                    <a:pt x="2432681" y="60324"/>
                    <a:pt x="2432681" y="63499"/>
                  </a:cubicBezTo>
                  <a:lnTo>
                    <a:pt x="2432681" y="109219"/>
                  </a:lnTo>
                  <a:lnTo>
                    <a:pt x="2417441" y="109219"/>
                  </a:lnTo>
                  <a:lnTo>
                    <a:pt x="2417441" y="8889"/>
                  </a:lnTo>
                  <a:close/>
                  <a:moveTo>
                    <a:pt x="1734181" y="634"/>
                  </a:moveTo>
                  <a:lnTo>
                    <a:pt x="1734181" y="38099"/>
                  </a:lnTo>
                  <a:cubicBezTo>
                    <a:pt x="1734181" y="38099"/>
                    <a:pt x="1736086" y="35559"/>
                    <a:pt x="1737991" y="34289"/>
                  </a:cubicBezTo>
                  <a:cubicBezTo>
                    <a:pt x="1739261" y="33019"/>
                    <a:pt x="1741166" y="32384"/>
                    <a:pt x="1742436" y="31114"/>
                  </a:cubicBezTo>
                  <a:cubicBezTo>
                    <a:pt x="1744341" y="30479"/>
                    <a:pt x="1746246" y="29844"/>
                    <a:pt x="1748151" y="29209"/>
                  </a:cubicBezTo>
                  <a:cubicBezTo>
                    <a:pt x="1750056" y="29209"/>
                    <a:pt x="1751961" y="29209"/>
                    <a:pt x="1753866" y="29209"/>
                  </a:cubicBezTo>
                  <a:cubicBezTo>
                    <a:pt x="1758311" y="29209"/>
                    <a:pt x="1762756" y="29844"/>
                    <a:pt x="1765931" y="31749"/>
                  </a:cubicBezTo>
                  <a:cubicBezTo>
                    <a:pt x="1769106" y="33019"/>
                    <a:pt x="1772281" y="35559"/>
                    <a:pt x="1774821" y="38099"/>
                  </a:cubicBezTo>
                  <a:cubicBezTo>
                    <a:pt x="1777361" y="41274"/>
                    <a:pt x="1778631" y="44449"/>
                    <a:pt x="1779901" y="49529"/>
                  </a:cubicBezTo>
                  <a:cubicBezTo>
                    <a:pt x="1781171" y="53974"/>
                    <a:pt x="1781806" y="59054"/>
                    <a:pt x="1781806" y="64134"/>
                  </a:cubicBezTo>
                  <a:lnTo>
                    <a:pt x="1781806" y="108584"/>
                  </a:lnTo>
                  <a:lnTo>
                    <a:pt x="1766566" y="108584"/>
                  </a:lnTo>
                  <a:lnTo>
                    <a:pt x="1765931" y="108584"/>
                  </a:lnTo>
                  <a:lnTo>
                    <a:pt x="1765931" y="64769"/>
                  </a:lnTo>
                  <a:cubicBezTo>
                    <a:pt x="1765931" y="57784"/>
                    <a:pt x="1764661" y="52069"/>
                    <a:pt x="1762121" y="48894"/>
                  </a:cubicBezTo>
                  <a:cubicBezTo>
                    <a:pt x="1759581" y="45084"/>
                    <a:pt x="1755771" y="43814"/>
                    <a:pt x="1750056" y="43814"/>
                  </a:cubicBezTo>
                  <a:cubicBezTo>
                    <a:pt x="1747516" y="43814"/>
                    <a:pt x="1745611" y="43814"/>
                    <a:pt x="1743706" y="45084"/>
                  </a:cubicBezTo>
                  <a:cubicBezTo>
                    <a:pt x="1741801" y="45719"/>
                    <a:pt x="1739896" y="46989"/>
                    <a:pt x="1738626" y="48894"/>
                  </a:cubicBezTo>
                  <a:cubicBezTo>
                    <a:pt x="1737356" y="50799"/>
                    <a:pt x="1736086" y="52704"/>
                    <a:pt x="1735451" y="55244"/>
                  </a:cubicBezTo>
                  <a:cubicBezTo>
                    <a:pt x="1734816" y="57784"/>
                    <a:pt x="1734181" y="60324"/>
                    <a:pt x="1734181" y="63499"/>
                  </a:cubicBezTo>
                  <a:lnTo>
                    <a:pt x="1734181" y="109219"/>
                  </a:lnTo>
                  <a:lnTo>
                    <a:pt x="1718941" y="109219"/>
                  </a:lnTo>
                  <a:lnTo>
                    <a:pt x="1718941" y="8889"/>
                  </a:lnTo>
                  <a:close/>
                  <a:moveTo>
                    <a:pt x="803275" y="634"/>
                  </a:moveTo>
                  <a:lnTo>
                    <a:pt x="803275" y="38099"/>
                  </a:lnTo>
                  <a:cubicBezTo>
                    <a:pt x="803275" y="38099"/>
                    <a:pt x="805180" y="35559"/>
                    <a:pt x="807085" y="34289"/>
                  </a:cubicBezTo>
                  <a:cubicBezTo>
                    <a:pt x="808355" y="33019"/>
                    <a:pt x="810260" y="32384"/>
                    <a:pt x="811530" y="31114"/>
                  </a:cubicBezTo>
                  <a:cubicBezTo>
                    <a:pt x="813435" y="30479"/>
                    <a:pt x="815340" y="29844"/>
                    <a:pt x="817245" y="29209"/>
                  </a:cubicBezTo>
                  <a:cubicBezTo>
                    <a:pt x="819150" y="29209"/>
                    <a:pt x="821055" y="29209"/>
                    <a:pt x="822960" y="29209"/>
                  </a:cubicBezTo>
                  <a:cubicBezTo>
                    <a:pt x="827405" y="29209"/>
                    <a:pt x="831850" y="29844"/>
                    <a:pt x="835025" y="31749"/>
                  </a:cubicBezTo>
                  <a:cubicBezTo>
                    <a:pt x="838200" y="33019"/>
                    <a:pt x="841375" y="35559"/>
                    <a:pt x="843915" y="38099"/>
                  </a:cubicBezTo>
                  <a:cubicBezTo>
                    <a:pt x="846455" y="41274"/>
                    <a:pt x="847725" y="44449"/>
                    <a:pt x="848995" y="49529"/>
                  </a:cubicBezTo>
                  <a:cubicBezTo>
                    <a:pt x="850265" y="53974"/>
                    <a:pt x="850900" y="59054"/>
                    <a:pt x="850900" y="64134"/>
                  </a:cubicBezTo>
                  <a:lnTo>
                    <a:pt x="850900" y="108584"/>
                  </a:lnTo>
                  <a:lnTo>
                    <a:pt x="835660" y="108584"/>
                  </a:lnTo>
                  <a:lnTo>
                    <a:pt x="835025" y="108584"/>
                  </a:lnTo>
                  <a:lnTo>
                    <a:pt x="835025" y="64769"/>
                  </a:lnTo>
                  <a:cubicBezTo>
                    <a:pt x="835025" y="57784"/>
                    <a:pt x="833755" y="52069"/>
                    <a:pt x="831215" y="48894"/>
                  </a:cubicBezTo>
                  <a:cubicBezTo>
                    <a:pt x="828675" y="45084"/>
                    <a:pt x="824865" y="43814"/>
                    <a:pt x="819150" y="43814"/>
                  </a:cubicBezTo>
                  <a:cubicBezTo>
                    <a:pt x="816610" y="43814"/>
                    <a:pt x="814705" y="43814"/>
                    <a:pt x="812800" y="45084"/>
                  </a:cubicBezTo>
                  <a:cubicBezTo>
                    <a:pt x="810895" y="45719"/>
                    <a:pt x="808990" y="46989"/>
                    <a:pt x="807720" y="48894"/>
                  </a:cubicBezTo>
                  <a:cubicBezTo>
                    <a:pt x="806450" y="50799"/>
                    <a:pt x="805180" y="52704"/>
                    <a:pt x="804545" y="55244"/>
                  </a:cubicBezTo>
                  <a:cubicBezTo>
                    <a:pt x="803910" y="57784"/>
                    <a:pt x="803275" y="60324"/>
                    <a:pt x="803275" y="63499"/>
                  </a:cubicBezTo>
                  <a:lnTo>
                    <a:pt x="803275" y="109219"/>
                  </a:lnTo>
                  <a:lnTo>
                    <a:pt x="788035" y="109219"/>
                  </a:lnTo>
                  <a:lnTo>
                    <a:pt x="788035" y="8889"/>
                  </a:lnTo>
                  <a:close/>
                  <a:moveTo>
                    <a:pt x="104774" y="634"/>
                  </a:moveTo>
                  <a:lnTo>
                    <a:pt x="104774" y="38099"/>
                  </a:lnTo>
                  <a:cubicBezTo>
                    <a:pt x="104774" y="38099"/>
                    <a:pt x="106679" y="35559"/>
                    <a:pt x="108584" y="34289"/>
                  </a:cubicBezTo>
                  <a:cubicBezTo>
                    <a:pt x="109854" y="33019"/>
                    <a:pt x="111759" y="32384"/>
                    <a:pt x="113029" y="31114"/>
                  </a:cubicBezTo>
                  <a:cubicBezTo>
                    <a:pt x="114934" y="30479"/>
                    <a:pt x="116839" y="29844"/>
                    <a:pt x="118744" y="29209"/>
                  </a:cubicBezTo>
                  <a:cubicBezTo>
                    <a:pt x="120649" y="29209"/>
                    <a:pt x="122554" y="29209"/>
                    <a:pt x="124459" y="29209"/>
                  </a:cubicBezTo>
                  <a:cubicBezTo>
                    <a:pt x="128904" y="29209"/>
                    <a:pt x="133349" y="29844"/>
                    <a:pt x="136524" y="31749"/>
                  </a:cubicBezTo>
                  <a:cubicBezTo>
                    <a:pt x="139699" y="33019"/>
                    <a:pt x="142874" y="35559"/>
                    <a:pt x="145414" y="38099"/>
                  </a:cubicBezTo>
                  <a:cubicBezTo>
                    <a:pt x="147954" y="41274"/>
                    <a:pt x="149224" y="44449"/>
                    <a:pt x="150494" y="49529"/>
                  </a:cubicBezTo>
                  <a:cubicBezTo>
                    <a:pt x="151764" y="53974"/>
                    <a:pt x="152399" y="59054"/>
                    <a:pt x="152399" y="64134"/>
                  </a:cubicBezTo>
                  <a:lnTo>
                    <a:pt x="152399" y="108584"/>
                  </a:lnTo>
                  <a:lnTo>
                    <a:pt x="137159" y="108584"/>
                  </a:lnTo>
                  <a:lnTo>
                    <a:pt x="136524" y="108584"/>
                  </a:lnTo>
                  <a:lnTo>
                    <a:pt x="136524" y="64769"/>
                  </a:lnTo>
                  <a:cubicBezTo>
                    <a:pt x="136524" y="57784"/>
                    <a:pt x="135254" y="52069"/>
                    <a:pt x="132714" y="48894"/>
                  </a:cubicBezTo>
                  <a:cubicBezTo>
                    <a:pt x="130174" y="45084"/>
                    <a:pt x="126364" y="43814"/>
                    <a:pt x="120649" y="43814"/>
                  </a:cubicBezTo>
                  <a:cubicBezTo>
                    <a:pt x="118109" y="43814"/>
                    <a:pt x="116204" y="43814"/>
                    <a:pt x="114299" y="45084"/>
                  </a:cubicBezTo>
                  <a:cubicBezTo>
                    <a:pt x="112394" y="45719"/>
                    <a:pt x="110489" y="46989"/>
                    <a:pt x="109219" y="48894"/>
                  </a:cubicBezTo>
                  <a:cubicBezTo>
                    <a:pt x="107949" y="50799"/>
                    <a:pt x="106679" y="52704"/>
                    <a:pt x="106044" y="55244"/>
                  </a:cubicBezTo>
                  <a:cubicBezTo>
                    <a:pt x="105409" y="57784"/>
                    <a:pt x="104774" y="60324"/>
                    <a:pt x="104774" y="63499"/>
                  </a:cubicBezTo>
                  <a:lnTo>
                    <a:pt x="104774" y="109219"/>
                  </a:lnTo>
                  <a:lnTo>
                    <a:pt x="89534" y="109219"/>
                  </a:lnTo>
                  <a:lnTo>
                    <a:pt x="89534" y="8889"/>
                  </a:lnTo>
                  <a:close/>
                  <a:moveTo>
                    <a:pt x="3894450" y="0"/>
                  </a:moveTo>
                  <a:lnTo>
                    <a:pt x="3894450" y="30480"/>
                  </a:lnTo>
                  <a:lnTo>
                    <a:pt x="3913500" y="30480"/>
                  </a:lnTo>
                  <a:lnTo>
                    <a:pt x="3913500" y="44450"/>
                  </a:lnTo>
                  <a:lnTo>
                    <a:pt x="3894450" y="44450"/>
                  </a:lnTo>
                  <a:lnTo>
                    <a:pt x="3894450" y="86995"/>
                  </a:lnTo>
                  <a:cubicBezTo>
                    <a:pt x="3894450" y="86995"/>
                    <a:pt x="3894450" y="90170"/>
                    <a:pt x="3894450" y="91440"/>
                  </a:cubicBezTo>
                  <a:cubicBezTo>
                    <a:pt x="3894450" y="92710"/>
                    <a:pt x="3895085" y="93345"/>
                    <a:pt x="3895720" y="94615"/>
                  </a:cubicBezTo>
                  <a:cubicBezTo>
                    <a:pt x="3896355" y="95250"/>
                    <a:pt x="3896990" y="95885"/>
                    <a:pt x="3898260" y="95885"/>
                  </a:cubicBezTo>
                  <a:cubicBezTo>
                    <a:pt x="3899530" y="95885"/>
                    <a:pt x="3900800" y="95885"/>
                    <a:pt x="3902070" y="95885"/>
                  </a:cubicBezTo>
                  <a:cubicBezTo>
                    <a:pt x="3903975" y="95885"/>
                    <a:pt x="3905880" y="95885"/>
                    <a:pt x="3908420" y="95250"/>
                  </a:cubicBezTo>
                  <a:cubicBezTo>
                    <a:pt x="3910325" y="94615"/>
                    <a:pt x="3912230" y="93980"/>
                    <a:pt x="3913500" y="93345"/>
                  </a:cubicBezTo>
                  <a:lnTo>
                    <a:pt x="3911595" y="106680"/>
                  </a:lnTo>
                  <a:cubicBezTo>
                    <a:pt x="3911595" y="106680"/>
                    <a:pt x="3907785" y="108585"/>
                    <a:pt x="3905245" y="109220"/>
                  </a:cubicBezTo>
                  <a:cubicBezTo>
                    <a:pt x="3902705" y="109855"/>
                    <a:pt x="3900165" y="110490"/>
                    <a:pt x="3896990" y="110490"/>
                  </a:cubicBezTo>
                  <a:cubicBezTo>
                    <a:pt x="3894450" y="110490"/>
                    <a:pt x="3891910" y="110490"/>
                    <a:pt x="3890005" y="109220"/>
                  </a:cubicBezTo>
                  <a:cubicBezTo>
                    <a:pt x="3888100" y="108585"/>
                    <a:pt x="3886195" y="107315"/>
                    <a:pt x="3884290" y="105410"/>
                  </a:cubicBezTo>
                  <a:cubicBezTo>
                    <a:pt x="3882385" y="103505"/>
                    <a:pt x="3881115" y="101600"/>
                    <a:pt x="3880480" y="99060"/>
                  </a:cubicBezTo>
                  <a:cubicBezTo>
                    <a:pt x="3879845" y="96520"/>
                    <a:pt x="3879210" y="93345"/>
                    <a:pt x="3879210" y="89535"/>
                  </a:cubicBezTo>
                  <a:lnTo>
                    <a:pt x="3879210" y="44450"/>
                  </a:lnTo>
                  <a:lnTo>
                    <a:pt x="3868415" y="44450"/>
                  </a:lnTo>
                  <a:lnTo>
                    <a:pt x="3868415" y="30480"/>
                  </a:lnTo>
                  <a:lnTo>
                    <a:pt x="3879210" y="30480"/>
                  </a:lnTo>
                  <a:lnTo>
                    <a:pt x="3879210" y="8255"/>
                  </a:lnTo>
                  <a:close/>
                  <a:moveTo>
                    <a:pt x="3664581" y="0"/>
                  </a:moveTo>
                  <a:lnTo>
                    <a:pt x="3664581" y="30480"/>
                  </a:lnTo>
                  <a:lnTo>
                    <a:pt x="3683631" y="30480"/>
                  </a:lnTo>
                  <a:lnTo>
                    <a:pt x="3683631" y="44450"/>
                  </a:lnTo>
                  <a:lnTo>
                    <a:pt x="3664581" y="44450"/>
                  </a:lnTo>
                  <a:lnTo>
                    <a:pt x="3664581" y="86995"/>
                  </a:lnTo>
                  <a:cubicBezTo>
                    <a:pt x="3664581" y="86995"/>
                    <a:pt x="3664581" y="90170"/>
                    <a:pt x="3664581" y="91440"/>
                  </a:cubicBezTo>
                  <a:cubicBezTo>
                    <a:pt x="3664581" y="92710"/>
                    <a:pt x="3665216" y="93345"/>
                    <a:pt x="3665851" y="94615"/>
                  </a:cubicBezTo>
                  <a:cubicBezTo>
                    <a:pt x="3666486" y="95250"/>
                    <a:pt x="3667121" y="95885"/>
                    <a:pt x="3668391" y="95885"/>
                  </a:cubicBezTo>
                  <a:cubicBezTo>
                    <a:pt x="3669661" y="95885"/>
                    <a:pt x="3670931" y="95885"/>
                    <a:pt x="3672201" y="95885"/>
                  </a:cubicBezTo>
                  <a:cubicBezTo>
                    <a:pt x="3674106" y="95885"/>
                    <a:pt x="3676011" y="95885"/>
                    <a:pt x="3678551" y="95250"/>
                  </a:cubicBezTo>
                  <a:cubicBezTo>
                    <a:pt x="3680456" y="94615"/>
                    <a:pt x="3682361" y="93980"/>
                    <a:pt x="3683631" y="93345"/>
                  </a:cubicBezTo>
                  <a:lnTo>
                    <a:pt x="3681726" y="106680"/>
                  </a:lnTo>
                  <a:cubicBezTo>
                    <a:pt x="3681726" y="106680"/>
                    <a:pt x="3677916" y="108585"/>
                    <a:pt x="3675376" y="109220"/>
                  </a:cubicBezTo>
                  <a:cubicBezTo>
                    <a:pt x="3672836" y="109855"/>
                    <a:pt x="3670296" y="110490"/>
                    <a:pt x="3667121" y="110490"/>
                  </a:cubicBezTo>
                  <a:cubicBezTo>
                    <a:pt x="3664581" y="110490"/>
                    <a:pt x="3662041" y="110490"/>
                    <a:pt x="3660136" y="109220"/>
                  </a:cubicBezTo>
                  <a:cubicBezTo>
                    <a:pt x="3658231" y="108585"/>
                    <a:pt x="3656326" y="107315"/>
                    <a:pt x="3654421" y="105410"/>
                  </a:cubicBezTo>
                  <a:cubicBezTo>
                    <a:pt x="3652516" y="103505"/>
                    <a:pt x="3651246" y="101600"/>
                    <a:pt x="3650611" y="99060"/>
                  </a:cubicBezTo>
                  <a:cubicBezTo>
                    <a:pt x="3649976" y="96520"/>
                    <a:pt x="3649341" y="93345"/>
                    <a:pt x="3649341" y="89535"/>
                  </a:cubicBezTo>
                  <a:lnTo>
                    <a:pt x="3649341" y="44450"/>
                  </a:lnTo>
                  <a:lnTo>
                    <a:pt x="3638546" y="44450"/>
                  </a:lnTo>
                  <a:lnTo>
                    <a:pt x="3638546" y="30480"/>
                  </a:lnTo>
                  <a:lnTo>
                    <a:pt x="3649341" y="30480"/>
                  </a:lnTo>
                  <a:lnTo>
                    <a:pt x="3649341" y="8255"/>
                  </a:lnTo>
                  <a:close/>
                  <a:moveTo>
                    <a:pt x="3610605" y="0"/>
                  </a:moveTo>
                  <a:lnTo>
                    <a:pt x="3610605" y="30480"/>
                  </a:lnTo>
                  <a:lnTo>
                    <a:pt x="3629655" y="30480"/>
                  </a:lnTo>
                  <a:lnTo>
                    <a:pt x="3629655" y="44450"/>
                  </a:lnTo>
                  <a:lnTo>
                    <a:pt x="3610605" y="44450"/>
                  </a:lnTo>
                  <a:lnTo>
                    <a:pt x="3610605" y="86995"/>
                  </a:lnTo>
                  <a:cubicBezTo>
                    <a:pt x="3610605" y="86995"/>
                    <a:pt x="3610605" y="90170"/>
                    <a:pt x="3610605" y="91440"/>
                  </a:cubicBezTo>
                  <a:cubicBezTo>
                    <a:pt x="3610605" y="92710"/>
                    <a:pt x="3611240" y="93345"/>
                    <a:pt x="3611875" y="94615"/>
                  </a:cubicBezTo>
                  <a:cubicBezTo>
                    <a:pt x="3612510" y="95250"/>
                    <a:pt x="3613145" y="95885"/>
                    <a:pt x="3614415" y="95885"/>
                  </a:cubicBezTo>
                  <a:cubicBezTo>
                    <a:pt x="3615685" y="95885"/>
                    <a:pt x="3616955" y="95885"/>
                    <a:pt x="3618225" y="95885"/>
                  </a:cubicBezTo>
                  <a:cubicBezTo>
                    <a:pt x="3620130" y="95885"/>
                    <a:pt x="3622035" y="95885"/>
                    <a:pt x="3624575" y="95250"/>
                  </a:cubicBezTo>
                  <a:cubicBezTo>
                    <a:pt x="3626480" y="94615"/>
                    <a:pt x="3628385" y="93980"/>
                    <a:pt x="3629655" y="93345"/>
                  </a:cubicBezTo>
                  <a:lnTo>
                    <a:pt x="3627750" y="106680"/>
                  </a:lnTo>
                  <a:cubicBezTo>
                    <a:pt x="3627750" y="106680"/>
                    <a:pt x="3623940" y="108585"/>
                    <a:pt x="3621400" y="109220"/>
                  </a:cubicBezTo>
                  <a:cubicBezTo>
                    <a:pt x="3618860" y="109855"/>
                    <a:pt x="3616320" y="110490"/>
                    <a:pt x="3613145" y="110490"/>
                  </a:cubicBezTo>
                  <a:cubicBezTo>
                    <a:pt x="3610605" y="110490"/>
                    <a:pt x="3608065" y="110490"/>
                    <a:pt x="3606160" y="109220"/>
                  </a:cubicBezTo>
                  <a:cubicBezTo>
                    <a:pt x="3604255" y="108585"/>
                    <a:pt x="3602350" y="107315"/>
                    <a:pt x="3600445" y="105410"/>
                  </a:cubicBezTo>
                  <a:cubicBezTo>
                    <a:pt x="3598540" y="103505"/>
                    <a:pt x="3597270" y="101600"/>
                    <a:pt x="3596635" y="99060"/>
                  </a:cubicBezTo>
                  <a:cubicBezTo>
                    <a:pt x="3596000" y="96520"/>
                    <a:pt x="3595365" y="93345"/>
                    <a:pt x="3595365" y="89535"/>
                  </a:cubicBezTo>
                  <a:lnTo>
                    <a:pt x="3595365" y="44450"/>
                  </a:lnTo>
                  <a:lnTo>
                    <a:pt x="3584570" y="44450"/>
                  </a:lnTo>
                  <a:lnTo>
                    <a:pt x="3584570" y="30480"/>
                  </a:lnTo>
                  <a:lnTo>
                    <a:pt x="3595365" y="30480"/>
                  </a:lnTo>
                  <a:lnTo>
                    <a:pt x="3595365" y="8255"/>
                  </a:lnTo>
                  <a:close/>
                  <a:moveTo>
                    <a:pt x="3445505" y="0"/>
                  </a:moveTo>
                  <a:lnTo>
                    <a:pt x="3445505" y="37465"/>
                  </a:lnTo>
                  <a:cubicBezTo>
                    <a:pt x="3445505" y="37465"/>
                    <a:pt x="3448680" y="34925"/>
                    <a:pt x="3449950" y="33655"/>
                  </a:cubicBezTo>
                  <a:cubicBezTo>
                    <a:pt x="3451220" y="33020"/>
                    <a:pt x="3452490" y="31750"/>
                    <a:pt x="3453760" y="31115"/>
                  </a:cubicBezTo>
                  <a:cubicBezTo>
                    <a:pt x="3455030" y="30480"/>
                    <a:pt x="3456935" y="29845"/>
                    <a:pt x="3458840" y="29210"/>
                  </a:cubicBezTo>
                  <a:cubicBezTo>
                    <a:pt x="3460745" y="29210"/>
                    <a:pt x="3463285" y="28575"/>
                    <a:pt x="3465825" y="28575"/>
                  </a:cubicBezTo>
                  <a:cubicBezTo>
                    <a:pt x="3470270" y="28575"/>
                    <a:pt x="3474080" y="29210"/>
                    <a:pt x="3477890" y="31115"/>
                  </a:cubicBezTo>
                  <a:cubicBezTo>
                    <a:pt x="3481700" y="32385"/>
                    <a:pt x="3484875" y="34925"/>
                    <a:pt x="3487415" y="38735"/>
                  </a:cubicBezTo>
                  <a:cubicBezTo>
                    <a:pt x="3489955" y="41910"/>
                    <a:pt x="3492495" y="46355"/>
                    <a:pt x="3493765" y="51435"/>
                  </a:cubicBezTo>
                  <a:cubicBezTo>
                    <a:pt x="3495035" y="56515"/>
                    <a:pt x="3496305" y="62865"/>
                    <a:pt x="3496305" y="70485"/>
                  </a:cubicBezTo>
                  <a:lnTo>
                    <a:pt x="3495670" y="71120"/>
                  </a:lnTo>
                  <a:cubicBezTo>
                    <a:pt x="3495670" y="77470"/>
                    <a:pt x="3495035" y="83820"/>
                    <a:pt x="3493130" y="88265"/>
                  </a:cubicBezTo>
                  <a:cubicBezTo>
                    <a:pt x="3491225" y="93345"/>
                    <a:pt x="3489320" y="97155"/>
                    <a:pt x="3486145" y="100330"/>
                  </a:cubicBezTo>
                  <a:cubicBezTo>
                    <a:pt x="3483605" y="103505"/>
                    <a:pt x="3479795" y="106045"/>
                    <a:pt x="3476620" y="107315"/>
                  </a:cubicBezTo>
                  <a:cubicBezTo>
                    <a:pt x="3472810" y="109220"/>
                    <a:pt x="3469000" y="109855"/>
                    <a:pt x="3465190" y="109855"/>
                  </a:cubicBezTo>
                  <a:cubicBezTo>
                    <a:pt x="3461380" y="109855"/>
                    <a:pt x="3457570" y="109220"/>
                    <a:pt x="3454395" y="107315"/>
                  </a:cubicBezTo>
                  <a:cubicBezTo>
                    <a:pt x="3450585" y="105410"/>
                    <a:pt x="3448045" y="103505"/>
                    <a:pt x="3445505" y="100965"/>
                  </a:cubicBezTo>
                  <a:lnTo>
                    <a:pt x="3445505" y="107950"/>
                  </a:lnTo>
                  <a:lnTo>
                    <a:pt x="3430265" y="107950"/>
                  </a:lnTo>
                  <a:lnTo>
                    <a:pt x="3430265" y="7620"/>
                  </a:lnTo>
                  <a:close/>
                  <a:moveTo>
                    <a:pt x="2380611" y="0"/>
                  </a:moveTo>
                  <a:lnTo>
                    <a:pt x="2380611" y="30480"/>
                  </a:lnTo>
                  <a:lnTo>
                    <a:pt x="2399661" y="30480"/>
                  </a:lnTo>
                  <a:lnTo>
                    <a:pt x="2399661" y="44450"/>
                  </a:lnTo>
                  <a:lnTo>
                    <a:pt x="2380611" y="44450"/>
                  </a:lnTo>
                  <a:lnTo>
                    <a:pt x="2380611" y="86995"/>
                  </a:lnTo>
                  <a:cubicBezTo>
                    <a:pt x="2380611" y="86995"/>
                    <a:pt x="2380611" y="90170"/>
                    <a:pt x="2380611" y="91440"/>
                  </a:cubicBezTo>
                  <a:cubicBezTo>
                    <a:pt x="2380611" y="92710"/>
                    <a:pt x="2381246" y="93345"/>
                    <a:pt x="2381881" y="94615"/>
                  </a:cubicBezTo>
                  <a:cubicBezTo>
                    <a:pt x="2382516" y="95250"/>
                    <a:pt x="2383151" y="95885"/>
                    <a:pt x="2384421" y="95885"/>
                  </a:cubicBezTo>
                  <a:cubicBezTo>
                    <a:pt x="2385691" y="95885"/>
                    <a:pt x="2386961" y="95885"/>
                    <a:pt x="2388231" y="95885"/>
                  </a:cubicBezTo>
                  <a:cubicBezTo>
                    <a:pt x="2390136" y="95885"/>
                    <a:pt x="2392041" y="95885"/>
                    <a:pt x="2394581" y="95250"/>
                  </a:cubicBezTo>
                  <a:cubicBezTo>
                    <a:pt x="2396486" y="94615"/>
                    <a:pt x="2398391" y="93980"/>
                    <a:pt x="2399661" y="93345"/>
                  </a:cubicBezTo>
                  <a:lnTo>
                    <a:pt x="2397756" y="106680"/>
                  </a:lnTo>
                  <a:cubicBezTo>
                    <a:pt x="2397756" y="106680"/>
                    <a:pt x="2393946" y="108585"/>
                    <a:pt x="2391406" y="109220"/>
                  </a:cubicBezTo>
                  <a:cubicBezTo>
                    <a:pt x="2388866" y="109855"/>
                    <a:pt x="2386326" y="110490"/>
                    <a:pt x="2383151" y="110490"/>
                  </a:cubicBezTo>
                  <a:cubicBezTo>
                    <a:pt x="2380611" y="110490"/>
                    <a:pt x="2378071" y="110490"/>
                    <a:pt x="2376166" y="109220"/>
                  </a:cubicBezTo>
                  <a:cubicBezTo>
                    <a:pt x="2374261" y="108585"/>
                    <a:pt x="2372356" y="107315"/>
                    <a:pt x="2370451" y="105410"/>
                  </a:cubicBezTo>
                  <a:cubicBezTo>
                    <a:pt x="2368546" y="103505"/>
                    <a:pt x="2367276" y="101600"/>
                    <a:pt x="2366641" y="99060"/>
                  </a:cubicBezTo>
                  <a:cubicBezTo>
                    <a:pt x="2366006" y="96520"/>
                    <a:pt x="2365371" y="93345"/>
                    <a:pt x="2365371" y="89535"/>
                  </a:cubicBezTo>
                  <a:lnTo>
                    <a:pt x="2365371" y="44450"/>
                  </a:lnTo>
                  <a:lnTo>
                    <a:pt x="2354576" y="44450"/>
                  </a:lnTo>
                  <a:lnTo>
                    <a:pt x="2354576" y="30480"/>
                  </a:lnTo>
                  <a:lnTo>
                    <a:pt x="2365371" y="30480"/>
                  </a:lnTo>
                  <a:lnTo>
                    <a:pt x="2365371" y="8255"/>
                  </a:lnTo>
                  <a:close/>
                  <a:moveTo>
                    <a:pt x="2150741" y="0"/>
                  </a:moveTo>
                  <a:lnTo>
                    <a:pt x="2150741" y="30480"/>
                  </a:lnTo>
                  <a:lnTo>
                    <a:pt x="2169791" y="30480"/>
                  </a:lnTo>
                  <a:lnTo>
                    <a:pt x="2169791" y="44450"/>
                  </a:lnTo>
                  <a:lnTo>
                    <a:pt x="2150741" y="44450"/>
                  </a:lnTo>
                  <a:lnTo>
                    <a:pt x="2150741" y="86995"/>
                  </a:lnTo>
                  <a:cubicBezTo>
                    <a:pt x="2150741" y="86995"/>
                    <a:pt x="2150741" y="90170"/>
                    <a:pt x="2150741" y="91440"/>
                  </a:cubicBezTo>
                  <a:cubicBezTo>
                    <a:pt x="2150741" y="92710"/>
                    <a:pt x="2151376" y="93345"/>
                    <a:pt x="2152011" y="94615"/>
                  </a:cubicBezTo>
                  <a:cubicBezTo>
                    <a:pt x="2152646" y="95250"/>
                    <a:pt x="2153281" y="95885"/>
                    <a:pt x="2154551" y="95885"/>
                  </a:cubicBezTo>
                  <a:cubicBezTo>
                    <a:pt x="2155821" y="95885"/>
                    <a:pt x="2157091" y="95885"/>
                    <a:pt x="2158361" y="95885"/>
                  </a:cubicBezTo>
                  <a:cubicBezTo>
                    <a:pt x="2160266" y="95885"/>
                    <a:pt x="2162171" y="95885"/>
                    <a:pt x="2164711" y="95250"/>
                  </a:cubicBezTo>
                  <a:cubicBezTo>
                    <a:pt x="2166616" y="94615"/>
                    <a:pt x="2168521" y="93980"/>
                    <a:pt x="2169791" y="93345"/>
                  </a:cubicBezTo>
                  <a:lnTo>
                    <a:pt x="2167886" y="106680"/>
                  </a:lnTo>
                  <a:cubicBezTo>
                    <a:pt x="2167886" y="106680"/>
                    <a:pt x="2164076" y="108585"/>
                    <a:pt x="2161536" y="109220"/>
                  </a:cubicBezTo>
                  <a:cubicBezTo>
                    <a:pt x="2158996" y="109855"/>
                    <a:pt x="2156456" y="110490"/>
                    <a:pt x="2153281" y="110490"/>
                  </a:cubicBezTo>
                  <a:cubicBezTo>
                    <a:pt x="2150741" y="110490"/>
                    <a:pt x="2148201" y="110490"/>
                    <a:pt x="2146296" y="109220"/>
                  </a:cubicBezTo>
                  <a:cubicBezTo>
                    <a:pt x="2144391" y="108585"/>
                    <a:pt x="2142486" y="107315"/>
                    <a:pt x="2140581" y="105410"/>
                  </a:cubicBezTo>
                  <a:cubicBezTo>
                    <a:pt x="2138676" y="103505"/>
                    <a:pt x="2137406" y="101600"/>
                    <a:pt x="2136771" y="99060"/>
                  </a:cubicBezTo>
                  <a:cubicBezTo>
                    <a:pt x="2136136" y="96520"/>
                    <a:pt x="2135501" y="93345"/>
                    <a:pt x="2135501" y="89535"/>
                  </a:cubicBezTo>
                  <a:lnTo>
                    <a:pt x="2135501" y="44450"/>
                  </a:lnTo>
                  <a:lnTo>
                    <a:pt x="2124706" y="44450"/>
                  </a:lnTo>
                  <a:lnTo>
                    <a:pt x="2124706" y="30480"/>
                  </a:lnTo>
                  <a:lnTo>
                    <a:pt x="2135501" y="30480"/>
                  </a:lnTo>
                  <a:lnTo>
                    <a:pt x="2135501" y="8255"/>
                  </a:lnTo>
                  <a:close/>
                  <a:moveTo>
                    <a:pt x="2096131" y="0"/>
                  </a:moveTo>
                  <a:lnTo>
                    <a:pt x="2096131" y="30480"/>
                  </a:lnTo>
                  <a:lnTo>
                    <a:pt x="2115181" y="30480"/>
                  </a:lnTo>
                  <a:lnTo>
                    <a:pt x="2115181" y="44450"/>
                  </a:lnTo>
                  <a:lnTo>
                    <a:pt x="2096131" y="44450"/>
                  </a:lnTo>
                  <a:lnTo>
                    <a:pt x="2096131" y="86995"/>
                  </a:lnTo>
                  <a:cubicBezTo>
                    <a:pt x="2096131" y="86995"/>
                    <a:pt x="2096131" y="90170"/>
                    <a:pt x="2096131" y="91440"/>
                  </a:cubicBezTo>
                  <a:cubicBezTo>
                    <a:pt x="2096131" y="92710"/>
                    <a:pt x="2096766" y="93345"/>
                    <a:pt x="2097401" y="94615"/>
                  </a:cubicBezTo>
                  <a:cubicBezTo>
                    <a:pt x="2098036" y="95250"/>
                    <a:pt x="2098671" y="95885"/>
                    <a:pt x="2099941" y="95885"/>
                  </a:cubicBezTo>
                  <a:cubicBezTo>
                    <a:pt x="2101211" y="95885"/>
                    <a:pt x="2102481" y="95885"/>
                    <a:pt x="2103751" y="95885"/>
                  </a:cubicBezTo>
                  <a:cubicBezTo>
                    <a:pt x="2105656" y="95885"/>
                    <a:pt x="2107561" y="95885"/>
                    <a:pt x="2110101" y="95250"/>
                  </a:cubicBezTo>
                  <a:cubicBezTo>
                    <a:pt x="2112006" y="94615"/>
                    <a:pt x="2113911" y="93980"/>
                    <a:pt x="2115181" y="93345"/>
                  </a:cubicBezTo>
                  <a:lnTo>
                    <a:pt x="2113276" y="106680"/>
                  </a:lnTo>
                  <a:cubicBezTo>
                    <a:pt x="2113276" y="106680"/>
                    <a:pt x="2109466" y="108585"/>
                    <a:pt x="2106926" y="109220"/>
                  </a:cubicBezTo>
                  <a:cubicBezTo>
                    <a:pt x="2104386" y="109855"/>
                    <a:pt x="2101846" y="110490"/>
                    <a:pt x="2098671" y="110490"/>
                  </a:cubicBezTo>
                  <a:cubicBezTo>
                    <a:pt x="2096131" y="110490"/>
                    <a:pt x="2093591" y="110490"/>
                    <a:pt x="2091686" y="109220"/>
                  </a:cubicBezTo>
                  <a:cubicBezTo>
                    <a:pt x="2089781" y="108585"/>
                    <a:pt x="2087876" y="107315"/>
                    <a:pt x="2085971" y="105410"/>
                  </a:cubicBezTo>
                  <a:cubicBezTo>
                    <a:pt x="2084066" y="103505"/>
                    <a:pt x="2082796" y="101600"/>
                    <a:pt x="2082161" y="99060"/>
                  </a:cubicBezTo>
                  <a:cubicBezTo>
                    <a:pt x="2081526" y="96520"/>
                    <a:pt x="2080891" y="93345"/>
                    <a:pt x="2080891" y="89535"/>
                  </a:cubicBezTo>
                  <a:lnTo>
                    <a:pt x="2080891" y="44450"/>
                  </a:lnTo>
                  <a:lnTo>
                    <a:pt x="2070096" y="44450"/>
                  </a:lnTo>
                  <a:lnTo>
                    <a:pt x="2070096" y="30480"/>
                  </a:lnTo>
                  <a:lnTo>
                    <a:pt x="2080891" y="30480"/>
                  </a:lnTo>
                  <a:lnTo>
                    <a:pt x="2080891" y="8255"/>
                  </a:lnTo>
                  <a:close/>
                  <a:moveTo>
                    <a:pt x="1931665" y="0"/>
                  </a:moveTo>
                  <a:lnTo>
                    <a:pt x="1931665" y="37465"/>
                  </a:lnTo>
                  <a:cubicBezTo>
                    <a:pt x="1931665" y="37465"/>
                    <a:pt x="1934840" y="34925"/>
                    <a:pt x="1936110" y="33655"/>
                  </a:cubicBezTo>
                  <a:cubicBezTo>
                    <a:pt x="1937380" y="33020"/>
                    <a:pt x="1938650" y="31750"/>
                    <a:pt x="1939920" y="31115"/>
                  </a:cubicBezTo>
                  <a:cubicBezTo>
                    <a:pt x="1941190" y="30480"/>
                    <a:pt x="1943095" y="29845"/>
                    <a:pt x="1945000" y="29210"/>
                  </a:cubicBezTo>
                  <a:cubicBezTo>
                    <a:pt x="1946905" y="29210"/>
                    <a:pt x="1949445" y="28575"/>
                    <a:pt x="1951985" y="28575"/>
                  </a:cubicBezTo>
                  <a:cubicBezTo>
                    <a:pt x="1956430" y="28575"/>
                    <a:pt x="1960240" y="29210"/>
                    <a:pt x="1964050" y="31115"/>
                  </a:cubicBezTo>
                  <a:cubicBezTo>
                    <a:pt x="1967860" y="32385"/>
                    <a:pt x="1971035" y="34925"/>
                    <a:pt x="1973575" y="38735"/>
                  </a:cubicBezTo>
                  <a:cubicBezTo>
                    <a:pt x="1976115" y="41910"/>
                    <a:pt x="1978655" y="46355"/>
                    <a:pt x="1979925" y="51435"/>
                  </a:cubicBezTo>
                  <a:cubicBezTo>
                    <a:pt x="1981195" y="56515"/>
                    <a:pt x="1982465" y="62865"/>
                    <a:pt x="1982465" y="70485"/>
                  </a:cubicBezTo>
                  <a:lnTo>
                    <a:pt x="1981830" y="71120"/>
                  </a:lnTo>
                  <a:cubicBezTo>
                    <a:pt x="1981830" y="77470"/>
                    <a:pt x="1981195" y="83820"/>
                    <a:pt x="1979290" y="88265"/>
                  </a:cubicBezTo>
                  <a:cubicBezTo>
                    <a:pt x="1977385" y="93345"/>
                    <a:pt x="1975480" y="97155"/>
                    <a:pt x="1972305" y="100330"/>
                  </a:cubicBezTo>
                  <a:cubicBezTo>
                    <a:pt x="1969765" y="103505"/>
                    <a:pt x="1965955" y="106045"/>
                    <a:pt x="1962780" y="107315"/>
                  </a:cubicBezTo>
                  <a:cubicBezTo>
                    <a:pt x="1958970" y="109220"/>
                    <a:pt x="1955160" y="109855"/>
                    <a:pt x="1951350" y="109855"/>
                  </a:cubicBezTo>
                  <a:cubicBezTo>
                    <a:pt x="1947540" y="109855"/>
                    <a:pt x="1943730" y="109220"/>
                    <a:pt x="1940555" y="107315"/>
                  </a:cubicBezTo>
                  <a:cubicBezTo>
                    <a:pt x="1936745" y="105410"/>
                    <a:pt x="1934205" y="103505"/>
                    <a:pt x="1931665" y="100965"/>
                  </a:cubicBezTo>
                  <a:lnTo>
                    <a:pt x="1931665" y="107950"/>
                  </a:lnTo>
                  <a:lnTo>
                    <a:pt x="1916425" y="107950"/>
                  </a:lnTo>
                  <a:lnTo>
                    <a:pt x="1916425" y="7620"/>
                  </a:lnTo>
                  <a:close/>
                  <a:moveTo>
                    <a:pt x="1316991" y="0"/>
                  </a:moveTo>
                  <a:lnTo>
                    <a:pt x="1316991" y="30480"/>
                  </a:lnTo>
                  <a:lnTo>
                    <a:pt x="1336041" y="30480"/>
                  </a:lnTo>
                  <a:lnTo>
                    <a:pt x="1336041" y="44450"/>
                  </a:lnTo>
                  <a:lnTo>
                    <a:pt x="1316991" y="44450"/>
                  </a:lnTo>
                  <a:lnTo>
                    <a:pt x="1316991" y="86995"/>
                  </a:lnTo>
                  <a:cubicBezTo>
                    <a:pt x="1316991" y="86995"/>
                    <a:pt x="1316991" y="90170"/>
                    <a:pt x="1316991" y="91440"/>
                  </a:cubicBezTo>
                  <a:cubicBezTo>
                    <a:pt x="1316991" y="92710"/>
                    <a:pt x="1317627" y="93345"/>
                    <a:pt x="1318261" y="94615"/>
                  </a:cubicBezTo>
                  <a:cubicBezTo>
                    <a:pt x="1318896" y="95250"/>
                    <a:pt x="1319531" y="95885"/>
                    <a:pt x="1320801" y="95885"/>
                  </a:cubicBezTo>
                  <a:cubicBezTo>
                    <a:pt x="1322072" y="95885"/>
                    <a:pt x="1323341" y="95885"/>
                    <a:pt x="1324611" y="95885"/>
                  </a:cubicBezTo>
                  <a:cubicBezTo>
                    <a:pt x="1326516" y="95885"/>
                    <a:pt x="1328422" y="95885"/>
                    <a:pt x="1330961" y="95250"/>
                  </a:cubicBezTo>
                  <a:cubicBezTo>
                    <a:pt x="1332867" y="94615"/>
                    <a:pt x="1334772" y="93980"/>
                    <a:pt x="1336041" y="93345"/>
                  </a:cubicBezTo>
                  <a:lnTo>
                    <a:pt x="1334136" y="106680"/>
                  </a:lnTo>
                  <a:cubicBezTo>
                    <a:pt x="1334136" y="106680"/>
                    <a:pt x="1330326" y="108585"/>
                    <a:pt x="1327786" y="109220"/>
                  </a:cubicBezTo>
                  <a:cubicBezTo>
                    <a:pt x="1325246" y="109855"/>
                    <a:pt x="1322706" y="110490"/>
                    <a:pt x="1319531" y="110490"/>
                  </a:cubicBezTo>
                  <a:cubicBezTo>
                    <a:pt x="1316991" y="110490"/>
                    <a:pt x="1314451" y="110490"/>
                    <a:pt x="1312546" y="109220"/>
                  </a:cubicBezTo>
                  <a:cubicBezTo>
                    <a:pt x="1310641" y="108585"/>
                    <a:pt x="1308736" y="107315"/>
                    <a:pt x="1306831" y="105410"/>
                  </a:cubicBezTo>
                  <a:cubicBezTo>
                    <a:pt x="1304926" y="103505"/>
                    <a:pt x="1303656" y="101600"/>
                    <a:pt x="1303021" y="99060"/>
                  </a:cubicBezTo>
                  <a:cubicBezTo>
                    <a:pt x="1302386" y="96520"/>
                    <a:pt x="1301751" y="93345"/>
                    <a:pt x="1301751" y="89535"/>
                  </a:cubicBezTo>
                  <a:lnTo>
                    <a:pt x="1301751" y="44450"/>
                  </a:lnTo>
                  <a:lnTo>
                    <a:pt x="1290956" y="44450"/>
                  </a:lnTo>
                  <a:lnTo>
                    <a:pt x="1290956" y="30480"/>
                  </a:lnTo>
                  <a:lnTo>
                    <a:pt x="1301751" y="30480"/>
                  </a:lnTo>
                  <a:lnTo>
                    <a:pt x="1301751" y="8255"/>
                  </a:lnTo>
                  <a:close/>
                  <a:moveTo>
                    <a:pt x="751206" y="0"/>
                  </a:moveTo>
                  <a:lnTo>
                    <a:pt x="751206" y="30480"/>
                  </a:lnTo>
                  <a:lnTo>
                    <a:pt x="770256" y="30480"/>
                  </a:lnTo>
                  <a:lnTo>
                    <a:pt x="770256" y="44450"/>
                  </a:lnTo>
                  <a:lnTo>
                    <a:pt x="751206" y="44450"/>
                  </a:lnTo>
                  <a:lnTo>
                    <a:pt x="751206" y="86995"/>
                  </a:lnTo>
                  <a:cubicBezTo>
                    <a:pt x="751206" y="86995"/>
                    <a:pt x="751206" y="90170"/>
                    <a:pt x="751206" y="91440"/>
                  </a:cubicBezTo>
                  <a:cubicBezTo>
                    <a:pt x="751206" y="92710"/>
                    <a:pt x="751841" y="93345"/>
                    <a:pt x="752476" y="94615"/>
                  </a:cubicBezTo>
                  <a:cubicBezTo>
                    <a:pt x="753111" y="95250"/>
                    <a:pt x="753746" y="95885"/>
                    <a:pt x="755016" y="95885"/>
                  </a:cubicBezTo>
                  <a:cubicBezTo>
                    <a:pt x="756286" y="95885"/>
                    <a:pt x="757556" y="95885"/>
                    <a:pt x="758826" y="95885"/>
                  </a:cubicBezTo>
                  <a:cubicBezTo>
                    <a:pt x="760731" y="95885"/>
                    <a:pt x="762636" y="95885"/>
                    <a:pt x="765176" y="95250"/>
                  </a:cubicBezTo>
                  <a:cubicBezTo>
                    <a:pt x="767081" y="94615"/>
                    <a:pt x="768986" y="93980"/>
                    <a:pt x="770256" y="93345"/>
                  </a:cubicBezTo>
                  <a:lnTo>
                    <a:pt x="768351" y="106680"/>
                  </a:lnTo>
                  <a:cubicBezTo>
                    <a:pt x="768351" y="106680"/>
                    <a:pt x="764541" y="108585"/>
                    <a:pt x="762001" y="109220"/>
                  </a:cubicBezTo>
                  <a:cubicBezTo>
                    <a:pt x="759461" y="109855"/>
                    <a:pt x="756921" y="110490"/>
                    <a:pt x="753746" y="110490"/>
                  </a:cubicBezTo>
                  <a:cubicBezTo>
                    <a:pt x="751206" y="110490"/>
                    <a:pt x="748666" y="110490"/>
                    <a:pt x="746761" y="109220"/>
                  </a:cubicBezTo>
                  <a:cubicBezTo>
                    <a:pt x="744856" y="108585"/>
                    <a:pt x="742951" y="107315"/>
                    <a:pt x="741045" y="105410"/>
                  </a:cubicBezTo>
                  <a:cubicBezTo>
                    <a:pt x="739141" y="103505"/>
                    <a:pt x="737871" y="101600"/>
                    <a:pt x="737236" y="99060"/>
                  </a:cubicBezTo>
                  <a:cubicBezTo>
                    <a:pt x="736600" y="96520"/>
                    <a:pt x="735966" y="93345"/>
                    <a:pt x="735966" y="89535"/>
                  </a:cubicBezTo>
                  <a:lnTo>
                    <a:pt x="735966" y="44450"/>
                  </a:lnTo>
                  <a:lnTo>
                    <a:pt x="725171" y="44450"/>
                  </a:lnTo>
                  <a:lnTo>
                    <a:pt x="725171" y="30480"/>
                  </a:lnTo>
                  <a:lnTo>
                    <a:pt x="735966" y="30480"/>
                  </a:lnTo>
                  <a:lnTo>
                    <a:pt x="735966" y="8255"/>
                  </a:lnTo>
                  <a:close/>
                  <a:moveTo>
                    <a:pt x="521335" y="0"/>
                  </a:moveTo>
                  <a:lnTo>
                    <a:pt x="521335" y="30480"/>
                  </a:lnTo>
                  <a:lnTo>
                    <a:pt x="540385" y="30480"/>
                  </a:lnTo>
                  <a:lnTo>
                    <a:pt x="540385" y="44450"/>
                  </a:lnTo>
                  <a:lnTo>
                    <a:pt x="521335" y="44450"/>
                  </a:lnTo>
                  <a:lnTo>
                    <a:pt x="521335" y="86995"/>
                  </a:lnTo>
                  <a:cubicBezTo>
                    <a:pt x="521335" y="86995"/>
                    <a:pt x="521335" y="90170"/>
                    <a:pt x="521335" y="91440"/>
                  </a:cubicBezTo>
                  <a:cubicBezTo>
                    <a:pt x="521335" y="92710"/>
                    <a:pt x="521970" y="93345"/>
                    <a:pt x="522605" y="94615"/>
                  </a:cubicBezTo>
                  <a:cubicBezTo>
                    <a:pt x="523240" y="95250"/>
                    <a:pt x="523875" y="95885"/>
                    <a:pt x="525145" y="95885"/>
                  </a:cubicBezTo>
                  <a:cubicBezTo>
                    <a:pt x="526415" y="95885"/>
                    <a:pt x="527685" y="95885"/>
                    <a:pt x="528955" y="95885"/>
                  </a:cubicBezTo>
                  <a:cubicBezTo>
                    <a:pt x="530860" y="95885"/>
                    <a:pt x="532765" y="95885"/>
                    <a:pt x="535305" y="95250"/>
                  </a:cubicBezTo>
                  <a:cubicBezTo>
                    <a:pt x="537210" y="94615"/>
                    <a:pt x="539115" y="93980"/>
                    <a:pt x="540385" y="93345"/>
                  </a:cubicBezTo>
                  <a:lnTo>
                    <a:pt x="538480" y="106680"/>
                  </a:lnTo>
                  <a:cubicBezTo>
                    <a:pt x="538480" y="106680"/>
                    <a:pt x="534670" y="108585"/>
                    <a:pt x="532130" y="109220"/>
                  </a:cubicBezTo>
                  <a:cubicBezTo>
                    <a:pt x="529590" y="109855"/>
                    <a:pt x="527050" y="110490"/>
                    <a:pt x="523875" y="110490"/>
                  </a:cubicBezTo>
                  <a:cubicBezTo>
                    <a:pt x="521335" y="110490"/>
                    <a:pt x="518795" y="110490"/>
                    <a:pt x="516890" y="109220"/>
                  </a:cubicBezTo>
                  <a:cubicBezTo>
                    <a:pt x="514985" y="108585"/>
                    <a:pt x="513080" y="107315"/>
                    <a:pt x="511175" y="105410"/>
                  </a:cubicBezTo>
                  <a:cubicBezTo>
                    <a:pt x="509270" y="103505"/>
                    <a:pt x="508000" y="101600"/>
                    <a:pt x="507365" y="99060"/>
                  </a:cubicBezTo>
                  <a:cubicBezTo>
                    <a:pt x="506730" y="96520"/>
                    <a:pt x="506095" y="93345"/>
                    <a:pt x="506095" y="89535"/>
                  </a:cubicBezTo>
                  <a:lnTo>
                    <a:pt x="506095" y="44450"/>
                  </a:lnTo>
                  <a:lnTo>
                    <a:pt x="495300" y="44450"/>
                  </a:lnTo>
                  <a:lnTo>
                    <a:pt x="495300" y="30480"/>
                  </a:lnTo>
                  <a:lnTo>
                    <a:pt x="506095" y="30480"/>
                  </a:lnTo>
                  <a:lnTo>
                    <a:pt x="506095" y="8255"/>
                  </a:lnTo>
                  <a:close/>
                  <a:moveTo>
                    <a:pt x="466724" y="0"/>
                  </a:moveTo>
                  <a:lnTo>
                    <a:pt x="466724" y="30480"/>
                  </a:lnTo>
                  <a:lnTo>
                    <a:pt x="485774" y="30480"/>
                  </a:lnTo>
                  <a:lnTo>
                    <a:pt x="485774" y="44450"/>
                  </a:lnTo>
                  <a:lnTo>
                    <a:pt x="466724" y="44450"/>
                  </a:lnTo>
                  <a:lnTo>
                    <a:pt x="466724" y="86995"/>
                  </a:lnTo>
                  <a:cubicBezTo>
                    <a:pt x="466724" y="86995"/>
                    <a:pt x="466724" y="90170"/>
                    <a:pt x="466724" y="91440"/>
                  </a:cubicBezTo>
                  <a:cubicBezTo>
                    <a:pt x="466724" y="92710"/>
                    <a:pt x="467359" y="93345"/>
                    <a:pt x="467994" y="94615"/>
                  </a:cubicBezTo>
                  <a:cubicBezTo>
                    <a:pt x="468629" y="95250"/>
                    <a:pt x="469264" y="95885"/>
                    <a:pt x="470534" y="95885"/>
                  </a:cubicBezTo>
                  <a:cubicBezTo>
                    <a:pt x="471804" y="95885"/>
                    <a:pt x="473074" y="95885"/>
                    <a:pt x="474344" y="95885"/>
                  </a:cubicBezTo>
                  <a:cubicBezTo>
                    <a:pt x="476249" y="95885"/>
                    <a:pt x="478154" y="95885"/>
                    <a:pt x="480694" y="95250"/>
                  </a:cubicBezTo>
                  <a:cubicBezTo>
                    <a:pt x="482599" y="94615"/>
                    <a:pt x="484504" y="93980"/>
                    <a:pt x="485774" y="93345"/>
                  </a:cubicBezTo>
                  <a:lnTo>
                    <a:pt x="483869" y="106680"/>
                  </a:lnTo>
                  <a:cubicBezTo>
                    <a:pt x="483869" y="106680"/>
                    <a:pt x="480059" y="108585"/>
                    <a:pt x="477519" y="109220"/>
                  </a:cubicBezTo>
                  <a:cubicBezTo>
                    <a:pt x="474979" y="109855"/>
                    <a:pt x="472439" y="110490"/>
                    <a:pt x="469264" y="110490"/>
                  </a:cubicBezTo>
                  <a:cubicBezTo>
                    <a:pt x="466724" y="110490"/>
                    <a:pt x="464184" y="110490"/>
                    <a:pt x="462279" y="109220"/>
                  </a:cubicBezTo>
                  <a:cubicBezTo>
                    <a:pt x="460374" y="108585"/>
                    <a:pt x="458469" y="107315"/>
                    <a:pt x="456564" y="105410"/>
                  </a:cubicBezTo>
                  <a:cubicBezTo>
                    <a:pt x="454659" y="103505"/>
                    <a:pt x="453389" y="101600"/>
                    <a:pt x="452754" y="99060"/>
                  </a:cubicBezTo>
                  <a:cubicBezTo>
                    <a:pt x="452119" y="96520"/>
                    <a:pt x="451484" y="93345"/>
                    <a:pt x="451484" y="89535"/>
                  </a:cubicBezTo>
                  <a:lnTo>
                    <a:pt x="451484" y="44450"/>
                  </a:lnTo>
                  <a:lnTo>
                    <a:pt x="440689" y="44450"/>
                  </a:lnTo>
                  <a:lnTo>
                    <a:pt x="440689" y="30480"/>
                  </a:lnTo>
                  <a:lnTo>
                    <a:pt x="451484" y="30480"/>
                  </a:lnTo>
                  <a:lnTo>
                    <a:pt x="451484" y="8255"/>
                  </a:lnTo>
                  <a:close/>
                  <a:moveTo>
                    <a:pt x="302259" y="0"/>
                  </a:moveTo>
                  <a:lnTo>
                    <a:pt x="302259" y="37465"/>
                  </a:lnTo>
                  <a:cubicBezTo>
                    <a:pt x="302259" y="37465"/>
                    <a:pt x="305434" y="34925"/>
                    <a:pt x="306704" y="33655"/>
                  </a:cubicBezTo>
                  <a:cubicBezTo>
                    <a:pt x="307974" y="33020"/>
                    <a:pt x="309244" y="31750"/>
                    <a:pt x="310514" y="31115"/>
                  </a:cubicBezTo>
                  <a:cubicBezTo>
                    <a:pt x="311784" y="30480"/>
                    <a:pt x="313689" y="29845"/>
                    <a:pt x="315594" y="29210"/>
                  </a:cubicBezTo>
                  <a:cubicBezTo>
                    <a:pt x="317499" y="29210"/>
                    <a:pt x="320039" y="28575"/>
                    <a:pt x="322579" y="28575"/>
                  </a:cubicBezTo>
                  <a:cubicBezTo>
                    <a:pt x="327024" y="28575"/>
                    <a:pt x="330834" y="29210"/>
                    <a:pt x="334644" y="31115"/>
                  </a:cubicBezTo>
                  <a:cubicBezTo>
                    <a:pt x="338454" y="32385"/>
                    <a:pt x="341629" y="34925"/>
                    <a:pt x="344169" y="38735"/>
                  </a:cubicBezTo>
                  <a:cubicBezTo>
                    <a:pt x="346709" y="41910"/>
                    <a:pt x="349249" y="46355"/>
                    <a:pt x="350519" y="51435"/>
                  </a:cubicBezTo>
                  <a:cubicBezTo>
                    <a:pt x="351789" y="56515"/>
                    <a:pt x="353059" y="62865"/>
                    <a:pt x="353059" y="70485"/>
                  </a:cubicBezTo>
                  <a:lnTo>
                    <a:pt x="352424" y="71120"/>
                  </a:lnTo>
                  <a:cubicBezTo>
                    <a:pt x="352424" y="77470"/>
                    <a:pt x="351789" y="83820"/>
                    <a:pt x="349884" y="88265"/>
                  </a:cubicBezTo>
                  <a:cubicBezTo>
                    <a:pt x="347979" y="93345"/>
                    <a:pt x="346074" y="97155"/>
                    <a:pt x="342899" y="100330"/>
                  </a:cubicBezTo>
                  <a:cubicBezTo>
                    <a:pt x="340359" y="103505"/>
                    <a:pt x="336549" y="106045"/>
                    <a:pt x="333374" y="107315"/>
                  </a:cubicBezTo>
                  <a:cubicBezTo>
                    <a:pt x="329564" y="109220"/>
                    <a:pt x="325754" y="109855"/>
                    <a:pt x="321944" y="109855"/>
                  </a:cubicBezTo>
                  <a:cubicBezTo>
                    <a:pt x="318134" y="109855"/>
                    <a:pt x="314324" y="109220"/>
                    <a:pt x="311149" y="107315"/>
                  </a:cubicBezTo>
                  <a:cubicBezTo>
                    <a:pt x="307339" y="105410"/>
                    <a:pt x="304799" y="103505"/>
                    <a:pt x="302259" y="100965"/>
                  </a:cubicBezTo>
                  <a:lnTo>
                    <a:pt x="302259" y="107950"/>
                  </a:lnTo>
                  <a:lnTo>
                    <a:pt x="287019" y="107950"/>
                  </a:lnTo>
                  <a:lnTo>
                    <a:pt x="287019" y="7620"/>
                  </a:lnTo>
                  <a:close/>
                </a:path>
              </a:pathLst>
            </a:custGeom>
            <a:solidFill>
              <a:schemeClr val="bg2"/>
            </a:solidFill>
            <a:ln w="63500" cap="flat">
              <a:noFill/>
              <a:prstDash val="solid"/>
              <a:miter/>
            </a:ln>
          </p:spPr>
          <p:txBody>
            <a:bodyPr rtlCol="0" anchor="ctr"/>
            <a:lstStyle/>
            <a:p>
              <a:endParaRPr lang="en-US">
                <a:solidFill>
                  <a:schemeClr val="bg1"/>
                </a:solidFill>
              </a:endParaRPr>
            </a:p>
          </p:txBody>
        </p:sp>
      </p:grpSp>
      <p:pic>
        <p:nvPicPr>
          <p:cNvPr id="11" name="Graphic 10">
            <a:extLst>
              <a:ext uri="{FF2B5EF4-FFF2-40B4-BE49-F238E27FC236}">
                <a16:creationId xmlns:a16="http://schemas.microsoft.com/office/drawing/2014/main" id="{521E3702-CCD7-D246-912E-DF06F894EC1A}"/>
              </a:ext>
            </a:extLst>
          </p:cNvPr>
          <p:cNvPicPr/>
          <p:nvPr userDrawn="1"/>
        </p:nvPicPr>
        <p:blipFill>
          <a:blip r:embed="rId2">
            <a:extLst>
              <a:ext uri="{96DAC541-7B7A-43D3-8B79-37D633B846F1}">
                <asvg:svgBlip xmlns:asvg="http://schemas.microsoft.com/office/drawing/2016/SVG/main" r:embed="rId3"/>
              </a:ext>
            </a:extLst>
          </a:blip>
          <a:srcRect/>
          <a:stretch/>
        </p:blipFill>
        <p:spPr>
          <a:xfrm>
            <a:off x="10329707" y="5994399"/>
            <a:ext cx="1640352" cy="636457"/>
          </a:xfrm>
          <a:prstGeom prst="rect">
            <a:avLst/>
          </a:prstGeom>
        </p:spPr>
      </p:pic>
    </p:spTree>
    <p:extLst>
      <p:ext uri="{BB962C8B-B14F-4D97-AF65-F5344CB8AC3E}">
        <p14:creationId xmlns:p14="http://schemas.microsoft.com/office/powerpoint/2010/main" val="27720396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7" name="Picture 6" descr="A blurry image of a colorful light&#10;&#10;Description automatically generated">
            <a:extLst>
              <a:ext uri="{FF2B5EF4-FFF2-40B4-BE49-F238E27FC236}">
                <a16:creationId xmlns:a16="http://schemas.microsoft.com/office/drawing/2014/main" id="{388CF986-E6D2-86D0-6501-D59429EAD0A3}"/>
              </a:ext>
            </a:extLst>
          </p:cNvPr>
          <p:cNvPicPr>
            <a:picLocks/>
          </p:cNvPicPr>
          <p:nvPr userDrawn="1"/>
        </p:nvPicPr>
        <p:blipFill>
          <a:blip r:embed="rId2">
            <a:extLst>
              <a:ext uri="{28A0092B-C50C-407E-A947-70E740481C1C}">
                <a14:useLocalDpi xmlns:a14="http://schemas.microsoft.com/office/drawing/2010/main" val="0"/>
              </a:ext>
            </a:extLst>
          </a:blip>
          <a:stretch>
            <a:fillRect/>
          </a:stretch>
        </p:blipFill>
        <p:spPr bwMode="hidden">
          <a:xfrm>
            <a:off x="0" y="0"/>
            <a:ext cx="12193200" cy="6858000"/>
          </a:xfrm>
          <a:prstGeom prst="rect">
            <a:avLst/>
          </a:prstGeom>
        </p:spPr>
      </p:pic>
      <p:sp>
        <p:nvSpPr>
          <p:cNvPr id="2" name="Title 1">
            <a:extLst>
              <a:ext uri="{FF2B5EF4-FFF2-40B4-BE49-F238E27FC236}">
                <a16:creationId xmlns:a16="http://schemas.microsoft.com/office/drawing/2014/main" id="{DCB74E28-9D0B-F1B4-F101-2628EB1EA46E}"/>
              </a:ext>
            </a:extLst>
          </p:cNvPr>
          <p:cNvSpPr>
            <a:spLocks noGrp="1"/>
          </p:cNvSpPr>
          <p:nvPr>
            <p:ph type="title"/>
          </p:nvPr>
        </p:nvSpPr>
        <p:spPr>
          <a:xfrm>
            <a:off x="485775" y="1970406"/>
            <a:ext cx="7394575" cy="2869882"/>
          </a:xfrm>
        </p:spPr>
        <p:txBody>
          <a:bodyPr anchor="t"/>
          <a:lstStyle>
            <a:lvl1pPr>
              <a:defRPr sz="6000">
                <a:solidFill>
                  <a:schemeClr val="tx1"/>
                </a:solidFill>
              </a:defRPr>
            </a:lvl1pPr>
          </a:lstStyle>
          <a:p>
            <a:r>
              <a:rPr lang="en-GB"/>
              <a:t>Click to edit Master title style</a:t>
            </a:r>
            <a:endParaRPr lang="en-US"/>
          </a:p>
        </p:txBody>
      </p:sp>
      <p:sp>
        <p:nvSpPr>
          <p:cNvPr id="8" name="Text Placeholder 7">
            <a:extLst>
              <a:ext uri="{FF2B5EF4-FFF2-40B4-BE49-F238E27FC236}">
                <a16:creationId xmlns:a16="http://schemas.microsoft.com/office/drawing/2014/main" id="{A475298B-22BF-3DF1-FBE7-DF673E5A2734}"/>
              </a:ext>
            </a:extLst>
          </p:cNvPr>
          <p:cNvSpPr>
            <a:spLocks noGrp="1"/>
          </p:cNvSpPr>
          <p:nvPr>
            <p:ph type="body" sz="quarter" idx="13" hasCustomPrompt="1"/>
          </p:nvPr>
        </p:nvSpPr>
        <p:spPr>
          <a:xfrm>
            <a:off x="485775" y="370800"/>
            <a:ext cx="7394575" cy="313932"/>
          </a:xfrm>
        </p:spPr>
        <p:txBody>
          <a:bodyPr>
            <a:noAutofit/>
          </a:bodyPr>
          <a:lstStyle>
            <a:lvl1pPr marL="0" indent="0">
              <a:lnSpc>
                <a:spcPct val="85000"/>
              </a:lnSpc>
              <a:buNone/>
              <a:defRPr lang="en-US" sz="2400" b="1" i="0" kern="1200" dirty="0">
                <a:solidFill>
                  <a:schemeClr val="tx2"/>
                </a:solidFill>
                <a:latin typeface="EYInterstate Regular" panose="02000503020000020004" pitchFamily="2" charset="0"/>
                <a:ea typeface="+mj-ea"/>
                <a:cs typeface="Arial" pitchFamily="34" charset="0"/>
              </a:defRPr>
            </a:lvl1pPr>
          </a:lstStyle>
          <a:p>
            <a:pPr lvl="0"/>
            <a:r>
              <a:rPr lang="en-GB"/>
              <a:t>Chapter 00</a:t>
            </a:r>
            <a:endParaRPr lang="en-US"/>
          </a:p>
        </p:txBody>
      </p:sp>
      <p:sp>
        <p:nvSpPr>
          <p:cNvPr id="16" name="Date Placeholder 15">
            <a:extLst>
              <a:ext uri="{FF2B5EF4-FFF2-40B4-BE49-F238E27FC236}">
                <a16:creationId xmlns:a16="http://schemas.microsoft.com/office/drawing/2014/main" id="{DB4372B3-E211-F19D-CBD9-6CEDF871BD0C}"/>
              </a:ext>
            </a:extLst>
          </p:cNvPr>
          <p:cNvSpPr>
            <a:spLocks noGrp="1"/>
          </p:cNvSpPr>
          <p:nvPr>
            <p:ph type="dt" sz="half" idx="14"/>
          </p:nvPr>
        </p:nvSpPr>
        <p:spPr/>
        <p:txBody>
          <a:bodyPr/>
          <a:lstStyle>
            <a:lvl1pPr>
              <a:defRPr>
                <a:solidFill>
                  <a:schemeClr val="tx1"/>
                </a:solidFill>
              </a:defRPr>
            </a:lvl1pPr>
          </a:lstStyle>
          <a:p>
            <a:fld id="{918DA991-6DDA-4A6B-A65C-8672769FD205}" type="datetime3">
              <a:rPr lang="en-US" smtClean="0"/>
              <a:t>18 March 2026</a:t>
            </a:fld>
            <a:endParaRPr lang="en-US"/>
          </a:p>
        </p:txBody>
      </p:sp>
      <p:sp>
        <p:nvSpPr>
          <p:cNvPr id="17" name="Footer Placeholder 16">
            <a:extLst>
              <a:ext uri="{FF2B5EF4-FFF2-40B4-BE49-F238E27FC236}">
                <a16:creationId xmlns:a16="http://schemas.microsoft.com/office/drawing/2014/main" id="{53173B02-1E93-D358-4602-350A7447C76C}"/>
              </a:ext>
            </a:extLst>
          </p:cNvPr>
          <p:cNvSpPr>
            <a:spLocks noGrp="1"/>
          </p:cNvSpPr>
          <p:nvPr>
            <p:ph type="ftr" sz="quarter" idx="15"/>
          </p:nvPr>
        </p:nvSpPr>
        <p:spPr/>
        <p:txBody>
          <a:bodyPr/>
          <a:lstStyle>
            <a:lvl1pPr>
              <a:defRPr>
                <a:solidFill>
                  <a:schemeClr val="tx1"/>
                </a:solidFill>
              </a:defRPr>
            </a:lvl1pPr>
          </a:lstStyle>
          <a:p>
            <a:r>
              <a:rPr lang="en-US"/>
              <a:t>Customer Experience</a:t>
            </a:r>
          </a:p>
        </p:txBody>
      </p:sp>
      <p:sp>
        <p:nvSpPr>
          <p:cNvPr id="18" name="Slide Number Placeholder 17">
            <a:extLst>
              <a:ext uri="{FF2B5EF4-FFF2-40B4-BE49-F238E27FC236}">
                <a16:creationId xmlns:a16="http://schemas.microsoft.com/office/drawing/2014/main" id="{A5E3423F-0FF8-8E54-CEB8-1F15261AFD0E}"/>
              </a:ext>
            </a:extLst>
          </p:cNvPr>
          <p:cNvSpPr>
            <a:spLocks noGrp="1"/>
          </p:cNvSpPr>
          <p:nvPr>
            <p:ph type="sldNum" sz="quarter" idx="16"/>
          </p:nvPr>
        </p:nvSpPr>
        <p:spPr/>
        <p:txBody>
          <a:bodyPr/>
          <a:lstStyle>
            <a:lvl1pPr>
              <a:defRPr>
                <a:solidFill>
                  <a:schemeClr val="tx1"/>
                </a:solidFill>
              </a:defRPr>
            </a:lvl1pPr>
          </a:lstStyle>
          <a:p>
            <a:fld id="{F1BC30E3-FFE5-4B91-AA19-87A149EBB9EE}" type="slidenum">
              <a:rPr lang="en-GB" smtClean="0"/>
              <a:pPr/>
              <a:t>‹#›</a:t>
            </a:fld>
            <a:endParaRPr lang="en-GB"/>
          </a:p>
        </p:txBody>
      </p:sp>
      <p:pic>
        <p:nvPicPr>
          <p:cNvPr id="3" name="Graphic 2">
            <a:extLst>
              <a:ext uri="{FF2B5EF4-FFF2-40B4-BE49-F238E27FC236}">
                <a16:creationId xmlns:a16="http://schemas.microsoft.com/office/drawing/2014/main" id="{555B0690-713E-DF6A-7C55-0F0F6F7C3BEE}"/>
              </a:ext>
            </a:extLst>
          </p:cNvPr>
          <p:cNvPicPr/>
          <p:nvPr userDrawn="1"/>
        </p:nvPicPr>
        <p:blipFill>
          <a:blip r:embed="rId3">
            <a:extLst>
              <a:ext uri="{96DAC541-7B7A-43D3-8B79-37D633B846F1}">
                <asvg:svgBlip xmlns:asvg="http://schemas.microsoft.com/office/drawing/2016/SVG/main" r:embed="rId4"/>
              </a:ext>
            </a:extLst>
          </a:blip>
          <a:stretch>
            <a:fillRect/>
          </a:stretch>
        </p:blipFill>
        <p:spPr>
          <a:xfrm>
            <a:off x="11089246" y="6289101"/>
            <a:ext cx="880813" cy="341755"/>
          </a:xfrm>
          <a:prstGeom prst="rect">
            <a:avLst/>
          </a:prstGeom>
        </p:spPr>
      </p:pic>
    </p:spTree>
    <p:extLst>
      <p:ext uri="{BB962C8B-B14F-4D97-AF65-F5344CB8AC3E}">
        <p14:creationId xmlns:p14="http://schemas.microsoft.com/office/powerpoint/2010/main" val="55159699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Section Header 2">
    <p:spTree>
      <p:nvGrpSpPr>
        <p:cNvPr id="1" name=""/>
        <p:cNvGrpSpPr/>
        <p:nvPr/>
      </p:nvGrpSpPr>
      <p:grpSpPr>
        <a:xfrm>
          <a:off x="0" y="0"/>
          <a:ext cx="0" cy="0"/>
          <a:chOff x="0" y="0"/>
          <a:chExt cx="0" cy="0"/>
        </a:xfrm>
      </p:grpSpPr>
      <p:pic>
        <p:nvPicPr>
          <p:cNvPr id="13" name="Picture 12" descr="A blurry image of a colorful light&#10;&#10;Description automatically generated">
            <a:extLst>
              <a:ext uri="{FF2B5EF4-FFF2-40B4-BE49-F238E27FC236}">
                <a16:creationId xmlns:a16="http://schemas.microsoft.com/office/drawing/2014/main" id="{ADC82D1B-1943-B3BC-B7E9-DADF1458A765}"/>
              </a:ext>
            </a:extLst>
          </p:cNvPr>
          <p:cNvPicPr>
            <a:picLocks/>
          </p:cNvPicPr>
          <p:nvPr userDrawn="1"/>
        </p:nvPicPr>
        <p:blipFill>
          <a:blip r:embed="rId2">
            <a:extLst>
              <a:ext uri="{28A0092B-C50C-407E-A947-70E740481C1C}">
                <a14:useLocalDpi xmlns:a14="http://schemas.microsoft.com/office/drawing/2010/main" val="0"/>
              </a:ext>
            </a:extLst>
          </a:blip>
          <a:stretch>
            <a:fillRect/>
          </a:stretch>
        </p:blipFill>
        <p:spPr bwMode="hidden">
          <a:xfrm>
            <a:off x="0" y="0"/>
            <a:ext cx="12193200" cy="6858000"/>
          </a:xfrm>
          <a:prstGeom prst="rect">
            <a:avLst/>
          </a:prstGeom>
        </p:spPr>
      </p:pic>
      <p:sp>
        <p:nvSpPr>
          <p:cNvPr id="2" name="Title 1">
            <a:extLst>
              <a:ext uri="{FF2B5EF4-FFF2-40B4-BE49-F238E27FC236}">
                <a16:creationId xmlns:a16="http://schemas.microsoft.com/office/drawing/2014/main" id="{DCB74E28-9D0B-F1B4-F101-2628EB1EA46E}"/>
              </a:ext>
            </a:extLst>
          </p:cNvPr>
          <p:cNvSpPr>
            <a:spLocks noGrp="1"/>
          </p:cNvSpPr>
          <p:nvPr>
            <p:ph type="title"/>
          </p:nvPr>
        </p:nvSpPr>
        <p:spPr>
          <a:xfrm>
            <a:off x="485775" y="1970406"/>
            <a:ext cx="7394575" cy="2869882"/>
          </a:xfrm>
        </p:spPr>
        <p:txBody>
          <a:bodyPr anchor="t"/>
          <a:lstStyle>
            <a:lvl1pPr>
              <a:defRPr sz="6000">
                <a:solidFill>
                  <a:schemeClr val="tx1"/>
                </a:solidFill>
              </a:defRPr>
            </a:lvl1pPr>
          </a:lstStyle>
          <a:p>
            <a:r>
              <a:rPr lang="en-GB"/>
              <a:t>Click to edit Master title style</a:t>
            </a:r>
            <a:endParaRPr lang="en-US"/>
          </a:p>
        </p:txBody>
      </p:sp>
      <p:sp>
        <p:nvSpPr>
          <p:cNvPr id="8" name="Text Placeholder 7">
            <a:extLst>
              <a:ext uri="{FF2B5EF4-FFF2-40B4-BE49-F238E27FC236}">
                <a16:creationId xmlns:a16="http://schemas.microsoft.com/office/drawing/2014/main" id="{A475298B-22BF-3DF1-FBE7-DF673E5A2734}"/>
              </a:ext>
            </a:extLst>
          </p:cNvPr>
          <p:cNvSpPr>
            <a:spLocks noGrp="1"/>
          </p:cNvSpPr>
          <p:nvPr>
            <p:ph type="body" sz="quarter" idx="13" hasCustomPrompt="1"/>
          </p:nvPr>
        </p:nvSpPr>
        <p:spPr>
          <a:xfrm>
            <a:off x="485775" y="370800"/>
            <a:ext cx="7394575" cy="313932"/>
          </a:xfrm>
        </p:spPr>
        <p:txBody>
          <a:bodyPr>
            <a:noAutofit/>
          </a:bodyPr>
          <a:lstStyle>
            <a:lvl1pPr marL="0" indent="0">
              <a:lnSpc>
                <a:spcPct val="85000"/>
              </a:lnSpc>
              <a:buNone/>
              <a:defRPr lang="en-US" sz="2400" b="1" i="0" kern="1200" dirty="0">
                <a:solidFill>
                  <a:schemeClr val="tx2"/>
                </a:solidFill>
                <a:latin typeface="EYInterstate Regular" panose="02000503020000020004" pitchFamily="2" charset="0"/>
                <a:ea typeface="+mj-ea"/>
                <a:cs typeface="Arial" pitchFamily="34" charset="0"/>
              </a:defRPr>
            </a:lvl1pPr>
          </a:lstStyle>
          <a:p>
            <a:pPr lvl="0"/>
            <a:r>
              <a:rPr lang="en-GB"/>
              <a:t>Chapter 00</a:t>
            </a:r>
            <a:endParaRPr lang="en-US"/>
          </a:p>
        </p:txBody>
      </p:sp>
      <p:sp>
        <p:nvSpPr>
          <p:cNvPr id="14" name="Date Placeholder 13">
            <a:extLst>
              <a:ext uri="{FF2B5EF4-FFF2-40B4-BE49-F238E27FC236}">
                <a16:creationId xmlns:a16="http://schemas.microsoft.com/office/drawing/2014/main" id="{FF04263E-9F32-7609-1152-7E305FEBE745}"/>
              </a:ext>
            </a:extLst>
          </p:cNvPr>
          <p:cNvSpPr>
            <a:spLocks noGrp="1"/>
          </p:cNvSpPr>
          <p:nvPr>
            <p:ph type="dt" sz="half" idx="14"/>
          </p:nvPr>
        </p:nvSpPr>
        <p:spPr/>
        <p:txBody>
          <a:bodyPr/>
          <a:lstStyle>
            <a:lvl1pPr>
              <a:defRPr>
                <a:solidFill>
                  <a:schemeClr val="tx1"/>
                </a:solidFill>
              </a:defRPr>
            </a:lvl1pPr>
          </a:lstStyle>
          <a:p>
            <a:fld id="{48EDE866-25A1-444D-B694-887084068652}" type="datetime3">
              <a:rPr lang="en-US" smtClean="0"/>
              <a:t>18 March 2026</a:t>
            </a:fld>
            <a:endParaRPr lang="en-US"/>
          </a:p>
        </p:txBody>
      </p:sp>
      <p:sp>
        <p:nvSpPr>
          <p:cNvPr id="15" name="Footer Placeholder 14">
            <a:extLst>
              <a:ext uri="{FF2B5EF4-FFF2-40B4-BE49-F238E27FC236}">
                <a16:creationId xmlns:a16="http://schemas.microsoft.com/office/drawing/2014/main" id="{F7F02905-9FFE-65B7-8565-3E827BBAECD9}"/>
              </a:ext>
            </a:extLst>
          </p:cNvPr>
          <p:cNvSpPr>
            <a:spLocks noGrp="1"/>
          </p:cNvSpPr>
          <p:nvPr>
            <p:ph type="ftr" sz="quarter" idx="15"/>
          </p:nvPr>
        </p:nvSpPr>
        <p:spPr/>
        <p:txBody>
          <a:bodyPr/>
          <a:lstStyle>
            <a:lvl1pPr>
              <a:defRPr>
                <a:solidFill>
                  <a:schemeClr val="tx1"/>
                </a:solidFill>
              </a:defRPr>
            </a:lvl1pPr>
          </a:lstStyle>
          <a:p>
            <a:r>
              <a:rPr lang="en-US"/>
              <a:t>Customer Experience</a:t>
            </a:r>
          </a:p>
        </p:txBody>
      </p:sp>
      <p:sp>
        <p:nvSpPr>
          <p:cNvPr id="16" name="Slide Number Placeholder 15">
            <a:extLst>
              <a:ext uri="{FF2B5EF4-FFF2-40B4-BE49-F238E27FC236}">
                <a16:creationId xmlns:a16="http://schemas.microsoft.com/office/drawing/2014/main" id="{010BD8AE-BB2B-B523-1D74-4E8DBE2102BC}"/>
              </a:ext>
            </a:extLst>
          </p:cNvPr>
          <p:cNvSpPr>
            <a:spLocks noGrp="1"/>
          </p:cNvSpPr>
          <p:nvPr>
            <p:ph type="sldNum" sz="quarter" idx="16"/>
          </p:nvPr>
        </p:nvSpPr>
        <p:spPr/>
        <p:txBody>
          <a:bodyPr/>
          <a:lstStyle>
            <a:lvl1pPr>
              <a:defRPr>
                <a:solidFill>
                  <a:schemeClr val="tx1"/>
                </a:solidFill>
              </a:defRPr>
            </a:lvl1pPr>
          </a:lstStyle>
          <a:p>
            <a:fld id="{F1BC30E3-FFE5-4B91-AA19-87A149EBB9EE}" type="slidenum">
              <a:rPr lang="en-GB" smtClean="0"/>
              <a:pPr/>
              <a:t>‹#›</a:t>
            </a:fld>
            <a:endParaRPr lang="en-GB"/>
          </a:p>
        </p:txBody>
      </p:sp>
      <p:pic>
        <p:nvPicPr>
          <p:cNvPr id="7" name="Graphic 6">
            <a:extLst>
              <a:ext uri="{FF2B5EF4-FFF2-40B4-BE49-F238E27FC236}">
                <a16:creationId xmlns:a16="http://schemas.microsoft.com/office/drawing/2014/main" id="{4B19E980-76EE-DCCA-B9B1-23B60194CEAB}"/>
              </a:ext>
            </a:extLst>
          </p:cNvPr>
          <p:cNvPicPr/>
          <p:nvPr userDrawn="1"/>
        </p:nvPicPr>
        <p:blipFill>
          <a:blip r:embed="rId3">
            <a:extLst>
              <a:ext uri="{96DAC541-7B7A-43D3-8B79-37D633B846F1}">
                <asvg:svgBlip xmlns:asvg="http://schemas.microsoft.com/office/drawing/2016/SVG/main" r:embed="rId4"/>
              </a:ext>
            </a:extLst>
          </a:blip>
          <a:stretch>
            <a:fillRect/>
          </a:stretch>
        </p:blipFill>
        <p:spPr>
          <a:xfrm>
            <a:off x="11089246" y="6289101"/>
            <a:ext cx="880813" cy="341755"/>
          </a:xfrm>
          <a:prstGeom prst="rect">
            <a:avLst/>
          </a:prstGeom>
        </p:spPr>
      </p:pic>
    </p:spTree>
    <p:extLst>
      <p:ext uri="{BB962C8B-B14F-4D97-AF65-F5344CB8AC3E}">
        <p14:creationId xmlns:p14="http://schemas.microsoft.com/office/powerpoint/2010/main" val="238077842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Section Header 3">
    <p:spTree>
      <p:nvGrpSpPr>
        <p:cNvPr id="1" name=""/>
        <p:cNvGrpSpPr/>
        <p:nvPr/>
      </p:nvGrpSpPr>
      <p:grpSpPr>
        <a:xfrm>
          <a:off x="0" y="0"/>
          <a:ext cx="0" cy="0"/>
          <a:chOff x="0" y="0"/>
          <a:chExt cx="0" cy="0"/>
        </a:xfrm>
      </p:grpSpPr>
      <p:pic>
        <p:nvPicPr>
          <p:cNvPr id="3" name="Picture 2" descr="A colorful light in the dark&#10;&#10;Description automatically generated">
            <a:extLst>
              <a:ext uri="{FF2B5EF4-FFF2-40B4-BE49-F238E27FC236}">
                <a16:creationId xmlns:a16="http://schemas.microsoft.com/office/drawing/2014/main" id="{A6C92DE9-1F7F-6A8E-389D-FBCE38254ADC}"/>
              </a:ext>
            </a:extLst>
          </p:cNvPr>
          <p:cNvPicPr>
            <a:picLocks/>
          </p:cNvPicPr>
          <p:nvPr userDrawn="1"/>
        </p:nvPicPr>
        <p:blipFill>
          <a:blip r:embed="rId2">
            <a:extLst>
              <a:ext uri="{28A0092B-C50C-407E-A947-70E740481C1C}">
                <a14:useLocalDpi xmlns:a14="http://schemas.microsoft.com/office/drawing/2010/main" val="0"/>
              </a:ext>
            </a:extLst>
          </a:blip>
          <a:stretch>
            <a:fillRect/>
          </a:stretch>
        </p:blipFill>
        <p:spPr bwMode="hidden">
          <a:xfrm>
            <a:off x="0" y="0"/>
            <a:ext cx="12193200" cy="6858000"/>
          </a:xfrm>
          <a:prstGeom prst="rect">
            <a:avLst/>
          </a:prstGeom>
        </p:spPr>
      </p:pic>
      <p:sp>
        <p:nvSpPr>
          <p:cNvPr id="2" name="Title 1">
            <a:extLst>
              <a:ext uri="{FF2B5EF4-FFF2-40B4-BE49-F238E27FC236}">
                <a16:creationId xmlns:a16="http://schemas.microsoft.com/office/drawing/2014/main" id="{DCB74E28-9D0B-F1B4-F101-2628EB1EA46E}"/>
              </a:ext>
            </a:extLst>
          </p:cNvPr>
          <p:cNvSpPr>
            <a:spLocks noGrp="1"/>
          </p:cNvSpPr>
          <p:nvPr>
            <p:ph type="title"/>
          </p:nvPr>
        </p:nvSpPr>
        <p:spPr>
          <a:xfrm>
            <a:off x="485775" y="1970406"/>
            <a:ext cx="7394575" cy="2869882"/>
          </a:xfrm>
        </p:spPr>
        <p:txBody>
          <a:bodyPr anchor="t"/>
          <a:lstStyle>
            <a:lvl1pPr>
              <a:defRPr sz="6000">
                <a:solidFill>
                  <a:schemeClr val="tx1"/>
                </a:solidFill>
              </a:defRPr>
            </a:lvl1pPr>
          </a:lstStyle>
          <a:p>
            <a:r>
              <a:rPr lang="en-GB"/>
              <a:t>Click to edit Master title style</a:t>
            </a:r>
            <a:endParaRPr lang="en-US"/>
          </a:p>
        </p:txBody>
      </p:sp>
      <p:sp>
        <p:nvSpPr>
          <p:cNvPr id="8" name="Text Placeholder 7">
            <a:extLst>
              <a:ext uri="{FF2B5EF4-FFF2-40B4-BE49-F238E27FC236}">
                <a16:creationId xmlns:a16="http://schemas.microsoft.com/office/drawing/2014/main" id="{A475298B-22BF-3DF1-FBE7-DF673E5A2734}"/>
              </a:ext>
            </a:extLst>
          </p:cNvPr>
          <p:cNvSpPr>
            <a:spLocks noGrp="1"/>
          </p:cNvSpPr>
          <p:nvPr>
            <p:ph type="body" sz="quarter" idx="13" hasCustomPrompt="1"/>
          </p:nvPr>
        </p:nvSpPr>
        <p:spPr>
          <a:xfrm>
            <a:off x="485775" y="370800"/>
            <a:ext cx="7394575" cy="313932"/>
          </a:xfrm>
        </p:spPr>
        <p:txBody>
          <a:bodyPr>
            <a:noAutofit/>
          </a:bodyPr>
          <a:lstStyle>
            <a:lvl1pPr marL="0" indent="0">
              <a:lnSpc>
                <a:spcPct val="85000"/>
              </a:lnSpc>
              <a:buNone/>
              <a:defRPr lang="en-US" sz="2400" b="1" i="0" kern="1200" dirty="0">
                <a:solidFill>
                  <a:schemeClr val="tx2"/>
                </a:solidFill>
                <a:latin typeface="EYInterstate Regular" panose="02000503020000020004" pitchFamily="2" charset="0"/>
                <a:ea typeface="+mj-ea"/>
                <a:cs typeface="Arial" pitchFamily="34" charset="0"/>
              </a:defRPr>
            </a:lvl1pPr>
          </a:lstStyle>
          <a:p>
            <a:pPr lvl="0"/>
            <a:r>
              <a:rPr lang="en-GB"/>
              <a:t>Chapter 00</a:t>
            </a:r>
            <a:endParaRPr lang="en-US"/>
          </a:p>
        </p:txBody>
      </p:sp>
      <p:sp>
        <p:nvSpPr>
          <p:cNvPr id="13" name="Date Placeholder 12">
            <a:extLst>
              <a:ext uri="{FF2B5EF4-FFF2-40B4-BE49-F238E27FC236}">
                <a16:creationId xmlns:a16="http://schemas.microsoft.com/office/drawing/2014/main" id="{A4B60AF8-644E-A0B2-7653-4332A03759FC}"/>
              </a:ext>
            </a:extLst>
          </p:cNvPr>
          <p:cNvSpPr>
            <a:spLocks noGrp="1"/>
          </p:cNvSpPr>
          <p:nvPr>
            <p:ph type="dt" sz="half" idx="14"/>
          </p:nvPr>
        </p:nvSpPr>
        <p:spPr/>
        <p:txBody>
          <a:bodyPr/>
          <a:lstStyle>
            <a:lvl1pPr>
              <a:defRPr>
                <a:solidFill>
                  <a:schemeClr val="tx1"/>
                </a:solidFill>
              </a:defRPr>
            </a:lvl1pPr>
          </a:lstStyle>
          <a:p>
            <a:fld id="{7C4B08E8-B976-49C7-B11A-304160DE18C1}" type="datetime3">
              <a:rPr lang="en-US" smtClean="0"/>
              <a:t>18 March 2026</a:t>
            </a:fld>
            <a:endParaRPr lang="en-US"/>
          </a:p>
        </p:txBody>
      </p:sp>
      <p:sp>
        <p:nvSpPr>
          <p:cNvPr id="14" name="Footer Placeholder 13">
            <a:extLst>
              <a:ext uri="{FF2B5EF4-FFF2-40B4-BE49-F238E27FC236}">
                <a16:creationId xmlns:a16="http://schemas.microsoft.com/office/drawing/2014/main" id="{466D1FDE-8AD4-4D56-5318-1DD8ED2FCACC}"/>
              </a:ext>
            </a:extLst>
          </p:cNvPr>
          <p:cNvSpPr>
            <a:spLocks noGrp="1"/>
          </p:cNvSpPr>
          <p:nvPr>
            <p:ph type="ftr" sz="quarter" idx="15"/>
          </p:nvPr>
        </p:nvSpPr>
        <p:spPr/>
        <p:txBody>
          <a:bodyPr/>
          <a:lstStyle>
            <a:lvl1pPr>
              <a:defRPr>
                <a:solidFill>
                  <a:schemeClr val="tx1"/>
                </a:solidFill>
              </a:defRPr>
            </a:lvl1pPr>
          </a:lstStyle>
          <a:p>
            <a:r>
              <a:rPr lang="en-US"/>
              <a:t>Customer Experience</a:t>
            </a:r>
          </a:p>
        </p:txBody>
      </p:sp>
      <p:sp>
        <p:nvSpPr>
          <p:cNvPr id="15" name="Slide Number Placeholder 14">
            <a:extLst>
              <a:ext uri="{FF2B5EF4-FFF2-40B4-BE49-F238E27FC236}">
                <a16:creationId xmlns:a16="http://schemas.microsoft.com/office/drawing/2014/main" id="{180F9161-0A5B-9390-AAC5-925D1AE2AA83}"/>
              </a:ext>
            </a:extLst>
          </p:cNvPr>
          <p:cNvSpPr>
            <a:spLocks noGrp="1"/>
          </p:cNvSpPr>
          <p:nvPr>
            <p:ph type="sldNum" sz="quarter" idx="16"/>
          </p:nvPr>
        </p:nvSpPr>
        <p:spPr/>
        <p:txBody>
          <a:bodyPr/>
          <a:lstStyle>
            <a:lvl1pPr>
              <a:defRPr>
                <a:solidFill>
                  <a:schemeClr val="tx1"/>
                </a:solidFill>
              </a:defRPr>
            </a:lvl1pPr>
          </a:lstStyle>
          <a:p>
            <a:fld id="{F1BC30E3-FFE5-4B91-AA19-87A149EBB9EE}" type="slidenum">
              <a:rPr lang="en-GB" smtClean="0"/>
              <a:pPr/>
              <a:t>‹#›</a:t>
            </a:fld>
            <a:endParaRPr lang="en-GB"/>
          </a:p>
        </p:txBody>
      </p:sp>
      <p:pic>
        <p:nvPicPr>
          <p:cNvPr id="9" name="Graphic 8">
            <a:extLst>
              <a:ext uri="{FF2B5EF4-FFF2-40B4-BE49-F238E27FC236}">
                <a16:creationId xmlns:a16="http://schemas.microsoft.com/office/drawing/2014/main" id="{A16A5DCF-4A71-7469-C1B2-0C0CD3CB041F}"/>
              </a:ext>
            </a:extLst>
          </p:cNvPr>
          <p:cNvPicPr/>
          <p:nvPr userDrawn="1"/>
        </p:nvPicPr>
        <p:blipFill>
          <a:blip r:embed="rId3">
            <a:extLst>
              <a:ext uri="{96DAC541-7B7A-43D3-8B79-37D633B846F1}">
                <asvg:svgBlip xmlns:asvg="http://schemas.microsoft.com/office/drawing/2016/SVG/main" r:embed="rId4"/>
              </a:ext>
            </a:extLst>
          </a:blip>
          <a:stretch>
            <a:fillRect/>
          </a:stretch>
        </p:blipFill>
        <p:spPr>
          <a:xfrm>
            <a:off x="11089246" y="6289101"/>
            <a:ext cx="880813" cy="341755"/>
          </a:xfrm>
          <a:prstGeom prst="rect">
            <a:avLst/>
          </a:prstGeom>
        </p:spPr>
      </p:pic>
    </p:spTree>
    <p:extLst>
      <p:ext uri="{BB962C8B-B14F-4D97-AF65-F5344CB8AC3E}">
        <p14:creationId xmlns:p14="http://schemas.microsoft.com/office/powerpoint/2010/main" val="190818746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Section Header 4">
    <p:spTree>
      <p:nvGrpSpPr>
        <p:cNvPr id="1" name=""/>
        <p:cNvGrpSpPr/>
        <p:nvPr/>
      </p:nvGrpSpPr>
      <p:grpSpPr>
        <a:xfrm>
          <a:off x="0" y="0"/>
          <a:ext cx="0" cy="0"/>
          <a:chOff x="0" y="0"/>
          <a:chExt cx="0" cy="0"/>
        </a:xfrm>
      </p:grpSpPr>
      <p:pic>
        <p:nvPicPr>
          <p:cNvPr id="13" name="Picture 12" descr="A blurry image of a rainbow&#10;&#10;Description automatically generated">
            <a:extLst>
              <a:ext uri="{FF2B5EF4-FFF2-40B4-BE49-F238E27FC236}">
                <a16:creationId xmlns:a16="http://schemas.microsoft.com/office/drawing/2014/main" id="{C8E8709F-6A78-59BB-D254-AE4C7F2A57D8}"/>
              </a:ext>
            </a:extLst>
          </p:cNvPr>
          <p:cNvPicPr>
            <a:picLocks/>
          </p:cNvPicPr>
          <p:nvPr userDrawn="1"/>
        </p:nvPicPr>
        <p:blipFill>
          <a:blip r:embed="rId2">
            <a:extLst>
              <a:ext uri="{28A0092B-C50C-407E-A947-70E740481C1C}">
                <a14:useLocalDpi xmlns:a14="http://schemas.microsoft.com/office/drawing/2010/main" val="0"/>
              </a:ext>
            </a:extLst>
          </a:blip>
          <a:stretch>
            <a:fillRect/>
          </a:stretch>
        </p:blipFill>
        <p:spPr bwMode="hidden">
          <a:xfrm>
            <a:off x="0" y="0"/>
            <a:ext cx="12193200" cy="6858000"/>
          </a:xfrm>
          <a:prstGeom prst="rect">
            <a:avLst/>
          </a:prstGeom>
        </p:spPr>
      </p:pic>
      <p:sp>
        <p:nvSpPr>
          <p:cNvPr id="2" name="Title 1">
            <a:extLst>
              <a:ext uri="{FF2B5EF4-FFF2-40B4-BE49-F238E27FC236}">
                <a16:creationId xmlns:a16="http://schemas.microsoft.com/office/drawing/2014/main" id="{DCB74E28-9D0B-F1B4-F101-2628EB1EA46E}"/>
              </a:ext>
            </a:extLst>
          </p:cNvPr>
          <p:cNvSpPr>
            <a:spLocks noGrp="1"/>
          </p:cNvSpPr>
          <p:nvPr>
            <p:ph type="title"/>
          </p:nvPr>
        </p:nvSpPr>
        <p:spPr>
          <a:xfrm>
            <a:off x="485775" y="1970406"/>
            <a:ext cx="7394575" cy="2869882"/>
          </a:xfrm>
        </p:spPr>
        <p:txBody>
          <a:bodyPr anchor="t"/>
          <a:lstStyle>
            <a:lvl1pPr>
              <a:defRPr sz="6000">
                <a:solidFill>
                  <a:schemeClr val="tx1"/>
                </a:solidFill>
              </a:defRPr>
            </a:lvl1pPr>
          </a:lstStyle>
          <a:p>
            <a:r>
              <a:rPr lang="en-GB"/>
              <a:t>Click to edit Master title style</a:t>
            </a:r>
            <a:endParaRPr lang="en-US"/>
          </a:p>
        </p:txBody>
      </p:sp>
      <p:sp>
        <p:nvSpPr>
          <p:cNvPr id="8" name="Text Placeholder 7">
            <a:extLst>
              <a:ext uri="{FF2B5EF4-FFF2-40B4-BE49-F238E27FC236}">
                <a16:creationId xmlns:a16="http://schemas.microsoft.com/office/drawing/2014/main" id="{A475298B-22BF-3DF1-FBE7-DF673E5A2734}"/>
              </a:ext>
            </a:extLst>
          </p:cNvPr>
          <p:cNvSpPr>
            <a:spLocks noGrp="1"/>
          </p:cNvSpPr>
          <p:nvPr>
            <p:ph type="body" sz="quarter" idx="13" hasCustomPrompt="1"/>
          </p:nvPr>
        </p:nvSpPr>
        <p:spPr>
          <a:xfrm>
            <a:off x="485775" y="370800"/>
            <a:ext cx="7394575" cy="313932"/>
          </a:xfrm>
        </p:spPr>
        <p:txBody>
          <a:bodyPr>
            <a:noAutofit/>
          </a:bodyPr>
          <a:lstStyle>
            <a:lvl1pPr marL="0" indent="0">
              <a:lnSpc>
                <a:spcPct val="85000"/>
              </a:lnSpc>
              <a:buNone/>
              <a:defRPr lang="en-US" sz="2400" b="1" i="0" kern="1200" dirty="0">
                <a:solidFill>
                  <a:schemeClr val="tx2"/>
                </a:solidFill>
                <a:latin typeface="EYInterstate Regular" panose="02000503020000020004" pitchFamily="2" charset="0"/>
                <a:ea typeface="+mj-ea"/>
                <a:cs typeface="Arial" pitchFamily="34" charset="0"/>
              </a:defRPr>
            </a:lvl1pPr>
          </a:lstStyle>
          <a:p>
            <a:pPr lvl="0"/>
            <a:r>
              <a:rPr lang="en-GB"/>
              <a:t>Chapter 00</a:t>
            </a:r>
            <a:endParaRPr lang="en-US"/>
          </a:p>
        </p:txBody>
      </p:sp>
      <p:sp>
        <p:nvSpPr>
          <p:cNvPr id="14" name="Date Placeholder 13">
            <a:extLst>
              <a:ext uri="{FF2B5EF4-FFF2-40B4-BE49-F238E27FC236}">
                <a16:creationId xmlns:a16="http://schemas.microsoft.com/office/drawing/2014/main" id="{FA3F83A6-1D48-7A59-F89B-1AD446292A93}"/>
              </a:ext>
            </a:extLst>
          </p:cNvPr>
          <p:cNvSpPr>
            <a:spLocks noGrp="1"/>
          </p:cNvSpPr>
          <p:nvPr>
            <p:ph type="dt" sz="half" idx="14"/>
          </p:nvPr>
        </p:nvSpPr>
        <p:spPr/>
        <p:txBody>
          <a:bodyPr/>
          <a:lstStyle>
            <a:lvl1pPr>
              <a:defRPr>
                <a:solidFill>
                  <a:schemeClr val="tx1"/>
                </a:solidFill>
              </a:defRPr>
            </a:lvl1pPr>
          </a:lstStyle>
          <a:p>
            <a:fld id="{655C08C5-47DB-4085-A8A5-D90977F9692F}" type="datetime3">
              <a:rPr lang="en-US" smtClean="0"/>
              <a:t>18 March 2026</a:t>
            </a:fld>
            <a:endParaRPr lang="en-US"/>
          </a:p>
        </p:txBody>
      </p:sp>
      <p:sp>
        <p:nvSpPr>
          <p:cNvPr id="15" name="Footer Placeholder 14">
            <a:extLst>
              <a:ext uri="{FF2B5EF4-FFF2-40B4-BE49-F238E27FC236}">
                <a16:creationId xmlns:a16="http://schemas.microsoft.com/office/drawing/2014/main" id="{7E103D91-874B-B49F-B9D9-85F52EAD810F}"/>
              </a:ext>
            </a:extLst>
          </p:cNvPr>
          <p:cNvSpPr>
            <a:spLocks noGrp="1"/>
          </p:cNvSpPr>
          <p:nvPr>
            <p:ph type="ftr" sz="quarter" idx="15"/>
          </p:nvPr>
        </p:nvSpPr>
        <p:spPr/>
        <p:txBody>
          <a:bodyPr/>
          <a:lstStyle>
            <a:lvl1pPr>
              <a:defRPr>
                <a:solidFill>
                  <a:schemeClr val="tx1"/>
                </a:solidFill>
              </a:defRPr>
            </a:lvl1pPr>
          </a:lstStyle>
          <a:p>
            <a:r>
              <a:rPr lang="en-US"/>
              <a:t>Customer Experience</a:t>
            </a:r>
          </a:p>
        </p:txBody>
      </p:sp>
      <p:sp>
        <p:nvSpPr>
          <p:cNvPr id="16" name="Slide Number Placeholder 15">
            <a:extLst>
              <a:ext uri="{FF2B5EF4-FFF2-40B4-BE49-F238E27FC236}">
                <a16:creationId xmlns:a16="http://schemas.microsoft.com/office/drawing/2014/main" id="{0C95BFB4-BABD-DFFF-43A5-9ABB8A6638B7}"/>
              </a:ext>
            </a:extLst>
          </p:cNvPr>
          <p:cNvSpPr>
            <a:spLocks noGrp="1"/>
          </p:cNvSpPr>
          <p:nvPr>
            <p:ph type="sldNum" sz="quarter" idx="16"/>
          </p:nvPr>
        </p:nvSpPr>
        <p:spPr/>
        <p:txBody>
          <a:bodyPr/>
          <a:lstStyle>
            <a:lvl1pPr>
              <a:defRPr>
                <a:solidFill>
                  <a:schemeClr val="tx1"/>
                </a:solidFill>
              </a:defRPr>
            </a:lvl1pPr>
          </a:lstStyle>
          <a:p>
            <a:fld id="{F1BC30E3-FFE5-4B91-AA19-87A149EBB9EE}" type="slidenum">
              <a:rPr lang="en-GB" smtClean="0"/>
              <a:pPr/>
              <a:t>‹#›</a:t>
            </a:fld>
            <a:endParaRPr lang="en-GB"/>
          </a:p>
        </p:txBody>
      </p:sp>
      <p:pic>
        <p:nvPicPr>
          <p:cNvPr id="7" name="Graphic 6">
            <a:extLst>
              <a:ext uri="{FF2B5EF4-FFF2-40B4-BE49-F238E27FC236}">
                <a16:creationId xmlns:a16="http://schemas.microsoft.com/office/drawing/2014/main" id="{7F553C4F-D9C6-472A-168F-4AFA2A8E6758}"/>
              </a:ext>
            </a:extLst>
          </p:cNvPr>
          <p:cNvPicPr/>
          <p:nvPr userDrawn="1"/>
        </p:nvPicPr>
        <p:blipFill>
          <a:blip r:embed="rId3">
            <a:extLst>
              <a:ext uri="{96DAC541-7B7A-43D3-8B79-37D633B846F1}">
                <asvg:svgBlip xmlns:asvg="http://schemas.microsoft.com/office/drawing/2016/SVG/main" r:embed="rId4"/>
              </a:ext>
            </a:extLst>
          </a:blip>
          <a:stretch>
            <a:fillRect/>
          </a:stretch>
        </p:blipFill>
        <p:spPr>
          <a:xfrm>
            <a:off x="11089246" y="6289101"/>
            <a:ext cx="880813" cy="341755"/>
          </a:xfrm>
          <a:prstGeom prst="rect">
            <a:avLst/>
          </a:prstGeom>
        </p:spPr>
      </p:pic>
    </p:spTree>
    <p:extLst>
      <p:ext uri="{BB962C8B-B14F-4D97-AF65-F5344CB8AC3E}">
        <p14:creationId xmlns:p14="http://schemas.microsoft.com/office/powerpoint/2010/main" val="247712469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Section Header 5">
    <p:spTree>
      <p:nvGrpSpPr>
        <p:cNvPr id="1" name=""/>
        <p:cNvGrpSpPr/>
        <p:nvPr/>
      </p:nvGrpSpPr>
      <p:grpSpPr>
        <a:xfrm>
          <a:off x="0" y="0"/>
          <a:ext cx="0" cy="0"/>
          <a:chOff x="0" y="0"/>
          <a:chExt cx="0" cy="0"/>
        </a:xfrm>
      </p:grpSpPr>
      <p:pic>
        <p:nvPicPr>
          <p:cNvPr id="7" name="Picture 6" descr="A colorful circle on a black background&#10;&#10;Description automatically generated">
            <a:extLst>
              <a:ext uri="{FF2B5EF4-FFF2-40B4-BE49-F238E27FC236}">
                <a16:creationId xmlns:a16="http://schemas.microsoft.com/office/drawing/2014/main" id="{9B1A0959-0F7F-FF84-F8C5-2E76E9D45F4F}"/>
              </a:ext>
            </a:extLst>
          </p:cNvPr>
          <p:cNvPicPr>
            <a:picLocks/>
          </p:cNvPicPr>
          <p:nvPr userDrawn="1"/>
        </p:nvPicPr>
        <p:blipFill>
          <a:blip r:embed="rId2">
            <a:extLst>
              <a:ext uri="{28A0092B-C50C-407E-A947-70E740481C1C}">
                <a14:useLocalDpi xmlns:a14="http://schemas.microsoft.com/office/drawing/2010/main" val="0"/>
              </a:ext>
            </a:extLst>
          </a:blip>
          <a:stretch>
            <a:fillRect/>
          </a:stretch>
        </p:blipFill>
        <p:spPr bwMode="hidden">
          <a:xfrm>
            <a:off x="0" y="0"/>
            <a:ext cx="12193200" cy="6858000"/>
          </a:xfrm>
          <a:prstGeom prst="rect">
            <a:avLst/>
          </a:prstGeom>
        </p:spPr>
      </p:pic>
      <p:sp>
        <p:nvSpPr>
          <p:cNvPr id="2" name="Title 1">
            <a:extLst>
              <a:ext uri="{FF2B5EF4-FFF2-40B4-BE49-F238E27FC236}">
                <a16:creationId xmlns:a16="http://schemas.microsoft.com/office/drawing/2014/main" id="{DCB74E28-9D0B-F1B4-F101-2628EB1EA46E}"/>
              </a:ext>
            </a:extLst>
          </p:cNvPr>
          <p:cNvSpPr>
            <a:spLocks noGrp="1"/>
          </p:cNvSpPr>
          <p:nvPr>
            <p:ph type="title"/>
          </p:nvPr>
        </p:nvSpPr>
        <p:spPr>
          <a:xfrm>
            <a:off x="485775" y="1970406"/>
            <a:ext cx="7394575" cy="2869882"/>
          </a:xfrm>
        </p:spPr>
        <p:txBody>
          <a:bodyPr anchor="t"/>
          <a:lstStyle>
            <a:lvl1pPr>
              <a:defRPr sz="6000">
                <a:solidFill>
                  <a:schemeClr val="tx1"/>
                </a:solidFill>
              </a:defRPr>
            </a:lvl1pPr>
          </a:lstStyle>
          <a:p>
            <a:r>
              <a:rPr lang="en-GB"/>
              <a:t>Click to edit Master title style</a:t>
            </a:r>
            <a:endParaRPr lang="en-US"/>
          </a:p>
        </p:txBody>
      </p:sp>
      <p:sp>
        <p:nvSpPr>
          <p:cNvPr id="8" name="Text Placeholder 7">
            <a:extLst>
              <a:ext uri="{FF2B5EF4-FFF2-40B4-BE49-F238E27FC236}">
                <a16:creationId xmlns:a16="http://schemas.microsoft.com/office/drawing/2014/main" id="{A475298B-22BF-3DF1-FBE7-DF673E5A2734}"/>
              </a:ext>
            </a:extLst>
          </p:cNvPr>
          <p:cNvSpPr>
            <a:spLocks noGrp="1"/>
          </p:cNvSpPr>
          <p:nvPr>
            <p:ph type="body" sz="quarter" idx="13" hasCustomPrompt="1"/>
          </p:nvPr>
        </p:nvSpPr>
        <p:spPr>
          <a:xfrm>
            <a:off x="485775" y="370800"/>
            <a:ext cx="7394575" cy="313932"/>
          </a:xfrm>
        </p:spPr>
        <p:txBody>
          <a:bodyPr>
            <a:noAutofit/>
          </a:bodyPr>
          <a:lstStyle>
            <a:lvl1pPr marL="0" indent="0">
              <a:lnSpc>
                <a:spcPct val="85000"/>
              </a:lnSpc>
              <a:buNone/>
              <a:defRPr lang="en-US" sz="2400" b="1" i="0" kern="1200" dirty="0">
                <a:solidFill>
                  <a:schemeClr val="tx2"/>
                </a:solidFill>
                <a:latin typeface="EYInterstate Regular" panose="02000503020000020004" pitchFamily="2" charset="0"/>
                <a:ea typeface="+mj-ea"/>
                <a:cs typeface="Arial" pitchFamily="34" charset="0"/>
              </a:defRPr>
            </a:lvl1pPr>
          </a:lstStyle>
          <a:p>
            <a:pPr lvl="0"/>
            <a:r>
              <a:rPr lang="en-GB"/>
              <a:t>Chapter 00</a:t>
            </a:r>
            <a:endParaRPr lang="en-US"/>
          </a:p>
        </p:txBody>
      </p:sp>
      <p:sp>
        <p:nvSpPr>
          <p:cNvPr id="14" name="Date Placeholder 13">
            <a:extLst>
              <a:ext uri="{FF2B5EF4-FFF2-40B4-BE49-F238E27FC236}">
                <a16:creationId xmlns:a16="http://schemas.microsoft.com/office/drawing/2014/main" id="{B5D9BED5-140F-F03D-CA60-9453F1A86D9C}"/>
              </a:ext>
            </a:extLst>
          </p:cNvPr>
          <p:cNvSpPr>
            <a:spLocks noGrp="1"/>
          </p:cNvSpPr>
          <p:nvPr>
            <p:ph type="dt" sz="half" idx="14"/>
          </p:nvPr>
        </p:nvSpPr>
        <p:spPr/>
        <p:txBody>
          <a:bodyPr/>
          <a:lstStyle>
            <a:lvl1pPr>
              <a:defRPr>
                <a:solidFill>
                  <a:schemeClr val="tx1"/>
                </a:solidFill>
              </a:defRPr>
            </a:lvl1pPr>
          </a:lstStyle>
          <a:p>
            <a:fld id="{8E099D30-ACB8-46A9-93B3-99FAAA36FA29}" type="datetime3">
              <a:rPr lang="en-US" smtClean="0"/>
              <a:t>18 March 2026</a:t>
            </a:fld>
            <a:endParaRPr lang="en-US"/>
          </a:p>
        </p:txBody>
      </p:sp>
      <p:sp>
        <p:nvSpPr>
          <p:cNvPr id="15" name="Footer Placeholder 14">
            <a:extLst>
              <a:ext uri="{FF2B5EF4-FFF2-40B4-BE49-F238E27FC236}">
                <a16:creationId xmlns:a16="http://schemas.microsoft.com/office/drawing/2014/main" id="{E931943E-2952-F25A-ECCA-F329235A737F}"/>
              </a:ext>
            </a:extLst>
          </p:cNvPr>
          <p:cNvSpPr>
            <a:spLocks noGrp="1"/>
          </p:cNvSpPr>
          <p:nvPr>
            <p:ph type="ftr" sz="quarter" idx="15"/>
          </p:nvPr>
        </p:nvSpPr>
        <p:spPr/>
        <p:txBody>
          <a:bodyPr/>
          <a:lstStyle>
            <a:lvl1pPr>
              <a:defRPr>
                <a:solidFill>
                  <a:schemeClr val="tx1"/>
                </a:solidFill>
              </a:defRPr>
            </a:lvl1pPr>
          </a:lstStyle>
          <a:p>
            <a:r>
              <a:rPr lang="en-US"/>
              <a:t>Customer Experience</a:t>
            </a:r>
          </a:p>
        </p:txBody>
      </p:sp>
      <p:sp>
        <p:nvSpPr>
          <p:cNvPr id="16" name="Slide Number Placeholder 15">
            <a:extLst>
              <a:ext uri="{FF2B5EF4-FFF2-40B4-BE49-F238E27FC236}">
                <a16:creationId xmlns:a16="http://schemas.microsoft.com/office/drawing/2014/main" id="{EBCB7712-53BF-0892-3D4B-354DE5C528E5}"/>
              </a:ext>
            </a:extLst>
          </p:cNvPr>
          <p:cNvSpPr>
            <a:spLocks noGrp="1"/>
          </p:cNvSpPr>
          <p:nvPr>
            <p:ph type="sldNum" sz="quarter" idx="16"/>
          </p:nvPr>
        </p:nvSpPr>
        <p:spPr/>
        <p:txBody>
          <a:bodyPr/>
          <a:lstStyle>
            <a:lvl1pPr>
              <a:defRPr>
                <a:solidFill>
                  <a:schemeClr val="tx1"/>
                </a:solidFill>
              </a:defRPr>
            </a:lvl1pPr>
          </a:lstStyle>
          <a:p>
            <a:fld id="{F1BC30E3-FFE5-4B91-AA19-87A149EBB9EE}" type="slidenum">
              <a:rPr lang="en-GB" smtClean="0"/>
              <a:pPr/>
              <a:t>‹#›</a:t>
            </a:fld>
            <a:endParaRPr lang="en-GB"/>
          </a:p>
        </p:txBody>
      </p:sp>
      <p:pic>
        <p:nvPicPr>
          <p:cNvPr id="9" name="Graphic 8">
            <a:extLst>
              <a:ext uri="{FF2B5EF4-FFF2-40B4-BE49-F238E27FC236}">
                <a16:creationId xmlns:a16="http://schemas.microsoft.com/office/drawing/2014/main" id="{9D9FACE3-19BC-3A5F-1264-DE219E73954A}"/>
              </a:ext>
            </a:extLst>
          </p:cNvPr>
          <p:cNvPicPr/>
          <p:nvPr userDrawn="1"/>
        </p:nvPicPr>
        <p:blipFill>
          <a:blip r:embed="rId3">
            <a:extLst>
              <a:ext uri="{96DAC541-7B7A-43D3-8B79-37D633B846F1}">
                <asvg:svgBlip xmlns:asvg="http://schemas.microsoft.com/office/drawing/2016/SVG/main" r:embed="rId4"/>
              </a:ext>
            </a:extLst>
          </a:blip>
          <a:stretch>
            <a:fillRect/>
          </a:stretch>
        </p:blipFill>
        <p:spPr>
          <a:xfrm>
            <a:off x="11089246" y="6289101"/>
            <a:ext cx="880813" cy="341755"/>
          </a:xfrm>
          <a:prstGeom prst="rect">
            <a:avLst/>
          </a:prstGeom>
        </p:spPr>
      </p:pic>
    </p:spTree>
    <p:extLst>
      <p:ext uri="{BB962C8B-B14F-4D97-AF65-F5344CB8AC3E}">
        <p14:creationId xmlns:p14="http://schemas.microsoft.com/office/powerpoint/2010/main" val="120162139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Section Header 6">
    <p:spTree>
      <p:nvGrpSpPr>
        <p:cNvPr id="1" name=""/>
        <p:cNvGrpSpPr/>
        <p:nvPr/>
      </p:nvGrpSpPr>
      <p:grpSpPr>
        <a:xfrm>
          <a:off x="0" y="0"/>
          <a:ext cx="0" cy="0"/>
          <a:chOff x="0" y="0"/>
          <a:chExt cx="0" cy="0"/>
        </a:xfrm>
      </p:grpSpPr>
      <p:pic>
        <p:nvPicPr>
          <p:cNvPr id="5" name="Picture 4" descr="A blurry image of a rainbow&#10;&#10;Description automatically generated">
            <a:extLst>
              <a:ext uri="{FF2B5EF4-FFF2-40B4-BE49-F238E27FC236}">
                <a16:creationId xmlns:a16="http://schemas.microsoft.com/office/drawing/2014/main" id="{36630E4E-7F64-A84B-6022-F16994E95375}"/>
              </a:ext>
            </a:extLst>
          </p:cNvPr>
          <p:cNvPicPr>
            <a:picLocks/>
          </p:cNvPicPr>
          <p:nvPr userDrawn="1"/>
        </p:nvPicPr>
        <p:blipFill>
          <a:blip r:embed="rId2">
            <a:extLst>
              <a:ext uri="{28A0092B-C50C-407E-A947-70E740481C1C}">
                <a14:useLocalDpi xmlns:a14="http://schemas.microsoft.com/office/drawing/2010/main" val="0"/>
              </a:ext>
            </a:extLst>
          </a:blip>
          <a:stretch>
            <a:fillRect/>
          </a:stretch>
        </p:blipFill>
        <p:spPr bwMode="hidden">
          <a:xfrm>
            <a:off x="0" y="0"/>
            <a:ext cx="12193200" cy="6858000"/>
          </a:xfrm>
          <a:prstGeom prst="rect">
            <a:avLst/>
          </a:prstGeom>
        </p:spPr>
      </p:pic>
      <p:sp>
        <p:nvSpPr>
          <p:cNvPr id="2" name="Title 1">
            <a:extLst>
              <a:ext uri="{FF2B5EF4-FFF2-40B4-BE49-F238E27FC236}">
                <a16:creationId xmlns:a16="http://schemas.microsoft.com/office/drawing/2014/main" id="{DCB74E28-9D0B-F1B4-F101-2628EB1EA46E}"/>
              </a:ext>
            </a:extLst>
          </p:cNvPr>
          <p:cNvSpPr>
            <a:spLocks noGrp="1"/>
          </p:cNvSpPr>
          <p:nvPr>
            <p:ph type="title"/>
          </p:nvPr>
        </p:nvSpPr>
        <p:spPr>
          <a:xfrm>
            <a:off x="485775" y="3053616"/>
            <a:ext cx="7394575" cy="2869882"/>
          </a:xfrm>
        </p:spPr>
        <p:txBody>
          <a:bodyPr anchor="t"/>
          <a:lstStyle>
            <a:lvl1pPr>
              <a:defRPr sz="6000">
                <a:solidFill>
                  <a:schemeClr val="tx1"/>
                </a:solidFill>
              </a:defRPr>
            </a:lvl1pPr>
          </a:lstStyle>
          <a:p>
            <a:r>
              <a:rPr lang="en-GB"/>
              <a:t>Click to edit Master title style</a:t>
            </a:r>
            <a:endParaRPr lang="en-US"/>
          </a:p>
        </p:txBody>
      </p:sp>
      <p:sp>
        <p:nvSpPr>
          <p:cNvPr id="8" name="Text Placeholder 7">
            <a:extLst>
              <a:ext uri="{FF2B5EF4-FFF2-40B4-BE49-F238E27FC236}">
                <a16:creationId xmlns:a16="http://schemas.microsoft.com/office/drawing/2014/main" id="{A475298B-22BF-3DF1-FBE7-DF673E5A2734}"/>
              </a:ext>
            </a:extLst>
          </p:cNvPr>
          <p:cNvSpPr>
            <a:spLocks noGrp="1"/>
          </p:cNvSpPr>
          <p:nvPr>
            <p:ph type="body" sz="quarter" idx="13" hasCustomPrompt="1"/>
          </p:nvPr>
        </p:nvSpPr>
        <p:spPr>
          <a:xfrm>
            <a:off x="485775" y="370800"/>
            <a:ext cx="7394575" cy="2169200"/>
          </a:xfrm>
        </p:spPr>
        <p:txBody>
          <a:bodyPr lIns="0" tIns="0" rIns="0" bIns="0" anchor="b">
            <a:noAutofit/>
          </a:bodyPr>
          <a:lstStyle>
            <a:lvl1pPr marL="0" indent="0">
              <a:lnSpc>
                <a:spcPct val="85000"/>
              </a:lnSpc>
              <a:spcAft>
                <a:spcPts val="0"/>
              </a:spcAft>
              <a:buNone/>
              <a:defRPr kumimoji="0" lang="en-US" sz="16600" b="1" i="0" u="none" strike="noStrike" kern="1200" cap="none" spc="0" normalizeH="0" baseline="0" dirty="0">
                <a:ln>
                  <a:noFill/>
                </a:ln>
                <a:solidFill>
                  <a:srgbClr val="747480">
                    <a:alpha val="50000"/>
                  </a:srgbClr>
                </a:solidFill>
                <a:effectLst/>
                <a:uLnTx/>
                <a:uFillTx/>
                <a:latin typeface="EYInterstate Light" panose="02000506000000020004" pitchFamily="2" charset="0"/>
                <a:ea typeface="+mn-ea"/>
                <a:cs typeface="+mn-cs"/>
              </a:defRPr>
            </a:lvl1pPr>
          </a:lstStyle>
          <a:p>
            <a:pPr marL="0" marR="0" lvl="0" indent="0" algn="l" defTabSz="1007887" rtl="0" eaLnBrk="1" fontAlgn="auto" latinLnBrk="0" hangingPunct="1">
              <a:lnSpc>
                <a:spcPct val="100000"/>
              </a:lnSpc>
              <a:spcBef>
                <a:spcPts val="0"/>
              </a:spcBef>
              <a:spcAft>
                <a:spcPts val="200"/>
              </a:spcAft>
              <a:buClrTx/>
              <a:buSzTx/>
              <a:buFont typeface="Arial" panose="020B0604020202020204" pitchFamily="34" charset="0"/>
              <a:buNone/>
              <a:tabLst/>
              <a:defRPr/>
            </a:pPr>
            <a:r>
              <a:rPr lang="en-GB"/>
              <a:t>00</a:t>
            </a:r>
            <a:endParaRPr lang="en-US"/>
          </a:p>
        </p:txBody>
      </p:sp>
      <p:sp>
        <p:nvSpPr>
          <p:cNvPr id="14" name="Date Placeholder 13">
            <a:extLst>
              <a:ext uri="{FF2B5EF4-FFF2-40B4-BE49-F238E27FC236}">
                <a16:creationId xmlns:a16="http://schemas.microsoft.com/office/drawing/2014/main" id="{B5D9BED5-140F-F03D-CA60-9453F1A86D9C}"/>
              </a:ext>
            </a:extLst>
          </p:cNvPr>
          <p:cNvSpPr>
            <a:spLocks noGrp="1"/>
          </p:cNvSpPr>
          <p:nvPr>
            <p:ph type="dt" sz="half" idx="14"/>
          </p:nvPr>
        </p:nvSpPr>
        <p:spPr/>
        <p:txBody>
          <a:bodyPr/>
          <a:lstStyle>
            <a:lvl1pPr>
              <a:defRPr>
                <a:solidFill>
                  <a:schemeClr val="tx1"/>
                </a:solidFill>
              </a:defRPr>
            </a:lvl1pPr>
          </a:lstStyle>
          <a:p>
            <a:fld id="{C1BBE553-5ED6-4DA4-84D5-8F29873CFD29}" type="datetime3">
              <a:rPr lang="en-US" smtClean="0"/>
              <a:t>18 March 2026</a:t>
            </a:fld>
            <a:endParaRPr lang="en-US"/>
          </a:p>
        </p:txBody>
      </p:sp>
      <p:sp>
        <p:nvSpPr>
          <p:cNvPr id="15" name="Footer Placeholder 14">
            <a:extLst>
              <a:ext uri="{FF2B5EF4-FFF2-40B4-BE49-F238E27FC236}">
                <a16:creationId xmlns:a16="http://schemas.microsoft.com/office/drawing/2014/main" id="{E931943E-2952-F25A-ECCA-F329235A737F}"/>
              </a:ext>
            </a:extLst>
          </p:cNvPr>
          <p:cNvSpPr>
            <a:spLocks noGrp="1"/>
          </p:cNvSpPr>
          <p:nvPr>
            <p:ph type="ftr" sz="quarter" idx="15"/>
          </p:nvPr>
        </p:nvSpPr>
        <p:spPr/>
        <p:txBody>
          <a:bodyPr/>
          <a:lstStyle>
            <a:lvl1pPr>
              <a:defRPr>
                <a:solidFill>
                  <a:schemeClr val="tx1"/>
                </a:solidFill>
              </a:defRPr>
            </a:lvl1pPr>
          </a:lstStyle>
          <a:p>
            <a:r>
              <a:rPr lang="en-US"/>
              <a:t>Customer Experience</a:t>
            </a:r>
          </a:p>
        </p:txBody>
      </p:sp>
      <p:sp>
        <p:nvSpPr>
          <p:cNvPr id="16" name="Slide Number Placeholder 15">
            <a:extLst>
              <a:ext uri="{FF2B5EF4-FFF2-40B4-BE49-F238E27FC236}">
                <a16:creationId xmlns:a16="http://schemas.microsoft.com/office/drawing/2014/main" id="{EBCB7712-53BF-0892-3D4B-354DE5C528E5}"/>
              </a:ext>
            </a:extLst>
          </p:cNvPr>
          <p:cNvSpPr>
            <a:spLocks noGrp="1"/>
          </p:cNvSpPr>
          <p:nvPr>
            <p:ph type="sldNum" sz="quarter" idx="16"/>
          </p:nvPr>
        </p:nvSpPr>
        <p:spPr/>
        <p:txBody>
          <a:bodyPr/>
          <a:lstStyle>
            <a:lvl1pPr>
              <a:defRPr>
                <a:solidFill>
                  <a:schemeClr val="tx1"/>
                </a:solidFill>
              </a:defRPr>
            </a:lvl1pPr>
          </a:lstStyle>
          <a:p>
            <a:fld id="{F1BC30E3-FFE5-4B91-AA19-87A149EBB9EE}" type="slidenum">
              <a:rPr lang="en-GB" smtClean="0"/>
              <a:pPr/>
              <a:t>‹#›</a:t>
            </a:fld>
            <a:endParaRPr lang="en-GB"/>
          </a:p>
        </p:txBody>
      </p:sp>
      <p:pic>
        <p:nvPicPr>
          <p:cNvPr id="9" name="Graphic 8">
            <a:extLst>
              <a:ext uri="{FF2B5EF4-FFF2-40B4-BE49-F238E27FC236}">
                <a16:creationId xmlns:a16="http://schemas.microsoft.com/office/drawing/2014/main" id="{0A28163E-C08A-7E66-2C7F-D1F0A16B7244}"/>
              </a:ext>
            </a:extLst>
          </p:cNvPr>
          <p:cNvPicPr/>
          <p:nvPr userDrawn="1"/>
        </p:nvPicPr>
        <p:blipFill>
          <a:blip r:embed="rId3">
            <a:extLst>
              <a:ext uri="{96DAC541-7B7A-43D3-8B79-37D633B846F1}">
                <asvg:svgBlip xmlns:asvg="http://schemas.microsoft.com/office/drawing/2016/SVG/main" r:embed="rId4"/>
              </a:ext>
            </a:extLst>
          </a:blip>
          <a:stretch>
            <a:fillRect/>
          </a:stretch>
        </p:blipFill>
        <p:spPr>
          <a:xfrm>
            <a:off x="11089246" y="6289101"/>
            <a:ext cx="880813" cy="341755"/>
          </a:xfrm>
          <a:prstGeom prst="rect">
            <a:avLst/>
          </a:prstGeom>
        </p:spPr>
      </p:pic>
    </p:spTree>
    <p:extLst>
      <p:ext uri="{BB962C8B-B14F-4D97-AF65-F5344CB8AC3E}">
        <p14:creationId xmlns:p14="http://schemas.microsoft.com/office/powerpoint/2010/main" val="19342700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Contents">
    <p:spTree>
      <p:nvGrpSpPr>
        <p:cNvPr id="1" name=""/>
        <p:cNvGrpSpPr/>
        <p:nvPr/>
      </p:nvGrpSpPr>
      <p:grpSpPr>
        <a:xfrm>
          <a:off x="0" y="0"/>
          <a:ext cx="0" cy="0"/>
          <a:chOff x="0" y="0"/>
          <a:chExt cx="0" cy="0"/>
        </a:xfrm>
      </p:grpSpPr>
      <p:pic>
        <p:nvPicPr>
          <p:cNvPr id="11" name="Picture 10" descr="A blurry image of a rainbow&#10;&#10;Description automatically generated">
            <a:extLst>
              <a:ext uri="{FF2B5EF4-FFF2-40B4-BE49-F238E27FC236}">
                <a16:creationId xmlns:a16="http://schemas.microsoft.com/office/drawing/2014/main" id="{0CF60EBF-BB0E-A13F-6F1D-8E03C5FC39A6}"/>
              </a:ext>
            </a:extLst>
          </p:cNvPr>
          <p:cNvPicPr>
            <a:picLocks/>
          </p:cNvPicPr>
          <p:nvPr userDrawn="1"/>
        </p:nvPicPr>
        <p:blipFill>
          <a:blip r:embed="rId2">
            <a:extLst>
              <a:ext uri="{28A0092B-C50C-407E-A947-70E740481C1C}">
                <a14:useLocalDpi xmlns:a14="http://schemas.microsoft.com/office/drawing/2010/main" val="0"/>
              </a:ext>
            </a:extLst>
          </a:blip>
          <a:stretch>
            <a:fillRect/>
          </a:stretch>
        </p:blipFill>
        <p:spPr bwMode="hidden">
          <a:xfrm>
            <a:off x="0" y="0"/>
            <a:ext cx="12193200" cy="6858000"/>
          </a:xfrm>
          <a:prstGeom prst="rect">
            <a:avLst/>
          </a:prstGeom>
        </p:spPr>
      </p:pic>
      <p:sp>
        <p:nvSpPr>
          <p:cNvPr id="2" name="Title 1">
            <a:extLst>
              <a:ext uri="{FF2B5EF4-FFF2-40B4-BE49-F238E27FC236}">
                <a16:creationId xmlns:a16="http://schemas.microsoft.com/office/drawing/2014/main" id="{3930FFC6-DEA1-5FCD-0ABD-350186ADBF5D}"/>
              </a:ext>
            </a:extLst>
          </p:cNvPr>
          <p:cNvSpPr>
            <a:spLocks noGrp="1"/>
          </p:cNvSpPr>
          <p:nvPr>
            <p:ph type="title" hasCustomPrompt="1"/>
          </p:nvPr>
        </p:nvSpPr>
        <p:spPr>
          <a:xfrm>
            <a:off x="485523" y="369888"/>
            <a:ext cx="3314701" cy="470898"/>
          </a:xfrm>
        </p:spPr>
        <p:txBody>
          <a:bodyPr/>
          <a:lstStyle>
            <a:lvl1pPr>
              <a:defRPr>
                <a:solidFill>
                  <a:schemeClr val="tx2"/>
                </a:solidFill>
              </a:defRPr>
            </a:lvl1pPr>
          </a:lstStyle>
          <a:p>
            <a:r>
              <a:rPr lang="en-GB"/>
              <a:t>Contents</a:t>
            </a:r>
            <a:endParaRPr lang="en-US"/>
          </a:p>
        </p:txBody>
      </p:sp>
      <p:sp>
        <p:nvSpPr>
          <p:cNvPr id="7" name="Text Placeholder 6">
            <a:extLst>
              <a:ext uri="{FF2B5EF4-FFF2-40B4-BE49-F238E27FC236}">
                <a16:creationId xmlns:a16="http://schemas.microsoft.com/office/drawing/2014/main" id="{7B8AEA00-448F-1217-B10E-ABF6D402B4CB}"/>
              </a:ext>
            </a:extLst>
          </p:cNvPr>
          <p:cNvSpPr>
            <a:spLocks noGrp="1"/>
          </p:cNvSpPr>
          <p:nvPr>
            <p:ph type="body" sz="quarter" idx="15" hasCustomPrompt="1"/>
          </p:nvPr>
        </p:nvSpPr>
        <p:spPr>
          <a:xfrm>
            <a:off x="485775" y="1411287"/>
            <a:ext cx="5099050" cy="4638675"/>
          </a:xfrm>
        </p:spPr>
        <p:txBody>
          <a:bodyPr/>
          <a:lstStyle>
            <a:lvl1pPr>
              <a:defRPr sz="2400">
                <a:solidFill>
                  <a:schemeClr val="tx1"/>
                </a:solidFill>
              </a:defRPr>
            </a:lvl1pPr>
            <a:lvl2pPr>
              <a:defRPr sz="2400">
                <a:solidFill>
                  <a:schemeClr val="tx1"/>
                </a:solidFill>
              </a:defRPr>
            </a:lvl2pPr>
            <a:lvl3pPr>
              <a:defRPr sz="2000">
                <a:solidFill>
                  <a:schemeClr val="tx1"/>
                </a:solidFill>
              </a:defRPr>
            </a:lvl3pPr>
            <a:lvl4pPr>
              <a:defRPr sz="1800">
                <a:solidFill>
                  <a:schemeClr val="tx1"/>
                </a:solidFill>
              </a:defRPr>
            </a:lvl4pPr>
            <a:lvl5pPr>
              <a:defRPr sz="1800">
                <a:solidFill>
                  <a:schemeClr val="tx1"/>
                </a:solidFill>
              </a:defRPr>
            </a:lvl5pPr>
          </a:lstStyle>
          <a:p>
            <a:pPr lvl="0"/>
            <a:r>
              <a:rPr lang="en-GB"/>
              <a:t>Introduction text goes here and delete the bullet if not required</a:t>
            </a:r>
          </a:p>
          <a:p>
            <a:pPr lvl="1"/>
            <a:r>
              <a:rPr lang="en-GB"/>
              <a:t>Second level</a:t>
            </a:r>
          </a:p>
          <a:p>
            <a:pPr lvl="2"/>
            <a:r>
              <a:rPr lang="en-GB"/>
              <a:t>Third level</a:t>
            </a:r>
          </a:p>
          <a:p>
            <a:pPr lvl="3"/>
            <a:r>
              <a:rPr lang="en-GB"/>
              <a:t>Fourth level</a:t>
            </a:r>
          </a:p>
          <a:p>
            <a:pPr lvl="4"/>
            <a:r>
              <a:rPr lang="en-GB"/>
              <a:t>Fifth level</a:t>
            </a:r>
            <a:endParaRPr lang="en-US"/>
          </a:p>
        </p:txBody>
      </p:sp>
      <p:sp>
        <p:nvSpPr>
          <p:cNvPr id="16" name="Date Placeholder 15">
            <a:extLst>
              <a:ext uri="{FF2B5EF4-FFF2-40B4-BE49-F238E27FC236}">
                <a16:creationId xmlns:a16="http://schemas.microsoft.com/office/drawing/2014/main" id="{6B67F104-BCCD-4057-9F3C-70C29E057A50}"/>
              </a:ext>
            </a:extLst>
          </p:cNvPr>
          <p:cNvSpPr>
            <a:spLocks noGrp="1"/>
          </p:cNvSpPr>
          <p:nvPr>
            <p:ph type="dt" sz="half" idx="16"/>
          </p:nvPr>
        </p:nvSpPr>
        <p:spPr/>
        <p:txBody>
          <a:bodyPr/>
          <a:lstStyle>
            <a:lvl1pPr>
              <a:defRPr>
                <a:solidFill>
                  <a:schemeClr val="tx1"/>
                </a:solidFill>
              </a:defRPr>
            </a:lvl1pPr>
          </a:lstStyle>
          <a:p>
            <a:fld id="{5F1078CF-BABC-4945-924E-0D3EC0B59AE9}" type="datetime3">
              <a:rPr lang="en-US" smtClean="0"/>
              <a:t>18 March 2026</a:t>
            </a:fld>
            <a:endParaRPr lang="en-US"/>
          </a:p>
        </p:txBody>
      </p:sp>
      <p:sp>
        <p:nvSpPr>
          <p:cNvPr id="17" name="Footer Placeholder 16">
            <a:extLst>
              <a:ext uri="{FF2B5EF4-FFF2-40B4-BE49-F238E27FC236}">
                <a16:creationId xmlns:a16="http://schemas.microsoft.com/office/drawing/2014/main" id="{6880D4C2-A728-3810-8EAF-6AC78A949BE5}"/>
              </a:ext>
            </a:extLst>
          </p:cNvPr>
          <p:cNvSpPr>
            <a:spLocks noGrp="1"/>
          </p:cNvSpPr>
          <p:nvPr>
            <p:ph type="ftr" sz="quarter" idx="17"/>
          </p:nvPr>
        </p:nvSpPr>
        <p:spPr/>
        <p:txBody>
          <a:bodyPr/>
          <a:lstStyle>
            <a:lvl1pPr>
              <a:defRPr>
                <a:solidFill>
                  <a:schemeClr val="tx1"/>
                </a:solidFill>
              </a:defRPr>
            </a:lvl1pPr>
          </a:lstStyle>
          <a:p>
            <a:r>
              <a:rPr lang="en-US"/>
              <a:t>Customer Experience</a:t>
            </a:r>
          </a:p>
        </p:txBody>
      </p:sp>
      <p:sp>
        <p:nvSpPr>
          <p:cNvPr id="18" name="Slide Number Placeholder 17">
            <a:extLst>
              <a:ext uri="{FF2B5EF4-FFF2-40B4-BE49-F238E27FC236}">
                <a16:creationId xmlns:a16="http://schemas.microsoft.com/office/drawing/2014/main" id="{4CB206C2-DFD0-9033-25AE-68BCB50C1933}"/>
              </a:ext>
            </a:extLst>
          </p:cNvPr>
          <p:cNvSpPr>
            <a:spLocks noGrp="1"/>
          </p:cNvSpPr>
          <p:nvPr>
            <p:ph type="sldNum" sz="quarter" idx="18"/>
          </p:nvPr>
        </p:nvSpPr>
        <p:spPr/>
        <p:txBody>
          <a:bodyPr/>
          <a:lstStyle>
            <a:lvl1pPr>
              <a:defRPr>
                <a:solidFill>
                  <a:schemeClr val="tx1"/>
                </a:solidFill>
              </a:defRPr>
            </a:lvl1pPr>
          </a:lstStyle>
          <a:p>
            <a:fld id="{F1BC30E3-FFE5-4B91-AA19-87A149EBB9EE}" type="slidenum">
              <a:rPr lang="en-GB" smtClean="0"/>
              <a:pPr/>
              <a:t>‹#›</a:t>
            </a:fld>
            <a:endParaRPr lang="en-GB"/>
          </a:p>
        </p:txBody>
      </p:sp>
      <p:sp>
        <p:nvSpPr>
          <p:cNvPr id="20" name="Text Placeholder 6">
            <a:extLst>
              <a:ext uri="{FF2B5EF4-FFF2-40B4-BE49-F238E27FC236}">
                <a16:creationId xmlns:a16="http://schemas.microsoft.com/office/drawing/2014/main" id="{C8D62577-E867-CFB5-4396-A62B9BC97673}"/>
              </a:ext>
            </a:extLst>
          </p:cNvPr>
          <p:cNvSpPr>
            <a:spLocks noGrp="1"/>
          </p:cNvSpPr>
          <p:nvPr>
            <p:ph type="body" sz="quarter" idx="21" hasCustomPrompt="1"/>
          </p:nvPr>
        </p:nvSpPr>
        <p:spPr>
          <a:xfrm>
            <a:off x="6096000" y="1411287"/>
            <a:ext cx="5610225" cy="4638675"/>
          </a:xfrm>
        </p:spPr>
        <p:txBody>
          <a:bodyPr/>
          <a:lstStyle>
            <a:lvl1pPr marL="457200" indent="-457200">
              <a:buFont typeface="+mj-lt"/>
              <a:buAutoNum type="arabicPeriod"/>
              <a:defRPr sz="1800">
                <a:solidFill>
                  <a:schemeClr val="tx1"/>
                </a:solidFill>
              </a:defRPr>
            </a:lvl1pPr>
            <a:lvl2pPr marL="914400" indent="-457200">
              <a:defRPr sz="1600">
                <a:solidFill>
                  <a:schemeClr val="tx1"/>
                </a:solidFill>
              </a:defRPr>
            </a:lvl2pPr>
            <a:lvl3pPr marL="914400" indent="-457200">
              <a:defRPr sz="1600">
                <a:solidFill>
                  <a:schemeClr val="tx1"/>
                </a:solidFill>
              </a:defRPr>
            </a:lvl3pPr>
            <a:lvl4pPr marL="914400" indent="-457200">
              <a:defRPr sz="1400">
                <a:solidFill>
                  <a:schemeClr val="tx1"/>
                </a:solidFill>
              </a:defRPr>
            </a:lvl4pPr>
            <a:lvl5pPr marL="914400" indent="-457200">
              <a:defRPr sz="1400">
                <a:solidFill>
                  <a:schemeClr val="tx1"/>
                </a:solidFill>
              </a:defRPr>
            </a:lvl5pPr>
          </a:lstStyle>
          <a:p>
            <a:pPr lvl="0"/>
            <a:r>
              <a:rPr lang="en-IN"/>
              <a:t>Section header goes here and to insert page numbers use the tab button on the keyboard</a:t>
            </a:r>
          </a:p>
          <a:p>
            <a:pPr lvl="1"/>
            <a:r>
              <a:rPr lang="en-GB"/>
              <a:t>Second level</a:t>
            </a:r>
          </a:p>
          <a:p>
            <a:pPr lvl="2"/>
            <a:r>
              <a:rPr lang="en-GB"/>
              <a:t>Third level</a:t>
            </a:r>
          </a:p>
          <a:p>
            <a:pPr lvl="3"/>
            <a:r>
              <a:rPr lang="en-GB"/>
              <a:t>Fourth level</a:t>
            </a:r>
          </a:p>
          <a:p>
            <a:pPr lvl="4"/>
            <a:r>
              <a:rPr lang="en-GB"/>
              <a:t>Fifth level</a:t>
            </a:r>
            <a:endParaRPr lang="en-US"/>
          </a:p>
        </p:txBody>
      </p:sp>
      <p:pic>
        <p:nvPicPr>
          <p:cNvPr id="4" name="Graphic 3">
            <a:extLst>
              <a:ext uri="{FF2B5EF4-FFF2-40B4-BE49-F238E27FC236}">
                <a16:creationId xmlns:a16="http://schemas.microsoft.com/office/drawing/2014/main" id="{9E4E8F48-2B62-ADE2-EA9C-CE35977DD1F6}"/>
              </a:ext>
            </a:extLst>
          </p:cNvPr>
          <p:cNvPicPr/>
          <p:nvPr userDrawn="1"/>
        </p:nvPicPr>
        <p:blipFill>
          <a:blip r:embed="rId3">
            <a:extLst>
              <a:ext uri="{96DAC541-7B7A-43D3-8B79-37D633B846F1}">
                <asvg:svgBlip xmlns:asvg="http://schemas.microsoft.com/office/drawing/2016/SVG/main" r:embed="rId4"/>
              </a:ext>
            </a:extLst>
          </a:blip>
          <a:stretch>
            <a:fillRect/>
          </a:stretch>
        </p:blipFill>
        <p:spPr>
          <a:xfrm>
            <a:off x="11089246" y="6289101"/>
            <a:ext cx="880813" cy="341755"/>
          </a:xfrm>
          <a:prstGeom prst="rect">
            <a:avLst/>
          </a:prstGeom>
        </p:spPr>
      </p:pic>
    </p:spTree>
    <p:extLst>
      <p:ext uri="{BB962C8B-B14F-4D97-AF65-F5344CB8AC3E}">
        <p14:creationId xmlns:p14="http://schemas.microsoft.com/office/powerpoint/2010/main" val="388429896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pic>
        <p:nvPicPr>
          <p:cNvPr id="8" name="Picture 7" descr="A bright light in the dark&#10;&#10;Description automatically generated">
            <a:extLst>
              <a:ext uri="{FF2B5EF4-FFF2-40B4-BE49-F238E27FC236}">
                <a16:creationId xmlns:a16="http://schemas.microsoft.com/office/drawing/2014/main" id="{C6893964-B096-BBF5-42BC-1EAE055022BA}"/>
              </a:ext>
            </a:extLst>
          </p:cNvPr>
          <p:cNvPicPr>
            <a:picLocks/>
          </p:cNvPicPr>
          <p:nvPr userDrawn="1"/>
        </p:nvPicPr>
        <p:blipFill>
          <a:blip r:embed="rId2">
            <a:extLst>
              <a:ext uri="{28A0092B-C50C-407E-A947-70E740481C1C}">
                <a14:useLocalDpi xmlns:a14="http://schemas.microsoft.com/office/drawing/2010/main" val="0"/>
              </a:ext>
            </a:extLst>
          </a:blip>
          <a:stretch>
            <a:fillRect/>
          </a:stretch>
        </p:blipFill>
        <p:spPr bwMode="hidden">
          <a:xfrm>
            <a:off x="0" y="0"/>
            <a:ext cx="12193200" cy="6858000"/>
          </a:xfrm>
          <a:prstGeom prst="rect">
            <a:avLst/>
          </a:prstGeom>
        </p:spPr>
      </p:pic>
      <p:sp>
        <p:nvSpPr>
          <p:cNvPr id="17" name="Text Placeholder 9">
            <a:extLst>
              <a:ext uri="{FF2B5EF4-FFF2-40B4-BE49-F238E27FC236}">
                <a16:creationId xmlns:a16="http://schemas.microsoft.com/office/drawing/2014/main" id="{B9199D71-1BDD-2925-CD92-9B0B3F8439E9}"/>
              </a:ext>
            </a:extLst>
          </p:cNvPr>
          <p:cNvSpPr>
            <a:spLocks noGrp="1"/>
          </p:cNvSpPr>
          <p:nvPr>
            <p:ph type="body" sz="quarter" idx="28" hasCustomPrompt="1"/>
          </p:nvPr>
        </p:nvSpPr>
        <p:spPr>
          <a:xfrm>
            <a:off x="2756957" y="1411287"/>
            <a:ext cx="1873220" cy="2031325"/>
          </a:xfrm>
        </p:spPr>
        <p:txBody>
          <a:bodyPr wrap="square">
            <a:spAutoFit/>
          </a:bodyPr>
          <a:lstStyle>
            <a:lvl1pPr marL="0" indent="0">
              <a:buNone/>
              <a:defRPr sz="13200">
                <a:solidFill>
                  <a:schemeClr val="tx1"/>
                </a:solidFill>
              </a:defRPr>
            </a:lvl1pPr>
          </a:lstStyle>
          <a:p>
            <a:pPr lvl="0"/>
            <a:r>
              <a:rPr lang="en-GB"/>
              <a:t>0</a:t>
            </a:r>
            <a:endParaRPr lang="en-US"/>
          </a:p>
        </p:txBody>
      </p:sp>
      <p:sp>
        <p:nvSpPr>
          <p:cNvPr id="19" name="Text Placeholder 6">
            <a:extLst>
              <a:ext uri="{FF2B5EF4-FFF2-40B4-BE49-F238E27FC236}">
                <a16:creationId xmlns:a16="http://schemas.microsoft.com/office/drawing/2014/main" id="{F8391354-FDE4-DE4D-8084-A61467B9F410}"/>
              </a:ext>
            </a:extLst>
          </p:cNvPr>
          <p:cNvSpPr>
            <a:spLocks noGrp="1"/>
          </p:cNvSpPr>
          <p:nvPr>
            <p:ph type="body" sz="quarter" idx="29" hasCustomPrompt="1"/>
          </p:nvPr>
        </p:nvSpPr>
        <p:spPr>
          <a:xfrm flipH="1">
            <a:off x="2845421" y="3642518"/>
            <a:ext cx="1784756" cy="2407444"/>
          </a:xfrm>
        </p:spPr>
        <p:txBody>
          <a:bodyPr/>
          <a:lstStyle>
            <a:lvl1pPr>
              <a:defRPr>
                <a:solidFill>
                  <a:schemeClr val="tx1"/>
                </a:solidFill>
              </a:defRPr>
            </a:lvl1pPr>
          </a:lstStyle>
          <a:p>
            <a:pPr lvl="0"/>
            <a:r>
              <a:rPr lang="en-GB"/>
              <a:t>Agenda text goes here and delete the bullet if not required</a:t>
            </a:r>
            <a:endParaRPr lang="en-US"/>
          </a:p>
        </p:txBody>
      </p:sp>
      <p:sp>
        <p:nvSpPr>
          <p:cNvPr id="20" name="Text Placeholder 9">
            <a:extLst>
              <a:ext uri="{FF2B5EF4-FFF2-40B4-BE49-F238E27FC236}">
                <a16:creationId xmlns:a16="http://schemas.microsoft.com/office/drawing/2014/main" id="{F575A1BC-5BD6-1793-C917-0720FC3DE980}"/>
              </a:ext>
            </a:extLst>
          </p:cNvPr>
          <p:cNvSpPr>
            <a:spLocks noGrp="1"/>
          </p:cNvSpPr>
          <p:nvPr>
            <p:ph type="body" sz="quarter" idx="30" hasCustomPrompt="1"/>
          </p:nvPr>
        </p:nvSpPr>
        <p:spPr>
          <a:xfrm>
            <a:off x="5116855" y="1411287"/>
            <a:ext cx="1873220" cy="2031325"/>
          </a:xfrm>
        </p:spPr>
        <p:txBody>
          <a:bodyPr wrap="square">
            <a:spAutoFit/>
          </a:bodyPr>
          <a:lstStyle>
            <a:lvl1pPr marL="0" indent="0">
              <a:buNone/>
              <a:defRPr sz="13200">
                <a:solidFill>
                  <a:schemeClr val="tx1"/>
                </a:solidFill>
              </a:defRPr>
            </a:lvl1pPr>
          </a:lstStyle>
          <a:p>
            <a:pPr lvl="0"/>
            <a:r>
              <a:rPr lang="en-GB"/>
              <a:t>0</a:t>
            </a:r>
            <a:endParaRPr lang="en-US"/>
          </a:p>
        </p:txBody>
      </p:sp>
      <p:sp>
        <p:nvSpPr>
          <p:cNvPr id="22" name="Text Placeholder 6">
            <a:extLst>
              <a:ext uri="{FF2B5EF4-FFF2-40B4-BE49-F238E27FC236}">
                <a16:creationId xmlns:a16="http://schemas.microsoft.com/office/drawing/2014/main" id="{F9CBCE1B-3F39-C7B5-CCE2-AE84242E7749}"/>
              </a:ext>
            </a:extLst>
          </p:cNvPr>
          <p:cNvSpPr>
            <a:spLocks noGrp="1"/>
          </p:cNvSpPr>
          <p:nvPr>
            <p:ph type="body" sz="quarter" idx="31" hasCustomPrompt="1"/>
          </p:nvPr>
        </p:nvSpPr>
        <p:spPr>
          <a:xfrm flipH="1">
            <a:off x="5205319" y="3642518"/>
            <a:ext cx="1784756" cy="2407444"/>
          </a:xfrm>
        </p:spPr>
        <p:txBody>
          <a:bodyPr/>
          <a:lstStyle>
            <a:lvl1pPr>
              <a:defRPr>
                <a:solidFill>
                  <a:schemeClr val="tx1"/>
                </a:solidFill>
              </a:defRPr>
            </a:lvl1pPr>
          </a:lstStyle>
          <a:p>
            <a:pPr lvl="0"/>
            <a:r>
              <a:rPr lang="en-GB"/>
              <a:t>Agenda text goes here and delete the bullet if not required</a:t>
            </a:r>
            <a:endParaRPr lang="en-US"/>
          </a:p>
        </p:txBody>
      </p:sp>
      <p:sp>
        <p:nvSpPr>
          <p:cNvPr id="25" name="Text Placeholder 6">
            <a:extLst>
              <a:ext uri="{FF2B5EF4-FFF2-40B4-BE49-F238E27FC236}">
                <a16:creationId xmlns:a16="http://schemas.microsoft.com/office/drawing/2014/main" id="{814015C2-B8E4-B890-4CD0-F6A3A2052CAC}"/>
              </a:ext>
            </a:extLst>
          </p:cNvPr>
          <p:cNvSpPr>
            <a:spLocks noGrp="1"/>
          </p:cNvSpPr>
          <p:nvPr>
            <p:ph type="body" sz="quarter" idx="33" hasCustomPrompt="1"/>
          </p:nvPr>
        </p:nvSpPr>
        <p:spPr>
          <a:xfrm>
            <a:off x="7565217" y="3642518"/>
            <a:ext cx="1784756" cy="2407444"/>
          </a:xfrm>
        </p:spPr>
        <p:txBody>
          <a:bodyPr/>
          <a:lstStyle>
            <a:lvl1pPr>
              <a:defRPr>
                <a:solidFill>
                  <a:schemeClr val="tx1"/>
                </a:solidFill>
              </a:defRPr>
            </a:lvl1pPr>
          </a:lstStyle>
          <a:p>
            <a:pPr lvl="0"/>
            <a:r>
              <a:rPr lang="en-GB"/>
              <a:t>Agenda text goes here and delete the bullet if not required</a:t>
            </a:r>
            <a:endParaRPr lang="en-US"/>
          </a:p>
        </p:txBody>
      </p:sp>
      <p:sp>
        <p:nvSpPr>
          <p:cNvPr id="30" name="Text Placeholder 9">
            <a:extLst>
              <a:ext uri="{FF2B5EF4-FFF2-40B4-BE49-F238E27FC236}">
                <a16:creationId xmlns:a16="http://schemas.microsoft.com/office/drawing/2014/main" id="{37959C9A-F406-FB92-6FFF-08F42234CF91}"/>
              </a:ext>
            </a:extLst>
          </p:cNvPr>
          <p:cNvSpPr>
            <a:spLocks noGrp="1"/>
          </p:cNvSpPr>
          <p:nvPr>
            <p:ph type="body" sz="quarter" idx="34" hasCustomPrompt="1"/>
          </p:nvPr>
        </p:nvSpPr>
        <p:spPr>
          <a:xfrm>
            <a:off x="9836650" y="1411287"/>
            <a:ext cx="1873220" cy="2031325"/>
          </a:xfrm>
        </p:spPr>
        <p:txBody>
          <a:bodyPr wrap="square">
            <a:spAutoFit/>
          </a:bodyPr>
          <a:lstStyle>
            <a:lvl1pPr marL="0" indent="0">
              <a:buNone/>
              <a:defRPr sz="13200">
                <a:solidFill>
                  <a:schemeClr val="tx1"/>
                </a:solidFill>
              </a:defRPr>
            </a:lvl1pPr>
          </a:lstStyle>
          <a:p>
            <a:pPr lvl="0"/>
            <a:r>
              <a:rPr lang="en-GB"/>
              <a:t>0</a:t>
            </a:r>
            <a:endParaRPr lang="en-US"/>
          </a:p>
        </p:txBody>
      </p:sp>
      <p:sp>
        <p:nvSpPr>
          <p:cNvPr id="34" name="Text Placeholder 6">
            <a:extLst>
              <a:ext uri="{FF2B5EF4-FFF2-40B4-BE49-F238E27FC236}">
                <a16:creationId xmlns:a16="http://schemas.microsoft.com/office/drawing/2014/main" id="{BC6A6256-32C1-F83C-4A32-D674785CF1DF}"/>
              </a:ext>
            </a:extLst>
          </p:cNvPr>
          <p:cNvSpPr>
            <a:spLocks noGrp="1"/>
          </p:cNvSpPr>
          <p:nvPr>
            <p:ph type="body" sz="quarter" idx="35" hasCustomPrompt="1"/>
          </p:nvPr>
        </p:nvSpPr>
        <p:spPr>
          <a:xfrm>
            <a:off x="9925114" y="3642518"/>
            <a:ext cx="1784756" cy="2407444"/>
          </a:xfrm>
        </p:spPr>
        <p:txBody>
          <a:bodyPr/>
          <a:lstStyle>
            <a:lvl1pPr>
              <a:defRPr>
                <a:solidFill>
                  <a:schemeClr val="tx1"/>
                </a:solidFill>
              </a:defRPr>
            </a:lvl1pPr>
          </a:lstStyle>
          <a:p>
            <a:pPr lvl="0"/>
            <a:r>
              <a:rPr lang="en-GB"/>
              <a:t>Agenda text goes here and delete the bullet if not required</a:t>
            </a:r>
            <a:endParaRPr lang="en-US"/>
          </a:p>
        </p:txBody>
      </p:sp>
      <p:sp>
        <p:nvSpPr>
          <p:cNvPr id="2" name="Title 1">
            <a:extLst>
              <a:ext uri="{FF2B5EF4-FFF2-40B4-BE49-F238E27FC236}">
                <a16:creationId xmlns:a16="http://schemas.microsoft.com/office/drawing/2014/main" id="{E49EC5F5-14E0-4B05-29E6-E9A059AA1002}"/>
              </a:ext>
            </a:extLst>
          </p:cNvPr>
          <p:cNvSpPr>
            <a:spLocks noGrp="1"/>
          </p:cNvSpPr>
          <p:nvPr>
            <p:ph type="title" hasCustomPrompt="1"/>
          </p:nvPr>
        </p:nvSpPr>
        <p:spPr>
          <a:xfrm>
            <a:off x="485523" y="369888"/>
            <a:ext cx="11224347" cy="470898"/>
          </a:xfrm>
        </p:spPr>
        <p:txBody>
          <a:bodyPr/>
          <a:lstStyle>
            <a:lvl1pPr>
              <a:defRPr>
                <a:solidFill>
                  <a:schemeClr val="tx2"/>
                </a:solidFill>
              </a:defRPr>
            </a:lvl1pPr>
          </a:lstStyle>
          <a:p>
            <a:r>
              <a:rPr lang="en-GB"/>
              <a:t>Agenda</a:t>
            </a:r>
            <a:endParaRPr lang="en-US"/>
          </a:p>
        </p:txBody>
      </p:sp>
      <p:sp>
        <p:nvSpPr>
          <p:cNvPr id="10" name="Text Placeholder 9">
            <a:extLst>
              <a:ext uri="{FF2B5EF4-FFF2-40B4-BE49-F238E27FC236}">
                <a16:creationId xmlns:a16="http://schemas.microsoft.com/office/drawing/2014/main" id="{920A2165-CDB3-28AA-F42A-E5E3D72C1440}"/>
              </a:ext>
            </a:extLst>
          </p:cNvPr>
          <p:cNvSpPr>
            <a:spLocks noGrp="1"/>
          </p:cNvSpPr>
          <p:nvPr>
            <p:ph type="body" sz="quarter" idx="13" hasCustomPrompt="1"/>
          </p:nvPr>
        </p:nvSpPr>
        <p:spPr>
          <a:xfrm>
            <a:off x="397311" y="1411287"/>
            <a:ext cx="1873220" cy="2031325"/>
          </a:xfrm>
        </p:spPr>
        <p:txBody>
          <a:bodyPr wrap="square">
            <a:spAutoFit/>
          </a:bodyPr>
          <a:lstStyle>
            <a:lvl1pPr marL="0" indent="0">
              <a:buNone/>
              <a:defRPr sz="13200">
                <a:solidFill>
                  <a:schemeClr val="tx1"/>
                </a:solidFill>
              </a:defRPr>
            </a:lvl1pPr>
          </a:lstStyle>
          <a:p>
            <a:pPr lvl="0"/>
            <a:r>
              <a:rPr lang="en-GB"/>
              <a:t>0</a:t>
            </a:r>
            <a:endParaRPr lang="en-US"/>
          </a:p>
        </p:txBody>
      </p:sp>
      <p:sp>
        <p:nvSpPr>
          <p:cNvPr id="3" name="Text Placeholder 6">
            <a:extLst>
              <a:ext uri="{FF2B5EF4-FFF2-40B4-BE49-F238E27FC236}">
                <a16:creationId xmlns:a16="http://schemas.microsoft.com/office/drawing/2014/main" id="{F78D4931-12A7-7D80-F380-EDF6BE10CA42}"/>
              </a:ext>
            </a:extLst>
          </p:cNvPr>
          <p:cNvSpPr>
            <a:spLocks noGrp="1"/>
          </p:cNvSpPr>
          <p:nvPr>
            <p:ph type="body" sz="quarter" idx="27" hasCustomPrompt="1"/>
          </p:nvPr>
        </p:nvSpPr>
        <p:spPr>
          <a:xfrm>
            <a:off x="485523" y="3642518"/>
            <a:ext cx="1784756" cy="2407444"/>
          </a:xfrm>
        </p:spPr>
        <p:txBody>
          <a:bodyPr/>
          <a:lstStyle>
            <a:lvl1pPr>
              <a:defRPr>
                <a:solidFill>
                  <a:schemeClr val="tx1"/>
                </a:solidFill>
              </a:defRPr>
            </a:lvl1pPr>
          </a:lstStyle>
          <a:p>
            <a:pPr lvl="0"/>
            <a:r>
              <a:rPr lang="en-GB"/>
              <a:t>Agenda text goes here and delete the bullet if not required</a:t>
            </a:r>
            <a:endParaRPr lang="en-US"/>
          </a:p>
        </p:txBody>
      </p:sp>
      <p:sp>
        <p:nvSpPr>
          <p:cNvPr id="23" name="Text Placeholder 9">
            <a:extLst>
              <a:ext uri="{FF2B5EF4-FFF2-40B4-BE49-F238E27FC236}">
                <a16:creationId xmlns:a16="http://schemas.microsoft.com/office/drawing/2014/main" id="{38D52684-7A0E-2BDF-C56C-F721FED04E3A}"/>
              </a:ext>
            </a:extLst>
          </p:cNvPr>
          <p:cNvSpPr>
            <a:spLocks noGrp="1"/>
          </p:cNvSpPr>
          <p:nvPr>
            <p:ph type="body" sz="quarter" idx="32" hasCustomPrompt="1"/>
          </p:nvPr>
        </p:nvSpPr>
        <p:spPr>
          <a:xfrm>
            <a:off x="7476754" y="1411287"/>
            <a:ext cx="1873220" cy="2031325"/>
          </a:xfrm>
        </p:spPr>
        <p:txBody>
          <a:bodyPr wrap="square">
            <a:spAutoFit/>
          </a:bodyPr>
          <a:lstStyle>
            <a:lvl1pPr marL="0" indent="0">
              <a:buNone/>
              <a:defRPr sz="13200">
                <a:solidFill>
                  <a:schemeClr val="tx1"/>
                </a:solidFill>
              </a:defRPr>
            </a:lvl1pPr>
          </a:lstStyle>
          <a:p>
            <a:pPr lvl="0"/>
            <a:r>
              <a:rPr lang="en-GB"/>
              <a:t>0</a:t>
            </a:r>
            <a:endParaRPr lang="en-US"/>
          </a:p>
        </p:txBody>
      </p:sp>
      <p:sp>
        <p:nvSpPr>
          <p:cNvPr id="36" name="SmartArt Placeholder 35">
            <a:extLst>
              <a:ext uri="{FF2B5EF4-FFF2-40B4-BE49-F238E27FC236}">
                <a16:creationId xmlns:a16="http://schemas.microsoft.com/office/drawing/2014/main" id="{6D23DAA3-59C7-A352-8728-D157F22D25EF}"/>
              </a:ext>
            </a:extLst>
          </p:cNvPr>
          <p:cNvSpPr>
            <a:spLocks noGrp="1"/>
          </p:cNvSpPr>
          <p:nvPr>
            <p:ph type="dgm" sz="quarter" idx="36" hasCustomPrompt="1"/>
          </p:nvPr>
        </p:nvSpPr>
        <p:spPr>
          <a:xfrm>
            <a:off x="2556050" y="2020781"/>
            <a:ext cx="3600" cy="4030662"/>
          </a:xfrm>
          <a:solidFill>
            <a:schemeClr val="tx1"/>
          </a:solidFill>
        </p:spPr>
        <p:txBody>
          <a:bodyPr/>
          <a:lstStyle>
            <a:lvl1pPr marL="0" indent="0">
              <a:buNone/>
              <a:defRPr>
                <a:solidFill>
                  <a:schemeClr val="tx1"/>
                </a:solidFill>
              </a:defRPr>
            </a:lvl1pPr>
          </a:lstStyle>
          <a:p>
            <a:r>
              <a:rPr lang="en-US"/>
              <a:t> </a:t>
            </a:r>
          </a:p>
        </p:txBody>
      </p:sp>
      <p:sp>
        <p:nvSpPr>
          <p:cNvPr id="37" name="SmartArt Placeholder 35">
            <a:extLst>
              <a:ext uri="{FF2B5EF4-FFF2-40B4-BE49-F238E27FC236}">
                <a16:creationId xmlns:a16="http://schemas.microsoft.com/office/drawing/2014/main" id="{D33DFC67-321E-4CFE-436A-CF6FA96BA7E4}"/>
              </a:ext>
            </a:extLst>
          </p:cNvPr>
          <p:cNvSpPr>
            <a:spLocks noGrp="1"/>
          </p:cNvSpPr>
          <p:nvPr>
            <p:ph type="dgm" sz="quarter" idx="37" hasCustomPrompt="1"/>
          </p:nvPr>
        </p:nvSpPr>
        <p:spPr>
          <a:xfrm flipH="1">
            <a:off x="4915948" y="2020781"/>
            <a:ext cx="3600" cy="4030662"/>
          </a:xfrm>
          <a:solidFill>
            <a:schemeClr val="tx1"/>
          </a:solidFill>
        </p:spPr>
        <p:txBody>
          <a:bodyPr/>
          <a:lstStyle>
            <a:lvl1pPr marL="0" indent="0">
              <a:buNone/>
              <a:defRPr>
                <a:solidFill>
                  <a:schemeClr val="tx1"/>
                </a:solidFill>
              </a:defRPr>
            </a:lvl1pPr>
          </a:lstStyle>
          <a:p>
            <a:r>
              <a:rPr lang="en-US"/>
              <a:t> </a:t>
            </a:r>
          </a:p>
        </p:txBody>
      </p:sp>
      <p:sp>
        <p:nvSpPr>
          <p:cNvPr id="38" name="SmartArt Placeholder 35">
            <a:extLst>
              <a:ext uri="{FF2B5EF4-FFF2-40B4-BE49-F238E27FC236}">
                <a16:creationId xmlns:a16="http://schemas.microsoft.com/office/drawing/2014/main" id="{A43CB924-4778-AEB3-1D6C-5B802CD043B0}"/>
              </a:ext>
            </a:extLst>
          </p:cNvPr>
          <p:cNvSpPr>
            <a:spLocks noGrp="1"/>
          </p:cNvSpPr>
          <p:nvPr>
            <p:ph type="dgm" sz="quarter" idx="38" hasCustomPrompt="1"/>
          </p:nvPr>
        </p:nvSpPr>
        <p:spPr>
          <a:xfrm>
            <a:off x="7275846" y="2020781"/>
            <a:ext cx="3600" cy="4030662"/>
          </a:xfrm>
          <a:solidFill>
            <a:schemeClr val="tx1"/>
          </a:solidFill>
        </p:spPr>
        <p:txBody>
          <a:bodyPr/>
          <a:lstStyle>
            <a:lvl1pPr marL="0" indent="0">
              <a:buNone/>
              <a:defRPr>
                <a:solidFill>
                  <a:schemeClr val="tx1"/>
                </a:solidFill>
              </a:defRPr>
            </a:lvl1pPr>
          </a:lstStyle>
          <a:p>
            <a:r>
              <a:rPr lang="en-US"/>
              <a:t> </a:t>
            </a:r>
          </a:p>
        </p:txBody>
      </p:sp>
      <p:sp>
        <p:nvSpPr>
          <p:cNvPr id="39" name="SmartArt Placeholder 35">
            <a:extLst>
              <a:ext uri="{FF2B5EF4-FFF2-40B4-BE49-F238E27FC236}">
                <a16:creationId xmlns:a16="http://schemas.microsoft.com/office/drawing/2014/main" id="{225723D6-9330-76F1-3F3B-6A582AC1C154}"/>
              </a:ext>
            </a:extLst>
          </p:cNvPr>
          <p:cNvSpPr>
            <a:spLocks noGrp="1"/>
          </p:cNvSpPr>
          <p:nvPr>
            <p:ph type="dgm" sz="quarter" idx="39" hasCustomPrompt="1"/>
          </p:nvPr>
        </p:nvSpPr>
        <p:spPr>
          <a:xfrm>
            <a:off x="9635744" y="2020781"/>
            <a:ext cx="3600" cy="4030662"/>
          </a:xfrm>
          <a:solidFill>
            <a:schemeClr val="tx1"/>
          </a:solidFill>
        </p:spPr>
        <p:txBody>
          <a:bodyPr/>
          <a:lstStyle>
            <a:lvl1pPr marL="0" indent="0">
              <a:buNone/>
              <a:defRPr>
                <a:solidFill>
                  <a:schemeClr val="tx1"/>
                </a:solidFill>
              </a:defRPr>
            </a:lvl1pPr>
          </a:lstStyle>
          <a:p>
            <a:r>
              <a:rPr lang="en-US"/>
              <a:t> </a:t>
            </a:r>
          </a:p>
        </p:txBody>
      </p:sp>
      <p:sp>
        <p:nvSpPr>
          <p:cNvPr id="14" name="Date Placeholder 13">
            <a:extLst>
              <a:ext uri="{FF2B5EF4-FFF2-40B4-BE49-F238E27FC236}">
                <a16:creationId xmlns:a16="http://schemas.microsoft.com/office/drawing/2014/main" id="{019C0555-55BD-32D2-B375-0C0BC6641F54}"/>
              </a:ext>
            </a:extLst>
          </p:cNvPr>
          <p:cNvSpPr>
            <a:spLocks noGrp="1"/>
          </p:cNvSpPr>
          <p:nvPr>
            <p:ph type="dt" sz="half" idx="40"/>
          </p:nvPr>
        </p:nvSpPr>
        <p:spPr/>
        <p:txBody>
          <a:bodyPr/>
          <a:lstStyle>
            <a:lvl1pPr>
              <a:defRPr>
                <a:solidFill>
                  <a:schemeClr val="tx1"/>
                </a:solidFill>
              </a:defRPr>
            </a:lvl1pPr>
          </a:lstStyle>
          <a:p>
            <a:fld id="{4D4EFF0A-654A-437C-97FA-411599CB3BD2}" type="datetime3">
              <a:rPr lang="en-US" smtClean="0"/>
              <a:t>18 March 2026</a:t>
            </a:fld>
            <a:endParaRPr lang="en-US"/>
          </a:p>
        </p:txBody>
      </p:sp>
      <p:sp>
        <p:nvSpPr>
          <p:cNvPr id="15" name="Footer Placeholder 14">
            <a:extLst>
              <a:ext uri="{FF2B5EF4-FFF2-40B4-BE49-F238E27FC236}">
                <a16:creationId xmlns:a16="http://schemas.microsoft.com/office/drawing/2014/main" id="{CAA8F600-C044-B2C2-407F-BE157F6651C1}"/>
              </a:ext>
            </a:extLst>
          </p:cNvPr>
          <p:cNvSpPr>
            <a:spLocks noGrp="1"/>
          </p:cNvSpPr>
          <p:nvPr>
            <p:ph type="ftr" sz="quarter" idx="41"/>
          </p:nvPr>
        </p:nvSpPr>
        <p:spPr/>
        <p:txBody>
          <a:bodyPr/>
          <a:lstStyle>
            <a:lvl1pPr>
              <a:defRPr>
                <a:solidFill>
                  <a:schemeClr val="tx1"/>
                </a:solidFill>
              </a:defRPr>
            </a:lvl1pPr>
          </a:lstStyle>
          <a:p>
            <a:r>
              <a:rPr lang="en-US"/>
              <a:t>Customer Experience</a:t>
            </a:r>
          </a:p>
        </p:txBody>
      </p:sp>
      <p:sp>
        <p:nvSpPr>
          <p:cNvPr id="16" name="Slide Number Placeholder 15">
            <a:extLst>
              <a:ext uri="{FF2B5EF4-FFF2-40B4-BE49-F238E27FC236}">
                <a16:creationId xmlns:a16="http://schemas.microsoft.com/office/drawing/2014/main" id="{04E7CD09-1595-ACE1-D22D-0DB2944898EF}"/>
              </a:ext>
            </a:extLst>
          </p:cNvPr>
          <p:cNvSpPr>
            <a:spLocks noGrp="1"/>
          </p:cNvSpPr>
          <p:nvPr>
            <p:ph type="sldNum" sz="quarter" idx="42"/>
          </p:nvPr>
        </p:nvSpPr>
        <p:spPr/>
        <p:txBody>
          <a:bodyPr/>
          <a:lstStyle>
            <a:lvl1pPr>
              <a:defRPr>
                <a:solidFill>
                  <a:schemeClr val="tx1"/>
                </a:solidFill>
              </a:defRPr>
            </a:lvl1pPr>
          </a:lstStyle>
          <a:p>
            <a:fld id="{F1BC30E3-FFE5-4B91-AA19-87A149EBB9EE}" type="slidenum">
              <a:rPr lang="en-GB" smtClean="0"/>
              <a:pPr/>
              <a:t>‹#›</a:t>
            </a:fld>
            <a:endParaRPr lang="en-GB"/>
          </a:p>
        </p:txBody>
      </p:sp>
      <p:pic>
        <p:nvPicPr>
          <p:cNvPr id="9" name="Graphic 8">
            <a:extLst>
              <a:ext uri="{FF2B5EF4-FFF2-40B4-BE49-F238E27FC236}">
                <a16:creationId xmlns:a16="http://schemas.microsoft.com/office/drawing/2014/main" id="{2A7462B9-FCF1-0FD7-B4F3-57484C02A0A7}"/>
              </a:ext>
            </a:extLst>
          </p:cNvPr>
          <p:cNvPicPr/>
          <p:nvPr userDrawn="1"/>
        </p:nvPicPr>
        <p:blipFill>
          <a:blip r:embed="rId3">
            <a:extLst>
              <a:ext uri="{96DAC541-7B7A-43D3-8B79-37D633B846F1}">
                <asvg:svgBlip xmlns:asvg="http://schemas.microsoft.com/office/drawing/2016/SVG/main" r:embed="rId4"/>
              </a:ext>
            </a:extLst>
          </a:blip>
          <a:stretch>
            <a:fillRect/>
          </a:stretch>
        </p:blipFill>
        <p:spPr>
          <a:xfrm>
            <a:off x="11089246" y="6289101"/>
            <a:ext cx="880813" cy="341755"/>
          </a:xfrm>
          <a:prstGeom prst="rect">
            <a:avLst/>
          </a:prstGeom>
        </p:spPr>
      </p:pic>
    </p:spTree>
    <p:extLst>
      <p:ext uri="{BB962C8B-B14F-4D97-AF65-F5344CB8AC3E}">
        <p14:creationId xmlns:p14="http://schemas.microsoft.com/office/powerpoint/2010/main" val="66982410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Key Statement">
    <p:spTree>
      <p:nvGrpSpPr>
        <p:cNvPr id="1" name=""/>
        <p:cNvGrpSpPr/>
        <p:nvPr/>
      </p:nvGrpSpPr>
      <p:grpSpPr>
        <a:xfrm>
          <a:off x="0" y="0"/>
          <a:ext cx="0" cy="0"/>
          <a:chOff x="0" y="0"/>
          <a:chExt cx="0" cy="0"/>
        </a:xfrm>
      </p:grpSpPr>
      <p:pic>
        <p:nvPicPr>
          <p:cNvPr id="6" name="Picture 5" descr="A colorful circle on a black background&#10;&#10;Description automatically generated">
            <a:extLst>
              <a:ext uri="{FF2B5EF4-FFF2-40B4-BE49-F238E27FC236}">
                <a16:creationId xmlns:a16="http://schemas.microsoft.com/office/drawing/2014/main" id="{C39DD3F9-9341-288C-0536-DED981D0E40F}"/>
              </a:ext>
            </a:extLst>
          </p:cNvPr>
          <p:cNvPicPr>
            <a:picLocks/>
          </p:cNvPicPr>
          <p:nvPr userDrawn="1"/>
        </p:nvPicPr>
        <p:blipFill>
          <a:blip r:embed="rId2">
            <a:extLst>
              <a:ext uri="{28A0092B-C50C-407E-A947-70E740481C1C}">
                <a14:useLocalDpi xmlns:a14="http://schemas.microsoft.com/office/drawing/2010/main" val="0"/>
              </a:ext>
            </a:extLst>
          </a:blip>
          <a:stretch>
            <a:fillRect/>
          </a:stretch>
        </p:blipFill>
        <p:spPr bwMode="hidden">
          <a:xfrm>
            <a:off x="0" y="0"/>
            <a:ext cx="12193200" cy="6858000"/>
          </a:xfrm>
          <a:prstGeom prst="rect">
            <a:avLst/>
          </a:prstGeom>
        </p:spPr>
      </p:pic>
      <p:sp>
        <p:nvSpPr>
          <p:cNvPr id="7" name="Text Placeholder 6">
            <a:extLst>
              <a:ext uri="{FF2B5EF4-FFF2-40B4-BE49-F238E27FC236}">
                <a16:creationId xmlns:a16="http://schemas.microsoft.com/office/drawing/2014/main" id="{B1F20FD9-346B-5423-9ECF-F0D4E362CCCE}"/>
              </a:ext>
            </a:extLst>
          </p:cNvPr>
          <p:cNvSpPr>
            <a:spLocks noGrp="1"/>
          </p:cNvSpPr>
          <p:nvPr>
            <p:ph type="body" sz="quarter" idx="13"/>
          </p:nvPr>
        </p:nvSpPr>
        <p:spPr>
          <a:xfrm>
            <a:off x="485774" y="1947546"/>
            <a:ext cx="11218863" cy="4304030"/>
          </a:xfrm>
        </p:spPr>
        <p:txBody>
          <a:bodyPr/>
          <a:lstStyle>
            <a:lvl1pPr marL="0" indent="0">
              <a:lnSpc>
                <a:spcPct val="85000"/>
              </a:lnSpc>
              <a:buNone/>
              <a:defRPr sz="8000" b="1">
                <a:solidFill>
                  <a:schemeClr val="tx1"/>
                </a:solidFill>
                <a:latin typeface="EYInterstate Regular" panose="02000503020000020004"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2" name="Date Placeholder 11">
            <a:extLst>
              <a:ext uri="{FF2B5EF4-FFF2-40B4-BE49-F238E27FC236}">
                <a16:creationId xmlns:a16="http://schemas.microsoft.com/office/drawing/2014/main" id="{D2006E5E-EB55-C43F-A9B4-8DABEB5C2397}"/>
              </a:ext>
            </a:extLst>
          </p:cNvPr>
          <p:cNvSpPr>
            <a:spLocks noGrp="1"/>
          </p:cNvSpPr>
          <p:nvPr>
            <p:ph type="dt" sz="half" idx="14"/>
          </p:nvPr>
        </p:nvSpPr>
        <p:spPr/>
        <p:txBody>
          <a:bodyPr/>
          <a:lstStyle>
            <a:lvl1pPr>
              <a:defRPr>
                <a:solidFill>
                  <a:schemeClr val="tx1"/>
                </a:solidFill>
              </a:defRPr>
            </a:lvl1pPr>
          </a:lstStyle>
          <a:p>
            <a:fld id="{C76C20C3-4534-47D1-9999-E22A7D2EC270}" type="datetime3">
              <a:rPr lang="en-US" smtClean="0"/>
              <a:t>18 March 2026</a:t>
            </a:fld>
            <a:endParaRPr lang="en-US"/>
          </a:p>
        </p:txBody>
      </p:sp>
      <p:sp>
        <p:nvSpPr>
          <p:cNvPr id="13" name="Footer Placeholder 12">
            <a:extLst>
              <a:ext uri="{FF2B5EF4-FFF2-40B4-BE49-F238E27FC236}">
                <a16:creationId xmlns:a16="http://schemas.microsoft.com/office/drawing/2014/main" id="{445F7D0D-6905-1D3D-D30A-EBA5E1125CB7}"/>
              </a:ext>
            </a:extLst>
          </p:cNvPr>
          <p:cNvSpPr>
            <a:spLocks noGrp="1"/>
          </p:cNvSpPr>
          <p:nvPr>
            <p:ph type="ftr" sz="quarter" idx="15"/>
          </p:nvPr>
        </p:nvSpPr>
        <p:spPr/>
        <p:txBody>
          <a:bodyPr/>
          <a:lstStyle>
            <a:lvl1pPr>
              <a:defRPr>
                <a:solidFill>
                  <a:schemeClr val="tx1"/>
                </a:solidFill>
              </a:defRPr>
            </a:lvl1pPr>
          </a:lstStyle>
          <a:p>
            <a:r>
              <a:rPr lang="en-US"/>
              <a:t>Customer Experience</a:t>
            </a:r>
          </a:p>
        </p:txBody>
      </p:sp>
      <p:sp>
        <p:nvSpPr>
          <p:cNvPr id="14" name="Slide Number Placeholder 13">
            <a:extLst>
              <a:ext uri="{FF2B5EF4-FFF2-40B4-BE49-F238E27FC236}">
                <a16:creationId xmlns:a16="http://schemas.microsoft.com/office/drawing/2014/main" id="{97363F73-563F-BF23-4175-916ADF6ADD1B}"/>
              </a:ext>
            </a:extLst>
          </p:cNvPr>
          <p:cNvSpPr>
            <a:spLocks noGrp="1"/>
          </p:cNvSpPr>
          <p:nvPr>
            <p:ph type="sldNum" sz="quarter" idx="16"/>
          </p:nvPr>
        </p:nvSpPr>
        <p:spPr/>
        <p:txBody>
          <a:bodyPr/>
          <a:lstStyle>
            <a:lvl1pPr>
              <a:defRPr>
                <a:solidFill>
                  <a:schemeClr val="tx1"/>
                </a:solidFill>
              </a:defRPr>
            </a:lvl1pPr>
          </a:lstStyle>
          <a:p>
            <a:fld id="{F1BC30E3-FFE5-4B91-AA19-87A149EBB9EE}" type="slidenum">
              <a:rPr lang="en-GB" smtClean="0"/>
              <a:pPr/>
              <a:t>‹#›</a:t>
            </a:fld>
            <a:endParaRPr lang="en-GB"/>
          </a:p>
        </p:txBody>
      </p:sp>
      <p:pic>
        <p:nvPicPr>
          <p:cNvPr id="8" name="Graphic 7">
            <a:extLst>
              <a:ext uri="{FF2B5EF4-FFF2-40B4-BE49-F238E27FC236}">
                <a16:creationId xmlns:a16="http://schemas.microsoft.com/office/drawing/2014/main" id="{16FD11DA-E1C7-8684-87DC-2CD8ABE9000A}"/>
              </a:ext>
            </a:extLst>
          </p:cNvPr>
          <p:cNvPicPr/>
          <p:nvPr userDrawn="1"/>
        </p:nvPicPr>
        <p:blipFill>
          <a:blip r:embed="rId3">
            <a:extLst>
              <a:ext uri="{96DAC541-7B7A-43D3-8B79-37D633B846F1}">
                <asvg:svgBlip xmlns:asvg="http://schemas.microsoft.com/office/drawing/2016/SVG/main" r:embed="rId4"/>
              </a:ext>
            </a:extLst>
          </a:blip>
          <a:stretch>
            <a:fillRect/>
          </a:stretch>
        </p:blipFill>
        <p:spPr>
          <a:xfrm>
            <a:off x="11089246" y="6289101"/>
            <a:ext cx="880813" cy="341755"/>
          </a:xfrm>
          <a:prstGeom prst="rect">
            <a:avLst/>
          </a:prstGeom>
        </p:spPr>
      </p:pic>
    </p:spTree>
    <p:extLst>
      <p:ext uri="{BB962C8B-B14F-4D97-AF65-F5344CB8AC3E}">
        <p14:creationId xmlns:p14="http://schemas.microsoft.com/office/powerpoint/2010/main" val="415850199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Key Statement 2">
    <p:spTree>
      <p:nvGrpSpPr>
        <p:cNvPr id="1" name=""/>
        <p:cNvGrpSpPr/>
        <p:nvPr/>
      </p:nvGrpSpPr>
      <p:grpSpPr>
        <a:xfrm>
          <a:off x="0" y="0"/>
          <a:ext cx="0" cy="0"/>
          <a:chOff x="0" y="0"/>
          <a:chExt cx="0" cy="0"/>
        </a:xfrm>
      </p:grpSpPr>
      <p:pic>
        <p:nvPicPr>
          <p:cNvPr id="8" name="Picture 7" descr="A blurry image of a colorful light&#10;&#10;Description automatically generated">
            <a:extLst>
              <a:ext uri="{FF2B5EF4-FFF2-40B4-BE49-F238E27FC236}">
                <a16:creationId xmlns:a16="http://schemas.microsoft.com/office/drawing/2014/main" id="{BFF9BC5C-A44C-B902-3ACE-C29AC4CE3E4C}"/>
              </a:ext>
            </a:extLst>
          </p:cNvPr>
          <p:cNvPicPr>
            <a:picLocks/>
          </p:cNvPicPr>
          <p:nvPr userDrawn="1"/>
        </p:nvPicPr>
        <p:blipFill>
          <a:blip r:embed="rId2">
            <a:extLst>
              <a:ext uri="{28A0092B-C50C-407E-A947-70E740481C1C}">
                <a14:useLocalDpi xmlns:a14="http://schemas.microsoft.com/office/drawing/2010/main" val="0"/>
              </a:ext>
            </a:extLst>
          </a:blip>
          <a:stretch>
            <a:fillRect/>
          </a:stretch>
        </p:blipFill>
        <p:spPr bwMode="hidden">
          <a:xfrm>
            <a:off x="0" y="0"/>
            <a:ext cx="12193200" cy="6858000"/>
          </a:xfrm>
          <a:prstGeom prst="rect">
            <a:avLst/>
          </a:prstGeom>
        </p:spPr>
      </p:pic>
      <p:sp>
        <p:nvSpPr>
          <p:cNvPr id="7" name="Text Placeholder 6">
            <a:extLst>
              <a:ext uri="{FF2B5EF4-FFF2-40B4-BE49-F238E27FC236}">
                <a16:creationId xmlns:a16="http://schemas.microsoft.com/office/drawing/2014/main" id="{B1F20FD9-346B-5423-9ECF-F0D4E362CCCE}"/>
              </a:ext>
            </a:extLst>
          </p:cNvPr>
          <p:cNvSpPr>
            <a:spLocks noGrp="1"/>
          </p:cNvSpPr>
          <p:nvPr>
            <p:ph type="body" sz="quarter" idx="13"/>
          </p:nvPr>
        </p:nvSpPr>
        <p:spPr>
          <a:xfrm>
            <a:off x="485774" y="1947546"/>
            <a:ext cx="11218863" cy="4304030"/>
          </a:xfrm>
        </p:spPr>
        <p:txBody>
          <a:bodyPr/>
          <a:lstStyle>
            <a:lvl1pPr marL="0" indent="0">
              <a:lnSpc>
                <a:spcPct val="85000"/>
              </a:lnSpc>
              <a:buNone/>
              <a:defRPr sz="8000" b="1">
                <a:solidFill>
                  <a:schemeClr val="tx1"/>
                </a:solidFill>
                <a:latin typeface="EYInterstate Regular" panose="02000503020000020004"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7" name="Date Placeholder 16">
            <a:extLst>
              <a:ext uri="{FF2B5EF4-FFF2-40B4-BE49-F238E27FC236}">
                <a16:creationId xmlns:a16="http://schemas.microsoft.com/office/drawing/2014/main" id="{81B29507-2BB1-EC71-EE9B-8A9EE3F01E0A}"/>
              </a:ext>
            </a:extLst>
          </p:cNvPr>
          <p:cNvSpPr>
            <a:spLocks noGrp="1"/>
          </p:cNvSpPr>
          <p:nvPr>
            <p:ph type="dt" sz="half" idx="14"/>
          </p:nvPr>
        </p:nvSpPr>
        <p:spPr/>
        <p:txBody>
          <a:bodyPr/>
          <a:lstStyle>
            <a:lvl1pPr>
              <a:defRPr>
                <a:solidFill>
                  <a:schemeClr val="tx1"/>
                </a:solidFill>
              </a:defRPr>
            </a:lvl1pPr>
          </a:lstStyle>
          <a:p>
            <a:fld id="{10146FF6-202D-4477-A887-1B47AEE5E488}" type="datetime3">
              <a:rPr lang="en-US" smtClean="0"/>
              <a:t>18 March 2026</a:t>
            </a:fld>
            <a:endParaRPr lang="en-US"/>
          </a:p>
        </p:txBody>
      </p:sp>
      <p:sp>
        <p:nvSpPr>
          <p:cNvPr id="18" name="Footer Placeholder 17">
            <a:extLst>
              <a:ext uri="{FF2B5EF4-FFF2-40B4-BE49-F238E27FC236}">
                <a16:creationId xmlns:a16="http://schemas.microsoft.com/office/drawing/2014/main" id="{E046374F-F6C3-5157-DBE0-F11F0D83F934}"/>
              </a:ext>
            </a:extLst>
          </p:cNvPr>
          <p:cNvSpPr>
            <a:spLocks noGrp="1"/>
          </p:cNvSpPr>
          <p:nvPr>
            <p:ph type="ftr" sz="quarter" idx="15"/>
          </p:nvPr>
        </p:nvSpPr>
        <p:spPr/>
        <p:txBody>
          <a:bodyPr/>
          <a:lstStyle>
            <a:lvl1pPr>
              <a:defRPr>
                <a:solidFill>
                  <a:schemeClr val="tx1"/>
                </a:solidFill>
              </a:defRPr>
            </a:lvl1pPr>
          </a:lstStyle>
          <a:p>
            <a:r>
              <a:rPr lang="en-US"/>
              <a:t>Customer Experience</a:t>
            </a:r>
          </a:p>
        </p:txBody>
      </p:sp>
      <p:sp>
        <p:nvSpPr>
          <p:cNvPr id="19" name="Slide Number Placeholder 18">
            <a:extLst>
              <a:ext uri="{FF2B5EF4-FFF2-40B4-BE49-F238E27FC236}">
                <a16:creationId xmlns:a16="http://schemas.microsoft.com/office/drawing/2014/main" id="{C71B9A51-27B6-2F80-3AE9-7FB159956105}"/>
              </a:ext>
            </a:extLst>
          </p:cNvPr>
          <p:cNvSpPr>
            <a:spLocks noGrp="1"/>
          </p:cNvSpPr>
          <p:nvPr>
            <p:ph type="sldNum" sz="quarter" idx="16"/>
          </p:nvPr>
        </p:nvSpPr>
        <p:spPr/>
        <p:txBody>
          <a:bodyPr/>
          <a:lstStyle>
            <a:lvl1pPr>
              <a:defRPr>
                <a:solidFill>
                  <a:schemeClr val="tx1"/>
                </a:solidFill>
              </a:defRPr>
            </a:lvl1pPr>
          </a:lstStyle>
          <a:p>
            <a:fld id="{F1BC30E3-FFE5-4B91-AA19-87A149EBB9EE}" type="slidenum">
              <a:rPr lang="en-GB" smtClean="0"/>
              <a:pPr/>
              <a:t>‹#›</a:t>
            </a:fld>
            <a:endParaRPr lang="en-GB"/>
          </a:p>
        </p:txBody>
      </p:sp>
      <p:pic>
        <p:nvPicPr>
          <p:cNvPr id="6" name="Graphic 5">
            <a:extLst>
              <a:ext uri="{FF2B5EF4-FFF2-40B4-BE49-F238E27FC236}">
                <a16:creationId xmlns:a16="http://schemas.microsoft.com/office/drawing/2014/main" id="{E000C877-6009-D585-105A-37E2515E2E26}"/>
              </a:ext>
            </a:extLst>
          </p:cNvPr>
          <p:cNvPicPr/>
          <p:nvPr userDrawn="1"/>
        </p:nvPicPr>
        <p:blipFill>
          <a:blip r:embed="rId3">
            <a:extLst>
              <a:ext uri="{96DAC541-7B7A-43D3-8B79-37D633B846F1}">
                <asvg:svgBlip xmlns:asvg="http://schemas.microsoft.com/office/drawing/2016/SVG/main" r:embed="rId4"/>
              </a:ext>
            </a:extLst>
          </a:blip>
          <a:stretch>
            <a:fillRect/>
          </a:stretch>
        </p:blipFill>
        <p:spPr>
          <a:xfrm>
            <a:off x="11089246" y="6289101"/>
            <a:ext cx="880813" cy="341755"/>
          </a:xfrm>
          <a:prstGeom prst="rect">
            <a:avLst/>
          </a:prstGeom>
        </p:spPr>
      </p:pic>
    </p:spTree>
    <p:extLst>
      <p:ext uri="{BB962C8B-B14F-4D97-AF65-F5344CB8AC3E}">
        <p14:creationId xmlns:p14="http://schemas.microsoft.com/office/powerpoint/2010/main" val="1039237414"/>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Quote and Full Imag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E0F7440-6F42-6C00-68CC-571F9367646C}"/>
              </a:ext>
              <a:ext uri="{C183D7F6-B498-43B3-948B-1728B52AA6E4}">
                <adec:decorative xmlns:adec="http://schemas.microsoft.com/office/drawing/2017/decorative" val="1"/>
              </a:ext>
            </a:extLst>
          </p:cNvPr>
          <p:cNvSpPr/>
          <p:nvPr userDrawn="1"/>
        </p:nvSpPr>
        <p:spPr>
          <a:xfrm>
            <a:off x="0" y="0"/>
            <a:ext cx="8386354" cy="6858000"/>
          </a:xfrm>
          <a:prstGeom prst="rect">
            <a:avLst/>
          </a:prstGeom>
          <a:gradFill flip="none" rotWithShape="1">
            <a:gsLst>
              <a:gs pos="0">
                <a:schemeClr val="tx1">
                  <a:lumMod val="0"/>
                  <a:alpha val="0"/>
                </a:schemeClr>
              </a:gs>
              <a:gs pos="95000">
                <a:srgbClr val="000000">
                  <a:alpha val="70000"/>
                </a:srgbClr>
              </a:gs>
            </a:gsLst>
            <a:lin ang="108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endParaRPr lang="en-US" sz="1200" b="1">
              <a:solidFill>
                <a:schemeClr val="tx1"/>
              </a:solidFill>
            </a:endParaRPr>
          </a:p>
        </p:txBody>
      </p:sp>
      <p:sp>
        <p:nvSpPr>
          <p:cNvPr id="7" name="Text Placeholder 9">
            <a:extLst>
              <a:ext uri="{FF2B5EF4-FFF2-40B4-BE49-F238E27FC236}">
                <a16:creationId xmlns:a16="http://schemas.microsoft.com/office/drawing/2014/main" id="{4BA46848-8969-3428-7E66-3827EB17DC5A}"/>
              </a:ext>
            </a:extLst>
          </p:cNvPr>
          <p:cNvSpPr>
            <a:spLocks noGrp="1"/>
          </p:cNvSpPr>
          <p:nvPr>
            <p:ph type="body" sz="quarter" idx="13" hasCustomPrompt="1"/>
          </p:nvPr>
        </p:nvSpPr>
        <p:spPr>
          <a:xfrm>
            <a:off x="864959" y="4982400"/>
            <a:ext cx="3445104" cy="193899"/>
          </a:xfrm>
        </p:spPr>
        <p:txBody>
          <a:bodyPr>
            <a:spAutoFit/>
          </a:bodyPr>
          <a:lstStyle>
            <a:lvl1pPr marL="0" indent="0">
              <a:lnSpc>
                <a:spcPct val="90000"/>
              </a:lnSpc>
              <a:buNone/>
              <a:defRPr sz="1400" b="1" i="0">
                <a:solidFill>
                  <a:schemeClr val="tx2"/>
                </a:solidFill>
                <a:latin typeface="+mn-lt"/>
              </a:defRPr>
            </a:lvl1pPr>
          </a:lstStyle>
          <a:p>
            <a:pPr lvl="0"/>
            <a:r>
              <a:rPr lang="en-GB"/>
              <a:t>Name</a:t>
            </a:r>
            <a:endParaRPr lang="en-US"/>
          </a:p>
        </p:txBody>
      </p:sp>
      <p:sp>
        <p:nvSpPr>
          <p:cNvPr id="8" name="Text Placeholder 9">
            <a:extLst>
              <a:ext uri="{FF2B5EF4-FFF2-40B4-BE49-F238E27FC236}">
                <a16:creationId xmlns:a16="http://schemas.microsoft.com/office/drawing/2014/main" id="{78B5CC24-699C-7858-0807-40619F0D533F}"/>
              </a:ext>
            </a:extLst>
          </p:cNvPr>
          <p:cNvSpPr>
            <a:spLocks noGrp="1"/>
          </p:cNvSpPr>
          <p:nvPr>
            <p:ph type="body" sz="quarter" idx="14" hasCustomPrompt="1"/>
          </p:nvPr>
        </p:nvSpPr>
        <p:spPr>
          <a:xfrm>
            <a:off x="864961" y="5184000"/>
            <a:ext cx="3445104" cy="153888"/>
          </a:xfrm>
        </p:spPr>
        <p:txBody>
          <a:bodyPr wrap="square">
            <a:spAutoFit/>
          </a:bodyPr>
          <a:lstStyle>
            <a:lvl1pPr marL="0" indent="0">
              <a:buNone/>
              <a:defRPr sz="1000" b="0" i="0">
                <a:solidFill>
                  <a:schemeClr val="tx1"/>
                </a:solidFill>
                <a:latin typeface="+mn-lt"/>
              </a:defRPr>
            </a:lvl1pPr>
          </a:lstStyle>
          <a:p>
            <a:pPr lvl="0"/>
            <a:r>
              <a:rPr lang="en-GB"/>
              <a:t>Job title</a:t>
            </a:r>
            <a:endParaRPr lang="en-US"/>
          </a:p>
        </p:txBody>
      </p:sp>
      <p:sp>
        <p:nvSpPr>
          <p:cNvPr id="18" name="Date Placeholder 17">
            <a:extLst>
              <a:ext uri="{FF2B5EF4-FFF2-40B4-BE49-F238E27FC236}">
                <a16:creationId xmlns:a16="http://schemas.microsoft.com/office/drawing/2014/main" id="{DFFEAF1E-587A-2BBD-24CD-BAC3592390EE}"/>
              </a:ext>
            </a:extLst>
          </p:cNvPr>
          <p:cNvSpPr>
            <a:spLocks noGrp="1"/>
          </p:cNvSpPr>
          <p:nvPr>
            <p:ph type="dt" sz="half" idx="31"/>
          </p:nvPr>
        </p:nvSpPr>
        <p:spPr/>
        <p:txBody>
          <a:bodyPr/>
          <a:lstStyle>
            <a:lvl1pPr>
              <a:defRPr>
                <a:solidFill>
                  <a:schemeClr val="tx1"/>
                </a:solidFill>
              </a:defRPr>
            </a:lvl1pPr>
          </a:lstStyle>
          <a:p>
            <a:fld id="{DA165BDB-CD33-44D9-B598-F3F3DBDEA0C8}" type="datetime3">
              <a:rPr lang="en-US" smtClean="0"/>
              <a:t>18 March 2026</a:t>
            </a:fld>
            <a:endParaRPr lang="en-US"/>
          </a:p>
        </p:txBody>
      </p:sp>
      <p:sp>
        <p:nvSpPr>
          <p:cNvPr id="21" name="Footer Placeholder 20">
            <a:extLst>
              <a:ext uri="{FF2B5EF4-FFF2-40B4-BE49-F238E27FC236}">
                <a16:creationId xmlns:a16="http://schemas.microsoft.com/office/drawing/2014/main" id="{7C22E0FE-1715-0380-EFE7-5D520713B07F}"/>
              </a:ext>
            </a:extLst>
          </p:cNvPr>
          <p:cNvSpPr>
            <a:spLocks noGrp="1"/>
          </p:cNvSpPr>
          <p:nvPr>
            <p:ph type="ftr" sz="quarter" idx="32"/>
          </p:nvPr>
        </p:nvSpPr>
        <p:spPr/>
        <p:txBody>
          <a:bodyPr/>
          <a:lstStyle>
            <a:lvl1pPr>
              <a:defRPr>
                <a:solidFill>
                  <a:schemeClr val="tx1"/>
                </a:solidFill>
              </a:defRPr>
            </a:lvl1pPr>
          </a:lstStyle>
          <a:p>
            <a:r>
              <a:rPr lang="en-US"/>
              <a:t>Customer Experience</a:t>
            </a:r>
          </a:p>
        </p:txBody>
      </p:sp>
      <p:sp>
        <p:nvSpPr>
          <p:cNvPr id="22" name="Slide Number Placeholder 21">
            <a:extLst>
              <a:ext uri="{FF2B5EF4-FFF2-40B4-BE49-F238E27FC236}">
                <a16:creationId xmlns:a16="http://schemas.microsoft.com/office/drawing/2014/main" id="{5820BCA4-5D74-8EE6-4914-C7C86F87E378}"/>
              </a:ext>
            </a:extLst>
          </p:cNvPr>
          <p:cNvSpPr>
            <a:spLocks noGrp="1"/>
          </p:cNvSpPr>
          <p:nvPr>
            <p:ph type="sldNum" sz="quarter" idx="33"/>
          </p:nvPr>
        </p:nvSpPr>
        <p:spPr/>
        <p:txBody>
          <a:bodyPr/>
          <a:lstStyle>
            <a:lvl1pPr>
              <a:defRPr>
                <a:solidFill>
                  <a:schemeClr val="tx1"/>
                </a:solidFill>
              </a:defRPr>
            </a:lvl1pPr>
          </a:lstStyle>
          <a:p>
            <a:fld id="{F1BC30E3-FFE5-4B91-AA19-87A149EBB9EE}" type="slidenum">
              <a:rPr lang="en-GB" smtClean="0"/>
              <a:pPr/>
              <a:t>‹#›</a:t>
            </a:fld>
            <a:endParaRPr lang="en-GB"/>
          </a:p>
        </p:txBody>
      </p:sp>
      <p:sp>
        <p:nvSpPr>
          <p:cNvPr id="4" name="Text Placeholder 23">
            <a:extLst>
              <a:ext uri="{FF2B5EF4-FFF2-40B4-BE49-F238E27FC236}">
                <a16:creationId xmlns:a16="http://schemas.microsoft.com/office/drawing/2014/main" id="{E82A0447-0820-5F05-7D32-3BE15F194869}"/>
              </a:ext>
            </a:extLst>
          </p:cNvPr>
          <p:cNvSpPr>
            <a:spLocks noGrp="1"/>
          </p:cNvSpPr>
          <p:nvPr>
            <p:ph type="body" sz="quarter" idx="26" hasCustomPrompt="1"/>
          </p:nvPr>
        </p:nvSpPr>
        <p:spPr>
          <a:xfrm>
            <a:off x="774000" y="358916"/>
            <a:ext cx="2023892" cy="1419083"/>
          </a:xfrm>
        </p:spPr>
        <p:txBody>
          <a:bodyPr anchor="t"/>
          <a:lstStyle>
            <a:lvl1pPr marL="0" indent="0">
              <a:spcBef>
                <a:spcPts val="0"/>
              </a:spcBef>
              <a:spcAft>
                <a:spcPts val="0"/>
              </a:spcAft>
              <a:buNone/>
              <a:defRPr sz="19200" b="0" i="0">
                <a:solidFill>
                  <a:schemeClr val="tx2"/>
                </a:solidFill>
                <a:latin typeface="Georgia Pro" panose="02040502050405020303" pitchFamily="18" charset="0"/>
              </a:defRPr>
            </a:lvl1pPr>
          </a:lstStyle>
          <a:p>
            <a:pPr lvl="0"/>
            <a:r>
              <a:rPr lang="en-GB"/>
              <a:t>“</a:t>
            </a:r>
          </a:p>
        </p:txBody>
      </p:sp>
      <p:sp>
        <p:nvSpPr>
          <p:cNvPr id="5" name="Text Placeholder 23">
            <a:extLst>
              <a:ext uri="{FF2B5EF4-FFF2-40B4-BE49-F238E27FC236}">
                <a16:creationId xmlns:a16="http://schemas.microsoft.com/office/drawing/2014/main" id="{8A771E8A-8B2A-ED69-3AEC-E5AEDB16F0EE}"/>
              </a:ext>
            </a:extLst>
          </p:cNvPr>
          <p:cNvSpPr>
            <a:spLocks noGrp="1"/>
          </p:cNvSpPr>
          <p:nvPr>
            <p:ph type="body" sz="quarter" idx="25" hasCustomPrompt="1"/>
          </p:nvPr>
        </p:nvSpPr>
        <p:spPr>
          <a:xfrm>
            <a:off x="864959" y="1958400"/>
            <a:ext cx="7524979" cy="2721927"/>
          </a:xfrm>
        </p:spPr>
        <p:txBody>
          <a:bodyPr/>
          <a:lstStyle>
            <a:lvl1pPr marL="0" indent="0">
              <a:buNone/>
              <a:defRPr sz="4800" b="0" i="0">
                <a:solidFill>
                  <a:schemeClr val="tx1"/>
                </a:solidFill>
                <a:latin typeface="Georgia Pro" panose="02040502050405020303" pitchFamily="18" charset="0"/>
              </a:defRPr>
            </a:lvl1pPr>
          </a:lstStyle>
          <a:p>
            <a:pPr lvl="0"/>
            <a:r>
              <a:rPr lang="en-GB"/>
              <a:t>Quote goes here.</a:t>
            </a:r>
          </a:p>
        </p:txBody>
      </p:sp>
      <p:pic>
        <p:nvPicPr>
          <p:cNvPr id="3" name="Graphic 2">
            <a:extLst>
              <a:ext uri="{FF2B5EF4-FFF2-40B4-BE49-F238E27FC236}">
                <a16:creationId xmlns:a16="http://schemas.microsoft.com/office/drawing/2014/main" id="{0D2C6D60-04E7-E44F-B941-09997DC339CB}"/>
              </a:ext>
            </a:extLst>
          </p:cNvPr>
          <p:cNvPicPr/>
          <p:nvPr userDrawn="1"/>
        </p:nvPicPr>
        <p:blipFill>
          <a:blip r:embed="rId2">
            <a:extLst>
              <a:ext uri="{96DAC541-7B7A-43D3-8B79-37D633B846F1}">
                <asvg:svgBlip xmlns:asvg="http://schemas.microsoft.com/office/drawing/2016/SVG/main" r:embed="rId3"/>
              </a:ext>
            </a:extLst>
          </a:blip>
          <a:srcRect/>
          <a:stretch/>
        </p:blipFill>
        <p:spPr>
          <a:xfrm>
            <a:off x="11089247" y="6289101"/>
            <a:ext cx="880811" cy="341755"/>
          </a:xfrm>
          <a:prstGeom prst="rect">
            <a:avLst/>
          </a:prstGeom>
        </p:spPr>
      </p:pic>
    </p:spTree>
    <p:extLst>
      <p:ext uri="{BB962C8B-B14F-4D97-AF65-F5344CB8AC3E}">
        <p14:creationId xmlns:p14="http://schemas.microsoft.com/office/powerpoint/2010/main" val="1005848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Video">
    <p:spTree>
      <p:nvGrpSpPr>
        <p:cNvPr id="1" name=""/>
        <p:cNvGrpSpPr/>
        <p:nvPr/>
      </p:nvGrpSpPr>
      <p:grpSpPr>
        <a:xfrm>
          <a:off x="0" y="0"/>
          <a:ext cx="0" cy="0"/>
          <a:chOff x="0" y="0"/>
          <a:chExt cx="0" cy="0"/>
        </a:xfrm>
      </p:grpSpPr>
      <p:sp>
        <p:nvSpPr>
          <p:cNvPr id="7" name="Media Placeholder 6">
            <a:extLst>
              <a:ext uri="{FF2B5EF4-FFF2-40B4-BE49-F238E27FC236}">
                <a16:creationId xmlns:a16="http://schemas.microsoft.com/office/drawing/2014/main" id="{04648CD8-B307-812B-5BD0-91AA365C73D1}"/>
              </a:ext>
            </a:extLst>
          </p:cNvPr>
          <p:cNvSpPr>
            <a:spLocks noGrp="1"/>
          </p:cNvSpPr>
          <p:nvPr>
            <p:ph type="media" sz="quarter" idx="13"/>
          </p:nvPr>
        </p:nvSpPr>
        <p:spPr>
          <a:xfrm>
            <a:off x="0" y="0"/>
            <a:ext cx="12192000" cy="6858000"/>
          </a:xfrm>
        </p:spPr>
        <p:txBody>
          <a:bodyPr/>
          <a:lstStyle/>
          <a:p>
            <a:r>
              <a:rPr lang="en-GB"/>
              <a:t>Click icon to add media</a:t>
            </a:r>
            <a:endParaRPr lang="en-US"/>
          </a:p>
        </p:txBody>
      </p:sp>
      <p:sp>
        <p:nvSpPr>
          <p:cNvPr id="4" name="Date Placeholder 8">
            <a:extLst>
              <a:ext uri="{FF2B5EF4-FFF2-40B4-BE49-F238E27FC236}">
                <a16:creationId xmlns:a16="http://schemas.microsoft.com/office/drawing/2014/main" id="{2B2A75B8-AC69-234D-6453-3F51196FB90B}"/>
              </a:ext>
            </a:extLst>
          </p:cNvPr>
          <p:cNvSpPr>
            <a:spLocks noGrp="1"/>
          </p:cNvSpPr>
          <p:nvPr>
            <p:ph type="dt" sz="half" idx="10"/>
          </p:nvPr>
        </p:nvSpPr>
        <p:spPr>
          <a:xfrm>
            <a:off x="994845" y="6437115"/>
            <a:ext cx="1275686" cy="123111"/>
          </a:xfrm>
        </p:spPr>
        <p:txBody>
          <a:bodyPr/>
          <a:lstStyle>
            <a:lvl1pPr>
              <a:defRPr>
                <a:solidFill>
                  <a:schemeClr val="bg1"/>
                </a:solidFill>
              </a:defRPr>
            </a:lvl1pPr>
          </a:lstStyle>
          <a:p>
            <a:fld id="{3D449AB7-E67C-4004-ACAD-AD15DF091689}" type="datetime3">
              <a:rPr lang="en-US" smtClean="0"/>
              <a:t>18 March 2026</a:t>
            </a:fld>
            <a:endParaRPr lang="en-US"/>
          </a:p>
        </p:txBody>
      </p:sp>
      <p:sp>
        <p:nvSpPr>
          <p:cNvPr id="5" name="Footer Placeholder 9">
            <a:extLst>
              <a:ext uri="{FF2B5EF4-FFF2-40B4-BE49-F238E27FC236}">
                <a16:creationId xmlns:a16="http://schemas.microsoft.com/office/drawing/2014/main" id="{D1F90C88-74CB-BCA1-B76D-286F3EBEEED3}"/>
              </a:ext>
            </a:extLst>
          </p:cNvPr>
          <p:cNvSpPr>
            <a:spLocks noGrp="1"/>
          </p:cNvSpPr>
          <p:nvPr>
            <p:ph type="ftr" sz="quarter" idx="11"/>
          </p:nvPr>
        </p:nvSpPr>
        <p:spPr>
          <a:xfrm>
            <a:off x="2270531" y="6437115"/>
            <a:ext cx="3825470" cy="123111"/>
          </a:xfrm>
        </p:spPr>
        <p:txBody>
          <a:bodyPr/>
          <a:lstStyle>
            <a:lvl1pPr>
              <a:defRPr>
                <a:solidFill>
                  <a:schemeClr val="bg1"/>
                </a:solidFill>
              </a:defRPr>
            </a:lvl1pPr>
          </a:lstStyle>
          <a:p>
            <a:r>
              <a:rPr lang="en-US"/>
              <a:t>Customer Experience</a:t>
            </a:r>
          </a:p>
        </p:txBody>
      </p:sp>
      <p:sp>
        <p:nvSpPr>
          <p:cNvPr id="6" name="Slide Number Placeholder 10">
            <a:extLst>
              <a:ext uri="{FF2B5EF4-FFF2-40B4-BE49-F238E27FC236}">
                <a16:creationId xmlns:a16="http://schemas.microsoft.com/office/drawing/2014/main" id="{85104006-7F28-1301-537B-8A442233737F}"/>
              </a:ext>
            </a:extLst>
          </p:cNvPr>
          <p:cNvSpPr>
            <a:spLocks noGrp="1"/>
          </p:cNvSpPr>
          <p:nvPr>
            <p:ph type="sldNum" sz="quarter" idx="12"/>
          </p:nvPr>
        </p:nvSpPr>
        <p:spPr>
          <a:xfrm>
            <a:off x="485747" y="6437115"/>
            <a:ext cx="509098" cy="123111"/>
          </a:xfrm>
        </p:spPr>
        <p:txBody>
          <a:bodyPr/>
          <a:lstStyle>
            <a:lvl1pPr>
              <a:defRPr>
                <a:solidFill>
                  <a:schemeClr val="bg1"/>
                </a:solidFill>
              </a:defRPr>
            </a:lvl1pPr>
          </a:lstStyle>
          <a:p>
            <a:fld id="{F1BC30E3-FFE5-4B91-AA19-87A149EBB9EE}" type="slidenum">
              <a:rPr lang="en-GB" smtClean="0"/>
              <a:pPr/>
              <a:t>‹#›</a:t>
            </a:fld>
            <a:endParaRPr lang="en-GB"/>
          </a:p>
        </p:txBody>
      </p:sp>
      <p:pic>
        <p:nvPicPr>
          <p:cNvPr id="8" name="Graphic 7">
            <a:extLst>
              <a:ext uri="{FF2B5EF4-FFF2-40B4-BE49-F238E27FC236}">
                <a16:creationId xmlns:a16="http://schemas.microsoft.com/office/drawing/2014/main" id="{53DAA34D-3803-1754-58FA-16EE359CC5DD}"/>
              </a:ext>
            </a:extLst>
          </p:cNvPr>
          <p:cNvPicPr/>
          <p:nvPr userDrawn="1"/>
        </p:nvPicPr>
        <p:blipFill>
          <a:blip r:embed="rId2">
            <a:extLst>
              <a:ext uri="{96DAC541-7B7A-43D3-8B79-37D633B846F1}">
                <asvg:svgBlip xmlns:asvg="http://schemas.microsoft.com/office/drawing/2016/SVG/main" r:embed="rId3"/>
              </a:ext>
            </a:extLst>
          </a:blip>
          <a:srcRect/>
          <a:stretch/>
        </p:blipFill>
        <p:spPr>
          <a:xfrm>
            <a:off x="11089247" y="6289101"/>
            <a:ext cx="880811" cy="341755"/>
          </a:xfrm>
          <a:prstGeom prst="rect">
            <a:avLst/>
          </a:prstGeom>
        </p:spPr>
      </p:pic>
    </p:spTree>
    <p:extLst>
      <p:ext uri="{BB962C8B-B14F-4D97-AF65-F5344CB8AC3E}">
        <p14:creationId xmlns:p14="http://schemas.microsoft.com/office/powerpoint/2010/main" val="377450805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645803536"/>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userDrawn="1">
  <p:cSld name="Boilerplate">
    <p:spTree>
      <p:nvGrpSpPr>
        <p:cNvPr id="1" name=""/>
        <p:cNvGrpSpPr/>
        <p:nvPr/>
      </p:nvGrpSpPr>
      <p:grpSpPr>
        <a:xfrm>
          <a:off x="0" y="0"/>
          <a:ext cx="0" cy="0"/>
          <a:chOff x="0" y="0"/>
          <a:chExt cx="0" cy="0"/>
        </a:xfrm>
      </p:grpSpPr>
      <p:pic>
        <p:nvPicPr>
          <p:cNvPr id="6" name="Picture 5" descr="A bright yellow circle&#10;&#10;Description automatically generated with medium confidence">
            <a:extLst>
              <a:ext uri="{FF2B5EF4-FFF2-40B4-BE49-F238E27FC236}">
                <a16:creationId xmlns:a16="http://schemas.microsoft.com/office/drawing/2014/main" id="{0CE0EE1C-69FD-A2A1-0E47-EEBF86AA511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Tree>
    <p:extLst>
      <p:ext uri="{BB962C8B-B14F-4D97-AF65-F5344CB8AC3E}">
        <p14:creationId xmlns:p14="http://schemas.microsoft.com/office/powerpoint/2010/main" val="861713499"/>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1" y="201600"/>
            <a:ext cx="10972800" cy="594360"/>
          </a:xfrm>
        </p:spPr>
        <p:txBody>
          <a:bodyPr/>
          <a:lstStyle>
            <a:lvl1pPr>
              <a:defRPr sz="2399">
                <a:solidFill>
                  <a:schemeClr val="bg1"/>
                </a:solidFill>
                <a:latin typeface="EYInterstate Light" panose="02000506000000020004" pitchFamily="2" charset="0"/>
              </a:defRPr>
            </a:lvl1pPr>
          </a:lstStyle>
          <a:p>
            <a:r>
              <a:rPr lang="en-US"/>
              <a:t>Click to edit Master title style</a:t>
            </a:r>
            <a:endParaRPr lang="en-GB"/>
          </a:p>
        </p:txBody>
      </p:sp>
      <p:sp>
        <p:nvSpPr>
          <p:cNvPr id="13" name="Table Placeholder 4">
            <a:extLst>
              <a:ext uri="{FF2B5EF4-FFF2-40B4-BE49-F238E27FC236}">
                <a16:creationId xmlns:a16="http://schemas.microsoft.com/office/drawing/2014/main" id="{C5AC4C92-885D-49C5-B704-597DE68FC006}"/>
              </a:ext>
            </a:extLst>
          </p:cNvPr>
          <p:cNvSpPr txBox="1">
            <a:spLocks/>
          </p:cNvSpPr>
          <p:nvPr userDrawn="1"/>
        </p:nvSpPr>
        <p:spPr>
          <a:xfrm>
            <a:off x="813224" y="1137922"/>
            <a:ext cx="6610006" cy="4267457"/>
          </a:xfrm>
          <a:prstGeom prst="rect">
            <a:avLst/>
          </a:prstGeom>
        </p:spPr>
        <p:txBody>
          <a:bodyPr vert="horz" lIns="0" tIns="0" rIns="0" bIns="0" rtlCol="0" anchor="t" anchorCtr="0">
            <a:noAutofit/>
          </a:bodyPr>
          <a:lstStyle>
            <a:lvl1pPr marL="356616" indent="-356616" algn="l" defTabSz="914400" rtl="0" eaLnBrk="1" latinLnBrk="0" hangingPunct="1">
              <a:spcBef>
                <a:spcPct val="20000"/>
              </a:spcBef>
              <a:buClr>
                <a:schemeClr val="tx2"/>
              </a:buClr>
              <a:buSzPct val="70000"/>
              <a:buFont typeface="Arial" pitchFamily="34" charset="0"/>
              <a:buChar char="►"/>
              <a:defRPr sz="20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1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14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12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56438" marR="0" lvl="0" indent="-356438" algn="l" defTabSz="913943" rtl="0" eaLnBrk="1" fontAlgn="auto" latinLnBrk="0" hangingPunct="1">
              <a:lnSpc>
                <a:spcPct val="100000"/>
              </a:lnSpc>
              <a:spcBef>
                <a:spcPct val="20000"/>
              </a:spcBef>
              <a:spcAft>
                <a:spcPts val="0"/>
              </a:spcAft>
              <a:buClr>
                <a:srgbClr val="FFE600"/>
              </a:buClr>
              <a:buSzPct val="70000"/>
              <a:buFont typeface="Arial" pitchFamily="34" charset="0"/>
              <a:buChar char="►"/>
              <a:tabLst/>
              <a:defRPr/>
            </a:pPr>
            <a:endParaRPr kumimoji="0" lang="en-IN" sz="1999" b="0" i="0" u="none" strike="noStrike" kern="1200" cap="none" spc="0" normalizeH="0" baseline="0" noProof="0">
              <a:ln>
                <a:noFill/>
              </a:ln>
              <a:solidFill>
                <a:sysClr val="window" lastClr="FFFFFF"/>
              </a:solidFill>
              <a:effectLst/>
              <a:uLnTx/>
              <a:uFillTx/>
              <a:latin typeface="EYInterstate Light" panose="02000506000000020004" pitchFamily="2" charset="0"/>
              <a:ea typeface="+mn-ea"/>
              <a:cs typeface="+mn-cs"/>
            </a:endParaRPr>
          </a:p>
        </p:txBody>
      </p:sp>
      <p:sp>
        <p:nvSpPr>
          <p:cNvPr id="5" name="Line 10">
            <a:extLst>
              <a:ext uri="{FF2B5EF4-FFF2-40B4-BE49-F238E27FC236}">
                <a16:creationId xmlns:a16="http://schemas.microsoft.com/office/drawing/2014/main" id="{04A2E968-DBA8-4BD3-8F8F-9B23825BC4DF}"/>
              </a:ext>
            </a:extLst>
          </p:cNvPr>
          <p:cNvSpPr>
            <a:spLocks noChangeShapeType="1"/>
          </p:cNvSpPr>
          <p:nvPr userDrawn="1"/>
        </p:nvSpPr>
        <p:spPr bwMode="auto">
          <a:xfrm>
            <a:off x="609602" y="907750"/>
            <a:ext cx="11011710" cy="0"/>
          </a:xfrm>
          <a:prstGeom prst="line">
            <a:avLst/>
          </a:prstGeom>
          <a:noFill/>
          <a:ln w="19050">
            <a:solidFill>
              <a:schemeClr val="tx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799" noProof="0">
              <a:solidFill>
                <a:schemeClr val="bg1"/>
              </a:solidFill>
            </a:endParaRPr>
          </a:p>
        </p:txBody>
      </p:sp>
      <p:sp>
        <p:nvSpPr>
          <p:cNvPr id="3" name="Date Placeholder 2">
            <a:extLst>
              <a:ext uri="{FF2B5EF4-FFF2-40B4-BE49-F238E27FC236}">
                <a16:creationId xmlns:a16="http://schemas.microsoft.com/office/drawing/2014/main" id="{08218B73-555A-4F14-931F-DAE40AC25DA9}"/>
              </a:ext>
            </a:extLst>
          </p:cNvPr>
          <p:cNvSpPr>
            <a:spLocks noGrp="1"/>
          </p:cNvSpPr>
          <p:nvPr>
            <p:ph type="dt" sz="half" idx="10"/>
          </p:nvPr>
        </p:nvSpPr>
        <p:spPr/>
        <p:txBody>
          <a:bodyPr/>
          <a:lstStyle/>
          <a:p>
            <a:fld id="{0E001989-1E35-4070-95EA-D5FDB7EFE3A1}" type="datetime3">
              <a:rPr lang="en-US" smtClean="0"/>
              <a:t>18 March 2026</a:t>
            </a:fld>
            <a:endParaRPr lang="en-IN"/>
          </a:p>
        </p:txBody>
      </p:sp>
      <p:sp>
        <p:nvSpPr>
          <p:cNvPr id="4" name="Footer Placeholder 3">
            <a:extLst>
              <a:ext uri="{FF2B5EF4-FFF2-40B4-BE49-F238E27FC236}">
                <a16:creationId xmlns:a16="http://schemas.microsoft.com/office/drawing/2014/main" id="{FE7FC2ED-0BA0-4018-BDCE-AA7E8B55917D}"/>
              </a:ext>
            </a:extLst>
          </p:cNvPr>
          <p:cNvSpPr>
            <a:spLocks noGrp="1"/>
          </p:cNvSpPr>
          <p:nvPr>
            <p:ph type="ftr" sz="quarter" idx="11"/>
          </p:nvPr>
        </p:nvSpPr>
        <p:spPr/>
        <p:txBody>
          <a:bodyPr/>
          <a:lstStyle/>
          <a:p>
            <a:r>
              <a:rPr lang="en-IN"/>
              <a:t>Customer Experience</a:t>
            </a:r>
          </a:p>
        </p:txBody>
      </p:sp>
      <p:sp>
        <p:nvSpPr>
          <p:cNvPr id="6" name="Slide Number Placeholder 5">
            <a:extLst>
              <a:ext uri="{FF2B5EF4-FFF2-40B4-BE49-F238E27FC236}">
                <a16:creationId xmlns:a16="http://schemas.microsoft.com/office/drawing/2014/main" id="{51549BB1-9F3B-419B-872D-8849B20BD1B5}"/>
              </a:ext>
            </a:extLst>
          </p:cNvPr>
          <p:cNvSpPr>
            <a:spLocks noGrp="1"/>
          </p:cNvSpPr>
          <p:nvPr>
            <p:ph type="sldNum" sz="quarter" idx="12"/>
          </p:nvPr>
        </p:nvSpPr>
        <p:spPr>
          <a:xfrm>
            <a:off x="609601" y="6516456"/>
            <a:ext cx="884088" cy="123111"/>
          </a:xfrm>
          <a:prstGeom prst="rect">
            <a:avLst/>
          </a:prstGeom>
        </p:spPr>
        <p:txBody>
          <a:bodyPr/>
          <a:lstStyle/>
          <a:p>
            <a:r>
              <a:rPr lang="en-GB"/>
              <a:t>Page </a:t>
            </a:r>
            <a:fld id="{F1BC30E3-FFE5-4B91-AA19-87A149EBB9EE}" type="slidenum">
              <a:rPr smtClean="0"/>
              <a:pPr/>
              <a:t>‹#›</a:t>
            </a:fld>
            <a:endParaRPr/>
          </a:p>
        </p:txBody>
      </p:sp>
    </p:spTree>
    <p:extLst>
      <p:ext uri="{BB962C8B-B14F-4D97-AF65-F5344CB8AC3E}">
        <p14:creationId xmlns:p14="http://schemas.microsoft.com/office/powerpoint/2010/main" val="727958820"/>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pic>
        <p:nvPicPr>
          <p:cNvPr id="3" name="Picture 2" descr="A blurry image of a rainbow&#10;&#10;Description automatically generated">
            <a:extLst>
              <a:ext uri="{FF2B5EF4-FFF2-40B4-BE49-F238E27FC236}">
                <a16:creationId xmlns:a16="http://schemas.microsoft.com/office/drawing/2014/main" id="{317BE7A3-A673-B58A-8BE4-D36A0E590D33}"/>
              </a:ext>
            </a:extLst>
          </p:cNvPr>
          <p:cNvPicPr>
            <a:picLocks/>
          </p:cNvPicPr>
          <p:nvPr userDrawn="1"/>
        </p:nvPicPr>
        <p:blipFill>
          <a:blip r:embed="rId2">
            <a:extLst>
              <a:ext uri="{28A0092B-C50C-407E-A947-70E740481C1C}">
                <a14:useLocalDpi xmlns:a14="http://schemas.microsoft.com/office/drawing/2010/main" val="0"/>
              </a:ext>
            </a:extLst>
          </a:blip>
          <a:stretch>
            <a:fillRect/>
          </a:stretch>
        </p:blipFill>
        <p:spPr bwMode="hidden">
          <a:xfrm>
            <a:off x="0" y="0"/>
            <a:ext cx="12193200" cy="6858000"/>
          </a:xfrm>
          <a:prstGeom prst="rect">
            <a:avLst/>
          </a:prstGeom>
        </p:spPr>
      </p:pic>
      <p:grpSp>
        <p:nvGrpSpPr>
          <p:cNvPr id="5" name="Group 4">
            <a:extLst>
              <a:ext uri="{FF2B5EF4-FFF2-40B4-BE49-F238E27FC236}">
                <a16:creationId xmlns:a16="http://schemas.microsoft.com/office/drawing/2014/main" id="{3D8D2553-DCAF-2D9D-2138-FE4E794B7FFA}"/>
              </a:ext>
            </a:extLst>
          </p:cNvPr>
          <p:cNvGrpSpPr/>
          <p:nvPr userDrawn="1"/>
        </p:nvGrpSpPr>
        <p:grpSpPr>
          <a:xfrm>
            <a:off x="485775" y="6164633"/>
            <a:ext cx="4940935" cy="318770"/>
            <a:chOff x="485775" y="6164633"/>
            <a:chExt cx="4940935" cy="318770"/>
          </a:xfrm>
        </p:grpSpPr>
        <p:sp>
          <p:nvSpPr>
            <p:cNvPr id="297" name="Freeform 296">
              <a:extLst>
                <a:ext uri="{FF2B5EF4-FFF2-40B4-BE49-F238E27FC236}">
                  <a16:creationId xmlns:a16="http://schemas.microsoft.com/office/drawing/2014/main" id="{AD4E5D8B-12B4-19F3-17D4-D12BF368FC85}"/>
                </a:ext>
              </a:extLst>
            </p:cNvPr>
            <p:cNvSpPr/>
            <p:nvPr/>
          </p:nvSpPr>
          <p:spPr>
            <a:xfrm>
              <a:off x="485775" y="6164633"/>
              <a:ext cx="405765" cy="81280"/>
            </a:xfrm>
            <a:custGeom>
              <a:avLst/>
              <a:gdLst>
                <a:gd name="connsiteX0" fmla="*/ 324485 w 405765"/>
                <a:gd name="connsiteY0" fmla="*/ 0 h 81280"/>
                <a:gd name="connsiteX1" fmla="*/ 405765 w 405765"/>
                <a:gd name="connsiteY1" fmla="*/ 0 h 81280"/>
                <a:gd name="connsiteX2" fmla="*/ 405765 w 405765"/>
                <a:gd name="connsiteY2" fmla="*/ 81280 h 81280"/>
                <a:gd name="connsiteX3" fmla="*/ 324485 w 405765"/>
                <a:gd name="connsiteY3" fmla="*/ 81280 h 81280"/>
                <a:gd name="connsiteX4" fmla="*/ 161925 w 405765"/>
                <a:gd name="connsiteY4" fmla="*/ 0 h 81280"/>
                <a:gd name="connsiteX5" fmla="*/ 243205 w 405765"/>
                <a:gd name="connsiteY5" fmla="*/ 0 h 81280"/>
                <a:gd name="connsiteX6" fmla="*/ 243205 w 405765"/>
                <a:gd name="connsiteY6" fmla="*/ 81280 h 81280"/>
                <a:gd name="connsiteX7" fmla="*/ 161925 w 405765"/>
                <a:gd name="connsiteY7" fmla="*/ 81280 h 81280"/>
                <a:gd name="connsiteX8" fmla="*/ 0 w 405765"/>
                <a:gd name="connsiteY8" fmla="*/ 0 h 81280"/>
                <a:gd name="connsiteX9" fmla="*/ 81280 w 405765"/>
                <a:gd name="connsiteY9" fmla="*/ 0 h 81280"/>
                <a:gd name="connsiteX10" fmla="*/ 81280 w 405765"/>
                <a:gd name="connsiteY10" fmla="*/ 81280 h 81280"/>
                <a:gd name="connsiteX11" fmla="*/ 0 w 405765"/>
                <a:gd name="connsiteY11" fmla="*/ 81280 h 81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05765" h="81280">
                  <a:moveTo>
                    <a:pt x="324485" y="0"/>
                  </a:moveTo>
                  <a:lnTo>
                    <a:pt x="405765" y="0"/>
                  </a:lnTo>
                  <a:lnTo>
                    <a:pt x="405765" y="81280"/>
                  </a:lnTo>
                  <a:lnTo>
                    <a:pt x="324485" y="81280"/>
                  </a:lnTo>
                  <a:close/>
                  <a:moveTo>
                    <a:pt x="161925" y="0"/>
                  </a:moveTo>
                  <a:lnTo>
                    <a:pt x="243205" y="0"/>
                  </a:lnTo>
                  <a:lnTo>
                    <a:pt x="243205" y="81280"/>
                  </a:lnTo>
                  <a:lnTo>
                    <a:pt x="161925" y="81280"/>
                  </a:lnTo>
                  <a:close/>
                  <a:moveTo>
                    <a:pt x="0" y="0"/>
                  </a:moveTo>
                  <a:lnTo>
                    <a:pt x="81280" y="0"/>
                  </a:lnTo>
                  <a:lnTo>
                    <a:pt x="81280" y="81280"/>
                  </a:lnTo>
                  <a:lnTo>
                    <a:pt x="0" y="81280"/>
                  </a:lnTo>
                  <a:close/>
                </a:path>
              </a:pathLst>
            </a:custGeom>
            <a:solidFill>
              <a:srgbClr val="FFE600"/>
            </a:solidFill>
            <a:ln w="63500" cap="flat">
              <a:noFill/>
              <a:prstDash val="solid"/>
              <a:miter/>
            </a:ln>
          </p:spPr>
          <p:txBody>
            <a:bodyPr rtlCol="0" anchor="ctr"/>
            <a:lstStyle/>
            <a:p>
              <a:endParaRPr lang="en-US"/>
            </a:p>
          </p:txBody>
        </p:sp>
        <p:sp>
          <p:nvSpPr>
            <p:cNvPr id="298" name="Freeform 297">
              <a:extLst>
                <a:ext uri="{FF2B5EF4-FFF2-40B4-BE49-F238E27FC236}">
                  <a16:creationId xmlns:a16="http://schemas.microsoft.com/office/drawing/2014/main" id="{219789D6-6B07-F2E6-06BE-8CA9DC83E385}"/>
                </a:ext>
              </a:extLst>
            </p:cNvPr>
            <p:cNvSpPr/>
            <p:nvPr/>
          </p:nvSpPr>
          <p:spPr bwMode="black">
            <a:xfrm>
              <a:off x="485779" y="6344974"/>
              <a:ext cx="4940931" cy="138429"/>
            </a:xfrm>
            <a:custGeom>
              <a:avLst/>
              <a:gdLst>
                <a:gd name="connsiteX0" fmla="*/ 1032512 w 4940931"/>
                <a:gd name="connsiteY0" fmla="*/ 137477 h 138429"/>
                <a:gd name="connsiteX1" fmla="*/ 1032512 w 4940931"/>
                <a:gd name="connsiteY1" fmla="*/ 137794 h 138429"/>
                <a:gd name="connsiteX2" fmla="*/ 1030607 w 4940931"/>
                <a:gd name="connsiteY2" fmla="*/ 138429 h 138429"/>
                <a:gd name="connsiteX3" fmla="*/ 4929501 w 4940931"/>
                <a:gd name="connsiteY3" fmla="*/ 87629 h 138429"/>
                <a:gd name="connsiteX4" fmla="*/ 4933946 w 4940931"/>
                <a:gd name="connsiteY4" fmla="*/ 88264 h 138429"/>
                <a:gd name="connsiteX5" fmla="*/ 4937756 w 4940931"/>
                <a:gd name="connsiteY5" fmla="*/ 90804 h 138429"/>
                <a:gd name="connsiteX6" fmla="*/ 4940296 w 4940931"/>
                <a:gd name="connsiteY6" fmla="*/ 94614 h 138429"/>
                <a:gd name="connsiteX7" fmla="*/ 4940931 w 4940931"/>
                <a:gd name="connsiteY7" fmla="*/ 99059 h 138429"/>
                <a:gd name="connsiteX8" fmla="*/ 4940296 w 4940931"/>
                <a:gd name="connsiteY8" fmla="*/ 103504 h 138429"/>
                <a:gd name="connsiteX9" fmla="*/ 4937756 w 4940931"/>
                <a:gd name="connsiteY9" fmla="*/ 107314 h 138429"/>
                <a:gd name="connsiteX10" fmla="*/ 4933946 w 4940931"/>
                <a:gd name="connsiteY10" fmla="*/ 109854 h 138429"/>
                <a:gd name="connsiteX11" fmla="*/ 4929501 w 4940931"/>
                <a:gd name="connsiteY11" fmla="*/ 110489 h 138429"/>
                <a:gd name="connsiteX12" fmla="*/ 4925056 w 4940931"/>
                <a:gd name="connsiteY12" fmla="*/ 109854 h 138429"/>
                <a:gd name="connsiteX13" fmla="*/ 4921246 w 4940931"/>
                <a:gd name="connsiteY13" fmla="*/ 107314 h 138429"/>
                <a:gd name="connsiteX14" fmla="*/ 4918706 w 4940931"/>
                <a:gd name="connsiteY14" fmla="*/ 103504 h 138429"/>
                <a:gd name="connsiteX15" fmla="*/ 4918071 w 4940931"/>
                <a:gd name="connsiteY15" fmla="*/ 99059 h 138429"/>
                <a:gd name="connsiteX16" fmla="*/ 4918706 w 4940931"/>
                <a:gd name="connsiteY16" fmla="*/ 94614 h 138429"/>
                <a:gd name="connsiteX17" fmla="*/ 4921246 w 4940931"/>
                <a:gd name="connsiteY17" fmla="*/ 90804 h 138429"/>
                <a:gd name="connsiteX18" fmla="*/ 4925056 w 4940931"/>
                <a:gd name="connsiteY18" fmla="*/ 88264 h 138429"/>
                <a:gd name="connsiteX19" fmla="*/ 4929501 w 4940931"/>
                <a:gd name="connsiteY19" fmla="*/ 87629 h 138429"/>
                <a:gd name="connsiteX20" fmla="*/ 3079110 w 4940931"/>
                <a:gd name="connsiteY20" fmla="*/ 87629 h 138429"/>
                <a:gd name="connsiteX21" fmla="*/ 3083555 w 4940931"/>
                <a:gd name="connsiteY21" fmla="*/ 88264 h 138429"/>
                <a:gd name="connsiteX22" fmla="*/ 3087365 w 4940931"/>
                <a:gd name="connsiteY22" fmla="*/ 90804 h 138429"/>
                <a:gd name="connsiteX23" fmla="*/ 3089905 w 4940931"/>
                <a:gd name="connsiteY23" fmla="*/ 94614 h 138429"/>
                <a:gd name="connsiteX24" fmla="*/ 3090540 w 4940931"/>
                <a:gd name="connsiteY24" fmla="*/ 99059 h 138429"/>
                <a:gd name="connsiteX25" fmla="*/ 3089905 w 4940931"/>
                <a:gd name="connsiteY25" fmla="*/ 103504 h 138429"/>
                <a:gd name="connsiteX26" fmla="*/ 3087365 w 4940931"/>
                <a:gd name="connsiteY26" fmla="*/ 107314 h 138429"/>
                <a:gd name="connsiteX27" fmla="*/ 3083555 w 4940931"/>
                <a:gd name="connsiteY27" fmla="*/ 109854 h 138429"/>
                <a:gd name="connsiteX28" fmla="*/ 3079110 w 4940931"/>
                <a:gd name="connsiteY28" fmla="*/ 110489 h 138429"/>
                <a:gd name="connsiteX29" fmla="*/ 3074665 w 4940931"/>
                <a:gd name="connsiteY29" fmla="*/ 109854 h 138429"/>
                <a:gd name="connsiteX30" fmla="*/ 3070855 w 4940931"/>
                <a:gd name="connsiteY30" fmla="*/ 107314 h 138429"/>
                <a:gd name="connsiteX31" fmla="*/ 3068315 w 4940931"/>
                <a:gd name="connsiteY31" fmla="*/ 103504 h 138429"/>
                <a:gd name="connsiteX32" fmla="*/ 3067680 w 4940931"/>
                <a:gd name="connsiteY32" fmla="*/ 99059 h 138429"/>
                <a:gd name="connsiteX33" fmla="*/ 3068315 w 4940931"/>
                <a:gd name="connsiteY33" fmla="*/ 94614 h 138429"/>
                <a:gd name="connsiteX34" fmla="*/ 3070855 w 4940931"/>
                <a:gd name="connsiteY34" fmla="*/ 90804 h 138429"/>
                <a:gd name="connsiteX35" fmla="*/ 3074665 w 4940931"/>
                <a:gd name="connsiteY35" fmla="*/ 88264 h 138429"/>
                <a:gd name="connsiteX36" fmla="*/ 3079110 w 4940931"/>
                <a:gd name="connsiteY36" fmla="*/ 87629 h 138429"/>
                <a:gd name="connsiteX37" fmla="*/ 1565275 w 4940931"/>
                <a:gd name="connsiteY37" fmla="*/ 87629 h 138429"/>
                <a:gd name="connsiteX38" fmla="*/ 1569720 w 4940931"/>
                <a:gd name="connsiteY38" fmla="*/ 88264 h 138429"/>
                <a:gd name="connsiteX39" fmla="*/ 1573529 w 4940931"/>
                <a:gd name="connsiteY39" fmla="*/ 90804 h 138429"/>
                <a:gd name="connsiteX40" fmla="*/ 1576069 w 4940931"/>
                <a:gd name="connsiteY40" fmla="*/ 94614 h 138429"/>
                <a:gd name="connsiteX41" fmla="*/ 1576705 w 4940931"/>
                <a:gd name="connsiteY41" fmla="*/ 99059 h 138429"/>
                <a:gd name="connsiteX42" fmla="*/ 1576069 w 4940931"/>
                <a:gd name="connsiteY42" fmla="*/ 103504 h 138429"/>
                <a:gd name="connsiteX43" fmla="*/ 1573529 w 4940931"/>
                <a:gd name="connsiteY43" fmla="*/ 107314 h 138429"/>
                <a:gd name="connsiteX44" fmla="*/ 1569720 w 4940931"/>
                <a:gd name="connsiteY44" fmla="*/ 109854 h 138429"/>
                <a:gd name="connsiteX45" fmla="*/ 1565275 w 4940931"/>
                <a:gd name="connsiteY45" fmla="*/ 110489 h 138429"/>
                <a:gd name="connsiteX46" fmla="*/ 1560830 w 4940931"/>
                <a:gd name="connsiteY46" fmla="*/ 109854 h 138429"/>
                <a:gd name="connsiteX47" fmla="*/ 1557020 w 4940931"/>
                <a:gd name="connsiteY47" fmla="*/ 107314 h 138429"/>
                <a:gd name="connsiteX48" fmla="*/ 1554479 w 4940931"/>
                <a:gd name="connsiteY48" fmla="*/ 103504 h 138429"/>
                <a:gd name="connsiteX49" fmla="*/ 1553844 w 4940931"/>
                <a:gd name="connsiteY49" fmla="*/ 99059 h 138429"/>
                <a:gd name="connsiteX50" fmla="*/ 1554479 w 4940931"/>
                <a:gd name="connsiteY50" fmla="*/ 94614 h 138429"/>
                <a:gd name="connsiteX51" fmla="*/ 1557020 w 4940931"/>
                <a:gd name="connsiteY51" fmla="*/ 90804 h 138429"/>
                <a:gd name="connsiteX52" fmla="*/ 1560830 w 4940931"/>
                <a:gd name="connsiteY52" fmla="*/ 88264 h 138429"/>
                <a:gd name="connsiteX53" fmla="*/ 1565275 w 4940931"/>
                <a:gd name="connsiteY53" fmla="*/ 87629 h 138429"/>
                <a:gd name="connsiteX54" fmla="*/ 2642230 w 4940931"/>
                <a:gd name="connsiteY54" fmla="*/ 73024 h 138429"/>
                <a:gd name="connsiteX55" fmla="*/ 2630800 w 4940931"/>
                <a:gd name="connsiteY55" fmla="*/ 76199 h 138429"/>
                <a:gd name="connsiteX56" fmla="*/ 2626355 w 4940931"/>
                <a:gd name="connsiteY56" fmla="*/ 84454 h 138429"/>
                <a:gd name="connsiteX57" fmla="*/ 2627625 w 4940931"/>
                <a:gd name="connsiteY57" fmla="*/ 90169 h 138429"/>
                <a:gd name="connsiteX58" fmla="*/ 2630800 w 4940931"/>
                <a:gd name="connsiteY58" fmla="*/ 93979 h 138429"/>
                <a:gd name="connsiteX59" fmla="*/ 2635245 w 4940931"/>
                <a:gd name="connsiteY59" fmla="*/ 96519 h 138429"/>
                <a:gd name="connsiteX60" fmla="*/ 2641595 w 4940931"/>
                <a:gd name="connsiteY60" fmla="*/ 97154 h 138429"/>
                <a:gd name="connsiteX61" fmla="*/ 2647310 w 4940931"/>
                <a:gd name="connsiteY61" fmla="*/ 96519 h 138429"/>
                <a:gd name="connsiteX62" fmla="*/ 2652390 w 4940931"/>
                <a:gd name="connsiteY62" fmla="*/ 93979 h 138429"/>
                <a:gd name="connsiteX63" fmla="*/ 2656835 w 4940931"/>
                <a:gd name="connsiteY63" fmla="*/ 90804 h 138429"/>
                <a:gd name="connsiteX64" fmla="*/ 2660010 w 4940931"/>
                <a:gd name="connsiteY64" fmla="*/ 86994 h 138429"/>
                <a:gd name="connsiteX65" fmla="*/ 2660010 w 4940931"/>
                <a:gd name="connsiteY65" fmla="*/ 75564 h 138429"/>
                <a:gd name="connsiteX66" fmla="*/ 2656200 w 4940931"/>
                <a:gd name="connsiteY66" fmla="*/ 74294 h 138429"/>
                <a:gd name="connsiteX67" fmla="*/ 2652390 w 4940931"/>
                <a:gd name="connsiteY67" fmla="*/ 73659 h 138429"/>
                <a:gd name="connsiteX68" fmla="*/ 2647945 w 4940931"/>
                <a:gd name="connsiteY68" fmla="*/ 73024 h 138429"/>
                <a:gd name="connsiteX69" fmla="*/ 2642230 w 4940931"/>
                <a:gd name="connsiteY69" fmla="*/ 73024 h 138429"/>
                <a:gd name="connsiteX70" fmla="*/ 4664706 w 4940931"/>
                <a:gd name="connsiteY70" fmla="*/ 43814 h 138429"/>
                <a:gd name="connsiteX71" fmla="*/ 4657086 w 4940931"/>
                <a:gd name="connsiteY71" fmla="*/ 45719 h 138429"/>
                <a:gd name="connsiteX72" fmla="*/ 4651371 w 4940931"/>
                <a:gd name="connsiteY72" fmla="*/ 50799 h 138429"/>
                <a:gd name="connsiteX73" fmla="*/ 4647561 w 4940931"/>
                <a:gd name="connsiteY73" fmla="*/ 59054 h 138429"/>
                <a:gd name="connsiteX74" fmla="*/ 4646291 w 4940931"/>
                <a:gd name="connsiteY74" fmla="*/ 69849 h 138429"/>
                <a:gd name="connsiteX75" fmla="*/ 4647561 w 4940931"/>
                <a:gd name="connsiteY75" fmla="*/ 81279 h 138429"/>
                <a:gd name="connsiteX76" fmla="*/ 4651371 w 4940931"/>
                <a:gd name="connsiteY76" fmla="*/ 89534 h 138429"/>
                <a:gd name="connsiteX77" fmla="*/ 4657721 w 4940931"/>
                <a:gd name="connsiteY77" fmla="*/ 94614 h 138429"/>
                <a:gd name="connsiteX78" fmla="*/ 4665341 w 4940931"/>
                <a:gd name="connsiteY78" fmla="*/ 96519 h 138429"/>
                <a:gd name="connsiteX79" fmla="*/ 4672961 w 4940931"/>
                <a:gd name="connsiteY79" fmla="*/ 94614 h 138429"/>
                <a:gd name="connsiteX80" fmla="*/ 4678676 w 4940931"/>
                <a:gd name="connsiteY80" fmla="*/ 88899 h 138429"/>
                <a:gd name="connsiteX81" fmla="*/ 4682486 w 4940931"/>
                <a:gd name="connsiteY81" fmla="*/ 80644 h 138429"/>
                <a:gd name="connsiteX82" fmla="*/ 4683756 w 4940931"/>
                <a:gd name="connsiteY82" fmla="*/ 70484 h 138429"/>
                <a:gd name="connsiteX83" fmla="*/ 4684391 w 4940931"/>
                <a:gd name="connsiteY83" fmla="*/ 69849 h 138429"/>
                <a:gd name="connsiteX84" fmla="*/ 4683121 w 4940931"/>
                <a:gd name="connsiteY84" fmla="*/ 59054 h 138429"/>
                <a:gd name="connsiteX85" fmla="*/ 4679311 w 4940931"/>
                <a:gd name="connsiteY85" fmla="*/ 50799 h 138429"/>
                <a:gd name="connsiteX86" fmla="*/ 4672961 w 4940931"/>
                <a:gd name="connsiteY86" fmla="*/ 45719 h 138429"/>
                <a:gd name="connsiteX87" fmla="*/ 4664706 w 4940931"/>
                <a:gd name="connsiteY87" fmla="*/ 43814 h 138429"/>
                <a:gd name="connsiteX88" fmla="*/ 4264020 w 4940931"/>
                <a:gd name="connsiteY88" fmla="*/ 43814 h 138429"/>
                <a:gd name="connsiteX89" fmla="*/ 4256400 w 4940931"/>
                <a:gd name="connsiteY89" fmla="*/ 45719 h 138429"/>
                <a:gd name="connsiteX90" fmla="*/ 4250685 w 4940931"/>
                <a:gd name="connsiteY90" fmla="*/ 50799 h 138429"/>
                <a:gd name="connsiteX91" fmla="*/ 4246875 w 4940931"/>
                <a:gd name="connsiteY91" fmla="*/ 59054 h 138429"/>
                <a:gd name="connsiteX92" fmla="*/ 4245605 w 4940931"/>
                <a:gd name="connsiteY92" fmla="*/ 69849 h 138429"/>
                <a:gd name="connsiteX93" fmla="*/ 4246875 w 4940931"/>
                <a:gd name="connsiteY93" fmla="*/ 81279 h 138429"/>
                <a:gd name="connsiteX94" fmla="*/ 4250685 w 4940931"/>
                <a:gd name="connsiteY94" fmla="*/ 89534 h 138429"/>
                <a:gd name="connsiteX95" fmla="*/ 4257035 w 4940931"/>
                <a:gd name="connsiteY95" fmla="*/ 94614 h 138429"/>
                <a:gd name="connsiteX96" fmla="*/ 4264655 w 4940931"/>
                <a:gd name="connsiteY96" fmla="*/ 96519 h 138429"/>
                <a:gd name="connsiteX97" fmla="*/ 4272275 w 4940931"/>
                <a:gd name="connsiteY97" fmla="*/ 94614 h 138429"/>
                <a:gd name="connsiteX98" fmla="*/ 4277990 w 4940931"/>
                <a:gd name="connsiteY98" fmla="*/ 88899 h 138429"/>
                <a:gd name="connsiteX99" fmla="*/ 4281800 w 4940931"/>
                <a:gd name="connsiteY99" fmla="*/ 80644 h 138429"/>
                <a:gd name="connsiteX100" fmla="*/ 4283070 w 4940931"/>
                <a:gd name="connsiteY100" fmla="*/ 70484 h 138429"/>
                <a:gd name="connsiteX101" fmla="*/ 4283705 w 4940931"/>
                <a:gd name="connsiteY101" fmla="*/ 69849 h 138429"/>
                <a:gd name="connsiteX102" fmla="*/ 4282435 w 4940931"/>
                <a:gd name="connsiteY102" fmla="*/ 59054 h 138429"/>
                <a:gd name="connsiteX103" fmla="*/ 4278625 w 4940931"/>
                <a:gd name="connsiteY103" fmla="*/ 50799 h 138429"/>
                <a:gd name="connsiteX104" fmla="*/ 4272275 w 4940931"/>
                <a:gd name="connsiteY104" fmla="*/ 45719 h 138429"/>
                <a:gd name="connsiteX105" fmla="*/ 4264020 w 4940931"/>
                <a:gd name="connsiteY105" fmla="*/ 43814 h 138429"/>
                <a:gd name="connsiteX106" fmla="*/ 1420495 w 4940931"/>
                <a:gd name="connsiteY106" fmla="*/ 43814 h 138429"/>
                <a:gd name="connsiteX107" fmla="*/ 1412875 w 4940931"/>
                <a:gd name="connsiteY107" fmla="*/ 45719 h 138429"/>
                <a:gd name="connsiteX108" fmla="*/ 1407160 w 4940931"/>
                <a:gd name="connsiteY108" fmla="*/ 50799 h 138429"/>
                <a:gd name="connsiteX109" fmla="*/ 1403350 w 4940931"/>
                <a:gd name="connsiteY109" fmla="*/ 59054 h 138429"/>
                <a:gd name="connsiteX110" fmla="*/ 1402080 w 4940931"/>
                <a:gd name="connsiteY110" fmla="*/ 69849 h 138429"/>
                <a:gd name="connsiteX111" fmla="*/ 1403350 w 4940931"/>
                <a:gd name="connsiteY111" fmla="*/ 81279 h 138429"/>
                <a:gd name="connsiteX112" fmla="*/ 1407160 w 4940931"/>
                <a:gd name="connsiteY112" fmla="*/ 89534 h 138429"/>
                <a:gd name="connsiteX113" fmla="*/ 1413510 w 4940931"/>
                <a:gd name="connsiteY113" fmla="*/ 94614 h 138429"/>
                <a:gd name="connsiteX114" fmla="*/ 1421130 w 4940931"/>
                <a:gd name="connsiteY114" fmla="*/ 96519 h 138429"/>
                <a:gd name="connsiteX115" fmla="*/ 1428750 w 4940931"/>
                <a:gd name="connsiteY115" fmla="*/ 94614 h 138429"/>
                <a:gd name="connsiteX116" fmla="*/ 1434465 w 4940931"/>
                <a:gd name="connsiteY116" fmla="*/ 88899 h 138429"/>
                <a:gd name="connsiteX117" fmla="*/ 1438275 w 4940931"/>
                <a:gd name="connsiteY117" fmla="*/ 80644 h 138429"/>
                <a:gd name="connsiteX118" fmla="*/ 1439545 w 4940931"/>
                <a:gd name="connsiteY118" fmla="*/ 70484 h 138429"/>
                <a:gd name="connsiteX119" fmla="*/ 1440180 w 4940931"/>
                <a:gd name="connsiteY119" fmla="*/ 69849 h 138429"/>
                <a:gd name="connsiteX120" fmla="*/ 1438910 w 4940931"/>
                <a:gd name="connsiteY120" fmla="*/ 59054 h 138429"/>
                <a:gd name="connsiteX121" fmla="*/ 1435100 w 4940931"/>
                <a:gd name="connsiteY121" fmla="*/ 50799 h 138429"/>
                <a:gd name="connsiteX122" fmla="*/ 1428750 w 4940931"/>
                <a:gd name="connsiteY122" fmla="*/ 45719 h 138429"/>
                <a:gd name="connsiteX123" fmla="*/ 1420495 w 4940931"/>
                <a:gd name="connsiteY123" fmla="*/ 43814 h 138429"/>
                <a:gd name="connsiteX124" fmla="*/ 4041770 w 4940931"/>
                <a:gd name="connsiteY124" fmla="*/ 43180 h 138429"/>
                <a:gd name="connsiteX125" fmla="*/ 4034785 w 4940931"/>
                <a:gd name="connsiteY125" fmla="*/ 44450 h 138429"/>
                <a:gd name="connsiteX126" fmla="*/ 4029705 w 4940931"/>
                <a:gd name="connsiteY126" fmla="*/ 48260 h 138429"/>
                <a:gd name="connsiteX127" fmla="*/ 4025895 w 4940931"/>
                <a:gd name="connsiteY127" fmla="*/ 54610 h 138429"/>
                <a:gd name="connsiteX128" fmla="*/ 4023990 w 4940931"/>
                <a:gd name="connsiteY128" fmla="*/ 62865 h 138429"/>
                <a:gd name="connsiteX129" fmla="*/ 4060185 w 4940931"/>
                <a:gd name="connsiteY129" fmla="*/ 62865 h 138429"/>
                <a:gd name="connsiteX130" fmla="*/ 4058915 w 4940931"/>
                <a:gd name="connsiteY130" fmla="*/ 55245 h 138429"/>
                <a:gd name="connsiteX131" fmla="*/ 4055740 w 4940931"/>
                <a:gd name="connsiteY131" fmla="*/ 48895 h 138429"/>
                <a:gd name="connsiteX132" fmla="*/ 4050025 w 4940931"/>
                <a:gd name="connsiteY132" fmla="*/ 44450 h 138429"/>
                <a:gd name="connsiteX133" fmla="*/ 4041770 w 4940931"/>
                <a:gd name="connsiteY133" fmla="*/ 43180 h 138429"/>
                <a:gd name="connsiteX134" fmla="*/ 3728081 w 4940931"/>
                <a:gd name="connsiteY134" fmla="*/ 43180 h 138429"/>
                <a:gd name="connsiteX135" fmla="*/ 3721096 w 4940931"/>
                <a:gd name="connsiteY135" fmla="*/ 44450 h 138429"/>
                <a:gd name="connsiteX136" fmla="*/ 3716016 w 4940931"/>
                <a:gd name="connsiteY136" fmla="*/ 48260 h 138429"/>
                <a:gd name="connsiteX137" fmla="*/ 3712206 w 4940931"/>
                <a:gd name="connsiteY137" fmla="*/ 54610 h 138429"/>
                <a:gd name="connsiteX138" fmla="*/ 3710301 w 4940931"/>
                <a:gd name="connsiteY138" fmla="*/ 62865 h 138429"/>
                <a:gd name="connsiteX139" fmla="*/ 3746496 w 4940931"/>
                <a:gd name="connsiteY139" fmla="*/ 62865 h 138429"/>
                <a:gd name="connsiteX140" fmla="*/ 3745226 w 4940931"/>
                <a:gd name="connsiteY140" fmla="*/ 55245 h 138429"/>
                <a:gd name="connsiteX141" fmla="*/ 3742051 w 4940931"/>
                <a:gd name="connsiteY141" fmla="*/ 48895 h 138429"/>
                <a:gd name="connsiteX142" fmla="*/ 3736336 w 4940931"/>
                <a:gd name="connsiteY142" fmla="*/ 44450 h 138429"/>
                <a:gd name="connsiteX143" fmla="*/ 3728081 w 4940931"/>
                <a:gd name="connsiteY143" fmla="*/ 43180 h 138429"/>
                <a:gd name="connsiteX144" fmla="*/ 3541391 w 4940931"/>
                <a:gd name="connsiteY144" fmla="*/ 43180 h 138429"/>
                <a:gd name="connsiteX145" fmla="*/ 3534406 w 4940931"/>
                <a:gd name="connsiteY145" fmla="*/ 44450 h 138429"/>
                <a:gd name="connsiteX146" fmla="*/ 3529326 w 4940931"/>
                <a:gd name="connsiteY146" fmla="*/ 48260 h 138429"/>
                <a:gd name="connsiteX147" fmla="*/ 3525516 w 4940931"/>
                <a:gd name="connsiteY147" fmla="*/ 54610 h 138429"/>
                <a:gd name="connsiteX148" fmla="*/ 3523611 w 4940931"/>
                <a:gd name="connsiteY148" fmla="*/ 62865 h 138429"/>
                <a:gd name="connsiteX149" fmla="*/ 3559806 w 4940931"/>
                <a:gd name="connsiteY149" fmla="*/ 62865 h 138429"/>
                <a:gd name="connsiteX150" fmla="*/ 3558536 w 4940931"/>
                <a:gd name="connsiteY150" fmla="*/ 55245 h 138429"/>
                <a:gd name="connsiteX151" fmla="*/ 3555361 w 4940931"/>
                <a:gd name="connsiteY151" fmla="*/ 48895 h 138429"/>
                <a:gd name="connsiteX152" fmla="*/ 3549646 w 4940931"/>
                <a:gd name="connsiteY152" fmla="*/ 44450 h 138429"/>
                <a:gd name="connsiteX153" fmla="*/ 3541391 w 4940931"/>
                <a:gd name="connsiteY153" fmla="*/ 43180 h 138429"/>
                <a:gd name="connsiteX154" fmla="*/ 3463285 w 4940931"/>
                <a:gd name="connsiteY154" fmla="*/ 43180 h 138429"/>
                <a:gd name="connsiteX155" fmla="*/ 3458205 w 4940931"/>
                <a:gd name="connsiteY155" fmla="*/ 43815 h 138429"/>
                <a:gd name="connsiteX156" fmla="*/ 3453125 w 4940931"/>
                <a:gd name="connsiteY156" fmla="*/ 45720 h 138429"/>
                <a:gd name="connsiteX157" fmla="*/ 3448680 w 4940931"/>
                <a:gd name="connsiteY157" fmla="*/ 48895 h 138429"/>
                <a:gd name="connsiteX158" fmla="*/ 3445505 w 4940931"/>
                <a:gd name="connsiteY158" fmla="*/ 52705 h 138429"/>
                <a:gd name="connsiteX159" fmla="*/ 3445505 w 4940931"/>
                <a:gd name="connsiteY159" fmla="*/ 85725 h 138429"/>
                <a:gd name="connsiteX160" fmla="*/ 3448680 w 4940931"/>
                <a:gd name="connsiteY160" fmla="*/ 89535 h 138429"/>
                <a:gd name="connsiteX161" fmla="*/ 3453125 w 4940931"/>
                <a:gd name="connsiteY161" fmla="*/ 92710 h 138429"/>
                <a:gd name="connsiteX162" fmla="*/ 3458205 w 4940931"/>
                <a:gd name="connsiteY162" fmla="*/ 95250 h 138429"/>
                <a:gd name="connsiteX163" fmla="*/ 3463920 w 4940931"/>
                <a:gd name="connsiteY163" fmla="*/ 95885 h 138429"/>
                <a:gd name="connsiteX164" fmla="*/ 3476620 w 4940931"/>
                <a:gd name="connsiteY164" fmla="*/ 89535 h 138429"/>
                <a:gd name="connsiteX165" fmla="*/ 3481065 w 4940931"/>
                <a:gd name="connsiteY165" fmla="*/ 71120 h 138429"/>
                <a:gd name="connsiteX166" fmla="*/ 3480430 w 4940931"/>
                <a:gd name="connsiteY166" fmla="*/ 71755 h 138429"/>
                <a:gd name="connsiteX167" fmla="*/ 3475985 w 4940931"/>
                <a:gd name="connsiteY167" fmla="*/ 50165 h 138429"/>
                <a:gd name="connsiteX168" fmla="*/ 3463285 w 4940931"/>
                <a:gd name="connsiteY168" fmla="*/ 43180 h 138429"/>
                <a:gd name="connsiteX169" fmla="*/ 3343271 w 4940931"/>
                <a:gd name="connsiteY169" fmla="*/ 43180 h 138429"/>
                <a:gd name="connsiteX170" fmla="*/ 3336286 w 4940931"/>
                <a:gd name="connsiteY170" fmla="*/ 44450 h 138429"/>
                <a:gd name="connsiteX171" fmla="*/ 3331206 w 4940931"/>
                <a:gd name="connsiteY171" fmla="*/ 48260 h 138429"/>
                <a:gd name="connsiteX172" fmla="*/ 3327396 w 4940931"/>
                <a:gd name="connsiteY172" fmla="*/ 54610 h 138429"/>
                <a:gd name="connsiteX173" fmla="*/ 3325491 w 4940931"/>
                <a:gd name="connsiteY173" fmla="*/ 62865 h 138429"/>
                <a:gd name="connsiteX174" fmla="*/ 3361686 w 4940931"/>
                <a:gd name="connsiteY174" fmla="*/ 62865 h 138429"/>
                <a:gd name="connsiteX175" fmla="*/ 3360416 w 4940931"/>
                <a:gd name="connsiteY175" fmla="*/ 55245 h 138429"/>
                <a:gd name="connsiteX176" fmla="*/ 3357241 w 4940931"/>
                <a:gd name="connsiteY176" fmla="*/ 48895 h 138429"/>
                <a:gd name="connsiteX177" fmla="*/ 3351526 w 4940931"/>
                <a:gd name="connsiteY177" fmla="*/ 44450 h 138429"/>
                <a:gd name="connsiteX178" fmla="*/ 3343271 w 4940931"/>
                <a:gd name="connsiteY178" fmla="*/ 43180 h 138429"/>
                <a:gd name="connsiteX179" fmla="*/ 2976876 w 4940931"/>
                <a:gd name="connsiteY179" fmla="*/ 43180 h 138429"/>
                <a:gd name="connsiteX180" fmla="*/ 2969891 w 4940931"/>
                <a:gd name="connsiteY180" fmla="*/ 44450 h 138429"/>
                <a:gd name="connsiteX181" fmla="*/ 2964811 w 4940931"/>
                <a:gd name="connsiteY181" fmla="*/ 48260 h 138429"/>
                <a:gd name="connsiteX182" fmla="*/ 2961001 w 4940931"/>
                <a:gd name="connsiteY182" fmla="*/ 54610 h 138429"/>
                <a:gd name="connsiteX183" fmla="*/ 2959096 w 4940931"/>
                <a:gd name="connsiteY183" fmla="*/ 62865 h 138429"/>
                <a:gd name="connsiteX184" fmla="*/ 2995291 w 4940931"/>
                <a:gd name="connsiteY184" fmla="*/ 62865 h 138429"/>
                <a:gd name="connsiteX185" fmla="*/ 2994021 w 4940931"/>
                <a:gd name="connsiteY185" fmla="*/ 55245 h 138429"/>
                <a:gd name="connsiteX186" fmla="*/ 2990846 w 4940931"/>
                <a:gd name="connsiteY186" fmla="*/ 48895 h 138429"/>
                <a:gd name="connsiteX187" fmla="*/ 2985131 w 4940931"/>
                <a:gd name="connsiteY187" fmla="*/ 44450 h 138429"/>
                <a:gd name="connsiteX188" fmla="*/ 2976876 w 4940931"/>
                <a:gd name="connsiteY188" fmla="*/ 43180 h 138429"/>
                <a:gd name="connsiteX189" fmla="*/ 2527930 w 4940931"/>
                <a:gd name="connsiteY189" fmla="*/ 43180 h 138429"/>
                <a:gd name="connsiteX190" fmla="*/ 2520945 w 4940931"/>
                <a:gd name="connsiteY190" fmla="*/ 44450 h 138429"/>
                <a:gd name="connsiteX191" fmla="*/ 2515865 w 4940931"/>
                <a:gd name="connsiteY191" fmla="*/ 48260 h 138429"/>
                <a:gd name="connsiteX192" fmla="*/ 2512055 w 4940931"/>
                <a:gd name="connsiteY192" fmla="*/ 54610 h 138429"/>
                <a:gd name="connsiteX193" fmla="*/ 2510150 w 4940931"/>
                <a:gd name="connsiteY193" fmla="*/ 62865 h 138429"/>
                <a:gd name="connsiteX194" fmla="*/ 2546345 w 4940931"/>
                <a:gd name="connsiteY194" fmla="*/ 62865 h 138429"/>
                <a:gd name="connsiteX195" fmla="*/ 2545075 w 4940931"/>
                <a:gd name="connsiteY195" fmla="*/ 55245 h 138429"/>
                <a:gd name="connsiteX196" fmla="*/ 2541900 w 4940931"/>
                <a:gd name="connsiteY196" fmla="*/ 48895 h 138429"/>
                <a:gd name="connsiteX197" fmla="*/ 2536185 w 4940931"/>
                <a:gd name="connsiteY197" fmla="*/ 44450 h 138429"/>
                <a:gd name="connsiteX198" fmla="*/ 2527930 w 4940931"/>
                <a:gd name="connsiteY198" fmla="*/ 43180 h 138429"/>
                <a:gd name="connsiteX199" fmla="*/ 2214240 w 4940931"/>
                <a:gd name="connsiteY199" fmla="*/ 43180 h 138429"/>
                <a:gd name="connsiteX200" fmla="*/ 2207255 w 4940931"/>
                <a:gd name="connsiteY200" fmla="*/ 44450 h 138429"/>
                <a:gd name="connsiteX201" fmla="*/ 2202175 w 4940931"/>
                <a:gd name="connsiteY201" fmla="*/ 48260 h 138429"/>
                <a:gd name="connsiteX202" fmla="*/ 2198365 w 4940931"/>
                <a:gd name="connsiteY202" fmla="*/ 54610 h 138429"/>
                <a:gd name="connsiteX203" fmla="*/ 2196460 w 4940931"/>
                <a:gd name="connsiteY203" fmla="*/ 62865 h 138429"/>
                <a:gd name="connsiteX204" fmla="*/ 2232655 w 4940931"/>
                <a:gd name="connsiteY204" fmla="*/ 62865 h 138429"/>
                <a:gd name="connsiteX205" fmla="*/ 2231385 w 4940931"/>
                <a:gd name="connsiteY205" fmla="*/ 55245 h 138429"/>
                <a:gd name="connsiteX206" fmla="*/ 2228210 w 4940931"/>
                <a:gd name="connsiteY206" fmla="*/ 48895 h 138429"/>
                <a:gd name="connsiteX207" fmla="*/ 2222495 w 4940931"/>
                <a:gd name="connsiteY207" fmla="*/ 44450 h 138429"/>
                <a:gd name="connsiteX208" fmla="*/ 2214240 w 4940931"/>
                <a:gd name="connsiteY208" fmla="*/ 43180 h 138429"/>
                <a:gd name="connsiteX209" fmla="*/ 2027551 w 4940931"/>
                <a:gd name="connsiteY209" fmla="*/ 43180 h 138429"/>
                <a:gd name="connsiteX210" fmla="*/ 2020566 w 4940931"/>
                <a:gd name="connsiteY210" fmla="*/ 44450 h 138429"/>
                <a:gd name="connsiteX211" fmla="*/ 2015486 w 4940931"/>
                <a:gd name="connsiteY211" fmla="*/ 48260 h 138429"/>
                <a:gd name="connsiteX212" fmla="*/ 2011676 w 4940931"/>
                <a:gd name="connsiteY212" fmla="*/ 54610 h 138429"/>
                <a:gd name="connsiteX213" fmla="*/ 2009771 w 4940931"/>
                <a:gd name="connsiteY213" fmla="*/ 62865 h 138429"/>
                <a:gd name="connsiteX214" fmla="*/ 2045966 w 4940931"/>
                <a:gd name="connsiteY214" fmla="*/ 62865 h 138429"/>
                <a:gd name="connsiteX215" fmla="*/ 2044696 w 4940931"/>
                <a:gd name="connsiteY215" fmla="*/ 55245 h 138429"/>
                <a:gd name="connsiteX216" fmla="*/ 2041521 w 4940931"/>
                <a:gd name="connsiteY216" fmla="*/ 48895 h 138429"/>
                <a:gd name="connsiteX217" fmla="*/ 2035806 w 4940931"/>
                <a:gd name="connsiteY217" fmla="*/ 44450 h 138429"/>
                <a:gd name="connsiteX218" fmla="*/ 2027551 w 4940931"/>
                <a:gd name="connsiteY218" fmla="*/ 43180 h 138429"/>
                <a:gd name="connsiteX219" fmla="*/ 1949445 w 4940931"/>
                <a:gd name="connsiteY219" fmla="*/ 43180 h 138429"/>
                <a:gd name="connsiteX220" fmla="*/ 1944365 w 4940931"/>
                <a:gd name="connsiteY220" fmla="*/ 43815 h 138429"/>
                <a:gd name="connsiteX221" fmla="*/ 1939285 w 4940931"/>
                <a:gd name="connsiteY221" fmla="*/ 45720 h 138429"/>
                <a:gd name="connsiteX222" fmla="*/ 1934840 w 4940931"/>
                <a:gd name="connsiteY222" fmla="*/ 48895 h 138429"/>
                <a:gd name="connsiteX223" fmla="*/ 1931665 w 4940931"/>
                <a:gd name="connsiteY223" fmla="*/ 52705 h 138429"/>
                <a:gd name="connsiteX224" fmla="*/ 1931665 w 4940931"/>
                <a:gd name="connsiteY224" fmla="*/ 85725 h 138429"/>
                <a:gd name="connsiteX225" fmla="*/ 1934840 w 4940931"/>
                <a:gd name="connsiteY225" fmla="*/ 89535 h 138429"/>
                <a:gd name="connsiteX226" fmla="*/ 1939285 w 4940931"/>
                <a:gd name="connsiteY226" fmla="*/ 92710 h 138429"/>
                <a:gd name="connsiteX227" fmla="*/ 1944365 w 4940931"/>
                <a:gd name="connsiteY227" fmla="*/ 95250 h 138429"/>
                <a:gd name="connsiteX228" fmla="*/ 1950080 w 4940931"/>
                <a:gd name="connsiteY228" fmla="*/ 95885 h 138429"/>
                <a:gd name="connsiteX229" fmla="*/ 1962780 w 4940931"/>
                <a:gd name="connsiteY229" fmla="*/ 89535 h 138429"/>
                <a:gd name="connsiteX230" fmla="*/ 1967225 w 4940931"/>
                <a:gd name="connsiteY230" fmla="*/ 71120 h 138429"/>
                <a:gd name="connsiteX231" fmla="*/ 1966590 w 4940931"/>
                <a:gd name="connsiteY231" fmla="*/ 71755 h 138429"/>
                <a:gd name="connsiteX232" fmla="*/ 1962145 w 4940931"/>
                <a:gd name="connsiteY232" fmla="*/ 50165 h 138429"/>
                <a:gd name="connsiteX233" fmla="*/ 1949445 w 4940931"/>
                <a:gd name="connsiteY233" fmla="*/ 43180 h 138429"/>
                <a:gd name="connsiteX234" fmla="*/ 1829431 w 4940931"/>
                <a:gd name="connsiteY234" fmla="*/ 43180 h 138429"/>
                <a:gd name="connsiteX235" fmla="*/ 1822446 w 4940931"/>
                <a:gd name="connsiteY235" fmla="*/ 44450 h 138429"/>
                <a:gd name="connsiteX236" fmla="*/ 1817366 w 4940931"/>
                <a:gd name="connsiteY236" fmla="*/ 48260 h 138429"/>
                <a:gd name="connsiteX237" fmla="*/ 1813556 w 4940931"/>
                <a:gd name="connsiteY237" fmla="*/ 54610 h 138429"/>
                <a:gd name="connsiteX238" fmla="*/ 1811651 w 4940931"/>
                <a:gd name="connsiteY238" fmla="*/ 62865 h 138429"/>
                <a:gd name="connsiteX239" fmla="*/ 1847846 w 4940931"/>
                <a:gd name="connsiteY239" fmla="*/ 62865 h 138429"/>
                <a:gd name="connsiteX240" fmla="*/ 1846576 w 4940931"/>
                <a:gd name="connsiteY240" fmla="*/ 55245 h 138429"/>
                <a:gd name="connsiteX241" fmla="*/ 1843401 w 4940931"/>
                <a:gd name="connsiteY241" fmla="*/ 48895 h 138429"/>
                <a:gd name="connsiteX242" fmla="*/ 1837686 w 4940931"/>
                <a:gd name="connsiteY242" fmla="*/ 44450 h 138429"/>
                <a:gd name="connsiteX243" fmla="*/ 1829431 w 4940931"/>
                <a:gd name="connsiteY243" fmla="*/ 43180 h 138429"/>
                <a:gd name="connsiteX244" fmla="*/ 1178561 w 4940931"/>
                <a:gd name="connsiteY244" fmla="*/ 43180 h 138429"/>
                <a:gd name="connsiteX245" fmla="*/ 1171576 w 4940931"/>
                <a:gd name="connsiteY245" fmla="*/ 44450 h 138429"/>
                <a:gd name="connsiteX246" fmla="*/ 1166496 w 4940931"/>
                <a:gd name="connsiteY246" fmla="*/ 48260 h 138429"/>
                <a:gd name="connsiteX247" fmla="*/ 1162686 w 4940931"/>
                <a:gd name="connsiteY247" fmla="*/ 54610 h 138429"/>
                <a:gd name="connsiteX248" fmla="*/ 1160781 w 4940931"/>
                <a:gd name="connsiteY248" fmla="*/ 62865 h 138429"/>
                <a:gd name="connsiteX249" fmla="*/ 1196976 w 4940931"/>
                <a:gd name="connsiteY249" fmla="*/ 62865 h 138429"/>
                <a:gd name="connsiteX250" fmla="*/ 1195706 w 4940931"/>
                <a:gd name="connsiteY250" fmla="*/ 55245 h 138429"/>
                <a:gd name="connsiteX251" fmla="*/ 1192531 w 4940931"/>
                <a:gd name="connsiteY251" fmla="*/ 48895 h 138429"/>
                <a:gd name="connsiteX252" fmla="*/ 1186816 w 4940931"/>
                <a:gd name="connsiteY252" fmla="*/ 44450 h 138429"/>
                <a:gd name="connsiteX253" fmla="*/ 1178561 w 4940931"/>
                <a:gd name="connsiteY253" fmla="*/ 43180 h 138429"/>
                <a:gd name="connsiteX254" fmla="*/ 898525 w 4940931"/>
                <a:gd name="connsiteY254" fmla="*/ 43180 h 138429"/>
                <a:gd name="connsiteX255" fmla="*/ 891540 w 4940931"/>
                <a:gd name="connsiteY255" fmla="*/ 44450 h 138429"/>
                <a:gd name="connsiteX256" fmla="*/ 886460 w 4940931"/>
                <a:gd name="connsiteY256" fmla="*/ 48260 h 138429"/>
                <a:gd name="connsiteX257" fmla="*/ 882650 w 4940931"/>
                <a:gd name="connsiteY257" fmla="*/ 54610 h 138429"/>
                <a:gd name="connsiteX258" fmla="*/ 880745 w 4940931"/>
                <a:gd name="connsiteY258" fmla="*/ 62865 h 138429"/>
                <a:gd name="connsiteX259" fmla="*/ 916940 w 4940931"/>
                <a:gd name="connsiteY259" fmla="*/ 62865 h 138429"/>
                <a:gd name="connsiteX260" fmla="*/ 915670 w 4940931"/>
                <a:gd name="connsiteY260" fmla="*/ 55245 h 138429"/>
                <a:gd name="connsiteX261" fmla="*/ 912495 w 4940931"/>
                <a:gd name="connsiteY261" fmla="*/ 48895 h 138429"/>
                <a:gd name="connsiteX262" fmla="*/ 906780 w 4940931"/>
                <a:gd name="connsiteY262" fmla="*/ 44450 h 138429"/>
                <a:gd name="connsiteX263" fmla="*/ 898525 w 4940931"/>
                <a:gd name="connsiteY263" fmla="*/ 43180 h 138429"/>
                <a:gd name="connsiteX264" fmla="*/ 584834 w 4940931"/>
                <a:gd name="connsiteY264" fmla="*/ 43180 h 138429"/>
                <a:gd name="connsiteX265" fmla="*/ 577849 w 4940931"/>
                <a:gd name="connsiteY265" fmla="*/ 44450 h 138429"/>
                <a:gd name="connsiteX266" fmla="*/ 572769 w 4940931"/>
                <a:gd name="connsiteY266" fmla="*/ 48260 h 138429"/>
                <a:gd name="connsiteX267" fmla="*/ 568959 w 4940931"/>
                <a:gd name="connsiteY267" fmla="*/ 54610 h 138429"/>
                <a:gd name="connsiteX268" fmla="*/ 567054 w 4940931"/>
                <a:gd name="connsiteY268" fmla="*/ 62865 h 138429"/>
                <a:gd name="connsiteX269" fmla="*/ 603249 w 4940931"/>
                <a:gd name="connsiteY269" fmla="*/ 62865 h 138429"/>
                <a:gd name="connsiteX270" fmla="*/ 601979 w 4940931"/>
                <a:gd name="connsiteY270" fmla="*/ 55245 h 138429"/>
                <a:gd name="connsiteX271" fmla="*/ 598804 w 4940931"/>
                <a:gd name="connsiteY271" fmla="*/ 48895 h 138429"/>
                <a:gd name="connsiteX272" fmla="*/ 593089 w 4940931"/>
                <a:gd name="connsiteY272" fmla="*/ 44450 h 138429"/>
                <a:gd name="connsiteX273" fmla="*/ 584834 w 4940931"/>
                <a:gd name="connsiteY273" fmla="*/ 43180 h 138429"/>
                <a:gd name="connsiteX274" fmla="*/ 398145 w 4940931"/>
                <a:gd name="connsiteY274" fmla="*/ 43180 h 138429"/>
                <a:gd name="connsiteX275" fmla="*/ 391160 w 4940931"/>
                <a:gd name="connsiteY275" fmla="*/ 44450 h 138429"/>
                <a:gd name="connsiteX276" fmla="*/ 386080 w 4940931"/>
                <a:gd name="connsiteY276" fmla="*/ 48260 h 138429"/>
                <a:gd name="connsiteX277" fmla="*/ 382270 w 4940931"/>
                <a:gd name="connsiteY277" fmla="*/ 54610 h 138429"/>
                <a:gd name="connsiteX278" fmla="*/ 380365 w 4940931"/>
                <a:gd name="connsiteY278" fmla="*/ 62865 h 138429"/>
                <a:gd name="connsiteX279" fmla="*/ 416560 w 4940931"/>
                <a:gd name="connsiteY279" fmla="*/ 62865 h 138429"/>
                <a:gd name="connsiteX280" fmla="*/ 415290 w 4940931"/>
                <a:gd name="connsiteY280" fmla="*/ 55245 h 138429"/>
                <a:gd name="connsiteX281" fmla="*/ 412115 w 4940931"/>
                <a:gd name="connsiteY281" fmla="*/ 48895 h 138429"/>
                <a:gd name="connsiteX282" fmla="*/ 406400 w 4940931"/>
                <a:gd name="connsiteY282" fmla="*/ 44450 h 138429"/>
                <a:gd name="connsiteX283" fmla="*/ 398145 w 4940931"/>
                <a:gd name="connsiteY283" fmla="*/ 43180 h 138429"/>
                <a:gd name="connsiteX284" fmla="*/ 320039 w 4940931"/>
                <a:gd name="connsiteY284" fmla="*/ 43180 h 138429"/>
                <a:gd name="connsiteX285" fmla="*/ 314959 w 4940931"/>
                <a:gd name="connsiteY285" fmla="*/ 43815 h 138429"/>
                <a:gd name="connsiteX286" fmla="*/ 309879 w 4940931"/>
                <a:gd name="connsiteY286" fmla="*/ 45720 h 138429"/>
                <a:gd name="connsiteX287" fmla="*/ 305434 w 4940931"/>
                <a:gd name="connsiteY287" fmla="*/ 48895 h 138429"/>
                <a:gd name="connsiteX288" fmla="*/ 302259 w 4940931"/>
                <a:gd name="connsiteY288" fmla="*/ 52705 h 138429"/>
                <a:gd name="connsiteX289" fmla="*/ 302259 w 4940931"/>
                <a:gd name="connsiteY289" fmla="*/ 85725 h 138429"/>
                <a:gd name="connsiteX290" fmla="*/ 305434 w 4940931"/>
                <a:gd name="connsiteY290" fmla="*/ 89535 h 138429"/>
                <a:gd name="connsiteX291" fmla="*/ 309879 w 4940931"/>
                <a:gd name="connsiteY291" fmla="*/ 92710 h 138429"/>
                <a:gd name="connsiteX292" fmla="*/ 314959 w 4940931"/>
                <a:gd name="connsiteY292" fmla="*/ 95250 h 138429"/>
                <a:gd name="connsiteX293" fmla="*/ 320674 w 4940931"/>
                <a:gd name="connsiteY293" fmla="*/ 95885 h 138429"/>
                <a:gd name="connsiteX294" fmla="*/ 333374 w 4940931"/>
                <a:gd name="connsiteY294" fmla="*/ 89535 h 138429"/>
                <a:gd name="connsiteX295" fmla="*/ 337819 w 4940931"/>
                <a:gd name="connsiteY295" fmla="*/ 71120 h 138429"/>
                <a:gd name="connsiteX296" fmla="*/ 337184 w 4940931"/>
                <a:gd name="connsiteY296" fmla="*/ 71755 h 138429"/>
                <a:gd name="connsiteX297" fmla="*/ 332739 w 4940931"/>
                <a:gd name="connsiteY297" fmla="*/ 50165 h 138429"/>
                <a:gd name="connsiteX298" fmla="*/ 320039 w 4940931"/>
                <a:gd name="connsiteY298" fmla="*/ 43180 h 138429"/>
                <a:gd name="connsiteX299" fmla="*/ 200025 w 4940931"/>
                <a:gd name="connsiteY299" fmla="*/ 43180 h 138429"/>
                <a:gd name="connsiteX300" fmla="*/ 193040 w 4940931"/>
                <a:gd name="connsiteY300" fmla="*/ 44450 h 138429"/>
                <a:gd name="connsiteX301" fmla="*/ 187960 w 4940931"/>
                <a:gd name="connsiteY301" fmla="*/ 48260 h 138429"/>
                <a:gd name="connsiteX302" fmla="*/ 184150 w 4940931"/>
                <a:gd name="connsiteY302" fmla="*/ 54610 h 138429"/>
                <a:gd name="connsiteX303" fmla="*/ 182245 w 4940931"/>
                <a:gd name="connsiteY303" fmla="*/ 62865 h 138429"/>
                <a:gd name="connsiteX304" fmla="*/ 218440 w 4940931"/>
                <a:gd name="connsiteY304" fmla="*/ 62865 h 138429"/>
                <a:gd name="connsiteX305" fmla="*/ 217170 w 4940931"/>
                <a:gd name="connsiteY305" fmla="*/ 55245 h 138429"/>
                <a:gd name="connsiteX306" fmla="*/ 213995 w 4940931"/>
                <a:gd name="connsiteY306" fmla="*/ 48895 h 138429"/>
                <a:gd name="connsiteX307" fmla="*/ 208280 w 4940931"/>
                <a:gd name="connsiteY307" fmla="*/ 44450 h 138429"/>
                <a:gd name="connsiteX308" fmla="*/ 200025 w 4940931"/>
                <a:gd name="connsiteY308" fmla="*/ 43180 h 138429"/>
                <a:gd name="connsiteX309" fmla="*/ 4439281 w 4940931"/>
                <a:gd name="connsiteY309" fmla="*/ 43179 h 138429"/>
                <a:gd name="connsiteX310" fmla="*/ 4426581 w 4940931"/>
                <a:gd name="connsiteY310" fmla="*/ 49529 h 138429"/>
                <a:gd name="connsiteX311" fmla="*/ 4422136 w 4940931"/>
                <a:gd name="connsiteY311" fmla="*/ 67944 h 138429"/>
                <a:gd name="connsiteX312" fmla="*/ 4423406 w 4940931"/>
                <a:gd name="connsiteY312" fmla="*/ 80644 h 138429"/>
                <a:gd name="connsiteX313" fmla="*/ 4426581 w 4940931"/>
                <a:gd name="connsiteY313" fmla="*/ 89534 h 138429"/>
                <a:gd name="connsiteX314" fmla="*/ 4432296 w 4940931"/>
                <a:gd name="connsiteY314" fmla="*/ 94614 h 138429"/>
                <a:gd name="connsiteX315" fmla="*/ 4439916 w 4940931"/>
                <a:gd name="connsiteY315" fmla="*/ 96519 h 138429"/>
                <a:gd name="connsiteX316" fmla="*/ 4444996 w 4940931"/>
                <a:gd name="connsiteY316" fmla="*/ 95884 h 138429"/>
                <a:gd name="connsiteX317" fmla="*/ 4450076 w 4940931"/>
                <a:gd name="connsiteY317" fmla="*/ 93344 h 138429"/>
                <a:gd name="connsiteX318" fmla="*/ 4454521 w 4940931"/>
                <a:gd name="connsiteY318" fmla="*/ 90169 h 138429"/>
                <a:gd name="connsiteX319" fmla="*/ 4457696 w 4940931"/>
                <a:gd name="connsiteY319" fmla="*/ 86359 h 138429"/>
                <a:gd name="connsiteX320" fmla="*/ 4457696 w 4940931"/>
                <a:gd name="connsiteY320" fmla="*/ 53339 h 138429"/>
                <a:gd name="connsiteX321" fmla="*/ 4454521 w 4940931"/>
                <a:gd name="connsiteY321" fmla="*/ 49529 h 138429"/>
                <a:gd name="connsiteX322" fmla="*/ 4450076 w 4940931"/>
                <a:gd name="connsiteY322" fmla="*/ 46354 h 138429"/>
                <a:gd name="connsiteX323" fmla="*/ 4444996 w 4940931"/>
                <a:gd name="connsiteY323" fmla="*/ 43814 h 138429"/>
                <a:gd name="connsiteX324" fmla="*/ 4439281 w 4940931"/>
                <a:gd name="connsiteY324" fmla="*/ 43179 h 138429"/>
                <a:gd name="connsiteX325" fmla="*/ 1014731 w 4940931"/>
                <a:gd name="connsiteY325" fmla="*/ 43179 h 138429"/>
                <a:gd name="connsiteX326" fmla="*/ 1002032 w 4940931"/>
                <a:gd name="connsiteY326" fmla="*/ 49529 h 138429"/>
                <a:gd name="connsiteX327" fmla="*/ 997587 w 4940931"/>
                <a:gd name="connsiteY327" fmla="*/ 67944 h 138429"/>
                <a:gd name="connsiteX328" fmla="*/ 1002032 w 4940931"/>
                <a:gd name="connsiteY328" fmla="*/ 88899 h 138429"/>
                <a:gd name="connsiteX329" fmla="*/ 1015367 w 4940931"/>
                <a:gd name="connsiteY329" fmla="*/ 95884 h 138429"/>
                <a:gd name="connsiteX330" fmla="*/ 1024891 w 4940931"/>
                <a:gd name="connsiteY330" fmla="*/ 93344 h 138429"/>
                <a:gd name="connsiteX331" fmla="*/ 1033147 w 4940931"/>
                <a:gd name="connsiteY331" fmla="*/ 86359 h 138429"/>
                <a:gd name="connsiteX332" fmla="*/ 1033147 w 4940931"/>
                <a:gd name="connsiteY332" fmla="*/ 53339 h 138429"/>
                <a:gd name="connsiteX333" fmla="*/ 1029971 w 4940931"/>
                <a:gd name="connsiteY333" fmla="*/ 49529 h 138429"/>
                <a:gd name="connsiteX334" fmla="*/ 1025526 w 4940931"/>
                <a:gd name="connsiteY334" fmla="*/ 46354 h 138429"/>
                <a:gd name="connsiteX335" fmla="*/ 1020446 w 4940931"/>
                <a:gd name="connsiteY335" fmla="*/ 43814 h 138429"/>
                <a:gd name="connsiteX336" fmla="*/ 1014731 w 4940931"/>
                <a:gd name="connsiteY336" fmla="*/ 43179 h 138429"/>
                <a:gd name="connsiteX337" fmla="*/ 4524370 w 4940931"/>
                <a:gd name="connsiteY337" fmla="*/ 31114 h 138429"/>
                <a:gd name="connsiteX338" fmla="*/ 4538975 w 4940931"/>
                <a:gd name="connsiteY338" fmla="*/ 31114 h 138429"/>
                <a:gd name="connsiteX339" fmla="*/ 4552310 w 4940931"/>
                <a:gd name="connsiteY339" fmla="*/ 84454 h 138429"/>
                <a:gd name="connsiteX340" fmla="*/ 4566915 w 4940931"/>
                <a:gd name="connsiteY340" fmla="*/ 31114 h 138429"/>
                <a:gd name="connsiteX341" fmla="*/ 4579615 w 4940931"/>
                <a:gd name="connsiteY341" fmla="*/ 31114 h 138429"/>
                <a:gd name="connsiteX342" fmla="*/ 4594220 w 4940931"/>
                <a:gd name="connsiteY342" fmla="*/ 84454 h 138429"/>
                <a:gd name="connsiteX343" fmla="*/ 4606920 w 4940931"/>
                <a:gd name="connsiteY343" fmla="*/ 31114 h 138429"/>
                <a:gd name="connsiteX344" fmla="*/ 4622160 w 4940931"/>
                <a:gd name="connsiteY344" fmla="*/ 31114 h 138429"/>
                <a:gd name="connsiteX345" fmla="*/ 4600570 w 4940931"/>
                <a:gd name="connsiteY345" fmla="*/ 108584 h 138429"/>
                <a:gd name="connsiteX346" fmla="*/ 4587235 w 4940931"/>
                <a:gd name="connsiteY346" fmla="*/ 108584 h 138429"/>
                <a:gd name="connsiteX347" fmla="*/ 4572630 w 4940931"/>
                <a:gd name="connsiteY347" fmla="*/ 54609 h 138429"/>
                <a:gd name="connsiteX348" fmla="*/ 4558660 w 4940931"/>
                <a:gd name="connsiteY348" fmla="*/ 108584 h 138429"/>
                <a:gd name="connsiteX349" fmla="*/ 4545325 w 4940931"/>
                <a:gd name="connsiteY349" fmla="*/ 108584 h 138429"/>
                <a:gd name="connsiteX350" fmla="*/ 4123686 w 4940931"/>
                <a:gd name="connsiteY350" fmla="*/ 31114 h 138429"/>
                <a:gd name="connsiteX351" fmla="*/ 4138926 w 4940931"/>
                <a:gd name="connsiteY351" fmla="*/ 31114 h 138429"/>
                <a:gd name="connsiteX352" fmla="*/ 4152261 w 4940931"/>
                <a:gd name="connsiteY352" fmla="*/ 84454 h 138429"/>
                <a:gd name="connsiteX353" fmla="*/ 4166866 w 4940931"/>
                <a:gd name="connsiteY353" fmla="*/ 31114 h 138429"/>
                <a:gd name="connsiteX354" fmla="*/ 4178931 w 4940931"/>
                <a:gd name="connsiteY354" fmla="*/ 31114 h 138429"/>
                <a:gd name="connsiteX355" fmla="*/ 4193536 w 4940931"/>
                <a:gd name="connsiteY355" fmla="*/ 84454 h 138429"/>
                <a:gd name="connsiteX356" fmla="*/ 4206871 w 4940931"/>
                <a:gd name="connsiteY356" fmla="*/ 31114 h 138429"/>
                <a:gd name="connsiteX357" fmla="*/ 4222111 w 4940931"/>
                <a:gd name="connsiteY357" fmla="*/ 31114 h 138429"/>
                <a:gd name="connsiteX358" fmla="*/ 4200521 w 4940931"/>
                <a:gd name="connsiteY358" fmla="*/ 108584 h 138429"/>
                <a:gd name="connsiteX359" fmla="*/ 4187186 w 4940931"/>
                <a:gd name="connsiteY359" fmla="*/ 108584 h 138429"/>
                <a:gd name="connsiteX360" fmla="*/ 4172581 w 4940931"/>
                <a:gd name="connsiteY360" fmla="*/ 54609 h 138429"/>
                <a:gd name="connsiteX361" fmla="*/ 4157976 w 4940931"/>
                <a:gd name="connsiteY361" fmla="*/ 108584 h 138429"/>
                <a:gd name="connsiteX362" fmla="*/ 4145276 w 4940931"/>
                <a:gd name="connsiteY362" fmla="*/ 108584 h 138429"/>
                <a:gd name="connsiteX363" fmla="*/ 2837811 w 4940931"/>
                <a:gd name="connsiteY363" fmla="*/ 31114 h 138429"/>
                <a:gd name="connsiteX364" fmla="*/ 2852416 w 4940931"/>
                <a:gd name="connsiteY364" fmla="*/ 31114 h 138429"/>
                <a:gd name="connsiteX365" fmla="*/ 2865751 w 4940931"/>
                <a:gd name="connsiteY365" fmla="*/ 84454 h 138429"/>
                <a:gd name="connsiteX366" fmla="*/ 2880356 w 4940931"/>
                <a:gd name="connsiteY366" fmla="*/ 31114 h 138429"/>
                <a:gd name="connsiteX367" fmla="*/ 2893056 w 4940931"/>
                <a:gd name="connsiteY367" fmla="*/ 31114 h 138429"/>
                <a:gd name="connsiteX368" fmla="*/ 2907661 w 4940931"/>
                <a:gd name="connsiteY368" fmla="*/ 84454 h 138429"/>
                <a:gd name="connsiteX369" fmla="*/ 2920361 w 4940931"/>
                <a:gd name="connsiteY369" fmla="*/ 31114 h 138429"/>
                <a:gd name="connsiteX370" fmla="*/ 2935601 w 4940931"/>
                <a:gd name="connsiteY370" fmla="*/ 31114 h 138429"/>
                <a:gd name="connsiteX371" fmla="*/ 2914011 w 4940931"/>
                <a:gd name="connsiteY371" fmla="*/ 108584 h 138429"/>
                <a:gd name="connsiteX372" fmla="*/ 2900676 w 4940931"/>
                <a:gd name="connsiteY372" fmla="*/ 108584 h 138429"/>
                <a:gd name="connsiteX373" fmla="*/ 2886706 w 4940931"/>
                <a:gd name="connsiteY373" fmla="*/ 54609 h 138429"/>
                <a:gd name="connsiteX374" fmla="*/ 2872101 w 4940931"/>
                <a:gd name="connsiteY374" fmla="*/ 108584 h 138429"/>
                <a:gd name="connsiteX375" fmla="*/ 2858766 w 4940931"/>
                <a:gd name="connsiteY375" fmla="*/ 108584 h 138429"/>
                <a:gd name="connsiteX376" fmla="*/ 1354455 w 4940931"/>
                <a:gd name="connsiteY376" fmla="*/ 31114 h 138429"/>
                <a:gd name="connsiteX377" fmla="*/ 1369695 w 4940931"/>
                <a:gd name="connsiteY377" fmla="*/ 31114 h 138429"/>
                <a:gd name="connsiteX378" fmla="*/ 1369695 w 4940931"/>
                <a:gd name="connsiteY378" fmla="*/ 109219 h 138429"/>
                <a:gd name="connsiteX379" fmla="*/ 1354455 w 4940931"/>
                <a:gd name="connsiteY379" fmla="*/ 109219 h 138429"/>
                <a:gd name="connsiteX380" fmla="*/ 2646040 w 4940931"/>
                <a:gd name="connsiteY380" fmla="*/ 29844 h 138429"/>
                <a:gd name="connsiteX381" fmla="*/ 2658105 w 4940931"/>
                <a:gd name="connsiteY381" fmla="*/ 31749 h 138429"/>
                <a:gd name="connsiteX382" fmla="*/ 2667630 w 4940931"/>
                <a:gd name="connsiteY382" fmla="*/ 36829 h 138429"/>
                <a:gd name="connsiteX383" fmla="*/ 2673345 w 4940931"/>
                <a:gd name="connsiteY383" fmla="*/ 45084 h 138429"/>
                <a:gd name="connsiteX384" fmla="*/ 2675250 w 4940931"/>
                <a:gd name="connsiteY384" fmla="*/ 56514 h 138429"/>
                <a:gd name="connsiteX385" fmla="*/ 2675250 w 4940931"/>
                <a:gd name="connsiteY385" fmla="*/ 109854 h 138429"/>
                <a:gd name="connsiteX386" fmla="*/ 2660010 w 4940931"/>
                <a:gd name="connsiteY386" fmla="*/ 109854 h 138429"/>
                <a:gd name="connsiteX387" fmla="*/ 2660010 w 4940931"/>
                <a:gd name="connsiteY387" fmla="*/ 108584 h 138429"/>
                <a:gd name="connsiteX388" fmla="*/ 2660010 w 4940931"/>
                <a:gd name="connsiteY388" fmla="*/ 100964 h 138429"/>
                <a:gd name="connsiteX389" fmla="*/ 2654930 w 4940931"/>
                <a:gd name="connsiteY389" fmla="*/ 104774 h 138429"/>
                <a:gd name="connsiteX390" fmla="*/ 2651120 w 4940931"/>
                <a:gd name="connsiteY390" fmla="*/ 107314 h 138429"/>
                <a:gd name="connsiteX391" fmla="*/ 2646040 w 4940931"/>
                <a:gd name="connsiteY391" fmla="*/ 109219 h 138429"/>
                <a:gd name="connsiteX392" fmla="*/ 2639055 w 4940931"/>
                <a:gd name="connsiteY392" fmla="*/ 109854 h 138429"/>
                <a:gd name="connsiteX393" fmla="*/ 2629530 w 4940931"/>
                <a:gd name="connsiteY393" fmla="*/ 108584 h 138429"/>
                <a:gd name="connsiteX394" fmla="*/ 2620640 w 4940931"/>
                <a:gd name="connsiteY394" fmla="*/ 104139 h 138429"/>
                <a:gd name="connsiteX395" fmla="*/ 2614290 w 4940931"/>
                <a:gd name="connsiteY395" fmla="*/ 95884 h 138429"/>
                <a:gd name="connsiteX396" fmla="*/ 2611750 w 4940931"/>
                <a:gd name="connsiteY396" fmla="*/ 83819 h 138429"/>
                <a:gd name="connsiteX397" fmla="*/ 2614290 w 4940931"/>
                <a:gd name="connsiteY397" fmla="*/ 72389 h 138429"/>
                <a:gd name="connsiteX398" fmla="*/ 2620640 w 4940931"/>
                <a:gd name="connsiteY398" fmla="*/ 64769 h 138429"/>
                <a:gd name="connsiteX399" fmla="*/ 2630800 w 4940931"/>
                <a:gd name="connsiteY399" fmla="*/ 60324 h 138429"/>
                <a:gd name="connsiteX400" fmla="*/ 2642865 w 4940931"/>
                <a:gd name="connsiteY400" fmla="*/ 59054 h 138429"/>
                <a:gd name="connsiteX401" fmla="*/ 2653025 w 4940931"/>
                <a:gd name="connsiteY401" fmla="*/ 59689 h 138429"/>
                <a:gd name="connsiteX402" fmla="*/ 2660010 w 4940931"/>
                <a:gd name="connsiteY402" fmla="*/ 61594 h 138429"/>
                <a:gd name="connsiteX403" fmla="*/ 2660010 w 4940931"/>
                <a:gd name="connsiteY403" fmla="*/ 55879 h 138429"/>
                <a:gd name="connsiteX404" fmla="*/ 2656200 w 4940931"/>
                <a:gd name="connsiteY404" fmla="*/ 46354 h 138429"/>
                <a:gd name="connsiteX405" fmla="*/ 2645405 w 4940931"/>
                <a:gd name="connsiteY405" fmla="*/ 43179 h 138429"/>
                <a:gd name="connsiteX406" fmla="*/ 2634610 w 4940931"/>
                <a:gd name="connsiteY406" fmla="*/ 44449 h 138429"/>
                <a:gd name="connsiteX407" fmla="*/ 2625085 w 4940931"/>
                <a:gd name="connsiteY407" fmla="*/ 48259 h 138429"/>
                <a:gd name="connsiteX408" fmla="*/ 2619370 w 4940931"/>
                <a:gd name="connsiteY408" fmla="*/ 36829 h 138429"/>
                <a:gd name="connsiteX409" fmla="*/ 2631435 w 4940931"/>
                <a:gd name="connsiteY409" fmla="*/ 31749 h 138429"/>
                <a:gd name="connsiteX410" fmla="*/ 2646040 w 4940931"/>
                <a:gd name="connsiteY410" fmla="*/ 29844 h 138429"/>
                <a:gd name="connsiteX411" fmla="*/ 1114426 w 4940931"/>
                <a:gd name="connsiteY411" fmla="*/ 29844 h 138429"/>
                <a:gd name="connsiteX412" fmla="*/ 1129666 w 4940931"/>
                <a:gd name="connsiteY412" fmla="*/ 29844 h 138429"/>
                <a:gd name="connsiteX413" fmla="*/ 1129666 w 4940931"/>
                <a:gd name="connsiteY413" fmla="*/ 107949 h 138429"/>
                <a:gd name="connsiteX414" fmla="*/ 1114426 w 4940931"/>
                <a:gd name="connsiteY414" fmla="*/ 107949 h 138429"/>
                <a:gd name="connsiteX415" fmla="*/ 1114426 w 4940931"/>
                <a:gd name="connsiteY415" fmla="*/ 100964 h 138429"/>
                <a:gd name="connsiteX416" fmla="*/ 1106171 w 4940931"/>
                <a:gd name="connsiteY416" fmla="*/ 107314 h 138429"/>
                <a:gd name="connsiteX417" fmla="*/ 1094741 w 4940931"/>
                <a:gd name="connsiteY417" fmla="*/ 109854 h 138429"/>
                <a:gd name="connsiteX418" fmla="*/ 1073786 w 4940931"/>
                <a:gd name="connsiteY418" fmla="*/ 100964 h 138429"/>
                <a:gd name="connsiteX419" fmla="*/ 1066800 w 4940931"/>
                <a:gd name="connsiteY419" fmla="*/ 74929 h 138429"/>
                <a:gd name="connsiteX420" fmla="*/ 1066800 w 4940931"/>
                <a:gd name="connsiteY420" fmla="*/ 30479 h 138429"/>
                <a:gd name="connsiteX421" fmla="*/ 1082040 w 4940931"/>
                <a:gd name="connsiteY421" fmla="*/ 30479 h 138429"/>
                <a:gd name="connsiteX422" fmla="*/ 1082040 w 4940931"/>
                <a:gd name="connsiteY422" fmla="*/ 74294 h 138429"/>
                <a:gd name="connsiteX423" fmla="*/ 1085851 w 4940931"/>
                <a:gd name="connsiteY423" fmla="*/ 90169 h 138429"/>
                <a:gd name="connsiteX424" fmla="*/ 1097916 w 4940931"/>
                <a:gd name="connsiteY424" fmla="*/ 95249 h 138429"/>
                <a:gd name="connsiteX425" fmla="*/ 1109981 w 4940931"/>
                <a:gd name="connsiteY425" fmla="*/ 90169 h 138429"/>
                <a:gd name="connsiteX426" fmla="*/ 1114426 w 4940931"/>
                <a:gd name="connsiteY426" fmla="*/ 75564 h 138429"/>
                <a:gd name="connsiteX427" fmla="*/ 1011556 w 4940931"/>
                <a:gd name="connsiteY427" fmla="*/ 29844 h 138429"/>
                <a:gd name="connsiteX428" fmla="*/ 1017272 w 4940931"/>
                <a:gd name="connsiteY428" fmla="*/ 30479 h 138429"/>
                <a:gd name="connsiteX429" fmla="*/ 1022352 w 4940931"/>
                <a:gd name="connsiteY429" fmla="*/ 32384 h 138429"/>
                <a:gd name="connsiteX430" fmla="*/ 1026797 w 4940931"/>
                <a:gd name="connsiteY430" fmla="*/ 35559 h 138429"/>
                <a:gd name="connsiteX431" fmla="*/ 1030607 w 4940931"/>
                <a:gd name="connsiteY431" fmla="*/ 38734 h 138429"/>
                <a:gd name="connsiteX432" fmla="*/ 1030607 w 4940931"/>
                <a:gd name="connsiteY432" fmla="*/ 31749 h 138429"/>
                <a:gd name="connsiteX433" fmla="*/ 1045847 w 4940931"/>
                <a:gd name="connsiteY433" fmla="*/ 31749 h 138429"/>
                <a:gd name="connsiteX434" fmla="*/ 1045847 w 4940931"/>
                <a:gd name="connsiteY434" fmla="*/ 130809 h 138429"/>
                <a:gd name="connsiteX435" fmla="*/ 1032512 w 4940931"/>
                <a:gd name="connsiteY435" fmla="*/ 137477 h 138429"/>
                <a:gd name="connsiteX436" fmla="*/ 1032512 w 4940931"/>
                <a:gd name="connsiteY436" fmla="*/ 101599 h 138429"/>
                <a:gd name="connsiteX437" fmla="*/ 1022986 w 4940931"/>
                <a:gd name="connsiteY437" fmla="*/ 107949 h 138429"/>
                <a:gd name="connsiteX438" fmla="*/ 1011556 w 4940931"/>
                <a:gd name="connsiteY438" fmla="*/ 110489 h 138429"/>
                <a:gd name="connsiteX439" fmla="*/ 999491 w 4940931"/>
                <a:gd name="connsiteY439" fmla="*/ 107949 h 138429"/>
                <a:gd name="connsiteX440" fmla="*/ 989966 w 4940931"/>
                <a:gd name="connsiteY440" fmla="*/ 100329 h 138429"/>
                <a:gd name="connsiteX441" fmla="*/ 983616 w 4940931"/>
                <a:gd name="connsiteY441" fmla="*/ 87629 h 138429"/>
                <a:gd name="connsiteX442" fmla="*/ 981076 w 4940931"/>
                <a:gd name="connsiteY442" fmla="*/ 68579 h 138429"/>
                <a:gd name="connsiteX443" fmla="*/ 983616 w 4940931"/>
                <a:gd name="connsiteY443" fmla="*/ 51434 h 138429"/>
                <a:gd name="connsiteX444" fmla="*/ 990601 w 4940931"/>
                <a:gd name="connsiteY444" fmla="*/ 39369 h 138429"/>
                <a:gd name="connsiteX445" fmla="*/ 1000126 w 4940931"/>
                <a:gd name="connsiteY445" fmla="*/ 32384 h 138429"/>
                <a:gd name="connsiteX446" fmla="*/ 1011556 w 4940931"/>
                <a:gd name="connsiteY446" fmla="*/ 29844 h 138429"/>
                <a:gd name="connsiteX447" fmla="*/ 4871716 w 4940931"/>
                <a:gd name="connsiteY447" fmla="*/ 29210 h 138429"/>
                <a:gd name="connsiteX448" fmla="*/ 4885686 w 4940931"/>
                <a:gd name="connsiteY448" fmla="*/ 31750 h 138429"/>
                <a:gd name="connsiteX449" fmla="*/ 4897751 w 4940931"/>
                <a:gd name="connsiteY449" fmla="*/ 38100 h 138429"/>
                <a:gd name="connsiteX450" fmla="*/ 4899021 w 4940931"/>
                <a:gd name="connsiteY450" fmla="*/ 38100 h 138429"/>
                <a:gd name="connsiteX451" fmla="*/ 4892036 w 4940931"/>
                <a:gd name="connsiteY451" fmla="*/ 50165 h 138429"/>
                <a:gd name="connsiteX452" fmla="*/ 4882511 w 4940931"/>
                <a:gd name="connsiteY452" fmla="*/ 45085 h 138429"/>
                <a:gd name="connsiteX453" fmla="*/ 4872351 w 4940931"/>
                <a:gd name="connsiteY453" fmla="*/ 43180 h 138429"/>
                <a:gd name="connsiteX454" fmla="*/ 4864096 w 4940931"/>
                <a:gd name="connsiteY454" fmla="*/ 45085 h 138429"/>
                <a:gd name="connsiteX455" fmla="*/ 4861556 w 4940931"/>
                <a:gd name="connsiteY455" fmla="*/ 50165 h 138429"/>
                <a:gd name="connsiteX456" fmla="*/ 4861556 w 4940931"/>
                <a:gd name="connsiteY456" fmla="*/ 52705 h 138429"/>
                <a:gd name="connsiteX457" fmla="*/ 4863461 w 4940931"/>
                <a:gd name="connsiteY457" fmla="*/ 55245 h 138429"/>
                <a:gd name="connsiteX458" fmla="*/ 4867906 w 4940931"/>
                <a:gd name="connsiteY458" fmla="*/ 57785 h 138429"/>
                <a:gd name="connsiteX459" fmla="*/ 4874891 w 4940931"/>
                <a:gd name="connsiteY459" fmla="*/ 60960 h 138429"/>
                <a:gd name="connsiteX460" fmla="*/ 4886321 w 4940931"/>
                <a:gd name="connsiteY460" fmla="*/ 66040 h 138429"/>
                <a:gd name="connsiteX461" fmla="*/ 4894576 w 4940931"/>
                <a:gd name="connsiteY461" fmla="*/ 71120 h 138429"/>
                <a:gd name="connsiteX462" fmla="*/ 4899656 w 4940931"/>
                <a:gd name="connsiteY462" fmla="*/ 78105 h 138429"/>
                <a:gd name="connsiteX463" fmla="*/ 4901561 w 4940931"/>
                <a:gd name="connsiteY463" fmla="*/ 87630 h 138429"/>
                <a:gd name="connsiteX464" fmla="*/ 4899021 w 4940931"/>
                <a:gd name="connsiteY464" fmla="*/ 98425 h 138429"/>
                <a:gd name="connsiteX465" fmla="*/ 4892671 w 4940931"/>
                <a:gd name="connsiteY465" fmla="*/ 105410 h 138429"/>
                <a:gd name="connsiteX466" fmla="*/ 4883146 w 4940931"/>
                <a:gd name="connsiteY466" fmla="*/ 109220 h 138429"/>
                <a:gd name="connsiteX467" fmla="*/ 4872351 w 4940931"/>
                <a:gd name="connsiteY467" fmla="*/ 110490 h 138429"/>
                <a:gd name="connsiteX468" fmla="*/ 4857111 w 4940931"/>
                <a:gd name="connsiteY468" fmla="*/ 107950 h 138429"/>
                <a:gd name="connsiteX469" fmla="*/ 4842506 w 4940931"/>
                <a:gd name="connsiteY469" fmla="*/ 100965 h 138429"/>
                <a:gd name="connsiteX470" fmla="*/ 4849491 w 4940931"/>
                <a:gd name="connsiteY470" fmla="*/ 89535 h 138429"/>
                <a:gd name="connsiteX471" fmla="*/ 4860921 w 4940931"/>
                <a:gd name="connsiteY471" fmla="*/ 95250 h 138429"/>
                <a:gd name="connsiteX472" fmla="*/ 4872351 w 4940931"/>
                <a:gd name="connsiteY472" fmla="*/ 97155 h 138429"/>
                <a:gd name="connsiteX473" fmla="*/ 4883146 w 4940931"/>
                <a:gd name="connsiteY473" fmla="*/ 94615 h 138429"/>
                <a:gd name="connsiteX474" fmla="*/ 4886321 w 4940931"/>
                <a:gd name="connsiteY474" fmla="*/ 88265 h 138429"/>
                <a:gd name="connsiteX475" fmla="*/ 4885051 w 4940931"/>
                <a:gd name="connsiteY475" fmla="*/ 84455 h 138429"/>
                <a:gd name="connsiteX476" fmla="*/ 4881241 w 4940931"/>
                <a:gd name="connsiteY476" fmla="*/ 81280 h 138429"/>
                <a:gd name="connsiteX477" fmla="*/ 4875526 w 4940931"/>
                <a:gd name="connsiteY477" fmla="*/ 78105 h 138429"/>
                <a:gd name="connsiteX478" fmla="*/ 4867906 w 4940931"/>
                <a:gd name="connsiteY478" fmla="*/ 74930 h 138429"/>
                <a:gd name="connsiteX479" fmla="*/ 4857111 w 4940931"/>
                <a:gd name="connsiteY479" fmla="*/ 69850 h 138429"/>
                <a:gd name="connsiteX480" fmla="*/ 4850126 w 4940931"/>
                <a:gd name="connsiteY480" fmla="*/ 64770 h 138429"/>
                <a:gd name="connsiteX481" fmla="*/ 4846316 w 4940931"/>
                <a:gd name="connsiteY481" fmla="*/ 58420 h 138429"/>
                <a:gd name="connsiteX482" fmla="*/ 4845046 w 4940931"/>
                <a:gd name="connsiteY482" fmla="*/ 50165 h 138429"/>
                <a:gd name="connsiteX483" fmla="*/ 4846951 w 4940931"/>
                <a:gd name="connsiteY483" fmla="*/ 40640 h 138429"/>
                <a:gd name="connsiteX484" fmla="*/ 4852666 w 4940931"/>
                <a:gd name="connsiteY484" fmla="*/ 34290 h 138429"/>
                <a:gd name="connsiteX485" fmla="*/ 4860921 w 4940931"/>
                <a:gd name="connsiteY485" fmla="*/ 30480 h 138429"/>
                <a:gd name="connsiteX486" fmla="*/ 4871716 w 4940931"/>
                <a:gd name="connsiteY486" fmla="*/ 29210 h 138429"/>
                <a:gd name="connsiteX487" fmla="*/ 4749796 w 4940931"/>
                <a:gd name="connsiteY487" fmla="*/ 29210 h 138429"/>
                <a:gd name="connsiteX488" fmla="*/ 4757416 w 4940931"/>
                <a:gd name="connsiteY488" fmla="*/ 29845 h 138429"/>
                <a:gd name="connsiteX489" fmla="*/ 4763131 w 4940931"/>
                <a:gd name="connsiteY489" fmla="*/ 32385 h 138429"/>
                <a:gd name="connsiteX490" fmla="*/ 4759321 w 4940931"/>
                <a:gd name="connsiteY490" fmla="*/ 46990 h 138429"/>
                <a:gd name="connsiteX491" fmla="*/ 4758051 w 4940931"/>
                <a:gd name="connsiteY491" fmla="*/ 46990 h 138429"/>
                <a:gd name="connsiteX492" fmla="*/ 4752971 w 4940931"/>
                <a:gd name="connsiteY492" fmla="*/ 45085 h 138429"/>
                <a:gd name="connsiteX493" fmla="*/ 4746621 w 4940931"/>
                <a:gd name="connsiteY493" fmla="*/ 44450 h 138429"/>
                <a:gd name="connsiteX494" fmla="*/ 4735191 w 4940931"/>
                <a:gd name="connsiteY494" fmla="*/ 49530 h 138429"/>
                <a:gd name="connsiteX495" fmla="*/ 4731381 w 4940931"/>
                <a:gd name="connsiteY495" fmla="*/ 64770 h 138429"/>
                <a:gd name="connsiteX496" fmla="*/ 4731381 w 4940931"/>
                <a:gd name="connsiteY496" fmla="*/ 109220 h 138429"/>
                <a:gd name="connsiteX497" fmla="*/ 4716141 w 4940931"/>
                <a:gd name="connsiteY497" fmla="*/ 109220 h 138429"/>
                <a:gd name="connsiteX498" fmla="*/ 4716141 w 4940931"/>
                <a:gd name="connsiteY498" fmla="*/ 31115 h 138429"/>
                <a:gd name="connsiteX499" fmla="*/ 4731381 w 4940931"/>
                <a:gd name="connsiteY499" fmla="*/ 31115 h 138429"/>
                <a:gd name="connsiteX500" fmla="*/ 4731381 w 4940931"/>
                <a:gd name="connsiteY500" fmla="*/ 38735 h 138429"/>
                <a:gd name="connsiteX501" fmla="*/ 4734556 w 4940931"/>
                <a:gd name="connsiteY501" fmla="*/ 34925 h 138429"/>
                <a:gd name="connsiteX502" fmla="*/ 4739001 w 4940931"/>
                <a:gd name="connsiteY502" fmla="*/ 31750 h 138429"/>
                <a:gd name="connsiteX503" fmla="*/ 4744081 w 4940931"/>
                <a:gd name="connsiteY503" fmla="*/ 29845 h 138429"/>
                <a:gd name="connsiteX504" fmla="*/ 4749796 w 4940931"/>
                <a:gd name="connsiteY504" fmla="*/ 29210 h 138429"/>
                <a:gd name="connsiteX505" fmla="*/ 4349110 w 4940931"/>
                <a:gd name="connsiteY505" fmla="*/ 29210 h 138429"/>
                <a:gd name="connsiteX506" fmla="*/ 4356730 w 4940931"/>
                <a:gd name="connsiteY506" fmla="*/ 29845 h 138429"/>
                <a:gd name="connsiteX507" fmla="*/ 4362445 w 4940931"/>
                <a:gd name="connsiteY507" fmla="*/ 32385 h 138429"/>
                <a:gd name="connsiteX508" fmla="*/ 4358635 w 4940931"/>
                <a:gd name="connsiteY508" fmla="*/ 46990 h 138429"/>
                <a:gd name="connsiteX509" fmla="*/ 4357365 w 4940931"/>
                <a:gd name="connsiteY509" fmla="*/ 46990 h 138429"/>
                <a:gd name="connsiteX510" fmla="*/ 4352285 w 4940931"/>
                <a:gd name="connsiteY510" fmla="*/ 45085 h 138429"/>
                <a:gd name="connsiteX511" fmla="*/ 4345935 w 4940931"/>
                <a:gd name="connsiteY511" fmla="*/ 44450 h 138429"/>
                <a:gd name="connsiteX512" fmla="*/ 4334505 w 4940931"/>
                <a:gd name="connsiteY512" fmla="*/ 49530 h 138429"/>
                <a:gd name="connsiteX513" fmla="*/ 4330695 w 4940931"/>
                <a:gd name="connsiteY513" fmla="*/ 64770 h 138429"/>
                <a:gd name="connsiteX514" fmla="*/ 4330695 w 4940931"/>
                <a:gd name="connsiteY514" fmla="*/ 109220 h 138429"/>
                <a:gd name="connsiteX515" fmla="*/ 4315455 w 4940931"/>
                <a:gd name="connsiteY515" fmla="*/ 109220 h 138429"/>
                <a:gd name="connsiteX516" fmla="*/ 4315455 w 4940931"/>
                <a:gd name="connsiteY516" fmla="*/ 31115 h 138429"/>
                <a:gd name="connsiteX517" fmla="*/ 4330695 w 4940931"/>
                <a:gd name="connsiteY517" fmla="*/ 31115 h 138429"/>
                <a:gd name="connsiteX518" fmla="*/ 4330695 w 4940931"/>
                <a:gd name="connsiteY518" fmla="*/ 38735 h 138429"/>
                <a:gd name="connsiteX519" fmla="*/ 4333870 w 4940931"/>
                <a:gd name="connsiteY519" fmla="*/ 34925 h 138429"/>
                <a:gd name="connsiteX520" fmla="*/ 4338315 w 4940931"/>
                <a:gd name="connsiteY520" fmla="*/ 31750 h 138429"/>
                <a:gd name="connsiteX521" fmla="*/ 4343395 w 4940931"/>
                <a:gd name="connsiteY521" fmla="*/ 29845 h 138429"/>
                <a:gd name="connsiteX522" fmla="*/ 4349110 w 4940931"/>
                <a:gd name="connsiteY522" fmla="*/ 29210 h 138429"/>
                <a:gd name="connsiteX523" fmla="*/ 4044310 w 4940931"/>
                <a:gd name="connsiteY523" fmla="*/ 29210 h 138429"/>
                <a:gd name="connsiteX524" fmla="*/ 4058915 w 4940931"/>
                <a:gd name="connsiteY524" fmla="*/ 32385 h 138429"/>
                <a:gd name="connsiteX525" fmla="*/ 4069075 w 4940931"/>
                <a:gd name="connsiteY525" fmla="*/ 40640 h 138429"/>
                <a:gd name="connsiteX526" fmla="*/ 4075425 w 4940931"/>
                <a:gd name="connsiteY526" fmla="*/ 53340 h 138429"/>
                <a:gd name="connsiteX527" fmla="*/ 4077330 w 4940931"/>
                <a:gd name="connsiteY527" fmla="*/ 68580 h 138429"/>
                <a:gd name="connsiteX528" fmla="*/ 4076060 w 4940931"/>
                <a:gd name="connsiteY528" fmla="*/ 68580 h 138429"/>
                <a:gd name="connsiteX529" fmla="*/ 4076060 w 4940931"/>
                <a:gd name="connsiteY529" fmla="*/ 72390 h 138429"/>
                <a:gd name="connsiteX530" fmla="*/ 4076060 w 4940931"/>
                <a:gd name="connsiteY530" fmla="*/ 75565 h 138429"/>
                <a:gd name="connsiteX531" fmla="*/ 4024625 w 4940931"/>
                <a:gd name="connsiteY531" fmla="*/ 75565 h 138429"/>
                <a:gd name="connsiteX532" fmla="*/ 4027165 w 4940931"/>
                <a:gd name="connsiteY532" fmla="*/ 85090 h 138429"/>
                <a:gd name="connsiteX533" fmla="*/ 4031610 w 4940931"/>
                <a:gd name="connsiteY533" fmla="*/ 91440 h 138429"/>
                <a:gd name="connsiteX534" fmla="*/ 4037325 w 4940931"/>
                <a:gd name="connsiteY534" fmla="*/ 95250 h 138429"/>
                <a:gd name="connsiteX535" fmla="*/ 4044310 w 4940931"/>
                <a:gd name="connsiteY535" fmla="*/ 96520 h 138429"/>
                <a:gd name="connsiteX536" fmla="*/ 4049390 w 4940931"/>
                <a:gd name="connsiteY536" fmla="*/ 96520 h 138429"/>
                <a:gd name="connsiteX537" fmla="*/ 4053835 w 4940931"/>
                <a:gd name="connsiteY537" fmla="*/ 95250 h 138429"/>
                <a:gd name="connsiteX538" fmla="*/ 4057645 w 4940931"/>
                <a:gd name="connsiteY538" fmla="*/ 93345 h 138429"/>
                <a:gd name="connsiteX539" fmla="*/ 4062090 w 4940931"/>
                <a:gd name="connsiteY539" fmla="*/ 90805 h 138429"/>
                <a:gd name="connsiteX540" fmla="*/ 4070980 w 4940931"/>
                <a:gd name="connsiteY540" fmla="*/ 100330 h 138429"/>
                <a:gd name="connsiteX541" fmla="*/ 4065265 w 4940931"/>
                <a:gd name="connsiteY541" fmla="*/ 104775 h 138429"/>
                <a:gd name="connsiteX542" fmla="*/ 4059550 w 4940931"/>
                <a:gd name="connsiteY542" fmla="*/ 107950 h 138429"/>
                <a:gd name="connsiteX543" fmla="*/ 4052565 w 4940931"/>
                <a:gd name="connsiteY543" fmla="*/ 109855 h 138429"/>
                <a:gd name="connsiteX544" fmla="*/ 4043675 w 4940931"/>
                <a:gd name="connsiteY544" fmla="*/ 110490 h 138429"/>
                <a:gd name="connsiteX545" fmla="*/ 4034150 w 4940931"/>
                <a:gd name="connsiteY545" fmla="*/ 109220 h 138429"/>
                <a:gd name="connsiteX546" fmla="*/ 4026530 w 4940931"/>
                <a:gd name="connsiteY546" fmla="*/ 105410 h 138429"/>
                <a:gd name="connsiteX547" fmla="*/ 4020180 w 4940931"/>
                <a:gd name="connsiteY547" fmla="*/ 100330 h 138429"/>
                <a:gd name="connsiteX548" fmla="*/ 4015100 w 4940931"/>
                <a:gd name="connsiteY548" fmla="*/ 92710 h 138429"/>
                <a:gd name="connsiteX549" fmla="*/ 4011290 w 4940931"/>
                <a:gd name="connsiteY549" fmla="*/ 82550 h 138429"/>
                <a:gd name="connsiteX550" fmla="*/ 4010020 w 4940931"/>
                <a:gd name="connsiteY550" fmla="*/ 69850 h 138429"/>
                <a:gd name="connsiteX551" fmla="*/ 4012560 w 4940931"/>
                <a:gd name="connsiteY551" fmla="*/ 52070 h 138429"/>
                <a:gd name="connsiteX552" fmla="*/ 4019545 w 4940931"/>
                <a:gd name="connsiteY552" fmla="*/ 39370 h 138429"/>
                <a:gd name="connsiteX553" fmla="*/ 4030340 w 4940931"/>
                <a:gd name="connsiteY553" fmla="*/ 31750 h 138429"/>
                <a:gd name="connsiteX554" fmla="*/ 4044310 w 4940931"/>
                <a:gd name="connsiteY554" fmla="*/ 29210 h 138429"/>
                <a:gd name="connsiteX555" fmla="*/ 3811900 w 4940931"/>
                <a:gd name="connsiteY555" fmla="*/ 29210 h 138429"/>
                <a:gd name="connsiteX556" fmla="*/ 3819520 w 4940931"/>
                <a:gd name="connsiteY556" fmla="*/ 29845 h 138429"/>
                <a:gd name="connsiteX557" fmla="*/ 3825235 w 4940931"/>
                <a:gd name="connsiteY557" fmla="*/ 32385 h 138429"/>
                <a:gd name="connsiteX558" fmla="*/ 3821425 w 4940931"/>
                <a:gd name="connsiteY558" fmla="*/ 46990 h 138429"/>
                <a:gd name="connsiteX559" fmla="*/ 3820155 w 4940931"/>
                <a:gd name="connsiteY559" fmla="*/ 46990 h 138429"/>
                <a:gd name="connsiteX560" fmla="*/ 3815075 w 4940931"/>
                <a:gd name="connsiteY560" fmla="*/ 45085 h 138429"/>
                <a:gd name="connsiteX561" fmla="*/ 3808725 w 4940931"/>
                <a:gd name="connsiteY561" fmla="*/ 44450 h 138429"/>
                <a:gd name="connsiteX562" fmla="*/ 3797295 w 4940931"/>
                <a:gd name="connsiteY562" fmla="*/ 49530 h 138429"/>
                <a:gd name="connsiteX563" fmla="*/ 3793485 w 4940931"/>
                <a:gd name="connsiteY563" fmla="*/ 64770 h 138429"/>
                <a:gd name="connsiteX564" fmla="*/ 3793485 w 4940931"/>
                <a:gd name="connsiteY564" fmla="*/ 109220 h 138429"/>
                <a:gd name="connsiteX565" fmla="*/ 3778245 w 4940931"/>
                <a:gd name="connsiteY565" fmla="*/ 109220 h 138429"/>
                <a:gd name="connsiteX566" fmla="*/ 3778245 w 4940931"/>
                <a:gd name="connsiteY566" fmla="*/ 31115 h 138429"/>
                <a:gd name="connsiteX567" fmla="*/ 3793485 w 4940931"/>
                <a:gd name="connsiteY567" fmla="*/ 31115 h 138429"/>
                <a:gd name="connsiteX568" fmla="*/ 3793485 w 4940931"/>
                <a:gd name="connsiteY568" fmla="*/ 38735 h 138429"/>
                <a:gd name="connsiteX569" fmla="*/ 3796660 w 4940931"/>
                <a:gd name="connsiteY569" fmla="*/ 34925 h 138429"/>
                <a:gd name="connsiteX570" fmla="*/ 3801105 w 4940931"/>
                <a:gd name="connsiteY570" fmla="*/ 31750 h 138429"/>
                <a:gd name="connsiteX571" fmla="*/ 3806185 w 4940931"/>
                <a:gd name="connsiteY571" fmla="*/ 29845 h 138429"/>
                <a:gd name="connsiteX572" fmla="*/ 3811900 w 4940931"/>
                <a:gd name="connsiteY572" fmla="*/ 29210 h 138429"/>
                <a:gd name="connsiteX573" fmla="*/ 3729986 w 4940931"/>
                <a:gd name="connsiteY573" fmla="*/ 29210 h 138429"/>
                <a:gd name="connsiteX574" fmla="*/ 3744591 w 4940931"/>
                <a:gd name="connsiteY574" fmla="*/ 32385 h 138429"/>
                <a:gd name="connsiteX575" fmla="*/ 3754751 w 4940931"/>
                <a:gd name="connsiteY575" fmla="*/ 40640 h 138429"/>
                <a:gd name="connsiteX576" fmla="*/ 3761101 w 4940931"/>
                <a:gd name="connsiteY576" fmla="*/ 53340 h 138429"/>
                <a:gd name="connsiteX577" fmla="*/ 3763006 w 4940931"/>
                <a:gd name="connsiteY577" fmla="*/ 68580 h 138429"/>
                <a:gd name="connsiteX578" fmla="*/ 3761736 w 4940931"/>
                <a:gd name="connsiteY578" fmla="*/ 68580 h 138429"/>
                <a:gd name="connsiteX579" fmla="*/ 3761736 w 4940931"/>
                <a:gd name="connsiteY579" fmla="*/ 72390 h 138429"/>
                <a:gd name="connsiteX580" fmla="*/ 3761736 w 4940931"/>
                <a:gd name="connsiteY580" fmla="*/ 75565 h 138429"/>
                <a:gd name="connsiteX581" fmla="*/ 3710301 w 4940931"/>
                <a:gd name="connsiteY581" fmla="*/ 75565 h 138429"/>
                <a:gd name="connsiteX582" fmla="*/ 3712841 w 4940931"/>
                <a:gd name="connsiteY582" fmla="*/ 85090 h 138429"/>
                <a:gd name="connsiteX583" fmla="*/ 3717286 w 4940931"/>
                <a:gd name="connsiteY583" fmla="*/ 91440 h 138429"/>
                <a:gd name="connsiteX584" fmla="*/ 3723001 w 4940931"/>
                <a:gd name="connsiteY584" fmla="*/ 95250 h 138429"/>
                <a:gd name="connsiteX585" fmla="*/ 3729986 w 4940931"/>
                <a:gd name="connsiteY585" fmla="*/ 96520 h 138429"/>
                <a:gd name="connsiteX586" fmla="*/ 3735066 w 4940931"/>
                <a:gd name="connsiteY586" fmla="*/ 96520 h 138429"/>
                <a:gd name="connsiteX587" fmla="*/ 3739511 w 4940931"/>
                <a:gd name="connsiteY587" fmla="*/ 95250 h 138429"/>
                <a:gd name="connsiteX588" fmla="*/ 3743321 w 4940931"/>
                <a:gd name="connsiteY588" fmla="*/ 93345 h 138429"/>
                <a:gd name="connsiteX589" fmla="*/ 3747766 w 4940931"/>
                <a:gd name="connsiteY589" fmla="*/ 90805 h 138429"/>
                <a:gd name="connsiteX590" fmla="*/ 3756656 w 4940931"/>
                <a:gd name="connsiteY590" fmla="*/ 100330 h 138429"/>
                <a:gd name="connsiteX591" fmla="*/ 3750941 w 4940931"/>
                <a:gd name="connsiteY591" fmla="*/ 104775 h 138429"/>
                <a:gd name="connsiteX592" fmla="*/ 3745226 w 4940931"/>
                <a:gd name="connsiteY592" fmla="*/ 107950 h 138429"/>
                <a:gd name="connsiteX593" fmla="*/ 3738241 w 4940931"/>
                <a:gd name="connsiteY593" fmla="*/ 109855 h 138429"/>
                <a:gd name="connsiteX594" fmla="*/ 3729351 w 4940931"/>
                <a:gd name="connsiteY594" fmla="*/ 110490 h 138429"/>
                <a:gd name="connsiteX595" fmla="*/ 3719826 w 4940931"/>
                <a:gd name="connsiteY595" fmla="*/ 109220 h 138429"/>
                <a:gd name="connsiteX596" fmla="*/ 3712206 w 4940931"/>
                <a:gd name="connsiteY596" fmla="*/ 105410 h 138429"/>
                <a:gd name="connsiteX597" fmla="*/ 3705856 w 4940931"/>
                <a:gd name="connsiteY597" fmla="*/ 100330 h 138429"/>
                <a:gd name="connsiteX598" fmla="*/ 3700776 w 4940931"/>
                <a:gd name="connsiteY598" fmla="*/ 92710 h 138429"/>
                <a:gd name="connsiteX599" fmla="*/ 3696966 w 4940931"/>
                <a:gd name="connsiteY599" fmla="*/ 82550 h 138429"/>
                <a:gd name="connsiteX600" fmla="*/ 3695696 w 4940931"/>
                <a:gd name="connsiteY600" fmla="*/ 69850 h 138429"/>
                <a:gd name="connsiteX601" fmla="*/ 3698236 w 4940931"/>
                <a:gd name="connsiteY601" fmla="*/ 52070 h 138429"/>
                <a:gd name="connsiteX602" fmla="*/ 3705221 w 4940931"/>
                <a:gd name="connsiteY602" fmla="*/ 39370 h 138429"/>
                <a:gd name="connsiteX603" fmla="*/ 3716016 w 4940931"/>
                <a:gd name="connsiteY603" fmla="*/ 31750 h 138429"/>
                <a:gd name="connsiteX604" fmla="*/ 3729986 w 4940931"/>
                <a:gd name="connsiteY604" fmla="*/ 29210 h 138429"/>
                <a:gd name="connsiteX605" fmla="*/ 3543296 w 4940931"/>
                <a:gd name="connsiteY605" fmla="*/ 29210 h 138429"/>
                <a:gd name="connsiteX606" fmla="*/ 3557901 w 4940931"/>
                <a:gd name="connsiteY606" fmla="*/ 32385 h 138429"/>
                <a:gd name="connsiteX607" fmla="*/ 3568061 w 4940931"/>
                <a:gd name="connsiteY607" fmla="*/ 40640 h 138429"/>
                <a:gd name="connsiteX608" fmla="*/ 3574411 w 4940931"/>
                <a:gd name="connsiteY608" fmla="*/ 53340 h 138429"/>
                <a:gd name="connsiteX609" fmla="*/ 3576316 w 4940931"/>
                <a:gd name="connsiteY609" fmla="*/ 68580 h 138429"/>
                <a:gd name="connsiteX610" fmla="*/ 3575046 w 4940931"/>
                <a:gd name="connsiteY610" fmla="*/ 68580 h 138429"/>
                <a:gd name="connsiteX611" fmla="*/ 3575046 w 4940931"/>
                <a:gd name="connsiteY611" fmla="*/ 72390 h 138429"/>
                <a:gd name="connsiteX612" fmla="*/ 3575046 w 4940931"/>
                <a:gd name="connsiteY612" fmla="*/ 75565 h 138429"/>
                <a:gd name="connsiteX613" fmla="*/ 3523611 w 4940931"/>
                <a:gd name="connsiteY613" fmla="*/ 75565 h 138429"/>
                <a:gd name="connsiteX614" fmla="*/ 3526151 w 4940931"/>
                <a:gd name="connsiteY614" fmla="*/ 85090 h 138429"/>
                <a:gd name="connsiteX615" fmla="*/ 3530596 w 4940931"/>
                <a:gd name="connsiteY615" fmla="*/ 91440 h 138429"/>
                <a:gd name="connsiteX616" fmla="*/ 3536311 w 4940931"/>
                <a:gd name="connsiteY616" fmla="*/ 95250 h 138429"/>
                <a:gd name="connsiteX617" fmla="*/ 3543296 w 4940931"/>
                <a:gd name="connsiteY617" fmla="*/ 96520 h 138429"/>
                <a:gd name="connsiteX618" fmla="*/ 3548376 w 4940931"/>
                <a:gd name="connsiteY618" fmla="*/ 96520 h 138429"/>
                <a:gd name="connsiteX619" fmla="*/ 3552821 w 4940931"/>
                <a:gd name="connsiteY619" fmla="*/ 95250 h 138429"/>
                <a:gd name="connsiteX620" fmla="*/ 3556631 w 4940931"/>
                <a:gd name="connsiteY620" fmla="*/ 93345 h 138429"/>
                <a:gd name="connsiteX621" fmla="*/ 3561076 w 4940931"/>
                <a:gd name="connsiteY621" fmla="*/ 90805 h 138429"/>
                <a:gd name="connsiteX622" fmla="*/ 3569966 w 4940931"/>
                <a:gd name="connsiteY622" fmla="*/ 100330 h 138429"/>
                <a:gd name="connsiteX623" fmla="*/ 3564251 w 4940931"/>
                <a:gd name="connsiteY623" fmla="*/ 104775 h 138429"/>
                <a:gd name="connsiteX624" fmla="*/ 3558536 w 4940931"/>
                <a:gd name="connsiteY624" fmla="*/ 107950 h 138429"/>
                <a:gd name="connsiteX625" fmla="*/ 3551551 w 4940931"/>
                <a:gd name="connsiteY625" fmla="*/ 109855 h 138429"/>
                <a:gd name="connsiteX626" fmla="*/ 3542661 w 4940931"/>
                <a:gd name="connsiteY626" fmla="*/ 110490 h 138429"/>
                <a:gd name="connsiteX627" fmla="*/ 3533136 w 4940931"/>
                <a:gd name="connsiteY627" fmla="*/ 109220 h 138429"/>
                <a:gd name="connsiteX628" fmla="*/ 3525516 w 4940931"/>
                <a:gd name="connsiteY628" fmla="*/ 105410 h 138429"/>
                <a:gd name="connsiteX629" fmla="*/ 3519166 w 4940931"/>
                <a:gd name="connsiteY629" fmla="*/ 100330 h 138429"/>
                <a:gd name="connsiteX630" fmla="*/ 3514086 w 4940931"/>
                <a:gd name="connsiteY630" fmla="*/ 92710 h 138429"/>
                <a:gd name="connsiteX631" fmla="*/ 3510276 w 4940931"/>
                <a:gd name="connsiteY631" fmla="*/ 82550 h 138429"/>
                <a:gd name="connsiteX632" fmla="*/ 3509006 w 4940931"/>
                <a:gd name="connsiteY632" fmla="*/ 69850 h 138429"/>
                <a:gd name="connsiteX633" fmla="*/ 3511546 w 4940931"/>
                <a:gd name="connsiteY633" fmla="*/ 52070 h 138429"/>
                <a:gd name="connsiteX634" fmla="*/ 3518531 w 4940931"/>
                <a:gd name="connsiteY634" fmla="*/ 39370 h 138429"/>
                <a:gd name="connsiteX635" fmla="*/ 3529326 w 4940931"/>
                <a:gd name="connsiteY635" fmla="*/ 31750 h 138429"/>
                <a:gd name="connsiteX636" fmla="*/ 3543296 w 4940931"/>
                <a:gd name="connsiteY636" fmla="*/ 29210 h 138429"/>
                <a:gd name="connsiteX637" fmla="*/ 3345176 w 4940931"/>
                <a:gd name="connsiteY637" fmla="*/ 29210 h 138429"/>
                <a:gd name="connsiteX638" fmla="*/ 3359781 w 4940931"/>
                <a:gd name="connsiteY638" fmla="*/ 32385 h 138429"/>
                <a:gd name="connsiteX639" fmla="*/ 3369941 w 4940931"/>
                <a:gd name="connsiteY639" fmla="*/ 40640 h 138429"/>
                <a:gd name="connsiteX640" fmla="*/ 3376291 w 4940931"/>
                <a:gd name="connsiteY640" fmla="*/ 53340 h 138429"/>
                <a:gd name="connsiteX641" fmla="*/ 3378196 w 4940931"/>
                <a:gd name="connsiteY641" fmla="*/ 68580 h 138429"/>
                <a:gd name="connsiteX642" fmla="*/ 3376926 w 4940931"/>
                <a:gd name="connsiteY642" fmla="*/ 68580 h 138429"/>
                <a:gd name="connsiteX643" fmla="*/ 3376926 w 4940931"/>
                <a:gd name="connsiteY643" fmla="*/ 72390 h 138429"/>
                <a:gd name="connsiteX644" fmla="*/ 3376926 w 4940931"/>
                <a:gd name="connsiteY644" fmla="*/ 75565 h 138429"/>
                <a:gd name="connsiteX645" fmla="*/ 3325491 w 4940931"/>
                <a:gd name="connsiteY645" fmla="*/ 75565 h 138429"/>
                <a:gd name="connsiteX646" fmla="*/ 3328031 w 4940931"/>
                <a:gd name="connsiteY646" fmla="*/ 85090 h 138429"/>
                <a:gd name="connsiteX647" fmla="*/ 3332476 w 4940931"/>
                <a:gd name="connsiteY647" fmla="*/ 91440 h 138429"/>
                <a:gd name="connsiteX648" fmla="*/ 3338191 w 4940931"/>
                <a:gd name="connsiteY648" fmla="*/ 95250 h 138429"/>
                <a:gd name="connsiteX649" fmla="*/ 3345176 w 4940931"/>
                <a:gd name="connsiteY649" fmla="*/ 96520 h 138429"/>
                <a:gd name="connsiteX650" fmla="*/ 3350256 w 4940931"/>
                <a:gd name="connsiteY650" fmla="*/ 96520 h 138429"/>
                <a:gd name="connsiteX651" fmla="*/ 3354701 w 4940931"/>
                <a:gd name="connsiteY651" fmla="*/ 95250 h 138429"/>
                <a:gd name="connsiteX652" fmla="*/ 3358511 w 4940931"/>
                <a:gd name="connsiteY652" fmla="*/ 93345 h 138429"/>
                <a:gd name="connsiteX653" fmla="*/ 3362956 w 4940931"/>
                <a:gd name="connsiteY653" fmla="*/ 90805 h 138429"/>
                <a:gd name="connsiteX654" fmla="*/ 3371846 w 4940931"/>
                <a:gd name="connsiteY654" fmla="*/ 100330 h 138429"/>
                <a:gd name="connsiteX655" fmla="*/ 3366131 w 4940931"/>
                <a:gd name="connsiteY655" fmla="*/ 104775 h 138429"/>
                <a:gd name="connsiteX656" fmla="*/ 3360416 w 4940931"/>
                <a:gd name="connsiteY656" fmla="*/ 107950 h 138429"/>
                <a:gd name="connsiteX657" fmla="*/ 3353431 w 4940931"/>
                <a:gd name="connsiteY657" fmla="*/ 109855 h 138429"/>
                <a:gd name="connsiteX658" fmla="*/ 3344541 w 4940931"/>
                <a:gd name="connsiteY658" fmla="*/ 110490 h 138429"/>
                <a:gd name="connsiteX659" fmla="*/ 3335016 w 4940931"/>
                <a:gd name="connsiteY659" fmla="*/ 109220 h 138429"/>
                <a:gd name="connsiteX660" fmla="*/ 3327396 w 4940931"/>
                <a:gd name="connsiteY660" fmla="*/ 105410 h 138429"/>
                <a:gd name="connsiteX661" fmla="*/ 3321046 w 4940931"/>
                <a:gd name="connsiteY661" fmla="*/ 100330 h 138429"/>
                <a:gd name="connsiteX662" fmla="*/ 3315966 w 4940931"/>
                <a:gd name="connsiteY662" fmla="*/ 92710 h 138429"/>
                <a:gd name="connsiteX663" fmla="*/ 3312156 w 4940931"/>
                <a:gd name="connsiteY663" fmla="*/ 82550 h 138429"/>
                <a:gd name="connsiteX664" fmla="*/ 3310886 w 4940931"/>
                <a:gd name="connsiteY664" fmla="*/ 69850 h 138429"/>
                <a:gd name="connsiteX665" fmla="*/ 3313426 w 4940931"/>
                <a:gd name="connsiteY665" fmla="*/ 52070 h 138429"/>
                <a:gd name="connsiteX666" fmla="*/ 3320411 w 4940931"/>
                <a:gd name="connsiteY666" fmla="*/ 39370 h 138429"/>
                <a:gd name="connsiteX667" fmla="*/ 3331206 w 4940931"/>
                <a:gd name="connsiteY667" fmla="*/ 31750 h 138429"/>
                <a:gd name="connsiteX668" fmla="*/ 3345176 w 4940931"/>
                <a:gd name="connsiteY668" fmla="*/ 29210 h 138429"/>
                <a:gd name="connsiteX669" fmla="*/ 3060696 w 4940931"/>
                <a:gd name="connsiteY669" fmla="*/ 29210 h 138429"/>
                <a:gd name="connsiteX670" fmla="*/ 3068316 w 4940931"/>
                <a:gd name="connsiteY670" fmla="*/ 29845 h 138429"/>
                <a:gd name="connsiteX671" fmla="*/ 3074031 w 4940931"/>
                <a:gd name="connsiteY671" fmla="*/ 32385 h 138429"/>
                <a:gd name="connsiteX672" fmla="*/ 3070221 w 4940931"/>
                <a:gd name="connsiteY672" fmla="*/ 46990 h 138429"/>
                <a:gd name="connsiteX673" fmla="*/ 3068951 w 4940931"/>
                <a:gd name="connsiteY673" fmla="*/ 46990 h 138429"/>
                <a:gd name="connsiteX674" fmla="*/ 3063871 w 4940931"/>
                <a:gd name="connsiteY674" fmla="*/ 45085 h 138429"/>
                <a:gd name="connsiteX675" fmla="*/ 3057521 w 4940931"/>
                <a:gd name="connsiteY675" fmla="*/ 44450 h 138429"/>
                <a:gd name="connsiteX676" fmla="*/ 3046091 w 4940931"/>
                <a:gd name="connsiteY676" fmla="*/ 49530 h 138429"/>
                <a:gd name="connsiteX677" fmla="*/ 3042281 w 4940931"/>
                <a:gd name="connsiteY677" fmla="*/ 64770 h 138429"/>
                <a:gd name="connsiteX678" fmla="*/ 3042281 w 4940931"/>
                <a:gd name="connsiteY678" fmla="*/ 109220 h 138429"/>
                <a:gd name="connsiteX679" fmla="*/ 3027041 w 4940931"/>
                <a:gd name="connsiteY679" fmla="*/ 109220 h 138429"/>
                <a:gd name="connsiteX680" fmla="*/ 3027041 w 4940931"/>
                <a:gd name="connsiteY680" fmla="*/ 31115 h 138429"/>
                <a:gd name="connsiteX681" fmla="*/ 3042281 w 4940931"/>
                <a:gd name="connsiteY681" fmla="*/ 31115 h 138429"/>
                <a:gd name="connsiteX682" fmla="*/ 3042281 w 4940931"/>
                <a:gd name="connsiteY682" fmla="*/ 38735 h 138429"/>
                <a:gd name="connsiteX683" fmla="*/ 3045456 w 4940931"/>
                <a:gd name="connsiteY683" fmla="*/ 34925 h 138429"/>
                <a:gd name="connsiteX684" fmla="*/ 3049901 w 4940931"/>
                <a:gd name="connsiteY684" fmla="*/ 31750 h 138429"/>
                <a:gd name="connsiteX685" fmla="*/ 3054981 w 4940931"/>
                <a:gd name="connsiteY685" fmla="*/ 29845 h 138429"/>
                <a:gd name="connsiteX686" fmla="*/ 3060696 w 4940931"/>
                <a:gd name="connsiteY686" fmla="*/ 29210 h 138429"/>
                <a:gd name="connsiteX687" fmla="*/ 2978781 w 4940931"/>
                <a:gd name="connsiteY687" fmla="*/ 29210 h 138429"/>
                <a:gd name="connsiteX688" fmla="*/ 2993386 w 4940931"/>
                <a:gd name="connsiteY688" fmla="*/ 32385 h 138429"/>
                <a:gd name="connsiteX689" fmla="*/ 3003546 w 4940931"/>
                <a:gd name="connsiteY689" fmla="*/ 40640 h 138429"/>
                <a:gd name="connsiteX690" fmla="*/ 3009896 w 4940931"/>
                <a:gd name="connsiteY690" fmla="*/ 53340 h 138429"/>
                <a:gd name="connsiteX691" fmla="*/ 3011801 w 4940931"/>
                <a:gd name="connsiteY691" fmla="*/ 68580 h 138429"/>
                <a:gd name="connsiteX692" fmla="*/ 3010531 w 4940931"/>
                <a:gd name="connsiteY692" fmla="*/ 68580 h 138429"/>
                <a:gd name="connsiteX693" fmla="*/ 3010531 w 4940931"/>
                <a:gd name="connsiteY693" fmla="*/ 72390 h 138429"/>
                <a:gd name="connsiteX694" fmla="*/ 3010531 w 4940931"/>
                <a:gd name="connsiteY694" fmla="*/ 75565 h 138429"/>
                <a:gd name="connsiteX695" fmla="*/ 2959096 w 4940931"/>
                <a:gd name="connsiteY695" fmla="*/ 75565 h 138429"/>
                <a:gd name="connsiteX696" fmla="*/ 2961636 w 4940931"/>
                <a:gd name="connsiteY696" fmla="*/ 85090 h 138429"/>
                <a:gd name="connsiteX697" fmla="*/ 2966081 w 4940931"/>
                <a:gd name="connsiteY697" fmla="*/ 91440 h 138429"/>
                <a:gd name="connsiteX698" fmla="*/ 2971796 w 4940931"/>
                <a:gd name="connsiteY698" fmla="*/ 95250 h 138429"/>
                <a:gd name="connsiteX699" fmla="*/ 2978781 w 4940931"/>
                <a:gd name="connsiteY699" fmla="*/ 96520 h 138429"/>
                <a:gd name="connsiteX700" fmla="*/ 2983861 w 4940931"/>
                <a:gd name="connsiteY700" fmla="*/ 96520 h 138429"/>
                <a:gd name="connsiteX701" fmla="*/ 2988306 w 4940931"/>
                <a:gd name="connsiteY701" fmla="*/ 95250 h 138429"/>
                <a:gd name="connsiteX702" fmla="*/ 2992116 w 4940931"/>
                <a:gd name="connsiteY702" fmla="*/ 93345 h 138429"/>
                <a:gd name="connsiteX703" fmla="*/ 2996561 w 4940931"/>
                <a:gd name="connsiteY703" fmla="*/ 90805 h 138429"/>
                <a:gd name="connsiteX704" fmla="*/ 3005451 w 4940931"/>
                <a:gd name="connsiteY704" fmla="*/ 100330 h 138429"/>
                <a:gd name="connsiteX705" fmla="*/ 2999736 w 4940931"/>
                <a:gd name="connsiteY705" fmla="*/ 104775 h 138429"/>
                <a:gd name="connsiteX706" fmla="*/ 2994021 w 4940931"/>
                <a:gd name="connsiteY706" fmla="*/ 107950 h 138429"/>
                <a:gd name="connsiteX707" fmla="*/ 2987036 w 4940931"/>
                <a:gd name="connsiteY707" fmla="*/ 109855 h 138429"/>
                <a:gd name="connsiteX708" fmla="*/ 2978146 w 4940931"/>
                <a:gd name="connsiteY708" fmla="*/ 110490 h 138429"/>
                <a:gd name="connsiteX709" fmla="*/ 2968621 w 4940931"/>
                <a:gd name="connsiteY709" fmla="*/ 109220 h 138429"/>
                <a:gd name="connsiteX710" fmla="*/ 2961001 w 4940931"/>
                <a:gd name="connsiteY710" fmla="*/ 105410 h 138429"/>
                <a:gd name="connsiteX711" fmla="*/ 2954651 w 4940931"/>
                <a:gd name="connsiteY711" fmla="*/ 100330 h 138429"/>
                <a:gd name="connsiteX712" fmla="*/ 2949571 w 4940931"/>
                <a:gd name="connsiteY712" fmla="*/ 92710 h 138429"/>
                <a:gd name="connsiteX713" fmla="*/ 2945761 w 4940931"/>
                <a:gd name="connsiteY713" fmla="*/ 82550 h 138429"/>
                <a:gd name="connsiteX714" fmla="*/ 2944491 w 4940931"/>
                <a:gd name="connsiteY714" fmla="*/ 69850 h 138429"/>
                <a:gd name="connsiteX715" fmla="*/ 2947031 w 4940931"/>
                <a:gd name="connsiteY715" fmla="*/ 52070 h 138429"/>
                <a:gd name="connsiteX716" fmla="*/ 2954016 w 4940931"/>
                <a:gd name="connsiteY716" fmla="*/ 39370 h 138429"/>
                <a:gd name="connsiteX717" fmla="*/ 2964811 w 4940931"/>
                <a:gd name="connsiteY717" fmla="*/ 31750 h 138429"/>
                <a:gd name="connsiteX718" fmla="*/ 2978781 w 4940931"/>
                <a:gd name="connsiteY718" fmla="*/ 29210 h 138429"/>
                <a:gd name="connsiteX719" fmla="*/ 2798440 w 4940931"/>
                <a:gd name="connsiteY719" fmla="*/ 29210 h 138429"/>
                <a:gd name="connsiteX720" fmla="*/ 2813045 w 4940931"/>
                <a:gd name="connsiteY720" fmla="*/ 31750 h 138429"/>
                <a:gd name="connsiteX721" fmla="*/ 2825110 w 4940931"/>
                <a:gd name="connsiteY721" fmla="*/ 38100 h 138429"/>
                <a:gd name="connsiteX722" fmla="*/ 2827015 w 4940931"/>
                <a:gd name="connsiteY722" fmla="*/ 38100 h 138429"/>
                <a:gd name="connsiteX723" fmla="*/ 2820030 w 4940931"/>
                <a:gd name="connsiteY723" fmla="*/ 50165 h 138429"/>
                <a:gd name="connsiteX724" fmla="*/ 2810505 w 4940931"/>
                <a:gd name="connsiteY724" fmla="*/ 45085 h 138429"/>
                <a:gd name="connsiteX725" fmla="*/ 2799710 w 4940931"/>
                <a:gd name="connsiteY725" fmla="*/ 43180 h 138429"/>
                <a:gd name="connsiteX726" fmla="*/ 2791455 w 4940931"/>
                <a:gd name="connsiteY726" fmla="*/ 45085 h 138429"/>
                <a:gd name="connsiteX727" fmla="*/ 2788915 w 4940931"/>
                <a:gd name="connsiteY727" fmla="*/ 50165 h 138429"/>
                <a:gd name="connsiteX728" fmla="*/ 2788915 w 4940931"/>
                <a:gd name="connsiteY728" fmla="*/ 52705 h 138429"/>
                <a:gd name="connsiteX729" fmla="*/ 2790820 w 4940931"/>
                <a:gd name="connsiteY729" fmla="*/ 55245 h 138429"/>
                <a:gd name="connsiteX730" fmla="*/ 2795265 w 4940931"/>
                <a:gd name="connsiteY730" fmla="*/ 57785 h 138429"/>
                <a:gd name="connsiteX731" fmla="*/ 2802250 w 4940931"/>
                <a:gd name="connsiteY731" fmla="*/ 60960 h 138429"/>
                <a:gd name="connsiteX732" fmla="*/ 2813680 w 4940931"/>
                <a:gd name="connsiteY732" fmla="*/ 66040 h 138429"/>
                <a:gd name="connsiteX733" fmla="*/ 2821935 w 4940931"/>
                <a:gd name="connsiteY733" fmla="*/ 71120 h 138429"/>
                <a:gd name="connsiteX734" fmla="*/ 2827015 w 4940931"/>
                <a:gd name="connsiteY734" fmla="*/ 78105 h 138429"/>
                <a:gd name="connsiteX735" fmla="*/ 2828920 w 4940931"/>
                <a:gd name="connsiteY735" fmla="*/ 87630 h 138429"/>
                <a:gd name="connsiteX736" fmla="*/ 2826380 w 4940931"/>
                <a:gd name="connsiteY736" fmla="*/ 98425 h 138429"/>
                <a:gd name="connsiteX737" fmla="*/ 2820030 w 4940931"/>
                <a:gd name="connsiteY737" fmla="*/ 105410 h 138429"/>
                <a:gd name="connsiteX738" fmla="*/ 2810505 w 4940931"/>
                <a:gd name="connsiteY738" fmla="*/ 109220 h 138429"/>
                <a:gd name="connsiteX739" fmla="*/ 2799710 w 4940931"/>
                <a:gd name="connsiteY739" fmla="*/ 110490 h 138429"/>
                <a:gd name="connsiteX740" fmla="*/ 2783835 w 4940931"/>
                <a:gd name="connsiteY740" fmla="*/ 107950 h 138429"/>
                <a:gd name="connsiteX741" fmla="*/ 2769230 w 4940931"/>
                <a:gd name="connsiteY741" fmla="*/ 100965 h 138429"/>
                <a:gd name="connsiteX742" fmla="*/ 2776215 w 4940931"/>
                <a:gd name="connsiteY742" fmla="*/ 89535 h 138429"/>
                <a:gd name="connsiteX743" fmla="*/ 2787645 w 4940931"/>
                <a:gd name="connsiteY743" fmla="*/ 95250 h 138429"/>
                <a:gd name="connsiteX744" fmla="*/ 2799075 w 4940931"/>
                <a:gd name="connsiteY744" fmla="*/ 97155 h 138429"/>
                <a:gd name="connsiteX745" fmla="*/ 2809870 w 4940931"/>
                <a:gd name="connsiteY745" fmla="*/ 94615 h 138429"/>
                <a:gd name="connsiteX746" fmla="*/ 2813045 w 4940931"/>
                <a:gd name="connsiteY746" fmla="*/ 88265 h 138429"/>
                <a:gd name="connsiteX747" fmla="*/ 2811775 w 4940931"/>
                <a:gd name="connsiteY747" fmla="*/ 84455 h 138429"/>
                <a:gd name="connsiteX748" fmla="*/ 2807965 w 4940931"/>
                <a:gd name="connsiteY748" fmla="*/ 81280 h 138429"/>
                <a:gd name="connsiteX749" fmla="*/ 2802250 w 4940931"/>
                <a:gd name="connsiteY749" fmla="*/ 78105 h 138429"/>
                <a:gd name="connsiteX750" fmla="*/ 2794630 w 4940931"/>
                <a:gd name="connsiteY750" fmla="*/ 74930 h 138429"/>
                <a:gd name="connsiteX751" fmla="*/ 2783835 w 4940931"/>
                <a:gd name="connsiteY751" fmla="*/ 69850 h 138429"/>
                <a:gd name="connsiteX752" fmla="*/ 2776850 w 4940931"/>
                <a:gd name="connsiteY752" fmla="*/ 64770 h 138429"/>
                <a:gd name="connsiteX753" fmla="*/ 2773040 w 4940931"/>
                <a:gd name="connsiteY753" fmla="*/ 58420 h 138429"/>
                <a:gd name="connsiteX754" fmla="*/ 2771770 w 4940931"/>
                <a:gd name="connsiteY754" fmla="*/ 50165 h 138429"/>
                <a:gd name="connsiteX755" fmla="*/ 2773675 w 4940931"/>
                <a:gd name="connsiteY755" fmla="*/ 40640 h 138429"/>
                <a:gd name="connsiteX756" fmla="*/ 2779390 w 4940931"/>
                <a:gd name="connsiteY756" fmla="*/ 34290 h 138429"/>
                <a:gd name="connsiteX757" fmla="*/ 2787645 w 4940931"/>
                <a:gd name="connsiteY757" fmla="*/ 30480 h 138429"/>
                <a:gd name="connsiteX758" fmla="*/ 2798440 w 4940931"/>
                <a:gd name="connsiteY758" fmla="*/ 29210 h 138429"/>
                <a:gd name="connsiteX759" fmla="*/ 2723510 w 4940931"/>
                <a:gd name="connsiteY759" fmla="*/ 29210 h 138429"/>
                <a:gd name="connsiteX760" fmla="*/ 2729225 w 4940931"/>
                <a:gd name="connsiteY760" fmla="*/ 29210 h 138429"/>
                <a:gd name="connsiteX761" fmla="*/ 2741290 w 4940931"/>
                <a:gd name="connsiteY761" fmla="*/ 31750 h 138429"/>
                <a:gd name="connsiteX762" fmla="*/ 2750180 w 4940931"/>
                <a:gd name="connsiteY762" fmla="*/ 38100 h 138429"/>
                <a:gd name="connsiteX763" fmla="*/ 2755260 w 4940931"/>
                <a:gd name="connsiteY763" fmla="*/ 48895 h 138429"/>
                <a:gd name="connsiteX764" fmla="*/ 2757165 w 4940931"/>
                <a:gd name="connsiteY764" fmla="*/ 64135 h 138429"/>
                <a:gd name="connsiteX765" fmla="*/ 2757165 w 4940931"/>
                <a:gd name="connsiteY765" fmla="*/ 108585 h 138429"/>
                <a:gd name="connsiteX766" fmla="*/ 2741925 w 4940931"/>
                <a:gd name="connsiteY766" fmla="*/ 108585 h 138429"/>
                <a:gd name="connsiteX767" fmla="*/ 2741290 w 4940931"/>
                <a:gd name="connsiteY767" fmla="*/ 108585 h 138429"/>
                <a:gd name="connsiteX768" fmla="*/ 2741290 w 4940931"/>
                <a:gd name="connsiteY768" fmla="*/ 64770 h 138429"/>
                <a:gd name="connsiteX769" fmla="*/ 2737480 w 4940931"/>
                <a:gd name="connsiteY769" fmla="*/ 48895 h 138429"/>
                <a:gd name="connsiteX770" fmla="*/ 2725415 w 4940931"/>
                <a:gd name="connsiteY770" fmla="*/ 43180 h 138429"/>
                <a:gd name="connsiteX771" fmla="*/ 2718430 w 4940931"/>
                <a:gd name="connsiteY771" fmla="*/ 44450 h 138429"/>
                <a:gd name="connsiteX772" fmla="*/ 2713350 w 4940931"/>
                <a:gd name="connsiteY772" fmla="*/ 48260 h 138429"/>
                <a:gd name="connsiteX773" fmla="*/ 2710175 w 4940931"/>
                <a:gd name="connsiteY773" fmla="*/ 54610 h 138429"/>
                <a:gd name="connsiteX774" fmla="*/ 2709540 w 4940931"/>
                <a:gd name="connsiteY774" fmla="*/ 62865 h 138429"/>
                <a:gd name="connsiteX775" fmla="*/ 2709540 w 4940931"/>
                <a:gd name="connsiteY775" fmla="*/ 108585 h 138429"/>
                <a:gd name="connsiteX776" fmla="*/ 2694300 w 4940931"/>
                <a:gd name="connsiteY776" fmla="*/ 108585 h 138429"/>
                <a:gd name="connsiteX777" fmla="*/ 2694300 w 4940931"/>
                <a:gd name="connsiteY777" fmla="*/ 30480 h 138429"/>
                <a:gd name="connsiteX778" fmla="*/ 2709540 w 4940931"/>
                <a:gd name="connsiteY778" fmla="*/ 30480 h 138429"/>
                <a:gd name="connsiteX779" fmla="*/ 2709540 w 4940931"/>
                <a:gd name="connsiteY779" fmla="*/ 38100 h 138429"/>
                <a:gd name="connsiteX780" fmla="*/ 2713350 w 4940931"/>
                <a:gd name="connsiteY780" fmla="*/ 34290 h 138429"/>
                <a:gd name="connsiteX781" fmla="*/ 2717795 w 4940931"/>
                <a:gd name="connsiteY781" fmla="*/ 31115 h 138429"/>
                <a:gd name="connsiteX782" fmla="*/ 2723510 w 4940931"/>
                <a:gd name="connsiteY782" fmla="*/ 29210 h 138429"/>
                <a:gd name="connsiteX783" fmla="*/ 2530470 w 4940931"/>
                <a:gd name="connsiteY783" fmla="*/ 29210 h 138429"/>
                <a:gd name="connsiteX784" fmla="*/ 2545075 w 4940931"/>
                <a:gd name="connsiteY784" fmla="*/ 32385 h 138429"/>
                <a:gd name="connsiteX785" fmla="*/ 2555235 w 4940931"/>
                <a:gd name="connsiteY785" fmla="*/ 40640 h 138429"/>
                <a:gd name="connsiteX786" fmla="*/ 2561585 w 4940931"/>
                <a:gd name="connsiteY786" fmla="*/ 53340 h 138429"/>
                <a:gd name="connsiteX787" fmla="*/ 2563490 w 4940931"/>
                <a:gd name="connsiteY787" fmla="*/ 68580 h 138429"/>
                <a:gd name="connsiteX788" fmla="*/ 2562220 w 4940931"/>
                <a:gd name="connsiteY788" fmla="*/ 68580 h 138429"/>
                <a:gd name="connsiteX789" fmla="*/ 2562220 w 4940931"/>
                <a:gd name="connsiteY789" fmla="*/ 72390 h 138429"/>
                <a:gd name="connsiteX790" fmla="*/ 2562220 w 4940931"/>
                <a:gd name="connsiteY790" fmla="*/ 75565 h 138429"/>
                <a:gd name="connsiteX791" fmla="*/ 2510785 w 4940931"/>
                <a:gd name="connsiteY791" fmla="*/ 75565 h 138429"/>
                <a:gd name="connsiteX792" fmla="*/ 2513325 w 4940931"/>
                <a:gd name="connsiteY792" fmla="*/ 85090 h 138429"/>
                <a:gd name="connsiteX793" fmla="*/ 2517770 w 4940931"/>
                <a:gd name="connsiteY793" fmla="*/ 91440 h 138429"/>
                <a:gd name="connsiteX794" fmla="*/ 2523485 w 4940931"/>
                <a:gd name="connsiteY794" fmla="*/ 95250 h 138429"/>
                <a:gd name="connsiteX795" fmla="*/ 2530470 w 4940931"/>
                <a:gd name="connsiteY795" fmla="*/ 96520 h 138429"/>
                <a:gd name="connsiteX796" fmla="*/ 2535550 w 4940931"/>
                <a:gd name="connsiteY796" fmla="*/ 96520 h 138429"/>
                <a:gd name="connsiteX797" fmla="*/ 2539995 w 4940931"/>
                <a:gd name="connsiteY797" fmla="*/ 95250 h 138429"/>
                <a:gd name="connsiteX798" fmla="*/ 2543805 w 4940931"/>
                <a:gd name="connsiteY798" fmla="*/ 93345 h 138429"/>
                <a:gd name="connsiteX799" fmla="*/ 2548250 w 4940931"/>
                <a:gd name="connsiteY799" fmla="*/ 90805 h 138429"/>
                <a:gd name="connsiteX800" fmla="*/ 2557140 w 4940931"/>
                <a:gd name="connsiteY800" fmla="*/ 100330 h 138429"/>
                <a:gd name="connsiteX801" fmla="*/ 2551425 w 4940931"/>
                <a:gd name="connsiteY801" fmla="*/ 104775 h 138429"/>
                <a:gd name="connsiteX802" fmla="*/ 2545710 w 4940931"/>
                <a:gd name="connsiteY802" fmla="*/ 107950 h 138429"/>
                <a:gd name="connsiteX803" fmla="*/ 2538725 w 4940931"/>
                <a:gd name="connsiteY803" fmla="*/ 109855 h 138429"/>
                <a:gd name="connsiteX804" fmla="*/ 2529835 w 4940931"/>
                <a:gd name="connsiteY804" fmla="*/ 110490 h 138429"/>
                <a:gd name="connsiteX805" fmla="*/ 2520310 w 4940931"/>
                <a:gd name="connsiteY805" fmla="*/ 109220 h 138429"/>
                <a:gd name="connsiteX806" fmla="*/ 2512690 w 4940931"/>
                <a:gd name="connsiteY806" fmla="*/ 105410 h 138429"/>
                <a:gd name="connsiteX807" fmla="*/ 2506340 w 4940931"/>
                <a:gd name="connsiteY807" fmla="*/ 100330 h 138429"/>
                <a:gd name="connsiteX808" fmla="*/ 2501260 w 4940931"/>
                <a:gd name="connsiteY808" fmla="*/ 92710 h 138429"/>
                <a:gd name="connsiteX809" fmla="*/ 2497450 w 4940931"/>
                <a:gd name="connsiteY809" fmla="*/ 82550 h 138429"/>
                <a:gd name="connsiteX810" fmla="*/ 2496180 w 4940931"/>
                <a:gd name="connsiteY810" fmla="*/ 69850 h 138429"/>
                <a:gd name="connsiteX811" fmla="*/ 2498720 w 4940931"/>
                <a:gd name="connsiteY811" fmla="*/ 52070 h 138429"/>
                <a:gd name="connsiteX812" fmla="*/ 2505705 w 4940931"/>
                <a:gd name="connsiteY812" fmla="*/ 39370 h 138429"/>
                <a:gd name="connsiteX813" fmla="*/ 2516500 w 4940931"/>
                <a:gd name="connsiteY813" fmla="*/ 31750 h 138429"/>
                <a:gd name="connsiteX814" fmla="*/ 2530470 w 4940931"/>
                <a:gd name="connsiteY814" fmla="*/ 29210 h 138429"/>
                <a:gd name="connsiteX815" fmla="*/ 2298061 w 4940931"/>
                <a:gd name="connsiteY815" fmla="*/ 29210 h 138429"/>
                <a:gd name="connsiteX816" fmla="*/ 2305681 w 4940931"/>
                <a:gd name="connsiteY816" fmla="*/ 29845 h 138429"/>
                <a:gd name="connsiteX817" fmla="*/ 2311396 w 4940931"/>
                <a:gd name="connsiteY817" fmla="*/ 32385 h 138429"/>
                <a:gd name="connsiteX818" fmla="*/ 2307586 w 4940931"/>
                <a:gd name="connsiteY818" fmla="*/ 46990 h 138429"/>
                <a:gd name="connsiteX819" fmla="*/ 2306316 w 4940931"/>
                <a:gd name="connsiteY819" fmla="*/ 46990 h 138429"/>
                <a:gd name="connsiteX820" fmla="*/ 2301236 w 4940931"/>
                <a:gd name="connsiteY820" fmla="*/ 45085 h 138429"/>
                <a:gd name="connsiteX821" fmla="*/ 2294886 w 4940931"/>
                <a:gd name="connsiteY821" fmla="*/ 44450 h 138429"/>
                <a:gd name="connsiteX822" fmla="*/ 2283456 w 4940931"/>
                <a:gd name="connsiteY822" fmla="*/ 49530 h 138429"/>
                <a:gd name="connsiteX823" fmla="*/ 2279646 w 4940931"/>
                <a:gd name="connsiteY823" fmla="*/ 64770 h 138429"/>
                <a:gd name="connsiteX824" fmla="*/ 2279646 w 4940931"/>
                <a:gd name="connsiteY824" fmla="*/ 109220 h 138429"/>
                <a:gd name="connsiteX825" fmla="*/ 2264406 w 4940931"/>
                <a:gd name="connsiteY825" fmla="*/ 109220 h 138429"/>
                <a:gd name="connsiteX826" fmla="*/ 2264406 w 4940931"/>
                <a:gd name="connsiteY826" fmla="*/ 31115 h 138429"/>
                <a:gd name="connsiteX827" fmla="*/ 2279646 w 4940931"/>
                <a:gd name="connsiteY827" fmla="*/ 31115 h 138429"/>
                <a:gd name="connsiteX828" fmla="*/ 2279646 w 4940931"/>
                <a:gd name="connsiteY828" fmla="*/ 38735 h 138429"/>
                <a:gd name="connsiteX829" fmla="*/ 2282821 w 4940931"/>
                <a:gd name="connsiteY829" fmla="*/ 34925 h 138429"/>
                <a:gd name="connsiteX830" fmla="*/ 2287266 w 4940931"/>
                <a:gd name="connsiteY830" fmla="*/ 31750 h 138429"/>
                <a:gd name="connsiteX831" fmla="*/ 2292346 w 4940931"/>
                <a:gd name="connsiteY831" fmla="*/ 29845 h 138429"/>
                <a:gd name="connsiteX832" fmla="*/ 2298061 w 4940931"/>
                <a:gd name="connsiteY832" fmla="*/ 29210 h 138429"/>
                <a:gd name="connsiteX833" fmla="*/ 2216145 w 4940931"/>
                <a:gd name="connsiteY833" fmla="*/ 29210 h 138429"/>
                <a:gd name="connsiteX834" fmla="*/ 2230750 w 4940931"/>
                <a:gd name="connsiteY834" fmla="*/ 32385 h 138429"/>
                <a:gd name="connsiteX835" fmla="*/ 2240910 w 4940931"/>
                <a:gd name="connsiteY835" fmla="*/ 40640 h 138429"/>
                <a:gd name="connsiteX836" fmla="*/ 2247260 w 4940931"/>
                <a:gd name="connsiteY836" fmla="*/ 53340 h 138429"/>
                <a:gd name="connsiteX837" fmla="*/ 2249165 w 4940931"/>
                <a:gd name="connsiteY837" fmla="*/ 68580 h 138429"/>
                <a:gd name="connsiteX838" fmla="*/ 2247895 w 4940931"/>
                <a:gd name="connsiteY838" fmla="*/ 68580 h 138429"/>
                <a:gd name="connsiteX839" fmla="*/ 2247895 w 4940931"/>
                <a:gd name="connsiteY839" fmla="*/ 72390 h 138429"/>
                <a:gd name="connsiteX840" fmla="*/ 2247895 w 4940931"/>
                <a:gd name="connsiteY840" fmla="*/ 75565 h 138429"/>
                <a:gd name="connsiteX841" fmla="*/ 2196460 w 4940931"/>
                <a:gd name="connsiteY841" fmla="*/ 75565 h 138429"/>
                <a:gd name="connsiteX842" fmla="*/ 2199000 w 4940931"/>
                <a:gd name="connsiteY842" fmla="*/ 85090 h 138429"/>
                <a:gd name="connsiteX843" fmla="*/ 2203445 w 4940931"/>
                <a:gd name="connsiteY843" fmla="*/ 91440 h 138429"/>
                <a:gd name="connsiteX844" fmla="*/ 2209160 w 4940931"/>
                <a:gd name="connsiteY844" fmla="*/ 95250 h 138429"/>
                <a:gd name="connsiteX845" fmla="*/ 2216145 w 4940931"/>
                <a:gd name="connsiteY845" fmla="*/ 96520 h 138429"/>
                <a:gd name="connsiteX846" fmla="*/ 2221225 w 4940931"/>
                <a:gd name="connsiteY846" fmla="*/ 96520 h 138429"/>
                <a:gd name="connsiteX847" fmla="*/ 2225670 w 4940931"/>
                <a:gd name="connsiteY847" fmla="*/ 95250 h 138429"/>
                <a:gd name="connsiteX848" fmla="*/ 2229480 w 4940931"/>
                <a:gd name="connsiteY848" fmla="*/ 93345 h 138429"/>
                <a:gd name="connsiteX849" fmla="*/ 2233925 w 4940931"/>
                <a:gd name="connsiteY849" fmla="*/ 90805 h 138429"/>
                <a:gd name="connsiteX850" fmla="*/ 2242815 w 4940931"/>
                <a:gd name="connsiteY850" fmla="*/ 100330 h 138429"/>
                <a:gd name="connsiteX851" fmla="*/ 2237100 w 4940931"/>
                <a:gd name="connsiteY851" fmla="*/ 104775 h 138429"/>
                <a:gd name="connsiteX852" fmla="*/ 2231385 w 4940931"/>
                <a:gd name="connsiteY852" fmla="*/ 107950 h 138429"/>
                <a:gd name="connsiteX853" fmla="*/ 2224400 w 4940931"/>
                <a:gd name="connsiteY853" fmla="*/ 109855 h 138429"/>
                <a:gd name="connsiteX854" fmla="*/ 2215510 w 4940931"/>
                <a:gd name="connsiteY854" fmla="*/ 110490 h 138429"/>
                <a:gd name="connsiteX855" fmla="*/ 2205985 w 4940931"/>
                <a:gd name="connsiteY855" fmla="*/ 109220 h 138429"/>
                <a:gd name="connsiteX856" fmla="*/ 2198365 w 4940931"/>
                <a:gd name="connsiteY856" fmla="*/ 105410 h 138429"/>
                <a:gd name="connsiteX857" fmla="*/ 2192015 w 4940931"/>
                <a:gd name="connsiteY857" fmla="*/ 100330 h 138429"/>
                <a:gd name="connsiteX858" fmla="*/ 2186935 w 4940931"/>
                <a:gd name="connsiteY858" fmla="*/ 92710 h 138429"/>
                <a:gd name="connsiteX859" fmla="*/ 2183125 w 4940931"/>
                <a:gd name="connsiteY859" fmla="*/ 82550 h 138429"/>
                <a:gd name="connsiteX860" fmla="*/ 2181855 w 4940931"/>
                <a:gd name="connsiteY860" fmla="*/ 69850 h 138429"/>
                <a:gd name="connsiteX861" fmla="*/ 2184395 w 4940931"/>
                <a:gd name="connsiteY861" fmla="*/ 52070 h 138429"/>
                <a:gd name="connsiteX862" fmla="*/ 2191380 w 4940931"/>
                <a:gd name="connsiteY862" fmla="*/ 39370 h 138429"/>
                <a:gd name="connsiteX863" fmla="*/ 2202175 w 4940931"/>
                <a:gd name="connsiteY863" fmla="*/ 31750 h 138429"/>
                <a:gd name="connsiteX864" fmla="*/ 2216145 w 4940931"/>
                <a:gd name="connsiteY864" fmla="*/ 29210 h 138429"/>
                <a:gd name="connsiteX865" fmla="*/ 2029456 w 4940931"/>
                <a:gd name="connsiteY865" fmla="*/ 29210 h 138429"/>
                <a:gd name="connsiteX866" fmla="*/ 2044061 w 4940931"/>
                <a:gd name="connsiteY866" fmla="*/ 32385 h 138429"/>
                <a:gd name="connsiteX867" fmla="*/ 2054221 w 4940931"/>
                <a:gd name="connsiteY867" fmla="*/ 40640 h 138429"/>
                <a:gd name="connsiteX868" fmla="*/ 2060571 w 4940931"/>
                <a:gd name="connsiteY868" fmla="*/ 53340 h 138429"/>
                <a:gd name="connsiteX869" fmla="*/ 2062476 w 4940931"/>
                <a:gd name="connsiteY869" fmla="*/ 68580 h 138429"/>
                <a:gd name="connsiteX870" fmla="*/ 2061206 w 4940931"/>
                <a:gd name="connsiteY870" fmla="*/ 68580 h 138429"/>
                <a:gd name="connsiteX871" fmla="*/ 2061206 w 4940931"/>
                <a:gd name="connsiteY871" fmla="*/ 72390 h 138429"/>
                <a:gd name="connsiteX872" fmla="*/ 2061206 w 4940931"/>
                <a:gd name="connsiteY872" fmla="*/ 75565 h 138429"/>
                <a:gd name="connsiteX873" fmla="*/ 2009771 w 4940931"/>
                <a:gd name="connsiteY873" fmla="*/ 75565 h 138429"/>
                <a:gd name="connsiteX874" fmla="*/ 2012311 w 4940931"/>
                <a:gd name="connsiteY874" fmla="*/ 85090 h 138429"/>
                <a:gd name="connsiteX875" fmla="*/ 2016756 w 4940931"/>
                <a:gd name="connsiteY875" fmla="*/ 91440 h 138429"/>
                <a:gd name="connsiteX876" fmla="*/ 2022471 w 4940931"/>
                <a:gd name="connsiteY876" fmla="*/ 95250 h 138429"/>
                <a:gd name="connsiteX877" fmla="*/ 2029456 w 4940931"/>
                <a:gd name="connsiteY877" fmla="*/ 96520 h 138429"/>
                <a:gd name="connsiteX878" fmla="*/ 2034536 w 4940931"/>
                <a:gd name="connsiteY878" fmla="*/ 96520 h 138429"/>
                <a:gd name="connsiteX879" fmla="*/ 2038981 w 4940931"/>
                <a:gd name="connsiteY879" fmla="*/ 95250 h 138429"/>
                <a:gd name="connsiteX880" fmla="*/ 2042791 w 4940931"/>
                <a:gd name="connsiteY880" fmla="*/ 93345 h 138429"/>
                <a:gd name="connsiteX881" fmla="*/ 2047236 w 4940931"/>
                <a:gd name="connsiteY881" fmla="*/ 90805 h 138429"/>
                <a:gd name="connsiteX882" fmla="*/ 2056126 w 4940931"/>
                <a:gd name="connsiteY882" fmla="*/ 100330 h 138429"/>
                <a:gd name="connsiteX883" fmla="*/ 2050411 w 4940931"/>
                <a:gd name="connsiteY883" fmla="*/ 104775 h 138429"/>
                <a:gd name="connsiteX884" fmla="*/ 2044696 w 4940931"/>
                <a:gd name="connsiteY884" fmla="*/ 107950 h 138429"/>
                <a:gd name="connsiteX885" fmla="*/ 2037711 w 4940931"/>
                <a:gd name="connsiteY885" fmla="*/ 109855 h 138429"/>
                <a:gd name="connsiteX886" fmla="*/ 2028821 w 4940931"/>
                <a:gd name="connsiteY886" fmla="*/ 110490 h 138429"/>
                <a:gd name="connsiteX887" fmla="*/ 2019296 w 4940931"/>
                <a:gd name="connsiteY887" fmla="*/ 109220 h 138429"/>
                <a:gd name="connsiteX888" fmla="*/ 2011676 w 4940931"/>
                <a:gd name="connsiteY888" fmla="*/ 105410 h 138429"/>
                <a:gd name="connsiteX889" fmla="*/ 2005326 w 4940931"/>
                <a:gd name="connsiteY889" fmla="*/ 100330 h 138429"/>
                <a:gd name="connsiteX890" fmla="*/ 2000246 w 4940931"/>
                <a:gd name="connsiteY890" fmla="*/ 92710 h 138429"/>
                <a:gd name="connsiteX891" fmla="*/ 1996436 w 4940931"/>
                <a:gd name="connsiteY891" fmla="*/ 82550 h 138429"/>
                <a:gd name="connsiteX892" fmla="*/ 1995166 w 4940931"/>
                <a:gd name="connsiteY892" fmla="*/ 69850 h 138429"/>
                <a:gd name="connsiteX893" fmla="*/ 1997706 w 4940931"/>
                <a:gd name="connsiteY893" fmla="*/ 52070 h 138429"/>
                <a:gd name="connsiteX894" fmla="*/ 2004691 w 4940931"/>
                <a:gd name="connsiteY894" fmla="*/ 39370 h 138429"/>
                <a:gd name="connsiteX895" fmla="*/ 2015486 w 4940931"/>
                <a:gd name="connsiteY895" fmla="*/ 31750 h 138429"/>
                <a:gd name="connsiteX896" fmla="*/ 2029456 w 4940931"/>
                <a:gd name="connsiteY896" fmla="*/ 29210 h 138429"/>
                <a:gd name="connsiteX897" fmla="*/ 1831336 w 4940931"/>
                <a:gd name="connsiteY897" fmla="*/ 29210 h 138429"/>
                <a:gd name="connsiteX898" fmla="*/ 1845941 w 4940931"/>
                <a:gd name="connsiteY898" fmla="*/ 32385 h 138429"/>
                <a:gd name="connsiteX899" fmla="*/ 1856101 w 4940931"/>
                <a:gd name="connsiteY899" fmla="*/ 40640 h 138429"/>
                <a:gd name="connsiteX900" fmla="*/ 1862451 w 4940931"/>
                <a:gd name="connsiteY900" fmla="*/ 53340 h 138429"/>
                <a:gd name="connsiteX901" fmla="*/ 1864356 w 4940931"/>
                <a:gd name="connsiteY901" fmla="*/ 68580 h 138429"/>
                <a:gd name="connsiteX902" fmla="*/ 1863086 w 4940931"/>
                <a:gd name="connsiteY902" fmla="*/ 68580 h 138429"/>
                <a:gd name="connsiteX903" fmla="*/ 1863086 w 4940931"/>
                <a:gd name="connsiteY903" fmla="*/ 72390 h 138429"/>
                <a:gd name="connsiteX904" fmla="*/ 1863086 w 4940931"/>
                <a:gd name="connsiteY904" fmla="*/ 75565 h 138429"/>
                <a:gd name="connsiteX905" fmla="*/ 1811651 w 4940931"/>
                <a:gd name="connsiteY905" fmla="*/ 75565 h 138429"/>
                <a:gd name="connsiteX906" fmla="*/ 1814191 w 4940931"/>
                <a:gd name="connsiteY906" fmla="*/ 85090 h 138429"/>
                <a:gd name="connsiteX907" fmla="*/ 1818636 w 4940931"/>
                <a:gd name="connsiteY907" fmla="*/ 91440 h 138429"/>
                <a:gd name="connsiteX908" fmla="*/ 1824351 w 4940931"/>
                <a:gd name="connsiteY908" fmla="*/ 95250 h 138429"/>
                <a:gd name="connsiteX909" fmla="*/ 1831336 w 4940931"/>
                <a:gd name="connsiteY909" fmla="*/ 96520 h 138429"/>
                <a:gd name="connsiteX910" fmla="*/ 1836416 w 4940931"/>
                <a:gd name="connsiteY910" fmla="*/ 96520 h 138429"/>
                <a:gd name="connsiteX911" fmla="*/ 1840861 w 4940931"/>
                <a:gd name="connsiteY911" fmla="*/ 95250 h 138429"/>
                <a:gd name="connsiteX912" fmla="*/ 1844671 w 4940931"/>
                <a:gd name="connsiteY912" fmla="*/ 93345 h 138429"/>
                <a:gd name="connsiteX913" fmla="*/ 1849116 w 4940931"/>
                <a:gd name="connsiteY913" fmla="*/ 90805 h 138429"/>
                <a:gd name="connsiteX914" fmla="*/ 1858006 w 4940931"/>
                <a:gd name="connsiteY914" fmla="*/ 100330 h 138429"/>
                <a:gd name="connsiteX915" fmla="*/ 1852291 w 4940931"/>
                <a:gd name="connsiteY915" fmla="*/ 104775 h 138429"/>
                <a:gd name="connsiteX916" fmla="*/ 1846576 w 4940931"/>
                <a:gd name="connsiteY916" fmla="*/ 107950 h 138429"/>
                <a:gd name="connsiteX917" fmla="*/ 1839591 w 4940931"/>
                <a:gd name="connsiteY917" fmla="*/ 109855 h 138429"/>
                <a:gd name="connsiteX918" fmla="*/ 1830701 w 4940931"/>
                <a:gd name="connsiteY918" fmla="*/ 110490 h 138429"/>
                <a:gd name="connsiteX919" fmla="*/ 1821176 w 4940931"/>
                <a:gd name="connsiteY919" fmla="*/ 109220 h 138429"/>
                <a:gd name="connsiteX920" fmla="*/ 1813556 w 4940931"/>
                <a:gd name="connsiteY920" fmla="*/ 105410 h 138429"/>
                <a:gd name="connsiteX921" fmla="*/ 1807206 w 4940931"/>
                <a:gd name="connsiteY921" fmla="*/ 100330 h 138429"/>
                <a:gd name="connsiteX922" fmla="*/ 1802126 w 4940931"/>
                <a:gd name="connsiteY922" fmla="*/ 92710 h 138429"/>
                <a:gd name="connsiteX923" fmla="*/ 1798316 w 4940931"/>
                <a:gd name="connsiteY923" fmla="*/ 82550 h 138429"/>
                <a:gd name="connsiteX924" fmla="*/ 1797046 w 4940931"/>
                <a:gd name="connsiteY924" fmla="*/ 69850 h 138429"/>
                <a:gd name="connsiteX925" fmla="*/ 1799586 w 4940931"/>
                <a:gd name="connsiteY925" fmla="*/ 52070 h 138429"/>
                <a:gd name="connsiteX926" fmla="*/ 1806571 w 4940931"/>
                <a:gd name="connsiteY926" fmla="*/ 39370 h 138429"/>
                <a:gd name="connsiteX927" fmla="*/ 1817366 w 4940931"/>
                <a:gd name="connsiteY927" fmla="*/ 31750 h 138429"/>
                <a:gd name="connsiteX928" fmla="*/ 1831336 w 4940931"/>
                <a:gd name="connsiteY928" fmla="*/ 29210 h 138429"/>
                <a:gd name="connsiteX929" fmla="*/ 1501140 w 4940931"/>
                <a:gd name="connsiteY929" fmla="*/ 29210 h 138429"/>
                <a:gd name="connsiteX930" fmla="*/ 1506856 w 4940931"/>
                <a:gd name="connsiteY930" fmla="*/ 29210 h 138429"/>
                <a:gd name="connsiteX931" fmla="*/ 1518920 w 4940931"/>
                <a:gd name="connsiteY931" fmla="*/ 31750 h 138429"/>
                <a:gd name="connsiteX932" fmla="*/ 1527811 w 4940931"/>
                <a:gd name="connsiteY932" fmla="*/ 38100 h 138429"/>
                <a:gd name="connsiteX933" fmla="*/ 1532891 w 4940931"/>
                <a:gd name="connsiteY933" fmla="*/ 48895 h 138429"/>
                <a:gd name="connsiteX934" fmla="*/ 1534796 w 4940931"/>
                <a:gd name="connsiteY934" fmla="*/ 64135 h 138429"/>
                <a:gd name="connsiteX935" fmla="*/ 1534796 w 4940931"/>
                <a:gd name="connsiteY935" fmla="*/ 108585 h 138429"/>
                <a:gd name="connsiteX936" fmla="*/ 1519556 w 4940931"/>
                <a:gd name="connsiteY936" fmla="*/ 108585 h 138429"/>
                <a:gd name="connsiteX937" fmla="*/ 1518920 w 4940931"/>
                <a:gd name="connsiteY937" fmla="*/ 108585 h 138429"/>
                <a:gd name="connsiteX938" fmla="*/ 1518920 w 4940931"/>
                <a:gd name="connsiteY938" fmla="*/ 64770 h 138429"/>
                <a:gd name="connsiteX939" fmla="*/ 1515111 w 4940931"/>
                <a:gd name="connsiteY939" fmla="*/ 48895 h 138429"/>
                <a:gd name="connsiteX940" fmla="*/ 1503046 w 4940931"/>
                <a:gd name="connsiteY940" fmla="*/ 43180 h 138429"/>
                <a:gd name="connsiteX941" fmla="*/ 1496061 w 4940931"/>
                <a:gd name="connsiteY941" fmla="*/ 44450 h 138429"/>
                <a:gd name="connsiteX942" fmla="*/ 1490981 w 4940931"/>
                <a:gd name="connsiteY942" fmla="*/ 48260 h 138429"/>
                <a:gd name="connsiteX943" fmla="*/ 1487806 w 4940931"/>
                <a:gd name="connsiteY943" fmla="*/ 54610 h 138429"/>
                <a:gd name="connsiteX944" fmla="*/ 1487170 w 4940931"/>
                <a:gd name="connsiteY944" fmla="*/ 62865 h 138429"/>
                <a:gd name="connsiteX945" fmla="*/ 1487170 w 4940931"/>
                <a:gd name="connsiteY945" fmla="*/ 108585 h 138429"/>
                <a:gd name="connsiteX946" fmla="*/ 1471931 w 4940931"/>
                <a:gd name="connsiteY946" fmla="*/ 108585 h 138429"/>
                <a:gd name="connsiteX947" fmla="*/ 1471931 w 4940931"/>
                <a:gd name="connsiteY947" fmla="*/ 30480 h 138429"/>
                <a:gd name="connsiteX948" fmla="*/ 1487170 w 4940931"/>
                <a:gd name="connsiteY948" fmla="*/ 30480 h 138429"/>
                <a:gd name="connsiteX949" fmla="*/ 1487170 w 4940931"/>
                <a:gd name="connsiteY949" fmla="*/ 38100 h 138429"/>
                <a:gd name="connsiteX950" fmla="*/ 1490981 w 4940931"/>
                <a:gd name="connsiteY950" fmla="*/ 34290 h 138429"/>
                <a:gd name="connsiteX951" fmla="*/ 1495426 w 4940931"/>
                <a:gd name="connsiteY951" fmla="*/ 31115 h 138429"/>
                <a:gd name="connsiteX952" fmla="*/ 1501140 w 4940931"/>
                <a:gd name="connsiteY952" fmla="*/ 29210 h 138429"/>
                <a:gd name="connsiteX953" fmla="*/ 1250316 w 4940931"/>
                <a:gd name="connsiteY953" fmla="*/ 29210 h 138429"/>
                <a:gd name="connsiteX954" fmla="*/ 1264286 w 4940931"/>
                <a:gd name="connsiteY954" fmla="*/ 31750 h 138429"/>
                <a:gd name="connsiteX955" fmla="*/ 1276350 w 4940931"/>
                <a:gd name="connsiteY955" fmla="*/ 38100 h 138429"/>
                <a:gd name="connsiteX956" fmla="*/ 1278256 w 4940931"/>
                <a:gd name="connsiteY956" fmla="*/ 38100 h 138429"/>
                <a:gd name="connsiteX957" fmla="*/ 1271271 w 4940931"/>
                <a:gd name="connsiteY957" fmla="*/ 50165 h 138429"/>
                <a:gd name="connsiteX958" fmla="*/ 1261746 w 4940931"/>
                <a:gd name="connsiteY958" fmla="*/ 45085 h 138429"/>
                <a:gd name="connsiteX959" fmla="*/ 1250951 w 4940931"/>
                <a:gd name="connsiteY959" fmla="*/ 43180 h 138429"/>
                <a:gd name="connsiteX960" fmla="*/ 1242696 w 4940931"/>
                <a:gd name="connsiteY960" fmla="*/ 45085 h 138429"/>
                <a:gd name="connsiteX961" fmla="*/ 1240156 w 4940931"/>
                <a:gd name="connsiteY961" fmla="*/ 50165 h 138429"/>
                <a:gd name="connsiteX962" fmla="*/ 1240156 w 4940931"/>
                <a:gd name="connsiteY962" fmla="*/ 52705 h 138429"/>
                <a:gd name="connsiteX963" fmla="*/ 1242061 w 4940931"/>
                <a:gd name="connsiteY963" fmla="*/ 55245 h 138429"/>
                <a:gd name="connsiteX964" fmla="*/ 1246506 w 4940931"/>
                <a:gd name="connsiteY964" fmla="*/ 57785 h 138429"/>
                <a:gd name="connsiteX965" fmla="*/ 1253491 w 4940931"/>
                <a:gd name="connsiteY965" fmla="*/ 60960 h 138429"/>
                <a:gd name="connsiteX966" fmla="*/ 1264921 w 4940931"/>
                <a:gd name="connsiteY966" fmla="*/ 66040 h 138429"/>
                <a:gd name="connsiteX967" fmla="*/ 1273176 w 4940931"/>
                <a:gd name="connsiteY967" fmla="*/ 71120 h 138429"/>
                <a:gd name="connsiteX968" fmla="*/ 1278256 w 4940931"/>
                <a:gd name="connsiteY968" fmla="*/ 78105 h 138429"/>
                <a:gd name="connsiteX969" fmla="*/ 1280161 w 4940931"/>
                <a:gd name="connsiteY969" fmla="*/ 87630 h 138429"/>
                <a:gd name="connsiteX970" fmla="*/ 1277621 w 4940931"/>
                <a:gd name="connsiteY970" fmla="*/ 98425 h 138429"/>
                <a:gd name="connsiteX971" fmla="*/ 1271271 w 4940931"/>
                <a:gd name="connsiteY971" fmla="*/ 105410 h 138429"/>
                <a:gd name="connsiteX972" fmla="*/ 1261746 w 4940931"/>
                <a:gd name="connsiteY972" fmla="*/ 109220 h 138429"/>
                <a:gd name="connsiteX973" fmla="*/ 1250951 w 4940931"/>
                <a:gd name="connsiteY973" fmla="*/ 110490 h 138429"/>
                <a:gd name="connsiteX974" fmla="*/ 1235711 w 4940931"/>
                <a:gd name="connsiteY974" fmla="*/ 107950 h 138429"/>
                <a:gd name="connsiteX975" fmla="*/ 1221106 w 4940931"/>
                <a:gd name="connsiteY975" fmla="*/ 100965 h 138429"/>
                <a:gd name="connsiteX976" fmla="*/ 1228091 w 4940931"/>
                <a:gd name="connsiteY976" fmla="*/ 89535 h 138429"/>
                <a:gd name="connsiteX977" fmla="*/ 1239521 w 4940931"/>
                <a:gd name="connsiteY977" fmla="*/ 95250 h 138429"/>
                <a:gd name="connsiteX978" fmla="*/ 1250951 w 4940931"/>
                <a:gd name="connsiteY978" fmla="*/ 97155 h 138429"/>
                <a:gd name="connsiteX979" fmla="*/ 1261746 w 4940931"/>
                <a:gd name="connsiteY979" fmla="*/ 94615 h 138429"/>
                <a:gd name="connsiteX980" fmla="*/ 1264921 w 4940931"/>
                <a:gd name="connsiteY980" fmla="*/ 88265 h 138429"/>
                <a:gd name="connsiteX981" fmla="*/ 1263650 w 4940931"/>
                <a:gd name="connsiteY981" fmla="*/ 84455 h 138429"/>
                <a:gd name="connsiteX982" fmla="*/ 1259841 w 4940931"/>
                <a:gd name="connsiteY982" fmla="*/ 81280 h 138429"/>
                <a:gd name="connsiteX983" fmla="*/ 1254125 w 4940931"/>
                <a:gd name="connsiteY983" fmla="*/ 78105 h 138429"/>
                <a:gd name="connsiteX984" fmla="*/ 1246506 w 4940931"/>
                <a:gd name="connsiteY984" fmla="*/ 74930 h 138429"/>
                <a:gd name="connsiteX985" fmla="*/ 1235711 w 4940931"/>
                <a:gd name="connsiteY985" fmla="*/ 69850 h 138429"/>
                <a:gd name="connsiteX986" fmla="*/ 1228726 w 4940931"/>
                <a:gd name="connsiteY986" fmla="*/ 64770 h 138429"/>
                <a:gd name="connsiteX987" fmla="*/ 1224916 w 4940931"/>
                <a:gd name="connsiteY987" fmla="*/ 58420 h 138429"/>
                <a:gd name="connsiteX988" fmla="*/ 1223646 w 4940931"/>
                <a:gd name="connsiteY988" fmla="*/ 50165 h 138429"/>
                <a:gd name="connsiteX989" fmla="*/ 1225551 w 4940931"/>
                <a:gd name="connsiteY989" fmla="*/ 40640 h 138429"/>
                <a:gd name="connsiteX990" fmla="*/ 1231266 w 4940931"/>
                <a:gd name="connsiteY990" fmla="*/ 34290 h 138429"/>
                <a:gd name="connsiteX991" fmla="*/ 1239521 w 4940931"/>
                <a:gd name="connsiteY991" fmla="*/ 30480 h 138429"/>
                <a:gd name="connsiteX992" fmla="*/ 1250316 w 4940931"/>
                <a:gd name="connsiteY992" fmla="*/ 29210 h 138429"/>
                <a:gd name="connsiteX993" fmla="*/ 1180466 w 4940931"/>
                <a:gd name="connsiteY993" fmla="*/ 29210 h 138429"/>
                <a:gd name="connsiteX994" fmla="*/ 1195071 w 4940931"/>
                <a:gd name="connsiteY994" fmla="*/ 32385 h 138429"/>
                <a:gd name="connsiteX995" fmla="*/ 1205231 w 4940931"/>
                <a:gd name="connsiteY995" fmla="*/ 40640 h 138429"/>
                <a:gd name="connsiteX996" fmla="*/ 1211581 w 4940931"/>
                <a:gd name="connsiteY996" fmla="*/ 53340 h 138429"/>
                <a:gd name="connsiteX997" fmla="*/ 1213486 w 4940931"/>
                <a:gd name="connsiteY997" fmla="*/ 68580 h 138429"/>
                <a:gd name="connsiteX998" fmla="*/ 1212216 w 4940931"/>
                <a:gd name="connsiteY998" fmla="*/ 68580 h 138429"/>
                <a:gd name="connsiteX999" fmla="*/ 1212216 w 4940931"/>
                <a:gd name="connsiteY999" fmla="*/ 72390 h 138429"/>
                <a:gd name="connsiteX1000" fmla="*/ 1212216 w 4940931"/>
                <a:gd name="connsiteY1000" fmla="*/ 75565 h 138429"/>
                <a:gd name="connsiteX1001" fmla="*/ 1160781 w 4940931"/>
                <a:gd name="connsiteY1001" fmla="*/ 75565 h 138429"/>
                <a:gd name="connsiteX1002" fmla="*/ 1163321 w 4940931"/>
                <a:gd name="connsiteY1002" fmla="*/ 85090 h 138429"/>
                <a:gd name="connsiteX1003" fmla="*/ 1167766 w 4940931"/>
                <a:gd name="connsiteY1003" fmla="*/ 91440 h 138429"/>
                <a:gd name="connsiteX1004" fmla="*/ 1173481 w 4940931"/>
                <a:gd name="connsiteY1004" fmla="*/ 95250 h 138429"/>
                <a:gd name="connsiteX1005" fmla="*/ 1180466 w 4940931"/>
                <a:gd name="connsiteY1005" fmla="*/ 96520 h 138429"/>
                <a:gd name="connsiteX1006" fmla="*/ 1185546 w 4940931"/>
                <a:gd name="connsiteY1006" fmla="*/ 96520 h 138429"/>
                <a:gd name="connsiteX1007" fmla="*/ 1189991 w 4940931"/>
                <a:gd name="connsiteY1007" fmla="*/ 95250 h 138429"/>
                <a:gd name="connsiteX1008" fmla="*/ 1193801 w 4940931"/>
                <a:gd name="connsiteY1008" fmla="*/ 93345 h 138429"/>
                <a:gd name="connsiteX1009" fmla="*/ 1198246 w 4940931"/>
                <a:gd name="connsiteY1009" fmla="*/ 90805 h 138429"/>
                <a:gd name="connsiteX1010" fmla="*/ 1207136 w 4940931"/>
                <a:gd name="connsiteY1010" fmla="*/ 100330 h 138429"/>
                <a:gd name="connsiteX1011" fmla="*/ 1201421 w 4940931"/>
                <a:gd name="connsiteY1011" fmla="*/ 104775 h 138429"/>
                <a:gd name="connsiteX1012" fmla="*/ 1195706 w 4940931"/>
                <a:gd name="connsiteY1012" fmla="*/ 107950 h 138429"/>
                <a:gd name="connsiteX1013" fmla="*/ 1188721 w 4940931"/>
                <a:gd name="connsiteY1013" fmla="*/ 109855 h 138429"/>
                <a:gd name="connsiteX1014" fmla="*/ 1179831 w 4940931"/>
                <a:gd name="connsiteY1014" fmla="*/ 110490 h 138429"/>
                <a:gd name="connsiteX1015" fmla="*/ 1170306 w 4940931"/>
                <a:gd name="connsiteY1015" fmla="*/ 109220 h 138429"/>
                <a:gd name="connsiteX1016" fmla="*/ 1162686 w 4940931"/>
                <a:gd name="connsiteY1016" fmla="*/ 105410 h 138429"/>
                <a:gd name="connsiteX1017" fmla="*/ 1156336 w 4940931"/>
                <a:gd name="connsiteY1017" fmla="*/ 100330 h 138429"/>
                <a:gd name="connsiteX1018" fmla="*/ 1151256 w 4940931"/>
                <a:gd name="connsiteY1018" fmla="*/ 92710 h 138429"/>
                <a:gd name="connsiteX1019" fmla="*/ 1147446 w 4940931"/>
                <a:gd name="connsiteY1019" fmla="*/ 82550 h 138429"/>
                <a:gd name="connsiteX1020" fmla="*/ 1146176 w 4940931"/>
                <a:gd name="connsiteY1020" fmla="*/ 69850 h 138429"/>
                <a:gd name="connsiteX1021" fmla="*/ 1148716 w 4940931"/>
                <a:gd name="connsiteY1021" fmla="*/ 52070 h 138429"/>
                <a:gd name="connsiteX1022" fmla="*/ 1155701 w 4940931"/>
                <a:gd name="connsiteY1022" fmla="*/ 39370 h 138429"/>
                <a:gd name="connsiteX1023" fmla="*/ 1166496 w 4940931"/>
                <a:gd name="connsiteY1023" fmla="*/ 31750 h 138429"/>
                <a:gd name="connsiteX1024" fmla="*/ 1180466 w 4940931"/>
                <a:gd name="connsiteY1024" fmla="*/ 29210 h 138429"/>
                <a:gd name="connsiteX1025" fmla="*/ 901065 w 4940931"/>
                <a:gd name="connsiteY1025" fmla="*/ 29210 h 138429"/>
                <a:gd name="connsiteX1026" fmla="*/ 915670 w 4940931"/>
                <a:gd name="connsiteY1026" fmla="*/ 32385 h 138429"/>
                <a:gd name="connsiteX1027" fmla="*/ 925830 w 4940931"/>
                <a:gd name="connsiteY1027" fmla="*/ 40640 h 138429"/>
                <a:gd name="connsiteX1028" fmla="*/ 932180 w 4940931"/>
                <a:gd name="connsiteY1028" fmla="*/ 53340 h 138429"/>
                <a:gd name="connsiteX1029" fmla="*/ 934085 w 4940931"/>
                <a:gd name="connsiteY1029" fmla="*/ 68580 h 138429"/>
                <a:gd name="connsiteX1030" fmla="*/ 932815 w 4940931"/>
                <a:gd name="connsiteY1030" fmla="*/ 68580 h 138429"/>
                <a:gd name="connsiteX1031" fmla="*/ 932815 w 4940931"/>
                <a:gd name="connsiteY1031" fmla="*/ 72390 h 138429"/>
                <a:gd name="connsiteX1032" fmla="*/ 932815 w 4940931"/>
                <a:gd name="connsiteY1032" fmla="*/ 75565 h 138429"/>
                <a:gd name="connsiteX1033" fmla="*/ 881380 w 4940931"/>
                <a:gd name="connsiteY1033" fmla="*/ 75565 h 138429"/>
                <a:gd name="connsiteX1034" fmla="*/ 883920 w 4940931"/>
                <a:gd name="connsiteY1034" fmla="*/ 85090 h 138429"/>
                <a:gd name="connsiteX1035" fmla="*/ 888365 w 4940931"/>
                <a:gd name="connsiteY1035" fmla="*/ 91440 h 138429"/>
                <a:gd name="connsiteX1036" fmla="*/ 894080 w 4940931"/>
                <a:gd name="connsiteY1036" fmla="*/ 95250 h 138429"/>
                <a:gd name="connsiteX1037" fmla="*/ 901065 w 4940931"/>
                <a:gd name="connsiteY1037" fmla="*/ 96520 h 138429"/>
                <a:gd name="connsiteX1038" fmla="*/ 906145 w 4940931"/>
                <a:gd name="connsiteY1038" fmla="*/ 96520 h 138429"/>
                <a:gd name="connsiteX1039" fmla="*/ 910590 w 4940931"/>
                <a:gd name="connsiteY1039" fmla="*/ 95250 h 138429"/>
                <a:gd name="connsiteX1040" fmla="*/ 914400 w 4940931"/>
                <a:gd name="connsiteY1040" fmla="*/ 93345 h 138429"/>
                <a:gd name="connsiteX1041" fmla="*/ 918845 w 4940931"/>
                <a:gd name="connsiteY1041" fmla="*/ 90805 h 138429"/>
                <a:gd name="connsiteX1042" fmla="*/ 927735 w 4940931"/>
                <a:gd name="connsiteY1042" fmla="*/ 100330 h 138429"/>
                <a:gd name="connsiteX1043" fmla="*/ 922020 w 4940931"/>
                <a:gd name="connsiteY1043" fmla="*/ 104775 h 138429"/>
                <a:gd name="connsiteX1044" fmla="*/ 916305 w 4940931"/>
                <a:gd name="connsiteY1044" fmla="*/ 107950 h 138429"/>
                <a:gd name="connsiteX1045" fmla="*/ 909320 w 4940931"/>
                <a:gd name="connsiteY1045" fmla="*/ 109855 h 138429"/>
                <a:gd name="connsiteX1046" fmla="*/ 900430 w 4940931"/>
                <a:gd name="connsiteY1046" fmla="*/ 110490 h 138429"/>
                <a:gd name="connsiteX1047" fmla="*/ 890905 w 4940931"/>
                <a:gd name="connsiteY1047" fmla="*/ 109220 h 138429"/>
                <a:gd name="connsiteX1048" fmla="*/ 883285 w 4940931"/>
                <a:gd name="connsiteY1048" fmla="*/ 105410 h 138429"/>
                <a:gd name="connsiteX1049" fmla="*/ 876935 w 4940931"/>
                <a:gd name="connsiteY1049" fmla="*/ 100330 h 138429"/>
                <a:gd name="connsiteX1050" fmla="*/ 871855 w 4940931"/>
                <a:gd name="connsiteY1050" fmla="*/ 92710 h 138429"/>
                <a:gd name="connsiteX1051" fmla="*/ 868045 w 4940931"/>
                <a:gd name="connsiteY1051" fmla="*/ 82550 h 138429"/>
                <a:gd name="connsiteX1052" fmla="*/ 866775 w 4940931"/>
                <a:gd name="connsiteY1052" fmla="*/ 69850 h 138429"/>
                <a:gd name="connsiteX1053" fmla="*/ 869315 w 4940931"/>
                <a:gd name="connsiteY1053" fmla="*/ 52070 h 138429"/>
                <a:gd name="connsiteX1054" fmla="*/ 876300 w 4940931"/>
                <a:gd name="connsiteY1054" fmla="*/ 39370 h 138429"/>
                <a:gd name="connsiteX1055" fmla="*/ 887095 w 4940931"/>
                <a:gd name="connsiteY1055" fmla="*/ 31750 h 138429"/>
                <a:gd name="connsiteX1056" fmla="*/ 901065 w 4940931"/>
                <a:gd name="connsiteY1056" fmla="*/ 29210 h 138429"/>
                <a:gd name="connsiteX1057" fmla="*/ 668656 w 4940931"/>
                <a:gd name="connsiteY1057" fmla="*/ 29210 h 138429"/>
                <a:gd name="connsiteX1058" fmla="*/ 676275 w 4940931"/>
                <a:gd name="connsiteY1058" fmla="*/ 29845 h 138429"/>
                <a:gd name="connsiteX1059" fmla="*/ 681991 w 4940931"/>
                <a:gd name="connsiteY1059" fmla="*/ 32385 h 138429"/>
                <a:gd name="connsiteX1060" fmla="*/ 678181 w 4940931"/>
                <a:gd name="connsiteY1060" fmla="*/ 46990 h 138429"/>
                <a:gd name="connsiteX1061" fmla="*/ 676910 w 4940931"/>
                <a:gd name="connsiteY1061" fmla="*/ 46990 h 138429"/>
                <a:gd name="connsiteX1062" fmla="*/ 671830 w 4940931"/>
                <a:gd name="connsiteY1062" fmla="*/ 45085 h 138429"/>
                <a:gd name="connsiteX1063" fmla="*/ 665480 w 4940931"/>
                <a:gd name="connsiteY1063" fmla="*/ 44450 h 138429"/>
                <a:gd name="connsiteX1064" fmla="*/ 654050 w 4940931"/>
                <a:gd name="connsiteY1064" fmla="*/ 49530 h 138429"/>
                <a:gd name="connsiteX1065" fmla="*/ 650240 w 4940931"/>
                <a:gd name="connsiteY1065" fmla="*/ 64770 h 138429"/>
                <a:gd name="connsiteX1066" fmla="*/ 650240 w 4940931"/>
                <a:gd name="connsiteY1066" fmla="*/ 109220 h 138429"/>
                <a:gd name="connsiteX1067" fmla="*/ 635000 w 4940931"/>
                <a:gd name="connsiteY1067" fmla="*/ 109220 h 138429"/>
                <a:gd name="connsiteX1068" fmla="*/ 635000 w 4940931"/>
                <a:gd name="connsiteY1068" fmla="*/ 31115 h 138429"/>
                <a:gd name="connsiteX1069" fmla="*/ 650240 w 4940931"/>
                <a:gd name="connsiteY1069" fmla="*/ 31115 h 138429"/>
                <a:gd name="connsiteX1070" fmla="*/ 650240 w 4940931"/>
                <a:gd name="connsiteY1070" fmla="*/ 38735 h 138429"/>
                <a:gd name="connsiteX1071" fmla="*/ 653416 w 4940931"/>
                <a:gd name="connsiteY1071" fmla="*/ 34925 h 138429"/>
                <a:gd name="connsiteX1072" fmla="*/ 657861 w 4940931"/>
                <a:gd name="connsiteY1072" fmla="*/ 31750 h 138429"/>
                <a:gd name="connsiteX1073" fmla="*/ 662940 w 4940931"/>
                <a:gd name="connsiteY1073" fmla="*/ 29845 h 138429"/>
                <a:gd name="connsiteX1074" fmla="*/ 668656 w 4940931"/>
                <a:gd name="connsiteY1074" fmla="*/ 29210 h 138429"/>
                <a:gd name="connsiteX1075" fmla="*/ 586739 w 4940931"/>
                <a:gd name="connsiteY1075" fmla="*/ 29210 h 138429"/>
                <a:gd name="connsiteX1076" fmla="*/ 601344 w 4940931"/>
                <a:gd name="connsiteY1076" fmla="*/ 32385 h 138429"/>
                <a:gd name="connsiteX1077" fmla="*/ 611504 w 4940931"/>
                <a:gd name="connsiteY1077" fmla="*/ 40640 h 138429"/>
                <a:gd name="connsiteX1078" fmla="*/ 617854 w 4940931"/>
                <a:gd name="connsiteY1078" fmla="*/ 53340 h 138429"/>
                <a:gd name="connsiteX1079" fmla="*/ 619759 w 4940931"/>
                <a:gd name="connsiteY1079" fmla="*/ 68580 h 138429"/>
                <a:gd name="connsiteX1080" fmla="*/ 618489 w 4940931"/>
                <a:gd name="connsiteY1080" fmla="*/ 68580 h 138429"/>
                <a:gd name="connsiteX1081" fmla="*/ 618489 w 4940931"/>
                <a:gd name="connsiteY1081" fmla="*/ 72390 h 138429"/>
                <a:gd name="connsiteX1082" fmla="*/ 618489 w 4940931"/>
                <a:gd name="connsiteY1082" fmla="*/ 75565 h 138429"/>
                <a:gd name="connsiteX1083" fmla="*/ 567054 w 4940931"/>
                <a:gd name="connsiteY1083" fmla="*/ 75565 h 138429"/>
                <a:gd name="connsiteX1084" fmla="*/ 569594 w 4940931"/>
                <a:gd name="connsiteY1084" fmla="*/ 85090 h 138429"/>
                <a:gd name="connsiteX1085" fmla="*/ 574039 w 4940931"/>
                <a:gd name="connsiteY1085" fmla="*/ 91440 h 138429"/>
                <a:gd name="connsiteX1086" fmla="*/ 579754 w 4940931"/>
                <a:gd name="connsiteY1086" fmla="*/ 95250 h 138429"/>
                <a:gd name="connsiteX1087" fmla="*/ 586739 w 4940931"/>
                <a:gd name="connsiteY1087" fmla="*/ 96520 h 138429"/>
                <a:gd name="connsiteX1088" fmla="*/ 591819 w 4940931"/>
                <a:gd name="connsiteY1088" fmla="*/ 96520 h 138429"/>
                <a:gd name="connsiteX1089" fmla="*/ 596264 w 4940931"/>
                <a:gd name="connsiteY1089" fmla="*/ 95250 h 138429"/>
                <a:gd name="connsiteX1090" fmla="*/ 600074 w 4940931"/>
                <a:gd name="connsiteY1090" fmla="*/ 93345 h 138429"/>
                <a:gd name="connsiteX1091" fmla="*/ 604519 w 4940931"/>
                <a:gd name="connsiteY1091" fmla="*/ 90805 h 138429"/>
                <a:gd name="connsiteX1092" fmla="*/ 613409 w 4940931"/>
                <a:gd name="connsiteY1092" fmla="*/ 100330 h 138429"/>
                <a:gd name="connsiteX1093" fmla="*/ 607694 w 4940931"/>
                <a:gd name="connsiteY1093" fmla="*/ 104775 h 138429"/>
                <a:gd name="connsiteX1094" fmla="*/ 601979 w 4940931"/>
                <a:gd name="connsiteY1094" fmla="*/ 107950 h 138429"/>
                <a:gd name="connsiteX1095" fmla="*/ 594994 w 4940931"/>
                <a:gd name="connsiteY1095" fmla="*/ 109855 h 138429"/>
                <a:gd name="connsiteX1096" fmla="*/ 586104 w 4940931"/>
                <a:gd name="connsiteY1096" fmla="*/ 110490 h 138429"/>
                <a:gd name="connsiteX1097" fmla="*/ 576579 w 4940931"/>
                <a:gd name="connsiteY1097" fmla="*/ 109220 h 138429"/>
                <a:gd name="connsiteX1098" fmla="*/ 568959 w 4940931"/>
                <a:gd name="connsiteY1098" fmla="*/ 105410 h 138429"/>
                <a:gd name="connsiteX1099" fmla="*/ 562609 w 4940931"/>
                <a:gd name="connsiteY1099" fmla="*/ 100330 h 138429"/>
                <a:gd name="connsiteX1100" fmla="*/ 557529 w 4940931"/>
                <a:gd name="connsiteY1100" fmla="*/ 92710 h 138429"/>
                <a:gd name="connsiteX1101" fmla="*/ 553719 w 4940931"/>
                <a:gd name="connsiteY1101" fmla="*/ 82550 h 138429"/>
                <a:gd name="connsiteX1102" fmla="*/ 552449 w 4940931"/>
                <a:gd name="connsiteY1102" fmla="*/ 69850 h 138429"/>
                <a:gd name="connsiteX1103" fmla="*/ 554989 w 4940931"/>
                <a:gd name="connsiteY1103" fmla="*/ 52070 h 138429"/>
                <a:gd name="connsiteX1104" fmla="*/ 561974 w 4940931"/>
                <a:gd name="connsiteY1104" fmla="*/ 39370 h 138429"/>
                <a:gd name="connsiteX1105" fmla="*/ 572769 w 4940931"/>
                <a:gd name="connsiteY1105" fmla="*/ 31750 h 138429"/>
                <a:gd name="connsiteX1106" fmla="*/ 586739 w 4940931"/>
                <a:gd name="connsiteY1106" fmla="*/ 29210 h 138429"/>
                <a:gd name="connsiteX1107" fmla="*/ 400050 w 4940931"/>
                <a:gd name="connsiteY1107" fmla="*/ 29210 h 138429"/>
                <a:gd name="connsiteX1108" fmla="*/ 414655 w 4940931"/>
                <a:gd name="connsiteY1108" fmla="*/ 32385 h 138429"/>
                <a:gd name="connsiteX1109" fmla="*/ 424815 w 4940931"/>
                <a:gd name="connsiteY1109" fmla="*/ 40640 h 138429"/>
                <a:gd name="connsiteX1110" fmla="*/ 431165 w 4940931"/>
                <a:gd name="connsiteY1110" fmla="*/ 53340 h 138429"/>
                <a:gd name="connsiteX1111" fmla="*/ 433070 w 4940931"/>
                <a:gd name="connsiteY1111" fmla="*/ 68580 h 138429"/>
                <a:gd name="connsiteX1112" fmla="*/ 431800 w 4940931"/>
                <a:gd name="connsiteY1112" fmla="*/ 68580 h 138429"/>
                <a:gd name="connsiteX1113" fmla="*/ 431800 w 4940931"/>
                <a:gd name="connsiteY1113" fmla="*/ 72390 h 138429"/>
                <a:gd name="connsiteX1114" fmla="*/ 431800 w 4940931"/>
                <a:gd name="connsiteY1114" fmla="*/ 75565 h 138429"/>
                <a:gd name="connsiteX1115" fmla="*/ 380365 w 4940931"/>
                <a:gd name="connsiteY1115" fmla="*/ 75565 h 138429"/>
                <a:gd name="connsiteX1116" fmla="*/ 382905 w 4940931"/>
                <a:gd name="connsiteY1116" fmla="*/ 85090 h 138429"/>
                <a:gd name="connsiteX1117" fmla="*/ 387350 w 4940931"/>
                <a:gd name="connsiteY1117" fmla="*/ 91440 h 138429"/>
                <a:gd name="connsiteX1118" fmla="*/ 393065 w 4940931"/>
                <a:gd name="connsiteY1118" fmla="*/ 95250 h 138429"/>
                <a:gd name="connsiteX1119" fmla="*/ 400050 w 4940931"/>
                <a:gd name="connsiteY1119" fmla="*/ 96520 h 138429"/>
                <a:gd name="connsiteX1120" fmla="*/ 405130 w 4940931"/>
                <a:gd name="connsiteY1120" fmla="*/ 96520 h 138429"/>
                <a:gd name="connsiteX1121" fmla="*/ 409575 w 4940931"/>
                <a:gd name="connsiteY1121" fmla="*/ 95250 h 138429"/>
                <a:gd name="connsiteX1122" fmla="*/ 413385 w 4940931"/>
                <a:gd name="connsiteY1122" fmla="*/ 93345 h 138429"/>
                <a:gd name="connsiteX1123" fmla="*/ 417830 w 4940931"/>
                <a:gd name="connsiteY1123" fmla="*/ 90805 h 138429"/>
                <a:gd name="connsiteX1124" fmla="*/ 426720 w 4940931"/>
                <a:gd name="connsiteY1124" fmla="*/ 100330 h 138429"/>
                <a:gd name="connsiteX1125" fmla="*/ 421005 w 4940931"/>
                <a:gd name="connsiteY1125" fmla="*/ 104775 h 138429"/>
                <a:gd name="connsiteX1126" fmla="*/ 415290 w 4940931"/>
                <a:gd name="connsiteY1126" fmla="*/ 107950 h 138429"/>
                <a:gd name="connsiteX1127" fmla="*/ 408305 w 4940931"/>
                <a:gd name="connsiteY1127" fmla="*/ 109855 h 138429"/>
                <a:gd name="connsiteX1128" fmla="*/ 399415 w 4940931"/>
                <a:gd name="connsiteY1128" fmla="*/ 110490 h 138429"/>
                <a:gd name="connsiteX1129" fmla="*/ 389890 w 4940931"/>
                <a:gd name="connsiteY1129" fmla="*/ 109220 h 138429"/>
                <a:gd name="connsiteX1130" fmla="*/ 382270 w 4940931"/>
                <a:gd name="connsiteY1130" fmla="*/ 105410 h 138429"/>
                <a:gd name="connsiteX1131" fmla="*/ 375920 w 4940931"/>
                <a:gd name="connsiteY1131" fmla="*/ 100330 h 138429"/>
                <a:gd name="connsiteX1132" fmla="*/ 370840 w 4940931"/>
                <a:gd name="connsiteY1132" fmla="*/ 92710 h 138429"/>
                <a:gd name="connsiteX1133" fmla="*/ 367030 w 4940931"/>
                <a:gd name="connsiteY1133" fmla="*/ 82550 h 138429"/>
                <a:gd name="connsiteX1134" fmla="*/ 365760 w 4940931"/>
                <a:gd name="connsiteY1134" fmla="*/ 69850 h 138429"/>
                <a:gd name="connsiteX1135" fmla="*/ 368300 w 4940931"/>
                <a:gd name="connsiteY1135" fmla="*/ 52070 h 138429"/>
                <a:gd name="connsiteX1136" fmla="*/ 375285 w 4940931"/>
                <a:gd name="connsiteY1136" fmla="*/ 39370 h 138429"/>
                <a:gd name="connsiteX1137" fmla="*/ 386080 w 4940931"/>
                <a:gd name="connsiteY1137" fmla="*/ 31750 h 138429"/>
                <a:gd name="connsiteX1138" fmla="*/ 400050 w 4940931"/>
                <a:gd name="connsiteY1138" fmla="*/ 29210 h 138429"/>
                <a:gd name="connsiteX1139" fmla="*/ 201930 w 4940931"/>
                <a:gd name="connsiteY1139" fmla="*/ 29210 h 138429"/>
                <a:gd name="connsiteX1140" fmla="*/ 216535 w 4940931"/>
                <a:gd name="connsiteY1140" fmla="*/ 32385 h 138429"/>
                <a:gd name="connsiteX1141" fmla="*/ 226695 w 4940931"/>
                <a:gd name="connsiteY1141" fmla="*/ 40640 h 138429"/>
                <a:gd name="connsiteX1142" fmla="*/ 233045 w 4940931"/>
                <a:gd name="connsiteY1142" fmla="*/ 53340 h 138429"/>
                <a:gd name="connsiteX1143" fmla="*/ 234950 w 4940931"/>
                <a:gd name="connsiteY1143" fmla="*/ 68580 h 138429"/>
                <a:gd name="connsiteX1144" fmla="*/ 233680 w 4940931"/>
                <a:gd name="connsiteY1144" fmla="*/ 68580 h 138429"/>
                <a:gd name="connsiteX1145" fmla="*/ 233680 w 4940931"/>
                <a:gd name="connsiteY1145" fmla="*/ 72390 h 138429"/>
                <a:gd name="connsiteX1146" fmla="*/ 233680 w 4940931"/>
                <a:gd name="connsiteY1146" fmla="*/ 75565 h 138429"/>
                <a:gd name="connsiteX1147" fmla="*/ 182245 w 4940931"/>
                <a:gd name="connsiteY1147" fmla="*/ 75565 h 138429"/>
                <a:gd name="connsiteX1148" fmla="*/ 184785 w 4940931"/>
                <a:gd name="connsiteY1148" fmla="*/ 85090 h 138429"/>
                <a:gd name="connsiteX1149" fmla="*/ 189230 w 4940931"/>
                <a:gd name="connsiteY1149" fmla="*/ 91440 h 138429"/>
                <a:gd name="connsiteX1150" fmla="*/ 194945 w 4940931"/>
                <a:gd name="connsiteY1150" fmla="*/ 95250 h 138429"/>
                <a:gd name="connsiteX1151" fmla="*/ 201930 w 4940931"/>
                <a:gd name="connsiteY1151" fmla="*/ 96520 h 138429"/>
                <a:gd name="connsiteX1152" fmla="*/ 207010 w 4940931"/>
                <a:gd name="connsiteY1152" fmla="*/ 96520 h 138429"/>
                <a:gd name="connsiteX1153" fmla="*/ 211455 w 4940931"/>
                <a:gd name="connsiteY1153" fmla="*/ 95250 h 138429"/>
                <a:gd name="connsiteX1154" fmla="*/ 215265 w 4940931"/>
                <a:gd name="connsiteY1154" fmla="*/ 93345 h 138429"/>
                <a:gd name="connsiteX1155" fmla="*/ 219710 w 4940931"/>
                <a:gd name="connsiteY1155" fmla="*/ 90805 h 138429"/>
                <a:gd name="connsiteX1156" fmla="*/ 228600 w 4940931"/>
                <a:gd name="connsiteY1156" fmla="*/ 100330 h 138429"/>
                <a:gd name="connsiteX1157" fmla="*/ 222885 w 4940931"/>
                <a:gd name="connsiteY1157" fmla="*/ 104775 h 138429"/>
                <a:gd name="connsiteX1158" fmla="*/ 217170 w 4940931"/>
                <a:gd name="connsiteY1158" fmla="*/ 107950 h 138429"/>
                <a:gd name="connsiteX1159" fmla="*/ 210185 w 4940931"/>
                <a:gd name="connsiteY1159" fmla="*/ 109855 h 138429"/>
                <a:gd name="connsiteX1160" fmla="*/ 201295 w 4940931"/>
                <a:gd name="connsiteY1160" fmla="*/ 110490 h 138429"/>
                <a:gd name="connsiteX1161" fmla="*/ 191770 w 4940931"/>
                <a:gd name="connsiteY1161" fmla="*/ 109220 h 138429"/>
                <a:gd name="connsiteX1162" fmla="*/ 184150 w 4940931"/>
                <a:gd name="connsiteY1162" fmla="*/ 105410 h 138429"/>
                <a:gd name="connsiteX1163" fmla="*/ 177800 w 4940931"/>
                <a:gd name="connsiteY1163" fmla="*/ 100330 h 138429"/>
                <a:gd name="connsiteX1164" fmla="*/ 172720 w 4940931"/>
                <a:gd name="connsiteY1164" fmla="*/ 92710 h 138429"/>
                <a:gd name="connsiteX1165" fmla="*/ 168910 w 4940931"/>
                <a:gd name="connsiteY1165" fmla="*/ 82550 h 138429"/>
                <a:gd name="connsiteX1166" fmla="*/ 167640 w 4940931"/>
                <a:gd name="connsiteY1166" fmla="*/ 69850 h 138429"/>
                <a:gd name="connsiteX1167" fmla="*/ 170180 w 4940931"/>
                <a:gd name="connsiteY1167" fmla="*/ 52070 h 138429"/>
                <a:gd name="connsiteX1168" fmla="*/ 177165 w 4940931"/>
                <a:gd name="connsiteY1168" fmla="*/ 39370 h 138429"/>
                <a:gd name="connsiteX1169" fmla="*/ 187960 w 4940931"/>
                <a:gd name="connsiteY1169" fmla="*/ 31750 h 138429"/>
                <a:gd name="connsiteX1170" fmla="*/ 201930 w 4940931"/>
                <a:gd name="connsiteY1170" fmla="*/ 29210 h 138429"/>
                <a:gd name="connsiteX1171" fmla="*/ 4664706 w 4940931"/>
                <a:gd name="connsiteY1171" fmla="*/ 28574 h 138429"/>
                <a:gd name="connsiteX1172" fmla="*/ 4678676 w 4940931"/>
                <a:gd name="connsiteY1172" fmla="*/ 31749 h 138429"/>
                <a:gd name="connsiteX1173" fmla="*/ 4689471 w 4940931"/>
                <a:gd name="connsiteY1173" fmla="*/ 40004 h 138429"/>
                <a:gd name="connsiteX1174" fmla="*/ 4696456 w 4940931"/>
                <a:gd name="connsiteY1174" fmla="*/ 52704 h 138429"/>
                <a:gd name="connsiteX1175" fmla="*/ 4698996 w 4940931"/>
                <a:gd name="connsiteY1175" fmla="*/ 69214 h 138429"/>
                <a:gd name="connsiteX1176" fmla="*/ 4699631 w 4940931"/>
                <a:gd name="connsiteY1176" fmla="*/ 69214 h 138429"/>
                <a:gd name="connsiteX1177" fmla="*/ 4697091 w 4940931"/>
                <a:gd name="connsiteY1177" fmla="*/ 86359 h 138429"/>
                <a:gd name="connsiteX1178" fmla="*/ 4689471 w 4940931"/>
                <a:gd name="connsiteY1178" fmla="*/ 99059 h 138429"/>
                <a:gd name="connsiteX1179" fmla="*/ 4678041 w 4940931"/>
                <a:gd name="connsiteY1179" fmla="*/ 107314 h 138429"/>
                <a:gd name="connsiteX1180" fmla="*/ 4664071 w 4940931"/>
                <a:gd name="connsiteY1180" fmla="*/ 109854 h 138429"/>
                <a:gd name="connsiteX1181" fmla="*/ 4650101 w 4940931"/>
                <a:gd name="connsiteY1181" fmla="*/ 106679 h 138429"/>
                <a:gd name="connsiteX1182" fmla="*/ 4639306 w 4940931"/>
                <a:gd name="connsiteY1182" fmla="*/ 98424 h 138429"/>
                <a:gd name="connsiteX1183" fmla="*/ 4632321 w 4940931"/>
                <a:gd name="connsiteY1183" fmla="*/ 85724 h 138429"/>
                <a:gd name="connsiteX1184" fmla="*/ 4629781 w 4940931"/>
                <a:gd name="connsiteY1184" fmla="*/ 69214 h 138429"/>
                <a:gd name="connsiteX1185" fmla="*/ 4632321 w 4940931"/>
                <a:gd name="connsiteY1185" fmla="*/ 52069 h 138429"/>
                <a:gd name="connsiteX1186" fmla="*/ 4639941 w 4940931"/>
                <a:gd name="connsiteY1186" fmla="*/ 39369 h 138429"/>
                <a:gd name="connsiteX1187" fmla="*/ 4650736 w 4940931"/>
                <a:gd name="connsiteY1187" fmla="*/ 31114 h 138429"/>
                <a:gd name="connsiteX1188" fmla="*/ 4664706 w 4940931"/>
                <a:gd name="connsiteY1188" fmla="*/ 28574 h 138429"/>
                <a:gd name="connsiteX1189" fmla="*/ 4264655 w 4940931"/>
                <a:gd name="connsiteY1189" fmla="*/ 28574 h 138429"/>
                <a:gd name="connsiteX1190" fmla="*/ 4278625 w 4940931"/>
                <a:gd name="connsiteY1190" fmla="*/ 31749 h 138429"/>
                <a:gd name="connsiteX1191" fmla="*/ 4289420 w 4940931"/>
                <a:gd name="connsiteY1191" fmla="*/ 40004 h 138429"/>
                <a:gd name="connsiteX1192" fmla="*/ 4296405 w 4940931"/>
                <a:gd name="connsiteY1192" fmla="*/ 52704 h 138429"/>
                <a:gd name="connsiteX1193" fmla="*/ 4298945 w 4940931"/>
                <a:gd name="connsiteY1193" fmla="*/ 69214 h 138429"/>
                <a:gd name="connsiteX1194" fmla="*/ 4299580 w 4940931"/>
                <a:gd name="connsiteY1194" fmla="*/ 69214 h 138429"/>
                <a:gd name="connsiteX1195" fmla="*/ 4297040 w 4940931"/>
                <a:gd name="connsiteY1195" fmla="*/ 86359 h 138429"/>
                <a:gd name="connsiteX1196" fmla="*/ 4289420 w 4940931"/>
                <a:gd name="connsiteY1196" fmla="*/ 99059 h 138429"/>
                <a:gd name="connsiteX1197" fmla="*/ 4277990 w 4940931"/>
                <a:gd name="connsiteY1197" fmla="*/ 107314 h 138429"/>
                <a:gd name="connsiteX1198" fmla="*/ 4264020 w 4940931"/>
                <a:gd name="connsiteY1198" fmla="*/ 109854 h 138429"/>
                <a:gd name="connsiteX1199" fmla="*/ 4250050 w 4940931"/>
                <a:gd name="connsiteY1199" fmla="*/ 106679 h 138429"/>
                <a:gd name="connsiteX1200" fmla="*/ 4239255 w 4940931"/>
                <a:gd name="connsiteY1200" fmla="*/ 98424 h 138429"/>
                <a:gd name="connsiteX1201" fmla="*/ 4232270 w 4940931"/>
                <a:gd name="connsiteY1201" fmla="*/ 85724 h 138429"/>
                <a:gd name="connsiteX1202" fmla="*/ 4229730 w 4940931"/>
                <a:gd name="connsiteY1202" fmla="*/ 69214 h 138429"/>
                <a:gd name="connsiteX1203" fmla="*/ 4232270 w 4940931"/>
                <a:gd name="connsiteY1203" fmla="*/ 52069 h 138429"/>
                <a:gd name="connsiteX1204" fmla="*/ 4239890 w 4940931"/>
                <a:gd name="connsiteY1204" fmla="*/ 39369 h 138429"/>
                <a:gd name="connsiteX1205" fmla="*/ 4250685 w 4940931"/>
                <a:gd name="connsiteY1205" fmla="*/ 31114 h 138429"/>
                <a:gd name="connsiteX1206" fmla="*/ 4264655 w 4940931"/>
                <a:gd name="connsiteY1206" fmla="*/ 28574 h 138429"/>
                <a:gd name="connsiteX1207" fmla="*/ 1420495 w 4940931"/>
                <a:gd name="connsiteY1207" fmla="*/ 28574 h 138429"/>
                <a:gd name="connsiteX1208" fmla="*/ 1434465 w 4940931"/>
                <a:gd name="connsiteY1208" fmla="*/ 31749 h 138429"/>
                <a:gd name="connsiteX1209" fmla="*/ 1445260 w 4940931"/>
                <a:gd name="connsiteY1209" fmla="*/ 40004 h 138429"/>
                <a:gd name="connsiteX1210" fmla="*/ 1452245 w 4940931"/>
                <a:gd name="connsiteY1210" fmla="*/ 52704 h 138429"/>
                <a:gd name="connsiteX1211" fmla="*/ 1454785 w 4940931"/>
                <a:gd name="connsiteY1211" fmla="*/ 69214 h 138429"/>
                <a:gd name="connsiteX1212" fmla="*/ 1455420 w 4940931"/>
                <a:gd name="connsiteY1212" fmla="*/ 69214 h 138429"/>
                <a:gd name="connsiteX1213" fmla="*/ 1452880 w 4940931"/>
                <a:gd name="connsiteY1213" fmla="*/ 86359 h 138429"/>
                <a:gd name="connsiteX1214" fmla="*/ 1445260 w 4940931"/>
                <a:gd name="connsiteY1214" fmla="*/ 99059 h 138429"/>
                <a:gd name="connsiteX1215" fmla="*/ 1433830 w 4940931"/>
                <a:gd name="connsiteY1215" fmla="*/ 107314 h 138429"/>
                <a:gd name="connsiteX1216" fmla="*/ 1419860 w 4940931"/>
                <a:gd name="connsiteY1216" fmla="*/ 109854 h 138429"/>
                <a:gd name="connsiteX1217" fmla="*/ 1405890 w 4940931"/>
                <a:gd name="connsiteY1217" fmla="*/ 106679 h 138429"/>
                <a:gd name="connsiteX1218" fmla="*/ 1395095 w 4940931"/>
                <a:gd name="connsiteY1218" fmla="*/ 98424 h 138429"/>
                <a:gd name="connsiteX1219" fmla="*/ 1388110 w 4940931"/>
                <a:gd name="connsiteY1219" fmla="*/ 85724 h 138429"/>
                <a:gd name="connsiteX1220" fmla="*/ 1385570 w 4940931"/>
                <a:gd name="connsiteY1220" fmla="*/ 69214 h 138429"/>
                <a:gd name="connsiteX1221" fmla="*/ 1388110 w 4940931"/>
                <a:gd name="connsiteY1221" fmla="*/ 52069 h 138429"/>
                <a:gd name="connsiteX1222" fmla="*/ 1395730 w 4940931"/>
                <a:gd name="connsiteY1222" fmla="*/ 39369 h 138429"/>
                <a:gd name="connsiteX1223" fmla="*/ 1406525 w 4940931"/>
                <a:gd name="connsiteY1223" fmla="*/ 31114 h 138429"/>
                <a:gd name="connsiteX1224" fmla="*/ 1420495 w 4940931"/>
                <a:gd name="connsiteY1224" fmla="*/ 28574 h 138429"/>
                <a:gd name="connsiteX1225" fmla="*/ 3143245 w 4940931"/>
                <a:gd name="connsiteY1225" fmla="*/ 5079 h 138429"/>
                <a:gd name="connsiteX1226" fmla="*/ 3219445 w 4940931"/>
                <a:gd name="connsiteY1226" fmla="*/ 5079 h 138429"/>
                <a:gd name="connsiteX1227" fmla="*/ 3219445 w 4940931"/>
                <a:gd name="connsiteY1227" fmla="*/ 20319 h 138429"/>
                <a:gd name="connsiteX1228" fmla="*/ 3188965 w 4940931"/>
                <a:gd name="connsiteY1228" fmla="*/ 20319 h 138429"/>
                <a:gd name="connsiteX1229" fmla="*/ 3188965 w 4940931"/>
                <a:gd name="connsiteY1229" fmla="*/ 108584 h 138429"/>
                <a:gd name="connsiteX1230" fmla="*/ 3173090 w 4940931"/>
                <a:gd name="connsiteY1230" fmla="*/ 108584 h 138429"/>
                <a:gd name="connsiteX1231" fmla="*/ 3173090 w 4940931"/>
                <a:gd name="connsiteY1231" fmla="*/ 20319 h 138429"/>
                <a:gd name="connsiteX1232" fmla="*/ 3143245 w 4940931"/>
                <a:gd name="connsiteY1232" fmla="*/ 20319 h 138429"/>
                <a:gd name="connsiteX1233" fmla="*/ 1628774 w 4940931"/>
                <a:gd name="connsiteY1233" fmla="*/ 5079 h 138429"/>
                <a:gd name="connsiteX1234" fmla="*/ 1704970 w 4940931"/>
                <a:gd name="connsiteY1234" fmla="*/ 5079 h 138429"/>
                <a:gd name="connsiteX1235" fmla="*/ 1704970 w 4940931"/>
                <a:gd name="connsiteY1235" fmla="*/ 20319 h 138429"/>
                <a:gd name="connsiteX1236" fmla="*/ 1675129 w 4940931"/>
                <a:gd name="connsiteY1236" fmla="*/ 20319 h 138429"/>
                <a:gd name="connsiteX1237" fmla="*/ 1675129 w 4940931"/>
                <a:gd name="connsiteY1237" fmla="*/ 108584 h 138429"/>
                <a:gd name="connsiteX1238" fmla="*/ 1659255 w 4940931"/>
                <a:gd name="connsiteY1238" fmla="*/ 108584 h 138429"/>
                <a:gd name="connsiteX1239" fmla="*/ 1659255 w 4940931"/>
                <a:gd name="connsiteY1239" fmla="*/ 20319 h 138429"/>
                <a:gd name="connsiteX1240" fmla="*/ 1628774 w 4940931"/>
                <a:gd name="connsiteY1240" fmla="*/ 20319 h 138429"/>
                <a:gd name="connsiteX1241" fmla="*/ 0 w 4940931"/>
                <a:gd name="connsiteY1241" fmla="*/ 5079 h 138429"/>
                <a:gd name="connsiteX1242" fmla="*/ 76200 w 4940931"/>
                <a:gd name="connsiteY1242" fmla="*/ 5079 h 138429"/>
                <a:gd name="connsiteX1243" fmla="*/ 76200 w 4940931"/>
                <a:gd name="connsiteY1243" fmla="*/ 20319 h 138429"/>
                <a:gd name="connsiteX1244" fmla="*/ 45720 w 4940931"/>
                <a:gd name="connsiteY1244" fmla="*/ 20319 h 138429"/>
                <a:gd name="connsiteX1245" fmla="*/ 45720 w 4940931"/>
                <a:gd name="connsiteY1245" fmla="*/ 108584 h 138429"/>
                <a:gd name="connsiteX1246" fmla="*/ 29845 w 4940931"/>
                <a:gd name="connsiteY1246" fmla="*/ 108584 h 138429"/>
                <a:gd name="connsiteX1247" fmla="*/ 29845 w 4940931"/>
                <a:gd name="connsiteY1247" fmla="*/ 20319 h 138429"/>
                <a:gd name="connsiteX1248" fmla="*/ 0 w 4940931"/>
                <a:gd name="connsiteY1248" fmla="*/ 20319 h 138429"/>
                <a:gd name="connsiteX1249" fmla="*/ 1362075 w 4940931"/>
                <a:gd name="connsiteY1249" fmla="*/ 1269 h 138429"/>
                <a:gd name="connsiteX1250" fmla="*/ 1365885 w 4940931"/>
                <a:gd name="connsiteY1250" fmla="*/ 1904 h 138429"/>
                <a:gd name="connsiteX1251" fmla="*/ 1369060 w 4940931"/>
                <a:gd name="connsiteY1251" fmla="*/ 3809 h 138429"/>
                <a:gd name="connsiteX1252" fmla="*/ 1370965 w 4940931"/>
                <a:gd name="connsiteY1252" fmla="*/ 6984 h 138429"/>
                <a:gd name="connsiteX1253" fmla="*/ 1371600 w 4940931"/>
                <a:gd name="connsiteY1253" fmla="*/ 10794 h 138429"/>
                <a:gd name="connsiteX1254" fmla="*/ 1370965 w 4940931"/>
                <a:gd name="connsiteY1254" fmla="*/ 14604 h 138429"/>
                <a:gd name="connsiteX1255" fmla="*/ 1369060 w 4940931"/>
                <a:gd name="connsiteY1255" fmla="*/ 17779 h 138429"/>
                <a:gd name="connsiteX1256" fmla="*/ 1365885 w 4940931"/>
                <a:gd name="connsiteY1256" fmla="*/ 19684 h 138429"/>
                <a:gd name="connsiteX1257" fmla="*/ 1362075 w 4940931"/>
                <a:gd name="connsiteY1257" fmla="*/ 20319 h 138429"/>
                <a:gd name="connsiteX1258" fmla="*/ 1358265 w 4940931"/>
                <a:gd name="connsiteY1258" fmla="*/ 19684 h 138429"/>
                <a:gd name="connsiteX1259" fmla="*/ 1355090 w 4940931"/>
                <a:gd name="connsiteY1259" fmla="*/ 17779 h 138429"/>
                <a:gd name="connsiteX1260" fmla="*/ 1353185 w 4940931"/>
                <a:gd name="connsiteY1260" fmla="*/ 14604 h 138429"/>
                <a:gd name="connsiteX1261" fmla="*/ 1352550 w 4940931"/>
                <a:gd name="connsiteY1261" fmla="*/ 10794 h 138429"/>
                <a:gd name="connsiteX1262" fmla="*/ 1353185 w 4940931"/>
                <a:gd name="connsiteY1262" fmla="*/ 6984 h 138429"/>
                <a:gd name="connsiteX1263" fmla="*/ 1355090 w 4940931"/>
                <a:gd name="connsiteY1263" fmla="*/ 3809 h 138429"/>
                <a:gd name="connsiteX1264" fmla="*/ 1358265 w 4940931"/>
                <a:gd name="connsiteY1264" fmla="*/ 1904 h 138429"/>
                <a:gd name="connsiteX1265" fmla="*/ 1362075 w 4940931"/>
                <a:gd name="connsiteY1265" fmla="*/ 1269 h 138429"/>
                <a:gd name="connsiteX1266" fmla="*/ 4789801 w 4940931"/>
                <a:gd name="connsiteY1266" fmla="*/ 634 h 138429"/>
                <a:gd name="connsiteX1267" fmla="*/ 4789801 w 4940931"/>
                <a:gd name="connsiteY1267" fmla="*/ 65404 h 138429"/>
                <a:gd name="connsiteX1268" fmla="*/ 4814566 w 4940931"/>
                <a:gd name="connsiteY1268" fmla="*/ 31114 h 138429"/>
                <a:gd name="connsiteX1269" fmla="*/ 4831711 w 4940931"/>
                <a:gd name="connsiteY1269" fmla="*/ 31114 h 138429"/>
                <a:gd name="connsiteX1270" fmla="*/ 4812026 w 4940931"/>
                <a:gd name="connsiteY1270" fmla="*/ 57149 h 138429"/>
                <a:gd name="connsiteX1271" fmla="*/ 4835521 w 4940931"/>
                <a:gd name="connsiteY1271" fmla="*/ 108584 h 138429"/>
                <a:gd name="connsiteX1272" fmla="*/ 4819011 w 4940931"/>
                <a:gd name="connsiteY1272" fmla="*/ 108584 h 138429"/>
                <a:gd name="connsiteX1273" fmla="*/ 4801866 w 4940931"/>
                <a:gd name="connsiteY1273" fmla="*/ 69849 h 138429"/>
                <a:gd name="connsiteX1274" fmla="*/ 4789801 w 4940931"/>
                <a:gd name="connsiteY1274" fmla="*/ 85724 h 138429"/>
                <a:gd name="connsiteX1275" fmla="*/ 4789801 w 4940931"/>
                <a:gd name="connsiteY1275" fmla="*/ 108584 h 138429"/>
                <a:gd name="connsiteX1276" fmla="*/ 4774561 w 4940931"/>
                <a:gd name="connsiteY1276" fmla="*/ 108584 h 138429"/>
                <a:gd name="connsiteX1277" fmla="*/ 4774561 w 4940931"/>
                <a:gd name="connsiteY1277" fmla="*/ 8889 h 138429"/>
                <a:gd name="connsiteX1278" fmla="*/ 4472301 w 4940931"/>
                <a:gd name="connsiteY1278" fmla="*/ 634 h 138429"/>
                <a:gd name="connsiteX1279" fmla="*/ 4472301 w 4940931"/>
                <a:gd name="connsiteY1279" fmla="*/ 109219 h 138429"/>
                <a:gd name="connsiteX1280" fmla="*/ 4457061 w 4940931"/>
                <a:gd name="connsiteY1280" fmla="*/ 109219 h 138429"/>
                <a:gd name="connsiteX1281" fmla="*/ 4457696 w 4940931"/>
                <a:gd name="connsiteY1281" fmla="*/ 108584 h 138429"/>
                <a:gd name="connsiteX1282" fmla="*/ 4457696 w 4940931"/>
                <a:gd name="connsiteY1282" fmla="*/ 100964 h 138429"/>
                <a:gd name="connsiteX1283" fmla="*/ 4453251 w 4940931"/>
                <a:gd name="connsiteY1283" fmla="*/ 104774 h 138429"/>
                <a:gd name="connsiteX1284" fmla="*/ 4448171 w 4940931"/>
                <a:gd name="connsiteY1284" fmla="*/ 107949 h 138429"/>
                <a:gd name="connsiteX1285" fmla="*/ 4443091 w 4940931"/>
                <a:gd name="connsiteY1285" fmla="*/ 109854 h 138429"/>
                <a:gd name="connsiteX1286" fmla="*/ 4437376 w 4940931"/>
                <a:gd name="connsiteY1286" fmla="*/ 109854 h 138429"/>
                <a:gd name="connsiteX1287" fmla="*/ 4425946 w 4940931"/>
                <a:gd name="connsiteY1287" fmla="*/ 107314 h 138429"/>
                <a:gd name="connsiteX1288" fmla="*/ 4416421 w 4940931"/>
                <a:gd name="connsiteY1288" fmla="*/ 99694 h 138429"/>
                <a:gd name="connsiteX1289" fmla="*/ 4410071 w 4940931"/>
                <a:gd name="connsiteY1289" fmla="*/ 86994 h 138429"/>
                <a:gd name="connsiteX1290" fmla="*/ 4407531 w 4940931"/>
                <a:gd name="connsiteY1290" fmla="*/ 67944 h 138429"/>
                <a:gd name="connsiteX1291" fmla="*/ 4410071 w 4940931"/>
                <a:gd name="connsiteY1291" fmla="*/ 50799 h 138429"/>
                <a:gd name="connsiteX1292" fmla="*/ 4417056 w 4940931"/>
                <a:gd name="connsiteY1292" fmla="*/ 38734 h 138429"/>
                <a:gd name="connsiteX1293" fmla="*/ 4426581 w 4940931"/>
                <a:gd name="connsiteY1293" fmla="*/ 31749 h 138429"/>
                <a:gd name="connsiteX1294" fmla="*/ 4438011 w 4940931"/>
                <a:gd name="connsiteY1294" fmla="*/ 29209 h 138429"/>
                <a:gd name="connsiteX1295" fmla="*/ 4443726 w 4940931"/>
                <a:gd name="connsiteY1295" fmla="*/ 29844 h 138429"/>
                <a:gd name="connsiteX1296" fmla="*/ 4448806 w 4940931"/>
                <a:gd name="connsiteY1296" fmla="*/ 31749 h 138429"/>
                <a:gd name="connsiteX1297" fmla="*/ 4453251 w 4940931"/>
                <a:gd name="connsiteY1297" fmla="*/ 34924 h 138429"/>
                <a:gd name="connsiteX1298" fmla="*/ 4457061 w 4940931"/>
                <a:gd name="connsiteY1298" fmla="*/ 38099 h 138429"/>
                <a:gd name="connsiteX1299" fmla="*/ 4457061 w 4940931"/>
                <a:gd name="connsiteY1299" fmla="*/ 8254 h 138429"/>
                <a:gd name="connsiteX1300" fmla="*/ 4390385 w 4940931"/>
                <a:gd name="connsiteY1300" fmla="*/ 634 h 138429"/>
                <a:gd name="connsiteX1301" fmla="*/ 4390385 w 4940931"/>
                <a:gd name="connsiteY1301" fmla="*/ 108584 h 138429"/>
                <a:gd name="connsiteX1302" fmla="*/ 4375145 w 4940931"/>
                <a:gd name="connsiteY1302" fmla="*/ 108584 h 138429"/>
                <a:gd name="connsiteX1303" fmla="*/ 4375145 w 4940931"/>
                <a:gd name="connsiteY1303" fmla="*/ 8889 h 138429"/>
                <a:gd name="connsiteX1304" fmla="*/ 3946521 w 4940931"/>
                <a:gd name="connsiteY1304" fmla="*/ 634 h 138429"/>
                <a:gd name="connsiteX1305" fmla="*/ 3946521 w 4940931"/>
                <a:gd name="connsiteY1305" fmla="*/ 38099 h 138429"/>
                <a:gd name="connsiteX1306" fmla="*/ 3950331 w 4940931"/>
                <a:gd name="connsiteY1306" fmla="*/ 34289 h 138429"/>
                <a:gd name="connsiteX1307" fmla="*/ 3954776 w 4940931"/>
                <a:gd name="connsiteY1307" fmla="*/ 31114 h 138429"/>
                <a:gd name="connsiteX1308" fmla="*/ 3960491 w 4940931"/>
                <a:gd name="connsiteY1308" fmla="*/ 29209 h 138429"/>
                <a:gd name="connsiteX1309" fmla="*/ 3966206 w 4940931"/>
                <a:gd name="connsiteY1309" fmla="*/ 29209 h 138429"/>
                <a:gd name="connsiteX1310" fmla="*/ 3978271 w 4940931"/>
                <a:gd name="connsiteY1310" fmla="*/ 31749 h 138429"/>
                <a:gd name="connsiteX1311" fmla="*/ 3987161 w 4940931"/>
                <a:gd name="connsiteY1311" fmla="*/ 38099 h 138429"/>
                <a:gd name="connsiteX1312" fmla="*/ 3992241 w 4940931"/>
                <a:gd name="connsiteY1312" fmla="*/ 49529 h 138429"/>
                <a:gd name="connsiteX1313" fmla="*/ 3994146 w 4940931"/>
                <a:gd name="connsiteY1313" fmla="*/ 64134 h 138429"/>
                <a:gd name="connsiteX1314" fmla="*/ 3994146 w 4940931"/>
                <a:gd name="connsiteY1314" fmla="*/ 108584 h 138429"/>
                <a:gd name="connsiteX1315" fmla="*/ 3978906 w 4940931"/>
                <a:gd name="connsiteY1315" fmla="*/ 108584 h 138429"/>
                <a:gd name="connsiteX1316" fmla="*/ 3978271 w 4940931"/>
                <a:gd name="connsiteY1316" fmla="*/ 108584 h 138429"/>
                <a:gd name="connsiteX1317" fmla="*/ 3978271 w 4940931"/>
                <a:gd name="connsiteY1317" fmla="*/ 64769 h 138429"/>
                <a:gd name="connsiteX1318" fmla="*/ 3974461 w 4940931"/>
                <a:gd name="connsiteY1318" fmla="*/ 48894 h 138429"/>
                <a:gd name="connsiteX1319" fmla="*/ 3962396 w 4940931"/>
                <a:gd name="connsiteY1319" fmla="*/ 43814 h 138429"/>
                <a:gd name="connsiteX1320" fmla="*/ 3956046 w 4940931"/>
                <a:gd name="connsiteY1320" fmla="*/ 45084 h 138429"/>
                <a:gd name="connsiteX1321" fmla="*/ 3950966 w 4940931"/>
                <a:gd name="connsiteY1321" fmla="*/ 48894 h 138429"/>
                <a:gd name="connsiteX1322" fmla="*/ 3947791 w 4940931"/>
                <a:gd name="connsiteY1322" fmla="*/ 55244 h 138429"/>
                <a:gd name="connsiteX1323" fmla="*/ 3946521 w 4940931"/>
                <a:gd name="connsiteY1323" fmla="*/ 63499 h 138429"/>
                <a:gd name="connsiteX1324" fmla="*/ 3946521 w 4940931"/>
                <a:gd name="connsiteY1324" fmla="*/ 109219 h 138429"/>
                <a:gd name="connsiteX1325" fmla="*/ 3931281 w 4940931"/>
                <a:gd name="connsiteY1325" fmla="*/ 109219 h 138429"/>
                <a:gd name="connsiteX1326" fmla="*/ 3931281 w 4940931"/>
                <a:gd name="connsiteY1326" fmla="*/ 8889 h 138429"/>
                <a:gd name="connsiteX1327" fmla="*/ 3248021 w 4940931"/>
                <a:gd name="connsiteY1327" fmla="*/ 634 h 138429"/>
                <a:gd name="connsiteX1328" fmla="*/ 3248021 w 4940931"/>
                <a:gd name="connsiteY1328" fmla="*/ 38099 h 138429"/>
                <a:gd name="connsiteX1329" fmla="*/ 3251831 w 4940931"/>
                <a:gd name="connsiteY1329" fmla="*/ 34289 h 138429"/>
                <a:gd name="connsiteX1330" fmla="*/ 3256276 w 4940931"/>
                <a:gd name="connsiteY1330" fmla="*/ 31114 h 138429"/>
                <a:gd name="connsiteX1331" fmla="*/ 3261991 w 4940931"/>
                <a:gd name="connsiteY1331" fmla="*/ 29209 h 138429"/>
                <a:gd name="connsiteX1332" fmla="*/ 3267706 w 4940931"/>
                <a:gd name="connsiteY1332" fmla="*/ 29209 h 138429"/>
                <a:gd name="connsiteX1333" fmla="*/ 3279771 w 4940931"/>
                <a:gd name="connsiteY1333" fmla="*/ 31749 h 138429"/>
                <a:gd name="connsiteX1334" fmla="*/ 3288661 w 4940931"/>
                <a:gd name="connsiteY1334" fmla="*/ 38099 h 138429"/>
                <a:gd name="connsiteX1335" fmla="*/ 3293741 w 4940931"/>
                <a:gd name="connsiteY1335" fmla="*/ 49529 h 138429"/>
                <a:gd name="connsiteX1336" fmla="*/ 3295646 w 4940931"/>
                <a:gd name="connsiteY1336" fmla="*/ 64134 h 138429"/>
                <a:gd name="connsiteX1337" fmla="*/ 3295646 w 4940931"/>
                <a:gd name="connsiteY1337" fmla="*/ 108584 h 138429"/>
                <a:gd name="connsiteX1338" fmla="*/ 3280406 w 4940931"/>
                <a:gd name="connsiteY1338" fmla="*/ 108584 h 138429"/>
                <a:gd name="connsiteX1339" fmla="*/ 3279771 w 4940931"/>
                <a:gd name="connsiteY1339" fmla="*/ 108584 h 138429"/>
                <a:gd name="connsiteX1340" fmla="*/ 3279771 w 4940931"/>
                <a:gd name="connsiteY1340" fmla="*/ 64769 h 138429"/>
                <a:gd name="connsiteX1341" fmla="*/ 3275961 w 4940931"/>
                <a:gd name="connsiteY1341" fmla="*/ 48894 h 138429"/>
                <a:gd name="connsiteX1342" fmla="*/ 3263896 w 4940931"/>
                <a:gd name="connsiteY1342" fmla="*/ 43814 h 138429"/>
                <a:gd name="connsiteX1343" fmla="*/ 3257546 w 4940931"/>
                <a:gd name="connsiteY1343" fmla="*/ 45084 h 138429"/>
                <a:gd name="connsiteX1344" fmla="*/ 3252466 w 4940931"/>
                <a:gd name="connsiteY1344" fmla="*/ 48894 h 138429"/>
                <a:gd name="connsiteX1345" fmla="*/ 3249291 w 4940931"/>
                <a:gd name="connsiteY1345" fmla="*/ 55244 h 138429"/>
                <a:gd name="connsiteX1346" fmla="*/ 3248021 w 4940931"/>
                <a:gd name="connsiteY1346" fmla="*/ 63499 h 138429"/>
                <a:gd name="connsiteX1347" fmla="*/ 3248021 w 4940931"/>
                <a:gd name="connsiteY1347" fmla="*/ 109219 h 138429"/>
                <a:gd name="connsiteX1348" fmla="*/ 3232781 w 4940931"/>
                <a:gd name="connsiteY1348" fmla="*/ 109219 h 138429"/>
                <a:gd name="connsiteX1349" fmla="*/ 3232781 w 4940931"/>
                <a:gd name="connsiteY1349" fmla="*/ 8889 h 138429"/>
                <a:gd name="connsiteX1350" fmla="*/ 2432681 w 4940931"/>
                <a:gd name="connsiteY1350" fmla="*/ 634 h 138429"/>
                <a:gd name="connsiteX1351" fmla="*/ 2432681 w 4940931"/>
                <a:gd name="connsiteY1351" fmla="*/ 38099 h 138429"/>
                <a:gd name="connsiteX1352" fmla="*/ 2436491 w 4940931"/>
                <a:gd name="connsiteY1352" fmla="*/ 34289 h 138429"/>
                <a:gd name="connsiteX1353" fmla="*/ 2440936 w 4940931"/>
                <a:gd name="connsiteY1353" fmla="*/ 31114 h 138429"/>
                <a:gd name="connsiteX1354" fmla="*/ 2446651 w 4940931"/>
                <a:gd name="connsiteY1354" fmla="*/ 29209 h 138429"/>
                <a:gd name="connsiteX1355" fmla="*/ 2452366 w 4940931"/>
                <a:gd name="connsiteY1355" fmla="*/ 29209 h 138429"/>
                <a:gd name="connsiteX1356" fmla="*/ 2464431 w 4940931"/>
                <a:gd name="connsiteY1356" fmla="*/ 31749 h 138429"/>
                <a:gd name="connsiteX1357" fmla="*/ 2473321 w 4940931"/>
                <a:gd name="connsiteY1357" fmla="*/ 38099 h 138429"/>
                <a:gd name="connsiteX1358" fmla="*/ 2478401 w 4940931"/>
                <a:gd name="connsiteY1358" fmla="*/ 49529 h 138429"/>
                <a:gd name="connsiteX1359" fmla="*/ 2480306 w 4940931"/>
                <a:gd name="connsiteY1359" fmla="*/ 64134 h 138429"/>
                <a:gd name="connsiteX1360" fmla="*/ 2480306 w 4940931"/>
                <a:gd name="connsiteY1360" fmla="*/ 108584 h 138429"/>
                <a:gd name="connsiteX1361" fmla="*/ 2465066 w 4940931"/>
                <a:gd name="connsiteY1361" fmla="*/ 108584 h 138429"/>
                <a:gd name="connsiteX1362" fmla="*/ 2464431 w 4940931"/>
                <a:gd name="connsiteY1362" fmla="*/ 108584 h 138429"/>
                <a:gd name="connsiteX1363" fmla="*/ 2464431 w 4940931"/>
                <a:gd name="connsiteY1363" fmla="*/ 64769 h 138429"/>
                <a:gd name="connsiteX1364" fmla="*/ 2460621 w 4940931"/>
                <a:gd name="connsiteY1364" fmla="*/ 48894 h 138429"/>
                <a:gd name="connsiteX1365" fmla="*/ 2448556 w 4940931"/>
                <a:gd name="connsiteY1365" fmla="*/ 43814 h 138429"/>
                <a:gd name="connsiteX1366" fmla="*/ 2442206 w 4940931"/>
                <a:gd name="connsiteY1366" fmla="*/ 45084 h 138429"/>
                <a:gd name="connsiteX1367" fmla="*/ 2437126 w 4940931"/>
                <a:gd name="connsiteY1367" fmla="*/ 48894 h 138429"/>
                <a:gd name="connsiteX1368" fmla="*/ 2433951 w 4940931"/>
                <a:gd name="connsiteY1368" fmla="*/ 55244 h 138429"/>
                <a:gd name="connsiteX1369" fmla="*/ 2432681 w 4940931"/>
                <a:gd name="connsiteY1369" fmla="*/ 63499 h 138429"/>
                <a:gd name="connsiteX1370" fmla="*/ 2432681 w 4940931"/>
                <a:gd name="connsiteY1370" fmla="*/ 109219 h 138429"/>
                <a:gd name="connsiteX1371" fmla="*/ 2417441 w 4940931"/>
                <a:gd name="connsiteY1371" fmla="*/ 109219 h 138429"/>
                <a:gd name="connsiteX1372" fmla="*/ 2417441 w 4940931"/>
                <a:gd name="connsiteY1372" fmla="*/ 8889 h 138429"/>
                <a:gd name="connsiteX1373" fmla="*/ 1734181 w 4940931"/>
                <a:gd name="connsiteY1373" fmla="*/ 634 h 138429"/>
                <a:gd name="connsiteX1374" fmla="*/ 1734181 w 4940931"/>
                <a:gd name="connsiteY1374" fmla="*/ 38099 h 138429"/>
                <a:gd name="connsiteX1375" fmla="*/ 1737991 w 4940931"/>
                <a:gd name="connsiteY1375" fmla="*/ 34289 h 138429"/>
                <a:gd name="connsiteX1376" fmla="*/ 1742436 w 4940931"/>
                <a:gd name="connsiteY1376" fmla="*/ 31114 h 138429"/>
                <a:gd name="connsiteX1377" fmla="*/ 1748151 w 4940931"/>
                <a:gd name="connsiteY1377" fmla="*/ 29209 h 138429"/>
                <a:gd name="connsiteX1378" fmla="*/ 1753866 w 4940931"/>
                <a:gd name="connsiteY1378" fmla="*/ 29209 h 138429"/>
                <a:gd name="connsiteX1379" fmla="*/ 1765931 w 4940931"/>
                <a:gd name="connsiteY1379" fmla="*/ 31749 h 138429"/>
                <a:gd name="connsiteX1380" fmla="*/ 1774821 w 4940931"/>
                <a:gd name="connsiteY1380" fmla="*/ 38099 h 138429"/>
                <a:gd name="connsiteX1381" fmla="*/ 1779901 w 4940931"/>
                <a:gd name="connsiteY1381" fmla="*/ 49529 h 138429"/>
                <a:gd name="connsiteX1382" fmla="*/ 1781806 w 4940931"/>
                <a:gd name="connsiteY1382" fmla="*/ 64134 h 138429"/>
                <a:gd name="connsiteX1383" fmla="*/ 1781806 w 4940931"/>
                <a:gd name="connsiteY1383" fmla="*/ 108584 h 138429"/>
                <a:gd name="connsiteX1384" fmla="*/ 1766566 w 4940931"/>
                <a:gd name="connsiteY1384" fmla="*/ 108584 h 138429"/>
                <a:gd name="connsiteX1385" fmla="*/ 1765931 w 4940931"/>
                <a:gd name="connsiteY1385" fmla="*/ 108584 h 138429"/>
                <a:gd name="connsiteX1386" fmla="*/ 1765931 w 4940931"/>
                <a:gd name="connsiteY1386" fmla="*/ 64769 h 138429"/>
                <a:gd name="connsiteX1387" fmla="*/ 1762121 w 4940931"/>
                <a:gd name="connsiteY1387" fmla="*/ 48894 h 138429"/>
                <a:gd name="connsiteX1388" fmla="*/ 1750056 w 4940931"/>
                <a:gd name="connsiteY1388" fmla="*/ 43814 h 138429"/>
                <a:gd name="connsiteX1389" fmla="*/ 1743706 w 4940931"/>
                <a:gd name="connsiteY1389" fmla="*/ 45084 h 138429"/>
                <a:gd name="connsiteX1390" fmla="*/ 1738626 w 4940931"/>
                <a:gd name="connsiteY1390" fmla="*/ 48894 h 138429"/>
                <a:gd name="connsiteX1391" fmla="*/ 1735451 w 4940931"/>
                <a:gd name="connsiteY1391" fmla="*/ 55244 h 138429"/>
                <a:gd name="connsiteX1392" fmla="*/ 1734181 w 4940931"/>
                <a:gd name="connsiteY1392" fmla="*/ 63499 h 138429"/>
                <a:gd name="connsiteX1393" fmla="*/ 1734181 w 4940931"/>
                <a:gd name="connsiteY1393" fmla="*/ 109219 h 138429"/>
                <a:gd name="connsiteX1394" fmla="*/ 1718941 w 4940931"/>
                <a:gd name="connsiteY1394" fmla="*/ 109219 h 138429"/>
                <a:gd name="connsiteX1395" fmla="*/ 1718941 w 4940931"/>
                <a:gd name="connsiteY1395" fmla="*/ 8889 h 138429"/>
                <a:gd name="connsiteX1396" fmla="*/ 803275 w 4940931"/>
                <a:gd name="connsiteY1396" fmla="*/ 634 h 138429"/>
                <a:gd name="connsiteX1397" fmla="*/ 803275 w 4940931"/>
                <a:gd name="connsiteY1397" fmla="*/ 38099 h 138429"/>
                <a:gd name="connsiteX1398" fmla="*/ 807085 w 4940931"/>
                <a:gd name="connsiteY1398" fmla="*/ 34289 h 138429"/>
                <a:gd name="connsiteX1399" fmla="*/ 811530 w 4940931"/>
                <a:gd name="connsiteY1399" fmla="*/ 31114 h 138429"/>
                <a:gd name="connsiteX1400" fmla="*/ 817245 w 4940931"/>
                <a:gd name="connsiteY1400" fmla="*/ 29209 h 138429"/>
                <a:gd name="connsiteX1401" fmla="*/ 822960 w 4940931"/>
                <a:gd name="connsiteY1401" fmla="*/ 29209 h 138429"/>
                <a:gd name="connsiteX1402" fmla="*/ 835025 w 4940931"/>
                <a:gd name="connsiteY1402" fmla="*/ 31749 h 138429"/>
                <a:gd name="connsiteX1403" fmla="*/ 843915 w 4940931"/>
                <a:gd name="connsiteY1403" fmla="*/ 38099 h 138429"/>
                <a:gd name="connsiteX1404" fmla="*/ 848995 w 4940931"/>
                <a:gd name="connsiteY1404" fmla="*/ 49529 h 138429"/>
                <a:gd name="connsiteX1405" fmla="*/ 850900 w 4940931"/>
                <a:gd name="connsiteY1405" fmla="*/ 64134 h 138429"/>
                <a:gd name="connsiteX1406" fmla="*/ 850900 w 4940931"/>
                <a:gd name="connsiteY1406" fmla="*/ 108584 h 138429"/>
                <a:gd name="connsiteX1407" fmla="*/ 835660 w 4940931"/>
                <a:gd name="connsiteY1407" fmla="*/ 108584 h 138429"/>
                <a:gd name="connsiteX1408" fmla="*/ 835025 w 4940931"/>
                <a:gd name="connsiteY1408" fmla="*/ 108584 h 138429"/>
                <a:gd name="connsiteX1409" fmla="*/ 835025 w 4940931"/>
                <a:gd name="connsiteY1409" fmla="*/ 64769 h 138429"/>
                <a:gd name="connsiteX1410" fmla="*/ 831215 w 4940931"/>
                <a:gd name="connsiteY1410" fmla="*/ 48894 h 138429"/>
                <a:gd name="connsiteX1411" fmla="*/ 819150 w 4940931"/>
                <a:gd name="connsiteY1411" fmla="*/ 43814 h 138429"/>
                <a:gd name="connsiteX1412" fmla="*/ 812800 w 4940931"/>
                <a:gd name="connsiteY1412" fmla="*/ 45084 h 138429"/>
                <a:gd name="connsiteX1413" fmla="*/ 807720 w 4940931"/>
                <a:gd name="connsiteY1413" fmla="*/ 48894 h 138429"/>
                <a:gd name="connsiteX1414" fmla="*/ 804545 w 4940931"/>
                <a:gd name="connsiteY1414" fmla="*/ 55244 h 138429"/>
                <a:gd name="connsiteX1415" fmla="*/ 803275 w 4940931"/>
                <a:gd name="connsiteY1415" fmla="*/ 63499 h 138429"/>
                <a:gd name="connsiteX1416" fmla="*/ 803275 w 4940931"/>
                <a:gd name="connsiteY1416" fmla="*/ 109219 h 138429"/>
                <a:gd name="connsiteX1417" fmla="*/ 788035 w 4940931"/>
                <a:gd name="connsiteY1417" fmla="*/ 109219 h 138429"/>
                <a:gd name="connsiteX1418" fmla="*/ 788035 w 4940931"/>
                <a:gd name="connsiteY1418" fmla="*/ 8889 h 138429"/>
                <a:gd name="connsiteX1419" fmla="*/ 104774 w 4940931"/>
                <a:gd name="connsiteY1419" fmla="*/ 634 h 138429"/>
                <a:gd name="connsiteX1420" fmla="*/ 104774 w 4940931"/>
                <a:gd name="connsiteY1420" fmla="*/ 38099 h 138429"/>
                <a:gd name="connsiteX1421" fmla="*/ 108584 w 4940931"/>
                <a:gd name="connsiteY1421" fmla="*/ 34289 h 138429"/>
                <a:gd name="connsiteX1422" fmla="*/ 113029 w 4940931"/>
                <a:gd name="connsiteY1422" fmla="*/ 31114 h 138429"/>
                <a:gd name="connsiteX1423" fmla="*/ 118744 w 4940931"/>
                <a:gd name="connsiteY1423" fmla="*/ 29209 h 138429"/>
                <a:gd name="connsiteX1424" fmla="*/ 124459 w 4940931"/>
                <a:gd name="connsiteY1424" fmla="*/ 29209 h 138429"/>
                <a:gd name="connsiteX1425" fmla="*/ 136524 w 4940931"/>
                <a:gd name="connsiteY1425" fmla="*/ 31749 h 138429"/>
                <a:gd name="connsiteX1426" fmla="*/ 145414 w 4940931"/>
                <a:gd name="connsiteY1426" fmla="*/ 38099 h 138429"/>
                <a:gd name="connsiteX1427" fmla="*/ 150494 w 4940931"/>
                <a:gd name="connsiteY1427" fmla="*/ 49529 h 138429"/>
                <a:gd name="connsiteX1428" fmla="*/ 152399 w 4940931"/>
                <a:gd name="connsiteY1428" fmla="*/ 64134 h 138429"/>
                <a:gd name="connsiteX1429" fmla="*/ 152399 w 4940931"/>
                <a:gd name="connsiteY1429" fmla="*/ 108584 h 138429"/>
                <a:gd name="connsiteX1430" fmla="*/ 137159 w 4940931"/>
                <a:gd name="connsiteY1430" fmla="*/ 108584 h 138429"/>
                <a:gd name="connsiteX1431" fmla="*/ 136524 w 4940931"/>
                <a:gd name="connsiteY1431" fmla="*/ 108584 h 138429"/>
                <a:gd name="connsiteX1432" fmla="*/ 136524 w 4940931"/>
                <a:gd name="connsiteY1432" fmla="*/ 64769 h 138429"/>
                <a:gd name="connsiteX1433" fmla="*/ 132714 w 4940931"/>
                <a:gd name="connsiteY1433" fmla="*/ 48894 h 138429"/>
                <a:gd name="connsiteX1434" fmla="*/ 120649 w 4940931"/>
                <a:gd name="connsiteY1434" fmla="*/ 43814 h 138429"/>
                <a:gd name="connsiteX1435" fmla="*/ 114299 w 4940931"/>
                <a:gd name="connsiteY1435" fmla="*/ 45084 h 138429"/>
                <a:gd name="connsiteX1436" fmla="*/ 109219 w 4940931"/>
                <a:gd name="connsiteY1436" fmla="*/ 48894 h 138429"/>
                <a:gd name="connsiteX1437" fmla="*/ 106044 w 4940931"/>
                <a:gd name="connsiteY1437" fmla="*/ 55244 h 138429"/>
                <a:gd name="connsiteX1438" fmla="*/ 104774 w 4940931"/>
                <a:gd name="connsiteY1438" fmla="*/ 63499 h 138429"/>
                <a:gd name="connsiteX1439" fmla="*/ 104774 w 4940931"/>
                <a:gd name="connsiteY1439" fmla="*/ 109219 h 138429"/>
                <a:gd name="connsiteX1440" fmla="*/ 89534 w 4940931"/>
                <a:gd name="connsiteY1440" fmla="*/ 109219 h 138429"/>
                <a:gd name="connsiteX1441" fmla="*/ 89534 w 4940931"/>
                <a:gd name="connsiteY1441" fmla="*/ 8889 h 138429"/>
                <a:gd name="connsiteX1442" fmla="*/ 3894450 w 4940931"/>
                <a:gd name="connsiteY1442" fmla="*/ 0 h 138429"/>
                <a:gd name="connsiteX1443" fmla="*/ 3894450 w 4940931"/>
                <a:gd name="connsiteY1443" fmla="*/ 30480 h 138429"/>
                <a:gd name="connsiteX1444" fmla="*/ 3913500 w 4940931"/>
                <a:gd name="connsiteY1444" fmla="*/ 30480 h 138429"/>
                <a:gd name="connsiteX1445" fmla="*/ 3913500 w 4940931"/>
                <a:gd name="connsiteY1445" fmla="*/ 44450 h 138429"/>
                <a:gd name="connsiteX1446" fmla="*/ 3894450 w 4940931"/>
                <a:gd name="connsiteY1446" fmla="*/ 44450 h 138429"/>
                <a:gd name="connsiteX1447" fmla="*/ 3894450 w 4940931"/>
                <a:gd name="connsiteY1447" fmla="*/ 86995 h 138429"/>
                <a:gd name="connsiteX1448" fmla="*/ 3894450 w 4940931"/>
                <a:gd name="connsiteY1448" fmla="*/ 91440 h 138429"/>
                <a:gd name="connsiteX1449" fmla="*/ 3895720 w 4940931"/>
                <a:gd name="connsiteY1449" fmla="*/ 94615 h 138429"/>
                <a:gd name="connsiteX1450" fmla="*/ 3898260 w 4940931"/>
                <a:gd name="connsiteY1450" fmla="*/ 95885 h 138429"/>
                <a:gd name="connsiteX1451" fmla="*/ 3902070 w 4940931"/>
                <a:gd name="connsiteY1451" fmla="*/ 95885 h 138429"/>
                <a:gd name="connsiteX1452" fmla="*/ 3908420 w 4940931"/>
                <a:gd name="connsiteY1452" fmla="*/ 95250 h 138429"/>
                <a:gd name="connsiteX1453" fmla="*/ 3913500 w 4940931"/>
                <a:gd name="connsiteY1453" fmla="*/ 93345 h 138429"/>
                <a:gd name="connsiteX1454" fmla="*/ 3911595 w 4940931"/>
                <a:gd name="connsiteY1454" fmla="*/ 106680 h 138429"/>
                <a:gd name="connsiteX1455" fmla="*/ 3905245 w 4940931"/>
                <a:gd name="connsiteY1455" fmla="*/ 109220 h 138429"/>
                <a:gd name="connsiteX1456" fmla="*/ 3896990 w 4940931"/>
                <a:gd name="connsiteY1456" fmla="*/ 110490 h 138429"/>
                <a:gd name="connsiteX1457" fmla="*/ 3890005 w 4940931"/>
                <a:gd name="connsiteY1457" fmla="*/ 109220 h 138429"/>
                <a:gd name="connsiteX1458" fmla="*/ 3884290 w 4940931"/>
                <a:gd name="connsiteY1458" fmla="*/ 105410 h 138429"/>
                <a:gd name="connsiteX1459" fmla="*/ 3880480 w 4940931"/>
                <a:gd name="connsiteY1459" fmla="*/ 99060 h 138429"/>
                <a:gd name="connsiteX1460" fmla="*/ 3879210 w 4940931"/>
                <a:gd name="connsiteY1460" fmla="*/ 89535 h 138429"/>
                <a:gd name="connsiteX1461" fmla="*/ 3879210 w 4940931"/>
                <a:gd name="connsiteY1461" fmla="*/ 44450 h 138429"/>
                <a:gd name="connsiteX1462" fmla="*/ 3868415 w 4940931"/>
                <a:gd name="connsiteY1462" fmla="*/ 44450 h 138429"/>
                <a:gd name="connsiteX1463" fmla="*/ 3868415 w 4940931"/>
                <a:gd name="connsiteY1463" fmla="*/ 30480 h 138429"/>
                <a:gd name="connsiteX1464" fmla="*/ 3879210 w 4940931"/>
                <a:gd name="connsiteY1464" fmla="*/ 30480 h 138429"/>
                <a:gd name="connsiteX1465" fmla="*/ 3879210 w 4940931"/>
                <a:gd name="connsiteY1465" fmla="*/ 8255 h 138429"/>
                <a:gd name="connsiteX1466" fmla="*/ 3664581 w 4940931"/>
                <a:gd name="connsiteY1466" fmla="*/ 0 h 138429"/>
                <a:gd name="connsiteX1467" fmla="*/ 3664581 w 4940931"/>
                <a:gd name="connsiteY1467" fmla="*/ 30480 h 138429"/>
                <a:gd name="connsiteX1468" fmla="*/ 3683631 w 4940931"/>
                <a:gd name="connsiteY1468" fmla="*/ 30480 h 138429"/>
                <a:gd name="connsiteX1469" fmla="*/ 3683631 w 4940931"/>
                <a:gd name="connsiteY1469" fmla="*/ 44450 h 138429"/>
                <a:gd name="connsiteX1470" fmla="*/ 3664581 w 4940931"/>
                <a:gd name="connsiteY1470" fmla="*/ 44450 h 138429"/>
                <a:gd name="connsiteX1471" fmla="*/ 3664581 w 4940931"/>
                <a:gd name="connsiteY1471" fmla="*/ 86995 h 138429"/>
                <a:gd name="connsiteX1472" fmla="*/ 3664581 w 4940931"/>
                <a:gd name="connsiteY1472" fmla="*/ 91440 h 138429"/>
                <a:gd name="connsiteX1473" fmla="*/ 3665851 w 4940931"/>
                <a:gd name="connsiteY1473" fmla="*/ 94615 h 138429"/>
                <a:gd name="connsiteX1474" fmla="*/ 3668391 w 4940931"/>
                <a:gd name="connsiteY1474" fmla="*/ 95885 h 138429"/>
                <a:gd name="connsiteX1475" fmla="*/ 3672201 w 4940931"/>
                <a:gd name="connsiteY1475" fmla="*/ 95885 h 138429"/>
                <a:gd name="connsiteX1476" fmla="*/ 3678551 w 4940931"/>
                <a:gd name="connsiteY1476" fmla="*/ 95250 h 138429"/>
                <a:gd name="connsiteX1477" fmla="*/ 3683631 w 4940931"/>
                <a:gd name="connsiteY1477" fmla="*/ 93345 h 138429"/>
                <a:gd name="connsiteX1478" fmla="*/ 3681726 w 4940931"/>
                <a:gd name="connsiteY1478" fmla="*/ 106680 h 138429"/>
                <a:gd name="connsiteX1479" fmla="*/ 3675376 w 4940931"/>
                <a:gd name="connsiteY1479" fmla="*/ 109220 h 138429"/>
                <a:gd name="connsiteX1480" fmla="*/ 3667121 w 4940931"/>
                <a:gd name="connsiteY1480" fmla="*/ 110490 h 138429"/>
                <a:gd name="connsiteX1481" fmla="*/ 3660136 w 4940931"/>
                <a:gd name="connsiteY1481" fmla="*/ 109220 h 138429"/>
                <a:gd name="connsiteX1482" fmla="*/ 3654421 w 4940931"/>
                <a:gd name="connsiteY1482" fmla="*/ 105410 h 138429"/>
                <a:gd name="connsiteX1483" fmla="*/ 3650611 w 4940931"/>
                <a:gd name="connsiteY1483" fmla="*/ 99060 h 138429"/>
                <a:gd name="connsiteX1484" fmla="*/ 3649341 w 4940931"/>
                <a:gd name="connsiteY1484" fmla="*/ 89535 h 138429"/>
                <a:gd name="connsiteX1485" fmla="*/ 3649341 w 4940931"/>
                <a:gd name="connsiteY1485" fmla="*/ 44450 h 138429"/>
                <a:gd name="connsiteX1486" fmla="*/ 3638546 w 4940931"/>
                <a:gd name="connsiteY1486" fmla="*/ 44450 h 138429"/>
                <a:gd name="connsiteX1487" fmla="*/ 3638546 w 4940931"/>
                <a:gd name="connsiteY1487" fmla="*/ 30480 h 138429"/>
                <a:gd name="connsiteX1488" fmla="*/ 3649341 w 4940931"/>
                <a:gd name="connsiteY1488" fmla="*/ 30480 h 138429"/>
                <a:gd name="connsiteX1489" fmla="*/ 3649341 w 4940931"/>
                <a:gd name="connsiteY1489" fmla="*/ 8255 h 138429"/>
                <a:gd name="connsiteX1490" fmla="*/ 3610605 w 4940931"/>
                <a:gd name="connsiteY1490" fmla="*/ 0 h 138429"/>
                <a:gd name="connsiteX1491" fmla="*/ 3610605 w 4940931"/>
                <a:gd name="connsiteY1491" fmla="*/ 30480 h 138429"/>
                <a:gd name="connsiteX1492" fmla="*/ 3629655 w 4940931"/>
                <a:gd name="connsiteY1492" fmla="*/ 30480 h 138429"/>
                <a:gd name="connsiteX1493" fmla="*/ 3629655 w 4940931"/>
                <a:gd name="connsiteY1493" fmla="*/ 44450 h 138429"/>
                <a:gd name="connsiteX1494" fmla="*/ 3610605 w 4940931"/>
                <a:gd name="connsiteY1494" fmla="*/ 44450 h 138429"/>
                <a:gd name="connsiteX1495" fmla="*/ 3610605 w 4940931"/>
                <a:gd name="connsiteY1495" fmla="*/ 86995 h 138429"/>
                <a:gd name="connsiteX1496" fmla="*/ 3610605 w 4940931"/>
                <a:gd name="connsiteY1496" fmla="*/ 91440 h 138429"/>
                <a:gd name="connsiteX1497" fmla="*/ 3611875 w 4940931"/>
                <a:gd name="connsiteY1497" fmla="*/ 94615 h 138429"/>
                <a:gd name="connsiteX1498" fmla="*/ 3614415 w 4940931"/>
                <a:gd name="connsiteY1498" fmla="*/ 95885 h 138429"/>
                <a:gd name="connsiteX1499" fmla="*/ 3618225 w 4940931"/>
                <a:gd name="connsiteY1499" fmla="*/ 95885 h 138429"/>
                <a:gd name="connsiteX1500" fmla="*/ 3624575 w 4940931"/>
                <a:gd name="connsiteY1500" fmla="*/ 95250 h 138429"/>
                <a:gd name="connsiteX1501" fmla="*/ 3629655 w 4940931"/>
                <a:gd name="connsiteY1501" fmla="*/ 93345 h 138429"/>
                <a:gd name="connsiteX1502" fmla="*/ 3627750 w 4940931"/>
                <a:gd name="connsiteY1502" fmla="*/ 106680 h 138429"/>
                <a:gd name="connsiteX1503" fmla="*/ 3621400 w 4940931"/>
                <a:gd name="connsiteY1503" fmla="*/ 109220 h 138429"/>
                <a:gd name="connsiteX1504" fmla="*/ 3613145 w 4940931"/>
                <a:gd name="connsiteY1504" fmla="*/ 110490 h 138429"/>
                <a:gd name="connsiteX1505" fmla="*/ 3606160 w 4940931"/>
                <a:gd name="connsiteY1505" fmla="*/ 109220 h 138429"/>
                <a:gd name="connsiteX1506" fmla="*/ 3600445 w 4940931"/>
                <a:gd name="connsiteY1506" fmla="*/ 105410 h 138429"/>
                <a:gd name="connsiteX1507" fmla="*/ 3596635 w 4940931"/>
                <a:gd name="connsiteY1507" fmla="*/ 99060 h 138429"/>
                <a:gd name="connsiteX1508" fmla="*/ 3595365 w 4940931"/>
                <a:gd name="connsiteY1508" fmla="*/ 89535 h 138429"/>
                <a:gd name="connsiteX1509" fmla="*/ 3595365 w 4940931"/>
                <a:gd name="connsiteY1509" fmla="*/ 44450 h 138429"/>
                <a:gd name="connsiteX1510" fmla="*/ 3584570 w 4940931"/>
                <a:gd name="connsiteY1510" fmla="*/ 44450 h 138429"/>
                <a:gd name="connsiteX1511" fmla="*/ 3584570 w 4940931"/>
                <a:gd name="connsiteY1511" fmla="*/ 30480 h 138429"/>
                <a:gd name="connsiteX1512" fmla="*/ 3595365 w 4940931"/>
                <a:gd name="connsiteY1512" fmla="*/ 30480 h 138429"/>
                <a:gd name="connsiteX1513" fmla="*/ 3595365 w 4940931"/>
                <a:gd name="connsiteY1513" fmla="*/ 8255 h 138429"/>
                <a:gd name="connsiteX1514" fmla="*/ 3445505 w 4940931"/>
                <a:gd name="connsiteY1514" fmla="*/ 0 h 138429"/>
                <a:gd name="connsiteX1515" fmla="*/ 3445505 w 4940931"/>
                <a:gd name="connsiteY1515" fmla="*/ 37465 h 138429"/>
                <a:gd name="connsiteX1516" fmla="*/ 3449950 w 4940931"/>
                <a:gd name="connsiteY1516" fmla="*/ 33655 h 138429"/>
                <a:gd name="connsiteX1517" fmla="*/ 3453760 w 4940931"/>
                <a:gd name="connsiteY1517" fmla="*/ 31115 h 138429"/>
                <a:gd name="connsiteX1518" fmla="*/ 3458840 w 4940931"/>
                <a:gd name="connsiteY1518" fmla="*/ 29210 h 138429"/>
                <a:gd name="connsiteX1519" fmla="*/ 3465825 w 4940931"/>
                <a:gd name="connsiteY1519" fmla="*/ 28575 h 138429"/>
                <a:gd name="connsiteX1520" fmla="*/ 3477890 w 4940931"/>
                <a:gd name="connsiteY1520" fmla="*/ 31115 h 138429"/>
                <a:gd name="connsiteX1521" fmla="*/ 3487415 w 4940931"/>
                <a:gd name="connsiteY1521" fmla="*/ 38735 h 138429"/>
                <a:gd name="connsiteX1522" fmla="*/ 3493765 w 4940931"/>
                <a:gd name="connsiteY1522" fmla="*/ 51435 h 138429"/>
                <a:gd name="connsiteX1523" fmla="*/ 3496305 w 4940931"/>
                <a:gd name="connsiteY1523" fmla="*/ 70485 h 138429"/>
                <a:gd name="connsiteX1524" fmla="*/ 3495670 w 4940931"/>
                <a:gd name="connsiteY1524" fmla="*/ 71120 h 138429"/>
                <a:gd name="connsiteX1525" fmla="*/ 3493130 w 4940931"/>
                <a:gd name="connsiteY1525" fmla="*/ 88265 h 138429"/>
                <a:gd name="connsiteX1526" fmla="*/ 3486145 w 4940931"/>
                <a:gd name="connsiteY1526" fmla="*/ 100330 h 138429"/>
                <a:gd name="connsiteX1527" fmla="*/ 3476620 w 4940931"/>
                <a:gd name="connsiteY1527" fmla="*/ 107315 h 138429"/>
                <a:gd name="connsiteX1528" fmla="*/ 3465190 w 4940931"/>
                <a:gd name="connsiteY1528" fmla="*/ 109855 h 138429"/>
                <a:gd name="connsiteX1529" fmla="*/ 3454395 w 4940931"/>
                <a:gd name="connsiteY1529" fmla="*/ 107315 h 138429"/>
                <a:gd name="connsiteX1530" fmla="*/ 3445505 w 4940931"/>
                <a:gd name="connsiteY1530" fmla="*/ 100965 h 138429"/>
                <a:gd name="connsiteX1531" fmla="*/ 3445505 w 4940931"/>
                <a:gd name="connsiteY1531" fmla="*/ 107950 h 138429"/>
                <a:gd name="connsiteX1532" fmla="*/ 3430265 w 4940931"/>
                <a:gd name="connsiteY1532" fmla="*/ 107950 h 138429"/>
                <a:gd name="connsiteX1533" fmla="*/ 3430265 w 4940931"/>
                <a:gd name="connsiteY1533" fmla="*/ 7620 h 138429"/>
                <a:gd name="connsiteX1534" fmla="*/ 2380611 w 4940931"/>
                <a:gd name="connsiteY1534" fmla="*/ 0 h 138429"/>
                <a:gd name="connsiteX1535" fmla="*/ 2380611 w 4940931"/>
                <a:gd name="connsiteY1535" fmla="*/ 30480 h 138429"/>
                <a:gd name="connsiteX1536" fmla="*/ 2399661 w 4940931"/>
                <a:gd name="connsiteY1536" fmla="*/ 30480 h 138429"/>
                <a:gd name="connsiteX1537" fmla="*/ 2399661 w 4940931"/>
                <a:gd name="connsiteY1537" fmla="*/ 44450 h 138429"/>
                <a:gd name="connsiteX1538" fmla="*/ 2380611 w 4940931"/>
                <a:gd name="connsiteY1538" fmla="*/ 44450 h 138429"/>
                <a:gd name="connsiteX1539" fmla="*/ 2380611 w 4940931"/>
                <a:gd name="connsiteY1539" fmla="*/ 86995 h 138429"/>
                <a:gd name="connsiteX1540" fmla="*/ 2380611 w 4940931"/>
                <a:gd name="connsiteY1540" fmla="*/ 91440 h 138429"/>
                <a:gd name="connsiteX1541" fmla="*/ 2381881 w 4940931"/>
                <a:gd name="connsiteY1541" fmla="*/ 94615 h 138429"/>
                <a:gd name="connsiteX1542" fmla="*/ 2384421 w 4940931"/>
                <a:gd name="connsiteY1542" fmla="*/ 95885 h 138429"/>
                <a:gd name="connsiteX1543" fmla="*/ 2388231 w 4940931"/>
                <a:gd name="connsiteY1543" fmla="*/ 95885 h 138429"/>
                <a:gd name="connsiteX1544" fmla="*/ 2394581 w 4940931"/>
                <a:gd name="connsiteY1544" fmla="*/ 95250 h 138429"/>
                <a:gd name="connsiteX1545" fmla="*/ 2399661 w 4940931"/>
                <a:gd name="connsiteY1545" fmla="*/ 93345 h 138429"/>
                <a:gd name="connsiteX1546" fmla="*/ 2397756 w 4940931"/>
                <a:gd name="connsiteY1546" fmla="*/ 106680 h 138429"/>
                <a:gd name="connsiteX1547" fmla="*/ 2391406 w 4940931"/>
                <a:gd name="connsiteY1547" fmla="*/ 109220 h 138429"/>
                <a:gd name="connsiteX1548" fmla="*/ 2383151 w 4940931"/>
                <a:gd name="connsiteY1548" fmla="*/ 110490 h 138429"/>
                <a:gd name="connsiteX1549" fmla="*/ 2376166 w 4940931"/>
                <a:gd name="connsiteY1549" fmla="*/ 109220 h 138429"/>
                <a:gd name="connsiteX1550" fmla="*/ 2370451 w 4940931"/>
                <a:gd name="connsiteY1550" fmla="*/ 105410 h 138429"/>
                <a:gd name="connsiteX1551" fmla="*/ 2366641 w 4940931"/>
                <a:gd name="connsiteY1551" fmla="*/ 99060 h 138429"/>
                <a:gd name="connsiteX1552" fmla="*/ 2365371 w 4940931"/>
                <a:gd name="connsiteY1552" fmla="*/ 89535 h 138429"/>
                <a:gd name="connsiteX1553" fmla="*/ 2365371 w 4940931"/>
                <a:gd name="connsiteY1553" fmla="*/ 44450 h 138429"/>
                <a:gd name="connsiteX1554" fmla="*/ 2354576 w 4940931"/>
                <a:gd name="connsiteY1554" fmla="*/ 44450 h 138429"/>
                <a:gd name="connsiteX1555" fmla="*/ 2354576 w 4940931"/>
                <a:gd name="connsiteY1555" fmla="*/ 30480 h 138429"/>
                <a:gd name="connsiteX1556" fmla="*/ 2365371 w 4940931"/>
                <a:gd name="connsiteY1556" fmla="*/ 30480 h 138429"/>
                <a:gd name="connsiteX1557" fmla="*/ 2365371 w 4940931"/>
                <a:gd name="connsiteY1557" fmla="*/ 8255 h 138429"/>
                <a:gd name="connsiteX1558" fmla="*/ 2150741 w 4940931"/>
                <a:gd name="connsiteY1558" fmla="*/ 0 h 138429"/>
                <a:gd name="connsiteX1559" fmla="*/ 2150741 w 4940931"/>
                <a:gd name="connsiteY1559" fmla="*/ 30480 h 138429"/>
                <a:gd name="connsiteX1560" fmla="*/ 2169791 w 4940931"/>
                <a:gd name="connsiteY1560" fmla="*/ 30480 h 138429"/>
                <a:gd name="connsiteX1561" fmla="*/ 2169791 w 4940931"/>
                <a:gd name="connsiteY1561" fmla="*/ 44450 h 138429"/>
                <a:gd name="connsiteX1562" fmla="*/ 2150741 w 4940931"/>
                <a:gd name="connsiteY1562" fmla="*/ 44450 h 138429"/>
                <a:gd name="connsiteX1563" fmla="*/ 2150741 w 4940931"/>
                <a:gd name="connsiteY1563" fmla="*/ 86995 h 138429"/>
                <a:gd name="connsiteX1564" fmla="*/ 2150741 w 4940931"/>
                <a:gd name="connsiteY1564" fmla="*/ 91440 h 138429"/>
                <a:gd name="connsiteX1565" fmla="*/ 2152011 w 4940931"/>
                <a:gd name="connsiteY1565" fmla="*/ 94615 h 138429"/>
                <a:gd name="connsiteX1566" fmla="*/ 2154551 w 4940931"/>
                <a:gd name="connsiteY1566" fmla="*/ 95885 h 138429"/>
                <a:gd name="connsiteX1567" fmla="*/ 2158361 w 4940931"/>
                <a:gd name="connsiteY1567" fmla="*/ 95885 h 138429"/>
                <a:gd name="connsiteX1568" fmla="*/ 2164711 w 4940931"/>
                <a:gd name="connsiteY1568" fmla="*/ 95250 h 138429"/>
                <a:gd name="connsiteX1569" fmla="*/ 2169791 w 4940931"/>
                <a:gd name="connsiteY1569" fmla="*/ 93345 h 138429"/>
                <a:gd name="connsiteX1570" fmla="*/ 2167886 w 4940931"/>
                <a:gd name="connsiteY1570" fmla="*/ 106680 h 138429"/>
                <a:gd name="connsiteX1571" fmla="*/ 2161536 w 4940931"/>
                <a:gd name="connsiteY1571" fmla="*/ 109220 h 138429"/>
                <a:gd name="connsiteX1572" fmla="*/ 2153281 w 4940931"/>
                <a:gd name="connsiteY1572" fmla="*/ 110490 h 138429"/>
                <a:gd name="connsiteX1573" fmla="*/ 2146296 w 4940931"/>
                <a:gd name="connsiteY1573" fmla="*/ 109220 h 138429"/>
                <a:gd name="connsiteX1574" fmla="*/ 2140581 w 4940931"/>
                <a:gd name="connsiteY1574" fmla="*/ 105410 h 138429"/>
                <a:gd name="connsiteX1575" fmla="*/ 2136771 w 4940931"/>
                <a:gd name="connsiteY1575" fmla="*/ 99060 h 138429"/>
                <a:gd name="connsiteX1576" fmla="*/ 2135501 w 4940931"/>
                <a:gd name="connsiteY1576" fmla="*/ 89535 h 138429"/>
                <a:gd name="connsiteX1577" fmla="*/ 2135501 w 4940931"/>
                <a:gd name="connsiteY1577" fmla="*/ 44450 h 138429"/>
                <a:gd name="connsiteX1578" fmla="*/ 2124706 w 4940931"/>
                <a:gd name="connsiteY1578" fmla="*/ 44450 h 138429"/>
                <a:gd name="connsiteX1579" fmla="*/ 2124706 w 4940931"/>
                <a:gd name="connsiteY1579" fmla="*/ 30480 h 138429"/>
                <a:gd name="connsiteX1580" fmla="*/ 2135501 w 4940931"/>
                <a:gd name="connsiteY1580" fmla="*/ 30480 h 138429"/>
                <a:gd name="connsiteX1581" fmla="*/ 2135501 w 4940931"/>
                <a:gd name="connsiteY1581" fmla="*/ 8255 h 138429"/>
                <a:gd name="connsiteX1582" fmla="*/ 2096131 w 4940931"/>
                <a:gd name="connsiteY1582" fmla="*/ 0 h 138429"/>
                <a:gd name="connsiteX1583" fmla="*/ 2096131 w 4940931"/>
                <a:gd name="connsiteY1583" fmla="*/ 30480 h 138429"/>
                <a:gd name="connsiteX1584" fmla="*/ 2115181 w 4940931"/>
                <a:gd name="connsiteY1584" fmla="*/ 30480 h 138429"/>
                <a:gd name="connsiteX1585" fmla="*/ 2115181 w 4940931"/>
                <a:gd name="connsiteY1585" fmla="*/ 44450 h 138429"/>
                <a:gd name="connsiteX1586" fmla="*/ 2096131 w 4940931"/>
                <a:gd name="connsiteY1586" fmla="*/ 44450 h 138429"/>
                <a:gd name="connsiteX1587" fmla="*/ 2096131 w 4940931"/>
                <a:gd name="connsiteY1587" fmla="*/ 86995 h 138429"/>
                <a:gd name="connsiteX1588" fmla="*/ 2096131 w 4940931"/>
                <a:gd name="connsiteY1588" fmla="*/ 91440 h 138429"/>
                <a:gd name="connsiteX1589" fmla="*/ 2097401 w 4940931"/>
                <a:gd name="connsiteY1589" fmla="*/ 94615 h 138429"/>
                <a:gd name="connsiteX1590" fmla="*/ 2099941 w 4940931"/>
                <a:gd name="connsiteY1590" fmla="*/ 95885 h 138429"/>
                <a:gd name="connsiteX1591" fmla="*/ 2103751 w 4940931"/>
                <a:gd name="connsiteY1591" fmla="*/ 95885 h 138429"/>
                <a:gd name="connsiteX1592" fmla="*/ 2110101 w 4940931"/>
                <a:gd name="connsiteY1592" fmla="*/ 95250 h 138429"/>
                <a:gd name="connsiteX1593" fmla="*/ 2115181 w 4940931"/>
                <a:gd name="connsiteY1593" fmla="*/ 93345 h 138429"/>
                <a:gd name="connsiteX1594" fmla="*/ 2113276 w 4940931"/>
                <a:gd name="connsiteY1594" fmla="*/ 106680 h 138429"/>
                <a:gd name="connsiteX1595" fmla="*/ 2106926 w 4940931"/>
                <a:gd name="connsiteY1595" fmla="*/ 109220 h 138429"/>
                <a:gd name="connsiteX1596" fmla="*/ 2098671 w 4940931"/>
                <a:gd name="connsiteY1596" fmla="*/ 110490 h 138429"/>
                <a:gd name="connsiteX1597" fmla="*/ 2091686 w 4940931"/>
                <a:gd name="connsiteY1597" fmla="*/ 109220 h 138429"/>
                <a:gd name="connsiteX1598" fmla="*/ 2085971 w 4940931"/>
                <a:gd name="connsiteY1598" fmla="*/ 105410 h 138429"/>
                <a:gd name="connsiteX1599" fmla="*/ 2082161 w 4940931"/>
                <a:gd name="connsiteY1599" fmla="*/ 99060 h 138429"/>
                <a:gd name="connsiteX1600" fmla="*/ 2080891 w 4940931"/>
                <a:gd name="connsiteY1600" fmla="*/ 89535 h 138429"/>
                <a:gd name="connsiteX1601" fmla="*/ 2080891 w 4940931"/>
                <a:gd name="connsiteY1601" fmla="*/ 44450 h 138429"/>
                <a:gd name="connsiteX1602" fmla="*/ 2070096 w 4940931"/>
                <a:gd name="connsiteY1602" fmla="*/ 44450 h 138429"/>
                <a:gd name="connsiteX1603" fmla="*/ 2070096 w 4940931"/>
                <a:gd name="connsiteY1603" fmla="*/ 30480 h 138429"/>
                <a:gd name="connsiteX1604" fmla="*/ 2080891 w 4940931"/>
                <a:gd name="connsiteY1604" fmla="*/ 30480 h 138429"/>
                <a:gd name="connsiteX1605" fmla="*/ 2080891 w 4940931"/>
                <a:gd name="connsiteY1605" fmla="*/ 8255 h 138429"/>
                <a:gd name="connsiteX1606" fmla="*/ 1931665 w 4940931"/>
                <a:gd name="connsiteY1606" fmla="*/ 0 h 138429"/>
                <a:gd name="connsiteX1607" fmla="*/ 1931665 w 4940931"/>
                <a:gd name="connsiteY1607" fmla="*/ 37465 h 138429"/>
                <a:gd name="connsiteX1608" fmla="*/ 1936110 w 4940931"/>
                <a:gd name="connsiteY1608" fmla="*/ 33655 h 138429"/>
                <a:gd name="connsiteX1609" fmla="*/ 1939920 w 4940931"/>
                <a:gd name="connsiteY1609" fmla="*/ 31115 h 138429"/>
                <a:gd name="connsiteX1610" fmla="*/ 1945000 w 4940931"/>
                <a:gd name="connsiteY1610" fmla="*/ 29210 h 138429"/>
                <a:gd name="connsiteX1611" fmla="*/ 1951985 w 4940931"/>
                <a:gd name="connsiteY1611" fmla="*/ 28575 h 138429"/>
                <a:gd name="connsiteX1612" fmla="*/ 1964050 w 4940931"/>
                <a:gd name="connsiteY1612" fmla="*/ 31115 h 138429"/>
                <a:gd name="connsiteX1613" fmla="*/ 1973575 w 4940931"/>
                <a:gd name="connsiteY1613" fmla="*/ 38735 h 138429"/>
                <a:gd name="connsiteX1614" fmla="*/ 1979925 w 4940931"/>
                <a:gd name="connsiteY1614" fmla="*/ 51435 h 138429"/>
                <a:gd name="connsiteX1615" fmla="*/ 1982465 w 4940931"/>
                <a:gd name="connsiteY1615" fmla="*/ 70485 h 138429"/>
                <a:gd name="connsiteX1616" fmla="*/ 1981830 w 4940931"/>
                <a:gd name="connsiteY1616" fmla="*/ 71120 h 138429"/>
                <a:gd name="connsiteX1617" fmla="*/ 1979290 w 4940931"/>
                <a:gd name="connsiteY1617" fmla="*/ 88265 h 138429"/>
                <a:gd name="connsiteX1618" fmla="*/ 1972305 w 4940931"/>
                <a:gd name="connsiteY1618" fmla="*/ 100330 h 138429"/>
                <a:gd name="connsiteX1619" fmla="*/ 1962780 w 4940931"/>
                <a:gd name="connsiteY1619" fmla="*/ 107315 h 138429"/>
                <a:gd name="connsiteX1620" fmla="*/ 1951350 w 4940931"/>
                <a:gd name="connsiteY1620" fmla="*/ 109855 h 138429"/>
                <a:gd name="connsiteX1621" fmla="*/ 1940555 w 4940931"/>
                <a:gd name="connsiteY1621" fmla="*/ 107315 h 138429"/>
                <a:gd name="connsiteX1622" fmla="*/ 1931665 w 4940931"/>
                <a:gd name="connsiteY1622" fmla="*/ 100965 h 138429"/>
                <a:gd name="connsiteX1623" fmla="*/ 1931665 w 4940931"/>
                <a:gd name="connsiteY1623" fmla="*/ 107950 h 138429"/>
                <a:gd name="connsiteX1624" fmla="*/ 1916425 w 4940931"/>
                <a:gd name="connsiteY1624" fmla="*/ 107950 h 138429"/>
                <a:gd name="connsiteX1625" fmla="*/ 1916425 w 4940931"/>
                <a:gd name="connsiteY1625" fmla="*/ 7620 h 138429"/>
                <a:gd name="connsiteX1626" fmla="*/ 1316991 w 4940931"/>
                <a:gd name="connsiteY1626" fmla="*/ 0 h 138429"/>
                <a:gd name="connsiteX1627" fmla="*/ 1316991 w 4940931"/>
                <a:gd name="connsiteY1627" fmla="*/ 30480 h 138429"/>
                <a:gd name="connsiteX1628" fmla="*/ 1336041 w 4940931"/>
                <a:gd name="connsiteY1628" fmla="*/ 30480 h 138429"/>
                <a:gd name="connsiteX1629" fmla="*/ 1336041 w 4940931"/>
                <a:gd name="connsiteY1629" fmla="*/ 44450 h 138429"/>
                <a:gd name="connsiteX1630" fmla="*/ 1316991 w 4940931"/>
                <a:gd name="connsiteY1630" fmla="*/ 44450 h 138429"/>
                <a:gd name="connsiteX1631" fmla="*/ 1316991 w 4940931"/>
                <a:gd name="connsiteY1631" fmla="*/ 86995 h 138429"/>
                <a:gd name="connsiteX1632" fmla="*/ 1316991 w 4940931"/>
                <a:gd name="connsiteY1632" fmla="*/ 91440 h 138429"/>
                <a:gd name="connsiteX1633" fmla="*/ 1318261 w 4940931"/>
                <a:gd name="connsiteY1633" fmla="*/ 94615 h 138429"/>
                <a:gd name="connsiteX1634" fmla="*/ 1320801 w 4940931"/>
                <a:gd name="connsiteY1634" fmla="*/ 95885 h 138429"/>
                <a:gd name="connsiteX1635" fmla="*/ 1324611 w 4940931"/>
                <a:gd name="connsiteY1635" fmla="*/ 95885 h 138429"/>
                <a:gd name="connsiteX1636" fmla="*/ 1330961 w 4940931"/>
                <a:gd name="connsiteY1636" fmla="*/ 95250 h 138429"/>
                <a:gd name="connsiteX1637" fmla="*/ 1336041 w 4940931"/>
                <a:gd name="connsiteY1637" fmla="*/ 93345 h 138429"/>
                <a:gd name="connsiteX1638" fmla="*/ 1334136 w 4940931"/>
                <a:gd name="connsiteY1638" fmla="*/ 106680 h 138429"/>
                <a:gd name="connsiteX1639" fmla="*/ 1327786 w 4940931"/>
                <a:gd name="connsiteY1639" fmla="*/ 109220 h 138429"/>
                <a:gd name="connsiteX1640" fmla="*/ 1319531 w 4940931"/>
                <a:gd name="connsiteY1640" fmla="*/ 110490 h 138429"/>
                <a:gd name="connsiteX1641" fmla="*/ 1312546 w 4940931"/>
                <a:gd name="connsiteY1641" fmla="*/ 109220 h 138429"/>
                <a:gd name="connsiteX1642" fmla="*/ 1306831 w 4940931"/>
                <a:gd name="connsiteY1642" fmla="*/ 105410 h 138429"/>
                <a:gd name="connsiteX1643" fmla="*/ 1303021 w 4940931"/>
                <a:gd name="connsiteY1643" fmla="*/ 99060 h 138429"/>
                <a:gd name="connsiteX1644" fmla="*/ 1301751 w 4940931"/>
                <a:gd name="connsiteY1644" fmla="*/ 89535 h 138429"/>
                <a:gd name="connsiteX1645" fmla="*/ 1301751 w 4940931"/>
                <a:gd name="connsiteY1645" fmla="*/ 44450 h 138429"/>
                <a:gd name="connsiteX1646" fmla="*/ 1290956 w 4940931"/>
                <a:gd name="connsiteY1646" fmla="*/ 44450 h 138429"/>
                <a:gd name="connsiteX1647" fmla="*/ 1290956 w 4940931"/>
                <a:gd name="connsiteY1647" fmla="*/ 30480 h 138429"/>
                <a:gd name="connsiteX1648" fmla="*/ 1301751 w 4940931"/>
                <a:gd name="connsiteY1648" fmla="*/ 30480 h 138429"/>
                <a:gd name="connsiteX1649" fmla="*/ 1301751 w 4940931"/>
                <a:gd name="connsiteY1649" fmla="*/ 8255 h 138429"/>
                <a:gd name="connsiteX1650" fmla="*/ 751206 w 4940931"/>
                <a:gd name="connsiteY1650" fmla="*/ 0 h 138429"/>
                <a:gd name="connsiteX1651" fmla="*/ 751206 w 4940931"/>
                <a:gd name="connsiteY1651" fmla="*/ 30480 h 138429"/>
                <a:gd name="connsiteX1652" fmla="*/ 770256 w 4940931"/>
                <a:gd name="connsiteY1652" fmla="*/ 30480 h 138429"/>
                <a:gd name="connsiteX1653" fmla="*/ 770256 w 4940931"/>
                <a:gd name="connsiteY1653" fmla="*/ 44450 h 138429"/>
                <a:gd name="connsiteX1654" fmla="*/ 751206 w 4940931"/>
                <a:gd name="connsiteY1654" fmla="*/ 44450 h 138429"/>
                <a:gd name="connsiteX1655" fmla="*/ 751206 w 4940931"/>
                <a:gd name="connsiteY1655" fmla="*/ 86995 h 138429"/>
                <a:gd name="connsiteX1656" fmla="*/ 751206 w 4940931"/>
                <a:gd name="connsiteY1656" fmla="*/ 91440 h 138429"/>
                <a:gd name="connsiteX1657" fmla="*/ 752476 w 4940931"/>
                <a:gd name="connsiteY1657" fmla="*/ 94615 h 138429"/>
                <a:gd name="connsiteX1658" fmla="*/ 755016 w 4940931"/>
                <a:gd name="connsiteY1658" fmla="*/ 95885 h 138429"/>
                <a:gd name="connsiteX1659" fmla="*/ 758826 w 4940931"/>
                <a:gd name="connsiteY1659" fmla="*/ 95885 h 138429"/>
                <a:gd name="connsiteX1660" fmla="*/ 765176 w 4940931"/>
                <a:gd name="connsiteY1660" fmla="*/ 95250 h 138429"/>
                <a:gd name="connsiteX1661" fmla="*/ 770256 w 4940931"/>
                <a:gd name="connsiteY1661" fmla="*/ 93345 h 138429"/>
                <a:gd name="connsiteX1662" fmla="*/ 768351 w 4940931"/>
                <a:gd name="connsiteY1662" fmla="*/ 106680 h 138429"/>
                <a:gd name="connsiteX1663" fmla="*/ 762001 w 4940931"/>
                <a:gd name="connsiteY1663" fmla="*/ 109220 h 138429"/>
                <a:gd name="connsiteX1664" fmla="*/ 753746 w 4940931"/>
                <a:gd name="connsiteY1664" fmla="*/ 110490 h 138429"/>
                <a:gd name="connsiteX1665" fmla="*/ 746761 w 4940931"/>
                <a:gd name="connsiteY1665" fmla="*/ 109220 h 138429"/>
                <a:gd name="connsiteX1666" fmla="*/ 741045 w 4940931"/>
                <a:gd name="connsiteY1666" fmla="*/ 105410 h 138429"/>
                <a:gd name="connsiteX1667" fmla="*/ 737236 w 4940931"/>
                <a:gd name="connsiteY1667" fmla="*/ 99060 h 138429"/>
                <a:gd name="connsiteX1668" fmla="*/ 735966 w 4940931"/>
                <a:gd name="connsiteY1668" fmla="*/ 89535 h 138429"/>
                <a:gd name="connsiteX1669" fmla="*/ 735966 w 4940931"/>
                <a:gd name="connsiteY1669" fmla="*/ 44450 h 138429"/>
                <a:gd name="connsiteX1670" fmla="*/ 725171 w 4940931"/>
                <a:gd name="connsiteY1670" fmla="*/ 44450 h 138429"/>
                <a:gd name="connsiteX1671" fmla="*/ 725171 w 4940931"/>
                <a:gd name="connsiteY1671" fmla="*/ 30480 h 138429"/>
                <a:gd name="connsiteX1672" fmla="*/ 735966 w 4940931"/>
                <a:gd name="connsiteY1672" fmla="*/ 30480 h 138429"/>
                <a:gd name="connsiteX1673" fmla="*/ 735966 w 4940931"/>
                <a:gd name="connsiteY1673" fmla="*/ 8255 h 138429"/>
                <a:gd name="connsiteX1674" fmla="*/ 521335 w 4940931"/>
                <a:gd name="connsiteY1674" fmla="*/ 0 h 138429"/>
                <a:gd name="connsiteX1675" fmla="*/ 521335 w 4940931"/>
                <a:gd name="connsiteY1675" fmla="*/ 30480 h 138429"/>
                <a:gd name="connsiteX1676" fmla="*/ 540385 w 4940931"/>
                <a:gd name="connsiteY1676" fmla="*/ 30480 h 138429"/>
                <a:gd name="connsiteX1677" fmla="*/ 540385 w 4940931"/>
                <a:gd name="connsiteY1677" fmla="*/ 44450 h 138429"/>
                <a:gd name="connsiteX1678" fmla="*/ 521335 w 4940931"/>
                <a:gd name="connsiteY1678" fmla="*/ 44450 h 138429"/>
                <a:gd name="connsiteX1679" fmla="*/ 521335 w 4940931"/>
                <a:gd name="connsiteY1679" fmla="*/ 86995 h 138429"/>
                <a:gd name="connsiteX1680" fmla="*/ 521335 w 4940931"/>
                <a:gd name="connsiteY1680" fmla="*/ 91440 h 138429"/>
                <a:gd name="connsiteX1681" fmla="*/ 522605 w 4940931"/>
                <a:gd name="connsiteY1681" fmla="*/ 94615 h 138429"/>
                <a:gd name="connsiteX1682" fmla="*/ 525145 w 4940931"/>
                <a:gd name="connsiteY1682" fmla="*/ 95885 h 138429"/>
                <a:gd name="connsiteX1683" fmla="*/ 528955 w 4940931"/>
                <a:gd name="connsiteY1683" fmla="*/ 95885 h 138429"/>
                <a:gd name="connsiteX1684" fmla="*/ 535305 w 4940931"/>
                <a:gd name="connsiteY1684" fmla="*/ 95250 h 138429"/>
                <a:gd name="connsiteX1685" fmla="*/ 540385 w 4940931"/>
                <a:gd name="connsiteY1685" fmla="*/ 93345 h 138429"/>
                <a:gd name="connsiteX1686" fmla="*/ 538480 w 4940931"/>
                <a:gd name="connsiteY1686" fmla="*/ 106680 h 138429"/>
                <a:gd name="connsiteX1687" fmla="*/ 532130 w 4940931"/>
                <a:gd name="connsiteY1687" fmla="*/ 109220 h 138429"/>
                <a:gd name="connsiteX1688" fmla="*/ 523875 w 4940931"/>
                <a:gd name="connsiteY1688" fmla="*/ 110490 h 138429"/>
                <a:gd name="connsiteX1689" fmla="*/ 516890 w 4940931"/>
                <a:gd name="connsiteY1689" fmla="*/ 109220 h 138429"/>
                <a:gd name="connsiteX1690" fmla="*/ 511175 w 4940931"/>
                <a:gd name="connsiteY1690" fmla="*/ 105410 h 138429"/>
                <a:gd name="connsiteX1691" fmla="*/ 507365 w 4940931"/>
                <a:gd name="connsiteY1691" fmla="*/ 99060 h 138429"/>
                <a:gd name="connsiteX1692" fmla="*/ 506095 w 4940931"/>
                <a:gd name="connsiteY1692" fmla="*/ 89535 h 138429"/>
                <a:gd name="connsiteX1693" fmla="*/ 506095 w 4940931"/>
                <a:gd name="connsiteY1693" fmla="*/ 44450 h 138429"/>
                <a:gd name="connsiteX1694" fmla="*/ 495300 w 4940931"/>
                <a:gd name="connsiteY1694" fmla="*/ 44450 h 138429"/>
                <a:gd name="connsiteX1695" fmla="*/ 495300 w 4940931"/>
                <a:gd name="connsiteY1695" fmla="*/ 30480 h 138429"/>
                <a:gd name="connsiteX1696" fmla="*/ 506095 w 4940931"/>
                <a:gd name="connsiteY1696" fmla="*/ 30480 h 138429"/>
                <a:gd name="connsiteX1697" fmla="*/ 506095 w 4940931"/>
                <a:gd name="connsiteY1697" fmla="*/ 8255 h 138429"/>
                <a:gd name="connsiteX1698" fmla="*/ 466724 w 4940931"/>
                <a:gd name="connsiteY1698" fmla="*/ 0 h 138429"/>
                <a:gd name="connsiteX1699" fmla="*/ 466724 w 4940931"/>
                <a:gd name="connsiteY1699" fmla="*/ 30480 h 138429"/>
                <a:gd name="connsiteX1700" fmla="*/ 485774 w 4940931"/>
                <a:gd name="connsiteY1700" fmla="*/ 30480 h 138429"/>
                <a:gd name="connsiteX1701" fmla="*/ 485774 w 4940931"/>
                <a:gd name="connsiteY1701" fmla="*/ 44450 h 138429"/>
                <a:gd name="connsiteX1702" fmla="*/ 466724 w 4940931"/>
                <a:gd name="connsiteY1702" fmla="*/ 44450 h 138429"/>
                <a:gd name="connsiteX1703" fmla="*/ 466724 w 4940931"/>
                <a:gd name="connsiteY1703" fmla="*/ 86995 h 138429"/>
                <a:gd name="connsiteX1704" fmla="*/ 466724 w 4940931"/>
                <a:gd name="connsiteY1704" fmla="*/ 91440 h 138429"/>
                <a:gd name="connsiteX1705" fmla="*/ 467994 w 4940931"/>
                <a:gd name="connsiteY1705" fmla="*/ 94615 h 138429"/>
                <a:gd name="connsiteX1706" fmla="*/ 470534 w 4940931"/>
                <a:gd name="connsiteY1706" fmla="*/ 95885 h 138429"/>
                <a:gd name="connsiteX1707" fmla="*/ 474344 w 4940931"/>
                <a:gd name="connsiteY1707" fmla="*/ 95885 h 138429"/>
                <a:gd name="connsiteX1708" fmla="*/ 480694 w 4940931"/>
                <a:gd name="connsiteY1708" fmla="*/ 95250 h 138429"/>
                <a:gd name="connsiteX1709" fmla="*/ 485774 w 4940931"/>
                <a:gd name="connsiteY1709" fmla="*/ 93345 h 138429"/>
                <a:gd name="connsiteX1710" fmla="*/ 483869 w 4940931"/>
                <a:gd name="connsiteY1710" fmla="*/ 106680 h 138429"/>
                <a:gd name="connsiteX1711" fmla="*/ 477519 w 4940931"/>
                <a:gd name="connsiteY1711" fmla="*/ 109220 h 138429"/>
                <a:gd name="connsiteX1712" fmla="*/ 469264 w 4940931"/>
                <a:gd name="connsiteY1712" fmla="*/ 110490 h 138429"/>
                <a:gd name="connsiteX1713" fmla="*/ 462279 w 4940931"/>
                <a:gd name="connsiteY1713" fmla="*/ 109220 h 138429"/>
                <a:gd name="connsiteX1714" fmla="*/ 456564 w 4940931"/>
                <a:gd name="connsiteY1714" fmla="*/ 105410 h 138429"/>
                <a:gd name="connsiteX1715" fmla="*/ 452754 w 4940931"/>
                <a:gd name="connsiteY1715" fmla="*/ 99060 h 138429"/>
                <a:gd name="connsiteX1716" fmla="*/ 451484 w 4940931"/>
                <a:gd name="connsiteY1716" fmla="*/ 89535 h 138429"/>
                <a:gd name="connsiteX1717" fmla="*/ 451484 w 4940931"/>
                <a:gd name="connsiteY1717" fmla="*/ 44450 h 138429"/>
                <a:gd name="connsiteX1718" fmla="*/ 440689 w 4940931"/>
                <a:gd name="connsiteY1718" fmla="*/ 44450 h 138429"/>
                <a:gd name="connsiteX1719" fmla="*/ 440689 w 4940931"/>
                <a:gd name="connsiteY1719" fmla="*/ 30480 h 138429"/>
                <a:gd name="connsiteX1720" fmla="*/ 451484 w 4940931"/>
                <a:gd name="connsiteY1720" fmla="*/ 30480 h 138429"/>
                <a:gd name="connsiteX1721" fmla="*/ 451484 w 4940931"/>
                <a:gd name="connsiteY1721" fmla="*/ 8255 h 138429"/>
                <a:gd name="connsiteX1722" fmla="*/ 302259 w 4940931"/>
                <a:gd name="connsiteY1722" fmla="*/ 0 h 138429"/>
                <a:gd name="connsiteX1723" fmla="*/ 302259 w 4940931"/>
                <a:gd name="connsiteY1723" fmla="*/ 37465 h 138429"/>
                <a:gd name="connsiteX1724" fmla="*/ 306704 w 4940931"/>
                <a:gd name="connsiteY1724" fmla="*/ 33655 h 138429"/>
                <a:gd name="connsiteX1725" fmla="*/ 310514 w 4940931"/>
                <a:gd name="connsiteY1725" fmla="*/ 31115 h 138429"/>
                <a:gd name="connsiteX1726" fmla="*/ 315594 w 4940931"/>
                <a:gd name="connsiteY1726" fmla="*/ 29210 h 138429"/>
                <a:gd name="connsiteX1727" fmla="*/ 322579 w 4940931"/>
                <a:gd name="connsiteY1727" fmla="*/ 28575 h 138429"/>
                <a:gd name="connsiteX1728" fmla="*/ 334644 w 4940931"/>
                <a:gd name="connsiteY1728" fmla="*/ 31115 h 138429"/>
                <a:gd name="connsiteX1729" fmla="*/ 344169 w 4940931"/>
                <a:gd name="connsiteY1729" fmla="*/ 38735 h 138429"/>
                <a:gd name="connsiteX1730" fmla="*/ 350519 w 4940931"/>
                <a:gd name="connsiteY1730" fmla="*/ 51435 h 138429"/>
                <a:gd name="connsiteX1731" fmla="*/ 353059 w 4940931"/>
                <a:gd name="connsiteY1731" fmla="*/ 70485 h 138429"/>
                <a:gd name="connsiteX1732" fmla="*/ 352424 w 4940931"/>
                <a:gd name="connsiteY1732" fmla="*/ 71120 h 138429"/>
                <a:gd name="connsiteX1733" fmla="*/ 349884 w 4940931"/>
                <a:gd name="connsiteY1733" fmla="*/ 88265 h 138429"/>
                <a:gd name="connsiteX1734" fmla="*/ 342899 w 4940931"/>
                <a:gd name="connsiteY1734" fmla="*/ 100330 h 138429"/>
                <a:gd name="connsiteX1735" fmla="*/ 333374 w 4940931"/>
                <a:gd name="connsiteY1735" fmla="*/ 107315 h 138429"/>
                <a:gd name="connsiteX1736" fmla="*/ 321944 w 4940931"/>
                <a:gd name="connsiteY1736" fmla="*/ 109855 h 138429"/>
                <a:gd name="connsiteX1737" fmla="*/ 311149 w 4940931"/>
                <a:gd name="connsiteY1737" fmla="*/ 107315 h 138429"/>
                <a:gd name="connsiteX1738" fmla="*/ 302259 w 4940931"/>
                <a:gd name="connsiteY1738" fmla="*/ 100965 h 138429"/>
                <a:gd name="connsiteX1739" fmla="*/ 302259 w 4940931"/>
                <a:gd name="connsiteY1739" fmla="*/ 107950 h 138429"/>
                <a:gd name="connsiteX1740" fmla="*/ 287019 w 4940931"/>
                <a:gd name="connsiteY1740" fmla="*/ 107950 h 138429"/>
                <a:gd name="connsiteX1741" fmla="*/ 287019 w 4940931"/>
                <a:gd name="connsiteY1741" fmla="*/ 7620 h 138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Lst>
              <a:rect l="l" t="t" r="r" b="b"/>
              <a:pathLst>
                <a:path w="4940931" h="138429">
                  <a:moveTo>
                    <a:pt x="1032512" y="137477"/>
                  </a:moveTo>
                  <a:lnTo>
                    <a:pt x="1032512" y="137794"/>
                  </a:lnTo>
                  <a:lnTo>
                    <a:pt x="1030607" y="138429"/>
                  </a:lnTo>
                  <a:close/>
                  <a:moveTo>
                    <a:pt x="4929501" y="87629"/>
                  </a:moveTo>
                  <a:cubicBezTo>
                    <a:pt x="4930771" y="87629"/>
                    <a:pt x="4932676" y="87629"/>
                    <a:pt x="4933946" y="88264"/>
                  </a:cubicBezTo>
                  <a:cubicBezTo>
                    <a:pt x="4935216" y="88264"/>
                    <a:pt x="4936486" y="89534"/>
                    <a:pt x="4937756" y="90804"/>
                  </a:cubicBezTo>
                  <a:cubicBezTo>
                    <a:pt x="4939026" y="92074"/>
                    <a:pt x="4939661" y="93344"/>
                    <a:pt x="4940296" y="94614"/>
                  </a:cubicBezTo>
                  <a:cubicBezTo>
                    <a:pt x="4940296" y="95884"/>
                    <a:pt x="4940931" y="97789"/>
                    <a:pt x="4940931" y="99059"/>
                  </a:cubicBezTo>
                  <a:cubicBezTo>
                    <a:pt x="4940931" y="99059"/>
                    <a:pt x="4940931" y="102234"/>
                    <a:pt x="4940296" y="103504"/>
                  </a:cubicBezTo>
                  <a:cubicBezTo>
                    <a:pt x="4940296" y="104774"/>
                    <a:pt x="4939026" y="106044"/>
                    <a:pt x="4937756" y="107314"/>
                  </a:cubicBezTo>
                  <a:cubicBezTo>
                    <a:pt x="4936486" y="108584"/>
                    <a:pt x="4935216" y="109219"/>
                    <a:pt x="4933946" y="109854"/>
                  </a:cubicBezTo>
                  <a:cubicBezTo>
                    <a:pt x="4932676" y="109854"/>
                    <a:pt x="4930771" y="110489"/>
                    <a:pt x="4929501" y="110489"/>
                  </a:cubicBezTo>
                  <a:cubicBezTo>
                    <a:pt x="4928231" y="110489"/>
                    <a:pt x="4926326" y="110489"/>
                    <a:pt x="4925056" y="109854"/>
                  </a:cubicBezTo>
                  <a:cubicBezTo>
                    <a:pt x="4923786" y="109854"/>
                    <a:pt x="4922516" y="108584"/>
                    <a:pt x="4921246" y="107314"/>
                  </a:cubicBezTo>
                  <a:cubicBezTo>
                    <a:pt x="4919976" y="106044"/>
                    <a:pt x="4919341" y="104774"/>
                    <a:pt x="4918706" y="103504"/>
                  </a:cubicBezTo>
                  <a:cubicBezTo>
                    <a:pt x="4918706" y="102234"/>
                    <a:pt x="4918071" y="100329"/>
                    <a:pt x="4918071" y="99059"/>
                  </a:cubicBezTo>
                  <a:cubicBezTo>
                    <a:pt x="4918071" y="97789"/>
                    <a:pt x="4918071" y="95884"/>
                    <a:pt x="4918706" y="94614"/>
                  </a:cubicBezTo>
                  <a:cubicBezTo>
                    <a:pt x="4918706" y="93344"/>
                    <a:pt x="4919976" y="92074"/>
                    <a:pt x="4921246" y="90804"/>
                  </a:cubicBezTo>
                  <a:cubicBezTo>
                    <a:pt x="4922516" y="89534"/>
                    <a:pt x="4923786" y="88899"/>
                    <a:pt x="4925056" y="88264"/>
                  </a:cubicBezTo>
                  <a:cubicBezTo>
                    <a:pt x="4926326" y="88264"/>
                    <a:pt x="4928231" y="87629"/>
                    <a:pt x="4929501" y="87629"/>
                  </a:cubicBezTo>
                  <a:close/>
                  <a:moveTo>
                    <a:pt x="3079110" y="87629"/>
                  </a:moveTo>
                  <a:cubicBezTo>
                    <a:pt x="3080380" y="87629"/>
                    <a:pt x="3082285" y="87629"/>
                    <a:pt x="3083555" y="88264"/>
                  </a:cubicBezTo>
                  <a:cubicBezTo>
                    <a:pt x="3084825" y="88264"/>
                    <a:pt x="3086095" y="89534"/>
                    <a:pt x="3087365" y="90804"/>
                  </a:cubicBezTo>
                  <a:cubicBezTo>
                    <a:pt x="3088635" y="92074"/>
                    <a:pt x="3089270" y="93344"/>
                    <a:pt x="3089905" y="94614"/>
                  </a:cubicBezTo>
                  <a:cubicBezTo>
                    <a:pt x="3089905" y="95884"/>
                    <a:pt x="3090540" y="97789"/>
                    <a:pt x="3090540" y="99059"/>
                  </a:cubicBezTo>
                  <a:cubicBezTo>
                    <a:pt x="3090540" y="99059"/>
                    <a:pt x="3090540" y="102234"/>
                    <a:pt x="3089905" y="103504"/>
                  </a:cubicBezTo>
                  <a:cubicBezTo>
                    <a:pt x="3089905" y="104774"/>
                    <a:pt x="3088635" y="106044"/>
                    <a:pt x="3087365" y="107314"/>
                  </a:cubicBezTo>
                  <a:cubicBezTo>
                    <a:pt x="3086095" y="108584"/>
                    <a:pt x="3084825" y="109219"/>
                    <a:pt x="3083555" y="109854"/>
                  </a:cubicBezTo>
                  <a:cubicBezTo>
                    <a:pt x="3082285" y="109854"/>
                    <a:pt x="3080380" y="110489"/>
                    <a:pt x="3079110" y="110489"/>
                  </a:cubicBezTo>
                  <a:cubicBezTo>
                    <a:pt x="3077840" y="110489"/>
                    <a:pt x="3075935" y="110489"/>
                    <a:pt x="3074665" y="109854"/>
                  </a:cubicBezTo>
                  <a:cubicBezTo>
                    <a:pt x="3073395" y="109854"/>
                    <a:pt x="3072125" y="108584"/>
                    <a:pt x="3070855" y="107314"/>
                  </a:cubicBezTo>
                  <a:cubicBezTo>
                    <a:pt x="3069585" y="106044"/>
                    <a:pt x="3068950" y="104774"/>
                    <a:pt x="3068315" y="103504"/>
                  </a:cubicBezTo>
                  <a:cubicBezTo>
                    <a:pt x="3068315" y="102234"/>
                    <a:pt x="3067680" y="100329"/>
                    <a:pt x="3067680" y="99059"/>
                  </a:cubicBezTo>
                  <a:cubicBezTo>
                    <a:pt x="3067680" y="97789"/>
                    <a:pt x="3067680" y="95884"/>
                    <a:pt x="3068315" y="94614"/>
                  </a:cubicBezTo>
                  <a:cubicBezTo>
                    <a:pt x="3068315" y="93344"/>
                    <a:pt x="3069585" y="92074"/>
                    <a:pt x="3070855" y="90804"/>
                  </a:cubicBezTo>
                  <a:cubicBezTo>
                    <a:pt x="3072125" y="89534"/>
                    <a:pt x="3073395" y="88899"/>
                    <a:pt x="3074665" y="88264"/>
                  </a:cubicBezTo>
                  <a:cubicBezTo>
                    <a:pt x="3075935" y="88264"/>
                    <a:pt x="3077840" y="87629"/>
                    <a:pt x="3079110" y="87629"/>
                  </a:cubicBezTo>
                  <a:close/>
                  <a:moveTo>
                    <a:pt x="1565275" y="87629"/>
                  </a:moveTo>
                  <a:cubicBezTo>
                    <a:pt x="1566545" y="87629"/>
                    <a:pt x="1568450" y="87629"/>
                    <a:pt x="1569720" y="88264"/>
                  </a:cubicBezTo>
                  <a:cubicBezTo>
                    <a:pt x="1570990" y="88264"/>
                    <a:pt x="1572260" y="89534"/>
                    <a:pt x="1573529" y="90804"/>
                  </a:cubicBezTo>
                  <a:cubicBezTo>
                    <a:pt x="1574800" y="92074"/>
                    <a:pt x="1575435" y="93344"/>
                    <a:pt x="1576069" y="94614"/>
                  </a:cubicBezTo>
                  <a:cubicBezTo>
                    <a:pt x="1576069" y="95884"/>
                    <a:pt x="1576705" y="97789"/>
                    <a:pt x="1576705" y="99059"/>
                  </a:cubicBezTo>
                  <a:cubicBezTo>
                    <a:pt x="1576705" y="99059"/>
                    <a:pt x="1576705" y="102234"/>
                    <a:pt x="1576069" y="103504"/>
                  </a:cubicBezTo>
                  <a:cubicBezTo>
                    <a:pt x="1576069" y="104774"/>
                    <a:pt x="1574800" y="106044"/>
                    <a:pt x="1573529" y="107314"/>
                  </a:cubicBezTo>
                  <a:cubicBezTo>
                    <a:pt x="1572260" y="108584"/>
                    <a:pt x="1570990" y="109219"/>
                    <a:pt x="1569720" y="109854"/>
                  </a:cubicBezTo>
                  <a:cubicBezTo>
                    <a:pt x="1568450" y="109854"/>
                    <a:pt x="1566545" y="110489"/>
                    <a:pt x="1565275" y="110489"/>
                  </a:cubicBezTo>
                  <a:cubicBezTo>
                    <a:pt x="1564005" y="110489"/>
                    <a:pt x="1562099" y="110489"/>
                    <a:pt x="1560830" y="109854"/>
                  </a:cubicBezTo>
                  <a:cubicBezTo>
                    <a:pt x="1559559" y="109854"/>
                    <a:pt x="1558289" y="108584"/>
                    <a:pt x="1557020" y="107314"/>
                  </a:cubicBezTo>
                  <a:cubicBezTo>
                    <a:pt x="1555750" y="106044"/>
                    <a:pt x="1555114" y="104774"/>
                    <a:pt x="1554479" y="103504"/>
                  </a:cubicBezTo>
                  <a:cubicBezTo>
                    <a:pt x="1554479" y="102234"/>
                    <a:pt x="1553844" y="100329"/>
                    <a:pt x="1553844" y="99059"/>
                  </a:cubicBezTo>
                  <a:cubicBezTo>
                    <a:pt x="1553844" y="97789"/>
                    <a:pt x="1553844" y="95884"/>
                    <a:pt x="1554479" y="94614"/>
                  </a:cubicBezTo>
                  <a:cubicBezTo>
                    <a:pt x="1554479" y="93344"/>
                    <a:pt x="1555750" y="92074"/>
                    <a:pt x="1557020" y="90804"/>
                  </a:cubicBezTo>
                  <a:cubicBezTo>
                    <a:pt x="1558289" y="89534"/>
                    <a:pt x="1559559" y="88899"/>
                    <a:pt x="1560830" y="88264"/>
                  </a:cubicBezTo>
                  <a:cubicBezTo>
                    <a:pt x="1562099" y="88264"/>
                    <a:pt x="1564005" y="87629"/>
                    <a:pt x="1565275" y="87629"/>
                  </a:cubicBezTo>
                  <a:close/>
                  <a:moveTo>
                    <a:pt x="2642230" y="73024"/>
                  </a:moveTo>
                  <a:cubicBezTo>
                    <a:pt x="2637150" y="73024"/>
                    <a:pt x="2633340" y="74294"/>
                    <a:pt x="2630800" y="76199"/>
                  </a:cubicBezTo>
                  <a:cubicBezTo>
                    <a:pt x="2627625" y="78104"/>
                    <a:pt x="2626355" y="81279"/>
                    <a:pt x="2626355" y="84454"/>
                  </a:cubicBezTo>
                  <a:cubicBezTo>
                    <a:pt x="2626355" y="86994"/>
                    <a:pt x="2626355" y="88899"/>
                    <a:pt x="2627625" y="90169"/>
                  </a:cubicBezTo>
                  <a:cubicBezTo>
                    <a:pt x="2628260" y="92074"/>
                    <a:pt x="2629530" y="93344"/>
                    <a:pt x="2630800" y="93979"/>
                  </a:cubicBezTo>
                  <a:cubicBezTo>
                    <a:pt x="2632070" y="95249"/>
                    <a:pt x="2633340" y="95884"/>
                    <a:pt x="2635245" y="96519"/>
                  </a:cubicBezTo>
                  <a:cubicBezTo>
                    <a:pt x="2637150" y="96519"/>
                    <a:pt x="2639055" y="97154"/>
                    <a:pt x="2641595" y="97154"/>
                  </a:cubicBezTo>
                  <a:cubicBezTo>
                    <a:pt x="2643500" y="97154"/>
                    <a:pt x="2645405" y="97154"/>
                    <a:pt x="2647310" y="96519"/>
                  </a:cubicBezTo>
                  <a:cubicBezTo>
                    <a:pt x="2649215" y="96519"/>
                    <a:pt x="2651120" y="95249"/>
                    <a:pt x="2652390" y="93979"/>
                  </a:cubicBezTo>
                  <a:cubicBezTo>
                    <a:pt x="2654295" y="93344"/>
                    <a:pt x="2655565" y="92074"/>
                    <a:pt x="2656835" y="90804"/>
                  </a:cubicBezTo>
                  <a:cubicBezTo>
                    <a:pt x="2658105" y="89534"/>
                    <a:pt x="2659375" y="88264"/>
                    <a:pt x="2660010" y="86994"/>
                  </a:cubicBezTo>
                  <a:lnTo>
                    <a:pt x="2660010" y="75564"/>
                  </a:lnTo>
                  <a:cubicBezTo>
                    <a:pt x="2660010" y="75564"/>
                    <a:pt x="2657470" y="74294"/>
                    <a:pt x="2656200" y="74294"/>
                  </a:cubicBezTo>
                  <a:cubicBezTo>
                    <a:pt x="2654930" y="74294"/>
                    <a:pt x="2653660" y="73659"/>
                    <a:pt x="2652390" y="73659"/>
                  </a:cubicBezTo>
                  <a:cubicBezTo>
                    <a:pt x="2651120" y="73659"/>
                    <a:pt x="2649850" y="73659"/>
                    <a:pt x="2647945" y="73024"/>
                  </a:cubicBezTo>
                  <a:cubicBezTo>
                    <a:pt x="2646040" y="73024"/>
                    <a:pt x="2644135" y="73024"/>
                    <a:pt x="2642230" y="73024"/>
                  </a:cubicBezTo>
                  <a:close/>
                  <a:moveTo>
                    <a:pt x="4664706" y="43814"/>
                  </a:moveTo>
                  <a:cubicBezTo>
                    <a:pt x="4661531" y="43814"/>
                    <a:pt x="4658991" y="43814"/>
                    <a:pt x="4657086" y="45719"/>
                  </a:cubicBezTo>
                  <a:cubicBezTo>
                    <a:pt x="4654546" y="46989"/>
                    <a:pt x="4652641" y="48894"/>
                    <a:pt x="4651371" y="50799"/>
                  </a:cubicBezTo>
                  <a:cubicBezTo>
                    <a:pt x="4649466" y="53339"/>
                    <a:pt x="4648831" y="55879"/>
                    <a:pt x="4647561" y="59054"/>
                  </a:cubicBezTo>
                  <a:cubicBezTo>
                    <a:pt x="4646926" y="62229"/>
                    <a:pt x="4646291" y="65404"/>
                    <a:pt x="4646291" y="69849"/>
                  </a:cubicBezTo>
                  <a:cubicBezTo>
                    <a:pt x="4646291" y="74294"/>
                    <a:pt x="4646291" y="78104"/>
                    <a:pt x="4647561" y="81279"/>
                  </a:cubicBezTo>
                  <a:cubicBezTo>
                    <a:pt x="4648196" y="84454"/>
                    <a:pt x="4650101" y="87629"/>
                    <a:pt x="4651371" y="89534"/>
                  </a:cubicBezTo>
                  <a:cubicBezTo>
                    <a:pt x="4653276" y="92074"/>
                    <a:pt x="4655181" y="93344"/>
                    <a:pt x="4657721" y="94614"/>
                  </a:cubicBezTo>
                  <a:cubicBezTo>
                    <a:pt x="4660261" y="95884"/>
                    <a:pt x="4662801" y="96519"/>
                    <a:pt x="4665341" y="96519"/>
                  </a:cubicBezTo>
                  <a:cubicBezTo>
                    <a:pt x="4667881" y="96519"/>
                    <a:pt x="4671056" y="95884"/>
                    <a:pt x="4672961" y="94614"/>
                  </a:cubicBezTo>
                  <a:cubicBezTo>
                    <a:pt x="4675501" y="93344"/>
                    <a:pt x="4677406" y="91439"/>
                    <a:pt x="4678676" y="88899"/>
                  </a:cubicBezTo>
                  <a:cubicBezTo>
                    <a:pt x="4680581" y="86359"/>
                    <a:pt x="4681851" y="83819"/>
                    <a:pt x="4682486" y="80644"/>
                  </a:cubicBezTo>
                  <a:cubicBezTo>
                    <a:pt x="4683121" y="77469"/>
                    <a:pt x="4683756" y="74294"/>
                    <a:pt x="4683756" y="70484"/>
                  </a:cubicBezTo>
                  <a:lnTo>
                    <a:pt x="4684391" y="69849"/>
                  </a:lnTo>
                  <a:cubicBezTo>
                    <a:pt x="4684391" y="66039"/>
                    <a:pt x="4684391" y="62229"/>
                    <a:pt x="4683121" y="59054"/>
                  </a:cubicBezTo>
                  <a:cubicBezTo>
                    <a:pt x="4682486" y="55879"/>
                    <a:pt x="4680581" y="53339"/>
                    <a:pt x="4679311" y="50799"/>
                  </a:cubicBezTo>
                  <a:cubicBezTo>
                    <a:pt x="4677406" y="48259"/>
                    <a:pt x="4675501" y="46989"/>
                    <a:pt x="4672961" y="45719"/>
                  </a:cubicBezTo>
                  <a:cubicBezTo>
                    <a:pt x="4670421" y="44449"/>
                    <a:pt x="4667881" y="43814"/>
                    <a:pt x="4664706" y="43814"/>
                  </a:cubicBezTo>
                  <a:close/>
                  <a:moveTo>
                    <a:pt x="4264020" y="43814"/>
                  </a:moveTo>
                  <a:cubicBezTo>
                    <a:pt x="4260845" y="43814"/>
                    <a:pt x="4258305" y="43814"/>
                    <a:pt x="4256400" y="45719"/>
                  </a:cubicBezTo>
                  <a:cubicBezTo>
                    <a:pt x="4253860" y="46989"/>
                    <a:pt x="4251955" y="48894"/>
                    <a:pt x="4250685" y="50799"/>
                  </a:cubicBezTo>
                  <a:cubicBezTo>
                    <a:pt x="4248780" y="53339"/>
                    <a:pt x="4247510" y="55879"/>
                    <a:pt x="4246875" y="59054"/>
                  </a:cubicBezTo>
                  <a:cubicBezTo>
                    <a:pt x="4246240" y="62229"/>
                    <a:pt x="4245605" y="65404"/>
                    <a:pt x="4245605" y="69849"/>
                  </a:cubicBezTo>
                  <a:cubicBezTo>
                    <a:pt x="4245605" y="74294"/>
                    <a:pt x="4245605" y="78104"/>
                    <a:pt x="4246875" y="81279"/>
                  </a:cubicBezTo>
                  <a:cubicBezTo>
                    <a:pt x="4247510" y="84454"/>
                    <a:pt x="4249415" y="87629"/>
                    <a:pt x="4250685" y="89534"/>
                  </a:cubicBezTo>
                  <a:cubicBezTo>
                    <a:pt x="4252590" y="92074"/>
                    <a:pt x="4254495" y="93344"/>
                    <a:pt x="4257035" y="94614"/>
                  </a:cubicBezTo>
                  <a:cubicBezTo>
                    <a:pt x="4259575" y="95884"/>
                    <a:pt x="4262115" y="96519"/>
                    <a:pt x="4264655" y="96519"/>
                  </a:cubicBezTo>
                  <a:cubicBezTo>
                    <a:pt x="4267195" y="96519"/>
                    <a:pt x="4270370" y="95884"/>
                    <a:pt x="4272275" y="94614"/>
                  </a:cubicBezTo>
                  <a:cubicBezTo>
                    <a:pt x="4274815" y="93344"/>
                    <a:pt x="4276720" y="91439"/>
                    <a:pt x="4277990" y="88899"/>
                  </a:cubicBezTo>
                  <a:cubicBezTo>
                    <a:pt x="4279895" y="86359"/>
                    <a:pt x="4281165" y="83819"/>
                    <a:pt x="4281800" y="80644"/>
                  </a:cubicBezTo>
                  <a:cubicBezTo>
                    <a:pt x="4282435" y="77469"/>
                    <a:pt x="4283070" y="74294"/>
                    <a:pt x="4283070" y="70484"/>
                  </a:cubicBezTo>
                  <a:lnTo>
                    <a:pt x="4283705" y="69849"/>
                  </a:lnTo>
                  <a:cubicBezTo>
                    <a:pt x="4283705" y="66039"/>
                    <a:pt x="4283705" y="62229"/>
                    <a:pt x="4282435" y="59054"/>
                  </a:cubicBezTo>
                  <a:cubicBezTo>
                    <a:pt x="4281800" y="55879"/>
                    <a:pt x="4279895" y="53339"/>
                    <a:pt x="4278625" y="50799"/>
                  </a:cubicBezTo>
                  <a:cubicBezTo>
                    <a:pt x="4276720" y="48259"/>
                    <a:pt x="4274815" y="46989"/>
                    <a:pt x="4272275" y="45719"/>
                  </a:cubicBezTo>
                  <a:cubicBezTo>
                    <a:pt x="4269735" y="44449"/>
                    <a:pt x="4267195" y="43814"/>
                    <a:pt x="4264020" y="43814"/>
                  </a:cubicBezTo>
                  <a:close/>
                  <a:moveTo>
                    <a:pt x="1420495" y="43814"/>
                  </a:moveTo>
                  <a:cubicBezTo>
                    <a:pt x="1417320" y="43814"/>
                    <a:pt x="1414780" y="43814"/>
                    <a:pt x="1412875" y="45719"/>
                  </a:cubicBezTo>
                  <a:cubicBezTo>
                    <a:pt x="1410335" y="46989"/>
                    <a:pt x="1408430" y="48894"/>
                    <a:pt x="1407160" y="50799"/>
                  </a:cubicBezTo>
                  <a:cubicBezTo>
                    <a:pt x="1405255" y="53339"/>
                    <a:pt x="1403985" y="55879"/>
                    <a:pt x="1403350" y="59054"/>
                  </a:cubicBezTo>
                  <a:cubicBezTo>
                    <a:pt x="1402715" y="62229"/>
                    <a:pt x="1402080" y="65404"/>
                    <a:pt x="1402080" y="69849"/>
                  </a:cubicBezTo>
                  <a:cubicBezTo>
                    <a:pt x="1402080" y="74294"/>
                    <a:pt x="1402080" y="78104"/>
                    <a:pt x="1403350" y="81279"/>
                  </a:cubicBezTo>
                  <a:cubicBezTo>
                    <a:pt x="1403985" y="84454"/>
                    <a:pt x="1405890" y="87629"/>
                    <a:pt x="1407160" y="89534"/>
                  </a:cubicBezTo>
                  <a:cubicBezTo>
                    <a:pt x="1409065" y="92074"/>
                    <a:pt x="1410970" y="93344"/>
                    <a:pt x="1413510" y="94614"/>
                  </a:cubicBezTo>
                  <a:cubicBezTo>
                    <a:pt x="1416050" y="95884"/>
                    <a:pt x="1418590" y="96519"/>
                    <a:pt x="1421130" y="96519"/>
                  </a:cubicBezTo>
                  <a:cubicBezTo>
                    <a:pt x="1423670" y="96519"/>
                    <a:pt x="1426845" y="95884"/>
                    <a:pt x="1428750" y="94614"/>
                  </a:cubicBezTo>
                  <a:cubicBezTo>
                    <a:pt x="1431290" y="93344"/>
                    <a:pt x="1433195" y="91439"/>
                    <a:pt x="1434465" y="88899"/>
                  </a:cubicBezTo>
                  <a:cubicBezTo>
                    <a:pt x="1436370" y="86359"/>
                    <a:pt x="1437640" y="83819"/>
                    <a:pt x="1438275" y="80644"/>
                  </a:cubicBezTo>
                  <a:cubicBezTo>
                    <a:pt x="1438910" y="77469"/>
                    <a:pt x="1439545" y="74294"/>
                    <a:pt x="1439545" y="70484"/>
                  </a:cubicBezTo>
                  <a:lnTo>
                    <a:pt x="1440180" y="69849"/>
                  </a:lnTo>
                  <a:cubicBezTo>
                    <a:pt x="1440180" y="66039"/>
                    <a:pt x="1440180" y="62229"/>
                    <a:pt x="1438910" y="59054"/>
                  </a:cubicBezTo>
                  <a:cubicBezTo>
                    <a:pt x="1438275" y="55879"/>
                    <a:pt x="1436370" y="53339"/>
                    <a:pt x="1435100" y="50799"/>
                  </a:cubicBezTo>
                  <a:cubicBezTo>
                    <a:pt x="1433195" y="48259"/>
                    <a:pt x="1431290" y="46989"/>
                    <a:pt x="1428750" y="45719"/>
                  </a:cubicBezTo>
                  <a:cubicBezTo>
                    <a:pt x="1426210" y="44449"/>
                    <a:pt x="1423670" y="43814"/>
                    <a:pt x="1420495" y="43814"/>
                  </a:cubicBezTo>
                  <a:close/>
                  <a:moveTo>
                    <a:pt x="4041770" y="43180"/>
                  </a:moveTo>
                  <a:cubicBezTo>
                    <a:pt x="4039230" y="43180"/>
                    <a:pt x="4036690" y="43180"/>
                    <a:pt x="4034785" y="44450"/>
                  </a:cubicBezTo>
                  <a:cubicBezTo>
                    <a:pt x="4032880" y="45085"/>
                    <a:pt x="4030975" y="46355"/>
                    <a:pt x="4029705" y="48260"/>
                  </a:cubicBezTo>
                  <a:cubicBezTo>
                    <a:pt x="4028435" y="50165"/>
                    <a:pt x="4027165" y="52070"/>
                    <a:pt x="4025895" y="54610"/>
                  </a:cubicBezTo>
                  <a:cubicBezTo>
                    <a:pt x="4025260" y="57150"/>
                    <a:pt x="4023990" y="59690"/>
                    <a:pt x="4023990" y="62865"/>
                  </a:cubicBezTo>
                  <a:lnTo>
                    <a:pt x="4060185" y="62865"/>
                  </a:lnTo>
                  <a:cubicBezTo>
                    <a:pt x="4060185" y="62865"/>
                    <a:pt x="4059550" y="57785"/>
                    <a:pt x="4058915" y="55245"/>
                  </a:cubicBezTo>
                  <a:cubicBezTo>
                    <a:pt x="4058280" y="52705"/>
                    <a:pt x="4057010" y="50800"/>
                    <a:pt x="4055740" y="48895"/>
                  </a:cubicBezTo>
                  <a:cubicBezTo>
                    <a:pt x="4054470" y="46990"/>
                    <a:pt x="4052565" y="45720"/>
                    <a:pt x="4050025" y="44450"/>
                  </a:cubicBezTo>
                  <a:cubicBezTo>
                    <a:pt x="4047485" y="43180"/>
                    <a:pt x="4044945" y="43180"/>
                    <a:pt x="4041770" y="43180"/>
                  </a:cubicBezTo>
                  <a:close/>
                  <a:moveTo>
                    <a:pt x="3728081" y="43180"/>
                  </a:moveTo>
                  <a:cubicBezTo>
                    <a:pt x="3725541" y="43180"/>
                    <a:pt x="3723001" y="43180"/>
                    <a:pt x="3721096" y="44450"/>
                  </a:cubicBezTo>
                  <a:cubicBezTo>
                    <a:pt x="3719191" y="45085"/>
                    <a:pt x="3717286" y="46355"/>
                    <a:pt x="3716016" y="48260"/>
                  </a:cubicBezTo>
                  <a:cubicBezTo>
                    <a:pt x="3714746" y="50165"/>
                    <a:pt x="3713476" y="52070"/>
                    <a:pt x="3712206" y="54610"/>
                  </a:cubicBezTo>
                  <a:cubicBezTo>
                    <a:pt x="3711571" y="57150"/>
                    <a:pt x="3710301" y="59690"/>
                    <a:pt x="3710301" y="62865"/>
                  </a:cubicBezTo>
                  <a:lnTo>
                    <a:pt x="3746496" y="62865"/>
                  </a:lnTo>
                  <a:cubicBezTo>
                    <a:pt x="3746496" y="62865"/>
                    <a:pt x="3745861" y="57785"/>
                    <a:pt x="3745226" y="55245"/>
                  </a:cubicBezTo>
                  <a:cubicBezTo>
                    <a:pt x="3744591" y="52705"/>
                    <a:pt x="3743321" y="50800"/>
                    <a:pt x="3742051" y="48895"/>
                  </a:cubicBezTo>
                  <a:cubicBezTo>
                    <a:pt x="3740781" y="46990"/>
                    <a:pt x="3738876" y="45720"/>
                    <a:pt x="3736336" y="44450"/>
                  </a:cubicBezTo>
                  <a:cubicBezTo>
                    <a:pt x="3733796" y="43180"/>
                    <a:pt x="3731256" y="43180"/>
                    <a:pt x="3728081" y="43180"/>
                  </a:cubicBezTo>
                  <a:close/>
                  <a:moveTo>
                    <a:pt x="3541391" y="43180"/>
                  </a:moveTo>
                  <a:cubicBezTo>
                    <a:pt x="3538851" y="43180"/>
                    <a:pt x="3536311" y="43180"/>
                    <a:pt x="3534406" y="44450"/>
                  </a:cubicBezTo>
                  <a:cubicBezTo>
                    <a:pt x="3532501" y="45085"/>
                    <a:pt x="3530596" y="46355"/>
                    <a:pt x="3529326" y="48260"/>
                  </a:cubicBezTo>
                  <a:cubicBezTo>
                    <a:pt x="3528056" y="50165"/>
                    <a:pt x="3526786" y="52070"/>
                    <a:pt x="3525516" y="54610"/>
                  </a:cubicBezTo>
                  <a:cubicBezTo>
                    <a:pt x="3524881" y="57150"/>
                    <a:pt x="3524246" y="59690"/>
                    <a:pt x="3523611" y="62865"/>
                  </a:cubicBezTo>
                  <a:lnTo>
                    <a:pt x="3559806" y="62865"/>
                  </a:lnTo>
                  <a:cubicBezTo>
                    <a:pt x="3559806" y="62865"/>
                    <a:pt x="3559171" y="57785"/>
                    <a:pt x="3558536" y="55245"/>
                  </a:cubicBezTo>
                  <a:cubicBezTo>
                    <a:pt x="3557901" y="52705"/>
                    <a:pt x="3556631" y="50800"/>
                    <a:pt x="3555361" y="48895"/>
                  </a:cubicBezTo>
                  <a:cubicBezTo>
                    <a:pt x="3554091" y="46990"/>
                    <a:pt x="3552186" y="45720"/>
                    <a:pt x="3549646" y="44450"/>
                  </a:cubicBezTo>
                  <a:cubicBezTo>
                    <a:pt x="3547106" y="43180"/>
                    <a:pt x="3544566" y="43180"/>
                    <a:pt x="3541391" y="43180"/>
                  </a:cubicBezTo>
                  <a:close/>
                  <a:moveTo>
                    <a:pt x="3463285" y="43180"/>
                  </a:moveTo>
                  <a:cubicBezTo>
                    <a:pt x="3461380" y="43180"/>
                    <a:pt x="3459475" y="43180"/>
                    <a:pt x="3458205" y="43815"/>
                  </a:cubicBezTo>
                  <a:cubicBezTo>
                    <a:pt x="3456300" y="43815"/>
                    <a:pt x="3455030" y="45085"/>
                    <a:pt x="3453125" y="45720"/>
                  </a:cubicBezTo>
                  <a:cubicBezTo>
                    <a:pt x="3451855" y="46355"/>
                    <a:pt x="3449950" y="47625"/>
                    <a:pt x="3448680" y="48895"/>
                  </a:cubicBezTo>
                  <a:cubicBezTo>
                    <a:pt x="3447410" y="50165"/>
                    <a:pt x="3446140" y="51435"/>
                    <a:pt x="3445505" y="52705"/>
                  </a:cubicBezTo>
                  <a:lnTo>
                    <a:pt x="3445505" y="85725"/>
                  </a:lnTo>
                  <a:cubicBezTo>
                    <a:pt x="3445505" y="85725"/>
                    <a:pt x="3447410" y="88265"/>
                    <a:pt x="3448680" y="89535"/>
                  </a:cubicBezTo>
                  <a:cubicBezTo>
                    <a:pt x="3449950" y="90805"/>
                    <a:pt x="3451220" y="92075"/>
                    <a:pt x="3453125" y="92710"/>
                  </a:cubicBezTo>
                  <a:cubicBezTo>
                    <a:pt x="3455030" y="93980"/>
                    <a:pt x="3456300" y="94615"/>
                    <a:pt x="3458205" y="95250"/>
                  </a:cubicBezTo>
                  <a:cubicBezTo>
                    <a:pt x="3460110" y="95250"/>
                    <a:pt x="3462015" y="95885"/>
                    <a:pt x="3463920" y="95885"/>
                  </a:cubicBezTo>
                  <a:cubicBezTo>
                    <a:pt x="3469635" y="95885"/>
                    <a:pt x="3473445" y="93980"/>
                    <a:pt x="3476620" y="89535"/>
                  </a:cubicBezTo>
                  <a:cubicBezTo>
                    <a:pt x="3479795" y="85090"/>
                    <a:pt x="3481065" y="79375"/>
                    <a:pt x="3481065" y="71120"/>
                  </a:cubicBezTo>
                  <a:lnTo>
                    <a:pt x="3480430" y="71755"/>
                  </a:lnTo>
                  <a:cubicBezTo>
                    <a:pt x="3480430" y="62230"/>
                    <a:pt x="3479160" y="54610"/>
                    <a:pt x="3475985" y="50165"/>
                  </a:cubicBezTo>
                  <a:cubicBezTo>
                    <a:pt x="3472810" y="45720"/>
                    <a:pt x="3468365" y="43180"/>
                    <a:pt x="3463285" y="43180"/>
                  </a:cubicBezTo>
                  <a:close/>
                  <a:moveTo>
                    <a:pt x="3343271" y="43180"/>
                  </a:moveTo>
                  <a:cubicBezTo>
                    <a:pt x="3340731" y="43180"/>
                    <a:pt x="3338191" y="43180"/>
                    <a:pt x="3336286" y="44450"/>
                  </a:cubicBezTo>
                  <a:cubicBezTo>
                    <a:pt x="3334381" y="45085"/>
                    <a:pt x="3332476" y="46355"/>
                    <a:pt x="3331206" y="48260"/>
                  </a:cubicBezTo>
                  <a:cubicBezTo>
                    <a:pt x="3329936" y="50165"/>
                    <a:pt x="3328666" y="52070"/>
                    <a:pt x="3327396" y="54610"/>
                  </a:cubicBezTo>
                  <a:cubicBezTo>
                    <a:pt x="3326761" y="57150"/>
                    <a:pt x="3326126" y="59690"/>
                    <a:pt x="3325491" y="62865"/>
                  </a:cubicBezTo>
                  <a:lnTo>
                    <a:pt x="3361686" y="62865"/>
                  </a:lnTo>
                  <a:cubicBezTo>
                    <a:pt x="3361686" y="62865"/>
                    <a:pt x="3361051" y="57785"/>
                    <a:pt x="3360416" y="55245"/>
                  </a:cubicBezTo>
                  <a:cubicBezTo>
                    <a:pt x="3359781" y="52705"/>
                    <a:pt x="3358511" y="50800"/>
                    <a:pt x="3357241" y="48895"/>
                  </a:cubicBezTo>
                  <a:cubicBezTo>
                    <a:pt x="3355971" y="46990"/>
                    <a:pt x="3354066" y="45720"/>
                    <a:pt x="3351526" y="44450"/>
                  </a:cubicBezTo>
                  <a:cubicBezTo>
                    <a:pt x="3348986" y="43180"/>
                    <a:pt x="3346446" y="43180"/>
                    <a:pt x="3343271" y="43180"/>
                  </a:cubicBezTo>
                  <a:close/>
                  <a:moveTo>
                    <a:pt x="2976876" y="43180"/>
                  </a:moveTo>
                  <a:cubicBezTo>
                    <a:pt x="2974336" y="43180"/>
                    <a:pt x="2971796" y="43180"/>
                    <a:pt x="2969891" y="44450"/>
                  </a:cubicBezTo>
                  <a:cubicBezTo>
                    <a:pt x="2967986" y="45085"/>
                    <a:pt x="2966081" y="46355"/>
                    <a:pt x="2964811" y="48260"/>
                  </a:cubicBezTo>
                  <a:cubicBezTo>
                    <a:pt x="2963541" y="50165"/>
                    <a:pt x="2962271" y="52070"/>
                    <a:pt x="2961001" y="54610"/>
                  </a:cubicBezTo>
                  <a:cubicBezTo>
                    <a:pt x="2960366" y="57150"/>
                    <a:pt x="2959731" y="59690"/>
                    <a:pt x="2959096" y="62865"/>
                  </a:cubicBezTo>
                  <a:lnTo>
                    <a:pt x="2995291" y="62865"/>
                  </a:lnTo>
                  <a:cubicBezTo>
                    <a:pt x="2995291" y="62865"/>
                    <a:pt x="2994656" y="57785"/>
                    <a:pt x="2994021" y="55245"/>
                  </a:cubicBezTo>
                  <a:cubicBezTo>
                    <a:pt x="2993386" y="52705"/>
                    <a:pt x="2992116" y="50800"/>
                    <a:pt x="2990846" y="48895"/>
                  </a:cubicBezTo>
                  <a:cubicBezTo>
                    <a:pt x="2989576" y="46990"/>
                    <a:pt x="2987671" y="45720"/>
                    <a:pt x="2985131" y="44450"/>
                  </a:cubicBezTo>
                  <a:cubicBezTo>
                    <a:pt x="2982591" y="43180"/>
                    <a:pt x="2980051" y="43180"/>
                    <a:pt x="2976876" y="43180"/>
                  </a:cubicBezTo>
                  <a:close/>
                  <a:moveTo>
                    <a:pt x="2527930" y="43180"/>
                  </a:moveTo>
                  <a:cubicBezTo>
                    <a:pt x="2525390" y="43180"/>
                    <a:pt x="2522850" y="43180"/>
                    <a:pt x="2520945" y="44450"/>
                  </a:cubicBezTo>
                  <a:cubicBezTo>
                    <a:pt x="2519040" y="45085"/>
                    <a:pt x="2517135" y="46355"/>
                    <a:pt x="2515865" y="48260"/>
                  </a:cubicBezTo>
                  <a:cubicBezTo>
                    <a:pt x="2514595" y="50165"/>
                    <a:pt x="2513325" y="52070"/>
                    <a:pt x="2512055" y="54610"/>
                  </a:cubicBezTo>
                  <a:cubicBezTo>
                    <a:pt x="2511420" y="57150"/>
                    <a:pt x="2510150" y="59690"/>
                    <a:pt x="2510150" y="62865"/>
                  </a:cubicBezTo>
                  <a:lnTo>
                    <a:pt x="2546345" y="62865"/>
                  </a:lnTo>
                  <a:cubicBezTo>
                    <a:pt x="2546345" y="62865"/>
                    <a:pt x="2545710" y="57785"/>
                    <a:pt x="2545075" y="55245"/>
                  </a:cubicBezTo>
                  <a:cubicBezTo>
                    <a:pt x="2544440" y="52705"/>
                    <a:pt x="2543170" y="50800"/>
                    <a:pt x="2541900" y="48895"/>
                  </a:cubicBezTo>
                  <a:cubicBezTo>
                    <a:pt x="2540630" y="46990"/>
                    <a:pt x="2538725" y="45720"/>
                    <a:pt x="2536185" y="44450"/>
                  </a:cubicBezTo>
                  <a:cubicBezTo>
                    <a:pt x="2533645" y="43180"/>
                    <a:pt x="2531105" y="43180"/>
                    <a:pt x="2527930" y="43180"/>
                  </a:cubicBezTo>
                  <a:close/>
                  <a:moveTo>
                    <a:pt x="2214240" y="43180"/>
                  </a:moveTo>
                  <a:cubicBezTo>
                    <a:pt x="2211700" y="43180"/>
                    <a:pt x="2209160" y="43180"/>
                    <a:pt x="2207255" y="44450"/>
                  </a:cubicBezTo>
                  <a:cubicBezTo>
                    <a:pt x="2205350" y="45085"/>
                    <a:pt x="2203445" y="46355"/>
                    <a:pt x="2202175" y="48260"/>
                  </a:cubicBezTo>
                  <a:cubicBezTo>
                    <a:pt x="2200905" y="50165"/>
                    <a:pt x="2199635" y="52070"/>
                    <a:pt x="2198365" y="54610"/>
                  </a:cubicBezTo>
                  <a:cubicBezTo>
                    <a:pt x="2197730" y="57150"/>
                    <a:pt x="2196460" y="59690"/>
                    <a:pt x="2196460" y="62865"/>
                  </a:cubicBezTo>
                  <a:lnTo>
                    <a:pt x="2232655" y="62865"/>
                  </a:lnTo>
                  <a:cubicBezTo>
                    <a:pt x="2232655" y="62865"/>
                    <a:pt x="2232020" y="57785"/>
                    <a:pt x="2231385" y="55245"/>
                  </a:cubicBezTo>
                  <a:cubicBezTo>
                    <a:pt x="2230750" y="52705"/>
                    <a:pt x="2229480" y="50800"/>
                    <a:pt x="2228210" y="48895"/>
                  </a:cubicBezTo>
                  <a:cubicBezTo>
                    <a:pt x="2226940" y="46990"/>
                    <a:pt x="2225035" y="45720"/>
                    <a:pt x="2222495" y="44450"/>
                  </a:cubicBezTo>
                  <a:cubicBezTo>
                    <a:pt x="2219955" y="43180"/>
                    <a:pt x="2217415" y="43180"/>
                    <a:pt x="2214240" y="43180"/>
                  </a:cubicBezTo>
                  <a:close/>
                  <a:moveTo>
                    <a:pt x="2027551" y="43180"/>
                  </a:moveTo>
                  <a:cubicBezTo>
                    <a:pt x="2025011" y="43180"/>
                    <a:pt x="2022471" y="43180"/>
                    <a:pt x="2020566" y="44450"/>
                  </a:cubicBezTo>
                  <a:cubicBezTo>
                    <a:pt x="2018661" y="45085"/>
                    <a:pt x="2016756" y="46355"/>
                    <a:pt x="2015486" y="48260"/>
                  </a:cubicBezTo>
                  <a:cubicBezTo>
                    <a:pt x="2014216" y="50165"/>
                    <a:pt x="2012946" y="52070"/>
                    <a:pt x="2011676" y="54610"/>
                  </a:cubicBezTo>
                  <a:cubicBezTo>
                    <a:pt x="2011041" y="57150"/>
                    <a:pt x="2010406" y="59690"/>
                    <a:pt x="2009771" y="62865"/>
                  </a:cubicBezTo>
                  <a:lnTo>
                    <a:pt x="2045966" y="62865"/>
                  </a:lnTo>
                  <a:cubicBezTo>
                    <a:pt x="2045966" y="62865"/>
                    <a:pt x="2045331" y="57785"/>
                    <a:pt x="2044696" y="55245"/>
                  </a:cubicBezTo>
                  <a:cubicBezTo>
                    <a:pt x="2044061" y="52705"/>
                    <a:pt x="2042791" y="50800"/>
                    <a:pt x="2041521" y="48895"/>
                  </a:cubicBezTo>
                  <a:cubicBezTo>
                    <a:pt x="2040251" y="46990"/>
                    <a:pt x="2038346" y="45720"/>
                    <a:pt x="2035806" y="44450"/>
                  </a:cubicBezTo>
                  <a:cubicBezTo>
                    <a:pt x="2033266" y="43180"/>
                    <a:pt x="2030726" y="43180"/>
                    <a:pt x="2027551" y="43180"/>
                  </a:cubicBezTo>
                  <a:close/>
                  <a:moveTo>
                    <a:pt x="1949445" y="43180"/>
                  </a:moveTo>
                  <a:cubicBezTo>
                    <a:pt x="1947540" y="43180"/>
                    <a:pt x="1945635" y="43180"/>
                    <a:pt x="1944365" y="43815"/>
                  </a:cubicBezTo>
                  <a:cubicBezTo>
                    <a:pt x="1942460" y="43815"/>
                    <a:pt x="1941190" y="45085"/>
                    <a:pt x="1939285" y="45720"/>
                  </a:cubicBezTo>
                  <a:cubicBezTo>
                    <a:pt x="1938015" y="46355"/>
                    <a:pt x="1936110" y="47625"/>
                    <a:pt x="1934840" y="48895"/>
                  </a:cubicBezTo>
                  <a:cubicBezTo>
                    <a:pt x="1933570" y="50165"/>
                    <a:pt x="1932300" y="51435"/>
                    <a:pt x="1931665" y="52705"/>
                  </a:cubicBezTo>
                  <a:lnTo>
                    <a:pt x="1931665" y="85725"/>
                  </a:lnTo>
                  <a:cubicBezTo>
                    <a:pt x="1931665" y="85725"/>
                    <a:pt x="1933570" y="88265"/>
                    <a:pt x="1934840" y="89535"/>
                  </a:cubicBezTo>
                  <a:cubicBezTo>
                    <a:pt x="1936110" y="90805"/>
                    <a:pt x="1937380" y="92075"/>
                    <a:pt x="1939285" y="92710"/>
                  </a:cubicBezTo>
                  <a:cubicBezTo>
                    <a:pt x="1941190" y="93980"/>
                    <a:pt x="1942460" y="94615"/>
                    <a:pt x="1944365" y="95250"/>
                  </a:cubicBezTo>
                  <a:cubicBezTo>
                    <a:pt x="1946270" y="95250"/>
                    <a:pt x="1948175" y="95885"/>
                    <a:pt x="1950080" y="95885"/>
                  </a:cubicBezTo>
                  <a:cubicBezTo>
                    <a:pt x="1955795" y="95885"/>
                    <a:pt x="1959605" y="93980"/>
                    <a:pt x="1962780" y="89535"/>
                  </a:cubicBezTo>
                  <a:cubicBezTo>
                    <a:pt x="1965955" y="85090"/>
                    <a:pt x="1967225" y="79375"/>
                    <a:pt x="1967225" y="71120"/>
                  </a:cubicBezTo>
                  <a:lnTo>
                    <a:pt x="1966590" y="71755"/>
                  </a:lnTo>
                  <a:cubicBezTo>
                    <a:pt x="1966590" y="62230"/>
                    <a:pt x="1965320" y="54610"/>
                    <a:pt x="1962145" y="50165"/>
                  </a:cubicBezTo>
                  <a:cubicBezTo>
                    <a:pt x="1958970" y="45720"/>
                    <a:pt x="1954525" y="43180"/>
                    <a:pt x="1949445" y="43180"/>
                  </a:cubicBezTo>
                  <a:close/>
                  <a:moveTo>
                    <a:pt x="1829431" y="43180"/>
                  </a:moveTo>
                  <a:cubicBezTo>
                    <a:pt x="1826891" y="43180"/>
                    <a:pt x="1824351" y="43180"/>
                    <a:pt x="1822446" y="44450"/>
                  </a:cubicBezTo>
                  <a:cubicBezTo>
                    <a:pt x="1820541" y="45085"/>
                    <a:pt x="1818636" y="46355"/>
                    <a:pt x="1817366" y="48260"/>
                  </a:cubicBezTo>
                  <a:cubicBezTo>
                    <a:pt x="1816096" y="50165"/>
                    <a:pt x="1814826" y="52070"/>
                    <a:pt x="1813556" y="54610"/>
                  </a:cubicBezTo>
                  <a:cubicBezTo>
                    <a:pt x="1812921" y="57150"/>
                    <a:pt x="1811651" y="59690"/>
                    <a:pt x="1811651" y="62865"/>
                  </a:cubicBezTo>
                  <a:lnTo>
                    <a:pt x="1847846" y="62865"/>
                  </a:lnTo>
                  <a:cubicBezTo>
                    <a:pt x="1847846" y="62865"/>
                    <a:pt x="1847211" y="57785"/>
                    <a:pt x="1846576" y="55245"/>
                  </a:cubicBezTo>
                  <a:cubicBezTo>
                    <a:pt x="1845941" y="52705"/>
                    <a:pt x="1844671" y="50800"/>
                    <a:pt x="1843401" y="48895"/>
                  </a:cubicBezTo>
                  <a:cubicBezTo>
                    <a:pt x="1842131" y="46990"/>
                    <a:pt x="1840226" y="45720"/>
                    <a:pt x="1837686" y="44450"/>
                  </a:cubicBezTo>
                  <a:cubicBezTo>
                    <a:pt x="1835146" y="43180"/>
                    <a:pt x="1832606" y="43180"/>
                    <a:pt x="1829431" y="43180"/>
                  </a:cubicBezTo>
                  <a:close/>
                  <a:moveTo>
                    <a:pt x="1178561" y="43180"/>
                  </a:moveTo>
                  <a:cubicBezTo>
                    <a:pt x="1176021" y="43180"/>
                    <a:pt x="1173481" y="43180"/>
                    <a:pt x="1171576" y="44450"/>
                  </a:cubicBezTo>
                  <a:cubicBezTo>
                    <a:pt x="1169671" y="45085"/>
                    <a:pt x="1167766" y="46355"/>
                    <a:pt x="1166496" y="48260"/>
                  </a:cubicBezTo>
                  <a:cubicBezTo>
                    <a:pt x="1165226" y="50165"/>
                    <a:pt x="1163956" y="52070"/>
                    <a:pt x="1162686" y="54610"/>
                  </a:cubicBezTo>
                  <a:cubicBezTo>
                    <a:pt x="1162051" y="57150"/>
                    <a:pt x="1160781" y="59690"/>
                    <a:pt x="1160781" y="62865"/>
                  </a:cubicBezTo>
                  <a:lnTo>
                    <a:pt x="1196976" y="62865"/>
                  </a:lnTo>
                  <a:cubicBezTo>
                    <a:pt x="1196976" y="62865"/>
                    <a:pt x="1196341" y="57785"/>
                    <a:pt x="1195706" y="55245"/>
                  </a:cubicBezTo>
                  <a:cubicBezTo>
                    <a:pt x="1195071" y="52705"/>
                    <a:pt x="1193801" y="50800"/>
                    <a:pt x="1192531" y="48895"/>
                  </a:cubicBezTo>
                  <a:cubicBezTo>
                    <a:pt x="1191261" y="46990"/>
                    <a:pt x="1189356" y="45720"/>
                    <a:pt x="1186816" y="44450"/>
                  </a:cubicBezTo>
                  <a:cubicBezTo>
                    <a:pt x="1184276" y="43180"/>
                    <a:pt x="1181736" y="43180"/>
                    <a:pt x="1178561" y="43180"/>
                  </a:cubicBezTo>
                  <a:close/>
                  <a:moveTo>
                    <a:pt x="898525" y="43180"/>
                  </a:moveTo>
                  <a:cubicBezTo>
                    <a:pt x="895985" y="43180"/>
                    <a:pt x="893445" y="43180"/>
                    <a:pt x="891540" y="44450"/>
                  </a:cubicBezTo>
                  <a:cubicBezTo>
                    <a:pt x="889635" y="45085"/>
                    <a:pt x="887730" y="46355"/>
                    <a:pt x="886460" y="48260"/>
                  </a:cubicBezTo>
                  <a:cubicBezTo>
                    <a:pt x="885190" y="50165"/>
                    <a:pt x="883920" y="52070"/>
                    <a:pt x="882650" y="54610"/>
                  </a:cubicBezTo>
                  <a:cubicBezTo>
                    <a:pt x="882015" y="57150"/>
                    <a:pt x="881380" y="59690"/>
                    <a:pt x="880745" y="62865"/>
                  </a:cubicBezTo>
                  <a:lnTo>
                    <a:pt x="916940" y="62865"/>
                  </a:lnTo>
                  <a:cubicBezTo>
                    <a:pt x="916940" y="62865"/>
                    <a:pt x="916305" y="57785"/>
                    <a:pt x="915670" y="55245"/>
                  </a:cubicBezTo>
                  <a:cubicBezTo>
                    <a:pt x="915035" y="52705"/>
                    <a:pt x="913765" y="50800"/>
                    <a:pt x="912495" y="48895"/>
                  </a:cubicBezTo>
                  <a:cubicBezTo>
                    <a:pt x="911225" y="46990"/>
                    <a:pt x="909320" y="45720"/>
                    <a:pt x="906780" y="44450"/>
                  </a:cubicBezTo>
                  <a:cubicBezTo>
                    <a:pt x="904240" y="43180"/>
                    <a:pt x="901700" y="43180"/>
                    <a:pt x="898525" y="43180"/>
                  </a:cubicBezTo>
                  <a:close/>
                  <a:moveTo>
                    <a:pt x="584834" y="43180"/>
                  </a:moveTo>
                  <a:cubicBezTo>
                    <a:pt x="582294" y="43180"/>
                    <a:pt x="579754" y="43180"/>
                    <a:pt x="577849" y="44450"/>
                  </a:cubicBezTo>
                  <a:cubicBezTo>
                    <a:pt x="575944" y="45085"/>
                    <a:pt x="574039" y="46355"/>
                    <a:pt x="572769" y="48260"/>
                  </a:cubicBezTo>
                  <a:cubicBezTo>
                    <a:pt x="571499" y="50165"/>
                    <a:pt x="570229" y="52070"/>
                    <a:pt x="568959" y="54610"/>
                  </a:cubicBezTo>
                  <a:cubicBezTo>
                    <a:pt x="568324" y="57150"/>
                    <a:pt x="567689" y="59690"/>
                    <a:pt x="567054" y="62865"/>
                  </a:cubicBezTo>
                  <a:lnTo>
                    <a:pt x="603249" y="62865"/>
                  </a:lnTo>
                  <a:cubicBezTo>
                    <a:pt x="603249" y="62865"/>
                    <a:pt x="602614" y="57785"/>
                    <a:pt x="601979" y="55245"/>
                  </a:cubicBezTo>
                  <a:cubicBezTo>
                    <a:pt x="601344" y="52705"/>
                    <a:pt x="600074" y="50800"/>
                    <a:pt x="598804" y="48895"/>
                  </a:cubicBezTo>
                  <a:cubicBezTo>
                    <a:pt x="597534" y="46990"/>
                    <a:pt x="595629" y="45720"/>
                    <a:pt x="593089" y="44450"/>
                  </a:cubicBezTo>
                  <a:cubicBezTo>
                    <a:pt x="590549" y="43180"/>
                    <a:pt x="588009" y="43180"/>
                    <a:pt x="584834" y="43180"/>
                  </a:cubicBezTo>
                  <a:close/>
                  <a:moveTo>
                    <a:pt x="398145" y="43180"/>
                  </a:moveTo>
                  <a:cubicBezTo>
                    <a:pt x="395605" y="43180"/>
                    <a:pt x="393065" y="43180"/>
                    <a:pt x="391160" y="44450"/>
                  </a:cubicBezTo>
                  <a:cubicBezTo>
                    <a:pt x="389255" y="45085"/>
                    <a:pt x="387350" y="46355"/>
                    <a:pt x="386080" y="48260"/>
                  </a:cubicBezTo>
                  <a:cubicBezTo>
                    <a:pt x="384810" y="50165"/>
                    <a:pt x="383540" y="52070"/>
                    <a:pt x="382270" y="54610"/>
                  </a:cubicBezTo>
                  <a:cubicBezTo>
                    <a:pt x="381635" y="57150"/>
                    <a:pt x="380365" y="59690"/>
                    <a:pt x="380365" y="62865"/>
                  </a:cubicBezTo>
                  <a:lnTo>
                    <a:pt x="416560" y="62865"/>
                  </a:lnTo>
                  <a:cubicBezTo>
                    <a:pt x="416560" y="62865"/>
                    <a:pt x="415925" y="57785"/>
                    <a:pt x="415290" y="55245"/>
                  </a:cubicBezTo>
                  <a:cubicBezTo>
                    <a:pt x="414655" y="52705"/>
                    <a:pt x="413385" y="50800"/>
                    <a:pt x="412115" y="48895"/>
                  </a:cubicBezTo>
                  <a:cubicBezTo>
                    <a:pt x="410845" y="46990"/>
                    <a:pt x="408940" y="45720"/>
                    <a:pt x="406400" y="44450"/>
                  </a:cubicBezTo>
                  <a:cubicBezTo>
                    <a:pt x="403860" y="43180"/>
                    <a:pt x="401320" y="43180"/>
                    <a:pt x="398145" y="43180"/>
                  </a:cubicBezTo>
                  <a:close/>
                  <a:moveTo>
                    <a:pt x="320039" y="43180"/>
                  </a:moveTo>
                  <a:cubicBezTo>
                    <a:pt x="318134" y="43180"/>
                    <a:pt x="316229" y="43180"/>
                    <a:pt x="314959" y="43815"/>
                  </a:cubicBezTo>
                  <a:cubicBezTo>
                    <a:pt x="313054" y="43815"/>
                    <a:pt x="311784" y="45085"/>
                    <a:pt x="309879" y="45720"/>
                  </a:cubicBezTo>
                  <a:cubicBezTo>
                    <a:pt x="308609" y="46355"/>
                    <a:pt x="306704" y="47625"/>
                    <a:pt x="305434" y="48895"/>
                  </a:cubicBezTo>
                  <a:cubicBezTo>
                    <a:pt x="304164" y="50165"/>
                    <a:pt x="302894" y="51435"/>
                    <a:pt x="302259" y="52705"/>
                  </a:cubicBezTo>
                  <a:lnTo>
                    <a:pt x="302259" y="85725"/>
                  </a:lnTo>
                  <a:cubicBezTo>
                    <a:pt x="302259" y="85725"/>
                    <a:pt x="304164" y="88265"/>
                    <a:pt x="305434" y="89535"/>
                  </a:cubicBezTo>
                  <a:cubicBezTo>
                    <a:pt x="306704" y="90805"/>
                    <a:pt x="307974" y="92075"/>
                    <a:pt x="309879" y="92710"/>
                  </a:cubicBezTo>
                  <a:cubicBezTo>
                    <a:pt x="311784" y="93980"/>
                    <a:pt x="313054" y="94615"/>
                    <a:pt x="314959" y="95250"/>
                  </a:cubicBezTo>
                  <a:cubicBezTo>
                    <a:pt x="316864" y="95250"/>
                    <a:pt x="318769" y="95885"/>
                    <a:pt x="320674" y="95885"/>
                  </a:cubicBezTo>
                  <a:cubicBezTo>
                    <a:pt x="326389" y="95885"/>
                    <a:pt x="330199" y="93980"/>
                    <a:pt x="333374" y="89535"/>
                  </a:cubicBezTo>
                  <a:cubicBezTo>
                    <a:pt x="336549" y="85090"/>
                    <a:pt x="337819" y="79375"/>
                    <a:pt x="337819" y="71120"/>
                  </a:cubicBezTo>
                  <a:lnTo>
                    <a:pt x="337184" y="71755"/>
                  </a:lnTo>
                  <a:cubicBezTo>
                    <a:pt x="337184" y="62230"/>
                    <a:pt x="335914" y="54610"/>
                    <a:pt x="332739" y="50165"/>
                  </a:cubicBezTo>
                  <a:cubicBezTo>
                    <a:pt x="329564" y="45720"/>
                    <a:pt x="325119" y="43180"/>
                    <a:pt x="320039" y="43180"/>
                  </a:cubicBezTo>
                  <a:close/>
                  <a:moveTo>
                    <a:pt x="200025" y="43180"/>
                  </a:moveTo>
                  <a:cubicBezTo>
                    <a:pt x="197485" y="43180"/>
                    <a:pt x="194945" y="43180"/>
                    <a:pt x="193040" y="44450"/>
                  </a:cubicBezTo>
                  <a:cubicBezTo>
                    <a:pt x="191135" y="45085"/>
                    <a:pt x="189230" y="46355"/>
                    <a:pt x="187960" y="48260"/>
                  </a:cubicBezTo>
                  <a:cubicBezTo>
                    <a:pt x="186690" y="50165"/>
                    <a:pt x="185420" y="52070"/>
                    <a:pt x="184150" y="54610"/>
                  </a:cubicBezTo>
                  <a:cubicBezTo>
                    <a:pt x="183515" y="57150"/>
                    <a:pt x="182880" y="59690"/>
                    <a:pt x="182245" y="62865"/>
                  </a:cubicBezTo>
                  <a:lnTo>
                    <a:pt x="218440" y="62865"/>
                  </a:lnTo>
                  <a:cubicBezTo>
                    <a:pt x="218440" y="62865"/>
                    <a:pt x="217805" y="57785"/>
                    <a:pt x="217170" y="55245"/>
                  </a:cubicBezTo>
                  <a:cubicBezTo>
                    <a:pt x="216535" y="52705"/>
                    <a:pt x="215265" y="50800"/>
                    <a:pt x="213995" y="48895"/>
                  </a:cubicBezTo>
                  <a:cubicBezTo>
                    <a:pt x="212725" y="46990"/>
                    <a:pt x="210820" y="45720"/>
                    <a:pt x="208280" y="44450"/>
                  </a:cubicBezTo>
                  <a:cubicBezTo>
                    <a:pt x="205740" y="43180"/>
                    <a:pt x="203200" y="43180"/>
                    <a:pt x="200025" y="43180"/>
                  </a:cubicBezTo>
                  <a:close/>
                  <a:moveTo>
                    <a:pt x="4439281" y="43179"/>
                  </a:moveTo>
                  <a:cubicBezTo>
                    <a:pt x="4433566" y="43179"/>
                    <a:pt x="4429756" y="45084"/>
                    <a:pt x="4426581" y="49529"/>
                  </a:cubicBezTo>
                  <a:cubicBezTo>
                    <a:pt x="4423406" y="53974"/>
                    <a:pt x="4422136" y="59689"/>
                    <a:pt x="4422136" y="67944"/>
                  </a:cubicBezTo>
                  <a:cubicBezTo>
                    <a:pt x="4422136" y="73024"/>
                    <a:pt x="4422136" y="76834"/>
                    <a:pt x="4423406" y="80644"/>
                  </a:cubicBezTo>
                  <a:cubicBezTo>
                    <a:pt x="4424041" y="84454"/>
                    <a:pt x="4425311" y="86994"/>
                    <a:pt x="4426581" y="89534"/>
                  </a:cubicBezTo>
                  <a:cubicBezTo>
                    <a:pt x="4427851" y="92074"/>
                    <a:pt x="4429756" y="93344"/>
                    <a:pt x="4432296" y="94614"/>
                  </a:cubicBezTo>
                  <a:cubicBezTo>
                    <a:pt x="4434201" y="95884"/>
                    <a:pt x="4436741" y="96519"/>
                    <a:pt x="4439916" y="96519"/>
                  </a:cubicBezTo>
                  <a:cubicBezTo>
                    <a:pt x="4441821" y="96519"/>
                    <a:pt x="4443726" y="96519"/>
                    <a:pt x="4444996" y="95884"/>
                  </a:cubicBezTo>
                  <a:cubicBezTo>
                    <a:pt x="4446901" y="95884"/>
                    <a:pt x="4448171" y="94614"/>
                    <a:pt x="4450076" y="93344"/>
                  </a:cubicBezTo>
                  <a:cubicBezTo>
                    <a:pt x="4451346" y="92709"/>
                    <a:pt x="4453251" y="91439"/>
                    <a:pt x="4454521" y="90169"/>
                  </a:cubicBezTo>
                  <a:cubicBezTo>
                    <a:pt x="4455791" y="88899"/>
                    <a:pt x="4457061" y="87629"/>
                    <a:pt x="4457696" y="86359"/>
                  </a:cubicBezTo>
                  <a:lnTo>
                    <a:pt x="4457696" y="53339"/>
                  </a:lnTo>
                  <a:cubicBezTo>
                    <a:pt x="4457696" y="53339"/>
                    <a:pt x="4455791" y="50799"/>
                    <a:pt x="4454521" y="49529"/>
                  </a:cubicBezTo>
                  <a:cubicBezTo>
                    <a:pt x="4453251" y="48259"/>
                    <a:pt x="4451981" y="46989"/>
                    <a:pt x="4450076" y="46354"/>
                  </a:cubicBezTo>
                  <a:cubicBezTo>
                    <a:pt x="4448806" y="45084"/>
                    <a:pt x="4446901" y="44449"/>
                    <a:pt x="4444996" y="43814"/>
                  </a:cubicBezTo>
                  <a:cubicBezTo>
                    <a:pt x="4443091" y="43814"/>
                    <a:pt x="4441186" y="43179"/>
                    <a:pt x="4439281" y="43179"/>
                  </a:cubicBezTo>
                  <a:close/>
                  <a:moveTo>
                    <a:pt x="1014731" y="43179"/>
                  </a:moveTo>
                  <a:cubicBezTo>
                    <a:pt x="1009016" y="43179"/>
                    <a:pt x="1005206" y="45084"/>
                    <a:pt x="1002032" y="49529"/>
                  </a:cubicBezTo>
                  <a:cubicBezTo>
                    <a:pt x="998856" y="53974"/>
                    <a:pt x="997587" y="59689"/>
                    <a:pt x="997587" y="67944"/>
                  </a:cubicBezTo>
                  <a:cubicBezTo>
                    <a:pt x="997587" y="77469"/>
                    <a:pt x="998856" y="84454"/>
                    <a:pt x="1002032" y="88899"/>
                  </a:cubicBezTo>
                  <a:cubicBezTo>
                    <a:pt x="1005206" y="93979"/>
                    <a:pt x="1009016" y="95884"/>
                    <a:pt x="1015367" y="95884"/>
                  </a:cubicBezTo>
                  <a:cubicBezTo>
                    <a:pt x="1018541" y="95884"/>
                    <a:pt x="1022352" y="95249"/>
                    <a:pt x="1024891" y="93344"/>
                  </a:cubicBezTo>
                  <a:cubicBezTo>
                    <a:pt x="1028067" y="91439"/>
                    <a:pt x="1030607" y="88899"/>
                    <a:pt x="1033147" y="86359"/>
                  </a:cubicBezTo>
                  <a:lnTo>
                    <a:pt x="1033147" y="53339"/>
                  </a:lnTo>
                  <a:cubicBezTo>
                    <a:pt x="1033147" y="53339"/>
                    <a:pt x="1031242" y="50799"/>
                    <a:pt x="1029971" y="49529"/>
                  </a:cubicBezTo>
                  <a:cubicBezTo>
                    <a:pt x="1028702" y="48259"/>
                    <a:pt x="1027431" y="46989"/>
                    <a:pt x="1025526" y="46354"/>
                  </a:cubicBezTo>
                  <a:cubicBezTo>
                    <a:pt x="1023621" y="45084"/>
                    <a:pt x="1022352" y="44449"/>
                    <a:pt x="1020446" y="43814"/>
                  </a:cubicBezTo>
                  <a:cubicBezTo>
                    <a:pt x="1018541" y="43179"/>
                    <a:pt x="1016636" y="43179"/>
                    <a:pt x="1014731" y="43179"/>
                  </a:cubicBezTo>
                  <a:close/>
                  <a:moveTo>
                    <a:pt x="4524370" y="31114"/>
                  </a:moveTo>
                  <a:lnTo>
                    <a:pt x="4538975" y="31114"/>
                  </a:lnTo>
                  <a:lnTo>
                    <a:pt x="4552310" y="84454"/>
                  </a:lnTo>
                  <a:lnTo>
                    <a:pt x="4566915" y="31114"/>
                  </a:lnTo>
                  <a:lnTo>
                    <a:pt x="4579615" y="31114"/>
                  </a:lnTo>
                  <a:lnTo>
                    <a:pt x="4594220" y="84454"/>
                  </a:lnTo>
                  <a:lnTo>
                    <a:pt x="4606920" y="31114"/>
                  </a:lnTo>
                  <a:lnTo>
                    <a:pt x="4622160" y="31114"/>
                  </a:lnTo>
                  <a:lnTo>
                    <a:pt x="4600570" y="108584"/>
                  </a:lnTo>
                  <a:lnTo>
                    <a:pt x="4587235" y="108584"/>
                  </a:lnTo>
                  <a:lnTo>
                    <a:pt x="4572630" y="54609"/>
                  </a:lnTo>
                  <a:lnTo>
                    <a:pt x="4558660" y="108584"/>
                  </a:lnTo>
                  <a:lnTo>
                    <a:pt x="4545325" y="108584"/>
                  </a:lnTo>
                  <a:close/>
                  <a:moveTo>
                    <a:pt x="4123686" y="31114"/>
                  </a:moveTo>
                  <a:lnTo>
                    <a:pt x="4138926" y="31114"/>
                  </a:lnTo>
                  <a:lnTo>
                    <a:pt x="4152261" y="84454"/>
                  </a:lnTo>
                  <a:lnTo>
                    <a:pt x="4166866" y="31114"/>
                  </a:lnTo>
                  <a:lnTo>
                    <a:pt x="4178931" y="31114"/>
                  </a:lnTo>
                  <a:lnTo>
                    <a:pt x="4193536" y="84454"/>
                  </a:lnTo>
                  <a:lnTo>
                    <a:pt x="4206871" y="31114"/>
                  </a:lnTo>
                  <a:lnTo>
                    <a:pt x="4222111" y="31114"/>
                  </a:lnTo>
                  <a:lnTo>
                    <a:pt x="4200521" y="108584"/>
                  </a:lnTo>
                  <a:lnTo>
                    <a:pt x="4187186" y="108584"/>
                  </a:lnTo>
                  <a:lnTo>
                    <a:pt x="4172581" y="54609"/>
                  </a:lnTo>
                  <a:lnTo>
                    <a:pt x="4157976" y="108584"/>
                  </a:lnTo>
                  <a:lnTo>
                    <a:pt x="4145276" y="108584"/>
                  </a:lnTo>
                  <a:close/>
                  <a:moveTo>
                    <a:pt x="2837811" y="31114"/>
                  </a:moveTo>
                  <a:lnTo>
                    <a:pt x="2852416" y="31114"/>
                  </a:lnTo>
                  <a:lnTo>
                    <a:pt x="2865751" y="84454"/>
                  </a:lnTo>
                  <a:lnTo>
                    <a:pt x="2880356" y="31114"/>
                  </a:lnTo>
                  <a:lnTo>
                    <a:pt x="2893056" y="31114"/>
                  </a:lnTo>
                  <a:lnTo>
                    <a:pt x="2907661" y="84454"/>
                  </a:lnTo>
                  <a:lnTo>
                    <a:pt x="2920361" y="31114"/>
                  </a:lnTo>
                  <a:lnTo>
                    <a:pt x="2935601" y="31114"/>
                  </a:lnTo>
                  <a:lnTo>
                    <a:pt x="2914011" y="108584"/>
                  </a:lnTo>
                  <a:lnTo>
                    <a:pt x="2900676" y="108584"/>
                  </a:lnTo>
                  <a:lnTo>
                    <a:pt x="2886706" y="54609"/>
                  </a:lnTo>
                  <a:lnTo>
                    <a:pt x="2872101" y="108584"/>
                  </a:lnTo>
                  <a:lnTo>
                    <a:pt x="2858766" y="108584"/>
                  </a:lnTo>
                  <a:close/>
                  <a:moveTo>
                    <a:pt x="1354455" y="31114"/>
                  </a:moveTo>
                  <a:lnTo>
                    <a:pt x="1369695" y="31114"/>
                  </a:lnTo>
                  <a:lnTo>
                    <a:pt x="1369695" y="109219"/>
                  </a:lnTo>
                  <a:lnTo>
                    <a:pt x="1354455" y="109219"/>
                  </a:lnTo>
                  <a:close/>
                  <a:moveTo>
                    <a:pt x="2646040" y="29844"/>
                  </a:moveTo>
                  <a:cubicBezTo>
                    <a:pt x="2650485" y="29844"/>
                    <a:pt x="2654295" y="29844"/>
                    <a:pt x="2658105" y="31749"/>
                  </a:cubicBezTo>
                  <a:cubicBezTo>
                    <a:pt x="2661915" y="33019"/>
                    <a:pt x="2665090" y="34289"/>
                    <a:pt x="2667630" y="36829"/>
                  </a:cubicBezTo>
                  <a:cubicBezTo>
                    <a:pt x="2670170" y="38734"/>
                    <a:pt x="2672075" y="41909"/>
                    <a:pt x="2673345" y="45084"/>
                  </a:cubicBezTo>
                  <a:cubicBezTo>
                    <a:pt x="2674615" y="48259"/>
                    <a:pt x="2675250" y="52069"/>
                    <a:pt x="2675250" y="56514"/>
                  </a:cubicBezTo>
                  <a:lnTo>
                    <a:pt x="2675250" y="109854"/>
                  </a:lnTo>
                  <a:lnTo>
                    <a:pt x="2660010" y="109854"/>
                  </a:lnTo>
                  <a:lnTo>
                    <a:pt x="2660010" y="108584"/>
                  </a:lnTo>
                  <a:lnTo>
                    <a:pt x="2660010" y="100964"/>
                  </a:lnTo>
                  <a:cubicBezTo>
                    <a:pt x="2660010" y="100964"/>
                    <a:pt x="2656200" y="104139"/>
                    <a:pt x="2654930" y="104774"/>
                  </a:cubicBezTo>
                  <a:cubicBezTo>
                    <a:pt x="2653660" y="105409"/>
                    <a:pt x="2652390" y="106679"/>
                    <a:pt x="2651120" y="107314"/>
                  </a:cubicBezTo>
                  <a:cubicBezTo>
                    <a:pt x="2649850" y="107949"/>
                    <a:pt x="2647945" y="108584"/>
                    <a:pt x="2646040" y="109219"/>
                  </a:cubicBezTo>
                  <a:cubicBezTo>
                    <a:pt x="2644135" y="109219"/>
                    <a:pt x="2641595" y="109854"/>
                    <a:pt x="2639055" y="109854"/>
                  </a:cubicBezTo>
                  <a:cubicBezTo>
                    <a:pt x="2635880" y="109854"/>
                    <a:pt x="2632705" y="109854"/>
                    <a:pt x="2629530" y="108584"/>
                  </a:cubicBezTo>
                  <a:cubicBezTo>
                    <a:pt x="2626355" y="107949"/>
                    <a:pt x="2623180" y="106044"/>
                    <a:pt x="2620640" y="104139"/>
                  </a:cubicBezTo>
                  <a:cubicBezTo>
                    <a:pt x="2618100" y="102234"/>
                    <a:pt x="2616195" y="99059"/>
                    <a:pt x="2614290" y="95884"/>
                  </a:cubicBezTo>
                  <a:cubicBezTo>
                    <a:pt x="2612385" y="92709"/>
                    <a:pt x="2611750" y="88264"/>
                    <a:pt x="2611750" y="83819"/>
                  </a:cubicBezTo>
                  <a:cubicBezTo>
                    <a:pt x="2611750" y="79374"/>
                    <a:pt x="2612385" y="75564"/>
                    <a:pt x="2614290" y="72389"/>
                  </a:cubicBezTo>
                  <a:cubicBezTo>
                    <a:pt x="2615560" y="69214"/>
                    <a:pt x="2618100" y="66674"/>
                    <a:pt x="2620640" y="64769"/>
                  </a:cubicBezTo>
                  <a:cubicBezTo>
                    <a:pt x="2623180" y="62864"/>
                    <a:pt x="2626990" y="60959"/>
                    <a:pt x="2630800" y="60324"/>
                  </a:cubicBezTo>
                  <a:cubicBezTo>
                    <a:pt x="2634610" y="59054"/>
                    <a:pt x="2638420" y="59054"/>
                    <a:pt x="2642865" y="59054"/>
                  </a:cubicBezTo>
                  <a:cubicBezTo>
                    <a:pt x="2646675" y="59054"/>
                    <a:pt x="2650485" y="59054"/>
                    <a:pt x="2653025" y="59689"/>
                  </a:cubicBezTo>
                  <a:cubicBezTo>
                    <a:pt x="2655565" y="59689"/>
                    <a:pt x="2658105" y="60959"/>
                    <a:pt x="2660010" y="61594"/>
                  </a:cubicBezTo>
                  <a:lnTo>
                    <a:pt x="2660010" y="55879"/>
                  </a:lnTo>
                  <a:cubicBezTo>
                    <a:pt x="2660010" y="51434"/>
                    <a:pt x="2658740" y="48259"/>
                    <a:pt x="2656200" y="46354"/>
                  </a:cubicBezTo>
                  <a:cubicBezTo>
                    <a:pt x="2653660" y="43814"/>
                    <a:pt x="2649850" y="43179"/>
                    <a:pt x="2645405" y="43179"/>
                  </a:cubicBezTo>
                  <a:cubicBezTo>
                    <a:pt x="2641595" y="43179"/>
                    <a:pt x="2637785" y="43179"/>
                    <a:pt x="2634610" y="44449"/>
                  </a:cubicBezTo>
                  <a:cubicBezTo>
                    <a:pt x="2631435" y="45084"/>
                    <a:pt x="2628260" y="46354"/>
                    <a:pt x="2625085" y="48259"/>
                  </a:cubicBezTo>
                  <a:lnTo>
                    <a:pt x="2619370" y="36829"/>
                  </a:lnTo>
                  <a:cubicBezTo>
                    <a:pt x="2623180" y="34289"/>
                    <a:pt x="2626990" y="33019"/>
                    <a:pt x="2631435" y="31749"/>
                  </a:cubicBezTo>
                  <a:cubicBezTo>
                    <a:pt x="2635880" y="30479"/>
                    <a:pt x="2640325" y="29844"/>
                    <a:pt x="2646040" y="29844"/>
                  </a:cubicBezTo>
                  <a:close/>
                  <a:moveTo>
                    <a:pt x="1114426" y="29844"/>
                  </a:moveTo>
                  <a:lnTo>
                    <a:pt x="1129666" y="29844"/>
                  </a:lnTo>
                  <a:lnTo>
                    <a:pt x="1129666" y="107949"/>
                  </a:lnTo>
                  <a:lnTo>
                    <a:pt x="1114426" y="107949"/>
                  </a:lnTo>
                  <a:lnTo>
                    <a:pt x="1114426" y="100964"/>
                  </a:lnTo>
                  <a:cubicBezTo>
                    <a:pt x="1114426" y="100964"/>
                    <a:pt x="1109981" y="106044"/>
                    <a:pt x="1106171" y="107314"/>
                  </a:cubicBezTo>
                  <a:cubicBezTo>
                    <a:pt x="1102996" y="109219"/>
                    <a:pt x="1098551" y="109854"/>
                    <a:pt x="1094741" y="109854"/>
                  </a:cubicBezTo>
                  <a:cubicBezTo>
                    <a:pt x="1085851" y="109854"/>
                    <a:pt x="1078866" y="106679"/>
                    <a:pt x="1073786" y="100964"/>
                  </a:cubicBezTo>
                  <a:cubicBezTo>
                    <a:pt x="1069341" y="95249"/>
                    <a:pt x="1066800" y="86359"/>
                    <a:pt x="1066800" y="74929"/>
                  </a:cubicBezTo>
                  <a:lnTo>
                    <a:pt x="1066800" y="30479"/>
                  </a:lnTo>
                  <a:lnTo>
                    <a:pt x="1082040" y="30479"/>
                  </a:lnTo>
                  <a:lnTo>
                    <a:pt x="1082040" y="74294"/>
                  </a:lnTo>
                  <a:cubicBezTo>
                    <a:pt x="1082040" y="81279"/>
                    <a:pt x="1083311" y="86994"/>
                    <a:pt x="1085851" y="90169"/>
                  </a:cubicBezTo>
                  <a:cubicBezTo>
                    <a:pt x="1088390" y="93979"/>
                    <a:pt x="1092201" y="95249"/>
                    <a:pt x="1097916" y="95249"/>
                  </a:cubicBezTo>
                  <a:cubicBezTo>
                    <a:pt x="1102996" y="95249"/>
                    <a:pt x="1106806" y="93344"/>
                    <a:pt x="1109981" y="90169"/>
                  </a:cubicBezTo>
                  <a:cubicBezTo>
                    <a:pt x="1112521" y="86994"/>
                    <a:pt x="1114426" y="81914"/>
                    <a:pt x="1114426" y="75564"/>
                  </a:cubicBezTo>
                  <a:close/>
                  <a:moveTo>
                    <a:pt x="1011556" y="29844"/>
                  </a:moveTo>
                  <a:cubicBezTo>
                    <a:pt x="1013461" y="29844"/>
                    <a:pt x="1015367" y="29844"/>
                    <a:pt x="1017272" y="30479"/>
                  </a:cubicBezTo>
                  <a:cubicBezTo>
                    <a:pt x="1019176" y="30479"/>
                    <a:pt x="1021081" y="31749"/>
                    <a:pt x="1022352" y="32384"/>
                  </a:cubicBezTo>
                  <a:cubicBezTo>
                    <a:pt x="1024257" y="33019"/>
                    <a:pt x="1025526" y="34289"/>
                    <a:pt x="1026797" y="35559"/>
                  </a:cubicBezTo>
                  <a:cubicBezTo>
                    <a:pt x="1028067" y="36829"/>
                    <a:pt x="1029336" y="37464"/>
                    <a:pt x="1030607" y="38734"/>
                  </a:cubicBezTo>
                  <a:lnTo>
                    <a:pt x="1030607" y="31749"/>
                  </a:lnTo>
                  <a:lnTo>
                    <a:pt x="1045847" y="31749"/>
                  </a:lnTo>
                  <a:lnTo>
                    <a:pt x="1045847" y="130809"/>
                  </a:lnTo>
                  <a:lnTo>
                    <a:pt x="1032512" y="137477"/>
                  </a:lnTo>
                  <a:lnTo>
                    <a:pt x="1032512" y="101599"/>
                  </a:lnTo>
                  <a:cubicBezTo>
                    <a:pt x="1032512" y="101599"/>
                    <a:pt x="1026797" y="106679"/>
                    <a:pt x="1022986" y="107949"/>
                  </a:cubicBezTo>
                  <a:cubicBezTo>
                    <a:pt x="1019812" y="109854"/>
                    <a:pt x="1016001" y="110489"/>
                    <a:pt x="1011556" y="110489"/>
                  </a:cubicBezTo>
                  <a:cubicBezTo>
                    <a:pt x="1007111" y="110489"/>
                    <a:pt x="1003301" y="109854"/>
                    <a:pt x="999491" y="107949"/>
                  </a:cubicBezTo>
                  <a:cubicBezTo>
                    <a:pt x="995681" y="106679"/>
                    <a:pt x="992506" y="104139"/>
                    <a:pt x="989966" y="100329"/>
                  </a:cubicBezTo>
                  <a:cubicBezTo>
                    <a:pt x="987426" y="97154"/>
                    <a:pt x="984886" y="92709"/>
                    <a:pt x="983616" y="87629"/>
                  </a:cubicBezTo>
                  <a:cubicBezTo>
                    <a:pt x="982346" y="82549"/>
                    <a:pt x="981076" y="76199"/>
                    <a:pt x="981076" y="68579"/>
                  </a:cubicBezTo>
                  <a:cubicBezTo>
                    <a:pt x="981076" y="61594"/>
                    <a:pt x="981711" y="55879"/>
                    <a:pt x="983616" y="51434"/>
                  </a:cubicBezTo>
                  <a:cubicBezTo>
                    <a:pt x="985521" y="46354"/>
                    <a:pt x="987426" y="42544"/>
                    <a:pt x="990601" y="39369"/>
                  </a:cubicBezTo>
                  <a:cubicBezTo>
                    <a:pt x="993142" y="36194"/>
                    <a:pt x="996951" y="33654"/>
                    <a:pt x="1000126" y="32384"/>
                  </a:cubicBezTo>
                  <a:cubicBezTo>
                    <a:pt x="1003937" y="31114"/>
                    <a:pt x="1007746" y="29844"/>
                    <a:pt x="1011556" y="29844"/>
                  </a:cubicBezTo>
                  <a:close/>
                  <a:moveTo>
                    <a:pt x="4871716" y="29210"/>
                  </a:moveTo>
                  <a:cubicBezTo>
                    <a:pt x="4876796" y="29210"/>
                    <a:pt x="4881241" y="29845"/>
                    <a:pt x="4885686" y="31750"/>
                  </a:cubicBezTo>
                  <a:cubicBezTo>
                    <a:pt x="4890131" y="33655"/>
                    <a:pt x="4894576" y="35560"/>
                    <a:pt x="4897751" y="38100"/>
                  </a:cubicBezTo>
                  <a:lnTo>
                    <a:pt x="4899021" y="38100"/>
                  </a:lnTo>
                  <a:lnTo>
                    <a:pt x="4892036" y="50165"/>
                  </a:lnTo>
                  <a:cubicBezTo>
                    <a:pt x="4888861" y="47625"/>
                    <a:pt x="4885686" y="46355"/>
                    <a:pt x="4882511" y="45085"/>
                  </a:cubicBezTo>
                  <a:cubicBezTo>
                    <a:pt x="4879336" y="43815"/>
                    <a:pt x="4875526" y="43180"/>
                    <a:pt x="4872351" y="43180"/>
                  </a:cubicBezTo>
                  <a:cubicBezTo>
                    <a:pt x="4869176" y="43180"/>
                    <a:pt x="4866001" y="43815"/>
                    <a:pt x="4864096" y="45085"/>
                  </a:cubicBezTo>
                  <a:cubicBezTo>
                    <a:pt x="4862191" y="46355"/>
                    <a:pt x="4861556" y="48260"/>
                    <a:pt x="4861556" y="50165"/>
                  </a:cubicBezTo>
                  <a:cubicBezTo>
                    <a:pt x="4861556" y="51435"/>
                    <a:pt x="4861556" y="52070"/>
                    <a:pt x="4861556" y="52705"/>
                  </a:cubicBezTo>
                  <a:cubicBezTo>
                    <a:pt x="4861556" y="53340"/>
                    <a:pt x="4862826" y="54610"/>
                    <a:pt x="4863461" y="55245"/>
                  </a:cubicBezTo>
                  <a:cubicBezTo>
                    <a:pt x="4864731" y="55880"/>
                    <a:pt x="4866001" y="57150"/>
                    <a:pt x="4867906" y="57785"/>
                  </a:cubicBezTo>
                  <a:cubicBezTo>
                    <a:pt x="4869811" y="59055"/>
                    <a:pt x="4872351" y="59690"/>
                    <a:pt x="4874891" y="60960"/>
                  </a:cubicBezTo>
                  <a:cubicBezTo>
                    <a:pt x="4879336" y="62865"/>
                    <a:pt x="4883146" y="64135"/>
                    <a:pt x="4886321" y="66040"/>
                  </a:cubicBezTo>
                  <a:cubicBezTo>
                    <a:pt x="4889496" y="67310"/>
                    <a:pt x="4892036" y="69215"/>
                    <a:pt x="4894576" y="71120"/>
                  </a:cubicBezTo>
                  <a:cubicBezTo>
                    <a:pt x="4896481" y="73025"/>
                    <a:pt x="4898386" y="75565"/>
                    <a:pt x="4899656" y="78105"/>
                  </a:cubicBezTo>
                  <a:cubicBezTo>
                    <a:pt x="4900926" y="80645"/>
                    <a:pt x="4901561" y="83820"/>
                    <a:pt x="4901561" y="87630"/>
                  </a:cubicBezTo>
                  <a:cubicBezTo>
                    <a:pt x="4901561" y="92075"/>
                    <a:pt x="4900926" y="95250"/>
                    <a:pt x="4899021" y="98425"/>
                  </a:cubicBezTo>
                  <a:cubicBezTo>
                    <a:pt x="4897116" y="101600"/>
                    <a:pt x="4895211" y="103505"/>
                    <a:pt x="4892671" y="105410"/>
                  </a:cubicBezTo>
                  <a:cubicBezTo>
                    <a:pt x="4890131" y="107315"/>
                    <a:pt x="4886956" y="108585"/>
                    <a:pt x="4883146" y="109220"/>
                  </a:cubicBezTo>
                  <a:cubicBezTo>
                    <a:pt x="4879336" y="109855"/>
                    <a:pt x="4876161" y="110490"/>
                    <a:pt x="4872351" y="110490"/>
                  </a:cubicBezTo>
                  <a:cubicBezTo>
                    <a:pt x="4867271" y="110490"/>
                    <a:pt x="4862191" y="109855"/>
                    <a:pt x="4857111" y="107950"/>
                  </a:cubicBezTo>
                  <a:cubicBezTo>
                    <a:pt x="4851396" y="106045"/>
                    <a:pt x="4846951" y="103505"/>
                    <a:pt x="4842506" y="100965"/>
                  </a:cubicBezTo>
                  <a:lnTo>
                    <a:pt x="4849491" y="89535"/>
                  </a:lnTo>
                  <a:cubicBezTo>
                    <a:pt x="4853301" y="92075"/>
                    <a:pt x="4857111" y="93980"/>
                    <a:pt x="4860921" y="95250"/>
                  </a:cubicBezTo>
                  <a:cubicBezTo>
                    <a:pt x="4864731" y="96520"/>
                    <a:pt x="4868541" y="97155"/>
                    <a:pt x="4872351" y="97155"/>
                  </a:cubicBezTo>
                  <a:cubicBezTo>
                    <a:pt x="4877431" y="97155"/>
                    <a:pt x="4880606" y="96520"/>
                    <a:pt x="4883146" y="94615"/>
                  </a:cubicBezTo>
                  <a:cubicBezTo>
                    <a:pt x="4885686" y="93345"/>
                    <a:pt x="4886321" y="90805"/>
                    <a:pt x="4886321" y="88265"/>
                  </a:cubicBezTo>
                  <a:cubicBezTo>
                    <a:pt x="4886321" y="86995"/>
                    <a:pt x="4886321" y="85725"/>
                    <a:pt x="4885051" y="84455"/>
                  </a:cubicBezTo>
                  <a:cubicBezTo>
                    <a:pt x="4884416" y="83185"/>
                    <a:pt x="4883146" y="82550"/>
                    <a:pt x="4881241" y="81280"/>
                  </a:cubicBezTo>
                  <a:cubicBezTo>
                    <a:pt x="4879971" y="80010"/>
                    <a:pt x="4878066" y="79375"/>
                    <a:pt x="4875526" y="78105"/>
                  </a:cubicBezTo>
                  <a:cubicBezTo>
                    <a:pt x="4872986" y="77470"/>
                    <a:pt x="4871081" y="76200"/>
                    <a:pt x="4867906" y="74930"/>
                  </a:cubicBezTo>
                  <a:cubicBezTo>
                    <a:pt x="4863461" y="73025"/>
                    <a:pt x="4860286" y="71755"/>
                    <a:pt x="4857111" y="69850"/>
                  </a:cubicBezTo>
                  <a:cubicBezTo>
                    <a:pt x="4853936" y="67945"/>
                    <a:pt x="4852031" y="66675"/>
                    <a:pt x="4850126" y="64770"/>
                  </a:cubicBezTo>
                  <a:cubicBezTo>
                    <a:pt x="4848221" y="62865"/>
                    <a:pt x="4846951" y="60960"/>
                    <a:pt x="4846316" y="58420"/>
                  </a:cubicBezTo>
                  <a:cubicBezTo>
                    <a:pt x="4845681" y="55880"/>
                    <a:pt x="4845046" y="53340"/>
                    <a:pt x="4845046" y="50165"/>
                  </a:cubicBezTo>
                  <a:cubicBezTo>
                    <a:pt x="4845046" y="46990"/>
                    <a:pt x="4845681" y="43815"/>
                    <a:pt x="4846951" y="40640"/>
                  </a:cubicBezTo>
                  <a:cubicBezTo>
                    <a:pt x="4848221" y="38100"/>
                    <a:pt x="4850126" y="35560"/>
                    <a:pt x="4852666" y="34290"/>
                  </a:cubicBezTo>
                  <a:cubicBezTo>
                    <a:pt x="4855206" y="32385"/>
                    <a:pt x="4857746" y="31115"/>
                    <a:pt x="4860921" y="30480"/>
                  </a:cubicBezTo>
                  <a:cubicBezTo>
                    <a:pt x="4864096" y="29845"/>
                    <a:pt x="4867906" y="29210"/>
                    <a:pt x="4871716" y="29210"/>
                  </a:cubicBezTo>
                  <a:close/>
                  <a:moveTo>
                    <a:pt x="4749796" y="29210"/>
                  </a:moveTo>
                  <a:cubicBezTo>
                    <a:pt x="4752971" y="29210"/>
                    <a:pt x="4755511" y="29210"/>
                    <a:pt x="4757416" y="29845"/>
                  </a:cubicBezTo>
                  <a:cubicBezTo>
                    <a:pt x="4759321" y="30480"/>
                    <a:pt x="4761226" y="31115"/>
                    <a:pt x="4763131" y="32385"/>
                  </a:cubicBezTo>
                  <a:lnTo>
                    <a:pt x="4759321" y="46990"/>
                  </a:lnTo>
                  <a:lnTo>
                    <a:pt x="4758051" y="46990"/>
                  </a:lnTo>
                  <a:cubicBezTo>
                    <a:pt x="4758051" y="46990"/>
                    <a:pt x="4754876" y="45085"/>
                    <a:pt x="4752971" y="45085"/>
                  </a:cubicBezTo>
                  <a:cubicBezTo>
                    <a:pt x="4751066" y="45085"/>
                    <a:pt x="4749161" y="44450"/>
                    <a:pt x="4746621" y="44450"/>
                  </a:cubicBezTo>
                  <a:cubicBezTo>
                    <a:pt x="4741541" y="44450"/>
                    <a:pt x="4737731" y="46355"/>
                    <a:pt x="4735191" y="49530"/>
                  </a:cubicBezTo>
                  <a:cubicBezTo>
                    <a:pt x="4732651" y="52705"/>
                    <a:pt x="4731381" y="57785"/>
                    <a:pt x="4731381" y="64770"/>
                  </a:cubicBezTo>
                  <a:lnTo>
                    <a:pt x="4731381" y="109220"/>
                  </a:lnTo>
                  <a:lnTo>
                    <a:pt x="4716141" y="109220"/>
                  </a:lnTo>
                  <a:lnTo>
                    <a:pt x="4716141" y="31115"/>
                  </a:lnTo>
                  <a:lnTo>
                    <a:pt x="4731381" y="31115"/>
                  </a:lnTo>
                  <a:lnTo>
                    <a:pt x="4731381" y="38735"/>
                  </a:lnTo>
                  <a:cubicBezTo>
                    <a:pt x="4731381" y="38735"/>
                    <a:pt x="4733286" y="36195"/>
                    <a:pt x="4734556" y="34925"/>
                  </a:cubicBezTo>
                  <a:cubicBezTo>
                    <a:pt x="4735826" y="33655"/>
                    <a:pt x="4737096" y="33020"/>
                    <a:pt x="4739001" y="31750"/>
                  </a:cubicBezTo>
                  <a:cubicBezTo>
                    <a:pt x="4740271" y="31115"/>
                    <a:pt x="4742176" y="30480"/>
                    <a:pt x="4744081" y="29845"/>
                  </a:cubicBezTo>
                  <a:cubicBezTo>
                    <a:pt x="4745986" y="29845"/>
                    <a:pt x="4747891" y="29210"/>
                    <a:pt x="4749796" y="29210"/>
                  </a:cubicBezTo>
                  <a:close/>
                  <a:moveTo>
                    <a:pt x="4349110" y="29210"/>
                  </a:moveTo>
                  <a:cubicBezTo>
                    <a:pt x="4352285" y="29210"/>
                    <a:pt x="4354825" y="29210"/>
                    <a:pt x="4356730" y="29845"/>
                  </a:cubicBezTo>
                  <a:cubicBezTo>
                    <a:pt x="4358635" y="29845"/>
                    <a:pt x="4360540" y="31115"/>
                    <a:pt x="4362445" y="32385"/>
                  </a:cubicBezTo>
                  <a:lnTo>
                    <a:pt x="4358635" y="46990"/>
                  </a:lnTo>
                  <a:lnTo>
                    <a:pt x="4357365" y="46990"/>
                  </a:lnTo>
                  <a:cubicBezTo>
                    <a:pt x="4357365" y="46990"/>
                    <a:pt x="4354190" y="45085"/>
                    <a:pt x="4352285" y="45085"/>
                  </a:cubicBezTo>
                  <a:cubicBezTo>
                    <a:pt x="4350380" y="45085"/>
                    <a:pt x="4348475" y="44450"/>
                    <a:pt x="4345935" y="44450"/>
                  </a:cubicBezTo>
                  <a:cubicBezTo>
                    <a:pt x="4340855" y="44450"/>
                    <a:pt x="4337045" y="46355"/>
                    <a:pt x="4334505" y="49530"/>
                  </a:cubicBezTo>
                  <a:cubicBezTo>
                    <a:pt x="4331965" y="52705"/>
                    <a:pt x="4330695" y="57785"/>
                    <a:pt x="4330695" y="64770"/>
                  </a:cubicBezTo>
                  <a:lnTo>
                    <a:pt x="4330695" y="109220"/>
                  </a:lnTo>
                  <a:lnTo>
                    <a:pt x="4315455" y="109220"/>
                  </a:lnTo>
                  <a:lnTo>
                    <a:pt x="4315455" y="31115"/>
                  </a:lnTo>
                  <a:lnTo>
                    <a:pt x="4330695" y="31115"/>
                  </a:lnTo>
                  <a:lnTo>
                    <a:pt x="4330695" y="38735"/>
                  </a:lnTo>
                  <a:cubicBezTo>
                    <a:pt x="4330695" y="38735"/>
                    <a:pt x="4332600" y="36195"/>
                    <a:pt x="4333870" y="34925"/>
                  </a:cubicBezTo>
                  <a:cubicBezTo>
                    <a:pt x="4335140" y="33655"/>
                    <a:pt x="4336410" y="33020"/>
                    <a:pt x="4338315" y="31750"/>
                  </a:cubicBezTo>
                  <a:cubicBezTo>
                    <a:pt x="4339585" y="31115"/>
                    <a:pt x="4341490" y="30480"/>
                    <a:pt x="4343395" y="29845"/>
                  </a:cubicBezTo>
                  <a:cubicBezTo>
                    <a:pt x="4345300" y="29845"/>
                    <a:pt x="4347205" y="29210"/>
                    <a:pt x="4349110" y="29210"/>
                  </a:cubicBezTo>
                  <a:close/>
                  <a:moveTo>
                    <a:pt x="4044310" y="29210"/>
                  </a:moveTo>
                  <a:cubicBezTo>
                    <a:pt x="4050025" y="29210"/>
                    <a:pt x="4054470" y="30480"/>
                    <a:pt x="4058915" y="32385"/>
                  </a:cubicBezTo>
                  <a:cubicBezTo>
                    <a:pt x="4062725" y="34290"/>
                    <a:pt x="4066535" y="37465"/>
                    <a:pt x="4069075" y="40640"/>
                  </a:cubicBezTo>
                  <a:cubicBezTo>
                    <a:pt x="4071615" y="44450"/>
                    <a:pt x="4073520" y="48260"/>
                    <a:pt x="4075425" y="53340"/>
                  </a:cubicBezTo>
                  <a:cubicBezTo>
                    <a:pt x="4076695" y="57785"/>
                    <a:pt x="4077330" y="62865"/>
                    <a:pt x="4077330" y="68580"/>
                  </a:cubicBezTo>
                  <a:lnTo>
                    <a:pt x="4076060" y="68580"/>
                  </a:lnTo>
                  <a:cubicBezTo>
                    <a:pt x="4076060" y="68580"/>
                    <a:pt x="4076060" y="71120"/>
                    <a:pt x="4076060" y="72390"/>
                  </a:cubicBezTo>
                  <a:cubicBezTo>
                    <a:pt x="4076060" y="73660"/>
                    <a:pt x="4076060" y="74295"/>
                    <a:pt x="4076060" y="75565"/>
                  </a:cubicBezTo>
                  <a:lnTo>
                    <a:pt x="4024625" y="75565"/>
                  </a:lnTo>
                  <a:cubicBezTo>
                    <a:pt x="4024625" y="79375"/>
                    <a:pt x="4025895" y="82550"/>
                    <a:pt x="4027165" y="85090"/>
                  </a:cubicBezTo>
                  <a:cubicBezTo>
                    <a:pt x="4028435" y="87630"/>
                    <a:pt x="4029705" y="90170"/>
                    <a:pt x="4031610" y="91440"/>
                  </a:cubicBezTo>
                  <a:cubicBezTo>
                    <a:pt x="4033515" y="93345"/>
                    <a:pt x="4035420" y="94615"/>
                    <a:pt x="4037325" y="95250"/>
                  </a:cubicBezTo>
                  <a:cubicBezTo>
                    <a:pt x="4039230" y="95885"/>
                    <a:pt x="4041770" y="96520"/>
                    <a:pt x="4044310" y="96520"/>
                  </a:cubicBezTo>
                  <a:cubicBezTo>
                    <a:pt x="4046215" y="96520"/>
                    <a:pt x="4047485" y="96520"/>
                    <a:pt x="4049390" y="96520"/>
                  </a:cubicBezTo>
                  <a:cubicBezTo>
                    <a:pt x="4050660" y="96520"/>
                    <a:pt x="4052565" y="95885"/>
                    <a:pt x="4053835" y="95250"/>
                  </a:cubicBezTo>
                  <a:cubicBezTo>
                    <a:pt x="4055105" y="95250"/>
                    <a:pt x="4056375" y="93980"/>
                    <a:pt x="4057645" y="93345"/>
                  </a:cubicBezTo>
                  <a:cubicBezTo>
                    <a:pt x="4058915" y="93345"/>
                    <a:pt x="4060185" y="92075"/>
                    <a:pt x="4062090" y="90805"/>
                  </a:cubicBezTo>
                  <a:lnTo>
                    <a:pt x="4070980" y="100330"/>
                  </a:lnTo>
                  <a:cubicBezTo>
                    <a:pt x="4070980" y="100330"/>
                    <a:pt x="4067170" y="103505"/>
                    <a:pt x="4065265" y="104775"/>
                  </a:cubicBezTo>
                  <a:cubicBezTo>
                    <a:pt x="4063360" y="106045"/>
                    <a:pt x="4061455" y="106680"/>
                    <a:pt x="4059550" y="107950"/>
                  </a:cubicBezTo>
                  <a:cubicBezTo>
                    <a:pt x="4057645" y="108585"/>
                    <a:pt x="4055105" y="109855"/>
                    <a:pt x="4052565" y="109855"/>
                  </a:cubicBezTo>
                  <a:cubicBezTo>
                    <a:pt x="4050025" y="109855"/>
                    <a:pt x="4046850" y="110490"/>
                    <a:pt x="4043675" y="110490"/>
                  </a:cubicBezTo>
                  <a:cubicBezTo>
                    <a:pt x="4040500" y="110490"/>
                    <a:pt x="4037325" y="110490"/>
                    <a:pt x="4034150" y="109220"/>
                  </a:cubicBezTo>
                  <a:cubicBezTo>
                    <a:pt x="4030975" y="108585"/>
                    <a:pt x="4028435" y="107315"/>
                    <a:pt x="4026530" y="105410"/>
                  </a:cubicBezTo>
                  <a:cubicBezTo>
                    <a:pt x="4023990" y="104140"/>
                    <a:pt x="4022085" y="102235"/>
                    <a:pt x="4020180" y="100330"/>
                  </a:cubicBezTo>
                  <a:cubicBezTo>
                    <a:pt x="4018275" y="98425"/>
                    <a:pt x="4016370" y="95885"/>
                    <a:pt x="4015100" y="92710"/>
                  </a:cubicBezTo>
                  <a:cubicBezTo>
                    <a:pt x="4013195" y="89535"/>
                    <a:pt x="4011925" y="86360"/>
                    <a:pt x="4011290" y="82550"/>
                  </a:cubicBezTo>
                  <a:cubicBezTo>
                    <a:pt x="4010655" y="78740"/>
                    <a:pt x="4010020" y="74295"/>
                    <a:pt x="4010020" y="69850"/>
                  </a:cubicBezTo>
                  <a:cubicBezTo>
                    <a:pt x="4010020" y="63500"/>
                    <a:pt x="4010655" y="57150"/>
                    <a:pt x="4012560" y="52070"/>
                  </a:cubicBezTo>
                  <a:cubicBezTo>
                    <a:pt x="4014465" y="46990"/>
                    <a:pt x="4016370" y="42545"/>
                    <a:pt x="4019545" y="39370"/>
                  </a:cubicBezTo>
                  <a:cubicBezTo>
                    <a:pt x="4022720" y="36195"/>
                    <a:pt x="4025895" y="33020"/>
                    <a:pt x="4030340" y="31750"/>
                  </a:cubicBezTo>
                  <a:cubicBezTo>
                    <a:pt x="4034785" y="29845"/>
                    <a:pt x="4039230" y="29210"/>
                    <a:pt x="4044310" y="29210"/>
                  </a:cubicBezTo>
                  <a:close/>
                  <a:moveTo>
                    <a:pt x="3811900" y="29210"/>
                  </a:moveTo>
                  <a:cubicBezTo>
                    <a:pt x="3815075" y="29210"/>
                    <a:pt x="3817615" y="29210"/>
                    <a:pt x="3819520" y="29845"/>
                  </a:cubicBezTo>
                  <a:cubicBezTo>
                    <a:pt x="3821425" y="29845"/>
                    <a:pt x="3823330" y="31115"/>
                    <a:pt x="3825235" y="32385"/>
                  </a:cubicBezTo>
                  <a:lnTo>
                    <a:pt x="3821425" y="46990"/>
                  </a:lnTo>
                  <a:lnTo>
                    <a:pt x="3820155" y="46990"/>
                  </a:lnTo>
                  <a:cubicBezTo>
                    <a:pt x="3820155" y="46990"/>
                    <a:pt x="3816980" y="45085"/>
                    <a:pt x="3815075" y="45085"/>
                  </a:cubicBezTo>
                  <a:cubicBezTo>
                    <a:pt x="3813170" y="45085"/>
                    <a:pt x="3811265" y="44450"/>
                    <a:pt x="3808725" y="44450"/>
                  </a:cubicBezTo>
                  <a:cubicBezTo>
                    <a:pt x="3803645" y="44450"/>
                    <a:pt x="3799835" y="46355"/>
                    <a:pt x="3797295" y="49530"/>
                  </a:cubicBezTo>
                  <a:cubicBezTo>
                    <a:pt x="3794755" y="52705"/>
                    <a:pt x="3793485" y="57785"/>
                    <a:pt x="3793485" y="64770"/>
                  </a:cubicBezTo>
                  <a:lnTo>
                    <a:pt x="3793485" y="109220"/>
                  </a:lnTo>
                  <a:lnTo>
                    <a:pt x="3778245" y="109220"/>
                  </a:lnTo>
                  <a:lnTo>
                    <a:pt x="3778245" y="31115"/>
                  </a:lnTo>
                  <a:lnTo>
                    <a:pt x="3793485" y="31115"/>
                  </a:lnTo>
                  <a:lnTo>
                    <a:pt x="3793485" y="38735"/>
                  </a:lnTo>
                  <a:cubicBezTo>
                    <a:pt x="3793485" y="38735"/>
                    <a:pt x="3795390" y="36195"/>
                    <a:pt x="3796660" y="34925"/>
                  </a:cubicBezTo>
                  <a:cubicBezTo>
                    <a:pt x="3797930" y="33655"/>
                    <a:pt x="3799200" y="33020"/>
                    <a:pt x="3801105" y="31750"/>
                  </a:cubicBezTo>
                  <a:cubicBezTo>
                    <a:pt x="3802375" y="31115"/>
                    <a:pt x="3804280" y="30480"/>
                    <a:pt x="3806185" y="29845"/>
                  </a:cubicBezTo>
                  <a:cubicBezTo>
                    <a:pt x="3808090" y="29845"/>
                    <a:pt x="3809995" y="29210"/>
                    <a:pt x="3811900" y="29210"/>
                  </a:cubicBezTo>
                  <a:close/>
                  <a:moveTo>
                    <a:pt x="3729986" y="29210"/>
                  </a:moveTo>
                  <a:cubicBezTo>
                    <a:pt x="3735701" y="29210"/>
                    <a:pt x="3740146" y="30480"/>
                    <a:pt x="3744591" y="32385"/>
                  </a:cubicBezTo>
                  <a:cubicBezTo>
                    <a:pt x="3748401" y="34290"/>
                    <a:pt x="3752211" y="37465"/>
                    <a:pt x="3754751" y="40640"/>
                  </a:cubicBezTo>
                  <a:cubicBezTo>
                    <a:pt x="3757291" y="44450"/>
                    <a:pt x="3759196" y="48260"/>
                    <a:pt x="3761101" y="53340"/>
                  </a:cubicBezTo>
                  <a:cubicBezTo>
                    <a:pt x="3762371" y="57785"/>
                    <a:pt x="3763006" y="62865"/>
                    <a:pt x="3763006" y="68580"/>
                  </a:cubicBezTo>
                  <a:lnTo>
                    <a:pt x="3761736" y="68580"/>
                  </a:lnTo>
                  <a:cubicBezTo>
                    <a:pt x="3761736" y="68580"/>
                    <a:pt x="3761736" y="71120"/>
                    <a:pt x="3761736" y="72390"/>
                  </a:cubicBezTo>
                  <a:cubicBezTo>
                    <a:pt x="3761736" y="73660"/>
                    <a:pt x="3761736" y="74295"/>
                    <a:pt x="3761736" y="75565"/>
                  </a:cubicBezTo>
                  <a:lnTo>
                    <a:pt x="3710301" y="75565"/>
                  </a:lnTo>
                  <a:cubicBezTo>
                    <a:pt x="3710301" y="79375"/>
                    <a:pt x="3711571" y="82550"/>
                    <a:pt x="3712841" y="85090"/>
                  </a:cubicBezTo>
                  <a:cubicBezTo>
                    <a:pt x="3714111" y="87630"/>
                    <a:pt x="3715381" y="90170"/>
                    <a:pt x="3717286" y="91440"/>
                  </a:cubicBezTo>
                  <a:cubicBezTo>
                    <a:pt x="3719191" y="93345"/>
                    <a:pt x="3721096" y="94615"/>
                    <a:pt x="3723001" y="95250"/>
                  </a:cubicBezTo>
                  <a:cubicBezTo>
                    <a:pt x="3724906" y="95885"/>
                    <a:pt x="3727446" y="96520"/>
                    <a:pt x="3729986" y="96520"/>
                  </a:cubicBezTo>
                  <a:cubicBezTo>
                    <a:pt x="3731891" y="96520"/>
                    <a:pt x="3733161" y="96520"/>
                    <a:pt x="3735066" y="96520"/>
                  </a:cubicBezTo>
                  <a:cubicBezTo>
                    <a:pt x="3736336" y="96520"/>
                    <a:pt x="3738241" y="95885"/>
                    <a:pt x="3739511" y="95250"/>
                  </a:cubicBezTo>
                  <a:cubicBezTo>
                    <a:pt x="3740781" y="95250"/>
                    <a:pt x="3742051" y="93980"/>
                    <a:pt x="3743321" y="93345"/>
                  </a:cubicBezTo>
                  <a:cubicBezTo>
                    <a:pt x="3744591" y="93345"/>
                    <a:pt x="3745861" y="92075"/>
                    <a:pt x="3747766" y="90805"/>
                  </a:cubicBezTo>
                  <a:lnTo>
                    <a:pt x="3756656" y="100330"/>
                  </a:lnTo>
                  <a:cubicBezTo>
                    <a:pt x="3756656" y="100330"/>
                    <a:pt x="3752846" y="103505"/>
                    <a:pt x="3750941" y="104775"/>
                  </a:cubicBezTo>
                  <a:cubicBezTo>
                    <a:pt x="3749036" y="106045"/>
                    <a:pt x="3747131" y="106680"/>
                    <a:pt x="3745226" y="107950"/>
                  </a:cubicBezTo>
                  <a:cubicBezTo>
                    <a:pt x="3743321" y="108585"/>
                    <a:pt x="3740781" y="109855"/>
                    <a:pt x="3738241" y="109855"/>
                  </a:cubicBezTo>
                  <a:cubicBezTo>
                    <a:pt x="3735701" y="109855"/>
                    <a:pt x="3732526" y="110490"/>
                    <a:pt x="3729351" y="110490"/>
                  </a:cubicBezTo>
                  <a:cubicBezTo>
                    <a:pt x="3726176" y="110490"/>
                    <a:pt x="3723001" y="110490"/>
                    <a:pt x="3719826" y="109220"/>
                  </a:cubicBezTo>
                  <a:cubicBezTo>
                    <a:pt x="3716651" y="108585"/>
                    <a:pt x="3714111" y="107315"/>
                    <a:pt x="3712206" y="105410"/>
                  </a:cubicBezTo>
                  <a:cubicBezTo>
                    <a:pt x="3709666" y="104140"/>
                    <a:pt x="3707761" y="102235"/>
                    <a:pt x="3705856" y="100330"/>
                  </a:cubicBezTo>
                  <a:cubicBezTo>
                    <a:pt x="3703951" y="98425"/>
                    <a:pt x="3702046" y="95885"/>
                    <a:pt x="3700776" y="92710"/>
                  </a:cubicBezTo>
                  <a:cubicBezTo>
                    <a:pt x="3698871" y="89535"/>
                    <a:pt x="3697601" y="86360"/>
                    <a:pt x="3696966" y="82550"/>
                  </a:cubicBezTo>
                  <a:cubicBezTo>
                    <a:pt x="3696331" y="78740"/>
                    <a:pt x="3695696" y="74295"/>
                    <a:pt x="3695696" y="69850"/>
                  </a:cubicBezTo>
                  <a:cubicBezTo>
                    <a:pt x="3695696" y="63500"/>
                    <a:pt x="3696331" y="57150"/>
                    <a:pt x="3698236" y="52070"/>
                  </a:cubicBezTo>
                  <a:cubicBezTo>
                    <a:pt x="3700141" y="46990"/>
                    <a:pt x="3702046" y="42545"/>
                    <a:pt x="3705221" y="39370"/>
                  </a:cubicBezTo>
                  <a:cubicBezTo>
                    <a:pt x="3708396" y="36195"/>
                    <a:pt x="3711571" y="33020"/>
                    <a:pt x="3716016" y="31750"/>
                  </a:cubicBezTo>
                  <a:cubicBezTo>
                    <a:pt x="3720461" y="29845"/>
                    <a:pt x="3724906" y="29210"/>
                    <a:pt x="3729986" y="29210"/>
                  </a:cubicBezTo>
                  <a:close/>
                  <a:moveTo>
                    <a:pt x="3543296" y="29210"/>
                  </a:moveTo>
                  <a:cubicBezTo>
                    <a:pt x="3549011" y="29210"/>
                    <a:pt x="3553456" y="30480"/>
                    <a:pt x="3557901" y="32385"/>
                  </a:cubicBezTo>
                  <a:cubicBezTo>
                    <a:pt x="3561711" y="34290"/>
                    <a:pt x="3565521" y="37465"/>
                    <a:pt x="3568061" y="40640"/>
                  </a:cubicBezTo>
                  <a:cubicBezTo>
                    <a:pt x="3570601" y="44450"/>
                    <a:pt x="3572506" y="48260"/>
                    <a:pt x="3574411" y="53340"/>
                  </a:cubicBezTo>
                  <a:cubicBezTo>
                    <a:pt x="3575681" y="57785"/>
                    <a:pt x="3576316" y="62865"/>
                    <a:pt x="3576316" y="68580"/>
                  </a:cubicBezTo>
                  <a:lnTo>
                    <a:pt x="3575046" y="68580"/>
                  </a:lnTo>
                  <a:cubicBezTo>
                    <a:pt x="3575046" y="68580"/>
                    <a:pt x="3575046" y="71120"/>
                    <a:pt x="3575046" y="72390"/>
                  </a:cubicBezTo>
                  <a:cubicBezTo>
                    <a:pt x="3575046" y="73660"/>
                    <a:pt x="3575046" y="74295"/>
                    <a:pt x="3575046" y="75565"/>
                  </a:cubicBezTo>
                  <a:lnTo>
                    <a:pt x="3523611" y="75565"/>
                  </a:lnTo>
                  <a:cubicBezTo>
                    <a:pt x="3523611" y="79375"/>
                    <a:pt x="3524881" y="82550"/>
                    <a:pt x="3526151" y="85090"/>
                  </a:cubicBezTo>
                  <a:cubicBezTo>
                    <a:pt x="3527421" y="87630"/>
                    <a:pt x="3528691" y="90170"/>
                    <a:pt x="3530596" y="91440"/>
                  </a:cubicBezTo>
                  <a:cubicBezTo>
                    <a:pt x="3532501" y="93345"/>
                    <a:pt x="3534406" y="94615"/>
                    <a:pt x="3536311" y="95250"/>
                  </a:cubicBezTo>
                  <a:cubicBezTo>
                    <a:pt x="3538216" y="95885"/>
                    <a:pt x="3540756" y="96520"/>
                    <a:pt x="3543296" y="96520"/>
                  </a:cubicBezTo>
                  <a:cubicBezTo>
                    <a:pt x="3545201" y="96520"/>
                    <a:pt x="3546471" y="96520"/>
                    <a:pt x="3548376" y="96520"/>
                  </a:cubicBezTo>
                  <a:cubicBezTo>
                    <a:pt x="3549646" y="96520"/>
                    <a:pt x="3551551" y="95885"/>
                    <a:pt x="3552821" y="95250"/>
                  </a:cubicBezTo>
                  <a:cubicBezTo>
                    <a:pt x="3554091" y="95250"/>
                    <a:pt x="3555361" y="93980"/>
                    <a:pt x="3556631" y="93345"/>
                  </a:cubicBezTo>
                  <a:cubicBezTo>
                    <a:pt x="3557901" y="93345"/>
                    <a:pt x="3559171" y="92075"/>
                    <a:pt x="3561076" y="90805"/>
                  </a:cubicBezTo>
                  <a:lnTo>
                    <a:pt x="3569966" y="100330"/>
                  </a:lnTo>
                  <a:cubicBezTo>
                    <a:pt x="3569966" y="100330"/>
                    <a:pt x="3566156" y="103505"/>
                    <a:pt x="3564251" y="104775"/>
                  </a:cubicBezTo>
                  <a:cubicBezTo>
                    <a:pt x="3562346" y="106045"/>
                    <a:pt x="3560441" y="106680"/>
                    <a:pt x="3558536" y="107950"/>
                  </a:cubicBezTo>
                  <a:cubicBezTo>
                    <a:pt x="3556631" y="108585"/>
                    <a:pt x="3554091" y="109855"/>
                    <a:pt x="3551551" y="109855"/>
                  </a:cubicBezTo>
                  <a:cubicBezTo>
                    <a:pt x="3549011" y="109855"/>
                    <a:pt x="3545836" y="110490"/>
                    <a:pt x="3542661" y="110490"/>
                  </a:cubicBezTo>
                  <a:cubicBezTo>
                    <a:pt x="3539486" y="110490"/>
                    <a:pt x="3536311" y="110490"/>
                    <a:pt x="3533136" y="109220"/>
                  </a:cubicBezTo>
                  <a:cubicBezTo>
                    <a:pt x="3529961" y="108585"/>
                    <a:pt x="3527421" y="107315"/>
                    <a:pt x="3525516" y="105410"/>
                  </a:cubicBezTo>
                  <a:cubicBezTo>
                    <a:pt x="3522976" y="104140"/>
                    <a:pt x="3521071" y="102235"/>
                    <a:pt x="3519166" y="100330"/>
                  </a:cubicBezTo>
                  <a:cubicBezTo>
                    <a:pt x="3517261" y="98425"/>
                    <a:pt x="3515356" y="95885"/>
                    <a:pt x="3514086" y="92710"/>
                  </a:cubicBezTo>
                  <a:cubicBezTo>
                    <a:pt x="3512181" y="89535"/>
                    <a:pt x="3510911" y="86360"/>
                    <a:pt x="3510276" y="82550"/>
                  </a:cubicBezTo>
                  <a:cubicBezTo>
                    <a:pt x="3509641" y="78740"/>
                    <a:pt x="3509006" y="74295"/>
                    <a:pt x="3509006" y="69850"/>
                  </a:cubicBezTo>
                  <a:cubicBezTo>
                    <a:pt x="3509006" y="63500"/>
                    <a:pt x="3509641" y="57150"/>
                    <a:pt x="3511546" y="52070"/>
                  </a:cubicBezTo>
                  <a:cubicBezTo>
                    <a:pt x="3513451" y="46990"/>
                    <a:pt x="3515356" y="42545"/>
                    <a:pt x="3518531" y="39370"/>
                  </a:cubicBezTo>
                  <a:cubicBezTo>
                    <a:pt x="3521706" y="36195"/>
                    <a:pt x="3524881" y="33020"/>
                    <a:pt x="3529326" y="31750"/>
                  </a:cubicBezTo>
                  <a:cubicBezTo>
                    <a:pt x="3533771" y="29845"/>
                    <a:pt x="3538216" y="29210"/>
                    <a:pt x="3543296" y="29210"/>
                  </a:cubicBezTo>
                  <a:close/>
                  <a:moveTo>
                    <a:pt x="3345176" y="29210"/>
                  </a:moveTo>
                  <a:cubicBezTo>
                    <a:pt x="3350891" y="29210"/>
                    <a:pt x="3355336" y="30480"/>
                    <a:pt x="3359781" y="32385"/>
                  </a:cubicBezTo>
                  <a:cubicBezTo>
                    <a:pt x="3363591" y="34290"/>
                    <a:pt x="3367401" y="37465"/>
                    <a:pt x="3369941" y="40640"/>
                  </a:cubicBezTo>
                  <a:cubicBezTo>
                    <a:pt x="3372481" y="44450"/>
                    <a:pt x="3374386" y="48260"/>
                    <a:pt x="3376291" y="53340"/>
                  </a:cubicBezTo>
                  <a:cubicBezTo>
                    <a:pt x="3377561" y="57785"/>
                    <a:pt x="3378196" y="62865"/>
                    <a:pt x="3378196" y="68580"/>
                  </a:cubicBezTo>
                  <a:lnTo>
                    <a:pt x="3376926" y="68580"/>
                  </a:lnTo>
                  <a:cubicBezTo>
                    <a:pt x="3376926" y="68580"/>
                    <a:pt x="3376926" y="71120"/>
                    <a:pt x="3376926" y="72390"/>
                  </a:cubicBezTo>
                  <a:cubicBezTo>
                    <a:pt x="3376926" y="73660"/>
                    <a:pt x="3376926" y="74295"/>
                    <a:pt x="3376926" y="75565"/>
                  </a:cubicBezTo>
                  <a:lnTo>
                    <a:pt x="3325491" y="75565"/>
                  </a:lnTo>
                  <a:cubicBezTo>
                    <a:pt x="3325491" y="79375"/>
                    <a:pt x="3326761" y="82550"/>
                    <a:pt x="3328031" y="85090"/>
                  </a:cubicBezTo>
                  <a:cubicBezTo>
                    <a:pt x="3329301" y="87630"/>
                    <a:pt x="3330571" y="90170"/>
                    <a:pt x="3332476" y="91440"/>
                  </a:cubicBezTo>
                  <a:cubicBezTo>
                    <a:pt x="3334381" y="93345"/>
                    <a:pt x="3336286" y="94615"/>
                    <a:pt x="3338191" y="95250"/>
                  </a:cubicBezTo>
                  <a:cubicBezTo>
                    <a:pt x="3340096" y="95885"/>
                    <a:pt x="3342636" y="96520"/>
                    <a:pt x="3345176" y="96520"/>
                  </a:cubicBezTo>
                  <a:cubicBezTo>
                    <a:pt x="3347081" y="96520"/>
                    <a:pt x="3348351" y="96520"/>
                    <a:pt x="3350256" y="96520"/>
                  </a:cubicBezTo>
                  <a:cubicBezTo>
                    <a:pt x="3351526" y="96520"/>
                    <a:pt x="3353431" y="95885"/>
                    <a:pt x="3354701" y="95250"/>
                  </a:cubicBezTo>
                  <a:cubicBezTo>
                    <a:pt x="3355971" y="95250"/>
                    <a:pt x="3357241" y="93980"/>
                    <a:pt x="3358511" y="93345"/>
                  </a:cubicBezTo>
                  <a:cubicBezTo>
                    <a:pt x="3359781" y="93345"/>
                    <a:pt x="3361051" y="92075"/>
                    <a:pt x="3362956" y="90805"/>
                  </a:cubicBezTo>
                  <a:lnTo>
                    <a:pt x="3371846" y="100330"/>
                  </a:lnTo>
                  <a:cubicBezTo>
                    <a:pt x="3371846" y="100330"/>
                    <a:pt x="3368036" y="103505"/>
                    <a:pt x="3366131" y="104775"/>
                  </a:cubicBezTo>
                  <a:cubicBezTo>
                    <a:pt x="3364226" y="106045"/>
                    <a:pt x="3362321" y="106680"/>
                    <a:pt x="3360416" y="107950"/>
                  </a:cubicBezTo>
                  <a:cubicBezTo>
                    <a:pt x="3358511" y="108585"/>
                    <a:pt x="3355971" y="109855"/>
                    <a:pt x="3353431" y="109855"/>
                  </a:cubicBezTo>
                  <a:cubicBezTo>
                    <a:pt x="3350891" y="109855"/>
                    <a:pt x="3347716" y="110490"/>
                    <a:pt x="3344541" y="110490"/>
                  </a:cubicBezTo>
                  <a:cubicBezTo>
                    <a:pt x="3341366" y="110490"/>
                    <a:pt x="3338191" y="110490"/>
                    <a:pt x="3335016" y="109220"/>
                  </a:cubicBezTo>
                  <a:cubicBezTo>
                    <a:pt x="3331841" y="108585"/>
                    <a:pt x="3329301" y="107315"/>
                    <a:pt x="3327396" y="105410"/>
                  </a:cubicBezTo>
                  <a:cubicBezTo>
                    <a:pt x="3324856" y="104140"/>
                    <a:pt x="3322951" y="102235"/>
                    <a:pt x="3321046" y="100330"/>
                  </a:cubicBezTo>
                  <a:cubicBezTo>
                    <a:pt x="3319141" y="98425"/>
                    <a:pt x="3317236" y="95885"/>
                    <a:pt x="3315966" y="92710"/>
                  </a:cubicBezTo>
                  <a:cubicBezTo>
                    <a:pt x="3314061" y="89535"/>
                    <a:pt x="3312791" y="86360"/>
                    <a:pt x="3312156" y="82550"/>
                  </a:cubicBezTo>
                  <a:cubicBezTo>
                    <a:pt x="3311521" y="78740"/>
                    <a:pt x="3310886" y="74295"/>
                    <a:pt x="3310886" y="69850"/>
                  </a:cubicBezTo>
                  <a:cubicBezTo>
                    <a:pt x="3310886" y="63500"/>
                    <a:pt x="3311521" y="57150"/>
                    <a:pt x="3313426" y="52070"/>
                  </a:cubicBezTo>
                  <a:cubicBezTo>
                    <a:pt x="3315331" y="46990"/>
                    <a:pt x="3317236" y="42545"/>
                    <a:pt x="3320411" y="39370"/>
                  </a:cubicBezTo>
                  <a:cubicBezTo>
                    <a:pt x="3323586" y="36195"/>
                    <a:pt x="3326761" y="33020"/>
                    <a:pt x="3331206" y="31750"/>
                  </a:cubicBezTo>
                  <a:cubicBezTo>
                    <a:pt x="3335651" y="29845"/>
                    <a:pt x="3340096" y="29210"/>
                    <a:pt x="3345176" y="29210"/>
                  </a:cubicBezTo>
                  <a:close/>
                  <a:moveTo>
                    <a:pt x="3060696" y="29210"/>
                  </a:moveTo>
                  <a:cubicBezTo>
                    <a:pt x="3063871" y="29210"/>
                    <a:pt x="3066411" y="29210"/>
                    <a:pt x="3068316" y="29845"/>
                  </a:cubicBezTo>
                  <a:cubicBezTo>
                    <a:pt x="3070221" y="29845"/>
                    <a:pt x="3072126" y="31115"/>
                    <a:pt x="3074031" y="32385"/>
                  </a:cubicBezTo>
                  <a:lnTo>
                    <a:pt x="3070221" y="46990"/>
                  </a:lnTo>
                  <a:lnTo>
                    <a:pt x="3068951" y="46990"/>
                  </a:lnTo>
                  <a:cubicBezTo>
                    <a:pt x="3068951" y="46990"/>
                    <a:pt x="3065776" y="45085"/>
                    <a:pt x="3063871" y="45085"/>
                  </a:cubicBezTo>
                  <a:cubicBezTo>
                    <a:pt x="3061966" y="45085"/>
                    <a:pt x="3060061" y="44450"/>
                    <a:pt x="3057521" y="44450"/>
                  </a:cubicBezTo>
                  <a:cubicBezTo>
                    <a:pt x="3052441" y="44450"/>
                    <a:pt x="3048631" y="46355"/>
                    <a:pt x="3046091" y="49530"/>
                  </a:cubicBezTo>
                  <a:cubicBezTo>
                    <a:pt x="3043551" y="52705"/>
                    <a:pt x="3042281" y="57785"/>
                    <a:pt x="3042281" y="64770"/>
                  </a:cubicBezTo>
                  <a:lnTo>
                    <a:pt x="3042281" y="109220"/>
                  </a:lnTo>
                  <a:lnTo>
                    <a:pt x="3027041" y="109220"/>
                  </a:lnTo>
                  <a:lnTo>
                    <a:pt x="3027041" y="31115"/>
                  </a:lnTo>
                  <a:lnTo>
                    <a:pt x="3042281" y="31115"/>
                  </a:lnTo>
                  <a:lnTo>
                    <a:pt x="3042281" y="38735"/>
                  </a:lnTo>
                  <a:cubicBezTo>
                    <a:pt x="3042281" y="38735"/>
                    <a:pt x="3044186" y="36195"/>
                    <a:pt x="3045456" y="34925"/>
                  </a:cubicBezTo>
                  <a:cubicBezTo>
                    <a:pt x="3046726" y="33655"/>
                    <a:pt x="3047996" y="33020"/>
                    <a:pt x="3049901" y="31750"/>
                  </a:cubicBezTo>
                  <a:cubicBezTo>
                    <a:pt x="3051171" y="31115"/>
                    <a:pt x="3053076" y="30480"/>
                    <a:pt x="3054981" y="29845"/>
                  </a:cubicBezTo>
                  <a:cubicBezTo>
                    <a:pt x="3056886" y="29845"/>
                    <a:pt x="3058791" y="29210"/>
                    <a:pt x="3060696" y="29210"/>
                  </a:cubicBezTo>
                  <a:close/>
                  <a:moveTo>
                    <a:pt x="2978781" y="29210"/>
                  </a:moveTo>
                  <a:cubicBezTo>
                    <a:pt x="2984496" y="29210"/>
                    <a:pt x="2988941" y="30480"/>
                    <a:pt x="2993386" y="32385"/>
                  </a:cubicBezTo>
                  <a:cubicBezTo>
                    <a:pt x="2997196" y="34290"/>
                    <a:pt x="3001006" y="37465"/>
                    <a:pt x="3003546" y="40640"/>
                  </a:cubicBezTo>
                  <a:cubicBezTo>
                    <a:pt x="3006086" y="44450"/>
                    <a:pt x="3007991" y="48260"/>
                    <a:pt x="3009896" y="53340"/>
                  </a:cubicBezTo>
                  <a:cubicBezTo>
                    <a:pt x="3011166" y="57785"/>
                    <a:pt x="3011801" y="62865"/>
                    <a:pt x="3011801" y="68580"/>
                  </a:cubicBezTo>
                  <a:lnTo>
                    <a:pt x="3010531" y="68580"/>
                  </a:lnTo>
                  <a:cubicBezTo>
                    <a:pt x="3010531" y="68580"/>
                    <a:pt x="3010531" y="71120"/>
                    <a:pt x="3010531" y="72390"/>
                  </a:cubicBezTo>
                  <a:cubicBezTo>
                    <a:pt x="3010531" y="73660"/>
                    <a:pt x="3010531" y="74295"/>
                    <a:pt x="3010531" y="75565"/>
                  </a:cubicBezTo>
                  <a:lnTo>
                    <a:pt x="2959096" y="75565"/>
                  </a:lnTo>
                  <a:cubicBezTo>
                    <a:pt x="2959096" y="79375"/>
                    <a:pt x="2960366" y="82550"/>
                    <a:pt x="2961636" y="85090"/>
                  </a:cubicBezTo>
                  <a:cubicBezTo>
                    <a:pt x="2962906" y="87630"/>
                    <a:pt x="2964176" y="90170"/>
                    <a:pt x="2966081" y="91440"/>
                  </a:cubicBezTo>
                  <a:cubicBezTo>
                    <a:pt x="2967986" y="93345"/>
                    <a:pt x="2969891" y="94615"/>
                    <a:pt x="2971796" y="95250"/>
                  </a:cubicBezTo>
                  <a:cubicBezTo>
                    <a:pt x="2974336" y="95885"/>
                    <a:pt x="2976241" y="96520"/>
                    <a:pt x="2978781" y="96520"/>
                  </a:cubicBezTo>
                  <a:cubicBezTo>
                    <a:pt x="2980686" y="96520"/>
                    <a:pt x="2981956" y="96520"/>
                    <a:pt x="2983861" y="96520"/>
                  </a:cubicBezTo>
                  <a:cubicBezTo>
                    <a:pt x="2985131" y="96520"/>
                    <a:pt x="2987036" y="95885"/>
                    <a:pt x="2988306" y="95250"/>
                  </a:cubicBezTo>
                  <a:cubicBezTo>
                    <a:pt x="2989576" y="95250"/>
                    <a:pt x="2990846" y="93980"/>
                    <a:pt x="2992116" y="93345"/>
                  </a:cubicBezTo>
                  <a:cubicBezTo>
                    <a:pt x="2993386" y="93345"/>
                    <a:pt x="2994656" y="92075"/>
                    <a:pt x="2996561" y="90805"/>
                  </a:cubicBezTo>
                  <a:lnTo>
                    <a:pt x="3005451" y="100330"/>
                  </a:lnTo>
                  <a:cubicBezTo>
                    <a:pt x="3005451" y="100330"/>
                    <a:pt x="3001641" y="103505"/>
                    <a:pt x="2999736" y="104775"/>
                  </a:cubicBezTo>
                  <a:cubicBezTo>
                    <a:pt x="2997831" y="106045"/>
                    <a:pt x="2995926" y="106680"/>
                    <a:pt x="2994021" y="107950"/>
                  </a:cubicBezTo>
                  <a:cubicBezTo>
                    <a:pt x="2992116" y="108585"/>
                    <a:pt x="2989576" y="109855"/>
                    <a:pt x="2987036" y="109855"/>
                  </a:cubicBezTo>
                  <a:cubicBezTo>
                    <a:pt x="2984496" y="109855"/>
                    <a:pt x="2981321" y="110490"/>
                    <a:pt x="2978146" y="110490"/>
                  </a:cubicBezTo>
                  <a:cubicBezTo>
                    <a:pt x="2974971" y="110490"/>
                    <a:pt x="2971796" y="110490"/>
                    <a:pt x="2968621" y="109220"/>
                  </a:cubicBezTo>
                  <a:cubicBezTo>
                    <a:pt x="2965446" y="108585"/>
                    <a:pt x="2962906" y="107315"/>
                    <a:pt x="2961001" y="105410"/>
                  </a:cubicBezTo>
                  <a:cubicBezTo>
                    <a:pt x="2958461" y="104140"/>
                    <a:pt x="2956556" y="102235"/>
                    <a:pt x="2954651" y="100330"/>
                  </a:cubicBezTo>
                  <a:cubicBezTo>
                    <a:pt x="2952746" y="98425"/>
                    <a:pt x="2950841" y="95885"/>
                    <a:pt x="2949571" y="92710"/>
                  </a:cubicBezTo>
                  <a:cubicBezTo>
                    <a:pt x="2947666" y="89535"/>
                    <a:pt x="2946396" y="86360"/>
                    <a:pt x="2945761" y="82550"/>
                  </a:cubicBezTo>
                  <a:cubicBezTo>
                    <a:pt x="2945126" y="78740"/>
                    <a:pt x="2944491" y="74295"/>
                    <a:pt x="2944491" y="69850"/>
                  </a:cubicBezTo>
                  <a:cubicBezTo>
                    <a:pt x="2944491" y="63500"/>
                    <a:pt x="2945126" y="57150"/>
                    <a:pt x="2947031" y="52070"/>
                  </a:cubicBezTo>
                  <a:cubicBezTo>
                    <a:pt x="2948936" y="46990"/>
                    <a:pt x="2950841" y="42545"/>
                    <a:pt x="2954016" y="39370"/>
                  </a:cubicBezTo>
                  <a:cubicBezTo>
                    <a:pt x="2957191" y="36195"/>
                    <a:pt x="2960366" y="33020"/>
                    <a:pt x="2964811" y="31750"/>
                  </a:cubicBezTo>
                  <a:cubicBezTo>
                    <a:pt x="2969256" y="29845"/>
                    <a:pt x="2973701" y="29210"/>
                    <a:pt x="2978781" y="29210"/>
                  </a:cubicBezTo>
                  <a:close/>
                  <a:moveTo>
                    <a:pt x="2798440" y="29210"/>
                  </a:moveTo>
                  <a:cubicBezTo>
                    <a:pt x="2803520" y="29210"/>
                    <a:pt x="2807965" y="29845"/>
                    <a:pt x="2813045" y="31750"/>
                  </a:cubicBezTo>
                  <a:cubicBezTo>
                    <a:pt x="2817490" y="33655"/>
                    <a:pt x="2821935" y="35560"/>
                    <a:pt x="2825110" y="38100"/>
                  </a:cubicBezTo>
                  <a:lnTo>
                    <a:pt x="2827015" y="38100"/>
                  </a:lnTo>
                  <a:lnTo>
                    <a:pt x="2820030" y="50165"/>
                  </a:lnTo>
                  <a:cubicBezTo>
                    <a:pt x="2816855" y="47625"/>
                    <a:pt x="2813680" y="46355"/>
                    <a:pt x="2810505" y="45085"/>
                  </a:cubicBezTo>
                  <a:cubicBezTo>
                    <a:pt x="2807330" y="43815"/>
                    <a:pt x="2803520" y="43180"/>
                    <a:pt x="2799710" y="43180"/>
                  </a:cubicBezTo>
                  <a:cubicBezTo>
                    <a:pt x="2795900" y="43180"/>
                    <a:pt x="2793360" y="43815"/>
                    <a:pt x="2791455" y="45085"/>
                  </a:cubicBezTo>
                  <a:cubicBezTo>
                    <a:pt x="2789550" y="46355"/>
                    <a:pt x="2788915" y="48260"/>
                    <a:pt x="2788915" y="50165"/>
                  </a:cubicBezTo>
                  <a:cubicBezTo>
                    <a:pt x="2788915" y="51435"/>
                    <a:pt x="2788915" y="52070"/>
                    <a:pt x="2788915" y="52705"/>
                  </a:cubicBezTo>
                  <a:cubicBezTo>
                    <a:pt x="2788915" y="53340"/>
                    <a:pt x="2790185" y="54610"/>
                    <a:pt x="2790820" y="55245"/>
                  </a:cubicBezTo>
                  <a:cubicBezTo>
                    <a:pt x="2792090" y="55880"/>
                    <a:pt x="2793360" y="57150"/>
                    <a:pt x="2795265" y="57785"/>
                  </a:cubicBezTo>
                  <a:cubicBezTo>
                    <a:pt x="2797170" y="59055"/>
                    <a:pt x="2799710" y="59690"/>
                    <a:pt x="2802250" y="60960"/>
                  </a:cubicBezTo>
                  <a:cubicBezTo>
                    <a:pt x="2806695" y="62865"/>
                    <a:pt x="2810505" y="64135"/>
                    <a:pt x="2813680" y="66040"/>
                  </a:cubicBezTo>
                  <a:cubicBezTo>
                    <a:pt x="2816855" y="67310"/>
                    <a:pt x="2819395" y="69215"/>
                    <a:pt x="2821935" y="71120"/>
                  </a:cubicBezTo>
                  <a:cubicBezTo>
                    <a:pt x="2823840" y="73025"/>
                    <a:pt x="2825745" y="75565"/>
                    <a:pt x="2827015" y="78105"/>
                  </a:cubicBezTo>
                  <a:cubicBezTo>
                    <a:pt x="2828285" y="80645"/>
                    <a:pt x="2828920" y="83820"/>
                    <a:pt x="2828920" y="87630"/>
                  </a:cubicBezTo>
                  <a:cubicBezTo>
                    <a:pt x="2828920" y="92075"/>
                    <a:pt x="2828285" y="95250"/>
                    <a:pt x="2826380" y="98425"/>
                  </a:cubicBezTo>
                  <a:cubicBezTo>
                    <a:pt x="2824475" y="101600"/>
                    <a:pt x="2822570" y="103505"/>
                    <a:pt x="2820030" y="105410"/>
                  </a:cubicBezTo>
                  <a:cubicBezTo>
                    <a:pt x="2817490" y="107315"/>
                    <a:pt x="2814315" y="108585"/>
                    <a:pt x="2810505" y="109220"/>
                  </a:cubicBezTo>
                  <a:cubicBezTo>
                    <a:pt x="2806695" y="109855"/>
                    <a:pt x="2803520" y="110490"/>
                    <a:pt x="2799710" y="110490"/>
                  </a:cubicBezTo>
                  <a:cubicBezTo>
                    <a:pt x="2794630" y="110490"/>
                    <a:pt x="2789550" y="109855"/>
                    <a:pt x="2783835" y="107950"/>
                  </a:cubicBezTo>
                  <a:cubicBezTo>
                    <a:pt x="2778120" y="106045"/>
                    <a:pt x="2773675" y="103505"/>
                    <a:pt x="2769230" y="100965"/>
                  </a:cubicBezTo>
                  <a:lnTo>
                    <a:pt x="2776215" y="89535"/>
                  </a:lnTo>
                  <a:cubicBezTo>
                    <a:pt x="2780025" y="92075"/>
                    <a:pt x="2783835" y="93980"/>
                    <a:pt x="2787645" y="95250"/>
                  </a:cubicBezTo>
                  <a:cubicBezTo>
                    <a:pt x="2791455" y="96520"/>
                    <a:pt x="2795265" y="97155"/>
                    <a:pt x="2799075" y="97155"/>
                  </a:cubicBezTo>
                  <a:cubicBezTo>
                    <a:pt x="2804155" y="97155"/>
                    <a:pt x="2807330" y="96520"/>
                    <a:pt x="2809870" y="94615"/>
                  </a:cubicBezTo>
                  <a:cubicBezTo>
                    <a:pt x="2812410" y="93345"/>
                    <a:pt x="2813045" y="90805"/>
                    <a:pt x="2813045" y="88265"/>
                  </a:cubicBezTo>
                  <a:cubicBezTo>
                    <a:pt x="2813045" y="86995"/>
                    <a:pt x="2813045" y="85725"/>
                    <a:pt x="2811775" y="84455"/>
                  </a:cubicBezTo>
                  <a:cubicBezTo>
                    <a:pt x="2811140" y="83185"/>
                    <a:pt x="2809870" y="82550"/>
                    <a:pt x="2807965" y="81280"/>
                  </a:cubicBezTo>
                  <a:cubicBezTo>
                    <a:pt x="2806695" y="80010"/>
                    <a:pt x="2804790" y="79375"/>
                    <a:pt x="2802250" y="78105"/>
                  </a:cubicBezTo>
                  <a:cubicBezTo>
                    <a:pt x="2800345" y="77470"/>
                    <a:pt x="2797805" y="76200"/>
                    <a:pt x="2794630" y="74930"/>
                  </a:cubicBezTo>
                  <a:cubicBezTo>
                    <a:pt x="2790185" y="73025"/>
                    <a:pt x="2787010" y="71755"/>
                    <a:pt x="2783835" y="69850"/>
                  </a:cubicBezTo>
                  <a:cubicBezTo>
                    <a:pt x="2780660" y="67945"/>
                    <a:pt x="2778755" y="66675"/>
                    <a:pt x="2776850" y="64770"/>
                  </a:cubicBezTo>
                  <a:cubicBezTo>
                    <a:pt x="2774945" y="62865"/>
                    <a:pt x="2773675" y="60960"/>
                    <a:pt x="2773040" y="58420"/>
                  </a:cubicBezTo>
                  <a:cubicBezTo>
                    <a:pt x="2772405" y="55880"/>
                    <a:pt x="2771770" y="53340"/>
                    <a:pt x="2771770" y="50165"/>
                  </a:cubicBezTo>
                  <a:cubicBezTo>
                    <a:pt x="2771770" y="46990"/>
                    <a:pt x="2772405" y="43815"/>
                    <a:pt x="2773675" y="40640"/>
                  </a:cubicBezTo>
                  <a:cubicBezTo>
                    <a:pt x="2774945" y="38100"/>
                    <a:pt x="2776850" y="35560"/>
                    <a:pt x="2779390" y="34290"/>
                  </a:cubicBezTo>
                  <a:cubicBezTo>
                    <a:pt x="2781930" y="32385"/>
                    <a:pt x="2784470" y="31115"/>
                    <a:pt x="2787645" y="30480"/>
                  </a:cubicBezTo>
                  <a:cubicBezTo>
                    <a:pt x="2790820" y="29845"/>
                    <a:pt x="2794630" y="29210"/>
                    <a:pt x="2798440" y="29210"/>
                  </a:cubicBezTo>
                  <a:close/>
                  <a:moveTo>
                    <a:pt x="2723510" y="29210"/>
                  </a:moveTo>
                  <a:cubicBezTo>
                    <a:pt x="2725415" y="29210"/>
                    <a:pt x="2727320" y="29210"/>
                    <a:pt x="2729225" y="29210"/>
                  </a:cubicBezTo>
                  <a:cubicBezTo>
                    <a:pt x="2733670" y="29210"/>
                    <a:pt x="2738115" y="29845"/>
                    <a:pt x="2741290" y="31750"/>
                  </a:cubicBezTo>
                  <a:cubicBezTo>
                    <a:pt x="2744465" y="33020"/>
                    <a:pt x="2747640" y="35560"/>
                    <a:pt x="2750180" y="38100"/>
                  </a:cubicBezTo>
                  <a:cubicBezTo>
                    <a:pt x="2752720" y="41275"/>
                    <a:pt x="2753990" y="44450"/>
                    <a:pt x="2755260" y="48895"/>
                  </a:cubicBezTo>
                  <a:cubicBezTo>
                    <a:pt x="2756530" y="53340"/>
                    <a:pt x="2757165" y="58420"/>
                    <a:pt x="2757165" y="64135"/>
                  </a:cubicBezTo>
                  <a:lnTo>
                    <a:pt x="2757165" y="108585"/>
                  </a:lnTo>
                  <a:lnTo>
                    <a:pt x="2741925" y="108585"/>
                  </a:lnTo>
                  <a:lnTo>
                    <a:pt x="2741290" y="108585"/>
                  </a:lnTo>
                  <a:lnTo>
                    <a:pt x="2741290" y="64770"/>
                  </a:lnTo>
                  <a:cubicBezTo>
                    <a:pt x="2741290" y="57785"/>
                    <a:pt x="2740020" y="52070"/>
                    <a:pt x="2737480" y="48895"/>
                  </a:cubicBezTo>
                  <a:cubicBezTo>
                    <a:pt x="2734940" y="45085"/>
                    <a:pt x="2731130" y="43180"/>
                    <a:pt x="2725415" y="43180"/>
                  </a:cubicBezTo>
                  <a:cubicBezTo>
                    <a:pt x="2722875" y="43180"/>
                    <a:pt x="2720970" y="43180"/>
                    <a:pt x="2718430" y="44450"/>
                  </a:cubicBezTo>
                  <a:cubicBezTo>
                    <a:pt x="2716525" y="45085"/>
                    <a:pt x="2714620" y="46990"/>
                    <a:pt x="2713350" y="48260"/>
                  </a:cubicBezTo>
                  <a:cubicBezTo>
                    <a:pt x="2712080" y="50165"/>
                    <a:pt x="2710810" y="52070"/>
                    <a:pt x="2710175" y="54610"/>
                  </a:cubicBezTo>
                  <a:cubicBezTo>
                    <a:pt x="2710175" y="57150"/>
                    <a:pt x="2709540" y="59690"/>
                    <a:pt x="2709540" y="62865"/>
                  </a:cubicBezTo>
                  <a:lnTo>
                    <a:pt x="2709540" y="108585"/>
                  </a:lnTo>
                  <a:lnTo>
                    <a:pt x="2694300" y="108585"/>
                  </a:lnTo>
                  <a:lnTo>
                    <a:pt x="2694300" y="30480"/>
                  </a:lnTo>
                  <a:lnTo>
                    <a:pt x="2709540" y="30480"/>
                  </a:lnTo>
                  <a:lnTo>
                    <a:pt x="2709540" y="38100"/>
                  </a:lnTo>
                  <a:cubicBezTo>
                    <a:pt x="2709540" y="38100"/>
                    <a:pt x="2711445" y="35560"/>
                    <a:pt x="2713350" y="34290"/>
                  </a:cubicBezTo>
                  <a:cubicBezTo>
                    <a:pt x="2714620" y="33020"/>
                    <a:pt x="2716525" y="32385"/>
                    <a:pt x="2717795" y="31115"/>
                  </a:cubicBezTo>
                  <a:cubicBezTo>
                    <a:pt x="2719700" y="30480"/>
                    <a:pt x="2721605" y="29845"/>
                    <a:pt x="2723510" y="29210"/>
                  </a:cubicBezTo>
                  <a:close/>
                  <a:moveTo>
                    <a:pt x="2530470" y="29210"/>
                  </a:moveTo>
                  <a:cubicBezTo>
                    <a:pt x="2536185" y="29210"/>
                    <a:pt x="2540630" y="30480"/>
                    <a:pt x="2545075" y="32385"/>
                  </a:cubicBezTo>
                  <a:cubicBezTo>
                    <a:pt x="2548885" y="34290"/>
                    <a:pt x="2552695" y="37465"/>
                    <a:pt x="2555235" y="40640"/>
                  </a:cubicBezTo>
                  <a:cubicBezTo>
                    <a:pt x="2557775" y="44450"/>
                    <a:pt x="2559680" y="48260"/>
                    <a:pt x="2561585" y="53340"/>
                  </a:cubicBezTo>
                  <a:cubicBezTo>
                    <a:pt x="2562855" y="57785"/>
                    <a:pt x="2563490" y="62865"/>
                    <a:pt x="2563490" y="68580"/>
                  </a:cubicBezTo>
                  <a:lnTo>
                    <a:pt x="2562220" y="68580"/>
                  </a:lnTo>
                  <a:cubicBezTo>
                    <a:pt x="2562220" y="68580"/>
                    <a:pt x="2562220" y="71120"/>
                    <a:pt x="2562220" y="72390"/>
                  </a:cubicBezTo>
                  <a:cubicBezTo>
                    <a:pt x="2562220" y="73660"/>
                    <a:pt x="2562220" y="74295"/>
                    <a:pt x="2562220" y="75565"/>
                  </a:cubicBezTo>
                  <a:lnTo>
                    <a:pt x="2510785" y="75565"/>
                  </a:lnTo>
                  <a:cubicBezTo>
                    <a:pt x="2510785" y="79375"/>
                    <a:pt x="2512055" y="82550"/>
                    <a:pt x="2513325" y="85090"/>
                  </a:cubicBezTo>
                  <a:cubicBezTo>
                    <a:pt x="2514595" y="87630"/>
                    <a:pt x="2515865" y="90170"/>
                    <a:pt x="2517770" y="91440"/>
                  </a:cubicBezTo>
                  <a:cubicBezTo>
                    <a:pt x="2519675" y="93345"/>
                    <a:pt x="2521580" y="94615"/>
                    <a:pt x="2523485" y="95250"/>
                  </a:cubicBezTo>
                  <a:cubicBezTo>
                    <a:pt x="2525390" y="95885"/>
                    <a:pt x="2527930" y="96520"/>
                    <a:pt x="2530470" y="96520"/>
                  </a:cubicBezTo>
                  <a:cubicBezTo>
                    <a:pt x="2532375" y="96520"/>
                    <a:pt x="2533645" y="96520"/>
                    <a:pt x="2535550" y="96520"/>
                  </a:cubicBezTo>
                  <a:cubicBezTo>
                    <a:pt x="2536820" y="96520"/>
                    <a:pt x="2538725" y="95885"/>
                    <a:pt x="2539995" y="95250"/>
                  </a:cubicBezTo>
                  <a:cubicBezTo>
                    <a:pt x="2541265" y="95250"/>
                    <a:pt x="2542535" y="93980"/>
                    <a:pt x="2543805" y="93345"/>
                  </a:cubicBezTo>
                  <a:cubicBezTo>
                    <a:pt x="2545075" y="93345"/>
                    <a:pt x="2546345" y="92075"/>
                    <a:pt x="2548250" y="90805"/>
                  </a:cubicBezTo>
                  <a:lnTo>
                    <a:pt x="2557140" y="100330"/>
                  </a:lnTo>
                  <a:cubicBezTo>
                    <a:pt x="2557140" y="100330"/>
                    <a:pt x="2553330" y="103505"/>
                    <a:pt x="2551425" y="104775"/>
                  </a:cubicBezTo>
                  <a:cubicBezTo>
                    <a:pt x="2549520" y="106045"/>
                    <a:pt x="2547615" y="106680"/>
                    <a:pt x="2545710" y="107950"/>
                  </a:cubicBezTo>
                  <a:cubicBezTo>
                    <a:pt x="2543805" y="108585"/>
                    <a:pt x="2541265" y="109855"/>
                    <a:pt x="2538725" y="109855"/>
                  </a:cubicBezTo>
                  <a:cubicBezTo>
                    <a:pt x="2536185" y="109855"/>
                    <a:pt x="2533010" y="110490"/>
                    <a:pt x="2529835" y="110490"/>
                  </a:cubicBezTo>
                  <a:cubicBezTo>
                    <a:pt x="2526660" y="110490"/>
                    <a:pt x="2523485" y="110490"/>
                    <a:pt x="2520310" y="109220"/>
                  </a:cubicBezTo>
                  <a:cubicBezTo>
                    <a:pt x="2517135" y="108585"/>
                    <a:pt x="2514595" y="107315"/>
                    <a:pt x="2512690" y="105410"/>
                  </a:cubicBezTo>
                  <a:cubicBezTo>
                    <a:pt x="2510785" y="103505"/>
                    <a:pt x="2508245" y="102235"/>
                    <a:pt x="2506340" y="100330"/>
                  </a:cubicBezTo>
                  <a:cubicBezTo>
                    <a:pt x="2504435" y="98425"/>
                    <a:pt x="2502530" y="95885"/>
                    <a:pt x="2501260" y="92710"/>
                  </a:cubicBezTo>
                  <a:cubicBezTo>
                    <a:pt x="2499355" y="89535"/>
                    <a:pt x="2498085" y="86360"/>
                    <a:pt x="2497450" y="82550"/>
                  </a:cubicBezTo>
                  <a:cubicBezTo>
                    <a:pt x="2496815" y="78740"/>
                    <a:pt x="2496180" y="74295"/>
                    <a:pt x="2496180" y="69850"/>
                  </a:cubicBezTo>
                  <a:cubicBezTo>
                    <a:pt x="2496180" y="63500"/>
                    <a:pt x="2496815" y="57150"/>
                    <a:pt x="2498720" y="52070"/>
                  </a:cubicBezTo>
                  <a:cubicBezTo>
                    <a:pt x="2500625" y="46990"/>
                    <a:pt x="2502530" y="42545"/>
                    <a:pt x="2505705" y="39370"/>
                  </a:cubicBezTo>
                  <a:cubicBezTo>
                    <a:pt x="2508880" y="36195"/>
                    <a:pt x="2512055" y="33020"/>
                    <a:pt x="2516500" y="31750"/>
                  </a:cubicBezTo>
                  <a:cubicBezTo>
                    <a:pt x="2520945" y="29845"/>
                    <a:pt x="2525390" y="29210"/>
                    <a:pt x="2530470" y="29210"/>
                  </a:cubicBezTo>
                  <a:close/>
                  <a:moveTo>
                    <a:pt x="2298061" y="29210"/>
                  </a:moveTo>
                  <a:cubicBezTo>
                    <a:pt x="2301236" y="29210"/>
                    <a:pt x="2303776" y="29210"/>
                    <a:pt x="2305681" y="29845"/>
                  </a:cubicBezTo>
                  <a:cubicBezTo>
                    <a:pt x="2307586" y="29845"/>
                    <a:pt x="2309491" y="31115"/>
                    <a:pt x="2311396" y="32385"/>
                  </a:cubicBezTo>
                  <a:lnTo>
                    <a:pt x="2307586" y="46990"/>
                  </a:lnTo>
                  <a:lnTo>
                    <a:pt x="2306316" y="46990"/>
                  </a:lnTo>
                  <a:cubicBezTo>
                    <a:pt x="2306316" y="46990"/>
                    <a:pt x="2303141" y="45085"/>
                    <a:pt x="2301236" y="45085"/>
                  </a:cubicBezTo>
                  <a:cubicBezTo>
                    <a:pt x="2299331" y="45085"/>
                    <a:pt x="2297426" y="44450"/>
                    <a:pt x="2294886" y="44450"/>
                  </a:cubicBezTo>
                  <a:cubicBezTo>
                    <a:pt x="2289806" y="44450"/>
                    <a:pt x="2285996" y="46355"/>
                    <a:pt x="2283456" y="49530"/>
                  </a:cubicBezTo>
                  <a:cubicBezTo>
                    <a:pt x="2280916" y="52705"/>
                    <a:pt x="2279646" y="57785"/>
                    <a:pt x="2279646" y="64770"/>
                  </a:cubicBezTo>
                  <a:lnTo>
                    <a:pt x="2279646" y="109220"/>
                  </a:lnTo>
                  <a:lnTo>
                    <a:pt x="2264406" y="109220"/>
                  </a:lnTo>
                  <a:lnTo>
                    <a:pt x="2264406" y="31115"/>
                  </a:lnTo>
                  <a:lnTo>
                    <a:pt x="2279646" y="31115"/>
                  </a:lnTo>
                  <a:lnTo>
                    <a:pt x="2279646" y="38735"/>
                  </a:lnTo>
                  <a:cubicBezTo>
                    <a:pt x="2279646" y="38735"/>
                    <a:pt x="2281551" y="36195"/>
                    <a:pt x="2282821" y="34925"/>
                  </a:cubicBezTo>
                  <a:cubicBezTo>
                    <a:pt x="2284091" y="33655"/>
                    <a:pt x="2285361" y="33020"/>
                    <a:pt x="2287266" y="31750"/>
                  </a:cubicBezTo>
                  <a:cubicBezTo>
                    <a:pt x="2288536" y="31115"/>
                    <a:pt x="2290441" y="30480"/>
                    <a:pt x="2292346" y="29845"/>
                  </a:cubicBezTo>
                  <a:cubicBezTo>
                    <a:pt x="2294251" y="29845"/>
                    <a:pt x="2296156" y="29210"/>
                    <a:pt x="2298061" y="29210"/>
                  </a:cubicBezTo>
                  <a:close/>
                  <a:moveTo>
                    <a:pt x="2216145" y="29210"/>
                  </a:moveTo>
                  <a:cubicBezTo>
                    <a:pt x="2221860" y="29210"/>
                    <a:pt x="2226305" y="30480"/>
                    <a:pt x="2230750" y="32385"/>
                  </a:cubicBezTo>
                  <a:cubicBezTo>
                    <a:pt x="2234560" y="34290"/>
                    <a:pt x="2238370" y="37465"/>
                    <a:pt x="2240910" y="40640"/>
                  </a:cubicBezTo>
                  <a:cubicBezTo>
                    <a:pt x="2243450" y="44450"/>
                    <a:pt x="2245355" y="48260"/>
                    <a:pt x="2247260" y="53340"/>
                  </a:cubicBezTo>
                  <a:cubicBezTo>
                    <a:pt x="2248530" y="57785"/>
                    <a:pt x="2249165" y="62865"/>
                    <a:pt x="2249165" y="68580"/>
                  </a:cubicBezTo>
                  <a:lnTo>
                    <a:pt x="2247895" y="68580"/>
                  </a:lnTo>
                  <a:cubicBezTo>
                    <a:pt x="2247895" y="68580"/>
                    <a:pt x="2247895" y="71120"/>
                    <a:pt x="2247895" y="72390"/>
                  </a:cubicBezTo>
                  <a:cubicBezTo>
                    <a:pt x="2247895" y="73660"/>
                    <a:pt x="2247895" y="74295"/>
                    <a:pt x="2247895" y="75565"/>
                  </a:cubicBezTo>
                  <a:lnTo>
                    <a:pt x="2196460" y="75565"/>
                  </a:lnTo>
                  <a:cubicBezTo>
                    <a:pt x="2196460" y="79375"/>
                    <a:pt x="2197730" y="82550"/>
                    <a:pt x="2199000" y="85090"/>
                  </a:cubicBezTo>
                  <a:cubicBezTo>
                    <a:pt x="2200270" y="87630"/>
                    <a:pt x="2201540" y="90170"/>
                    <a:pt x="2203445" y="91440"/>
                  </a:cubicBezTo>
                  <a:cubicBezTo>
                    <a:pt x="2205350" y="93345"/>
                    <a:pt x="2207255" y="94615"/>
                    <a:pt x="2209160" y="95250"/>
                  </a:cubicBezTo>
                  <a:cubicBezTo>
                    <a:pt x="2211065" y="95885"/>
                    <a:pt x="2213605" y="96520"/>
                    <a:pt x="2216145" y="96520"/>
                  </a:cubicBezTo>
                  <a:cubicBezTo>
                    <a:pt x="2218050" y="96520"/>
                    <a:pt x="2219320" y="96520"/>
                    <a:pt x="2221225" y="96520"/>
                  </a:cubicBezTo>
                  <a:cubicBezTo>
                    <a:pt x="2222495" y="96520"/>
                    <a:pt x="2224400" y="95885"/>
                    <a:pt x="2225670" y="95250"/>
                  </a:cubicBezTo>
                  <a:cubicBezTo>
                    <a:pt x="2226940" y="95250"/>
                    <a:pt x="2228210" y="93980"/>
                    <a:pt x="2229480" y="93345"/>
                  </a:cubicBezTo>
                  <a:cubicBezTo>
                    <a:pt x="2230750" y="93345"/>
                    <a:pt x="2232020" y="92075"/>
                    <a:pt x="2233925" y="90805"/>
                  </a:cubicBezTo>
                  <a:lnTo>
                    <a:pt x="2242815" y="100330"/>
                  </a:lnTo>
                  <a:cubicBezTo>
                    <a:pt x="2242815" y="100330"/>
                    <a:pt x="2239005" y="103505"/>
                    <a:pt x="2237100" y="104775"/>
                  </a:cubicBezTo>
                  <a:cubicBezTo>
                    <a:pt x="2235195" y="106045"/>
                    <a:pt x="2233290" y="106680"/>
                    <a:pt x="2231385" y="107950"/>
                  </a:cubicBezTo>
                  <a:cubicBezTo>
                    <a:pt x="2229480" y="108585"/>
                    <a:pt x="2226940" y="109855"/>
                    <a:pt x="2224400" y="109855"/>
                  </a:cubicBezTo>
                  <a:cubicBezTo>
                    <a:pt x="2221860" y="109855"/>
                    <a:pt x="2218685" y="110490"/>
                    <a:pt x="2215510" y="110490"/>
                  </a:cubicBezTo>
                  <a:cubicBezTo>
                    <a:pt x="2212335" y="110490"/>
                    <a:pt x="2209160" y="110490"/>
                    <a:pt x="2205985" y="109220"/>
                  </a:cubicBezTo>
                  <a:cubicBezTo>
                    <a:pt x="2202810" y="108585"/>
                    <a:pt x="2200270" y="107315"/>
                    <a:pt x="2198365" y="105410"/>
                  </a:cubicBezTo>
                  <a:cubicBezTo>
                    <a:pt x="2195825" y="104140"/>
                    <a:pt x="2193920" y="102235"/>
                    <a:pt x="2192015" y="100330"/>
                  </a:cubicBezTo>
                  <a:cubicBezTo>
                    <a:pt x="2190110" y="98425"/>
                    <a:pt x="2188205" y="95885"/>
                    <a:pt x="2186935" y="92710"/>
                  </a:cubicBezTo>
                  <a:cubicBezTo>
                    <a:pt x="2185030" y="89535"/>
                    <a:pt x="2183760" y="86360"/>
                    <a:pt x="2183125" y="82550"/>
                  </a:cubicBezTo>
                  <a:cubicBezTo>
                    <a:pt x="2182490" y="78740"/>
                    <a:pt x="2181855" y="74295"/>
                    <a:pt x="2181855" y="69850"/>
                  </a:cubicBezTo>
                  <a:cubicBezTo>
                    <a:pt x="2181855" y="63500"/>
                    <a:pt x="2182490" y="57150"/>
                    <a:pt x="2184395" y="52070"/>
                  </a:cubicBezTo>
                  <a:cubicBezTo>
                    <a:pt x="2186300" y="46990"/>
                    <a:pt x="2188205" y="42545"/>
                    <a:pt x="2191380" y="39370"/>
                  </a:cubicBezTo>
                  <a:cubicBezTo>
                    <a:pt x="2194555" y="36195"/>
                    <a:pt x="2197730" y="33020"/>
                    <a:pt x="2202175" y="31750"/>
                  </a:cubicBezTo>
                  <a:cubicBezTo>
                    <a:pt x="2206620" y="29845"/>
                    <a:pt x="2211065" y="29210"/>
                    <a:pt x="2216145" y="29210"/>
                  </a:cubicBezTo>
                  <a:close/>
                  <a:moveTo>
                    <a:pt x="2029456" y="29210"/>
                  </a:moveTo>
                  <a:cubicBezTo>
                    <a:pt x="2035171" y="29210"/>
                    <a:pt x="2039616" y="30480"/>
                    <a:pt x="2044061" y="32385"/>
                  </a:cubicBezTo>
                  <a:cubicBezTo>
                    <a:pt x="2047871" y="34290"/>
                    <a:pt x="2051681" y="37465"/>
                    <a:pt x="2054221" y="40640"/>
                  </a:cubicBezTo>
                  <a:cubicBezTo>
                    <a:pt x="2056761" y="44450"/>
                    <a:pt x="2058666" y="48260"/>
                    <a:pt x="2060571" y="53340"/>
                  </a:cubicBezTo>
                  <a:cubicBezTo>
                    <a:pt x="2061841" y="57785"/>
                    <a:pt x="2062476" y="62865"/>
                    <a:pt x="2062476" y="68580"/>
                  </a:cubicBezTo>
                  <a:lnTo>
                    <a:pt x="2061206" y="68580"/>
                  </a:lnTo>
                  <a:cubicBezTo>
                    <a:pt x="2061206" y="68580"/>
                    <a:pt x="2061206" y="71120"/>
                    <a:pt x="2061206" y="72390"/>
                  </a:cubicBezTo>
                  <a:cubicBezTo>
                    <a:pt x="2061206" y="73660"/>
                    <a:pt x="2061206" y="74295"/>
                    <a:pt x="2061206" y="75565"/>
                  </a:cubicBezTo>
                  <a:lnTo>
                    <a:pt x="2009771" y="75565"/>
                  </a:lnTo>
                  <a:cubicBezTo>
                    <a:pt x="2009771" y="79375"/>
                    <a:pt x="2011041" y="82550"/>
                    <a:pt x="2012311" y="85090"/>
                  </a:cubicBezTo>
                  <a:cubicBezTo>
                    <a:pt x="2013581" y="87630"/>
                    <a:pt x="2014851" y="90170"/>
                    <a:pt x="2016756" y="91440"/>
                  </a:cubicBezTo>
                  <a:cubicBezTo>
                    <a:pt x="2018661" y="93345"/>
                    <a:pt x="2020566" y="94615"/>
                    <a:pt x="2022471" y="95250"/>
                  </a:cubicBezTo>
                  <a:cubicBezTo>
                    <a:pt x="2024376" y="95885"/>
                    <a:pt x="2026916" y="96520"/>
                    <a:pt x="2029456" y="96520"/>
                  </a:cubicBezTo>
                  <a:cubicBezTo>
                    <a:pt x="2031361" y="96520"/>
                    <a:pt x="2032631" y="96520"/>
                    <a:pt x="2034536" y="96520"/>
                  </a:cubicBezTo>
                  <a:cubicBezTo>
                    <a:pt x="2035806" y="96520"/>
                    <a:pt x="2037711" y="95885"/>
                    <a:pt x="2038981" y="95250"/>
                  </a:cubicBezTo>
                  <a:cubicBezTo>
                    <a:pt x="2040251" y="95250"/>
                    <a:pt x="2041521" y="93980"/>
                    <a:pt x="2042791" y="93345"/>
                  </a:cubicBezTo>
                  <a:cubicBezTo>
                    <a:pt x="2044061" y="93345"/>
                    <a:pt x="2045331" y="92075"/>
                    <a:pt x="2047236" y="90805"/>
                  </a:cubicBezTo>
                  <a:lnTo>
                    <a:pt x="2056126" y="100330"/>
                  </a:lnTo>
                  <a:cubicBezTo>
                    <a:pt x="2056126" y="100330"/>
                    <a:pt x="2052316" y="103505"/>
                    <a:pt x="2050411" y="104775"/>
                  </a:cubicBezTo>
                  <a:cubicBezTo>
                    <a:pt x="2048506" y="106045"/>
                    <a:pt x="2046601" y="106680"/>
                    <a:pt x="2044696" y="107950"/>
                  </a:cubicBezTo>
                  <a:cubicBezTo>
                    <a:pt x="2042791" y="108585"/>
                    <a:pt x="2040251" y="109855"/>
                    <a:pt x="2037711" y="109855"/>
                  </a:cubicBezTo>
                  <a:cubicBezTo>
                    <a:pt x="2035171" y="109855"/>
                    <a:pt x="2031996" y="110490"/>
                    <a:pt x="2028821" y="110490"/>
                  </a:cubicBezTo>
                  <a:cubicBezTo>
                    <a:pt x="2025646" y="110490"/>
                    <a:pt x="2022471" y="110490"/>
                    <a:pt x="2019296" y="109220"/>
                  </a:cubicBezTo>
                  <a:cubicBezTo>
                    <a:pt x="2016121" y="108585"/>
                    <a:pt x="2013581" y="107315"/>
                    <a:pt x="2011676" y="105410"/>
                  </a:cubicBezTo>
                  <a:cubicBezTo>
                    <a:pt x="2009136" y="104140"/>
                    <a:pt x="2007231" y="102235"/>
                    <a:pt x="2005326" y="100330"/>
                  </a:cubicBezTo>
                  <a:cubicBezTo>
                    <a:pt x="2003421" y="98425"/>
                    <a:pt x="2001516" y="95885"/>
                    <a:pt x="2000246" y="92710"/>
                  </a:cubicBezTo>
                  <a:cubicBezTo>
                    <a:pt x="1998341" y="89535"/>
                    <a:pt x="1997071" y="86360"/>
                    <a:pt x="1996436" y="82550"/>
                  </a:cubicBezTo>
                  <a:cubicBezTo>
                    <a:pt x="1995801" y="78740"/>
                    <a:pt x="1995166" y="74295"/>
                    <a:pt x="1995166" y="69850"/>
                  </a:cubicBezTo>
                  <a:cubicBezTo>
                    <a:pt x="1995166" y="63500"/>
                    <a:pt x="1995801" y="57150"/>
                    <a:pt x="1997706" y="52070"/>
                  </a:cubicBezTo>
                  <a:cubicBezTo>
                    <a:pt x="1999611" y="46990"/>
                    <a:pt x="2001516" y="42545"/>
                    <a:pt x="2004691" y="39370"/>
                  </a:cubicBezTo>
                  <a:cubicBezTo>
                    <a:pt x="2007866" y="36195"/>
                    <a:pt x="2011041" y="33020"/>
                    <a:pt x="2015486" y="31750"/>
                  </a:cubicBezTo>
                  <a:cubicBezTo>
                    <a:pt x="2019931" y="29845"/>
                    <a:pt x="2024376" y="29210"/>
                    <a:pt x="2029456" y="29210"/>
                  </a:cubicBezTo>
                  <a:close/>
                  <a:moveTo>
                    <a:pt x="1831336" y="29210"/>
                  </a:moveTo>
                  <a:cubicBezTo>
                    <a:pt x="1837051" y="29210"/>
                    <a:pt x="1841496" y="30480"/>
                    <a:pt x="1845941" y="32385"/>
                  </a:cubicBezTo>
                  <a:cubicBezTo>
                    <a:pt x="1849751" y="34290"/>
                    <a:pt x="1853561" y="37465"/>
                    <a:pt x="1856101" y="40640"/>
                  </a:cubicBezTo>
                  <a:cubicBezTo>
                    <a:pt x="1858641" y="44450"/>
                    <a:pt x="1860546" y="48260"/>
                    <a:pt x="1862451" y="53340"/>
                  </a:cubicBezTo>
                  <a:cubicBezTo>
                    <a:pt x="1863721" y="57785"/>
                    <a:pt x="1864356" y="62865"/>
                    <a:pt x="1864356" y="68580"/>
                  </a:cubicBezTo>
                  <a:lnTo>
                    <a:pt x="1863086" y="68580"/>
                  </a:lnTo>
                  <a:cubicBezTo>
                    <a:pt x="1863086" y="68580"/>
                    <a:pt x="1863086" y="71120"/>
                    <a:pt x="1863086" y="72390"/>
                  </a:cubicBezTo>
                  <a:cubicBezTo>
                    <a:pt x="1863086" y="73660"/>
                    <a:pt x="1863086" y="74295"/>
                    <a:pt x="1863086" y="75565"/>
                  </a:cubicBezTo>
                  <a:lnTo>
                    <a:pt x="1811651" y="75565"/>
                  </a:lnTo>
                  <a:cubicBezTo>
                    <a:pt x="1811651" y="79375"/>
                    <a:pt x="1812921" y="82550"/>
                    <a:pt x="1814191" y="85090"/>
                  </a:cubicBezTo>
                  <a:cubicBezTo>
                    <a:pt x="1815461" y="87630"/>
                    <a:pt x="1816731" y="90170"/>
                    <a:pt x="1818636" y="91440"/>
                  </a:cubicBezTo>
                  <a:cubicBezTo>
                    <a:pt x="1820541" y="93345"/>
                    <a:pt x="1822446" y="94615"/>
                    <a:pt x="1824351" y="95250"/>
                  </a:cubicBezTo>
                  <a:cubicBezTo>
                    <a:pt x="1826256" y="95885"/>
                    <a:pt x="1828796" y="96520"/>
                    <a:pt x="1831336" y="96520"/>
                  </a:cubicBezTo>
                  <a:cubicBezTo>
                    <a:pt x="1833241" y="96520"/>
                    <a:pt x="1834511" y="96520"/>
                    <a:pt x="1836416" y="96520"/>
                  </a:cubicBezTo>
                  <a:cubicBezTo>
                    <a:pt x="1837686" y="96520"/>
                    <a:pt x="1839591" y="95885"/>
                    <a:pt x="1840861" y="95250"/>
                  </a:cubicBezTo>
                  <a:cubicBezTo>
                    <a:pt x="1842131" y="95250"/>
                    <a:pt x="1843401" y="93980"/>
                    <a:pt x="1844671" y="93345"/>
                  </a:cubicBezTo>
                  <a:cubicBezTo>
                    <a:pt x="1845941" y="93345"/>
                    <a:pt x="1847211" y="92075"/>
                    <a:pt x="1849116" y="90805"/>
                  </a:cubicBezTo>
                  <a:lnTo>
                    <a:pt x="1858006" y="100330"/>
                  </a:lnTo>
                  <a:cubicBezTo>
                    <a:pt x="1858006" y="100330"/>
                    <a:pt x="1854196" y="103505"/>
                    <a:pt x="1852291" y="104775"/>
                  </a:cubicBezTo>
                  <a:cubicBezTo>
                    <a:pt x="1850386" y="106045"/>
                    <a:pt x="1848481" y="106680"/>
                    <a:pt x="1846576" y="107950"/>
                  </a:cubicBezTo>
                  <a:cubicBezTo>
                    <a:pt x="1844671" y="108585"/>
                    <a:pt x="1842131" y="109855"/>
                    <a:pt x="1839591" y="109855"/>
                  </a:cubicBezTo>
                  <a:cubicBezTo>
                    <a:pt x="1837051" y="109855"/>
                    <a:pt x="1833876" y="110490"/>
                    <a:pt x="1830701" y="110490"/>
                  </a:cubicBezTo>
                  <a:cubicBezTo>
                    <a:pt x="1827526" y="110490"/>
                    <a:pt x="1824351" y="110490"/>
                    <a:pt x="1821176" y="109220"/>
                  </a:cubicBezTo>
                  <a:cubicBezTo>
                    <a:pt x="1818001" y="108585"/>
                    <a:pt x="1815461" y="107315"/>
                    <a:pt x="1813556" y="105410"/>
                  </a:cubicBezTo>
                  <a:cubicBezTo>
                    <a:pt x="1811016" y="104140"/>
                    <a:pt x="1809111" y="102235"/>
                    <a:pt x="1807206" y="100330"/>
                  </a:cubicBezTo>
                  <a:cubicBezTo>
                    <a:pt x="1805301" y="98425"/>
                    <a:pt x="1803396" y="95885"/>
                    <a:pt x="1802126" y="92710"/>
                  </a:cubicBezTo>
                  <a:cubicBezTo>
                    <a:pt x="1800221" y="89535"/>
                    <a:pt x="1798951" y="86360"/>
                    <a:pt x="1798316" y="82550"/>
                  </a:cubicBezTo>
                  <a:cubicBezTo>
                    <a:pt x="1797681" y="78740"/>
                    <a:pt x="1797046" y="74295"/>
                    <a:pt x="1797046" y="69850"/>
                  </a:cubicBezTo>
                  <a:cubicBezTo>
                    <a:pt x="1797046" y="63500"/>
                    <a:pt x="1797681" y="57150"/>
                    <a:pt x="1799586" y="52070"/>
                  </a:cubicBezTo>
                  <a:cubicBezTo>
                    <a:pt x="1801491" y="46990"/>
                    <a:pt x="1803396" y="42545"/>
                    <a:pt x="1806571" y="39370"/>
                  </a:cubicBezTo>
                  <a:cubicBezTo>
                    <a:pt x="1809746" y="36195"/>
                    <a:pt x="1812921" y="33020"/>
                    <a:pt x="1817366" y="31750"/>
                  </a:cubicBezTo>
                  <a:cubicBezTo>
                    <a:pt x="1821811" y="29845"/>
                    <a:pt x="1826256" y="29210"/>
                    <a:pt x="1831336" y="29210"/>
                  </a:cubicBezTo>
                  <a:close/>
                  <a:moveTo>
                    <a:pt x="1501140" y="29210"/>
                  </a:moveTo>
                  <a:cubicBezTo>
                    <a:pt x="1503046" y="29210"/>
                    <a:pt x="1504951" y="29210"/>
                    <a:pt x="1506856" y="29210"/>
                  </a:cubicBezTo>
                  <a:cubicBezTo>
                    <a:pt x="1511301" y="29210"/>
                    <a:pt x="1515746" y="29845"/>
                    <a:pt x="1518920" y="31750"/>
                  </a:cubicBezTo>
                  <a:cubicBezTo>
                    <a:pt x="1522096" y="33020"/>
                    <a:pt x="1525271" y="35560"/>
                    <a:pt x="1527811" y="38100"/>
                  </a:cubicBezTo>
                  <a:cubicBezTo>
                    <a:pt x="1530351" y="41275"/>
                    <a:pt x="1531621" y="44450"/>
                    <a:pt x="1532891" y="48895"/>
                  </a:cubicBezTo>
                  <a:cubicBezTo>
                    <a:pt x="1534161" y="53340"/>
                    <a:pt x="1534796" y="58420"/>
                    <a:pt x="1534796" y="64135"/>
                  </a:cubicBezTo>
                  <a:lnTo>
                    <a:pt x="1534796" y="108585"/>
                  </a:lnTo>
                  <a:lnTo>
                    <a:pt x="1519556" y="108585"/>
                  </a:lnTo>
                  <a:lnTo>
                    <a:pt x="1518920" y="108585"/>
                  </a:lnTo>
                  <a:lnTo>
                    <a:pt x="1518920" y="64770"/>
                  </a:lnTo>
                  <a:cubicBezTo>
                    <a:pt x="1518920" y="57785"/>
                    <a:pt x="1517651" y="52070"/>
                    <a:pt x="1515111" y="48895"/>
                  </a:cubicBezTo>
                  <a:cubicBezTo>
                    <a:pt x="1512571" y="45085"/>
                    <a:pt x="1508761" y="43180"/>
                    <a:pt x="1503046" y="43180"/>
                  </a:cubicBezTo>
                  <a:cubicBezTo>
                    <a:pt x="1500506" y="43180"/>
                    <a:pt x="1498601" y="43180"/>
                    <a:pt x="1496061" y="44450"/>
                  </a:cubicBezTo>
                  <a:cubicBezTo>
                    <a:pt x="1494156" y="45085"/>
                    <a:pt x="1492250" y="46990"/>
                    <a:pt x="1490981" y="48260"/>
                  </a:cubicBezTo>
                  <a:cubicBezTo>
                    <a:pt x="1489711" y="50165"/>
                    <a:pt x="1488441" y="52070"/>
                    <a:pt x="1487806" y="54610"/>
                  </a:cubicBezTo>
                  <a:cubicBezTo>
                    <a:pt x="1487806" y="57150"/>
                    <a:pt x="1487170" y="59690"/>
                    <a:pt x="1487170" y="62865"/>
                  </a:cubicBezTo>
                  <a:lnTo>
                    <a:pt x="1487170" y="108585"/>
                  </a:lnTo>
                  <a:lnTo>
                    <a:pt x="1471931" y="108585"/>
                  </a:lnTo>
                  <a:lnTo>
                    <a:pt x="1471931" y="30480"/>
                  </a:lnTo>
                  <a:lnTo>
                    <a:pt x="1487170" y="30480"/>
                  </a:lnTo>
                  <a:lnTo>
                    <a:pt x="1487170" y="38100"/>
                  </a:lnTo>
                  <a:cubicBezTo>
                    <a:pt x="1487170" y="38100"/>
                    <a:pt x="1489076" y="35560"/>
                    <a:pt x="1490981" y="34290"/>
                  </a:cubicBezTo>
                  <a:cubicBezTo>
                    <a:pt x="1492250" y="33020"/>
                    <a:pt x="1494156" y="32385"/>
                    <a:pt x="1495426" y="31115"/>
                  </a:cubicBezTo>
                  <a:cubicBezTo>
                    <a:pt x="1497331" y="30480"/>
                    <a:pt x="1499236" y="29845"/>
                    <a:pt x="1501140" y="29210"/>
                  </a:cubicBezTo>
                  <a:close/>
                  <a:moveTo>
                    <a:pt x="1250316" y="29210"/>
                  </a:moveTo>
                  <a:cubicBezTo>
                    <a:pt x="1255396" y="29210"/>
                    <a:pt x="1259841" y="29845"/>
                    <a:pt x="1264286" y="31750"/>
                  </a:cubicBezTo>
                  <a:cubicBezTo>
                    <a:pt x="1268731" y="33655"/>
                    <a:pt x="1273176" y="35560"/>
                    <a:pt x="1276350" y="38100"/>
                  </a:cubicBezTo>
                  <a:lnTo>
                    <a:pt x="1278256" y="38100"/>
                  </a:lnTo>
                  <a:lnTo>
                    <a:pt x="1271271" y="50165"/>
                  </a:lnTo>
                  <a:cubicBezTo>
                    <a:pt x="1268095" y="47625"/>
                    <a:pt x="1264921" y="46355"/>
                    <a:pt x="1261746" y="45085"/>
                  </a:cubicBezTo>
                  <a:cubicBezTo>
                    <a:pt x="1258570" y="43815"/>
                    <a:pt x="1254761" y="43180"/>
                    <a:pt x="1250951" y="43180"/>
                  </a:cubicBezTo>
                  <a:cubicBezTo>
                    <a:pt x="1247141" y="43180"/>
                    <a:pt x="1244601" y="43815"/>
                    <a:pt x="1242696" y="45085"/>
                  </a:cubicBezTo>
                  <a:cubicBezTo>
                    <a:pt x="1240791" y="46355"/>
                    <a:pt x="1240156" y="48260"/>
                    <a:pt x="1240156" y="50165"/>
                  </a:cubicBezTo>
                  <a:cubicBezTo>
                    <a:pt x="1240156" y="51435"/>
                    <a:pt x="1240156" y="52070"/>
                    <a:pt x="1240156" y="52705"/>
                  </a:cubicBezTo>
                  <a:cubicBezTo>
                    <a:pt x="1240156" y="53340"/>
                    <a:pt x="1241426" y="54610"/>
                    <a:pt x="1242061" y="55245"/>
                  </a:cubicBezTo>
                  <a:cubicBezTo>
                    <a:pt x="1243331" y="55880"/>
                    <a:pt x="1244601" y="57150"/>
                    <a:pt x="1246506" y="57785"/>
                  </a:cubicBezTo>
                  <a:cubicBezTo>
                    <a:pt x="1248411" y="59055"/>
                    <a:pt x="1250951" y="59690"/>
                    <a:pt x="1253491" y="60960"/>
                  </a:cubicBezTo>
                  <a:cubicBezTo>
                    <a:pt x="1257936" y="62865"/>
                    <a:pt x="1261746" y="64135"/>
                    <a:pt x="1264921" y="66040"/>
                  </a:cubicBezTo>
                  <a:cubicBezTo>
                    <a:pt x="1268095" y="67310"/>
                    <a:pt x="1270635" y="69215"/>
                    <a:pt x="1273176" y="71120"/>
                  </a:cubicBezTo>
                  <a:cubicBezTo>
                    <a:pt x="1275080" y="73025"/>
                    <a:pt x="1276985" y="75565"/>
                    <a:pt x="1278256" y="78105"/>
                  </a:cubicBezTo>
                  <a:cubicBezTo>
                    <a:pt x="1279525" y="80645"/>
                    <a:pt x="1280161" y="83820"/>
                    <a:pt x="1280161" y="87630"/>
                  </a:cubicBezTo>
                  <a:cubicBezTo>
                    <a:pt x="1280161" y="92075"/>
                    <a:pt x="1279525" y="95250"/>
                    <a:pt x="1277621" y="98425"/>
                  </a:cubicBezTo>
                  <a:cubicBezTo>
                    <a:pt x="1275716" y="101600"/>
                    <a:pt x="1273811" y="103505"/>
                    <a:pt x="1271271" y="105410"/>
                  </a:cubicBezTo>
                  <a:cubicBezTo>
                    <a:pt x="1268731" y="107315"/>
                    <a:pt x="1265556" y="108585"/>
                    <a:pt x="1261746" y="109220"/>
                  </a:cubicBezTo>
                  <a:cubicBezTo>
                    <a:pt x="1257936" y="109855"/>
                    <a:pt x="1254761" y="110490"/>
                    <a:pt x="1250951" y="110490"/>
                  </a:cubicBezTo>
                  <a:cubicBezTo>
                    <a:pt x="1245871" y="110490"/>
                    <a:pt x="1240791" y="109855"/>
                    <a:pt x="1235711" y="107950"/>
                  </a:cubicBezTo>
                  <a:cubicBezTo>
                    <a:pt x="1229996" y="106045"/>
                    <a:pt x="1225551" y="103505"/>
                    <a:pt x="1221106" y="100965"/>
                  </a:cubicBezTo>
                  <a:lnTo>
                    <a:pt x="1228091" y="89535"/>
                  </a:lnTo>
                  <a:cubicBezTo>
                    <a:pt x="1231901" y="92075"/>
                    <a:pt x="1235711" y="93980"/>
                    <a:pt x="1239521" y="95250"/>
                  </a:cubicBezTo>
                  <a:cubicBezTo>
                    <a:pt x="1243331" y="96520"/>
                    <a:pt x="1247141" y="97155"/>
                    <a:pt x="1250951" y="97155"/>
                  </a:cubicBezTo>
                  <a:cubicBezTo>
                    <a:pt x="1256031" y="97155"/>
                    <a:pt x="1259205" y="96520"/>
                    <a:pt x="1261746" y="94615"/>
                  </a:cubicBezTo>
                  <a:cubicBezTo>
                    <a:pt x="1264286" y="93345"/>
                    <a:pt x="1264921" y="90805"/>
                    <a:pt x="1264921" y="88265"/>
                  </a:cubicBezTo>
                  <a:cubicBezTo>
                    <a:pt x="1264921" y="86995"/>
                    <a:pt x="1264921" y="85725"/>
                    <a:pt x="1263650" y="84455"/>
                  </a:cubicBezTo>
                  <a:cubicBezTo>
                    <a:pt x="1263015" y="83185"/>
                    <a:pt x="1261746" y="82550"/>
                    <a:pt x="1259841" y="81280"/>
                  </a:cubicBezTo>
                  <a:cubicBezTo>
                    <a:pt x="1258570" y="80010"/>
                    <a:pt x="1256666" y="79375"/>
                    <a:pt x="1254125" y="78105"/>
                  </a:cubicBezTo>
                  <a:cubicBezTo>
                    <a:pt x="1252221" y="77470"/>
                    <a:pt x="1249681" y="76200"/>
                    <a:pt x="1246506" y="74930"/>
                  </a:cubicBezTo>
                  <a:cubicBezTo>
                    <a:pt x="1242061" y="73025"/>
                    <a:pt x="1238886" y="71755"/>
                    <a:pt x="1235711" y="69850"/>
                  </a:cubicBezTo>
                  <a:cubicBezTo>
                    <a:pt x="1232536" y="67945"/>
                    <a:pt x="1230631" y="66675"/>
                    <a:pt x="1228726" y="64770"/>
                  </a:cubicBezTo>
                  <a:cubicBezTo>
                    <a:pt x="1226821" y="62865"/>
                    <a:pt x="1225551" y="60960"/>
                    <a:pt x="1224916" y="58420"/>
                  </a:cubicBezTo>
                  <a:cubicBezTo>
                    <a:pt x="1224281" y="55880"/>
                    <a:pt x="1223646" y="53340"/>
                    <a:pt x="1223646" y="50165"/>
                  </a:cubicBezTo>
                  <a:cubicBezTo>
                    <a:pt x="1223646" y="46990"/>
                    <a:pt x="1224281" y="43815"/>
                    <a:pt x="1225551" y="40640"/>
                  </a:cubicBezTo>
                  <a:cubicBezTo>
                    <a:pt x="1226821" y="38100"/>
                    <a:pt x="1228726" y="35560"/>
                    <a:pt x="1231266" y="34290"/>
                  </a:cubicBezTo>
                  <a:cubicBezTo>
                    <a:pt x="1233806" y="32385"/>
                    <a:pt x="1236346" y="31115"/>
                    <a:pt x="1239521" y="30480"/>
                  </a:cubicBezTo>
                  <a:cubicBezTo>
                    <a:pt x="1242696" y="29845"/>
                    <a:pt x="1246506" y="29210"/>
                    <a:pt x="1250316" y="29210"/>
                  </a:cubicBezTo>
                  <a:close/>
                  <a:moveTo>
                    <a:pt x="1180466" y="29210"/>
                  </a:moveTo>
                  <a:cubicBezTo>
                    <a:pt x="1186181" y="29210"/>
                    <a:pt x="1190626" y="30480"/>
                    <a:pt x="1195071" y="32385"/>
                  </a:cubicBezTo>
                  <a:cubicBezTo>
                    <a:pt x="1198881" y="34290"/>
                    <a:pt x="1202691" y="37465"/>
                    <a:pt x="1205231" y="40640"/>
                  </a:cubicBezTo>
                  <a:cubicBezTo>
                    <a:pt x="1207771" y="44450"/>
                    <a:pt x="1209676" y="48260"/>
                    <a:pt x="1211581" y="53340"/>
                  </a:cubicBezTo>
                  <a:cubicBezTo>
                    <a:pt x="1212851" y="57785"/>
                    <a:pt x="1213486" y="62865"/>
                    <a:pt x="1213486" y="68580"/>
                  </a:cubicBezTo>
                  <a:lnTo>
                    <a:pt x="1212216" y="68580"/>
                  </a:lnTo>
                  <a:cubicBezTo>
                    <a:pt x="1212216" y="68580"/>
                    <a:pt x="1212216" y="71120"/>
                    <a:pt x="1212216" y="72390"/>
                  </a:cubicBezTo>
                  <a:cubicBezTo>
                    <a:pt x="1212216" y="73660"/>
                    <a:pt x="1212216" y="74295"/>
                    <a:pt x="1212216" y="75565"/>
                  </a:cubicBezTo>
                  <a:lnTo>
                    <a:pt x="1160781" y="75565"/>
                  </a:lnTo>
                  <a:cubicBezTo>
                    <a:pt x="1160781" y="79375"/>
                    <a:pt x="1162051" y="82550"/>
                    <a:pt x="1163321" y="85090"/>
                  </a:cubicBezTo>
                  <a:cubicBezTo>
                    <a:pt x="1164591" y="87630"/>
                    <a:pt x="1165861" y="90170"/>
                    <a:pt x="1167766" y="91440"/>
                  </a:cubicBezTo>
                  <a:cubicBezTo>
                    <a:pt x="1169671" y="93345"/>
                    <a:pt x="1171576" y="94615"/>
                    <a:pt x="1173481" y="95250"/>
                  </a:cubicBezTo>
                  <a:cubicBezTo>
                    <a:pt x="1175386" y="95885"/>
                    <a:pt x="1177926" y="96520"/>
                    <a:pt x="1180466" y="96520"/>
                  </a:cubicBezTo>
                  <a:cubicBezTo>
                    <a:pt x="1182371" y="96520"/>
                    <a:pt x="1183641" y="96520"/>
                    <a:pt x="1185546" y="96520"/>
                  </a:cubicBezTo>
                  <a:cubicBezTo>
                    <a:pt x="1186816" y="96520"/>
                    <a:pt x="1188721" y="95885"/>
                    <a:pt x="1189991" y="95250"/>
                  </a:cubicBezTo>
                  <a:cubicBezTo>
                    <a:pt x="1191261" y="95250"/>
                    <a:pt x="1192531" y="93980"/>
                    <a:pt x="1193801" y="93345"/>
                  </a:cubicBezTo>
                  <a:cubicBezTo>
                    <a:pt x="1195071" y="93345"/>
                    <a:pt x="1196341" y="92075"/>
                    <a:pt x="1198246" y="90805"/>
                  </a:cubicBezTo>
                  <a:lnTo>
                    <a:pt x="1207136" y="100330"/>
                  </a:lnTo>
                  <a:cubicBezTo>
                    <a:pt x="1207136" y="100330"/>
                    <a:pt x="1203326" y="103505"/>
                    <a:pt x="1201421" y="104775"/>
                  </a:cubicBezTo>
                  <a:cubicBezTo>
                    <a:pt x="1199516" y="106045"/>
                    <a:pt x="1197611" y="106680"/>
                    <a:pt x="1195706" y="107950"/>
                  </a:cubicBezTo>
                  <a:cubicBezTo>
                    <a:pt x="1193801" y="108585"/>
                    <a:pt x="1191261" y="109855"/>
                    <a:pt x="1188721" y="109855"/>
                  </a:cubicBezTo>
                  <a:cubicBezTo>
                    <a:pt x="1186181" y="109855"/>
                    <a:pt x="1183006" y="110490"/>
                    <a:pt x="1179831" y="110490"/>
                  </a:cubicBezTo>
                  <a:cubicBezTo>
                    <a:pt x="1176656" y="110490"/>
                    <a:pt x="1173481" y="110490"/>
                    <a:pt x="1170306" y="109220"/>
                  </a:cubicBezTo>
                  <a:cubicBezTo>
                    <a:pt x="1167131" y="108585"/>
                    <a:pt x="1164591" y="107315"/>
                    <a:pt x="1162686" y="105410"/>
                  </a:cubicBezTo>
                  <a:cubicBezTo>
                    <a:pt x="1160781" y="103505"/>
                    <a:pt x="1158241" y="102235"/>
                    <a:pt x="1156336" y="100330"/>
                  </a:cubicBezTo>
                  <a:cubicBezTo>
                    <a:pt x="1154431" y="98425"/>
                    <a:pt x="1152526" y="95885"/>
                    <a:pt x="1151256" y="92710"/>
                  </a:cubicBezTo>
                  <a:cubicBezTo>
                    <a:pt x="1149351" y="89535"/>
                    <a:pt x="1148081" y="86360"/>
                    <a:pt x="1147446" y="82550"/>
                  </a:cubicBezTo>
                  <a:cubicBezTo>
                    <a:pt x="1146811" y="78740"/>
                    <a:pt x="1146176" y="74295"/>
                    <a:pt x="1146176" y="69850"/>
                  </a:cubicBezTo>
                  <a:cubicBezTo>
                    <a:pt x="1146176" y="63500"/>
                    <a:pt x="1146811" y="57150"/>
                    <a:pt x="1148716" y="52070"/>
                  </a:cubicBezTo>
                  <a:cubicBezTo>
                    <a:pt x="1150621" y="46990"/>
                    <a:pt x="1152526" y="42545"/>
                    <a:pt x="1155701" y="39370"/>
                  </a:cubicBezTo>
                  <a:cubicBezTo>
                    <a:pt x="1158876" y="36195"/>
                    <a:pt x="1162051" y="33020"/>
                    <a:pt x="1166496" y="31750"/>
                  </a:cubicBezTo>
                  <a:cubicBezTo>
                    <a:pt x="1170941" y="29845"/>
                    <a:pt x="1175386" y="29210"/>
                    <a:pt x="1180466" y="29210"/>
                  </a:cubicBezTo>
                  <a:close/>
                  <a:moveTo>
                    <a:pt x="901065" y="29210"/>
                  </a:moveTo>
                  <a:cubicBezTo>
                    <a:pt x="906780" y="29210"/>
                    <a:pt x="911225" y="30480"/>
                    <a:pt x="915670" y="32385"/>
                  </a:cubicBezTo>
                  <a:cubicBezTo>
                    <a:pt x="919480" y="34290"/>
                    <a:pt x="923290" y="37465"/>
                    <a:pt x="925830" y="40640"/>
                  </a:cubicBezTo>
                  <a:cubicBezTo>
                    <a:pt x="928370" y="44450"/>
                    <a:pt x="930275" y="48260"/>
                    <a:pt x="932180" y="53340"/>
                  </a:cubicBezTo>
                  <a:cubicBezTo>
                    <a:pt x="933450" y="57785"/>
                    <a:pt x="934085" y="62865"/>
                    <a:pt x="934085" y="68580"/>
                  </a:cubicBezTo>
                  <a:lnTo>
                    <a:pt x="932815" y="68580"/>
                  </a:lnTo>
                  <a:cubicBezTo>
                    <a:pt x="932815" y="68580"/>
                    <a:pt x="932815" y="71120"/>
                    <a:pt x="932815" y="72390"/>
                  </a:cubicBezTo>
                  <a:cubicBezTo>
                    <a:pt x="932815" y="73660"/>
                    <a:pt x="932815" y="74295"/>
                    <a:pt x="932815" y="75565"/>
                  </a:cubicBezTo>
                  <a:lnTo>
                    <a:pt x="881380" y="75565"/>
                  </a:lnTo>
                  <a:cubicBezTo>
                    <a:pt x="881380" y="79375"/>
                    <a:pt x="882650" y="82550"/>
                    <a:pt x="883920" y="85090"/>
                  </a:cubicBezTo>
                  <a:cubicBezTo>
                    <a:pt x="885190" y="87630"/>
                    <a:pt x="886460" y="90170"/>
                    <a:pt x="888365" y="91440"/>
                  </a:cubicBezTo>
                  <a:cubicBezTo>
                    <a:pt x="890270" y="93345"/>
                    <a:pt x="892175" y="94615"/>
                    <a:pt x="894080" y="95250"/>
                  </a:cubicBezTo>
                  <a:cubicBezTo>
                    <a:pt x="895985" y="95885"/>
                    <a:pt x="898525" y="96520"/>
                    <a:pt x="901065" y="96520"/>
                  </a:cubicBezTo>
                  <a:cubicBezTo>
                    <a:pt x="902970" y="96520"/>
                    <a:pt x="904240" y="96520"/>
                    <a:pt x="906145" y="96520"/>
                  </a:cubicBezTo>
                  <a:cubicBezTo>
                    <a:pt x="907415" y="96520"/>
                    <a:pt x="909320" y="95885"/>
                    <a:pt x="910590" y="95250"/>
                  </a:cubicBezTo>
                  <a:cubicBezTo>
                    <a:pt x="911860" y="95250"/>
                    <a:pt x="913130" y="93980"/>
                    <a:pt x="914400" y="93345"/>
                  </a:cubicBezTo>
                  <a:cubicBezTo>
                    <a:pt x="915670" y="93345"/>
                    <a:pt x="916940" y="92075"/>
                    <a:pt x="918845" y="90805"/>
                  </a:cubicBezTo>
                  <a:lnTo>
                    <a:pt x="927735" y="100330"/>
                  </a:lnTo>
                  <a:cubicBezTo>
                    <a:pt x="927735" y="100330"/>
                    <a:pt x="923925" y="103505"/>
                    <a:pt x="922020" y="104775"/>
                  </a:cubicBezTo>
                  <a:cubicBezTo>
                    <a:pt x="920115" y="106045"/>
                    <a:pt x="918210" y="106680"/>
                    <a:pt x="916305" y="107950"/>
                  </a:cubicBezTo>
                  <a:cubicBezTo>
                    <a:pt x="914400" y="108585"/>
                    <a:pt x="911860" y="109855"/>
                    <a:pt x="909320" y="109855"/>
                  </a:cubicBezTo>
                  <a:cubicBezTo>
                    <a:pt x="906780" y="109855"/>
                    <a:pt x="903605" y="110490"/>
                    <a:pt x="900430" y="110490"/>
                  </a:cubicBezTo>
                  <a:cubicBezTo>
                    <a:pt x="897255" y="110490"/>
                    <a:pt x="894080" y="110490"/>
                    <a:pt x="890905" y="109220"/>
                  </a:cubicBezTo>
                  <a:cubicBezTo>
                    <a:pt x="887730" y="108585"/>
                    <a:pt x="885190" y="107315"/>
                    <a:pt x="883285" y="105410"/>
                  </a:cubicBezTo>
                  <a:cubicBezTo>
                    <a:pt x="881380" y="103505"/>
                    <a:pt x="878840" y="102235"/>
                    <a:pt x="876935" y="100330"/>
                  </a:cubicBezTo>
                  <a:cubicBezTo>
                    <a:pt x="875030" y="98425"/>
                    <a:pt x="873125" y="95885"/>
                    <a:pt x="871855" y="92710"/>
                  </a:cubicBezTo>
                  <a:cubicBezTo>
                    <a:pt x="869950" y="89535"/>
                    <a:pt x="868680" y="86360"/>
                    <a:pt x="868045" y="82550"/>
                  </a:cubicBezTo>
                  <a:cubicBezTo>
                    <a:pt x="867410" y="78740"/>
                    <a:pt x="866775" y="74295"/>
                    <a:pt x="866775" y="69850"/>
                  </a:cubicBezTo>
                  <a:cubicBezTo>
                    <a:pt x="866775" y="63500"/>
                    <a:pt x="867410" y="57150"/>
                    <a:pt x="869315" y="52070"/>
                  </a:cubicBezTo>
                  <a:cubicBezTo>
                    <a:pt x="871220" y="46990"/>
                    <a:pt x="873125" y="42545"/>
                    <a:pt x="876300" y="39370"/>
                  </a:cubicBezTo>
                  <a:cubicBezTo>
                    <a:pt x="879475" y="36195"/>
                    <a:pt x="882650" y="33020"/>
                    <a:pt x="887095" y="31750"/>
                  </a:cubicBezTo>
                  <a:cubicBezTo>
                    <a:pt x="891540" y="29845"/>
                    <a:pt x="895985" y="29210"/>
                    <a:pt x="901065" y="29210"/>
                  </a:cubicBezTo>
                  <a:close/>
                  <a:moveTo>
                    <a:pt x="668656" y="29210"/>
                  </a:moveTo>
                  <a:cubicBezTo>
                    <a:pt x="671830" y="29210"/>
                    <a:pt x="674370" y="29210"/>
                    <a:pt x="676275" y="29845"/>
                  </a:cubicBezTo>
                  <a:cubicBezTo>
                    <a:pt x="678181" y="29845"/>
                    <a:pt x="680086" y="31115"/>
                    <a:pt x="681991" y="32385"/>
                  </a:cubicBezTo>
                  <a:lnTo>
                    <a:pt x="678181" y="46990"/>
                  </a:lnTo>
                  <a:lnTo>
                    <a:pt x="676910" y="46990"/>
                  </a:lnTo>
                  <a:cubicBezTo>
                    <a:pt x="676910" y="46990"/>
                    <a:pt x="673736" y="45085"/>
                    <a:pt x="671830" y="45085"/>
                  </a:cubicBezTo>
                  <a:cubicBezTo>
                    <a:pt x="669925" y="45085"/>
                    <a:pt x="668020" y="44450"/>
                    <a:pt x="665480" y="44450"/>
                  </a:cubicBezTo>
                  <a:cubicBezTo>
                    <a:pt x="660400" y="44450"/>
                    <a:pt x="656590" y="46355"/>
                    <a:pt x="654050" y="49530"/>
                  </a:cubicBezTo>
                  <a:cubicBezTo>
                    <a:pt x="651510" y="52705"/>
                    <a:pt x="650240" y="57785"/>
                    <a:pt x="650240" y="64770"/>
                  </a:cubicBezTo>
                  <a:lnTo>
                    <a:pt x="650240" y="109220"/>
                  </a:lnTo>
                  <a:lnTo>
                    <a:pt x="635000" y="109220"/>
                  </a:lnTo>
                  <a:lnTo>
                    <a:pt x="635000" y="31115"/>
                  </a:lnTo>
                  <a:lnTo>
                    <a:pt x="650240" y="31115"/>
                  </a:lnTo>
                  <a:lnTo>
                    <a:pt x="650240" y="38735"/>
                  </a:lnTo>
                  <a:cubicBezTo>
                    <a:pt x="650240" y="38735"/>
                    <a:pt x="652145" y="36195"/>
                    <a:pt x="653416" y="34925"/>
                  </a:cubicBezTo>
                  <a:cubicBezTo>
                    <a:pt x="654685" y="33655"/>
                    <a:pt x="655955" y="33020"/>
                    <a:pt x="657861" y="31750"/>
                  </a:cubicBezTo>
                  <a:cubicBezTo>
                    <a:pt x="659130" y="31115"/>
                    <a:pt x="661035" y="30480"/>
                    <a:pt x="662940" y="29845"/>
                  </a:cubicBezTo>
                  <a:cubicBezTo>
                    <a:pt x="664845" y="29845"/>
                    <a:pt x="666751" y="29210"/>
                    <a:pt x="668656" y="29210"/>
                  </a:cubicBezTo>
                  <a:close/>
                  <a:moveTo>
                    <a:pt x="586739" y="29210"/>
                  </a:moveTo>
                  <a:cubicBezTo>
                    <a:pt x="592454" y="29210"/>
                    <a:pt x="596899" y="30480"/>
                    <a:pt x="601344" y="32385"/>
                  </a:cubicBezTo>
                  <a:cubicBezTo>
                    <a:pt x="605154" y="34290"/>
                    <a:pt x="608964" y="37465"/>
                    <a:pt x="611504" y="40640"/>
                  </a:cubicBezTo>
                  <a:cubicBezTo>
                    <a:pt x="614044" y="44450"/>
                    <a:pt x="615949" y="48260"/>
                    <a:pt x="617854" y="53340"/>
                  </a:cubicBezTo>
                  <a:cubicBezTo>
                    <a:pt x="619124" y="57785"/>
                    <a:pt x="619759" y="62865"/>
                    <a:pt x="619759" y="68580"/>
                  </a:cubicBezTo>
                  <a:lnTo>
                    <a:pt x="618489" y="68580"/>
                  </a:lnTo>
                  <a:cubicBezTo>
                    <a:pt x="618489" y="68580"/>
                    <a:pt x="618489" y="71120"/>
                    <a:pt x="618489" y="72390"/>
                  </a:cubicBezTo>
                  <a:cubicBezTo>
                    <a:pt x="618489" y="73660"/>
                    <a:pt x="618489" y="74295"/>
                    <a:pt x="618489" y="75565"/>
                  </a:cubicBezTo>
                  <a:lnTo>
                    <a:pt x="567054" y="75565"/>
                  </a:lnTo>
                  <a:cubicBezTo>
                    <a:pt x="567054" y="79375"/>
                    <a:pt x="568324" y="82550"/>
                    <a:pt x="569594" y="85090"/>
                  </a:cubicBezTo>
                  <a:cubicBezTo>
                    <a:pt x="570864" y="87630"/>
                    <a:pt x="572134" y="90170"/>
                    <a:pt x="574039" y="91440"/>
                  </a:cubicBezTo>
                  <a:cubicBezTo>
                    <a:pt x="575944" y="93345"/>
                    <a:pt x="577849" y="94615"/>
                    <a:pt x="579754" y="95250"/>
                  </a:cubicBezTo>
                  <a:cubicBezTo>
                    <a:pt x="581659" y="95885"/>
                    <a:pt x="584199" y="96520"/>
                    <a:pt x="586739" y="96520"/>
                  </a:cubicBezTo>
                  <a:cubicBezTo>
                    <a:pt x="588644" y="96520"/>
                    <a:pt x="589914" y="96520"/>
                    <a:pt x="591819" y="96520"/>
                  </a:cubicBezTo>
                  <a:cubicBezTo>
                    <a:pt x="593089" y="96520"/>
                    <a:pt x="594994" y="95885"/>
                    <a:pt x="596264" y="95250"/>
                  </a:cubicBezTo>
                  <a:cubicBezTo>
                    <a:pt x="597534" y="95250"/>
                    <a:pt x="598804" y="93980"/>
                    <a:pt x="600074" y="93345"/>
                  </a:cubicBezTo>
                  <a:cubicBezTo>
                    <a:pt x="601344" y="93345"/>
                    <a:pt x="602614" y="92075"/>
                    <a:pt x="604519" y="90805"/>
                  </a:cubicBezTo>
                  <a:lnTo>
                    <a:pt x="613409" y="100330"/>
                  </a:lnTo>
                  <a:cubicBezTo>
                    <a:pt x="613409" y="100330"/>
                    <a:pt x="609599" y="103505"/>
                    <a:pt x="607694" y="104775"/>
                  </a:cubicBezTo>
                  <a:cubicBezTo>
                    <a:pt x="605789" y="106045"/>
                    <a:pt x="603884" y="106680"/>
                    <a:pt x="601979" y="107950"/>
                  </a:cubicBezTo>
                  <a:cubicBezTo>
                    <a:pt x="600074" y="108585"/>
                    <a:pt x="597534" y="109855"/>
                    <a:pt x="594994" y="109855"/>
                  </a:cubicBezTo>
                  <a:cubicBezTo>
                    <a:pt x="592454" y="109855"/>
                    <a:pt x="589279" y="110490"/>
                    <a:pt x="586104" y="110490"/>
                  </a:cubicBezTo>
                  <a:cubicBezTo>
                    <a:pt x="582929" y="110490"/>
                    <a:pt x="579754" y="110490"/>
                    <a:pt x="576579" y="109220"/>
                  </a:cubicBezTo>
                  <a:cubicBezTo>
                    <a:pt x="573404" y="108585"/>
                    <a:pt x="570864" y="107315"/>
                    <a:pt x="568959" y="105410"/>
                  </a:cubicBezTo>
                  <a:cubicBezTo>
                    <a:pt x="566419" y="104140"/>
                    <a:pt x="564514" y="102235"/>
                    <a:pt x="562609" y="100330"/>
                  </a:cubicBezTo>
                  <a:cubicBezTo>
                    <a:pt x="560704" y="98425"/>
                    <a:pt x="558799" y="95885"/>
                    <a:pt x="557529" y="92710"/>
                  </a:cubicBezTo>
                  <a:cubicBezTo>
                    <a:pt x="555624" y="89535"/>
                    <a:pt x="554354" y="86360"/>
                    <a:pt x="553719" y="82550"/>
                  </a:cubicBezTo>
                  <a:cubicBezTo>
                    <a:pt x="553084" y="78740"/>
                    <a:pt x="552449" y="74295"/>
                    <a:pt x="552449" y="69850"/>
                  </a:cubicBezTo>
                  <a:cubicBezTo>
                    <a:pt x="552449" y="63500"/>
                    <a:pt x="553084" y="57150"/>
                    <a:pt x="554989" y="52070"/>
                  </a:cubicBezTo>
                  <a:cubicBezTo>
                    <a:pt x="556894" y="46990"/>
                    <a:pt x="558799" y="42545"/>
                    <a:pt x="561974" y="39370"/>
                  </a:cubicBezTo>
                  <a:cubicBezTo>
                    <a:pt x="565149" y="36195"/>
                    <a:pt x="568324" y="33020"/>
                    <a:pt x="572769" y="31750"/>
                  </a:cubicBezTo>
                  <a:cubicBezTo>
                    <a:pt x="577214" y="29845"/>
                    <a:pt x="581659" y="29210"/>
                    <a:pt x="586739" y="29210"/>
                  </a:cubicBezTo>
                  <a:close/>
                  <a:moveTo>
                    <a:pt x="400050" y="29210"/>
                  </a:moveTo>
                  <a:cubicBezTo>
                    <a:pt x="405765" y="29210"/>
                    <a:pt x="410210" y="30480"/>
                    <a:pt x="414655" y="32385"/>
                  </a:cubicBezTo>
                  <a:cubicBezTo>
                    <a:pt x="418465" y="34290"/>
                    <a:pt x="422275" y="37465"/>
                    <a:pt x="424815" y="40640"/>
                  </a:cubicBezTo>
                  <a:cubicBezTo>
                    <a:pt x="427355" y="44450"/>
                    <a:pt x="429260" y="48260"/>
                    <a:pt x="431165" y="53340"/>
                  </a:cubicBezTo>
                  <a:cubicBezTo>
                    <a:pt x="432435" y="57785"/>
                    <a:pt x="433070" y="62865"/>
                    <a:pt x="433070" y="68580"/>
                  </a:cubicBezTo>
                  <a:lnTo>
                    <a:pt x="431800" y="68580"/>
                  </a:lnTo>
                  <a:cubicBezTo>
                    <a:pt x="431800" y="68580"/>
                    <a:pt x="431800" y="71120"/>
                    <a:pt x="431800" y="72390"/>
                  </a:cubicBezTo>
                  <a:cubicBezTo>
                    <a:pt x="431800" y="73660"/>
                    <a:pt x="431800" y="74295"/>
                    <a:pt x="431800" y="75565"/>
                  </a:cubicBezTo>
                  <a:lnTo>
                    <a:pt x="380365" y="75565"/>
                  </a:lnTo>
                  <a:cubicBezTo>
                    <a:pt x="380365" y="79375"/>
                    <a:pt x="381635" y="82550"/>
                    <a:pt x="382905" y="85090"/>
                  </a:cubicBezTo>
                  <a:cubicBezTo>
                    <a:pt x="384175" y="87630"/>
                    <a:pt x="385445" y="90170"/>
                    <a:pt x="387350" y="91440"/>
                  </a:cubicBezTo>
                  <a:cubicBezTo>
                    <a:pt x="389255" y="93345"/>
                    <a:pt x="391160" y="94615"/>
                    <a:pt x="393065" y="95250"/>
                  </a:cubicBezTo>
                  <a:cubicBezTo>
                    <a:pt x="394970" y="95885"/>
                    <a:pt x="397510" y="96520"/>
                    <a:pt x="400050" y="96520"/>
                  </a:cubicBezTo>
                  <a:cubicBezTo>
                    <a:pt x="401955" y="96520"/>
                    <a:pt x="403225" y="96520"/>
                    <a:pt x="405130" y="96520"/>
                  </a:cubicBezTo>
                  <a:cubicBezTo>
                    <a:pt x="406400" y="96520"/>
                    <a:pt x="408305" y="95885"/>
                    <a:pt x="409575" y="95250"/>
                  </a:cubicBezTo>
                  <a:cubicBezTo>
                    <a:pt x="410845" y="95250"/>
                    <a:pt x="412115" y="93980"/>
                    <a:pt x="413385" y="93345"/>
                  </a:cubicBezTo>
                  <a:cubicBezTo>
                    <a:pt x="414655" y="93345"/>
                    <a:pt x="415925" y="92075"/>
                    <a:pt x="417830" y="90805"/>
                  </a:cubicBezTo>
                  <a:lnTo>
                    <a:pt x="426720" y="100330"/>
                  </a:lnTo>
                  <a:cubicBezTo>
                    <a:pt x="426720" y="100330"/>
                    <a:pt x="422910" y="103505"/>
                    <a:pt x="421005" y="104775"/>
                  </a:cubicBezTo>
                  <a:cubicBezTo>
                    <a:pt x="419100" y="106045"/>
                    <a:pt x="417195" y="106680"/>
                    <a:pt x="415290" y="107950"/>
                  </a:cubicBezTo>
                  <a:cubicBezTo>
                    <a:pt x="413385" y="108585"/>
                    <a:pt x="410845" y="109855"/>
                    <a:pt x="408305" y="109855"/>
                  </a:cubicBezTo>
                  <a:cubicBezTo>
                    <a:pt x="405765" y="109855"/>
                    <a:pt x="402590" y="110490"/>
                    <a:pt x="399415" y="110490"/>
                  </a:cubicBezTo>
                  <a:cubicBezTo>
                    <a:pt x="396240" y="110490"/>
                    <a:pt x="393065" y="110490"/>
                    <a:pt x="389890" y="109220"/>
                  </a:cubicBezTo>
                  <a:cubicBezTo>
                    <a:pt x="386715" y="108585"/>
                    <a:pt x="384175" y="107315"/>
                    <a:pt x="382270" y="105410"/>
                  </a:cubicBezTo>
                  <a:cubicBezTo>
                    <a:pt x="380365" y="103505"/>
                    <a:pt x="377825" y="102235"/>
                    <a:pt x="375920" y="100330"/>
                  </a:cubicBezTo>
                  <a:cubicBezTo>
                    <a:pt x="374015" y="98425"/>
                    <a:pt x="372110" y="95885"/>
                    <a:pt x="370840" y="92710"/>
                  </a:cubicBezTo>
                  <a:cubicBezTo>
                    <a:pt x="368935" y="89535"/>
                    <a:pt x="367665" y="86360"/>
                    <a:pt x="367030" y="82550"/>
                  </a:cubicBezTo>
                  <a:cubicBezTo>
                    <a:pt x="366395" y="78740"/>
                    <a:pt x="365760" y="74295"/>
                    <a:pt x="365760" y="69850"/>
                  </a:cubicBezTo>
                  <a:cubicBezTo>
                    <a:pt x="365760" y="63500"/>
                    <a:pt x="366395" y="57150"/>
                    <a:pt x="368300" y="52070"/>
                  </a:cubicBezTo>
                  <a:cubicBezTo>
                    <a:pt x="370205" y="46990"/>
                    <a:pt x="372110" y="42545"/>
                    <a:pt x="375285" y="39370"/>
                  </a:cubicBezTo>
                  <a:cubicBezTo>
                    <a:pt x="378460" y="36195"/>
                    <a:pt x="381635" y="33020"/>
                    <a:pt x="386080" y="31750"/>
                  </a:cubicBezTo>
                  <a:cubicBezTo>
                    <a:pt x="390525" y="29845"/>
                    <a:pt x="394970" y="29210"/>
                    <a:pt x="400050" y="29210"/>
                  </a:cubicBezTo>
                  <a:close/>
                  <a:moveTo>
                    <a:pt x="201930" y="29210"/>
                  </a:moveTo>
                  <a:cubicBezTo>
                    <a:pt x="207645" y="29210"/>
                    <a:pt x="212090" y="30480"/>
                    <a:pt x="216535" y="32385"/>
                  </a:cubicBezTo>
                  <a:cubicBezTo>
                    <a:pt x="220345" y="34290"/>
                    <a:pt x="224155" y="37465"/>
                    <a:pt x="226695" y="40640"/>
                  </a:cubicBezTo>
                  <a:cubicBezTo>
                    <a:pt x="229235" y="44450"/>
                    <a:pt x="231140" y="48260"/>
                    <a:pt x="233045" y="53340"/>
                  </a:cubicBezTo>
                  <a:cubicBezTo>
                    <a:pt x="234315" y="57785"/>
                    <a:pt x="234950" y="62865"/>
                    <a:pt x="234950" y="68580"/>
                  </a:cubicBezTo>
                  <a:lnTo>
                    <a:pt x="233680" y="68580"/>
                  </a:lnTo>
                  <a:cubicBezTo>
                    <a:pt x="233680" y="68580"/>
                    <a:pt x="233680" y="71120"/>
                    <a:pt x="233680" y="72390"/>
                  </a:cubicBezTo>
                  <a:cubicBezTo>
                    <a:pt x="233680" y="73660"/>
                    <a:pt x="233680" y="74295"/>
                    <a:pt x="233680" y="75565"/>
                  </a:cubicBezTo>
                  <a:lnTo>
                    <a:pt x="182245" y="75565"/>
                  </a:lnTo>
                  <a:cubicBezTo>
                    <a:pt x="182245" y="79375"/>
                    <a:pt x="183515" y="82550"/>
                    <a:pt x="184785" y="85090"/>
                  </a:cubicBezTo>
                  <a:cubicBezTo>
                    <a:pt x="186055" y="87630"/>
                    <a:pt x="187325" y="90170"/>
                    <a:pt x="189230" y="91440"/>
                  </a:cubicBezTo>
                  <a:cubicBezTo>
                    <a:pt x="191135" y="93345"/>
                    <a:pt x="193040" y="94615"/>
                    <a:pt x="194945" y="95250"/>
                  </a:cubicBezTo>
                  <a:cubicBezTo>
                    <a:pt x="196850" y="95885"/>
                    <a:pt x="199390" y="96520"/>
                    <a:pt x="201930" y="96520"/>
                  </a:cubicBezTo>
                  <a:cubicBezTo>
                    <a:pt x="203835" y="96520"/>
                    <a:pt x="205105" y="96520"/>
                    <a:pt x="207010" y="96520"/>
                  </a:cubicBezTo>
                  <a:cubicBezTo>
                    <a:pt x="208280" y="96520"/>
                    <a:pt x="210185" y="95885"/>
                    <a:pt x="211455" y="95250"/>
                  </a:cubicBezTo>
                  <a:cubicBezTo>
                    <a:pt x="212725" y="95250"/>
                    <a:pt x="213995" y="93980"/>
                    <a:pt x="215265" y="93345"/>
                  </a:cubicBezTo>
                  <a:cubicBezTo>
                    <a:pt x="216535" y="93345"/>
                    <a:pt x="217805" y="92075"/>
                    <a:pt x="219710" y="90805"/>
                  </a:cubicBezTo>
                  <a:lnTo>
                    <a:pt x="228600" y="100330"/>
                  </a:lnTo>
                  <a:cubicBezTo>
                    <a:pt x="228600" y="100330"/>
                    <a:pt x="224790" y="103505"/>
                    <a:pt x="222885" y="104775"/>
                  </a:cubicBezTo>
                  <a:cubicBezTo>
                    <a:pt x="220980" y="106045"/>
                    <a:pt x="219075" y="106680"/>
                    <a:pt x="217170" y="107950"/>
                  </a:cubicBezTo>
                  <a:cubicBezTo>
                    <a:pt x="215265" y="108585"/>
                    <a:pt x="212725" y="109855"/>
                    <a:pt x="210185" y="109855"/>
                  </a:cubicBezTo>
                  <a:cubicBezTo>
                    <a:pt x="207645" y="109855"/>
                    <a:pt x="204470" y="110490"/>
                    <a:pt x="201295" y="110490"/>
                  </a:cubicBezTo>
                  <a:cubicBezTo>
                    <a:pt x="198120" y="110490"/>
                    <a:pt x="194945" y="110490"/>
                    <a:pt x="191770" y="109220"/>
                  </a:cubicBezTo>
                  <a:cubicBezTo>
                    <a:pt x="188595" y="108585"/>
                    <a:pt x="186055" y="107315"/>
                    <a:pt x="184150" y="105410"/>
                  </a:cubicBezTo>
                  <a:cubicBezTo>
                    <a:pt x="181610" y="104140"/>
                    <a:pt x="179705" y="102235"/>
                    <a:pt x="177800" y="100330"/>
                  </a:cubicBezTo>
                  <a:cubicBezTo>
                    <a:pt x="175895" y="98425"/>
                    <a:pt x="173990" y="95885"/>
                    <a:pt x="172720" y="92710"/>
                  </a:cubicBezTo>
                  <a:cubicBezTo>
                    <a:pt x="170815" y="89535"/>
                    <a:pt x="169545" y="86360"/>
                    <a:pt x="168910" y="82550"/>
                  </a:cubicBezTo>
                  <a:cubicBezTo>
                    <a:pt x="168275" y="78740"/>
                    <a:pt x="167640" y="74295"/>
                    <a:pt x="167640" y="69850"/>
                  </a:cubicBezTo>
                  <a:cubicBezTo>
                    <a:pt x="167640" y="63500"/>
                    <a:pt x="168275" y="57150"/>
                    <a:pt x="170180" y="52070"/>
                  </a:cubicBezTo>
                  <a:cubicBezTo>
                    <a:pt x="172085" y="46990"/>
                    <a:pt x="173990" y="42545"/>
                    <a:pt x="177165" y="39370"/>
                  </a:cubicBezTo>
                  <a:cubicBezTo>
                    <a:pt x="180340" y="36195"/>
                    <a:pt x="183515" y="33020"/>
                    <a:pt x="187960" y="31750"/>
                  </a:cubicBezTo>
                  <a:cubicBezTo>
                    <a:pt x="192405" y="29845"/>
                    <a:pt x="196850" y="29210"/>
                    <a:pt x="201930" y="29210"/>
                  </a:cubicBezTo>
                  <a:close/>
                  <a:moveTo>
                    <a:pt x="4664706" y="28574"/>
                  </a:moveTo>
                  <a:cubicBezTo>
                    <a:pt x="4669786" y="28574"/>
                    <a:pt x="4674231" y="29209"/>
                    <a:pt x="4678676" y="31749"/>
                  </a:cubicBezTo>
                  <a:cubicBezTo>
                    <a:pt x="4683121" y="33654"/>
                    <a:pt x="4686296" y="36194"/>
                    <a:pt x="4689471" y="40004"/>
                  </a:cubicBezTo>
                  <a:cubicBezTo>
                    <a:pt x="4692646" y="43814"/>
                    <a:pt x="4695186" y="47624"/>
                    <a:pt x="4696456" y="52704"/>
                  </a:cubicBezTo>
                  <a:cubicBezTo>
                    <a:pt x="4698361" y="57784"/>
                    <a:pt x="4698996" y="63499"/>
                    <a:pt x="4698996" y="69214"/>
                  </a:cubicBezTo>
                  <a:lnTo>
                    <a:pt x="4699631" y="69214"/>
                  </a:lnTo>
                  <a:cubicBezTo>
                    <a:pt x="4699631" y="75564"/>
                    <a:pt x="4698996" y="81279"/>
                    <a:pt x="4697091" y="86359"/>
                  </a:cubicBezTo>
                  <a:cubicBezTo>
                    <a:pt x="4695186" y="91439"/>
                    <a:pt x="4692646" y="95884"/>
                    <a:pt x="4689471" y="99059"/>
                  </a:cubicBezTo>
                  <a:cubicBezTo>
                    <a:pt x="4686296" y="102869"/>
                    <a:pt x="4682486" y="105409"/>
                    <a:pt x="4678041" y="107314"/>
                  </a:cubicBezTo>
                  <a:cubicBezTo>
                    <a:pt x="4673596" y="109219"/>
                    <a:pt x="4669151" y="109854"/>
                    <a:pt x="4664071" y="109854"/>
                  </a:cubicBezTo>
                  <a:cubicBezTo>
                    <a:pt x="4658991" y="109854"/>
                    <a:pt x="4654546" y="108584"/>
                    <a:pt x="4650101" y="106679"/>
                  </a:cubicBezTo>
                  <a:cubicBezTo>
                    <a:pt x="4645656" y="104774"/>
                    <a:pt x="4642481" y="102234"/>
                    <a:pt x="4639306" y="98424"/>
                  </a:cubicBezTo>
                  <a:cubicBezTo>
                    <a:pt x="4636131" y="94614"/>
                    <a:pt x="4633591" y="90804"/>
                    <a:pt x="4632321" y="85724"/>
                  </a:cubicBezTo>
                  <a:cubicBezTo>
                    <a:pt x="4630416" y="80644"/>
                    <a:pt x="4629781" y="74929"/>
                    <a:pt x="4629781" y="69214"/>
                  </a:cubicBezTo>
                  <a:cubicBezTo>
                    <a:pt x="4629781" y="63499"/>
                    <a:pt x="4630416" y="57149"/>
                    <a:pt x="4632321" y="52069"/>
                  </a:cubicBezTo>
                  <a:cubicBezTo>
                    <a:pt x="4634226" y="46989"/>
                    <a:pt x="4636766" y="42544"/>
                    <a:pt x="4639941" y="39369"/>
                  </a:cubicBezTo>
                  <a:cubicBezTo>
                    <a:pt x="4643116" y="35559"/>
                    <a:pt x="4646926" y="33019"/>
                    <a:pt x="4650736" y="31114"/>
                  </a:cubicBezTo>
                  <a:cubicBezTo>
                    <a:pt x="4655181" y="29209"/>
                    <a:pt x="4659626" y="28574"/>
                    <a:pt x="4664706" y="28574"/>
                  </a:cubicBezTo>
                  <a:close/>
                  <a:moveTo>
                    <a:pt x="4264655" y="28574"/>
                  </a:moveTo>
                  <a:cubicBezTo>
                    <a:pt x="4269735" y="28574"/>
                    <a:pt x="4274180" y="29209"/>
                    <a:pt x="4278625" y="31749"/>
                  </a:cubicBezTo>
                  <a:cubicBezTo>
                    <a:pt x="4283070" y="33654"/>
                    <a:pt x="4286245" y="36194"/>
                    <a:pt x="4289420" y="40004"/>
                  </a:cubicBezTo>
                  <a:cubicBezTo>
                    <a:pt x="4292595" y="43814"/>
                    <a:pt x="4295135" y="47624"/>
                    <a:pt x="4296405" y="52704"/>
                  </a:cubicBezTo>
                  <a:cubicBezTo>
                    <a:pt x="4298310" y="57784"/>
                    <a:pt x="4298945" y="63499"/>
                    <a:pt x="4298945" y="69214"/>
                  </a:cubicBezTo>
                  <a:lnTo>
                    <a:pt x="4299580" y="69214"/>
                  </a:lnTo>
                  <a:cubicBezTo>
                    <a:pt x="4299580" y="75564"/>
                    <a:pt x="4298945" y="81279"/>
                    <a:pt x="4297040" y="86359"/>
                  </a:cubicBezTo>
                  <a:cubicBezTo>
                    <a:pt x="4295135" y="91439"/>
                    <a:pt x="4292595" y="95884"/>
                    <a:pt x="4289420" y="99059"/>
                  </a:cubicBezTo>
                  <a:cubicBezTo>
                    <a:pt x="4286245" y="102869"/>
                    <a:pt x="4282435" y="105409"/>
                    <a:pt x="4277990" y="107314"/>
                  </a:cubicBezTo>
                  <a:cubicBezTo>
                    <a:pt x="4273545" y="109219"/>
                    <a:pt x="4269100" y="109854"/>
                    <a:pt x="4264020" y="109854"/>
                  </a:cubicBezTo>
                  <a:cubicBezTo>
                    <a:pt x="4258940" y="109854"/>
                    <a:pt x="4254495" y="108584"/>
                    <a:pt x="4250050" y="106679"/>
                  </a:cubicBezTo>
                  <a:cubicBezTo>
                    <a:pt x="4245605" y="104774"/>
                    <a:pt x="4242430" y="102234"/>
                    <a:pt x="4239255" y="98424"/>
                  </a:cubicBezTo>
                  <a:cubicBezTo>
                    <a:pt x="4236080" y="94614"/>
                    <a:pt x="4233540" y="90804"/>
                    <a:pt x="4232270" y="85724"/>
                  </a:cubicBezTo>
                  <a:cubicBezTo>
                    <a:pt x="4230365" y="80644"/>
                    <a:pt x="4229730" y="74929"/>
                    <a:pt x="4229730" y="69214"/>
                  </a:cubicBezTo>
                  <a:cubicBezTo>
                    <a:pt x="4229730" y="63499"/>
                    <a:pt x="4230365" y="57149"/>
                    <a:pt x="4232270" y="52069"/>
                  </a:cubicBezTo>
                  <a:cubicBezTo>
                    <a:pt x="4234175" y="46989"/>
                    <a:pt x="4236715" y="42544"/>
                    <a:pt x="4239890" y="39369"/>
                  </a:cubicBezTo>
                  <a:cubicBezTo>
                    <a:pt x="4243065" y="35559"/>
                    <a:pt x="4246875" y="33019"/>
                    <a:pt x="4250685" y="31114"/>
                  </a:cubicBezTo>
                  <a:cubicBezTo>
                    <a:pt x="4255130" y="29209"/>
                    <a:pt x="4259575" y="28574"/>
                    <a:pt x="4264655" y="28574"/>
                  </a:cubicBezTo>
                  <a:close/>
                  <a:moveTo>
                    <a:pt x="1420495" y="28574"/>
                  </a:moveTo>
                  <a:cubicBezTo>
                    <a:pt x="1425575" y="28574"/>
                    <a:pt x="1430020" y="29209"/>
                    <a:pt x="1434465" y="31749"/>
                  </a:cubicBezTo>
                  <a:cubicBezTo>
                    <a:pt x="1438910" y="33654"/>
                    <a:pt x="1442085" y="36194"/>
                    <a:pt x="1445260" y="40004"/>
                  </a:cubicBezTo>
                  <a:cubicBezTo>
                    <a:pt x="1448435" y="43814"/>
                    <a:pt x="1450975" y="47624"/>
                    <a:pt x="1452245" y="52704"/>
                  </a:cubicBezTo>
                  <a:cubicBezTo>
                    <a:pt x="1454150" y="57784"/>
                    <a:pt x="1454785" y="63499"/>
                    <a:pt x="1454785" y="69214"/>
                  </a:cubicBezTo>
                  <a:lnTo>
                    <a:pt x="1455420" y="69214"/>
                  </a:lnTo>
                  <a:cubicBezTo>
                    <a:pt x="1455420" y="75564"/>
                    <a:pt x="1454785" y="81279"/>
                    <a:pt x="1452880" y="86359"/>
                  </a:cubicBezTo>
                  <a:cubicBezTo>
                    <a:pt x="1450975" y="91439"/>
                    <a:pt x="1448435" y="95884"/>
                    <a:pt x="1445260" y="99059"/>
                  </a:cubicBezTo>
                  <a:cubicBezTo>
                    <a:pt x="1442085" y="102869"/>
                    <a:pt x="1438275" y="105409"/>
                    <a:pt x="1433830" y="107314"/>
                  </a:cubicBezTo>
                  <a:cubicBezTo>
                    <a:pt x="1429385" y="109219"/>
                    <a:pt x="1424940" y="109854"/>
                    <a:pt x="1419860" y="109854"/>
                  </a:cubicBezTo>
                  <a:cubicBezTo>
                    <a:pt x="1414780" y="109854"/>
                    <a:pt x="1410335" y="108584"/>
                    <a:pt x="1405890" y="106679"/>
                  </a:cubicBezTo>
                  <a:cubicBezTo>
                    <a:pt x="1401444" y="104774"/>
                    <a:pt x="1398270" y="102234"/>
                    <a:pt x="1395095" y="98424"/>
                  </a:cubicBezTo>
                  <a:cubicBezTo>
                    <a:pt x="1391920" y="94614"/>
                    <a:pt x="1389380" y="90804"/>
                    <a:pt x="1388110" y="85724"/>
                  </a:cubicBezTo>
                  <a:cubicBezTo>
                    <a:pt x="1386205" y="80644"/>
                    <a:pt x="1385570" y="74929"/>
                    <a:pt x="1385570" y="69214"/>
                  </a:cubicBezTo>
                  <a:cubicBezTo>
                    <a:pt x="1385570" y="63499"/>
                    <a:pt x="1386205" y="57149"/>
                    <a:pt x="1388110" y="52069"/>
                  </a:cubicBezTo>
                  <a:cubicBezTo>
                    <a:pt x="1390015" y="46989"/>
                    <a:pt x="1392555" y="42544"/>
                    <a:pt x="1395730" y="39369"/>
                  </a:cubicBezTo>
                  <a:cubicBezTo>
                    <a:pt x="1398905" y="35559"/>
                    <a:pt x="1402715" y="33019"/>
                    <a:pt x="1406525" y="31114"/>
                  </a:cubicBezTo>
                  <a:cubicBezTo>
                    <a:pt x="1410970" y="29209"/>
                    <a:pt x="1415415" y="28574"/>
                    <a:pt x="1420495" y="28574"/>
                  </a:cubicBezTo>
                  <a:close/>
                  <a:moveTo>
                    <a:pt x="3143245" y="5079"/>
                  </a:moveTo>
                  <a:lnTo>
                    <a:pt x="3219445" y="5079"/>
                  </a:lnTo>
                  <a:lnTo>
                    <a:pt x="3219445" y="20319"/>
                  </a:lnTo>
                  <a:lnTo>
                    <a:pt x="3188965" y="20319"/>
                  </a:lnTo>
                  <a:lnTo>
                    <a:pt x="3188965" y="108584"/>
                  </a:lnTo>
                  <a:lnTo>
                    <a:pt x="3173090" y="108584"/>
                  </a:lnTo>
                  <a:lnTo>
                    <a:pt x="3173090" y="20319"/>
                  </a:lnTo>
                  <a:lnTo>
                    <a:pt x="3143245" y="20319"/>
                  </a:lnTo>
                  <a:close/>
                  <a:moveTo>
                    <a:pt x="1628774" y="5079"/>
                  </a:moveTo>
                  <a:lnTo>
                    <a:pt x="1704970" y="5079"/>
                  </a:lnTo>
                  <a:lnTo>
                    <a:pt x="1704970" y="20319"/>
                  </a:lnTo>
                  <a:lnTo>
                    <a:pt x="1675129" y="20319"/>
                  </a:lnTo>
                  <a:lnTo>
                    <a:pt x="1675129" y="108584"/>
                  </a:lnTo>
                  <a:lnTo>
                    <a:pt x="1659255" y="108584"/>
                  </a:lnTo>
                  <a:lnTo>
                    <a:pt x="1659255" y="20319"/>
                  </a:lnTo>
                  <a:lnTo>
                    <a:pt x="1628774" y="20319"/>
                  </a:lnTo>
                  <a:close/>
                  <a:moveTo>
                    <a:pt x="0" y="5079"/>
                  </a:moveTo>
                  <a:lnTo>
                    <a:pt x="76200" y="5079"/>
                  </a:lnTo>
                  <a:lnTo>
                    <a:pt x="76200" y="20319"/>
                  </a:lnTo>
                  <a:lnTo>
                    <a:pt x="45720" y="20319"/>
                  </a:lnTo>
                  <a:lnTo>
                    <a:pt x="45720" y="108584"/>
                  </a:lnTo>
                  <a:lnTo>
                    <a:pt x="29845" y="108584"/>
                  </a:lnTo>
                  <a:lnTo>
                    <a:pt x="29845" y="20319"/>
                  </a:lnTo>
                  <a:lnTo>
                    <a:pt x="0" y="20319"/>
                  </a:lnTo>
                  <a:close/>
                  <a:moveTo>
                    <a:pt x="1362075" y="1269"/>
                  </a:moveTo>
                  <a:cubicBezTo>
                    <a:pt x="1363345" y="1269"/>
                    <a:pt x="1364615" y="1269"/>
                    <a:pt x="1365885" y="1904"/>
                  </a:cubicBezTo>
                  <a:cubicBezTo>
                    <a:pt x="1367155" y="1904"/>
                    <a:pt x="1367790" y="3174"/>
                    <a:pt x="1369060" y="3809"/>
                  </a:cubicBezTo>
                  <a:cubicBezTo>
                    <a:pt x="1369695" y="4444"/>
                    <a:pt x="1370965" y="5714"/>
                    <a:pt x="1370965" y="6984"/>
                  </a:cubicBezTo>
                  <a:cubicBezTo>
                    <a:pt x="1370965" y="8254"/>
                    <a:pt x="1371600" y="9524"/>
                    <a:pt x="1371600" y="10794"/>
                  </a:cubicBezTo>
                  <a:cubicBezTo>
                    <a:pt x="1371600" y="10794"/>
                    <a:pt x="1371600" y="13334"/>
                    <a:pt x="1370965" y="14604"/>
                  </a:cubicBezTo>
                  <a:cubicBezTo>
                    <a:pt x="1370965" y="15874"/>
                    <a:pt x="1369695" y="17144"/>
                    <a:pt x="1369060" y="17779"/>
                  </a:cubicBezTo>
                  <a:cubicBezTo>
                    <a:pt x="1368425" y="18414"/>
                    <a:pt x="1367155" y="19684"/>
                    <a:pt x="1365885" y="19684"/>
                  </a:cubicBezTo>
                  <a:cubicBezTo>
                    <a:pt x="1364615" y="19684"/>
                    <a:pt x="1363345" y="20319"/>
                    <a:pt x="1362075" y="20319"/>
                  </a:cubicBezTo>
                  <a:cubicBezTo>
                    <a:pt x="1360805" y="20319"/>
                    <a:pt x="1359535" y="20319"/>
                    <a:pt x="1358265" y="19684"/>
                  </a:cubicBezTo>
                  <a:cubicBezTo>
                    <a:pt x="1356995" y="19684"/>
                    <a:pt x="1355725" y="18414"/>
                    <a:pt x="1355090" y="17779"/>
                  </a:cubicBezTo>
                  <a:cubicBezTo>
                    <a:pt x="1354455" y="17144"/>
                    <a:pt x="1353185" y="15874"/>
                    <a:pt x="1353185" y="14604"/>
                  </a:cubicBezTo>
                  <a:cubicBezTo>
                    <a:pt x="1353185" y="13334"/>
                    <a:pt x="1352550" y="12064"/>
                    <a:pt x="1352550" y="10794"/>
                  </a:cubicBezTo>
                  <a:cubicBezTo>
                    <a:pt x="1352550" y="9524"/>
                    <a:pt x="1352550" y="8254"/>
                    <a:pt x="1353185" y="6984"/>
                  </a:cubicBezTo>
                  <a:cubicBezTo>
                    <a:pt x="1353185" y="5714"/>
                    <a:pt x="1354455" y="4444"/>
                    <a:pt x="1355090" y="3809"/>
                  </a:cubicBezTo>
                  <a:cubicBezTo>
                    <a:pt x="1355725" y="3174"/>
                    <a:pt x="1356995" y="1904"/>
                    <a:pt x="1358265" y="1904"/>
                  </a:cubicBezTo>
                  <a:cubicBezTo>
                    <a:pt x="1359535" y="1904"/>
                    <a:pt x="1360805" y="1269"/>
                    <a:pt x="1362075" y="1269"/>
                  </a:cubicBezTo>
                  <a:close/>
                  <a:moveTo>
                    <a:pt x="4789801" y="634"/>
                  </a:moveTo>
                  <a:lnTo>
                    <a:pt x="4789801" y="65404"/>
                  </a:lnTo>
                  <a:lnTo>
                    <a:pt x="4814566" y="31114"/>
                  </a:lnTo>
                  <a:lnTo>
                    <a:pt x="4831711" y="31114"/>
                  </a:lnTo>
                  <a:lnTo>
                    <a:pt x="4812026" y="57149"/>
                  </a:lnTo>
                  <a:lnTo>
                    <a:pt x="4835521" y="108584"/>
                  </a:lnTo>
                  <a:lnTo>
                    <a:pt x="4819011" y="108584"/>
                  </a:lnTo>
                  <a:lnTo>
                    <a:pt x="4801866" y="69849"/>
                  </a:lnTo>
                  <a:lnTo>
                    <a:pt x="4789801" y="85724"/>
                  </a:lnTo>
                  <a:lnTo>
                    <a:pt x="4789801" y="108584"/>
                  </a:lnTo>
                  <a:lnTo>
                    <a:pt x="4774561" y="108584"/>
                  </a:lnTo>
                  <a:lnTo>
                    <a:pt x="4774561" y="8889"/>
                  </a:lnTo>
                  <a:close/>
                  <a:moveTo>
                    <a:pt x="4472301" y="634"/>
                  </a:moveTo>
                  <a:lnTo>
                    <a:pt x="4472301" y="109219"/>
                  </a:lnTo>
                  <a:lnTo>
                    <a:pt x="4457061" y="109219"/>
                  </a:lnTo>
                  <a:lnTo>
                    <a:pt x="4457696" y="108584"/>
                  </a:lnTo>
                  <a:lnTo>
                    <a:pt x="4457696" y="100964"/>
                  </a:lnTo>
                  <a:cubicBezTo>
                    <a:pt x="4457696" y="100964"/>
                    <a:pt x="4454521" y="103504"/>
                    <a:pt x="4453251" y="104774"/>
                  </a:cubicBezTo>
                  <a:cubicBezTo>
                    <a:pt x="4451981" y="106044"/>
                    <a:pt x="4450076" y="106679"/>
                    <a:pt x="4448171" y="107949"/>
                  </a:cubicBezTo>
                  <a:cubicBezTo>
                    <a:pt x="4446266" y="108584"/>
                    <a:pt x="4444361" y="109219"/>
                    <a:pt x="4443091" y="109854"/>
                  </a:cubicBezTo>
                  <a:cubicBezTo>
                    <a:pt x="4441186" y="109854"/>
                    <a:pt x="4439281" y="109854"/>
                    <a:pt x="4437376" y="109854"/>
                  </a:cubicBezTo>
                  <a:cubicBezTo>
                    <a:pt x="4432931" y="109854"/>
                    <a:pt x="4429121" y="109219"/>
                    <a:pt x="4425946" y="107314"/>
                  </a:cubicBezTo>
                  <a:cubicBezTo>
                    <a:pt x="4422136" y="106044"/>
                    <a:pt x="4418961" y="103504"/>
                    <a:pt x="4416421" y="99694"/>
                  </a:cubicBezTo>
                  <a:cubicBezTo>
                    <a:pt x="4413881" y="96519"/>
                    <a:pt x="4411341" y="92074"/>
                    <a:pt x="4410071" y="86994"/>
                  </a:cubicBezTo>
                  <a:cubicBezTo>
                    <a:pt x="4408801" y="81914"/>
                    <a:pt x="4407531" y="75564"/>
                    <a:pt x="4407531" y="67944"/>
                  </a:cubicBezTo>
                  <a:cubicBezTo>
                    <a:pt x="4407531" y="61594"/>
                    <a:pt x="4408166" y="55244"/>
                    <a:pt x="4410071" y="50799"/>
                  </a:cubicBezTo>
                  <a:cubicBezTo>
                    <a:pt x="4411976" y="45719"/>
                    <a:pt x="4413881" y="41909"/>
                    <a:pt x="4417056" y="38734"/>
                  </a:cubicBezTo>
                  <a:cubicBezTo>
                    <a:pt x="4419596" y="35559"/>
                    <a:pt x="4423406" y="33019"/>
                    <a:pt x="4426581" y="31749"/>
                  </a:cubicBezTo>
                  <a:cubicBezTo>
                    <a:pt x="4430391" y="29844"/>
                    <a:pt x="4434201" y="29209"/>
                    <a:pt x="4438011" y="29209"/>
                  </a:cubicBezTo>
                  <a:cubicBezTo>
                    <a:pt x="4439916" y="29209"/>
                    <a:pt x="4441821" y="29209"/>
                    <a:pt x="4443726" y="29844"/>
                  </a:cubicBezTo>
                  <a:cubicBezTo>
                    <a:pt x="4445631" y="29844"/>
                    <a:pt x="4447536" y="31114"/>
                    <a:pt x="4448806" y="31749"/>
                  </a:cubicBezTo>
                  <a:cubicBezTo>
                    <a:pt x="4450711" y="32384"/>
                    <a:pt x="4451981" y="33654"/>
                    <a:pt x="4453251" y="34924"/>
                  </a:cubicBezTo>
                  <a:cubicBezTo>
                    <a:pt x="4454521" y="36194"/>
                    <a:pt x="4455791" y="36829"/>
                    <a:pt x="4457061" y="38099"/>
                  </a:cubicBezTo>
                  <a:lnTo>
                    <a:pt x="4457061" y="8254"/>
                  </a:lnTo>
                  <a:close/>
                  <a:moveTo>
                    <a:pt x="4390385" y="634"/>
                  </a:moveTo>
                  <a:lnTo>
                    <a:pt x="4390385" y="108584"/>
                  </a:lnTo>
                  <a:lnTo>
                    <a:pt x="4375145" y="108584"/>
                  </a:lnTo>
                  <a:lnTo>
                    <a:pt x="4375145" y="8889"/>
                  </a:lnTo>
                  <a:close/>
                  <a:moveTo>
                    <a:pt x="3946521" y="634"/>
                  </a:moveTo>
                  <a:lnTo>
                    <a:pt x="3946521" y="38099"/>
                  </a:lnTo>
                  <a:cubicBezTo>
                    <a:pt x="3946521" y="38099"/>
                    <a:pt x="3948426" y="35559"/>
                    <a:pt x="3950331" y="34289"/>
                  </a:cubicBezTo>
                  <a:cubicBezTo>
                    <a:pt x="3951601" y="33019"/>
                    <a:pt x="3953506" y="32384"/>
                    <a:pt x="3954776" y="31114"/>
                  </a:cubicBezTo>
                  <a:cubicBezTo>
                    <a:pt x="3956681" y="30479"/>
                    <a:pt x="3958586" y="29844"/>
                    <a:pt x="3960491" y="29209"/>
                  </a:cubicBezTo>
                  <a:cubicBezTo>
                    <a:pt x="3962396" y="29209"/>
                    <a:pt x="3964301" y="29209"/>
                    <a:pt x="3966206" y="29209"/>
                  </a:cubicBezTo>
                  <a:cubicBezTo>
                    <a:pt x="3970651" y="29209"/>
                    <a:pt x="3975096" y="29844"/>
                    <a:pt x="3978271" y="31749"/>
                  </a:cubicBezTo>
                  <a:cubicBezTo>
                    <a:pt x="3981446" y="33019"/>
                    <a:pt x="3984621" y="35559"/>
                    <a:pt x="3987161" y="38099"/>
                  </a:cubicBezTo>
                  <a:cubicBezTo>
                    <a:pt x="3989701" y="41274"/>
                    <a:pt x="3990971" y="44449"/>
                    <a:pt x="3992241" y="49529"/>
                  </a:cubicBezTo>
                  <a:cubicBezTo>
                    <a:pt x="3993511" y="53974"/>
                    <a:pt x="3994146" y="59054"/>
                    <a:pt x="3994146" y="64134"/>
                  </a:cubicBezTo>
                  <a:lnTo>
                    <a:pt x="3994146" y="108584"/>
                  </a:lnTo>
                  <a:lnTo>
                    <a:pt x="3978906" y="108584"/>
                  </a:lnTo>
                  <a:lnTo>
                    <a:pt x="3978271" y="108584"/>
                  </a:lnTo>
                  <a:lnTo>
                    <a:pt x="3978271" y="64769"/>
                  </a:lnTo>
                  <a:cubicBezTo>
                    <a:pt x="3978271" y="57784"/>
                    <a:pt x="3977001" y="52069"/>
                    <a:pt x="3974461" y="48894"/>
                  </a:cubicBezTo>
                  <a:cubicBezTo>
                    <a:pt x="3971921" y="45084"/>
                    <a:pt x="3968111" y="43814"/>
                    <a:pt x="3962396" y="43814"/>
                  </a:cubicBezTo>
                  <a:cubicBezTo>
                    <a:pt x="3959856" y="43814"/>
                    <a:pt x="3957951" y="43814"/>
                    <a:pt x="3956046" y="45084"/>
                  </a:cubicBezTo>
                  <a:cubicBezTo>
                    <a:pt x="3954141" y="45719"/>
                    <a:pt x="3952236" y="46989"/>
                    <a:pt x="3950966" y="48894"/>
                  </a:cubicBezTo>
                  <a:cubicBezTo>
                    <a:pt x="3949696" y="50799"/>
                    <a:pt x="3948426" y="52704"/>
                    <a:pt x="3947791" y="55244"/>
                  </a:cubicBezTo>
                  <a:cubicBezTo>
                    <a:pt x="3947156" y="57784"/>
                    <a:pt x="3946521" y="60324"/>
                    <a:pt x="3946521" y="63499"/>
                  </a:cubicBezTo>
                  <a:lnTo>
                    <a:pt x="3946521" y="109219"/>
                  </a:lnTo>
                  <a:lnTo>
                    <a:pt x="3931281" y="109219"/>
                  </a:lnTo>
                  <a:lnTo>
                    <a:pt x="3931281" y="8889"/>
                  </a:lnTo>
                  <a:close/>
                  <a:moveTo>
                    <a:pt x="3248021" y="634"/>
                  </a:moveTo>
                  <a:lnTo>
                    <a:pt x="3248021" y="38099"/>
                  </a:lnTo>
                  <a:cubicBezTo>
                    <a:pt x="3248021" y="38099"/>
                    <a:pt x="3249926" y="35559"/>
                    <a:pt x="3251831" y="34289"/>
                  </a:cubicBezTo>
                  <a:cubicBezTo>
                    <a:pt x="3253101" y="33019"/>
                    <a:pt x="3255006" y="32384"/>
                    <a:pt x="3256276" y="31114"/>
                  </a:cubicBezTo>
                  <a:cubicBezTo>
                    <a:pt x="3258181" y="30479"/>
                    <a:pt x="3260086" y="29844"/>
                    <a:pt x="3261991" y="29209"/>
                  </a:cubicBezTo>
                  <a:cubicBezTo>
                    <a:pt x="3263896" y="29209"/>
                    <a:pt x="3265801" y="29209"/>
                    <a:pt x="3267706" y="29209"/>
                  </a:cubicBezTo>
                  <a:cubicBezTo>
                    <a:pt x="3272151" y="29209"/>
                    <a:pt x="3276596" y="29844"/>
                    <a:pt x="3279771" y="31749"/>
                  </a:cubicBezTo>
                  <a:cubicBezTo>
                    <a:pt x="3282946" y="33019"/>
                    <a:pt x="3286121" y="35559"/>
                    <a:pt x="3288661" y="38099"/>
                  </a:cubicBezTo>
                  <a:cubicBezTo>
                    <a:pt x="3291201" y="41274"/>
                    <a:pt x="3292471" y="44449"/>
                    <a:pt x="3293741" y="49529"/>
                  </a:cubicBezTo>
                  <a:cubicBezTo>
                    <a:pt x="3295011" y="53974"/>
                    <a:pt x="3295646" y="59054"/>
                    <a:pt x="3295646" y="64134"/>
                  </a:cubicBezTo>
                  <a:lnTo>
                    <a:pt x="3295646" y="108584"/>
                  </a:lnTo>
                  <a:lnTo>
                    <a:pt x="3280406" y="108584"/>
                  </a:lnTo>
                  <a:lnTo>
                    <a:pt x="3279771" y="108584"/>
                  </a:lnTo>
                  <a:lnTo>
                    <a:pt x="3279771" y="64769"/>
                  </a:lnTo>
                  <a:cubicBezTo>
                    <a:pt x="3279771" y="57784"/>
                    <a:pt x="3278501" y="52069"/>
                    <a:pt x="3275961" y="48894"/>
                  </a:cubicBezTo>
                  <a:cubicBezTo>
                    <a:pt x="3273421" y="45084"/>
                    <a:pt x="3269611" y="43814"/>
                    <a:pt x="3263896" y="43814"/>
                  </a:cubicBezTo>
                  <a:cubicBezTo>
                    <a:pt x="3261356" y="43814"/>
                    <a:pt x="3259451" y="43814"/>
                    <a:pt x="3257546" y="45084"/>
                  </a:cubicBezTo>
                  <a:cubicBezTo>
                    <a:pt x="3255641" y="45719"/>
                    <a:pt x="3253736" y="46989"/>
                    <a:pt x="3252466" y="48894"/>
                  </a:cubicBezTo>
                  <a:cubicBezTo>
                    <a:pt x="3251196" y="50799"/>
                    <a:pt x="3249926" y="52704"/>
                    <a:pt x="3249291" y="55244"/>
                  </a:cubicBezTo>
                  <a:cubicBezTo>
                    <a:pt x="3248656" y="57784"/>
                    <a:pt x="3248021" y="60324"/>
                    <a:pt x="3248021" y="63499"/>
                  </a:cubicBezTo>
                  <a:lnTo>
                    <a:pt x="3248021" y="109219"/>
                  </a:lnTo>
                  <a:lnTo>
                    <a:pt x="3232781" y="109219"/>
                  </a:lnTo>
                  <a:lnTo>
                    <a:pt x="3232781" y="8889"/>
                  </a:lnTo>
                  <a:close/>
                  <a:moveTo>
                    <a:pt x="2432681" y="634"/>
                  </a:moveTo>
                  <a:lnTo>
                    <a:pt x="2432681" y="38099"/>
                  </a:lnTo>
                  <a:cubicBezTo>
                    <a:pt x="2432681" y="38099"/>
                    <a:pt x="2434586" y="35559"/>
                    <a:pt x="2436491" y="34289"/>
                  </a:cubicBezTo>
                  <a:cubicBezTo>
                    <a:pt x="2437761" y="33019"/>
                    <a:pt x="2439666" y="32384"/>
                    <a:pt x="2440936" y="31114"/>
                  </a:cubicBezTo>
                  <a:cubicBezTo>
                    <a:pt x="2442841" y="30479"/>
                    <a:pt x="2444746" y="29844"/>
                    <a:pt x="2446651" y="29209"/>
                  </a:cubicBezTo>
                  <a:cubicBezTo>
                    <a:pt x="2448556" y="29209"/>
                    <a:pt x="2450461" y="29209"/>
                    <a:pt x="2452366" y="29209"/>
                  </a:cubicBezTo>
                  <a:cubicBezTo>
                    <a:pt x="2456811" y="29209"/>
                    <a:pt x="2461256" y="29844"/>
                    <a:pt x="2464431" y="31749"/>
                  </a:cubicBezTo>
                  <a:cubicBezTo>
                    <a:pt x="2467606" y="33019"/>
                    <a:pt x="2470781" y="35559"/>
                    <a:pt x="2473321" y="38099"/>
                  </a:cubicBezTo>
                  <a:cubicBezTo>
                    <a:pt x="2475861" y="41274"/>
                    <a:pt x="2477131" y="44449"/>
                    <a:pt x="2478401" y="49529"/>
                  </a:cubicBezTo>
                  <a:cubicBezTo>
                    <a:pt x="2479671" y="53974"/>
                    <a:pt x="2480306" y="59054"/>
                    <a:pt x="2480306" y="64134"/>
                  </a:cubicBezTo>
                  <a:lnTo>
                    <a:pt x="2480306" y="108584"/>
                  </a:lnTo>
                  <a:lnTo>
                    <a:pt x="2465066" y="108584"/>
                  </a:lnTo>
                  <a:lnTo>
                    <a:pt x="2464431" y="108584"/>
                  </a:lnTo>
                  <a:lnTo>
                    <a:pt x="2464431" y="64769"/>
                  </a:lnTo>
                  <a:cubicBezTo>
                    <a:pt x="2464431" y="57784"/>
                    <a:pt x="2463161" y="52069"/>
                    <a:pt x="2460621" y="48894"/>
                  </a:cubicBezTo>
                  <a:cubicBezTo>
                    <a:pt x="2458081" y="45084"/>
                    <a:pt x="2454271" y="43814"/>
                    <a:pt x="2448556" y="43814"/>
                  </a:cubicBezTo>
                  <a:cubicBezTo>
                    <a:pt x="2446016" y="43814"/>
                    <a:pt x="2444111" y="43814"/>
                    <a:pt x="2442206" y="45084"/>
                  </a:cubicBezTo>
                  <a:cubicBezTo>
                    <a:pt x="2440301" y="45719"/>
                    <a:pt x="2438396" y="46989"/>
                    <a:pt x="2437126" y="48894"/>
                  </a:cubicBezTo>
                  <a:cubicBezTo>
                    <a:pt x="2435856" y="50799"/>
                    <a:pt x="2434586" y="52704"/>
                    <a:pt x="2433951" y="55244"/>
                  </a:cubicBezTo>
                  <a:cubicBezTo>
                    <a:pt x="2433316" y="57784"/>
                    <a:pt x="2432681" y="60324"/>
                    <a:pt x="2432681" y="63499"/>
                  </a:cubicBezTo>
                  <a:lnTo>
                    <a:pt x="2432681" y="109219"/>
                  </a:lnTo>
                  <a:lnTo>
                    <a:pt x="2417441" y="109219"/>
                  </a:lnTo>
                  <a:lnTo>
                    <a:pt x="2417441" y="8889"/>
                  </a:lnTo>
                  <a:close/>
                  <a:moveTo>
                    <a:pt x="1734181" y="634"/>
                  </a:moveTo>
                  <a:lnTo>
                    <a:pt x="1734181" y="38099"/>
                  </a:lnTo>
                  <a:cubicBezTo>
                    <a:pt x="1734181" y="38099"/>
                    <a:pt x="1736086" y="35559"/>
                    <a:pt x="1737991" y="34289"/>
                  </a:cubicBezTo>
                  <a:cubicBezTo>
                    <a:pt x="1739261" y="33019"/>
                    <a:pt x="1741166" y="32384"/>
                    <a:pt x="1742436" y="31114"/>
                  </a:cubicBezTo>
                  <a:cubicBezTo>
                    <a:pt x="1744341" y="30479"/>
                    <a:pt x="1746246" y="29844"/>
                    <a:pt x="1748151" y="29209"/>
                  </a:cubicBezTo>
                  <a:cubicBezTo>
                    <a:pt x="1750056" y="29209"/>
                    <a:pt x="1751961" y="29209"/>
                    <a:pt x="1753866" y="29209"/>
                  </a:cubicBezTo>
                  <a:cubicBezTo>
                    <a:pt x="1758311" y="29209"/>
                    <a:pt x="1762756" y="29844"/>
                    <a:pt x="1765931" y="31749"/>
                  </a:cubicBezTo>
                  <a:cubicBezTo>
                    <a:pt x="1769106" y="33019"/>
                    <a:pt x="1772281" y="35559"/>
                    <a:pt x="1774821" y="38099"/>
                  </a:cubicBezTo>
                  <a:cubicBezTo>
                    <a:pt x="1777361" y="41274"/>
                    <a:pt x="1778631" y="44449"/>
                    <a:pt x="1779901" y="49529"/>
                  </a:cubicBezTo>
                  <a:cubicBezTo>
                    <a:pt x="1781171" y="53974"/>
                    <a:pt x="1781806" y="59054"/>
                    <a:pt x="1781806" y="64134"/>
                  </a:cubicBezTo>
                  <a:lnTo>
                    <a:pt x="1781806" y="108584"/>
                  </a:lnTo>
                  <a:lnTo>
                    <a:pt x="1766566" y="108584"/>
                  </a:lnTo>
                  <a:lnTo>
                    <a:pt x="1765931" y="108584"/>
                  </a:lnTo>
                  <a:lnTo>
                    <a:pt x="1765931" y="64769"/>
                  </a:lnTo>
                  <a:cubicBezTo>
                    <a:pt x="1765931" y="57784"/>
                    <a:pt x="1764661" y="52069"/>
                    <a:pt x="1762121" y="48894"/>
                  </a:cubicBezTo>
                  <a:cubicBezTo>
                    <a:pt x="1759581" y="45084"/>
                    <a:pt x="1755771" y="43814"/>
                    <a:pt x="1750056" y="43814"/>
                  </a:cubicBezTo>
                  <a:cubicBezTo>
                    <a:pt x="1747516" y="43814"/>
                    <a:pt x="1745611" y="43814"/>
                    <a:pt x="1743706" y="45084"/>
                  </a:cubicBezTo>
                  <a:cubicBezTo>
                    <a:pt x="1741801" y="45719"/>
                    <a:pt x="1739896" y="46989"/>
                    <a:pt x="1738626" y="48894"/>
                  </a:cubicBezTo>
                  <a:cubicBezTo>
                    <a:pt x="1737356" y="50799"/>
                    <a:pt x="1736086" y="52704"/>
                    <a:pt x="1735451" y="55244"/>
                  </a:cubicBezTo>
                  <a:cubicBezTo>
                    <a:pt x="1734816" y="57784"/>
                    <a:pt x="1734181" y="60324"/>
                    <a:pt x="1734181" y="63499"/>
                  </a:cubicBezTo>
                  <a:lnTo>
                    <a:pt x="1734181" y="109219"/>
                  </a:lnTo>
                  <a:lnTo>
                    <a:pt x="1718941" y="109219"/>
                  </a:lnTo>
                  <a:lnTo>
                    <a:pt x="1718941" y="8889"/>
                  </a:lnTo>
                  <a:close/>
                  <a:moveTo>
                    <a:pt x="803275" y="634"/>
                  </a:moveTo>
                  <a:lnTo>
                    <a:pt x="803275" y="38099"/>
                  </a:lnTo>
                  <a:cubicBezTo>
                    <a:pt x="803275" y="38099"/>
                    <a:pt x="805180" y="35559"/>
                    <a:pt x="807085" y="34289"/>
                  </a:cubicBezTo>
                  <a:cubicBezTo>
                    <a:pt x="808355" y="33019"/>
                    <a:pt x="810260" y="32384"/>
                    <a:pt x="811530" y="31114"/>
                  </a:cubicBezTo>
                  <a:cubicBezTo>
                    <a:pt x="813435" y="30479"/>
                    <a:pt x="815340" y="29844"/>
                    <a:pt x="817245" y="29209"/>
                  </a:cubicBezTo>
                  <a:cubicBezTo>
                    <a:pt x="819150" y="29209"/>
                    <a:pt x="821055" y="29209"/>
                    <a:pt x="822960" y="29209"/>
                  </a:cubicBezTo>
                  <a:cubicBezTo>
                    <a:pt x="827405" y="29209"/>
                    <a:pt x="831850" y="29844"/>
                    <a:pt x="835025" y="31749"/>
                  </a:cubicBezTo>
                  <a:cubicBezTo>
                    <a:pt x="838200" y="33019"/>
                    <a:pt x="841375" y="35559"/>
                    <a:pt x="843915" y="38099"/>
                  </a:cubicBezTo>
                  <a:cubicBezTo>
                    <a:pt x="846455" y="41274"/>
                    <a:pt x="847725" y="44449"/>
                    <a:pt x="848995" y="49529"/>
                  </a:cubicBezTo>
                  <a:cubicBezTo>
                    <a:pt x="850265" y="53974"/>
                    <a:pt x="850900" y="59054"/>
                    <a:pt x="850900" y="64134"/>
                  </a:cubicBezTo>
                  <a:lnTo>
                    <a:pt x="850900" y="108584"/>
                  </a:lnTo>
                  <a:lnTo>
                    <a:pt x="835660" y="108584"/>
                  </a:lnTo>
                  <a:lnTo>
                    <a:pt x="835025" y="108584"/>
                  </a:lnTo>
                  <a:lnTo>
                    <a:pt x="835025" y="64769"/>
                  </a:lnTo>
                  <a:cubicBezTo>
                    <a:pt x="835025" y="57784"/>
                    <a:pt x="833755" y="52069"/>
                    <a:pt x="831215" y="48894"/>
                  </a:cubicBezTo>
                  <a:cubicBezTo>
                    <a:pt x="828675" y="45084"/>
                    <a:pt x="824865" y="43814"/>
                    <a:pt x="819150" y="43814"/>
                  </a:cubicBezTo>
                  <a:cubicBezTo>
                    <a:pt x="816610" y="43814"/>
                    <a:pt x="814705" y="43814"/>
                    <a:pt x="812800" y="45084"/>
                  </a:cubicBezTo>
                  <a:cubicBezTo>
                    <a:pt x="810895" y="45719"/>
                    <a:pt x="808990" y="46989"/>
                    <a:pt x="807720" y="48894"/>
                  </a:cubicBezTo>
                  <a:cubicBezTo>
                    <a:pt x="806450" y="50799"/>
                    <a:pt x="805180" y="52704"/>
                    <a:pt x="804545" y="55244"/>
                  </a:cubicBezTo>
                  <a:cubicBezTo>
                    <a:pt x="803910" y="57784"/>
                    <a:pt x="803275" y="60324"/>
                    <a:pt x="803275" y="63499"/>
                  </a:cubicBezTo>
                  <a:lnTo>
                    <a:pt x="803275" y="109219"/>
                  </a:lnTo>
                  <a:lnTo>
                    <a:pt x="788035" y="109219"/>
                  </a:lnTo>
                  <a:lnTo>
                    <a:pt x="788035" y="8889"/>
                  </a:lnTo>
                  <a:close/>
                  <a:moveTo>
                    <a:pt x="104774" y="634"/>
                  </a:moveTo>
                  <a:lnTo>
                    <a:pt x="104774" y="38099"/>
                  </a:lnTo>
                  <a:cubicBezTo>
                    <a:pt x="104774" y="38099"/>
                    <a:pt x="106679" y="35559"/>
                    <a:pt x="108584" y="34289"/>
                  </a:cubicBezTo>
                  <a:cubicBezTo>
                    <a:pt x="109854" y="33019"/>
                    <a:pt x="111759" y="32384"/>
                    <a:pt x="113029" y="31114"/>
                  </a:cubicBezTo>
                  <a:cubicBezTo>
                    <a:pt x="114934" y="30479"/>
                    <a:pt x="116839" y="29844"/>
                    <a:pt x="118744" y="29209"/>
                  </a:cubicBezTo>
                  <a:cubicBezTo>
                    <a:pt x="120649" y="29209"/>
                    <a:pt x="122554" y="29209"/>
                    <a:pt x="124459" y="29209"/>
                  </a:cubicBezTo>
                  <a:cubicBezTo>
                    <a:pt x="128904" y="29209"/>
                    <a:pt x="133349" y="29844"/>
                    <a:pt x="136524" y="31749"/>
                  </a:cubicBezTo>
                  <a:cubicBezTo>
                    <a:pt x="139699" y="33019"/>
                    <a:pt x="142874" y="35559"/>
                    <a:pt x="145414" y="38099"/>
                  </a:cubicBezTo>
                  <a:cubicBezTo>
                    <a:pt x="147954" y="41274"/>
                    <a:pt x="149224" y="44449"/>
                    <a:pt x="150494" y="49529"/>
                  </a:cubicBezTo>
                  <a:cubicBezTo>
                    <a:pt x="151764" y="53974"/>
                    <a:pt x="152399" y="59054"/>
                    <a:pt x="152399" y="64134"/>
                  </a:cubicBezTo>
                  <a:lnTo>
                    <a:pt x="152399" y="108584"/>
                  </a:lnTo>
                  <a:lnTo>
                    <a:pt x="137159" y="108584"/>
                  </a:lnTo>
                  <a:lnTo>
                    <a:pt x="136524" y="108584"/>
                  </a:lnTo>
                  <a:lnTo>
                    <a:pt x="136524" y="64769"/>
                  </a:lnTo>
                  <a:cubicBezTo>
                    <a:pt x="136524" y="57784"/>
                    <a:pt x="135254" y="52069"/>
                    <a:pt x="132714" y="48894"/>
                  </a:cubicBezTo>
                  <a:cubicBezTo>
                    <a:pt x="130174" y="45084"/>
                    <a:pt x="126364" y="43814"/>
                    <a:pt x="120649" y="43814"/>
                  </a:cubicBezTo>
                  <a:cubicBezTo>
                    <a:pt x="118109" y="43814"/>
                    <a:pt x="116204" y="43814"/>
                    <a:pt x="114299" y="45084"/>
                  </a:cubicBezTo>
                  <a:cubicBezTo>
                    <a:pt x="112394" y="45719"/>
                    <a:pt x="110489" y="46989"/>
                    <a:pt x="109219" y="48894"/>
                  </a:cubicBezTo>
                  <a:cubicBezTo>
                    <a:pt x="107949" y="50799"/>
                    <a:pt x="106679" y="52704"/>
                    <a:pt x="106044" y="55244"/>
                  </a:cubicBezTo>
                  <a:cubicBezTo>
                    <a:pt x="105409" y="57784"/>
                    <a:pt x="104774" y="60324"/>
                    <a:pt x="104774" y="63499"/>
                  </a:cubicBezTo>
                  <a:lnTo>
                    <a:pt x="104774" y="109219"/>
                  </a:lnTo>
                  <a:lnTo>
                    <a:pt x="89534" y="109219"/>
                  </a:lnTo>
                  <a:lnTo>
                    <a:pt x="89534" y="8889"/>
                  </a:lnTo>
                  <a:close/>
                  <a:moveTo>
                    <a:pt x="3894450" y="0"/>
                  </a:moveTo>
                  <a:lnTo>
                    <a:pt x="3894450" y="30480"/>
                  </a:lnTo>
                  <a:lnTo>
                    <a:pt x="3913500" y="30480"/>
                  </a:lnTo>
                  <a:lnTo>
                    <a:pt x="3913500" y="44450"/>
                  </a:lnTo>
                  <a:lnTo>
                    <a:pt x="3894450" y="44450"/>
                  </a:lnTo>
                  <a:lnTo>
                    <a:pt x="3894450" y="86995"/>
                  </a:lnTo>
                  <a:cubicBezTo>
                    <a:pt x="3894450" y="86995"/>
                    <a:pt x="3894450" y="90170"/>
                    <a:pt x="3894450" y="91440"/>
                  </a:cubicBezTo>
                  <a:cubicBezTo>
                    <a:pt x="3894450" y="92710"/>
                    <a:pt x="3895085" y="93345"/>
                    <a:pt x="3895720" y="94615"/>
                  </a:cubicBezTo>
                  <a:cubicBezTo>
                    <a:pt x="3896355" y="95250"/>
                    <a:pt x="3896990" y="95885"/>
                    <a:pt x="3898260" y="95885"/>
                  </a:cubicBezTo>
                  <a:cubicBezTo>
                    <a:pt x="3899530" y="95885"/>
                    <a:pt x="3900800" y="95885"/>
                    <a:pt x="3902070" y="95885"/>
                  </a:cubicBezTo>
                  <a:cubicBezTo>
                    <a:pt x="3903975" y="95885"/>
                    <a:pt x="3905880" y="95885"/>
                    <a:pt x="3908420" y="95250"/>
                  </a:cubicBezTo>
                  <a:cubicBezTo>
                    <a:pt x="3910325" y="94615"/>
                    <a:pt x="3912230" y="93980"/>
                    <a:pt x="3913500" y="93345"/>
                  </a:cubicBezTo>
                  <a:lnTo>
                    <a:pt x="3911595" y="106680"/>
                  </a:lnTo>
                  <a:cubicBezTo>
                    <a:pt x="3911595" y="106680"/>
                    <a:pt x="3907785" y="108585"/>
                    <a:pt x="3905245" y="109220"/>
                  </a:cubicBezTo>
                  <a:cubicBezTo>
                    <a:pt x="3902705" y="109855"/>
                    <a:pt x="3900165" y="110490"/>
                    <a:pt x="3896990" y="110490"/>
                  </a:cubicBezTo>
                  <a:cubicBezTo>
                    <a:pt x="3894450" y="110490"/>
                    <a:pt x="3891910" y="110490"/>
                    <a:pt x="3890005" y="109220"/>
                  </a:cubicBezTo>
                  <a:cubicBezTo>
                    <a:pt x="3888100" y="108585"/>
                    <a:pt x="3886195" y="107315"/>
                    <a:pt x="3884290" y="105410"/>
                  </a:cubicBezTo>
                  <a:cubicBezTo>
                    <a:pt x="3882385" y="103505"/>
                    <a:pt x="3881115" y="101600"/>
                    <a:pt x="3880480" y="99060"/>
                  </a:cubicBezTo>
                  <a:cubicBezTo>
                    <a:pt x="3879845" y="96520"/>
                    <a:pt x="3879210" y="93345"/>
                    <a:pt x="3879210" y="89535"/>
                  </a:cubicBezTo>
                  <a:lnTo>
                    <a:pt x="3879210" y="44450"/>
                  </a:lnTo>
                  <a:lnTo>
                    <a:pt x="3868415" y="44450"/>
                  </a:lnTo>
                  <a:lnTo>
                    <a:pt x="3868415" y="30480"/>
                  </a:lnTo>
                  <a:lnTo>
                    <a:pt x="3879210" y="30480"/>
                  </a:lnTo>
                  <a:lnTo>
                    <a:pt x="3879210" y="8255"/>
                  </a:lnTo>
                  <a:close/>
                  <a:moveTo>
                    <a:pt x="3664581" y="0"/>
                  </a:moveTo>
                  <a:lnTo>
                    <a:pt x="3664581" y="30480"/>
                  </a:lnTo>
                  <a:lnTo>
                    <a:pt x="3683631" y="30480"/>
                  </a:lnTo>
                  <a:lnTo>
                    <a:pt x="3683631" y="44450"/>
                  </a:lnTo>
                  <a:lnTo>
                    <a:pt x="3664581" y="44450"/>
                  </a:lnTo>
                  <a:lnTo>
                    <a:pt x="3664581" y="86995"/>
                  </a:lnTo>
                  <a:cubicBezTo>
                    <a:pt x="3664581" y="86995"/>
                    <a:pt x="3664581" y="90170"/>
                    <a:pt x="3664581" y="91440"/>
                  </a:cubicBezTo>
                  <a:cubicBezTo>
                    <a:pt x="3664581" y="92710"/>
                    <a:pt x="3665216" y="93345"/>
                    <a:pt x="3665851" y="94615"/>
                  </a:cubicBezTo>
                  <a:cubicBezTo>
                    <a:pt x="3666486" y="95250"/>
                    <a:pt x="3667121" y="95885"/>
                    <a:pt x="3668391" y="95885"/>
                  </a:cubicBezTo>
                  <a:cubicBezTo>
                    <a:pt x="3669661" y="95885"/>
                    <a:pt x="3670931" y="95885"/>
                    <a:pt x="3672201" y="95885"/>
                  </a:cubicBezTo>
                  <a:cubicBezTo>
                    <a:pt x="3674106" y="95885"/>
                    <a:pt x="3676011" y="95885"/>
                    <a:pt x="3678551" y="95250"/>
                  </a:cubicBezTo>
                  <a:cubicBezTo>
                    <a:pt x="3680456" y="94615"/>
                    <a:pt x="3682361" y="93980"/>
                    <a:pt x="3683631" y="93345"/>
                  </a:cubicBezTo>
                  <a:lnTo>
                    <a:pt x="3681726" y="106680"/>
                  </a:lnTo>
                  <a:cubicBezTo>
                    <a:pt x="3681726" y="106680"/>
                    <a:pt x="3677916" y="108585"/>
                    <a:pt x="3675376" y="109220"/>
                  </a:cubicBezTo>
                  <a:cubicBezTo>
                    <a:pt x="3672836" y="109855"/>
                    <a:pt x="3670296" y="110490"/>
                    <a:pt x="3667121" y="110490"/>
                  </a:cubicBezTo>
                  <a:cubicBezTo>
                    <a:pt x="3664581" y="110490"/>
                    <a:pt x="3662041" y="110490"/>
                    <a:pt x="3660136" y="109220"/>
                  </a:cubicBezTo>
                  <a:cubicBezTo>
                    <a:pt x="3658231" y="108585"/>
                    <a:pt x="3656326" y="107315"/>
                    <a:pt x="3654421" y="105410"/>
                  </a:cubicBezTo>
                  <a:cubicBezTo>
                    <a:pt x="3652516" y="103505"/>
                    <a:pt x="3651246" y="101600"/>
                    <a:pt x="3650611" y="99060"/>
                  </a:cubicBezTo>
                  <a:cubicBezTo>
                    <a:pt x="3649976" y="96520"/>
                    <a:pt x="3649341" y="93345"/>
                    <a:pt x="3649341" y="89535"/>
                  </a:cubicBezTo>
                  <a:lnTo>
                    <a:pt x="3649341" y="44450"/>
                  </a:lnTo>
                  <a:lnTo>
                    <a:pt x="3638546" y="44450"/>
                  </a:lnTo>
                  <a:lnTo>
                    <a:pt x="3638546" y="30480"/>
                  </a:lnTo>
                  <a:lnTo>
                    <a:pt x="3649341" y="30480"/>
                  </a:lnTo>
                  <a:lnTo>
                    <a:pt x="3649341" y="8255"/>
                  </a:lnTo>
                  <a:close/>
                  <a:moveTo>
                    <a:pt x="3610605" y="0"/>
                  </a:moveTo>
                  <a:lnTo>
                    <a:pt x="3610605" y="30480"/>
                  </a:lnTo>
                  <a:lnTo>
                    <a:pt x="3629655" y="30480"/>
                  </a:lnTo>
                  <a:lnTo>
                    <a:pt x="3629655" y="44450"/>
                  </a:lnTo>
                  <a:lnTo>
                    <a:pt x="3610605" y="44450"/>
                  </a:lnTo>
                  <a:lnTo>
                    <a:pt x="3610605" y="86995"/>
                  </a:lnTo>
                  <a:cubicBezTo>
                    <a:pt x="3610605" y="86995"/>
                    <a:pt x="3610605" y="90170"/>
                    <a:pt x="3610605" y="91440"/>
                  </a:cubicBezTo>
                  <a:cubicBezTo>
                    <a:pt x="3610605" y="92710"/>
                    <a:pt x="3611240" y="93345"/>
                    <a:pt x="3611875" y="94615"/>
                  </a:cubicBezTo>
                  <a:cubicBezTo>
                    <a:pt x="3612510" y="95250"/>
                    <a:pt x="3613145" y="95885"/>
                    <a:pt x="3614415" y="95885"/>
                  </a:cubicBezTo>
                  <a:cubicBezTo>
                    <a:pt x="3615685" y="95885"/>
                    <a:pt x="3616955" y="95885"/>
                    <a:pt x="3618225" y="95885"/>
                  </a:cubicBezTo>
                  <a:cubicBezTo>
                    <a:pt x="3620130" y="95885"/>
                    <a:pt x="3622035" y="95885"/>
                    <a:pt x="3624575" y="95250"/>
                  </a:cubicBezTo>
                  <a:cubicBezTo>
                    <a:pt x="3626480" y="94615"/>
                    <a:pt x="3628385" y="93980"/>
                    <a:pt x="3629655" y="93345"/>
                  </a:cubicBezTo>
                  <a:lnTo>
                    <a:pt x="3627750" y="106680"/>
                  </a:lnTo>
                  <a:cubicBezTo>
                    <a:pt x="3627750" y="106680"/>
                    <a:pt x="3623940" y="108585"/>
                    <a:pt x="3621400" y="109220"/>
                  </a:cubicBezTo>
                  <a:cubicBezTo>
                    <a:pt x="3618860" y="109855"/>
                    <a:pt x="3616320" y="110490"/>
                    <a:pt x="3613145" y="110490"/>
                  </a:cubicBezTo>
                  <a:cubicBezTo>
                    <a:pt x="3610605" y="110490"/>
                    <a:pt x="3608065" y="110490"/>
                    <a:pt x="3606160" y="109220"/>
                  </a:cubicBezTo>
                  <a:cubicBezTo>
                    <a:pt x="3604255" y="108585"/>
                    <a:pt x="3602350" y="107315"/>
                    <a:pt x="3600445" y="105410"/>
                  </a:cubicBezTo>
                  <a:cubicBezTo>
                    <a:pt x="3598540" y="103505"/>
                    <a:pt x="3597270" y="101600"/>
                    <a:pt x="3596635" y="99060"/>
                  </a:cubicBezTo>
                  <a:cubicBezTo>
                    <a:pt x="3596000" y="96520"/>
                    <a:pt x="3595365" y="93345"/>
                    <a:pt x="3595365" y="89535"/>
                  </a:cubicBezTo>
                  <a:lnTo>
                    <a:pt x="3595365" y="44450"/>
                  </a:lnTo>
                  <a:lnTo>
                    <a:pt x="3584570" y="44450"/>
                  </a:lnTo>
                  <a:lnTo>
                    <a:pt x="3584570" y="30480"/>
                  </a:lnTo>
                  <a:lnTo>
                    <a:pt x="3595365" y="30480"/>
                  </a:lnTo>
                  <a:lnTo>
                    <a:pt x="3595365" y="8255"/>
                  </a:lnTo>
                  <a:close/>
                  <a:moveTo>
                    <a:pt x="3445505" y="0"/>
                  </a:moveTo>
                  <a:lnTo>
                    <a:pt x="3445505" y="37465"/>
                  </a:lnTo>
                  <a:cubicBezTo>
                    <a:pt x="3445505" y="37465"/>
                    <a:pt x="3448680" y="34925"/>
                    <a:pt x="3449950" y="33655"/>
                  </a:cubicBezTo>
                  <a:cubicBezTo>
                    <a:pt x="3451220" y="33020"/>
                    <a:pt x="3452490" y="31750"/>
                    <a:pt x="3453760" y="31115"/>
                  </a:cubicBezTo>
                  <a:cubicBezTo>
                    <a:pt x="3455030" y="30480"/>
                    <a:pt x="3456935" y="29845"/>
                    <a:pt x="3458840" y="29210"/>
                  </a:cubicBezTo>
                  <a:cubicBezTo>
                    <a:pt x="3460745" y="29210"/>
                    <a:pt x="3463285" y="28575"/>
                    <a:pt x="3465825" y="28575"/>
                  </a:cubicBezTo>
                  <a:cubicBezTo>
                    <a:pt x="3470270" y="28575"/>
                    <a:pt x="3474080" y="29210"/>
                    <a:pt x="3477890" y="31115"/>
                  </a:cubicBezTo>
                  <a:cubicBezTo>
                    <a:pt x="3481700" y="32385"/>
                    <a:pt x="3484875" y="34925"/>
                    <a:pt x="3487415" y="38735"/>
                  </a:cubicBezTo>
                  <a:cubicBezTo>
                    <a:pt x="3489955" y="41910"/>
                    <a:pt x="3492495" y="46355"/>
                    <a:pt x="3493765" y="51435"/>
                  </a:cubicBezTo>
                  <a:cubicBezTo>
                    <a:pt x="3495035" y="56515"/>
                    <a:pt x="3496305" y="62865"/>
                    <a:pt x="3496305" y="70485"/>
                  </a:cubicBezTo>
                  <a:lnTo>
                    <a:pt x="3495670" y="71120"/>
                  </a:lnTo>
                  <a:cubicBezTo>
                    <a:pt x="3495670" y="77470"/>
                    <a:pt x="3495035" y="83820"/>
                    <a:pt x="3493130" y="88265"/>
                  </a:cubicBezTo>
                  <a:cubicBezTo>
                    <a:pt x="3491225" y="93345"/>
                    <a:pt x="3489320" y="97155"/>
                    <a:pt x="3486145" y="100330"/>
                  </a:cubicBezTo>
                  <a:cubicBezTo>
                    <a:pt x="3483605" y="103505"/>
                    <a:pt x="3479795" y="106045"/>
                    <a:pt x="3476620" y="107315"/>
                  </a:cubicBezTo>
                  <a:cubicBezTo>
                    <a:pt x="3472810" y="109220"/>
                    <a:pt x="3469000" y="109855"/>
                    <a:pt x="3465190" y="109855"/>
                  </a:cubicBezTo>
                  <a:cubicBezTo>
                    <a:pt x="3461380" y="109855"/>
                    <a:pt x="3457570" y="109220"/>
                    <a:pt x="3454395" y="107315"/>
                  </a:cubicBezTo>
                  <a:cubicBezTo>
                    <a:pt x="3450585" y="105410"/>
                    <a:pt x="3448045" y="103505"/>
                    <a:pt x="3445505" y="100965"/>
                  </a:cubicBezTo>
                  <a:lnTo>
                    <a:pt x="3445505" y="107950"/>
                  </a:lnTo>
                  <a:lnTo>
                    <a:pt x="3430265" y="107950"/>
                  </a:lnTo>
                  <a:lnTo>
                    <a:pt x="3430265" y="7620"/>
                  </a:lnTo>
                  <a:close/>
                  <a:moveTo>
                    <a:pt x="2380611" y="0"/>
                  </a:moveTo>
                  <a:lnTo>
                    <a:pt x="2380611" y="30480"/>
                  </a:lnTo>
                  <a:lnTo>
                    <a:pt x="2399661" y="30480"/>
                  </a:lnTo>
                  <a:lnTo>
                    <a:pt x="2399661" y="44450"/>
                  </a:lnTo>
                  <a:lnTo>
                    <a:pt x="2380611" y="44450"/>
                  </a:lnTo>
                  <a:lnTo>
                    <a:pt x="2380611" y="86995"/>
                  </a:lnTo>
                  <a:cubicBezTo>
                    <a:pt x="2380611" y="86995"/>
                    <a:pt x="2380611" y="90170"/>
                    <a:pt x="2380611" y="91440"/>
                  </a:cubicBezTo>
                  <a:cubicBezTo>
                    <a:pt x="2380611" y="92710"/>
                    <a:pt x="2381246" y="93345"/>
                    <a:pt x="2381881" y="94615"/>
                  </a:cubicBezTo>
                  <a:cubicBezTo>
                    <a:pt x="2382516" y="95250"/>
                    <a:pt x="2383151" y="95885"/>
                    <a:pt x="2384421" y="95885"/>
                  </a:cubicBezTo>
                  <a:cubicBezTo>
                    <a:pt x="2385691" y="95885"/>
                    <a:pt x="2386961" y="95885"/>
                    <a:pt x="2388231" y="95885"/>
                  </a:cubicBezTo>
                  <a:cubicBezTo>
                    <a:pt x="2390136" y="95885"/>
                    <a:pt x="2392041" y="95885"/>
                    <a:pt x="2394581" y="95250"/>
                  </a:cubicBezTo>
                  <a:cubicBezTo>
                    <a:pt x="2396486" y="94615"/>
                    <a:pt x="2398391" y="93980"/>
                    <a:pt x="2399661" y="93345"/>
                  </a:cubicBezTo>
                  <a:lnTo>
                    <a:pt x="2397756" y="106680"/>
                  </a:lnTo>
                  <a:cubicBezTo>
                    <a:pt x="2397756" y="106680"/>
                    <a:pt x="2393946" y="108585"/>
                    <a:pt x="2391406" y="109220"/>
                  </a:cubicBezTo>
                  <a:cubicBezTo>
                    <a:pt x="2388866" y="109855"/>
                    <a:pt x="2386326" y="110490"/>
                    <a:pt x="2383151" y="110490"/>
                  </a:cubicBezTo>
                  <a:cubicBezTo>
                    <a:pt x="2380611" y="110490"/>
                    <a:pt x="2378071" y="110490"/>
                    <a:pt x="2376166" y="109220"/>
                  </a:cubicBezTo>
                  <a:cubicBezTo>
                    <a:pt x="2374261" y="108585"/>
                    <a:pt x="2372356" y="107315"/>
                    <a:pt x="2370451" y="105410"/>
                  </a:cubicBezTo>
                  <a:cubicBezTo>
                    <a:pt x="2368546" y="103505"/>
                    <a:pt x="2367276" y="101600"/>
                    <a:pt x="2366641" y="99060"/>
                  </a:cubicBezTo>
                  <a:cubicBezTo>
                    <a:pt x="2366006" y="96520"/>
                    <a:pt x="2365371" y="93345"/>
                    <a:pt x="2365371" y="89535"/>
                  </a:cubicBezTo>
                  <a:lnTo>
                    <a:pt x="2365371" y="44450"/>
                  </a:lnTo>
                  <a:lnTo>
                    <a:pt x="2354576" y="44450"/>
                  </a:lnTo>
                  <a:lnTo>
                    <a:pt x="2354576" y="30480"/>
                  </a:lnTo>
                  <a:lnTo>
                    <a:pt x="2365371" y="30480"/>
                  </a:lnTo>
                  <a:lnTo>
                    <a:pt x="2365371" y="8255"/>
                  </a:lnTo>
                  <a:close/>
                  <a:moveTo>
                    <a:pt x="2150741" y="0"/>
                  </a:moveTo>
                  <a:lnTo>
                    <a:pt x="2150741" y="30480"/>
                  </a:lnTo>
                  <a:lnTo>
                    <a:pt x="2169791" y="30480"/>
                  </a:lnTo>
                  <a:lnTo>
                    <a:pt x="2169791" y="44450"/>
                  </a:lnTo>
                  <a:lnTo>
                    <a:pt x="2150741" y="44450"/>
                  </a:lnTo>
                  <a:lnTo>
                    <a:pt x="2150741" y="86995"/>
                  </a:lnTo>
                  <a:cubicBezTo>
                    <a:pt x="2150741" y="86995"/>
                    <a:pt x="2150741" y="90170"/>
                    <a:pt x="2150741" y="91440"/>
                  </a:cubicBezTo>
                  <a:cubicBezTo>
                    <a:pt x="2150741" y="92710"/>
                    <a:pt x="2151376" y="93345"/>
                    <a:pt x="2152011" y="94615"/>
                  </a:cubicBezTo>
                  <a:cubicBezTo>
                    <a:pt x="2152646" y="95250"/>
                    <a:pt x="2153281" y="95885"/>
                    <a:pt x="2154551" y="95885"/>
                  </a:cubicBezTo>
                  <a:cubicBezTo>
                    <a:pt x="2155821" y="95885"/>
                    <a:pt x="2157091" y="95885"/>
                    <a:pt x="2158361" y="95885"/>
                  </a:cubicBezTo>
                  <a:cubicBezTo>
                    <a:pt x="2160266" y="95885"/>
                    <a:pt x="2162171" y="95885"/>
                    <a:pt x="2164711" y="95250"/>
                  </a:cubicBezTo>
                  <a:cubicBezTo>
                    <a:pt x="2166616" y="94615"/>
                    <a:pt x="2168521" y="93980"/>
                    <a:pt x="2169791" y="93345"/>
                  </a:cubicBezTo>
                  <a:lnTo>
                    <a:pt x="2167886" y="106680"/>
                  </a:lnTo>
                  <a:cubicBezTo>
                    <a:pt x="2167886" y="106680"/>
                    <a:pt x="2164076" y="108585"/>
                    <a:pt x="2161536" y="109220"/>
                  </a:cubicBezTo>
                  <a:cubicBezTo>
                    <a:pt x="2158996" y="109855"/>
                    <a:pt x="2156456" y="110490"/>
                    <a:pt x="2153281" y="110490"/>
                  </a:cubicBezTo>
                  <a:cubicBezTo>
                    <a:pt x="2150741" y="110490"/>
                    <a:pt x="2148201" y="110490"/>
                    <a:pt x="2146296" y="109220"/>
                  </a:cubicBezTo>
                  <a:cubicBezTo>
                    <a:pt x="2144391" y="108585"/>
                    <a:pt x="2142486" y="107315"/>
                    <a:pt x="2140581" y="105410"/>
                  </a:cubicBezTo>
                  <a:cubicBezTo>
                    <a:pt x="2138676" y="103505"/>
                    <a:pt x="2137406" y="101600"/>
                    <a:pt x="2136771" y="99060"/>
                  </a:cubicBezTo>
                  <a:cubicBezTo>
                    <a:pt x="2136136" y="96520"/>
                    <a:pt x="2135501" y="93345"/>
                    <a:pt x="2135501" y="89535"/>
                  </a:cubicBezTo>
                  <a:lnTo>
                    <a:pt x="2135501" y="44450"/>
                  </a:lnTo>
                  <a:lnTo>
                    <a:pt x="2124706" y="44450"/>
                  </a:lnTo>
                  <a:lnTo>
                    <a:pt x="2124706" y="30480"/>
                  </a:lnTo>
                  <a:lnTo>
                    <a:pt x="2135501" y="30480"/>
                  </a:lnTo>
                  <a:lnTo>
                    <a:pt x="2135501" y="8255"/>
                  </a:lnTo>
                  <a:close/>
                  <a:moveTo>
                    <a:pt x="2096131" y="0"/>
                  </a:moveTo>
                  <a:lnTo>
                    <a:pt x="2096131" y="30480"/>
                  </a:lnTo>
                  <a:lnTo>
                    <a:pt x="2115181" y="30480"/>
                  </a:lnTo>
                  <a:lnTo>
                    <a:pt x="2115181" y="44450"/>
                  </a:lnTo>
                  <a:lnTo>
                    <a:pt x="2096131" y="44450"/>
                  </a:lnTo>
                  <a:lnTo>
                    <a:pt x="2096131" y="86995"/>
                  </a:lnTo>
                  <a:cubicBezTo>
                    <a:pt x="2096131" y="86995"/>
                    <a:pt x="2096131" y="90170"/>
                    <a:pt x="2096131" y="91440"/>
                  </a:cubicBezTo>
                  <a:cubicBezTo>
                    <a:pt x="2096131" y="92710"/>
                    <a:pt x="2096766" y="93345"/>
                    <a:pt x="2097401" y="94615"/>
                  </a:cubicBezTo>
                  <a:cubicBezTo>
                    <a:pt x="2098036" y="95250"/>
                    <a:pt x="2098671" y="95885"/>
                    <a:pt x="2099941" y="95885"/>
                  </a:cubicBezTo>
                  <a:cubicBezTo>
                    <a:pt x="2101211" y="95885"/>
                    <a:pt x="2102481" y="95885"/>
                    <a:pt x="2103751" y="95885"/>
                  </a:cubicBezTo>
                  <a:cubicBezTo>
                    <a:pt x="2105656" y="95885"/>
                    <a:pt x="2107561" y="95885"/>
                    <a:pt x="2110101" y="95250"/>
                  </a:cubicBezTo>
                  <a:cubicBezTo>
                    <a:pt x="2112006" y="94615"/>
                    <a:pt x="2113911" y="93980"/>
                    <a:pt x="2115181" y="93345"/>
                  </a:cubicBezTo>
                  <a:lnTo>
                    <a:pt x="2113276" y="106680"/>
                  </a:lnTo>
                  <a:cubicBezTo>
                    <a:pt x="2113276" y="106680"/>
                    <a:pt x="2109466" y="108585"/>
                    <a:pt x="2106926" y="109220"/>
                  </a:cubicBezTo>
                  <a:cubicBezTo>
                    <a:pt x="2104386" y="109855"/>
                    <a:pt x="2101846" y="110490"/>
                    <a:pt x="2098671" y="110490"/>
                  </a:cubicBezTo>
                  <a:cubicBezTo>
                    <a:pt x="2096131" y="110490"/>
                    <a:pt x="2093591" y="110490"/>
                    <a:pt x="2091686" y="109220"/>
                  </a:cubicBezTo>
                  <a:cubicBezTo>
                    <a:pt x="2089781" y="108585"/>
                    <a:pt x="2087876" y="107315"/>
                    <a:pt x="2085971" y="105410"/>
                  </a:cubicBezTo>
                  <a:cubicBezTo>
                    <a:pt x="2084066" y="103505"/>
                    <a:pt x="2082796" y="101600"/>
                    <a:pt x="2082161" y="99060"/>
                  </a:cubicBezTo>
                  <a:cubicBezTo>
                    <a:pt x="2081526" y="96520"/>
                    <a:pt x="2080891" y="93345"/>
                    <a:pt x="2080891" y="89535"/>
                  </a:cubicBezTo>
                  <a:lnTo>
                    <a:pt x="2080891" y="44450"/>
                  </a:lnTo>
                  <a:lnTo>
                    <a:pt x="2070096" y="44450"/>
                  </a:lnTo>
                  <a:lnTo>
                    <a:pt x="2070096" y="30480"/>
                  </a:lnTo>
                  <a:lnTo>
                    <a:pt x="2080891" y="30480"/>
                  </a:lnTo>
                  <a:lnTo>
                    <a:pt x="2080891" y="8255"/>
                  </a:lnTo>
                  <a:close/>
                  <a:moveTo>
                    <a:pt x="1931665" y="0"/>
                  </a:moveTo>
                  <a:lnTo>
                    <a:pt x="1931665" y="37465"/>
                  </a:lnTo>
                  <a:cubicBezTo>
                    <a:pt x="1931665" y="37465"/>
                    <a:pt x="1934840" y="34925"/>
                    <a:pt x="1936110" y="33655"/>
                  </a:cubicBezTo>
                  <a:cubicBezTo>
                    <a:pt x="1937380" y="33020"/>
                    <a:pt x="1938650" y="31750"/>
                    <a:pt x="1939920" y="31115"/>
                  </a:cubicBezTo>
                  <a:cubicBezTo>
                    <a:pt x="1941190" y="30480"/>
                    <a:pt x="1943095" y="29845"/>
                    <a:pt x="1945000" y="29210"/>
                  </a:cubicBezTo>
                  <a:cubicBezTo>
                    <a:pt x="1946905" y="29210"/>
                    <a:pt x="1949445" y="28575"/>
                    <a:pt x="1951985" y="28575"/>
                  </a:cubicBezTo>
                  <a:cubicBezTo>
                    <a:pt x="1956430" y="28575"/>
                    <a:pt x="1960240" y="29210"/>
                    <a:pt x="1964050" y="31115"/>
                  </a:cubicBezTo>
                  <a:cubicBezTo>
                    <a:pt x="1967860" y="32385"/>
                    <a:pt x="1971035" y="34925"/>
                    <a:pt x="1973575" y="38735"/>
                  </a:cubicBezTo>
                  <a:cubicBezTo>
                    <a:pt x="1976115" y="41910"/>
                    <a:pt x="1978655" y="46355"/>
                    <a:pt x="1979925" y="51435"/>
                  </a:cubicBezTo>
                  <a:cubicBezTo>
                    <a:pt x="1981195" y="56515"/>
                    <a:pt x="1982465" y="62865"/>
                    <a:pt x="1982465" y="70485"/>
                  </a:cubicBezTo>
                  <a:lnTo>
                    <a:pt x="1981830" y="71120"/>
                  </a:lnTo>
                  <a:cubicBezTo>
                    <a:pt x="1981830" y="77470"/>
                    <a:pt x="1981195" y="83820"/>
                    <a:pt x="1979290" y="88265"/>
                  </a:cubicBezTo>
                  <a:cubicBezTo>
                    <a:pt x="1977385" y="93345"/>
                    <a:pt x="1975480" y="97155"/>
                    <a:pt x="1972305" y="100330"/>
                  </a:cubicBezTo>
                  <a:cubicBezTo>
                    <a:pt x="1969765" y="103505"/>
                    <a:pt x="1965955" y="106045"/>
                    <a:pt x="1962780" y="107315"/>
                  </a:cubicBezTo>
                  <a:cubicBezTo>
                    <a:pt x="1958970" y="109220"/>
                    <a:pt x="1955160" y="109855"/>
                    <a:pt x="1951350" y="109855"/>
                  </a:cubicBezTo>
                  <a:cubicBezTo>
                    <a:pt x="1947540" y="109855"/>
                    <a:pt x="1943730" y="109220"/>
                    <a:pt x="1940555" y="107315"/>
                  </a:cubicBezTo>
                  <a:cubicBezTo>
                    <a:pt x="1936745" y="105410"/>
                    <a:pt x="1934205" y="103505"/>
                    <a:pt x="1931665" y="100965"/>
                  </a:cubicBezTo>
                  <a:lnTo>
                    <a:pt x="1931665" y="107950"/>
                  </a:lnTo>
                  <a:lnTo>
                    <a:pt x="1916425" y="107950"/>
                  </a:lnTo>
                  <a:lnTo>
                    <a:pt x="1916425" y="7620"/>
                  </a:lnTo>
                  <a:close/>
                  <a:moveTo>
                    <a:pt x="1316991" y="0"/>
                  </a:moveTo>
                  <a:lnTo>
                    <a:pt x="1316991" y="30480"/>
                  </a:lnTo>
                  <a:lnTo>
                    <a:pt x="1336041" y="30480"/>
                  </a:lnTo>
                  <a:lnTo>
                    <a:pt x="1336041" y="44450"/>
                  </a:lnTo>
                  <a:lnTo>
                    <a:pt x="1316991" y="44450"/>
                  </a:lnTo>
                  <a:lnTo>
                    <a:pt x="1316991" y="86995"/>
                  </a:lnTo>
                  <a:cubicBezTo>
                    <a:pt x="1316991" y="86995"/>
                    <a:pt x="1316991" y="90170"/>
                    <a:pt x="1316991" y="91440"/>
                  </a:cubicBezTo>
                  <a:cubicBezTo>
                    <a:pt x="1316991" y="92710"/>
                    <a:pt x="1317627" y="93345"/>
                    <a:pt x="1318261" y="94615"/>
                  </a:cubicBezTo>
                  <a:cubicBezTo>
                    <a:pt x="1318896" y="95250"/>
                    <a:pt x="1319531" y="95885"/>
                    <a:pt x="1320801" y="95885"/>
                  </a:cubicBezTo>
                  <a:cubicBezTo>
                    <a:pt x="1322072" y="95885"/>
                    <a:pt x="1323341" y="95885"/>
                    <a:pt x="1324611" y="95885"/>
                  </a:cubicBezTo>
                  <a:cubicBezTo>
                    <a:pt x="1326516" y="95885"/>
                    <a:pt x="1328422" y="95885"/>
                    <a:pt x="1330961" y="95250"/>
                  </a:cubicBezTo>
                  <a:cubicBezTo>
                    <a:pt x="1332867" y="94615"/>
                    <a:pt x="1334772" y="93980"/>
                    <a:pt x="1336041" y="93345"/>
                  </a:cubicBezTo>
                  <a:lnTo>
                    <a:pt x="1334136" y="106680"/>
                  </a:lnTo>
                  <a:cubicBezTo>
                    <a:pt x="1334136" y="106680"/>
                    <a:pt x="1330326" y="108585"/>
                    <a:pt x="1327786" y="109220"/>
                  </a:cubicBezTo>
                  <a:cubicBezTo>
                    <a:pt x="1325246" y="109855"/>
                    <a:pt x="1322706" y="110490"/>
                    <a:pt x="1319531" y="110490"/>
                  </a:cubicBezTo>
                  <a:cubicBezTo>
                    <a:pt x="1316991" y="110490"/>
                    <a:pt x="1314451" y="110490"/>
                    <a:pt x="1312546" y="109220"/>
                  </a:cubicBezTo>
                  <a:cubicBezTo>
                    <a:pt x="1310641" y="108585"/>
                    <a:pt x="1308736" y="107315"/>
                    <a:pt x="1306831" y="105410"/>
                  </a:cubicBezTo>
                  <a:cubicBezTo>
                    <a:pt x="1304926" y="103505"/>
                    <a:pt x="1303656" y="101600"/>
                    <a:pt x="1303021" y="99060"/>
                  </a:cubicBezTo>
                  <a:cubicBezTo>
                    <a:pt x="1302386" y="96520"/>
                    <a:pt x="1301751" y="93345"/>
                    <a:pt x="1301751" y="89535"/>
                  </a:cubicBezTo>
                  <a:lnTo>
                    <a:pt x="1301751" y="44450"/>
                  </a:lnTo>
                  <a:lnTo>
                    <a:pt x="1290956" y="44450"/>
                  </a:lnTo>
                  <a:lnTo>
                    <a:pt x="1290956" y="30480"/>
                  </a:lnTo>
                  <a:lnTo>
                    <a:pt x="1301751" y="30480"/>
                  </a:lnTo>
                  <a:lnTo>
                    <a:pt x="1301751" y="8255"/>
                  </a:lnTo>
                  <a:close/>
                  <a:moveTo>
                    <a:pt x="751206" y="0"/>
                  </a:moveTo>
                  <a:lnTo>
                    <a:pt x="751206" y="30480"/>
                  </a:lnTo>
                  <a:lnTo>
                    <a:pt x="770256" y="30480"/>
                  </a:lnTo>
                  <a:lnTo>
                    <a:pt x="770256" y="44450"/>
                  </a:lnTo>
                  <a:lnTo>
                    <a:pt x="751206" y="44450"/>
                  </a:lnTo>
                  <a:lnTo>
                    <a:pt x="751206" y="86995"/>
                  </a:lnTo>
                  <a:cubicBezTo>
                    <a:pt x="751206" y="86995"/>
                    <a:pt x="751206" y="90170"/>
                    <a:pt x="751206" y="91440"/>
                  </a:cubicBezTo>
                  <a:cubicBezTo>
                    <a:pt x="751206" y="92710"/>
                    <a:pt x="751841" y="93345"/>
                    <a:pt x="752476" y="94615"/>
                  </a:cubicBezTo>
                  <a:cubicBezTo>
                    <a:pt x="753111" y="95250"/>
                    <a:pt x="753746" y="95885"/>
                    <a:pt x="755016" y="95885"/>
                  </a:cubicBezTo>
                  <a:cubicBezTo>
                    <a:pt x="756286" y="95885"/>
                    <a:pt x="757556" y="95885"/>
                    <a:pt x="758826" y="95885"/>
                  </a:cubicBezTo>
                  <a:cubicBezTo>
                    <a:pt x="760731" y="95885"/>
                    <a:pt x="762636" y="95885"/>
                    <a:pt x="765176" y="95250"/>
                  </a:cubicBezTo>
                  <a:cubicBezTo>
                    <a:pt x="767081" y="94615"/>
                    <a:pt x="768986" y="93980"/>
                    <a:pt x="770256" y="93345"/>
                  </a:cubicBezTo>
                  <a:lnTo>
                    <a:pt x="768351" y="106680"/>
                  </a:lnTo>
                  <a:cubicBezTo>
                    <a:pt x="768351" y="106680"/>
                    <a:pt x="764541" y="108585"/>
                    <a:pt x="762001" y="109220"/>
                  </a:cubicBezTo>
                  <a:cubicBezTo>
                    <a:pt x="759461" y="109855"/>
                    <a:pt x="756921" y="110490"/>
                    <a:pt x="753746" y="110490"/>
                  </a:cubicBezTo>
                  <a:cubicBezTo>
                    <a:pt x="751206" y="110490"/>
                    <a:pt x="748666" y="110490"/>
                    <a:pt x="746761" y="109220"/>
                  </a:cubicBezTo>
                  <a:cubicBezTo>
                    <a:pt x="744856" y="108585"/>
                    <a:pt x="742951" y="107315"/>
                    <a:pt x="741045" y="105410"/>
                  </a:cubicBezTo>
                  <a:cubicBezTo>
                    <a:pt x="739141" y="103505"/>
                    <a:pt x="737871" y="101600"/>
                    <a:pt x="737236" y="99060"/>
                  </a:cubicBezTo>
                  <a:cubicBezTo>
                    <a:pt x="736600" y="96520"/>
                    <a:pt x="735966" y="93345"/>
                    <a:pt x="735966" y="89535"/>
                  </a:cubicBezTo>
                  <a:lnTo>
                    <a:pt x="735966" y="44450"/>
                  </a:lnTo>
                  <a:lnTo>
                    <a:pt x="725171" y="44450"/>
                  </a:lnTo>
                  <a:lnTo>
                    <a:pt x="725171" y="30480"/>
                  </a:lnTo>
                  <a:lnTo>
                    <a:pt x="735966" y="30480"/>
                  </a:lnTo>
                  <a:lnTo>
                    <a:pt x="735966" y="8255"/>
                  </a:lnTo>
                  <a:close/>
                  <a:moveTo>
                    <a:pt x="521335" y="0"/>
                  </a:moveTo>
                  <a:lnTo>
                    <a:pt x="521335" y="30480"/>
                  </a:lnTo>
                  <a:lnTo>
                    <a:pt x="540385" y="30480"/>
                  </a:lnTo>
                  <a:lnTo>
                    <a:pt x="540385" y="44450"/>
                  </a:lnTo>
                  <a:lnTo>
                    <a:pt x="521335" y="44450"/>
                  </a:lnTo>
                  <a:lnTo>
                    <a:pt x="521335" y="86995"/>
                  </a:lnTo>
                  <a:cubicBezTo>
                    <a:pt x="521335" y="86995"/>
                    <a:pt x="521335" y="90170"/>
                    <a:pt x="521335" y="91440"/>
                  </a:cubicBezTo>
                  <a:cubicBezTo>
                    <a:pt x="521335" y="92710"/>
                    <a:pt x="521970" y="93345"/>
                    <a:pt x="522605" y="94615"/>
                  </a:cubicBezTo>
                  <a:cubicBezTo>
                    <a:pt x="523240" y="95250"/>
                    <a:pt x="523875" y="95885"/>
                    <a:pt x="525145" y="95885"/>
                  </a:cubicBezTo>
                  <a:cubicBezTo>
                    <a:pt x="526415" y="95885"/>
                    <a:pt x="527685" y="95885"/>
                    <a:pt x="528955" y="95885"/>
                  </a:cubicBezTo>
                  <a:cubicBezTo>
                    <a:pt x="530860" y="95885"/>
                    <a:pt x="532765" y="95885"/>
                    <a:pt x="535305" y="95250"/>
                  </a:cubicBezTo>
                  <a:cubicBezTo>
                    <a:pt x="537210" y="94615"/>
                    <a:pt x="539115" y="93980"/>
                    <a:pt x="540385" y="93345"/>
                  </a:cubicBezTo>
                  <a:lnTo>
                    <a:pt x="538480" y="106680"/>
                  </a:lnTo>
                  <a:cubicBezTo>
                    <a:pt x="538480" y="106680"/>
                    <a:pt x="534670" y="108585"/>
                    <a:pt x="532130" y="109220"/>
                  </a:cubicBezTo>
                  <a:cubicBezTo>
                    <a:pt x="529590" y="109855"/>
                    <a:pt x="527050" y="110490"/>
                    <a:pt x="523875" y="110490"/>
                  </a:cubicBezTo>
                  <a:cubicBezTo>
                    <a:pt x="521335" y="110490"/>
                    <a:pt x="518795" y="110490"/>
                    <a:pt x="516890" y="109220"/>
                  </a:cubicBezTo>
                  <a:cubicBezTo>
                    <a:pt x="514985" y="108585"/>
                    <a:pt x="513080" y="107315"/>
                    <a:pt x="511175" y="105410"/>
                  </a:cubicBezTo>
                  <a:cubicBezTo>
                    <a:pt x="509270" y="103505"/>
                    <a:pt x="508000" y="101600"/>
                    <a:pt x="507365" y="99060"/>
                  </a:cubicBezTo>
                  <a:cubicBezTo>
                    <a:pt x="506730" y="96520"/>
                    <a:pt x="506095" y="93345"/>
                    <a:pt x="506095" y="89535"/>
                  </a:cubicBezTo>
                  <a:lnTo>
                    <a:pt x="506095" y="44450"/>
                  </a:lnTo>
                  <a:lnTo>
                    <a:pt x="495300" y="44450"/>
                  </a:lnTo>
                  <a:lnTo>
                    <a:pt x="495300" y="30480"/>
                  </a:lnTo>
                  <a:lnTo>
                    <a:pt x="506095" y="30480"/>
                  </a:lnTo>
                  <a:lnTo>
                    <a:pt x="506095" y="8255"/>
                  </a:lnTo>
                  <a:close/>
                  <a:moveTo>
                    <a:pt x="466724" y="0"/>
                  </a:moveTo>
                  <a:lnTo>
                    <a:pt x="466724" y="30480"/>
                  </a:lnTo>
                  <a:lnTo>
                    <a:pt x="485774" y="30480"/>
                  </a:lnTo>
                  <a:lnTo>
                    <a:pt x="485774" y="44450"/>
                  </a:lnTo>
                  <a:lnTo>
                    <a:pt x="466724" y="44450"/>
                  </a:lnTo>
                  <a:lnTo>
                    <a:pt x="466724" y="86995"/>
                  </a:lnTo>
                  <a:cubicBezTo>
                    <a:pt x="466724" y="86995"/>
                    <a:pt x="466724" y="90170"/>
                    <a:pt x="466724" y="91440"/>
                  </a:cubicBezTo>
                  <a:cubicBezTo>
                    <a:pt x="466724" y="92710"/>
                    <a:pt x="467359" y="93345"/>
                    <a:pt x="467994" y="94615"/>
                  </a:cubicBezTo>
                  <a:cubicBezTo>
                    <a:pt x="468629" y="95250"/>
                    <a:pt x="469264" y="95885"/>
                    <a:pt x="470534" y="95885"/>
                  </a:cubicBezTo>
                  <a:cubicBezTo>
                    <a:pt x="471804" y="95885"/>
                    <a:pt x="473074" y="95885"/>
                    <a:pt x="474344" y="95885"/>
                  </a:cubicBezTo>
                  <a:cubicBezTo>
                    <a:pt x="476249" y="95885"/>
                    <a:pt x="478154" y="95885"/>
                    <a:pt x="480694" y="95250"/>
                  </a:cubicBezTo>
                  <a:cubicBezTo>
                    <a:pt x="482599" y="94615"/>
                    <a:pt x="484504" y="93980"/>
                    <a:pt x="485774" y="93345"/>
                  </a:cubicBezTo>
                  <a:lnTo>
                    <a:pt x="483869" y="106680"/>
                  </a:lnTo>
                  <a:cubicBezTo>
                    <a:pt x="483869" y="106680"/>
                    <a:pt x="480059" y="108585"/>
                    <a:pt x="477519" y="109220"/>
                  </a:cubicBezTo>
                  <a:cubicBezTo>
                    <a:pt x="474979" y="109855"/>
                    <a:pt x="472439" y="110490"/>
                    <a:pt x="469264" y="110490"/>
                  </a:cubicBezTo>
                  <a:cubicBezTo>
                    <a:pt x="466724" y="110490"/>
                    <a:pt x="464184" y="110490"/>
                    <a:pt x="462279" y="109220"/>
                  </a:cubicBezTo>
                  <a:cubicBezTo>
                    <a:pt x="460374" y="108585"/>
                    <a:pt x="458469" y="107315"/>
                    <a:pt x="456564" y="105410"/>
                  </a:cubicBezTo>
                  <a:cubicBezTo>
                    <a:pt x="454659" y="103505"/>
                    <a:pt x="453389" y="101600"/>
                    <a:pt x="452754" y="99060"/>
                  </a:cubicBezTo>
                  <a:cubicBezTo>
                    <a:pt x="452119" y="96520"/>
                    <a:pt x="451484" y="93345"/>
                    <a:pt x="451484" y="89535"/>
                  </a:cubicBezTo>
                  <a:lnTo>
                    <a:pt x="451484" y="44450"/>
                  </a:lnTo>
                  <a:lnTo>
                    <a:pt x="440689" y="44450"/>
                  </a:lnTo>
                  <a:lnTo>
                    <a:pt x="440689" y="30480"/>
                  </a:lnTo>
                  <a:lnTo>
                    <a:pt x="451484" y="30480"/>
                  </a:lnTo>
                  <a:lnTo>
                    <a:pt x="451484" y="8255"/>
                  </a:lnTo>
                  <a:close/>
                  <a:moveTo>
                    <a:pt x="302259" y="0"/>
                  </a:moveTo>
                  <a:lnTo>
                    <a:pt x="302259" y="37465"/>
                  </a:lnTo>
                  <a:cubicBezTo>
                    <a:pt x="302259" y="37465"/>
                    <a:pt x="305434" y="34925"/>
                    <a:pt x="306704" y="33655"/>
                  </a:cubicBezTo>
                  <a:cubicBezTo>
                    <a:pt x="307974" y="33020"/>
                    <a:pt x="309244" y="31750"/>
                    <a:pt x="310514" y="31115"/>
                  </a:cubicBezTo>
                  <a:cubicBezTo>
                    <a:pt x="311784" y="30480"/>
                    <a:pt x="313689" y="29845"/>
                    <a:pt x="315594" y="29210"/>
                  </a:cubicBezTo>
                  <a:cubicBezTo>
                    <a:pt x="317499" y="29210"/>
                    <a:pt x="320039" y="28575"/>
                    <a:pt x="322579" y="28575"/>
                  </a:cubicBezTo>
                  <a:cubicBezTo>
                    <a:pt x="327024" y="28575"/>
                    <a:pt x="330834" y="29210"/>
                    <a:pt x="334644" y="31115"/>
                  </a:cubicBezTo>
                  <a:cubicBezTo>
                    <a:pt x="338454" y="32385"/>
                    <a:pt x="341629" y="34925"/>
                    <a:pt x="344169" y="38735"/>
                  </a:cubicBezTo>
                  <a:cubicBezTo>
                    <a:pt x="346709" y="41910"/>
                    <a:pt x="349249" y="46355"/>
                    <a:pt x="350519" y="51435"/>
                  </a:cubicBezTo>
                  <a:cubicBezTo>
                    <a:pt x="351789" y="56515"/>
                    <a:pt x="353059" y="62865"/>
                    <a:pt x="353059" y="70485"/>
                  </a:cubicBezTo>
                  <a:lnTo>
                    <a:pt x="352424" y="71120"/>
                  </a:lnTo>
                  <a:cubicBezTo>
                    <a:pt x="352424" y="77470"/>
                    <a:pt x="351789" y="83820"/>
                    <a:pt x="349884" y="88265"/>
                  </a:cubicBezTo>
                  <a:cubicBezTo>
                    <a:pt x="347979" y="93345"/>
                    <a:pt x="346074" y="97155"/>
                    <a:pt x="342899" y="100330"/>
                  </a:cubicBezTo>
                  <a:cubicBezTo>
                    <a:pt x="340359" y="103505"/>
                    <a:pt x="336549" y="106045"/>
                    <a:pt x="333374" y="107315"/>
                  </a:cubicBezTo>
                  <a:cubicBezTo>
                    <a:pt x="329564" y="109220"/>
                    <a:pt x="325754" y="109855"/>
                    <a:pt x="321944" y="109855"/>
                  </a:cubicBezTo>
                  <a:cubicBezTo>
                    <a:pt x="318134" y="109855"/>
                    <a:pt x="314324" y="109220"/>
                    <a:pt x="311149" y="107315"/>
                  </a:cubicBezTo>
                  <a:cubicBezTo>
                    <a:pt x="307339" y="105410"/>
                    <a:pt x="304799" y="103505"/>
                    <a:pt x="302259" y="100965"/>
                  </a:cubicBezTo>
                  <a:lnTo>
                    <a:pt x="302259" y="107950"/>
                  </a:lnTo>
                  <a:lnTo>
                    <a:pt x="287019" y="107950"/>
                  </a:lnTo>
                  <a:lnTo>
                    <a:pt x="287019" y="7620"/>
                  </a:lnTo>
                  <a:close/>
                </a:path>
              </a:pathLst>
            </a:custGeom>
            <a:solidFill>
              <a:srgbClr val="FFFFFF"/>
            </a:solidFill>
            <a:ln w="63500" cap="flat">
              <a:noFill/>
              <a:prstDash val="solid"/>
              <a:miter/>
            </a:ln>
          </p:spPr>
          <p:txBody>
            <a:bodyPr rtlCol="0" anchor="ctr"/>
            <a:lstStyle/>
            <a:p>
              <a:endParaRPr lang="en-US"/>
            </a:p>
          </p:txBody>
        </p:sp>
      </p:grpSp>
      <p:grpSp>
        <p:nvGrpSpPr>
          <p:cNvPr id="4" name="Group 3">
            <a:extLst>
              <a:ext uri="{FF2B5EF4-FFF2-40B4-BE49-F238E27FC236}">
                <a16:creationId xmlns:a16="http://schemas.microsoft.com/office/drawing/2014/main" id="{9767D4D9-A47B-4020-6B9B-87B081166C85}"/>
              </a:ext>
            </a:extLst>
          </p:cNvPr>
          <p:cNvGrpSpPr/>
          <p:nvPr userDrawn="1"/>
        </p:nvGrpSpPr>
        <p:grpSpPr>
          <a:xfrm>
            <a:off x="485774" y="1291008"/>
            <a:ext cx="5706110" cy="4360545"/>
            <a:chOff x="485774" y="1291008"/>
            <a:chExt cx="5706110" cy="4360545"/>
          </a:xfrm>
        </p:grpSpPr>
        <p:sp>
          <p:nvSpPr>
            <p:cNvPr id="299" name="Freeform 298">
              <a:extLst>
                <a:ext uri="{FF2B5EF4-FFF2-40B4-BE49-F238E27FC236}">
                  <a16:creationId xmlns:a16="http://schemas.microsoft.com/office/drawing/2014/main" id="{70589FC3-4491-BD75-2C16-660DF0B71BBC}"/>
                </a:ext>
              </a:extLst>
            </p:cNvPr>
            <p:cNvSpPr/>
            <p:nvPr/>
          </p:nvSpPr>
          <p:spPr>
            <a:xfrm>
              <a:off x="485774" y="5549953"/>
              <a:ext cx="508000" cy="101600"/>
            </a:xfrm>
            <a:custGeom>
              <a:avLst/>
              <a:gdLst>
                <a:gd name="connsiteX0" fmla="*/ 406400 w 508000"/>
                <a:gd name="connsiteY0" fmla="*/ 0 h 101600"/>
                <a:gd name="connsiteX1" fmla="*/ 508000 w 508000"/>
                <a:gd name="connsiteY1" fmla="*/ 0 h 101600"/>
                <a:gd name="connsiteX2" fmla="*/ 508000 w 508000"/>
                <a:gd name="connsiteY2" fmla="*/ 101600 h 101600"/>
                <a:gd name="connsiteX3" fmla="*/ 406400 w 508000"/>
                <a:gd name="connsiteY3" fmla="*/ 101600 h 101600"/>
                <a:gd name="connsiteX4" fmla="*/ 203200 w 508000"/>
                <a:gd name="connsiteY4" fmla="*/ 0 h 101600"/>
                <a:gd name="connsiteX5" fmla="*/ 304800 w 508000"/>
                <a:gd name="connsiteY5" fmla="*/ 0 h 101600"/>
                <a:gd name="connsiteX6" fmla="*/ 304800 w 508000"/>
                <a:gd name="connsiteY6" fmla="*/ 101600 h 101600"/>
                <a:gd name="connsiteX7" fmla="*/ 203200 w 508000"/>
                <a:gd name="connsiteY7" fmla="*/ 101600 h 101600"/>
                <a:gd name="connsiteX8" fmla="*/ 0 w 508000"/>
                <a:gd name="connsiteY8" fmla="*/ 0 h 101600"/>
                <a:gd name="connsiteX9" fmla="*/ 101600 w 508000"/>
                <a:gd name="connsiteY9" fmla="*/ 0 h 101600"/>
                <a:gd name="connsiteX10" fmla="*/ 101600 w 508000"/>
                <a:gd name="connsiteY10" fmla="*/ 101600 h 101600"/>
                <a:gd name="connsiteX11" fmla="*/ 0 w 508000"/>
                <a:gd name="connsiteY11" fmla="*/ 101600 h 10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8000" h="101600">
                  <a:moveTo>
                    <a:pt x="406400" y="0"/>
                  </a:moveTo>
                  <a:lnTo>
                    <a:pt x="508000" y="0"/>
                  </a:lnTo>
                  <a:lnTo>
                    <a:pt x="508000" y="101600"/>
                  </a:lnTo>
                  <a:lnTo>
                    <a:pt x="406400" y="101600"/>
                  </a:lnTo>
                  <a:close/>
                  <a:moveTo>
                    <a:pt x="203200" y="0"/>
                  </a:moveTo>
                  <a:lnTo>
                    <a:pt x="304800" y="0"/>
                  </a:lnTo>
                  <a:lnTo>
                    <a:pt x="304800" y="101600"/>
                  </a:lnTo>
                  <a:lnTo>
                    <a:pt x="203200" y="101600"/>
                  </a:lnTo>
                  <a:close/>
                  <a:moveTo>
                    <a:pt x="0" y="0"/>
                  </a:moveTo>
                  <a:lnTo>
                    <a:pt x="101600" y="0"/>
                  </a:lnTo>
                  <a:lnTo>
                    <a:pt x="101600" y="101600"/>
                  </a:lnTo>
                  <a:lnTo>
                    <a:pt x="0" y="101600"/>
                  </a:lnTo>
                  <a:close/>
                </a:path>
              </a:pathLst>
            </a:custGeom>
            <a:solidFill>
              <a:schemeClr val="tx2"/>
            </a:solidFill>
            <a:ln w="63500" cap="flat">
              <a:noFill/>
              <a:prstDash val="solid"/>
              <a:miter/>
            </a:ln>
          </p:spPr>
          <p:txBody>
            <a:bodyPr rtlCol="0" anchor="ctr"/>
            <a:lstStyle/>
            <a:p>
              <a:endParaRPr lang="en-US"/>
            </a:p>
          </p:txBody>
        </p:sp>
        <p:sp>
          <p:nvSpPr>
            <p:cNvPr id="293" name="Freeform 292">
              <a:extLst>
                <a:ext uri="{FF2B5EF4-FFF2-40B4-BE49-F238E27FC236}">
                  <a16:creationId xmlns:a16="http://schemas.microsoft.com/office/drawing/2014/main" id="{B00DB918-F11D-F855-5478-ECB25A1AC3D1}"/>
                </a:ext>
              </a:extLst>
            </p:cNvPr>
            <p:cNvSpPr/>
            <p:nvPr/>
          </p:nvSpPr>
          <p:spPr>
            <a:xfrm>
              <a:off x="485775" y="1291008"/>
              <a:ext cx="5706109" cy="4359275"/>
            </a:xfrm>
            <a:custGeom>
              <a:avLst/>
              <a:gdLst>
                <a:gd name="connsiteX0" fmla="*/ 0 w 5706109"/>
                <a:gd name="connsiteY0" fmla="*/ 4157346 h 4359275"/>
                <a:gd name="connsiteX1" fmla="*/ 101600 w 5706109"/>
                <a:gd name="connsiteY1" fmla="*/ 4157346 h 4359275"/>
                <a:gd name="connsiteX2" fmla="*/ 101600 w 5706109"/>
                <a:gd name="connsiteY2" fmla="*/ 1075055 h 4359275"/>
                <a:gd name="connsiteX3" fmla="*/ 101600 w 5706109"/>
                <a:gd name="connsiteY3" fmla="*/ 1075055 h 4359275"/>
                <a:gd name="connsiteX4" fmla="*/ 191770 w 5706109"/>
                <a:gd name="connsiteY4" fmla="*/ 1059180 h 4359275"/>
                <a:gd name="connsiteX5" fmla="*/ 861060 w 5706109"/>
                <a:gd name="connsiteY5" fmla="*/ 942975 h 4359275"/>
                <a:gd name="connsiteX6" fmla="*/ 1195705 w 5706109"/>
                <a:gd name="connsiteY6" fmla="*/ 885190 h 4359275"/>
                <a:gd name="connsiteX7" fmla="*/ 1362710 w 5706109"/>
                <a:gd name="connsiteY7" fmla="*/ 855980 h 4359275"/>
                <a:gd name="connsiteX8" fmla="*/ 1529715 w 5706109"/>
                <a:gd name="connsiteY8" fmla="*/ 826770 h 4359275"/>
                <a:gd name="connsiteX9" fmla="*/ 1864360 w 5706109"/>
                <a:gd name="connsiteY9" fmla="*/ 768985 h 4359275"/>
                <a:gd name="connsiteX10" fmla="*/ 2031365 w 5706109"/>
                <a:gd name="connsiteY10" fmla="*/ 739775 h 4359275"/>
                <a:gd name="connsiteX11" fmla="*/ 2198370 w 5706109"/>
                <a:gd name="connsiteY11" fmla="*/ 710565 h 4359275"/>
                <a:gd name="connsiteX12" fmla="*/ 2365375 w 5706109"/>
                <a:gd name="connsiteY12" fmla="*/ 681355 h 4359275"/>
                <a:gd name="connsiteX13" fmla="*/ 2532380 w 5706109"/>
                <a:gd name="connsiteY13" fmla="*/ 652145 h 4359275"/>
                <a:gd name="connsiteX14" fmla="*/ 2699385 w 5706109"/>
                <a:gd name="connsiteY14" fmla="*/ 622935 h 4359275"/>
                <a:gd name="connsiteX15" fmla="*/ 2866390 w 5706109"/>
                <a:gd name="connsiteY15" fmla="*/ 593725 h 4359275"/>
                <a:gd name="connsiteX16" fmla="*/ 5461000 w 5706109"/>
                <a:gd name="connsiteY16" fmla="*/ 144145 h 4359275"/>
                <a:gd name="connsiteX17" fmla="*/ 5602605 w 5706109"/>
                <a:gd name="connsiteY17" fmla="*/ 119380 h 4359275"/>
                <a:gd name="connsiteX18" fmla="*/ 5602605 w 5706109"/>
                <a:gd name="connsiteY18" fmla="*/ 119380 h 4359275"/>
                <a:gd name="connsiteX19" fmla="*/ 5602605 w 5706109"/>
                <a:gd name="connsiteY19" fmla="*/ 4257676 h 4359275"/>
                <a:gd name="connsiteX20" fmla="*/ 609600 w 5706109"/>
                <a:gd name="connsiteY20" fmla="*/ 4257676 h 4359275"/>
                <a:gd name="connsiteX21" fmla="*/ 609600 w 5706109"/>
                <a:gd name="connsiteY21" fmla="*/ 4359276 h 4359275"/>
                <a:gd name="connsiteX22" fmla="*/ 5706110 w 5706109"/>
                <a:gd name="connsiteY22" fmla="*/ 4359276 h 4359275"/>
                <a:gd name="connsiteX23" fmla="*/ 5706110 w 5706109"/>
                <a:gd name="connsiteY23" fmla="*/ 0 h 4359275"/>
                <a:gd name="connsiteX24" fmla="*/ 5704840 w 5706109"/>
                <a:gd name="connsiteY24" fmla="*/ 0 h 4359275"/>
                <a:gd name="connsiteX25" fmla="*/ 5445760 w 5706109"/>
                <a:gd name="connsiteY25" fmla="*/ 45085 h 4359275"/>
                <a:gd name="connsiteX26" fmla="*/ 2851150 w 5706109"/>
                <a:gd name="connsiteY26" fmla="*/ 494665 h 4359275"/>
                <a:gd name="connsiteX27" fmla="*/ 2684145 w 5706109"/>
                <a:gd name="connsiteY27" fmla="*/ 523875 h 4359275"/>
                <a:gd name="connsiteX28" fmla="*/ 2517140 w 5706109"/>
                <a:gd name="connsiteY28" fmla="*/ 553085 h 4359275"/>
                <a:gd name="connsiteX29" fmla="*/ 2350135 w 5706109"/>
                <a:gd name="connsiteY29" fmla="*/ 582295 h 4359275"/>
                <a:gd name="connsiteX30" fmla="*/ 2183130 w 5706109"/>
                <a:gd name="connsiteY30" fmla="*/ 611505 h 4359275"/>
                <a:gd name="connsiteX31" fmla="*/ 2016125 w 5706109"/>
                <a:gd name="connsiteY31" fmla="*/ 640715 h 4359275"/>
                <a:gd name="connsiteX32" fmla="*/ 1849120 w 5706109"/>
                <a:gd name="connsiteY32" fmla="*/ 669925 h 4359275"/>
                <a:gd name="connsiteX33" fmla="*/ 1514475 w 5706109"/>
                <a:gd name="connsiteY33" fmla="*/ 727710 h 4359275"/>
                <a:gd name="connsiteX34" fmla="*/ 1347470 w 5706109"/>
                <a:gd name="connsiteY34" fmla="*/ 756920 h 4359275"/>
                <a:gd name="connsiteX35" fmla="*/ 1180465 w 5706109"/>
                <a:gd name="connsiteY35" fmla="*/ 786130 h 4359275"/>
                <a:gd name="connsiteX36" fmla="*/ 845820 w 5706109"/>
                <a:gd name="connsiteY36" fmla="*/ 843915 h 4359275"/>
                <a:gd name="connsiteX37" fmla="*/ 176530 w 5706109"/>
                <a:gd name="connsiteY37" fmla="*/ 960120 h 4359275"/>
                <a:gd name="connsiteX38" fmla="*/ 3175 w 5706109"/>
                <a:gd name="connsiteY38" fmla="*/ 989965 h 4359275"/>
                <a:gd name="connsiteX39" fmla="*/ 1905 w 5706109"/>
                <a:gd name="connsiteY39" fmla="*/ 989965 h 4359275"/>
                <a:gd name="connsiteX40" fmla="*/ 1905 w 5706109"/>
                <a:gd name="connsiteY40" fmla="*/ 4158616 h 4359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5706109" h="4359275">
                  <a:moveTo>
                    <a:pt x="0" y="4157346"/>
                  </a:moveTo>
                  <a:lnTo>
                    <a:pt x="101600" y="4157346"/>
                  </a:lnTo>
                  <a:lnTo>
                    <a:pt x="101600" y="1075055"/>
                  </a:lnTo>
                  <a:lnTo>
                    <a:pt x="101600" y="1075055"/>
                  </a:lnTo>
                  <a:lnTo>
                    <a:pt x="191770" y="1059180"/>
                  </a:lnTo>
                  <a:lnTo>
                    <a:pt x="861060" y="942975"/>
                  </a:lnTo>
                  <a:lnTo>
                    <a:pt x="1195705" y="885190"/>
                  </a:lnTo>
                  <a:lnTo>
                    <a:pt x="1362710" y="855980"/>
                  </a:lnTo>
                  <a:lnTo>
                    <a:pt x="1529715" y="826770"/>
                  </a:lnTo>
                  <a:lnTo>
                    <a:pt x="1864360" y="768985"/>
                  </a:lnTo>
                  <a:lnTo>
                    <a:pt x="2031365" y="739775"/>
                  </a:lnTo>
                  <a:lnTo>
                    <a:pt x="2198370" y="710565"/>
                  </a:lnTo>
                  <a:lnTo>
                    <a:pt x="2365375" y="681355"/>
                  </a:lnTo>
                  <a:lnTo>
                    <a:pt x="2532380" y="652145"/>
                  </a:lnTo>
                  <a:lnTo>
                    <a:pt x="2699385" y="622935"/>
                  </a:lnTo>
                  <a:lnTo>
                    <a:pt x="2866390" y="593725"/>
                  </a:lnTo>
                  <a:cubicBezTo>
                    <a:pt x="3731260" y="443865"/>
                    <a:pt x="4596130" y="294005"/>
                    <a:pt x="5461000" y="144145"/>
                  </a:cubicBezTo>
                  <a:lnTo>
                    <a:pt x="5602605" y="119380"/>
                  </a:lnTo>
                  <a:lnTo>
                    <a:pt x="5602605" y="119380"/>
                  </a:lnTo>
                  <a:lnTo>
                    <a:pt x="5602605" y="4257676"/>
                  </a:lnTo>
                  <a:lnTo>
                    <a:pt x="609600" y="4257676"/>
                  </a:lnTo>
                  <a:lnTo>
                    <a:pt x="609600" y="4359276"/>
                  </a:lnTo>
                  <a:lnTo>
                    <a:pt x="5706110" y="4359276"/>
                  </a:lnTo>
                  <a:lnTo>
                    <a:pt x="5706110" y="0"/>
                  </a:lnTo>
                  <a:lnTo>
                    <a:pt x="5704840" y="0"/>
                  </a:lnTo>
                  <a:cubicBezTo>
                    <a:pt x="5618480" y="15240"/>
                    <a:pt x="5532120" y="30480"/>
                    <a:pt x="5445760" y="45085"/>
                  </a:cubicBezTo>
                  <a:cubicBezTo>
                    <a:pt x="4580890" y="194945"/>
                    <a:pt x="3716020" y="344805"/>
                    <a:pt x="2851150" y="494665"/>
                  </a:cubicBezTo>
                  <a:lnTo>
                    <a:pt x="2684145" y="523875"/>
                  </a:lnTo>
                  <a:lnTo>
                    <a:pt x="2517140" y="553085"/>
                  </a:lnTo>
                  <a:lnTo>
                    <a:pt x="2350135" y="582295"/>
                  </a:lnTo>
                  <a:lnTo>
                    <a:pt x="2183130" y="611505"/>
                  </a:lnTo>
                  <a:lnTo>
                    <a:pt x="2016125" y="640715"/>
                  </a:lnTo>
                  <a:lnTo>
                    <a:pt x="1849120" y="669925"/>
                  </a:lnTo>
                  <a:lnTo>
                    <a:pt x="1514475" y="727710"/>
                  </a:lnTo>
                  <a:lnTo>
                    <a:pt x="1347470" y="756920"/>
                  </a:lnTo>
                  <a:lnTo>
                    <a:pt x="1180465" y="786130"/>
                  </a:lnTo>
                  <a:lnTo>
                    <a:pt x="845820" y="843915"/>
                  </a:lnTo>
                  <a:lnTo>
                    <a:pt x="176530" y="960120"/>
                  </a:lnTo>
                  <a:lnTo>
                    <a:pt x="3175" y="989965"/>
                  </a:lnTo>
                  <a:lnTo>
                    <a:pt x="1905" y="989965"/>
                  </a:lnTo>
                  <a:lnTo>
                    <a:pt x="1905" y="4158616"/>
                  </a:lnTo>
                  <a:close/>
                </a:path>
              </a:pathLst>
            </a:custGeom>
            <a:gradFill flip="none" rotWithShape="1">
              <a:gsLst>
                <a:gs pos="46000">
                  <a:srgbClr val="FFE600"/>
                </a:gs>
                <a:gs pos="66000">
                  <a:srgbClr val="FF32FF"/>
                </a:gs>
                <a:gs pos="100000">
                  <a:srgbClr val="32FFFF"/>
                </a:gs>
              </a:gsLst>
              <a:lin ang="18600000" scaled="0"/>
              <a:tileRect/>
            </a:gradFill>
            <a:ln w="8181" cap="flat">
              <a:noFill/>
              <a:prstDash val="solid"/>
              <a:miter/>
            </a:ln>
          </p:spPr>
          <p:txBody>
            <a:bodyPr rtlCol="0" anchor="ctr"/>
            <a:lstStyle/>
            <a:p>
              <a:pPr lvl="0"/>
              <a:endParaRPr lang="en-US"/>
            </a:p>
          </p:txBody>
        </p:sp>
      </p:grpSp>
      <p:sp>
        <p:nvSpPr>
          <p:cNvPr id="274" name="Subtitle 2">
            <a:extLst>
              <a:ext uri="{FF2B5EF4-FFF2-40B4-BE49-F238E27FC236}">
                <a16:creationId xmlns:a16="http://schemas.microsoft.com/office/drawing/2014/main" id="{74103396-CF0A-A808-BF1B-463C3EF7376E}"/>
              </a:ext>
            </a:extLst>
          </p:cNvPr>
          <p:cNvSpPr>
            <a:spLocks noGrp="1"/>
          </p:cNvSpPr>
          <p:nvPr>
            <p:ph type="subTitle" idx="1" hasCustomPrompt="1"/>
          </p:nvPr>
        </p:nvSpPr>
        <p:spPr>
          <a:xfrm>
            <a:off x="889762" y="4436485"/>
            <a:ext cx="4907628" cy="511939"/>
          </a:xfrm>
        </p:spPr>
        <p:txBody>
          <a:bodyPr wrap="square">
            <a:noAutofit/>
          </a:bodyPr>
          <a:lstStyle>
            <a:lvl1pPr marL="0" indent="0" algn="l">
              <a:buNone/>
              <a:defRPr sz="1600">
                <a:latin typeface="EYInterstate Regular" panose="02000503020000020004"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275" name="Title 4">
            <a:extLst>
              <a:ext uri="{FF2B5EF4-FFF2-40B4-BE49-F238E27FC236}">
                <a16:creationId xmlns:a16="http://schemas.microsoft.com/office/drawing/2014/main" id="{B57CD4DB-AED0-4F7E-41BA-02CA96598AEC}"/>
              </a:ext>
            </a:extLst>
          </p:cNvPr>
          <p:cNvSpPr>
            <a:spLocks noGrp="1"/>
          </p:cNvSpPr>
          <p:nvPr>
            <p:ph type="title"/>
          </p:nvPr>
        </p:nvSpPr>
        <p:spPr>
          <a:xfrm>
            <a:off x="889762" y="2698751"/>
            <a:ext cx="4906009" cy="1654043"/>
          </a:xfrm>
        </p:spPr>
        <p:txBody>
          <a:bodyPr anchor="t">
            <a:noAutofit/>
          </a:bodyPr>
          <a:lstStyle>
            <a:lvl1pPr>
              <a:defRPr sz="4200" b="1" i="0">
                <a:solidFill>
                  <a:schemeClr val="bg1"/>
                </a:solidFill>
                <a:latin typeface="EYInterstate Regular" panose="02000503020000020004" pitchFamily="2" charset="0"/>
              </a:defRPr>
            </a:lvl1pPr>
          </a:lstStyle>
          <a:p>
            <a:r>
              <a:rPr lang="en-GB"/>
              <a:t>Click to edit Master title style</a:t>
            </a:r>
            <a:endParaRPr lang="en-US"/>
          </a:p>
        </p:txBody>
      </p:sp>
      <p:sp>
        <p:nvSpPr>
          <p:cNvPr id="289" name="Text Placeholder 288">
            <a:extLst>
              <a:ext uri="{FF2B5EF4-FFF2-40B4-BE49-F238E27FC236}">
                <a16:creationId xmlns:a16="http://schemas.microsoft.com/office/drawing/2014/main" id="{31D45A6D-135C-8C27-4F13-A3BC79AB3ED3}"/>
              </a:ext>
            </a:extLst>
          </p:cNvPr>
          <p:cNvSpPr>
            <a:spLocks noGrp="1"/>
          </p:cNvSpPr>
          <p:nvPr>
            <p:ph type="body" sz="quarter" idx="10"/>
          </p:nvPr>
        </p:nvSpPr>
        <p:spPr>
          <a:xfrm>
            <a:off x="889762" y="5047485"/>
            <a:ext cx="4906010" cy="246221"/>
          </a:xfrm>
        </p:spPr>
        <p:txBody>
          <a:bodyPr wrap="square">
            <a:spAutoFit/>
          </a:bodyPr>
          <a:lstStyle>
            <a:lvl1pPr marL="0" indent="0">
              <a:buNone/>
              <a:defRPr sz="1600" b="1">
                <a:latin typeface="EYInterstate Regular" panose="02000503020000020004" pitchFamily="2" charset="0"/>
              </a:defRPr>
            </a:lvl1pPr>
            <a:lvl2pPr marL="252000" indent="0">
              <a:buNone/>
              <a:defRPr sz="1600" b="1">
                <a:latin typeface="+mj-lt"/>
              </a:defRPr>
            </a:lvl2pPr>
            <a:lvl3pPr marL="504000" indent="0">
              <a:buNone/>
              <a:defRPr sz="1600" b="1">
                <a:latin typeface="+mj-lt"/>
              </a:defRPr>
            </a:lvl3pPr>
            <a:lvl4pPr marL="756000" indent="0">
              <a:buNone/>
              <a:defRPr sz="1600" b="1">
                <a:latin typeface="+mj-lt"/>
              </a:defRPr>
            </a:lvl4pPr>
            <a:lvl5pPr marL="1008000" indent="0">
              <a:buNone/>
              <a:defRPr sz="1600" b="1">
                <a:latin typeface="+mj-lt"/>
              </a:defRPr>
            </a:lvl5pPr>
          </a:lstStyle>
          <a:p>
            <a:pPr lvl="0"/>
            <a:r>
              <a:rPr lang="en-GB"/>
              <a:t>Click to edit Master text styles</a:t>
            </a:r>
          </a:p>
        </p:txBody>
      </p:sp>
      <p:pic>
        <p:nvPicPr>
          <p:cNvPr id="9" name="Graphic 8">
            <a:extLst>
              <a:ext uri="{FF2B5EF4-FFF2-40B4-BE49-F238E27FC236}">
                <a16:creationId xmlns:a16="http://schemas.microsoft.com/office/drawing/2014/main" id="{59E1DC95-F4BC-BEEE-F532-4B50657D1B84}"/>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9752932" y="5424320"/>
            <a:ext cx="2031699" cy="1034812"/>
          </a:xfrm>
          <a:prstGeom prst="rect">
            <a:avLst/>
          </a:prstGeom>
        </p:spPr>
      </p:pic>
    </p:spTree>
    <p:extLst>
      <p:ext uri="{BB962C8B-B14F-4D97-AF65-F5344CB8AC3E}">
        <p14:creationId xmlns:p14="http://schemas.microsoft.com/office/powerpoint/2010/main" val="428907822"/>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Title Slide Spectrum 2">
    <p:spTree>
      <p:nvGrpSpPr>
        <p:cNvPr id="1" name=""/>
        <p:cNvGrpSpPr/>
        <p:nvPr/>
      </p:nvGrpSpPr>
      <p:grpSpPr>
        <a:xfrm>
          <a:off x="0" y="0"/>
          <a:ext cx="0" cy="0"/>
          <a:chOff x="0" y="0"/>
          <a:chExt cx="0" cy="0"/>
        </a:xfrm>
      </p:grpSpPr>
      <p:pic>
        <p:nvPicPr>
          <p:cNvPr id="6" name="Picture 5" descr="A bright light in the dark&#10;&#10;Description automatically generated">
            <a:extLst>
              <a:ext uri="{FF2B5EF4-FFF2-40B4-BE49-F238E27FC236}">
                <a16:creationId xmlns:a16="http://schemas.microsoft.com/office/drawing/2014/main" id="{963FEC0B-473D-E3B8-1E1E-E29DFA66AD11}"/>
              </a:ext>
            </a:extLst>
          </p:cNvPr>
          <p:cNvPicPr>
            <a:picLocks/>
          </p:cNvPicPr>
          <p:nvPr userDrawn="1"/>
        </p:nvPicPr>
        <p:blipFill>
          <a:blip r:embed="rId2">
            <a:extLst>
              <a:ext uri="{28A0092B-C50C-407E-A947-70E740481C1C}">
                <a14:useLocalDpi xmlns:a14="http://schemas.microsoft.com/office/drawing/2010/main" val="0"/>
              </a:ext>
            </a:extLst>
          </a:blip>
          <a:stretch>
            <a:fillRect/>
          </a:stretch>
        </p:blipFill>
        <p:spPr bwMode="hidden">
          <a:xfrm>
            <a:off x="0" y="0"/>
            <a:ext cx="12193200" cy="6858000"/>
          </a:xfrm>
          <a:prstGeom prst="rect">
            <a:avLst/>
          </a:prstGeom>
        </p:spPr>
      </p:pic>
      <p:grpSp>
        <p:nvGrpSpPr>
          <p:cNvPr id="3" name="Group 2">
            <a:extLst>
              <a:ext uri="{FF2B5EF4-FFF2-40B4-BE49-F238E27FC236}">
                <a16:creationId xmlns:a16="http://schemas.microsoft.com/office/drawing/2014/main" id="{DFB16D98-C784-FAB9-BCBC-EA53480E5BA8}"/>
              </a:ext>
            </a:extLst>
          </p:cNvPr>
          <p:cNvGrpSpPr/>
          <p:nvPr userDrawn="1"/>
        </p:nvGrpSpPr>
        <p:grpSpPr>
          <a:xfrm>
            <a:off x="485775" y="6164633"/>
            <a:ext cx="4940935" cy="318770"/>
            <a:chOff x="485775" y="6164633"/>
            <a:chExt cx="4940935" cy="318770"/>
          </a:xfrm>
        </p:grpSpPr>
        <p:sp>
          <p:nvSpPr>
            <p:cNvPr id="24" name="Freeform 23">
              <a:extLst>
                <a:ext uri="{FF2B5EF4-FFF2-40B4-BE49-F238E27FC236}">
                  <a16:creationId xmlns:a16="http://schemas.microsoft.com/office/drawing/2014/main" id="{4788DF65-E85A-7EA9-F2BB-B439D5C7EB16}"/>
                </a:ext>
              </a:extLst>
            </p:cNvPr>
            <p:cNvSpPr/>
            <p:nvPr userDrawn="1"/>
          </p:nvSpPr>
          <p:spPr>
            <a:xfrm>
              <a:off x="485775" y="6164633"/>
              <a:ext cx="405765" cy="81280"/>
            </a:xfrm>
            <a:custGeom>
              <a:avLst/>
              <a:gdLst>
                <a:gd name="connsiteX0" fmla="*/ 324485 w 405765"/>
                <a:gd name="connsiteY0" fmla="*/ 0 h 81280"/>
                <a:gd name="connsiteX1" fmla="*/ 405765 w 405765"/>
                <a:gd name="connsiteY1" fmla="*/ 0 h 81280"/>
                <a:gd name="connsiteX2" fmla="*/ 405765 w 405765"/>
                <a:gd name="connsiteY2" fmla="*/ 81280 h 81280"/>
                <a:gd name="connsiteX3" fmla="*/ 324485 w 405765"/>
                <a:gd name="connsiteY3" fmla="*/ 81280 h 81280"/>
                <a:gd name="connsiteX4" fmla="*/ 161925 w 405765"/>
                <a:gd name="connsiteY4" fmla="*/ 0 h 81280"/>
                <a:gd name="connsiteX5" fmla="*/ 243205 w 405765"/>
                <a:gd name="connsiteY5" fmla="*/ 0 h 81280"/>
                <a:gd name="connsiteX6" fmla="*/ 243205 w 405765"/>
                <a:gd name="connsiteY6" fmla="*/ 81280 h 81280"/>
                <a:gd name="connsiteX7" fmla="*/ 161925 w 405765"/>
                <a:gd name="connsiteY7" fmla="*/ 81280 h 81280"/>
                <a:gd name="connsiteX8" fmla="*/ 0 w 405765"/>
                <a:gd name="connsiteY8" fmla="*/ 0 h 81280"/>
                <a:gd name="connsiteX9" fmla="*/ 81280 w 405765"/>
                <a:gd name="connsiteY9" fmla="*/ 0 h 81280"/>
                <a:gd name="connsiteX10" fmla="*/ 81280 w 405765"/>
                <a:gd name="connsiteY10" fmla="*/ 81280 h 81280"/>
                <a:gd name="connsiteX11" fmla="*/ 0 w 405765"/>
                <a:gd name="connsiteY11" fmla="*/ 81280 h 81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05765" h="81280">
                  <a:moveTo>
                    <a:pt x="324485" y="0"/>
                  </a:moveTo>
                  <a:lnTo>
                    <a:pt x="405765" y="0"/>
                  </a:lnTo>
                  <a:lnTo>
                    <a:pt x="405765" y="81280"/>
                  </a:lnTo>
                  <a:lnTo>
                    <a:pt x="324485" y="81280"/>
                  </a:lnTo>
                  <a:close/>
                  <a:moveTo>
                    <a:pt x="161925" y="0"/>
                  </a:moveTo>
                  <a:lnTo>
                    <a:pt x="243205" y="0"/>
                  </a:lnTo>
                  <a:lnTo>
                    <a:pt x="243205" y="81280"/>
                  </a:lnTo>
                  <a:lnTo>
                    <a:pt x="161925" y="81280"/>
                  </a:lnTo>
                  <a:close/>
                  <a:moveTo>
                    <a:pt x="0" y="0"/>
                  </a:moveTo>
                  <a:lnTo>
                    <a:pt x="81280" y="0"/>
                  </a:lnTo>
                  <a:lnTo>
                    <a:pt x="81280" y="81280"/>
                  </a:lnTo>
                  <a:lnTo>
                    <a:pt x="0" y="81280"/>
                  </a:lnTo>
                  <a:close/>
                </a:path>
              </a:pathLst>
            </a:custGeom>
            <a:solidFill>
              <a:srgbClr val="FFE600"/>
            </a:solidFill>
            <a:ln w="63500" cap="flat">
              <a:noFill/>
              <a:prstDash val="solid"/>
              <a:miter/>
            </a:ln>
          </p:spPr>
          <p:txBody>
            <a:bodyPr rtlCol="0" anchor="ctr"/>
            <a:lstStyle/>
            <a:p>
              <a:endParaRPr lang="en-US"/>
            </a:p>
          </p:txBody>
        </p:sp>
        <p:sp>
          <p:nvSpPr>
            <p:cNvPr id="25" name="Freeform 24">
              <a:extLst>
                <a:ext uri="{FF2B5EF4-FFF2-40B4-BE49-F238E27FC236}">
                  <a16:creationId xmlns:a16="http://schemas.microsoft.com/office/drawing/2014/main" id="{DB6421F7-1BA7-70C3-4C7B-0694CD3F9A63}"/>
                </a:ext>
              </a:extLst>
            </p:cNvPr>
            <p:cNvSpPr/>
            <p:nvPr userDrawn="1"/>
          </p:nvSpPr>
          <p:spPr bwMode="black">
            <a:xfrm>
              <a:off x="485779" y="6344974"/>
              <a:ext cx="4940931" cy="138429"/>
            </a:xfrm>
            <a:custGeom>
              <a:avLst/>
              <a:gdLst>
                <a:gd name="connsiteX0" fmla="*/ 1032512 w 4940931"/>
                <a:gd name="connsiteY0" fmla="*/ 137477 h 138429"/>
                <a:gd name="connsiteX1" fmla="*/ 1032512 w 4940931"/>
                <a:gd name="connsiteY1" fmla="*/ 137794 h 138429"/>
                <a:gd name="connsiteX2" fmla="*/ 1030607 w 4940931"/>
                <a:gd name="connsiteY2" fmla="*/ 138429 h 138429"/>
                <a:gd name="connsiteX3" fmla="*/ 4929501 w 4940931"/>
                <a:gd name="connsiteY3" fmla="*/ 87629 h 138429"/>
                <a:gd name="connsiteX4" fmla="*/ 4933946 w 4940931"/>
                <a:gd name="connsiteY4" fmla="*/ 88264 h 138429"/>
                <a:gd name="connsiteX5" fmla="*/ 4937756 w 4940931"/>
                <a:gd name="connsiteY5" fmla="*/ 90804 h 138429"/>
                <a:gd name="connsiteX6" fmla="*/ 4940296 w 4940931"/>
                <a:gd name="connsiteY6" fmla="*/ 94614 h 138429"/>
                <a:gd name="connsiteX7" fmla="*/ 4940931 w 4940931"/>
                <a:gd name="connsiteY7" fmla="*/ 99059 h 138429"/>
                <a:gd name="connsiteX8" fmla="*/ 4940296 w 4940931"/>
                <a:gd name="connsiteY8" fmla="*/ 103504 h 138429"/>
                <a:gd name="connsiteX9" fmla="*/ 4937756 w 4940931"/>
                <a:gd name="connsiteY9" fmla="*/ 107314 h 138429"/>
                <a:gd name="connsiteX10" fmla="*/ 4933946 w 4940931"/>
                <a:gd name="connsiteY10" fmla="*/ 109854 h 138429"/>
                <a:gd name="connsiteX11" fmla="*/ 4929501 w 4940931"/>
                <a:gd name="connsiteY11" fmla="*/ 110489 h 138429"/>
                <a:gd name="connsiteX12" fmla="*/ 4925056 w 4940931"/>
                <a:gd name="connsiteY12" fmla="*/ 109854 h 138429"/>
                <a:gd name="connsiteX13" fmla="*/ 4921246 w 4940931"/>
                <a:gd name="connsiteY13" fmla="*/ 107314 h 138429"/>
                <a:gd name="connsiteX14" fmla="*/ 4918706 w 4940931"/>
                <a:gd name="connsiteY14" fmla="*/ 103504 h 138429"/>
                <a:gd name="connsiteX15" fmla="*/ 4918071 w 4940931"/>
                <a:gd name="connsiteY15" fmla="*/ 99059 h 138429"/>
                <a:gd name="connsiteX16" fmla="*/ 4918706 w 4940931"/>
                <a:gd name="connsiteY16" fmla="*/ 94614 h 138429"/>
                <a:gd name="connsiteX17" fmla="*/ 4921246 w 4940931"/>
                <a:gd name="connsiteY17" fmla="*/ 90804 h 138429"/>
                <a:gd name="connsiteX18" fmla="*/ 4925056 w 4940931"/>
                <a:gd name="connsiteY18" fmla="*/ 88264 h 138429"/>
                <a:gd name="connsiteX19" fmla="*/ 4929501 w 4940931"/>
                <a:gd name="connsiteY19" fmla="*/ 87629 h 138429"/>
                <a:gd name="connsiteX20" fmla="*/ 3079110 w 4940931"/>
                <a:gd name="connsiteY20" fmla="*/ 87629 h 138429"/>
                <a:gd name="connsiteX21" fmla="*/ 3083555 w 4940931"/>
                <a:gd name="connsiteY21" fmla="*/ 88264 h 138429"/>
                <a:gd name="connsiteX22" fmla="*/ 3087365 w 4940931"/>
                <a:gd name="connsiteY22" fmla="*/ 90804 h 138429"/>
                <a:gd name="connsiteX23" fmla="*/ 3089905 w 4940931"/>
                <a:gd name="connsiteY23" fmla="*/ 94614 h 138429"/>
                <a:gd name="connsiteX24" fmla="*/ 3090540 w 4940931"/>
                <a:gd name="connsiteY24" fmla="*/ 99059 h 138429"/>
                <a:gd name="connsiteX25" fmla="*/ 3089905 w 4940931"/>
                <a:gd name="connsiteY25" fmla="*/ 103504 h 138429"/>
                <a:gd name="connsiteX26" fmla="*/ 3087365 w 4940931"/>
                <a:gd name="connsiteY26" fmla="*/ 107314 h 138429"/>
                <a:gd name="connsiteX27" fmla="*/ 3083555 w 4940931"/>
                <a:gd name="connsiteY27" fmla="*/ 109854 h 138429"/>
                <a:gd name="connsiteX28" fmla="*/ 3079110 w 4940931"/>
                <a:gd name="connsiteY28" fmla="*/ 110489 h 138429"/>
                <a:gd name="connsiteX29" fmla="*/ 3074665 w 4940931"/>
                <a:gd name="connsiteY29" fmla="*/ 109854 h 138429"/>
                <a:gd name="connsiteX30" fmla="*/ 3070855 w 4940931"/>
                <a:gd name="connsiteY30" fmla="*/ 107314 h 138429"/>
                <a:gd name="connsiteX31" fmla="*/ 3068315 w 4940931"/>
                <a:gd name="connsiteY31" fmla="*/ 103504 h 138429"/>
                <a:gd name="connsiteX32" fmla="*/ 3067680 w 4940931"/>
                <a:gd name="connsiteY32" fmla="*/ 99059 h 138429"/>
                <a:gd name="connsiteX33" fmla="*/ 3068315 w 4940931"/>
                <a:gd name="connsiteY33" fmla="*/ 94614 h 138429"/>
                <a:gd name="connsiteX34" fmla="*/ 3070855 w 4940931"/>
                <a:gd name="connsiteY34" fmla="*/ 90804 h 138429"/>
                <a:gd name="connsiteX35" fmla="*/ 3074665 w 4940931"/>
                <a:gd name="connsiteY35" fmla="*/ 88264 h 138429"/>
                <a:gd name="connsiteX36" fmla="*/ 3079110 w 4940931"/>
                <a:gd name="connsiteY36" fmla="*/ 87629 h 138429"/>
                <a:gd name="connsiteX37" fmla="*/ 1565275 w 4940931"/>
                <a:gd name="connsiteY37" fmla="*/ 87629 h 138429"/>
                <a:gd name="connsiteX38" fmla="*/ 1569720 w 4940931"/>
                <a:gd name="connsiteY38" fmla="*/ 88264 h 138429"/>
                <a:gd name="connsiteX39" fmla="*/ 1573529 w 4940931"/>
                <a:gd name="connsiteY39" fmla="*/ 90804 h 138429"/>
                <a:gd name="connsiteX40" fmla="*/ 1576069 w 4940931"/>
                <a:gd name="connsiteY40" fmla="*/ 94614 h 138429"/>
                <a:gd name="connsiteX41" fmla="*/ 1576705 w 4940931"/>
                <a:gd name="connsiteY41" fmla="*/ 99059 h 138429"/>
                <a:gd name="connsiteX42" fmla="*/ 1576069 w 4940931"/>
                <a:gd name="connsiteY42" fmla="*/ 103504 h 138429"/>
                <a:gd name="connsiteX43" fmla="*/ 1573529 w 4940931"/>
                <a:gd name="connsiteY43" fmla="*/ 107314 h 138429"/>
                <a:gd name="connsiteX44" fmla="*/ 1569720 w 4940931"/>
                <a:gd name="connsiteY44" fmla="*/ 109854 h 138429"/>
                <a:gd name="connsiteX45" fmla="*/ 1565275 w 4940931"/>
                <a:gd name="connsiteY45" fmla="*/ 110489 h 138429"/>
                <a:gd name="connsiteX46" fmla="*/ 1560830 w 4940931"/>
                <a:gd name="connsiteY46" fmla="*/ 109854 h 138429"/>
                <a:gd name="connsiteX47" fmla="*/ 1557020 w 4940931"/>
                <a:gd name="connsiteY47" fmla="*/ 107314 h 138429"/>
                <a:gd name="connsiteX48" fmla="*/ 1554479 w 4940931"/>
                <a:gd name="connsiteY48" fmla="*/ 103504 h 138429"/>
                <a:gd name="connsiteX49" fmla="*/ 1553844 w 4940931"/>
                <a:gd name="connsiteY49" fmla="*/ 99059 h 138429"/>
                <a:gd name="connsiteX50" fmla="*/ 1554479 w 4940931"/>
                <a:gd name="connsiteY50" fmla="*/ 94614 h 138429"/>
                <a:gd name="connsiteX51" fmla="*/ 1557020 w 4940931"/>
                <a:gd name="connsiteY51" fmla="*/ 90804 h 138429"/>
                <a:gd name="connsiteX52" fmla="*/ 1560830 w 4940931"/>
                <a:gd name="connsiteY52" fmla="*/ 88264 h 138429"/>
                <a:gd name="connsiteX53" fmla="*/ 1565275 w 4940931"/>
                <a:gd name="connsiteY53" fmla="*/ 87629 h 138429"/>
                <a:gd name="connsiteX54" fmla="*/ 2642230 w 4940931"/>
                <a:gd name="connsiteY54" fmla="*/ 73024 h 138429"/>
                <a:gd name="connsiteX55" fmla="*/ 2630800 w 4940931"/>
                <a:gd name="connsiteY55" fmla="*/ 76199 h 138429"/>
                <a:gd name="connsiteX56" fmla="*/ 2626355 w 4940931"/>
                <a:gd name="connsiteY56" fmla="*/ 84454 h 138429"/>
                <a:gd name="connsiteX57" fmla="*/ 2627625 w 4940931"/>
                <a:gd name="connsiteY57" fmla="*/ 90169 h 138429"/>
                <a:gd name="connsiteX58" fmla="*/ 2630800 w 4940931"/>
                <a:gd name="connsiteY58" fmla="*/ 93979 h 138429"/>
                <a:gd name="connsiteX59" fmla="*/ 2635245 w 4940931"/>
                <a:gd name="connsiteY59" fmla="*/ 96519 h 138429"/>
                <a:gd name="connsiteX60" fmla="*/ 2641595 w 4940931"/>
                <a:gd name="connsiteY60" fmla="*/ 97154 h 138429"/>
                <a:gd name="connsiteX61" fmla="*/ 2647310 w 4940931"/>
                <a:gd name="connsiteY61" fmla="*/ 96519 h 138429"/>
                <a:gd name="connsiteX62" fmla="*/ 2652390 w 4940931"/>
                <a:gd name="connsiteY62" fmla="*/ 93979 h 138429"/>
                <a:gd name="connsiteX63" fmla="*/ 2656835 w 4940931"/>
                <a:gd name="connsiteY63" fmla="*/ 90804 h 138429"/>
                <a:gd name="connsiteX64" fmla="*/ 2660010 w 4940931"/>
                <a:gd name="connsiteY64" fmla="*/ 86994 h 138429"/>
                <a:gd name="connsiteX65" fmla="*/ 2660010 w 4940931"/>
                <a:gd name="connsiteY65" fmla="*/ 75564 h 138429"/>
                <a:gd name="connsiteX66" fmla="*/ 2656200 w 4940931"/>
                <a:gd name="connsiteY66" fmla="*/ 74294 h 138429"/>
                <a:gd name="connsiteX67" fmla="*/ 2652390 w 4940931"/>
                <a:gd name="connsiteY67" fmla="*/ 73659 h 138429"/>
                <a:gd name="connsiteX68" fmla="*/ 2647945 w 4940931"/>
                <a:gd name="connsiteY68" fmla="*/ 73024 h 138429"/>
                <a:gd name="connsiteX69" fmla="*/ 2642230 w 4940931"/>
                <a:gd name="connsiteY69" fmla="*/ 73024 h 138429"/>
                <a:gd name="connsiteX70" fmla="*/ 4664706 w 4940931"/>
                <a:gd name="connsiteY70" fmla="*/ 43814 h 138429"/>
                <a:gd name="connsiteX71" fmla="*/ 4657086 w 4940931"/>
                <a:gd name="connsiteY71" fmla="*/ 45719 h 138429"/>
                <a:gd name="connsiteX72" fmla="*/ 4651371 w 4940931"/>
                <a:gd name="connsiteY72" fmla="*/ 50799 h 138429"/>
                <a:gd name="connsiteX73" fmla="*/ 4647561 w 4940931"/>
                <a:gd name="connsiteY73" fmla="*/ 59054 h 138429"/>
                <a:gd name="connsiteX74" fmla="*/ 4646291 w 4940931"/>
                <a:gd name="connsiteY74" fmla="*/ 69849 h 138429"/>
                <a:gd name="connsiteX75" fmla="*/ 4647561 w 4940931"/>
                <a:gd name="connsiteY75" fmla="*/ 81279 h 138429"/>
                <a:gd name="connsiteX76" fmla="*/ 4651371 w 4940931"/>
                <a:gd name="connsiteY76" fmla="*/ 89534 h 138429"/>
                <a:gd name="connsiteX77" fmla="*/ 4657721 w 4940931"/>
                <a:gd name="connsiteY77" fmla="*/ 94614 h 138429"/>
                <a:gd name="connsiteX78" fmla="*/ 4665341 w 4940931"/>
                <a:gd name="connsiteY78" fmla="*/ 96519 h 138429"/>
                <a:gd name="connsiteX79" fmla="*/ 4672961 w 4940931"/>
                <a:gd name="connsiteY79" fmla="*/ 94614 h 138429"/>
                <a:gd name="connsiteX80" fmla="*/ 4678676 w 4940931"/>
                <a:gd name="connsiteY80" fmla="*/ 88899 h 138429"/>
                <a:gd name="connsiteX81" fmla="*/ 4682486 w 4940931"/>
                <a:gd name="connsiteY81" fmla="*/ 80644 h 138429"/>
                <a:gd name="connsiteX82" fmla="*/ 4683756 w 4940931"/>
                <a:gd name="connsiteY82" fmla="*/ 70484 h 138429"/>
                <a:gd name="connsiteX83" fmla="*/ 4684391 w 4940931"/>
                <a:gd name="connsiteY83" fmla="*/ 69849 h 138429"/>
                <a:gd name="connsiteX84" fmla="*/ 4683121 w 4940931"/>
                <a:gd name="connsiteY84" fmla="*/ 59054 h 138429"/>
                <a:gd name="connsiteX85" fmla="*/ 4679311 w 4940931"/>
                <a:gd name="connsiteY85" fmla="*/ 50799 h 138429"/>
                <a:gd name="connsiteX86" fmla="*/ 4672961 w 4940931"/>
                <a:gd name="connsiteY86" fmla="*/ 45719 h 138429"/>
                <a:gd name="connsiteX87" fmla="*/ 4664706 w 4940931"/>
                <a:gd name="connsiteY87" fmla="*/ 43814 h 138429"/>
                <a:gd name="connsiteX88" fmla="*/ 4264020 w 4940931"/>
                <a:gd name="connsiteY88" fmla="*/ 43814 h 138429"/>
                <a:gd name="connsiteX89" fmla="*/ 4256400 w 4940931"/>
                <a:gd name="connsiteY89" fmla="*/ 45719 h 138429"/>
                <a:gd name="connsiteX90" fmla="*/ 4250685 w 4940931"/>
                <a:gd name="connsiteY90" fmla="*/ 50799 h 138429"/>
                <a:gd name="connsiteX91" fmla="*/ 4246875 w 4940931"/>
                <a:gd name="connsiteY91" fmla="*/ 59054 h 138429"/>
                <a:gd name="connsiteX92" fmla="*/ 4245605 w 4940931"/>
                <a:gd name="connsiteY92" fmla="*/ 69849 h 138429"/>
                <a:gd name="connsiteX93" fmla="*/ 4246875 w 4940931"/>
                <a:gd name="connsiteY93" fmla="*/ 81279 h 138429"/>
                <a:gd name="connsiteX94" fmla="*/ 4250685 w 4940931"/>
                <a:gd name="connsiteY94" fmla="*/ 89534 h 138429"/>
                <a:gd name="connsiteX95" fmla="*/ 4257035 w 4940931"/>
                <a:gd name="connsiteY95" fmla="*/ 94614 h 138429"/>
                <a:gd name="connsiteX96" fmla="*/ 4264655 w 4940931"/>
                <a:gd name="connsiteY96" fmla="*/ 96519 h 138429"/>
                <a:gd name="connsiteX97" fmla="*/ 4272275 w 4940931"/>
                <a:gd name="connsiteY97" fmla="*/ 94614 h 138429"/>
                <a:gd name="connsiteX98" fmla="*/ 4277990 w 4940931"/>
                <a:gd name="connsiteY98" fmla="*/ 88899 h 138429"/>
                <a:gd name="connsiteX99" fmla="*/ 4281800 w 4940931"/>
                <a:gd name="connsiteY99" fmla="*/ 80644 h 138429"/>
                <a:gd name="connsiteX100" fmla="*/ 4283070 w 4940931"/>
                <a:gd name="connsiteY100" fmla="*/ 70484 h 138429"/>
                <a:gd name="connsiteX101" fmla="*/ 4283705 w 4940931"/>
                <a:gd name="connsiteY101" fmla="*/ 69849 h 138429"/>
                <a:gd name="connsiteX102" fmla="*/ 4282435 w 4940931"/>
                <a:gd name="connsiteY102" fmla="*/ 59054 h 138429"/>
                <a:gd name="connsiteX103" fmla="*/ 4278625 w 4940931"/>
                <a:gd name="connsiteY103" fmla="*/ 50799 h 138429"/>
                <a:gd name="connsiteX104" fmla="*/ 4272275 w 4940931"/>
                <a:gd name="connsiteY104" fmla="*/ 45719 h 138429"/>
                <a:gd name="connsiteX105" fmla="*/ 4264020 w 4940931"/>
                <a:gd name="connsiteY105" fmla="*/ 43814 h 138429"/>
                <a:gd name="connsiteX106" fmla="*/ 1420495 w 4940931"/>
                <a:gd name="connsiteY106" fmla="*/ 43814 h 138429"/>
                <a:gd name="connsiteX107" fmla="*/ 1412875 w 4940931"/>
                <a:gd name="connsiteY107" fmla="*/ 45719 h 138429"/>
                <a:gd name="connsiteX108" fmla="*/ 1407160 w 4940931"/>
                <a:gd name="connsiteY108" fmla="*/ 50799 h 138429"/>
                <a:gd name="connsiteX109" fmla="*/ 1403350 w 4940931"/>
                <a:gd name="connsiteY109" fmla="*/ 59054 h 138429"/>
                <a:gd name="connsiteX110" fmla="*/ 1402080 w 4940931"/>
                <a:gd name="connsiteY110" fmla="*/ 69849 h 138429"/>
                <a:gd name="connsiteX111" fmla="*/ 1403350 w 4940931"/>
                <a:gd name="connsiteY111" fmla="*/ 81279 h 138429"/>
                <a:gd name="connsiteX112" fmla="*/ 1407160 w 4940931"/>
                <a:gd name="connsiteY112" fmla="*/ 89534 h 138429"/>
                <a:gd name="connsiteX113" fmla="*/ 1413510 w 4940931"/>
                <a:gd name="connsiteY113" fmla="*/ 94614 h 138429"/>
                <a:gd name="connsiteX114" fmla="*/ 1421130 w 4940931"/>
                <a:gd name="connsiteY114" fmla="*/ 96519 h 138429"/>
                <a:gd name="connsiteX115" fmla="*/ 1428750 w 4940931"/>
                <a:gd name="connsiteY115" fmla="*/ 94614 h 138429"/>
                <a:gd name="connsiteX116" fmla="*/ 1434465 w 4940931"/>
                <a:gd name="connsiteY116" fmla="*/ 88899 h 138429"/>
                <a:gd name="connsiteX117" fmla="*/ 1438275 w 4940931"/>
                <a:gd name="connsiteY117" fmla="*/ 80644 h 138429"/>
                <a:gd name="connsiteX118" fmla="*/ 1439545 w 4940931"/>
                <a:gd name="connsiteY118" fmla="*/ 70484 h 138429"/>
                <a:gd name="connsiteX119" fmla="*/ 1440180 w 4940931"/>
                <a:gd name="connsiteY119" fmla="*/ 69849 h 138429"/>
                <a:gd name="connsiteX120" fmla="*/ 1438910 w 4940931"/>
                <a:gd name="connsiteY120" fmla="*/ 59054 h 138429"/>
                <a:gd name="connsiteX121" fmla="*/ 1435100 w 4940931"/>
                <a:gd name="connsiteY121" fmla="*/ 50799 h 138429"/>
                <a:gd name="connsiteX122" fmla="*/ 1428750 w 4940931"/>
                <a:gd name="connsiteY122" fmla="*/ 45719 h 138429"/>
                <a:gd name="connsiteX123" fmla="*/ 1420495 w 4940931"/>
                <a:gd name="connsiteY123" fmla="*/ 43814 h 138429"/>
                <a:gd name="connsiteX124" fmla="*/ 4041770 w 4940931"/>
                <a:gd name="connsiteY124" fmla="*/ 43180 h 138429"/>
                <a:gd name="connsiteX125" fmla="*/ 4034785 w 4940931"/>
                <a:gd name="connsiteY125" fmla="*/ 44450 h 138429"/>
                <a:gd name="connsiteX126" fmla="*/ 4029705 w 4940931"/>
                <a:gd name="connsiteY126" fmla="*/ 48260 h 138429"/>
                <a:gd name="connsiteX127" fmla="*/ 4025895 w 4940931"/>
                <a:gd name="connsiteY127" fmla="*/ 54610 h 138429"/>
                <a:gd name="connsiteX128" fmla="*/ 4023990 w 4940931"/>
                <a:gd name="connsiteY128" fmla="*/ 62865 h 138429"/>
                <a:gd name="connsiteX129" fmla="*/ 4060185 w 4940931"/>
                <a:gd name="connsiteY129" fmla="*/ 62865 h 138429"/>
                <a:gd name="connsiteX130" fmla="*/ 4058915 w 4940931"/>
                <a:gd name="connsiteY130" fmla="*/ 55245 h 138429"/>
                <a:gd name="connsiteX131" fmla="*/ 4055740 w 4940931"/>
                <a:gd name="connsiteY131" fmla="*/ 48895 h 138429"/>
                <a:gd name="connsiteX132" fmla="*/ 4050025 w 4940931"/>
                <a:gd name="connsiteY132" fmla="*/ 44450 h 138429"/>
                <a:gd name="connsiteX133" fmla="*/ 4041770 w 4940931"/>
                <a:gd name="connsiteY133" fmla="*/ 43180 h 138429"/>
                <a:gd name="connsiteX134" fmla="*/ 3728081 w 4940931"/>
                <a:gd name="connsiteY134" fmla="*/ 43180 h 138429"/>
                <a:gd name="connsiteX135" fmla="*/ 3721096 w 4940931"/>
                <a:gd name="connsiteY135" fmla="*/ 44450 h 138429"/>
                <a:gd name="connsiteX136" fmla="*/ 3716016 w 4940931"/>
                <a:gd name="connsiteY136" fmla="*/ 48260 h 138429"/>
                <a:gd name="connsiteX137" fmla="*/ 3712206 w 4940931"/>
                <a:gd name="connsiteY137" fmla="*/ 54610 h 138429"/>
                <a:gd name="connsiteX138" fmla="*/ 3710301 w 4940931"/>
                <a:gd name="connsiteY138" fmla="*/ 62865 h 138429"/>
                <a:gd name="connsiteX139" fmla="*/ 3746496 w 4940931"/>
                <a:gd name="connsiteY139" fmla="*/ 62865 h 138429"/>
                <a:gd name="connsiteX140" fmla="*/ 3745226 w 4940931"/>
                <a:gd name="connsiteY140" fmla="*/ 55245 h 138429"/>
                <a:gd name="connsiteX141" fmla="*/ 3742051 w 4940931"/>
                <a:gd name="connsiteY141" fmla="*/ 48895 h 138429"/>
                <a:gd name="connsiteX142" fmla="*/ 3736336 w 4940931"/>
                <a:gd name="connsiteY142" fmla="*/ 44450 h 138429"/>
                <a:gd name="connsiteX143" fmla="*/ 3728081 w 4940931"/>
                <a:gd name="connsiteY143" fmla="*/ 43180 h 138429"/>
                <a:gd name="connsiteX144" fmla="*/ 3541391 w 4940931"/>
                <a:gd name="connsiteY144" fmla="*/ 43180 h 138429"/>
                <a:gd name="connsiteX145" fmla="*/ 3534406 w 4940931"/>
                <a:gd name="connsiteY145" fmla="*/ 44450 h 138429"/>
                <a:gd name="connsiteX146" fmla="*/ 3529326 w 4940931"/>
                <a:gd name="connsiteY146" fmla="*/ 48260 h 138429"/>
                <a:gd name="connsiteX147" fmla="*/ 3525516 w 4940931"/>
                <a:gd name="connsiteY147" fmla="*/ 54610 h 138429"/>
                <a:gd name="connsiteX148" fmla="*/ 3523611 w 4940931"/>
                <a:gd name="connsiteY148" fmla="*/ 62865 h 138429"/>
                <a:gd name="connsiteX149" fmla="*/ 3559806 w 4940931"/>
                <a:gd name="connsiteY149" fmla="*/ 62865 h 138429"/>
                <a:gd name="connsiteX150" fmla="*/ 3558536 w 4940931"/>
                <a:gd name="connsiteY150" fmla="*/ 55245 h 138429"/>
                <a:gd name="connsiteX151" fmla="*/ 3555361 w 4940931"/>
                <a:gd name="connsiteY151" fmla="*/ 48895 h 138429"/>
                <a:gd name="connsiteX152" fmla="*/ 3549646 w 4940931"/>
                <a:gd name="connsiteY152" fmla="*/ 44450 h 138429"/>
                <a:gd name="connsiteX153" fmla="*/ 3541391 w 4940931"/>
                <a:gd name="connsiteY153" fmla="*/ 43180 h 138429"/>
                <a:gd name="connsiteX154" fmla="*/ 3463285 w 4940931"/>
                <a:gd name="connsiteY154" fmla="*/ 43180 h 138429"/>
                <a:gd name="connsiteX155" fmla="*/ 3458205 w 4940931"/>
                <a:gd name="connsiteY155" fmla="*/ 43815 h 138429"/>
                <a:gd name="connsiteX156" fmla="*/ 3453125 w 4940931"/>
                <a:gd name="connsiteY156" fmla="*/ 45720 h 138429"/>
                <a:gd name="connsiteX157" fmla="*/ 3448680 w 4940931"/>
                <a:gd name="connsiteY157" fmla="*/ 48895 h 138429"/>
                <a:gd name="connsiteX158" fmla="*/ 3445505 w 4940931"/>
                <a:gd name="connsiteY158" fmla="*/ 52705 h 138429"/>
                <a:gd name="connsiteX159" fmla="*/ 3445505 w 4940931"/>
                <a:gd name="connsiteY159" fmla="*/ 85725 h 138429"/>
                <a:gd name="connsiteX160" fmla="*/ 3448680 w 4940931"/>
                <a:gd name="connsiteY160" fmla="*/ 89535 h 138429"/>
                <a:gd name="connsiteX161" fmla="*/ 3453125 w 4940931"/>
                <a:gd name="connsiteY161" fmla="*/ 92710 h 138429"/>
                <a:gd name="connsiteX162" fmla="*/ 3458205 w 4940931"/>
                <a:gd name="connsiteY162" fmla="*/ 95250 h 138429"/>
                <a:gd name="connsiteX163" fmla="*/ 3463920 w 4940931"/>
                <a:gd name="connsiteY163" fmla="*/ 95885 h 138429"/>
                <a:gd name="connsiteX164" fmla="*/ 3476620 w 4940931"/>
                <a:gd name="connsiteY164" fmla="*/ 89535 h 138429"/>
                <a:gd name="connsiteX165" fmla="*/ 3481065 w 4940931"/>
                <a:gd name="connsiteY165" fmla="*/ 71120 h 138429"/>
                <a:gd name="connsiteX166" fmla="*/ 3480430 w 4940931"/>
                <a:gd name="connsiteY166" fmla="*/ 71755 h 138429"/>
                <a:gd name="connsiteX167" fmla="*/ 3475985 w 4940931"/>
                <a:gd name="connsiteY167" fmla="*/ 50165 h 138429"/>
                <a:gd name="connsiteX168" fmla="*/ 3463285 w 4940931"/>
                <a:gd name="connsiteY168" fmla="*/ 43180 h 138429"/>
                <a:gd name="connsiteX169" fmla="*/ 3343271 w 4940931"/>
                <a:gd name="connsiteY169" fmla="*/ 43180 h 138429"/>
                <a:gd name="connsiteX170" fmla="*/ 3336286 w 4940931"/>
                <a:gd name="connsiteY170" fmla="*/ 44450 h 138429"/>
                <a:gd name="connsiteX171" fmla="*/ 3331206 w 4940931"/>
                <a:gd name="connsiteY171" fmla="*/ 48260 h 138429"/>
                <a:gd name="connsiteX172" fmla="*/ 3327396 w 4940931"/>
                <a:gd name="connsiteY172" fmla="*/ 54610 h 138429"/>
                <a:gd name="connsiteX173" fmla="*/ 3325491 w 4940931"/>
                <a:gd name="connsiteY173" fmla="*/ 62865 h 138429"/>
                <a:gd name="connsiteX174" fmla="*/ 3361686 w 4940931"/>
                <a:gd name="connsiteY174" fmla="*/ 62865 h 138429"/>
                <a:gd name="connsiteX175" fmla="*/ 3360416 w 4940931"/>
                <a:gd name="connsiteY175" fmla="*/ 55245 h 138429"/>
                <a:gd name="connsiteX176" fmla="*/ 3357241 w 4940931"/>
                <a:gd name="connsiteY176" fmla="*/ 48895 h 138429"/>
                <a:gd name="connsiteX177" fmla="*/ 3351526 w 4940931"/>
                <a:gd name="connsiteY177" fmla="*/ 44450 h 138429"/>
                <a:gd name="connsiteX178" fmla="*/ 3343271 w 4940931"/>
                <a:gd name="connsiteY178" fmla="*/ 43180 h 138429"/>
                <a:gd name="connsiteX179" fmla="*/ 2976876 w 4940931"/>
                <a:gd name="connsiteY179" fmla="*/ 43180 h 138429"/>
                <a:gd name="connsiteX180" fmla="*/ 2969891 w 4940931"/>
                <a:gd name="connsiteY180" fmla="*/ 44450 h 138429"/>
                <a:gd name="connsiteX181" fmla="*/ 2964811 w 4940931"/>
                <a:gd name="connsiteY181" fmla="*/ 48260 h 138429"/>
                <a:gd name="connsiteX182" fmla="*/ 2961001 w 4940931"/>
                <a:gd name="connsiteY182" fmla="*/ 54610 h 138429"/>
                <a:gd name="connsiteX183" fmla="*/ 2959096 w 4940931"/>
                <a:gd name="connsiteY183" fmla="*/ 62865 h 138429"/>
                <a:gd name="connsiteX184" fmla="*/ 2995291 w 4940931"/>
                <a:gd name="connsiteY184" fmla="*/ 62865 h 138429"/>
                <a:gd name="connsiteX185" fmla="*/ 2994021 w 4940931"/>
                <a:gd name="connsiteY185" fmla="*/ 55245 h 138429"/>
                <a:gd name="connsiteX186" fmla="*/ 2990846 w 4940931"/>
                <a:gd name="connsiteY186" fmla="*/ 48895 h 138429"/>
                <a:gd name="connsiteX187" fmla="*/ 2985131 w 4940931"/>
                <a:gd name="connsiteY187" fmla="*/ 44450 h 138429"/>
                <a:gd name="connsiteX188" fmla="*/ 2976876 w 4940931"/>
                <a:gd name="connsiteY188" fmla="*/ 43180 h 138429"/>
                <a:gd name="connsiteX189" fmla="*/ 2527930 w 4940931"/>
                <a:gd name="connsiteY189" fmla="*/ 43180 h 138429"/>
                <a:gd name="connsiteX190" fmla="*/ 2520945 w 4940931"/>
                <a:gd name="connsiteY190" fmla="*/ 44450 h 138429"/>
                <a:gd name="connsiteX191" fmla="*/ 2515865 w 4940931"/>
                <a:gd name="connsiteY191" fmla="*/ 48260 h 138429"/>
                <a:gd name="connsiteX192" fmla="*/ 2512055 w 4940931"/>
                <a:gd name="connsiteY192" fmla="*/ 54610 h 138429"/>
                <a:gd name="connsiteX193" fmla="*/ 2510150 w 4940931"/>
                <a:gd name="connsiteY193" fmla="*/ 62865 h 138429"/>
                <a:gd name="connsiteX194" fmla="*/ 2546345 w 4940931"/>
                <a:gd name="connsiteY194" fmla="*/ 62865 h 138429"/>
                <a:gd name="connsiteX195" fmla="*/ 2545075 w 4940931"/>
                <a:gd name="connsiteY195" fmla="*/ 55245 h 138429"/>
                <a:gd name="connsiteX196" fmla="*/ 2541900 w 4940931"/>
                <a:gd name="connsiteY196" fmla="*/ 48895 h 138429"/>
                <a:gd name="connsiteX197" fmla="*/ 2536185 w 4940931"/>
                <a:gd name="connsiteY197" fmla="*/ 44450 h 138429"/>
                <a:gd name="connsiteX198" fmla="*/ 2527930 w 4940931"/>
                <a:gd name="connsiteY198" fmla="*/ 43180 h 138429"/>
                <a:gd name="connsiteX199" fmla="*/ 2214240 w 4940931"/>
                <a:gd name="connsiteY199" fmla="*/ 43180 h 138429"/>
                <a:gd name="connsiteX200" fmla="*/ 2207255 w 4940931"/>
                <a:gd name="connsiteY200" fmla="*/ 44450 h 138429"/>
                <a:gd name="connsiteX201" fmla="*/ 2202175 w 4940931"/>
                <a:gd name="connsiteY201" fmla="*/ 48260 h 138429"/>
                <a:gd name="connsiteX202" fmla="*/ 2198365 w 4940931"/>
                <a:gd name="connsiteY202" fmla="*/ 54610 h 138429"/>
                <a:gd name="connsiteX203" fmla="*/ 2196460 w 4940931"/>
                <a:gd name="connsiteY203" fmla="*/ 62865 h 138429"/>
                <a:gd name="connsiteX204" fmla="*/ 2232655 w 4940931"/>
                <a:gd name="connsiteY204" fmla="*/ 62865 h 138429"/>
                <a:gd name="connsiteX205" fmla="*/ 2231385 w 4940931"/>
                <a:gd name="connsiteY205" fmla="*/ 55245 h 138429"/>
                <a:gd name="connsiteX206" fmla="*/ 2228210 w 4940931"/>
                <a:gd name="connsiteY206" fmla="*/ 48895 h 138429"/>
                <a:gd name="connsiteX207" fmla="*/ 2222495 w 4940931"/>
                <a:gd name="connsiteY207" fmla="*/ 44450 h 138429"/>
                <a:gd name="connsiteX208" fmla="*/ 2214240 w 4940931"/>
                <a:gd name="connsiteY208" fmla="*/ 43180 h 138429"/>
                <a:gd name="connsiteX209" fmla="*/ 2027551 w 4940931"/>
                <a:gd name="connsiteY209" fmla="*/ 43180 h 138429"/>
                <a:gd name="connsiteX210" fmla="*/ 2020566 w 4940931"/>
                <a:gd name="connsiteY210" fmla="*/ 44450 h 138429"/>
                <a:gd name="connsiteX211" fmla="*/ 2015486 w 4940931"/>
                <a:gd name="connsiteY211" fmla="*/ 48260 h 138429"/>
                <a:gd name="connsiteX212" fmla="*/ 2011676 w 4940931"/>
                <a:gd name="connsiteY212" fmla="*/ 54610 h 138429"/>
                <a:gd name="connsiteX213" fmla="*/ 2009771 w 4940931"/>
                <a:gd name="connsiteY213" fmla="*/ 62865 h 138429"/>
                <a:gd name="connsiteX214" fmla="*/ 2045966 w 4940931"/>
                <a:gd name="connsiteY214" fmla="*/ 62865 h 138429"/>
                <a:gd name="connsiteX215" fmla="*/ 2044696 w 4940931"/>
                <a:gd name="connsiteY215" fmla="*/ 55245 h 138429"/>
                <a:gd name="connsiteX216" fmla="*/ 2041521 w 4940931"/>
                <a:gd name="connsiteY216" fmla="*/ 48895 h 138429"/>
                <a:gd name="connsiteX217" fmla="*/ 2035806 w 4940931"/>
                <a:gd name="connsiteY217" fmla="*/ 44450 h 138429"/>
                <a:gd name="connsiteX218" fmla="*/ 2027551 w 4940931"/>
                <a:gd name="connsiteY218" fmla="*/ 43180 h 138429"/>
                <a:gd name="connsiteX219" fmla="*/ 1949445 w 4940931"/>
                <a:gd name="connsiteY219" fmla="*/ 43180 h 138429"/>
                <a:gd name="connsiteX220" fmla="*/ 1944365 w 4940931"/>
                <a:gd name="connsiteY220" fmla="*/ 43815 h 138429"/>
                <a:gd name="connsiteX221" fmla="*/ 1939285 w 4940931"/>
                <a:gd name="connsiteY221" fmla="*/ 45720 h 138429"/>
                <a:gd name="connsiteX222" fmla="*/ 1934840 w 4940931"/>
                <a:gd name="connsiteY222" fmla="*/ 48895 h 138429"/>
                <a:gd name="connsiteX223" fmla="*/ 1931665 w 4940931"/>
                <a:gd name="connsiteY223" fmla="*/ 52705 h 138429"/>
                <a:gd name="connsiteX224" fmla="*/ 1931665 w 4940931"/>
                <a:gd name="connsiteY224" fmla="*/ 85725 h 138429"/>
                <a:gd name="connsiteX225" fmla="*/ 1934840 w 4940931"/>
                <a:gd name="connsiteY225" fmla="*/ 89535 h 138429"/>
                <a:gd name="connsiteX226" fmla="*/ 1939285 w 4940931"/>
                <a:gd name="connsiteY226" fmla="*/ 92710 h 138429"/>
                <a:gd name="connsiteX227" fmla="*/ 1944365 w 4940931"/>
                <a:gd name="connsiteY227" fmla="*/ 95250 h 138429"/>
                <a:gd name="connsiteX228" fmla="*/ 1950080 w 4940931"/>
                <a:gd name="connsiteY228" fmla="*/ 95885 h 138429"/>
                <a:gd name="connsiteX229" fmla="*/ 1962780 w 4940931"/>
                <a:gd name="connsiteY229" fmla="*/ 89535 h 138429"/>
                <a:gd name="connsiteX230" fmla="*/ 1967225 w 4940931"/>
                <a:gd name="connsiteY230" fmla="*/ 71120 h 138429"/>
                <a:gd name="connsiteX231" fmla="*/ 1966590 w 4940931"/>
                <a:gd name="connsiteY231" fmla="*/ 71755 h 138429"/>
                <a:gd name="connsiteX232" fmla="*/ 1962145 w 4940931"/>
                <a:gd name="connsiteY232" fmla="*/ 50165 h 138429"/>
                <a:gd name="connsiteX233" fmla="*/ 1949445 w 4940931"/>
                <a:gd name="connsiteY233" fmla="*/ 43180 h 138429"/>
                <a:gd name="connsiteX234" fmla="*/ 1829431 w 4940931"/>
                <a:gd name="connsiteY234" fmla="*/ 43180 h 138429"/>
                <a:gd name="connsiteX235" fmla="*/ 1822446 w 4940931"/>
                <a:gd name="connsiteY235" fmla="*/ 44450 h 138429"/>
                <a:gd name="connsiteX236" fmla="*/ 1817366 w 4940931"/>
                <a:gd name="connsiteY236" fmla="*/ 48260 h 138429"/>
                <a:gd name="connsiteX237" fmla="*/ 1813556 w 4940931"/>
                <a:gd name="connsiteY237" fmla="*/ 54610 h 138429"/>
                <a:gd name="connsiteX238" fmla="*/ 1811651 w 4940931"/>
                <a:gd name="connsiteY238" fmla="*/ 62865 h 138429"/>
                <a:gd name="connsiteX239" fmla="*/ 1847846 w 4940931"/>
                <a:gd name="connsiteY239" fmla="*/ 62865 h 138429"/>
                <a:gd name="connsiteX240" fmla="*/ 1846576 w 4940931"/>
                <a:gd name="connsiteY240" fmla="*/ 55245 h 138429"/>
                <a:gd name="connsiteX241" fmla="*/ 1843401 w 4940931"/>
                <a:gd name="connsiteY241" fmla="*/ 48895 h 138429"/>
                <a:gd name="connsiteX242" fmla="*/ 1837686 w 4940931"/>
                <a:gd name="connsiteY242" fmla="*/ 44450 h 138429"/>
                <a:gd name="connsiteX243" fmla="*/ 1829431 w 4940931"/>
                <a:gd name="connsiteY243" fmla="*/ 43180 h 138429"/>
                <a:gd name="connsiteX244" fmla="*/ 1178561 w 4940931"/>
                <a:gd name="connsiteY244" fmla="*/ 43180 h 138429"/>
                <a:gd name="connsiteX245" fmla="*/ 1171576 w 4940931"/>
                <a:gd name="connsiteY245" fmla="*/ 44450 h 138429"/>
                <a:gd name="connsiteX246" fmla="*/ 1166496 w 4940931"/>
                <a:gd name="connsiteY246" fmla="*/ 48260 h 138429"/>
                <a:gd name="connsiteX247" fmla="*/ 1162686 w 4940931"/>
                <a:gd name="connsiteY247" fmla="*/ 54610 h 138429"/>
                <a:gd name="connsiteX248" fmla="*/ 1160781 w 4940931"/>
                <a:gd name="connsiteY248" fmla="*/ 62865 h 138429"/>
                <a:gd name="connsiteX249" fmla="*/ 1196976 w 4940931"/>
                <a:gd name="connsiteY249" fmla="*/ 62865 h 138429"/>
                <a:gd name="connsiteX250" fmla="*/ 1195706 w 4940931"/>
                <a:gd name="connsiteY250" fmla="*/ 55245 h 138429"/>
                <a:gd name="connsiteX251" fmla="*/ 1192531 w 4940931"/>
                <a:gd name="connsiteY251" fmla="*/ 48895 h 138429"/>
                <a:gd name="connsiteX252" fmla="*/ 1186816 w 4940931"/>
                <a:gd name="connsiteY252" fmla="*/ 44450 h 138429"/>
                <a:gd name="connsiteX253" fmla="*/ 1178561 w 4940931"/>
                <a:gd name="connsiteY253" fmla="*/ 43180 h 138429"/>
                <a:gd name="connsiteX254" fmla="*/ 898525 w 4940931"/>
                <a:gd name="connsiteY254" fmla="*/ 43180 h 138429"/>
                <a:gd name="connsiteX255" fmla="*/ 891540 w 4940931"/>
                <a:gd name="connsiteY255" fmla="*/ 44450 h 138429"/>
                <a:gd name="connsiteX256" fmla="*/ 886460 w 4940931"/>
                <a:gd name="connsiteY256" fmla="*/ 48260 h 138429"/>
                <a:gd name="connsiteX257" fmla="*/ 882650 w 4940931"/>
                <a:gd name="connsiteY257" fmla="*/ 54610 h 138429"/>
                <a:gd name="connsiteX258" fmla="*/ 880745 w 4940931"/>
                <a:gd name="connsiteY258" fmla="*/ 62865 h 138429"/>
                <a:gd name="connsiteX259" fmla="*/ 916940 w 4940931"/>
                <a:gd name="connsiteY259" fmla="*/ 62865 h 138429"/>
                <a:gd name="connsiteX260" fmla="*/ 915670 w 4940931"/>
                <a:gd name="connsiteY260" fmla="*/ 55245 h 138429"/>
                <a:gd name="connsiteX261" fmla="*/ 912495 w 4940931"/>
                <a:gd name="connsiteY261" fmla="*/ 48895 h 138429"/>
                <a:gd name="connsiteX262" fmla="*/ 906780 w 4940931"/>
                <a:gd name="connsiteY262" fmla="*/ 44450 h 138429"/>
                <a:gd name="connsiteX263" fmla="*/ 898525 w 4940931"/>
                <a:gd name="connsiteY263" fmla="*/ 43180 h 138429"/>
                <a:gd name="connsiteX264" fmla="*/ 584834 w 4940931"/>
                <a:gd name="connsiteY264" fmla="*/ 43180 h 138429"/>
                <a:gd name="connsiteX265" fmla="*/ 577849 w 4940931"/>
                <a:gd name="connsiteY265" fmla="*/ 44450 h 138429"/>
                <a:gd name="connsiteX266" fmla="*/ 572769 w 4940931"/>
                <a:gd name="connsiteY266" fmla="*/ 48260 h 138429"/>
                <a:gd name="connsiteX267" fmla="*/ 568959 w 4940931"/>
                <a:gd name="connsiteY267" fmla="*/ 54610 h 138429"/>
                <a:gd name="connsiteX268" fmla="*/ 567054 w 4940931"/>
                <a:gd name="connsiteY268" fmla="*/ 62865 h 138429"/>
                <a:gd name="connsiteX269" fmla="*/ 603249 w 4940931"/>
                <a:gd name="connsiteY269" fmla="*/ 62865 h 138429"/>
                <a:gd name="connsiteX270" fmla="*/ 601979 w 4940931"/>
                <a:gd name="connsiteY270" fmla="*/ 55245 h 138429"/>
                <a:gd name="connsiteX271" fmla="*/ 598804 w 4940931"/>
                <a:gd name="connsiteY271" fmla="*/ 48895 h 138429"/>
                <a:gd name="connsiteX272" fmla="*/ 593089 w 4940931"/>
                <a:gd name="connsiteY272" fmla="*/ 44450 h 138429"/>
                <a:gd name="connsiteX273" fmla="*/ 584834 w 4940931"/>
                <a:gd name="connsiteY273" fmla="*/ 43180 h 138429"/>
                <a:gd name="connsiteX274" fmla="*/ 398145 w 4940931"/>
                <a:gd name="connsiteY274" fmla="*/ 43180 h 138429"/>
                <a:gd name="connsiteX275" fmla="*/ 391160 w 4940931"/>
                <a:gd name="connsiteY275" fmla="*/ 44450 h 138429"/>
                <a:gd name="connsiteX276" fmla="*/ 386080 w 4940931"/>
                <a:gd name="connsiteY276" fmla="*/ 48260 h 138429"/>
                <a:gd name="connsiteX277" fmla="*/ 382270 w 4940931"/>
                <a:gd name="connsiteY277" fmla="*/ 54610 h 138429"/>
                <a:gd name="connsiteX278" fmla="*/ 380365 w 4940931"/>
                <a:gd name="connsiteY278" fmla="*/ 62865 h 138429"/>
                <a:gd name="connsiteX279" fmla="*/ 416560 w 4940931"/>
                <a:gd name="connsiteY279" fmla="*/ 62865 h 138429"/>
                <a:gd name="connsiteX280" fmla="*/ 415290 w 4940931"/>
                <a:gd name="connsiteY280" fmla="*/ 55245 h 138429"/>
                <a:gd name="connsiteX281" fmla="*/ 412115 w 4940931"/>
                <a:gd name="connsiteY281" fmla="*/ 48895 h 138429"/>
                <a:gd name="connsiteX282" fmla="*/ 406400 w 4940931"/>
                <a:gd name="connsiteY282" fmla="*/ 44450 h 138429"/>
                <a:gd name="connsiteX283" fmla="*/ 398145 w 4940931"/>
                <a:gd name="connsiteY283" fmla="*/ 43180 h 138429"/>
                <a:gd name="connsiteX284" fmla="*/ 320039 w 4940931"/>
                <a:gd name="connsiteY284" fmla="*/ 43180 h 138429"/>
                <a:gd name="connsiteX285" fmla="*/ 314959 w 4940931"/>
                <a:gd name="connsiteY285" fmla="*/ 43815 h 138429"/>
                <a:gd name="connsiteX286" fmla="*/ 309879 w 4940931"/>
                <a:gd name="connsiteY286" fmla="*/ 45720 h 138429"/>
                <a:gd name="connsiteX287" fmla="*/ 305434 w 4940931"/>
                <a:gd name="connsiteY287" fmla="*/ 48895 h 138429"/>
                <a:gd name="connsiteX288" fmla="*/ 302259 w 4940931"/>
                <a:gd name="connsiteY288" fmla="*/ 52705 h 138429"/>
                <a:gd name="connsiteX289" fmla="*/ 302259 w 4940931"/>
                <a:gd name="connsiteY289" fmla="*/ 85725 h 138429"/>
                <a:gd name="connsiteX290" fmla="*/ 305434 w 4940931"/>
                <a:gd name="connsiteY290" fmla="*/ 89535 h 138429"/>
                <a:gd name="connsiteX291" fmla="*/ 309879 w 4940931"/>
                <a:gd name="connsiteY291" fmla="*/ 92710 h 138429"/>
                <a:gd name="connsiteX292" fmla="*/ 314959 w 4940931"/>
                <a:gd name="connsiteY292" fmla="*/ 95250 h 138429"/>
                <a:gd name="connsiteX293" fmla="*/ 320674 w 4940931"/>
                <a:gd name="connsiteY293" fmla="*/ 95885 h 138429"/>
                <a:gd name="connsiteX294" fmla="*/ 333374 w 4940931"/>
                <a:gd name="connsiteY294" fmla="*/ 89535 h 138429"/>
                <a:gd name="connsiteX295" fmla="*/ 337819 w 4940931"/>
                <a:gd name="connsiteY295" fmla="*/ 71120 h 138429"/>
                <a:gd name="connsiteX296" fmla="*/ 337184 w 4940931"/>
                <a:gd name="connsiteY296" fmla="*/ 71755 h 138429"/>
                <a:gd name="connsiteX297" fmla="*/ 332739 w 4940931"/>
                <a:gd name="connsiteY297" fmla="*/ 50165 h 138429"/>
                <a:gd name="connsiteX298" fmla="*/ 320039 w 4940931"/>
                <a:gd name="connsiteY298" fmla="*/ 43180 h 138429"/>
                <a:gd name="connsiteX299" fmla="*/ 200025 w 4940931"/>
                <a:gd name="connsiteY299" fmla="*/ 43180 h 138429"/>
                <a:gd name="connsiteX300" fmla="*/ 193040 w 4940931"/>
                <a:gd name="connsiteY300" fmla="*/ 44450 h 138429"/>
                <a:gd name="connsiteX301" fmla="*/ 187960 w 4940931"/>
                <a:gd name="connsiteY301" fmla="*/ 48260 h 138429"/>
                <a:gd name="connsiteX302" fmla="*/ 184150 w 4940931"/>
                <a:gd name="connsiteY302" fmla="*/ 54610 h 138429"/>
                <a:gd name="connsiteX303" fmla="*/ 182245 w 4940931"/>
                <a:gd name="connsiteY303" fmla="*/ 62865 h 138429"/>
                <a:gd name="connsiteX304" fmla="*/ 218440 w 4940931"/>
                <a:gd name="connsiteY304" fmla="*/ 62865 h 138429"/>
                <a:gd name="connsiteX305" fmla="*/ 217170 w 4940931"/>
                <a:gd name="connsiteY305" fmla="*/ 55245 h 138429"/>
                <a:gd name="connsiteX306" fmla="*/ 213995 w 4940931"/>
                <a:gd name="connsiteY306" fmla="*/ 48895 h 138429"/>
                <a:gd name="connsiteX307" fmla="*/ 208280 w 4940931"/>
                <a:gd name="connsiteY307" fmla="*/ 44450 h 138429"/>
                <a:gd name="connsiteX308" fmla="*/ 200025 w 4940931"/>
                <a:gd name="connsiteY308" fmla="*/ 43180 h 138429"/>
                <a:gd name="connsiteX309" fmla="*/ 4439281 w 4940931"/>
                <a:gd name="connsiteY309" fmla="*/ 43179 h 138429"/>
                <a:gd name="connsiteX310" fmla="*/ 4426581 w 4940931"/>
                <a:gd name="connsiteY310" fmla="*/ 49529 h 138429"/>
                <a:gd name="connsiteX311" fmla="*/ 4422136 w 4940931"/>
                <a:gd name="connsiteY311" fmla="*/ 67944 h 138429"/>
                <a:gd name="connsiteX312" fmla="*/ 4423406 w 4940931"/>
                <a:gd name="connsiteY312" fmla="*/ 80644 h 138429"/>
                <a:gd name="connsiteX313" fmla="*/ 4426581 w 4940931"/>
                <a:gd name="connsiteY313" fmla="*/ 89534 h 138429"/>
                <a:gd name="connsiteX314" fmla="*/ 4432296 w 4940931"/>
                <a:gd name="connsiteY314" fmla="*/ 94614 h 138429"/>
                <a:gd name="connsiteX315" fmla="*/ 4439916 w 4940931"/>
                <a:gd name="connsiteY315" fmla="*/ 96519 h 138429"/>
                <a:gd name="connsiteX316" fmla="*/ 4444996 w 4940931"/>
                <a:gd name="connsiteY316" fmla="*/ 95884 h 138429"/>
                <a:gd name="connsiteX317" fmla="*/ 4450076 w 4940931"/>
                <a:gd name="connsiteY317" fmla="*/ 93344 h 138429"/>
                <a:gd name="connsiteX318" fmla="*/ 4454521 w 4940931"/>
                <a:gd name="connsiteY318" fmla="*/ 90169 h 138429"/>
                <a:gd name="connsiteX319" fmla="*/ 4457696 w 4940931"/>
                <a:gd name="connsiteY319" fmla="*/ 86359 h 138429"/>
                <a:gd name="connsiteX320" fmla="*/ 4457696 w 4940931"/>
                <a:gd name="connsiteY320" fmla="*/ 53339 h 138429"/>
                <a:gd name="connsiteX321" fmla="*/ 4454521 w 4940931"/>
                <a:gd name="connsiteY321" fmla="*/ 49529 h 138429"/>
                <a:gd name="connsiteX322" fmla="*/ 4450076 w 4940931"/>
                <a:gd name="connsiteY322" fmla="*/ 46354 h 138429"/>
                <a:gd name="connsiteX323" fmla="*/ 4444996 w 4940931"/>
                <a:gd name="connsiteY323" fmla="*/ 43814 h 138429"/>
                <a:gd name="connsiteX324" fmla="*/ 4439281 w 4940931"/>
                <a:gd name="connsiteY324" fmla="*/ 43179 h 138429"/>
                <a:gd name="connsiteX325" fmla="*/ 1014731 w 4940931"/>
                <a:gd name="connsiteY325" fmla="*/ 43179 h 138429"/>
                <a:gd name="connsiteX326" fmla="*/ 1002032 w 4940931"/>
                <a:gd name="connsiteY326" fmla="*/ 49529 h 138429"/>
                <a:gd name="connsiteX327" fmla="*/ 997587 w 4940931"/>
                <a:gd name="connsiteY327" fmla="*/ 67944 h 138429"/>
                <a:gd name="connsiteX328" fmla="*/ 1002032 w 4940931"/>
                <a:gd name="connsiteY328" fmla="*/ 88899 h 138429"/>
                <a:gd name="connsiteX329" fmla="*/ 1015367 w 4940931"/>
                <a:gd name="connsiteY329" fmla="*/ 95884 h 138429"/>
                <a:gd name="connsiteX330" fmla="*/ 1024891 w 4940931"/>
                <a:gd name="connsiteY330" fmla="*/ 93344 h 138429"/>
                <a:gd name="connsiteX331" fmla="*/ 1033147 w 4940931"/>
                <a:gd name="connsiteY331" fmla="*/ 86359 h 138429"/>
                <a:gd name="connsiteX332" fmla="*/ 1033147 w 4940931"/>
                <a:gd name="connsiteY332" fmla="*/ 53339 h 138429"/>
                <a:gd name="connsiteX333" fmla="*/ 1029971 w 4940931"/>
                <a:gd name="connsiteY333" fmla="*/ 49529 h 138429"/>
                <a:gd name="connsiteX334" fmla="*/ 1025526 w 4940931"/>
                <a:gd name="connsiteY334" fmla="*/ 46354 h 138429"/>
                <a:gd name="connsiteX335" fmla="*/ 1020446 w 4940931"/>
                <a:gd name="connsiteY335" fmla="*/ 43814 h 138429"/>
                <a:gd name="connsiteX336" fmla="*/ 1014731 w 4940931"/>
                <a:gd name="connsiteY336" fmla="*/ 43179 h 138429"/>
                <a:gd name="connsiteX337" fmla="*/ 4524370 w 4940931"/>
                <a:gd name="connsiteY337" fmla="*/ 31114 h 138429"/>
                <a:gd name="connsiteX338" fmla="*/ 4538975 w 4940931"/>
                <a:gd name="connsiteY338" fmla="*/ 31114 h 138429"/>
                <a:gd name="connsiteX339" fmla="*/ 4552310 w 4940931"/>
                <a:gd name="connsiteY339" fmla="*/ 84454 h 138429"/>
                <a:gd name="connsiteX340" fmla="*/ 4566915 w 4940931"/>
                <a:gd name="connsiteY340" fmla="*/ 31114 h 138429"/>
                <a:gd name="connsiteX341" fmla="*/ 4579615 w 4940931"/>
                <a:gd name="connsiteY341" fmla="*/ 31114 h 138429"/>
                <a:gd name="connsiteX342" fmla="*/ 4594220 w 4940931"/>
                <a:gd name="connsiteY342" fmla="*/ 84454 h 138429"/>
                <a:gd name="connsiteX343" fmla="*/ 4606920 w 4940931"/>
                <a:gd name="connsiteY343" fmla="*/ 31114 h 138429"/>
                <a:gd name="connsiteX344" fmla="*/ 4622160 w 4940931"/>
                <a:gd name="connsiteY344" fmla="*/ 31114 h 138429"/>
                <a:gd name="connsiteX345" fmla="*/ 4600570 w 4940931"/>
                <a:gd name="connsiteY345" fmla="*/ 108584 h 138429"/>
                <a:gd name="connsiteX346" fmla="*/ 4587235 w 4940931"/>
                <a:gd name="connsiteY346" fmla="*/ 108584 h 138429"/>
                <a:gd name="connsiteX347" fmla="*/ 4572630 w 4940931"/>
                <a:gd name="connsiteY347" fmla="*/ 54609 h 138429"/>
                <a:gd name="connsiteX348" fmla="*/ 4558660 w 4940931"/>
                <a:gd name="connsiteY348" fmla="*/ 108584 h 138429"/>
                <a:gd name="connsiteX349" fmla="*/ 4545325 w 4940931"/>
                <a:gd name="connsiteY349" fmla="*/ 108584 h 138429"/>
                <a:gd name="connsiteX350" fmla="*/ 4123686 w 4940931"/>
                <a:gd name="connsiteY350" fmla="*/ 31114 h 138429"/>
                <a:gd name="connsiteX351" fmla="*/ 4138926 w 4940931"/>
                <a:gd name="connsiteY351" fmla="*/ 31114 h 138429"/>
                <a:gd name="connsiteX352" fmla="*/ 4152261 w 4940931"/>
                <a:gd name="connsiteY352" fmla="*/ 84454 h 138429"/>
                <a:gd name="connsiteX353" fmla="*/ 4166866 w 4940931"/>
                <a:gd name="connsiteY353" fmla="*/ 31114 h 138429"/>
                <a:gd name="connsiteX354" fmla="*/ 4178931 w 4940931"/>
                <a:gd name="connsiteY354" fmla="*/ 31114 h 138429"/>
                <a:gd name="connsiteX355" fmla="*/ 4193536 w 4940931"/>
                <a:gd name="connsiteY355" fmla="*/ 84454 h 138429"/>
                <a:gd name="connsiteX356" fmla="*/ 4206871 w 4940931"/>
                <a:gd name="connsiteY356" fmla="*/ 31114 h 138429"/>
                <a:gd name="connsiteX357" fmla="*/ 4222111 w 4940931"/>
                <a:gd name="connsiteY357" fmla="*/ 31114 h 138429"/>
                <a:gd name="connsiteX358" fmla="*/ 4200521 w 4940931"/>
                <a:gd name="connsiteY358" fmla="*/ 108584 h 138429"/>
                <a:gd name="connsiteX359" fmla="*/ 4187186 w 4940931"/>
                <a:gd name="connsiteY359" fmla="*/ 108584 h 138429"/>
                <a:gd name="connsiteX360" fmla="*/ 4172581 w 4940931"/>
                <a:gd name="connsiteY360" fmla="*/ 54609 h 138429"/>
                <a:gd name="connsiteX361" fmla="*/ 4157976 w 4940931"/>
                <a:gd name="connsiteY361" fmla="*/ 108584 h 138429"/>
                <a:gd name="connsiteX362" fmla="*/ 4145276 w 4940931"/>
                <a:gd name="connsiteY362" fmla="*/ 108584 h 138429"/>
                <a:gd name="connsiteX363" fmla="*/ 2837811 w 4940931"/>
                <a:gd name="connsiteY363" fmla="*/ 31114 h 138429"/>
                <a:gd name="connsiteX364" fmla="*/ 2852416 w 4940931"/>
                <a:gd name="connsiteY364" fmla="*/ 31114 h 138429"/>
                <a:gd name="connsiteX365" fmla="*/ 2865751 w 4940931"/>
                <a:gd name="connsiteY365" fmla="*/ 84454 h 138429"/>
                <a:gd name="connsiteX366" fmla="*/ 2880356 w 4940931"/>
                <a:gd name="connsiteY366" fmla="*/ 31114 h 138429"/>
                <a:gd name="connsiteX367" fmla="*/ 2893056 w 4940931"/>
                <a:gd name="connsiteY367" fmla="*/ 31114 h 138429"/>
                <a:gd name="connsiteX368" fmla="*/ 2907661 w 4940931"/>
                <a:gd name="connsiteY368" fmla="*/ 84454 h 138429"/>
                <a:gd name="connsiteX369" fmla="*/ 2920361 w 4940931"/>
                <a:gd name="connsiteY369" fmla="*/ 31114 h 138429"/>
                <a:gd name="connsiteX370" fmla="*/ 2935601 w 4940931"/>
                <a:gd name="connsiteY370" fmla="*/ 31114 h 138429"/>
                <a:gd name="connsiteX371" fmla="*/ 2914011 w 4940931"/>
                <a:gd name="connsiteY371" fmla="*/ 108584 h 138429"/>
                <a:gd name="connsiteX372" fmla="*/ 2900676 w 4940931"/>
                <a:gd name="connsiteY372" fmla="*/ 108584 h 138429"/>
                <a:gd name="connsiteX373" fmla="*/ 2886706 w 4940931"/>
                <a:gd name="connsiteY373" fmla="*/ 54609 h 138429"/>
                <a:gd name="connsiteX374" fmla="*/ 2872101 w 4940931"/>
                <a:gd name="connsiteY374" fmla="*/ 108584 h 138429"/>
                <a:gd name="connsiteX375" fmla="*/ 2858766 w 4940931"/>
                <a:gd name="connsiteY375" fmla="*/ 108584 h 138429"/>
                <a:gd name="connsiteX376" fmla="*/ 1354455 w 4940931"/>
                <a:gd name="connsiteY376" fmla="*/ 31114 h 138429"/>
                <a:gd name="connsiteX377" fmla="*/ 1369695 w 4940931"/>
                <a:gd name="connsiteY377" fmla="*/ 31114 h 138429"/>
                <a:gd name="connsiteX378" fmla="*/ 1369695 w 4940931"/>
                <a:gd name="connsiteY378" fmla="*/ 109219 h 138429"/>
                <a:gd name="connsiteX379" fmla="*/ 1354455 w 4940931"/>
                <a:gd name="connsiteY379" fmla="*/ 109219 h 138429"/>
                <a:gd name="connsiteX380" fmla="*/ 2646040 w 4940931"/>
                <a:gd name="connsiteY380" fmla="*/ 29844 h 138429"/>
                <a:gd name="connsiteX381" fmla="*/ 2658105 w 4940931"/>
                <a:gd name="connsiteY381" fmla="*/ 31749 h 138429"/>
                <a:gd name="connsiteX382" fmla="*/ 2667630 w 4940931"/>
                <a:gd name="connsiteY382" fmla="*/ 36829 h 138429"/>
                <a:gd name="connsiteX383" fmla="*/ 2673345 w 4940931"/>
                <a:gd name="connsiteY383" fmla="*/ 45084 h 138429"/>
                <a:gd name="connsiteX384" fmla="*/ 2675250 w 4940931"/>
                <a:gd name="connsiteY384" fmla="*/ 56514 h 138429"/>
                <a:gd name="connsiteX385" fmla="*/ 2675250 w 4940931"/>
                <a:gd name="connsiteY385" fmla="*/ 109854 h 138429"/>
                <a:gd name="connsiteX386" fmla="*/ 2660010 w 4940931"/>
                <a:gd name="connsiteY386" fmla="*/ 109854 h 138429"/>
                <a:gd name="connsiteX387" fmla="*/ 2660010 w 4940931"/>
                <a:gd name="connsiteY387" fmla="*/ 108584 h 138429"/>
                <a:gd name="connsiteX388" fmla="*/ 2660010 w 4940931"/>
                <a:gd name="connsiteY388" fmla="*/ 100964 h 138429"/>
                <a:gd name="connsiteX389" fmla="*/ 2654930 w 4940931"/>
                <a:gd name="connsiteY389" fmla="*/ 104774 h 138429"/>
                <a:gd name="connsiteX390" fmla="*/ 2651120 w 4940931"/>
                <a:gd name="connsiteY390" fmla="*/ 107314 h 138429"/>
                <a:gd name="connsiteX391" fmla="*/ 2646040 w 4940931"/>
                <a:gd name="connsiteY391" fmla="*/ 109219 h 138429"/>
                <a:gd name="connsiteX392" fmla="*/ 2639055 w 4940931"/>
                <a:gd name="connsiteY392" fmla="*/ 109854 h 138429"/>
                <a:gd name="connsiteX393" fmla="*/ 2629530 w 4940931"/>
                <a:gd name="connsiteY393" fmla="*/ 108584 h 138429"/>
                <a:gd name="connsiteX394" fmla="*/ 2620640 w 4940931"/>
                <a:gd name="connsiteY394" fmla="*/ 104139 h 138429"/>
                <a:gd name="connsiteX395" fmla="*/ 2614290 w 4940931"/>
                <a:gd name="connsiteY395" fmla="*/ 95884 h 138429"/>
                <a:gd name="connsiteX396" fmla="*/ 2611750 w 4940931"/>
                <a:gd name="connsiteY396" fmla="*/ 83819 h 138429"/>
                <a:gd name="connsiteX397" fmla="*/ 2614290 w 4940931"/>
                <a:gd name="connsiteY397" fmla="*/ 72389 h 138429"/>
                <a:gd name="connsiteX398" fmla="*/ 2620640 w 4940931"/>
                <a:gd name="connsiteY398" fmla="*/ 64769 h 138429"/>
                <a:gd name="connsiteX399" fmla="*/ 2630800 w 4940931"/>
                <a:gd name="connsiteY399" fmla="*/ 60324 h 138429"/>
                <a:gd name="connsiteX400" fmla="*/ 2642865 w 4940931"/>
                <a:gd name="connsiteY400" fmla="*/ 59054 h 138429"/>
                <a:gd name="connsiteX401" fmla="*/ 2653025 w 4940931"/>
                <a:gd name="connsiteY401" fmla="*/ 59689 h 138429"/>
                <a:gd name="connsiteX402" fmla="*/ 2660010 w 4940931"/>
                <a:gd name="connsiteY402" fmla="*/ 61594 h 138429"/>
                <a:gd name="connsiteX403" fmla="*/ 2660010 w 4940931"/>
                <a:gd name="connsiteY403" fmla="*/ 55879 h 138429"/>
                <a:gd name="connsiteX404" fmla="*/ 2656200 w 4940931"/>
                <a:gd name="connsiteY404" fmla="*/ 46354 h 138429"/>
                <a:gd name="connsiteX405" fmla="*/ 2645405 w 4940931"/>
                <a:gd name="connsiteY405" fmla="*/ 43179 h 138429"/>
                <a:gd name="connsiteX406" fmla="*/ 2634610 w 4940931"/>
                <a:gd name="connsiteY406" fmla="*/ 44449 h 138429"/>
                <a:gd name="connsiteX407" fmla="*/ 2625085 w 4940931"/>
                <a:gd name="connsiteY407" fmla="*/ 48259 h 138429"/>
                <a:gd name="connsiteX408" fmla="*/ 2619370 w 4940931"/>
                <a:gd name="connsiteY408" fmla="*/ 36829 h 138429"/>
                <a:gd name="connsiteX409" fmla="*/ 2631435 w 4940931"/>
                <a:gd name="connsiteY409" fmla="*/ 31749 h 138429"/>
                <a:gd name="connsiteX410" fmla="*/ 2646040 w 4940931"/>
                <a:gd name="connsiteY410" fmla="*/ 29844 h 138429"/>
                <a:gd name="connsiteX411" fmla="*/ 1114426 w 4940931"/>
                <a:gd name="connsiteY411" fmla="*/ 29844 h 138429"/>
                <a:gd name="connsiteX412" fmla="*/ 1129666 w 4940931"/>
                <a:gd name="connsiteY412" fmla="*/ 29844 h 138429"/>
                <a:gd name="connsiteX413" fmla="*/ 1129666 w 4940931"/>
                <a:gd name="connsiteY413" fmla="*/ 107949 h 138429"/>
                <a:gd name="connsiteX414" fmla="*/ 1114426 w 4940931"/>
                <a:gd name="connsiteY414" fmla="*/ 107949 h 138429"/>
                <a:gd name="connsiteX415" fmla="*/ 1114426 w 4940931"/>
                <a:gd name="connsiteY415" fmla="*/ 100964 h 138429"/>
                <a:gd name="connsiteX416" fmla="*/ 1106171 w 4940931"/>
                <a:gd name="connsiteY416" fmla="*/ 107314 h 138429"/>
                <a:gd name="connsiteX417" fmla="*/ 1094741 w 4940931"/>
                <a:gd name="connsiteY417" fmla="*/ 109854 h 138429"/>
                <a:gd name="connsiteX418" fmla="*/ 1073786 w 4940931"/>
                <a:gd name="connsiteY418" fmla="*/ 100964 h 138429"/>
                <a:gd name="connsiteX419" fmla="*/ 1066800 w 4940931"/>
                <a:gd name="connsiteY419" fmla="*/ 74929 h 138429"/>
                <a:gd name="connsiteX420" fmla="*/ 1066800 w 4940931"/>
                <a:gd name="connsiteY420" fmla="*/ 30479 h 138429"/>
                <a:gd name="connsiteX421" fmla="*/ 1082040 w 4940931"/>
                <a:gd name="connsiteY421" fmla="*/ 30479 h 138429"/>
                <a:gd name="connsiteX422" fmla="*/ 1082040 w 4940931"/>
                <a:gd name="connsiteY422" fmla="*/ 74294 h 138429"/>
                <a:gd name="connsiteX423" fmla="*/ 1085851 w 4940931"/>
                <a:gd name="connsiteY423" fmla="*/ 90169 h 138429"/>
                <a:gd name="connsiteX424" fmla="*/ 1097916 w 4940931"/>
                <a:gd name="connsiteY424" fmla="*/ 95249 h 138429"/>
                <a:gd name="connsiteX425" fmla="*/ 1109981 w 4940931"/>
                <a:gd name="connsiteY425" fmla="*/ 90169 h 138429"/>
                <a:gd name="connsiteX426" fmla="*/ 1114426 w 4940931"/>
                <a:gd name="connsiteY426" fmla="*/ 75564 h 138429"/>
                <a:gd name="connsiteX427" fmla="*/ 1011556 w 4940931"/>
                <a:gd name="connsiteY427" fmla="*/ 29844 h 138429"/>
                <a:gd name="connsiteX428" fmla="*/ 1017272 w 4940931"/>
                <a:gd name="connsiteY428" fmla="*/ 30479 h 138429"/>
                <a:gd name="connsiteX429" fmla="*/ 1022352 w 4940931"/>
                <a:gd name="connsiteY429" fmla="*/ 32384 h 138429"/>
                <a:gd name="connsiteX430" fmla="*/ 1026797 w 4940931"/>
                <a:gd name="connsiteY430" fmla="*/ 35559 h 138429"/>
                <a:gd name="connsiteX431" fmla="*/ 1030607 w 4940931"/>
                <a:gd name="connsiteY431" fmla="*/ 38734 h 138429"/>
                <a:gd name="connsiteX432" fmla="*/ 1030607 w 4940931"/>
                <a:gd name="connsiteY432" fmla="*/ 31749 h 138429"/>
                <a:gd name="connsiteX433" fmla="*/ 1045847 w 4940931"/>
                <a:gd name="connsiteY433" fmla="*/ 31749 h 138429"/>
                <a:gd name="connsiteX434" fmla="*/ 1045847 w 4940931"/>
                <a:gd name="connsiteY434" fmla="*/ 130809 h 138429"/>
                <a:gd name="connsiteX435" fmla="*/ 1032512 w 4940931"/>
                <a:gd name="connsiteY435" fmla="*/ 137477 h 138429"/>
                <a:gd name="connsiteX436" fmla="*/ 1032512 w 4940931"/>
                <a:gd name="connsiteY436" fmla="*/ 101599 h 138429"/>
                <a:gd name="connsiteX437" fmla="*/ 1022986 w 4940931"/>
                <a:gd name="connsiteY437" fmla="*/ 107949 h 138429"/>
                <a:gd name="connsiteX438" fmla="*/ 1011556 w 4940931"/>
                <a:gd name="connsiteY438" fmla="*/ 110489 h 138429"/>
                <a:gd name="connsiteX439" fmla="*/ 999491 w 4940931"/>
                <a:gd name="connsiteY439" fmla="*/ 107949 h 138429"/>
                <a:gd name="connsiteX440" fmla="*/ 989966 w 4940931"/>
                <a:gd name="connsiteY440" fmla="*/ 100329 h 138429"/>
                <a:gd name="connsiteX441" fmla="*/ 983616 w 4940931"/>
                <a:gd name="connsiteY441" fmla="*/ 87629 h 138429"/>
                <a:gd name="connsiteX442" fmla="*/ 981076 w 4940931"/>
                <a:gd name="connsiteY442" fmla="*/ 68579 h 138429"/>
                <a:gd name="connsiteX443" fmla="*/ 983616 w 4940931"/>
                <a:gd name="connsiteY443" fmla="*/ 51434 h 138429"/>
                <a:gd name="connsiteX444" fmla="*/ 990601 w 4940931"/>
                <a:gd name="connsiteY444" fmla="*/ 39369 h 138429"/>
                <a:gd name="connsiteX445" fmla="*/ 1000126 w 4940931"/>
                <a:gd name="connsiteY445" fmla="*/ 32384 h 138429"/>
                <a:gd name="connsiteX446" fmla="*/ 1011556 w 4940931"/>
                <a:gd name="connsiteY446" fmla="*/ 29844 h 138429"/>
                <a:gd name="connsiteX447" fmla="*/ 4871716 w 4940931"/>
                <a:gd name="connsiteY447" fmla="*/ 29210 h 138429"/>
                <a:gd name="connsiteX448" fmla="*/ 4885686 w 4940931"/>
                <a:gd name="connsiteY448" fmla="*/ 31750 h 138429"/>
                <a:gd name="connsiteX449" fmla="*/ 4897751 w 4940931"/>
                <a:gd name="connsiteY449" fmla="*/ 38100 h 138429"/>
                <a:gd name="connsiteX450" fmla="*/ 4899021 w 4940931"/>
                <a:gd name="connsiteY450" fmla="*/ 38100 h 138429"/>
                <a:gd name="connsiteX451" fmla="*/ 4892036 w 4940931"/>
                <a:gd name="connsiteY451" fmla="*/ 50165 h 138429"/>
                <a:gd name="connsiteX452" fmla="*/ 4882511 w 4940931"/>
                <a:gd name="connsiteY452" fmla="*/ 45085 h 138429"/>
                <a:gd name="connsiteX453" fmla="*/ 4872351 w 4940931"/>
                <a:gd name="connsiteY453" fmla="*/ 43180 h 138429"/>
                <a:gd name="connsiteX454" fmla="*/ 4864096 w 4940931"/>
                <a:gd name="connsiteY454" fmla="*/ 45085 h 138429"/>
                <a:gd name="connsiteX455" fmla="*/ 4861556 w 4940931"/>
                <a:gd name="connsiteY455" fmla="*/ 50165 h 138429"/>
                <a:gd name="connsiteX456" fmla="*/ 4861556 w 4940931"/>
                <a:gd name="connsiteY456" fmla="*/ 52705 h 138429"/>
                <a:gd name="connsiteX457" fmla="*/ 4863461 w 4940931"/>
                <a:gd name="connsiteY457" fmla="*/ 55245 h 138429"/>
                <a:gd name="connsiteX458" fmla="*/ 4867906 w 4940931"/>
                <a:gd name="connsiteY458" fmla="*/ 57785 h 138429"/>
                <a:gd name="connsiteX459" fmla="*/ 4874891 w 4940931"/>
                <a:gd name="connsiteY459" fmla="*/ 60960 h 138429"/>
                <a:gd name="connsiteX460" fmla="*/ 4886321 w 4940931"/>
                <a:gd name="connsiteY460" fmla="*/ 66040 h 138429"/>
                <a:gd name="connsiteX461" fmla="*/ 4894576 w 4940931"/>
                <a:gd name="connsiteY461" fmla="*/ 71120 h 138429"/>
                <a:gd name="connsiteX462" fmla="*/ 4899656 w 4940931"/>
                <a:gd name="connsiteY462" fmla="*/ 78105 h 138429"/>
                <a:gd name="connsiteX463" fmla="*/ 4901561 w 4940931"/>
                <a:gd name="connsiteY463" fmla="*/ 87630 h 138429"/>
                <a:gd name="connsiteX464" fmla="*/ 4899021 w 4940931"/>
                <a:gd name="connsiteY464" fmla="*/ 98425 h 138429"/>
                <a:gd name="connsiteX465" fmla="*/ 4892671 w 4940931"/>
                <a:gd name="connsiteY465" fmla="*/ 105410 h 138429"/>
                <a:gd name="connsiteX466" fmla="*/ 4883146 w 4940931"/>
                <a:gd name="connsiteY466" fmla="*/ 109220 h 138429"/>
                <a:gd name="connsiteX467" fmla="*/ 4872351 w 4940931"/>
                <a:gd name="connsiteY467" fmla="*/ 110490 h 138429"/>
                <a:gd name="connsiteX468" fmla="*/ 4857111 w 4940931"/>
                <a:gd name="connsiteY468" fmla="*/ 107950 h 138429"/>
                <a:gd name="connsiteX469" fmla="*/ 4842506 w 4940931"/>
                <a:gd name="connsiteY469" fmla="*/ 100965 h 138429"/>
                <a:gd name="connsiteX470" fmla="*/ 4849491 w 4940931"/>
                <a:gd name="connsiteY470" fmla="*/ 89535 h 138429"/>
                <a:gd name="connsiteX471" fmla="*/ 4860921 w 4940931"/>
                <a:gd name="connsiteY471" fmla="*/ 95250 h 138429"/>
                <a:gd name="connsiteX472" fmla="*/ 4872351 w 4940931"/>
                <a:gd name="connsiteY472" fmla="*/ 97155 h 138429"/>
                <a:gd name="connsiteX473" fmla="*/ 4883146 w 4940931"/>
                <a:gd name="connsiteY473" fmla="*/ 94615 h 138429"/>
                <a:gd name="connsiteX474" fmla="*/ 4886321 w 4940931"/>
                <a:gd name="connsiteY474" fmla="*/ 88265 h 138429"/>
                <a:gd name="connsiteX475" fmla="*/ 4885051 w 4940931"/>
                <a:gd name="connsiteY475" fmla="*/ 84455 h 138429"/>
                <a:gd name="connsiteX476" fmla="*/ 4881241 w 4940931"/>
                <a:gd name="connsiteY476" fmla="*/ 81280 h 138429"/>
                <a:gd name="connsiteX477" fmla="*/ 4875526 w 4940931"/>
                <a:gd name="connsiteY477" fmla="*/ 78105 h 138429"/>
                <a:gd name="connsiteX478" fmla="*/ 4867906 w 4940931"/>
                <a:gd name="connsiteY478" fmla="*/ 74930 h 138429"/>
                <a:gd name="connsiteX479" fmla="*/ 4857111 w 4940931"/>
                <a:gd name="connsiteY479" fmla="*/ 69850 h 138429"/>
                <a:gd name="connsiteX480" fmla="*/ 4850126 w 4940931"/>
                <a:gd name="connsiteY480" fmla="*/ 64770 h 138429"/>
                <a:gd name="connsiteX481" fmla="*/ 4846316 w 4940931"/>
                <a:gd name="connsiteY481" fmla="*/ 58420 h 138429"/>
                <a:gd name="connsiteX482" fmla="*/ 4845046 w 4940931"/>
                <a:gd name="connsiteY482" fmla="*/ 50165 h 138429"/>
                <a:gd name="connsiteX483" fmla="*/ 4846951 w 4940931"/>
                <a:gd name="connsiteY483" fmla="*/ 40640 h 138429"/>
                <a:gd name="connsiteX484" fmla="*/ 4852666 w 4940931"/>
                <a:gd name="connsiteY484" fmla="*/ 34290 h 138429"/>
                <a:gd name="connsiteX485" fmla="*/ 4860921 w 4940931"/>
                <a:gd name="connsiteY485" fmla="*/ 30480 h 138429"/>
                <a:gd name="connsiteX486" fmla="*/ 4871716 w 4940931"/>
                <a:gd name="connsiteY486" fmla="*/ 29210 h 138429"/>
                <a:gd name="connsiteX487" fmla="*/ 4749796 w 4940931"/>
                <a:gd name="connsiteY487" fmla="*/ 29210 h 138429"/>
                <a:gd name="connsiteX488" fmla="*/ 4757416 w 4940931"/>
                <a:gd name="connsiteY488" fmla="*/ 29845 h 138429"/>
                <a:gd name="connsiteX489" fmla="*/ 4763131 w 4940931"/>
                <a:gd name="connsiteY489" fmla="*/ 32385 h 138429"/>
                <a:gd name="connsiteX490" fmla="*/ 4759321 w 4940931"/>
                <a:gd name="connsiteY490" fmla="*/ 46990 h 138429"/>
                <a:gd name="connsiteX491" fmla="*/ 4758051 w 4940931"/>
                <a:gd name="connsiteY491" fmla="*/ 46990 h 138429"/>
                <a:gd name="connsiteX492" fmla="*/ 4752971 w 4940931"/>
                <a:gd name="connsiteY492" fmla="*/ 45085 h 138429"/>
                <a:gd name="connsiteX493" fmla="*/ 4746621 w 4940931"/>
                <a:gd name="connsiteY493" fmla="*/ 44450 h 138429"/>
                <a:gd name="connsiteX494" fmla="*/ 4735191 w 4940931"/>
                <a:gd name="connsiteY494" fmla="*/ 49530 h 138429"/>
                <a:gd name="connsiteX495" fmla="*/ 4731381 w 4940931"/>
                <a:gd name="connsiteY495" fmla="*/ 64770 h 138429"/>
                <a:gd name="connsiteX496" fmla="*/ 4731381 w 4940931"/>
                <a:gd name="connsiteY496" fmla="*/ 109220 h 138429"/>
                <a:gd name="connsiteX497" fmla="*/ 4716141 w 4940931"/>
                <a:gd name="connsiteY497" fmla="*/ 109220 h 138429"/>
                <a:gd name="connsiteX498" fmla="*/ 4716141 w 4940931"/>
                <a:gd name="connsiteY498" fmla="*/ 31115 h 138429"/>
                <a:gd name="connsiteX499" fmla="*/ 4731381 w 4940931"/>
                <a:gd name="connsiteY499" fmla="*/ 31115 h 138429"/>
                <a:gd name="connsiteX500" fmla="*/ 4731381 w 4940931"/>
                <a:gd name="connsiteY500" fmla="*/ 38735 h 138429"/>
                <a:gd name="connsiteX501" fmla="*/ 4734556 w 4940931"/>
                <a:gd name="connsiteY501" fmla="*/ 34925 h 138429"/>
                <a:gd name="connsiteX502" fmla="*/ 4739001 w 4940931"/>
                <a:gd name="connsiteY502" fmla="*/ 31750 h 138429"/>
                <a:gd name="connsiteX503" fmla="*/ 4744081 w 4940931"/>
                <a:gd name="connsiteY503" fmla="*/ 29845 h 138429"/>
                <a:gd name="connsiteX504" fmla="*/ 4749796 w 4940931"/>
                <a:gd name="connsiteY504" fmla="*/ 29210 h 138429"/>
                <a:gd name="connsiteX505" fmla="*/ 4349110 w 4940931"/>
                <a:gd name="connsiteY505" fmla="*/ 29210 h 138429"/>
                <a:gd name="connsiteX506" fmla="*/ 4356730 w 4940931"/>
                <a:gd name="connsiteY506" fmla="*/ 29845 h 138429"/>
                <a:gd name="connsiteX507" fmla="*/ 4362445 w 4940931"/>
                <a:gd name="connsiteY507" fmla="*/ 32385 h 138429"/>
                <a:gd name="connsiteX508" fmla="*/ 4358635 w 4940931"/>
                <a:gd name="connsiteY508" fmla="*/ 46990 h 138429"/>
                <a:gd name="connsiteX509" fmla="*/ 4357365 w 4940931"/>
                <a:gd name="connsiteY509" fmla="*/ 46990 h 138429"/>
                <a:gd name="connsiteX510" fmla="*/ 4352285 w 4940931"/>
                <a:gd name="connsiteY510" fmla="*/ 45085 h 138429"/>
                <a:gd name="connsiteX511" fmla="*/ 4345935 w 4940931"/>
                <a:gd name="connsiteY511" fmla="*/ 44450 h 138429"/>
                <a:gd name="connsiteX512" fmla="*/ 4334505 w 4940931"/>
                <a:gd name="connsiteY512" fmla="*/ 49530 h 138429"/>
                <a:gd name="connsiteX513" fmla="*/ 4330695 w 4940931"/>
                <a:gd name="connsiteY513" fmla="*/ 64770 h 138429"/>
                <a:gd name="connsiteX514" fmla="*/ 4330695 w 4940931"/>
                <a:gd name="connsiteY514" fmla="*/ 109220 h 138429"/>
                <a:gd name="connsiteX515" fmla="*/ 4315455 w 4940931"/>
                <a:gd name="connsiteY515" fmla="*/ 109220 h 138429"/>
                <a:gd name="connsiteX516" fmla="*/ 4315455 w 4940931"/>
                <a:gd name="connsiteY516" fmla="*/ 31115 h 138429"/>
                <a:gd name="connsiteX517" fmla="*/ 4330695 w 4940931"/>
                <a:gd name="connsiteY517" fmla="*/ 31115 h 138429"/>
                <a:gd name="connsiteX518" fmla="*/ 4330695 w 4940931"/>
                <a:gd name="connsiteY518" fmla="*/ 38735 h 138429"/>
                <a:gd name="connsiteX519" fmla="*/ 4333870 w 4940931"/>
                <a:gd name="connsiteY519" fmla="*/ 34925 h 138429"/>
                <a:gd name="connsiteX520" fmla="*/ 4338315 w 4940931"/>
                <a:gd name="connsiteY520" fmla="*/ 31750 h 138429"/>
                <a:gd name="connsiteX521" fmla="*/ 4343395 w 4940931"/>
                <a:gd name="connsiteY521" fmla="*/ 29845 h 138429"/>
                <a:gd name="connsiteX522" fmla="*/ 4349110 w 4940931"/>
                <a:gd name="connsiteY522" fmla="*/ 29210 h 138429"/>
                <a:gd name="connsiteX523" fmla="*/ 4044310 w 4940931"/>
                <a:gd name="connsiteY523" fmla="*/ 29210 h 138429"/>
                <a:gd name="connsiteX524" fmla="*/ 4058915 w 4940931"/>
                <a:gd name="connsiteY524" fmla="*/ 32385 h 138429"/>
                <a:gd name="connsiteX525" fmla="*/ 4069075 w 4940931"/>
                <a:gd name="connsiteY525" fmla="*/ 40640 h 138429"/>
                <a:gd name="connsiteX526" fmla="*/ 4075425 w 4940931"/>
                <a:gd name="connsiteY526" fmla="*/ 53340 h 138429"/>
                <a:gd name="connsiteX527" fmla="*/ 4077330 w 4940931"/>
                <a:gd name="connsiteY527" fmla="*/ 68580 h 138429"/>
                <a:gd name="connsiteX528" fmla="*/ 4076060 w 4940931"/>
                <a:gd name="connsiteY528" fmla="*/ 68580 h 138429"/>
                <a:gd name="connsiteX529" fmla="*/ 4076060 w 4940931"/>
                <a:gd name="connsiteY529" fmla="*/ 72390 h 138429"/>
                <a:gd name="connsiteX530" fmla="*/ 4076060 w 4940931"/>
                <a:gd name="connsiteY530" fmla="*/ 75565 h 138429"/>
                <a:gd name="connsiteX531" fmla="*/ 4024625 w 4940931"/>
                <a:gd name="connsiteY531" fmla="*/ 75565 h 138429"/>
                <a:gd name="connsiteX532" fmla="*/ 4027165 w 4940931"/>
                <a:gd name="connsiteY532" fmla="*/ 85090 h 138429"/>
                <a:gd name="connsiteX533" fmla="*/ 4031610 w 4940931"/>
                <a:gd name="connsiteY533" fmla="*/ 91440 h 138429"/>
                <a:gd name="connsiteX534" fmla="*/ 4037325 w 4940931"/>
                <a:gd name="connsiteY534" fmla="*/ 95250 h 138429"/>
                <a:gd name="connsiteX535" fmla="*/ 4044310 w 4940931"/>
                <a:gd name="connsiteY535" fmla="*/ 96520 h 138429"/>
                <a:gd name="connsiteX536" fmla="*/ 4049390 w 4940931"/>
                <a:gd name="connsiteY536" fmla="*/ 96520 h 138429"/>
                <a:gd name="connsiteX537" fmla="*/ 4053835 w 4940931"/>
                <a:gd name="connsiteY537" fmla="*/ 95250 h 138429"/>
                <a:gd name="connsiteX538" fmla="*/ 4057645 w 4940931"/>
                <a:gd name="connsiteY538" fmla="*/ 93345 h 138429"/>
                <a:gd name="connsiteX539" fmla="*/ 4062090 w 4940931"/>
                <a:gd name="connsiteY539" fmla="*/ 90805 h 138429"/>
                <a:gd name="connsiteX540" fmla="*/ 4070980 w 4940931"/>
                <a:gd name="connsiteY540" fmla="*/ 100330 h 138429"/>
                <a:gd name="connsiteX541" fmla="*/ 4065265 w 4940931"/>
                <a:gd name="connsiteY541" fmla="*/ 104775 h 138429"/>
                <a:gd name="connsiteX542" fmla="*/ 4059550 w 4940931"/>
                <a:gd name="connsiteY542" fmla="*/ 107950 h 138429"/>
                <a:gd name="connsiteX543" fmla="*/ 4052565 w 4940931"/>
                <a:gd name="connsiteY543" fmla="*/ 109855 h 138429"/>
                <a:gd name="connsiteX544" fmla="*/ 4043675 w 4940931"/>
                <a:gd name="connsiteY544" fmla="*/ 110490 h 138429"/>
                <a:gd name="connsiteX545" fmla="*/ 4034150 w 4940931"/>
                <a:gd name="connsiteY545" fmla="*/ 109220 h 138429"/>
                <a:gd name="connsiteX546" fmla="*/ 4026530 w 4940931"/>
                <a:gd name="connsiteY546" fmla="*/ 105410 h 138429"/>
                <a:gd name="connsiteX547" fmla="*/ 4020180 w 4940931"/>
                <a:gd name="connsiteY547" fmla="*/ 100330 h 138429"/>
                <a:gd name="connsiteX548" fmla="*/ 4015100 w 4940931"/>
                <a:gd name="connsiteY548" fmla="*/ 92710 h 138429"/>
                <a:gd name="connsiteX549" fmla="*/ 4011290 w 4940931"/>
                <a:gd name="connsiteY549" fmla="*/ 82550 h 138429"/>
                <a:gd name="connsiteX550" fmla="*/ 4010020 w 4940931"/>
                <a:gd name="connsiteY550" fmla="*/ 69850 h 138429"/>
                <a:gd name="connsiteX551" fmla="*/ 4012560 w 4940931"/>
                <a:gd name="connsiteY551" fmla="*/ 52070 h 138429"/>
                <a:gd name="connsiteX552" fmla="*/ 4019545 w 4940931"/>
                <a:gd name="connsiteY552" fmla="*/ 39370 h 138429"/>
                <a:gd name="connsiteX553" fmla="*/ 4030340 w 4940931"/>
                <a:gd name="connsiteY553" fmla="*/ 31750 h 138429"/>
                <a:gd name="connsiteX554" fmla="*/ 4044310 w 4940931"/>
                <a:gd name="connsiteY554" fmla="*/ 29210 h 138429"/>
                <a:gd name="connsiteX555" fmla="*/ 3811900 w 4940931"/>
                <a:gd name="connsiteY555" fmla="*/ 29210 h 138429"/>
                <a:gd name="connsiteX556" fmla="*/ 3819520 w 4940931"/>
                <a:gd name="connsiteY556" fmla="*/ 29845 h 138429"/>
                <a:gd name="connsiteX557" fmla="*/ 3825235 w 4940931"/>
                <a:gd name="connsiteY557" fmla="*/ 32385 h 138429"/>
                <a:gd name="connsiteX558" fmla="*/ 3821425 w 4940931"/>
                <a:gd name="connsiteY558" fmla="*/ 46990 h 138429"/>
                <a:gd name="connsiteX559" fmla="*/ 3820155 w 4940931"/>
                <a:gd name="connsiteY559" fmla="*/ 46990 h 138429"/>
                <a:gd name="connsiteX560" fmla="*/ 3815075 w 4940931"/>
                <a:gd name="connsiteY560" fmla="*/ 45085 h 138429"/>
                <a:gd name="connsiteX561" fmla="*/ 3808725 w 4940931"/>
                <a:gd name="connsiteY561" fmla="*/ 44450 h 138429"/>
                <a:gd name="connsiteX562" fmla="*/ 3797295 w 4940931"/>
                <a:gd name="connsiteY562" fmla="*/ 49530 h 138429"/>
                <a:gd name="connsiteX563" fmla="*/ 3793485 w 4940931"/>
                <a:gd name="connsiteY563" fmla="*/ 64770 h 138429"/>
                <a:gd name="connsiteX564" fmla="*/ 3793485 w 4940931"/>
                <a:gd name="connsiteY564" fmla="*/ 109220 h 138429"/>
                <a:gd name="connsiteX565" fmla="*/ 3778245 w 4940931"/>
                <a:gd name="connsiteY565" fmla="*/ 109220 h 138429"/>
                <a:gd name="connsiteX566" fmla="*/ 3778245 w 4940931"/>
                <a:gd name="connsiteY566" fmla="*/ 31115 h 138429"/>
                <a:gd name="connsiteX567" fmla="*/ 3793485 w 4940931"/>
                <a:gd name="connsiteY567" fmla="*/ 31115 h 138429"/>
                <a:gd name="connsiteX568" fmla="*/ 3793485 w 4940931"/>
                <a:gd name="connsiteY568" fmla="*/ 38735 h 138429"/>
                <a:gd name="connsiteX569" fmla="*/ 3796660 w 4940931"/>
                <a:gd name="connsiteY569" fmla="*/ 34925 h 138429"/>
                <a:gd name="connsiteX570" fmla="*/ 3801105 w 4940931"/>
                <a:gd name="connsiteY570" fmla="*/ 31750 h 138429"/>
                <a:gd name="connsiteX571" fmla="*/ 3806185 w 4940931"/>
                <a:gd name="connsiteY571" fmla="*/ 29845 h 138429"/>
                <a:gd name="connsiteX572" fmla="*/ 3811900 w 4940931"/>
                <a:gd name="connsiteY572" fmla="*/ 29210 h 138429"/>
                <a:gd name="connsiteX573" fmla="*/ 3729986 w 4940931"/>
                <a:gd name="connsiteY573" fmla="*/ 29210 h 138429"/>
                <a:gd name="connsiteX574" fmla="*/ 3744591 w 4940931"/>
                <a:gd name="connsiteY574" fmla="*/ 32385 h 138429"/>
                <a:gd name="connsiteX575" fmla="*/ 3754751 w 4940931"/>
                <a:gd name="connsiteY575" fmla="*/ 40640 h 138429"/>
                <a:gd name="connsiteX576" fmla="*/ 3761101 w 4940931"/>
                <a:gd name="connsiteY576" fmla="*/ 53340 h 138429"/>
                <a:gd name="connsiteX577" fmla="*/ 3763006 w 4940931"/>
                <a:gd name="connsiteY577" fmla="*/ 68580 h 138429"/>
                <a:gd name="connsiteX578" fmla="*/ 3761736 w 4940931"/>
                <a:gd name="connsiteY578" fmla="*/ 68580 h 138429"/>
                <a:gd name="connsiteX579" fmla="*/ 3761736 w 4940931"/>
                <a:gd name="connsiteY579" fmla="*/ 72390 h 138429"/>
                <a:gd name="connsiteX580" fmla="*/ 3761736 w 4940931"/>
                <a:gd name="connsiteY580" fmla="*/ 75565 h 138429"/>
                <a:gd name="connsiteX581" fmla="*/ 3710301 w 4940931"/>
                <a:gd name="connsiteY581" fmla="*/ 75565 h 138429"/>
                <a:gd name="connsiteX582" fmla="*/ 3712841 w 4940931"/>
                <a:gd name="connsiteY582" fmla="*/ 85090 h 138429"/>
                <a:gd name="connsiteX583" fmla="*/ 3717286 w 4940931"/>
                <a:gd name="connsiteY583" fmla="*/ 91440 h 138429"/>
                <a:gd name="connsiteX584" fmla="*/ 3723001 w 4940931"/>
                <a:gd name="connsiteY584" fmla="*/ 95250 h 138429"/>
                <a:gd name="connsiteX585" fmla="*/ 3729986 w 4940931"/>
                <a:gd name="connsiteY585" fmla="*/ 96520 h 138429"/>
                <a:gd name="connsiteX586" fmla="*/ 3735066 w 4940931"/>
                <a:gd name="connsiteY586" fmla="*/ 96520 h 138429"/>
                <a:gd name="connsiteX587" fmla="*/ 3739511 w 4940931"/>
                <a:gd name="connsiteY587" fmla="*/ 95250 h 138429"/>
                <a:gd name="connsiteX588" fmla="*/ 3743321 w 4940931"/>
                <a:gd name="connsiteY588" fmla="*/ 93345 h 138429"/>
                <a:gd name="connsiteX589" fmla="*/ 3747766 w 4940931"/>
                <a:gd name="connsiteY589" fmla="*/ 90805 h 138429"/>
                <a:gd name="connsiteX590" fmla="*/ 3756656 w 4940931"/>
                <a:gd name="connsiteY590" fmla="*/ 100330 h 138429"/>
                <a:gd name="connsiteX591" fmla="*/ 3750941 w 4940931"/>
                <a:gd name="connsiteY591" fmla="*/ 104775 h 138429"/>
                <a:gd name="connsiteX592" fmla="*/ 3745226 w 4940931"/>
                <a:gd name="connsiteY592" fmla="*/ 107950 h 138429"/>
                <a:gd name="connsiteX593" fmla="*/ 3738241 w 4940931"/>
                <a:gd name="connsiteY593" fmla="*/ 109855 h 138429"/>
                <a:gd name="connsiteX594" fmla="*/ 3729351 w 4940931"/>
                <a:gd name="connsiteY594" fmla="*/ 110490 h 138429"/>
                <a:gd name="connsiteX595" fmla="*/ 3719826 w 4940931"/>
                <a:gd name="connsiteY595" fmla="*/ 109220 h 138429"/>
                <a:gd name="connsiteX596" fmla="*/ 3712206 w 4940931"/>
                <a:gd name="connsiteY596" fmla="*/ 105410 h 138429"/>
                <a:gd name="connsiteX597" fmla="*/ 3705856 w 4940931"/>
                <a:gd name="connsiteY597" fmla="*/ 100330 h 138429"/>
                <a:gd name="connsiteX598" fmla="*/ 3700776 w 4940931"/>
                <a:gd name="connsiteY598" fmla="*/ 92710 h 138429"/>
                <a:gd name="connsiteX599" fmla="*/ 3696966 w 4940931"/>
                <a:gd name="connsiteY599" fmla="*/ 82550 h 138429"/>
                <a:gd name="connsiteX600" fmla="*/ 3695696 w 4940931"/>
                <a:gd name="connsiteY600" fmla="*/ 69850 h 138429"/>
                <a:gd name="connsiteX601" fmla="*/ 3698236 w 4940931"/>
                <a:gd name="connsiteY601" fmla="*/ 52070 h 138429"/>
                <a:gd name="connsiteX602" fmla="*/ 3705221 w 4940931"/>
                <a:gd name="connsiteY602" fmla="*/ 39370 h 138429"/>
                <a:gd name="connsiteX603" fmla="*/ 3716016 w 4940931"/>
                <a:gd name="connsiteY603" fmla="*/ 31750 h 138429"/>
                <a:gd name="connsiteX604" fmla="*/ 3729986 w 4940931"/>
                <a:gd name="connsiteY604" fmla="*/ 29210 h 138429"/>
                <a:gd name="connsiteX605" fmla="*/ 3543296 w 4940931"/>
                <a:gd name="connsiteY605" fmla="*/ 29210 h 138429"/>
                <a:gd name="connsiteX606" fmla="*/ 3557901 w 4940931"/>
                <a:gd name="connsiteY606" fmla="*/ 32385 h 138429"/>
                <a:gd name="connsiteX607" fmla="*/ 3568061 w 4940931"/>
                <a:gd name="connsiteY607" fmla="*/ 40640 h 138429"/>
                <a:gd name="connsiteX608" fmla="*/ 3574411 w 4940931"/>
                <a:gd name="connsiteY608" fmla="*/ 53340 h 138429"/>
                <a:gd name="connsiteX609" fmla="*/ 3576316 w 4940931"/>
                <a:gd name="connsiteY609" fmla="*/ 68580 h 138429"/>
                <a:gd name="connsiteX610" fmla="*/ 3575046 w 4940931"/>
                <a:gd name="connsiteY610" fmla="*/ 68580 h 138429"/>
                <a:gd name="connsiteX611" fmla="*/ 3575046 w 4940931"/>
                <a:gd name="connsiteY611" fmla="*/ 72390 h 138429"/>
                <a:gd name="connsiteX612" fmla="*/ 3575046 w 4940931"/>
                <a:gd name="connsiteY612" fmla="*/ 75565 h 138429"/>
                <a:gd name="connsiteX613" fmla="*/ 3523611 w 4940931"/>
                <a:gd name="connsiteY613" fmla="*/ 75565 h 138429"/>
                <a:gd name="connsiteX614" fmla="*/ 3526151 w 4940931"/>
                <a:gd name="connsiteY614" fmla="*/ 85090 h 138429"/>
                <a:gd name="connsiteX615" fmla="*/ 3530596 w 4940931"/>
                <a:gd name="connsiteY615" fmla="*/ 91440 h 138429"/>
                <a:gd name="connsiteX616" fmla="*/ 3536311 w 4940931"/>
                <a:gd name="connsiteY616" fmla="*/ 95250 h 138429"/>
                <a:gd name="connsiteX617" fmla="*/ 3543296 w 4940931"/>
                <a:gd name="connsiteY617" fmla="*/ 96520 h 138429"/>
                <a:gd name="connsiteX618" fmla="*/ 3548376 w 4940931"/>
                <a:gd name="connsiteY618" fmla="*/ 96520 h 138429"/>
                <a:gd name="connsiteX619" fmla="*/ 3552821 w 4940931"/>
                <a:gd name="connsiteY619" fmla="*/ 95250 h 138429"/>
                <a:gd name="connsiteX620" fmla="*/ 3556631 w 4940931"/>
                <a:gd name="connsiteY620" fmla="*/ 93345 h 138429"/>
                <a:gd name="connsiteX621" fmla="*/ 3561076 w 4940931"/>
                <a:gd name="connsiteY621" fmla="*/ 90805 h 138429"/>
                <a:gd name="connsiteX622" fmla="*/ 3569966 w 4940931"/>
                <a:gd name="connsiteY622" fmla="*/ 100330 h 138429"/>
                <a:gd name="connsiteX623" fmla="*/ 3564251 w 4940931"/>
                <a:gd name="connsiteY623" fmla="*/ 104775 h 138429"/>
                <a:gd name="connsiteX624" fmla="*/ 3558536 w 4940931"/>
                <a:gd name="connsiteY624" fmla="*/ 107950 h 138429"/>
                <a:gd name="connsiteX625" fmla="*/ 3551551 w 4940931"/>
                <a:gd name="connsiteY625" fmla="*/ 109855 h 138429"/>
                <a:gd name="connsiteX626" fmla="*/ 3542661 w 4940931"/>
                <a:gd name="connsiteY626" fmla="*/ 110490 h 138429"/>
                <a:gd name="connsiteX627" fmla="*/ 3533136 w 4940931"/>
                <a:gd name="connsiteY627" fmla="*/ 109220 h 138429"/>
                <a:gd name="connsiteX628" fmla="*/ 3525516 w 4940931"/>
                <a:gd name="connsiteY628" fmla="*/ 105410 h 138429"/>
                <a:gd name="connsiteX629" fmla="*/ 3519166 w 4940931"/>
                <a:gd name="connsiteY629" fmla="*/ 100330 h 138429"/>
                <a:gd name="connsiteX630" fmla="*/ 3514086 w 4940931"/>
                <a:gd name="connsiteY630" fmla="*/ 92710 h 138429"/>
                <a:gd name="connsiteX631" fmla="*/ 3510276 w 4940931"/>
                <a:gd name="connsiteY631" fmla="*/ 82550 h 138429"/>
                <a:gd name="connsiteX632" fmla="*/ 3509006 w 4940931"/>
                <a:gd name="connsiteY632" fmla="*/ 69850 h 138429"/>
                <a:gd name="connsiteX633" fmla="*/ 3511546 w 4940931"/>
                <a:gd name="connsiteY633" fmla="*/ 52070 h 138429"/>
                <a:gd name="connsiteX634" fmla="*/ 3518531 w 4940931"/>
                <a:gd name="connsiteY634" fmla="*/ 39370 h 138429"/>
                <a:gd name="connsiteX635" fmla="*/ 3529326 w 4940931"/>
                <a:gd name="connsiteY635" fmla="*/ 31750 h 138429"/>
                <a:gd name="connsiteX636" fmla="*/ 3543296 w 4940931"/>
                <a:gd name="connsiteY636" fmla="*/ 29210 h 138429"/>
                <a:gd name="connsiteX637" fmla="*/ 3345176 w 4940931"/>
                <a:gd name="connsiteY637" fmla="*/ 29210 h 138429"/>
                <a:gd name="connsiteX638" fmla="*/ 3359781 w 4940931"/>
                <a:gd name="connsiteY638" fmla="*/ 32385 h 138429"/>
                <a:gd name="connsiteX639" fmla="*/ 3369941 w 4940931"/>
                <a:gd name="connsiteY639" fmla="*/ 40640 h 138429"/>
                <a:gd name="connsiteX640" fmla="*/ 3376291 w 4940931"/>
                <a:gd name="connsiteY640" fmla="*/ 53340 h 138429"/>
                <a:gd name="connsiteX641" fmla="*/ 3378196 w 4940931"/>
                <a:gd name="connsiteY641" fmla="*/ 68580 h 138429"/>
                <a:gd name="connsiteX642" fmla="*/ 3376926 w 4940931"/>
                <a:gd name="connsiteY642" fmla="*/ 68580 h 138429"/>
                <a:gd name="connsiteX643" fmla="*/ 3376926 w 4940931"/>
                <a:gd name="connsiteY643" fmla="*/ 72390 h 138429"/>
                <a:gd name="connsiteX644" fmla="*/ 3376926 w 4940931"/>
                <a:gd name="connsiteY644" fmla="*/ 75565 h 138429"/>
                <a:gd name="connsiteX645" fmla="*/ 3325491 w 4940931"/>
                <a:gd name="connsiteY645" fmla="*/ 75565 h 138429"/>
                <a:gd name="connsiteX646" fmla="*/ 3328031 w 4940931"/>
                <a:gd name="connsiteY646" fmla="*/ 85090 h 138429"/>
                <a:gd name="connsiteX647" fmla="*/ 3332476 w 4940931"/>
                <a:gd name="connsiteY647" fmla="*/ 91440 h 138429"/>
                <a:gd name="connsiteX648" fmla="*/ 3338191 w 4940931"/>
                <a:gd name="connsiteY648" fmla="*/ 95250 h 138429"/>
                <a:gd name="connsiteX649" fmla="*/ 3345176 w 4940931"/>
                <a:gd name="connsiteY649" fmla="*/ 96520 h 138429"/>
                <a:gd name="connsiteX650" fmla="*/ 3350256 w 4940931"/>
                <a:gd name="connsiteY650" fmla="*/ 96520 h 138429"/>
                <a:gd name="connsiteX651" fmla="*/ 3354701 w 4940931"/>
                <a:gd name="connsiteY651" fmla="*/ 95250 h 138429"/>
                <a:gd name="connsiteX652" fmla="*/ 3358511 w 4940931"/>
                <a:gd name="connsiteY652" fmla="*/ 93345 h 138429"/>
                <a:gd name="connsiteX653" fmla="*/ 3362956 w 4940931"/>
                <a:gd name="connsiteY653" fmla="*/ 90805 h 138429"/>
                <a:gd name="connsiteX654" fmla="*/ 3371846 w 4940931"/>
                <a:gd name="connsiteY654" fmla="*/ 100330 h 138429"/>
                <a:gd name="connsiteX655" fmla="*/ 3366131 w 4940931"/>
                <a:gd name="connsiteY655" fmla="*/ 104775 h 138429"/>
                <a:gd name="connsiteX656" fmla="*/ 3360416 w 4940931"/>
                <a:gd name="connsiteY656" fmla="*/ 107950 h 138429"/>
                <a:gd name="connsiteX657" fmla="*/ 3353431 w 4940931"/>
                <a:gd name="connsiteY657" fmla="*/ 109855 h 138429"/>
                <a:gd name="connsiteX658" fmla="*/ 3344541 w 4940931"/>
                <a:gd name="connsiteY658" fmla="*/ 110490 h 138429"/>
                <a:gd name="connsiteX659" fmla="*/ 3335016 w 4940931"/>
                <a:gd name="connsiteY659" fmla="*/ 109220 h 138429"/>
                <a:gd name="connsiteX660" fmla="*/ 3327396 w 4940931"/>
                <a:gd name="connsiteY660" fmla="*/ 105410 h 138429"/>
                <a:gd name="connsiteX661" fmla="*/ 3321046 w 4940931"/>
                <a:gd name="connsiteY661" fmla="*/ 100330 h 138429"/>
                <a:gd name="connsiteX662" fmla="*/ 3315966 w 4940931"/>
                <a:gd name="connsiteY662" fmla="*/ 92710 h 138429"/>
                <a:gd name="connsiteX663" fmla="*/ 3312156 w 4940931"/>
                <a:gd name="connsiteY663" fmla="*/ 82550 h 138429"/>
                <a:gd name="connsiteX664" fmla="*/ 3310886 w 4940931"/>
                <a:gd name="connsiteY664" fmla="*/ 69850 h 138429"/>
                <a:gd name="connsiteX665" fmla="*/ 3313426 w 4940931"/>
                <a:gd name="connsiteY665" fmla="*/ 52070 h 138429"/>
                <a:gd name="connsiteX666" fmla="*/ 3320411 w 4940931"/>
                <a:gd name="connsiteY666" fmla="*/ 39370 h 138429"/>
                <a:gd name="connsiteX667" fmla="*/ 3331206 w 4940931"/>
                <a:gd name="connsiteY667" fmla="*/ 31750 h 138429"/>
                <a:gd name="connsiteX668" fmla="*/ 3345176 w 4940931"/>
                <a:gd name="connsiteY668" fmla="*/ 29210 h 138429"/>
                <a:gd name="connsiteX669" fmla="*/ 3060696 w 4940931"/>
                <a:gd name="connsiteY669" fmla="*/ 29210 h 138429"/>
                <a:gd name="connsiteX670" fmla="*/ 3068316 w 4940931"/>
                <a:gd name="connsiteY670" fmla="*/ 29845 h 138429"/>
                <a:gd name="connsiteX671" fmla="*/ 3074031 w 4940931"/>
                <a:gd name="connsiteY671" fmla="*/ 32385 h 138429"/>
                <a:gd name="connsiteX672" fmla="*/ 3070221 w 4940931"/>
                <a:gd name="connsiteY672" fmla="*/ 46990 h 138429"/>
                <a:gd name="connsiteX673" fmla="*/ 3068951 w 4940931"/>
                <a:gd name="connsiteY673" fmla="*/ 46990 h 138429"/>
                <a:gd name="connsiteX674" fmla="*/ 3063871 w 4940931"/>
                <a:gd name="connsiteY674" fmla="*/ 45085 h 138429"/>
                <a:gd name="connsiteX675" fmla="*/ 3057521 w 4940931"/>
                <a:gd name="connsiteY675" fmla="*/ 44450 h 138429"/>
                <a:gd name="connsiteX676" fmla="*/ 3046091 w 4940931"/>
                <a:gd name="connsiteY676" fmla="*/ 49530 h 138429"/>
                <a:gd name="connsiteX677" fmla="*/ 3042281 w 4940931"/>
                <a:gd name="connsiteY677" fmla="*/ 64770 h 138429"/>
                <a:gd name="connsiteX678" fmla="*/ 3042281 w 4940931"/>
                <a:gd name="connsiteY678" fmla="*/ 109220 h 138429"/>
                <a:gd name="connsiteX679" fmla="*/ 3027041 w 4940931"/>
                <a:gd name="connsiteY679" fmla="*/ 109220 h 138429"/>
                <a:gd name="connsiteX680" fmla="*/ 3027041 w 4940931"/>
                <a:gd name="connsiteY680" fmla="*/ 31115 h 138429"/>
                <a:gd name="connsiteX681" fmla="*/ 3042281 w 4940931"/>
                <a:gd name="connsiteY681" fmla="*/ 31115 h 138429"/>
                <a:gd name="connsiteX682" fmla="*/ 3042281 w 4940931"/>
                <a:gd name="connsiteY682" fmla="*/ 38735 h 138429"/>
                <a:gd name="connsiteX683" fmla="*/ 3045456 w 4940931"/>
                <a:gd name="connsiteY683" fmla="*/ 34925 h 138429"/>
                <a:gd name="connsiteX684" fmla="*/ 3049901 w 4940931"/>
                <a:gd name="connsiteY684" fmla="*/ 31750 h 138429"/>
                <a:gd name="connsiteX685" fmla="*/ 3054981 w 4940931"/>
                <a:gd name="connsiteY685" fmla="*/ 29845 h 138429"/>
                <a:gd name="connsiteX686" fmla="*/ 3060696 w 4940931"/>
                <a:gd name="connsiteY686" fmla="*/ 29210 h 138429"/>
                <a:gd name="connsiteX687" fmla="*/ 2978781 w 4940931"/>
                <a:gd name="connsiteY687" fmla="*/ 29210 h 138429"/>
                <a:gd name="connsiteX688" fmla="*/ 2993386 w 4940931"/>
                <a:gd name="connsiteY688" fmla="*/ 32385 h 138429"/>
                <a:gd name="connsiteX689" fmla="*/ 3003546 w 4940931"/>
                <a:gd name="connsiteY689" fmla="*/ 40640 h 138429"/>
                <a:gd name="connsiteX690" fmla="*/ 3009896 w 4940931"/>
                <a:gd name="connsiteY690" fmla="*/ 53340 h 138429"/>
                <a:gd name="connsiteX691" fmla="*/ 3011801 w 4940931"/>
                <a:gd name="connsiteY691" fmla="*/ 68580 h 138429"/>
                <a:gd name="connsiteX692" fmla="*/ 3010531 w 4940931"/>
                <a:gd name="connsiteY692" fmla="*/ 68580 h 138429"/>
                <a:gd name="connsiteX693" fmla="*/ 3010531 w 4940931"/>
                <a:gd name="connsiteY693" fmla="*/ 72390 h 138429"/>
                <a:gd name="connsiteX694" fmla="*/ 3010531 w 4940931"/>
                <a:gd name="connsiteY694" fmla="*/ 75565 h 138429"/>
                <a:gd name="connsiteX695" fmla="*/ 2959096 w 4940931"/>
                <a:gd name="connsiteY695" fmla="*/ 75565 h 138429"/>
                <a:gd name="connsiteX696" fmla="*/ 2961636 w 4940931"/>
                <a:gd name="connsiteY696" fmla="*/ 85090 h 138429"/>
                <a:gd name="connsiteX697" fmla="*/ 2966081 w 4940931"/>
                <a:gd name="connsiteY697" fmla="*/ 91440 h 138429"/>
                <a:gd name="connsiteX698" fmla="*/ 2971796 w 4940931"/>
                <a:gd name="connsiteY698" fmla="*/ 95250 h 138429"/>
                <a:gd name="connsiteX699" fmla="*/ 2978781 w 4940931"/>
                <a:gd name="connsiteY699" fmla="*/ 96520 h 138429"/>
                <a:gd name="connsiteX700" fmla="*/ 2983861 w 4940931"/>
                <a:gd name="connsiteY700" fmla="*/ 96520 h 138429"/>
                <a:gd name="connsiteX701" fmla="*/ 2988306 w 4940931"/>
                <a:gd name="connsiteY701" fmla="*/ 95250 h 138429"/>
                <a:gd name="connsiteX702" fmla="*/ 2992116 w 4940931"/>
                <a:gd name="connsiteY702" fmla="*/ 93345 h 138429"/>
                <a:gd name="connsiteX703" fmla="*/ 2996561 w 4940931"/>
                <a:gd name="connsiteY703" fmla="*/ 90805 h 138429"/>
                <a:gd name="connsiteX704" fmla="*/ 3005451 w 4940931"/>
                <a:gd name="connsiteY704" fmla="*/ 100330 h 138429"/>
                <a:gd name="connsiteX705" fmla="*/ 2999736 w 4940931"/>
                <a:gd name="connsiteY705" fmla="*/ 104775 h 138429"/>
                <a:gd name="connsiteX706" fmla="*/ 2994021 w 4940931"/>
                <a:gd name="connsiteY706" fmla="*/ 107950 h 138429"/>
                <a:gd name="connsiteX707" fmla="*/ 2987036 w 4940931"/>
                <a:gd name="connsiteY707" fmla="*/ 109855 h 138429"/>
                <a:gd name="connsiteX708" fmla="*/ 2978146 w 4940931"/>
                <a:gd name="connsiteY708" fmla="*/ 110490 h 138429"/>
                <a:gd name="connsiteX709" fmla="*/ 2968621 w 4940931"/>
                <a:gd name="connsiteY709" fmla="*/ 109220 h 138429"/>
                <a:gd name="connsiteX710" fmla="*/ 2961001 w 4940931"/>
                <a:gd name="connsiteY710" fmla="*/ 105410 h 138429"/>
                <a:gd name="connsiteX711" fmla="*/ 2954651 w 4940931"/>
                <a:gd name="connsiteY711" fmla="*/ 100330 h 138429"/>
                <a:gd name="connsiteX712" fmla="*/ 2949571 w 4940931"/>
                <a:gd name="connsiteY712" fmla="*/ 92710 h 138429"/>
                <a:gd name="connsiteX713" fmla="*/ 2945761 w 4940931"/>
                <a:gd name="connsiteY713" fmla="*/ 82550 h 138429"/>
                <a:gd name="connsiteX714" fmla="*/ 2944491 w 4940931"/>
                <a:gd name="connsiteY714" fmla="*/ 69850 h 138429"/>
                <a:gd name="connsiteX715" fmla="*/ 2947031 w 4940931"/>
                <a:gd name="connsiteY715" fmla="*/ 52070 h 138429"/>
                <a:gd name="connsiteX716" fmla="*/ 2954016 w 4940931"/>
                <a:gd name="connsiteY716" fmla="*/ 39370 h 138429"/>
                <a:gd name="connsiteX717" fmla="*/ 2964811 w 4940931"/>
                <a:gd name="connsiteY717" fmla="*/ 31750 h 138429"/>
                <a:gd name="connsiteX718" fmla="*/ 2978781 w 4940931"/>
                <a:gd name="connsiteY718" fmla="*/ 29210 h 138429"/>
                <a:gd name="connsiteX719" fmla="*/ 2798440 w 4940931"/>
                <a:gd name="connsiteY719" fmla="*/ 29210 h 138429"/>
                <a:gd name="connsiteX720" fmla="*/ 2813045 w 4940931"/>
                <a:gd name="connsiteY720" fmla="*/ 31750 h 138429"/>
                <a:gd name="connsiteX721" fmla="*/ 2825110 w 4940931"/>
                <a:gd name="connsiteY721" fmla="*/ 38100 h 138429"/>
                <a:gd name="connsiteX722" fmla="*/ 2827015 w 4940931"/>
                <a:gd name="connsiteY722" fmla="*/ 38100 h 138429"/>
                <a:gd name="connsiteX723" fmla="*/ 2820030 w 4940931"/>
                <a:gd name="connsiteY723" fmla="*/ 50165 h 138429"/>
                <a:gd name="connsiteX724" fmla="*/ 2810505 w 4940931"/>
                <a:gd name="connsiteY724" fmla="*/ 45085 h 138429"/>
                <a:gd name="connsiteX725" fmla="*/ 2799710 w 4940931"/>
                <a:gd name="connsiteY725" fmla="*/ 43180 h 138429"/>
                <a:gd name="connsiteX726" fmla="*/ 2791455 w 4940931"/>
                <a:gd name="connsiteY726" fmla="*/ 45085 h 138429"/>
                <a:gd name="connsiteX727" fmla="*/ 2788915 w 4940931"/>
                <a:gd name="connsiteY727" fmla="*/ 50165 h 138429"/>
                <a:gd name="connsiteX728" fmla="*/ 2788915 w 4940931"/>
                <a:gd name="connsiteY728" fmla="*/ 52705 h 138429"/>
                <a:gd name="connsiteX729" fmla="*/ 2790820 w 4940931"/>
                <a:gd name="connsiteY729" fmla="*/ 55245 h 138429"/>
                <a:gd name="connsiteX730" fmla="*/ 2795265 w 4940931"/>
                <a:gd name="connsiteY730" fmla="*/ 57785 h 138429"/>
                <a:gd name="connsiteX731" fmla="*/ 2802250 w 4940931"/>
                <a:gd name="connsiteY731" fmla="*/ 60960 h 138429"/>
                <a:gd name="connsiteX732" fmla="*/ 2813680 w 4940931"/>
                <a:gd name="connsiteY732" fmla="*/ 66040 h 138429"/>
                <a:gd name="connsiteX733" fmla="*/ 2821935 w 4940931"/>
                <a:gd name="connsiteY733" fmla="*/ 71120 h 138429"/>
                <a:gd name="connsiteX734" fmla="*/ 2827015 w 4940931"/>
                <a:gd name="connsiteY734" fmla="*/ 78105 h 138429"/>
                <a:gd name="connsiteX735" fmla="*/ 2828920 w 4940931"/>
                <a:gd name="connsiteY735" fmla="*/ 87630 h 138429"/>
                <a:gd name="connsiteX736" fmla="*/ 2826380 w 4940931"/>
                <a:gd name="connsiteY736" fmla="*/ 98425 h 138429"/>
                <a:gd name="connsiteX737" fmla="*/ 2820030 w 4940931"/>
                <a:gd name="connsiteY737" fmla="*/ 105410 h 138429"/>
                <a:gd name="connsiteX738" fmla="*/ 2810505 w 4940931"/>
                <a:gd name="connsiteY738" fmla="*/ 109220 h 138429"/>
                <a:gd name="connsiteX739" fmla="*/ 2799710 w 4940931"/>
                <a:gd name="connsiteY739" fmla="*/ 110490 h 138429"/>
                <a:gd name="connsiteX740" fmla="*/ 2783835 w 4940931"/>
                <a:gd name="connsiteY740" fmla="*/ 107950 h 138429"/>
                <a:gd name="connsiteX741" fmla="*/ 2769230 w 4940931"/>
                <a:gd name="connsiteY741" fmla="*/ 100965 h 138429"/>
                <a:gd name="connsiteX742" fmla="*/ 2776215 w 4940931"/>
                <a:gd name="connsiteY742" fmla="*/ 89535 h 138429"/>
                <a:gd name="connsiteX743" fmla="*/ 2787645 w 4940931"/>
                <a:gd name="connsiteY743" fmla="*/ 95250 h 138429"/>
                <a:gd name="connsiteX744" fmla="*/ 2799075 w 4940931"/>
                <a:gd name="connsiteY744" fmla="*/ 97155 h 138429"/>
                <a:gd name="connsiteX745" fmla="*/ 2809870 w 4940931"/>
                <a:gd name="connsiteY745" fmla="*/ 94615 h 138429"/>
                <a:gd name="connsiteX746" fmla="*/ 2813045 w 4940931"/>
                <a:gd name="connsiteY746" fmla="*/ 88265 h 138429"/>
                <a:gd name="connsiteX747" fmla="*/ 2811775 w 4940931"/>
                <a:gd name="connsiteY747" fmla="*/ 84455 h 138429"/>
                <a:gd name="connsiteX748" fmla="*/ 2807965 w 4940931"/>
                <a:gd name="connsiteY748" fmla="*/ 81280 h 138429"/>
                <a:gd name="connsiteX749" fmla="*/ 2802250 w 4940931"/>
                <a:gd name="connsiteY749" fmla="*/ 78105 h 138429"/>
                <a:gd name="connsiteX750" fmla="*/ 2794630 w 4940931"/>
                <a:gd name="connsiteY750" fmla="*/ 74930 h 138429"/>
                <a:gd name="connsiteX751" fmla="*/ 2783835 w 4940931"/>
                <a:gd name="connsiteY751" fmla="*/ 69850 h 138429"/>
                <a:gd name="connsiteX752" fmla="*/ 2776850 w 4940931"/>
                <a:gd name="connsiteY752" fmla="*/ 64770 h 138429"/>
                <a:gd name="connsiteX753" fmla="*/ 2773040 w 4940931"/>
                <a:gd name="connsiteY753" fmla="*/ 58420 h 138429"/>
                <a:gd name="connsiteX754" fmla="*/ 2771770 w 4940931"/>
                <a:gd name="connsiteY754" fmla="*/ 50165 h 138429"/>
                <a:gd name="connsiteX755" fmla="*/ 2773675 w 4940931"/>
                <a:gd name="connsiteY755" fmla="*/ 40640 h 138429"/>
                <a:gd name="connsiteX756" fmla="*/ 2779390 w 4940931"/>
                <a:gd name="connsiteY756" fmla="*/ 34290 h 138429"/>
                <a:gd name="connsiteX757" fmla="*/ 2787645 w 4940931"/>
                <a:gd name="connsiteY757" fmla="*/ 30480 h 138429"/>
                <a:gd name="connsiteX758" fmla="*/ 2798440 w 4940931"/>
                <a:gd name="connsiteY758" fmla="*/ 29210 h 138429"/>
                <a:gd name="connsiteX759" fmla="*/ 2723510 w 4940931"/>
                <a:gd name="connsiteY759" fmla="*/ 29210 h 138429"/>
                <a:gd name="connsiteX760" fmla="*/ 2729225 w 4940931"/>
                <a:gd name="connsiteY760" fmla="*/ 29210 h 138429"/>
                <a:gd name="connsiteX761" fmla="*/ 2741290 w 4940931"/>
                <a:gd name="connsiteY761" fmla="*/ 31750 h 138429"/>
                <a:gd name="connsiteX762" fmla="*/ 2750180 w 4940931"/>
                <a:gd name="connsiteY762" fmla="*/ 38100 h 138429"/>
                <a:gd name="connsiteX763" fmla="*/ 2755260 w 4940931"/>
                <a:gd name="connsiteY763" fmla="*/ 48895 h 138429"/>
                <a:gd name="connsiteX764" fmla="*/ 2757165 w 4940931"/>
                <a:gd name="connsiteY764" fmla="*/ 64135 h 138429"/>
                <a:gd name="connsiteX765" fmla="*/ 2757165 w 4940931"/>
                <a:gd name="connsiteY765" fmla="*/ 108585 h 138429"/>
                <a:gd name="connsiteX766" fmla="*/ 2741925 w 4940931"/>
                <a:gd name="connsiteY766" fmla="*/ 108585 h 138429"/>
                <a:gd name="connsiteX767" fmla="*/ 2741290 w 4940931"/>
                <a:gd name="connsiteY767" fmla="*/ 108585 h 138429"/>
                <a:gd name="connsiteX768" fmla="*/ 2741290 w 4940931"/>
                <a:gd name="connsiteY768" fmla="*/ 64770 h 138429"/>
                <a:gd name="connsiteX769" fmla="*/ 2737480 w 4940931"/>
                <a:gd name="connsiteY769" fmla="*/ 48895 h 138429"/>
                <a:gd name="connsiteX770" fmla="*/ 2725415 w 4940931"/>
                <a:gd name="connsiteY770" fmla="*/ 43180 h 138429"/>
                <a:gd name="connsiteX771" fmla="*/ 2718430 w 4940931"/>
                <a:gd name="connsiteY771" fmla="*/ 44450 h 138429"/>
                <a:gd name="connsiteX772" fmla="*/ 2713350 w 4940931"/>
                <a:gd name="connsiteY772" fmla="*/ 48260 h 138429"/>
                <a:gd name="connsiteX773" fmla="*/ 2710175 w 4940931"/>
                <a:gd name="connsiteY773" fmla="*/ 54610 h 138429"/>
                <a:gd name="connsiteX774" fmla="*/ 2709540 w 4940931"/>
                <a:gd name="connsiteY774" fmla="*/ 62865 h 138429"/>
                <a:gd name="connsiteX775" fmla="*/ 2709540 w 4940931"/>
                <a:gd name="connsiteY775" fmla="*/ 108585 h 138429"/>
                <a:gd name="connsiteX776" fmla="*/ 2694300 w 4940931"/>
                <a:gd name="connsiteY776" fmla="*/ 108585 h 138429"/>
                <a:gd name="connsiteX777" fmla="*/ 2694300 w 4940931"/>
                <a:gd name="connsiteY777" fmla="*/ 30480 h 138429"/>
                <a:gd name="connsiteX778" fmla="*/ 2709540 w 4940931"/>
                <a:gd name="connsiteY778" fmla="*/ 30480 h 138429"/>
                <a:gd name="connsiteX779" fmla="*/ 2709540 w 4940931"/>
                <a:gd name="connsiteY779" fmla="*/ 38100 h 138429"/>
                <a:gd name="connsiteX780" fmla="*/ 2713350 w 4940931"/>
                <a:gd name="connsiteY780" fmla="*/ 34290 h 138429"/>
                <a:gd name="connsiteX781" fmla="*/ 2717795 w 4940931"/>
                <a:gd name="connsiteY781" fmla="*/ 31115 h 138429"/>
                <a:gd name="connsiteX782" fmla="*/ 2723510 w 4940931"/>
                <a:gd name="connsiteY782" fmla="*/ 29210 h 138429"/>
                <a:gd name="connsiteX783" fmla="*/ 2530470 w 4940931"/>
                <a:gd name="connsiteY783" fmla="*/ 29210 h 138429"/>
                <a:gd name="connsiteX784" fmla="*/ 2545075 w 4940931"/>
                <a:gd name="connsiteY784" fmla="*/ 32385 h 138429"/>
                <a:gd name="connsiteX785" fmla="*/ 2555235 w 4940931"/>
                <a:gd name="connsiteY785" fmla="*/ 40640 h 138429"/>
                <a:gd name="connsiteX786" fmla="*/ 2561585 w 4940931"/>
                <a:gd name="connsiteY786" fmla="*/ 53340 h 138429"/>
                <a:gd name="connsiteX787" fmla="*/ 2563490 w 4940931"/>
                <a:gd name="connsiteY787" fmla="*/ 68580 h 138429"/>
                <a:gd name="connsiteX788" fmla="*/ 2562220 w 4940931"/>
                <a:gd name="connsiteY788" fmla="*/ 68580 h 138429"/>
                <a:gd name="connsiteX789" fmla="*/ 2562220 w 4940931"/>
                <a:gd name="connsiteY789" fmla="*/ 72390 h 138429"/>
                <a:gd name="connsiteX790" fmla="*/ 2562220 w 4940931"/>
                <a:gd name="connsiteY790" fmla="*/ 75565 h 138429"/>
                <a:gd name="connsiteX791" fmla="*/ 2510785 w 4940931"/>
                <a:gd name="connsiteY791" fmla="*/ 75565 h 138429"/>
                <a:gd name="connsiteX792" fmla="*/ 2513325 w 4940931"/>
                <a:gd name="connsiteY792" fmla="*/ 85090 h 138429"/>
                <a:gd name="connsiteX793" fmla="*/ 2517770 w 4940931"/>
                <a:gd name="connsiteY793" fmla="*/ 91440 h 138429"/>
                <a:gd name="connsiteX794" fmla="*/ 2523485 w 4940931"/>
                <a:gd name="connsiteY794" fmla="*/ 95250 h 138429"/>
                <a:gd name="connsiteX795" fmla="*/ 2530470 w 4940931"/>
                <a:gd name="connsiteY795" fmla="*/ 96520 h 138429"/>
                <a:gd name="connsiteX796" fmla="*/ 2535550 w 4940931"/>
                <a:gd name="connsiteY796" fmla="*/ 96520 h 138429"/>
                <a:gd name="connsiteX797" fmla="*/ 2539995 w 4940931"/>
                <a:gd name="connsiteY797" fmla="*/ 95250 h 138429"/>
                <a:gd name="connsiteX798" fmla="*/ 2543805 w 4940931"/>
                <a:gd name="connsiteY798" fmla="*/ 93345 h 138429"/>
                <a:gd name="connsiteX799" fmla="*/ 2548250 w 4940931"/>
                <a:gd name="connsiteY799" fmla="*/ 90805 h 138429"/>
                <a:gd name="connsiteX800" fmla="*/ 2557140 w 4940931"/>
                <a:gd name="connsiteY800" fmla="*/ 100330 h 138429"/>
                <a:gd name="connsiteX801" fmla="*/ 2551425 w 4940931"/>
                <a:gd name="connsiteY801" fmla="*/ 104775 h 138429"/>
                <a:gd name="connsiteX802" fmla="*/ 2545710 w 4940931"/>
                <a:gd name="connsiteY802" fmla="*/ 107950 h 138429"/>
                <a:gd name="connsiteX803" fmla="*/ 2538725 w 4940931"/>
                <a:gd name="connsiteY803" fmla="*/ 109855 h 138429"/>
                <a:gd name="connsiteX804" fmla="*/ 2529835 w 4940931"/>
                <a:gd name="connsiteY804" fmla="*/ 110490 h 138429"/>
                <a:gd name="connsiteX805" fmla="*/ 2520310 w 4940931"/>
                <a:gd name="connsiteY805" fmla="*/ 109220 h 138429"/>
                <a:gd name="connsiteX806" fmla="*/ 2512690 w 4940931"/>
                <a:gd name="connsiteY806" fmla="*/ 105410 h 138429"/>
                <a:gd name="connsiteX807" fmla="*/ 2506340 w 4940931"/>
                <a:gd name="connsiteY807" fmla="*/ 100330 h 138429"/>
                <a:gd name="connsiteX808" fmla="*/ 2501260 w 4940931"/>
                <a:gd name="connsiteY808" fmla="*/ 92710 h 138429"/>
                <a:gd name="connsiteX809" fmla="*/ 2497450 w 4940931"/>
                <a:gd name="connsiteY809" fmla="*/ 82550 h 138429"/>
                <a:gd name="connsiteX810" fmla="*/ 2496180 w 4940931"/>
                <a:gd name="connsiteY810" fmla="*/ 69850 h 138429"/>
                <a:gd name="connsiteX811" fmla="*/ 2498720 w 4940931"/>
                <a:gd name="connsiteY811" fmla="*/ 52070 h 138429"/>
                <a:gd name="connsiteX812" fmla="*/ 2505705 w 4940931"/>
                <a:gd name="connsiteY812" fmla="*/ 39370 h 138429"/>
                <a:gd name="connsiteX813" fmla="*/ 2516500 w 4940931"/>
                <a:gd name="connsiteY813" fmla="*/ 31750 h 138429"/>
                <a:gd name="connsiteX814" fmla="*/ 2530470 w 4940931"/>
                <a:gd name="connsiteY814" fmla="*/ 29210 h 138429"/>
                <a:gd name="connsiteX815" fmla="*/ 2298061 w 4940931"/>
                <a:gd name="connsiteY815" fmla="*/ 29210 h 138429"/>
                <a:gd name="connsiteX816" fmla="*/ 2305681 w 4940931"/>
                <a:gd name="connsiteY816" fmla="*/ 29845 h 138429"/>
                <a:gd name="connsiteX817" fmla="*/ 2311396 w 4940931"/>
                <a:gd name="connsiteY817" fmla="*/ 32385 h 138429"/>
                <a:gd name="connsiteX818" fmla="*/ 2307586 w 4940931"/>
                <a:gd name="connsiteY818" fmla="*/ 46990 h 138429"/>
                <a:gd name="connsiteX819" fmla="*/ 2306316 w 4940931"/>
                <a:gd name="connsiteY819" fmla="*/ 46990 h 138429"/>
                <a:gd name="connsiteX820" fmla="*/ 2301236 w 4940931"/>
                <a:gd name="connsiteY820" fmla="*/ 45085 h 138429"/>
                <a:gd name="connsiteX821" fmla="*/ 2294886 w 4940931"/>
                <a:gd name="connsiteY821" fmla="*/ 44450 h 138429"/>
                <a:gd name="connsiteX822" fmla="*/ 2283456 w 4940931"/>
                <a:gd name="connsiteY822" fmla="*/ 49530 h 138429"/>
                <a:gd name="connsiteX823" fmla="*/ 2279646 w 4940931"/>
                <a:gd name="connsiteY823" fmla="*/ 64770 h 138429"/>
                <a:gd name="connsiteX824" fmla="*/ 2279646 w 4940931"/>
                <a:gd name="connsiteY824" fmla="*/ 109220 h 138429"/>
                <a:gd name="connsiteX825" fmla="*/ 2264406 w 4940931"/>
                <a:gd name="connsiteY825" fmla="*/ 109220 h 138429"/>
                <a:gd name="connsiteX826" fmla="*/ 2264406 w 4940931"/>
                <a:gd name="connsiteY826" fmla="*/ 31115 h 138429"/>
                <a:gd name="connsiteX827" fmla="*/ 2279646 w 4940931"/>
                <a:gd name="connsiteY827" fmla="*/ 31115 h 138429"/>
                <a:gd name="connsiteX828" fmla="*/ 2279646 w 4940931"/>
                <a:gd name="connsiteY828" fmla="*/ 38735 h 138429"/>
                <a:gd name="connsiteX829" fmla="*/ 2282821 w 4940931"/>
                <a:gd name="connsiteY829" fmla="*/ 34925 h 138429"/>
                <a:gd name="connsiteX830" fmla="*/ 2287266 w 4940931"/>
                <a:gd name="connsiteY830" fmla="*/ 31750 h 138429"/>
                <a:gd name="connsiteX831" fmla="*/ 2292346 w 4940931"/>
                <a:gd name="connsiteY831" fmla="*/ 29845 h 138429"/>
                <a:gd name="connsiteX832" fmla="*/ 2298061 w 4940931"/>
                <a:gd name="connsiteY832" fmla="*/ 29210 h 138429"/>
                <a:gd name="connsiteX833" fmla="*/ 2216145 w 4940931"/>
                <a:gd name="connsiteY833" fmla="*/ 29210 h 138429"/>
                <a:gd name="connsiteX834" fmla="*/ 2230750 w 4940931"/>
                <a:gd name="connsiteY834" fmla="*/ 32385 h 138429"/>
                <a:gd name="connsiteX835" fmla="*/ 2240910 w 4940931"/>
                <a:gd name="connsiteY835" fmla="*/ 40640 h 138429"/>
                <a:gd name="connsiteX836" fmla="*/ 2247260 w 4940931"/>
                <a:gd name="connsiteY836" fmla="*/ 53340 h 138429"/>
                <a:gd name="connsiteX837" fmla="*/ 2249165 w 4940931"/>
                <a:gd name="connsiteY837" fmla="*/ 68580 h 138429"/>
                <a:gd name="connsiteX838" fmla="*/ 2247895 w 4940931"/>
                <a:gd name="connsiteY838" fmla="*/ 68580 h 138429"/>
                <a:gd name="connsiteX839" fmla="*/ 2247895 w 4940931"/>
                <a:gd name="connsiteY839" fmla="*/ 72390 h 138429"/>
                <a:gd name="connsiteX840" fmla="*/ 2247895 w 4940931"/>
                <a:gd name="connsiteY840" fmla="*/ 75565 h 138429"/>
                <a:gd name="connsiteX841" fmla="*/ 2196460 w 4940931"/>
                <a:gd name="connsiteY841" fmla="*/ 75565 h 138429"/>
                <a:gd name="connsiteX842" fmla="*/ 2199000 w 4940931"/>
                <a:gd name="connsiteY842" fmla="*/ 85090 h 138429"/>
                <a:gd name="connsiteX843" fmla="*/ 2203445 w 4940931"/>
                <a:gd name="connsiteY843" fmla="*/ 91440 h 138429"/>
                <a:gd name="connsiteX844" fmla="*/ 2209160 w 4940931"/>
                <a:gd name="connsiteY844" fmla="*/ 95250 h 138429"/>
                <a:gd name="connsiteX845" fmla="*/ 2216145 w 4940931"/>
                <a:gd name="connsiteY845" fmla="*/ 96520 h 138429"/>
                <a:gd name="connsiteX846" fmla="*/ 2221225 w 4940931"/>
                <a:gd name="connsiteY846" fmla="*/ 96520 h 138429"/>
                <a:gd name="connsiteX847" fmla="*/ 2225670 w 4940931"/>
                <a:gd name="connsiteY847" fmla="*/ 95250 h 138429"/>
                <a:gd name="connsiteX848" fmla="*/ 2229480 w 4940931"/>
                <a:gd name="connsiteY848" fmla="*/ 93345 h 138429"/>
                <a:gd name="connsiteX849" fmla="*/ 2233925 w 4940931"/>
                <a:gd name="connsiteY849" fmla="*/ 90805 h 138429"/>
                <a:gd name="connsiteX850" fmla="*/ 2242815 w 4940931"/>
                <a:gd name="connsiteY850" fmla="*/ 100330 h 138429"/>
                <a:gd name="connsiteX851" fmla="*/ 2237100 w 4940931"/>
                <a:gd name="connsiteY851" fmla="*/ 104775 h 138429"/>
                <a:gd name="connsiteX852" fmla="*/ 2231385 w 4940931"/>
                <a:gd name="connsiteY852" fmla="*/ 107950 h 138429"/>
                <a:gd name="connsiteX853" fmla="*/ 2224400 w 4940931"/>
                <a:gd name="connsiteY853" fmla="*/ 109855 h 138429"/>
                <a:gd name="connsiteX854" fmla="*/ 2215510 w 4940931"/>
                <a:gd name="connsiteY854" fmla="*/ 110490 h 138429"/>
                <a:gd name="connsiteX855" fmla="*/ 2205985 w 4940931"/>
                <a:gd name="connsiteY855" fmla="*/ 109220 h 138429"/>
                <a:gd name="connsiteX856" fmla="*/ 2198365 w 4940931"/>
                <a:gd name="connsiteY856" fmla="*/ 105410 h 138429"/>
                <a:gd name="connsiteX857" fmla="*/ 2192015 w 4940931"/>
                <a:gd name="connsiteY857" fmla="*/ 100330 h 138429"/>
                <a:gd name="connsiteX858" fmla="*/ 2186935 w 4940931"/>
                <a:gd name="connsiteY858" fmla="*/ 92710 h 138429"/>
                <a:gd name="connsiteX859" fmla="*/ 2183125 w 4940931"/>
                <a:gd name="connsiteY859" fmla="*/ 82550 h 138429"/>
                <a:gd name="connsiteX860" fmla="*/ 2181855 w 4940931"/>
                <a:gd name="connsiteY860" fmla="*/ 69850 h 138429"/>
                <a:gd name="connsiteX861" fmla="*/ 2184395 w 4940931"/>
                <a:gd name="connsiteY861" fmla="*/ 52070 h 138429"/>
                <a:gd name="connsiteX862" fmla="*/ 2191380 w 4940931"/>
                <a:gd name="connsiteY862" fmla="*/ 39370 h 138429"/>
                <a:gd name="connsiteX863" fmla="*/ 2202175 w 4940931"/>
                <a:gd name="connsiteY863" fmla="*/ 31750 h 138429"/>
                <a:gd name="connsiteX864" fmla="*/ 2216145 w 4940931"/>
                <a:gd name="connsiteY864" fmla="*/ 29210 h 138429"/>
                <a:gd name="connsiteX865" fmla="*/ 2029456 w 4940931"/>
                <a:gd name="connsiteY865" fmla="*/ 29210 h 138429"/>
                <a:gd name="connsiteX866" fmla="*/ 2044061 w 4940931"/>
                <a:gd name="connsiteY866" fmla="*/ 32385 h 138429"/>
                <a:gd name="connsiteX867" fmla="*/ 2054221 w 4940931"/>
                <a:gd name="connsiteY867" fmla="*/ 40640 h 138429"/>
                <a:gd name="connsiteX868" fmla="*/ 2060571 w 4940931"/>
                <a:gd name="connsiteY868" fmla="*/ 53340 h 138429"/>
                <a:gd name="connsiteX869" fmla="*/ 2062476 w 4940931"/>
                <a:gd name="connsiteY869" fmla="*/ 68580 h 138429"/>
                <a:gd name="connsiteX870" fmla="*/ 2061206 w 4940931"/>
                <a:gd name="connsiteY870" fmla="*/ 68580 h 138429"/>
                <a:gd name="connsiteX871" fmla="*/ 2061206 w 4940931"/>
                <a:gd name="connsiteY871" fmla="*/ 72390 h 138429"/>
                <a:gd name="connsiteX872" fmla="*/ 2061206 w 4940931"/>
                <a:gd name="connsiteY872" fmla="*/ 75565 h 138429"/>
                <a:gd name="connsiteX873" fmla="*/ 2009771 w 4940931"/>
                <a:gd name="connsiteY873" fmla="*/ 75565 h 138429"/>
                <a:gd name="connsiteX874" fmla="*/ 2012311 w 4940931"/>
                <a:gd name="connsiteY874" fmla="*/ 85090 h 138429"/>
                <a:gd name="connsiteX875" fmla="*/ 2016756 w 4940931"/>
                <a:gd name="connsiteY875" fmla="*/ 91440 h 138429"/>
                <a:gd name="connsiteX876" fmla="*/ 2022471 w 4940931"/>
                <a:gd name="connsiteY876" fmla="*/ 95250 h 138429"/>
                <a:gd name="connsiteX877" fmla="*/ 2029456 w 4940931"/>
                <a:gd name="connsiteY877" fmla="*/ 96520 h 138429"/>
                <a:gd name="connsiteX878" fmla="*/ 2034536 w 4940931"/>
                <a:gd name="connsiteY878" fmla="*/ 96520 h 138429"/>
                <a:gd name="connsiteX879" fmla="*/ 2038981 w 4940931"/>
                <a:gd name="connsiteY879" fmla="*/ 95250 h 138429"/>
                <a:gd name="connsiteX880" fmla="*/ 2042791 w 4940931"/>
                <a:gd name="connsiteY880" fmla="*/ 93345 h 138429"/>
                <a:gd name="connsiteX881" fmla="*/ 2047236 w 4940931"/>
                <a:gd name="connsiteY881" fmla="*/ 90805 h 138429"/>
                <a:gd name="connsiteX882" fmla="*/ 2056126 w 4940931"/>
                <a:gd name="connsiteY882" fmla="*/ 100330 h 138429"/>
                <a:gd name="connsiteX883" fmla="*/ 2050411 w 4940931"/>
                <a:gd name="connsiteY883" fmla="*/ 104775 h 138429"/>
                <a:gd name="connsiteX884" fmla="*/ 2044696 w 4940931"/>
                <a:gd name="connsiteY884" fmla="*/ 107950 h 138429"/>
                <a:gd name="connsiteX885" fmla="*/ 2037711 w 4940931"/>
                <a:gd name="connsiteY885" fmla="*/ 109855 h 138429"/>
                <a:gd name="connsiteX886" fmla="*/ 2028821 w 4940931"/>
                <a:gd name="connsiteY886" fmla="*/ 110490 h 138429"/>
                <a:gd name="connsiteX887" fmla="*/ 2019296 w 4940931"/>
                <a:gd name="connsiteY887" fmla="*/ 109220 h 138429"/>
                <a:gd name="connsiteX888" fmla="*/ 2011676 w 4940931"/>
                <a:gd name="connsiteY888" fmla="*/ 105410 h 138429"/>
                <a:gd name="connsiteX889" fmla="*/ 2005326 w 4940931"/>
                <a:gd name="connsiteY889" fmla="*/ 100330 h 138429"/>
                <a:gd name="connsiteX890" fmla="*/ 2000246 w 4940931"/>
                <a:gd name="connsiteY890" fmla="*/ 92710 h 138429"/>
                <a:gd name="connsiteX891" fmla="*/ 1996436 w 4940931"/>
                <a:gd name="connsiteY891" fmla="*/ 82550 h 138429"/>
                <a:gd name="connsiteX892" fmla="*/ 1995166 w 4940931"/>
                <a:gd name="connsiteY892" fmla="*/ 69850 h 138429"/>
                <a:gd name="connsiteX893" fmla="*/ 1997706 w 4940931"/>
                <a:gd name="connsiteY893" fmla="*/ 52070 h 138429"/>
                <a:gd name="connsiteX894" fmla="*/ 2004691 w 4940931"/>
                <a:gd name="connsiteY894" fmla="*/ 39370 h 138429"/>
                <a:gd name="connsiteX895" fmla="*/ 2015486 w 4940931"/>
                <a:gd name="connsiteY895" fmla="*/ 31750 h 138429"/>
                <a:gd name="connsiteX896" fmla="*/ 2029456 w 4940931"/>
                <a:gd name="connsiteY896" fmla="*/ 29210 h 138429"/>
                <a:gd name="connsiteX897" fmla="*/ 1831336 w 4940931"/>
                <a:gd name="connsiteY897" fmla="*/ 29210 h 138429"/>
                <a:gd name="connsiteX898" fmla="*/ 1845941 w 4940931"/>
                <a:gd name="connsiteY898" fmla="*/ 32385 h 138429"/>
                <a:gd name="connsiteX899" fmla="*/ 1856101 w 4940931"/>
                <a:gd name="connsiteY899" fmla="*/ 40640 h 138429"/>
                <a:gd name="connsiteX900" fmla="*/ 1862451 w 4940931"/>
                <a:gd name="connsiteY900" fmla="*/ 53340 h 138429"/>
                <a:gd name="connsiteX901" fmla="*/ 1864356 w 4940931"/>
                <a:gd name="connsiteY901" fmla="*/ 68580 h 138429"/>
                <a:gd name="connsiteX902" fmla="*/ 1863086 w 4940931"/>
                <a:gd name="connsiteY902" fmla="*/ 68580 h 138429"/>
                <a:gd name="connsiteX903" fmla="*/ 1863086 w 4940931"/>
                <a:gd name="connsiteY903" fmla="*/ 72390 h 138429"/>
                <a:gd name="connsiteX904" fmla="*/ 1863086 w 4940931"/>
                <a:gd name="connsiteY904" fmla="*/ 75565 h 138429"/>
                <a:gd name="connsiteX905" fmla="*/ 1811651 w 4940931"/>
                <a:gd name="connsiteY905" fmla="*/ 75565 h 138429"/>
                <a:gd name="connsiteX906" fmla="*/ 1814191 w 4940931"/>
                <a:gd name="connsiteY906" fmla="*/ 85090 h 138429"/>
                <a:gd name="connsiteX907" fmla="*/ 1818636 w 4940931"/>
                <a:gd name="connsiteY907" fmla="*/ 91440 h 138429"/>
                <a:gd name="connsiteX908" fmla="*/ 1824351 w 4940931"/>
                <a:gd name="connsiteY908" fmla="*/ 95250 h 138429"/>
                <a:gd name="connsiteX909" fmla="*/ 1831336 w 4940931"/>
                <a:gd name="connsiteY909" fmla="*/ 96520 h 138429"/>
                <a:gd name="connsiteX910" fmla="*/ 1836416 w 4940931"/>
                <a:gd name="connsiteY910" fmla="*/ 96520 h 138429"/>
                <a:gd name="connsiteX911" fmla="*/ 1840861 w 4940931"/>
                <a:gd name="connsiteY911" fmla="*/ 95250 h 138429"/>
                <a:gd name="connsiteX912" fmla="*/ 1844671 w 4940931"/>
                <a:gd name="connsiteY912" fmla="*/ 93345 h 138429"/>
                <a:gd name="connsiteX913" fmla="*/ 1849116 w 4940931"/>
                <a:gd name="connsiteY913" fmla="*/ 90805 h 138429"/>
                <a:gd name="connsiteX914" fmla="*/ 1858006 w 4940931"/>
                <a:gd name="connsiteY914" fmla="*/ 100330 h 138429"/>
                <a:gd name="connsiteX915" fmla="*/ 1852291 w 4940931"/>
                <a:gd name="connsiteY915" fmla="*/ 104775 h 138429"/>
                <a:gd name="connsiteX916" fmla="*/ 1846576 w 4940931"/>
                <a:gd name="connsiteY916" fmla="*/ 107950 h 138429"/>
                <a:gd name="connsiteX917" fmla="*/ 1839591 w 4940931"/>
                <a:gd name="connsiteY917" fmla="*/ 109855 h 138429"/>
                <a:gd name="connsiteX918" fmla="*/ 1830701 w 4940931"/>
                <a:gd name="connsiteY918" fmla="*/ 110490 h 138429"/>
                <a:gd name="connsiteX919" fmla="*/ 1821176 w 4940931"/>
                <a:gd name="connsiteY919" fmla="*/ 109220 h 138429"/>
                <a:gd name="connsiteX920" fmla="*/ 1813556 w 4940931"/>
                <a:gd name="connsiteY920" fmla="*/ 105410 h 138429"/>
                <a:gd name="connsiteX921" fmla="*/ 1807206 w 4940931"/>
                <a:gd name="connsiteY921" fmla="*/ 100330 h 138429"/>
                <a:gd name="connsiteX922" fmla="*/ 1802126 w 4940931"/>
                <a:gd name="connsiteY922" fmla="*/ 92710 h 138429"/>
                <a:gd name="connsiteX923" fmla="*/ 1798316 w 4940931"/>
                <a:gd name="connsiteY923" fmla="*/ 82550 h 138429"/>
                <a:gd name="connsiteX924" fmla="*/ 1797046 w 4940931"/>
                <a:gd name="connsiteY924" fmla="*/ 69850 h 138429"/>
                <a:gd name="connsiteX925" fmla="*/ 1799586 w 4940931"/>
                <a:gd name="connsiteY925" fmla="*/ 52070 h 138429"/>
                <a:gd name="connsiteX926" fmla="*/ 1806571 w 4940931"/>
                <a:gd name="connsiteY926" fmla="*/ 39370 h 138429"/>
                <a:gd name="connsiteX927" fmla="*/ 1817366 w 4940931"/>
                <a:gd name="connsiteY927" fmla="*/ 31750 h 138429"/>
                <a:gd name="connsiteX928" fmla="*/ 1831336 w 4940931"/>
                <a:gd name="connsiteY928" fmla="*/ 29210 h 138429"/>
                <a:gd name="connsiteX929" fmla="*/ 1501140 w 4940931"/>
                <a:gd name="connsiteY929" fmla="*/ 29210 h 138429"/>
                <a:gd name="connsiteX930" fmla="*/ 1506856 w 4940931"/>
                <a:gd name="connsiteY930" fmla="*/ 29210 h 138429"/>
                <a:gd name="connsiteX931" fmla="*/ 1518920 w 4940931"/>
                <a:gd name="connsiteY931" fmla="*/ 31750 h 138429"/>
                <a:gd name="connsiteX932" fmla="*/ 1527811 w 4940931"/>
                <a:gd name="connsiteY932" fmla="*/ 38100 h 138429"/>
                <a:gd name="connsiteX933" fmla="*/ 1532891 w 4940931"/>
                <a:gd name="connsiteY933" fmla="*/ 48895 h 138429"/>
                <a:gd name="connsiteX934" fmla="*/ 1534796 w 4940931"/>
                <a:gd name="connsiteY934" fmla="*/ 64135 h 138429"/>
                <a:gd name="connsiteX935" fmla="*/ 1534796 w 4940931"/>
                <a:gd name="connsiteY935" fmla="*/ 108585 h 138429"/>
                <a:gd name="connsiteX936" fmla="*/ 1519556 w 4940931"/>
                <a:gd name="connsiteY936" fmla="*/ 108585 h 138429"/>
                <a:gd name="connsiteX937" fmla="*/ 1518920 w 4940931"/>
                <a:gd name="connsiteY937" fmla="*/ 108585 h 138429"/>
                <a:gd name="connsiteX938" fmla="*/ 1518920 w 4940931"/>
                <a:gd name="connsiteY938" fmla="*/ 64770 h 138429"/>
                <a:gd name="connsiteX939" fmla="*/ 1515111 w 4940931"/>
                <a:gd name="connsiteY939" fmla="*/ 48895 h 138429"/>
                <a:gd name="connsiteX940" fmla="*/ 1503046 w 4940931"/>
                <a:gd name="connsiteY940" fmla="*/ 43180 h 138429"/>
                <a:gd name="connsiteX941" fmla="*/ 1496061 w 4940931"/>
                <a:gd name="connsiteY941" fmla="*/ 44450 h 138429"/>
                <a:gd name="connsiteX942" fmla="*/ 1490981 w 4940931"/>
                <a:gd name="connsiteY942" fmla="*/ 48260 h 138429"/>
                <a:gd name="connsiteX943" fmla="*/ 1487806 w 4940931"/>
                <a:gd name="connsiteY943" fmla="*/ 54610 h 138429"/>
                <a:gd name="connsiteX944" fmla="*/ 1487170 w 4940931"/>
                <a:gd name="connsiteY944" fmla="*/ 62865 h 138429"/>
                <a:gd name="connsiteX945" fmla="*/ 1487170 w 4940931"/>
                <a:gd name="connsiteY945" fmla="*/ 108585 h 138429"/>
                <a:gd name="connsiteX946" fmla="*/ 1471931 w 4940931"/>
                <a:gd name="connsiteY946" fmla="*/ 108585 h 138429"/>
                <a:gd name="connsiteX947" fmla="*/ 1471931 w 4940931"/>
                <a:gd name="connsiteY947" fmla="*/ 30480 h 138429"/>
                <a:gd name="connsiteX948" fmla="*/ 1487170 w 4940931"/>
                <a:gd name="connsiteY948" fmla="*/ 30480 h 138429"/>
                <a:gd name="connsiteX949" fmla="*/ 1487170 w 4940931"/>
                <a:gd name="connsiteY949" fmla="*/ 38100 h 138429"/>
                <a:gd name="connsiteX950" fmla="*/ 1490981 w 4940931"/>
                <a:gd name="connsiteY950" fmla="*/ 34290 h 138429"/>
                <a:gd name="connsiteX951" fmla="*/ 1495426 w 4940931"/>
                <a:gd name="connsiteY951" fmla="*/ 31115 h 138429"/>
                <a:gd name="connsiteX952" fmla="*/ 1501140 w 4940931"/>
                <a:gd name="connsiteY952" fmla="*/ 29210 h 138429"/>
                <a:gd name="connsiteX953" fmla="*/ 1250316 w 4940931"/>
                <a:gd name="connsiteY953" fmla="*/ 29210 h 138429"/>
                <a:gd name="connsiteX954" fmla="*/ 1264286 w 4940931"/>
                <a:gd name="connsiteY954" fmla="*/ 31750 h 138429"/>
                <a:gd name="connsiteX955" fmla="*/ 1276350 w 4940931"/>
                <a:gd name="connsiteY955" fmla="*/ 38100 h 138429"/>
                <a:gd name="connsiteX956" fmla="*/ 1278256 w 4940931"/>
                <a:gd name="connsiteY956" fmla="*/ 38100 h 138429"/>
                <a:gd name="connsiteX957" fmla="*/ 1271271 w 4940931"/>
                <a:gd name="connsiteY957" fmla="*/ 50165 h 138429"/>
                <a:gd name="connsiteX958" fmla="*/ 1261746 w 4940931"/>
                <a:gd name="connsiteY958" fmla="*/ 45085 h 138429"/>
                <a:gd name="connsiteX959" fmla="*/ 1250951 w 4940931"/>
                <a:gd name="connsiteY959" fmla="*/ 43180 h 138429"/>
                <a:gd name="connsiteX960" fmla="*/ 1242696 w 4940931"/>
                <a:gd name="connsiteY960" fmla="*/ 45085 h 138429"/>
                <a:gd name="connsiteX961" fmla="*/ 1240156 w 4940931"/>
                <a:gd name="connsiteY961" fmla="*/ 50165 h 138429"/>
                <a:gd name="connsiteX962" fmla="*/ 1240156 w 4940931"/>
                <a:gd name="connsiteY962" fmla="*/ 52705 h 138429"/>
                <a:gd name="connsiteX963" fmla="*/ 1242061 w 4940931"/>
                <a:gd name="connsiteY963" fmla="*/ 55245 h 138429"/>
                <a:gd name="connsiteX964" fmla="*/ 1246506 w 4940931"/>
                <a:gd name="connsiteY964" fmla="*/ 57785 h 138429"/>
                <a:gd name="connsiteX965" fmla="*/ 1253491 w 4940931"/>
                <a:gd name="connsiteY965" fmla="*/ 60960 h 138429"/>
                <a:gd name="connsiteX966" fmla="*/ 1264921 w 4940931"/>
                <a:gd name="connsiteY966" fmla="*/ 66040 h 138429"/>
                <a:gd name="connsiteX967" fmla="*/ 1273176 w 4940931"/>
                <a:gd name="connsiteY967" fmla="*/ 71120 h 138429"/>
                <a:gd name="connsiteX968" fmla="*/ 1278256 w 4940931"/>
                <a:gd name="connsiteY968" fmla="*/ 78105 h 138429"/>
                <a:gd name="connsiteX969" fmla="*/ 1280161 w 4940931"/>
                <a:gd name="connsiteY969" fmla="*/ 87630 h 138429"/>
                <a:gd name="connsiteX970" fmla="*/ 1277621 w 4940931"/>
                <a:gd name="connsiteY970" fmla="*/ 98425 h 138429"/>
                <a:gd name="connsiteX971" fmla="*/ 1271271 w 4940931"/>
                <a:gd name="connsiteY971" fmla="*/ 105410 h 138429"/>
                <a:gd name="connsiteX972" fmla="*/ 1261746 w 4940931"/>
                <a:gd name="connsiteY972" fmla="*/ 109220 h 138429"/>
                <a:gd name="connsiteX973" fmla="*/ 1250951 w 4940931"/>
                <a:gd name="connsiteY973" fmla="*/ 110490 h 138429"/>
                <a:gd name="connsiteX974" fmla="*/ 1235711 w 4940931"/>
                <a:gd name="connsiteY974" fmla="*/ 107950 h 138429"/>
                <a:gd name="connsiteX975" fmla="*/ 1221106 w 4940931"/>
                <a:gd name="connsiteY975" fmla="*/ 100965 h 138429"/>
                <a:gd name="connsiteX976" fmla="*/ 1228091 w 4940931"/>
                <a:gd name="connsiteY976" fmla="*/ 89535 h 138429"/>
                <a:gd name="connsiteX977" fmla="*/ 1239521 w 4940931"/>
                <a:gd name="connsiteY977" fmla="*/ 95250 h 138429"/>
                <a:gd name="connsiteX978" fmla="*/ 1250951 w 4940931"/>
                <a:gd name="connsiteY978" fmla="*/ 97155 h 138429"/>
                <a:gd name="connsiteX979" fmla="*/ 1261746 w 4940931"/>
                <a:gd name="connsiteY979" fmla="*/ 94615 h 138429"/>
                <a:gd name="connsiteX980" fmla="*/ 1264921 w 4940931"/>
                <a:gd name="connsiteY980" fmla="*/ 88265 h 138429"/>
                <a:gd name="connsiteX981" fmla="*/ 1263650 w 4940931"/>
                <a:gd name="connsiteY981" fmla="*/ 84455 h 138429"/>
                <a:gd name="connsiteX982" fmla="*/ 1259841 w 4940931"/>
                <a:gd name="connsiteY982" fmla="*/ 81280 h 138429"/>
                <a:gd name="connsiteX983" fmla="*/ 1254125 w 4940931"/>
                <a:gd name="connsiteY983" fmla="*/ 78105 h 138429"/>
                <a:gd name="connsiteX984" fmla="*/ 1246506 w 4940931"/>
                <a:gd name="connsiteY984" fmla="*/ 74930 h 138429"/>
                <a:gd name="connsiteX985" fmla="*/ 1235711 w 4940931"/>
                <a:gd name="connsiteY985" fmla="*/ 69850 h 138429"/>
                <a:gd name="connsiteX986" fmla="*/ 1228726 w 4940931"/>
                <a:gd name="connsiteY986" fmla="*/ 64770 h 138429"/>
                <a:gd name="connsiteX987" fmla="*/ 1224916 w 4940931"/>
                <a:gd name="connsiteY987" fmla="*/ 58420 h 138429"/>
                <a:gd name="connsiteX988" fmla="*/ 1223646 w 4940931"/>
                <a:gd name="connsiteY988" fmla="*/ 50165 h 138429"/>
                <a:gd name="connsiteX989" fmla="*/ 1225551 w 4940931"/>
                <a:gd name="connsiteY989" fmla="*/ 40640 h 138429"/>
                <a:gd name="connsiteX990" fmla="*/ 1231266 w 4940931"/>
                <a:gd name="connsiteY990" fmla="*/ 34290 h 138429"/>
                <a:gd name="connsiteX991" fmla="*/ 1239521 w 4940931"/>
                <a:gd name="connsiteY991" fmla="*/ 30480 h 138429"/>
                <a:gd name="connsiteX992" fmla="*/ 1250316 w 4940931"/>
                <a:gd name="connsiteY992" fmla="*/ 29210 h 138429"/>
                <a:gd name="connsiteX993" fmla="*/ 1180466 w 4940931"/>
                <a:gd name="connsiteY993" fmla="*/ 29210 h 138429"/>
                <a:gd name="connsiteX994" fmla="*/ 1195071 w 4940931"/>
                <a:gd name="connsiteY994" fmla="*/ 32385 h 138429"/>
                <a:gd name="connsiteX995" fmla="*/ 1205231 w 4940931"/>
                <a:gd name="connsiteY995" fmla="*/ 40640 h 138429"/>
                <a:gd name="connsiteX996" fmla="*/ 1211581 w 4940931"/>
                <a:gd name="connsiteY996" fmla="*/ 53340 h 138429"/>
                <a:gd name="connsiteX997" fmla="*/ 1213486 w 4940931"/>
                <a:gd name="connsiteY997" fmla="*/ 68580 h 138429"/>
                <a:gd name="connsiteX998" fmla="*/ 1212216 w 4940931"/>
                <a:gd name="connsiteY998" fmla="*/ 68580 h 138429"/>
                <a:gd name="connsiteX999" fmla="*/ 1212216 w 4940931"/>
                <a:gd name="connsiteY999" fmla="*/ 72390 h 138429"/>
                <a:gd name="connsiteX1000" fmla="*/ 1212216 w 4940931"/>
                <a:gd name="connsiteY1000" fmla="*/ 75565 h 138429"/>
                <a:gd name="connsiteX1001" fmla="*/ 1160781 w 4940931"/>
                <a:gd name="connsiteY1001" fmla="*/ 75565 h 138429"/>
                <a:gd name="connsiteX1002" fmla="*/ 1163321 w 4940931"/>
                <a:gd name="connsiteY1002" fmla="*/ 85090 h 138429"/>
                <a:gd name="connsiteX1003" fmla="*/ 1167766 w 4940931"/>
                <a:gd name="connsiteY1003" fmla="*/ 91440 h 138429"/>
                <a:gd name="connsiteX1004" fmla="*/ 1173481 w 4940931"/>
                <a:gd name="connsiteY1004" fmla="*/ 95250 h 138429"/>
                <a:gd name="connsiteX1005" fmla="*/ 1180466 w 4940931"/>
                <a:gd name="connsiteY1005" fmla="*/ 96520 h 138429"/>
                <a:gd name="connsiteX1006" fmla="*/ 1185546 w 4940931"/>
                <a:gd name="connsiteY1006" fmla="*/ 96520 h 138429"/>
                <a:gd name="connsiteX1007" fmla="*/ 1189991 w 4940931"/>
                <a:gd name="connsiteY1007" fmla="*/ 95250 h 138429"/>
                <a:gd name="connsiteX1008" fmla="*/ 1193801 w 4940931"/>
                <a:gd name="connsiteY1008" fmla="*/ 93345 h 138429"/>
                <a:gd name="connsiteX1009" fmla="*/ 1198246 w 4940931"/>
                <a:gd name="connsiteY1009" fmla="*/ 90805 h 138429"/>
                <a:gd name="connsiteX1010" fmla="*/ 1207136 w 4940931"/>
                <a:gd name="connsiteY1010" fmla="*/ 100330 h 138429"/>
                <a:gd name="connsiteX1011" fmla="*/ 1201421 w 4940931"/>
                <a:gd name="connsiteY1011" fmla="*/ 104775 h 138429"/>
                <a:gd name="connsiteX1012" fmla="*/ 1195706 w 4940931"/>
                <a:gd name="connsiteY1012" fmla="*/ 107950 h 138429"/>
                <a:gd name="connsiteX1013" fmla="*/ 1188721 w 4940931"/>
                <a:gd name="connsiteY1013" fmla="*/ 109855 h 138429"/>
                <a:gd name="connsiteX1014" fmla="*/ 1179831 w 4940931"/>
                <a:gd name="connsiteY1014" fmla="*/ 110490 h 138429"/>
                <a:gd name="connsiteX1015" fmla="*/ 1170306 w 4940931"/>
                <a:gd name="connsiteY1015" fmla="*/ 109220 h 138429"/>
                <a:gd name="connsiteX1016" fmla="*/ 1162686 w 4940931"/>
                <a:gd name="connsiteY1016" fmla="*/ 105410 h 138429"/>
                <a:gd name="connsiteX1017" fmla="*/ 1156336 w 4940931"/>
                <a:gd name="connsiteY1017" fmla="*/ 100330 h 138429"/>
                <a:gd name="connsiteX1018" fmla="*/ 1151256 w 4940931"/>
                <a:gd name="connsiteY1018" fmla="*/ 92710 h 138429"/>
                <a:gd name="connsiteX1019" fmla="*/ 1147446 w 4940931"/>
                <a:gd name="connsiteY1019" fmla="*/ 82550 h 138429"/>
                <a:gd name="connsiteX1020" fmla="*/ 1146176 w 4940931"/>
                <a:gd name="connsiteY1020" fmla="*/ 69850 h 138429"/>
                <a:gd name="connsiteX1021" fmla="*/ 1148716 w 4940931"/>
                <a:gd name="connsiteY1021" fmla="*/ 52070 h 138429"/>
                <a:gd name="connsiteX1022" fmla="*/ 1155701 w 4940931"/>
                <a:gd name="connsiteY1022" fmla="*/ 39370 h 138429"/>
                <a:gd name="connsiteX1023" fmla="*/ 1166496 w 4940931"/>
                <a:gd name="connsiteY1023" fmla="*/ 31750 h 138429"/>
                <a:gd name="connsiteX1024" fmla="*/ 1180466 w 4940931"/>
                <a:gd name="connsiteY1024" fmla="*/ 29210 h 138429"/>
                <a:gd name="connsiteX1025" fmla="*/ 901065 w 4940931"/>
                <a:gd name="connsiteY1025" fmla="*/ 29210 h 138429"/>
                <a:gd name="connsiteX1026" fmla="*/ 915670 w 4940931"/>
                <a:gd name="connsiteY1026" fmla="*/ 32385 h 138429"/>
                <a:gd name="connsiteX1027" fmla="*/ 925830 w 4940931"/>
                <a:gd name="connsiteY1027" fmla="*/ 40640 h 138429"/>
                <a:gd name="connsiteX1028" fmla="*/ 932180 w 4940931"/>
                <a:gd name="connsiteY1028" fmla="*/ 53340 h 138429"/>
                <a:gd name="connsiteX1029" fmla="*/ 934085 w 4940931"/>
                <a:gd name="connsiteY1029" fmla="*/ 68580 h 138429"/>
                <a:gd name="connsiteX1030" fmla="*/ 932815 w 4940931"/>
                <a:gd name="connsiteY1030" fmla="*/ 68580 h 138429"/>
                <a:gd name="connsiteX1031" fmla="*/ 932815 w 4940931"/>
                <a:gd name="connsiteY1031" fmla="*/ 72390 h 138429"/>
                <a:gd name="connsiteX1032" fmla="*/ 932815 w 4940931"/>
                <a:gd name="connsiteY1032" fmla="*/ 75565 h 138429"/>
                <a:gd name="connsiteX1033" fmla="*/ 881380 w 4940931"/>
                <a:gd name="connsiteY1033" fmla="*/ 75565 h 138429"/>
                <a:gd name="connsiteX1034" fmla="*/ 883920 w 4940931"/>
                <a:gd name="connsiteY1034" fmla="*/ 85090 h 138429"/>
                <a:gd name="connsiteX1035" fmla="*/ 888365 w 4940931"/>
                <a:gd name="connsiteY1035" fmla="*/ 91440 h 138429"/>
                <a:gd name="connsiteX1036" fmla="*/ 894080 w 4940931"/>
                <a:gd name="connsiteY1036" fmla="*/ 95250 h 138429"/>
                <a:gd name="connsiteX1037" fmla="*/ 901065 w 4940931"/>
                <a:gd name="connsiteY1037" fmla="*/ 96520 h 138429"/>
                <a:gd name="connsiteX1038" fmla="*/ 906145 w 4940931"/>
                <a:gd name="connsiteY1038" fmla="*/ 96520 h 138429"/>
                <a:gd name="connsiteX1039" fmla="*/ 910590 w 4940931"/>
                <a:gd name="connsiteY1039" fmla="*/ 95250 h 138429"/>
                <a:gd name="connsiteX1040" fmla="*/ 914400 w 4940931"/>
                <a:gd name="connsiteY1040" fmla="*/ 93345 h 138429"/>
                <a:gd name="connsiteX1041" fmla="*/ 918845 w 4940931"/>
                <a:gd name="connsiteY1041" fmla="*/ 90805 h 138429"/>
                <a:gd name="connsiteX1042" fmla="*/ 927735 w 4940931"/>
                <a:gd name="connsiteY1042" fmla="*/ 100330 h 138429"/>
                <a:gd name="connsiteX1043" fmla="*/ 922020 w 4940931"/>
                <a:gd name="connsiteY1043" fmla="*/ 104775 h 138429"/>
                <a:gd name="connsiteX1044" fmla="*/ 916305 w 4940931"/>
                <a:gd name="connsiteY1044" fmla="*/ 107950 h 138429"/>
                <a:gd name="connsiteX1045" fmla="*/ 909320 w 4940931"/>
                <a:gd name="connsiteY1045" fmla="*/ 109855 h 138429"/>
                <a:gd name="connsiteX1046" fmla="*/ 900430 w 4940931"/>
                <a:gd name="connsiteY1046" fmla="*/ 110490 h 138429"/>
                <a:gd name="connsiteX1047" fmla="*/ 890905 w 4940931"/>
                <a:gd name="connsiteY1047" fmla="*/ 109220 h 138429"/>
                <a:gd name="connsiteX1048" fmla="*/ 883285 w 4940931"/>
                <a:gd name="connsiteY1048" fmla="*/ 105410 h 138429"/>
                <a:gd name="connsiteX1049" fmla="*/ 876935 w 4940931"/>
                <a:gd name="connsiteY1049" fmla="*/ 100330 h 138429"/>
                <a:gd name="connsiteX1050" fmla="*/ 871855 w 4940931"/>
                <a:gd name="connsiteY1050" fmla="*/ 92710 h 138429"/>
                <a:gd name="connsiteX1051" fmla="*/ 868045 w 4940931"/>
                <a:gd name="connsiteY1051" fmla="*/ 82550 h 138429"/>
                <a:gd name="connsiteX1052" fmla="*/ 866775 w 4940931"/>
                <a:gd name="connsiteY1052" fmla="*/ 69850 h 138429"/>
                <a:gd name="connsiteX1053" fmla="*/ 869315 w 4940931"/>
                <a:gd name="connsiteY1053" fmla="*/ 52070 h 138429"/>
                <a:gd name="connsiteX1054" fmla="*/ 876300 w 4940931"/>
                <a:gd name="connsiteY1054" fmla="*/ 39370 h 138429"/>
                <a:gd name="connsiteX1055" fmla="*/ 887095 w 4940931"/>
                <a:gd name="connsiteY1055" fmla="*/ 31750 h 138429"/>
                <a:gd name="connsiteX1056" fmla="*/ 901065 w 4940931"/>
                <a:gd name="connsiteY1056" fmla="*/ 29210 h 138429"/>
                <a:gd name="connsiteX1057" fmla="*/ 668656 w 4940931"/>
                <a:gd name="connsiteY1057" fmla="*/ 29210 h 138429"/>
                <a:gd name="connsiteX1058" fmla="*/ 676275 w 4940931"/>
                <a:gd name="connsiteY1058" fmla="*/ 29845 h 138429"/>
                <a:gd name="connsiteX1059" fmla="*/ 681991 w 4940931"/>
                <a:gd name="connsiteY1059" fmla="*/ 32385 h 138429"/>
                <a:gd name="connsiteX1060" fmla="*/ 678181 w 4940931"/>
                <a:gd name="connsiteY1060" fmla="*/ 46990 h 138429"/>
                <a:gd name="connsiteX1061" fmla="*/ 676910 w 4940931"/>
                <a:gd name="connsiteY1061" fmla="*/ 46990 h 138429"/>
                <a:gd name="connsiteX1062" fmla="*/ 671830 w 4940931"/>
                <a:gd name="connsiteY1062" fmla="*/ 45085 h 138429"/>
                <a:gd name="connsiteX1063" fmla="*/ 665480 w 4940931"/>
                <a:gd name="connsiteY1063" fmla="*/ 44450 h 138429"/>
                <a:gd name="connsiteX1064" fmla="*/ 654050 w 4940931"/>
                <a:gd name="connsiteY1064" fmla="*/ 49530 h 138429"/>
                <a:gd name="connsiteX1065" fmla="*/ 650240 w 4940931"/>
                <a:gd name="connsiteY1065" fmla="*/ 64770 h 138429"/>
                <a:gd name="connsiteX1066" fmla="*/ 650240 w 4940931"/>
                <a:gd name="connsiteY1066" fmla="*/ 109220 h 138429"/>
                <a:gd name="connsiteX1067" fmla="*/ 635000 w 4940931"/>
                <a:gd name="connsiteY1067" fmla="*/ 109220 h 138429"/>
                <a:gd name="connsiteX1068" fmla="*/ 635000 w 4940931"/>
                <a:gd name="connsiteY1068" fmla="*/ 31115 h 138429"/>
                <a:gd name="connsiteX1069" fmla="*/ 650240 w 4940931"/>
                <a:gd name="connsiteY1069" fmla="*/ 31115 h 138429"/>
                <a:gd name="connsiteX1070" fmla="*/ 650240 w 4940931"/>
                <a:gd name="connsiteY1070" fmla="*/ 38735 h 138429"/>
                <a:gd name="connsiteX1071" fmla="*/ 653416 w 4940931"/>
                <a:gd name="connsiteY1071" fmla="*/ 34925 h 138429"/>
                <a:gd name="connsiteX1072" fmla="*/ 657861 w 4940931"/>
                <a:gd name="connsiteY1072" fmla="*/ 31750 h 138429"/>
                <a:gd name="connsiteX1073" fmla="*/ 662940 w 4940931"/>
                <a:gd name="connsiteY1073" fmla="*/ 29845 h 138429"/>
                <a:gd name="connsiteX1074" fmla="*/ 668656 w 4940931"/>
                <a:gd name="connsiteY1074" fmla="*/ 29210 h 138429"/>
                <a:gd name="connsiteX1075" fmla="*/ 586739 w 4940931"/>
                <a:gd name="connsiteY1075" fmla="*/ 29210 h 138429"/>
                <a:gd name="connsiteX1076" fmla="*/ 601344 w 4940931"/>
                <a:gd name="connsiteY1076" fmla="*/ 32385 h 138429"/>
                <a:gd name="connsiteX1077" fmla="*/ 611504 w 4940931"/>
                <a:gd name="connsiteY1077" fmla="*/ 40640 h 138429"/>
                <a:gd name="connsiteX1078" fmla="*/ 617854 w 4940931"/>
                <a:gd name="connsiteY1078" fmla="*/ 53340 h 138429"/>
                <a:gd name="connsiteX1079" fmla="*/ 619759 w 4940931"/>
                <a:gd name="connsiteY1079" fmla="*/ 68580 h 138429"/>
                <a:gd name="connsiteX1080" fmla="*/ 618489 w 4940931"/>
                <a:gd name="connsiteY1080" fmla="*/ 68580 h 138429"/>
                <a:gd name="connsiteX1081" fmla="*/ 618489 w 4940931"/>
                <a:gd name="connsiteY1081" fmla="*/ 72390 h 138429"/>
                <a:gd name="connsiteX1082" fmla="*/ 618489 w 4940931"/>
                <a:gd name="connsiteY1082" fmla="*/ 75565 h 138429"/>
                <a:gd name="connsiteX1083" fmla="*/ 567054 w 4940931"/>
                <a:gd name="connsiteY1083" fmla="*/ 75565 h 138429"/>
                <a:gd name="connsiteX1084" fmla="*/ 569594 w 4940931"/>
                <a:gd name="connsiteY1084" fmla="*/ 85090 h 138429"/>
                <a:gd name="connsiteX1085" fmla="*/ 574039 w 4940931"/>
                <a:gd name="connsiteY1085" fmla="*/ 91440 h 138429"/>
                <a:gd name="connsiteX1086" fmla="*/ 579754 w 4940931"/>
                <a:gd name="connsiteY1086" fmla="*/ 95250 h 138429"/>
                <a:gd name="connsiteX1087" fmla="*/ 586739 w 4940931"/>
                <a:gd name="connsiteY1087" fmla="*/ 96520 h 138429"/>
                <a:gd name="connsiteX1088" fmla="*/ 591819 w 4940931"/>
                <a:gd name="connsiteY1088" fmla="*/ 96520 h 138429"/>
                <a:gd name="connsiteX1089" fmla="*/ 596264 w 4940931"/>
                <a:gd name="connsiteY1089" fmla="*/ 95250 h 138429"/>
                <a:gd name="connsiteX1090" fmla="*/ 600074 w 4940931"/>
                <a:gd name="connsiteY1090" fmla="*/ 93345 h 138429"/>
                <a:gd name="connsiteX1091" fmla="*/ 604519 w 4940931"/>
                <a:gd name="connsiteY1091" fmla="*/ 90805 h 138429"/>
                <a:gd name="connsiteX1092" fmla="*/ 613409 w 4940931"/>
                <a:gd name="connsiteY1092" fmla="*/ 100330 h 138429"/>
                <a:gd name="connsiteX1093" fmla="*/ 607694 w 4940931"/>
                <a:gd name="connsiteY1093" fmla="*/ 104775 h 138429"/>
                <a:gd name="connsiteX1094" fmla="*/ 601979 w 4940931"/>
                <a:gd name="connsiteY1094" fmla="*/ 107950 h 138429"/>
                <a:gd name="connsiteX1095" fmla="*/ 594994 w 4940931"/>
                <a:gd name="connsiteY1095" fmla="*/ 109855 h 138429"/>
                <a:gd name="connsiteX1096" fmla="*/ 586104 w 4940931"/>
                <a:gd name="connsiteY1096" fmla="*/ 110490 h 138429"/>
                <a:gd name="connsiteX1097" fmla="*/ 576579 w 4940931"/>
                <a:gd name="connsiteY1097" fmla="*/ 109220 h 138429"/>
                <a:gd name="connsiteX1098" fmla="*/ 568959 w 4940931"/>
                <a:gd name="connsiteY1098" fmla="*/ 105410 h 138429"/>
                <a:gd name="connsiteX1099" fmla="*/ 562609 w 4940931"/>
                <a:gd name="connsiteY1099" fmla="*/ 100330 h 138429"/>
                <a:gd name="connsiteX1100" fmla="*/ 557529 w 4940931"/>
                <a:gd name="connsiteY1100" fmla="*/ 92710 h 138429"/>
                <a:gd name="connsiteX1101" fmla="*/ 553719 w 4940931"/>
                <a:gd name="connsiteY1101" fmla="*/ 82550 h 138429"/>
                <a:gd name="connsiteX1102" fmla="*/ 552449 w 4940931"/>
                <a:gd name="connsiteY1102" fmla="*/ 69850 h 138429"/>
                <a:gd name="connsiteX1103" fmla="*/ 554989 w 4940931"/>
                <a:gd name="connsiteY1103" fmla="*/ 52070 h 138429"/>
                <a:gd name="connsiteX1104" fmla="*/ 561974 w 4940931"/>
                <a:gd name="connsiteY1104" fmla="*/ 39370 h 138429"/>
                <a:gd name="connsiteX1105" fmla="*/ 572769 w 4940931"/>
                <a:gd name="connsiteY1105" fmla="*/ 31750 h 138429"/>
                <a:gd name="connsiteX1106" fmla="*/ 586739 w 4940931"/>
                <a:gd name="connsiteY1106" fmla="*/ 29210 h 138429"/>
                <a:gd name="connsiteX1107" fmla="*/ 400050 w 4940931"/>
                <a:gd name="connsiteY1107" fmla="*/ 29210 h 138429"/>
                <a:gd name="connsiteX1108" fmla="*/ 414655 w 4940931"/>
                <a:gd name="connsiteY1108" fmla="*/ 32385 h 138429"/>
                <a:gd name="connsiteX1109" fmla="*/ 424815 w 4940931"/>
                <a:gd name="connsiteY1109" fmla="*/ 40640 h 138429"/>
                <a:gd name="connsiteX1110" fmla="*/ 431165 w 4940931"/>
                <a:gd name="connsiteY1110" fmla="*/ 53340 h 138429"/>
                <a:gd name="connsiteX1111" fmla="*/ 433070 w 4940931"/>
                <a:gd name="connsiteY1111" fmla="*/ 68580 h 138429"/>
                <a:gd name="connsiteX1112" fmla="*/ 431800 w 4940931"/>
                <a:gd name="connsiteY1112" fmla="*/ 68580 h 138429"/>
                <a:gd name="connsiteX1113" fmla="*/ 431800 w 4940931"/>
                <a:gd name="connsiteY1113" fmla="*/ 72390 h 138429"/>
                <a:gd name="connsiteX1114" fmla="*/ 431800 w 4940931"/>
                <a:gd name="connsiteY1114" fmla="*/ 75565 h 138429"/>
                <a:gd name="connsiteX1115" fmla="*/ 380365 w 4940931"/>
                <a:gd name="connsiteY1115" fmla="*/ 75565 h 138429"/>
                <a:gd name="connsiteX1116" fmla="*/ 382905 w 4940931"/>
                <a:gd name="connsiteY1116" fmla="*/ 85090 h 138429"/>
                <a:gd name="connsiteX1117" fmla="*/ 387350 w 4940931"/>
                <a:gd name="connsiteY1117" fmla="*/ 91440 h 138429"/>
                <a:gd name="connsiteX1118" fmla="*/ 393065 w 4940931"/>
                <a:gd name="connsiteY1118" fmla="*/ 95250 h 138429"/>
                <a:gd name="connsiteX1119" fmla="*/ 400050 w 4940931"/>
                <a:gd name="connsiteY1119" fmla="*/ 96520 h 138429"/>
                <a:gd name="connsiteX1120" fmla="*/ 405130 w 4940931"/>
                <a:gd name="connsiteY1120" fmla="*/ 96520 h 138429"/>
                <a:gd name="connsiteX1121" fmla="*/ 409575 w 4940931"/>
                <a:gd name="connsiteY1121" fmla="*/ 95250 h 138429"/>
                <a:gd name="connsiteX1122" fmla="*/ 413385 w 4940931"/>
                <a:gd name="connsiteY1122" fmla="*/ 93345 h 138429"/>
                <a:gd name="connsiteX1123" fmla="*/ 417830 w 4940931"/>
                <a:gd name="connsiteY1123" fmla="*/ 90805 h 138429"/>
                <a:gd name="connsiteX1124" fmla="*/ 426720 w 4940931"/>
                <a:gd name="connsiteY1124" fmla="*/ 100330 h 138429"/>
                <a:gd name="connsiteX1125" fmla="*/ 421005 w 4940931"/>
                <a:gd name="connsiteY1125" fmla="*/ 104775 h 138429"/>
                <a:gd name="connsiteX1126" fmla="*/ 415290 w 4940931"/>
                <a:gd name="connsiteY1126" fmla="*/ 107950 h 138429"/>
                <a:gd name="connsiteX1127" fmla="*/ 408305 w 4940931"/>
                <a:gd name="connsiteY1127" fmla="*/ 109855 h 138429"/>
                <a:gd name="connsiteX1128" fmla="*/ 399415 w 4940931"/>
                <a:gd name="connsiteY1128" fmla="*/ 110490 h 138429"/>
                <a:gd name="connsiteX1129" fmla="*/ 389890 w 4940931"/>
                <a:gd name="connsiteY1129" fmla="*/ 109220 h 138429"/>
                <a:gd name="connsiteX1130" fmla="*/ 382270 w 4940931"/>
                <a:gd name="connsiteY1130" fmla="*/ 105410 h 138429"/>
                <a:gd name="connsiteX1131" fmla="*/ 375920 w 4940931"/>
                <a:gd name="connsiteY1131" fmla="*/ 100330 h 138429"/>
                <a:gd name="connsiteX1132" fmla="*/ 370840 w 4940931"/>
                <a:gd name="connsiteY1132" fmla="*/ 92710 h 138429"/>
                <a:gd name="connsiteX1133" fmla="*/ 367030 w 4940931"/>
                <a:gd name="connsiteY1133" fmla="*/ 82550 h 138429"/>
                <a:gd name="connsiteX1134" fmla="*/ 365760 w 4940931"/>
                <a:gd name="connsiteY1134" fmla="*/ 69850 h 138429"/>
                <a:gd name="connsiteX1135" fmla="*/ 368300 w 4940931"/>
                <a:gd name="connsiteY1135" fmla="*/ 52070 h 138429"/>
                <a:gd name="connsiteX1136" fmla="*/ 375285 w 4940931"/>
                <a:gd name="connsiteY1136" fmla="*/ 39370 h 138429"/>
                <a:gd name="connsiteX1137" fmla="*/ 386080 w 4940931"/>
                <a:gd name="connsiteY1137" fmla="*/ 31750 h 138429"/>
                <a:gd name="connsiteX1138" fmla="*/ 400050 w 4940931"/>
                <a:gd name="connsiteY1138" fmla="*/ 29210 h 138429"/>
                <a:gd name="connsiteX1139" fmla="*/ 201930 w 4940931"/>
                <a:gd name="connsiteY1139" fmla="*/ 29210 h 138429"/>
                <a:gd name="connsiteX1140" fmla="*/ 216535 w 4940931"/>
                <a:gd name="connsiteY1140" fmla="*/ 32385 h 138429"/>
                <a:gd name="connsiteX1141" fmla="*/ 226695 w 4940931"/>
                <a:gd name="connsiteY1141" fmla="*/ 40640 h 138429"/>
                <a:gd name="connsiteX1142" fmla="*/ 233045 w 4940931"/>
                <a:gd name="connsiteY1142" fmla="*/ 53340 h 138429"/>
                <a:gd name="connsiteX1143" fmla="*/ 234950 w 4940931"/>
                <a:gd name="connsiteY1143" fmla="*/ 68580 h 138429"/>
                <a:gd name="connsiteX1144" fmla="*/ 233680 w 4940931"/>
                <a:gd name="connsiteY1144" fmla="*/ 68580 h 138429"/>
                <a:gd name="connsiteX1145" fmla="*/ 233680 w 4940931"/>
                <a:gd name="connsiteY1145" fmla="*/ 72390 h 138429"/>
                <a:gd name="connsiteX1146" fmla="*/ 233680 w 4940931"/>
                <a:gd name="connsiteY1146" fmla="*/ 75565 h 138429"/>
                <a:gd name="connsiteX1147" fmla="*/ 182245 w 4940931"/>
                <a:gd name="connsiteY1147" fmla="*/ 75565 h 138429"/>
                <a:gd name="connsiteX1148" fmla="*/ 184785 w 4940931"/>
                <a:gd name="connsiteY1148" fmla="*/ 85090 h 138429"/>
                <a:gd name="connsiteX1149" fmla="*/ 189230 w 4940931"/>
                <a:gd name="connsiteY1149" fmla="*/ 91440 h 138429"/>
                <a:gd name="connsiteX1150" fmla="*/ 194945 w 4940931"/>
                <a:gd name="connsiteY1150" fmla="*/ 95250 h 138429"/>
                <a:gd name="connsiteX1151" fmla="*/ 201930 w 4940931"/>
                <a:gd name="connsiteY1151" fmla="*/ 96520 h 138429"/>
                <a:gd name="connsiteX1152" fmla="*/ 207010 w 4940931"/>
                <a:gd name="connsiteY1152" fmla="*/ 96520 h 138429"/>
                <a:gd name="connsiteX1153" fmla="*/ 211455 w 4940931"/>
                <a:gd name="connsiteY1153" fmla="*/ 95250 h 138429"/>
                <a:gd name="connsiteX1154" fmla="*/ 215265 w 4940931"/>
                <a:gd name="connsiteY1154" fmla="*/ 93345 h 138429"/>
                <a:gd name="connsiteX1155" fmla="*/ 219710 w 4940931"/>
                <a:gd name="connsiteY1155" fmla="*/ 90805 h 138429"/>
                <a:gd name="connsiteX1156" fmla="*/ 228600 w 4940931"/>
                <a:gd name="connsiteY1156" fmla="*/ 100330 h 138429"/>
                <a:gd name="connsiteX1157" fmla="*/ 222885 w 4940931"/>
                <a:gd name="connsiteY1157" fmla="*/ 104775 h 138429"/>
                <a:gd name="connsiteX1158" fmla="*/ 217170 w 4940931"/>
                <a:gd name="connsiteY1158" fmla="*/ 107950 h 138429"/>
                <a:gd name="connsiteX1159" fmla="*/ 210185 w 4940931"/>
                <a:gd name="connsiteY1159" fmla="*/ 109855 h 138429"/>
                <a:gd name="connsiteX1160" fmla="*/ 201295 w 4940931"/>
                <a:gd name="connsiteY1160" fmla="*/ 110490 h 138429"/>
                <a:gd name="connsiteX1161" fmla="*/ 191770 w 4940931"/>
                <a:gd name="connsiteY1161" fmla="*/ 109220 h 138429"/>
                <a:gd name="connsiteX1162" fmla="*/ 184150 w 4940931"/>
                <a:gd name="connsiteY1162" fmla="*/ 105410 h 138429"/>
                <a:gd name="connsiteX1163" fmla="*/ 177800 w 4940931"/>
                <a:gd name="connsiteY1163" fmla="*/ 100330 h 138429"/>
                <a:gd name="connsiteX1164" fmla="*/ 172720 w 4940931"/>
                <a:gd name="connsiteY1164" fmla="*/ 92710 h 138429"/>
                <a:gd name="connsiteX1165" fmla="*/ 168910 w 4940931"/>
                <a:gd name="connsiteY1165" fmla="*/ 82550 h 138429"/>
                <a:gd name="connsiteX1166" fmla="*/ 167640 w 4940931"/>
                <a:gd name="connsiteY1166" fmla="*/ 69850 h 138429"/>
                <a:gd name="connsiteX1167" fmla="*/ 170180 w 4940931"/>
                <a:gd name="connsiteY1167" fmla="*/ 52070 h 138429"/>
                <a:gd name="connsiteX1168" fmla="*/ 177165 w 4940931"/>
                <a:gd name="connsiteY1168" fmla="*/ 39370 h 138429"/>
                <a:gd name="connsiteX1169" fmla="*/ 187960 w 4940931"/>
                <a:gd name="connsiteY1169" fmla="*/ 31750 h 138429"/>
                <a:gd name="connsiteX1170" fmla="*/ 201930 w 4940931"/>
                <a:gd name="connsiteY1170" fmla="*/ 29210 h 138429"/>
                <a:gd name="connsiteX1171" fmla="*/ 4664706 w 4940931"/>
                <a:gd name="connsiteY1171" fmla="*/ 28574 h 138429"/>
                <a:gd name="connsiteX1172" fmla="*/ 4678676 w 4940931"/>
                <a:gd name="connsiteY1172" fmla="*/ 31749 h 138429"/>
                <a:gd name="connsiteX1173" fmla="*/ 4689471 w 4940931"/>
                <a:gd name="connsiteY1173" fmla="*/ 40004 h 138429"/>
                <a:gd name="connsiteX1174" fmla="*/ 4696456 w 4940931"/>
                <a:gd name="connsiteY1174" fmla="*/ 52704 h 138429"/>
                <a:gd name="connsiteX1175" fmla="*/ 4698996 w 4940931"/>
                <a:gd name="connsiteY1175" fmla="*/ 69214 h 138429"/>
                <a:gd name="connsiteX1176" fmla="*/ 4699631 w 4940931"/>
                <a:gd name="connsiteY1176" fmla="*/ 69214 h 138429"/>
                <a:gd name="connsiteX1177" fmla="*/ 4697091 w 4940931"/>
                <a:gd name="connsiteY1177" fmla="*/ 86359 h 138429"/>
                <a:gd name="connsiteX1178" fmla="*/ 4689471 w 4940931"/>
                <a:gd name="connsiteY1178" fmla="*/ 99059 h 138429"/>
                <a:gd name="connsiteX1179" fmla="*/ 4678041 w 4940931"/>
                <a:gd name="connsiteY1179" fmla="*/ 107314 h 138429"/>
                <a:gd name="connsiteX1180" fmla="*/ 4664071 w 4940931"/>
                <a:gd name="connsiteY1180" fmla="*/ 109854 h 138429"/>
                <a:gd name="connsiteX1181" fmla="*/ 4650101 w 4940931"/>
                <a:gd name="connsiteY1181" fmla="*/ 106679 h 138429"/>
                <a:gd name="connsiteX1182" fmla="*/ 4639306 w 4940931"/>
                <a:gd name="connsiteY1182" fmla="*/ 98424 h 138429"/>
                <a:gd name="connsiteX1183" fmla="*/ 4632321 w 4940931"/>
                <a:gd name="connsiteY1183" fmla="*/ 85724 h 138429"/>
                <a:gd name="connsiteX1184" fmla="*/ 4629781 w 4940931"/>
                <a:gd name="connsiteY1184" fmla="*/ 69214 h 138429"/>
                <a:gd name="connsiteX1185" fmla="*/ 4632321 w 4940931"/>
                <a:gd name="connsiteY1185" fmla="*/ 52069 h 138429"/>
                <a:gd name="connsiteX1186" fmla="*/ 4639941 w 4940931"/>
                <a:gd name="connsiteY1186" fmla="*/ 39369 h 138429"/>
                <a:gd name="connsiteX1187" fmla="*/ 4650736 w 4940931"/>
                <a:gd name="connsiteY1187" fmla="*/ 31114 h 138429"/>
                <a:gd name="connsiteX1188" fmla="*/ 4664706 w 4940931"/>
                <a:gd name="connsiteY1188" fmla="*/ 28574 h 138429"/>
                <a:gd name="connsiteX1189" fmla="*/ 4264655 w 4940931"/>
                <a:gd name="connsiteY1189" fmla="*/ 28574 h 138429"/>
                <a:gd name="connsiteX1190" fmla="*/ 4278625 w 4940931"/>
                <a:gd name="connsiteY1190" fmla="*/ 31749 h 138429"/>
                <a:gd name="connsiteX1191" fmla="*/ 4289420 w 4940931"/>
                <a:gd name="connsiteY1191" fmla="*/ 40004 h 138429"/>
                <a:gd name="connsiteX1192" fmla="*/ 4296405 w 4940931"/>
                <a:gd name="connsiteY1192" fmla="*/ 52704 h 138429"/>
                <a:gd name="connsiteX1193" fmla="*/ 4298945 w 4940931"/>
                <a:gd name="connsiteY1193" fmla="*/ 69214 h 138429"/>
                <a:gd name="connsiteX1194" fmla="*/ 4299580 w 4940931"/>
                <a:gd name="connsiteY1194" fmla="*/ 69214 h 138429"/>
                <a:gd name="connsiteX1195" fmla="*/ 4297040 w 4940931"/>
                <a:gd name="connsiteY1195" fmla="*/ 86359 h 138429"/>
                <a:gd name="connsiteX1196" fmla="*/ 4289420 w 4940931"/>
                <a:gd name="connsiteY1196" fmla="*/ 99059 h 138429"/>
                <a:gd name="connsiteX1197" fmla="*/ 4277990 w 4940931"/>
                <a:gd name="connsiteY1197" fmla="*/ 107314 h 138429"/>
                <a:gd name="connsiteX1198" fmla="*/ 4264020 w 4940931"/>
                <a:gd name="connsiteY1198" fmla="*/ 109854 h 138429"/>
                <a:gd name="connsiteX1199" fmla="*/ 4250050 w 4940931"/>
                <a:gd name="connsiteY1199" fmla="*/ 106679 h 138429"/>
                <a:gd name="connsiteX1200" fmla="*/ 4239255 w 4940931"/>
                <a:gd name="connsiteY1200" fmla="*/ 98424 h 138429"/>
                <a:gd name="connsiteX1201" fmla="*/ 4232270 w 4940931"/>
                <a:gd name="connsiteY1201" fmla="*/ 85724 h 138429"/>
                <a:gd name="connsiteX1202" fmla="*/ 4229730 w 4940931"/>
                <a:gd name="connsiteY1202" fmla="*/ 69214 h 138429"/>
                <a:gd name="connsiteX1203" fmla="*/ 4232270 w 4940931"/>
                <a:gd name="connsiteY1203" fmla="*/ 52069 h 138429"/>
                <a:gd name="connsiteX1204" fmla="*/ 4239890 w 4940931"/>
                <a:gd name="connsiteY1204" fmla="*/ 39369 h 138429"/>
                <a:gd name="connsiteX1205" fmla="*/ 4250685 w 4940931"/>
                <a:gd name="connsiteY1205" fmla="*/ 31114 h 138429"/>
                <a:gd name="connsiteX1206" fmla="*/ 4264655 w 4940931"/>
                <a:gd name="connsiteY1206" fmla="*/ 28574 h 138429"/>
                <a:gd name="connsiteX1207" fmla="*/ 1420495 w 4940931"/>
                <a:gd name="connsiteY1207" fmla="*/ 28574 h 138429"/>
                <a:gd name="connsiteX1208" fmla="*/ 1434465 w 4940931"/>
                <a:gd name="connsiteY1208" fmla="*/ 31749 h 138429"/>
                <a:gd name="connsiteX1209" fmla="*/ 1445260 w 4940931"/>
                <a:gd name="connsiteY1209" fmla="*/ 40004 h 138429"/>
                <a:gd name="connsiteX1210" fmla="*/ 1452245 w 4940931"/>
                <a:gd name="connsiteY1210" fmla="*/ 52704 h 138429"/>
                <a:gd name="connsiteX1211" fmla="*/ 1454785 w 4940931"/>
                <a:gd name="connsiteY1211" fmla="*/ 69214 h 138429"/>
                <a:gd name="connsiteX1212" fmla="*/ 1455420 w 4940931"/>
                <a:gd name="connsiteY1212" fmla="*/ 69214 h 138429"/>
                <a:gd name="connsiteX1213" fmla="*/ 1452880 w 4940931"/>
                <a:gd name="connsiteY1213" fmla="*/ 86359 h 138429"/>
                <a:gd name="connsiteX1214" fmla="*/ 1445260 w 4940931"/>
                <a:gd name="connsiteY1214" fmla="*/ 99059 h 138429"/>
                <a:gd name="connsiteX1215" fmla="*/ 1433830 w 4940931"/>
                <a:gd name="connsiteY1215" fmla="*/ 107314 h 138429"/>
                <a:gd name="connsiteX1216" fmla="*/ 1419860 w 4940931"/>
                <a:gd name="connsiteY1216" fmla="*/ 109854 h 138429"/>
                <a:gd name="connsiteX1217" fmla="*/ 1405890 w 4940931"/>
                <a:gd name="connsiteY1217" fmla="*/ 106679 h 138429"/>
                <a:gd name="connsiteX1218" fmla="*/ 1395095 w 4940931"/>
                <a:gd name="connsiteY1218" fmla="*/ 98424 h 138429"/>
                <a:gd name="connsiteX1219" fmla="*/ 1388110 w 4940931"/>
                <a:gd name="connsiteY1219" fmla="*/ 85724 h 138429"/>
                <a:gd name="connsiteX1220" fmla="*/ 1385570 w 4940931"/>
                <a:gd name="connsiteY1220" fmla="*/ 69214 h 138429"/>
                <a:gd name="connsiteX1221" fmla="*/ 1388110 w 4940931"/>
                <a:gd name="connsiteY1221" fmla="*/ 52069 h 138429"/>
                <a:gd name="connsiteX1222" fmla="*/ 1395730 w 4940931"/>
                <a:gd name="connsiteY1222" fmla="*/ 39369 h 138429"/>
                <a:gd name="connsiteX1223" fmla="*/ 1406525 w 4940931"/>
                <a:gd name="connsiteY1223" fmla="*/ 31114 h 138429"/>
                <a:gd name="connsiteX1224" fmla="*/ 1420495 w 4940931"/>
                <a:gd name="connsiteY1224" fmla="*/ 28574 h 138429"/>
                <a:gd name="connsiteX1225" fmla="*/ 3143245 w 4940931"/>
                <a:gd name="connsiteY1225" fmla="*/ 5079 h 138429"/>
                <a:gd name="connsiteX1226" fmla="*/ 3219445 w 4940931"/>
                <a:gd name="connsiteY1226" fmla="*/ 5079 h 138429"/>
                <a:gd name="connsiteX1227" fmla="*/ 3219445 w 4940931"/>
                <a:gd name="connsiteY1227" fmla="*/ 20319 h 138429"/>
                <a:gd name="connsiteX1228" fmla="*/ 3188965 w 4940931"/>
                <a:gd name="connsiteY1228" fmla="*/ 20319 h 138429"/>
                <a:gd name="connsiteX1229" fmla="*/ 3188965 w 4940931"/>
                <a:gd name="connsiteY1229" fmla="*/ 108584 h 138429"/>
                <a:gd name="connsiteX1230" fmla="*/ 3173090 w 4940931"/>
                <a:gd name="connsiteY1230" fmla="*/ 108584 h 138429"/>
                <a:gd name="connsiteX1231" fmla="*/ 3173090 w 4940931"/>
                <a:gd name="connsiteY1231" fmla="*/ 20319 h 138429"/>
                <a:gd name="connsiteX1232" fmla="*/ 3143245 w 4940931"/>
                <a:gd name="connsiteY1232" fmla="*/ 20319 h 138429"/>
                <a:gd name="connsiteX1233" fmla="*/ 1628774 w 4940931"/>
                <a:gd name="connsiteY1233" fmla="*/ 5079 h 138429"/>
                <a:gd name="connsiteX1234" fmla="*/ 1704970 w 4940931"/>
                <a:gd name="connsiteY1234" fmla="*/ 5079 h 138429"/>
                <a:gd name="connsiteX1235" fmla="*/ 1704970 w 4940931"/>
                <a:gd name="connsiteY1235" fmla="*/ 20319 h 138429"/>
                <a:gd name="connsiteX1236" fmla="*/ 1675129 w 4940931"/>
                <a:gd name="connsiteY1236" fmla="*/ 20319 h 138429"/>
                <a:gd name="connsiteX1237" fmla="*/ 1675129 w 4940931"/>
                <a:gd name="connsiteY1237" fmla="*/ 108584 h 138429"/>
                <a:gd name="connsiteX1238" fmla="*/ 1659255 w 4940931"/>
                <a:gd name="connsiteY1238" fmla="*/ 108584 h 138429"/>
                <a:gd name="connsiteX1239" fmla="*/ 1659255 w 4940931"/>
                <a:gd name="connsiteY1239" fmla="*/ 20319 h 138429"/>
                <a:gd name="connsiteX1240" fmla="*/ 1628774 w 4940931"/>
                <a:gd name="connsiteY1240" fmla="*/ 20319 h 138429"/>
                <a:gd name="connsiteX1241" fmla="*/ 0 w 4940931"/>
                <a:gd name="connsiteY1241" fmla="*/ 5079 h 138429"/>
                <a:gd name="connsiteX1242" fmla="*/ 76200 w 4940931"/>
                <a:gd name="connsiteY1242" fmla="*/ 5079 h 138429"/>
                <a:gd name="connsiteX1243" fmla="*/ 76200 w 4940931"/>
                <a:gd name="connsiteY1243" fmla="*/ 20319 h 138429"/>
                <a:gd name="connsiteX1244" fmla="*/ 45720 w 4940931"/>
                <a:gd name="connsiteY1244" fmla="*/ 20319 h 138429"/>
                <a:gd name="connsiteX1245" fmla="*/ 45720 w 4940931"/>
                <a:gd name="connsiteY1245" fmla="*/ 108584 h 138429"/>
                <a:gd name="connsiteX1246" fmla="*/ 29845 w 4940931"/>
                <a:gd name="connsiteY1246" fmla="*/ 108584 h 138429"/>
                <a:gd name="connsiteX1247" fmla="*/ 29845 w 4940931"/>
                <a:gd name="connsiteY1247" fmla="*/ 20319 h 138429"/>
                <a:gd name="connsiteX1248" fmla="*/ 0 w 4940931"/>
                <a:gd name="connsiteY1248" fmla="*/ 20319 h 138429"/>
                <a:gd name="connsiteX1249" fmla="*/ 1362075 w 4940931"/>
                <a:gd name="connsiteY1249" fmla="*/ 1269 h 138429"/>
                <a:gd name="connsiteX1250" fmla="*/ 1365885 w 4940931"/>
                <a:gd name="connsiteY1250" fmla="*/ 1904 h 138429"/>
                <a:gd name="connsiteX1251" fmla="*/ 1369060 w 4940931"/>
                <a:gd name="connsiteY1251" fmla="*/ 3809 h 138429"/>
                <a:gd name="connsiteX1252" fmla="*/ 1370965 w 4940931"/>
                <a:gd name="connsiteY1252" fmla="*/ 6984 h 138429"/>
                <a:gd name="connsiteX1253" fmla="*/ 1371600 w 4940931"/>
                <a:gd name="connsiteY1253" fmla="*/ 10794 h 138429"/>
                <a:gd name="connsiteX1254" fmla="*/ 1370965 w 4940931"/>
                <a:gd name="connsiteY1254" fmla="*/ 14604 h 138429"/>
                <a:gd name="connsiteX1255" fmla="*/ 1369060 w 4940931"/>
                <a:gd name="connsiteY1255" fmla="*/ 17779 h 138429"/>
                <a:gd name="connsiteX1256" fmla="*/ 1365885 w 4940931"/>
                <a:gd name="connsiteY1256" fmla="*/ 19684 h 138429"/>
                <a:gd name="connsiteX1257" fmla="*/ 1362075 w 4940931"/>
                <a:gd name="connsiteY1257" fmla="*/ 20319 h 138429"/>
                <a:gd name="connsiteX1258" fmla="*/ 1358265 w 4940931"/>
                <a:gd name="connsiteY1258" fmla="*/ 19684 h 138429"/>
                <a:gd name="connsiteX1259" fmla="*/ 1355090 w 4940931"/>
                <a:gd name="connsiteY1259" fmla="*/ 17779 h 138429"/>
                <a:gd name="connsiteX1260" fmla="*/ 1353185 w 4940931"/>
                <a:gd name="connsiteY1260" fmla="*/ 14604 h 138429"/>
                <a:gd name="connsiteX1261" fmla="*/ 1352550 w 4940931"/>
                <a:gd name="connsiteY1261" fmla="*/ 10794 h 138429"/>
                <a:gd name="connsiteX1262" fmla="*/ 1353185 w 4940931"/>
                <a:gd name="connsiteY1262" fmla="*/ 6984 h 138429"/>
                <a:gd name="connsiteX1263" fmla="*/ 1355090 w 4940931"/>
                <a:gd name="connsiteY1263" fmla="*/ 3809 h 138429"/>
                <a:gd name="connsiteX1264" fmla="*/ 1358265 w 4940931"/>
                <a:gd name="connsiteY1264" fmla="*/ 1904 h 138429"/>
                <a:gd name="connsiteX1265" fmla="*/ 1362075 w 4940931"/>
                <a:gd name="connsiteY1265" fmla="*/ 1269 h 138429"/>
                <a:gd name="connsiteX1266" fmla="*/ 4789801 w 4940931"/>
                <a:gd name="connsiteY1266" fmla="*/ 634 h 138429"/>
                <a:gd name="connsiteX1267" fmla="*/ 4789801 w 4940931"/>
                <a:gd name="connsiteY1267" fmla="*/ 65404 h 138429"/>
                <a:gd name="connsiteX1268" fmla="*/ 4814566 w 4940931"/>
                <a:gd name="connsiteY1268" fmla="*/ 31114 h 138429"/>
                <a:gd name="connsiteX1269" fmla="*/ 4831711 w 4940931"/>
                <a:gd name="connsiteY1269" fmla="*/ 31114 h 138429"/>
                <a:gd name="connsiteX1270" fmla="*/ 4812026 w 4940931"/>
                <a:gd name="connsiteY1270" fmla="*/ 57149 h 138429"/>
                <a:gd name="connsiteX1271" fmla="*/ 4835521 w 4940931"/>
                <a:gd name="connsiteY1271" fmla="*/ 108584 h 138429"/>
                <a:gd name="connsiteX1272" fmla="*/ 4819011 w 4940931"/>
                <a:gd name="connsiteY1272" fmla="*/ 108584 h 138429"/>
                <a:gd name="connsiteX1273" fmla="*/ 4801866 w 4940931"/>
                <a:gd name="connsiteY1273" fmla="*/ 69849 h 138429"/>
                <a:gd name="connsiteX1274" fmla="*/ 4789801 w 4940931"/>
                <a:gd name="connsiteY1274" fmla="*/ 85724 h 138429"/>
                <a:gd name="connsiteX1275" fmla="*/ 4789801 w 4940931"/>
                <a:gd name="connsiteY1275" fmla="*/ 108584 h 138429"/>
                <a:gd name="connsiteX1276" fmla="*/ 4774561 w 4940931"/>
                <a:gd name="connsiteY1276" fmla="*/ 108584 h 138429"/>
                <a:gd name="connsiteX1277" fmla="*/ 4774561 w 4940931"/>
                <a:gd name="connsiteY1277" fmla="*/ 8889 h 138429"/>
                <a:gd name="connsiteX1278" fmla="*/ 4472301 w 4940931"/>
                <a:gd name="connsiteY1278" fmla="*/ 634 h 138429"/>
                <a:gd name="connsiteX1279" fmla="*/ 4472301 w 4940931"/>
                <a:gd name="connsiteY1279" fmla="*/ 109219 h 138429"/>
                <a:gd name="connsiteX1280" fmla="*/ 4457061 w 4940931"/>
                <a:gd name="connsiteY1280" fmla="*/ 109219 h 138429"/>
                <a:gd name="connsiteX1281" fmla="*/ 4457696 w 4940931"/>
                <a:gd name="connsiteY1281" fmla="*/ 108584 h 138429"/>
                <a:gd name="connsiteX1282" fmla="*/ 4457696 w 4940931"/>
                <a:gd name="connsiteY1282" fmla="*/ 100964 h 138429"/>
                <a:gd name="connsiteX1283" fmla="*/ 4453251 w 4940931"/>
                <a:gd name="connsiteY1283" fmla="*/ 104774 h 138429"/>
                <a:gd name="connsiteX1284" fmla="*/ 4448171 w 4940931"/>
                <a:gd name="connsiteY1284" fmla="*/ 107949 h 138429"/>
                <a:gd name="connsiteX1285" fmla="*/ 4443091 w 4940931"/>
                <a:gd name="connsiteY1285" fmla="*/ 109854 h 138429"/>
                <a:gd name="connsiteX1286" fmla="*/ 4437376 w 4940931"/>
                <a:gd name="connsiteY1286" fmla="*/ 109854 h 138429"/>
                <a:gd name="connsiteX1287" fmla="*/ 4425946 w 4940931"/>
                <a:gd name="connsiteY1287" fmla="*/ 107314 h 138429"/>
                <a:gd name="connsiteX1288" fmla="*/ 4416421 w 4940931"/>
                <a:gd name="connsiteY1288" fmla="*/ 99694 h 138429"/>
                <a:gd name="connsiteX1289" fmla="*/ 4410071 w 4940931"/>
                <a:gd name="connsiteY1289" fmla="*/ 86994 h 138429"/>
                <a:gd name="connsiteX1290" fmla="*/ 4407531 w 4940931"/>
                <a:gd name="connsiteY1290" fmla="*/ 67944 h 138429"/>
                <a:gd name="connsiteX1291" fmla="*/ 4410071 w 4940931"/>
                <a:gd name="connsiteY1291" fmla="*/ 50799 h 138429"/>
                <a:gd name="connsiteX1292" fmla="*/ 4417056 w 4940931"/>
                <a:gd name="connsiteY1292" fmla="*/ 38734 h 138429"/>
                <a:gd name="connsiteX1293" fmla="*/ 4426581 w 4940931"/>
                <a:gd name="connsiteY1293" fmla="*/ 31749 h 138429"/>
                <a:gd name="connsiteX1294" fmla="*/ 4438011 w 4940931"/>
                <a:gd name="connsiteY1294" fmla="*/ 29209 h 138429"/>
                <a:gd name="connsiteX1295" fmla="*/ 4443726 w 4940931"/>
                <a:gd name="connsiteY1295" fmla="*/ 29844 h 138429"/>
                <a:gd name="connsiteX1296" fmla="*/ 4448806 w 4940931"/>
                <a:gd name="connsiteY1296" fmla="*/ 31749 h 138429"/>
                <a:gd name="connsiteX1297" fmla="*/ 4453251 w 4940931"/>
                <a:gd name="connsiteY1297" fmla="*/ 34924 h 138429"/>
                <a:gd name="connsiteX1298" fmla="*/ 4457061 w 4940931"/>
                <a:gd name="connsiteY1298" fmla="*/ 38099 h 138429"/>
                <a:gd name="connsiteX1299" fmla="*/ 4457061 w 4940931"/>
                <a:gd name="connsiteY1299" fmla="*/ 8254 h 138429"/>
                <a:gd name="connsiteX1300" fmla="*/ 4390385 w 4940931"/>
                <a:gd name="connsiteY1300" fmla="*/ 634 h 138429"/>
                <a:gd name="connsiteX1301" fmla="*/ 4390385 w 4940931"/>
                <a:gd name="connsiteY1301" fmla="*/ 108584 h 138429"/>
                <a:gd name="connsiteX1302" fmla="*/ 4375145 w 4940931"/>
                <a:gd name="connsiteY1302" fmla="*/ 108584 h 138429"/>
                <a:gd name="connsiteX1303" fmla="*/ 4375145 w 4940931"/>
                <a:gd name="connsiteY1303" fmla="*/ 8889 h 138429"/>
                <a:gd name="connsiteX1304" fmla="*/ 3946521 w 4940931"/>
                <a:gd name="connsiteY1304" fmla="*/ 634 h 138429"/>
                <a:gd name="connsiteX1305" fmla="*/ 3946521 w 4940931"/>
                <a:gd name="connsiteY1305" fmla="*/ 38099 h 138429"/>
                <a:gd name="connsiteX1306" fmla="*/ 3950331 w 4940931"/>
                <a:gd name="connsiteY1306" fmla="*/ 34289 h 138429"/>
                <a:gd name="connsiteX1307" fmla="*/ 3954776 w 4940931"/>
                <a:gd name="connsiteY1307" fmla="*/ 31114 h 138429"/>
                <a:gd name="connsiteX1308" fmla="*/ 3960491 w 4940931"/>
                <a:gd name="connsiteY1308" fmla="*/ 29209 h 138429"/>
                <a:gd name="connsiteX1309" fmla="*/ 3966206 w 4940931"/>
                <a:gd name="connsiteY1309" fmla="*/ 29209 h 138429"/>
                <a:gd name="connsiteX1310" fmla="*/ 3978271 w 4940931"/>
                <a:gd name="connsiteY1310" fmla="*/ 31749 h 138429"/>
                <a:gd name="connsiteX1311" fmla="*/ 3987161 w 4940931"/>
                <a:gd name="connsiteY1311" fmla="*/ 38099 h 138429"/>
                <a:gd name="connsiteX1312" fmla="*/ 3992241 w 4940931"/>
                <a:gd name="connsiteY1312" fmla="*/ 49529 h 138429"/>
                <a:gd name="connsiteX1313" fmla="*/ 3994146 w 4940931"/>
                <a:gd name="connsiteY1313" fmla="*/ 64134 h 138429"/>
                <a:gd name="connsiteX1314" fmla="*/ 3994146 w 4940931"/>
                <a:gd name="connsiteY1314" fmla="*/ 108584 h 138429"/>
                <a:gd name="connsiteX1315" fmla="*/ 3978906 w 4940931"/>
                <a:gd name="connsiteY1315" fmla="*/ 108584 h 138429"/>
                <a:gd name="connsiteX1316" fmla="*/ 3978271 w 4940931"/>
                <a:gd name="connsiteY1316" fmla="*/ 108584 h 138429"/>
                <a:gd name="connsiteX1317" fmla="*/ 3978271 w 4940931"/>
                <a:gd name="connsiteY1317" fmla="*/ 64769 h 138429"/>
                <a:gd name="connsiteX1318" fmla="*/ 3974461 w 4940931"/>
                <a:gd name="connsiteY1318" fmla="*/ 48894 h 138429"/>
                <a:gd name="connsiteX1319" fmla="*/ 3962396 w 4940931"/>
                <a:gd name="connsiteY1319" fmla="*/ 43814 h 138429"/>
                <a:gd name="connsiteX1320" fmla="*/ 3956046 w 4940931"/>
                <a:gd name="connsiteY1320" fmla="*/ 45084 h 138429"/>
                <a:gd name="connsiteX1321" fmla="*/ 3950966 w 4940931"/>
                <a:gd name="connsiteY1321" fmla="*/ 48894 h 138429"/>
                <a:gd name="connsiteX1322" fmla="*/ 3947791 w 4940931"/>
                <a:gd name="connsiteY1322" fmla="*/ 55244 h 138429"/>
                <a:gd name="connsiteX1323" fmla="*/ 3946521 w 4940931"/>
                <a:gd name="connsiteY1323" fmla="*/ 63499 h 138429"/>
                <a:gd name="connsiteX1324" fmla="*/ 3946521 w 4940931"/>
                <a:gd name="connsiteY1324" fmla="*/ 109219 h 138429"/>
                <a:gd name="connsiteX1325" fmla="*/ 3931281 w 4940931"/>
                <a:gd name="connsiteY1325" fmla="*/ 109219 h 138429"/>
                <a:gd name="connsiteX1326" fmla="*/ 3931281 w 4940931"/>
                <a:gd name="connsiteY1326" fmla="*/ 8889 h 138429"/>
                <a:gd name="connsiteX1327" fmla="*/ 3248021 w 4940931"/>
                <a:gd name="connsiteY1327" fmla="*/ 634 h 138429"/>
                <a:gd name="connsiteX1328" fmla="*/ 3248021 w 4940931"/>
                <a:gd name="connsiteY1328" fmla="*/ 38099 h 138429"/>
                <a:gd name="connsiteX1329" fmla="*/ 3251831 w 4940931"/>
                <a:gd name="connsiteY1329" fmla="*/ 34289 h 138429"/>
                <a:gd name="connsiteX1330" fmla="*/ 3256276 w 4940931"/>
                <a:gd name="connsiteY1330" fmla="*/ 31114 h 138429"/>
                <a:gd name="connsiteX1331" fmla="*/ 3261991 w 4940931"/>
                <a:gd name="connsiteY1331" fmla="*/ 29209 h 138429"/>
                <a:gd name="connsiteX1332" fmla="*/ 3267706 w 4940931"/>
                <a:gd name="connsiteY1332" fmla="*/ 29209 h 138429"/>
                <a:gd name="connsiteX1333" fmla="*/ 3279771 w 4940931"/>
                <a:gd name="connsiteY1333" fmla="*/ 31749 h 138429"/>
                <a:gd name="connsiteX1334" fmla="*/ 3288661 w 4940931"/>
                <a:gd name="connsiteY1334" fmla="*/ 38099 h 138429"/>
                <a:gd name="connsiteX1335" fmla="*/ 3293741 w 4940931"/>
                <a:gd name="connsiteY1335" fmla="*/ 49529 h 138429"/>
                <a:gd name="connsiteX1336" fmla="*/ 3295646 w 4940931"/>
                <a:gd name="connsiteY1336" fmla="*/ 64134 h 138429"/>
                <a:gd name="connsiteX1337" fmla="*/ 3295646 w 4940931"/>
                <a:gd name="connsiteY1337" fmla="*/ 108584 h 138429"/>
                <a:gd name="connsiteX1338" fmla="*/ 3280406 w 4940931"/>
                <a:gd name="connsiteY1338" fmla="*/ 108584 h 138429"/>
                <a:gd name="connsiteX1339" fmla="*/ 3279771 w 4940931"/>
                <a:gd name="connsiteY1339" fmla="*/ 108584 h 138429"/>
                <a:gd name="connsiteX1340" fmla="*/ 3279771 w 4940931"/>
                <a:gd name="connsiteY1340" fmla="*/ 64769 h 138429"/>
                <a:gd name="connsiteX1341" fmla="*/ 3275961 w 4940931"/>
                <a:gd name="connsiteY1341" fmla="*/ 48894 h 138429"/>
                <a:gd name="connsiteX1342" fmla="*/ 3263896 w 4940931"/>
                <a:gd name="connsiteY1342" fmla="*/ 43814 h 138429"/>
                <a:gd name="connsiteX1343" fmla="*/ 3257546 w 4940931"/>
                <a:gd name="connsiteY1343" fmla="*/ 45084 h 138429"/>
                <a:gd name="connsiteX1344" fmla="*/ 3252466 w 4940931"/>
                <a:gd name="connsiteY1344" fmla="*/ 48894 h 138429"/>
                <a:gd name="connsiteX1345" fmla="*/ 3249291 w 4940931"/>
                <a:gd name="connsiteY1345" fmla="*/ 55244 h 138429"/>
                <a:gd name="connsiteX1346" fmla="*/ 3248021 w 4940931"/>
                <a:gd name="connsiteY1346" fmla="*/ 63499 h 138429"/>
                <a:gd name="connsiteX1347" fmla="*/ 3248021 w 4940931"/>
                <a:gd name="connsiteY1347" fmla="*/ 109219 h 138429"/>
                <a:gd name="connsiteX1348" fmla="*/ 3232781 w 4940931"/>
                <a:gd name="connsiteY1348" fmla="*/ 109219 h 138429"/>
                <a:gd name="connsiteX1349" fmla="*/ 3232781 w 4940931"/>
                <a:gd name="connsiteY1349" fmla="*/ 8889 h 138429"/>
                <a:gd name="connsiteX1350" fmla="*/ 2432681 w 4940931"/>
                <a:gd name="connsiteY1350" fmla="*/ 634 h 138429"/>
                <a:gd name="connsiteX1351" fmla="*/ 2432681 w 4940931"/>
                <a:gd name="connsiteY1351" fmla="*/ 38099 h 138429"/>
                <a:gd name="connsiteX1352" fmla="*/ 2436491 w 4940931"/>
                <a:gd name="connsiteY1352" fmla="*/ 34289 h 138429"/>
                <a:gd name="connsiteX1353" fmla="*/ 2440936 w 4940931"/>
                <a:gd name="connsiteY1353" fmla="*/ 31114 h 138429"/>
                <a:gd name="connsiteX1354" fmla="*/ 2446651 w 4940931"/>
                <a:gd name="connsiteY1354" fmla="*/ 29209 h 138429"/>
                <a:gd name="connsiteX1355" fmla="*/ 2452366 w 4940931"/>
                <a:gd name="connsiteY1355" fmla="*/ 29209 h 138429"/>
                <a:gd name="connsiteX1356" fmla="*/ 2464431 w 4940931"/>
                <a:gd name="connsiteY1356" fmla="*/ 31749 h 138429"/>
                <a:gd name="connsiteX1357" fmla="*/ 2473321 w 4940931"/>
                <a:gd name="connsiteY1357" fmla="*/ 38099 h 138429"/>
                <a:gd name="connsiteX1358" fmla="*/ 2478401 w 4940931"/>
                <a:gd name="connsiteY1358" fmla="*/ 49529 h 138429"/>
                <a:gd name="connsiteX1359" fmla="*/ 2480306 w 4940931"/>
                <a:gd name="connsiteY1359" fmla="*/ 64134 h 138429"/>
                <a:gd name="connsiteX1360" fmla="*/ 2480306 w 4940931"/>
                <a:gd name="connsiteY1360" fmla="*/ 108584 h 138429"/>
                <a:gd name="connsiteX1361" fmla="*/ 2465066 w 4940931"/>
                <a:gd name="connsiteY1361" fmla="*/ 108584 h 138429"/>
                <a:gd name="connsiteX1362" fmla="*/ 2464431 w 4940931"/>
                <a:gd name="connsiteY1362" fmla="*/ 108584 h 138429"/>
                <a:gd name="connsiteX1363" fmla="*/ 2464431 w 4940931"/>
                <a:gd name="connsiteY1363" fmla="*/ 64769 h 138429"/>
                <a:gd name="connsiteX1364" fmla="*/ 2460621 w 4940931"/>
                <a:gd name="connsiteY1364" fmla="*/ 48894 h 138429"/>
                <a:gd name="connsiteX1365" fmla="*/ 2448556 w 4940931"/>
                <a:gd name="connsiteY1365" fmla="*/ 43814 h 138429"/>
                <a:gd name="connsiteX1366" fmla="*/ 2442206 w 4940931"/>
                <a:gd name="connsiteY1366" fmla="*/ 45084 h 138429"/>
                <a:gd name="connsiteX1367" fmla="*/ 2437126 w 4940931"/>
                <a:gd name="connsiteY1367" fmla="*/ 48894 h 138429"/>
                <a:gd name="connsiteX1368" fmla="*/ 2433951 w 4940931"/>
                <a:gd name="connsiteY1368" fmla="*/ 55244 h 138429"/>
                <a:gd name="connsiteX1369" fmla="*/ 2432681 w 4940931"/>
                <a:gd name="connsiteY1369" fmla="*/ 63499 h 138429"/>
                <a:gd name="connsiteX1370" fmla="*/ 2432681 w 4940931"/>
                <a:gd name="connsiteY1370" fmla="*/ 109219 h 138429"/>
                <a:gd name="connsiteX1371" fmla="*/ 2417441 w 4940931"/>
                <a:gd name="connsiteY1371" fmla="*/ 109219 h 138429"/>
                <a:gd name="connsiteX1372" fmla="*/ 2417441 w 4940931"/>
                <a:gd name="connsiteY1372" fmla="*/ 8889 h 138429"/>
                <a:gd name="connsiteX1373" fmla="*/ 1734181 w 4940931"/>
                <a:gd name="connsiteY1373" fmla="*/ 634 h 138429"/>
                <a:gd name="connsiteX1374" fmla="*/ 1734181 w 4940931"/>
                <a:gd name="connsiteY1374" fmla="*/ 38099 h 138429"/>
                <a:gd name="connsiteX1375" fmla="*/ 1737991 w 4940931"/>
                <a:gd name="connsiteY1375" fmla="*/ 34289 h 138429"/>
                <a:gd name="connsiteX1376" fmla="*/ 1742436 w 4940931"/>
                <a:gd name="connsiteY1376" fmla="*/ 31114 h 138429"/>
                <a:gd name="connsiteX1377" fmla="*/ 1748151 w 4940931"/>
                <a:gd name="connsiteY1377" fmla="*/ 29209 h 138429"/>
                <a:gd name="connsiteX1378" fmla="*/ 1753866 w 4940931"/>
                <a:gd name="connsiteY1378" fmla="*/ 29209 h 138429"/>
                <a:gd name="connsiteX1379" fmla="*/ 1765931 w 4940931"/>
                <a:gd name="connsiteY1379" fmla="*/ 31749 h 138429"/>
                <a:gd name="connsiteX1380" fmla="*/ 1774821 w 4940931"/>
                <a:gd name="connsiteY1380" fmla="*/ 38099 h 138429"/>
                <a:gd name="connsiteX1381" fmla="*/ 1779901 w 4940931"/>
                <a:gd name="connsiteY1381" fmla="*/ 49529 h 138429"/>
                <a:gd name="connsiteX1382" fmla="*/ 1781806 w 4940931"/>
                <a:gd name="connsiteY1382" fmla="*/ 64134 h 138429"/>
                <a:gd name="connsiteX1383" fmla="*/ 1781806 w 4940931"/>
                <a:gd name="connsiteY1383" fmla="*/ 108584 h 138429"/>
                <a:gd name="connsiteX1384" fmla="*/ 1766566 w 4940931"/>
                <a:gd name="connsiteY1384" fmla="*/ 108584 h 138429"/>
                <a:gd name="connsiteX1385" fmla="*/ 1765931 w 4940931"/>
                <a:gd name="connsiteY1385" fmla="*/ 108584 h 138429"/>
                <a:gd name="connsiteX1386" fmla="*/ 1765931 w 4940931"/>
                <a:gd name="connsiteY1386" fmla="*/ 64769 h 138429"/>
                <a:gd name="connsiteX1387" fmla="*/ 1762121 w 4940931"/>
                <a:gd name="connsiteY1387" fmla="*/ 48894 h 138429"/>
                <a:gd name="connsiteX1388" fmla="*/ 1750056 w 4940931"/>
                <a:gd name="connsiteY1388" fmla="*/ 43814 h 138429"/>
                <a:gd name="connsiteX1389" fmla="*/ 1743706 w 4940931"/>
                <a:gd name="connsiteY1389" fmla="*/ 45084 h 138429"/>
                <a:gd name="connsiteX1390" fmla="*/ 1738626 w 4940931"/>
                <a:gd name="connsiteY1390" fmla="*/ 48894 h 138429"/>
                <a:gd name="connsiteX1391" fmla="*/ 1735451 w 4940931"/>
                <a:gd name="connsiteY1391" fmla="*/ 55244 h 138429"/>
                <a:gd name="connsiteX1392" fmla="*/ 1734181 w 4940931"/>
                <a:gd name="connsiteY1392" fmla="*/ 63499 h 138429"/>
                <a:gd name="connsiteX1393" fmla="*/ 1734181 w 4940931"/>
                <a:gd name="connsiteY1393" fmla="*/ 109219 h 138429"/>
                <a:gd name="connsiteX1394" fmla="*/ 1718941 w 4940931"/>
                <a:gd name="connsiteY1394" fmla="*/ 109219 h 138429"/>
                <a:gd name="connsiteX1395" fmla="*/ 1718941 w 4940931"/>
                <a:gd name="connsiteY1395" fmla="*/ 8889 h 138429"/>
                <a:gd name="connsiteX1396" fmla="*/ 803275 w 4940931"/>
                <a:gd name="connsiteY1396" fmla="*/ 634 h 138429"/>
                <a:gd name="connsiteX1397" fmla="*/ 803275 w 4940931"/>
                <a:gd name="connsiteY1397" fmla="*/ 38099 h 138429"/>
                <a:gd name="connsiteX1398" fmla="*/ 807085 w 4940931"/>
                <a:gd name="connsiteY1398" fmla="*/ 34289 h 138429"/>
                <a:gd name="connsiteX1399" fmla="*/ 811530 w 4940931"/>
                <a:gd name="connsiteY1399" fmla="*/ 31114 h 138429"/>
                <a:gd name="connsiteX1400" fmla="*/ 817245 w 4940931"/>
                <a:gd name="connsiteY1400" fmla="*/ 29209 h 138429"/>
                <a:gd name="connsiteX1401" fmla="*/ 822960 w 4940931"/>
                <a:gd name="connsiteY1401" fmla="*/ 29209 h 138429"/>
                <a:gd name="connsiteX1402" fmla="*/ 835025 w 4940931"/>
                <a:gd name="connsiteY1402" fmla="*/ 31749 h 138429"/>
                <a:gd name="connsiteX1403" fmla="*/ 843915 w 4940931"/>
                <a:gd name="connsiteY1403" fmla="*/ 38099 h 138429"/>
                <a:gd name="connsiteX1404" fmla="*/ 848995 w 4940931"/>
                <a:gd name="connsiteY1404" fmla="*/ 49529 h 138429"/>
                <a:gd name="connsiteX1405" fmla="*/ 850900 w 4940931"/>
                <a:gd name="connsiteY1405" fmla="*/ 64134 h 138429"/>
                <a:gd name="connsiteX1406" fmla="*/ 850900 w 4940931"/>
                <a:gd name="connsiteY1406" fmla="*/ 108584 h 138429"/>
                <a:gd name="connsiteX1407" fmla="*/ 835660 w 4940931"/>
                <a:gd name="connsiteY1407" fmla="*/ 108584 h 138429"/>
                <a:gd name="connsiteX1408" fmla="*/ 835025 w 4940931"/>
                <a:gd name="connsiteY1408" fmla="*/ 108584 h 138429"/>
                <a:gd name="connsiteX1409" fmla="*/ 835025 w 4940931"/>
                <a:gd name="connsiteY1409" fmla="*/ 64769 h 138429"/>
                <a:gd name="connsiteX1410" fmla="*/ 831215 w 4940931"/>
                <a:gd name="connsiteY1410" fmla="*/ 48894 h 138429"/>
                <a:gd name="connsiteX1411" fmla="*/ 819150 w 4940931"/>
                <a:gd name="connsiteY1411" fmla="*/ 43814 h 138429"/>
                <a:gd name="connsiteX1412" fmla="*/ 812800 w 4940931"/>
                <a:gd name="connsiteY1412" fmla="*/ 45084 h 138429"/>
                <a:gd name="connsiteX1413" fmla="*/ 807720 w 4940931"/>
                <a:gd name="connsiteY1413" fmla="*/ 48894 h 138429"/>
                <a:gd name="connsiteX1414" fmla="*/ 804545 w 4940931"/>
                <a:gd name="connsiteY1414" fmla="*/ 55244 h 138429"/>
                <a:gd name="connsiteX1415" fmla="*/ 803275 w 4940931"/>
                <a:gd name="connsiteY1415" fmla="*/ 63499 h 138429"/>
                <a:gd name="connsiteX1416" fmla="*/ 803275 w 4940931"/>
                <a:gd name="connsiteY1416" fmla="*/ 109219 h 138429"/>
                <a:gd name="connsiteX1417" fmla="*/ 788035 w 4940931"/>
                <a:gd name="connsiteY1417" fmla="*/ 109219 h 138429"/>
                <a:gd name="connsiteX1418" fmla="*/ 788035 w 4940931"/>
                <a:gd name="connsiteY1418" fmla="*/ 8889 h 138429"/>
                <a:gd name="connsiteX1419" fmla="*/ 104774 w 4940931"/>
                <a:gd name="connsiteY1419" fmla="*/ 634 h 138429"/>
                <a:gd name="connsiteX1420" fmla="*/ 104774 w 4940931"/>
                <a:gd name="connsiteY1420" fmla="*/ 38099 h 138429"/>
                <a:gd name="connsiteX1421" fmla="*/ 108584 w 4940931"/>
                <a:gd name="connsiteY1421" fmla="*/ 34289 h 138429"/>
                <a:gd name="connsiteX1422" fmla="*/ 113029 w 4940931"/>
                <a:gd name="connsiteY1422" fmla="*/ 31114 h 138429"/>
                <a:gd name="connsiteX1423" fmla="*/ 118744 w 4940931"/>
                <a:gd name="connsiteY1423" fmla="*/ 29209 h 138429"/>
                <a:gd name="connsiteX1424" fmla="*/ 124459 w 4940931"/>
                <a:gd name="connsiteY1424" fmla="*/ 29209 h 138429"/>
                <a:gd name="connsiteX1425" fmla="*/ 136524 w 4940931"/>
                <a:gd name="connsiteY1425" fmla="*/ 31749 h 138429"/>
                <a:gd name="connsiteX1426" fmla="*/ 145414 w 4940931"/>
                <a:gd name="connsiteY1426" fmla="*/ 38099 h 138429"/>
                <a:gd name="connsiteX1427" fmla="*/ 150494 w 4940931"/>
                <a:gd name="connsiteY1427" fmla="*/ 49529 h 138429"/>
                <a:gd name="connsiteX1428" fmla="*/ 152399 w 4940931"/>
                <a:gd name="connsiteY1428" fmla="*/ 64134 h 138429"/>
                <a:gd name="connsiteX1429" fmla="*/ 152399 w 4940931"/>
                <a:gd name="connsiteY1429" fmla="*/ 108584 h 138429"/>
                <a:gd name="connsiteX1430" fmla="*/ 137159 w 4940931"/>
                <a:gd name="connsiteY1430" fmla="*/ 108584 h 138429"/>
                <a:gd name="connsiteX1431" fmla="*/ 136524 w 4940931"/>
                <a:gd name="connsiteY1431" fmla="*/ 108584 h 138429"/>
                <a:gd name="connsiteX1432" fmla="*/ 136524 w 4940931"/>
                <a:gd name="connsiteY1432" fmla="*/ 64769 h 138429"/>
                <a:gd name="connsiteX1433" fmla="*/ 132714 w 4940931"/>
                <a:gd name="connsiteY1433" fmla="*/ 48894 h 138429"/>
                <a:gd name="connsiteX1434" fmla="*/ 120649 w 4940931"/>
                <a:gd name="connsiteY1434" fmla="*/ 43814 h 138429"/>
                <a:gd name="connsiteX1435" fmla="*/ 114299 w 4940931"/>
                <a:gd name="connsiteY1435" fmla="*/ 45084 h 138429"/>
                <a:gd name="connsiteX1436" fmla="*/ 109219 w 4940931"/>
                <a:gd name="connsiteY1436" fmla="*/ 48894 h 138429"/>
                <a:gd name="connsiteX1437" fmla="*/ 106044 w 4940931"/>
                <a:gd name="connsiteY1437" fmla="*/ 55244 h 138429"/>
                <a:gd name="connsiteX1438" fmla="*/ 104774 w 4940931"/>
                <a:gd name="connsiteY1438" fmla="*/ 63499 h 138429"/>
                <a:gd name="connsiteX1439" fmla="*/ 104774 w 4940931"/>
                <a:gd name="connsiteY1439" fmla="*/ 109219 h 138429"/>
                <a:gd name="connsiteX1440" fmla="*/ 89534 w 4940931"/>
                <a:gd name="connsiteY1440" fmla="*/ 109219 h 138429"/>
                <a:gd name="connsiteX1441" fmla="*/ 89534 w 4940931"/>
                <a:gd name="connsiteY1441" fmla="*/ 8889 h 138429"/>
                <a:gd name="connsiteX1442" fmla="*/ 3894450 w 4940931"/>
                <a:gd name="connsiteY1442" fmla="*/ 0 h 138429"/>
                <a:gd name="connsiteX1443" fmla="*/ 3894450 w 4940931"/>
                <a:gd name="connsiteY1443" fmla="*/ 30480 h 138429"/>
                <a:gd name="connsiteX1444" fmla="*/ 3913500 w 4940931"/>
                <a:gd name="connsiteY1444" fmla="*/ 30480 h 138429"/>
                <a:gd name="connsiteX1445" fmla="*/ 3913500 w 4940931"/>
                <a:gd name="connsiteY1445" fmla="*/ 44450 h 138429"/>
                <a:gd name="connsiteX1446" fmla="*/ 3894450 w 4940931"/>
                <a:gd name="connsiteY1446" fmla="*/ 44450 h 138429"/>
                <a:gd name="connsiteX1447" fmla="*/ 3894450 w 4940931"/>
                <a:gd name="connsiteY1447" fmla="*/ 86995 h 138429"/>
                <a:gd name="connsiteX1448" fmla="*/ 3894450 w 4940931"/>
                <a:gd name="connsiteY1448" fmla="*/ 91440 h 138429"/>
                <a:gd name="connsiteX1449" fmla="*/ 3895720 w 4940931"/>
                <a:gd name="connsiteY1449" fmla="*/ 94615 h 138429"/>
                <a:gd name="connsiteX1450" fmla="*/ 3898260 w 4940931"/>
                <a:gd name="connsiteY1450" fmla="*/ 95885 h 138429"/>
                <a:gd name="connsiteX1451" fmla="*/ 3902070 w 4940931"/>
                <a:gd name="connsiteY1451" fmla="*/ 95885 h 138429"/>
                <a:gd name="connsiteX1452" fmla="*/ 3908420 w 4940931"/>
                <a:gd name="connsiteY1452" fmla="*/ 95250 h 138429"/>
                <a:gd name="connsiteX1453" fmla="*/ 3913500 w 4940931"/>
                <a:gd name="connsiteY1453" fmla="*/ 93345 h 138429"/>
                <a:gd name="connsiteX1454" fmla="*/ 3911595 w 4940931"/>
                <a:gd name="connsiteY1454" fmla="*/ 106680 h 138429"/>
                <a:gd name="connsiteX1455" fmla="*/ 3905245 w 4940931"/>
                <a:gd name="connsiteY1455" fmla="*/ 109220 h 138429"/>
                <a:gd name="connsiteX1456" fmla="*/ 3896990 w 4940931"/>
                <a:gd name="connsiteY1456" fmla="*/ 110490 h 138429"/>
                <a:gd name="connsiteX1457" fmla="*/ 3890005 w 4940931"/>
                <a:gd name="connsiteY1457" fmla="*/ 109220 h 138429"/>
                <a:gd name="connsiteX1458" fmla="*/ 3884290 w 4940931"/>
                <a:gd name="connsiteY1458" fmla="*/ 105410 h 138429"/>
                <a:gd name="connsiteX1459" fmla="*/ 3880480 w 4940931"/>
                <a:gd name="connsiteY1459" fmla="*/ 99060 h 138429"/>
                <a:gd name="connsiteX1460" fmla="*/ 3879210 w 4940931"/>
                <a:gd name="connsiteY1460" fmla="*/ 89535 h 138429"/>
                <a:gd name="connsiteX1461" fmla="*/ 3879210 w 4940931"/>
                <a:gd name="connsiteY1461" fmla="*/ 44450 h 138429"/>
                <a:gd name="connsiteX1462" fmla="*/ 3868415 w 4940931"/>
                <a:gd name="connsiteY1462" fmla="*/ 44450 h 138429"/>
                <a:gd name="connsiteX1463" fmla="*/ 3868415 w 4940931"/>
                <a:gd name="connsiteY1463" fmla="*/ 30480 h 138429"/>
                <a:gd name="connsiteX1464" fmla="*/ 3879210 w 4940931"/>
                <a:gd name="connsiteY1464" fmla="*/ 30480 h 138429"/>
                <a:gd name="connsiteX1465" fmla="*/ 3879210 w 4940931"/>
                <a:gd name="connsiteY1465" fmla="*/ 8255 h 138429"/>
                <a:gd name="connsiteX1466" fmla="*/ 3664581 w 4940931"/>
                <a:gd name="connsiteY1466" fmla="*/ 0 h 138429"/>
                <a:gd name="connsiteX1467" fmla="*/ 3664581 w 4940931"/>
                <a:gd name="connsiteY1467" fmla="*/ 30480 h 138429"/>
                <a:gd name="connsiteX1468" fmla="*/ 3683631 w 4940931"/>
                <a:gd name="connsiteY1468" fmla="*/ 30480 h 138429"/>
                <a:gd name="connsiteX1469" fmla="*/ 3683631 w 4940931"/>
                <a:gd name="connsiteY1469" fmla="*/ 44450 h 138429"/>
                <a:gd name="connsiteX1470" fmla="*/ 3664581 w 4940931"/>
                <a:gd name="connsiteY1470" fmla="*/ 44450 h 138429"/>
                <a:gd name="connsiteX1471" fmla="*/ 3664581 w 4940931"/>
                <a:gd name="connsiteY1471" fmla="*/ 86995 h 138429"/>
                <a:gd name="connsiteX1472" fmla="*/ 3664581 w 4940931"/>
                <a:gd name="connsiteY1472" fmla="*/ 91440 h 138429"/>
                <a:gd name="connsiteX1473" fmla="*/ 3665851 w 4940931"/>
                <a:gd name="connsiteY1473" fmla="*/ 94615 h 138429"/>
                <a:gd name="connsiteX1474" fmla="*/ 3668391 w 4940931"/>
                <a:gd name="connsiteY1474" fmla="*/ 95885 h 138429"/>
                <a:gd name="connsiteX1475" fmla="*/ 3672201 w 4940931"/>
                <a:gd name="connsiteY1475" fmla="*/ 95885 h 138429"/>
                <a:gd name="connsiteX1476" fmla="*/ 3678551 w 4940931"/>
                <a:gd name="connsiteY1476" fmla="*/ 95250 h 138429"/>
                <a:gd name="connsiteX1477" fmla="*/ 3683631 w 4940931"/>
                <a:gd name="connsiteY1477" fmla="*/ 93345 h 138429"/>
                <a:gd name="connsiteX1478" fmla="*/ 3681726 w 4940931"/>
                <a:gd name="connsiteY1478" fmla="*/ 106680 h 138429"/>
                <a:gd name="connsiteX1479" fmla="*/ 3675376 w 4940931"/>
                <a:gd name="connsiteY1479" fmla="*/ 109220 h 138429"/>
                <a:gd name="connsiteX1480" fmla="*/ 3667121 w 4940931"/>
                <a:gd name="connsiteY1480" fmla="*/ 110490 h 138429"/>
                <a:gd name="connsiteX1481" fmla="*/ 3660136 w 4940931"/>
                <a:gd name="connsiteY1481" fmla="*/ 109220 h 138429"/>
                <a:gd name="connsiteX1482" fmla="*/ 3654421 w 4940931"/>
                <a:gd name="connsiteY1482" fmla="*/ 105410 h 138429"/>
                <a:gd name="connsiteX1483" fmla="*/ 3650611 w 4940931"/>
                <a:gd name="connsiteY1483" fmla="*/ 99060 h 138429"/>
                <a:gd name="connsiteX1484" fmla="*/ 3649341 w 4940931"/>
                <a:gd name="connsiteY1484" fmla="*/ 89535 h 138429"/>
                <a:gd name="connsiteX1485" fmla="*/ 3649341 w 4940931"/>
                <a:gd name="connsiteY1485" fmla="*/ 44450 h 138429"/>
                <a:gd name="connsiteX1486" fmla="*/ 3638546 w 4940931"/>
                <a:gd name="connsiteY1486" fmla="*/ 44450 h 138429"/>
                <a:gd name="connsiteX1487" fmla="*/ 3638546 w 4940931"/>
                <a:gd name="connsiteY1487" fmla="*/ 30480 h 138429"/>
                <a:gd name="connsiteX1488" fmla="*/ 3649341 w 4940931"/>
                <a:gd name="connsiteY1488" fmla="*/ 30480 h 138429"/>
                <a:gd name="connsiteX1489" fmla="*/ 3649341 w 4940931"/>
                <a:gd name="connsiteY1489" fmla="*/ 8255 h 138429"/>
                <a:gd name="connsiteX1490" fmla="*/ 3610605 w 4940931"/>
                <a:gd name="connsiteY1490" fmla="*/ 0 h 138429"/>
                <a:gd name="connsiteX1491" fmla="*/ 3610605 w 4940931"/>
                <a:gd name="connsiteY1491" fmla="*/ 30480 h 138429"/>
                <a:gd name="connsiteX1492" fmla="*/ 3629655 w 4940931"/>
                <a:gd name="connsiteY1492" fmla="*/ 30480 h 138429"/>
                <a:gd name="connsiteX1493" fmla="*/ 3629655 w 4940931"/>
                <a:gd name="connsiteY1493" fmla="*/ 44450 h 138429"/>
                <a:gd name="connsiteX1494" fmla="*/ 3610605 w 4940931"/>
                <a:gd name="connsiteY1494" fmla="*/ 44450 h 138429"/>
                <a:gd name="connsiteX1495" fmla="*/ 3610605 w 4940931"/>
                <a:gd name="connsiteY1495" fmla="*/ 86995 h 138429"/>
                <a:gd name="connsiteX1496" fmla="*/ 3610605 w 4940931"/>
                <a:gd name="connsiteY1496" fmla="*/ 91440 h 138429"/>
                <a:gd name="connsiteX1497" fmla="*/ 3611875 w 4940931"/>
                <a:gd name="connsiteY1497" fmla="*/ 94615 h 138429"/>
                <a:gd name="connsiteX1498" fmla="*/ 3614415 w 4940931"/>
                <a:gd name="connsiteY1498" fmla="*/ 95885 h 138429"/>
                <a:gd name="connsiteX1499" fmla="*/ 3618225 w 4940931"/>
                <a:gd name="connsiteY1499" fmla="*/ 95885 h 138429"/>
                <a:gd name="connsiteX1500" fmla="*/ 3624575 w 4940931"/>
                <a:gd name="connsiteY1500" fmla="*/ 95250 h 138429"/>
                <a:gd name="connsiteX1501" fmla="*/ 3629655 w 4940931"/>
                <a:gd name="connsiteY1501" fmla="*/ 93345 h 138429"/>
                <a:gd name="connsiteX1502" fmla="*/ 3627750 w 4940931"/>
                <a:gd name="connsiteY1502" fmla="*/ 106680 h 138429"/>
                <a:gd name="connsiteX1503" fmla="*/ 3621400 w 4940931"/>
                <a:gd name="connsiteY1503" fmla="*/ 109220 h 138429"/>
                <a:gd name="connsiteX1504" fmla="*/ 3613145 w 4940931"/>
                <a:gd name="connsiteY1504" fmla="*/ 110490 h 138429"/>
                <a:gd name="connsiteX1505" fmla="*/ 3606160 w 4940931"/>
                <a:gd name="connsiteY1505" fmla="*/ 109220 h 138429"/>
                <a:gd name="connsiteX1506" fmla="*/ 3600445 w 4940931"/>
                <a:gd name="connsiteY1506" fmla="*/ 105410 h 138429"/>
                <a:gd name="connsiteX1507" fmla="*/ 3596635 w 4940931"/>
                <a:gd name="connsiteY1507" fmla="*/ 99060 h 138429"/>
                <a:gd name="connsiteX1508" fmla="*/ 3595365 w 4940931"/>
                <a:gd name="connsiteY1508" fmla="*/ 89535 h 138429"/>
                <a:gd name="connsiteX1509" fmla="*/ 3595365 w 4940931"/>
                <a:gd name="connsiteY1509" fmla="*/ 44450 h 138429"/>
                <a:gd name="connsiteX1510" fmla="*/ 3584570 w 4940931"/>
                <a:gd name="connsiteY1510" fmla="*/ 44450 h 138429"/>
                <a:gd name="connsiteX1511" fmla="*/ 3584570 w 4940931"/>
                <a:gd name="connsiteY1511" fmla="*/ 30480 h 138429"/>
                <a:gd name="connsiteX1512" fmla="*/ 3595365 w 4940931"/>
                <a:gd name="connsiteY1512" fmla="*/ 30480 h 138429"/>
                <a:gd name="connsiteX1513" fmla="*/ 3595365 w 4940931"/>
                <a:gd name="connsiteY1513" fmla="*/ 8255 h 138429"/>
                <a:gd name="connsiteX1514" fmla="*/ 3445505 w 4940931"/>
                <a:gd name="connsiteY1514" fmla="*/ 0 h 138429"/>
                <a:gd name="connsiteX1515" fmla="*/ 3445505 w 4940931"/>
                <a:gd name="connsiteY1515" fmla="*/ 37465 h 138429"/>
                <a:gd name="connsiteX1516" fmla="*/ 3449950 w 4940931"/>
                <a:gd name="connsiteY1516" fmla="*/ 33655 h 138429"/>
                <a:gd name="connsiteX1517" fmla="*/ 3453760 w 4940931"/>
                <a:gd name="connsiteY1517" fmla="*/ 31115 h 138429"/>
                <a:gd name="connsiteX1518" fmla="*/ 3458840 w 4940931"/>
                <a:gd name="connsiteY1518" fmla="*/ 29210 h 138429"/>
                <a:gd name="connsiteX1519" fmla="*/ 3465825 w 4940931"/>
                <a:gd name="connsiteY1519" fmla="*/ 28575 h 138429"/>
                <a:gd name="connsiteX1520" fmla="*/ 3477890 w 4940931"/>
                <a:gd name="connsiteY1520" fmla="*/ 31115 h 138429"/>
                <a:gd name="connsiteX1521" fmla="*/ 3487415 w 4940931"/>
                <a:gd name="connsiteY1521" fmla="*/ 38735 h 138429"/>
                <a:gd name="connsiteX1522" fmla="*/ 3493765 w 4940931"/>
                <a:gd name="connsiteY1522" fmla="*/ 51435 h 138429"/>
                <a:gd name="connsiteX1523" fmla="*/ 3496305 w 4940931"/>
                <a:gd name="connsiteY1523" fmla="*/ 70485 h 138429"/>
                <a:gd name="connsiteX1524" fmla="*/ 3495670 w 4940931"/>
                <a:gd name="connsiteY1524" fmla="*/ 71120 h 138429"/>
                <a:gd name="connsiteX1525" fmla="*/ 3493130 w 4940931"/>
                <a:gd name="connsiteY1525" fmla="*/ 88265 h 138429"/>
                <a:gd name="connsiteX1526" fmla="*/ 3486145 w 4940931"/>
                <a:gd name="connsiteY1526" fmla="*/ 100330 h 138429"/>
                <a:gd name="connsiteX1527" fmla="*/ 3476620 w 4940931"/>
                <a:gd name="connsiteY1527" fmla="*/ 107315 h 138429"/>
                <a:gd name="connsiteX1528" fmla="*/ 3465190 w 4940931"/>
                <a:gd name="connsiteY1528" fmla="*/ 109855 h 138429"/>
                <a:gd name="connsiteX1529" fmla="*/ 3454395 w 4940931"/>
                <a:gd name="connsiteY1529" fmla="*/ 107315 h 138429"/>
                <a:gd name="connsiteX1530" fmla="*/ 3445505 w 4940931"/>
                <a:gd name="connsiteY1530" fmla="*/ 100965 h 138429"/>
                <a:gd name="connsiteX1531" fmla="*/ 3445505 w 4940931"/>
                <a:gd name="connsiteY1531" fmla="*/ 107950 h 138429"/>
                <a:gd name="connsiteX1532" fmla="*/ 3430265 w 4940931"/>
                <a:gd name="connsiteY1532" fmla="*/ 107950 h 138429"/>
                <a:gd name="connsiteX1533" fmla="*/ 3430265 w 4940931"/>
                <a:gd name="connsiteY1533" fmla="*/ 7620 h 138429"/>
                <a:gd name="connsiteX1534" fmla="*/ 2380611 w 4940931"/>
                <a:gd name="connsiteY1534" fmla="*/ 0 h 138429"/>
                <a:gd name="connsiteX1535" fmla="*/ 2380611 w 4940931"/>
                <a:gd name="connsiteY1535" fmla="*/ 30480 h 138429"/>
                <a:gd name="connsiteX1536" fmla="*/ 2399661 w 4940931"/>
                <a:gd name="connsiteY1536" fmla="*/ 30480 h 138429"/>
                <a:gd name="connsiteX1537" fmla="*/ 2399661 w 4940931"/>
                <a:gd name="connsiteY1537" fmla="*/ 44450 h 138429"/>
                <a:gd name="connsiteX1538" fmla="*/ 2380611 w 4940931"/>
                <a:gd name="connsiteY1538" fmla="*/ 44450 h 138429"/>
                <a:gd name="connsiteX1539" fmla="*/ 2380611 w 4940931"/>
                <a:gd name="connsiteY1539" fmla="*/ 86995 h 138429"/>
                <a:gd name="connsiteX1540" fmla="*/ 2380611 w 4940931"/>
                <a:gd name="connsiteY1540" fmla="*/ 91440 h 138429"/>
                <a:gd name="connsiteX1541" fmla="*/ 2381881 w 4940931"/>
                <a:gd name="connsiteY1541" fmla="*/ 94615 h 138429"/>
                <a:gd name="connsiteX1542" fmla="*/ 2384421 w 4940931"/>
                <a:gd name="connsiteY1542" fmla="*/ 95885 h 138429"/>
                <a:gd name="connsiteX1543" fmla="*/ 2388231 w 4940931"/>
                <a:gd name="connsiteY1543" fmla="*/ 95885 h 138429"/>
                <a:gd name="connsiteX1544" fmla="*/ 2394581 w 4940931"/>
                <a:gd name="connsiteY1544" fmla="*/ 95250 h 138429"/>
                <a:gd name="connsiteX1545" fmla="*/ 2399661 w 4940931"/>
                <a:gd name="connsiteY1545" fmla="*/ 93345 h 138429"/>
                <a:gd name="connsiteX1546" fmla="*/ 2397756 w 4940931"/>
                <a:gd name="connsiteY1546" fmla="*/ 106680 h 138429"/>
                <a:gd name="connsiteX1547" fmla="*/ 2391406 w 4940931"/>
                <a:gd name="connsiteY1547" fmla="*/ 109220 h 138429"/>
                <a:gd name="connsiteX1548" fmla="*/ 2383151 w 4940931"/>
                <a:gd name="connsiteY1548" fmla="*/ 110490 h 138429"/>
                <a:gd name="connsiteX1549" fmla="*/ 2376166 w 4940931"/>
                <a:gd name="connsiteY1549" fmla="*/ 109220 h 138429"/>
                <a:gd name="connsiteX1550" fmla="*/ 2370451 w 4940931"/>
                <a:gd name="connsiteY1550" fmla="*/ 105410 h 138429"/>
                <a:gd name="connsiteX1551" fmla="*/ 2366641 w 4940931"/>
                <a:gd name="connsiteY1551" fmla="*/ 99060 h 138429"/>
                <a:gd name="connsiteX1552" fmla="*/ 2365371 w 4940931"/>
                <a:gd name="connsiteY1552" fmla="*/ 89535 h 138429"/>
                <a:gd name="connsiteX1553" fmla="*/ 2365371 w 4940931"/>
                <a:gd name="connsiteY1553" fmla="*/ 44450 h 138429"/>
                <a:gd name="connsiteX1554" fmla="*/ 2354576 w 4940931"/>
                <a:gd name="connsiteY1554" fmla="*/ 44450 h 138429"/>
                <a:gd name="connsiteX1555" fmla="*/ 2354576 w 4940931"/>
                <a:gd name="connsiteY1555" fmla="*/ 30480 h 138429"/>
                <a:gd name="connsiteX1556" fmla="*/ 2365371 w 4940931"/>
                <a:gd name="connsiteY1556" fmla="*/ 30480 h 138429"/>
                <a:gd name="connsiteX1557" fmla="*/ 2365371 w 4940931"/>
                <a:gd name="connsiteY1557" fmla="*/ 8255 h 138429"/>
                <a:gd name="connsiteX1558" fmla="*/ 2150741 w 4940931"/>
                <a:gd name="connsiteY1558" fmla="*/ 0 h 138429"/>
                <a:gd name="connsiteX1559" fmla="*/ 2150741 w 4940931"/>
                <a:gd name="connsiteY1559" fmla="*/ 30480 h 138429"/>
                <a:gd name="connsiteX1560" fmla="*/ 2169791 w 4940931"/>
                <a:gd name="connsiteY1560" fmla="*/ 30480 h 138429"/>
                <a:gd name="connsiteX1561" fmla="*/ 2169791 w 4940931"/>
                <a:gd name="connsiteY1561" fmla="*/ 44450 h 138429"/>
                <a:gd name="connsiteX1562" fmla="*/ 2150741 w 4940931"/>
                <a:gd name="connsiteY1562" fmla="*/ 44450 h 138429"/>
                <a:gd name="connsiteX1563" fmla="*/ 2150741 w 4940931"/>
                <a:gd name="connsiteY1563" fmla="*/ 86995 h 138429"/>
                <a:gd name="connsiteX1564" fmla="*/ 2150741 w 4940931"/>
                <a:gd name="connsiteY1564" fmla="*/ 91440 h 138429"/>
                <a:gd name="connsiteX1565" fmla="*/ 2152011 w 4940931"/>
                <a:gd name="connsiteY1565" fmla="*/ 94615 h 138429"/>
                <a:gd name="connsiteX1566" fmla="*/ 2154551 w 4940931"/>
                <a:gd name="connsiteY1566" fmla="*/ 95885 h 138429"/>
                <a:gd name="connsiteX1567" fmla="*/ 2158361 w 4940931"/>
                <a:gd name="connsiteY1567" fmla="*/ 95885 h 138429"/>
                <a:gd name="connsiteX1568" fmla="*/ 2164711 w 4940931"/>
                <a:gd name="connsiteY1568" fmla="*/ 95250 h 138429"/>
                <a:gd name="connsiteX1569" fmla="*/ 2169791 w 4940931"/>
                <a:gd name="connsiteY1569" fmla="*/ 93345 h 138429"/>
                <a:gd name="connsiteX1570" fmla="*/ 2167886 w 4940931"/>
                <a:gd name="connsiteY1570" fmla="*/ 106680 h 138429"/>
                <a:gd name="connsiteX1571" fmla="*/ 2161536 w 4940931"/>
                <a:gd name="connsiteY1571" fmla="*/ 109220 h 138429"/>
                <a:gd name="connsiteX1572" fmla="*/ 2153281 w 4940931"/>
                <a:gd name="connsiteY1572" fmla="*/ 110490 h 138429"/>
                <a:gd name="connsiteX1573" fmla="*/ 2146296 w 4940931"/>
                <a:gd name="connsiteY1573" fmla="*/ 109220 h 138429"/>
                <a:gd name="connsiteX1574" fmla="*/ 2140581 w 4940931"/>
                <a:gd name="connsiteY1574" fmla="*/ 105410 h 138429"/>
                <a:gd name="connsiteX1575" fmla="*/ 2136771 w 4940931"/>
                <a:gd name="connsiteY1575" fmla="*/ 99060 h 138429"/>
                <a:gd name="connsiteX1576" fmla="*/ 2135501 w 4940931"/>
                <a:gd name="connsiteY1576" fmla="*/ 89535 h 138429"/>
                <a:gd name="connsiteX1577" fmla="*/ 2135501 w 4940931"/>
                <a:gd name="connsiteY1577" fmla="*/ 44450 h 138429"/>
                <a:gd name="connsiteX1578" fmla="*/ 2124706 w 4940931"/>
                <a:gd name="connsiteY1578" fmla="*/ 44450 h 138429"/>
                <a:gd name="connsiteX1579" fmla="*/ 2124706 w 4940931"/>
                <a:gd name="connsiteY1579" fmla="*/ 30480 h 138429"/>
                <a:gd name="connsiteX1580" fmla="*/ 2135501 w 4940931"/>
                <a:gd name="connsiteY1580" fmla="*/ 30480 h 138429"/>
                <a:gd name="connsiteX1581" fmla="*/ 2135501 w 4940931"/>
                <a:gd name="connsiteY1581" fmla="*/ 8255 h 138429"/>
                <a:gd name="connsiteX1582" fmla="*/ 2096131 w 4940931"/>
                <a:gd name="connsiteY1582" fmla="*/ 0 h 138429"/>
                <a:gd name="connsiteX1583" fmla="*/ 2096131 w 4940931"/>
                <a:gd name="connsiteY1583" fmla="*/ 30480 h 138429"/>
                <a:gd name="connsiteX1584" fmla="*/ 2115181 w 4940931"/>
                <a:gd name="connsiteY1584" fmla="*/ 30480 h 138429"/>
                <a:gd name="connsiteX1585" fmla="*/ 2115181 w 4940931"/>
                <a:gd name="connsiteY1585" fmla="*/ 44450 h 138429"/>
                <a:gd name="connsiteX1586" fmla="*/ 2096131 w 4940931"/>
                <a:gd name="connsiteY1586" fmla="*/ 44450 h 138429"/>
                <a:gd name="connsiteX1587" fmla="*/ 2096131 w 4940931"/>
                <a:gd name="connsiteY1587" fmla="*/ 86995 h 138429"/>
                <a:gd name="connsiteX1588" fmla="*/ 2096131 w 4940931"/>
                <a:gd name="connsiteY1588" fmla="*/ 91440 h 138429"/>
                <a:gd name="connsiteX1589" fmla="*/ 2097401 w 4940931"/>
                <a:gd name="connsiteY1589" fmla="*/ 94615 h 138429"/>
                <a:gd name="connsiteX1590" fmla="*/ 2099941 w 4940931"/>
                <a:gd name="connsiteY1590" fmla="*/ 95885 h 138429"/>
                <a:gd name="connsiteX1591" fmla="*/ 2103751 w 4940931"/>
                <a:gd name="connsiteY1591" fmla="*/ 95885 h 138429"/>
                <a:gd name="connsiteX1592" fmla="*/ 2110101 w 4940931"/>
                <a:gd name="connsiteY1592" fmla="*/ 95250 h 138429"/>
                <a:gd name="connsiteX1593" fmla="*/ 2115181 w 4940931"/>
                <a:gd name="connsiteY1593" fmla="*/ 93345 h 138429"/>
                <a:gd name="connsiteX1594" fmla="*/ 2113276 w 4940931"/>
                <a:gd name="connsiteY1594" fmla="*/ 106680 h 138429"/>
                <a:gd name="connsiteX1595" fmla="*/ 2106926 w 4940931"/>
                <a:gd name="connsiteY1595" fmla="*/ 109220 h 138429"/>
                <a:gd name="connsiteX1596" fmla="*/ 2098671 w 4940931"/>
                <a:gd name="connsiteY1596" fmla="*/ 110490 h 138429"/>
                <a:gd name="connsiteX1597" fmla="*/ 2091686 w 4940931"/>
                <a:gd name="connsiteY1597" fmla="*/ 109220 h 138429"/>
                <a:gd name="connsiteX1598" fmla="*/ 2085971 w 4940931"/>
                <a:gd name="connsiteY1598" fmla="*/ 105410 h 138429"/>
                <a:gd name="connsiteX1599" fmla="*/ 2082161 w 4940931"/>
                <a:gd name="connsiteY1599" fmla="*/ 99060 h 138429"/>
                <a:gd name="connsiteX1600" fmla="*/ 2080891 w 4940931"/>
                <a:gd name="connsiteY1600" fmla="*/ 89535 h 138429"/>
                <a:gd name="connsiteX1601" fmla="*/ 2080891 w 4940931"/>
                <a:gd name="connsiteY1601" fmla="*/ 44450 h 138429"/>
                <a:gd name="connsiteX1602" fmla="*/ 2070096 w 4940931"/>
                <a:gd name="connsiteY1602" fmla="*/ 44450 h 138429"/>
                <a:gd name="connsiteX1603" fmla="*/ 2070096 w 4940931"/>
                <a:gd name="connsiteY1603" fmla="*/ 30480 h 138429"/>
                <a:gd name="connsiteX1604" fmla="*/ 2080891 w 4940931"/>
                <a:gd name="connsiteY1604" fmla="*/ 30480 h 138429"/>
                <a:gd name="connsiteX1605" fmla="*/ 2080891 w 4940931"/>
                <a:gd name="connsiteY1605" fmla="*/ 8255 h 138429"/>
                <a:gd name="connsiteX1606" fmla="*/ 1931665 w 4940931"/>
                <a:gd name="connsiteY1606" fmla="*/ 0 h 138429"/>
                <a:gd name="connsiteX1607" fmla="*/ 1931665 w 4940931"/>
                <a:gd name="connsiteY1607" fmla="*/ 37465 h 138429"/>
                <a:gd name="connsiteX1608" fmla="*/ 1936110 w 4940931"/>
                <a:gd name="connsiteY1608" fmla="*/ 33655 h 138429"/>
                <a:gd name="connsiteX1609" fmla="*/ 1939920 w 4940931"/>
                <a:gd name="connsiteY1609" fmla="*/ 31115 h 138429"/>
                <a:gd name="connsiteX1610" fmla="*/ 1945000 w 4940931"/>
                <a:gd name="connsiteY1610" fmla="*/ 29210 h 138429"/>
                <a:gd name="connsiteX1611" fmla="*/ 1951985 w 4940931"/>
                <a:gd name="connsiteY1611" fmla="*/ 28575 h 138429"/>
                <a:gd name="connsiteX1612" fmla="*/ 1964050 w 4940931"/>
                <a:gd name="connsiteY1612" fmla="*/ 31115 h 138429"/>
                <a:gd name="connsiteX1613" fmla="*/ 1973575 w 4940931"/>
                <a:gd name="connsiteY1613" fmla="*/ 38735 h 138429"/>
                <a:gd name="connsiteX1614" fmla="*/ 1979925 w 4940931"/>
                <a:gd name="connsiteY1614" fmla="*/ 51435 h 138429"/>
                <a:gd name="connsiteX1615" fmla="*/ 1982465 w 4940931"/>
                <a:gd name="connsiteY1615" fmla="*/ 70485 h 138429"/>
                <a:gd name="connsiteX1616" fmla="*/ 1981830 w 4940931"/>
                <a:gd name="connsiteY1616" fmla="*/ 71120 h 138429"/>
                <a:gd name="connsiteX1617" fmla="*/ 1979290 w 4940931"/>
                <a:gd name="connsiteY1617" fmla="*/ 88265 h 138429"/>
                <a:gd name="connsiteX1618" fmla="*/ 1972305 w 4940931"/>
                <a:gd name="connsiteY1618" fmla="*/ 100330 h 138429"/>
                <a:gd name="connsiteX1619" fmla="*/ 1962780 w 4940931"/>
                <a:gd name="connsiteY1619" fmla="*/ 107315 h 138429"/>
                <a:gd name="connsiteX1620" fmla="*/ 1951350 w 4940931"/>
                <a:gd name="connsiteY1620" fmla="*/ 109855 h 138429"/>
                <a:gd name="connsiteX1621" fmla="*/ 1940555 w 4940931"/>
                <a:gd name="connsiteY1621" fmla="*/ 107315 h 138429"/>
                <a:gd name="connsiteX1622" fmla="*/ 1931665 w 4940931"/>
                <a:gd name="connsiteY1622" fmla="*/ 100965 h 138429"/>
                <a:gd name="connsiteX1623" fmla="*/ 1931665 w 4940931"/>
                <a:gd name="connsiteY1623" fmla="*/ 107950 h 138429"/>
                <a:gd name="connsiteX1624" fmla="*/ 1916425 w 4940931"/>
                <a:gd name="connsiteY1624" fmla="*/ 107950 h 138429"/>
                <a:gd name="connsiteX1625" fmla="*/ 1916425 w 4940931"/>
                <a:gd name="connsiteY1625" fmla="*/ 7620 h 138429"/>
                <a:gd name="connsiteX1626" fmla="*/ 1316991 w 4940931"/>
                <a:gd name="connsiteY1626" fmla="*/ 0 h 138429"/>
                <a:gd name="connsiteX1627" fmla="*/ 1316991 w 4940931"/>
                <a:gd name="connsiteY1627" fmla="*/ 30480 h 138429"/>
                <a:gd name="connsiteX1628" fmla="*/ 1336041 w 4940931"/>
                <a:gd name="connsiteY1628" fmla="*/ 30480 h 138429"/>
                <a:gd name="connsiteX1629" fmla="*/ 1336041 w 4940931"/>
                <a:gd name="connsiteY1629" fmla="*/ 44450 h 138429"/>
                <a:gd name="connsiteX1630" fmla="*/ 1316991 w 4940931"/>
                <a:gd name="connsiteY1630" fmla="*/ 44450 h 138429"/>
                <a:gd name="connsiteX1631" fmla="*/ 1316991 w 4940931"/>
                <a:gd name="connsiteY1631" fmla="*/ 86995 h 138429"/>
                <a:gd name="connsiteX1632" fmla="*/ 1316991 w 4940931"/>
                <a:gd name="connsiteY1632" fmla="*/ 91440 h 138429"/>
                <a:gd name="connsiteX1633" fmla="*/ 1318261 w 4940931"/>
                <a:gd name="connsiteY1633" fmla="*/ 94615 h 138429"/>
                <a:gd name="connsiteX1634" fmla="*/ 1320801 w 4940931"/>
                <a:gd name="connsiteY1634" fmla="*/ 95885 h 138429"/>
                <a:gd name="connsiteX1635" fmla="*/ 1324611 w 4940931"/>
                <a:gd name="connsiteY1635" fmla="*/ 95885 h 138429"/>
                <a:gd name="connsiteX1636" fmla="*/ 1330961 w 4940931"/>
                <a:gd name="connsiteY1636" fmla="*/ 95250 h 138429"/>
                <a:gd name="connsiteX1637" fmla="*/ 1336041 w 4940931"/>
                <a:gd name="connsiteY1637" fmla="*/ 93345 h 138429"/>
                <a:gd name="connsiteX1638" fmla="*/ 1334136 w 4940931"/>
                <a:gd name="connsiteY1638" fmla="*/ 106680 h 138429"/>
                <a:gd name="connsiteX1639" fmla="*/ 1327786 w 4940931"/>
                <a:gd name="connsiteY1639" fmla="*/ 109220 h 138429"/>
                <a:gd name="connsiteX1640" fmla="*/ 1319531 w 4940931"/>
                <a:gd name="connsiteY1640" fmla="*/ 110490 h 138429"/>
                <a:gd name="connsiteX1641" fmla="*/ 1312546 w 4940931"/>
                <a:gd name="connsiteY1641" fmla="*/ 109220 h 138429"/>
                <a:gd name="connsiteX1642" fmla="*/ 1306831 w 4940931"/>
                <a:gd name="connsiteY1642" fmla="*/ 105410 h 138429"/>
                <a:gd name="connsiteX1643" fmla="*/ 1303021 w 4940931"/>
                <a:gd name="connsiteY1643" fmla="*/ 99060 h 138429"/>
                <a:gd name="connsiteX1644" fmla="*/ 1301751 w 4940931"/>
                <a:gd name="connsiteY1644" fmla="*/ 89535 h 138429"/>
                <a:gd name="connsiteX1645" fmla="*/ 1301751 w 4940931"/>
                <a:gd name="connsiteY1645" fmla="*/ 44450 h 138429"/>
                <a:gd name="connsiteX1646" fmla="*/ 1290956 w 4940931"/>
                <a:gd name="connsiteY1646" fmla="*/ 44450 h 138429"/>
                <a:gd name="connsiteX1647" fmla="*/ 1290956 w 4940931"/>
                <a:gd name="connsiteY1647" fmla="*/ 30480 h 138429"/>
                <a:gd name="connsiteX1648" fmla="*/ 1301751 w 4940931"/>
                <a:gd name="connsiteY1648" fmla="*/ 30480 h 138429"/>
                <a:gd name="connsiteX1649" fmla="*/ 1301751 w 4940931"/>
                <a:gd name="connsiteY1649" fmla="*/ 8255 h 138429"/>
                <a:gd name="connsiteX1650" fmla="*/ 751206 w 4940931"/>
                <a:gd name="connsiteY1650" fmla="*/ 0 h 138429"/>
                <a:gd name="connsiteX1651" fmla="*/ 751206 w 4940931"/>
                <a:gd name="connsiteY1651" fmla="*/ 30480 h 138429"/>
                <a:gd name="connsiteX1652" fmla="*/ 770256 w 4940931"/>
                <a:gd name="connsiteY1652" fmla="*/ 30480 h 138429"/>
                <a:gd name="connsiteX1653" fmla="*/ 770256 w 4940931"/>
                <a:gd name="connsiteY1653" fmla="*/ 44450 h 138429"/>
                <a:gd name="connsiteX1654" fmla="*/ 751206 w 4940931"/>
                <a:gd name="connsiteY1654" fmla="*/ 44450 h 138429"/>
                <a:gd name="connsiteX1655" fmla="*/ 751206 w 4940931"/>
                <a:gd name="connsiteY1655" fmla="*/ 86995 h 138429"/>
                <a:gd name="connsiteX1656" fmla="*/ 751206 w 4940931"/>
                <a:gd name="connsiteY1656" fmla="*/ 91440 h 138429"/>
                <a:gd name="connsiteX1657" fmla="*/ 752476 w 4940931"/>
                <a:gd name="connsiteY1657" fmla="*/ 94615 h 138429"/>
                <a:gd name="connsiteX1658" fmla="*/ 755016 w 4940931"/>
                <a:gd name="connsiteY1658" fmla="*/ 95885 h 138429"/>
                <a:gd name="connsiteX1659" fmla="*/ 758826 w 4940931"/>
                <a:gd name="connsiteY1659" fmla="*/ 95885 h 138429"/>
                <a:gd name="connsiteX1660" fmla="*/ 765176 w 4940931"/>
                <a:gd name="connsiteY1660" fmla="*/ 95250 h 138429"/>
                <a:gd name="connsiteX1661" fmla="*/ 770256 w 4940931"/>
                <a:gd name="connsiteY1661" fmla="*/ 93345 h 138429"/>
                <a:gd name="connsiteX1662" fmla="*/ 768351 w 4940931"/>
                <a:gd name="connsiteY1662" fmla="*/ 106680 h 138429"/>
                <a:gd name="connsiteX1663" fmla="*/ 762001 w 4940931"/>
                <a:gd name="connsiteY1663" fmla="*/ 109220 h 138429"/>
                <a:gd name="connsiteX1664" fmla="*/ 753746 w 4940931"/>
                <a:gd name="connsiteY1664" fmla="*/ 110490 h 138429"/>
                <a:gd name="connsiteX1665" fmla="*/ 746761 w 4940931"/>
                <a:gd name="connsiteY1665" fmla="*/ 109220 h 138429"/>
                <a:gd name="connsiteX1666" fmla="*/ 741045 w 4940931"/>
                <a:gd name="connsiteY1666" fmla="*/ 105410 h 138429"/>
                <a:gd name="connsiteX1667" fmla="*/ 737236 w 4940931"/>
                <a:gd name="connsiteY1667" fmla="*/ 99060 h 138429"/>
                <a:gd name="connsiteX1668" fmla="*/ 735966 w 4940931"/>
                <a:gd name="connsiteY1668" fmla="*/ 89535 h 138429"/>
                <a:gd name="connsiteX1669" fmla="*/ 735966 w 4940931"/>
                <a:gd name="connsiteY1669" fmla="*/ 44450 h 138429"/>
                <a:gd name="connsiteX1670" fmla="*/ 725171 w 4940931"/>
                <a:gd name="connsiteY1670" fmla="*/ 44450 h 138429"/>
                <a:gd name="connsiteX1671" fmla="*/ 725171 w 4940931"/>
                <a:gd name="connsiteY1671" fmla="*/ 30480 h 138429"/>
                <a:gd name="connsiteX1672" fmla="*/ 735966 w 4940931"/>
                <a:gd name="connsiteY1672" fmla="*/ 30480 h 138429"/>
                <a:gd name="connsiteX1673" fmla="*/ 735966 w 4940931"/>
                <a:gd name="connsiteY1673" fmla="*/ 8255 h 138429"/>
                <a:gd name="connsiteX1674" fmla="*/ 521335 w 4940931"/>
                <a:gd name="connsiteY1674" fmla="*/ 0 h 138429"/>
                <a:gd name="connsiteX1675" fmla="*/ 521335 w 4940931"/>
                <a:gd name="connsiteY1675" fmla="*/ 30480 h 138429"/>
                <a:gd name="connsiteX1676" fmla="*/ 540385 w 4940931"/>
                <a:gd name="connsiteY1676" fmla="*/ 30480 h 138429"/>
                <a:gd name="connsiteX1677" fmla="*/ 540385 w 4940931"/>
                <a:gd name="connsiteY1677" fmla="*/ 44450 h 138429"/>
                <a:gd name="connsiteX1678" fmla="*/ 521335 w 4940931"/>
                <a:gd name="connsiteY1678" fmla="*/ 44450 h 138429"/>
                <a:gd name="connsiteX1679" fmla="*/ 521335 w 4940931"/>
                <a:gd name="connsiteY1679" fmla="*/ 86995 h 138429"/>
                <a:gd name="connsiteX1680" fmla="*/ 521335 w 4940931"/>
                <a:gd name="connsiteY1680" fmla="*/ 91440 h 138429"/>
                <a:gd name="connsiteX1681" fmla="*/ 522605 w 4940931"/>
                <a:gd name="connsiteY1681" fmla="*/ 94615 h 138429"/>
                <a:gd name="connsiteX1682" fmla="*/ 525145 w 4940931"/>
                <a:gd name="connsiteY1682" fmla="*/ 95885 h 138429"/>
                <a:gd name="connsiteX1683" fmla="*/ 528955 w 4940931"/>
                <a:gd name="connsiteY1683" fmla="*/ 95885 h 138429"/>
                <a:gd name="connsiteX1684" fmla="*/ 535305 w 4940931"/>
                <a:gd name="connsiteY1684" fmla="*/ 95250 h 138429"/>
                <a:gd name="connsiteX1685" fmla="*/ 540385 w 4940931"/>
                <a:gd name="connsiteY1685" fmla="*/ 93345 h 138429"/>
                <a:gd name="connsiteX1686" fmla="*/ 538480 w 4940931"/>
                <a:gd name="connsiteY1686" fmla="*/ 106680 h 138429"/>
                <a:gd name="connsiteX1687" fmla="*/ 532130 w 4940931"/>
                <a:gd name="connsiteY1687" fmla="*/ 109220 h 138429"/>
                <a:gd name="connsiteX1688" fmla="*/ 523875 w 4940931"/>
                <a:gd name="connsiteY1688" fmla="*/ 110490 h 138429"/>
                <a:gd name="connsiteX1689" fmla="*/ 516890 w 4940931"/>
                <a:gd name="connsiteY1689" fmla="*/ 109220 h 138429"/>
                <a:gd name="connsiteX1690" fmla="*/ 511175 w 4940931"/>
                <a:gd name="connsiteY1690" fmla="*/ 105410 h 138429"/>
                <a:gd name="connsiteX1691" fmla="*/ 507365 w 4940931"/>
                <a:gd name="connsiteY1691" fmla="*/ 99060 h 138429"/>
                <a:gd name="connsiteX1692" fmla="*/ 506095 w 4940931"/>
                <a:gd name="connsiteY1692" fmla="*/ 89535 h 138429"/>
                <a:gd name="connsiteX1693" fmla="*/ 506095 w 4940931"/>
                <a:gd name="connsiteY1693" fmla="*/ 44450 h 138429"/>
                <a:gd name="connsiteX1694" fmla="*/ 495300 w 4940931"/>
                <a:gd name="connsiteY1694" fmla="*/ 44450 h 138429"/>
                <a:gd name="connsiteX1695" fmla="*/ 495300 w 4940931"/>
                <a:gd name="connsiteY1695" fmla="*/ 30480 h 138429"/>
                <a:gd name="connsiteX1696" fmla="*/ 506095 w 4940931"/>
                <a:gd name="connsiteY1696" fmla="*/ 30480 h 138429"/>
                <a:gd name="connsiteX1697" fmla="*/ 506095 w 4940931"/>
                <a:gd name="connsiteY1697" fmla="*/ 8255 h 138429"/>
                <a:gd name="connsiteX1698" fmla="*/ 466724 w 4940931"/>
                <a:gd name="connsiteY1698" fmla="*/ 0 h 138429"/>
                <a:gd name="connsiteX1699" fmla="*/ 466724 w 4940931"/>
                <a:gd name="connsiteY1699" fmla="*/ 30480 h 138429"/>
                <a:gd name="connsiteX1700" fmla="*/ 485774 w 4940931"/>
                <a:gd name="connsiteY1700" fmla="*/ 30480 h 138429"/>
                <a:gd name="connsiteX1701" fmla="*/ 485774 w 4940931"/>
                <a:gd name="connsiteY1701" fmla="*/ 44450 h 138429"/>
                <a:gd name="connsiteX1702" fmla="*/ 466724 w 4940931"/>
                <a:gd name="connsiteY1702" fmla="*/ 44450 h 138429"/>
                <a:gd name="connsiteX1703" fmla="*/ 466724 w 4940931"/>
                <a:gd name="connsiteY1703" fmla="*/ 86995 h 138429"/>
                <a:gd name="connsiteX1704" fmla="*/ 466724 w 4940931"/>
                <a:gd name="connsiteY1704" fmla="*/ 91440 h 138429"/>
                <a:gd name="connsiteX1705" fmla="*/ 467994 w 4940931"/>
                <a:gd name="connsiteY1705" fmla="*/ 94615 h 138429"/>
                <a:gd name="connsiteX1706" fmla="*/ 470534 w 4940931"/>
                <a:gd name="connsiteY1706" fmla="*/ 95885 h 138429"/>
                <a:gd name="connsiteX1707" fmla="*/ 474344 w 4940931"/>
                <a:gd name="connsiteY1707" fmla="*/ 95885 h 138429"/>
                <a:gd name="connsiteX1708" fmla="*/ 480694 w 4940931"/>
                <a:gd name="connsiteY1708" fmla="*/ 95250 h 138429"/>
                <a:gd name="connsiteX1709" fmla="*/ 485774 w 4940931"/>
                <a:gd name="connsiteY1709" fmla="*/ 93345 h 138429"/>
                <a:gd name="connsiteX1710" fmla="*/ 483869 w 4940931"/>
                <a:gd name="connsiteY1710" fmla="*/ 106680 h 138429"/>
                <a:gd name="connsiteX1711" fmla="*/ 477519 w 4940931"/>
                <a:gd name="connsiteY1711" fmla="*/ 109220 h 138429"/>
                <a:gd name="connsiteX1712" fmla="*/ 469264 w 4940931"/>
                <a:gd name="connsiteY1712" fmla="*/ 110490 h 138429"/>
                <a:gd name="connsiteX1713" fmla="*/ 462279 w 4940931"/>
                <a:gd name="connsiteY1713" fmla="*/ 109220 h 138429"/>
                <a:gd name="connsiteX1714" fmla="*/ 456564 w 4940931"/>
                <a:gd name="connsiteY1714" fmla="*/ 105410 h 138429"/>
                <a:gd name="connsiteX1715" fmla="*/ 452754 w 4940931"/>
                <a:gd name="connsiteY1715" fmla="*/ 99060 h 138429"/>
                <a:gd name="connsiteX1716" fmla="*/ 451484 w 4940931"/>
                <a:gd name="connsiteY1716" fmla="*/ 89535 h 138429"/>
                <a:gd name="connsiteX1717" fmla="*/ 451484 w 4940931"/>
                <a:gd name="connsiteY1717" fmla="*/ 44450 h 138429"/>
                <a:gd name="connsiteX1718" fmla="*/ 440689 w 4940931"/>
                <a:gd name="connsiteY1718" fmla="*/ 44450 h 138429"/>
                <a:gd name="connsiteX1719" fmla="*/ 440689 w 4940931"/>
                <a:gd name="connsiteY1719" fmla="*/ 30480 h 138429"/>
                <a:gd name="connsiteX1720" fmla="*/ 451484 w 4940931"/>
                <a:gd name="connsiteY1720" fmla="*/ 30480 h 138429"/>
                <a:gd name="connsiteX1721" fmla="*/ 451484 w 4940931"/>
                <a:gd name="connsiteY1721" fmla="*/ 8255 h 138429"/>
                <a:gd name="connsiteX1722" fmla="*/ 302259 w 4940931"/>
                <a:gd name="connsiteY1722" fmla="*/ 0 h 138429"/>
                <a:gd name="connsiteX1723" fmla="*/ 302259 w 4940931"/>
                <a:gd name="connsiteY1723" fmla="*/ 37465 h 138429"/>
                <a:gd name="connsiteX1724" fmla="*/ 306704 w 4940931"/>
                <a:gd name="connsiteY1724" fmla="*/ 33655 h 138429"/>
                <a:gd name="connsiteX1725" fmla="*/ 310514 w 4940931"/>
                <a:gd name="connsiteY1725" fmla="*/ 31115 h 138429"/>
                <a:gd name="connsiteX1726" fmla="*/ 315594 w 4940931"/>
                <a:gd name="connsiteY1726" fmla="*/ 29210 h 138429"/>
                <a:gd name="connsiteX1727" fmla="*/ 322579 w 4940931"/>
                <a:gd name="connsiteY1727" fmla="*/ 28575 h 138429"/>
                <a:gd name="connsiteX1728" fmla="*/ 334644 w 4940931"/>
                <a:gd name="connsiteY1728" fmla="*/ 31115 h 138429"/>
                <a:gd name="connsiteX1729" fmla="*/ 344169 w 4940931"/>
                <a:gd name="connsiteY1729" fmla="*/ 38735 h 138429"/>
                <a:gd name="connsiteX1730" fmla="*/ 350519 w 4940931"/>
                <a:gd name="connsiteY1730" fmla="*/ 51435 h 138429"/>
                <a:gd name="connsiteX1731" fmla="*/ 353059 w 4940931"/>
                <a:gd name="connsiteY1731" fmla="*/ 70485 h 138429"/>
                <a:gd name="connsiteX1732" fmla="*/ 352424 w 4940931"/>
                <a:gd name="connsiteY1732" fmla="*/ 71120 h 138429"/>
                <a:gd name="connsiteX1733" fmla="*/ 349884 w 4940931"/>
                <a:gd name="connsiteY1733" fmla="*/ 88265 h 138429"/>
                <a:gd name="connsiteX1734" fmla="*/ 342899 w 4940931"/>
                <a:gd name="connsiteY1734" fmla="*/ 100330 h 138429"/>
                <a:gd name="connsiteX1735" fmla="*/ 333374 w 4940931"/>
                <a:gd name="connsiteY1735" fmla="*/ 107315 h 138429"/>
                <a:gd name="connsiteX1736" fmla="*/ 321944 w 4940931"/>
                <a:gd name="connsiteY1736" fmla="*/ 109855 h 138429"/>
                <a:gd name="connsiteX1737" fmla="*/ 311149 w 4940931"/>
                <a:gd name="connsiteY1737" fmla="*/ 107315 h 138429"/>
                <a:gd name="connsiteX1738" fmla="*/ 302259 w 4940931"/>
                <a:gd name="connsiteY1738" fmla="*/ 100965 h 138429"/>
                <a:gd name="connsiteX1739" fmla="*/ 302259 w 4940931"/>
                <a:gd name="connsiteY1739" fmla="*/ 107950 h 138429"/>
                <a:gd name="connsiteX1740" fmla="*/ 287019 w 4940931"/>
                <a:gd name="connsiteY1740" fmla="*/ 107950 h 138429"/>
                <a:gd name="connsiteX1741" fmla="*/ 287019 w 4940931"/>
                <a:gd name="connsiteY1741" fmla="*/ 7620 h 138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Lst>
              <a:rect l="l" t="t" r="r" b="b"/>
              <a:pathLst>
                <a:path w="4940931" h="138429">
                  <a:moveTo>
                    <a:pt x="1032512" y="137477"/>
                  </a:moveTo>
                  <a:lnTo>
                    <a:pt x="1032512" y="137794"/>
                  </a:lnTo>
                  <a:lnTo>
                    <a:pt x="1030607" y="138429"/>
                  </a:lnTo>
                  <a:close/>
                  <a:moveTo>
                    <a:pt x="4929501" y="87629"/>
                  </a:moveTo>
                  <a:cubicBezTo>
                    <a:pt x="4930771" y="87629"/>
                    <a:pt x="4932676" y="87629"/>
                    <a:pt x="4933946" y="88264"/>
                  </a:cubicBezTo>
                  <a:cubicBezTo>
                    <a:pt x="4935216" y="88264"/>
                    <a:pt x="4936486" y="89534"/>
                    <a:pt x="4937756" y="90804"/>
                  </a:cubicBezTo>
                  <a:cubicBezTo>
                    <a:pt x="4939026" y="92074"/>
                    <a:pt x="4939661" y="93344"/>
                    <a:pt x="4940296" y="94614"/>
                  </a:cubicBezTo>
                  <a:cubicBezTo>
                    <a:pt x="4940296" y="95884"/>
                    <a:pt x="4940931" y="97789"/>
                    <a:pt x="4940931" y="99059"/>
                  </a:cubicBezTo>
                  <a:cubicBezTo>
                    <a:pt x="4940931" y="99059"/>
                    <a:pt x="4940931" y="102234"/>
                    <a:pt x="4940296" y="103504"/>
                  </a:cubicBezTo>
                  <a:cubicBezTo>
                    <a:pt x="4940296" y="104774"/>
                    <a:pt x="4939026" y="106044"/>
                    <a:pt x="4937756" y="107314"/>
                  </a:cubicBezTo>
                  <a:cubicBezTo>
                    <a:pt x="4936486" y="108584"/>
                    <a:pt x="4935216" y="109219"/>
                    <a:pt x="4933946" y="109854"/>
                  </a:cubicBezTo>
                  <a:cubicBezTo>
                    <a:pt x="4932676" y="109854"/>
                    <a:pt x="4930771" y="110489"/>
                    <a:pt x="4929501" y="110489"/>
                  </a:cubicBezTo>
                  <a:cubicBezTo>
                    <a:pt x="4928231" y="110489"/>
                    <a:pt x="4926326" y="110489"/>
                    <a:pt x="4925056" y="109854"/>
                  </a:cubicBezTo>
                  <a:cubicBezTo>
                    <a:pt x="4923786" y="109854"/>
                    <a:pt x="4922516" y="108584"/>
                    <a:pt x="4921246" y="107314"/>
                  </a:cubicBezTo>
                  <a:cubicBezTo>
                    <a:pt x="4919976" y="106044"/>
                    <a:pt x="4919341" y="104774"/>
                    <a:pt x="4918706" y="103504"/>
                  </a:cubicBezTo>
                  <a:cubicBezTo>
                    <a:pt x="4918706" y="102234"/>
                    <a:pt x="4918071" y="100329"/>
                    <a:pt x="4918071" y="99059"/>
                  </a:cubicBezTo>
                  <a:cubicBezTo>
                    <a:pt x="4918071" y="97789"/>
                    <a:pt x="4918071" y="95884"/>
                    <a:pt x="4918706" y="94614"/>
                  </a:cubicBezTo>
                  <a:cubicBezTo>
                    <a:pt x="4918706" y="93344"/>
                    <a:pt x="4919976" y="92074"/>
                    <a:pt x="4921246" y="90804"/>
                  </a:cubicBezTo>
                  <a:cubicBezTo>
                    <a:pt x="4922516" y="89534"/>
                    <a:pt x="4923786" y="88899"/>
                    <a:pt x="4925056" y="88264"/>
                  </a:cubicBezTo>
                  <a:cubicBezTo>
                    <a:pt x="4926326" y="88264"/>
                    <a:pt x="4928231" y="87629"/>
                    <a:pt x="4929501" y="87629"/>
                  </a:cubicBezTo>
                  <a:close/>
                  <a:moveTo>
                    <a:pt x="3079110" y="87629"/>
                  </a:moveTo>
                  <a:cubicBezTo>
                    <a:pt x="3080380" y="87629"/>
                    <a:pt x="3082285" y="87629"/>
                    <a:pt x="3083555" y="88264"/>
                  </a:cubicBezTo>
                  <a:cubicBezTo>
                    <a:pt x="3084825" y="88264"/>
                    <a:pt x="3086095" y="89534"/>
                    <a:pt x="3087365" y="90804"/>
                  </a:cubicBezTo>
                  <a:cubicBezTo>
                    <a:pt x="3088635" y="92074"/>
                    <a:pt x="3089270" y="93344"/>
                    <a:pt x="3089905" y="94614"/>
                  </a:cubicBezTo>
                  <a:cubicBezTo>
                    <a:pt x="3089905" y="95884"/>
                    <a:pt x="3090540" y="97789"/>
                    <a:pt x="3090540" y="99059"/>
                  </a:cubicBezTo>
                  <a:cubicBezTo>
                    <a:pt x="3090540" y="99059"/>
                    <a:pt x="3090540" y="102234"/>
                    <a:pt x="3089905" y="103504"/>
                  </a:cubicBezTo>
                  <a:cubicBezTo>
                    <a:pt x="3089905" y="104774"/>
                    <a:pt x="3088635" y="106044"/>
                    <a:pt x="3087365" y="107314"/>
                  </a:cubicBezTo>
                  <a:cubicBezTo>
                    <a:pt x="3086095" y="108584"/>
                    <a:pt x="3084825" y="109219"/>
                    <a:pt x="3083555" y="109854"/>
                  </a:cubicBezTo>
                  <a:cubicBezTo>
                    <a:pt x="3082285" y="109854"/>
                    <a:pt x="3080380" y="110489"/>
                    <a:pt x="3079110" y="110489"/>
                  </a:cubicBezTo>
                  <a:cubicBezTo>
                    <a:pt x="3077840" y="110489"/>
                    <a:pt x="3075935" y="110489"/>
                    <a:pt x="3074665" y="109854"/>
                  </a:cubicBezTo>
                  <a:cubicBezTo>
                    <a:pt x="3073395" y="109854"/>
                    <a:pt x="3072125" y="108584"/>
                    <a:pt x="3070855" y="107314"/>
                  </a:cubicBezTo>
                  <a:cubicBezTo>
                    <a:pt x="3069585" y="106044"/>
                    <a:pt x="3068950" y="104774"/>
                    <a:pt x="3068315" y="103504"/>
                  </a:cubicBezTo>
                  <a:cubicBezTo>
                    <a:pt x="3068315" y="102234"/>
                    <a:pt x="3067680" y="100329"/>
                    <a:pt x="3067680" y="99059"/>
                  </a:cubicBezTo>
                  <a:cubicBezTo>
                    <a:pt x="3067680" y="97789"/>
                    <a:pt x="3067680" y="95884"/>
                    <a:pt x="3068315" y="94614"/>
                  </a:cubicBezTo>
                  <a:cubicBezTo>
                    <a:pt x="3068315" y="93344"/>
                    <a:pt x="3069585" y="92074"/>
                    <a:pt x="3070855" y="90804"/>
                  </a:cubicBezTo>
                  <a:cubicBezTo>
                    <a:pt x="3072125" y="89534"/>
                    <a:pt x="3073395" y="88899"/>
                    <a:pt x="3074665" y="88264"/>
                  </a:cubicBezTo>
                  <a:cubicBezTo>
                    <a:pt x="3075935" y="88264"/>
                    <a:pt x="3077840" y="87629"/>
                    <a:pt x="3079110" y="87629"/>
                  </a:cubicBezTo>
                  <a:close/>
                  <a:moveTo>
                    <a:pt x="1565275" y="87629"/>
                  </a:moveTo>
                  <a:cubicBezTo>
                    <a:pt x="1566545" y="87629"/>
                    <a:pt x="1568450" y="87629"/>
                    <a:pt x="1569720" y="88264"/>
                  </a:cubicBezTo>
                  <a:cubicBezTo>
                    <a:pt x="1570990" y="88264"/>
                    <a:pt x="1572260" y="89534"/>
                    <a:pt x="1573529" y="90804"/>
                  </a:cubicBezTo>
                  <a:cubicBezTo>
                    <a:pt x="1574800" y="92074"/>
                    <a:pt x="1575435" y="93344"/>
                    <a:pt x="1576069" y="94614"/>
                  </a:cubicBezTo>
                  <a:cubicBezTo>
                    <a:pt x="1576069" y="95884"/>
                    <a:pt x="1576705" y="97789"/>
                    <a:pt x="1576705" y="99059"/>
                  </a:cubicBezTo>
                  <a:cubicBezTo>
                    <a:pt x="1576705" y="99059"/>
                    <a:pt x="1576705" y="102234"/>
                    <a:pt x="1576069" y="103504"/>
                  </a:cubicBezTo>
                  <a:cubicBezTo>
                    <a:pt x="1576069" y="104774"/>
                    <a:pt x="1574800" y="106044"/>
                    <a:pt x="1573529" y="107314"/>
                  </a:cubicBezTo>
                  <a:cubicBezTo>
                    <a:pt x="1572260" y="108584"/>
                    <a:pt x="1570990" y="109219"/>
                    <a:pt x="1569720" y="109854"/>
                  </a:cubicBezTo>
                  <a:cubicBezTo>
                    <a:pt x="1568450" y="109854"/>
                    <a:pt x="1566545" y="110489"/>
                    <a:pt x="1565275" y="110489"/>
                  </a:cubicBezTo>
                  <a:cubicBezTo>
                    <a:pt x="1564005" y="110489"/>
                    <a:pt x="1562099" y="110489"/>
                    <a:pt x="1560830" y="109854"/>
                  </a:cubicBezTo>
                  <a:cubicBezTo>
                    <a:pt x="1559559" y="109854"/>
                    <a:pt x="1558289" y="108584"/>
                    <a:pt x="1557020" y="107314"/>
                  </a:cubicBezTo>
                  <a:cubicBezTo>
                    <a:pt x="1555750" y="106044"/>
                    <a:pt x="1555114" y="104774"/>
                    <a:pt x="1554479" y="103504"/>
                  </a:cubicBezTo>
                  <a:cubicBezTo>
                    <a:pt x="1554479" y="102234"/>
                    <a:pt x="1553844" y="100329"/>
                    <a:pt x="1553844" y="99059"/>
                  </a:cubicBezTo>
                  <a:cubicBezTo>
                    <a:pt x="1553844" y="97789"/>
                    <a:pt x="1553844" y="95884"/>
                    <a:pt x="1554479" y="94614"/>
                  </a:cubicBezTo>
                  <a:cubicBezTo>
                    <a:pt x="1554479" y="93344"/>
                    <a:pt x="1555750" y="92074"/>
                    <a:pt x="1557020" y="90804"/>
                  </a:cubicBezTo>
                  <a:cubicBezTo>
                    <a:pt x="1558289" y="89534"/>
                    <a:pt x="1559559" y="88899"/>
                    <a:pt x="1560830" y="88264"/>
                  </a:cubicBezTo>
                  <a:cubicBezTo>
                    <a:pt x="1562099" y="88264"/>
                    <a:pt x="1564005" y="87629"/>
                    <a:pt x="1565275" y="87629"/>
                  </a:cubicBezTo>
                  <a:close/>
                  <a:moveTo>
                    <a:pt x="2642230" y="73024"/>
                  </a:moveTo>
                  <a:cubicBezTo>
                    <a:pt x="2637150" y="73024"/>
                    <a:pt x="2633340" y="74294"/>
                    <a:pt x="2630800" y="76199"/>
                  </a:cubicBezTo>
                  <a:cubicBezTo>
                    <a:pt x="2627625" y="78104"/>
                    <a:pt x="2626355" y="81279"/>
                    <a:pt x="2626355" y="84454"/>
                  </a:cubicBezTo>
                  <a:cubicBezTo>
                    <a:pt x="2626355" y="86994"/>
                    <a:pt x="2626355" y="88899"/>
                    <a:pt x="2627625" y="90169"/>
                  </a:cubicBezTo>
                  <a:cubicBezTo>
                    <a:pt x="2628260" y="92074"/>
                    <a:pt x="2629530" y="93344"/>
                    <a:pt x="2630800" y="93979"/>
                  </a:cubicBezTo>
                  <a:cubicBezTo>
                    <a:pt x="2632070" y="95249"/>
                    <a:pt x="2633340" y="95884"/>
                    <a:pt x="2635245" y="96519"/>
                  </a:cubicBezTo>
                  <a:cubicBezTo>
                    <a:pt x="2637150" y="96519"/>
                    <a:pt x="2639055" y="97154"/>
                    <a:pt x="2641595" y="97154"/>
                  </a:cubicBezTo>
                  <a:cubicBezTo>
                    <a:pt x="2643500" y="97154"/>
                    <a:pt x="2645405" y="97154"/>
                    <a:pt x="2647310" y="96519"/>
                  </a:cubicBezTo>
                  <a:cubicBezTo>
                    <a:pt x="2649215" y="96519"/>
                    <a:pt x="2651120" y="95249"/>
                    <a:pt x="2652390" y="93979"/>
                  </a:cubicBezTo>
                  <a:cubicBezTo>
                    <a:pt x="2654295" y="93344"/>
                    <a:pt x="2655565" y="92074"/>
                    <a:pt x="2656835" y="90804"/>
                  </a:cubicBezTo>
                  <a:cubicBezTo>
                    <a:pt x="2658105" y="89534"/>
                    <a:pt x="2659375" y="88264"/>
                    <a:pt x="2660010" y="86994"/>
                  </a:cubicBezTo>
                  <a:lnTo>
                    <a:pt x="2660010" y="75564"/>
                  </a:lnTo>
                  <a:cubicBezTo>
                    <a:pt x="2660010" y="75564"/>
                    <a:pt x="2657470" y="74294"/>
                    <a:pt x="2656200" y="74294"/>
                  </a:cubicBezTo>
                  <a:cubicBezTo>
                    <a:pt x="2654930" y="74294"/>
                    <a:pt x="2653660" y="73659"/>
                    <a:pt x="2652390" y="73659"/>
                  </a:cubicBezTo>
                  <a:cubicBezTo>
                    <a:pt x="2651120" y="73659"/>
                    <a:pt x="2649850" y="73659"/>
                    <a:pt x="2647945" y="73024"/>
                  </a:cubicBezTo>
                  <a:cubicBezTo>
                    <a:pt x="2646040" y="73024"/>
                    <a:pt x="2644135" y="73024"/>
                    <a:pt x="2642230" y="73024"/>
                  </a:cubicBezTo>
                  <a:close/>
                  <a:moveTo>
                    <a:pt x="4664706" y="43814"/>
                  </a:moveTo>
                  <a:cubicBezTo>
                    <a:pt x="4661531" y="43814"/>
                    <a:pt x="4658991" y="43814"/>
                    <a:pt x="4657086" y="45719"/>
                  </a:cubicBezTo>
                  <a:cubicBezTo>
                    <a:pt x="4654546" y="46989"/>
                    <a:pt x="4652641" y="48894"/>
                    <a:pt x="4651371" y="50799"/>
                  </a:cubicBezTo>
                  <a:cubicBezTo>
                    <a:pt x="4649466" y="53339"/>
                    <a:pt x="4648831" y="55879"/>
                    <a:pt x="4647561" y="59054"/>
                  </a:cubicBezTo>
                  <a:cubicBezTo>
                    <a:pt x="4646926" y="62229"/>
                    <a:pt x="4646291" y="65404"/>
                    <a:pt x="4646291" y="69849"/>
                  </a:cubicBezTo>
                  <a:cubicBezTo>
                    <a:pt x="4646291" y="74294"/>
                    <a:pt x="4646291" y="78104"/>
                    <a:pt x="4647561" y="81279"/>
                  </a:cubicBezTo>
                  <a:cubicBezTo>
                    <a:pt x="4648196" y="84454"/>
                    <a:pt x="4650101" y="87629"/>
                    <a:pt x="4651371" y="89534"/>
                  </a:cubicBezTo>
                  <a:cubicBezTo>
                    <a:pt x="4653276" y="92074"/>
                    <a:pt x="4655181" y="93344"/>
                    <a:pt x="4657721" y="94614"/>
                  </a:cubicBezTo>
                  <a:cubicBezTo>
                    <a:pt x="4660261" y="95884"/>
                    <a:pt x="4662801" y="96519"/>
                    <a:pt x="4665341" y="96519"/>
                  </a:cubicBezTo>
                  <a:cubicBezTo>
                    <a:pt x="4667881" y="96519"/>
                    <a:pt x="4671056" y="95884"/>
                    <a:pt x="4672961" y="94614"/>
                  </a:cubicBezTo>
                  <a:cubicBezTo>
                    <a:pt x="4675501" y="93344"/>
                    <a:pt x="4677406" y="91439"/>
                    <a:pt x="4678676" y="88899"/>
                  </a:cubicBezTo>
                  <a:cubicBezTo>
                    <a:pt x="4680581" y="86359"/>
                    <a:pt x="4681851" y="83819"/>
                    <a:pt x="4682486" y="80644"/>
                  </a:cubicBezTo>
                  <a:cubicBezTo>
                    <a:pt x="4683121" y="77469"/>
                    <a:pt x="4683756" y="74294"/>
                    <a:pt x="4683756" y="70484"/>
                  </a:cubicBezTo>
                  <a:lnTo>
                    <a:pt x="4684391" y="69849"/>
                  </a:lnTo>
                  <a:cubicBezTo>
                    <a:pt x="4684391" y="66039"/>
                    <a:pt x="4684391" y="62229"/>
                    <a:pt x="4683121" y="59054"/>
                  </a:cubicBezTo>
                  <a:cubicBezTo>
                    <a:pt x="4682486" y="55879"/>
                    <a:pt x="4680581" y="53339"/>
                    <a:pt x="4679311" y="50799"/>
                  </a:cubicBezTo>
                  <a:cubicBezTo>
                    <a:pt x="4677406" y="48259"/>
                    <a:pt x="4675501" y="46989"/>
                    <a:pt x="4672961" y="45719"/>
                  </a:cubicBezTo>
                  <a:cubicBezTo>
                    <a:pt x="4670421" y="44449"/>
                    <a:pt x="4667881" y="43814"/>
                    <a:pt x="4664706" y="43814"/>
                  </a:cubicBezTo>
                  <a:close/>
                  <a:moveTo>
                    <a:pt x="4264020" y="43814"/>
                  </a:moveTo>
                  <a:cubicBezTo>
                    <a:pt x="4260845" y="43814"/>
                    <a:pt x="4258305" y="43814"/>
                    <a:pt x="4256400" y="45719"/>
                  </a:cubicBezTo>
                  <a:cubicBezTo>
                    <a:pt x="4253860" y="46989"/>
                    <a:pt x="4251955" y="48894"/>
                    <a:pt x="4250685" y="50799"/>
                  </a:cubicBezTo>
                  <a:cubicBezTo>
                    <a:pt x="4248780" y="53339"/>
                    <a:pt x="4247510" y="55879"/>
                    <a:pt x="4246875" y="59054"/>
                  </a:cubicBezTo>
                  <a:cubicBezTo>
                    <a:pt x="4246240" y="62229"/>
                    <a:pt x="4245605" y="65404"/>
                    <a:pt x="4245605" y="69849"/>
                  </a:cubicBezTo>
                  <a:cubicBezTo>
                    <a:pt x="4245605" y="74294"/>
                    <a:pt x="4245605" y="78104"/>
                    <a:pt x="4246875" y="81279"/>
                  </a:cubicBezTo>
                  <a:cubicBezTo>
                    <a:pt x="4247510" y="84454"/>
                    <a:pt x="4249415" y="87629"/>
                    <a:pt x="4250685" y="89534"/>
                  </a:cubicBezTo>
                  <a:cubicBezTo>
                    <a:pt x="4252590" y="92074"/>
                    <a:pt x="4254495" y="93344"/>
                    <a:pt x="4257035" y="94614"/>
                  </a:cubicBezTo>
                  <a:cubicBezTo>
                    <a:pt x="4259575" y="95884"/>
                    <a:pt x="4262115" y="96519"/>
                    <a:pt x="4264655" y="96519"/>
                  </a:cubicBezTo>
                  <a:cubicBezTo>
                    <a:pt x="4267195" y="96519"/>
                    <a:pt x="4270370" y="95884"/>
                    <a:pt x="4272275" y="94614"/>
                  </a:cubicBezTo>
                  <a:cubicBezTo>
                    <a:pt x="4274815" y="93344"/>
                    <a:pt x="4276720" y="91439"/>
                    <a:pt x="4277990" y="88899"/>
                  </a:cubicBezTo>
                  <a:cubicBezTo>
                    <a:pt x="4279895" y="86359"/>
                    <a:pt x="4281165" y="83819"/>
                    <a:pt x="4281800" y="80644"/>
                  </a:cubicBezTo>
                  <a:cubicBezTo>
                    <a:pt x="4282435" y="77469"/>
                    <a:pt x="4283070" y="74294"/>
                    <a:pt x="4283070" y="70484"/>
                  </a:cubicBezTo>
                  <a:lnTo>
                    <a:pt x="4283705" y="69849"/>
                  </a:lnTo>
                  <a:cubicBezTo>
                    <a:pt x="4283705" y="66039"/>
                    <a:pt x="4283705" y="62229"/>
                    <a:pt x="4282435" y="59054"/>
                  </a:cubicBezTo>
                  <a:cubicBezTo>
                    <a:pt x="4281800" y="55879"/>
                    <a:pt x="4279895" y="53339"/>
                    <a:pt x="4278625" y="50799"/>
                  </a:cubicBezTo>
                  <a:cubicBezTo>
                    <a:pt x="4276720" y="48259"/>
                    <a:pt x="4274815" y="46989"/>
                    <a:pt x="4272275" y="45719"/>
                  </a:cubicBezTo>
                  <a:cubicBezTo>
                    <a:pt x="4269735" y="44449"/>
                    <a:pt x="4267195" y="43814"/>
                    <a:pt x="4264020" y="43814"/>
                  </a:cubicBezTo>
                  <a:close/>
                  <a:moveTo>
                    <a:pt x="1420495" y="43814"/>
                  </a:moveTo>
                  <a:cubicBezTo>
                    <a:pt x="1417320" y="43814"/>
                    <a:pt x="1414780" y="43814"/>
                    <a:pt x="1412875" y="45719"/>
                  </a:cubicBezTo>
                  <a:cubicBezTo>
                    <a:pt x="1410335" y="46989"/>
                    <a:pt x="1408430" y="48894"/>
                    <a:pt x="1407160" y="50799"/>
                  </a:cubicBezTo>
                  <a:cubicBezTo>
                    <a:pt x="1405255" y="53339"/>
                    <a:pt x="1403985" y="55879"/>
                    <a:pt x="1403350" y="59054"/>
                  </a:cubicBezTo>
                  <a:cubicBezTo>
                    <a:pt x="1402715" y="62229"/>
                    <a:pt x="1402080" y="65404"/>
                    <a:pt x="1402080" y="69849"/>
                  </a:cubicBezTo>
                  <a:cubicBezTo>
                    <a:pt x="1402080" y="74294"/>
                    <a:pt x="1402080" y="78104"/>
                    <a:pt x="1403350" y="81279"/>
                  </a:cubicBezTo>
                  <a:cubicBezTo>
                    <a:pt x="1403985" y="84454"/>
                    <a:pt x="1405890" y="87629"/>
                    <a:pt x="1407160" y="89534"/>
                  </a:cubicBezTo>
                  <a:cubicBezTo>
                    <a:pt x="1409065" y="92074"/>
                    <a:pt x="1410970" y="93344"/>
                    <a:pt x="1413510" y="94614"/>
                  </a:cubicBezTo>
                  <a:cubicBezTo>
                    <a:pt x="1416050" y="95884"/>
                    <a:pt x="1418590" y="96519"/>
                    <a:pt x="1421130" y="96519"/>
                  </a:cubicBezTo>
                  <a:cubicBezTo>
                    <a:pt x="1423670" y="96519"/>
                    <a:pt x="1426845" y="95884"/>
                    <a:pt x="1428750" y="94614"/>
                  </a:cubicBezTo>
                  <a:cubicBezTo>
                    <a:pt x="1431290" y="93344"/>
                    <a:pt x="1433195" y="91439"/>
                    <a:pt x="1434465" y="88899"/>
                  </a:cubicBezTo>
                  <a:cubicBezTo>
                    <a:pt x="1436370" y="86359"/>
                    <a:pt x="1437640" y="83819"/>
                    <a:pt x="1438275" y="80644"/>
                  </a:cubicBezTo>
                  <a:cubicBezTo>
                    <a:pt x="1438910" y="77469"/>
                    <a:pt x="1439545" y="74294"/>
                    <a:pt x="1439545" y="70484"/>
                  </a:cubicBezTo>
                  <a:lnTo>
                    <a:pt x="1440180" y="69849"/>
                  </a:lnTo>
                  <a:cubicBezTo>
                    <a:pt x="1440180" y="66039"/>
                    <a:pt x="1440180" y="62229"/>
                    <a:pt x="1438910" y="59054"/>
                  </a:cubicBezTo>
                  <a:cubicBezTo>
                    <a:pt x="1438275" y="55879"/>
                    <a:pt x="1436370" y="53339"/>
                    <a:pt x="1435100" y="50799"/>
                  </a:cubicBezTo>
                  <a:cubicBezTo>
                    <a:pt x="1433195" y="48259"/>
                    <a:pt x="1431290" y="46989"/>
                    <a:pt x="1428750" y="45719"/>
                  </a:cubicBezTo>
                  <a:cubicBezTo>
                    <a:pt x="1426210" y="44449"/>
                    <a:pt x="1423670" y="43814"/>
                    <a:pt x="1420495" y="43814"/>
                  </a:cubicBezTo>
                  <a:close/>
                  <a:moveTo>
                    <a:pt x="4041770" y="43180"/>
                  </a:moveTo>
                  <a:cubicBezTo>
                    <a:pt x="4039230" y="43180"/>
                    <a:pt x="4036690" y="43180"/>
                    <a:pt x="4034785" y="44450"/>
                  </a:cubicBezTo>
                  <a:cubicBezTo>
                    <a:pt x="4032880" y="45085"/>
                    <a:pt x="4030975" y="46355"/>
                    <a:pt x="4029705" y="48260"/>
                  </a:cubicBezTo>
                  <a:cubicBezTo>
                    <a:pt x="4028435" y="50165"/>
                    <a:pt x="4027165" y="52070"/>
                    <a:pt x="4025895" y="54610"/>
                  </a:cubicBezTo>
                  <a:cubicBezTo>
                    <a:pt x="4025260" y="57150"/>
                    <a:pt x="4023990" y="59690"/>
                    <a:pt x="4023990" y="62865"/>
                  </a:cubicBezTo>
                  <a:lnTo>
                    <a:pt x="4060185" y="62865"/>
                  </a:lnTo>
                  <a:cubicBezTo>
                    <a:pt x="4060185" y="62865"/>
                    <a:pt x="4059550" y="57785"/>
                    <a:pt x="4058915" y="55245"/>
                  </a:cubicBezTo>
                  <a:cubicBezTo>
                    <a:pt x="4058280" y="52705"/>
                    <a:pt x="4057010" y="50800"/>
                    <a:pt x="4055740" y="48895"/>
                  </a:cubicBezTo>
                  <a:cubicBezTo>
                    <a:pt x="4054470" y="46990"/>
                    <a:pt x="4052565" y="45720"/>
                    <a:pt x="4050025" y="44450"/>
                  </a:cubicBezTo>
                  <a:cubicBezTo>
                    <a:pt x="4047485" y="43180"/>
                    <a:pt x="4044945" y="43180"/>
                    <a:pt x="4041770" y="43180"/>
                  </a:cubicBezTo>
                  <a:close/>
                  <a:moveTo>
                    <a:pt x="3728081" y="43180"/>
                  </a:moveTo>
                  <a:cubicBezTo>
                    <a:pt x="3725541" y="43180"/>
                    <a:pt x="3723001" y="43180"/>
                    <a:pt x="3721096" y="44450"/>
                  </a:cubicBezTo>
                  <a:cubicBezTo>
                    <a:pt x="3719191" y="45085"/>
                    <a:pt x="3717286" y="46355"/>
                    <a:pt x="3716016" y="48260"/>
                  </a:cubicBezTo>
                  <a:cubicBezTo>
                    <a:pt x="3714746" y="50165"/>
                    <a:pt x="3713476" y="52070"/>
                    <a:pt x="3712206" y="54610"/>
                  </a:cubicBezTo>
                  <a:cubicBezTo>
                    <a:pt x="3711571" y="57150"/>
                    <a:pt x="3710301" y="59690"/>
                    <a:pt x="3710301" y="62865"/>
                  </a:cubicBezTo>
                  <a:lnTo>
                    <a:pt x="3746496" y="62865"/>
                  </a:lnTo>
                  <a:cubicBezTo>
                    <a:pt x="3746496" y="62865"/>
                    <a:pt x="3745861" y="57785"/>
                    <a:pt x="3745226" y="55245"/>
                  </a:cubicBezTo>
                  <a:cubicBezTo>
                    <a:pt x="3744591" y="52705"/>
                    <a:pt x="3743321" y="50800"/>
                    <a:pt x="3742051" y="48895"/>
                  </a:cubicBezTo>
                  <a:cubicBezTo>
                    <a:pt x="3740781" y="46990"/>
                    <a:pt x="3738876" y="45720"/>
                    <a:pt x="3736336" y="44450"/>
                  </a:cubicBezTo>
                  <a:cubicBezTo>
                    <a:pt x="3733796" y="43180"/>
                    <a:pt x="3731256" y="43180"/>
                    <a:pt x="3728081" y="43180"/>
                  </a:cubicBezTo>
                  <a:close/>
                  <a:moveTo>
                    <a:pt x="3541391" y="43180"/>
                  </a:moveTo>
                  <a:cubicBezTo>
                    <a:pt x="3538851" y="43180"/>
                    <a:pt x="3536311" y="43180"/>
                    <a:pt x="3534406" y="44450"/>
                  </a:cubicBezTo>
                  <a:cubicBezTo>
                    <a:pt x="3532501" y="45085"/>
                    <a:pt x="3530596" y="46355"/>
                    <a:pt x="3529326" y="48260"/>
                  </a:cubicBezTo>
                  <a:cubicBezTo>
                    <a:pt x="3528056" y="50165"/>
                    <a:pt x="3526786" y="52070"/>
                    <a:pt x="3525516" y="54610"/>
                  </a:cubicBezTo>
                  <a:cubicBezTo>
                    <a:pt x="3524881" y="57150"/>
                    <a:pt x="3524246" y="59690"/>
                    <a:pt x="3523611" y="62865"/>
                  </a:cubicBezTo>
                  <a:lnTo>
                    <a:pt x="3559806" y="62865"/>
                  </a:lnTo>
                  <a:cubicBezTo>
                    <a:pt x="3559806" y="62865"/>
                    <a:pt x="3559171" y="57785"/>
                    <a:pt x="3558536" y="55245"/>
                  </a:cubicBezTo>
                  <a:cubicBezTo>
                    <a:pt x="3557901" y="52705"/>
                    <a:pt x="3556631" y="50800"/>
                    <a:pt x="3555361" y="48895"/>
                  </a:cubicBezTo>
                  <a:cubicBezTo>
                    <a:pt x="3554091" y="46990"/>
                    <a:pt x="3552186" y="45720"/>
                    <a:pt x="3549646" y="44450"/>
                  </a:cubicBezTo>
                  <a:cubicBezTo>
                    <a:pt x="3547106" y="43180"/>
                    <a:pt x="3544566" y="43180"/>
                    <a:pt x="3541391" y="43180"/>
                  </a:cubicBezTo>
                  <a:close/>
                  <a:moveTo>
                    <a:pt x="3463285" y="43180"/>
                  </a:moveTo>
                  <a:cubicBezTo>
                    <a:pt x="3461380" y="43180"/>
                    <a:pt x="3459475" y="43180"/>
                    <a:pt x="3458205" y="43815"/>
                  </a:cubicBezTo>
                  <a:cubicBezTo>
                    <a:pt x="3456300" y="43815"/>
                    <a:pt x="3455030" y="45085"/>
                    <a:pt x="3453125" y="45720"/>
                  </a:cubicBezTo>
                  <a:cubicBezTo>
                    <a:pt x="3451855" y="46355"/>
                    <a:pt x="3449950" y="47625"/>
                    <a:pt x="3448680" y="48895"/>
                  </a:cubicBezTo>
                  <a:cubicBezTo>
                    <a:pt x="3447410" y="50165"/>
                    <a:pt x="3446140" y="51435"/>
                    <a:pt x="3445505" y="52705"/>
                  </a:cubicBezTo>
                  <a:lnTo>
                    <a:pt x="3445505" y="85725"/>
                  </a:lnTo>
                  <a:cubicBezTo>
                    <a:pt x="3445505" y="85725"/>
                    <a:pt x="3447410" y="88265"/>
                    <a:pt x="3448680" y="89535"/>
                  </a:cubicBezTo>
                  <a:cubicBezTo>
                    <a:pt x="3449950" y="90805"/>
                    <a:pt x="3451220" y="92075"/>
                    <a:pt x="3453125" y="92710"/>
                  </a:cubicBezTo>
                  <a:cubicBezTo>
                    <a:pt x="3455030" y="93980"/>
                    <a:pt x="3456300" y="94615"/>
                    <a:pt x="3458205" y="95250"/>
                  </a:cubicBezTo>
                  <a:cubicBezTo>
                    <a:pt x="3460110" y="95250"/>
                    <a:pt x="3462015" y="95885"/>
                    <a:pt x="3463920" y="95885"/>
                  </a:cubicBezTo>
                  <a:cubicBezTo>
                    <a:pt x="3469635" y="95885"/>
                    <a:pt x="3473445" y="93980"/>
                    <a:pt x="3476620" y="89535"/>
                  </a:cubicBezTo>
                  <a:cubicBezTo>
                    <a:pt x="3479795" y="85090"/>
                    <a:pt x="3481065" y="79375"/>
                    <a:pt x="3481065" y="71120"/>
                  </a:cubicBezTo>
                  <a:lnTo>
                    <a:pt x="3480430" y="71755"/>
                  </a:lnTo>
                  <a:cubicBezTo>
                    <a:pt x="3480430" y="62230"/>
                    <a:pt x="3479160" y="54610"/>
                    <a:pt x="3475985" y="50165"/>
                  </a:cubicBezTo>
                  <a:cubicBezTo>
                    <a:pt x="3472810" y="45720"/>
                    <a:pt x="3468365" y="43180"/>
                    <a:pt x="3463285" y="43180"/>
                  </a:cubicBezTo>
                  <a:close/>
                  <a:moveTo>
                    <a:pt x="3343271" y="43180"/>
                  </a:moveTo>
                  <a:cubicBezTo>
                    <a:pt x="3340731" y="43180"/>
                    <a:pt x="3338191" y="43180"/>
                    <a:pt x="3336286" y="44450"/>
                  </a:cubicBezTo>
                  <a:cubicBezTo>
                    <a:pt x="3334381" y="45085"/>
                    <a:pt x="3332476" y="46355"/>
                    <a:pt x="3331206" y="48260"/>
                  </a:cubicBezTo>
                  <a:cubicBezTo>
                    <a:pt x="3329936" y="50165"/>
                    <a:pt x="3328666" y="52070"/>
                    <a:pt x="3327396" y="54610"/>
                  </a:cubicBezTo>
                  <a:cubicBezTo>
                    <a:pt x="3326761" y="57150"/>
                    <a:pt x="3326126" y="59690"/>
                    <a:pt x="3325491" y="62865"/>
                  </a:cubicBezTo>
                  <a:lnTo>
                    <a:pt x="3361686" y="62865"/>
                  </a:lnTo>
                  <a:cubicBezTo>
                    <a:pt x="3361686" y="62865"/>
                    <a:pt x="3361051" y="57785"/>
                    <a:pt x="3360416" y="55245"/>
                  </a:cubicBezTo>
                  <a:cubicBezTo>
                    <a:pt x="3359781" y="52705"/>
                    <a:pt x="3358511" y="50800"/>
                    <a:pt x="3357241" y="48895"/>
                  </a:cubicBezTo>
                  <a:cubicBezTo>
                    <a:pt x="3355971" y="46990"/>
                    <a:pt x="3354066" y="45720"/>
                    <a:pt x="3351526" y="44450"/>
                  </a:cubicBezTo>
                  <a:cubicBezTo>
                    <a:pt x="3348986" y="43180"/>
                    <a:pt x="3346446" y="43180"/>
                    <a:pt x="3343271" y="43180"/>
                  </a:cubicBezTo>
                  <a:close/>
                  <a:moveTo>
                    <a:pt x="2976876" y="43180"/>
                  </a:moveTo>
                  <a:cubicBezTo>
                    <a:pt x="2974336" y="43180"/>
                    <a:pt x="2971796" y="43180"/>
                    <a:pt x="2969891" y="44450"/>
                  </a:cubicBezTo>
                  <a:cubicBezTo>
                    <a:pt x="2967986" y="45085"/>
                    <a:pt x="2966081" y="46355"/>
                    <a:pt x="2964811" y="48260"/>
                  </a:cubicBezTo>
                  <a:cubicBezTo>
                    <a:pt x="2963541" y="50165"/>
                    <a:pt x="2962271" y="52070"/>
                    <a:pt x="2961001" y="54610"/>
                  </a:cubicBezTo>
                  <a:cubicBezTo>
                    <a:pt x="2960366" y="57150"/>
                    <a:pt x="2959731" y="59690"/>
                    <a:pt x="2959096" y="62865"/>
                  </a:cubicBezTo>
                  <a:lnTo>
                    <a:pt x="2995291" y="62865"/>
                  </a:lnTo>
                  <a:cubicBezTo>
                    <a:pt x="2995291" y="62865"/>
                    <a:pt x="2994656" y="57785"/>
                    <a:pt x="2994021" y="55245"/>
                  </a:cubicBezTo>
                  <a:cubicBezTo>
                    <a:pt x="2993386" y="52705"/>
                    <a:pt x="2992116" y="50800"/>
                    <a:pt x="2990846" y="48895"/>
                  </a:cubicBezTo>
                  <a:cubicBezTo>
                    <a:pt x="2989576" y="46990"/>
                    <a:pt x="2987671" y="45720"/>
                    <a:pt x="2985131" y="44450"/>
                  </a:cubicBezTo>
                  <a:cubicBezTo>
                    <a:pt x="2982591" y="43180"/>
                    <a:pt x="2980051" y="43180"/>
                    <a:pt x="2976876" y="43180"/>
                  </a:cubicBezTo>
                  <a:close/>
                  <a:moveTo>
                    <a:pt x="2527930" y="43180"/>
                  </a:moveTo>
                  <a:cubicBezTo>
                    <a:pt x="2525390" y="43180"/>
                    <a:pt x="2522850" y="43180"/>
                    <a:pt x="2520945" y="44450"/>
                  </a:cubicBezTo>
                  <a:cubicBezTo>
                    <a:pt x="2519040" y="45085"/>
                    <a:pt x="2517135" y="46355"/>
                    <a:pt x="2515865" y="48260"/>
                  </a:cubicBezTo>
                  <a:cubicBezTo>
                    <a:pt x="2514595" y="50165"/>
                    <a:pt x="2513325" y="52070"/>
                    <a:pt x="2512055" y="54610"/>
                  </a:cubicBezTo>
                  <a:cubicBezTo>
                    <a:pt x="2511420" y="57150"/>
                    <a:pt x="2510150" y="59690"/>
                    <a:pt x="2510150" y="62865"/>
                  </a:cubicBezTo>
                  <a:lnTo>
                    <a:pt x="2546345" y="62865"/>
                  </a:lnTo>
                  <a:cubicBezTo>
                    <a:pt x="2546345" y="62865"/>
                    <a:pt x="2545710" y="57785"/>
                    <a:pt x="2545075" y="55245"/>
                  </a:cubicBezTo>
                  <a:cubicBezTo>
                    <a:pt x="2544440" y="52705"/>
                    <a:pt x="2543170" y="50800"/>
                    <a:pt x="2541900" y="48895"/>
                  </a:cubicBezTo>
                  <a:cubicBezTo>
                    <a:pt x="2540630" y="46990"/>
                    <a:pt x="2538725" y="45720"/>
                    <a:pt x="2536185" y="44450"/>
                  </a:cubicBezTo>
                  <a:cubicBezTo>
                    <a:pt x="2533645" y="43180"/>
                    <a:pt x="2531105" y="43180"/>
                    <a:pt x="2527930" y="43180"/>
                  </a:cubicBezTo>
                  <a:close/>
                  <a:moveTo>
                    <a:pt x="2214240" y="43180"/>
                  </a:moveTo>
                  <a:cubicBezTo>
                    <a:pt x="2211700" y="43180"/>
                    <a:pt x="2209160" y="43180"/>
                    <a:pt x="2207255" y="44450"/>
                  </a:cubicBezTo>
                  <a:cubicBezTo>
                    <a:pt x="2205350" y="45085"/>
                    <a:pt x="2203445" y="46355"/>
                    <a:pt x="2202175" y="48260"/>
                  </a:cubicBezTo>
                  <a:cubicBezTo>
                    <a:pt x="2200905" y="50165"/>
                    <a:pt x="2199635" y="52070"/>
                    <a:pt x="2198365" y="54610"/>
                  </a:cubicBezTo>
                  <a:cubicBezTo>
                    <a:pt x="2197730" y="57150"/>
                    <a:pt x="2196460" y="59690"/>
                    <a:pt x="2196460" y="62865"/>
                  </a:cubicBezTo>
                  <a:lnTo>
                    <a:pt x="2232655" y="62865"/>
                  </a:lnTo>
                  <a:cubicBezTo>
                    <a:pt x="2232655" y="62865"/>
                    <a:pt x="2232020" y="57785"/>
                    <a:pt x="2231385" y="55245"/>
                  </a:cubicBezTo>
                  <a:cubicBezTo>
                    <a:pt x="2230750" y="52705"/>
                    <a:pt x="2229480" y="50800"/>
                    <a:pt x="2228210" y="48895"/>
                  </a:cubicBezTo>
                  <a:cubicBezTo>
                    <a:pt x="2226940" y="46990"/>
                    <a:pt x="2225035" y="45720"/>
                    <a:pt x="2222495" y="44450"/>
                  </a:cubicBezTo>
                  <a:cubicBezTo>
                    <a:pt x="2219955" y="43180"/>
                    <a:pt x="2217415" y="43180"/>
                    <a:pt x="2214240" y="43180"/>
                  </a:cubicBezTo>
                  <a:close/>
                  <a:moveTo>
                    <a:pt x="2027551" y="43180"/>
                  </a:moveTo>
                  <a:cubicBezTo>
                    <a:pt x="2025011" y="43180"/>
                    <a:pt x="2022471" y="43180"/>
                    <a:pt x="2020566" y="44450"/>
                  </a:cubicBezTo>
                  <a:cubicBezTo>
                    <a:pt x="2018661" y="45085"/>
                    <a:pt x="2016756" y="46355"/>
                    <a:pt x="2015486" y="48260"/>
                  </a:cubicBezTo>
                  <a:cubicBezTo>
                    <a:pt x="2014216" y="50165"/>
                    <a:pt x="2012946" y="52070"/>
                    <a:pt x="2011676" y="54610"/>
                  </a:cubicBezTo>
                  <a:cubicBezTo>
                    <a:pt x="2011041" y="57150"/>
                    <a:pt x="2010406" y="59690"/>
                    <a:pt x="2009771" y="62865"/>
                  </a:cubicBezTo>
                  <a:lnTo>
                    <a:pt x="2045966" y="62865"/>
                  </a:lnTo>
                  <a:cubicBezTo>
                    <a:pt x="2045966" y="62865"/>
                    <a:pt x="2045331" y="57785"/>
                    <a:pt x="2044696" y="55245"/>
                  </a:cubicBezTo>
                  <a:cubicBezTo>
                    <a:pt x="2044061" y="52705"/>
                    <a:pt x="2042791" y="50800"/>
                    <a:pt x="2041521" y="48895"/>
                  </a:cubicBezTo>
                  <a:cubicBezTo>
                    <a:pt x="2040251" y="46990"/>
                    <a:pt x="2038346" y="45720"/>
                    <a:pt x="2035806" y="44450"/>
                  </a:cubicBezTo>
                  <a:cubicBezTo>
                    <a:pt x="2033266" y="43180"/>
                    <a:pt x="2030726" y="43180"/>
                    <a:pt x="2027551" y="43180"/>
                  </a:cubicBezTo>
                  <a:close/>
                  <a:moveTo>
                    <a:pt x="1949445" y="43180"/>
                  </a:moveTo>
                  <a:cubicBezTo>
                    <a:pt x="1947540" y="43180"/>
                    <a:pt x="1945635" y="43180"/>
                    <a:pt x="1944365" y="43815"/>
                  </a:cubicBezTo>
                  <a:cubicBezTo>
                    <a:pt x="1942460" y="43815"/>
                    <a:pt x="1941190" y="45085"/>
                    <a:pt x="1939285" y="45720"/>
                  </a:cubicBezTo>
                  <a:cubicBezTo>
                    <a:pt x="1938015" y="46355"/>
                    <a:pt x="1936110" y="47625"/>
                    <a:pt x="1934840" y="48895"/>
                  </a:cubicBezTo>
                  <a:cubicBezTo>
                    <a:pt x="1933570" y="50165"/>
                    <a:pt x="1932300" y="51435"/>
                    <a:pt x="1931665" y="52705"/>
                  </a:cubicBezTo>
                  <a:lnTo>
                    <a:pt x="1931665" y="85725"/>
                  </a:lnTo>
                  <a:cubicBezTo>
                    <a:pt x="1931665" y="85725"/>
                    <a:pt x="1933570" y="88265"/>
                    <a:pt x="1934840" y="89535"/>
                  </a:cubicBezTo>
                  <a:cubicBezTo>
                    <a:pt x="1936110" y="90805"/>
                    <a:pt x="1937380" y="92075"/>
                    <a:pt x="1939285" y="92710"/>
                  </a:cubicBezTo>
                  <a:cubicBezTo>
                    <a:pt x="1941190" y="93980"/>
                    <a:pt x="1942460" y="94615"/>
                    <a:pt x="1944365" y="95250"/>
                  </a:cubicBezTo>
                  <a:cubicBezTo>
                    <a:pt x="1946270" y="95250"/>
                    <a:pt x="1948175" y="95885"/>
                    <a:pt x="1950080" y="95885"/>
                  </a:cubicBezTo>
                  <a:cubicBezTo>
                    <a:pt x="1955795" y="95885"/>
                    <a:pt x="1959605" y="93980"/>
                    <a:pt x="1962780" y="89535"/>
                  </a:cubicBezTo>
                  <a:cubicBezTo>
                    <a:pt x="1965955" y="85090"/>
                    <a:pt x="1967225" y="79375"/>
                    <a:pt x="1967225" y="71120"/>
                  </a:cubicBezTo>
                  <a:lnTo>
                    <a:pt x="1966590" y="71755"/>
                  </a:lnTo>
                  <a:cubicBezTo>
                    <a:pt x="1966590" y="62230"/>
                    <a:pt x="1965320" y="54610"/>
                    <a:pt x="1962145" y="50165"/>
                  </a:cubicBezTo>
                  <a:cubicBezTo>
                    <a:pt x="1958970" y="45720"/>
                    <a:pt x="1954525" y="43180"/>
                    <a:pt x="1949445" y="43180"/>
                  </a:cubicBezTo>
                  <a:close/>
                  <a:moveTo>
                    <a:pt x="1829431" y="43180"/>
                  </a:moveTo>
                  <a:cubicBezTo>
                    <a:pt x="1826891" y="43180"/>
                    <a:pt x="1824351" y="43180"/>
                    <a:pt x="1822446" y="44450"/>
                  </a:cubicBezTo>
                  <a:cubicBezTo>
                    <a:pt x="1820541" y="45085"/>
                    <a:pt x="1818636" y="46355"/>
                    <a:pt x="1817366" y="48260"/>
                  </a:cubicBezTo>
                  <a:cubicBezTo>
                    <a:pt x="1816096" y="50165"/>
                    <a:pt x="1814826" y="52070"/>
                    <a:pt x="1813556" y="54610"/>
                  </a:cubicBezTo>
                  <a:cubicBezTo>
                    <a:pt x="1812921" y="57150"/>
                    <a:pt x="1811651" y="59690"/>
                    <a:pt x="1811651" y="62865"/>
                  </a:cubicBezTo>
                  <a:lnTo>
                    <a:pt x="1847846" y="62865"/>
                  </a:lnTo>
                  <a:cubicBezTo>
                    <a:pt x="1847846" y="62865"/>
                    <a:pt x="1847211" y="57785"/>
                    <a:pt x="1846576" y="55245"/>
                  </a:cubicBezTo>
                  <a:cubicBezTo>
                    <a:pt x="1845941" y="52705"/>
                    <a:pt x="1844671" y="50800"/>
                    <a:pt x="1843401" y="48895"/>
                  </a:cubicBezTo>
                  <a:cubicBezTo>
                    <a:pt x="1842131" y="46990"/>
                    <a:pt x="1840226" y="45720"/>
                    <a:pt x="1837686" y="44450"/>
                  </a:cubicBezTo>
                  <a:cubicBezTo>
                    <a:pt x="1835146" y="43180"/>
                    <a:pt x="1832606" y="43180"/>
                    <a:pt x="1829431" y="43180"/>
                  </a:cubicBezTo>
                  <a:close/>
                  <a:moveTo>
                    <a:pt x="1178561" y="43180"/>
                  </a:moveTo>
                  <a:cubicBezTo>
                    <a:pt x="1176021" y="43180"/>
                    <a:pt x="1173481" y="43180"/>
                    <a:pt x="1171576" y="44450"/>
                  </a:cubicBezTo>
                  <a:cubicBezTo>
                    <a:pt x="1169671" y="45085"/>
                    <a:pt x="1167766" y="46355"/>
                    <a:pt x="1166496" y="48260"/>
                  </a:cubicBezTo>
                  <a:cubicBezTo>
                    <a:pt x="1165226" y="50165"/>
                    <a:pt x="1163956" y="52070"/>
                    <a:pt x="1162686" y="54610"/>
                  </a:cubicBezTo>
                  <a:cubicBezTo>
                    <a:pt x="1162051" y="57150"/>
                    <a:pt x="1160781" y="59690"/>
                    <a:pt x="1160781" y="62865"/>
                  </a:cubicBezTo>
                  <a:lnTo>
                    <a:pt x="1196976" y="62865"/>
                  </a:lnTo>
                  <a:cubicBezTo>
                    <a:pt x="1196976" y="62865"/>
                    <a:pt x="1196341" y="57785"/>
                    <a:pt x="1195706" y="55245"/>
                  </a:cubicBezTo>
                  <a:cubicBezTo>
                    <a:pt x="1195071" y="52705"/>
                    <a:pt x="1193801" y="50800"/>
                    <a:pt x="1192531" y="48895"/>
                  </a:cubicBezTo>
                  <a:cubicBezTo>
                    <a:pt x="1191261" y="46990"/>
                    <a:pt x="1189356" y="45720"/>
                    <a:pt x="1186816" y="44450"/>
                  </a:cubicBezTo>
                  <a:cubicBezTo>
                    <a:pt x="1184276" y="43180"/>
                    <a:pt x="1181736" y="43180"/>
                    <a:pt x="1178561" y="43180"/>
                  </a:cubicBezTo>
                  <a:close/>
                  <a:moveTo>
                    <a:pt x="898525" y="43180"/>
                  </a:moveTo>
                  <a:cubicBezTo>
                    <a:pt x="895985" y="43180"/>
                    <a:pt x="893445" y="43180"/>
                    <a:pt x="891540" y="44450"/>
                  </a:cubicBezTo>
                  <a:cubicBezTo>
                    <a:pt x="889635" y="45085"/>
                    <a:pt x="887730" y="46355"/>
                    <a:pt x="886460" y="48260"/>
                  </a:cubicBezTo>
                  <a:cubicBezTo>
                    <a:pt x="885190" y="50165"/>
                    <a:pt x="883920" y="52070"/>
                    <a:pt x="882650" y="54610"/>
                  </a:cubicBezTo>
                  <a:cubicBezTo>
                    <a:pt x="882015" y="57150"/>
                    <a:pt x="881380" y="59690"/>
                    <a:pt x="880745" y="62865"/>
                  </a:cubicBezTo>
                  <a:lnTo>
                    <a:pt x="916940" y="62865"/>
                  </a:lnTo>
                  <a:cubicBezTo>
                    <a:pt x="916940" y="62865"/>
                    <a:pt x="916305" y="57785"/>
                    <a:pt x="915670" y="55245"/>
                  </a:cubicBezTo>
                  <a:cubicBezTo>
                    <a:pt x="915035" y="52705"/>
                    <a:pt x="913765" y="50800"/>
                    <a:pt x="912495" y="48895"/>
                  </a:cubicBezTo>
                  <a:cubicBezTo>
                    <a:pt x="911225" y="46990"/>
                    <a:pt x="909320" y="45720"/>
                    <a:pt x="906780" y="44450"/>
                  </a:cubicBezTo>
                  <a:cubicBezTo>
                    <a:pt x="904240" y="43180"/>
                    <a:pt x="901700" y="43180"/>
                    <a:pt x="898525" y="43180"/>
                  </a:cubicBezTo>
                  <a:close/>
                  <a:moveTo>
                    <a:pt x="584834" y="43180"/>
                  </a:moveTo>
                  <a:cubicBezTo>
                    <a:pt x="582294" y="43180"/>
                    <a:pt x="579754" y="43180"/>
                    <a:pt x="577849" y="44450"/>
                  </a:cubicBezTo>
                  <a:cubicBezTo>
                    <a:pt x="575944" y="45085"/>
                    <a:pt x="574039" y="46355"/>
                    <a:pt x="572769" y="48260"/>
                  </a:cubicBezTo>
                  <a:cubicBezTo>
                    <a:pt x="571499" y="50165"/>
                    <a:pt x="570229" y="52070"/>
                    <a:pt x="568959" y="54610"/>
                  </a:cubicBezTo>
                  <a:cubicBezTo>
                    <a:pt x="568324" y="57150"/>
                    <a:pt x="567689" y="59690"/>
                    <a:pt x="567054" y="62865"/>
                  </a:cubicBezTo>
                  <a:lnTo>
                    <a:pt x="603249" y="62865"/>
                  </a:lnTo>
                  <a:cubicBezTo>
                    <a:pt x="603249" y="62865"/>
                    <a:pt x="602614" y="57785"/>
                    <a:pt x="601979" y="55245"/>
                  </a:cubicBezTo>
                  <a:cubicBezTo>
                    <a:pt x="601344" y="52705"/>
                    <a:pt x="600074" y="50800"/>
                    <a:pt x="598804" y="48895"/>
                  </a:cubicBezTo>
                  <a:cubicBezTo>
                    <a:pt x="597534" y="46990"/>
                    <a:pt x="595629" y="45720"/>
                    <a:pt x="593089" y="44450"/>
                  </a:cubicBezTo>
                  <a:cubicBezTo>
                    <a:pt x="590549" y="43180"/>
                    <a:pt x="588009" y="43180"/>
                    <a:pt x="584834" y="43180"/>
                  </a:cubicBezTo>
                  <a:close/>
                  <a:moveTo>
                    <a:pt x="398145" y="43180"/>
                  </a:moveTo>
                  <a:cubicBezTo>
                    <a:pt x="395605" y="43180"/>
                    <a:pt x="393065" y="43180"/>
                    <a:pt x="391160" y="44450"/>
                  </a:cubicBezTo>
                  <a:cubicBezTo>
                    <a:pt x="389255" y="45085"/>
                    <a:pt x="387350" y="46355"/>
                    <a:pt x="386080" y="48260"/>
                  </a:cubicBezTo>
                  <a:cubicBezTo>
                    <a:pt x="384810" y="50165"/>
                    <a:pt x="383540" y="52070"/>
                    <a:pt x="382270" y="54610"/>
                  </a:cubicBezTo>
                  <a:cubicBezTo>
                    <a:pt x="381635" y="57150"/>
                    <a:pt x="380365" y="59690"/>
                    <a:pt x="380365" y="62865"/>
                  </a:cubicBezTo>
                  <a:lnTo>
                    <a:pt x="416560" y="62865"/>
                  </a:lnTo>
                  <a:cubicBezTo>
                    <a:pt x="416560" y="62865"/>
                    <a:pt x="415925" y="57785"/>
                    <a:pt x="415290" y="55245"/>
                  </a:cubicBezTo>
                  <a:cubicBezTo>
                    <a:pt x="414655" y="52705"/>
                    <a:pt x="413385" y="50800"/>
                    <a:pt x="412115" y="48895"/>
                  </a:cubicBezTo>
                  <a:cubicBezTo>
                    <a:pt x="410845" y="46990"/>
                    <a:pt x="408940" y="45720"/>
                    <a:pt x="406400" y="44450"/>
                  </a:cubicBezTo>
                  <a:cubicBezTo>
                    <a:pt x="403860" y="43180"/>
                    <a:pt x="401320" y="43180"/>
                    <a:pt x="398145" y="43180"/>
                  </a:cubicBezTo>
                  <a:close/>
                  <a:moveTo>
                    <a:pt x="320039" y="43180"/>
                  </a:moveTo>
                  <a:cubicBezTo>
                    <a:pt x="318134" y="43180"/>
                    <a:pt x="316229" y="43180"/>
                    <a:pt x="314959" y="43815"/>
                  </a:cubicBezTo>
                  <a:cubicBezTo>
                    <a:pt x="313054" y="43815"/>
                    <a:pt x="311784" y="45085"/>
                    <a:pt x="309879" y="45720"/>
                  </a:cubicBezTo>
                  <a:cubicBezTo>
                    <a:pt x="308609" y="46355"/>
                    <a:pt x="306704" y="47625"/>
                    <a:pt x="305434" y="48895"/>
                  </a:cubicBezTo>
                  <a:cubicBezTo>
                    <a:pt x="304164" y="50165"/>
                    <a:pt x="302894" y="51435"/>
                    <a:pt x="302259" y="52705"/>
                  </a:cubicBezTo>
                  <a:lnTo>
                    <a:pt x="302259" y="85725"/>
                  </a:lnTo>
                  <a:cubicBezTo>
                    <a:pt x="302259" y="85725"/>
                    <a:pt x="304164" y="88265"/>
                    <a:pt x="305434" y="89535"/>
                  </a:cubicBezTo>
                  <a:cubicBezTo>
                    <a:pt x="306704" y="90805"/>
                    <a:pt x="307974" y="92075"/>
                    <a:pt x="309879" y="92710"/>
                  </a:cubicBezTo>
                  <a:cubicBezTo>
                    <a:pt x="311784" y="93980"/>
                    <a:pt x="313054" y="94615"/>
                    <a:pt x="314959" y="95250"/>
                  </a:cubicBezTo>
                  <a:cubicBezTo>
                    <a:pt x="316864" y="95250"/>
                    <a:pt x="318769" y="95885"/>
                    <a:pt x="320674" y="95885"/>
                  </a:cubicBezTo>
                  <a:cubicBezTo>
                    <a:pt x="326389" y="95885"/>
                    <a:pt x="330199" y="93980"/>
                    <a:pt x="333374" y="89535"/>
                  </a:cubicBezTo>
                  <a:cubicBezTo>
                    <a:pt x="336549" y="85090"/>
                    <a:pt x="337819" y="79375"/>
                    <a:pt x="337819" y="71120"/>
                  </a:cubicBezTo>
                  <a:lnTo>
                    <a:pt x="337184" y="71755"/>
                  </a:lnTo>
                  <a:cubicBezTo>
                    <a:pt x="337184" y="62230"/>
                    <a:pt x="335914" y="54610"/>
                    <a:pt x="332739" y="50165"/>
                  </a:cubicBezTo>
                  <a:cubicBezTo>
                    <a:pt x="329564" y="45720"/>
                    <a:pt x="325119" y="43180"/>
                    <a:pt x="320039" y="43180"/>
                  </a:cubicBezTo>
                  <a:close/>
                  <a:moveTo>
                    <a:pt x="200025" y="43180"/>
                  </a:moveTo>
                  <a:cubicBezTo>
                    <a:pt x="197485" y="43180"/>
                    <a:pt x="194945" y="43180"/>
                    <a:pt x="193040" y="44450"/>
                  </a:cubicBezTo>
                  <a:cubicBezTo>
                    <a:pt x="191135" y="45085"/>
                    <a:pt x="189230" y="46355"/>
                    <a:pt x="187960" y="48260"/>
                  </a:cubicBezTo>
                  <a:cubicBezTo>
                    <a:pt x="186690" y="50165"/>
                    <a:pt x="185420" y="52070"/>
                    <a:pt x="184150" y="54610"/>
                  </a:cubicBezTo>
                  <a:cubicBezTo>
                    <a:pt x="183515" y="57150"/>
                    <a:pt x="182880" y="59690"/>
                    <a:pt x="182245" y="62865"/>
                  </a:cubicBezTo>
                  <a:lnTo>
                    <a:pt x="218440" y="62865"/>
                  </a:lnTo>
                  <a:cubicBezTo>
                    <a:pt x="218440" y="62865"/>
                    <a:pt x="217805" y="57785"/>
                    <a:pt x="217170" y="55245"/>
                  </a:cubicBezTo>
                  <a:cubicBezTo>
                    <a:pt x="216535" y="52705"/>
                    <a:pt x="215265" y="50800"/>
                    <a:pt x="213995" y="48895"/>
                  </a:cubicBezTo>
                  <a:cubicBezTo>
                    <a:pt x="212725" y="46990"/>
                    <a:pt x="210820" y="45720"/>
                    <a:pt x="208280" y="44450"/>
                  </a:cubicBezTo>
                  <a:cubicBezTo>
                    <a:pt x="205740" y="43180"/>
                    <a:pt x="203200" y="43180"/>
                    <a:pt x="200025" y="43180"/>
                  </a:cubicBezTo>
                  <a:close/>
                  <a:moveTo>
                    <a:pt x="4439281" y="43179"/>
                  </a:moveTo>
                  <a:cubicBezTo>
                    <a:pt x="4433566" y="43179"/>
                    <a:pt x="4429756" y="45084"/>
                    <a:pt x="4426581" y="49529"/>
                  </a:cubicBezTo>
                  <a:cubicBezTo>
                    <a:pt x="4423406" y="53974"/>
                    <a:pt x="4422136" y="59689"/>
                    <a:pt x="4422136" y="67944"/>
                  </a:cubicBezTo>
                  <a:cubicBezTo>
                    <a:pt x="4422136" y="73024"/>
                    <a:pt x="4422136" y="76834"/>
                    <a:pt x="4423406" y="80644"/>
                  </a:cubicBezTo>
                  <a:cubicBezTo>
                    <a:pt x="4424041" y="84454"/>
                    <a:pt x="4425311" y="86994"/>
                    <a:pt x="4426581" y="89534"/>
                  </a:cubicBezTo>
                  <a:cubicBezTo>
                    <a:pt x="4427851" y="92074"/>
                    <a:pt x="4429756" y="93344"/>
                    <a:pt x="4432296" y="94614"/>
                  </a:cubicBezTo>
                  <a:cubicBezTo>
                    <a:pt x="4434201" y="95884"/>
                    <a:pt x="4436741" y="96519"/>
                    <a:pt x="4439916" y="96519"/>
                  </a:cubicBezTo>
                  <a:cubicBezTo>
                    <a:pt x="4441821" y="96519"/>
                    <a:pt x="4443726" y="96519"/>
                    <a:pt x="4444996" y="95884"/>
                  </a:cubicBezTo>
                  <a:cubicBezTo>
                    <a:pt x="4446901" y="95884"/>
                    <a:pt x="4448171" y="94614"/>
                    <a:pt x="4450076" y="93344"/>
                  </a:cubicBezTo>
                  <a:cubicBezTo>
                    <a:pt x="4451346" y="92709"/>
                    <a:pt x="4453251" y="91439"/>
                    <a:pt x="4454521" y="90169"/>
                  </a:cubicBezTo>
                  <a:cubicBezTo>
                    <a:pt x="4455791" y="88899"/>
                    <a:pt x="4457061" y="87629"/>
                    <a:pt x="4457696" y="86359"/>
                  </a:cubicBezTo>
                  <a:lnTo>
                    <a:pt x="4457696" y="53339"/>
                  </a:lnTo>
                  <a:cubicBezTo>
                    <a:pt x="4457696" y="53339"/>
                    <a:pt x="4455791" y="50799"/>
                    <a:pt x="4454521" y="49529"/>
                  </a:cubicBezTo>
                  <a:cubicBezTo>
                    <a:pt x="4453251" y="48259"/>
                    <a:pt x="4451981" y="46989"/>
                    <a:pt x="4450076" y="46354"/>
                  </a:cubicBezTo>
                  <a:cubicBezTo>
                    <a:pt x="4448806" y="45084"/>
                    <a:pt x="4446901" y="44449"/>
                    <a:pt x="4444996" y="43814"/>
                  </a:cubicBezTo>
                  <a:cubicBezTo>
                    <a:pt x="4443091" y="43814"/>
                    <a:pt x="4441186" y="43179"/>
                    <a:pt x="4439281" y="43179"/>
                  </a:cubicBezTo>
                  <a:close/>
                  <a:moveTo>
                    <a:pt x="1014731" y="43179"/>
                  </a:moveTo>
                  <a:cubicBezTo>
                    <a:pt x="1009016" y="43179"/>
                    <a:pt x="1005206" y="45084"/>
                    <a:pt x="1002032" y="49529"/>
                  </a:cubicBezTo>
                  <a:cubicBezTo>
                    <a:pt x="998856" y="53974"/>
                    <a:pt x="997587" y="59689"/>
                    <a:pt x="997587" y="67944"/>
                  </a:cubicBezTo>
                  <a:cubicBezTo>
                    <a:pt x="997587" y="77469"/>
                    <a:pt x="998856" y="84454"/>
                    <a:pt x="1002032" y="88899"/>
                  </a:cubicBezTo>
                  <a:cubicBezTo>
                    <a:pt x="1005206" y="93979"/>
                    <a:pt x="1009016" y="95884"/>
                    <a:pt x="1015367" y="95884"/>
                  </a:cubicBezTo>
                  <a:cubicBezTo>
                    <a:pt x="1018541" y="95884"/>
                    <a:pt x="1022352" y="95249"/>
                    <a:pt x="1024891" y="93344"/>
                  </a:cubicBezTo>
                  <a:cubicBezTo>
                    <a:pt x="1028067" y="91439"/>
                    <a:pt x="1030607" y="88899"/>
                    <a:pt x="1033147" y="86359"/>
                  </a:cubicBezTo>
                  <a:lnTo>
                    <a:pt x="1033147" y="53339"/>
                  </a:lnTo>
                  <a:cubicBezTo>
                    <a:pt x="1033147" y="53339"/>
                    <a:pt x="1031242" y="50799"/>
                    <a:pt x="1029971" y="49529"/>
                  </a:cubicBezTo>
                  <a:cubicBezTo>
                    <a:pt x="1028702" y="48259"/>
                    <a:pt x="1027431" y="46989"/>
                    <a:pt x="1025526" y="46354"/>
                  </a:cubicBezTo>
                  <a:cubicBezTo>
                    <a:pt x="1023621" y="45084"/>
                    <a:pt x="1022352" y="44449"/>
                    <a:pt x="1020446" y="43814"/>
                  </a:cubicBezTo>
                  <a:cubicBezTo>
                    <a:pt x="1018541" y="43179"/>
                    <a:pt x="1016636" y="43179"/>
                    <a:pt x="1014731" y="43179"/>
                  </a:cubicBezTo>
                  <a:close/>
                  <a:moveTo>
                    <a:pt x="4524370" y="31114"/>
                  </a:moveTo>
                  <a:lnTo>
                    <a:pt x="4538975" y="31114"/>
                  </a:lnTo>
                  <a:lnTo>
                    <a:pt x="4552310" y="84454"/>
                  </a:lnTo>
                  <a:lnTo>
                    <a:pt x="4566915" y="31114"/>
                  </a:lnTo>
                  <a:lnTo>
                    <a:pt x="4579615" y="31114"/>
                  </a:lnTo>
                  <a:lnTo>
                    <a:pt x="4594220" y="84454"/>
                  </a:lnTo>
                  <a:lnTo>
                    <a:pt x="4606920" y="31114"/>
                  </a:lnTo>
                  <a:lnTo>
                    <a:pt x="4622160" y="31114"/>
                  </a:lnTo>
                  <a:lnTo>
                    <a:pt x="4600570" y="108584"/>
                  </a:lnTo>
                  <a:lnTo>
                    <a:pt x="4587235" y="108584"/>
                  </a:lnTo>
                  <a:lnTo>
                    <a:pt x="4572630" y="54609"/>
                  </a:lnTo>
                  <a:lnTo>
                    <a:pt x="4558660" y="108584"/>
                  </a:lnTo>
                  <a:lnTo>
                    <a:pt x="4545325" y="108584"/>
                  </a:lnTo>
                  <a:close/>
                  <a:moveTo>
                    <a:pt x="4123686" y="31114"/>
                  </a:moveTo>
                  <a:lnTo>
                    <a:pt x="4138926" y="31114"/>
                  </a:lnTo>
                  <a:lnTo>
                    <a:pt x="4152261" y="84454"/>
                  </a:lnTo>
                  <a:lnTo>
                    <a:pt x="4166866" y="31114"/>
                  </a:lnTo>
                  <a:lnTo>
                    <a:pt x="4178931" y="31114"/>
                  </a:lnTo>
                  <a:lnTo>
                    <a:pt x="4193536" y="84454"/>
                  </a:lnTo>
                  <a:lnTo>
                    <a:pt x="4206871" y="31114"/>
                  </a:lnTo>
                  <a:lnTo>
                    <a:pt x="4222111" y="31114"/>
                  </a:lnTo>
                  <a:lnTo>
                    <a:pt x="4200521" y="108584"/>
                  </a:lnTo>
                  <a:lnTo>
                    <a:pt x="4187186" y="108584"/>
                  </a:lnTo>
                  <a:lnTo>
                    <a:pt x="4172581" y="54609"/>
                  </a:lnTo>
                  <a:lnTo>
                    <a:pt x="4157976" y="108584"/>
                  </a:lnTo>
                  <a:lnTo>
                    <a:pt x="4145276" y="108584"/>
                  </a:lnTo>
                  <a:close/>
                  <a:moveTo>
                    <a:pt x="2837811" y="31114"/>
                  </a:moveTo>
                  <a:lnTo>
                    <a:pt x="2852416" y="31114"/>
                  </a:lnTo>
                  <a:lnTo>
                    <a:pt x="2865751" y="84454"/>
                  </a:lnTo>
                  <a:lnTo>
                    <a:pt x="2880356" y="31114"/>
                  </a:lnTo>
                  <a:lnTo>
                    <a:pt x="2893056" y="31114"/>
                  </a:lnTo>
                  <a:lnTo>
                    <a:pt x="2907661" y="84454"/>
                  </a:lnTo>
                  <a:lnTo>
                    <a:pt x="2920361" y="31114"/>
                  </a:lnTo>
                  <a:lnTo>
                    <a:pt x="2935601" y="31114"/>
                  </a:lnTo>
                  <a:lnTo>
                    <a:pt x="2914011" y="108584"/>
                  </a:lnTo>
                  <a:lnTo>
                    <a:pt x="2900676" y="108584"/>
                  </a:lnTo>
                  <a:lnTo>
                    <a:pt x="2886706" y="54609"/>
                  </a:lnTo>
                  <a:lnTo>
                    <a:pt x="2872101" y="108584"/>
                  </a:lnTo>
                  <a:lnTo>
                    <a:pt x="2858766" y="108584"/>
                  </a:lnTo>
                  <a:close/>
                  <a:moveTo>
                    <a:pt x="1354455" y="31114"/>
                  </a:moveTo>
                  <a:lnTo>
                    <a:pt x="1369695" y="31114"/>
                  </a:lnTo>
                  <a:lnTo>
                    <a:pt x="1369695" y="109219"/>
                  </a:lnTo>
                  <a:lnTo>
                    <a:pt x="1354455" y="109219"/>
                  </a:lnTo>
                  <a:close/>
                  <a:moveTo>
                    <a:pt x="2646040" y="29844"/>
                  </a:moveTo>
                  <a:cubicBezTo>
                    <a:pt x="2650485" y="29844"/>
                    <a:pt x="2654295" y="29844"/>
                    <a:pt x="2658105" y="31749"/>
                  </a:cubicBezTo>
                  <a:cubicBezTo>
                    <a:pt x="2661915" y="33019"/>
                    <a:pt x="2665090" y="34289"/>
                    <a:pt x="2667630" y="36829"/>
                  </a:cubicBezTo>
                  <a:cubicBezTo>
                    <a:pt x="2670170" y="38734"/>
                    <a:pt x="2672075" y="41909"/>
                    <a:pt x="2673345" y="45084"/>
                  </a:cubicBezTo>
                  <a:cubicBezTo>
                    <a:pt x="2674615" y="48259"/>
                    <a:pt x="2675250" y="52069"/>
                    <a:pt x="2675250" y="56514"/>
                  </a:cubicBezTo>
                  <a:lnTo>
                    <a:pt x="2675250" y="109854"/>
                  </a:lnTo>
                  <a:lnTo>
                    <a:pt x="2660010" y="109854"/>
                  </a:lnTo>
                  <a:lnTo>
                    <a:pt x="2660010" y="108584"/>
                  </a:lnTo>
                  <a:lnTo>
                    <a:pt x="2660010" y="100964"/>
                  </a:lnTo>
                  <a:cubicBezTo>
                    <a:pt x="2660010" y="100964"/>
                    <a:pt x="2656200" y="104139"/>
                    <a:pt x="2654930" y="104774"/>
                  </a:cubicBezTo>
                  <a:cubicBezTo>
                    <a:pt x="2653660" y="105409"/>
                    <a:pt x="2652390" y="106679"/>
                    <a:pt x="2651120" y="107314"/>
                  </a:cubicBezTo>
                  <a:cubicBezTo>
                    <a:pt x="2649850" y="107949"/>
                    <a:pt x="2647945" y="108584"/>
                    <a:pt x="2646040" y="109219"/>
                  </a:cubicBezTo>
                  <a:cubicBezTo>
                    <a:pt x="2644135" y="109219"/>
                    <a:pt x="2641595" y="109854"/>
                    <a:pt x="2639055" y="109854"/>
                  </a:cubicBezTo>
                  <a:cubicBezTo>
                    <a:pt x="2635880" y="109854"/>
                    <a:pt x="2632705" y="109854"/>
                    <a:pt x="2629530" y="108584"/>
                  </a:cubicBezTo>
                  <a:cubicBezTo>
                    <a:pt x="2626355" y="107949"/>
                    <a:pt x="2623180" y="106044"/>
                    <a:pt x="2620640" y="104139"/>
                  </a:cubicBezTo>
                  <a:cubicBezTo>
                    <a:pt x="2618100" y="102234"/>
                    <a:pt x="2616195" y="99059"/>
                    <a:pt x="2614290" y="95884"/>
                  </a:cubicBezTo>
                  <a:cubicBezTo>
                    <a:pt x="2612385" y="92709"/>
                    <a:pt x="2611750" y="88264"/>
                    <a:pt x="2611750" y="83819"/>
                  </a:cubicBezTo>
                  <a:cubicBezTo>
                    <a:pt x="2611750" y="79374"/>
                    <a:pt x="2612385" y="75564"/>
                    <a:pt x="2614290" y="72389"/>
                  </a:cubicBezTo>
                  <a:cubicBezTo>
                    <a:pt x="2615560" y="69214"/>
                    <a:pt x="2618100" y="66674"/>
                    <a:pt x="2620640" y="64769"/>
                  </a:cubicBezTo>
                  <a:cubicBezTo>
                    <a:pt x="2623180" y="62864"/>
                    <a:pt x="2626990" y="60959"/>
                    <a:pt x="2630800" y="60324"/>
                  </a:cubicBezTo>
                  <a:cubicBezTo>
                    <a:pt x="2634610" y="59054"/>
                    <a:pt x="2638420" y="59054"/>
                    <a:pt x="2642865" y="59054"/>
                  </a:cubicBezTo>
                  <a:cubicBezTo>
                    <a:pt x="2646675" y="59054"/>
                    <a:pt x="2650485" y="59054"/>
                    <a:pt x="2653025" y="59689"/>
                  </a:cubicBezTo>
                  <a:cubicBezTo>
                    <a:pt x="2655565" y="59689"/>
                    <a:pt x="2658105" y="60959"/>
                    <a:pt x="2660010" y="61594"/>
                  </a:cubicBezTo>
                  <a:lnTo>
                    <a:pt x="2660010" y="55879"/>
                  </a:lnTo>
                  <a:cubicBezTo>
                    <a:pt x="2660010" y="51434"/>
                    <a:pt x="2658740" y="48259"/>
                    <a:pt x="2656200" y="46354"/>
                  </a:cubicBezTo>
                  <a:cubicBezTo>
                    <a:pt x="2653660" y="43814"/>
                    <a:pt x="2649850" y="43179"/>
                    <a:pt x="2645405" y="43179"/>
                  </a:cubicBezTo>
                  <a:cubicBezTo>
                    <a:pt x="2641595" y="43179"/>
                    <a:pt x="2637785" y="43179"/>
                    <a:pt x="2634610" y="44449"/>
                  </a:cubicBezTo>
                  <a:cubicBezTo>
                    <a:pt x="2631435" y="45084"/>
                    <a:pt x="2628260" y="46354"/>
                    <a:pt x="2625085" y="48259"/>
                  </a:cubicBezTo>
                  <a:lnTo>
                    <a:pt x="2619370" y="36829"/>
                  </a:lnTo>
                  <a:cubicBezTo>
                    <a:pt x="2623180" y="34289"/>
                    <a:pt x="2626990" y="33019"/>
                    <a:pt x="2631435" y="31749"/>
                  </a:cubicBezTo>
                  <a:cubicBezTo>
                    <a:pt x="2635880" y="30479"/>
                    <a:pt x="2640325" y="29844"/>
                    <a:pt x="2646040" y="29844"/>
                  </a:cubicBezTo>
                  <a:close/>
                  <a:moveTo>
                    <a:pt x="1114426" y="29844"/>
                  </a:moveTo>
                  <a:lnTo>
                    <a:pt x="1129666" y="29844"/>
                  </a:lnTo>
                  <a:lnTo>
                    <a:pt x="1129666" y="107949"/>
                  </a:lnTo>
                  <a:lnTo>
                    <a:pt x="1114426" y="107949"/>
                  </a:lnTo>
                  <a:lnTo>
                    <a:pt x="1114426" y="100964"/>
                  </a:lnTo>
                  <a:cubicBezTo>
                    <a:pt x="1114426" y="100964"/>
                    <a:pt x="1109981" y="106044"/>
                    <a:pt x="1106171" y="107314"/>
                  </a:cubicBezTo>
                  <a:cubicBezTo>
                    <a:pt x="1102996" y="109219"/>
                    <a:pt x="1098551" y="109854"/>
                    <a:pt x="1094741" y="109854"/>
                  </a:cubicBezTo>
                  <a:cubicBezTo>
                    <a:pt x="1085851" y="109854"/>
                    <a:pt x="1078866" y="106679"/>
                    <a:pt x="1073786" y="100964"/>
                  </a:cubicBezTo>
                  <a:cubicBezTo>
                    <a:pt x="1069341" y="95249"/>
                    <a:pt x="1066800" y="86359"/>
                    <a:pt x="1066800" y="74929"/>
                  </a:cubicBezTo>
                  <a:lnTo>
                    <a:pt x="1066800" y="30479"/>
                  </a:lnTo>
                  <a:lnTo>
                    <a:pt x="1082040" y="30479"/>
                  </a:lnTo>
                  <a:lnTo>
                    <a:pt x="1082040" y="74294"/>
                  </a:lnTo>
                  <a:cubicBezTo>
                    <a:pt x="1082040" y="81279"/>
                    <a:pt x="1083311" y="86994"/>
                    <a:pt x="1085851" y="90169"/>
                  </a:cubicBezTo>
                  <a:cubicBezTo>
                    <a:pt x="1088390" y="93979"/>
                    <a:pt x="1092201" y="95249"/>
                    <a:pt x="1097916" y="95249"/>
                  </a:cubicBezTo>
                  <a:cubicBezTo>
                    <a:pt x="1102996" y="95249"/>
                    <a:pt x="1106806" y="93344"/>
                    <a:pt x="1109981" y="90169"/>
                  </a:cubicBezTo>
                  <a:cubicBezTo>
                    <a:pt x="1112521" y="86994"/>
                    <a:pt x="1114426" y="81914"/>
                    <a:pt x="1114426" y="75564"/>
                  </a:cubicBezTo>
                  <a:close/>
                  <a:moveTo>
                    <a:pt x="1011556" y="29844"/>
                  </a:moveTo>
                  <a:cubicBezTo>
                    <a:pt x="1013461" y="29844"/>
                    <a:pt x="1015367" y="29844"/>
                    <a:pt x="1017272" y="30479"/>
                  </a:cubicBezTo>
                  <a:cubicBezTo>
                    <a:pt x="1019176" y="30479"/>
                    <a:pt x="1021081" y="31749"/>
                    <a:pt x="1022352" y="32384"/>
                  </a:cubicBezTo>
                  <a:cubicBezTo>
                    <a:pt x="1024257" y="33019"/>
                    <a:pt x="1025526" y="34289"/>
                    <a:pt x="1026797" y="35559"/>
                  </a:cubicBezTo>
                  <a:cubicBezTo>
                    <a:pt x="1028067" y="36829"/>
                    <a:pt x="1029336" y="37464"/>
                    <a:pt x="1030607" y="38734"/>
                  </a:cubicBezTo>
                  <a:lnTo>
                    <a:pt x="1030607" y="31749"/>
                  </a:lnTo>
                  <a:lnTo>
                    <a:pt x="1045847" y="31749"/>
                  </a:lnTo>
                  <a:lnTo>
                    <a:pt x="1045847" y="130809"/>
                  </a:lnTo>
                  <a:lnTo>
                    <a:pt x="1032512" y="137477"/>
                  </a:lnTo>
                  <a:lnTo>
                    <a:pt x="1032512" y="101599"/>
                  </a:lnTo>
                  <a:cubicBezTo>
                    <a:pt x="1032512" y="101599"/>
                    <a:pt x="1026797" y="106679"/>
                    <a:pt x="1022986" y="107949"/>
                  </a:cubicBezTo>
                  <a:cubicBezTo>
                    <a:pt x="1019812" y="109854"/>
                    <a:pt x="1016001" y="110489"/>
                    <a:pt x="1011556" y="110489"/>
                  </a:cubicBezTo>
                  <a:cubicBezTo>
                    <a:pt x="1007111" y="110489"/>
                    <a:pt x="1003301" y="109854"/>
                    <a:pt x="999491" y="107949"/>
                  </a:cubicBezTo>
                  <a:cubicBezTo>
                    <a:pt x="995681" y="106679"/>
                    <a:pt x="992506" y="104139"/>
                    <a:pt x="989966" y="100329"/>
                  </a:cubicBezTo>
                  <a:cubicBezTo>
                    <a:pt x="987426" y="97154"/>
                    <a:pt x="984886" y="92709"/>
                    <a:pt x="983616" y="87629"/>
                  </a:cubicBezTo>
                  <a:cubicBezTo>
                    <a:pt x="982346" y="82549"/>
                    <a:pt x="981076" y="76199"/>
                    <a:pt x="981076" y="68579"/>
                  </a:cubicBezTo>
                  <a:cubicBezTo>
                    <a:pt x="981076" y="61594"/>
                    <a:pt x="981711" y="55879"/>
                    <a:pt x="983616" y="51434"/>
                  </a:cubicBezTo>
                  <a:cubicBezTo>
                    <a:pt x="985521" y="46354"/>
                    <a:pt x="987426" y="42544"/>
                    <a:pt x="990601" y="39369"/>
                  </a:cubicBezTo>
                  <a:cubicBezTo>
                    <a:pt x="993142" y="36194"/>
                    <a:pt x="996951" y="33654"/>
                    <a:pt x="1000126" y="32384"/>
                  </a:cubicBezTo>
                  <a:cubicBezTo>
                    <a:pt x="1003937" y="31114"/>
                    <a:pt x="1007746" y="29844"/>
                    <a:pt x="1011556" y="29844"/>
                  </a:cubicBezTo>
                  <a:close/>
                  <a:moveTo>
                    <a:pt x="4871716" y="29210"/>
                  </a:moveTo>
                  <a:cubicBezTo>
                    <a:pt x="4876796" y="29210"/>
                    <a:pt x="4881241" y="29845"/>
                    <a:pt x="4885686" y="31750"/>
                  </a:cubicBezTo>
                  <a:cubicBezTo>
                    <a:pt x="4890131" y="33655"/>
                    <a:pt x="4894576" y="35560"/>
                    <a:pt x="4897751" y="38100"/>
                  </a:cubicBezTo>
                  <a:lnTo>
                    <a:pt x="4899021" y="38100"/>
                  </a:lnTo>
                  <a:lnTo>
                    <a:pt x="4892036" y="50165"/>
                  </a:lnTo>
                  <a:cubicBezTo>
                    <a:pt x="4888861" y="47625"/>
                    <a:pt x="4885686" y="46355"/>
                    <a:pt x="4882511" y="45085"/>
                  </a:cubicBezTo>
                  <a:cubicBezTo>
                    <a:pt x="4879336" y="43815"/>
                    <a:pt x="4875526" y="43180"/>
                    <a:pt x="4872351" y="43180"/>
                  </a:cubicBezTo>
                  <a:cubicBezTo>
                    <a:pt x="4869176" y="43180"/>
                    <a:pt x="4866001" y="43815"/>
                    <a:pt x="4864096" y="45085"/>
                  </a:cubicBezTo>
                  <a:cubicBezTo>
                    <a:pt x="4862191" y="46355"/>
                    <a:pt x="4861556" y="48260"/>
                    <a:pt x="4861556" y="50165"/>
                  </a:cubicBezTo>
                  <a:cubicBezTo>
                    <a:pt x="4861556" y="51435"/>
                    <a:pt x="4861556" y="52070"/>
                    <a:pt x="4861556" y="52705"/>
                  </a:cubicBezTo>
                  <a:cubicBezTo>
                    <a:pt x="4861556" y="53340"/>
                    <a:pt x="4862826" y="54610"/>
                    <a:pt x="4863461" y="55245"/>
                  </a:cubicBezTo>
                  <a:cubicBezTo>
                    <a:pt x="4864731" y="55880"/>
                    <a:pt x="4866001" y="57150"/>
                    <a:pt x="4867906" y="57785"/>
                  </a:cubicBezTo>
                  <a:cubicBezTo>
                    <a:pt x="4869811" y="59055"/>
                    <a:pt x="4872351" y="59690"/>
                    <a:pt x="4874891" y="60960"/>
                  </a:cubicBezTo>
                  <a:cubicBezTo>
                    <a:pt x="4879336" y="62865"/>
                    <a:pt x="4883146" y="64135"/>
                    <a:pt x="4886321" y="66040"/>
                  </a:cubicBezTo>
                  <a:cubicBezTo>
                    <a:pt x="4889496" y="67310"/>
                    <a:pt x="4892036" y="69215"/>
                    <a:pt x="4894576" y="71120"/>
                  </a:cubicBezTo>
                  <a:cubicBezTo>
                    <a:pt x="4896481" y="73025"/>
                    <a:pt x="4898386" y="75565"/>
                    <a:pt x="4899656" y="78105"/>
                  </a:cubicBezTo>
                  <a:cubicBezTo>
                    <a:pt x="4900926" y="80645"/>
                    <a:pt x="4901561" y="83820"/>
                    <a:pt x="4901561" y="87630"/>
                  </a:cubicBezTo>
                  <a:cubicBezTo>
                    <a:pt x="4901561" y="92075"/>
                    <a:pt x="4900926" y="95250"/>
                    <a:pt x="4899021" y="98425"/>
                  </a:cubicBezTo>
                  <a:cubicBezTo>
                    <a:pt x="4897116" y="101600"/>
                    <a:pt x="4895211" y="103505"/>
                    <a:pt x="4892671" y="105410"/>
                  </a:cubicBezTo>
                  <a:cubicBezTo>
                    <a:pt x="4890131" y="107315"/>
                    <a:pt x="4886956" y="108585"/>
                    <a:pt x="4883146" y="109220"/>
                  </a:cubicBezTo>
                  <a:cubicBezTo>
                    <a:pt x="4879336" y="109855"/>
                    <a:pt x="4876161" y="110490"/>
                    <a:pt x="4872351" y="110490"/>
                  </a:cubicBezTo>
                  <a:cubicBezTo>
                    <a:pt x="4867271" y="110490"/>
                    <a:pt x="4862191" y="109855"/>
                    <a:pt x="4857111" y="107950"/>
                  </a:cubicBezTo>
                  <a:cubicBezTo>
                    <a:pt x="4851396" y="106045"/>
                    <a:pt x="4846951" y="103505"/>
                    <a:pt x="4842506" y="100965"/>
                  </a:cubicBezTo>
                  <a:lnTo>
                    <a:pt x="4849491" y="89535"/>
                  </a:lnTo>
                  <a:cubicBezTo>
                    <a:pt x="4853301" y="92075"/>
                    <a:pt x="4857111" y="93980"/>
                    <a:pt x="4860921" y="95250"/>
                  </a:cubicBezTo>
                  <a:cubicBezTo>
                    <a:pt x="4864731" y="96520"/>
                    <a:pt x="4868541" y="97155"/>
                    <a:pt x="4872351" y="97155"/>
                  </a:cubicBezTo>
                  <a:cubicBezTo>
                    <a:pt x="4877431" y="97155"/>
                    <a:pt x="4880606" y="96520"/>
                    <a:pt x="4883146" y="94615"/>
                  </a:cubicBezTo>
                  <a:cubicBezTo>
                    <a:pt x="4885686" y="93345"/>
                    <a:pt x="4886321" y="90805"/>
                    <a:pt x="4886321" y="88265"/>
                  </a:cubicBezTo>
                  <a:cubicBezTo>
                    <a:pt x="4886321" y="86995"/>
                    <a:pt x="4886321" y="85725"/>
                    <a:pt x="4885051" y="84455"/>
                  </a:cubicBezTo>
                  <a:cubicBezTo>
                    <a:pt x="4884416" y="83185"/>
                    <a:pt x="4883146" y="82550"/>
                    <a:pt x="4881241" y="81280"/>
                  </a:cubicBezTo>
                  <a:cubicBezTo>
                    <a:pt x="4879971" y="80010"/>
                    <a:pt x="4878066" y="79375"/>
                    <a:pt x="4875526" y="78105"/>
                  </a:cubicBezTo>
                  <a:cubicBezTo>
                    <a:pt x="4872986" y="77470"/>
                    <a:pt x="4871081" y="76200"/>
                    <a:pt x="4867906" y="74930"/>
                  </a:cubicBezTo>
                  <a:cubicBezTo>
                    <a:pt x="4863461" y="73025"/>
                    <a:pt x="4860286" y="71755"/>
                    <a:pt x="4857111" y="69850"/>
                  </a:cubicBezTo>
                  <a:cubicBezTo>
                    <a:pt x="4853936" y="67945"/>
                    <a:pt x="4852031" y="66675"/>
                    <a:pt x="4850126" y="64770"/>
                  </a:cubicBezTo>
                  <a:cubicBezTo>
                    <a:pt x="4848221" y="62865"/>
                    <a:pt x="4846951" y="60960"/>
                    <a:pt x="4846316" y="58420"/>
                  </a:cubicBezTo>
                  <a:cubicBezTo>
                    <a:pt x="4845681" y="55880"/>
                    <a:pt x="4845046" y="53340"/>
                    <a:pt x="4845046" y="50165"/>
                  </a:cubicBezTo>
                  <a:cubicBezTo>
                    <a:pt x="4845046" y="46990"/>
                    <a:pt x="4845681" y="43815"/>
                    <a:pt x="4846951" y="40640"/>
                  </a:cubicBezTo>
                  <a:cubicBezTo>
                    <a:pt x="4848221" y="38100"/>
                    <a:pt x="4850126" y="35560"/>
                    <a:pt x="4852666" y="34290"/>
                  </a:cubicBezTo>
                  <a:cubicBezTo>
                    <a:pt x="4855206" y="32385"/>
                    <a:pt x="4857746" y="31115"/>
                    <a:pt x="4860921" y="30480"/>
                  </a:cubicBezTo>
                  <a:cubicBezTo>
                    <a:pt x="4864096" y="29845"/>
                    <a:pt x="4867906" y="29210"/>
                    <a:pt x="4871716" y="29210"/>
                  </a:cubicBezTo>
                  <a:close/>
                  <a:moveTo>
                    <a:pt x="4749796" y="29210"/>
                  </a:moveTo>
                  <a:cubicBezTo>
                    <a:pt x="4752971" y="29210"/>
                    <a:pt x="4755511" y="29210"/>
                    <a:pt x="4757416" y="29845"/>
                  </a:cubicBezTo>
                  <a:cubicBezTo>
                    <a:pt x="4759321" y="30480"/>
                    <a:pt x="4761226" y="31115"/>
                    <a:pt x="4763131" y="32385"/>
                  </a:cubicBezTo>
                  <a:lnTo>
                    <a:pt x="4759321" y="46990"/>
                  </a:lnTo>
                  <a:lnTo>
                    <a:pt x="4758051" y="46990"/>
                  </a:lnTo>
                  <a:cubicBezTo>
                    <a:pt x="4758051" y="46990"/>
                    <a:pt x="4754876" y="45085"/>
                    <a:pt x="4752971" y="45085"/>
                  </a:cubicBezTo>
                  <a:cubicBezTo>
                    <a:pt x="4751066" y="45085"/>
                    <a:pt x="4749161" y="44450"/>
                    <a:pt x="4746621" y="44450"/>
                  </a:cubicBezTo>
                  <a:cubicBezTo>
                    <a:pt x="4741541" y="44450"/>
                    <a:pt x="4737731" y="46355"/>
                    <a:pt x="4735191" y="49530"/>
                  </a:cubicBezTo>
                  <a:cubicBezTo>
                    <a:pt x="4732651" y="52705"/>
                    <a:pt x="4731381" y="57785"/>
                    <a:pt x="4731381" y="64770"/>
                  </a:cubicBezTo>
                  <a:lnTo>
                    <a:pt x="4731381" y="109220"/>
                  </a:lnTo>
                  <a:lnTo>
                    <a:pt x="4716141" y="109220"/>
                  </a:lnTo>
                  <a:lnTo>
                    <a:pt x="4716141" y="31115"/>
                  </a:lnTo>
                  <a:lnTo>
                    <a:pt x="4731381" y="31115"/>
                  </a:lnTo>
                  <a:lnTo>
                    <a:pt x="4731381" y="38735"/>
                  </a:lnTo>
                  <a:cubicBezTo>
                    <a:pt x="4731381" y="38735"/>
                    <a:pt x="4733286" y="36195"/>
                    <a:pt x="4734556" y="34925"/>
                  </a:cubicBezTo>
                  <a:cubicBezTo>
                    <a:pt x="4735826" y="33655"/>
                    <a:pt x="4737096" y="33020"/>
                    <a:pt x="4739001" y="31750"/>
                  </a:cubicBezTo>
                  <a:cubicBezTo>
                    <a:pt x="4740271" y="31115"/>
                    <a:pt x="4742176" y="30480"/>
                    <a:pt x="4744081" y="29845"/>
                  </a:cubicBezTo>
                  <a:cubicBezTo>
                    <a:pt x="4745986" y="29845"/>
                    <a:pt x="4747891" y="29210"/>
                    <a:pt x="4749796" y="29210"/>
                  </a:cubicBezTo>
                  <a:close/>
                  <a:moveTo>
                    <a:pt x="4349110" y="29210"/>
                  </a:moveTo>
                  <a:cubicBezTo>
                    <a:pt x="4352285" y="29210"/>
                    <a:pt x="4354825" y="29210"/>
                    <a:pt x="4356730" y="29845"/>
                  </a:cubicBezTo>
                  <a:cubicBezTo>
                    <a:pt x="4358635" y="29845"/>
                    <a:pt x="4360540" y="31115"/>
                    <a:pt x="4362445" y="32385"/>
                  </a:cubicBezTo>
                  <a:lnTo>
                    <a:pt x="4358635" y="46990"/>
                  </a:lnTo>
                  <a:lnTo>
                    <a:pt x="4357365" y="46990"/>
                  </a:lnTo>
                  <a:cubicBezTo>
                    <a:pt x="4357365" y="46990"/>
                    <a:pt x="4354190" y="45085"/>
                    <a:pt x="4352285" y="45085"/>
                  </a:cubicBezTo>
                  <a:cubicBezTo>
                    <a:pt x="4350380" y="45085"/>
                    <a:pt x="4348475" y="44450"/>
                    <a:pt x="4345935" y="44450"/>
                  </a:cubicBezTo>
                  <a:cubicBezTo>
                    <a:pt x="4340855" y="44450"/>
                    <a:pt x="4337045" y="46355"/>
                    <a:pt x="4334505" y="49530"/>
                  </a:cubicBezTo>
                  <a:cubicBezTo>
                    <a:pt x="4331965" y="52705"/>
                    <a:pt x="4330695" y="57785"/>
                    <a:pt x="4330695" y="64770"/>
                  </a:cubicBezTo>
                  <a:lnTo>
                    <a:pt x="4330695" y="109220"/>
                  </a:lnTo>
                  <a:lnTo>
                    <a:pt x="4315455" y="109220"/>
                  </a:lnTo>
                  <a:lnTo>
                    <a:pt x="4315455" y="31115"/>
                  </a:lnTo>
                  <a:lnTo>
                    <a:pt x="4330695" y="31115"/>
                  </a:lnTo>
                  <a:lnTo>
                    <a:pt x="4330695" y="38735"/>
                  </a:lnTo>
                  <a:cubicBezTo>
                    <a:pt x="4330695" y="38735"/>
                    <a:pt x="4332600" y="36195"/>
                    <a:pt x="4333870" y="34925"/>
                  </a:cubicBezTo>
                  <a:cubicBezTo>
                    <a:pt x="4335140" y="33655"/>
                    <a:pt x="4336410" y="33020"/>
                    <a:pt x="4338315" y="31750"/>
                  </a:cubicBezTo>
                  <a:cubicBezTo>
                    <a:pt x="4339585" y="31115"/>
                    <a:pt x="4341490" y="30480"/>
                    <a:pt x="4343395" y="29845"/>
                  </a:cubicBezTo>
                  <a:cubicBezTo>
                    <a:pt x="4345300" y="29845"/>
                    <a:pt x="4347205" y="29210"/>
                    <a:pt x="4349110" y="29210"/>
                  </a:cubicBezTo>
                  <a:close/>
                  <a:moveTo>
                    <a:pt x="4044310" y="29210"/>
                  </a:moveTo>
                  <a:cubicBezTo>
                    <a:pt x="4050025" y="29210"/>
                    <a:pt x="4054470" y="30480"/>
                    <a:pt x="4058915" y="32385"/>
                  </a:cubicBezTo>
                  <a:cubicBezTo>
                    <a:pt x="4062725" y="34290"/>
                    <a:pt x="4066535" y="37465"/>
                    <a:pt x="4069075" y="40640"/>
                  </a:cubicBezTo>
                  <a:cubicBezTo>
                    <a:pt x="4071615" y="44450"/>
                    <a:pt x="4073520" y="48260"/>
                    <a:pt x="4075425" y="53340"/>
                  </a:cubicBezTo>
                  <a:cubicBezTo>
                    <a:pt x="4076695" y="57785"/>
                    <a:pt x="4077330" y="62865"/>
                    <a:pt x="4077330" y="68580"/>
                  </a:cubicBezTo>
                  <a:lnTo>
                    <a:pt x="4076060" y="68580"/>
                  </a:lnTo>
                  <a:cubicBezTo>
                    <a:pt x="4076060" y="68580"/>
                    <a:pt x="4076060" y="71120"/>
                    <a:pt x="4076060" y="72390"/>
                  </a:cubicBezTo>
                  <a:cubicBezTo>
                    <a:pt x="4076060" y="73660"/>
                    <a:pt x="4076060" y="74295"/>
                    <a:pt x="4076060" y="75565"/>
                  </a:cubicBezTo>
                  <a:lnTo>
                    <a:pt x="4024625" y="75565"/>
                  </a:lnTo>
                  <a:cubicBezTo>
                    <a:pt x="4024625" y="79375"/>
                    <a:pt x="4025895" y="82550"/>
                    <a:pt x="4027165" y="85090"/>
                  </a:cubicBezTo>
                  <a:cubicBezTo>
                    <a:pt x="4028435" y="87630"/>
                    <a:pt x="4029705" y="90170"/>
                    <a:pt x="4031610" y="91440"/>
                  </a:cubicBezTo>
                  <a:cubicBezTo>
                    <a:pt x="4033515" y="93345"/>
                    <a:pt x="4035420" y="94615"/>
                    <a:pt x="4037325" y="95250"/>
                  </a:cubicBezTo>
                  <a:cubicBezTo>
                    <a:pt x="4039230" y="95885"/>
                    <a:pt x="4041770" y="96520"/>
                    <a:pt x="4044310" y="96520"/>
                  </a:cubicBezTo>
                  <a:cubicBezTo>
                    <a:pt x="4046215" y="96520"/>
                    <a:pt x="4047485" y="96520"/>
                    <a:pt x="4049390" y="96520"/>
                  </a:cubicBezTo>
                  <a:cubicBezTo>
                    <a:pt x="4050660" y="96520"/>
                    <a:pt x="4052565" y="95885"/>
                    <a:pt x="4053835" y="95250"/>
                  </a:cubicBezTo>
                  <a:cubicBezTo>
                    <a:pt x="4055105" y="95250"/>
                    <a:pt x="4056375" y="93980"/>
                    <a:pt x="4057645" y="93345"/>
                  </a:cubicBezTo>
                  <a:cubicBezTo>
                    <a:pt x="4058915" y="93345"/>
                    <a:pt x="4060185" y="92075"/>
                    <a:pt x="4062090" y="90805"/>
                  </a:cubicBezTo>
                  <a:lnTo>
                    <a:pt x="4070980" y="100330"/>
                  </a:lnTo>
                  <a:cubicBezTo>
                    <a:pt x="4070980" y="100330"/>
                    <a:pt x="4067170" y="103505"/>
                    <a:pt x="4065265" y="104775"/>
                  </a:cubicBezTo>
                  <a:cubicBezTo>
                    <a:pt x="4063360" y="106045"/>
                    <a:pt x="4061455" y="106680"/>
                    <a:pt x="4059550" y="107950"/>
                  </a:cubicBezTo>
                  <a:cubicBezTo>
                    <a:pt x="4057645" y="108585"/>
                    <a:pt x="4055105" y="109855"/>
                    <a:pt x="4052565" y="109855"/>
                  </a:cubicBezTo>
                  <a:cubicBezTo>
                    <a:pt x="4050025" y="109855"/>
                    <a:pt x="4046850" y="110490"/>
                    <a:pt x="4043675" y="110490"/>
                  </a:cubicBezTo>
                  <a:cubicBezTo>
                    <a:pt x="4040500" y="110490"/>
                    <a:pt x="4037325" y="110490"/>
                    <a:pt x="4034150" y="109220"/>
                  </a:cubicBezTo>
                  <a:cubicBezTo>
                    <a:pt x="4030975" y="108585"/>
                    <a:pt x="4028435" y="107315"/>
                    <a:pt x="4026530" y="105410"/>
                  </a:cubicBezTo>
                  <a:cubicBezTo>
                    <a:pt x="4023990" y="104140"/>
                    <a:pt x="4022085" y="102235"/>
                    <a:pt x="4020180" y="100330"/>
                  </a:cubicBezTo>
                  <a:cubicBezTo>
                    <a:pt x="4018275" y="98425"/>
                    <a:pt x="4016370" y="95885"/>
                    <a:pt x="4015100" y="92710"/>
                  </a:cubicBezTo>
                  <a:cubicBezTo>
                    <a:pt x="4013195" y="89535"/>
                    <a:pt x="4011925" y="86360"/>
                    <a:pt x="4011290" y="82550"/>
                  </a:cubicBezTo>
                  <a:cubicBezTo>
                    <a:pt x="4010655" y="78740"/>
                    <a:pt x="4010020" y="74295"/>
                    <a:pt x="4010020" y="69850"/>
                  </a:cubicBezTo>
                  <a:cubicBezTo>
                    <a:pt x="4010020" y="63500"/>
                    <a:pt x="4010655" y="57150"/>
                    <a:pt x="4012560" y="52070"/>
                  </a:cubicBezTo>
                  <a:cubicBezTo>
                    <a:pt x="4014465" y="46990"/>
                    <a:pt x="4016370" y="42545"/>
                    <a:pt x="4019545" y="39370"/>
                  </a:cubicBezTo>
                  <a:cubicBezTo>
                    <a:pt x="4022720" y="36195"/>
                    <a:pt x="4025895" y="33020"/>
                    <a:pt x="4030340" y="31750"/>
                  </a:cubicBezTo>
                  <a:cubicBezTo>
                    <a:pt x="4034785" y="29845"/>
                    <a:pt x="4039230" y="29210"/>
                    <a:pt x="4044310" y="29210"/>
                  </a:cubicBezTo>
                  <a:close/>
                  <a:moveTo>
                    <a:pt x="3811900" y="29210"/>
                  </a:moveTo>
                  <a:cubicBezTo>
                    <a:pt x="3815075" y="29210"/>
                    <a:pt x="3817615" y="29210"/>
                    <a:pt x="3819520" y="29845"/>
                  </a:cubicBezTo>
                  <a:cubicBezTo>
                    <a:pt x="3821425" y="29845"/>
                    <a:pt x="3823330" y="31115"/>
                    <a:pt x="3825235" y="32385"/>
                  </a:cubicBezTo>
                  <a:lnTo>
                    <a:pt x="3821425" y="46990"/>
                  </a:lnTo>
                  <a:lnTo>
                    <a:pt x="3820155" y="46990"/>
                  </a:lnTo>
                  <a:cubicBezTo>
                    <a:pt x="3820155" y="46990"/>
                    <a:pt x="3816980" y="45085"/>
                    <a:pt x="3815075" y="45085"/>
                  </a:cubicBezTo>
                  <a:cubicBezTo>
                    <a:pt x="3813170" y="45085"/>
                    <a:pt x="3811265" y="44450"/>
                    <a:pt x="3808725" y="44450"/>
                  </a:cubicBezTo>
                  <a:cubicBezTo>
                    <a:pt x="3803645" y="44450"/>
                    <a:pt x="3799835" y="46355"/>
                    <a:pt x="3797295" y="49530"/>
                  </a:cubicBezTo>
                  <a:cubicBezTo>
                    <a:pt x="3794755" y="52705"/>
                    <a:pt x="3793485" y="57785"/>
                    <a:pt x="3793485" y="64770"/>
                  </a:cubicBezTo>
                  <a:lnTo>
                    <a:pt x="3793485" y="109220"/>
                  </a:lnTo>
                  <a:lnTo>
                    <a:pt x="3778245" y="109220"/>
                  </a:lnTo>
                  <a:lnTo>
                    <a:pt x="3778245" y="31115"/>
                  </a:lnTo>
                  <a:lnTo>
                    <a:pt x="3793485" y="31115"/>
                  </a:lnTo>
                  <a:lnTo>
                    <a:pt x="3793485" y="38735"/>
                  </a:lnTo>
                  <a:cubicBezTo>
                    <a:pt x="3793485" y="38735"/>
                    <a:pt x="3795390" y="36195"/>
                    <a:pt x="3796660" y="34925"/>
                  </a:cubicBezTo>
                  <a:cubicBezTo>
                    <a:pt x="3797930" y="33655"/>
                    <a:pt x="3799200" y="33020"/>
                    <a:pt x="3801105" y="31750"/>
                  </a:cubicBezTo>
                  <a:cubicBezTo>
                    <a:pt x="3802375" y="31115"/>
                    <a:pt x="3804280" y="30480"/>
                    <a:pt x="3806185" y="29845"/>
                  </a:cubicBezTo>
                  <a:cubicBezTo>
                    <a:pt x="3808090" y="29845"/>
                    <a:pt x="3809995" y="29210"/>
                    <a:pt x="3811900" y="29210"/>
                  </a:cubicBezTo>
                  <a:close/>
                  <a:moveTo>
                    <a:pt x="3729986" y="29210"/>
                  </a:moveTo>
                  <a:cubicBezTo>
                    <a:pt x="3735701" y="29210"/>
                    <a:pt x="3740146" y="30480"/>
                    <a:pt x="3744591" y="32385"/>
                  </a:cubicBezTo>
                  <a:cubicBezTo>
                    <a:pt x="3748401" y="34290"/>
                    <a:pt x="3752211" y="37465"/>
                    <a:pt x="3754751" y="40640"/>
                  </a:cubicBezTo>
                  <a:cubicBezTo>
                    <a:pt x="3757291" y="44450"/>
                    <a:pt x="3759196" y="48260"/>
                    <a:pt x="3761101" y="53340"/>
                  </a:cubicBezTo>
                  <a:cubicBezTo>
                    <a:pt x="3762371" y="57785"/>
                    <a:pt x="3763006" y="62865"/>
                    <a:pt x="3763006" y="68580"/>
                  </a:cubicBezTo>
                  <a:lnTo>
                    <a:pt x="3761736" y="68580"/>
                  </a:lnTo>
                  <a:cubicBezTo>
                    <a:pt x="3761736" y="68580"/>
                    <a:pt x="3761736" y="71120"/>
                    <a:pt x="3761736" y="72390"/>
                  </a:cubicBezTo>
                  <a:cubicBezTo>
                    <a:pt x="3761736" y="73660"/>
                    <a:pt x="3761736" y="74295"/>
                    <a:pt x="3761736" y="75565"/>
                  </a:cubicBezTo>
                  <a:lnTo>
                    <a:pt x="3710301" y="75565"/>
                  </a:lnTo>
                  <a:cubicBezTo>
                    <a:pt x="3710301" y="79375"/>
                    <a:pt x="3711571" y="82550"/>
                    <a:pt x="3712841" y="85090"/>
                  </a:cubicBezTo>
                  <a:cubicBezTo>
                    <a:pt x="3714111" y="87630"/>
                    <a:pt x="3715381" y="90170"/>
                    <a:pt x="3717286" y="91440"/>
                  </a:cubicBezTo>
                  <a:cubicBezTo>
                    <a:pt x="3719191" y="93345"/>
                    <a:pt x="3721096" y="94615"/>
                    <a:pt x="3723001" y="95250"/>
                  </a:cubicBezTo>
                  <a:cubicBezTo>
                    <a:pt x="3724906" y="95885"/>
                    <a:pt x="3727446" y="96520"/>
                    <a:pt x="3729986" y="96520"/>
                  </a:cubicBezTo>
                  <a:cubicBezTo>
                    <a:pt x="3731891" y="96520"/>
                    <a:pt x="3733161" y="96520"/>
                    <a:pt x="3735066" y="96520"/>
                  </a:cubicBezTo>
                  <a:cubicBezTo>
                    <a:pt x="3736336" y="96520"/>
                    <a:pt x="3738241" y="95885"/>
                    <a:pt x="3739511" y="95250"/>
                  </a:cubicBezTo>
                  <a:cubicBezTo>
                    <a:pt x="3740781" y="95250"/>
                    <a:pt x="3742051" y="93980"/>
                    <a:pt x="3743321" y="93345"/>
                  </a:cubicBezTo>
                  <a:cubicBezTo>
                    <a:pt x="3744591" y="93345"/>
                    <a:pt x="3745861" y="92075"/>
                    <a:pt x="3747766" y="90805"/>
                  </a:cubicBezTo>
                  <a:lnTo>
                    <a:pt x="3756656" y="100330"/>
                  </a:lnTo>
                  <a:cubicBezTo>
                    <a:pt x="3756656" y="100330"/>
                    <a:pt x="3752846" y="103505"/>
                    <a:pt x="3750941" y="104775"/>
                  </a:cubicBezTo>
                  <a:cubicBezTo>
                    <a:pt x="3749036" y="106045"/>
                    <a:pt x="3747131" y="106680"/>
                    <a:pt x="3745226" y="107950"/>
                  </a:cubicBezTo>
                  <a:cubicBezTo>
                    <a:pt x="3743321" y="108585"/>
                    <a:pt x="3740781" y="109855"/>
                    <a:pt x="3738241" y="109855"/>
                  </a:cubicBezTo>
                  <a:cubicBezTo>
                    <a:pt x="3735701" y="109855"/>
                    <a:pt x="3732526" y="110490"/>
                    <a:pt x="3729351" y="110490"/>
                  </a:cubicBezTo>
                  <a:cubicBezTo>
                    <a:pt x="3726176" y="110490"/>
                    <a:pt x="3723001" y="110490"/>
                    <a:pt x="3719826" y="109220"/>
                  </a:cubicBezTo>
                  <a:cubicBezTo>
                    <a:pt x="3716651" y="108585"/>
                    <a:pt x="3714111" y="107315"/>
                    <a:pt x="3712206" y="105410"/>
                  </a:cubicBezTo>
                  <a:cubicBezTo>
                    <a:pt x="3709666" y="104140"/>
                    <a:pt x="3707761" y="102235"/>
                    <a:pt x="3705856" y="100330"/>
                  </a:cubicBezTo>
                  <a:cubicBezTo>
                    <a:pt x="3703951" y="98425"/>
                    <a:pt x="3702046" y="95885"/>
                    <a:pt x="3700776" y="92710"/>
                  </a:cubicBezTo>
                  <a:cubicBezTo>
                    <a:pt x="3698871" y="89535"/>
                    <a:pt x="3697601" y="86360"/>
                    <a:pt x="3696966" y="82550"/>
                  </a:cubicBezTo>
                  <a:cubicBezTo>
                    <a:pt x="3696331" y="78740"/>
                    <a:pt x="3695696" y="74295"/>
                    <a:pt x="3695696" y="69850"/>
                  </a:cubicBezTo>
                  <a:cubicBezTo>
                    <a:pt x="3695696" y="63500"/>
                    <a:pt x="3696331" y="57150"/>
                    <a:pt x="3698236" y="52070"/>
                  </a:cubicBezTo>
                  <a:cubicBezTo>
                    <a:pt x="3700141" y="46990"/>
                    <a:pt x="3702046" y="42545"/>
                    <a:pt x="3705221" y="39370"/>
                  </a:cubicBezTo>
                  <a:cubicBezTo>
                    <a:pt x="3708396" y="36195"/>
                    <a:pt x="3711571" y="33020"/>
                    <a:pt x="3716016" y="31750"/>
                  </a:cubicBezTo>
                  <a:cubicBezTo>
                    <a:pt x="3720461" y="29845"/>
                    <a:pt x="3724906" y="29210"/>
                    <a:pt x="3729986" y="29210"/>
                  </a:cubicBezTo>
                  <a:close/>
                  <a:moveTo>
                    <a:pt x="3543296" y="29210"/>
                  </a:moveTo>
                  <a:cubicBezTo>
                    <a:pt x="3549011" y="29210"/>
                    <a:pt x="3553456" y="30480"/>
                    <a:pt x="3557901" y="32385"/>
                  </a:cubicBezTo>
                  <a:cubicBezTo>
                    <a:pt x="3561711" y="34290"/>
                    <a:pt x="3565521" y="37465"/>
                    <a:pt x="3568061" y="40640"/>
                  </a:cubicBezTo>
                  <a:cubicBezTo>
                    <a:pt x="3570601" y="44450"/>
                    <a:pt x="3572506" y="48260"/>
                    <a:pt x="3574411" y="53340"/>
                  </a:cubicBezTo>
                  <a:cubicBezTo>
                    <a:pt x="3575681" y="57785"/>
                    <a:pt x="3576316" y="62865"/>
                    <a:pt x="3576316" y="68580"/>
                  </a:cubicBezTo>
                  <a:lnTo>
                    <a:pt x="3575046" y="68580"/>
                  </a:lnTo>
                  <a:cubicBezTo>
                    <a:pt x="3575046" y="68580"/>
                    <a:pt x="3575046" y="71120"/>
                    <a:pt x="3575046" y="72390"/>
                  </a:cubicBezTo>
                  <a:cubicBezTo>
                    <a:pt x="3575046" y="73660"/>
                    <a:pt x="3575046" y="74295"/>
                    <a:pt x="3575046" y="75565"/>
                  </a:cubicBezTo>
                  <a:lnTo>
                    <a:pt x="3523611" y="75565"/>
                  </a:lnTo>
                  <a:cubicBezTo>
                    <a:pt x="3523611" y="79375"/>
                    <a:pt x="3524881" y="82550"/>
                    <a:pt x="3526151" y="85090"/>
                  </a:cubicBezTo>
                  <a:cubicBezTo>
                    <a:pt x="3527421" y="87630"/>
                    <a:pt x="3528691" y="90170"/>
                    <a:pt x="3530596" y="91440"/>
                  </a:cubicBezTo>
                  <a:cubicBezTo>
                    <a:pt x="3532501" y="93345"/>
                    <a:pt x="3534406" y="94615"/>
                    <a:pt x="3536311" y="95250"/>
                  </a:cubicBezTo>
                  <a:cubicBezTo>
                    <a:pt x="3538216" y="95885"/>
                    <a:pt x="3540756" y="96520"/>
                    <a:pt x="3543296" y="96520"/>
                  </a:cubicBezTo>
                  <a:cubicBezTo>
                    <a:pt x="3545201" y="96520"/>
                    <a:pt x="3546471" y="96520"/>
                    <a:pt x="3548376" y="96520"/>
                  </a:cubicBezTo>
                  <a:cubicBezTo>
                    <a:pt x="3549646" y="96520"/>
                    <a:pt x="3551551" y="95885"/>
                    <a:pt x="3552821" y="95250"/>
                  </a:cubicBezTo>
                  <a:cubicBezTo>
                    <a:pt x="3554091" y="95250"/>
                    <a:pt x="3555361" y="93980"/>
                    <a:pt x="3556631" y="93345"/>
                  </a:cubicBezTo>
                  <a:cubicBezTo>
                    <a:pt x="3557901" y="93345"/>
                    <a:pt x="3559171" y="92075"/>
                    <a:pt x="3561076" y="90805"/>
                  </a:cubicBezTo>
                  <a:lnTo>
                    <a:pt x="3569966" y="100330"/>
                  </a:lnTo>
                  <a:cubicBezTo>
                    <a:pt x="3569966" y="100330"/>
                    <a:pt x="3566156" y="103505"/>
                    <a:pt x="3564251" y="104775"/>
                  </a:cubicBezTo>
                  <a:cubicBezTo>
                    <a:pt x="3562346" y="106045"/>
                    <a:pt x="3560441" y="106680"/>
                    <a:pt x="3558536" y="107950"/>
                  </a:cubicBezTo>
                  <a:cubicBezTo>
                    <a:pt x="3556631" y="108585"/>
                    <a:pt x="3554091" y="109855"/>
                    <a:pt x="3551551" y="109855"/>
                  </a:cubicBezTo>
                  <a:cubicBezTo>
                    <a:pt x="3549011" y="109855"/>
                    <a:pt x="3545836" y="110490"/>
                    <a:pt x="3542661" y="110490"/>
                  </a:cubicBezTo>
                  <a:cubicBezTo>
                    <a:pt x="3539486" y="110490"/>
                    <a:pt x="3536311" y="110490"/>
                    <a:pt x="3533136" y="109220"/>
                  </a:cubicBezTo>
                  <a:cubicBezTo>
                    <a:pt x="3529961" y="108585"/>
                    <a:pt x="3527421" y="107315"/>
                    <a:pt x="3525516" y="105410"/>
                  </a:cubicBezTo>
                  <a:cubicBezTo>
                    <a:pt x="3522976" y="104140"/>
                    <a:pt x="3521071" y="102235"/>
                    <a:pt x="3519166" y="100330"/>
                  </a:cubicBezTo>
                  <a:cubicBezTo>
                    <a:pt x="3517261" y="98425"/>
                    <a:pt x="3515356" y="95885"/>
                    <a:pt x="3514086" y="92710"/>
                  </a:cubicBezTo>
                  <a:cubicBezTo>
                    <a:pt x="3512181" y="89535"/>
                    <a:pt x="3510911" y="86360"/>
                    <a:pt x="3510276" y="82550"/>
                  </a:cubicBezTo>
                  <a:cubicBezTo>
                    <a:pt x="3509641" y="78740"/>
                    <a:pt x="3509006" y="74295"/>
                    <a:pt x="3509006" y="69850"/>
                  </a:cubicBezTo>
                  <a:cubicBezTo>
                    <a:pt x="3509006" y="63500"/>
                    <a:pt x="3509641" y="57150"/>
                    <a:pt x="3511546" y="52070"/>
                  </a:cubicBezTo>
                  <a:cubicBezTo>
                    <a:pt x="3513451" y="46990"/>
                    <a:pt x="3515356" y="42545"/>
                    <a:pt x="3518531" y="39370"/>
                  </a:cubicBezTo>
                  <a:cubicBezTo>
                    <a:pt x="3521706" y="36195"/>
                    <a:pt x="3524881" y="33020"/>
                    <a:pt x="3529326" y="31750"/>
                  </a:cubicBezTo>
                  <a:cubicBezTo>
                    <a:pt x="3533771" y="29845"/>
                    <a:pt x="3538216" y="29210"/>
                    <a:pt x="3543296" y="29210"/>
                  </a:cubicBezTo>
                  <a:close/>
                  <a:moveTo>
                    <a:pt x="3345176" y="29210"/>
                  </a:moveTo>
                  <a:cubicBezTo>
                    <a:pt x="3350891" y="29210"/>
                    <a:pt x="3355336" y="30480"/>
                    <a:pt x="3359781" y="32385"/>
                  </a:cubicBezTo>
                  <a:cubicBezTo>
                    <a:pt x="3363591" y="34290"/>
                    <a:pt x="3367401" y="37465"/>
                    <a:pt x="3369941" y="40640"/>
                  </a:cubicBezTo>
                  <a:cubicBezTo>
                    <a:pt x="3372481" y="44450"/>
                    <a:pt x="3374386" y="48260"/>
                    <a:pt x="3376291" y="53340"/>
                  </a:cubicBezTo>
                  <a:cubicBezTo>
                    <a:pt x="3377561" y="57785"/>
                    <a:pt x="3378196" y="62865"/>
                    <a:pt x="3378196" y="68580"/>
                  </a:cubicBezTo>
                  <a:lnTo>
                    <a:pt x="3376926" y="68580"/>
                  </a:lnTo>
                  <a:cubicBezTo>
                    <a:pt x="3376926" y="68580"/>
                    <a:pt x="3376926" y="71120"/>
                    <a:pt x="3376926" y="72390"/>
                  </a:cubicBezTo>
                  <a:cubicBezTo>
                    <a:pt x="3376926" y="73660"/>
                    <a:pt x="3376926" y="74295"/>
                    <a:pt x="3376926" y="75565"/>
                  </a:cubicBezTo>
                  <a:lnTo>
                    <a:pt x="3325491" y="75565"/>
                  </a:lnTo>
                  <a:cubicBezTo>
                    <a:pt x="3325491" y="79375"/>
                    <a:pt x="3326761" y="82550"/>
                    <a:pt x="3328031" y="85090"/>
                  </a:cubicBezTo>
                  <a:cubicBezTo>
                    <a:pt x="3329301" y="87630"/>
                    <a:pt x="3330571" y="90170"/>
                    <a:pt x="3332476" y="91440"/>
                  </a:cubicBezTo>
                  <a:cubicBezTo>
                    <a:pt x="3334381" y="93345"/>
                    <a:pt x="3336286" y="94615"/>
                    <a:pt x="3338191" y="95250"/>
                  </a:cubicBezTo>
                  <a:cubicBezTo>
                    <a:pt x="3340096" y="95885"/>
                    <a:pt x="3342636" y="96520"/>
                    <a:pt x="3345176" y="96520"/>
                  </a:cubicBezTo>
                  <a:cubicBezTo>
                    <a:pt x="3347081" y="96520"/>
                    <a:pt x="3348351" y="96520"/>
                    <a:pt x="3350256" y="96520"/>
                  </a:cubicBezTo>
                  <a:cubicBezTo>
                    <a:pt x="3351526" y="96520"/>
                    <a:pt x="3353431" y="95885"/>
                    <a:pt x="3354701" y="95250"/>
                  </a:cubicBezTo>
                  <a:cubicBezTo>
                    <a:pt x="3355971" y="95250"/>
                    <a:pt x="3357241" y="93980"/>
                    <a:pt x="3358511" y="93345"/>
                  </a:cubicBezTo>
                  <a:cubicBezTo>
                    <a:pt x="3359781" y="93345"/>
                    <a:pt x="3361051" y="92075"/>
                    <a:pt x="3362956" y="90805"/>
                  </a:cubicBezTo>
                  <a:lnTo>
                    <a:pt x="3371846" y="100330"/>
                  </a:lnTo>
                  <a:cubicBezTo>
                    <a:pt x="3371846" y="100330"/>
                    <a:pt x="3368036" y="103505"/>
                    <a:pt x="3366131" y="104775"/>
                  </a:cubicBezTo>
                  <a:cubicBezTo>
                    <a:pt x="3364226" y="106045"/>
                    <a:pt x="3362321" y="106680"/>
                    <a:pt x="3360416" y="107950"/>
                  </a:cubicBezTo>
                  <a:cubicBezTo>
                    <a:pt x="3358511" y="108585"/>
                    <a:pt x="3355971" y="109855"/>
                    <a:pt x="3353431" y="109855"/>
                  </a:cubicBezTo>
                  <a:cubicBezTo>
                    <a:pt x="3350891" y="109855"/>
                    <a:pt x="3347716" y="110490"/>
                    <a:pt x="3344541" y="110490"/>
                  </a:cubicBezTo>
                  <a:cubicBezTo>
                    <a:pt x="3341366" y="110490"/>
                    <a:pt x="3338191" y="110490"/>
                    <a:pt x="3335016" y="109220"/>
                  </a:cubicBezTo>
                  <a:cubicBezTo>
                    <a:pt x="3331841" y="108585"/>
                    <a:pt x="3329301" y="107315"/>
                    <a:pt x="3327396" y="105410"/>
                  </a:cubicBezTo>
                  <a:cubicBezTo>
                    <a:pt x="3324856" y="104140"/>
                    <a:pt x="3322951" y="102235"/>
                    <a:pt x="3321046" y="100330"/>
                  </a:cubicBezTo>
                  <a:cubicBezTo>
                    <a:pt x="3319141" y="98425"/>
                    <a:pt x="3317236" y="95885"/>
                    <a:pt x="3315966" y="92710"/>
                  </a:cubicBezTo>
                  <a:cubicBezTo>
                    <a:pt x="3314061" y="89535"/>
                    <a:pt x="3312791" y="86360"/>
                    <a:pt x="3312156" y="82550"/>
                  </a:cubicBezTo>
                  <a:cubicBezTo>
                    <a:pt x="3311521" y="78740"/>
                    <a:pt x="3310886" y="74295"/>
                    <a:pt x="3310886" y="69850"/>
                  </a:cubicBezTo>
                  <a:cubicBezTo>
                    <a:pt x="3310886" y="63500"/>
                    <a:pt x="3311521" y="57150"/>
                    <a:pt x="3313426" y="52070"/>
                  </a:cubicBezTo>
                  <a:cubicBezTo>
                    <a:pt x="3315331" y="46990"/>
                    <a:pt x="3317236" y="42545"/>
                    <a:pt x="3320411" y="39370"/>
                  </a:cubicBezTo>
                  <a:cubicBezTo>
                    <a:pt x="3323586" y="36195"/>
                    <a:pt x="3326761" y="33020"/>
                    <a:pt x="3331206" y="31750"/>
                  </a:cubicBezTo>
                  <a:cubicBezTo>
                    <a:pt x="3335651" y="29845"/>
                    <a:pt x="3340096" y="29210"/>
                    <a:pt x="3345176" y="29210"/>
                  </a:cubicBezTo>
                  <a:close/>
                  <a:moveTo>
                    <a:pt x="3060696" y="29210"/>
                  </a:moveTo>
                  <a:cubicBezTo>
                    <a:pt x="3063871" y="29210"/>
                    <a:pt x="3066411" y="29210"/>
                    <a:pt x="3068316" y="29845"/>
                  </a:cubicBezTo>
                  <a:cubicBezTo>
                    <a:pt x="3070221" y="29845"/>
                    <a:pt x="3072126" y="31115"/>
                    <a:pt x="3074031" y="32385"/>
                  </a:cubicBezTo>
                  <a:lnTo>
                    <a:pt x="3070221" y="46990"/>
                  </a:lnTo>
                  <a:lnTo>
                    <a:pt x="3068951" y="46990"/>
                  </a:lnTo>
                  <a:cubicBezTo>
                    <a:pt x="3068951" y="46990"/>
                    <a:pt x="3065776" y="45085"/>
                    <a:pt x="3063871" y="45085"/>
                  </a:cubicBezTo>
                  <a:cubicBezTo>
                    <a:pt x="3061966" y="45085"/>
                    <a:pt x="3060061" y="44450"/>
                    <a:pt x="3057521" y="44450"/>
                  </a:cubicBezTo>
                  <a:cubicBezTo>
                    <a:pt x="3052441" y="44450"/>
                    <a:pt x="3048631" y="46355"/>
                    <a:pt x="3046091" y="49530"/>
                  </a:cubicBezTo>
                  <a:cubicBezTo>
                    <a:pt x="3043551" y="52705"/>
                    <a:pt x="3042281" y="57785"/>
                    <a:pt x="3042281" y="64770"/>
                  </a:cubicBezTo>
                  <a:lnTo>
                    <a:pt x="3042281" y="109220"/>
                  </a:lnTo>
                  <a:lnTo>
                    <a:pt x="3027041" y="109220"/>
                  </a:lnTo>
                  <a:lnTo>
                    <a:pt x="3027041" y="31115"/>
                  </a:lnTo>
                  <a:lnTo>
                    <a:pt x="3042281" y="31115"/>
                  </a:lnTo>
                  <a:lnTo>
                    <a:pt x="3042281" y="38735"/>
                  </a:lnTo>
                  <a:cubicBezTo>
                    <a:pt x="3042281" y="38735"/>
                    <a:pt x="3044186" y="36195"/>
                    <a:pt x="3045456" y="34925"/>
                  </a:cubicBezTo>
                  <a:cubicBezTo>
                    <a:pt x="3046726" y="33655"/>
                    <a:pt x="3047996" y="33020"/>
                    <a:pt x="3049901" y="31750"/>
                  </a:cubicBezTo>
                  <a:cubicBezTo>
                    <a:pt x="3051171" y="31115"/>
                    <a:pt x="3053076" y="30480"/>
                    <a:pt x="3054981" y="29845"/>
                  </a:cubicBezTo>
                  <a:cubicBezTo>
                    <a:pt x="3056886" y="29845"/>
                    <a:pt x="3058791" y="29210"/>
                    <a:pt x="3060696" y="29210"/>
                  </a:cubicBezTo>
                  <a:close/>
                  <a:moveTo>
                    <a:pt x="2978781" y="29210"/>
                  </a:moveTo>
                  <a:cubicBezTo>
                    <a:pt x="2984496" y="29210"/>
                    <a:pt x="2988941" y="30480"/>
                    <a:pt x="2993386" y="32385"/>
                  </a:cubicBezTo>
                  <a:cubicBezTo>
                    <a:pt x="2997196" y="34290"/>
                    <a:pt x="3001006" y="37465"/>
                    <a:pt x="3003546" y="40640"/>
                  </a:cubicBezTo>
                  <a:cubicBezTo>
                    <a:pt x="3006086" y="44450"/>
                    <a:pt x="3007991" y="48260"/>
                    <a:pt x="3009896" y="53340"/>
                  </a:cubicBezTo>
                  <a:cubicBezTo>
                    <a:pt x="3011166" y="57785"/>
                    <a:pt x="3011801" y="62865"/>
                    <a:pt x="3011801" y="68580"/>
                  </a:cubicBezTo>
                  <a:lnTo>
                    <a:pt x="3010531" y="68580"/>
                  </a:lnTo>
                  <a:cubicBezTo>
                    <a:pt x="3010531" y="68580"/>
                    <a:pt x="3010531" y="71120"/>
                    <a:pt x="3010531" y="72390"/>
                  </a:cubicBezTo>
                  <a:cubicBezTo>
                    <a:pt x="3010531" y="73660"/>
                    <a:pt x="3010531" y="74295"/>
                    <a:pt x="3010531" y="75565"/>
                  </a:cubicBezTo>
                  <a:lnTo>
                    <a:pt x="2959096" y="75565"/>
                  </a:lnTo>
                  <a:cubicBezTo>
                    <a:pt x="2959096" y="79375"/>
                    <a:pt x="2960366" y="82550"/>
                    <a:pt x="2961636" y="85090"/>
                  </a:cubicBezTo>
                  <a:cubicBezTo>
                    <a:pt x="2962906" y="87630"/>
                    <a:pt x="2964176" y="90170"/>
                    <a:pt x="2966081" y="91440"/>
                  </a:cubicBezTo>
                  <a:cubicBezTo>
                    <a:pt x="2967986" y="93345"/>
                    <a:pt x="2969891" y="94615"/>
                    <a:pt x="2971796" y="95250"/>
                  </a:cubicBezTo>
                  <a:cubicBezTo>
                    <a:pt x="2974336" y="95885"/>
                    <a:pt x="2976241" y="96520"/>
                    <a:pt x="2978781" y="96520"/>
                  </a:cubicBezTo>
                  <a:cubicBezTo>
                    <a:pt x="2980686" y="96520"/>
                    <a:pt x="2981956" y="96520"/>
                    <a:pt x="2983861" y="96520"/>
                  </a:cubicBezTo>
                  <a:cubicBezTo>
                    <a:pt x="2985131" y="96520"/>
                    <a:pt x="2987036" y="95885"/>
                    <a:pt x="2988306" y="95250"/>
                  </a:cubicBezTo>
                  <a:cubicBezTo>
                    <a:pt x="2989576" y="95250"/>
                    <a:pt x="2990846" y="93980"/>
                    <a:pt x="2992116" y="93345"/>
                  </a:cubicBezTo>
                  <a:cubicBezTo>
                    <a:pt x="2993386" y="93345"/>
                    <a:pt x="2994656" y="92075"/>
                    <a:pt x="2996561" y="90805"/>
                  </a:cubicBezTo>
                  <a:lnTo>
                    <a:pt x="3005451" y="100330"/>
                  </a:lnTo>
                  <a:cubicBezTo>
                    <a:pt x="3005451" y="100330"/>
                    <a:pt x="3001641" y="103505"/>
                    <a:pt x="2999736" y="104775"/>
                  </a:cubicBezTo>
                  <a:cubicBezTo>
                    <a:pt x="2997831" y="106045"/>
                    <a:pt x="2995926" y="106680"/>
                    <a:pt x="2994021" y="107950"/>
                  </a:cubicBezTo>
                  <a:cubicBezTo>
                    <a:pt x="2992116" y="108585"/>
                    <a:pt x="2989576" y="109855"/>
                    <a:pt x="2987036" y="109855"/>
                  </a:cubicBezTo>
                  <a:cubicBezTo>
                    <a:pt x="2984496" y="109855"/>
                    <a:pt x="2981321" y="110490"/>
                    <a:pt x="2978146" y="110490"/>
                  </a:cubicBezTo>
                  <a:cubicBezTo>
                    <a:pt x="2974971" y="110490"/>
                    <a:pt x="2971796" y="110490"/>
                    <a:pt x="2968621" y="109220"/>
                  </a:cubicBezTo>
                  <a:cubicBezTo>
                    <a:pt x="2965446" y="108585"/>
                    <a:pt x="2962906" y="107315"/>
                    <a:pt x="2961001" y="105410"/>
                  </a:cubicBezTo>
                  <a:cubicBezTo>
                    <a:pt x="2958461" y="104140"/>
                    <a:pt x="2956556" y="102235"/>
                    <a:pt x="2954651" y="100330"/>
                  </a:cubicBezTo>
                  <a:cubicBezTo>
                    <a:pt x="2952746" y="98425"/>
                    <a:pt x="2950841" y="95885"/>
                    <a:pt x="2949571" y="92710"/>
                  </a:cubicBezTo>
                  <a:cubicBezTo>
                    <a:pt x="2947666" y="89535"/>
                    <a:pt x="2946396" y="86360"/>
                    <a:pt x="2945761" y="82550"/>
                  </a:cubicBezTo>
                  <a:cubicBezTo>
                    <a:pt x="2945126" y="78740"/>
                    <a:pt x="2944491" y="74295"/>
                    <a:pt x="2944491" y="69850"/>
                  </a:cubicBezTo>
                  <a:cubicBezTo>
                    <a:pt x="2944491" y="63500"/>
                    <a:pt x="2945126" y="57150"/>
                    <a:pt x="2947031" y="52070"/>
                  </a:cubicBezTo>
                  <a:cubicBezTo>
                    <a:pt x="2948936" y="46990"/>
                    <a:pt x="2950841" y="42545"/>
                    <a:pt x="2954016" y="39370"/>
                  </a:cubicBezTo>
                  <a:cubicBezTo>
                    <a:pt x="2957191" y="36195"/>
                    <a:pt x="2960366" y="33020"/>
                    <a:pt x="2964811" y="31750"/>
                  </a:cubicBezTo>
                  <a:cubicBezTo>
                    <a:pt x="2969256" y="29845"/>
                    <a:pt x="2973701" y="29210"/>
                    <a:pt x="2978781" y="29210"/>
                  </a:cubicBezTo>
                  <a:close/>
                  <a:moveTo>
                    <a:pt x="2798440" y="29210"/>
                  </a:moveTo>
                  <a:cubicBezTo>
                    <a:pt x="2803520" y="29210"/>
                    <a:pt x="2807965" y="29845"/>
                    <a:pt x="2813045" y="31750"/>
                  </a:cubicBezTo>
                  <a:cubicBezTo>
                    <a:pt x="2817490" y="33655"/>
                    <a:pt x="2821935" y="35560"/>
                    <a:pt x="2825110" y="38100"/>
                  </a:cubicBezTo>
                  <a:lnTo>
                    <a:pt x="2827015" y="38100"/>
                  </a:lnTo>
                  <a:lnTo>
                    <a:pt x="2820030" y="50165"/>
                  </a:lnTo>
                  <a:cubicBezTo>
                    <a:pt x="2816855" y="47625"/>
                    <a:pt x="2813680" y="46355"/>
                    <a:pt x="2810505" y="45085"/>
                  </a:cubicBezTo>
                  <a:cubicBezTo>
                    <a:pt x="2807330" y="43815"/>
                    <a:pt x="2803520" y="43180"/>
                    <a:pt x="2799710" y="43180"/>
                  </a:cubicBezTo>
                  <a:cubicBezTo>
                    <a:pt x="2795900" y="43180"/>
                    <a:pt x="2793360" y="43815"/>
                    <a:pt x="2791455" y="45085"/>
                  </a:cubicBezTo>
                  <a:cubicBezTo>
                    <a:pt x="2789550" y="46355"/>
                    <a:pt x="2788915" y="48260"/>
                    <a:pt x="2788915" y="50165"/>
                  </a:cubicBezTo>
                  <a:cubicBezTo>
                    <a:pt x="2788915" y="51435"/>
                    <a:pt x="2788915" y="52070"/>
                    <a:pt x="2788915" y="52705"/>
                  </a:cubicBezTo>
                  <a:cubicBezTo>
                    <a:pt x="2788915" y="53340"/>
                    <a:pt x="2790185" y="54610"/>
                    <a:pt x="2790820" y="55245"/>
                  </a:cubicBezTo>
                  <a:cubicBezTo>
                    <a:pt x="2792090" y="55880"/>
                    <a:pt x="2793360" y="57150"/>
                    <a:pt x="2795265" y="57785"/>
                  </a:cubicBezTo>
                  <a:cubicBezTo>
                    <a:pt x="2797170" y="59055"/>
                    <a:pt x="2799710" y="59690"/>
                    <a:pt x="2802250" y="60960"/>
                  </a:cubicBezTo>
                  <a:cubicBezTo>
                    <a:pt x="2806695" y="62865"/>
                    <a:pt x="2810505" y="64135"/>
                    <a:pt x="2813680" y="66040"/>
                  </a:cubicBezTo>
                  <a:cubicBezTo>
                    <a:pt x="2816855" y="67310"/>
                    <a:pt x="2819395" y="69215"/>
                    <a:pt x="2821935" y="71120"/>
                  </a:cubicBezTo>
                  <a:cubicBezTo>
                    <a:pt x="2823840" y="73025"/>
                    <a:pt x="2825745" y="75565"/>
                    <a:pt x="2827015" y="78105"/>
                  </a:cubicBezTo>
                  <a:cubicBezTo>
                    <a:pt x="2828285" y="80645"/>
                    <a:pt x="2828920" y="83820"/>
                    <a:pt x="2828920" y="87630"/>
                  </a:cubicBezTo>
                  <a:cubicBezTo>
                    <a:pt x="2828920" y="92075"/>
                    <a:pt x="2828285" y="95250"/>
                    <a:pt x="2826380" y="98425"/>
                  </a:cubicBezTo>
                  <a:cubicBezTo>
                    <a:pt x="2824475" y="101600"/>
                    <a:pt x="2822570" y="103505"/>
                    <a:pt x="2820030" y="105410"/>
                  </a:cubicBezTo>
                  <a:cubicBezTo>
                    <a:pt x="2817490" y="107315"/>
                    <a:pt x="2814315" y="108585"/>
                    <a:pt x="2810505" y="109220"/>
                  </a:cubicBezTo>
                  <a:cubicBezTo>
                    <a:pt x="2806695" y="109855"/>
                    <a:pt x="2803520" y="110490"/>
                    <a:pt x="2799710" y="110490"/>
                  </a:cubicBezTo>
                  <a:cubicBezTo>
                    <a:pt x="2794630" y="110490"/>
                    <a:pt x="2789550" y="109855"/>
                    <a:pt x="2783835" y="107950"/>
                  </a:cubicBezTo>
                  <a:cubicBezTo>
                    <a:pt x="2778120" y="106045"/>
                    <a:pt x="2773675" y="103505"/>
                    <a:pt x="2769230" y="100965"/>
                  </a:cubicBezTo>
                  <a:lnTo>
                    <a:pt x="2776215" y="89535"/>
                  </a:lnTo>
                  <a:cubicBezTo>
                    <a:pt x="2780025" y="92075"/>
                    <a:pt x="2783835" y="93980"/>
                    <a:pt x="2787645" y="95250"/>
                  </a:cubicBezTo>
                  <a:cubicBezTo>
                    <a:pt x="2791455" y="96520"/>
                    <a:pt x="2795265" y="97155"/>
                    <a:pt x="2799075" y="97155"/>
                  </a:cubicBezTo>
                  <a:cubicBezTo>
                    <a:pt x="2804155" y="97155"/>
                    <a:pt x="2807330" y="96520"/>
                    <a:pt x="2809870" y="94615"/>
                  </a:cubicBezTo>
                  <a:cubicBezTo>
                    <a:pt x="2812410" y="93345"/>
                    <a:pt x="2813045" y="90805"/>
                    <a:pt x="2813045" y="88265"/>
                  </a:cubicBezTo>
                  <a:cubicBezTo>
                    <a:pt x="2813045" y="86995"/>
                    <a:pt x="2813045" y="85725"/>
                    <a:pt x="2811775" y="84455"/>
                  </a:cubicBezTo>
                  <a:cubicBezTo>
                    <a:pt x="2811140" y="83185"/>
                    <a:pt x="2809870" y="82550"/>
                    <a:pt x="2807965" y="81280"/>
                  </a:cubicBezTo>
                  <a:cubicBezTo>
                    <a:pt x="2806695" y="80010"/>
                    <a:pt x="2804790" y="79375"/>
                    <a:pt x="2802250" y="78105"/>
                  </a:cubicBezTo>
                  <a:cubicBezTo>
                    <a:pt x="2800345" y="77470"/>
                    <a:pt x="2797805" y="76200"/>
                    <a:pt x="2794630" y="74930"/>
                  </a:cubicBezTo>
                  <a:cubicBezTo>
                    <a:pt x="2790185" y="73025"/>
                    <a:pt x="2787010" y="71755"/>
                    <a:pt x="2783835" y="69850"/>
                  </a:cubicBezTo>
                  <a:cubicBezTo>
                    <a:pt x="2780660" y="67945"/>
                    <a:pt x="2778755" y="66675"/>
                    <a:pt x="2776850" y="64770"/>
                  </a:cubicBezTo>
                  <a:cubicBezTo>
                    <a:pt x="2774945" y="62865"/>
                    <a:pt x="2773675" y="60960"/>
                    <a:pt x="2773040" y="58420"/>
                  </a:cubicBezTo>
                  <a:cubicBezTo>
                    <a:pt x="2772405" y="55880"/>
                    <a:pt x="2771770" y="53340"/>
                    <a:pt x="2771770" y="50165"/>
                  </a:cubicBezTo>
                  <a:cubicBezTo>
                    <a:pt x="2771770" y="46990"/>
                    <a:pt x="2772405" y="43815"/>
                    <a:pt x="2773675" y="40640"/>
                  </a:cubicBezTo>
                  <a:cubicBezTo>
                    <a:pt x="2774945" y="38100"/>
                    <a:pt x="2776850" y="35560"/>
                    <a:pt x="2779390" y="34290"/>
                  </a:cubicBezTo>
                  <a:cubicBezTo>
                    <a:pt x="2781930" y="32385"/>
                    <a:pt x="2784470" y="31115"/>
                    <a:pt x="2787645" y="30480"/>
                  </a:cubicBezTo>
                  <a:cubicBezTo>
                    <a:pt x="2790820" y="29845"/>
                    <a:pt x="2794630" y="29210"/>
                    <a:pt x="2798440" y="29210"/>
                  </a:cubicBezTo>
                  <a:close/>
                  <a:moveTo>
                    <a:pt x="2723510" y="29210"/>
                  </a:moveTo>
                  <a:cubicBezTo>
                    <a:pt x="2725415" y="29210"/>
                    <a:pt x="2727320" y="29210"/>
                    <a:pt x="2729225" y="29210"/>
                  </a:cubicBezTo>
                  <a:cubicBezTo>
                    <a:pt x="2733670" y="29210"/>
                    <a:pt x="2738115" y="29845"/>
                    <a:pt x="2741290" y="31750"/>
                  </a:cubicBezTo>
                  <a:cubicBezTo>
                    <a:pt x="2744465" y="33020"/>
                    <a:pt x="2747640" y="35560"/>
                    <a:pt x="2750180" y="38100"/>
                  </a:cubicBezTo>
                  <a:cubicBezTo>
                    <a:pt x="2752720" y="41275"/>
                    <a:pt x="2753990" y="44450"/>
                    <a:pt x="2755260" y="48895"/>
                  </a:cubicBezTo>
                  <a:cubicBezTo>
                    <a:pt x="2756530" y="53340"/>
                    <a:pt x="2757165" y="58420"/>
                    <a:pt x="2757165" y="64135"/>
                  </a:cubicBezTo>
                  <a:lnTo>
                    <a:pt x="2757165" y="108585"/>
                  </a:lnTo>
                  <a:lnTo>
                    <a:pt x="2741925" y="108585"/>
                  </a:lnTo>
                  <a:lnTo>
                    <a:pt x="2741290" y="108585"/>
                  </a:lnTo>
                  <a:lnTo>
                    <a:pt x="2741290" y="64770"/>
                  </a:lnTo>
                  <a:cubicBezTo>
                    <a:pt x="2741290" y="57785"/>
                    <a:pt x="2740020" y="52070"/>
                    <a:pt x="2737480" y="48895"/>
                  </a:cubicBezTo>
                  <a:cubicBezTo>
                    <a:pt x="2734940" y="45085"/>
                    <a:pt x="2731130" y="43180"/>
                    <a:pt x="2725415" y="43180"/>
                  </a:cubicBezTo>
                  <a:cubicBezTo>
                    <a:pt x="2722875" y="43180"/>
                    <a:pt x="2720970" y="43180"/>
                    <a:pt x="2718430" y="44450"/>
                  </a:cubicBezTo>
                  <a:cubicBezTo>
                    <a:pt x="2716525" y="45085"/>
                    <a:pt x="2714620" y="46990"/>
                    <a:pt x="2713350" y="48260"/>
                  </a:cubicBezTo>
                  <a:cubicBezTo>
                    <a:pt x="2712080" y="50165"/>
                    <a:pt x="2710810" y="52070"/>
                    <a:pt x="2710175" y="54610"/>
                  </a:cubicBezTo>
                  <a:cubicBezTo>
                    <a:pt x="2710175" y="57150"/>
                    <a:pt x="2709540" y="59690"/>
                    <a:pt x="2709540" y="62865"/>
                  </a:cubicBezTo>
                  <a:lnTo>
                    <a:pt x="2709540" y="108585"/>
                  </a:lnTo>
                  <a:lnTo>
                    <a:pt x="2694300" y="108585"/>
                  </a:lnTo>
                  <a:lnTo>
                    <a:pt x="2694300" y="30480"/>
                  </a:lnTo>
                  <a:lnTo>
                    <a:pt x="2709540" y="30480"/>
                  </a:lnTo>
                  <a:lnTo>
                    <a:pt x="2709540" y="38100"/>
                  </a:lnTo>
                  <a:cubicBezTo>
                    <a:pt x="2709540" y="38100"/>
                    <a:pt x="2711445" y="35560"/>
                    <a:pt x="2713350" y="34290"/>
                  </a:cubicBezTo>
                  <a:cubicBezTo>
                    <a:pt x="2714620" y="33020"/>
                    <a:pt x="2716525" y="32385"/>
                    <a:pt x="2717795" y="31115"/>
                  </a:cubicBezTo>
                  <a:cubicBezTo>
                    <a:pt x="2719700" y="30480"/>
                    <a:pt x="2721605" y="29845"/>
                    <a:pt x="2723510" y="29210"/>
                  </a:cubicBezTo>
                  <a:close/>
                  <a:moveTo>
                    <a:pt x="2530470" y="29210"/>
                  </a:moveTo>
                  <a:cubicBezTo>
                    <a:pt x="2536185" y="29210"/>
                    <a:pt x="2540630" y="30480"/>
                    <a:pt x="2545075" y="32385"/>
                  </a:cubicBezTo>
                  <a:cubicBezTo>
                    <a:pt x="2548885" y="34290"/>
                    <a:pt x="2552695" y="37465"/>
                    <a:pt x="2555235" y="40640"/>
                  </a:cubicBezTo>
                  <a:cubicBezTo>
                    <a:pt x="2557775" y="44450"/>
                    <a:pt x="2559680" y="48260"/>
                    <a:pt x="2561585" y="53340"/>
                  </a:cubicBezTo>
                  <a:cubicBezTo>
                    <a:pt x="2562855" y="57785"/>
                    <a:pt x="2563490" y="62865"/>
                    <a:pt x="2563490" y="68580"/>
                  </a:cubicBezTo>
                  <a:lnTo>
                    <a:pt x="2562220" y="68580"/>
                  </a:lnTo>
                  <a:cubicBezTo>
                    <a:pt x="2562220" y="68580"/>
                    <a:pt x="2562220" y="71120"/>
                    <a:pt x="2562220" y="72390"/>
                  </a:cubicBezTo>
                  <a:cubicBezTo>
                    <a:pt x="2562220" y="73660"/>
                    <a:pt x="2562220" y="74295"/>
                    <a:pt x="2562220" y="75565"/>
                  </a:cubicBezTo>
                  <a:lnTo>
                    <a:pt x="2510785" y="75565"/>
                  </a:lnTo>
                  <a:cubicBezTo>
                    <a:pt x="2510785" y="79375"/>
                    <a:pt x="2512055" y="82550"/>
                    <a:pt x="2513325" y="85090"/>
                  </a:cubicBezTo>
                  <a:cubicBezTo>
                    <a:pt x="2514595" y="87630"/>
                    <a:pt x="2515865" y="90170"/>
                    <a:pt x="2517770" y="91440"/>
                  </a:cubicBezTo>
                  <a:cubicBezTo>
                    <a:pt x="2519675" y="93345"/>
                    <a:pt x="2521580" y="94615"/>
                    <a:pt x="2523485" y="95250"/>
                  </a:cubicBezTo>
                  <a:cubicBezTo>
                    <a:pt x="2525390" y="95885"/>
                    <a:pt x="2527930" y="96520"/>
                    <a:pt x="2530470" y="96520"/>
                  </a:cubicBezTo>
                  <a:cubicBezTo>
                    <a:pt x="2532375" y="96520"/>
                    <a:pt x="2533645" y="96520"/>
                    <a:pt x="2535550" y="96520"/>
                  </a:cubicBezTo>
                  <a:cubicBezTo>
                    <a:pt x="2536820" y="96520"/>
                    <a:pt x="2538725" y="95885"/>
                    <a:pt x="2539995" y="95250"/>
                  </a:cubicBezTo>
                  <a:cubicBezTo>
                    <a:pt x="2541265" y="95250"/>
                    <a:pt x="2542535" y="93980"/>
                    <a:pt x="2543805" y="93345"/>
                  </a:cubicBezTo>
                  <a:cubicBezTo>
                    <a:pt x="2545075" y="93345"/>
                    <a:pt x="2546345" y="92075"/>
                    <a:pt x="2548250" y="90805"/>
                  </a:cubicBezTo>
                  <a:lnTo>
                    <a:pt x="2557140" y="100330"/>
                  </a:lnTo>
                  <a:cubicBezTo>
                    <a:pt x="2557140" y="100330"/>
                    <a:pt x="2553330" y="103505"/>
                    <a:pt x="2551425" y="104775"/>
                  </a:cubicBezTo>
                  <a:cubicBezTo>
                    <a:pt x="2549520" y="106045"/>
                    <a:pt x="2547615" y="106680"/>
                    <a:pt x="2545710" y="107950"/>
                  </a:cubicBezTo>
                  <a:cubicBezTo>
                    <a:pt x="2543805" y="108585"/>
                    <a:pt x="2541265" y="109855"/>
                    <a:pt x="2538725" y="109855"/>
                  </a:cubicBezTo>
                  <a:cubicBezTo>
                    <a:pt x="2536185" y="109855"/>
                    <a:pt x="2533010" y="110490"/>
                    <a:pt x="2529835" y="110490"/>
                  </a:cubicBezTo>
                  <a:cubicBezTo>
                    <a:pt x="2526660" y="110490"/>
                    <a:pt x="2523485" y="110490"/>
                    <a:pt x="2520310" y="109220"/>
                  </a:cubicBezTo>
                  <a:cubicBezTo>
                    <a:pt x="2517135" y="108585"/>
                    <a:pt x="2514595" y="107315"/>
                    <a:pt x="2512690" y="105410"/>
                  </a:cubicBezTo>
                  <a:cubicBezTo>
                    <a:pt x="2510785" y="103505"/>
                    <a:pt x="2508245" y="102235"/>
                    <a:pt x="2506340" y="100330"/>
                  </a:cubicBezTo>
                  <a:cubicBezTo>
                    <a:pt x="2504435" y="98425"/>
                    <a:pt x="2502530" y="95885"/>
                    <a:pt x="2501260" y="92710"/>
                  </a:cubicBezTo>
                  <a:cubicBezTo>
                    <a:pt x="2499355" y="89535"/>
                    <a:pt x="2498085" y="86360"/>
                    <a:pt x="2497450" y="82550"/>
                  </a:cubicBezTo>
                  <a:cubicBezTo>
                    <a:pt x="2496815" y="78740"/>
                    <a:pt x="2496180" y="74295"/>
                    <a:pt x="2496180" y="69850"/>
                  </a:cubicBezTo>
                  <a:cubicBezTo>
                    <a:pt x="2496180" y="63500"/>
                    <a:pt x="2496815" y="57150"/>
                    <a:pt x="2498720" y="52070"/>
                  </a:cubicBezTo>
                  <a:cubicBezTo>
                    <a:pt x="2500625" y="46990"/>
                    <a:pt x="2502530" y="42545"/>
                    <a:pt x="2505705" y="39370"/>
                  </a:cubicBezTo>
                  <a:cubicBezTo>
                    <a:pt x="2508880" y="36195"/>
                    <a:pt x="2512055" y="33020"/>
                    <a:pt x="2516500" y="31750"/>
                  </a:cubicBezTo>
                  <a:cubicBezTo>
                    <a:pt x="2520945" y="29845"/>
                    <a:pt x="2525390" y="29210"/>
                    <a:pt x="2530470" y="29210"/>
                  </a:cubicBezTo>
                  <a:close/>
                  <a:moveTo>
                    <a:pt x="2298061" y="29210"/>
                  </a:moveTo>
                  <a:cubicBezTo>
                    <a:pt x="2301236" y="29210"/>
                    <a:pt x="2303776" y="29210"/>
                    <a:pt x="2305681" y="29845"/>
                  </a:cubicBezTo>
                  <a:cubicBezTo>
                    <a:pt x="2307586" y="29845"/>
                    <a:pt x="2309491" y="31115"/>
                    <a:pt x="2311396" y="32385"/>
                  </a:cubicBezTo>
                  <a:lnTo>
                    <a:pt x="2307586" y="46990"/>
                  </a:lnTo>
                  <a:lnTo>
                    <a:pt x="2306316" y="46990"/>
                  </a:lnTo>
                  <a:cubicBezTo>
                    <a:pt x="2306316" y="46990"/>
                    <a:pt x="2303141" y="45085"/>
                    <a:pt x="2301236" y="45085"/>
                  </a:cubicBezTo>
                  <a:cubicBezTo>
                    <a:pt x="2299331" y="45085"/>
                    <a:pt x="2297426" y="44450"/>
                    <a:pt x="2294886" y="44450"/>
                  </a:cubicBezTo>
                  <a:cubicBezTo>
                    <a:pt x="2289806" y="44450"/>
                    <a:pt x="2285996" y="46355"/>
                    <a:pt x="2283456" y="49530"/>
                  </a:cubicBezTo>
                  <a:cubicBezTo>
                    <a:pt x="2280916" y="52705"/>
                    <a:pt x="2279646" y="57785"/>
                    <a:pt x="2279646" y="64770"/>
                  </a:cubicBezTo>
                  <a:lnTo>
                    <a:pt x="2279646" y="109220"/>
                  </a:lnTo>
                  <a:lnTo>
                    <a:pt x="2264406" y="109220"/>
                  </a:lnTo>
                  <a:lnTo>
                    <a:pt x="2264406" y="31115"/>
                  </a:lnTo>
                  <a:lnTo>
                    <a:pt x="2279646" y="31115"/>
                  </a:lnTo>
                  <a:lnTo>
                    <a:pt x="2279646" y="38735"/>
                  </a:lnTo>
                  <a:cubicBezTo>
                    <a:pt x="2279646" y="38735"/>
                    <a:pt x="2281551" y="36195"/>
                    <a:pt x="2282821" y="34925"/>
                  </a:cubicBezTo>
                  <a:cubicBezTo>
                    <a:pt x="2284091" y="33655"/>
                    <a:pt x="2285361" y="33020"/>
                    <a:pt x="2287266" y="31750"/>
                  </a:cubicBezTo>
                  <a:cubicBezTo>
                    <a:pt x="2288536" y="31115"/>
                    <a:pt x="2290441" y="30480"/>
                    <a:pt x="2292346" y="29845"/>
                  </a:cubicBezTo>
                  <a:cubicBezTo>
                    <a:pt x="2294251" y="29845"/>
                    <a:pt x="2296156" y="29210"/>
                    <a:pt x="2298061" y="29210"/>
                  </a:cubicBezTo>
                  <a:close/>
                  <a:moveTo>
                    <a:pt x="2216145" y="29210"/>
                  </a:moveTo>
                  <a:cubicBezTo>
                    <a:pt x="2221860" y="29210"/>
                    <a:pt x="2226305" y="30480"/>
                    <a:pt x="2230750" y="32385"/>
                  </a:cubicBezTo>
                  <a:cubicBezTo>
                    <a:pt x="2234560" y="34290"/>
                    <a:pt x="2238370" y="37465"/>
                    <a:pt x="2240910" y="40640"/>
                  </a:cubicBezTo>
                  <a:cubicBezTo>
                    <a:pt x="2243450" y="44450"/>
                    <a:pt x="2245355" y="48260"/>
                    <a:pt x="2247260" y="53340"/>
                  </a:cubicBezTo>
                  <a:cubicBezTo>
                    <a:pt x="2248530" y="57785"/>
                    <a:pt x="2249165" y="62865"/>
                    <a:pt x="2249165" y="68580"/>
                  </a:cubicBezTo>
                  <a:lnTo>
                    <a:pt x="2247895" y="68580"/>
                  </a:lnTo>
                  <a:cubicBezTo>
                    <a:pt x="2247895" y="68580"/>
                    <a:pt x="2247895" y="71120"/>
                    <a:pt x="2247895" y="72390"/>
                  </a:cubicBezTo>
                  <a:cubicBezTo>
                    <a:pt x="2247895" y="73660"/>
                    <a:pt x="2247895" y="74295"/>
                    <a:pt x="2247895" y="75565"/>
                  </a:cubicBezTo>
                  <a:lnTo>
                    <a:pt x="2196460" y="75565"/>
                  </a:lnTo>
                  <a:cubicBezTo>
                    <a:pt x="2196460" y="79375"/>
                    <a:pt x="2197730" y="82550"/>
                    <a:pt x="2199000" y="85090"/>
                  </a:cubicBezTo>
                  <a:cubicBezTo>
                    <a:pt x="2200270" y="87630"/>
                    <a:pt x="2201540" y="90170"/>
                    <a:pt x="2203445" y="91440"/>
                  </a:cubicBezTo>
                  <a:cubicBezTo>
                    <a:pt x="2205350" y="93345"/>
                    <a:pt x="2207255" y="94615"/>
                    <a:pt x="2209160" y="95250"/>
                  </a:cubicBezTo>
                  <a:cubicBezTo>
                    <a:pt x="2211065" y="95885"/>
                    <a:pt x="2213605" y="96520"/>
                    <a:pt x="2216145" y="96520"/>
                  </a:cubicBezTo>
                  <a:cubicBezTo>
                    <a:pt x="2218050" y="96520"/>
                    <a:pt x="2219320" y="96520"/>
                    <a:pt x="2221225" y="96520"/>
                  </a:cubicBezTo>
                  <a:cubicBezTo>
                    <a:pt x="2222495" y="96520"/>
                    <a:pt x="2224400" y="95885"/>
                    <a:pt x="2225670" y="95250"/>
                  </a:cubicBezTo>
                  <a:cubicBezTo>
                    <a:pt x="2226940" y="95250"/>
                    <a:pt x="2228210" y="93980"/>
                    <a:pt x="2229480" y="93345"/>
                  </a:cubicBezTo>
                  <a:cubicBezTo>
                    <a:pt x="2230750" y="93345"/>
                    <a:pt x="2232020" y="92075"/>
                    <a:pt x="2233925" y="90805"/>
                  </a:cubicBezTo>
                  <a:lnTo>
                    <a:pt x="2242815" y="100330"/>
                  </a:lnTo>
                  <a:cubicBezTo>
                    <a:pt x="2242815" y="100330"/>
                    <a:pt x="2239005" y="103505"/>
                    <a:pt x="2237100" y="104775"/>
                  </a:cubicBezTo>
                  <a:cubicBezTo>
                    <a:pt x="2235195" y="106045"/>
                    <a:pt x="2233290" y="106680"/>
                    <a:pt x="2231385" y="107950"/>
                  </a:cubicBezTo>
                  <a:cubicBezTo>
                    <a:pt x="2229480" y="108585"/>
                    <a:pt x="2226940" y="109855"/>
                    <a:pt x="2224400" y="109855"/>
                  </a:cubicBezTo>
                  <a:cubicBezTo>
                    <a:pt x="2221860" y="109855"/>
                    <a:pt x="2218685" y="110490"/>
                    <a:pt x="2215510" y="110490"/>
                  </a:cubicBezTo>
                  <a:cubicBezTo>
                    <a:pt x="2212335" y="110490"/>
                    <a:pt x="2209160" y="110490"/>
                    <a:pt x="2205985" y="109220"/>
                  </a:cubicBezTo>
                  <a:cubicBezTo>
                    <a:pt x="2202810" y="108585"/>
                    <a:pt x="2200270" y="107315"/>
                    <a:pt x="2198365" y="105410"/>
                  </a:cubicBezTo>
                  <a:cubicBezTo>
                    <a:pt x="2195825" y="104140"/>
                    <a:pt x="2193920" y="102235"/>
                    <a:pt x="2192015" y="100330"/>
                  </a:cubicBezTo>
                  <a:cubicBezTo>
                    <a:pt x="2190110" y="98425"/>
                    <a:pt x="2188205" y="95885"/>
                    <a:pt x="2186935" y="92710"/>
                  </a:cubicBezTo>
                  <a:cubicBezTo>
                    <a:pt x="2185030" y="89535"/>
                    <a:pt x="2183760" y="86360"/>
                    <a:pt x="2183125" y="82550"/>
                  </a:cubicBezTo>
                  <a:cubicBezTo>
                    <a:pt x="2182490" y="78740"/>
                    <a:pt x="2181855" y="74295"/>
                    <a:pt x="2181855" y="69850"/>
                  </a:cubicBezTo>
                  <a:cubicBezTo>
                    <a:pt x="2181855" y="63500"/>
                    <a:pt x="2182490" y="57150"/>
                    <a:pt x="2184395" y="52070"/>
                  </a:cubicBezTo>
                  <a:cubicBezTo>
                    <a:pt x="2186300" y="46990"/>
                    <a:pt x="2188205" y="42545"/>
                    <a:pt x="2191380" y="39370"/>
                  </a:cubicBezTo>
                  <a:cubicBezTo>
                    <a:pt x="2194555" y="36195"/>
                    <a:pt x="2197730" y="33020"/>
                    <a:pt x="2202175" y="31750"/>
                  </a:cubicBezTo>
                  <a:cubicBezTo>
                    <a:pt x="2206620" y="29845"/>
                    <a:pt x="2211065" y="29210"/>
                    <a:pt x="2216145" y="29210"/>
                  </a:cubicBezTo>
                  <a:close/>
                  <a:moveTo>
                    <a:pt x="2029456" y="29210"/>
                  </a:moveTo>
                  <a:cubicBezTo>
                    <a:pt x="2035171" y="29210"/>
                    <a:pt x="2039616" y="30480"/>
                    <a:pt x="2044061" y="32385"/>
                  </a:cubicBezTo>
                  <a:cubicBezTo>
                    <a:pt x="2047871" y="34290"/>
                    <a:pt x="2051681" y="37465"/>
                    <a:pt x="2054221" y="40640"/>
                  </a:cubicBezTo>
                  <a:cubicBezTo>
                    <a:pt x="2056761" y="44450"/>
                    <a:pt x="2058666" y="48260"/>
                    <a:pt x="2060571" y="53340"/>
                  </a:cubicBezTo>
                  <a:cubicBezTo>
                    <a:pt x="2061841" y="57785"/>
                    <a:pt x="2062476" y="62865"/>
                    <a:pt x="2062476" y="68580"/>
                  </a:cubicBezTo>
                  <a:lnTo>
                    <a:pt x="2061206" y="68580"/>
                  </a:lnTo>
                  <a:cubicBezTo>
                    <a:pt x="2061206" y="68580"/>
                    <a:pt x="2061206" y="71120"/>
                    <a:pt x="2061206" y="72390"/>
                  </a:cubicBezTo>
                  <a:cubicBezTo>
                    <a:pt x="2061206" y="73660"/>
                    <a:pt x="2061206" y="74295"/>
                    <a:pt x="2061206" y="75565"/>
                  </a:cubicBezTo>
                  <a:lnTo>
                    <a:pt x="2009771" y="75565"/>
                  </a:lnTo>
                  <a:cubicBezTo>
                    <a:pt x="2009771" y="79375"/>
                    <a:pt x="2011041" y="82550"/>
                    <a:pt x="2012311" y="85090"/>
                  </a:cubicBezTo>
                  <a:cubicBezTo>
                    <a:pt x="2013581" y="87630"/>
                    <a:pt x="2014851" y="90170"/>
                    <a:pt x="2016756" y="91440"/>
                  </a:cubicBezTo>
                  <a:cubicBezTo>
                    <a:pt x="2018661" y="93345"/>
                    <a:pt x="2020566" y="94615"/>
                    <a:pt x="2022471" y="95250"/>
                  </a:cubicBezTo>
                  <a:cubicBezTo>
                    <a:pt x="2024376" y="95885"/>
                    <a:pt x="2026916" y="96520"/>
                    <a:pt x="2029456" y="96520"/>
                  </a:cubicBezTo>
                  <a:cubicBezTo>
                    <a:pt x="2031361" y="96520"/>
                    <a:pt x="2032631" y="96520"/>
                    <a:pt x="2034536" y="96520"/>
                  </a:cubicBezTo>
                  <a:cubicBezTo>
                    <a:pt x="2035806" y="96520"/>
                    <a:pt x="2037711" y="95885"/>
                    <a:pt x="2038981" y="95250"/>
                  </a:cubicBezTo>
                  <a:cubicBezTo>
                    <a:pt x="2040251" y="95250"/>
                    <a:pt x="2041521" y="93980"/>
                    <a:pt x="2042791" y="93345"/>
                  </a:cubicBezTo>
                  <a:cubicBezTo>
                    <a:pt x="2044061" y="93345"/>
                    <a:pt x="2045331" y="92075"/>
                    <a:pt x="2047236" y="90805"/>
                  </a:cubicBezTo>
                  <a:lnTo>
                    <a:pt x="2056126" y="100330"/>
                  </a:lnTo>
                  <a:cubicBezTo>
                    <a:pt x="2056126" y="100330"/>
                    <a:pt x="2052316" y="103505"/>
                    <a:pt x="2050411" y="104775"/>
                  </a:cubicBezTo>
                  <a:cubicBezTo>
                    <a:pt x="2048506" y="106045"/>
                    <a:pt x="2046601" y="106680"/>
                    <a:pt x="2044696" y="107950"/>
                  </a:cubicBezTo>
                  <a:cubicBezTo>
                    <a:pt x="2042791" y="108585"/>
                    <a:pt x="2040251" y="109855"/>
                    <a:pt x="2037711" y="109855"/>
                  </a:cubicBezTo>
                  <a:cubicBezTo>
                    <a:pt x="2035171" y="109855"/>
                    <a:pt x="2031996" y="110490"/>
                    <a:pt x="2028821" y="110490"/>
                  </a:cubicBezTo>
                  <a:cubicBezTo>
                    <a:pt x="2025646" y="110490"/>
                    <a:pt x="2022471" y="110490"/>
                    <a:pt x="2019296" y="109220"/>
                  </a:cubicBezTo>
                  <a:cubicBezTo>
                    <a:pt x="2016121" y="108585"/>
                    <a:pt x="2013581" y="107315"/>
                    <a:pt x="2011676" y="105410"/>
                  </a:cubicBezTo>
                  <a:cubicBezTo>
                    <a:pt x="2009136" y="104140"/>
                    <a:pt x="2007231" y="102235"/>
                    <a:pt x="2005326" y="100330"/>
                  </a:cubicBezTo>
                  <a:cubicBezTo>
                    <a:pt x="2003421" y="98425"/>
                    <a:pt x="2001516" y="95885"/>
                    <a:pt x="2000246" y="92710"/>
                  </a:cubicBezTo>
                  <a:cubicBezTo>
                    <a:pt x="1998341" y="89535"/>
                    <a:pt x="1997071" y="86360"/>
                    <a:pt x="1996436" y="82550"/>
                  </a:cubicBezTo>
                  <a:cubicBezTo>
                    <a:pt x="1995801" y="78740"/>
                    <a:pt x="1995166" y="74295"/>
                    <a:pt x="1995166" y="69850"/>
                  </a:cubicBezTo>
                  <a:cubicBezTo>
                    <a:pt x="1995166" y="63500"/>
                    <a:pt x="1995801" y="57150"/>
                    <a:pt x="1997706" y="52070"/>
                  </a:cubicBezTo>
                  <a:cubicBezTo>
                    <a:pt x="1999611" y="46990"/>
                    <a:pt x="2001516" y="42545"/>
                    <a:pt x="2004691" y="39370"/>
                  </a:cubicBezTo>
                  <a:cubicBezTo>
                    <a:pt x="2007866" y="36195"/>
                    <a:pt x="2011041" y="33020"/>
                    <a:pt x="2015486" y="31750"/>
                  </a:cubicBezTo>
                  <a:cubicBezTo>
                    <a:pt x="2019931" y="29845"/>
                    <a:pt x="2024376" y="29210"/>
                    <a:pt x="2029456" y="29210"/>
                  </a:cubicBezTo>
                  <a:close/>
                  <a:moveTo>
                    <a:pt x="1831336" y="29210"/>
                  </a:moveTo>
                  <a:cubicBezTo>
                    <a:pt x="1837051" y="29210"/>
                    <a:pt x="1841496" y="30480"/>
                    <a:pt x="1845941" y="32385"/>
                  </a:cubicBezTo>
                  <a:cubicBezTo>
                    <a:pt x="1849751" y="34290"/>
                    <a:pt x="1853561" y="37465"/>
                    <a:pt x="1856101" y="40640"/>
                  </a:cubicBezTo>
                  <a:cubicBezTo>
                    <a:pt x="1858641" y="44450"/>
                    <a:pt x="1860546" y="48260"/>
                    <a:pt x="1862451" y="53340"/>
                  </a:cubicBezTo>
                  <a:cubicBezTo>
                    <a:pt x="1863721" y="57785"/>
                    <a:pt x="1864356" y="62865"/>
                    <a:pt x="1864356" y="68580"/>
                  </a:cubicBezTo>
                  <a:lnTo>
                    <a:pt x="1863086" y="68580"/>
                  </a:lnTo>
                  <a:cubicBezTo>
                    <a:pt x="1863086" y="68580"/>
                    <a:pt x="1863086" y="71120"/>
                    <a:pt x="1863086" y="72390"/>
                  </a:cubicBezTo>
                  <a:cubicBezTo>
                    <a:pt x="1863086" y="73660"/>
                    <a:pt x="1863086" y="74295"/>
                    <a:pt x="1863086" y="75565"/>
                  </a:cubicBezTo>
                  <a:lnTo>
                    <a:pt x="1811651" y="75565"/>
                  </a:lnTo>
                  <a:cubicBezTo>
                    <a:pt x="1811651" y="79375"/>
                    <a:pt x="1812921" y="82550"/>
                    <a:pt x="1814191" y="85090"/>
                  </a:cubicBezTo>
                  <a:cubicBezTo>
                    <a:pt x="1815461" y="87630"/>
                    <a:pt x="1816731" y="90170"/>
                    <a:pt x="1818636" y="91440"/>
                  </a:cubicBezTo>
                  <a:cubicBezTo>
                    <a:pt x="1820541" y="93345"/>
                    <a:pt x="1822446" y="94615"/>
                    <a:pt x="1824351" y="95250"/>
                  </a:cubicBezTo>
                  <a:cubicBezTo>
                    <a:pt x="1826256" y="95885"/>
                    <a:pt x="1828796" y="96520"/>
                    <a:pt x="1831336" y="96520"/>
                  </a:cubicBezTo>
                  <a:cubicBezTo>
                    <a:pt x="1833241" y="96520"/>
                    <a:pt x="1834511" y="96520"/>
                    <a:pt x="1836416" y="96520"/>
                  </a:cubicBezTo>
                  <a:cubicBezTo>
                    <a:pt x="1837686" y="96520"/>
                    <a:pt x="1839591" y="95885"/>
                    <a:pt x="1840861" y="95250"/>
                  </a:cubicBezTo>
                  <a:cubicBezTo>
                    <a:pt x="1842131" y="95250"/>
                    <a:pt x="1843401" y="93980"/>
                    <a:pt x="1844671" y="93345"/>
                  </a:cubicBezTo>
                  <a:cubicBezTo>
                    <a:pt x="1845941" y="93345"/>
                    <a:pt x="1847211" y="92075"/>
                    <a:pt x="1849116" y="90805"/>
                  </a:cubicBezTo>
                  <a:lnTo>
                    <a:pt x="1858006" y="100330"/>
                  </a:lnTo>
                  <a:cubicBezTo>
                    <a:pt x="1858006" y="100330"/>
                    <a:pt x="1854196" y="103505"/>
                    <a:pt x="1852291" y="104775"/>
                  </a:cubicBezTo>
                  <a:cubicBezTo>
                    <a:pt x="1850386" y="106045"/>
                    <a:pt x="1848481" y="106680"/>
                    <a:pt x="1846576" y="107950"/>
                  </a:cubicBezTo>
                  <a:cubicBezTo>
                    <a:pt x="1844671" y="108585"/>
                    <a:pt x="1842131" y="109855"/>
                    <a:pt x="1839591" y="109855"/>
                  </a:cubicBezTo>
                  <a:cubicBezTo>
                    <a:pt x="1837051" y="109855"/>
                    <a:pt x="1833876" y="110490"/>
                    <a:pt x="1830701" y="110490"/>
                  </a:cubicBezTo>
                  <a:cubicBezTo>
                    <a:pt x="1827526" y="110490"/>
                    <a:pt x="1824351" y="110490"/>
                    <a:pt x="1821176" y="109220"/>
                  </a:cubicBezTo>
                  <a:cubicBezTo>
                    <a:pt x="1818001" y="108585"/>
                    <a:pt x="1815461" y="107315"/>
                    <a:pt x="1813556" y="105410"/>
                  </a:cubicBezTo>
                  <a:cubicBezTo>
                    <a:pt x="1811016" y="104140"/>
                    <a:pt x="1809111" y="102235"/>
                    <a:pt x="1807206" y="100330"/>
                  </a:cubicBezTo>
                  <a:cubicBezTo>
                    <a:pt x="1805301" y="98425"/>
                    <a:pt x="1803396" y="95885"/>
                    <a:pt x="1802126" y="92710"/>
                  </a:cubicBezTo>
                  <a:cubicBezTo>
                    <a:pt x="1800221" y="89535"/>
                    <a:pt x="1798951" y="86360"/>
                    <a:pt x="1798316" y="82550"/>
                  </a:cubicBezTo>
                  <a:cubicBezTo>
                    <a:pt x="1797681" y="78740"/>
                    <a:pt x="1797046" y="74295"/>
                    <a:pt x="1797046" y="69850"/>
                  </a:cubicBezTo>
                  <a:cubicBezTo>
                    <a:pt x="1797046" y="63500"/>
                    <a:pt x="1797681" y="57150"/>
                    <a:pt x="1799586" y="52070"/>
                  </a:cubicBezTo>
                  <a:cubicBezTo>
                    <a:pt x="1801491" y="46990"/>
                    <a:pt x="1803396" y="42545"/>
                    <a:pt x="1806571" y="39370"/>
                  </a:cubicBezTo>
                  <a:cubicBezTo>
                    <a:pt x="1809746" y="36195"/>
                    <a:pt x="1812921" y="33020"/>
                    <a:pt x="1817366" y="31750"/>
                  </a:cubicBezTo>
                  <a:cubicBezTo>
                    <a:pt x="1821811" y="29845"/>
                    <a:pt x="1826256" y="29210"/>
                    <a:pt x="1831336" y="29210"/>
                  </a:cubicBezTo>
                  <a:close/>
                  <a:moveTo>
                    <a:pt x="1501140" y="29210"/>
                  </a:moveTo>
                  <a:cubicBezTo>
                    <a:pt x="1503046" y="29210"/>
                    <a:pt x="1504951" y="29210"/>
                    <a:pt x="1506856" y="29210"/>
                  </a:cubicBezTo>
                  <a:cubicBezTo>
                    <a:pt x="1511301" y="29210"/>
                    <a:pt x="1515746" y="29845"/>
                    <a:pt x="1518920" y="31750"/>
                  </a:cubicBezTo>
                  <a:cubicBezTo>
                    <a:pt x="1522096" y="33020"/>
                    <a:pt x="1525271" y="35560"/>
                    <a:pt x="1527811" y="38100"/>
                  </a:cubicBezTo>
                  <a:cubicBezTo>
                    <a:pt x="1530351" y="41275"/>
                    <a:pt x="1531621" y="44450"/>
                    <a:pt x="1532891" y="48895"/>
                  </a:cubicBezTo>
                  <a:cubicBezTo>
                    <a:pt x="1534161" y="53340"/>
                    <a:pt x="1534796" y="58420"/>
                    <a:pt x="1534796" y="64135"/>
                  </a:cubicBezTo>
                  <a:lnTo>
                    <a:pt x="1534796" y="108585"/>
                  </a:lnTo>
                  <a:lnTo>
                    <a:pt x="1519556" y="108585"/>
                  </a:lnTo>
                  <a:lnTo>
                    <a:pt x="1518920" y="108585"/>
                  </a:lnTo>
                  <a:lnTo>
                    <a:pt x="1518920" y="64770"/>
                  </a:lnTo>
                  <a:cubicBezTo>
                    <a:pt x="1518920" y="57785"/>
                    <a:pt x="1517651" y="52070"/>
                    <a:pt x="1515111" y="48895"/>
                  </a:cubicBezTo>
                  <a:cubicBezTo>
                    <a:pt x="1512571" y="45085"/>
                    <a:pt x="1508761" y="43180"/>
                    <a:pt x="1503046" y="43180"/>
                  </a:cubicBezTo>
                  <a:cubicBezTo>
                    <a:pt x="1500506" y="43180"/>
                    <a:pt x="1498601" y="43180"/>
                    <a:pt x="1496061" y="44450"/>
                  </a:cubicBezTo>
                  <a:cubicBezTo>
                    <a:pt x="1494156" y="45085"/>
                    <a:pt x="1492250" y="46990"/>
                    <a:pt x="1490981" y="48260"/>
                  </a:cubicBezTo>
                  <a:cubicBezTo>
                    <a:pt x="1489711" y="50165"/>
                    <a:pt x="1488441" y="52070"/>
                    <a:pt x="1487806" y="54610"/>
                  </a:cubicBezTo>
                  <a:cubicBezTo>
                    <a:pt x="1487806" y="57150"/>
                    <a:pt x="1487170" y="59690"/>
                    <a:pt x="1487170" y="62865"/>
                  </a:cubicBezTo>
                  <a:lnTo>
                    <a:pt x="1487170" y="108585"/>
                  </a:lnTo>
                  <a:lnTo>
                    <a:pt x="1471931" y="108585"/>
                  </a:lnTo>
                  <a:lnTo>
                    <a:pt x="1471931" y="30480"/>
                  </a:lnTo>
                  <a:lnTo>
                    <a:pt x="1487170" y="30480"/>
                  </a:lnTo>
                  <a:lnTo>
                    <a:pt x="1487170" y="38100"/>
                  </a:lnTo>
                  <a:cubicBezTo>
                    <a:pt x="1487170" y="38100"/>
                    <a:pt x="1489076" y="35560"/>
                    <a:pt x="1490981" y="34290"/>
                  </a:cubicBezTo>
                  <a:cubicBezTo>
                    <a:pt x="1492250" y="33020"/>
                    <a:pt x="1494156" y="32385"/>
                    <a:pt x="1495426" y="31115"/>
                  </a:cubicBezTo>
                  <a:cubicBezTo>
                    <a:pt x="1497331" y="30480"/>
                    <a:pt x="1499236" y="29845"/>
                    <a:pt x="1501140" y="29210"/>
                  </a:cubicBezTo>
                  <a:close/>
                  <a:moveTo>
                    <a:pt x="1250316" y="29210"/>
                  </a:moveTo>
                  <a:cubicBezTo>
                    <a:pt x="1255396" y="29210"/>
                    <a:pt x="1259841" y="29845"/>
                    <a:pt x="1264286" y="31750"/>
                  </a:cubicBezTo>
                  <a:cubicBezTo>
                    <a:pt x="1268731" y="33655"/>
                    <a:pt x="1273176" y="35560"/>
                    <a:pt x="1276350" y="38100"/>
                  </a:cubicBezTo>
                  <a:lnTo>
                    <a:pt x="1278256" y="38100"/>
                  </a:lnTo>
                  <a:lnTo>
                    <a:pt x="1271271" y="50165"/>
                  </a:lnTo>
                  <a:cubicBezTo>
                    <a:pt x="1268095" y="47625"/>
                    <a:pt x="1264921" y="46355"/>
                    <a:pt x="1261746" y="45085"/>
                  </a:cubicBezTo>
                  <a:cubicBezTo>
                    <a:pt x="1258570" y="43815"/>
                    <a:pt x="1254761" y="43180"/>
                    <a:pt x="1250951" y="43180"/>
                  </a:cubicBezTo>
                  <a:cubicBezTo>
                    <a:pt x="1247141" y="43180"/>
                    <a:pt x="1244601" y="43815"/>
                    <a:pt x="1242696" y="45085"/>
                  </a:cubicBezTo>
                  <a:cubicBezTo>
                    <a:pt x="1240791" y="46355"/>
                    <a:pt x="1240156" y="48260"/>
                    <a:pt x="1240156" y="50165"/>
                  </a:cubicBezTo>
                  <a:cubicBezTo>
                    <a:pt x="1240156" y="51435"/>
                    <a:pt x="1240156" y="52070"/>
                    <a:pt x="1240156" y="52705"/>
                  </a:cubicBezTo>
                  <a:cubicBezTo>
                    <a:pt x="1240156" y="53340"/>
                    <a:pt x="1241426" y="54610"/>
                    <a:pt x="1242061" y="55245"/>
                  </a:cubicBezTo>
                  <a:cubicBezTo>
                    <a:pt x="1243331" y="55880"/>
                    <a:pt x="1244601" y="57150"/>
                    <a:pt x="1246506" y="57785"/>
                  </a:cubicBezTo>
                  <a:cubicBezTo>
                    <a:pt x="1248411" y="59055"/>
                    <a:pt x="1250951" y="59690"/>
                    <a:pt x="1253491" y="60960"/>
                  </a:cubicBezTo>
                  <a:cubicBezTo>
                    <a:pt x="1257936" y="62865"/>
                    <a:pt x="1261746" y="64135"/>
                    <a:pt x="1264921" y="66040"/>
                  </a:cubicBezTo>
                  <a:cubicBezTo>
                    <a:pt x="1268095" y="67310"/>
                    <a:pt x="1270635" y="69215"/>
                    <a:pt x="1273176" y="71120"/>
                  </a:cubicBezTo>
                  <a:cubicBezTo>
                    <a:pt x="1275080" y="73025"/>
                    <a:pt x="1276985" y="75565"/>
                    <a:pt x="1278256" y="78105"/>
                  </a:cubicBezTo>
                  <a:cubicBezTo>
                    <a:pt x="1279525" y="80645"/>
                    <a:pt x="1280161" y="83820"/>
                    <a:pt x="1280161" y="87630"/>
                  </a:cubicBezTo>
                  <a:cubicBezTo>
                    <a:pt x="1280161" y="92075"/>
                    <a:pt x="1279525" y="95250"/>
                    <a:pt x="1277621" y="98425"/>
                  </a:cubicBezTo>
                  <a:cubicBezTo>
                    <a:pt x="1275716" y="101600"/>
                    <a:pt x="1273811" y="103505"/>
                    <a:pt x="1271271" y="105410"/>
                  </a:cubicBezTo>
                  <a:cubicBezTo>
                    <a:pt x="1268731" y="107315"/>
                    <a:pt x="1265556" y="108585"/>
                    <a:pt x="1261746" y="109220"/>
                  </a:cubicBezTo>
                  <a:cubicBezTo>
                    <a:pt x="1257936" y="109855"/>
                    <a:pt x="1254761" y="110490"/>
                    <a:pt x="1250951" y="110490"/>
                  </a:cubicBezTo>
                  <a:cubicBezTo>
                    <a:pt x="1245871" y="110490"/>
                    <a:pt x="1240791" y="109855"/>
                    <a:pt x="1235711" y="107950"/>
                  </a:cubicBezTo>
                  <a:cubicBezTo>
                    <a:pt x="1229996" y="106045"/>
                    <a:pt x="1225551" y="103505"/>
                    <a:pt x="1221106" y="100965"/>
                  </a:cubicBezTo>
                  <a:lnTo>
                    <a:pt x="1228091" y="89535"/>
                  </a:lnTo>
                  <a:cubicBezTo>
                    <a:pt x="1231901" y="92075"/>
                    <a:pt x="1235711" y="93980"/>
                    <a:pt x="1239521" y="95250"/>
                  </a:cubicBezTo>
                  <a:cubicBezTo>
                    <a:pt x="1243331" y="96520"/>
                    <a:pt x="1247141" y="97155"/>
                    <a:pt x="1250951" y="97155"/>
                  </a:cubicBezTo>
                  <a:cubicBezTo>
                    <a:pt x="1256031" y="97155"/>
                    <a:pt x="1259205" y="96520"/>
                    <a:pt x="1261746" y="94615"/>
                  </a:cubicBezTo>
                  <a:cubicBezTo>
                    <a:pt x="1264286" y="93345"/>
                    <a:pt x="1264921" y="90805"/>
                    <a:pt x="1264921" y="88265"/>
                  </a:cubicBezTo>
                  <a:cubicBezTo>
                    <a:pt x="1264921" y="86995"/>
                    <a:pt x="1264921" y="85725"/>
                    <a:pt x="1263650" y="84455"/>
                  </a:cubicBezTo>
                  <a:cubicBezTo>
                    <a:pt x="1263015" y="83185"/>
                    <a:pt x="1261746" y="82550"/>
                    <a:pt x="1259841" y="81280"/>
                  </a:cubicBezTo>
                  <a:cubicBezTo>
                    <a:pt x="1258570" y="80010"/>
                    <a:pt x="1256666" y="79375"/>
                    <a:pt x="1254125" y="78105"/>
                  </a:cubicBezTo>
                  <a:cubicBezTo>
                    <a:pt x="1252221" y="77470"/>
                    <a:pt x="1249681" y="76200"/>
                    <a:pt x="1246506" y="74930"/>
                  </a:cubicBezTo>
                  <a:cubicBezTo>
                    <a:pt x="1242061" y="73025"/>
                    <a:pt x="1238886" y="71755"/>
                    <a:pt x="1235711" y="69850"/>
                  </a:cubicBezTo>
                  <a:cubicBezTo>
                    <a:pt x="1232536" y="67945"/>
                    <a:pt x="1230631" y="66675"/>
                    <a:pt x="1228726" y="64770"/>
                  </a:cubicBezTo>
                  <a:cubicBezTo>
                    <a:pt x="1226821" y="62865"/>
                    <a:pt x="1225551" y="60960"/>
                    <a:pt x="1224916" y="58420"/>
                  </a:cubicBezTo>
                  <a:cubicBezTo>
                    <a:pt x="1224281" y="55880"/>
                    <a:pt x="1223646" y="53340"/>
                    <a:pt x="1223646" y="50165"/>
                  </a:cubicBezTo>
                  <a:cubicBezTo>
                    <a:pt x="1223646" y="46990"/>
                    <a:pt x="1224281" y="43815"/>
                    <a:pt x="1225551" y="40640"/>
                  </a:cubicBezTo>
                  <a:cubicBezTo>
                    <a:pt x="1226821" y="38100"/>
                    <a:pt x="1228726" y="35560"/>
                    <a:pt x="1231266" y="34290"/>
                  </a:cubicBezTo>
                  <a:cubicBezTo>
                    <a:pt x="1233806" y="32385"/>
                    <a:pt x="1236346" y="31115"/>
                    <a:pt x="1239521" y="30480"/>
                  </a:cubicBezTo>
                  <a:cubicBezTo>
                    <a:pt x="1242696" y="29845"/>
                    <a:pt x="1246506" y="29210"/>
                    <a:pt x="1250316" y="29210"/>
                  </a:cubicBezTo>
                  <a:close/>
                  <a:moveTo>
                    <a:pt x="1180466" y="29210"/>
                  </a:moveTo>
                  <a:cubicBezTo>
                    <a:pt x="1186181" y="29210"/>
                    <a:pt x="1190626" y="30480"/>
                    <a:pt x="1195071" y="32385"/>
                  </a:cubicBezTo>
                  <a:cubicBezTo>
                    <a:pt x="1198881" y="34290"/>
                    <a:pt x="1202691" y="37465"/>
                    <a:pt x="1205231" y="40640"/>
                  </a:cubicBezTo>
                  <a:cubicBezTo>
                    <a:pt x="1207771" y="44450"/>
                    <a:pt x="1209676" y="48260"/>
                    <a:pt x="1211581" y="53340"/>
                  </a:cubicBezTo>
                  <a:cubicBezTo>
                    <a:pt x="1212851" y="57785"/>
                    <a:pt x="1213486" y="62865"/>
                    <a:pt x="1213486" y="68580"/>
                  </a:cubicBezTo>
                  <a:lnTo>
                    <a:pt x="1212216" y="68580"/>
                  </a:lnTo>
                  <a:cubicBezTo>
                    <a:pt x="1212216" y="68580"/>
                    <a:pt x="1212216" y="71120"/>
                    <a:pt x="1212216" y="72390"/>
                  </a:cubicBezTo>
                  <a:cubicBezTo>
                    <a:pt x="1212216" y="73660"/>
                    <a:pt x="1212216" y="74295"/>
                    <a:pt x="1212216" y="75565"/>
                  </a:cubicBezTo>
                  <a:lnTo>
                    <a:pt x="1160781" y="75565"/>
                  </a:lnTo>
                  <a:cubicBezTo>
                    <a:pt x="1160781" y="79375"/>
                    <a:pt x="1162051" y="82550"/>
                    <a:pt x="1163321" y="85090"/>
                  </a:cubicBezTo>
                  <a:cubicBezTo>
                    <a:pt x="1164591" y="87630"/>
                    <a:pt x="1165861" y="90170"/>
                    <a:pt x="1167766" y="91440"/>
                  </a:cubicBezTo>
                  <a:cubicBezTo>
                    <a:pt x="1169671" y="93345"/>
                    <a:pt x="1171576" y="94615"/>
                    <a:pt x="1173481" y="95250"/>
                  </a:cubicBezTo>
                  <a:cubicBezTo>
                    <a:pt x="1175386" y="95885"/>
                    <a:pt x="1177926" y="96520"/>
                    <a:pt x="1180466" y="96520"/>
                  </a:cubicBezTo>
                  <a:cubicBezTo>
                    <a:pt x="1182371" y="96520"/>
                    <a:pt x="1183641" y="96520"/>
                    <a:pt x="1185546" y="96520"/>
                  </a:cubicBezTo>
                  <a:cubicBezTo>
                    <a:pt x="1186816" y="96520"/>
                    <a:pt x="1188721" y="95885"/>
                    <a:pt x="1189991" y="95250"/>
                  </a:cubicBezTo>
                  <a:cubicBezTo>
                    <a:pt x="1191261" y="95250"/>
                    <a:pt x="1192531" y="93980"/>
                    <a:pt x="1193801" y="93345"/>
                  </a:cubicBezTo>
                  <a:cubicBezTo>
                    <a:pt x="1195071" y="93345"/>
                    <a:pt x="1196341" y="92075"/>
                    <a:pt x="1198246" y="90805"/>
                  </a:cubicBezTo>
                  <a:lnTo>
                    <a:pt x="1207136" y="100330"/>
                  </a:lnTo>
                  <a:cubicBezTo>
                    <a:pt x="1207136" y="100330"/>
                    <a:pt x="1203326" y="103505"/>
                    <a:pt x="1201421" y="104775"/>
                  </a:cubicBezTo>
                  <a:cubicBezTo>
                    <a:pt x="1199516" y="106045"/>
                    <a:pt x="1197611" y="106680"/>
                    <a:pt x="1195706" y="107950"/>
                  </a:cubicBezTo>
                  <a:cubicBezTo>
                    <a:pt x="1193801" y="108585"/>
                    <a:pt x="1191261" y="109855"/>
                    <a:pt x="1188721" y="109855"/>
                  </a:cubicBezTo>
                  <a:cubicBezTo>
                    <a:pt x="1186181" y="109855"/>
                    <a:pt x="1183006" y="110490"/>
                    <a:pt x="1179831" y="110490"/>
                  </a:cubicBezTo>
                  <a:cubicBezTo>
                    <a:pt x="1176656" y="110490"/>
                    <a:pt x="1173481" y="110490"/>
                    <a:pt x="1170306" y="109220"/>
                  </a:cubicBezTo>
                  <a:cubicBezTo>
                    <a:pt x="1167131" y="108585"/>
                    <a:pt x="1164591" y="107315"/>
                    <a:pt x="1162686" y="105410"/>
                  </a:cubicBezTo>
                  <a:cubicBezTo>
                    <a:pt x="1160781" y="103505"/>
                    <a:pt x="1158241" y="102235"/>
                    <a:pt x="1156336" y="100330"/>
                  </a:cubicBezTo>
                  <a:cubicBezTo>
                    <a:pt x="1154431" y="98425"/>
                    <a:pt x="1152526" y="95885"/>
                    <a:pt x="1151256" y="92710"/>
                  </a:cubicBezTo>
                  <a:cubicBezTo>
                    <a:pt x="1149351" y="89535"/>
                    <a:pt x="1148081" y="86360"/>
                    <a:pt x="1147446" y="82550"/>
                  </a:cubicBezTo>
                  <a:cubicBezTo>
                    <a:pt x="1146811" y="78740"/>
                    <a:pt x="1146176" y="74295"/>
                    <a:pt x="1146176" y="69850"/>
                  </a:cubicBezTo>
                  <a:cubicBezTo>
                    <a:pt x="1146176" y="63500"/>
                    <a:pt x="1146811" y="57150"/>
                    <a:pt x="1148716" y="52070"/>
                  </a:cubicBezTo>
                  <a:cubicBezTo>
                    <a:pt x="1150621" y="46990"/>
                    <a:pt x="1152526" y="42545"/>
                    <a:pt x="1155701" y="39370"/>
                  </a:cubicBezTo>
                  <a:cubicBezTo>
                    <a:pt x="1158876" y="36195"/>
                    <a:pt x="1162051" y="33020"/>
                    <a:pt x="1166496" y="31750"/>
                  </a:cubicBezTo>
                  <a:cubicBezTo>
                    <a:pt x="1170941" y="29845"/>
                    <a:pt x="1175386" y="29210"/>
                    <a:pt x="1180466" y="29210"/>
                  </a:cubicBezTo>
                  <a:close/>
                  <a:moveTo>
                    <a:pt x="901065" y="29210"/>
                  </a:moveTo>
                  <a:cubicBezTo>
                    <a:pt x="906780" y="29210"/>
                    <a:pt x="911225" y="30480"/>
                    <a:pt x="915670" y="32385"/>
                  </a:cubicBezTo>
                  <a:cubicBezTo>
                    <a:pt x="919480" y="34290"/>
                    <a:pt x="923290" y="37465"/>
                    <a:pt x="925830" y="40640"/>
                  </a:cubicBezTo>
                  <a:cubicBezTo>
                    <a:pt x="928370" y="44450"/>
                    <a:pt x="930275" y="48260"/>
                    <a:pt x="932180" y="53340"/>
                  </a:cubicBezTo>
                  <a:cubicBezTo>
                    <a:pt x="933450" y="57785"/>
                    <a:pt x="934085" y="62865"/>
                    <a:pt x="934085" y="68580"/>
                  </a:cubicBezTo>
                  <a:lnTo>
                    <a:pt x="932815" y="68580"/>
                  </a:lnTo>
                  <a:cubicBezTo>
                    <a:pt x="932815" y="68580"/>
                    <a:pt x="932815" y="71120"/>
                    <a:pt x="932815" y="72390"/>
                  </a:cubicBezTo>
                  <a:cubicBezTo>
                    <a:pt x="932815" y="73660"/>
                    <a:pt x="932815" y="74295"/>
                    <a:pt x="932815" y="75565"/>
                  </a:cubicBezTo>
                  <a:lnTo>
                    <a:pt x="881380" y="75565"/>
                  </a:lnTo>
                  <a:cubicBezTo>
                    <a:pt x="881380" y="79375"/>
                    <a:pt x="882650" y="82550"/>
                    <a:pt x="883920" y="85090"/>
                  </a:cubicBezTo>
                  <a:cubicBezTo>
                    <a:pt x="885190" y="87630"/>
                    <a:pt x="886460" y="90170"/>
                    <a:pt x="888365" y="91440"/>
                  </a:cubicBezTo>
                  <a:cubicBezTo>
                    <a:pt x="890270" y="93345"/>
                    <a:pt x="892175" y="94615"/>
                    <a:pt x="894080" y="95250"/>
                  </a:cubicBezTo>
                  <a:cubicBezTo>
                    <a:pt x="895985" y="95885"/>
                    <a:pt x="898525" y="96520"/>
                    <a:pt x="901065" y="96520"/>
                  </a:cubicBezTo>
                  <a:cubicBezTo>
                    <a:pt x="902970" y="96520"/>
                    <a:pt x="904240" y="96520"/>
                    <a:pt x="906145" y="96520"/>
                  </a:cubicBezTo>
                  <a:cubicBezTo>
                    <a:pt x="907415" y="96520"/>
                    <a:pt x="909320" y="95885"/>
                    <a:pt x="910590" y="95250"/>
                  </a:cubicBezTo>
                  <a:cubicBezTo>
                    <a:pt x="911860" y="95250"/>
                    <a:pt x="913130" y="93980"/>
                    <a:pt x="914400" y="93345"/>
                  </a:cubicBezTo>
                  <a:cubicBezTo>
                    <a:pt x="915670" y="93345"/>
                    <a:pt x="916940" y="92075"/>
                    <a:pt x="918845" y="90805"/>
                  </a:cubicBezTo>
                  <a:lnTo>
                    <a:pt x="927735" y="100330"/>
                  </a:lnTo>
                  <a:cubicBezTo>
                    <a:pt x="927735" y="100330"/>
                    <a:pt x="923925" y="103505"/>
                    <a:pt x="922020" y="104775"/>
                  </a:cubicBezTo>
                  <a:cubicBezTo>
                    <a:pt x="920115" y="106045"/>
                    <a:pt x="918210" y="106680"/>
                    <a:pt x="916305" y="107950"/>
                  </a:cubicBezTo>
                  <a:cubicBezTo>
                    <a:pt x="914400" y="108585"/>
                    <a:pt x="911860" y="109855"/>
                    <a:pt x="909320" y="109855"/>
                  </a:cubicBezTo>
                  <a:cubicBezTo>
                    <a:pt x="906780" y="109855"/>
                    <a:pt x="903605" y="110490"/>
                    <a:pt x="900430" y="110490"/>
                  </a:cubicBezTo>
                  <a:cubicBezTo>
                    <a:pt x="897255" y="110490"/>
                    <a:pt x="894080" y="110490"/>
                    <a:pt x="890905" y="109220"/>
                  </a:cubicBezTo>
                  <a:cubicBezTo>
                    <a:pt x="887730" y="108585"/>
                    <a:pt x="885190" y="107315"/>
                    <a:pt x="883285" y="105410"/>
                  </a:cubicBezTo>
                  <a:cubicBezTo>
                    <a:pt x="881380" y="103505"/>
                    <a:pt x="878840" y="102235"/>
                    <a:pt x="876935" y="100330"/>
                  </a:cubicBezTo>
                  <a:cubicBezTo>
                    <a:pt x="875030" y="98425"/>
                    <a:pt x="873125" y="95885"/>
                    <a:pt x="871855" y="92710"/>
                  </a:cubicBezTo>
                  <a:cubicBezTo>
                    <a:pt x="869950" y="89535"/>
                    <a:pt x="868680" y="86360"/>
                    <a:pt x="868045" y="82550"/>
                  </a:cubicBezTo>
                  <a:cubicBezTo>
                    <a:pt x="867410" y="78740"/>
                    <a:pt x="866775" y="74295"/>
                    <a:pt x="866775" y="69850"/>
                  </a:cubicBezTo>
                  <a:cubicBezTo>
                    <a:pt x="866775" y="63500"/>
                    <a:pt x="867410" y="57150"/>
                    <a:pt x="869315" y="52070"/>
                  </a:cubicBezTo>
                  <a:cubicBezTo>
                    <a:pt x="871220" y="46990"/>
                    <a:pt x="873125" y="42545"/>
                    <a:pt x="876300" y="39370"/>
                  </a:cubicBezTo>
                  <a:cubicBezTo>
                    <a:pt x="879475" y="36195"/>
                    <a:pt x="882650" y="33020"/>
                    <a:pt x="887095" y="31750"/>
                  </a:cubicBezTo>
                  <a:cubicBezTo>
                    <a:pt x="891540" y="29845"/>
                    <a:pt x="895985" y="29210"/>
                    <a:pt x="901065" y="29210"/>
                  </a:cubicBezTo>
                  <a:close/>
                  <a:moveTo>
                    <a:pt x="668656" y="29210"/>
                  </a:moveTo>
                  <a:cubicBezTo>
                    <a:pt x="671830" y="29210"/>
                    <a:pt x="674370" y="29210"/>
                    <a:pt x="676275" y="29845"/>
                  </a:cubicBezTo>
                  <a:cubicBezTo>
                    <a:pt x="678181" y="29845"/>
                    <a:pt x="680086" y="31115"/>
                    <a:pt x="681991" y="32385"/>
                  </a:cubicBezTo>
                  <a:lnTo>
                    <a:pt x="678181" y="46990"/>
                  </a:lnTo>
                  <a:lnTo>
                    <a:pt x="676910" y="46990"/>
                  </a:lnTo>
                  <a:cubicBezTo>
                    <a:pt x="676910" y="46990"/>
                    <a:pt x="673736" y="45085"/>
                    <a:pt x="671830" y="45085"/>
                  </a:cubicBezTo>
                  <a:cubicBezTo>
                    <a:pt x="669925" y="45085"/>
                    <a:pt x="668020" y="44450"/>
                    <a:pt x="665480" y="44450"/>
                  </a:cubicBezTo>
                  <a:cubicBezTo>
                    <a:pt x="660400" y="44450"/>
                    <a:pt x="656590" y="46355"/>
                    <a:pt x="654050" y="49530"/>
                  </a:cubicBezTo>
                  <a:cubicBezTo>
                    <a:pt x="651510" y="52705"/>
                    <a:pt x="650240" y="57785"/>
                    <a:pt x="650240" y="64770"/>
                  </a:cubicBezTo>
                  <a:lnTo>
                    <a:pt x="650240" y="109220"/>
                  </a:lnTo>
                  <a:lnTo>
                    <a:pt x="635000" y="109220"/>
                  </a:lnTo>
                  <a:lnTo>
                    <a:pt x="635000" y="31115"/>
                  </a:lnTo>
                  <a:lnTo>
                    <a:pt x="650240" y="31115"/>
                  </a:lnTo>
                  <a:lnTo>
                    <a:pt x="650240" y="38735"/>
                  </a:lnTo>
                  <a:cubicBezTo>
                    <a:pt x="650240" y="38735"/>
                    <a:pt x="652145" y="36195"/>
                    <a:pt x="653416" y="34925"/>
                  </a:cubicBezTo>
                  <a:cubicBezTo>
                    <a:pt x="654685" y="33655"/>
                    <a:pt x="655955" y="33020"/>
                    <a:pt x="657861" y="31750"/>
                  </a:cubicBezTo>
                  <a:cubicBezTo>
                    <a:pt x="659130" y="31115"/>
                    <a:pt x="661035" y="30480"/>
                    <a:pt x="662940" y="29845"/>
                  </a:cubicBezTo>
                  <a:cubicBezTo>
                    <a:pt x="664845" y="29845"/>
                    <a:pt x="666751" y="29210"/>
                    <a:pt x="668656" y="29210"/>
                  </a:cubicBezTo>
                  <a:close/>
                  <a:moveTo>
                    <a:pt x="586739" y="29210"/>
                  </a:moveTo>
                  <a:cubicBezTo>
                    <a:pt x="592454" y="29210"/>
                    <a:pt x="596899" y="30480"/>
                    <a:pt x="601344" y="32385"/>
                  </a:cubicBezTo>
                  <a:cubicBezTo>
                    <a:pt x="605154" y="34290"/>
                    <a:pt x="608964" y="37465"/>
                    <a:pt x="611504" y="40640"/>
                  </a:cubicBezTo>
                  <a:cubicBezTo>
                    <a:pt x="614044" y="44450"/>
                    <a:pt x="615949" y="48260"/>
                    <a:pt x="617854" y="53340"/>
                  </a:cubicBezTo>
                  <a:cubicBezTo>
                    <a:pt x="619124" y="57785"/>
                    <a:pt x="619759" y="62865"/>
                    <a:pt x="619759" y="68580"/>
                  </a:cubicBezTo>
                  <a:lnTo>
                    <a:pt x="618489" y="68580"/>
                  </a:lnTo>
                  <a:cubicBezTo>
                    <a:pt x="618489" y="68580"/>
                    <a:pt x="618489" y="71120"/>
                    <a:pt x="618489" y="72390"/>
                  </a:cubicBezTo>
                  <a:cubicBezTo>
                    <a:pt x="618489" y="73660"/>
                    <a:pt x="618489" y="74295"/>
                    <a:pt x="618489" y="75565"/>
                  </a:cubicBezTo>
                  <a:lnTo>
                    <a:pt x="567054" y="75565"/>
                  </a:lnTo>
                  <a:cubicBezTo>
                    <a:pt x="567054" y="79375"/>
                    <a:pt x="568324" y="82550"/>
                    <a:pt x="569594" y="85090"/>
                  </a:cubicBezTo>
                  <a:cubicBezTo>
                    <a:pt x="570864" y="87630"/>
                    <a:pt x="572134" y="90170"/>
                    <a:pt x="574039" y="91440"/>
                  </a:cubicBezTo>
                  <a:cubicBezTo>
                    <a:pt x="575944" y="93345"/>
                    <a:pt x="577849" y="94615"/>
                    <a:pt x="579754" y="95250"/>
                  </a:cubicBezTo>
                  <a:cubicBezTo>
                    <a:pt x="581659" y="95885"/>
                    <a:pt x="584199" y="96520"/>
                    <a:pt x="586739" y="96520"/>
                  </a:cubicBezTo>
                  <a:cubicBezTo>
                    <a:pt x="588644" y="96520"/>
                    <a:pt x="589914" y="96520"/>
                    <a:pt x="591819" y="96520"/>
                  </a:cubicBezTo>
                  <a:cubicBezTo>
                    <a:pt x="593089" y="96520"/>
                    <a:pt x="594994" y="95885"/>
                    <a:pt x="596264" y="95250"/>
                  </a:cubicBezTo>
                  <a:cubicBezTo>
                    <a:pt x="597534" y="95250"/>
                    <a:pt x="598804" y="93980"/>
                    <a:pt x="600074" y="93345"/>
                  </a:cubicBezTo>
                  <a:cubicBezTo>
                    <a:pt x="601344" y="93345"/>
                    <a:pt x="602614" y="92075"/>
                    <a:pt x="604519" y="90805"/>
                  </a:cubicBezTo>
                  <a:lnTo>
                    <a:pt x="613409" y="100330"/>
                  </a:lnTo>
                  <a:cubicBezTo>
                    <a:pt x="613409" y="100330"/>
                    <a:pt x="609599" y="103505"/>
                    <a:pt x="607694" y="104775"/>
                  </a:cubicBezTo>
                  <a:cubicBezTo>
                    <a:pt x="605789" y="106045"/>
                    <a:pt x="603884" y="106680"/>
                    <a:pt x="601979" y="107950"/>
                  </a:cubicBezTo>
                  <a:cubicBezTo>
                    <a:pt x="600074" y="108585"/>
                    <a:pt x="597534" y="109855"/>
                    <a:pt x="594994" y="109855"/>
                  </a:cubicBezTo>
                  <a:cubicBezTo>
                    <a:pt x="592454" y="109855"/>
                    <a:pt x="589279" y="110490"/>
                    <a:pt x="586104" y="110490"/>
                  </a:cubicBezTo>
                  <a:cubicBezTo>
                    <a:pt x="582929" y="110490"/>
                    <a:pt x="579754" y="110490"/>
                    <a:pt x="576579" y="109220"/>
                  </a:cubicBezTo>
                  <a:cubicBezTo>
                    <a:pt x="573404" y="108585"/>
                    <a:pt x="570864" y="107315"/>
                    <a:pt x="568959" y="105410"/>
                  </a:cubicBezTo>
                  <a:cubicBezTo>
                    <a:pt x="566419" y="104140"/>
                    <a:pt x="564514" y="102235"/>
                    <a:pt x="562609" y="100330"/>
                  </a:cubicBezTo>
                  <a:cubicBezTo>
                    <a:pt x="560704" y="98425"/>
                    <a:pt x="558799" y="95885"/>
                    <a:pt x="557529" y="92710"/>
                  </a:cubicBezTo>
                  <a:cubicBezTo>
                    <a:pt x="555624" y="89535"/>
                    <a:pt x="554354" y="86360"/>
                    <a:pt x="553719" y="82550"/>
                  </a:cubicBezTo>
                  <a:cubicBezTo>
                    <a:pt x="553084" y="78740"/>
                    <a:pt x="552449" y="74295"/>
                    <a:pt x="552449" y="69850"/>
                  </a:cubicBezTo>
                  <a:cubicBezTo>
                    <a:pt x="552449" y="63500"/>
                    <a:pt x="553084" y="57150"/>
                    <a:pt x="554989" y="52070"/>
                  </a:cubicBezTo>
                  <a:cubicBezTo>
                    <a:pt x="556894" y="46990"/>
                    <a:pt x="558799" y="42545"/>
                    <a:pt x="561974" y="39370"/>
                  </a:cubicBezTo>
                  <a:cubicBezTo>
                    <a:pt x="565149" y="36195"/>
                    <a:pt x="568324" y="33020"/>
                    <a:pt x="572769" y="31750"/>
                  </a:cubicBezTo>
                  <a:cubicBezTo>
                    <a:pt x="577214" y="29845"/>
                    <a:pt x="581659" y="29210"/>
                    <a:pt x="586739" y="29210"/>
                  </a:cubicBezTo>
                  <a:close/>
                  <a:moveTo>
                    <a:pt x="400050" y="29210"/>
                  </a:moveTo>
                  <a:cubicBezTo>
                    <a:pt x="405765" y="29210"/>
                    <a:pt x="410210" y="30480"/>
                    <a:pt x="414655" y="32385"/>
                  </a:cubicBezTo>
                  <a:cubicBezTo>
                    <a:pt x="418465" y="34290"/>
                    <a:pt x="422275" y="37465"/>
                    <a:pt x="424815" y="40640"/>
                  </a:cubicBezTo>
                  <a:cubicBezTo>
                    <a:pt x="427355" y="44450"/>
                    <a:pt x="429260" y="48260"/>
                    <a:pt x="431165" y="53340"/>
                  </a:cubicBezTo>
                  <a:cubicBezTo>
                    <a:pt x="432435" y="57785"/>
                    <a:pt x="433070" y="62865"/>
                    <a:pt x="433070" y="68580"/>
                  </a:cubicBezTo>
                  <a:lnTo>
                    <a:pt x="431800" y="68580"/>
                  </a:lnTo>
                  <a:cubicBezTo>
                    <a:pt x="431800" y="68580"/>
                    <a:pt x="431800" y="71120"/>
                    <a:pt x="431800" y="72390"/>
                  </a:cubicBezTo>
                  <a:cubicBezTo>
                    <a:pt x="431800" y="73660"/>
                    <a:pt x="431800" y="74295"/>
                    <a:pt x="431800" y="75565"/>
                  </a:cubicBezTo>
                  <a:lnTo>
                    <a:pt x="380365" y="75565"/>
                  </a:lnTo>
                  <a:cubicBezTo>
                    <a:pt x="380365" y="79375"/>
                    <a:pt x="381635" y="82550"/>
                    <a:pt x="382905" y="85090"/>
                  </a:cubicBezTo>
                  <a:cubicBezTo>
                    <a:pt x="384175" y="87630"/>
                    <a:pt x="385445" y="90170"/>
                    <a:pt x="387350" y="91440"/>
                  </a:cubicBezTo>
                  <a:cubicBezTo>
                    <a:pt x="389255" y="93345"/>
                    <a:pt x="391160" y="94615"/>
                    <a:pt x="393065" y="95250"/>
                  </a:cubicBezTo>
                  <a:cubicBezTo>
                    <a:pt x="394970" y="95885"/>
                    <a:pt x="397510" y="96520"/>
                    <a:pt x="400050" y="96520"/>
                  </a:cubicBezTo>
                  <a:cubicBezTo>
                    <a:pt x="401955" y="96520"/>
                    <a:pt x="403225" y="96520"/>
                    <a:pt x="405130" y="96520"/>
                  </a:cubicBezTo>
                  <a:cubicBezTo>
                    <a:pt x="406400" y="96520"/>
                    <a:pt x="408305" y="95885"/>
                    <a:pt x="409575" y="95250"/>
                  </a:cubicBezTo>
                  <a:cubicBezTo>
                    <a:pt x="410845" y="95250"/>
                    <a:pt x="412115" y="93980"/>
                    <a:pt x="413385" y="93345"/>
                  </a:cubicBezTo>
                  <a:cubicBezTo>
                    <a:pt x="414655" y="93345"/>
                    <a:pt x="415925" y="92075"/>
                    <a:pt x="417830" y="90805"/>
                  </a:cubicBezTo>
                  <a:lnTo>
                    <a:pt x="426720" y="100330"/>
                  </a:lnTo>
                  <a:cubicBezTo>
                    <a:pt x="426720" y="100330"/>
                    <a:pt x="422910" y="103505"/>
                    <a:pt x="421005" y="104775"/>
                  </a:cubicBezTo>
                  <a:cubicBezTo>
                    <a:pt x="419100" y="106045"/>
                    <a:pt x="417195" y="106680"/>
                    <a:pt x="415290" y="107950"/>
                  </a:cubicBezTo>
                  <a:cubicBezTo>
                    <a:pt x="413385" y="108585"/>
                    <a:pt x="410845" y="109855"/>
                    <a:pt x="408305" y="109855"/>
                  </a:cubicBezTo>
                  <a:cubicBezTo>
                    <a:pt x="405765" y="109855"/>
                    <a:pt x="402590" y="110490"/>
                    <a:pt x="399415" y="110490"/>
                  </a:cubicBezTo>
                  <a:cubicBezTo>
                    <a:pt x="396240" y="110490"/>
                    <a:pt x="393065" y="110490"/>
                    <a:pt x="389890" y="109220"/>
                  </a:cubicBezTo>
                  <a:cubicBezTo>
                    <a:pt x="386715" y="108585"/>
                    <a:pt x="384175" y="107315"/>
                    <a:pt x="382270" y="105410"/>
                  </a:cubicBezTo>
                  <a:cubicBezTo>
                    <a:pt x="380365" y="103505"/>
                    <a:pt x="377825" y="102235"/>
                    <a:pt x="375920" y="100330"/>
                  </a:cubicBezTo>
                  <a:cubicBezTo>
                    <a:pt x="374015" y="98425"/>
                    <a:pt x="372110" y="95885"/>
                    <a:pt x="370840" y="92710"/>
                  </a:cubicBezTo>
                  <a:cubicBezTo>
                    <a:pt x="368935" y="89535"/>
                    <a:pt x="367665" y="86360"/>
                    <a:pt x="367030" y="82550"/>
                  </a:cubicBezTo>
                  <a:cubicBezTo>
                    <a:pt x="366395" y="78740"/>
                    <a:pt x="365760" y="74295"/>
                    <a:pt x="365760" y="69850"/>
                  </a:cubicBezTo>
                  <a:cubicBezTo>
                    <a:pt x="365760" y="63500"/>
                    <a:pt x="366395" y="57150"/>
                    <a:pt x="368300" y="52070"/>
                  </a:cubicBezTo>
                  <a:cubicBezTo>
                    <a:pt x="370205" y="46990"/>
                    <a:pt x="372110" y="42545"/>
                    <a:pt x="375285" y="39370"/>
                  </a:cubicBezTo>
                  <a:cubicBezTo>
                    <a:pt x="378460" y="36195"/>
                    <a:pt x="381635" y="33020"/>
                    <a:pt x="386080" y="31750"/>
                  </a:cubicBezTo>
                  <a:cubicBezTo>
                    <a:pt x="390525" y="29845"/>
                    <a:pt x="394970" y="29210"/>
                    <a:pt x="400050" y="29210"/>
                  </a:cubicBezTo>
                  <a:close/>
                  <a:moveTo>
                    <a:pt x="201930" y="29210"/>
                  </a:moveTo>
                  <a:cubicBezTo>
                    <a:pt x="207645" y="29210"/>
                    <a:pt x="212090" y="30480"/>
                    <a:pt x="216535" y="32385"/>
                  </a:cubicBezTo>
                  <a:cubicBezTo>
                    <a:pt x="220345" y="34290"/>
                    <a:pt x="224155" y="37465"/>
                    <a:pt x="226695" y="40640"/>
                  </a:cubicBezTo>
                  <a:cubicBezTo>
                    <a:pt x="229235" y="44450"/>
                    <a:pt x="231140" y="48260"/>
                    <a:pt x="233045" y="53340"/>
                  </a:cubicBezTo>
                  <a:cubicBezTo>
                    <a:pt x="234315" y="57785"/>
                    <a:pt x="234950" y="62865"/>
                    <a:pt x="234950" y="68580"/>
                  </a:cubicBezTo>
                  <a:lnTo>
                    <a:pt x="233680" y="68580"/>
                  </a:lnTo>
                  <a:cubicBezTo>
                    <a:pt x="233680" y="68580"/>
                    <a:pt x="233680" y="71120"/>
                    <a:pt x="233680" y="72390"/>
                  </a:cubicBezTo>
                  <a:cubicBezTo>
                    <a:pt x="233680" y="73660"/>
                    <a:pt x="233680" y="74295"/>
                    <a:pt x="233680" y="75565"/>
                  </a:cubicBezTo>
                  <a:lnTo>
                    <a:pt x="182245" y="75565"/>
                  </a:lnTo>
                  <a:cubicBezTo>
                    <a:pt x="182245" y="79375"/>
                    <a:pt x="183515" y="82550"/>
                    <a:pt x="184785" y="85090"/>
                  </a:cubicBezTo>
                  <a:cubicBezTo>
                    <a:pt x="186055" y="87630"/>
                    <a:pt x="187325" y="90170"/>
                    <a:pt x="189230" y="91440"/>
                  </a:cubicBezTo>
                  <a:cubicBezTo>
                    <a:pt x="191135" y="93345"/>
                    <a:pt x="193040" y="94615"/>
                    <a:pt x="194945" y="95250"/>
                  </a:cubicBezTo>
                  <a:cubicBezTo>
                    <a:pt x="196850" y="95885"/>
                    <a:pt x="199390" y="96520"/>
                    <a:pt x="201930" y="96520"/>
                  </a:cubicBezTo>
                  <a:cubicBezTo>
                    <a:pt x="203835" y="96520"/>
                    <a:pt x="205105" y="96520"/>
                    <a:pt x="207010" y="96520"/>
                  </a:cubicBezTo>
                  <a:cubicBezTo>
                    <a:pt x="208280" y="96520"/>
                    <a:pt x="210185" y="95885"/>
                    <a:pt x="211455" y="95250"/>
                  </a:cubicBezTo>
                  <a:cubicBezTo>
                    <a:pt x="212725" y="95250"/>
                    <a:pt x="213995" y="93980"/>
                    <a:pt x="215265" y="93345"/>
                  </a:cubicBezTo>
                  <a:cubicBezTo>
                    <a:pt x="216535" y="93345"/>
                    <a:pt x="217805" y="92075"/>
                    <a:pt x="219710" y="90805"/>
                  </a:cubicBezTo>
                  <a:lnTo>
                    <a:pt x="228600" y="100330"/>
                  </a:lnTo>
                  <a:cubicBezTo>
                    <a:pt x="228600" y="100330"/>
                    <a:pt x="224790" y="103505"/>
                    <a:pt x="222885" y="104775"/>
                  </a:cubicBezTo>
                  <a:cubicBezTo>
                    <a:pt x="220980" y="106045"/>
                    <a:pt x="219075" y="106680"/>
                    <a:pt x="217170" y="107950"/>
                  </a:cubicBezTo>
                  <a:cubicBezTo>
                    <a:pt x="215265" y="108585"/>
                    <a:pt x="212725" y="109855"/>
                    <a:pt x="210185" y="109855"/>
                  </a:cubicBezTo>
                  <a:cubicBezTo>
                    <a:pt x="207645" y="109855"/>
                    <a:pt x="204470" y="110490"/>
                    <a:pt x="201295" y="110490"/>
                  </a:cubicBezTo>
                  <a:cubicBezTo>
                    <a:pt x="198120" y="110490"/>
                    <a:pt x="194945" y="110490"/>
                    <a:pt x="191770" y="109220"/>
                  </a:cubicBezTo>
                  <a:cubicBezTo>
                    <a:pt x="188595" y="108585"/>
                    <a:pt x="186055" y="107315"/>
                    <a:pt x="184150" y="105410"/>
                  </a:cubicBezTo>
                  <a:cubicBezTo>
                    <a:pt x="181610" y="104140"/>
                    <a:pt x="179705" y="102235"/>
                    <a:pt x="177800" y="100330"/>
                  </a:cubicBezTo>
                  <a:cubicBezTo>
                    <a:pt x="175895" y="98425"/>
                    <a:pt x="173990" y="95885"/>
                    <a:pt x="172720" y="92710"/>
                  </a:cubicBezTo>
                  <a:cubicBezTo>
                    <a:pt x="170815" y="89535"/>
                    <a:pt x="169545" y="86360"/>
                    <a:pt x="168910" y="82550"/>
                  </a:cubicBezTo>
                  <a:cubicBezTo>
                    <a:pt x="168275" y="78740"/>
                    <a:pt x="167640" y="74295"/>
                    <a:pt x="167640" y="69850"/>
                  </a:cubicBezTo>
                  <a:cubicBezTo>
                    <a:pt x="167640" y="63500"/>
                    <a:pt x="168275" y="57150"/>
                    <a:pt x="170180" y="52070"/>
                  </a:cubicBezTo>
                  <a:cubicBezTo>
                    <a:pt x="172085" y="46990"/>
                    <a:pt x="173990" y="42545"/>
                    <a:pt x="177165" y="39370"/>
                  </a:cubicBezTo>
                  <a:cubicBezTo>
                    <a:pt x="180340" y="36195"/>
                    <a:pt x="183515" y="33020"/>
                    <a:pt x="187960" y="31750"/>
                  </a:cubicBezTo>
                  <a:cubicBezTo>
                    <a:pt x="192405" y="29845"/>
                    <a:pt x="196850" y="29210"/>
                    <a:pt x="201930" y="29210"/>
                  </a:cubicBezTo>
                  <a:close/>
                  <a:moveTo>
                    <a:pt x="4664706" y="28574"/>
                  </a:moveTo>
                  <a:cubicBezTo>
                    <a:pt x="4669786" y="28574"/>
                    <a:pt x="4674231" y="29209"/>
                    <a:pt x="4678676" y="31749"/>
                  </a:cubicBezTo>
                  <a:cubicBezTo>
                    <a:pt x="4683121" y="33654"/>
                    <a:pt x="4686296" y="36194"/>
                    <a:pt x="4689471" y="40004"/>
                  </a:cubicBezTo>
                  <a:cubicBezTo>
                    <a:pt x="4692646" y="43814"/>
                    <a:pt x="4695186" y="47624"/>
                    <a:pt x="4696456" y="52704"/>
                  </a:cubicBezTo>
                  <a:cubicBezTo>
                    <a:pt x="4698361" y="57784"/>
                    <a:pt x="4698996" y="63499"/>
                    <a:pt x="4698996" y="69214"/>
                  </a:cubicBezTo>
                  <a:lnTo>
                    <a:pt x="4699631" y="69214"/>
                  </a:lnTo>
                  <a:cubicBezTo>
                    <a:pt x="4699631" y="75564"/>
                    <a:pt x="4698996" y="81279"/>
                    <a:pt x="4697091" y="86359"/>
                  </a:cubicBezTo>
                  <a:cubicBezTo>
                    <a:pt x="4695186" y="91439"/>
                    <a:pt x="4692646" y="95884"/>
                    <a:pt x="4689471" y="99059"/>
                  </a:cubicBezTo>
                  <a:cubicBezTo>
                    <a:pt x="4686296" y="102869"/>
                    <a:pt x="4682486" y="105409"/>
                    <a:pt x="4678041" y="107314"/>
                  </a:cubicBezTo>
                  <a:cubicBezTo>
                    <a:pt x="4673596" y="109219"/>
                    <a:pt x="4669151" y="109854"/>
                    <a:pt x="4664071" y="109854"/>
                  </a:cubicBezTo>
                  <a:cubicBezTo>
                    <a:pt x="4658991" y="109854"/>
                    <a:pt x="4654546" y="108584"/>
                    <a:pt x="4650101" y="106679"/>
                  </a:cubicBezTo>
                  <a:cubicBezTo>
                    <a:pt x="4645656" y="104774"/>
                    <a:pt x="4642481" y="102234"/>
                    <a:pt x="4639306" y="98424"/>
                  </a:cubicBezTo>
                  <a:cubicBezTo>
                    <a:pt x="4636131" y="94614"/>
                    <a:pt x="4633591" y="90804"/>
                    <a:pt x="4632321" y="85724"/>
                  </a:cubicBezTo>
                  <a:cubicBezTo>
                    <a:pt x="4630416" y="80644"/>
                    <a:pt x="4629781" y="74929"/>
                    <a:pt x="4629781" y="69214"/>
                  </a:cubicBezTo>
                  <a:cubicBezTo>
                    <a:pt x="4629781" y="63499"/>
                    <a:pt x="4630416" y="57149"/>
                    <a:pt x="4632321" y="52069"/>
                  </a:cubicBezTo>
                  <a:cubicBezTo>
                    <a:pt x="4634226" y="46989"/>
                    <a:pt x="4636766" y="42544"/>
                    <a:pt x="4639941" y="39369"/>
                  </a:cubicBezTo>
                  <a:cubicBezTo>
                    <a:pt x="4643116" y="35559"/>
                    <a:pt x="4646926" y="33019"/>
                    <a:pt x="4650736" y="31114"/>
                  </a:cubicBezTo>
                  <a:cubicBezTo>
                    <a:pt x="4655181" y="29209"/>
                    <a:pt x="4659626" y="28574"/>
                    <a:pt x="4664706" y="28574"/>
                  </a:cubicBezTo>
                  <a:close/>
                  <a:moveTo>
                    <a:pt x="4264655" y="28574"/>
                  </a:moveTo>
                  <a:cubicBezTo>
                    <a:pt x="4269735" y="28574"/>
                    <a:pt x="4274180" y="29209"/>
                    <a:pt x="4278625" y="31749"/>
                  </a:cubicBezTo>
                  <a:cubicBezTo>
                    <a:pt x="4283070" y="33654"/>
                    <a:pt x="4286245" y="36194"/>
                    <a:pt x="4289420" y="40004"/>
                  </a:cubicBezTo>
                  <a:cubicBezTo>
                    <a:pt x="4292595" y="43814"/>
                    <a:pt x="4295135" y="47624"/>
                    <a:pt x="4296405" y="52704"/>
                  </a:cubicBezTo>
                  <a:cubicBezTo>
                    <a:pt x="4298310" y="57784"/>
                    <a:pt x="4298945" y="63499"/>
                    <a:pt x="4298945" y="69214"/>
                  </a:cubicBezTo>
                  <a:lnTo>
                    <a:pt x="4299580" y="69214"/>
                  </a:lnTo>
                  <a:cubicBezTo>
                    <a:pt x="4299580" y="75564"/>
                    <a:pt x="4298945" y="81279"/>
                    <a:pt x="4297040" y="86359"/>
                  </a:cubicBezTo>
                  <a:cubicBezTo>
                    <a:pt x="4295135" y="91439"/>
                    <a:pt x="4292595" y="95884"/>
                    <a:pt x="4289420" y="99059"/>
                  </a:cubicBezTo>
                  <a:cubicBezTo>
                    <a:pt x="4286245" y="102869"/>
                    <a:pt x="4282435" y="105409"/>
                    <a:pt x="4277990" y="107314"/>
                  </a:cubicBezTo>
                  <a:cubicBezTo>
                    <a:pt x="4273545" y="109219"/>
                    <a:pt x="4269100" y="109854"/>
                    <a:pt x="4264020" y="109854"/>
                  </a:cubicBezTo>
                  <a:cubicBezTo>
                    <a:pt x="4258940" y="109854"/>
                    <a:pt x="4254495" y="108584"/>
                    <a:pt x="4250050" y="106679"/>
                  </a:cubicBezTo>
                  <a:cubicBezTo>
                    <a:pt x="4245605" y="104774"/>
                    <a:pt x="4242430" y="102234"/>
                    <a:pt x="4239255" y="98424"/>
                  </a:cubicBezTo>
                  <a:cubicBezTo>
                    <a:pt x="4236080" y="94614"/>
                    <a:pt x="4233540" y="90804"/>
                    <a:pt x="4232270" y="85724"/>
                  </a:cubicBezTo>
                  <a:cubicBezTo>
                    <a:pt x="4230365" y="80644"/>
                    <a:pt x="4229730" y="74929"/>
                    <a:pt x="4229730" y="69214"/>
                  </a:cubicBezTo>
                  <a:cubicBezTo>
                    <a:pt x="4229730" y="63499"/>
                    <a:pt x="4230365" y="57149"/>
                    <a:pt x="4232270" y="52069"/>
                  </a:cubicBezTo>
                  <a:cubicBezTo>
                    <a:pt x="4234175" y="46989"/>
                    <a:pt x="4236715" y="42544"/>
                    <a:pt x="4239890" y="39369"/>
                  </a:cubicBezTo>
                  <a:cubicBezTo>
                    <a:pt x="4243065" y="35559"/>
                    <a:pt x="4246875" y="33019"/>
                    <a:pt x="4250685" y="31114"/>
                  </a:cubicBezTo>
                  <a:cubicBezTo>
                    <a:pt x="4255130" y="29209"/>
                    <a:pt x="4259575" y="28574"/>
                    <a:pt x="4264655" y="28574"/>
                  </a:cubicBezTo>
                  <a:close/>
                  <a:moveTo>
                    <a:pt x="1420495" y="28574"/>
                  </a:moveTo>
                  <a:cubicBezTo>
                    <a:pt x="1425575" y="28574"/>
                    <a:pt x="1430020" y="29209"/>
                    <a:pt x="1434465" y="31749"/>
                  </a:cubicBezTo>
                  <a:cubicBezTo>
                    <a:pt x="1438910" y="33654"/>
                    <a:pt x="1442085" y="36194"/>
                    <a:pt x="1445260" y="40004"/>
                  </a:cubicBezTo>
                  <a:cubicBezTo>
                    <a:pt x="1448435" y="43814"/>
                    <a:pt x="1450975" y="47624"/>
                    <a:pt x="1452245" y="52704"/>
                  </a:cubicBezTo>
                  <a:cubicBezTo>
                    <a:pt x="1454150" y="57784"/>
                    <a:pt x="1454785" y="63499"/>
                    <a:pt x="1454785" y="69214"/>
                  </a:cubicBezTo>
                  <a:lnTo>
                    <a:pt x="1455420" y="69214"/>
                  </a:lnTo>
                  <a:cubicBezTo>
                    <a:pt x="1455420" y="75564"/>
                    <a:pt x="1454785" y="81279"/>
                    <a:pt x="1452880" y="86359"/>
                  </a:cubicBezTo>
                  <a:cubicBezTo>
                    <a:pt x="1450975" y="91439"/>
                    <a:pt x="1448435" y="95884"/>
                    <a:pt x="1445260" y="99059"/>
                  </a:cubicBezTo>
                  <a:cubicBezTo>
                    <a:pt x="1442085" y="102869"/>
                    <a:pt x="1438275" y="105409"/>
                    <a:pt x="1433830" y="107314"/>
                  </a:cubicBezTo>
                  <a:cubicBezTo>
                    <a:pt x="1429385" y="109219"/>
                    <a:pt x="1424940" y="109854"/>
                    <a:pt x="1419860" y="109854"/>
                  </a:cubicBezTo>
                  <a:cubicBezTo>
                    <a:pt x="1414780" y="109854"/>
                    <a:pt x="1410335" y="108584"/>
                    <a:pt x="1405890" y="106679"/>
                  </a:cubicBezTo>
                  <a:cubicBezTo>
                    <a:pt x="1401444" y="104774"/>
                    <a:pt x="1398270" y="102234"/>
                    <a:pt x="1395095" y="98424"/>
                  </a:cubicBezTo>
                  <a:cubicBezTo>
                    <a:pt x="1391920" y="94614"/>
                    <a:pt x="1389380" y="90804"/>
                    <a:pt x="1388110" y="85724"/>
                  </a:cubicBezTo>
                  <a:cubicBezTo>
                    <a:pt x="1386205" y="80644"/>
                    <a:pt x="1385570" y="74929"/>
                    <a:pt x="1385570" y="69214"/>
                  </a:cubicBezTo>
                  <a:cubicBezTo>
                    <a:pt x="1385570" y="63499"/>
                    <a:pt x="1386205" y="57149"/>
                    <a:pt x="1388110" y="52069"/>
                  </a:cubicBezTo>
                  <a:cubicBezTo>
                    <a:pt x="1390015" y="46989"/>
                    <a:pt x="1392555" y="42544"/>
                    <a:pt x="1395730" y="39369"/>
                  </a:cubicBezTo>
                  <a:cubicBezTo>
                    <a:pt x="1398905" y="35559"/>
                    <a:pt x="1402715" y="33019"/>
                    <a:pt x="1406525" y="31114"/>
                  </a:cubicBezTo>
                  <a:cubicBezTo>
                    <a:pt x="1410970" y="29209"/>
                    <a:pt x="1415415" y="28574"/>
                    <a:pt x="1420495" y="28574"/>
                  </a:cubicBezTo>
                  <a:close/>
                  <a:moveTo>
                    <a:pt x="3143245" y="5079"/>
                  </a:moveTo>
                  <a:lnTo>
                    <a:pt x="3219445" y="5079"/>
                  </a:lnTo>
                  <a:lnTo>
                    <a:pt x="3219445" y="20319"/>
                  </a:lnTo>
                  <a:lnTo>
                    <a:pt x="3188965" y="20319"/>
                  </a:lnTo>
                  <a:lnTo>
                    <a:pt x="3188965" y="108584"/>
                  </a:lnTo>
                  <a:lnTo>
                    <a:pt x="3173090" y="108584"/>
                  </a:lnTo>
                  <a:lnTo>
                    <a:pt x="3173090" y="20319"/>
                  </a:lnTo>
                  <a:lnTo>
                    <a:pt x="3143245" y="20319"/>
                  </a:lnTo>
                  <a:close/>
                  <a:moveTo>
                    <a:pt x="1628774" y="5079"/>
                  </a:moveTo>
                  <a:lnTo>
                    <a:pt x="1704970" y="5079"/>
                  </a:lnTo>
                  <a:lnTo>
                    <a:pt x="1704970" y="20319"/>
                  </a:lnTo>
                  <a:lnTo>
                    <a:pt x="1675129" y="20319"/>
                  </a:lnTo>
                  <a:lnTo>
                    <a:pt x="1675129" y="108584"/>
                  </a:lnTo>
                  <a:lnTo>
                    <a:pt x="1659255" y="108584"/>
                  </a:lnTo>
                  <a:lnTo>
                    <a:pt x="1659255" y="20319"/>
                  </a:lnTo>
                  <a:lnTo>
                    <a:pt x="1628774" y="20319"/>
                  </a:lnTo>
                  <a:close/>
                  <a:moveTo>
                    <a:pt x="0" y="5079"/>
                  </a:moveTo>
                  <a:lnTo>
                    <a:pt x="76200" y="5079"/>
                  </a:lnTo>
                  <a:lnTo>
                    <a:pt x="76200" y="20319"/>
                  </a:lnTo>
                  <a:lnTo>
                    <a:pt x="45720" y="20319"/>
                  </a:lnTo>
                  <a:lnTo>
                    <a:pt x="45720" y="108584"/>
                  </a:lnTo>
                  <a:lnTo>
                    <a:pt x="29845" y="108584"/>
                  </a:lnTo>
                  <a:lnTo>
                    <a:pt x="29845" y="20319"/>
                  </a:lnTo>
                  <a:lnTo>
                    <a:pt x="0" y="20319"/>
                  </a:lnTo>
                  <a:close/>
                  <a:moveTo>
                    <a:pt x="1362075" y="1269"/>
                  </a:moveTo>
                  <a:cubicBezTo>
                    <a:pt x="1363345" y="1269"/>
                    <a:pt x="1364615" y="1269"/>
                    <a:pt x="1365885" y="1904"/>
                  </a:cubicBezTo>
                  <a:cubicBezTo>
                    <a:pt x="1367155" y="1904"/>
                    <a:pt x="1367790" y="3174"/>
                    <a:pt x="1369060" y="3809"/>
                  </a:cubicBezTo>
                  <a:cubicBezTo>
                    <a:pt x="1369695" y="4444"/>
                    <a:pt x="1370965" y="5714"/>
                    <a:pt x="1370965" y="6984"/>
                  </a:cubicBezTo>
                  <a:cubicBezTo>
                    <a:pt x="1370965" y="8254"/>
                    <a:pt x="1371600" y="9524"/>
                    <a:pt x="1371600" y="10794"/>
                  </a:cubicBezTo>
                  <a:cubicBezTo>
                    <a:pt x="1371600" y="10794"/>
                    <a:pt x="1371600" y="13334"/>
                    <a:pt x="1370965" y="14604"/>
                  </a:cubicBezTo>
                  <a:cubicBezTo>
                    <a:pt x="1370965" y="15874"/>
                    <a:pt x="1369695" y="17144"/>
                    <a:pt x="1369060" y="17779"/>
                  </a:cubicBezTo>
                  <a:cubicBezTo>
                    <a:pt x="1368425" y="18414"/>
                    <a:pt x="1367155" y="19684"/>
                    <a:pt x="1365885" y="19684"/>
                  </a:cubicBezTo>
                  <a:cubicBezTo>
                    <a:pt x="1364615" y="19684"/>
                    <a:pt x="1363345" y="20319"/>
                    <a:pt x="1362075" y="20319"/>
                  </a:cubicBezTo>
                  <a:cubicBezTo>
                    <a:pt x="1360805" y="20319"/>
                    <a:pt x="1359535" y="20319"/>
                    <a:pt x="1358265" y="19684"/>
                  </a:cubicBezTo>
                  <a:cubicBezTo>
                    <a:pt x="1356995" y="19684"/>
                    <a:pt x="1355725" y="18414"/>
                    <a:pt x="1355090" y="17779"/>
                  </a:cubicBezTo>
                  <a:cubicBezTo>
                    <a:pt x="1354455" y="17144"/>
                    <a:pt x="1353185" y="15874"/>
                    <a:pt x="1353185" y="14604"/>
                  </a:cubicBezTo>
                  <a:cubicBezTo>
                    <a:pt x="1353185" y="13334"/>
                    <a:pt x="1352550" y="12064"/>
                    <a:pt x="1352550" y="10794"/>
                  </a:cubicBezTo>
                  <a:cubicBezTo>
                    <a:pt x="1352550" y="9524"/>
                    <a:pt x="1352550" y="8254"/>
                    <a:pt x="1353185" y="6984"/>
                  </a:cubicBezTo>
                  <a:cubicBezTo>
                    <a:pt x="1353185" y="5714"/>
                    <a:pt x="1354455" y="4444"/>
                    <a:pt x="1355090" y="3809"/>
                  </a:cubicBezTo>
                  <a:cubicBezTo>
                    <a:pt x="1355725" y="3174"/>
                    <a:pt x="1356995" y="1904"/>
                    <a:pt x="1358265" y="1904"/>
                  </a:cubicBezTo>
                  <a:cubicBezTo>
                    <a:pt x="1359535" y="1904"/>
                    <a:pt x="1360805" y="1269"/>
                    <a:pt x="1362075" y="1269"/>
                  </a:cubicBezTo>
                  <a:close/>
                  <a:moveTo>
                    <a:pt x="4789801" y="634"/>
                  </a:moveTo>
                  <a:lnTo>
                    <a:pt x="4789801" y="65404"/>
                  </a:lnTo>
                  <a:lnTo>
                    <a:pt x="4814566" y="31114"/>
                  </a:lnTo>
                  <a:lnTo>
                    <a:pt x="4831711" y="31114"/>
                  </a:lnTo>
                  <a:lnTo>
                    <a:pt x="4812026" y="57149"/>
                  </a:lnTo>
                  <a:lnTo>
                    <a:pt x="4835521" y="108584"/>
                  </a:lnTo>
                  <a:lnTo>
                    <a:pt x="4819011" y="108584"/>
                  </a:lnTo>
                  <a:lnTo>
                    <a:pt x="4801866" y="69849"/>
                  </a:lnTo>
                  <a:lnTo>
                    <a:pt x="4789801" y="85724"/>
                  </a:lnTo>
                  <a:lnTo>
                    <a:pt x="4789801" y="108584"/>
                  </a:lnTo>
                  <a:lnTo>
                    <a:pt x="4774561" y="108584"/>
                  </a:lnTo>
                  <a:lnTo>
                    <a:pt x="4774561" y="8889"/>
                  </a:lnTo>
                  <a:close/>
                  <a:moveTo>
                    <a:pt x="4472301" y="634"/>
                  </a:moveTo>
                  <a:lnTo>
                    <a:pt x="4472301" y="109219"/>
                  </a:lnTo>
                  <a:lnTo>
                    <a:pt x="4457061" y="109219"/>
                  </a:lnTo>
                  <a:lnTo>
                    <a:pt x="4457696" y="108584"/>
                  </a:lnTo>
                  <a:lnTo>
                    <a:pt x="4457696" y="100964"/>
                  </a:lnTo>
                  <a:cubicBezTo>
                    <a:pt x="4457696" y="100964"/>
                    <a:pt x="4454521" y="103504"/>
                    <a:pt x="4453251" y="104774"/>
                  </a:cubicBezTo>
                  <a:cubicBezTo>
                    <a:pt x="4451981" y="106044"/>
                    <a:pt x="4450076" y="106679"/>
                    <a:pt x="4448171" y="107949"/>
                  </a:cubicBezTo>
                  <a:cubicBezTo>
                    <a:pt x="4446266" y="108584"/>
                    <a:pt x="4444361" y="109219"/>
                    <a:pt x="4443091" y="109854"/>
                  </a:cubicBezTo>
                  <a:cubicBezTo>
                    <a:pt x="4441186" y="109854"/>
                    <a:pt x="4439281" y="109854"/>
                    <a:pt x="4437376" y="109854"/>
                  </a:cubicBezTo>
                  <a:cubicBezTo>
                    <a:pt x="4432931" y="109854"/>
                    <a:pt x="4429121" y="109219"/>
                    <a:pt x="4425946" y="107314"/>
                  </a:cubicBezTo>
                  <a:cubicBezTo>
                    <a:pt x="4422136" y="106044"/>
                    <a:pt x="4418961" y="103504"/>
                    <a:pt x="4416421" y="99694"/>
                  </a:cubicBezTo>
                  <a:cubicBezTo>
                    <a:pt x="4413881" y="96519"/>
                    <a:pt x="4411341" y="92074"/>
                    <a:pt x="4410071" y="86994"/>
                  </a:cubicBezTo>
                  <a:cubicBezTo>
                    <a:pt x="4408801" y="81914"/>
                    <a:pt x="4407531" y="75564"/>
                    <a:pt x="4407531" y="67944"/>
                  </a:cubicBezTo>
                  <a:cubicBezTo>
                    <a:pt x="4407531" y="61594"/>
                    <a:pt x="4408166" y="55244"/>
                    <a:pt x="4410071" y="50799"/>
                  </a:cubicBezTo>
                  <a:cubicBezTo>
                    <a:pt x="4411976" y="45719"/>
                    <a:pt x="4413881" y="41909"/>
                    <a:pt x="4417056" y="38734"/>
                  </a:cubicBezTo>
                  <a:cubicBezTo>
                    <a:pt x="4419596" y="35559"/>
                    <a:pt x="4423406" y="33019"/>
                    <a:pt x="4426581" y="31749"/>
                  </a:cubicBezTo>
                  <a:cubicBezTo>
                    <a:pt x="4430391" y="29844"/>
                    <a:pt x="4434201" y="29209"/>
                    <a:pt x="4438011" y="29209"/>
                  </a:cubicBezTo>
                  <a:cubicBezTo>
                    <a:pt x="4439916" y="29209"/>
                    <a:pt x="4441821" y="29209"/>
                    <a:pt x="4443726" y="29844"/>
                  </a:cubicBezTo>
                  <a:cubicBezTo>
                    <a:pt x="4445631" y="29844"/>
                    <a:pt x="4447536" y="31114"/>
                    <a:pt x="4448806" y="31749"/>
                  </a:cubicBezTo>
                  <a:cubicBezTo>
                    <a:pt x="4450711" y="32384"/>
                    <a:pt x="4451981" y="33654"/>
                    <a:pt x="4453251" y="34924"/>
                  </a:cubicBezTo>
                  <a:cubicBezTo>
                    <a:pt x="4454521" y="36194"/>
                    <a:pt x="4455791" y="36829"/>
                    <a:pt x="4457061" y="38099"/>
                  </a:cubicBezTo>
                  <a:lnTo>
                    <a:pt x="4457061" y="8254"/>
                  </a:lnTo>
                  <a:close/>
                  <a:moveTo>
                    <a:pt x="4390385" y="634"/>
                  </a:moveTo>
                  <a:lnTo>
                    <a:pt x="4390385" y="108584"/>
                  </a:lnTo>
                  <a:lnTo>
                    <a:pt x="4375145" y="108584"/>
                  </a:lnTo>
                  <a:lnTo>
                    <a:pt x="4375145" y="8889"/>
                  </a:lnTo>
                  <a:close/>
                  <a:moveTo>
                    <a:pt x="3946521" y="634"/>
                  </a:moveTo>
                  <a:lnTo>
                    <a:pt x="3946521" y="38099"/>
                  </a:lnTo>
                  <a:cubicBezTo>
                    <a:pt x="3946521" y="38099"/>
                    <a:pt x="3948426" y="35559"/>
                    <a:pt x="3950331" y="34289"/>
                  </a:cubicBezTo>
                  <a:cubicBezTo>
                    <a:pt x="3951601" y="33019"/>
                    <a:pt x="3953506" y="32384"/>
                    <a:pt x="3954776" y="31114"/>
                  </a:cubicBezTo>
                  <a:cubicBezTo>
                    <a:pt x="3956681" y="30479"/>
                    <a:pt x="3958586" y="29844"/>
                    <a:pt x="3960491" y="29209"/>
                  </a:cubicBezTo>
                  <a:cubicBezTo>
                    <a:pt x="3962396" y="29209"/>
                    <a:pt x="3964301" y="29209"/>
                    <a:pt x="3966206" y="29209"/>
                  </a:cubicBezTo>
                  <a:cubicBezTo>
                    <a:pt x="3970651" y="29209"/>
                    <a:pt x="3975096" y="29844"/>
                    <a:pt x="3978271" y="31749"/>
                  </a:cubicBezTo>
                  <a:cubicBezTo>
                    <a:pt x="3981446" y="33019"/>
                    <a:pt x="3984621" y="35559"/>
                    <a:pt x="3987161" y="38099"/>
                  </a:cubicBezTo>
                  <a:cubicBezTo>
                    <a:pt x="3989701" y="41274"/>
                    <a:pt x="3990971" y="44449"/>
                    <a:pt x="3992241" y="49529"/>
                  </a:cubicBezTo>
                  <a:cubicBezTo>
                    <a:pt x="3993511" y="53974"/>
                    <a:pt x="3994146" y="59054"/>
                    <a:pt x="3994146" y="64134"/>
                  </a:cubicBezTo>
                  <a:lnTo>
                    <a:pt x="3994146" y="108584"/>
                  </a:lnTo>
                  <a:lnTo>
                    <a:pt x="3978906" y="108584"/>
                  </a:lnTo>
                  <a:lnTo>
                    <a:pt x="3978271" y="108584"/>
                  </a:lnTo>
                  <a:lnTo>
                    <a:pt x="3978271" y="64769"/>
                  </a:lnTo>
                  <a:cubicBezTo>
                    <a:pt x="3978271" y="57784"/>
                    <a:pt x="3977001" y="52069"/>
                    <a:pt x="3974461" y="48894"/>
                  </a:cubicBezTo>
                  <a:cubicBezTo>
                    <a:pt x="3971921" y="45084"/>
                    <a:pt x="3968111" y="43814"/>
                    <a:pt x="3962396" y="43814"/>
                  </a:cubicBezTo>
                  <a:cubicBezTo>
                    <a:pt x="3959856" y="43814"/>
                    <a:pt x="3957951" y="43814"/>
                    <a:pt x="3956046" y="45084"/>
                  </a:cubicBezTo>
                  <a:cubicBezTo>
                    <a:pt x="3954141" y="45719"/>
                    <a:pt x="3952236" y="46989"/>
                    <a:pt x="3950966" y="48894"/>
                  </a:cubicBezTo>
                  <a:cubicBezTo>
                    <a:pt x="3949696" y="50799"/>
                    <a:pt x="3948426" y="52704"/>
                    <a:pt x="3947791" y="55244"/>
                  </a:cubicBezTo>
                  <a:cubicBezTo>
                    <a:pt x="3947156" y="57784"/>
                    <a:pt x="3946521" y="60324"/>
                    <a:pt x="3946521" y="63499"/>
                  </a:cubicBezTo>
                  <a:lnTo>
                    <a:pt x="3946521" y="109219"/>
                  </a:lnTo>
                  <a:lnTo>
                    <a:pt x="3931281" y="109219"/>
                  </a:lnTo>
                  <a:lnTo>
                    <a:pt x="3931281" y="8889"/>
                  </a:lnTo>
                  <a:close/>
                  <a:moveTo>
                    <a:pt x="3248021" y="634"/>
                  </a:moveTo>
                  <a:lnTo>
                    <a:pt x="3248021" y="38099"/>
                  </a:lnTo>
                  <a:cubicBezTo>
                    <a:pt x="3248021" y="38099"/>
                    <a:pt x="3249926" y="35559"/>
                    <a:pt x="3251831" y="34289"/>
                  </a:cubicBezTo>
                  <a:cubicBezTo>
                    <a:pt x="3253101" y="33019"/>
                    <a:pt x="3255006" y="32384"/>
                    <a:pt x="3256276" y="31114"/>
                  </a:cubicBezTo>
                  <a:cubicBezTo>
                    <a:pt x="3258181" y="30479"/>
                    <a:pt x="3260086" y="29844"/>
                    <a:pt x="3261991" y="29209"/>
                  </a:cubicBezTo>
                  <a:cubicBezTo>
                    <a:pt x="3263896" y="29209"/>
                    <a:pt x="3265801" y="29209"/>
                    <a:pt x="3267706" y="29209"/>
                  </a:cubicBezTo>
                  <a:cubicBezTo>
                    <a:pt x="3272151" y="29209"/>
                    <a:pt x="3276596" y="29844"/>
                    <a:pt x="3279771" y="31749"/>
                  </a:cubicBezTo>
                  <a:cubicBezTo>
                    <a:pt x="3282946" y="33019"/>
                    <a:pt x="3286121" y="35559"/>
                    <a:pt x="3288661" y="38099"/>
                  </a:cubicBezTo>
                  <a:cubicBezTo>
                    <a:pt x="3291201" y="41274"/>
                    <a:pt x="3292471" y="44449"/>
                    <a:pt x="3293741" y="49529"/>
                  </a:cubicBezTo>
                  <a:cubicBezTo>
                    <a:pt x="3295011" y="53974"/>
                    <a:pt x="3295646" y="59054"/>
                    <a:pt x="3295646" y="64134"/>
                  </a:cubicBezTo>
                  <a:lnTo>
                    <a:pt x="3295646" y="108584"/>
                  </a:lnTo>
                  <a:lnTo>
                    <a:pt x="3280406" y="108584"/>
                  </a:lnTo>
                  <a:lnTo>
                    <a:pt x="3279771" y="108584"/>
                  </a:lnTo>
                  <a:lnTo>
                    <a:pt x="3279771" y="64769"/>
                  </a:lnTo>
                  <a:cubicBezTo>
                    <a:pt x="3279771" y="57784"/>
                    <a:pt x="3278501" y="52069"/>
                    <a:pt x="3275961" y="48894"/>
                  </a:cubicBezTo>
                  <a:cubicBezTo>
                    <a:pt x="3273421" y="45084"/>
                    <a:pt x="3269611" y="43814"/>
                    <a:pt x="3263896" y="43814"/>
                  </a:cubicBezTo>
                  <a:cubicBezTo>
                    <a:pt x="3261356" y="43814"/>
                    <a:pt x="3259451" y="43814"/>
                    <a:pt x="3257546" y="45084"/>
                  </a:cubicBezTo>
                  <a:cubicBezTo>
                    <a:pt x="3255641" y="45719"/>
                    <a:pt x="3253736" y="46989"/>
                    <a:pt x="3252466" y="48894"/>
                  </a:cubicBezTo>
                  <a:cubicBezTo>
                    <a:pt x="3251196" y="50799"/>
                    <a:pt x="3249926" y="52704"/>
                    <a:pt x="3249291" y="55244"/>
                  </a:cubicBezTo>
                  <a:cubicBezTo>
                    <a:pt x="3248656" y="57784"/>
                    <a:pt x="3248021" y="60324"/>
                    <a:pt x="3248021" y="63499"/>
                  </a:cubicBezTo>
                  <a:lnTo>
                    <a:pt x="3248021" y="109219"/>
                  </a:lnTo>
                  <a:lnTo>
                    <a:pt x="3232781" y="109219"/>
                  </a:lnTo>
                  <a:lnTo>
                    <a:pt x="3232781" y="8889"/>
                  </a:lnTo>
                  <a:close/>
                  <a:moveTo>
                    <a:pt x="2432681" y="634"/>
                  </a:moveTo>
                  <a:lnTo>
                    <a:pt x="2432681" y="38099"/>
                  </a:lnTo>
                  <a:cubicBezTo>
                    <a:pt x="2432681" y="38099"/>
                    <a:pt x="2434586" y="35559"/>
                    <a:pt x="2436491" y="34289"/>
                  </a:cubicBezTo>
                  <a:cubicBezTo>
                    <a:pt x="2437761" y="33019"/>
                    <a:pt x="2439666" y="32384"/>
                    <a:pt x="2440936" y="31114"/>
                  </a:cubicBezTo>
                  <a:cubicBezTo>
                    <a:pt x="2442841" y="30479"/>
                    <a:pt x="2444746" y="29844"/>
                    <a:pt x="2446651" y="29209"/>
                  </a:cubicBezTo>
                  <a:cubicBezTo>
                    <a:pt x="2448556" y="29209"/>
                    <a:pt x="2450461" y="29209"/>
                    <a:pt x="2452366" y="29209"/>
                  </a:cubicBezTo>
                  <a:cubicBezTo>
                    <a:pt x="2456811" y="29209"/>
                    <a:pt x="2461256" y="29844"/>
                    <a:pt x="2464431" y="31749"/>
                  </a:cubicBezTo>
                  <a:cubicBezTo>
                    <a:pt x="2467606" y="33019"/>
                    <a:pt x="2470781" y="35559"/>
                    <a:pt x="2473321" y="38099"/>
                  </a:cubicBezTo>
                  <a:cubicBezTo>
                    <a:pt x="2475861" y="41274"/>
                    <a:pt x="2477131" y="44449"/>
                    <a:pt x="2478401" y="49529"/>
                  </a:cubicBezTo>
                  <a:cubicBezTo>
                    <a:pt x="2479671" y="53974"/>
                    <a:pt x="2480306" y="59054"/>
                    <a:pt x="2480306" y="64134"/>
                  </a:cubicBezTo>
                  <a:lnTo>
                    <a:pt x="2480306" y="108584"/>
                  </a:lnTo>
                  <a:lnTo>
                    <a:pt x="2465066" y="108584"/>
                  </a:lnTo>
                  <a:lnTo>
                    <a:pt x="2464431" y="108584"/>
                  </a:lnTo>
                  <a:lnTo>
                    <a:pt x="2464431" y="64769"/>
                  </a:lnTo>
                  <a:cubicBezTo>
                    <a:pt x="2464431" y="57784"/>
                    <a:pt x="2463161" y="52069"/>
                    <a:pt x="2460621" y="48894"/>
                  </a:cubicBezTo>
                  <a:cubicBezTo>
                    <a:pt x="2458081" y="45084"/>
                    <a:pt x="2454271" y="43814"/>
                    <a:pt x="2448556" y="43814"/>
                  </a:cubicBezTo>
                  <a:cubicBezTo>
                    <a:pt x="2446016" y="43814"/>
                    <a:pt x="2444111" y="43814"/>
                    <a:pt x="2442206" y="45084"/>
                  </a:cubicBezTo>
                  <a:cubicBezTo>
                    <a:pt x="2440301" y="45719"/>
                    <a:pt x="2438396" y="46989"/>
                    <a:pt x="2437126" y="48894"/>
                  </a:cubicBezTo>
                  <a:cubicBezTo>
                    <a:pt x="2435856" y="50799"/>
                    <a:pt x="2434586" y="52704"/>
                    <a:pt x="2433951" y="55244"/>
                  </a:cubicBezTo>
                  <a:cubicBezTo>
                    <a:pt x="2433316" y="57784"/>
                    <a:pt x="2432681" y="60324"/>
                    <a:pt x="2432681" y="63499"/>
                  </a:cubicBezTo>
                  <a:lnTo>
                    <a:pt x="2432681" y="109219"/>
                  </a:lnTo>
                  <a:lnTo>
                    <a:pt x="2417441" y="109219"/>
                  </a:lnTo>
                  <a:lnTo>
                    <a:pt x="2417441" y="8889"/>
                  </a:lnTo>
                  <a:close/>
                  <a:moveTo>
                    <a:pt x="1734181" y="634"/>
                  </a:moveTo>
                  <a:lnTo>
                    <a:pt x="1734181" y="38099"/>
                  </a:lnTo>
                  <a:cubicBezTo>
                    <a:pt x="1734181" y="38099"/>
                    <a:pt x="1736086" y="35559"/>
                    <a:pt x="1737991" y="34289"/>
                  </a:cubicBezTo>
                  <a:cubicBezTo>
                    <a:pt x="1739261" y="33019"/>
                    <a:pt x="1741166" y="32384"/>
                    <a:pt x="1742436" y="31114"/>
                  </a:cubicBezTo>
                  <a:cubicBezTo>
                    <a:pt x="1744341" y="30479"/>
                    <a:pt x="1746246" y="29844"/>
                    <a:pt x="1748151" y="29209"/>
                  </a:cubicBezTo>
                  <a:cubicBezTo>
                    <a:pt x="1750056" y="29209"/>
                    <a:pt x="1751961" y="29209"/>
                    <a:pt x="1753866" y="29209"/>
                  </a:cubicBezTo>
                  <a:cubicBezTo>
                    <a:pt x="1758311" y="29209"/>
                    <a:pt x="1762756" y="29844"/>
                    <a:pt x="1765931" y="31749"/>
                  </a:cubicBezTo>
                  <a:cubicBezTo>
                    <a:pt x="1769106" y="33019"/>
                    <a:pt x="1772281" y="35559"/>
                    <a:pt x="1774821" y="38099"/>
                  </a:cubicBezTo>
                  <a:cubicBezTo>
                    <a:pt x="1777361" y="41274"/>
                    <a:pt x="1778631" y="44449"/>
                    <a:pt x="1779901" y="49529"/>
                  </a:cubicBezTo>
                  <a:cubicBezTo>
                    <a:pt x="1781171" y="53974"/>
                    <a:pt x="1781806" y="59054"/>
                    <a:pt x="1781806" y="64134"/>
                  </a:cubicBezTo>
                  <a:lnTo>
                    <a:pt x="1781806" y="108584"/>
                  </a:lnTo>
                  <a:lnTo>
                    <a:pt x="1766566" y="108584"/>
                  </a:lnTo>
                  <a:lnTo>
                    <a:pt x="1765931" y="108584"/>
                  </a:lnTo>
                  <a:lnTo>
                    <a:pt x="1765931" y="64769"/>
                  </a:lnTo>
                  <a:cubicBezTo>
                    <a:pt x="1765931" y="57784"/>
                    <a:pt x="1764661" y="52069"/>
                    <a:pt x="1762121" y="48894"/>
                  </a:cubicBezTo>
                  <a:cubicBezTo>
                    <a:pt x="1759581" y="45084"/>
                    <a:pt x="1755771" y="43814"/>
                    <a:pt x="1750056" y="43814"/>
                  </a:cubicBezTo>
                  <a:cubicBezTo>
                    <a:pt x="1747516" y="43814"/>
                    <a:pt x="1745611" y="43814"/>
                    <a:pt x="1743706" y="45084"/>
                  </a:cubicBezTo>
                  <a:cubicBezTo>
                    <a:pt x="1741801" y="45719"/>
                    <a:pt x="1739896" y="46989"/>
                    <a:pt x="1738626" y="48894"/>
                  </a:cubicBezTo>
                  <a:cubicBezTo>
                    <a:pt x="1737356" y="50799"/>
                    <a:pt x="1736086" y="52704"/>
                    <a:pt x="1735451" y="55244"/>
                  </a:cubicBezTo>
                  <a:cubicBezTo>
                    <a:pt x="1734816" y="57784"/>
                    <a:pt x="1734181" y="60324"/>
                    <a:pt x="1734181" y="63499"/>
                  </a:cubicBezTo>
                  <a:lnTo>
                    <a:pt x="1734181" y="109219"/>
                  </a:lnTo>
                  <a:lnTo>
                    <a:pt x="1718941" y="109219"/>
                  </a:lnTo>
                  <a:lnTo>
                    <a:pt x="1718941" y="8889"/>
                  </a:lnTo>
                  <a:close/>
                  <a:moveTo>
                    <a:pt x="803275" y="634"/>
                  </a:moveTo>
                  <a:lnTo>
                    <a:pt x="803275" y="38099"/>
                  </a:lnTo>
                  <a:cubicBezTo>
                    <a:pt x="803275" y="38099"/>
                    <a:pt x="805180" y="35559"/>
                    <a:pt x="807085" y="34289"/>
                  </a:cubicBezTo>
                  <a:cubicBezTo>
                    <a:pt x="808355" y="33019"/>
                    <a:pt x="810260" y="32384"/>
                    <a:pt x="811530" y="31114"/>
                  </a:cubicBezTo>
                  <a:cubicBezTo>
                    <a:pt x="813435" y="30479"/>
                    <a:pt x="815340" y="29844"/>
                    <a:pt x="817245" y="29209"/>
                  </a:cubicBezTo>
                  <a:cubicBezTo>
                    <a:pt x="819150" y="29209"/>
                    <a:pt x="821055" y="29209"/>
                    <a:pt x="822960" y="29209"/>
                  </a:cubicBezTo>
                  <a:cubicBezTo>
                    <a:pt x="827405" y="29209"/>
                    <a:pt x="831850" y="29844"/>
                    <a:pt x="835025" y="31749"/>
                  </a:cubicBezTo>
                  <a:cubicBezTo>
                    <a:pt x="838200" y="33019"/>
                    <a:pt x="841375" y="35559"/>
                    <a:pt x="843915" y="38099"/>
                  </a:cubicBezTo>
                  <a:cubicBezTo>
                    <a:pt x="846455" y="41274"/>
                    <a:pt x="847725" y="44449"/>
                    <a:pt x="848995" y="49529"/>
                  </a:cubicBezTo>
                  <a:cubicBezTo>
                    <a:pt x="850265" y="53974"/>
                    <a:pt x="850900" y="59054"/>
                    <a:pt x="850900" y="64134"/>
                  </a:cubicBezTo>
                  <a:lnTo>
                    <a:pt x="850900" y="108584"/>
                  </a:lnTo>
                  <a:lnTo>
                    <a:pt x="835660" y="108584"/>
                  </a:lnTo>
                  <a:lnTo>
                    <a:pt x="835025" y="108584"/>
                  </a:lnTo>
                  <a:lnTo>
                    <a:pt x="835025" y="64769"/>
                  </a:lnTo>
                  <a:cubicBezTo>
                    <a:pt x="835025" y="57784"/>
                    <a:pt x="833755" y="52069"/>
                    <a:pt x="831215" y="48894"/>
                  </a:cubicBezTo>
                  <a:cubicBezTo>
                    <a:pt x="828675" y="45084"/>
                    <a:pt x="824865" y="43814"/>
                    <a:pt x="819150" y="43814"/>
                  </a:cubicBezTo>
                  <a:cubicBezTo>
                    <a:pt x="816610" y="43814"/>
                    <a:pt x="814705" y="43814"/>
                    <a:pt x="812800" y="45084"/>
                  </a:cubicBezTo>
                  <a:cubicBezTo>
                    <a:pt x="810895" y="45719"/>
                    <a:pt x="808990" y="46989"/>
                    <a:pt x="807720" y="48894"/>
                  </a:cubicBezTo>
                  <a:cubicBezTo>
                    <a:pt x="806450" y="50799"/>
                    <a:pt x="805180" y="52704"/>
                    <a:pt x="804545" y="55244"/>
                  </a:cubicBezTo>
                  <a:cubicBezTo>
                    <a:pt x="803910" y="57784"/>
                    <a:pt x="803275" y="60324"/>
                    <a:pt x="803275" y="63499"/>
                  </a:cubicBezTo>
                  <a:lnTo>
                    <a:pt x="803275" y="109219"/>
                  </a:lnTo>
                  <a:lnTo>
                    <a:pt x="788035" y="109219"/>
                  </a:lnTo>
                  <a:lnTo>
                    <a:pt x="788035" y="8889"/>
                  </a:lnTo>
                  <a:close/>
                  <a:moveTo>
                    <a:pt x="104774" y="634"/>
                  </a:moveTo>
                  <a:lnTo>
                    <a:pt x="104774" y="38099"/>
                  </a:lnTo>
                  <a:cubicBezTo>
                    <a:pt x="104774" y="38099"/>
                    <a:pt x="106679" y="35559"/>
                    <a:pt x="108584" y="34289"/>
                  </a:cubicBezTo>
                  <a:cubicBezTo>
                    <a:pt x="109854" y="33019"/>
                    <a:pt x="111759" y="32384"/>
                    <a:pt x="113029" y="31114"/>
                  </a:cubicBezTo>
                  <a:cubicBezTo>
                    <a:pt x="114934" y="30479"/>
                    <a:pt x="116839" y="29844"/>
                    <a:pt x="118744" y="29209"/>
                  </a:cubicBezTo>
                  <a:cubicBezTo>
                    <a:pt x="120649" y="29209"/>
                    <a:pt x="122554" y="29209"/>
                    <a:pt x="124459" y="29209"/>
                  </a:cubicBezTo>
                  <a:cubicBezTo>
                    <a:pt x="128904" y="29209"/>
                    <a:pt x="133349" y="29844"/>
                    <a:pt x="136524" y="31749"/>
                  </a:cubicBezTo>
                  <a:cubicBezTo>
                    <a:pt x="139699" y="33019"/>
                    <a:pt x="142874" y="35559"/>
                    <a:pt x="145414" y="38099"/>
                  </a:cubicBezTo>
                  <a:cubicBezTo>
                    <a:pt x="147954" y="41274"/>
                    <a:pt x="149224" y="44449"/>
                    <a:pt x="150494" y="49529"/>
                  </a:cubicBezTo>
                  <a:cubicBezTo>
                    <a:pt x="151764" y="53974"/>
                    <a:pt x="152399" y="59054"/>
                    <a:pt x="152399" y="64134"/>
                  </a:cubicBezTo>
                  <a:lnTo>
                    <a:pt x="152399" y="108584"/>
                  </a:lnTo>
                  <a:lnTo>
                    <a:pt x="137159" y="108584"/>
                  </a:lnTo>
                  <a:lnTo>
                    <a:pt x="136524" y="108584"/>
                  </a:lnTo>
                  <a:lnTo>
                    <a:pt x="136524" y="64769"/>
                  </a:lnTo>
                  <a:cubicBezTo>
                    <a:pt x="136524" y="57784"/>
                    <a:pt x="135254" y="52069"/>
                    <a:pt x="132714" y="48894"/>
                  </a:cubicBezTo>
                  <a:cubicBezTo>
                    <a:pt x="130174" y="45084"/>
                    <a:pt x="126364" y="43814"/>
                    <a:pt x="120649" y="43814"/>
                  </a:cubicBezTo>
                  <a:cubicBezTo>
                    <a:pt x="118109" y="43814"/>
                    <a:pt x="116204" y="43814"/>
                    <a:pt x="114299" y="45084"/>
                  </a:cubicBezTo>
                  <a:cubicBezTo>
                    <a:pt x="112394" y="45719"/>
                    <a:pt x="110489" y="46989"/>
                    <a:pt x="109219" y="48894"/>
                  </a:cubicBezTo>
                  <a:cubicBezTo>
                    <a:pt x="107949" y="50799"/>
                    <a:pt x="106679" y="52704"/>
                    <a:pt x="106044" y="55244"/>
                  </a:cubicBezTo>
                  <a:cubicBezTo>
                    <a:pt x="105409" y="57784"/>
                    <a:pt x="104774" y="60324"/>
                    <a:pt x="104774" y="63499"/>
                  </a:cubicBezTo>
                  <a:lnTo>
                    <a:pt x="104774" y="109219"/>
                  </a:lnTo>
                  <a:lnTo>
                    <a:pt x="89534" y="109219"/>
                  </a:lnTo>
                  <a:lnTo>
                    <a:pt x="89534" y="8889"/>
                  </a:lnTo>
                  <a:close/>
                  <a:moveTo>
                    <a:pt x="3894450" y="0"/>
                  </a:moveTo>
                  <a:lnTo>
                    <a:pt x="3894450" y="30480"/>
                  </a:lnTo>
                  <a:lnTo>
                    <a:pt x="3913500" y="30480"/>
                  </a:lnTo>
                  <a:lnTo>
                    <a:pt x="3913500" y="44450"/>
                  </a:lnTo>
                  <a:lnTo>
                    <a:pt x="3894450" y="44450"/>
                  </a:lnTo>
                  <a:lnTo>
                    <a:pt x="3894450" y="86995"/>
                  </a:lnTo>
                  <a:cubicBezTo>
                    <a:pt x="3894450" y="86995"/>
                    <a:pt x="3894450" y="90170"/>
                    <a:pt x="3894450" y="91440"/>
                  </a:cubicBezTo>
                  <a:cubicBezTo>
                    <a:pt x="3894450" y="92710"/>
                    <a:pt x="3895085" y="93345"/>
                    <a:pt x="3895720" y="94615"/>
                  </a:cubicBezTo>
                  <a:cubicBezTo>
                    <a:pt x="3896355" y="95250"/>
                    <a:pt x="3896990" y="95885"/>
                    <a:pt x="3898260" y="95885"/>
                  </a:cubicBezTo>
                  <a:cubicBezTo>
                    <a:pt x="3899530" y="95885"/>
                    <a:pt x="3900800" y="95885"/>
                    <a:pt x="3902070" y="95885"/>
                  </a:cubicBezTo>
                  <a:cubicBezTo>
                    <a:pt x="3903975" y="95885"/>
                    <a:pt x="3905880" y="95885"/>
                    <a:pt x="3908420" y="95250"/>
                  </a:cubicBezTo>
                  <a:cubicBezTo>
                    <a:pt x="3910325" y="94615"/>
                    <a:pt x="3912230" y="93980"/>
                    <a:pt x="3913500" y="93345"/>
                  </a:cubicBezTo>
                  <a:lnTo>
                    <a:pt x="3911595" y="106680"/>
                  </a:lnTo>
                  <a:cubicBezTo>
                    <a:pt x="3911595" y="106680"/>
                    <a:pt x="3907785" y="108585"/>
                    <a:pt x="3905245" y="109220"/>
                  </a:cubicBezTo>
                  <a:cubicBezTo>
                    <a:pt x="3902705" y="109855"/>
                    <a:pt x="3900165" y="110490"/>
                    <a:pt x="3896990" y="110490"/>
                  </a:cubicBezTo>
                  <a:cubicBezTo>
                    <a:pt x="3894450" y="110490"/>
                    <a:pt x="3891910" y="110490"/>
                    <a:pt x="3890005" y="109220"/>
                  </a:cubicBezTo>
                  <a:cubicBezTo>
                    <a:pt x="3888100" y="108585"/>
                    <a:pt x="3886195" y="107315"/>
                    <a:pt x="3884290" y="105410"/>
                  </a:cubicBezTo>
                  <a:cubicBezTo>
                    <a:pt x="3882385" y="103505"/>
                    <a:pt x="3881115" y="101600"/>
                    <a:pt x="3880480" y="99060"/>
                  </a:cubicBezTo>
                  <a:cubicBezTo>
                    <a:pt x="3879845" y="96520"/>
                    <a:pt x="3879210" y="93345"/>
                    <a:pt x="3879210" y="89535"/>
                  </a:cubicBezTo>
                  <a:lnTo>
                    <a:pt x="3879210" y="44450"/>
                  </a:lnTo>
                  <a:lnTo>
                    <a:pt x="3868415" y="44450"/>
                  </a:lnTo>
                  <a:lnTo>
                    <a:pt x="3868415" y="30480"/>
                  </a:lnTo>
                  <a:lnTo>
                    <a:pt x="3879210" y="30480"/>
                  </a:lnTo>
                  <a:lnTo>
                    <a:pt x="3879210" y="8255"/>
                  </a:lnTo>
                  <a:close/>
                  <a:moveTo>
                    <a:pt x="3664581" y="0"/>
                  </a:moveTo>
                  <a:lnTo>
                    <a:pt x="3664581" y="30480"/>
                  </a:lnTo>
                  <a:lnTo>
                    <a:pt x="3683631" y="30480"/>
                  </a:lnTo>
                  <a:lnTo>
                    <a:pt x="3683631" y="44450"/>
                  </a:lnTo>
                  <a:lnTo>
                    <a:pt x="3664581" y="44450"/>
                  </a:lnTo>
                  <a:lnTo>
                    <a:pt x="3664581" y="86995"/>
                  </a:lnTo>
                  <a:cubicBezTo>
                    <a:pt x="3664581" y="86995"/>
                    <a:pt x="3664581" y="90170"/>
                    <a:pt x="3664581" y="91440"/>
                  </a:cubicBezTo>
                  <a:cubicBezTo>
                    <a:pt x="3664581" y="92710"/>
                    <a:pt x="3665216" y="93345"/>
                    <a:pt x="3665851" y="94615"/>
                  </a:cubicBezTo>
                  <a:cubicBezTo>
                    <a:pt x="3666486" y="95250"/>
                    <a:pt x="3667121" y="95885"/>
                    <a:pt x="3668391" y="95885"/>
                  </a:cubicBezTo>
                  <a:cubicBezTo>
                    <a:pt x="3669661" y="95885"/>
                    <a:pt x="3670931" y="95885"/>
                    <a:pt x="3672201" y="95885"/>
                  </a:cubicBezTo>
                  <a:cubicBezTo>
                    <a:pt x="3674106" y="95885"/>
                    <a:pt x="3676011" y="95885"/>
                    <a:pt x="3678551" y="95250"/>
                  </a:cubicBezTo>
                  <a:cubicBezTo>
                    <a:pt x="3680456" y="94615"/>
                    <a:pt x="3682361" y="93980"/>
                    <a:pt x="3683631" y="93345"/>
                  </a:cubicBezTo>
                  <a:lnTo>
                    <a:pt x="3681726" y="106680"/>
                  </a:lnTo>
                  <a:cubicBezTo>
                    <a:pt x="3681726" y="106680"/>
                    <a:pt x="3677916" y="108585"/>
                    <a:pt x="3675376" y="109220"/>
                  </a:cubicBezTo>
                  <a:cubicBezTo>
                    <a:pt x="3672836" y="109855"/>
                    <a:pt x="3670296" y="110490"/>
                    <a:pt x="3667121" y="110490"/>
                  </a:cubicBezTo>
                  <a:cubicBezTo>
                    <a:pt x="3664581" y="110490"/>
                    <a:pt x="3662041" y="110490"/>
                    <a:pt x="3660136" y="109220"/>
                  </a:cubicBezTo>
                  <a:cubicBezTo>
                    <a:pt x="3658231" y="108585"/>
                    <a:pt x="3656326" y="107315"/>
                    <a:pt x="3654421" y="105410"/>
                  </a:cubicBezTo>
                  <a:cubicBezTo>
                    <a:pt x="3652516" y="103505"/>
                    <a:pt x="3651246" y="101600"/>
                    <a:pt x="3650611" y="99060"/>
                  </a:cubicBezTo>
                  <a:cubicBezTo>
                    <a:pt x="3649976" y="96520"/>
                    <a:pt x="3649341" y="93345"/>
                    <a:pt x="3649341" y="89535"/>
                  </a:cubicBezTo>
                  <a:lnTo>
                    <a:pt x="3649341" y="44450"/>
                  </a:lnTo>
                  <a:lnTo>
                    <a:pt x="3638546" y="44450"/>
                  </a:lnTo>
                  <a:lnTo>
                    <a:pt x="3638546" y="30480"/>
                  </a:lnTo>
                  <a:lnTo>
                    <a:pt x="3649341" y="30480"/>
                  </a:lnTo>
                  <a:lnTo>
                    <a:pt x="3649341" y="8255"/>
                  </a:lnTo>
                  <a:close/>
                  <a:moveTo>
                    <a:pt x="3610605" y="0"/>
                  </a:moveTo>
                  <a:lnTo>
                    <a:pt x="3610605" y="30480"/>
                  </a:lnTo>
                  <a:lnTo>
                    <a:pt x="3629655" y="30480"/>
                  </a:lnTo>
                  <a:lnTo>
                    <a:pt x="3629655" y="44450"/>
                  </a:lnTo>
                  <a:lnTo>
                    <a:pt x="3610605" y="44450"/>
                  </a:lnTo>
                  <a:lnTo>
                    <a:pt x="3610605" y="86995"/>
                  </a:lnTo>
                  <a:cubicBezTo>
                    <a:pt x="3610605" y="86995"/>
                    <a:pt x="3610605" y="90170"/>
                    <a:pt x="3610605" y="91440"/>
                  </a:cubicBezTo>
                  <a:cubicBezTo>
                    <a:pt x="3610605" y="92710"/>
                    <a:pt x="3611240" y="93345"/>
                    <a:pt x="3611875" y="94615"/>
                  </a:cubicBezTo>
                  <a:cubicBezTo>
                    <a:pt x="3612510" y="95250"/>
                    <a:pt x="3613145" y="95885"/>
                    <a:pt x="3614415" y="95885"/>
                  </a:cubicBezTo>
                  <a:cubicBezTo>
                    <a:pt x="3615685" y="95885"/>
                    <a:pt x="3616955" y="95885"/>
                    <a:pt x="3618225" y="95885"/>
                  </a:cubicBezTo>
                  <a:cubicBezTo>
                    <a:pt x="3620130" y="95885"/>
                    <a:pt x="3622035" y="95885"/>
                    <a:pt x="3624575" y="95250"/>
                  </a:cubicBezTo>
                  <a:cubicBezTo>
                    <a:pt x="3626480" y="94615"/>
                    <a:pt x="3628385" y="93980"/>
                    <a:pt x="3629655" y="93345"/>
                  </a:cubicBezTo>
                  <a:lnTo>
                    <a:pt x="3627750" y="106680"/>
                  </a:lnTo>
                  <a:cubicBezTo>
                    <a:pt x="3627750" y="106680"/>
                    <a:pt x="3623940" y="108585"/>
                    <a:pt x="3621400" y="109220"/>
                  </a:cubicBezTo>
                  <a:cubicBezTo>
                    <a:pt x="3618860" y="109855"/>
                    <a:pt x="3616320" y="110490"/>
                    <a:pt x="3613145" y="110490"/>
                  </a:cubicBezTo>
                  <a:cubicBezTo>
                    <a:pt x="3610605" y="110490"/>
                    <a:pt x="3608065" y="110490"/>
                    <a:pt x="3606160" y="109220"/>
                  </a:cubicBezTo>
                  <a:cubicBezTo>
                    <a:pt x="3604255" y="108585"/>
                    <a:pt x="3602350" y="107315"/>
                    <a:pt x="3600445" y="105410"/>
                  </a:cubicBezTo>
                  <a:cubicBezTo>
                    <a:pt x="3598540" y="103505"/>
                    <a:pt x="3597270" y="101600"/>
                    <a:pt x="3596635" y="99060"/>
                  </a:cubicBezTo>
                  <a:cubicBezTo>
                    <a:pt x="3596000" y="96520"/>
                    <a:pt x="3595365" y="93345"/>
                    <a:pt x="3595365" y="89535"/>
                  </a:cubicBezTo>
                  <a:lnTo>
                    <a:pt x="3595365" y="44450"/>
                  </a:lnTo>
                  <a:lnTo>
                    <a:pt x="3584570" y="44450"/>
                  </a:lnTo>
                  <a:lnTo>
                    <a:pt x="3584570" y="30480"/>
                  </a:lnTo>
                  <a:lnTo>
                    <a:pt x="3595365" y="30480"/>
                  </a:lnTo>
                  <a:lnTo>
                    <a:pt x="3595365" y="8255"/>
                  </a:lnTo>
                  <a:close/>
                  <a:moveTo>
                    <a:pt x="3445505" y="0"/>
                  </a:moveTo>
                  <a:lnTo>
                    <a:pt x="3445505" y="37465"/>
                  </a:lnTo>
                  <a:cubicBezTo>
                    <a:pt x="3445505" y="37465"/>
                    <a:pt x="3448680" y="34925"/>
                    <a:pt x="3449950" y="33655"/>
                  </a:cubicBezTo>
                  <a:cubicBezTo>
                    <a:pt x="3451220" y="33020"/>
                    <a:pt x="3452490" y="31750"/>
                    <a:pt x="3453760" y="31115"/>
                  </a:cubicBezTo>
                  <a:cubicBezTo>
                    <a:pt x="3455030" y="30480"/>
                    <a:pt x="3456935" y="29845"/>
                    <a:pt x="3458840" y="29210"/>
                  </a:cubicBezTo>
                  <a:cubicBezTo>
                    <a:pt x="3460745" y="29210"/>
                    <a:pt x="3463285" y="28575"/>
                    <a:pt x="3465825" y="28575"/>
                  </a:cubicBezTo>
                  <a:cubicBezTo>
                    <a:pt x="3470270" y="28575"/>
                    <a:pt x="3474080" y="29210"/>
                    <a:pt x="3477890" y="31115"/>
                  </a:cubicBezTo>
                  <a:cubicBezTo>
                    <a:pt x="3481700" y="32385"/>
                    <a:pt x="3484875" y="34925"/>
                    <a:pt x="3487415" y="38735"/>
                  </a:cubicBezTo>
                  <a:cubicBezTo>
                    <a:pt x="3489955" y="41910"/>
                    <a:pt x="3492495" y="46355"/>
                    <a:pt x="3493765" y="51435"/>
                  </a:cubicBezTo>
                  <a:cubicBezTo>
                    <a:pt x="3495035" y="56515"/>
                    <a:pt x="3496305" y="62865"/>
                    <a:pt x="3496305" y="70485"/>
                  </a:cubicBezTo>
                  <a:lnTo>
                    <a:pt x="3495670" y="71120"/>
                  </a:lnTo>
                  <a:cubicBezTo>
                    <a:pt x="3495670" y="77470"/>
                    <a:pt x="3495035" y="83820"/>
                    <a:pt x="3493130" y="88265"/>
                  </a:cubicBezTo>
                  <a:cubicBezTo>
                    <a:pt x="3491225" y="93345"/>
                    <a:pt x="3489320" y="97155"/>
                    <a:pt x="3486145" y="100330"/>
                  </a:cubicBezTo>
                  <a:cubicBezTo>
                    <a:pt x="3483605" y="103505"/>
                    <a:pt x="3479795" y="106045"/>
                    <a:pt x="3476620" y="107315"/>
                  </a:cubicBezTo>
                  <a:cubicBezTo>
                    <a:pt x="3472810" y="109220"/>
                    <a:pt x="3469000" y="109855"/>
                    <a:pt x="3465190" y="109855"/>
                  </a:cubicBezTo>
                  <a:cubicBezTo>
                    <a:pt x="3461380" y="109855"/>
                    <a:pt x="3457570" y="109220"/>
                    <a:pt x="3454395" y="107315"/>
                  </a:cubicBezTo>
                  <a:cubicBezTo>
                    <a:pt x="3450585" y="105410"/>
                    <a:pt x="3448045" y="103505"/>
                    <a:pt x="3445505" y="100965"/>
                  </a:cubicBezTo>
                  <a:lnTo>
                    <a:pt x="3445505" y="107950"/>
                  </a:lnTo>
                  <a:lnTo>
                    <a:pt x="3430265" y="107950"/>
                  </a:lnTo>
                  <a:lnTo>
                    <a:pt x="3430265" y="7620"/>
                  </a:lnTo>
                  <a:close/>
                  <a:moveTo>
                    <a:pt x="2380611" y="0"/>
                  </a:moveTo>
                  <a:lnTo>
                    <a:pt x="2380611" y="30480"/>
                  </a:lnTo>
                  <a:lnTo>
                    <a:pt x="2399661" y="30480"/>
                  </a:lnTo>
                  <a:lnTo>
                    <a:pt x="2399661" y="44450"/>
                  </a:lnTo>
                  <a:lnTo>
                    <a:pt x="2380611" y="44450"/>
                  </a:lnTo>
                  <a:lnTo>
                    <a:pt x="2380611" y="86995"/>
                  </a:lnTo>
                  <a:cubicBezTo>
                    <a:pt x="2380611" y="86995"/>
                    <a:pt x="2380611" y="90170"/>
                    <a:pt x="2380611" y="91440"/>
                  </a:cubicBezTo>
                  <a:cubicBezTo>
                    <a:pt x="2380611" y="92710"/>
                    <a:pt x="2381246" y="93345"/>
                    <a:pt x="2381881" y="94615"/>
                  </a:cubicBezTo>
                  <a:cubicBezTo>
                    <a:pt x="2382516" y="95250"/>
                    <a:pt x="2383151" y="95885"/>
                    <a:pt x="2384421" y="95885"/>
                  </a:cubicBezTo>
                  <a:cubicBezTo>
                    <a:pt x="2385691" y="95885"/>
                    <a:pt x="2386961" y="95885"/>
                    <a:pt x="2388231" y="95885"/>
                  </a:cubicBezTo>
                  <a:cubicBezTo>
                    <a:pt x="2390136" y="95885"/>
                    <a:pt x="2392041" y="95885"/>
                    <a:pt x="2394581" y="95250"/>
                  </a:cubicBezTo>
                  <a:cubicBezTo>
                    <a:pt x="2396486" y="94615"/>
                    <a:pt x="2398391" y="93980"/>
                    <a:pt x="2399661" y="93345"/>
                  </a:cubicBezTo>
                  <a:lnTo>
                    <a:pt x="2397756" y="106680"/>
                  </a:lnTo>
                  <a:cubicBezTo>
                    <a:pt x="2397756" y="106680"/>
                    <a:pt x="2393946" y="108585"/>
                    <a:pt x="2391406" y="109220"/>
                  </a:cubicBezTo>
                  <a:cubicBezTo>
                    <a:pt x="2388866" y="109855"/>
                    <a:pt x="2386326" y="110490"/>
                    <a:pt x="2383151" y="110490"/>
                  </a:cubicBezTo>
                  <a:cubicBezTo>
                    <a:pt x="2380611" y="110490"/>
                    <a:pt x="2378071" y="110490"/>
                    <a:pt x="2376166" y="109220"/>
                  </a:cubicBezTo>
                  <a:cubicBezTo>
                    <a:pt x="2374261" y="108585"/>
                    <a:pt x="2372356" y="107315"/>
                    <a:pt x="2370451" y="105410"/>
                  </a:cubicBezTo>
                  <a:cubicBezTo>
                    <a:pt x="2368546" y="103505"/>
                    <a:pt x="2367276" y="101600"/>
                    <a:pt x="2366641" y="99060"/>
                  </a:cubicBezTo>
                  <a:cubicBezTo>
                    <a:pt x="2366006" y="96520"/>
                    <a:pt x="2365371" y="93345"/>
                    <a:pt x="2365371" y="89535"/>
                  </a:cubicBezTo>
                  <a:lnTo>
                    <a:pt x="2365371" y="44450"/>
                  </a:lnTo>
                  <a:lnTo>
                    <a:pt x="2354576" y="44450"/>
                  </a:lnTo>
                  <a:lnTo>
                    <a:pt x="2354576" y="30480"/>
                  </a:lnTo>
                  <a:lnTo>
                    <a:pt x="2365371" y="30480"/>
                  </a:lnTo>
                  <a:lnTo>
                    <a:pt x="2365371" y="8255"/>
                  </a:lnTo>
                  <a:close/>
                  <a:moveTo>
                    <a:pt x="2150741" y="0"/>
                  </a:moveTo>
                  <a:lnTo>
                    <a:pt x="2150741" y="30480"/>
                  </a:lnTo>
                  <a:lnTo>
                    <a:pt x="2169791" y="30480"/>
                  </a:lnTo>
                  <a:lnTo>
                    <a:pt x="2169791" y="44450"/>
                  </a:lnTo>
                  <a:lnTo>
                    <a:pt x="2150741" y="44450"/>
                  </a:lnTo>
                  <a:lnTo>
                    <a:pt x="2150741" y="86995"/>
                  </a:lnTo>
                  <a:cubicBezTo>
                    <a:pt x="2150741" y="86995"/>
                    <a:pt x="2150741" y="90170"/>
                    <a:pt x="2150741" y="91440"/>
                  </a:cubicBezTo>
                  <a:cubicBezTo>
                    <a:pt x="2150741" y="92710"/>
                    <a:pt x="2151376" y="93345"/>
                    <a:pt x="2152011" y="94615"/>
                  </a:cubicBezTo>
                  <a:cubicBezTo>
                    <a:pt x="2152646" y="95250"/>
                    <a:pt x="2153281" y="95885"/>
                    <a:pt x="2154551" y="95885"/>
                  </a:cubicBezTo>
                  <a:cubicBezTo>
                    <a:pt x="2155821" y="95885"/>
                    <a:pt x="2157091" y="95885"/>
                    <a:pt x="2158361" y="95885"/>
                  </a:cubicBezTo>
                  <a:cubicBezTo>
                    <a:pt x="2160266" y="95885"/>
                    <a:pt x="2162171" y="95885"/>
                    <a:pt x="2164711" y="95250"/>
                  </a:cubicBezTo>
                  <a:cubicBezTo>
                    <a:pt x="2166616" y="94615"/>
                    <a:pt x="2168521" y="93980"/>
                    <a:pt x="2169791" y="93345"/>
                  </a:cubicBezTo>
                  <a:lnTo>
                    <a:pt x="2167886" y="106680"/>
                  </a:lnTo>
                  <a:cubicBezTo>
                    <a:pt x="2167886" y="106680"/>
                    <a:pt x="2164076" y="108585"/>
                    <a:pt x="2161536" y="109220"/>
                  </a:cubicBezTo>
                  <a:cubicBezTo>
                    <a:pt x="2158996" y="109855"/>
                    <a:pt x="2156456" y="110490"/>
                    <a:pt x="2153281" y="110490"/>
                  </a:cubicBezTo>
                  <a:cubicBezTo>
                    <a:pt x="2150741" y="110490"/>
                    <a:pt x="2148201" y="110490"/>
                    <a:pt x="2146296" y="109220"/>
                  </a:cubicBezTo>
                  <a:cubicBezTo>
                    <a:pt x="2144391" y="108585"/>
                    <a:pt x="2142486" y="107315"/>
                    <a:pt x="2140581" y="105410"/>
                  </a:cubicBezTo>
                  <a:cubicBezTo>
                    <a:pt x="2138676" y="103505"/>
                    <a:pt x="2137406" y="101600"/>
                    <a:pt x="2136771" y="99060"/>
                  </a:cubicBezTo>
                  <a:cubicBezTo>
                    <a:pt x="2136136" y="96520"/>
                    <a:pt x="2135501" y="93345"/>
                    <a:pt x="2135501" y="89535"/>
                  </a:cubicBezTo>
                  <a:lnTo>
                    <a:pt x="2135501" y="44450"/>
                  </a:lnTo>
                  <a:lnTo>
                    <a:pt x="2124706" y="44450"/>
                  </a:lnTo>
                  <a:lnTo>
                    <a:pt x="2124706" y="30480"/>
                  </a:lnTo>
                  <a:lnTo>
                    <a:pt x="2135501" y="30480"/>
                  </a:lnTo>
                  <a:lnTo>
                    <a:pt x="2135501" y="8255"/>
                  </a:lnTo>
                  <a:close/>
                  <a:moveTo>
                    <a:pt x="2096131" y="0"/>
                  </a:moveTo>
                  <a:lnTo>
                    <a:pt x="2096131" y="30480"/>
                  </a:lnTo>
                  <a:lnTo>
                    <a:pt x="2115181" y="30480"/>
                  </a:lnTo>
                  <a:lnTo>
                    <a:pt x="2115181" y="44450"/>
                  </a:lnTo>
                  <a:lnTo>
                    <a:pt x="2096131" y="44450"/>
                  </a:lnTo>
                  <a:lnTo>
                    <a:pt x="2096131" y="86995"/>
                  </a:lnTo>
                  <a:cubicBezTo>
                    <a:pt x="2096131" y="86995"/>
                    <a:pt x="2096131" y="90170"/>
                    <a:pt x="2096131" y="91440"/>
                  </a:cubicBezTo>
                  <a:cubicBezTo>
                    <a:pt x="2096131" y="92710"/>
                    <a:pt x="2096766" y="93345"/>
                    <a:pt x="2097401" y="94615"/>
                  </a:cubicBezTo>
                  <a:cubicBezTo>
                    <a:pt x="2098036" y="95250"/>
                    <a:pt x="2098671" y="95885"/>
                    <a:pt x="2099941" y="95885"/>
                  </a:cubicBezTo>
                  <a:cubicBezTo>
                    <a:pt x="2101211" y="95885"/>
                    <a:pt x="2102481" y="95885"/>
                    <a:pt x="2103751" y="95885"/>
                  </a:cubicBezTo>
                  <a:cubicBezTo>
                    <a:pt x="2105656" y="95885"/>
                    <a:pt x="2107561" y="95885"/>
                    <a:pt x="2110101" y="95250"/>
                  </a:cubicBezTo>
                  <a:cubicBezTo>
                    <a:pt x="2112006" y="94615"/>
                    <a:pt x="2113911" y="93980"/>
                    <a:pt x="2115181" y="93345"/>
                  </a:cubicBezTo>
                  <a:lnTo>
                    <a:pt x="2113276" y="106680"/>
                  </a:lnTo>
                  <a:cubicBezTo>
                    <a:pt x="2113276" y="106680"/>
                    <a:pt x="2109466" y="108585"/>
                    <a:pt x="2106926" y="109220"/>
                  </a:cubicBezTo>
                  <a:cubicBezTo>
                    <a:pt x="2104386" y="109855"/>
                    <a:pt x="2101846" y="110490"/>
                    <a:pt x="2098671" y="110490"/>
                  </a:cubicBezTo>
                  <a:cubicBezTo>
                    <a:pt x="2096131" y="110490"/>
                    <a:pt x="2093591" y="110490"/>
                    <a:pt x="2091686" y="109220"/>
                  </a:cubicBezTo>
                  <a:cubicBezTo>
                    <a:pt x="2089781" y="108585"/>
                    <a:pt x="2087876" y="107315"/>
                    <a:pt x="2085971" y="105410"/>
                  </a:cubicBezTo>
                  <a:cubicBezTo>
                    <a:pt x="2084066" y="103505"/>
                    <a:pt x="2082796" y="101600"/>
                    <a:pt x="2082161" y="99060"/>
                  </a:cubicBezTo>
                  <a:cubicBezTo>
                    <a:pt x="2081526" y="96520"/>
                    <a:pt x="2080891" y="93345"/>
                    <a:pt x="2080891" y="89535"/>
                  </a:cubicBezTo>
                  <a:lnTo>
                    <a:pt x="2080891" y="44450"/>
                  </a:lnTo>
                  <a:lnTo>
                    <a:pt x="2070096" y="44450"/>
                  </a:lnTo>
                  <a:lnTo>
                    <a:pt x="2070096" y="30480"/>
                  </a:lnTo>
                  <a:lnTo>
                    <a:pt x="2080891" y="30480"/>
                  </a:lnTo>
                  <a:lnTo>
                    <a:pt x="2080891" y="8255"/>
                  </a:lnTo>
                  <a:close/>
                  <a:moveTo>
                    <a:pt x="1931665" y="0"/>
                  </a:moveTo>
                  <a:lnTo>
                    <a:pt x="1931665" y="37465"/>
                  </a:lnTo>
                  <a:cubicBezTo>
                    <a:pt x="1931665" y="37465"/>
                    <a:pt x="1934840" y="34925"/>
                    <a:pt x="1936110" y="33655"/>
                  </a:cubicBezTo>
                  <a:cubicBezTo>
                    <a:pt x="1937380" y="33020"/>
                    <a:pt x="1938650" y="31750"/>
                    <a:pt x="1939920" y="31115"/>
                  </a:cubicBezTo>
                  <a:cubicBezTo>
                    <a:pt x="1941190" y="30480"/>
                    <a:pt x="1943095" y="29845"/>
                    <a:pt x="1945000" y="29210"/>
                  </a:cubicBezTo>
                  <a:cubicBezTo>
                    <a:pt x="1946905" y="29210"/>
                    <a:pt x="1949445" y="28575"/>
                    <a:pt x="1951985" y="28575"/>
                  </a:cubicBezTo>
                  <a:cubicBezTo>
                    <a:pt x="1956430" y="28575"/>
                    <a:pt x="1960240" y="29210"/>
                    <a:pt x="1964050" y="31115"/>
                  </a:cubicBezTo>
                  <a:cubicBezTo>
                    <a:pt x="1967860" y="32385"/>
                    <a:pt x="1971035" y="34925"/>
                    <a:pt x="1973575" y="38735"/>
                  </a:cubicBezTo>
                  <a:cubicBezTo>
                    <a:pt x="1976115" y="41910"/>
                    <a:pt x="1978655" y="46355"/>
                    <a:pt x="1979925" y="51435"/>
                  </a:cubicBezTo>
                  <a:cubicBezTo>
                    <a:pt x="1981195" y="56515"/>
                    <a:pt x="1982465" y="62865"/>
                    <a:pt x="1982465" y="70485"/>
                  </a:cubicBezTo>
                  <a:lnTo>
                    <a:pt x="1981830" y="71120"/>
                  </a:lnTo>
                  <a:cubicBezTo>
                    <a:pt x="1981830" y="77470"/>
                    <a:pt x="1981195" y="83820"/>
                    <a:pt x="1979290" y="88265"/>
                  </a:cubicBezTo>
                  <a:cubicBezTo>
                    <a:pt x="1977385" y="93345"/>
                    <a:pt x="1975480" y="97155"/>
                    <a:pt x="1972305" y="100330"/>
                  </a:cubicBezTo>
                  <a:cubicBezTo>
                    <a:pt x="1969765" y="103505"/>
                    <a:pt x="1965955" y="106045"/>
                    <a:pt x="1962780" y="107315"/>
                  </a:cubicBezTo>
                  <a:cubicBezTo>
                    <a:pt x="1958970" y="109220"/>
                    <a:pt x="1955160" y="109855"/>
                    <a:pt x="1951350" y="109855"/>
                  </a:cubicBezTo>
                  <a:cubicBezTo>
                    <a:pt x="1947540" y="109855"/>
                    <a:pt x="1943730" y="109220"/>
                    <a:pt x="1940555" y="107315"/>
                  </a:cubicBezTo>
                  <a:cubicBezTo>
                    <a:pt x="1936745" y="105410"/>
                    <a:pt x="1934205" y="103505"/>
                    <a:pt x="1931665" y="100965"/>
                  </a:cubicBezTo>
                  <a:lnTo>
                    <a:pt x="1931665" y="107950"/>
                  </a:lnTo>
                  <a:lnTo>
                    <a:pt x="1916425" y="107950"/>
                  </a:lnTo>
                  <a:lnTo>
                    <a:pt x="1916425" y="7620"/>
                  </a:lnTo>
                  <a:close/>
                  <a:moveTo>
                    <a:pt x="1316991" y="0"/>
                  </a:moveTo>
                  <a:lnTo>
                    <a:pt x="1316991" y="30480"/>
                  </a:lnTo>
                  <a:lnTo>
                    <a:pt x="1336041" y="30480"/>
                  </a:lnTo>
                  <a:lnTo>
                    <a:pt x="1336041" y="44450"/>
                  </a:lnTo>
                  <a:lnTo>
                    <a:pt x="1316991" y="44450"/>
                  </a:lnTo>
                  <a:lnTo>
                    <a:pt x="1316991" y="86995"/>
                  </a:lnTo>
                  <a:cubicBezTo>
                    <a:pt x="1316991" y="86995"/>
                    <a:pt x="1316991" y="90170"/>
                    <a:pt x="1316991" y="91440"/>
                  </a:cubicBezTo>
                  <a:cubicBezTo>
                    <a:pt x="1316991" y="92710"/>
                    <a:pt x="1317627" y="93345"/>
                    <a:pt x="1318261" y="94615"/>
                  </a:cubicBezTo>
                  <a:cubicBezTo>
                    <a:pt x="1318896" y="95250"/>
                    <a:pt x="1319531" y="95885"/>
                    <a:pt x="1320801" y="95885"/>
                  </a:cubicBezTo>
                  <a:cubicBezTo>
                    <a:pt x="1322072" y="95885"/>
                    <a:pt x="1323341" y="95885"/>
                    <a:pt x="1324611" y="95885"/>
                  </a:cubicBezTo>
                  <a:cubicBezTo>
                    <a:pt x="1326516" y="95885"/>
                    <a:pt x="1328422" y="95885"/>
                    <a:pt x="1330961" y="95250"/>
                  </a:cubicBezTo>
                  <a:cubicBezTo>
                    <a:pt x="1332867" y="94615"/>
                    <a:pt x="1334772" y="93980"/>
                    <a:pt x="1336041" y="93345"/>
                  </a:cubicBezTo>
                  <a:lnTo>
                    <a:pt x="1334136" y="106680"/>
                  </a:lnTo>
                  <a:cubicBezTo>
                    <a:pt x="1334136" y="106680"/>
                    <a:pt x="1330326" y="108585"/>
                    <a:pt x="1327786" y="109220"/>
                  </a:cubicBezTo>
                  <a:cubicBezTo>
                    <a:pt x="1325246" y="109855"/>
                    <a:pt x="1322706" y="110490"/>
                    <a:pt x="1319531" y="110490"/>
                  </a:cubicBezTo>
                  <a:cubicBezTo>
                    <a:pt x="1316991" y="110490"/>
                    <a:pt x="1314451" y="110490"/>
                    <a:pt x="1312546" y="109220"/>
                  </a:cubicBezTo>
                  <a:cubicBezTo>
                    <a:pt x="1310641" y="108585"/>
                    <a:pt x="1308736" y="107315"/>
                    <a:pt x="1306831" y="105410"/>
                  </a:cubicBezTo>
                  <a:cubicBezTo>
                    <a:pt x="1304926" y="103505"/>
                    <a:pt x="1303656" y="101600"/>
                    <a:pt x="1303021" y="99060"/>
                  </a:cubicBezTo>
                  <a:cubicBezTo>
                    <a:pt x="1302386" y="96520"/>
                    <a:pt x="1301751" y="93345"/>
                    <a:pt x="1301751" y="89535"/>
                  </a:cubicBezTo>
                  <a:lnTo>
                    <a:pt x="1301751" y="44450"/>
                  </a:lnTo>
                  <a:lnTo>
                    <a:pt x="1290956" y="44450"/>
                  </a:lnTo>
                  <a:lnTo>
                    <a:pt x="1290956" y="30480"/>
                  </a:lnTo>
                  <a:lnTo>
                    <a:pt x="1301751" y="30480"/>
                  </a:lnTo>
                  <a:lnTo>
                    <a:pt x="1301751" y="8255"/>
                  </a:lnTo>
                  <a:close/>
                  <a:moveTo>
                    <a:pt x="751206" y="0"/>
                  </a:moveTo>
                  <a:lnTo>
                    <a:pt x="751206" y="30480"/>
                  </a:lnTo>
                  <a:lnTo>
                    <a:pt x="770256" y="30480"/>
                  </a:lnTo>
                  <a:lnTo>
                    <a:pt x="770256" y="44450"/>
                  </a:lnTo>
                  <a:lnTo>
                    <a:pt x="751206" y="44450"/>
                  </a:lnTo>
                  <a:lnTo>
                    <a:pt x="751206" y="86995"/>
                  </a:lnTo>
                  <a:cubicBezTo>
                    <a:pt x="751206" y="86995"/>
                    <a:pt x="751206" y="90170"/>
                    <a:pt x="751206" y="91440"/>
                  </a:cubicBezTo>
                  <a:cubicBezTo>
                    <a:pt x="751206" y="92710"/>
                    <a:pt x="751841" y="93345"/>
                    <a:pt x="752476" y="94615"/>
                  </a:cubicBezTo>
                  <a:cubicBezTo>
                    <a:pt x="753111" y="95250"/>
                    <a:pt x="753746" y="95885"/>
                    <a:pt x="755016" y="95885"/>
                  </a:cubicBezTo>
                  <a:cubicBezTo>
                    <a:pt x="756286" y="95885"/>
                    <a:pt x="757556" y="95885"/>
                    <a:pt x="758826" y="95885"/>
                  </a:cubicBezTo>
                  <a:cubicBezTo>
                    <a:pt x="760731" y="95885"/>
                    <a:pt x="762636" y="95885"/>
                    <a:pt x="765176" y="95250"/>
                  </a:cubicBezTo>
                  <a:cubicBezTo>
                    <a:pt x="767081" y="94615"/>
                    <a:pt x="768986" y="93980"/>
                    <a:pt x="770256" y="93345"/>
                  </a:cubicBezTo>
                  <a:lnTo>
                    <a:pt x="768351" y="106680"/>
                  </a:lnTo>
                  <a:cubicBezTo>
                    <a:pt x="768351" y="106680"/>
                    <a:pt x="764541" y="108585"/>
                    <a:pt x="762001" y="109220"/>
                  </a:cubicBezTo>
                  <a:cubicBezTo>
                    <a:pt x="759461" y="109855"/>
                    <a:pt x="756921" y="110490"/>
                    <a:pt x="753746" y="110490"/>
                  </a:cubicBezTo>
                  <a:cubicBezTo>
                    <a:pt x="751206" y="110490"/>
                    <a:pt x="748666" y="110490"/>
                    <a:pt x="746761" y="109220"/>
                  </a:cubicBezTo>
                  <a:cubicBezTo>
                    <a:pt x="744856" y="108585"/>
                    <a:pt x="742951" y="107315"/>
                    <a:pt x="741045" y="105410"/>
                  </a:cubicBezTo>
                  <a:cubicBezTo>
                    <a:pt x="739141" y="103505"/>
                    <a:pt x="737871" y="101600"/>
                    <a:pt x="737236" y="99060"/>
                  </a:cubicBezTo>
                  <a:cubicBezTo>
                    <a:pt x="736600" y="96520"/>
                    <a:pt x="735966" y="93345"/>
                    <a:pt x="735966" y="89535"/>
                  </a:cubicBezTo>
                  <a:lnTo>
                    <a:pt x="735966" y="44450"/>
                  </a:lnTo>
                  <a:lnTo>
                    <a:pt x="725171" y="44450"/>
                  </a:lnTo>
                  <a:lnTo>
                    <a:pt x="725171" y="30480"/>
                  </a:lnTo>
                  <a:lnTo>
                    <a:pt x="735966" y="30480"/>
                  </a:lnTo>
                  <a:lnTo>
                    <a:pt x="735966" y="8255"/>
                  </a:lnTo>
                  <a:close/>
                  <a:moveTo>
                    <a:pt x="521335" y="0"/>
                  </a:moveTo>
                  <a:lnTo>
                    <a:pt x="521335" y="30480"/>
                  </a:lnTo>
                  <a:lnTo>
                    <a:pt x="540385" y="30480"/>
                  </a:lnTo>
                  <a:lnTo>
                    <a:pt x="540385" y="44450"/>
                  </a:lnTo>
                  <a:lnTo>
                    <a:pt x="521335" y="44450"/>
                  </a:lnTo>
                  <a:lnTo>
                    <a:pt x="521335" y="86995"/>
                  </a:lnTo>
                  <a:cubicBezTo>
                    <a:pt x="521335" y="86995"/>
                    <a:pt x="521335" y="90170"/>
                    <a:pt x="521335" y="91440"/>
                  </a:cubicBezTo>
                  <a:cubicBezTo>
                    <a:pt x="521335" y="92710"/>
                    <a:pt x="521970" y="93345"/>
                    <a:pt x="522605" y="94615"/>
                  </a:cubicBezTo>
                  <a:cubicBezTo>
                    <a:pt x="523240" y="95250"/>
                    <a:pt x="523875" y="95885"/>
                    <a:pt x="525145" y="95885"/>
                  </a:cubicBezTo>
                  <a:cubicBezTo>
                    <a:pt x="526415" y="95885"/>
                    <a:pt x="527685" y="95885"/>
                    <a:pt x="528955" y="95885"/>
                  </a:cubicBezTo>
                  <a:cubicBezTo>
                    <a:pt x="530860" y="95885"/>
                    <a:pt x="532765" y="95885"/>
                    <a:pt x="535305" y="95250"/>
                  </a:cubicBezTo>
                  <a:cubicBezTo>
                    <a:pt x="537210" y="94615"/>
                    <a:pt x="539115" y="93980"/>
                    <a:pt x="540385" y="93345"/>
                  </a:cubicBezTo>
                  <a:lnTo>
                    <a:pt x="538480" y="106680"/>
                  </a:lnTo>
                  <a:cubicBezTo>
                    <a:pt x="538480" y="106680"/>
                    <a:pt x="534670" y="108585"/>
                    <a:pt x="532130" y="109220"/>
                  </a:cubicBezTo>
                  <a:cubicBezTo>
                    <a:pt x="529590" y="109855"/>
                    <a:pt x="527050" y="110490"/>
                    <a:pt x="523875" y="110490"/>
                  </a:cubicBezTo>
                  <a:cubicBezTo>
                    <a:pt x="521335" y="110490"/>
                    <a:pt x="518795" y="110490"/>
                    <a:pt x="516890" y="109220"/>
                  </a:cubicBezTo>
                  <a:cubicBezTo>
                    <a:pt x="514985" y="108585"/>
                    <a:pt x="513080" y="107315"/>
                    <a:pt x="511175" y="105410"/>
                  </a:cubicBezTo>
                  <a:cubicBezTo>
                    <a:pt x="509270" y="103505"/>
                    <a:pt x="508000" y="101600"/>
                    <a:pt x="507365" y="99060"/>
                  </a:cubicBezTo>
                  <a:cubicBezTo>
                    <a:pt x="506730" y="96520"/>
                    <a:pt x="506095" y="93345"/>
                    <a:pt x="506095" y="89535"/>
                  </a:cubicBezTo>
                  <a:lnTo>
                    <a:pt x="506095" y="44450"/>
                  </a:lnTo>
                  <a:lnTo>
                    <a:pt x="495300" y="44450"/>
                  </a:lnTo>
                  <a:lnTo>
                    <a:pt x="495300" y="30480"/>
                  </a:lnTo>
                  <a:lnTo>
                    <a:pt x="506095" y="30480"/>
                  </a:lnTo>
                  <a:lnTo>
                    <a:pt x="506095" y="8255"/>
                  </a:lnTo>
                  <a:close/>
                  <a:moveTo>
                    <a:pt x="466724" y="0"/>
                  </a:moveTo>
                  <a:lnTo>
                    <a:pt x="466724" y="30480"/>
                  </a:lnTo>
                  <a:lnTo>
                    <a:pt x="485774" y="30480"/>
                  </a:lnTo>
                  <a:lnTo>
                    <a:pt x="485774" y="44450"/>
                  </a:lnTo>
                  <a:lnTo>
                    <a:pt x="466724" y="44450"/>
                  </a:lnTo>
                  <a:lnTo>
                    <a:pt x="466724" y="86995"/>
                  </a:lnTo>
                  <a:cubicBezTo>
                    <a:pt x="466724" y="86995"/>
                    <a:pt x="466724" y="90170"/>
                    <a:pt x="466724" y="91440"/>
                  </a:cubicBezTo>
                  <a:cubicBezTo>
                    <a:pt x="466724" y="92710"/>
                    <a:pt x="467359" y="93345"/>
                    <a:pt x="467994" y="94615"/>
                  </a:cubicBezTo>
                  <a:cubicBezTo>
                    <a:pt x="468629" y="95250"/>
                    <a:pt x="469264" y="95885"/>
                    <a:pt x="470534" y="95885"/>
                  </a:cubicBezTo>
                  <a:cubicBezTo>
                    <a:pt x="471804" y="95885"/>
                    <a:pt x="473074" y="95885"/>
                    <a:pt x="474344" y="95885"/>
                  </a:cubicBezTo>
                  <a:cubicBezTo>
                    <a:pt x="476249" y="95885"/>
                    <a:pt x="478154" y="95885"/>
                    <a:pt x="480694" y="95250"/>
                  </a:cubicBezTo>
                  <a:cubicBezTo>
                    <a:pt x="482599" y="94615"/>
                    <a:pt x="484504" y="93980"/>
                    <a:pt x="485774" y="93345"/>
                  </a:cubicBezTo>
                  <a:lnTo>
                    <a:pt x="483869" y="106680"/>
                  </a:lnTo>
                  <a:cubicBezTo>
                    <a:pt x="483869" y="106680"/>
                    <a:pt x="480059" y="108585"/>
                    <a:pt x="477519" y="109220"/>
                  </a:cubicBezTo>
                  <a:cubicBezTo>
                    <a:pt x="474979" y="109855"/>
                    <a:pt x="472439" y="110490"/>
                    <a:pt x="469264" y="110490"/>
                  </a:cubicBezTo>
                  <a:cubicBezTo>
                    <a:pt x="466724" y="110490"/>
                    <a:pt x="464184" y="110490"/>
                    <a:pt x="462279" y="109220"/>
                  </a:cubicBezTo>
                  <a:cubicBezTo>
                    <a:pt x="460374" y="108585"/>
                    <a:pt x="458469" y="107315"/>
                    <a:pt x="456564" y="105410"/>
                  </a:cubicBezTo>
                  <a:cubicBezTo>
                    <a:pt x="454659" y="103505"/>
                    <a:pt x="453389" y="101600"/>
                    <a:pt x="452754" y="99060"/>
                  </a:cubicBezTo>
                  <a:cubicBezTo>
                    <a:pt x="452119" y="96520"/>
                    <a:pt x="451484" y="93345"/>
                    <a:pt x="451484" y="89535"/>
                  </a:cubicBezTo>
                  <a:lnTo>
                    <a:pt x="451484" y="44450"/>
                  </a:lnTo>
                  <a:lnTo>
                    <a:pt x="440689" y="44450"/>
                  </a:lnTo>
                  <a:lnTo>
                    <a:pt x="440689" y="30480"/>
                  </a:lnTo>
                  <a:lnTo>
                    <a:pt x="451484" y="30480"/>
                  </a:lnTo>
                  <a:lnTo>
                    <a:pt x="451484" y="8255"/>
                  </a:lnTo>
                  <a:close/>
                  <a:moveTo>
                    <a:pt x="302259" y="0"/>
                  </a:moveTo>
                  <a:lnTo>
                    <a:pt x="302259" y="37465"/>
                  </a:lnTo>
                  <a:cubicBezTo>
                    <a:pt x="302259" y="37465"/>
                    <a:pt x="305434" y="34925"/>
                    <a:pt x="306704" y="33655"/>
                  </a:cubicBezTo>
                  <a:cubicBezTo>
                    <a:pt x="307974" y="33020"/>
                    <a:pt x="309244" y="31750"/>
                    <a:pt x="310514" y="31115"/>
                  </a:cubicBezTo>
                  <a:cubicBezTo>
                    <a:pt x="311784" y="30480"/>
                    <a:pt x="313689" y="29845"/>
                    <a:pt x="315594" y="29210"/>
                  </a:cubicBezTo>
                  <a:cubicBezTo>
                    <a:pt x="317499" y="29210"/>
                    <a:pt x="320039" y="28575"/>
                    <a:pt x="322579" y="28575"/>
                  </a:cubicBezTo>
                  <a:cubicBezTo>
                    <a:pt x="327024" y="28575"/>
                    <a:pt x="330834" y="29210"/>
                    <a:pt x="334644" y="31115"/>
                  </a:cubicBezTo>
                  <a:cubicBezTo>
                    <a:pt x="338454" y="32385"/>
                    <a:pt x="341629" y="34925"/>
                    <a:pt x="344169" y="38735"/>
                  </a:cubicBezTo>
                  <a:cubicBezTo>
                    <a:pt x="346709" y="41910"/>
                    <a:pt x="349249" y="46355"/>
                    <a:pt x="350519" y="51435"/>
                  </a:cubicBezTo>
                  <a:cubicBezTo>
                    <a:pt x="351789" y="56515"/>
                    <a:pt x="353059" y="62865"/>
                    <a:pt x="353059" y="70485"/>
                  </a:cubicBezTo>
                  <a:lnTo>
                    <a:pt x="352424" y="71120"/>
                  </a:lnTo>
                  <a:cubicBezTo>
                    <a:pt x="352424" y="77470"/>
                    <a:pt x="351789" y="83820"/>
                    <a:pt x="349884" y="88265"/>
                  </a:cubicBezTo>
                  <a:cubicBezTo>
                    <a:pt x="347979" y="93345"/>
                    <a:pt x="346074" y="97155"/>
                    <a:pt x="342899" y="100330"/>
                  </a:cubicBezTo>
                  <a:cubicBezTo>
                    <a:pt x="340359" y="103505"/>
                    <a:pt x="336549" y="106045"/>
                    <a:pt x="333374" y="107315"/>
                  </a:cubicBezTo>
                  <a:cubicBezTo>
                    <a:pt x="329564" y="109220"/>
                    <a:pt x="325754" y="109855"/>
                    <a:pt x="321944" y="109855"/>
                  </a:cubicBezTo>
                  <a:cubicBezTo>
                    <a:pt x="318134" y="109855"/>
                    <a:pt x="314324" y="109220"/>
                    <a:pt x="311149" y="107315"/>
                  </a:cubicBezTo>
                  <a:cubicBezTo>
                    <a:pt x="307339" y="105410"/>
                    <a:pt x="304799" y="103505"/>
                    <a:pt x="302259" y="100965"/>
                  </a:cubicBezTo>
                  <a:lnTo>
                    <a:pt x="302259" y="107950"/>
                  </a:lnTo>
                  <a:lnTo>
                    <a:pt x="287019" y="107950"/>
                  </a:lnTo>
                  <a:lnTo>
                    <a:pt x="287019" y="7620"/>
                  </a:lnTo>
                  <a:close/>
                </a:path>
              </a:pathLst>
            </a:custGeom>
            <a:solidFill>
              <a:srgbClr val="FFFFFF"/>
            </a:solidFill>
            <a:ln w="63500" cap="flat">
              <a:noFill/>
              <a:prstDash val="solid"/>
              <a:miter/>
            </a:ln>
          </p:spPr>
          <p:txBody>
            <a:bodyPr rtlCol="0" anchor="ctr"/>
            <a:lstStyle/>
            <a:p>
              <a:endParaRPr lang="en-US"/>
            </a:p>
          </p:txBody>
        </p:sp>
      </p:grpSp>
      <p:grpSp>
        <p:nvGrpSpPr>
          <p:cNvPr id="2" name="Group 1">
            <a:extLst>
              <a:ext uri="{FF2B5EF4-FFF2-40B4-BE49-F238E27FC236}">
                <a16:creationId xmlns:a16="http://schemas.microsoft.com/office/drawing/2014/main" id="{E0E8BD61-2DD9-6340-EB16-98CFEA0A221D}"/>
              </a:ext>
            </a:extLst>
          </p:cNvPr>
          <p:cNvGrpSpPr/>
          <p:nvPr userDrawn="1"/>
        </p:nvGrpSpPr>
        <p:grpSpPr>
          <a:xfrm>
            <a:off x="485774" y="1291008"/>
            <a:ext cx="5706110" cy="4360545"/>
            <a:chOff x="485774" y="1291008"/>
            <a:chExt cx="5706110" cy="4360545"/>
          </a:xfrm>
        </p:grpSpPr>
        <p:sp>
          <p:nvSpPr>
            <p:cNvPr id="26" name="Freeform 25">
              <a:extLst>
                <a:ext uri="{FF2B5EF4-FFF2-40B4-BE49-F238E27FC236}">
                  <a16:creationId xmlns:a16="http://schemas.microsoft.com/office/drawing/2014/main" id="{B4038A11-FAB8-DE3A-2D5D-3D1F11925688}"/>
                </a:ext>
              </a:extLst>
            </p:cNvPr>
            <p:cNvSpPr/>
            <p:nvPr userDrawn="1"/>
          </p:nvSpPr>
          <p:spPr>
            <a:xfrm>
              <a:off x="485774" y="5549953"/>
              <a:ext cx="508000" cy="101600"/>
            </a:xfrm>
            <a:custGeom>
              <a:avLst/>
              <a:gdLst>
                <a:gd name="connsiteX0" fmla="*/ 406400 w 508000"/>
                <a:gd name="connsiteY0" fmla="*/ 0 h 101600"/>
                <a:gd name="connsiteX1" fmla="*/ 508000 w 508000"/>
                <a:gd name="connsiteY1" fmla="*/ 0 h 101600"/>
                <a:gd name="connsiteX2" fmla="*/ 508000 w 508000"/>
                <a:gd name="connsiteY2" fmla="*/ 101600 h 101600"/>
                <a:gd name="connsiteX3" fmla="*/ 406400 w 508000"/>
                <a:gd name="connsiteY3" fmla="*/ 101600 h 101600"/>
                <a:gd name="connsiteX4" fmla="*/ 203200 w 508000"/>
                <a:gd name="connsiteY4" fmla="*/ 0 h 101600"/>
                <a:gd name="connsiteX5" fmla="*/ 304800 w 508000"/>
                <a:gd name="connsiteY5" fmla="*/ 0 h 101600"/>
                <a:gd name="connsiteX6" fmla="*/ 304800 w 508000"/>
                <a:gd name="connsiteY6" fmla="*/ 101600 h 101600"/>
                <a:gd name="connsiteX7" fmla="*/ 203200 w 508000"/>
                <a:gd name="connsiteY7" fmla="*/ 101600 h 101600"/>
                <a:gd name="connsiteX8" fmla="*/ 0 w 508000"/>
                <a:gd name="connsiteY8" fmla="*/ 0 h 101600"/>
                <a:gd name="connsiteX9" fmla="*/ 101600 w 508000"/>
                <a:gd name="connsiteY9" fmla="*/ 0 h 101600"/>
                <a:gd name="connsiteX10" fmla="*/ 101600 w 508000"/>
                <a:gd name="connsiteY10" fmla="*/ 101600 h 101600"/>
                <a:gd name="connsiteX11" fmla="*/ 0 w 508000"/>
                <a:gd name="connsiteY11" fmla="*/ 101600 h 10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8000" h="101600">
                  <a:moveTo>
                    <a:pt x="406400" y="0"/>
                  </a:moveTo>
                  <a:lnTo>
                    <a:pt x="508000" y="0"/>
                  </a:lnTo>
                  <a:lnTo>
                    <a:pt x="508000" y="101600"/>
                  </a:lnTo>
                  <a:lnTo>
                    <a:pt x="406400" y="101600"/>
                  </a:lnTo>
                  <a:close/>
                  <a:moveTo>
                    <a:pt x="203200" y="0"/>
                  </a:moveTo>
                  <a:lnTo>
                    <a:pt x="304800" y="0"/>
                  </a:lnTo>
                  <a:lnTo>
                    <a:pt x="304800" y="101600"/>
                  </a:lnTo>
                  <a:lnTo>
                    <a:pt x="203200" y="101600"/>
                  </a:lnTo>
                  <a:close/>
                  <a:moveTo>
                    <a:pt x="0" y="0"/>
                  </a:moveTo>
                  <a:lnTo>
                    <a:pt x="101600" y="0"/>
                  </a:lnTo>
                  <a:lnTo>
                    <a:pt x="101600" y="101600"/>
                  </a:lnTo>
                  <a:lnTo>
                    <a:pt x="0" y="101600"/>
                  </a:lnTo>
                  <a:close/>
                </a:path>
              </a:pathLst>
            </a:custGeom>
            <a:solidFill>
              <a:schemeClr val="tx2"/>
            </a:solidFill>
            <a:ln w="63500" cap="flat">
              <a:noFill/>
              <a:prstDash val="solid"/>
              <a:miter/>
            </a:ln>
          </p:spPr>
          <p:txBody>
            <a:bodyPr rtlCol="0" anchor="ctr"/>
            <a:lstStyle/>
            <a:p>
              <a:endParaRPr lang="en-US"/>
            </a:p>
          </p:txBody>
        </p:sp>
        <p:sp>
          <p:nvSpPr>
            <p:cNvPr id="27" name="Freeform 26">
              <a:extLst>
                <a:ext uri="{FF2B5EF4-FFF2-40B4-BE49-F238E27FC236}">
                  <a16:creationId xmlns:a16="http://schemas.microsoft.com/office/drawing/2014/main" id="{FD45E8E5-E623-933A-074B-D3B9860ABECB}"/>
                </a:ext>
              </a:extLst>
            </p:cNvPr>
            <p:cNvSpPr/>
            <p:nvPr userDrawn="1"/>
          </p:nvSpPr>
          <p:spPr>
            <a:xfrm>
              <a:off x="485775" y="1291008"/>
              <a:ext cx="5706109" cy="4359275"/>
            </a:xfrm>
            <a:custGeom>
              <a:avLst/>
              <a:gdLst>
                <a:gd name="connsiteX0" fmla="*/ 0 w 5706109"/>
                <a:gd name="connsiteY0" fmla="*/ 4157346 h 4359275"/>
                <a:gd name="connsiteX1" fmla="*/ 101600 w 5706109"/>
                <a:gd name="connsiteY1" fmla="*/ 4157346 h 4359275"/>
                <a:gd name="connsiteX2" fmla="*/ 101600 w 5706109"/>
                <a:gd name="connsiteY2" fmla="*/ 1075055 h 4359275"/>
                <a:gd name="connsiteX3" fmla="*/ 101600 w 5706109"/>
                <a:gd name="connsiteY3" fmla="*/ 1075055 h 4359275"/>
                <a:gd name="connsiteX4" fmla="*/ 191770 w 5706109"/>
                <a:gd name="connsiteY4" fmla="*/ 1059180 h 4359275"/>
                <a:gd name="connsiteX5" fmla="*/ 861060 w 5706109"/>
                <a:gd name="connsiteY5" fmla="*/ 942975 h 4359275"/>
                <a:gd name="connsiteX6" fmla="*/ 1195705 w 5706109"/>
                <a:gd name="connsiteY6" fmla="*/ 885190 h 4359275"/>
                <a:gd name="connsiteX7" fmla="*/ 1362710 w 5706109"/>
                <a:gd name="connsiteY7" fmla="*/ 855980 h 4359275"/>
                <a:gd name="connsiteX8" fmla="*/ 1529715 w 5706109"/>
                <a:gd name="connsiteY8" fmla="*/ 826770 h 4359275"/>
                <a:gd name="connsiteX9" fmla="*/ 1864360 w 5706109"/>
                <a:gd name="connsiteY9" fmla="*/ 768985 h 4359275"/>
                <a:gd name="connsiteX10" fmla="*/ 2031365 w 5706109"/>
                <a:gd name="connsiteY10" fmla="*/ 739775 h 4359275"/>
                <a:gd name="connsiteX11" fmla="*/ 2198370 w 5706109"/>
                <a:gd name="connsiteY11" fmla="*/ 710565 h 4359275"/>
                <a:gd name="connsiteX12" fmla="*/ 2365375 w 5706109"/>
                <a:gd name="connsiteY12" fmla="*/ 681355 h 4359275"/>
                <a:gd name="connsiteX13" fmla="*/ 2532380 w 5706109"/>
                <a:gd name="connsiteY13" fmla="*/ 652145 h 4359275"/>
                <a:gd name="connsiteX14" fmla="*/ 2699385 w 5706109"/>
                <a:gd name="connsiteY14" fmla="*/ 622935 h 4359275"/>
                <a:gd name="connsiteX15" fmla="*/ 2866390 w 5706109"/>
                <a:gd name="connsiteY15" fmla="*/ 593725 h 4359275"/>
                <a:gd name="connsiteX16" fmla="*/ 5461000 w 5706109"/>
                <a:gd name="connsiteY16" fmla="*/ 144145 h 4359275"/>
                <a:gd name="connsiteX17" fmla="*/ 5602605 w 5706109"/>
                <a:gd name="connsiteY17" fmla="*/ 119380 h 4359275"/>
                <a:gd name="connsiteX18" fmla="*/ 5602605 w 5706109"/>
                <a:gd name="connsiteY18" fmla="*/ 119380 h 4359275"/>
                <a:gd name="connsiteX19" fmla="*/ 5602605 w 5706109"/>
                <a:gd name="connsiteY19" fmla="*/ 4257676 h 4359275"/>
                <a:gd name="connsiteX20" fmla="*/ 609600 w 5706109"/>
                <a:gd name="connsiteY20" fmla="*/ 4257676 h 4359275"/>
                <a:gd name="connsiteX21" fmla="*/ 609600 w 5706109"/>
                <a:gd name="connsiteY21" fmla="*/ 4359276 h 4359275"/>
                <a:gd name="connsiteX22" fmla="*/ 5706110 w 5706109"/>
                <a:gd name="connsiteY22" fmla="*/ 4359276 h 4359275"/>
                <a:gd name="connsiteX23" fmla="*/ 5706110 w 5706109"/>
                <a:gd name="connsiteY23" fmla="*/ 0 h 4359275"/>
                <a:gd name="connsiteX24" fmla="*/ 5704840 w 5706109"/>
                <a:gd name="connsiteY24" fmla="*/ 0 h 4359275"/>
                <a:gd name="connsiteX25" fmla="*/ 5445760 w 5706109"/>
                <a:gd name="connsiteY25" fmla="*/ 45085 h 4359275"/>
                <a:gd name="connsiteX26" fmla="*/ 2851150 w 5706109"/>
                <a:gd name="connsiteY26" fmla="*/ 494665 h 4359275"/>
                <a:gd name="connsiteX27" fmla="*/ 2684145 w 5706109"/>
                <a:gd name="connsiteY27" fmla="*/ 523875 h 4359275"/>
                <a:gd name="connsiteX28" fmla="*/ 2517140 w 5706109"/>
                <a:gd name="connsiteY28" fmla="*/ 553085 h 4359275"/>
                <a:gd name="connsiteX29" fmla="*/ 2350135 w 5706109"/>
                <a:gd name="connsiteY29" fmla="*/ 582295 h 4359275"/>
                <a:gd name="connsiteX30" fmla="*/ 2183130 w 5706109"/>
                <a:gd name="connsiteY30" fmla="*/ 611505 h 4359275"/>
                <a:gd name="connsiteX31" fmla="*/ 2016125 w 5706109"/>
                <a:gd name="connsiteY31" fmla="*/ 640715 h 4359275"/>
                <a:gd name="connsiteX32" fmla="*/ 1849120 w 5706109"/>
                <a:gd name="connsiteY32" fmla="*/ 669925 h 4359275"/>
                <a:gd name="connsiteX33" fmla="*/ 1514475 w 5706109"/>
                <a:gd name="connsiteY33" fmla="*/ 727710 h 4359275"/>
                <a:gd name="connsiteX34" fmla="*/ 1347470 w 5706109"/>
                <a:gd name="connsiteY34" fmla="*/ 756920 h 4359275"/>
                <a:gd name="connsiteX35" fmla="*/ 1180465 w 5706109"/>
                <a:gd name="connsiteY35" fmla="*/ 786130 h 4359275"/>
                <a:gd name="connsiteX36" fmla="*/ 845820 w 5706109"/>
                <a:gd name="connsiteY36" fmla="*/ 843915 h 4359275"/>
                <a:gd name="connsiteX37" fmla="*/ 176530 w 5706109"/>
                <a:gd name="connsiteY37" fmla="*/ 960120 h 4359275"/>
                <a:gd name="connsiteX38" fmla="*/ 3175 w 5706109"/>
                <a:gd name="connsiteY38" fmla="*/ 989965 h 4359275"/>
                <a:gd name="connsiteX39" fmla="*/ 1905 w 5706109"/>
                <a:gd name="connsiteY39" fmla="*/ 989965 h 4359275"/>
                <a:gd name="connsiteX40" fmla="*/ 1905 w 5706109"/>
                <a:gd name="connsiteY40" fmla="*/ 4158616 h 4359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5706109" h="4359275">
                  <a:moveTo>
                    <a:pt x="0" y="4157346"/>
                  </a:moveTo>
                  <a:lnTo>
                    <a:pt x="101600" y="4157346"/>
                  </a:lnTo>
                  <a:lnTo>
                    <a:pt x="101600" y="1075055"/>
                  </a:lnTo>
                  <a:lnTo>
                    <a:pt x="101600" y="1075055"/>
                  </a:lnTo>
                  <a:lnTo>
                    <a:pt x="191770" y="1059180"/>
                  </a:lnTo>
                  <a:lnTo>
                    <a:pt x="861060" y="942975"/>
                  </a:lnTo>
                  <a:lnTo>
                    <a:pt x="1195705" y="885190"/>
                  </a:lnTo>
                  <a:lnTo>
                    <a:pt x="1362710" y="855980"/>
                  </a:lnTo>
                  <a:lnTo>
                    <a:pt x="1529715" y="826770"/>
                  </a:lnTo>
                  <a:lnTo>
                    <a:pt x="1864360" y="768985"/>
                  </a:lnTo>
                  <a:lnTo>
                    <a:pt x="2031365" y="739775"/>
                  </a:lnTo>
                  <a:lnTo>
                    <a:pt x="2198370" y="710565"/>
                  </a:lnTo>
                  <a:lnTo>
                    <a:pt x="2365375" y="681355"/>
                  </a:lnTo>
                  <a:lnTo>
                    <a:pt x="2532380" y="652145"/>
                  </a:lnTo>
                  <a:lnTo>
                    <a:pt x="2699385" y="622935"/>
                  </a:lnTo>
                  <a:lnTo>
                    <a:pt x="2866390" y="593725"/>
                  </a:lnTo>
                  <a:cubicBezTo>
                    <a:pt x="3731260" y="443865"/>
                    <a:pt x="4596130" y="294005"/>
                    <a:pt x="5461000" y="144145"/>
                  </a:cubicBezTo>
                  <a:lnTo>
                    <a:pt x="5602605" y="119380"/>
                  </a:lnTo>
                  <a:lnTo>
                    <a:pt x="5602605" y="119380"/>
                  </a:lnTo>
                  <a:lnTo>
                    <a:pt x="5602605" y="4257676"/>
                  </a:lnTo>
                  <a:lnTo>
                    <a:pt x="609600" y="4257676"/>
                  </a:lnTo>
                  <a:lnTo>
                    <a:pt x="609600" y="4359276"/>
                  </a:lnTo>
                  <a:lnTo>
                    <a:pt x="5706110" y="4359276"/>
                  </a:lnTo>
                  <a:lnTo>
                    <a:pt x="5706110" y="0"/>
                  </a:lnTo>
                  <a:lnTo>
                    <a:pt x="5704840" y="0"/>
                  </a:lnTo>
                  <a:cubicBezTo>
                    <a:pt x="5618480" y="15240"/>
                    <a:pt x="5532120" y="30480"/>
                    <a:pt x="5445760" y="45085"/>
                  </a:cubicBezTo>
                  <a:cubicBezTo>
                    <a:pt x="4580890" y="194945"/>
                    <a:pt x="3716020" y="344805"/>
                    <a:pt x="2851150" y="494665"/>
                  </a:cubicBezTo>
                  <a:lnTo>
                    <a:pt x="2684145" y="523875"/>
                  </a:lnTo>
                  <a:lnTo>
                    <a:pt x="2517140" y="553085"/>
                  </a:lnTo>
                  <a:lnTo>
                    <a:pt x="2350135" y="582295"/>
                  </a:lnTo>
                  <a:lnTo>
                    <a:pt x="2183130" y="611505"/>
                  </a:lnTo>
                  <a:lnTo>
                    <a:pt x="2016125" y="640715"/>
                  </a:lnTo>
                  <a:lnTo>
                    <a:pt x="1849120" y="669925"/>
                  </a:lnTo>
                  <a:lnTo>
                    <a:pt x="1514475" y="727710"/>
                  </a:lnTo>
                  <a:lnTo>
                    <a:pt x="1347470" y="756920"/>
                  </a:lnTo>
                  <a:lnTo>
                    <a:pt x="1180465" y="786130"/>
                  </a:lnTo>
                  <a:lnTo>
                    <a:pt x="845820" y="843915"/>
                  </a:lnTo>
                  <a:lnTo>
                    <a:pt x="176530" y="960120"/>
                  </a:lnTo>
                  <a:lnTo>
                    <a:pt x="3175" y="989965"/>
                  </a:lnTo>
                  <a:lnTo>
                    <a:pt x="1905" y="989965"/>
                  </a:lnTo>
                  <a:lnTo>
                    <a:pt x="1905" y="4158616"/>
                  </a:lnTo>
                  <a:close/>
                </a:path>
              </a:pathLst>
            </a:custGeom>
            <a:gradFill flip="none" rotWithShape="1">
              <a:gsLst>
                <a:gs pos="39000">
                  <a:srgbClr val="FFE600"/>
                </a:gs>
                <a:gs pos="68000">
                  <a:srgbClr val="A420F8"/>
                </a:gs>
                <a:gs pos="100000">
                  <a:srgbClr val="5C94F9"/>
                </a:gs>
              </a:gsLst>
              <a:lin ang="18720000" scaled="0"/>
              <a:tileRect/>
            </a:gradFill>
            <a:ln w="818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p>
          </p:txBody>
        </p:sp>
      </p:grpSp>
      <p:sp>
        <p:nvSpPr>
          <p:cNvPr id="28" name="Subtitle 2">
            <a:extLst>
              <a:ext uri="{FF2B5EF4-FFF2-40B4-BE49-F238E27FC236}">
                <a16:creationId xmlns:a16="http://schemas.microsoft.com/office/drawing/2014/main" id="{4CE2B77E-5DDA-CC5C-A575-69779E57947F}"/>
              </a:ext>
            </a:extLst>
          </p:cNvPr>
          <p:cNvSpPr>
            <a:spLocks noGrp="1"/>
          </p:cNvSpPr>
          <p:nvPr>
            <p:ph type="subTitle" idx="1" hasCustomPrompt="1"/>
          </p:nvPr>
        </p:nvSpPr>
        <p:spPr>
          <a:xfrm>
            <a:off x="889762" y="4436485"/>
            <a:ext cx="4907628" cy="511939"/>
          </a:xfrm>
        </p:spPr>
        <p:txBody>
          <a:bodyPr wrap="square">
            <a:noAutofit/>
          </a:bodyPr>
          <a:lstStyle>
            <a:lvl1pPr marL="0" indent="0" algn="l">
              <a:buNone/>
              <a:defRPr lang="en-GB" sz="1600" kern="1200" dirty="0">
                <a:solidFill>
                  <a:schemeClr val="bg1"/>
                </a:solidFill>
                <a:latin typeface="EYInterstate Regular" panose="02000503020000020004" pitchFamily="2" charset="0"/>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29" name="Title 4">
            <a:extLst>
              <a:ext uri="{FF2B5EF4-FFF2-40B4-BE49-F238E27FC236}">
                <a16:creationId xmlns:a16="http://schemas.microsoft.com/office/drawing/2014/main" id="{2C2EB3B4-62C2-DB27-F905-7B5310DF5CFC}"/>
              </a:ext>
            </a:extLst>
          </p:cNvPr>
          <p:cNvSpPr>
            <a:spLocks noGrp="1"/>
          </p:cNvSpPr>
          <p:nvPr>
            <p:ph type="title"/>
          </p:nvPr>
        </p:nvSpPr>
        <p:spPr>
          <a:xfrm>
            <a:off x="889762" y="2698751"/>
            <a:ext cx="4906009" cy="1654043"/>
          </a:xfrm>
        </p:spPr>
        <p:txBody>
          <a:bodyPr anchor="t">
            <a:noAutofit/>
          </a:bodyPr>
          <a:lstStyle>
            <a:lvl1pPr>
              <a:defRPr sz="4200" b="1" i="0">
                <a:solidFill>
                  <a:schemeClr val="bg1"/>
                </a:solidFill>
                <a:latin typeface="EYInterstate Regular" panose="02000503020000020004" pitchFamily="2" charset="0"/>
              </a:defRPr>
            </a:lvl1pPr>
          </a:lstStyle>
          <a:p>
            <a:r>
              <a:rPr lang="en-GB"/>
              <a:t>Click to edit Master title style</a:t>
            </a:r>
            <a:endParaRPr lang="en-US"/>
          </a:p>
        </p:txBody>
      </p:sp>
      <p:sp>
        <p:nvSpPr>
          <p:cNvPr id="30" name="Text Placeholder 288">
            <a:extLst>
              <a:ext uri="{FF2B5EF4-FFF2-40B4-BE49-F238E27FC236}">
                <a16:creationId xmlns:a16="http://schemas.microsoft.com/office/drawing/2014/main" id="{41B1F747-977A-C01C-9182-B92C691E57F0}"/>
              </a:ext>
            </a:extLst>
          </p:cNvPr>
          <p:cNvSpPr>
            <a:spLocks noGrp="1"/>
          </p:cNvSpPr>
          <p:nvPr>
            <p:ph type="body" sz="quarter" idx="10"/>
          </p:nvPr>
        </p:nvSpPr>
        <p:spPr>
          <a:xfrm>
            <a:off x="889762" y="5047485"/>
            <a:ext cx="4906010" cy="246221"/>
          </a:xfrm>
        </p:spPr>
        <p:txBody>
          <a:bodyPr wrap="square">
            <a:spAutoFit/>
          </a:bodyPr>
          <a:lstStyle>
            <a:lvl1pPr marL="0" indent="0">
              <a:buNone/>
              <a:defRPr sz="1600" b="1">
                <a:latin typeface="EYInterstate Regular" panose="02000503020000020004" pitchFamily="2" charset="0"/>
              </a:defRPr>
            </a:lvl1pPr>
            <a:lvl2pPr marL="252000" indent="0">
              <a:buNone/>
              <a:defRPr sz="1600" b="1">
                <a:latin typeface="+mj-lt"/>
              </a:defRPr>
            </a:lvl2pPr>
            <a:lvl3pPr marL="504000" indent="0">
              <a:buNone/>
              <a:defRPr sz="1600" b="1">
                <a:latin typeface="+mj-lt"/>
              </a:defRPr>
            </a:lvl3pPr>
            <a:lvl4pPr marL="756000" indent="0">
              <a:buNone/>
              <a:defRPr sz="1600" b="1">
                <a:latin typeface="+mj-lt"/>
              </a:defRPr>
            </a:lvl4pPr>
            <a:lvl5pPr marL="1008000" indent="0">
              <a:buNone/>
              <a:defRPr sz="1600" b="1">
                <a:latin typeface="+mj-lt"/>
              </a:defRPr>
            </a:lvl5pPr>
          </a:lstStyle>
          <a:p>
            <a:pPr lvl="0"/>
            <a:r>
              <a:rPr lang="en-GB"/>
              <a:t>Click to edit Master text styles</a:t>
            </a:r>
          </a:p>
        </p:txBody>
      </p:sp>
      <p:pic>
        <p:nvPicPr>
          <p:cNvPr id="9" name="Graphic 8">
            <a:extLst>
              <a:ext uri="{FF2B5EF4-FFF2-40B4-BE49-F238E27FC236}">
                <a16:creationId xmlns:a16="http://schemas.microsoft.com/office/drawing/2014/main" id="{251ECDD6-6310-8498-F876-9100E122A044}"/>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9752932" y="5424320"/>
            <a:ext cx="2031699" cy="1034812"/>
          </a:xfrm>
          <a:prstGeom prst="rect">
            <a:avLst/>
          </a:prstGeom>
        </p:spPr>
      </p:pic>
    </p:spTree>
    <p:extLst>
      <p:ext uri="{BB962C8B-B14F-4D97-AF65-F5344CB8AC3E}">
        <p14:creationId xmlns:p14="http://schemas.microsoft.com/office/powerpoint/2010/main" val="1695878196"/>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Title Slide Spectrum 3">
    <p:spTree>
      <p:nvGrpSpPr>
        <p:cNvPr id="1" name=""/>
        <p:cNvGrpSpPr/>
        <p:nvPr/>
      </p:nvGrpSpPr>
      <p:grpSpPr>
        <a:xfrm>
          <a:off x="0" y="0"/>
          <a:ext cx="0" cy="0"/>
          <a:chOff x="0" y="0"/>
          <a:chExt cx="0" cy="0"/>
        </a:xfrm>
      </p:grpSpPr>
      <p:pic>
        <p:nvPicPr>
          <p:cNvPr id="3" name="Picture 2" descr="A colorful light in the dark&#10;&#10;Description automatically generated">
            <a:extLst>
              <a:ext uri="{FF2B5EF4-FFF2-40B4-BE49-F238E27FC236}">
                <a16:creationId xmlns:a16="http://schemas.microsoft.com/office/drawing/2014/main" id="{76F31E31-25A6-21A9-5DF2-0E1AA48A3DFC}"/>
              </a:ext>
            </a:extLst>
          </p:cNvPr>
          <p:cNvPicPr>
            <a:picLocks/>
          </p:cNvPicPr>
          <p:nvPr userDrawn="1"/>
        </p:nvPicPr>
        <p:blipFill>
          <a:blip r:embed="rId2">
            <a:extLst>
              <a:ext uri="{28A0092B-C50C-407E-A947-70E740481C1C}">
                <a14:useLocalDpi xmlns:a14="http://schemas.microsoft.com/office/drawing/2010/main" val="0"/>
              </a:ext>
            </a:extLst>
          </a:blip>
          <a:stretch>
            <a:fillRect/>
          </a:stretch>
        </p:blipFill>
        <p:spPr bwMode="hidden">
          <a:xfrm>
            <a:off x="0" y="0"/>
            <a:ext cx="12193200" cy="6858000"/>
          </a:xfrm>
          <a:prstGeom prst="rect">
            <a:avLst/>
          </a:prstGeom>
        </p:spPr>
      </p:pic>
      <p:grpSp>
        <p:nvGrpSpPr>
          <p:cNvPr id="4" name="Group 3">
            <a:extLst>
              <a:ext uri="{FF2B5EF4-FFF2-40B4-BE49-F238E27FC236}">
                <a16:creationId xmlns:a16="http://schemas.microsoft.com/office/drawing/2014/main" id="{195E5ED2-D1BB-AC6E-BF6A-D4BD239F1FE9}"/>
              </a:ext>
            </a:extLst>
          </p:cNvPr>
          <p:cNvGrpSpPr/>
          <p:nvPr userDrawn="1"/>
        </p:nvGrpSpPr>
        <p:grpSpPr>
          <a:xfrm>
            <a:off x="485775" y="6164633"/>
            <a:ext cx="4940935" cy="318770"/>
            <a:chOff x="485775" y="6164633"/>
            <a:chExt cx="4940935" cy="318770"/>
          </a:xfrm>
        </p:grpSpPr>
        <p:sp>
          <p:nvSpPr>
            <p:cNvPr id="24" name="Freeform 23">
              <a:extLst>
                <a:ext uri="{FF2B5EF4-FFF2-40B4-BE49-F238E27FC236}">
                  <a16:creationId xmlns:a16="http://schemas.microsoft.com/office/drawing/2014/main" id="{BDF3ED9A-57E4-25C5-BC4E-AC1C77798191}"/>
                </a:ext>
              </a:extLst>
            </p:cNvPr>
            <p:cNvSpPr/>
            <p:nvPr userDrawn="1"/>
          </p:nvSpPr>
          <p:spPr>
            <a:xfrm>
              <a:off x="485775" y="6164633"/>
              <a:ext cx="405765" cy="81280"/>
            </a:xfrm>
            <a:custGeom>
              <a:avLst/>
              <a:gdLst>
                <a:gd name="connsiteX0" fmla="*/ 324485 w 405765"/>
                <a:gd name="connsiteY0" fmla="*/ 0 h 81280"/>
                <a:gd name="connsiteX1" fmla="*/ 405765 w 405765"/>
                <a:gd name="connsiteY1" fmla="*/ 0 h 81280"/>
                <a:gd name="connsiteX2" fmla="*/ 405765 w 405765"/>
                <a:gd name="connsiteY2" fmla="*/ 81280 h 81280"/>
                <a:gd name="connsiteX3" fmla="*/ 324485 w 405765"/>
                <a:gd name="connsiteY3" fmla="*/ 81280 h 81280"/>
                <a:gd name="connsiteX4" fmla="*/ 161925 w 405765"/>
                <a:gd name="connsiteY4" fmla="*/ 0 h 81280"/>
                <a:gd name="connsiteX5" fmla="*/ 243205 w 405765"/>
                <a:gd name="connsiteY5" fmla="*/ 0 h 81280"/>
                <a:gd name="connsiteX6" fmla="*/ 243205 w 405765"/>
                <a:gd name="connsiteY6" fmla="*/ 81280 h 81280"/>
                <a:gd name="connsiteX7" fmla="*/ 161925 w 405765"/>
                <a:gd name="connsiteY7" fmla="*/ 81280 h 81280"/>
                <a:gd name="connsiteX8" fmla="*/ 0 w 405765"/>
                <a:gd name="connsiteY8" fmla="*/ 0 h 81280"/>
                <a:gd name="connsiteX9" fmla="*/ 81280 w 405765"/>
                <a:gd name="connsiteY9" fmla="*/ 0 h 81280"/>
                <a:gd name="connsiteX10" fmla="*/ 81280 w 405765"/>
                <a:gd name="connsiteY10" fmla="*/ 81280 h 81280"/>
                <a:gd name="connsiteX11" fmla="*/ 0 w 405765"/>
                <a:gd name="connsiteY11" fmla="*/ 81280 h 81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05765" h="81280">
                  <a:moveTo>
                    <a:pt x="324485" y="0"/>
                  </a:moveTo>
                  <a:lnTo>
                    <a:pt x="405765" y="0"/>
                  </a:lnTo>
                  <a:lnTo>
                    <a:pt x="405765" y="81280"/>
                  </a:lnTo>
                  <a:lnTo>
                    <a:pt x="324485" y="81280"/>
                  </a:lnTo>
                  <a:close/>
                  <a:moveTo>
                    <a:pt x="161925" y="0"/>
                  </a:moveTo>
                  <a:lnTo>
                    <a:pt x="243205" y="0"/>
                  </a:lnTo>
                  <a:lnTo>
                    <a:pt x="243205" y="81280"/>
                  </a:lnTo>
                  <a:lnTo>
                    <a:pt x="161925" y="81280"/>
                  </a:lnTo>
                  <a:close/>
                  <a:moveTo>
                    <a:pt x="0" y="0"/>
                  </a:moveTo>
                  <a:lnTo>
                    <a:pt x="81280" y="0"/>
                  </a:lnTo>
                  <a:lnTo>
                    <a:pt x="81280" y="81280"/>
                  </a:lnTo>
                  <a:lnTo>
                    <a:pt x="0" y="81280"/>
                  </a:lnTo>
                  <a:close/>
                </a:path>
              </a:pathLst>
            </a:custGeom>
            <a:solidFill>
              <a:srgbClr val="FFE600"/>
            </a:solidFill>
            <a:ln w="63500" cap="flat">
              <a:noFill/>
              <a:prstDash val="solid"/>
              <a:miter/>
            </a:ln>
          </p:spPr>
          <p:txBody>
            <a:bodyPr rtlCol="0" anchor="ctr"/>
            <a:lstStyle/>
            <a:p>
              <a:endParaRPr lang="en-US"/>
            </a:p>
          </p:txBody>
        </p:sp>
        <p:sp>
          <p:nvSpPr>
            <p:cNvPr id="25" name="Freeform 24">
              <a:extLst>
                <a:ext uri="{FF2B5EF4-FFF2-40B4-BE49-F238E27FC236}">
                  <a16:creationId xmlns:a16="http://schemas.microsoft.com/office/drawing/2014/main" id="{F8AD9B21-63CE-8D03-9802-DB2391C6BC13}"/>
                </a:ext>
              </a:extLst>
            </p:cNvPr>
            <p:cNvSpPr/>
            <p:nvPr userDrawn="1"/>
          </p:nvSpPr>
          <p:spPr bwMode="black">
            <a:xfrm>
              <a:off x="485779" y="6344974"/>
              <a:ext cx="4940931" cy="138429"/>
            </a:xfrm>
            <a:custGeom>
              <a:avLst/>
              <a:gdLst>
                <a:gd name="connsiteX0" fmla="*/ 1032512 w 4940931"/>
                <a:gd name="connsiteY0" fmla="*/ 137477 h 138429"/>
                <a:gd name="connsiteX1" fmla="*/ 1032512 w 4940931"/>
                <a:gd name="connsiteY1" fmla="*/ 137794 h 138429"/>
                <a:gd name="connsiteX2" fmla="*/ 1030607 w 4940931"/>
                <a:gd name="connsiteY2" fmla="*/ 138429 h 138429"/>
                <a:gd name="connsiteX3" fmla="*/ 4929501 w 4940931"/>
                <a:gd name="connsiteY3" fmla="*/ 87629 h 138429"/>
                <a:gd name="connsiteX4" fmla="*/ 4933946 w 4940931"/>
                <a:gd name="connsiteY4" fmla="*/ 88264 h 138429"/>
                <a:gd name="connsiteX5" fmla="*/ 4937756 w 4940931"/>
                <a:gd name="connsiteY5" fmla="*/ 90804 h 138429"/>
                <a:gd name="connsiteX6" fmla="*/ 4940296 w 4940931"/>
                <a:gd name="connsiteY6" fmla="*/ 94614 h 138429"/>
                <a:gd name="connsiteX7" fmla="*/ 4940931 w 4940931"/>
                <a:gd name="connsiteY7" fmla="*/ 99059 h 138429"/>
                <a:gd name="connsiteX8" fmla="*/ 4940296 w 4940931"/>
                <a:gd name="connsiteY8" fmla="*/ 103504 h 138429"/>
                <a:gd name="connsiteX9" fmla="*/ 4937756 w 4940931"/>
                <a:gd name="connsiteY9" fmla="*/ 107314 h 138429"/>
                <a:gd name="connsiteX10" fmla="*/ 4933946 w 4940931"/>
                <a:gd name="connsiteY10" fmla="*/ 109854 h 138429"/>
                <a:gd name="connsiteX11" fmla="*/ 4929501 w 4940931"/>
                <a:gd name="connsiteY11" fmla="*/ 110489 h 138429"/>
                <a:gd name="connsiteX12" fmla="*/ 4925056 w 4940931"/>
                <a:gd name="connsiteY12" fmla="*/ 109854 h 138429"/>
                <a:gd name="connsiteX13" fmla="*/ 4921246 w 4940931"/>
                <a:gd name="connsiteY13" fmla="*/ 107314 h 138429"/>
                <a:gd name="connsiteX14" fmla="*/ 4918706 w 4940931"/>
                <a:gd name="connsiteY14" fmla="*/ 103504 h 138429"/>
                <a:gd name="connsiteX15" fmla="*/ 4918071 w 4940931"/>
                <a:gd name="connsiteY15" fmla="*/ 99059 h 138429"/>
                <a:gd name="connsiteX16" fmla="*/ 4918706 w 4940931"/>
                <a:gd name="connsiteY16" fmla="*/ 94614 h 138429"/>
                <a:gd name="connsiteX17" fmla="*/ 4921246 w 4940931"/>
                <a:gd name="connsiteY17" fmla="*/ 90804 h 138429"/>
                <a:gd name="connsiteX18" fmla="*/ 4925056 w 4940931"/>
                <a:gd name="connsiteY18" fmla="*/ 88264 h 138429"/>
                <a:gd name="connsiteX19" fmla="*/ 4929501 w 4940931"/>
                <a:gd name="connsiteY19" fmla="*/ 87629 h 138429"/>
                <a:gd name="connsiteX20" fmla="*/ 3079110 w 4940931"/>
                <a:gd name="connsiteY20" fmla="*/ 87629 h 138429"/>
                <a:gd name="connsiteX21" fmla="*/ 3083555 w 4940931"/>
                <a:gd name="connsiteY21" fmla="*/ 88264 h 138429"/>
                <a:gd name="connsiteX22" fmla="*/ 3087365 w 4940931"/>
                <a:gd name="connsiteY22" fmla="*/ 90804 h 138429"/>
                <a:gd name="connsiteX23" fmla="*/ 3089905 w 4940931"/>
                <a:gd name="connsiteY23" fmla="*/ 94614 h 138429"/>
                <a:gd name="connsiteX24" fmla="*/ 3090540 w 4940931"/>
                <a:gd name="connsiteY24" fmla="*/ 99059 h 138429"/>
                <a:gd name="connsiteX25" fmla="*/ 3089905 w 4940931"/>
                <a:gd name="connsiteY25" fmla="*/ 103504 h 138429"/>
                <a:gd name="connsiteX26" fmla="*/ 3087365 w 4940931"/>
                <a:gd name="connsiteY26" fmla="*/ 107314 h 138429"/>
                <a:gd name="connsiteX27" fmla="*/ 3083555 w 4940931"/>
                <a:gd name="connsiteY27" fmla="*/ 109854 h 138429"/>
                <a:gd name="connsiteX28" fmla="*/ 3079110 w 4940931"/>
                <a:gd name="connsiteY28" fmla="*/ 110489 h 138429"/>
                <a:gd name="connsiteX29" fmla="*/ 3074665 w 4940931"/>
                <a:gd name="connsiteY29" fmla="*/ 109854 h 138429"/>
                <a:gd name="connsiteX30" fmla="*/ 3070855 w 4940931"/>
                <a:gd name="connsiteY30" fmla="*/ 107314 h 138429"/>
                <a:gd name="connsiteX31" fmla="*/ 3068315 w 4940931"/>
                <a:gd name="connsiteY31" fmla="*/ 103504 h 138429"/>
                <a:gd name="connsiteX32" fmla="*/ 3067680 w 4940931"/>
                <a:gd name="connsiteY32" fmla="*/ 99059 h 138429"/>
                <a:gd name="connsiteX33" fmla="*/ 3068315 w 4940931"/>
                <a:gd name="connsiteY33" fmla="*/ 94614 h 138429"/>
                <a:gd name="connsiteX34" fmla="*/ 3070855 w 4940931"/>
                <a:gd name="connsiteY34" fmla="*/ 90804 h 138429"/>
                <a:gd name="connsiteX35" fmla="*/ 3074665 w 4940931"/>
                <a:gd name="connsiteY35" fmla="*/ 88264 h 138429"/>
                <a:gd name="connsiteX36" fmla="*/ 3079110 w 4940931"/>
                <a:gd name="connsiteY36" fmla="*/ 87629 h 138429"/>
                <a:gd name="connsiteX37" fmla="*/ 1565275 w 4940931"/>
                <a:gd name="connsiteY37" fmla="*/ 87629 h 138429"/>
                <a:gd name="connsiteX38" fmla="*/ 1569720 w 4940931"/>
                <a:gd name="connsiteY38" fmla="*/ 88264 h 138429"/>
                <a:gd name="connsiteX39" fmla="*/ 1573529 w 4940931"/>
                <a:gd name="connsiteY39" fmla="*/ 90804 h 138429"/>
                <a:gd name="connsiteX40" fmla="*/ 1576069 w 4940931"/>
                <a:gd name="connsiteY40" fmla="*/ 94614 h 138429"/>
                <a:gd name="connsiteX41" fmla="*/ 1576705 w 4940931"/>
                <a:gd name="connsiteY41" fmla="*/ 99059 h 138429"/>
                <a:gd name="connsiteX42" fmla="*/ 1576069 w 4940931"/>
                <a:gd name="connsiteY42" fmla="*/ 103504 h 138429"/>
                <a:gd name="connsiteX43" fmla="*/ 1573529 w 4940931"/>
                <a:gd name="connsiteY43" fmla="*/ 107314 h 138429"/>
                <a:gd name="connsiteX44" fmla="*/ 1569720 w 4940931"/>
                <a:gd name="connsiteY44" fmla="*/ 109854 h 138429"/>
                <a:gd name="connsiteX45" fmla="*/ 1565275 w 4940931"/>
                <a:gd name="connsiteY45" fmla="*/ 110489 h 138429"/>
                <a:gd name="connsiteX46" fmla="*/ 1560830 w 4940931"/>
                <a:gd name="connsiteY46" fmla="*/ 109854 h 138429"/>
                <a:gd name="connsiteX47" fmla="*/ 1557020 w 4940931"/>
                <a:gd name="connsiteY47" fmla="*/ 107314 h 138429"/>
                <a:gd name="connsiteX48" fmla="*/ 1554479 w 4940931"/>
                <a:gd name="connsiteY48" fmla="*/ 103504 h 138429"/>
                <a:gd name="connsiteX49" fmla="*/ 1553844 w 4940931"/>
                <a:gd name="connsiteY49" fmla="*/ 99059 h 138429"/>
                <a:gd name="connsiteX50" fmla="*/ 1554479 w 4940931"/>
                <a:gd name="connsiteY50" fmla="*/ 94614 h 138429"/>
                <a:gd name="connsiteX51" fmla="*/ 1557020 w 4940931"/>
                <a:gd name="connsiteY51" fmla="*/ 90804 h 138429"/>
                <a:gd name="connsiteX52" fmla="*/ 1560830 w 4940931"/>
                <a:gd name="connsiteY52" fmla="*/ 88264 h 138429"/>
                <a:gd name="connsiteX53" fmla="*/ 1565275 w 4940931"/>
                <a:gd name="connsiteY53" fmla="*/ 87629 h 138429"/>
                <a:gd name="connsiteX54" fmla="*/ 2642230 w 4940931"/>
                <a:gd name="connsiteY54" fmla="*/ 73024 h 138429"/>
                <a:gd name="connsiteX55" fmla="*/ 2630800 w 4940931"/>
                <a:gd name="connsiteY55" fmla="*/ 76199 h 138429"/>
                <a:gd name="connsiteX56" fmla="*/ 2626355 w 4940931"/>
                <a:gd name="connsiteY56" fmla="*/ 84454 h 138429"/>
                <a:gd name="connsiteX57" fmla="*/ 2627625 w 4940931"/>
                <a:gd name="connsiteY57" fmla="*/ 90169 h 138429"/>
                <a:gd name="connsiteX58" fmla="*/ 2630800 w 4940931"/>
                <a:gd name="connsiteY58" fmla="*/ 93979 h 138429"/>
                <a:gd name="connsiteX59" fmla="*/ 2635245 w 4940931"/>
                <a:gd name="connsiteY59" fmla="*/ 96519 h 138429"/>
                <a:gd name="connsiteX60" fmla="*/ 2641595 w 4940931"/>
                <a:gd name="connsiteY60" fmla="*/ 97154 h 138429"/>
                <a:gd name="connsiteX61" fmla="*/ 2647310 w 4940931"/>
                <a:gd name="connsiteY61" fmla="*/ 96519 h 138429"/>
                <a:gd name="connsiteX62" fmla="*/ 2652390 w 4940931"/>
                <a:gd name="connsiteY62" fmla="*/ 93979 h 138429"/>
                <a:gd name="connsiteX63" fmla="*/ 2656835 w 4940931"/>
                <a:gd name="connsiteY63" fmla="*/ 90804 h 138429"/>
                <a:gd name="connsiteX64" fmla="*/ 2660010 w 4940931"/>
                <a:gd name="connsiteY64" fmla="*/ 86994 h 138429"/>
                <a:gd name="connsiteX65" fmla="*/ 2660010 w 4940931"/>
                <a:gd name="connsiteY65" fmla="*/ 75564 h 138429"/>
                <a:gd name="connsiteX66" fmla="*/ 2656200 w 4940931"/>
                <a:gd name="connsiteY66" fmla="*/ 74294 h 138429"/>
                <a:gd name="connsiteX67" fmla="*/ 2652390 w 4940931"/>
                <a:gd name="connsiteY67" fmla="*/ 73659 h 138429"/>
                <a:gd name="connsiteX68" fmla="*/ 2647945 w 4940931"/>
                <a:gd name="connsiteY68" fmla="*/ 73024 h 138429"/>
                <a:gd name="connsiteX69" fmla="*/ 2642230 w 4940931"/>
                <a:gd name="connsiteY69" fmla="*/ 73024 h 138429"/>
                <a:gd name="connsiteX70" fmla="*/ 4664706 w 4940931"/>
                <a:gd name="connsiteY70" fmla="*/ 43814 h 138429"/>
                <a:gd name="connsiteX71" fmla="*/ 4657086 w 4940931"/>
                <a:gd name="connsiteY71" fmla="*/ 45719 h 138429"/>
                <a:gd name="connsiteX72" fmla="*/ 4651371 w 4940931"/>
                <a:gd name="connsiteY72" fmla="*/ 50799 h 138429"/>
                <a:gd name="connsiteX73" fmla="*/ 4647561 w 4940931"/>
                <a:gd name="connsiteY73" fmla="*/ 59054 h 138429"/>
                <a:gd name="connsiteX74" fmla="*/ 4646291 w 4940931"/>
                <a:gd name="connsiteY74" fmla="*/ 69849 h 138429"/>
                <a:gd name="connsiteX75" fmla="*/ 4647561 w 4940931"/>
                <a:gd name="connsiteY75" fmla="*/ 81279 h 138429"/>
                <a:gd name="connsiteX76" fmla="*/ 4651371 w 4940931"/>
                <a:gd name="connsiteY76" fmla="*/ 89534 h 138429"/>
                <a:gd name="connsiteX77" fmla="*/ 4657721 w 4940931"/>
                <a:gd name="connsiteY77" fmla="*/ 94614 h 138429"/>
                <a:gd name="connsiteX78" fmla="*/ 4665341 w 4940931"/>
                <a:gd name="connsiteY78" fmla="*/ 96519 h 138429"/>
                <a:gd name="connsiteX79" fmla="*/ 4672961 w 4940931"/>
                <a:gd name="connsiteY79" fmla="*/ 94614 h 138429"/>
                <a:gd name="connsiteX80" fmla="*/ 4678676 w 4940931"/>
                <a:gd name="connsiteY80" fmla="*/ 88899 h 138429"/>
                <a:gd name="connsiteX81" fmla="*/ 4682486 w 4940931"/>
                <a:gd name="connsiteY81" fmla="*/ 80644 h 138429"/>
                <a:gd name="connsiteX82" fmla="*/ 4683756 w 4940931"/>
                <a:gd name="connsiteY82" fmla="*/ 70484 h 138429"/>
                <a:gd name="connsiteX83" fmla="*/ 4684391 w 4940931"/>
                <a:gd name="connsiteY83" fmla="*/ 69849 h 138429"/>
                <a:gd name="connsiteX84" fmla="*/ 4683121 w 4940931"/>
                <a:gd name="connsiteY84" fmla="*/ 59054 h 138429"/>
                <a:gd name="connsiteX85" fmla="*/ 4679311 w 4940931"/>
                <a:gd name="connsiteY85" fmla="*/ 50799 h 138429"/>
                <a:gd name="connsiteX86" fmla="*/ 4672961 w 4940931"/>
                <a:gd name="connsiteY86" fmla="*/ 45719 h 138429"/>
                <a:gd name="connsiteX87" fmla="*/ 4664706 w 4940931"/>
                <a:gd name="connsiteY87" fmla="*/ 43814 h 138429"/>
                <a:gd name="connsiteX88" fmla="*/ 4264020 w 4940931"/>
                <a:gd name="connsiteY88" fmla="*/ 43814 h 138429"/>
                <a:gd name="connsiteX89" fmla="*/ 4256400 w 4940931"/>
                <a:gd name="connsiteY89" fmla="*/ 45719 h 138429"/>
                <a:gd name="connsiteX90" fmla="*/ 4250685 w 4940931"/>
                <a:gd name="connsiteY90" fmla="*/ 50799 h 138429"/>
                <a:gd name="connsiteX91" fmla="*/ 4246875 w 4940931"/>
                <a:gd name="connsiteY91" fmla="*/ 59054 h 138429"/>
                <a:gd name="connsiteX92" fmla="*/ 4245605 w 4940931"/>
                <a:gd name="connsiteY92" fmla="*/ 69849 h 138429"/>
                <a:gd name="connsiteX93" fmla="*/ 4246875 w 4940931"/>
                <a:gd name="connsiteY93" fmla="*/ 81279 h 138429"/>
                <a:gd name="connsiteX94" fmla="*/ 4250685 w 4940931"/>
                <a:gd name="connsiteY94" fmla="*/ 89534 h 138429"/>
                <a:gd name="connsiteX95" fmla="*/ 4257035 w 4940931"/>
                <a:gd name="connsiteY95" fmla="*/ 94614 h 138429"/>
                <a:gd name="connsiteX96" fmla="*/ 4264655 w 4940931"/>
                <a:gd name="connsiteY96" fmla="*/ 96519 h 138429"/>
                <a:gd name="connsiteX97" fmla="*/ 4272275 w 4940931"/>
                <a:gd name="connsiteY97" fmla="*/ 94614 h 138429"/>
                <a:gd name="connsiteX98" fmla="*/ 4277990 w 4940931"/>
                <a:gd name="connsiteY98" fmla="*/ 88899 h 138429"/>
                <a:gd name="connsiteX99" fmla="*/ 4281800 w 4940931"/>
                <a:gd name="connsiteY99" fmla="*/ 80644 h 138429"/>
                <a:gd name="connsiteX100" fmla="*/ 4283070 w 4940931"/>
                <a:gd name="connsiteY100" fmla="*/ 70484 h 138429"/>
                <a:gd name="connsiteX101" fmla="*/ 4283705 w 4940931"/>
                <a:gd name="connsiteY101" fmla="*/ 69849 h 138429"/>
                <a:gd name="connsiteX102" fmla="*/ 4282435 w 4940931"/>
                <a:gd name="connsiteY102" fmla="*/ 59054 h 138429"/>
                <a:gd name="connsiteX103" fmla="*/ 4278625 w 4940931"/>
                <a:gd name="connsiteY103" fmla="*/ 50799 h 138429"/>
                <a:gd name="connsiteX104" fmla="*/ 4272275 w 4940931"/>
                <a:gd name="connsiteY104" fmla="*/ 45719 h 138429"/>
                <a:gd name="connsiteX105" fmla="*/ 4264020 w 4940931"/>
                <a:gd name="connsiteY105" fmla="*/ 43814 h 138429"/>
                <a:gd name="connsiteX106" fmla="*/ 1420495 w 4940931"/>
                <a:gd name="connsiteY106" fmla="*/ 43814 h 138429"/>
                <a:gd name="connsiteX107" fmla="*/ 1412875 w 4940931"/>
                <a:gd name="connsiteY107" fmla="*/ 45719 h 138429"/>
                <a:gd name="connsiteX108" fmla="*/ 1407160 w 4940931"/>
                <a:gd name="connsiteY108" fmla="*/ 50799 h 138429"/>
                <a:gd name="connsiteX109" fmla="*/ 1403350 w 4940931"/>
                <a:gd name="connsiteY109" fmla="*/ 59054 h 138429"/>
                <a:gd name="connsiteX110" fmla="*/ 1402080 w 4940931"/>
                <a:gd name="connsiteY110" fmla="*/ 69849 h 138429"/>
                <a:gd name="connsiteX111" fmla="*/ 1403350 w 4940931"/>
                <a:gd name="connsiteY111" fmla="*/ 81279 h 138429"/>
                <a:gd name="connsiteX112" fmla="*/ 1407160 w 4940931"/>
                <a:gd name="connsiteY112" fmla="*/ 89534 h 138429"/>
                <a:gd name="connsiteX113" fmla="*/ 1413510 w 4940931"/>
                <a:gd name="connsiteY113" fmla="*/ 94614 h 138429"/>
                <a:gd name="connsiteX114" fmla="*/ 1421130 w 4940931"/>
                <a:gd name="connsiteY114" fmla="*/ 96519 h 138429"/>
                <a:gd name="connsiteX115" fmla="*/ 1428750 w 4940931"/>
                <a:gd name="connsiteY115" fmla="*/ 94614 h 138429"/>
                <a:gd name="connsiteX116" fmla="*/ 1434465 w 4940931"/>
                <a:gd name="connsiteY116" fmla="*/ 88899 h 138429"/>
                <a:gd name="connsiteX117" fmla="*/ 1438275 w 4940931"/>
                <a:gd name="connsiteY117" fmla="*/ 80644 h 138429"/>
                <a:gd name="connsiteX118" fmla="*/ 1439545 w 4940931"/>
                <a:gd name="connsiteY118" fmla="*/ 70484 h 138429"/>
                <a:gd name="connsiteX119" fmla="*/ 1440180 w 4940931"/>
                <a:gd name="connsiteY119" fmla="*/ 69849 h 138429"/>
                <a:gd name="connsiteX120" fmla="*/ 1438910 w 4940931"/>
                <a:gd name="connsiteY120" fmla="*/ 59054 h 138429"/>
                <a:gd name="connsiteX121" fmla="*/ 1435100 w 4940931"/>
                <a:gd name="connsiteY121" fmla="*/ 50799 h 138429"/>
                <a:gd name="connsiteX122" fmla="*/ 1428750 w 4940931"/>
                <a:gd name="connsiteY122" fmla="*/ 45719 h 138429"/>
                <a:gd name="connsiteX123" fmla="*/ 1420495 w 4940931"/>
                <a:gd name="connsiteY123" fmla="*/ 43814 h 138429"/>
                <a:gd name="connsiteX124" fmla="*/ 4041770 w 4940931"/>
                <a:gd name="connsiteY124" fmla="*/ 43180 h 138429"/>
                <a:gd name="connsiteX125" fmla="*/ 4034785 w 4940931"/>
                <a:gd name="connsiteY125" fmla="*/ 44450 h 138429"/>
                <a:gd name="connsiteX126" fmla="*/ 4029705 w 4940931"/>
                <a:gd name="connsiteY126" fmla="*/ 48260 h 138429"/>
                <a:gd name="connsiteX127" fmla="*/ 4025895 w 4940931"/>
                <a:gd name="connsiteY127" fmla="*/ 54610 h 138429"/>
                <a:gd name="connsiteX128" fmla="*/ 4023990 w 4940931"/>
                <a:gd name="connsiteY128" fmla="*/ 62865 h 138429"/>
                <a:gd name="connsiteX129" fmla="*/ 4060185 w 4940931"/>
                <a:gd name="connsiteY129" fmla="*/ 62865 h 138429"/>
                <a:gd name="connsiteX130" fmla="*/ 4058915 w 4940931"/>
                <a:gd name="connsiteY130" fmla="*/ 55245 h 138429"/>
                <a:gd name="connsiteX131" fmla="*/ 4055740 w 4940931"/>
                <a:gd name="connsiteY131" fmla="*/ 48895 h 138429"/>
                <a:gd name="connsiteX132" fmla="*/ 4050025 w 4940931"/>
                <a:gd name="connsiteY132" fmla="*/ 44450 h 138429"/>
                <a:gd name="connsiteX133" fmla="*/ 4041770 w 4940931"/>
                <a:gd name="connsiteY133" fmla="*/ 43180 h 138429"/>
                <a:gd name="connsiteX134" fmla="*/ 3728081 w 4940931"/>
                <a:gd name="connsiteY134" fmla="*/ 43180 h 138429"/>
                <a:gd name="connsiteX135" fmla="*/ 3721096 w 4940931"/>
                <a:gd name="connsiteY135" fmla="*/ 44450 h 138429"/>
                <a:gd name="connsiteX136" fmla="*/ 3716016 w 4940931"/>
                <a:gd name="connsiteY136" fmla="*/ 48260 h 138429"/>
                <a:gd name="connsiteX137" fmla="*/ 3712206 w 4940931"/>
                <a:gd name="connsiteY137" fmla="*/ 54610 h 138429"/>
                <a:gd name="connsiteX138" fmla="*/ 3710301 w 4940931"/>
                <a:gd name="connsiteY138" fmla="*/ 62865 h 138429"/>
                <a:gd name="connsiteX139" fmla="*/ 3746496 w 4940931"/>
                <a:gd name="connsiteY139" fmla="*/ 62865 h 138429"/>
                <a:gd name="connsiteX140" fmla="*/ 3745226 w 4940931"/>
                <a:gd name="connsiteY140" fmla="*/ 55245 h 138429"/>
                <a:gd name="connsiteX141" fmla="*/ 3742051 w 4940931"/>
                <a:gd name="connsiteY141" fmla="*/ 48895 h 138429"/>
                <a:gd name="connsiteX142" fmla="*/ 3736336 w 4940931"/>
                <a:gd name="connsiteY142" fmla="*/ 44450 h 138429"/>
                <a:gd name="connsiteX143" fmla="*/ 3728081 w 4940931"/>
                <a:gd name="connsiteY143" fmla="*/ 43180 h 138429"/>
                <a:gd name="connsiteX144" fmla="*/ 3541391 w 4940931"/>
                <a:gd name="connsiteY144" fmla="*/ 43180 h 138429"/>
                <a:gd name="connsiteX145" fmla="*/ 3534406 w 4940931"/>
                <a:gd name="connsiteY145" fmla="*/ 44450 h 138429"/>
                <a:gd name="connsiteX146" fmla="*/ 3529326 w 4940931"/>
                <a:gd name="connsiteY146" fmla="*/ 48260 h 138429"/>
                <a:gd name="connsiteX147" fmla="*/ 3525516 w 4940931"/>
                <a:gd name="connsiteY147" fmla="*/ 54610 h 138429"/>
                <a:gd name="connsiteX148" fmla="*/ 3523611 w 4940931"/>
                <a:gd name="connsiteY148" fmla="*/ 62865 h 138429"/>
                <a:gd name="connsiteX149" fmla="*/ 3559806 w 4940931"/>
                <a:gd name="connsiteY149" fmla="*/ 62865 h 138429"/>
                <a:gd name="connsiteX150" fmla="*/ 3558536 w 4940931"/>
                <a:gd name="connsiteY150" fmla="*/ 55245 h 138429"/>
                <a:gd name="connsiteX151" fmla="*/ 3555361 w 4940931"/>
                <a:gd name="connsiteY151" fmla="*/ 48895 h 138429"/>
                <a:gd name="connsiteX152" fmla="*/ 3549646 w 4940931"/>
                <a:gd name="connsiteY152" fmla="*/ 44450 h 138429"/>
                <a:gd name="connsiteX153" fmla="*/ 3541391 w 4940931"/>
                <a:gd name="connsiteY153" fmla="*/ 43180 h 138429"/>
                <a:gd name="connsiteX154" fmla="*/ 3463285 w 4940931"/>
                <a:gd name="connsiteY154" fmla="*/ 43180 h 138429"/>
                <a:gd name="connsiteX155" fmla="*/ 3458205 w 4940931"/>
                <a:gd name="connsiteY155" fmla="*/ 43815 h 138429"/>
                <a:gd name="connsiteX156" fmla="*/ 3453125 w 4940931"/>
                <a:gd name="connsiteY156" fmla="*/ 45720 h 138429"/>
                <a:gd name="connsiteX157" fmla="*/ 3448680 w 4940931"/>
                <a:gd name="connsiteY157" fmla="*/ 48895 h 138429"/>
                <a:gd name="connsiteX158" fmla="*/ 3445505 w 4940931"/>
                <a:gd name="connsiteY158" fmla="*/ 52705 h 138429"/>
                <a:gd name="connsiteX159" fmla="*/ 3445505 w 4940931"/>
                <a:gd name="connsiteY159" fmla="*/ 85725 h 138429"/>
                <a:gd name="connsiteX160" fmla="*/ 3448680 w 4940931"/>
                <a:gd name="connsiteY160" fmla="*/ 89535 h 138429"/>
                <a:gd name="connsiteX161" fmla="*/ 3453125 w 4940931"/>
                <a:gd name="connsiteY161" fmla="*/ 92710 h 138429"/>
                <a:gd name="connsiteX162" fmla="*/ 3458205 w 4940931"/>
                <a:gd name="connsiteY162" fmla="*/ 95250 h 138429"/>
                <a:gd name="connsiteX163" fmla="*/ 3463920 w 4940931"/>
                <a:gd name="connsiteY163" fmla="*/ 95885 h 138429"/>
                <a:gd name="connsiteX164" fmla="*/ 3476620 w 4940931"/>
                <a:gd name="connsiteY164" fmla="*/ 89535 h 138429"/>
                <a:gd name="connsiteX165" fmla="*/ 3481065 w 4940931"/>
                <a:gd name="connsiteY165" fmla="*/ 71120 h 138429"/>
                <a:gd name="connsiteX166" fmla="*/ 3480430 w 4940931"/>
                <a:gd name="connsiteY166" fmla="*/ 71755 h 138429"/>
                <a:gd name="connsiteX167" fmla="*/ 3475985 w 4940931"/>
                <a:gd name="connsiteY167" fmla="*/ 50165 h 138429"/>
                <a:gd name="connsiteX168" fmla="*/ 3463285 w 4940931"/>
                <a:gd name="connsiteY168" fmla="*/ 43180 h 138429"/>
                <a:gd name="connsiteX169" fmla="*/ 3343271 w 4940931"/>
                <a:gd name="connsiteY169" fmla="*/ 43180 h 138429"/>
                <a:gd name="connsiteX170" fmla="*/ 3336286 w 4940931"/>
                <a:gd name="connsiteY170" fmla="*/ 44450 h 138429"/>
                <a:gd name="connsiteX171" fmla="*/ 3331206 w 4940931"/>
                <a:gd name="connsiteY171" fmla="*/ 48260 h 138429"/>
                <a:gd name="connsiteX172" fmla="*/ 3327396 w 4940931"/>
                <a:gd name="connsiteY172" fmla="*/ 54610 h 138429"/>
                <a:gd name="connsiteX173" fmla="*/ 3325491 w 4940931"/>
                <a:gd name="connsiteY173" fmla="*/ 62865 h 138429"/>
                <a:gd name="connsiteX174" fmla="*/ 3361686 w 4940931"/>
                <a:gd name="connsiteY174" fmla="*/ 62865 h 138429"/>
                <a:gd name="connsiteX175" fmla="*/ 3360416 w 4940931"/>
                <a:gd name="connsiteY175" fmla="*/ 55245 h 138429"/>
                <a:gd name="connsiteX176" fmla="*/ 3357241 w 4940931"/>
                <a:gd name="connsiteY176" fmla="*/ 48895 h 138429"/>
                <a:gd name="connsiteX177" fmla="*/ 3351526 w 4940931"/>
                <a:gd name="connsiteY177" fmla="*/ 44450 h 138429"/>
                <a:gd name="connsiteX178" fmla="*/ 3343271 w 4940931"/>
                <a:gd name="connsiteY178" fmla="*/ 43180 h 138429"/>
                <a:gd name="connsiteX179" fmla="*/ 2976876 w 4940931"/>
                <a:gd name="connsiteY179" fmla="*/ 43180 h 138429"/>
                <a:gd name="connsiteX180" fmla="*/ 2969891 w 4940931"/>
                <a:gd name="connsiteY180" fmla="*/ 44450 h 138429"/>
                <a:gd name="connsiteX181" fmla="*/ 2964811 w 4940931"/>
                <a:gd name="connsiteY181" fmla="*/ 48260 h 138429"/>
                <a:gd name="connsiteX182" fmla="*/ 2961001 w 4940931"/>
                <a:gd name="connsiteY182" fmla="*/ 54610 h 138429"/>
                <a:gd name="connsiteX183" fmla="*/ 2959096 w 4940931"/>
                <a:gd name="connsiteY183" fmla="*/ 62865 h 138429"/>
                <a:gd name="connsiteX184" fmla="*/ 2995291 w 4940931"/>
                <a:gd name="connsiteY184" fmla="*/ 62865 h 138429"/>
                <a:gd name="connsiteX185" fmla="*/ 2994021 w 4940931"/>
                <a:gd name="connsiteY185" fmla="*/ 55245 h 138429"/>
                <a:gd name="connsiteX186" fmla="*/ 2990846 w 4940931"/>
                <a:gd name="connsiteY186" fmla="*/ 48895 h 138429"/>
                <a:gd name="connsiteX187" fmla="*/ 2985131 w 4940931"/>
                <a:gd name="connsiteY187" fmla="*/ 44450 h 138429"/>
                <a:gd name="connsiteX188" fmla="*/ 2976876 w 4940931"/>
                <a:gd name="connsiteY188" fmla="*/ 43180 h 138429"/>
                <a:gd name="connsiteX189" fmla="*/ 2527930 w 4940931"/>
                <a:gd name="connsiteY189" fmla="*/ 43180 h 138429"/>
                <a:gd name="connsiteX190" fmla="*/ 2520945 w 4940931"/>
                <a:gd name="connsiteY190" fmla="*/ 44450 h 138429"/>
                <a:gd name="connsiteX191" fmla="*/ 2515865 w 4940931"/>
                <a:gd name="connsiteY191" fmla="*/ 48260 h 138429"/>
                <a:gd name="connsiteX192" fmla="*/ 2512055 w 4940931"/>
                <a:gd name="connsiteY192" fmla="*/ 54610 h 138429"/>
                <a:gd name="connsiteX193" fmla="*/ 2510150 w 4940931"/>
                <a:gd name="connsiteY193" fmla="*/ 62865 h 138429"/>
                <a:gd name="connsiteX194" fmla="*/ 2546345 w 4940931"/>
                <a:gd name="connsiteY194" fmla="*/ 62865 h 138429"/>
                <a:gd name="connsiteX195" fmla="*/ 2545075 w 4940931"/>
                <a:gd name="connsiteY195" fmla="*/ 55245 h 138429"/>
                <a:gd name="connsiteX196" fmla="*/ 2541900 w 4940931"/>
                <a:gd name="connsiteY196" fmla="*/ 48895 h 138429"/>
                <a:gd name="connsiteX197" fmla="*/ 2536185 w 4940931"/>
                <a:gd name="connsiteY197" fmla="*/ 44450 h 138429"/>
                <a:gd name="connsiteX198" fmla="*/ 2527930 w 4940931"/>
                <a:gd name="connsiteY198" fmla="*/ 43180 h 138429"/>
                <a:gd name="connsiteX199" fmla="*/ 2214240 w 4940931"/>
                <a:gd name="connsiteY199" fmla="*/ 43180 h 138429"/>
                <a:gd name="connsiteX200" fmla="*/ 2207255 w 4940931"/>
                <a:gd name="connsiteY200" fmla="*/ 44450 h 138429"/>
                <a:gd name="connsiteX201" fmla="*/ 2202175 w 4940931"/>
                <a:gd name="connsiteY201" fmla="*/ 48260 h 138429"/>
                <a:gd name="connsiteX202" fmla="*/ 2198365 w 4940931"/>
                <a:gd name="connsiteY202" fmla="*/ 54610 h 138429"/>
                <a:gd name="connsiteX203" fmla="*/ 2196460 w 4940931"/>
                <a:gd name="connsiteY203" fmla="*/ 62865 h 138429"/>
                <a:gd name="connsiteX204" fmla="*/ 2232655 w 4940931"/>
                <a:gd name="connsiteY204" fmla="*/ 62865 h 138429"/>
                <a:gd name="connsiteX205" fmla="*/ 2231385 w 4940931"/>
                <a:gd name="connsiteY205" fmla="*/ 55245 h 138429"/>
                <a:gd name="connsiteX206" fmla="*/ 2228210 w 4940931"/>
                <a:gd name="connsiteY206" fmla="*/ 48895 h 138429"/>
                <a:gd name="connsiteX207" fmla="*/ 2222495 w 4940931"/>
                <a:gd name="connsiteY207" fmla="*/ 44450 h 138429"/>
                <a:gd name="connsiteX208" fmla="*/ 2214240 w 4940931"/>
                <a:gd name="connsiteY208" fmla="*/ 43180 h 138429"/>
                <a:gd name="connsiteX209" fmla="*/ 2027551 w 4940931"/>
                <a:gd name="connsiteY209" fmla="*/ 43180 h 138429"/>
                <a:gd name="connsiteX210" fmla="*/ 2020566 w 4940931"/>
                <a:gd name="connsiteY210" fmla="*/ 44450 h 138429"/>
                <a:gd name="connsiteX211" fmla="*/ 2015486 w 4940931"/>
                <a:gd name="connsiteY211" fmla="*/ 48260 h 138429"/>
                <a:gd name="connsiteX212" fmla="*/ 2011676 w 4940931"/>
                <a:gd name="connsiteY212" fmla="*/ 54610 h 138429"/>
                <a:gd name="connsiteX213" fmla="*/ 2009771 w 4940931"/>
                <a:gd name="connsiteY213" fmla="*/ 62865 h 138429"/>
                <a:gd name="connsiteX214" fmla="*/ 2045966 w 4940931"/>
                <a:gd name="connsiteY214" fmla="*/ 62865 h 138429"/>
                <a:gd name="connsiteX215" fmla="*/ 2044696 w 4940931"/>
                <a:gd name="connsiteY215" fmla="*/ 55245 h 138429"/>
                <a:gd name="connsiteX216" fmla="*/ 2041521 w 4940931"/>
                <a:gd name="connsiteY216" fmla="*/ 48895 h 138429"/>
                <a:gd name="connsiteX217" fmla="*/ 2035806 w 4940931"/>
                <a:gd name="connsiteY217" fmla="*/ 44450 h 138429"/>
                <a:gd name="connsiteX218" fmla="*/ 2027551 w 4940931"/>
                <a:gd name="connsiteY218" fmla="*/ 43180 h 138429"/>
                <a:gd name="connsiteX219" fmla="*/ 1949445 w 4940931"/>
                <a:gd name="connsiteY219" fmla="*/ 43180 h 138429"/>
                <a:gd name="connsiteX220" fmla="*/ 1944365 w 4940931"/>
                <a:gd name="connsiteY220" fmla="*/ 43815 h 138429"/>
                <a:gd name="connsiteX221" fmla="*/ 1939285 w 4940931"/>
                <a:gd name="connsiteY221" fmla="*/ 45720 h 138429"/>
                <a:gd name="connsiteX222" fmla="*/ 1934840 w 4940931"/>
                <a:gd name="connsiteY222" fmla="*/ 48895 h 138429"/>
                <a:gd name="connsiteX223" fmla="*/ 1931665 w 4940931"/>
                <a:gd name="connsiteY223" fmla="*/ 52705 h 138429"/>
                <a:gd name="connsiteX224" fmla="*/ 1931665 w 4940931"/>
                <a:gd name="connsiteY224" fmla="*/ 85725 h 138429"/>
                <a:gd name="connsiteX225" fmla="*/ 1934840 w 4940931"/>
                <a:gd name="connsiteY225" fmla="*/ 89535 h 138429"/>
                <a:gd name="connsiteX226" fmla="*/ 1939285 w 4940931"/>
                <a:gd name="connsiteY226" fmla="*/ 92710 h 138429"/>
                <a:gd name="connsiteX227" fmla="*/ 1944365 w 4940931"/>
                <a:gd name="connsiteY227" fmla="*/ 95250 h 138429"/>
                <a:gd name="connsiteX228" fmla="*/ 1950080 w 4940931"/>
                <a:gd name="connsiteY228" fmla="*/ 95885 h 138429"/>
                <a:gd name="connsiteX229" fmla="*/ 1962780 w 4940931"/>
                <a:gd name="connsiteY229" fmla="*/ 89535 h 138429"/>
                <a:gd name="connsiteX230" fmla="*/ 1967225 w 4940931"/>
                <a:gd name="connsiteY230" fmla="*/ 71120 h 138429"/>
                <a:gd name="connsiteX231" fmla="*/ 1966590 w 4940931"/>
                <a:gd name="connsiteY231" fmla="*/ 71755 h 138429"/>
                <a:gd name="connsiteX232" fmla="*/ 1962145 w 4940931"/>
                <a:gd name="connsiteY232" fmla="*/ 50165 h 138429"/>
                <a:gd name="connsiteX233" fmla="*/ 1949445 w 4940931"/>
                <a:gd name="connsiteY233" fmla="*/ 43180 h 138429"/>
                <a:gd name="connsiteX234" fmla="*/ 1829431 w 4940931"/>
                <a:gd name="connsiteY234" fmla="*/ 43180 h 138429"/>
                <a:gd name="connsiteX235" fmla="*/ 1822446 w 4940931"/>
                <a:gd name="connsiteY235" fmla="*/ 44450 h 138429"/>
                <a:gd name="connsiteX236" fmla="*/ 1817366 w 4940931"/>
                <a:gd name="connsiteY236" fmla="*/ 48260 h 138429"/>
                <a:gd name="connsiteX237" fmla="*/ 1813556 w 4940931"/>
                <a:gd name="connsiteY237" fmla="*/ 54610 h 138429"/>
                <a:gd name="connsiteX238" fmla="*/ 1811651 w 4940931"/>
                <a:gd name="connsiteY238" fmla="*/ 62865 h 138429"/>
                <a:gd name="connsiteX239" fmla="*/ 1847846 w 4940931"/>
                <a:gd name="connsiteY239" fmla="*/ 62865 h 138429"/>
                <a:gd name="connsiteX240" fmla="*/ 1846576 w 4940931"/>
                <a:gd name="connsiteY240" fmla="*/ 55245 h 138429"/>
                <a:gd name="connsiteX241" fmla="*/ 1843401 w 4940931"/>
                <a:gd name="connsiteY241" fmla="*/ 48895 h 138429"/>
                <a:gd name="connsiteX242" fmla="*/ 1837686 w 4940931"/>
                <a:gd name="connsiteY242" fmla="*/ 44450 h 138429"/>
                <a:gd name="connsiteX243" fmla="*/ 1829431 w 4940931"/>
                <a:gd name="connsiteY243" fmla="*/ 43180 h 138429"/>
                <a:gd name="connsiteX244" fmla="*/ 1178561 w 4940931"/>
                <a:gd name="connsiteY244" fmla="*/ 43180 h 138429"/>
                <a:gd name="connsiteX245" fmla="*/ 1171576 w 4940931"/>
                <a:gd name="connsiteY245" fmla="*/ 44450 h 138429"/>
                <a:gd name="connsiteX246" fmla="*/ 1166496 w 4940931"/>
                <a:gd name="connsiteY246" fmla="*/ 48260 h 138429"/>
                <a:gd name="connsiteX247" fmla="*/ 1162686 w 4940931"/>
                <a:gd name="connsiteY247" fmla="*/ 54610 h 138429"/>
                <a:gd name="connsiteX248" fmla="*/ 1160781 w 4940931"/>
                <a:gd name="connsiteY248" fmla="*/ 62865 h 138429"/>
                <a:gd name="connsiteX249" fmla="*/ 1196976 w 4940931"/>
                <a:gd name="connsiteY249" fmla="*/ 62865 h 138429"/>
                <a:gd name="connsiteX250" fmla="*/ 1195706 w 4940931"/>
                <a:gd name="connsiteY250" fmla="*/ 55245 h 138429"/>
                <a:gd name="connsiteX251" fmla="*/ 1192531 w 4940931"/>
                <a:gd name="connsiteY251" fmla="*/ 48895 h 138429"/>
                <a:gd name="connsiteX252" fmla="*/ 1186816 w 4940931"/>
                <a:gd name="connsiteY252" fmla="*/ 44450 h 138429"/>
                <a:gd name="connsiteX253" fmla="*/ 1178561 w 4940931"/>
                <a:gd name="connsiteY253" fmla="*/ 43180 h 138429"/>
                <a:gd name="connsiteX254" fmla="*/ 898525 w 4940931"/>
                <a:gd name="connsiteY254" fmla="*/ 43180 h 138429"/>
                <a:gd name="connsiteX255" fmla="*/ 891540 w 4940931"/>
                <a:gd name="connsiteY255" fmla="*/ 44450 h 138429"/>
                <a:gd name="connsiteX256" fmla="*/ 886460 w 4940931"/>
                <a:gd name="connsiteY256" fmla="*/ 48260 h 138429"/>
                <a:gd name="connsiteX257" fmla="*/ 882650 w 4940931"/>
                <a:gd name="connsiteY257" fmla="*/ 54610 h 138429"/>
                <a:gd name="connsiteX258" fmla="*/ 880745 w 4940931"/>
                <a:gd name="connsiteY258" fmla="*/ 62865 h 138429"/>
                <a:gd name="connsiteX259" fmla="*/ 916940 w 4940931"/>
                <a:gd name="connsiteY259" fmla="*/ 62865 h 138429"/>
                <a:gd name="connsiteX260" fmla="*/ 915670 w 4940931"/>
                <a:gd name="connsiteY260" fmla="*/ 55245 h 138429"/>
                <a:gd name="connsiteX261" fmla="*/ 912495 w 4940931"/>
                <a:gd name="connsiteY261" fmla="*/ 48895 h 138429"/>
                <a:gd name="connsiteX262" fmla="*/ 906780 w 4940931"/>
                <a:gd name="connsiteY262" fmla="*/ 44450 h 138429"/>
                <a:gd name="connsiteX263" fmla="*/ 898525 w 4940931"/>
                <a:gd name="connsiteY263" fmla="*/ 43180 h 138429"/>
                <a:gd name="connsiteX264" fmla="*/ 584834 w 4940931"/>
                <a:gd name="connsiteY264" fmla="*/ 43180 h 138429"/>
                <a:gd name="connsiteX265" fmla="*/ 577849 w 4940931"/>
                <a:gd name="connsiteY265" fmla="*/ 44450 h 138429"/>
                <a:gd name="connsiteX266" fmla="*/ 572769 w 4940931"/>
                <a:gd name="connsiteY266" fmla="*/ 48260 h 138429"/>
                <a:gd name="connsiteX267" fmla="*/ 568959 w 4940931"/>
                <a:gd name="connsiteY267" fmla="*/ 54610 h 138429"/>
                <a:gd name="connsiteX268" fmla="*/ 567054 w 4940931"/>
                <a:gd name="connsiteY268" fmla="*/ 62865 h 138429"/>
                <a:gd name="connsiteX269" fmla="*/ 603249 w 4940931"/>
                <a:gd name="connsiteY269" fmla="*/ 62865 h 138429"/>
                <a:gd name="connsiteX270" fmla="*/ 601979 w 4940931"/>
                <a:gd name="connsiteY270" fmla="*/ 55245 h 138429"/>
                <a:gd name="connsiteX271" fmla="*/ 598804 w 4940931"/>
                <a:gd name="connsiteY271" fmla="*/ 48895 h 138429"/>
                <a:gd name="connsiteX272" fmla="*/ 593089 w 4940931"/>
                <a:gd name="connsiteY272" fmla="*/ 44450 h 138429"/>
                <a:gd name="connsiteX273" fmla="*/ 584834 w 4940931"/>
                <a:gd name="connsiteY273" fmla="*/ 43180 h 138429"/>
                <a:gd name="connsiteX274" fmla="*/ 398145 w 4940931"/>
                <a:gd name="connsiteY274" fmla="*/ 43180 h 138429"/>
                <a:gd name="connsiteX275" fmla="*/ 391160 w 4940931"/>
                <a:gd name="connsiteY275" fmla="*/ 44450 h 138429"/>
                <a:gd name="connsiteX276" fmla="*/ 386080 w 4940931"/>
                <a:gd name="connsiteY276" fmla="*/ 48260 h 138429"/>
                <a:gd name="connsiteX277" fmla="*/ 382270 w 4940931"/>
                <a:gd name="connsiteY277" fmla="*/ 54610 h 138429"/>
                <a:gd name="connsiteX278" fmla="*/ 380365 w 4940931"/>
                <a:gd name="connsiteY278" fmla="*/ 62865 h 138429"/>
                <a:gd name="connsiteX279" fmla="*/ 416560 w 4940931"/>
                <a:gd name="connsiteY279" fmla="*/ 62865 h 138429"/>
                <a:gd name="connsiteX280" fmla="*/ 415290 w 4940931"/>
                <a:gd name="connsiteY280" fmla="*/ 55245 h 138429"/>
                <a:gd name="connsiteX281" fmla="*/ 412115 w 4940931"/>
                <a:gd name="connsiteY281" fmla="*/ 48895 h 138429"/>
                <a:gd name="connsiteX282" fmla="*/ 406400 w 4940931"/>
                <a:gd name="connsiteY282" fmla="*/ 44450 h 138429"/>
                <a:gd name="connsiteX283" fmla="*/ 398145 w 4940931"/>
                <a:gd name="connsiteY283" fmla="*/ 43180 h 138429"/>
                <a:gd name="connsiteX284" fmla="*/ 320039 w 4940931"/>
                <a:gd name="connsiteY284" fmla="*/ 43180 h 138429"/>
                <a:gd name="connsiteX285" fmla="*/ 314959 w 4940931"/>
                <a:gd name="connsiteY285" fmla="*/ 43815 h 138429"/>
                <a:gd name="connsiteX286" fmla="*/ 309879 w 4940931"/>
                <a:gd name="connsiteY286" fmla="*/ 45720 h 138429"/>
                <a:gd name="connsiteX287" fmla="*/ 305434 w 4940931"/>
                <a:gd name="connsiteY287" fmla="*/ 48895 h 138429"/>
                <a:gd name="connsiteX288" fmla="*/ 302259 w 4940931"/>
                <a:gd name="connsiteY288" fmla="*/ 52705 h 138429"/>
                <a:gd name="connsiteX289" fmla="*/ 302259 w 4940931"/>
                <a:gd name="connsiteY289" fmla="*/ 85725 h 138429"/>
                <a:gd name="connsiteX290" fmla="*/ 305434 w 4940931"/>
                <a:gd name="connsiteY290" fmla="*/ 89535 h 138429"/>
                <a:gd name="connsiteX291" fmla="*/ 309879 w 4940931"/>
                <a:gd name="connsiteY291" fmla="*/ 92710 h 138429"/>
                <a:gd name="connsiteX292" fmla="*/ 314959 w 4940931"/>
                <a:gd name="connsiteY292" fmla="*/ 95250 h 138429"/>
                <a:gd name="connsiteX293" fmla="*/ 320674 w 4940931"/>
                <a:gd name="connsiteY293" fmla="*/ 95885 h 138429"/>
                <a:gd name="connsiteX294" fmla="*/ 333374 w 4940931"/>
                <a:gd name="connsiteY294" fmla="*/ 89535 h 138429"/>
                <a:gd name="connsiteX295" fmla="*/ 337819 w 4940931"/>
                <a:gd name="connsiteY295" fmla="*/ 71120 h 138429"/>
                <a:gd name="connsiteX296" fmla="*/ 337184 w 4940931"/>
                <a:gd name="connsiteY296" fmla="*/ 71755 h 138429"/>
                <a:gd name="connsiteX297" fmla="*/ 332739 w 4940931"/>
                <a:gd name="connsiteY297" fmla="*/ 50165 h 138429"/>
                <a:gd name="connsiteX298" fmla="*/ 320039 w 4940931"/>
                <a:gd name="connsiteY298" fmla="*/ 43180 h 138429"/>
                <a:gd name="connsiteX299" fmla="*/ 200025 w 4940931"/>
                <a:gd name="connsiteY299" fmla="*/ 43180 h 138429"/>
                <a:gd name="connsiteX300" fmla="*/ 193040 w 4940931"/>
                <a:gd name="connsiteY300" fmla="*/ 44450 h 138429"/>
                <a:gd name="connsiteX301" fmla="*/ 187960 w 4940931"/>
                <a:gd name="connsiteY301" fmla="*/ 48260 h 138429"/>
                <a:gd name="connsiteX302" fmla="*/ 184150 w 4940931"/>
                <a:gd name="connsiteY302" fmla="*/ 54610 h 138429"/>
                <a:gd name="connsiteX303" fmla="*/ 182245 w 4940931"/>
                <a:gd name="connsiteY303" fmla="*/ 62865 h 138429"/>
                <a:gd name="connsiteX304" fmla="*/ 218440 w 4940931"/>
                <a:gd name="connsiteY304" fmla="*/ 62865 h 138429"/>
                <a:gd name="connsiteX305" fmla="*/ 217170 w 4940931"/>
                <a:gd name="connsiteY305" fmla="*/ 55245 h 138429"/>
                <a:gd name="connsiteX306" fmla="*/ 213995 w 4940931"/>
                <a:gd name="connsiteY306" fmla="*/ 48895 h 138429"/>
                <a:gd name="connsiteX307" fmla="*/ 208280 w 4940931"/>
                <a:gd name="connsiteY307" fmla="*/ 44450 h 138429"/>
                <a:gd name="connsiteX308" fmla="*/ 200025 w 4940931"/>
                <a:gd name="connsiteY308" fmla="*/ 43180 h 138429"/>
                <a:gd name="connsiteX309" fmla="*/ 4439281 w 4940931"/>
                <a:gd name="connsiteY309" fmla="*/ 43179 h 138429"/>
                <a:gd name="connsiteX310" fmla="*/ 4426581 w 4940931"/>
                <a:gd name="connsiteY310" fmla="*/ 49529 h 138429"/>
                <a:gd name="connsiteX311" fmla="*/ 4422136 w 4940931"/>
                <a:gd name="connsiteY311" fmla="*/ 67944 h 138429"/>
                <a:gd name="connsiteX312" fmla="*/ 4423406 w 4940931"/>
                <a:gd name="connsiteY312" fmla="*/ 80644 h 138429"/>
                <a:gd name="connsiteX313" fmla="*/ 4426581 w 4940931"/>
                <a:gd name="connsiteY313" fmla="*/ 89534 h 138429"/>
                <a:gd name="connsiteX314" fmla="*/ 4432296 w 4940931"/>
                <a:gd name="connsiteY314" fmla="*/ 94614 h 138429"/>
                <a:gd name="connsiteX315" fmla="*/ 4439916 w 4940931"/>
                <a:gd name="connsiteY315" fmla="*/ 96519 h 138429"/>
                <a:gd name="connsiteX316" fmla="*/ 4444996 w 4940931"/>
                <a:gd name="connsiteY316" fmla="*/ 95884 h 138429"/>
                <a:gd name="connsiteX317" fmla="*/ 4450076 w 4940931"/>
                <a:gd name="connsiteY317" fmla="*/ 93344 h 138429"/>
                <a:gd name="connsiteX318" fmla="*/ 4454521 w 4940931"/>
                <a:gd name="connsiteY318" fmla="*/ 90169 h 138429"/>
                <a:gd name="connsiteX319" fmla="*/ 4457696 w 4940931"/>
                <a:gd name="connsiteY319" fmla="*/ 86359 h 138429"/>
                <a:gd name="connsiteX320" fmla="*/ 4457696 w 4940931"/>
                <a:gd name="connsiteY320" fmla="*/ 53339 h 138429"/>
                <a:gd name="connsiteX321" fmla="*/ 4454521 w 4940931"/>
                <a:gd name="connsiteY321" fmla="*/ 49529 h 138429"/>
                <a:gd name="connsiteX322" fmla="*/ 4450076 w 4940931"/>
                <a:gd name="connsiteY322" fmla="*/ 46354 h 138429"/>
                <a:gd name="connsiteX323" fmla="*/ 4444996 w 4940931"/>
                <a:gd name="connsiteY323" fmla="*/ 43814 h 138429"/>
                <a:gd name="connsiteX324" fmla="*/ 4439281 w 4940931"/>
                <a:gd name="connsiteY324" fmla="*/ 43179 h 138429"/>
                <a:gd name="connsiteX325" fmla="*/ 1014731 w 4940931"/>
                <a:gd name="connsiteY325" fmla="*/ 43179 h 138429"/>
                <a:gd name="connsiteX326" fmla="*/ 1002032 w 4940931"/>
                <a:gd name="connsiteY326" fmla="*/ 49529 h 138429"/>
                <a:gd name="connsiteX327" fmla="*/ 997587 w 4940931"/>
                <a:gd name="connsiteY327" fmla="*/ 67944 h 138429"/>
                <a:gd name="connsiteX328" fmla="*/ 1002032 w 4940931"/>
                <a:gd name="connsiteY328" fmla="*/ 88899 h 138429"/>
                <a:gd name="connsiteX329" fmla="*/ 1015367 w 4940931"/>
                <a:gd name="connsiteY329" fmla="*/ 95884 h 138429"/>
                <a:gd name="connsiteX330" fmla="*/ 1024891 w 4940931"/>
                <a:gd name="connsiteY330" fmla="*/ 93344 h 138429"/>
                <a:gd name="connsiteX331" fmla="*/ 1033147 w 4940931"/>
                <a:gd name="connsiteY331" fmla="*/ 86359 h 138429"/>
                <a:gd name="connsiteX332" fmla="*/ 1033147 w 4940931"/>
                <a:gd name="connsiteY332" fmla="*/ 53339 h 138429"/>
                <a:gd name="connsiteX333" fmla="*/ 1029971 w 4940931"/>
                <a:gd name="connsiteY333" fmla="*/ 49529 h 138429"/>
                <a:gd name="connsiteX334" fmla="*/ 1025526 w 4940931"/>
                <a:gd name="connsiteY334" fmla="*/ 46354 h 138429"/>
                <a:gd name="connsiteX335" fmla="*/ 1020446 w 4940931"/>
                <a:gd name="connsiteY335" fmla="*/ 43814 h 138429"/>
                <a:gd name="connsiteX336" fmla="*/ 1014731 w 4940931"/>
                <a:gd name="connsiteY336" fmla="*/ 43179 h 138429"/>
                <a:gd name="connsiteX337" fmla="*/ 4524370 w 4940931"/>
                <a:gd name="connsiteY337" fmla="*/ 31114 h 138429"/>
                <a:gd name="connsiteX338" fmla="*/ 4538975 w 4940931"/>
                <a:gd name="connsiteY338" fmla="*/ 31114 h 138429"/>
                <a:gd name="connsiteX339" fmla="*/ 4552310 w 4940931"/>
                <a:gd name="connsiteY339" fmla="*/ 84454 h 138429"/>
                <a:gd name="connsiteX340" fmla="*/ 4566915 w 4940931"/>
                <a:gd name="connsiteY340" fmla="*/ 31114 h 138429"/>
                <a:gd name="connsiteX341" fmla="*/ 4579615 w 4940931"/>
                <a:gd name="connsiteY341" fmla="*/ 31114 h 138429"/>
                <a:gd name="connsiteX342" fmla="*/ 4594220 w 4940931"/>
                <a:gd name="connsiteY342" fmla="*/ 84454 h 138429"/>
                <a:gd name="connsiteX343" fmla="*/ 4606920 w 4940931"/>
                <a:gd name="connsiteY343" fmla="*/ 31114 h 138429"/>
                <a:gd name="connsiteX344" fmla="*/ 4622160 w 4940931"/>
                <a:gd name="connsiteY344" fmla="*/ 31114 h 138429"/>
                <a:gd name="connsiteX345" fmla="*/ 4600570 w 4940931"/>
                <a:gd name="connsiteY345" fmla="*/ 108584 h 138429"/>
                <a:gd name="connsiteX346" fmla="*/ 4587235 w 4940931"/>
                <a:gd name="connsiteY346" fmla="*/ 108584 h 138429"/>
                <a:gd name="connsiteX347" fmla="*/ 4572630 w 4940931"/>
                <a:gd name="connsiteY347" fmla="*/ 54609 h 138429"/>
                <a:gd name="connsiteX348" fmla="*/ 4558660 w 4940931"/>
                <a:gd name="connsiteY348" fmla="*/ 108584 h 138429"/>
                <a:gd name="connsiteX349" fmla="*/ 4545325 w 4940931"/>
                <a:gd name="connsiteY349" fmla="*/ 108584 h 138429"/>
                <a:gd name="connsiteX350" fmla="*/ 4123686 w 4940931"/>
                <a:gd name="connsiteY350" fmla="*/ 31114 h 138429"/>
                <a:gd name="connsiteX351" fmla="*/ 4138926 w 4940931"/>
                <a:gd name="connsiteY351" fmla="*/ 31114 h 138429"/>
                <a:gd name="connsiteX352" fmla="*/ 4152261 w 4940931"/>
                <a:gd name="connsiteY352" fmla="*/ 84454 h 138429"/>
                <a:gd name="connsiteX353" fmla="*/ 4166866 w 4940931"/>
                <a:gd name="connsiteY353" fmla="*/ 31114 h 138429"/>
                <a:gd name="connsiteX354" fmla="*/ 4178931 w 4940931"/>
                <a:gd name="connsiteY354" fmla="*/ 31114 h 138429"/>
                <a:gd name="connsiteX355" fmla="*/ 4193536 w 4940931"/>
                <a:gd name="connsiteY355" fmla="*/ 84454 h 138429"/>
                <a:gd name="connsiteX356" fmla="*/ 4206871 w 4940931"/>
                <a:gd name="connsiteY356" fmla="*/ 31114 h 138429"/>
                <a:gd name="connsiteX357" fmla="*/ 4222111 w 4940931"/>
                <a:gd name="connsiteY357" fmla="*/ 31114 h 138429"/>
                <a:gd name="connsiteX358" fmla="*/ 4200521 w 4940931"/>
                <a:gd name="connsiteY358" fmla="*/ 108584 h 138429"/>
                <a:gd name="connsiteX359" fmla="*/ 4187186 w 4940931"/>
                <a:gd name="connsiteY359" fmla="*/ 108584 h 138429"/>
                <a:gd name="connsiteX360" fmla="*/ 4172581 w 4940931"/>
                <a:gd name="connsiteY360" fmla="*/ 54609 h 138429"/>
                <a:gd name="connsiteX361" fmla="*/ 4157976 w 4940931"/>
                <a:gd name="connsiteY361" fmla="*/ 108584 h 138429"/>
                <a:gd name="connsiteX362" fmla="*/ 4145276 w 4940931"/>
                <a:gd name="connsiteY362" fmla="*/ 108584 h 138429"/>
                <a:gd name="connsiteX363" fmla="*/ 2837811 w 4940931"/>
                <a:gd name="connsiteY363" fmla="*/ 31114 h 138429"/>
                <a:gd name="connsiteX364" fmla="*/ 2852416 w 4940931"/>
                <a:gd name="connsiteY364" fmla="*/ 31114 h 138429"/>
                <a:gd name="connsiteX365" fmla="*/ 2865751 w 4940931"/>
                <a:gd name="connsiteY365" fmla="*/ 84454 h 138429"/>
                <a:gd name="connsiteX366" fmla="*/ 2880356 w 4940931"/>
                <a:gd name="connsiteY366" fmla="*/ 31114 h 138429"/>
                <a:gd name="connsiteX367" fmla="*/ 2893056 w 4940931"/>
                <a:gd name="connsiteY367" fmla="*/ 31114 h 138429"/>
                <a:gd name="connsiteX368" fmla="*/ 2907661 w 4940931"/>
                <a:gd name="connsiteY368" fmla="*/ 84454 h 138429"/>
                <a:gd name="connsiteX369" fmla="*/ 2920361 w 4940931"/>
                <a:gd name="connsiteY369" fmla="*/ 31114 h 138429"/>
                <a:gd name="connsiteX370" fmla="*/ 2935601 w 4940931"/>
                <a:gd name="connsiteY370" fmla="*/ 31114 h 138429"/>
                <a:gd name="connsiteX371" fmla="*/ 2914011 w 4940931"/>
                <a:gd name="connsiteY371" fmla="*/ 108584 h 138429"/>
                <a:gd name="connsiteX372" fmla="*/ 2900676 w 4940931"/>
                <a:gd name="connsiteY372" fmla="*/ 108584 h 138429"/>
                <a:gd name="connsiteX373" fmla="*/ 2886706 w 4940931"/>
                <a:gd name="connsiteY373" fmla="*/ 54609 h 138429"/>
                <a:gd name="connsiteX374" fmla="*/ 2872101 w 4940931"/>
                <a:gd name="connsiteY374" fmla="*/ 108584 h 138429"/>
                <a:gd name="connsiteX375" fmla="*/ 2858766 w 4940931"/>
                <a:gd name="connsiteY375" fmla="*/ 108584 h 138429"/>
                <a:gd name="connsiteX376" fmla="*/ 1354455 w 4940931"/>
                <a:gd name="connsiteY376" fmla="*/ 31114 h 138429"/>
                <a:gd name="connsiteX377" fmla="*/ 1369695 w 4940931"/>
                <a:gd name="connsiteY377" fmla="*/ 31114 h 138429"/>
                <a:gd name="connsiteX378" fmla="*/ 1369695 w 4940931"/>
                <a:gd name="connsiteY378" fmla="*/ 109219 h 138429"/>
                <a:gd name="connsiteX379" fmla="*/ 1354455 w 4940931"/>
                <a:gd name="connsiteY379" fmla="*/ 109219 h 138429"/>
                <a:gd name="connsiteX380" fmla="*/ 2646040 w 4940931"/>
                <a:gd name="connsiteY380" fmla="*/ 29844 h 138429"/>
                <a:gd name="connsiteX381" fmla="*/ 2658105 w 4940931"/>
                <a:gd name="connsiteY381" fmla="*/ 31749 h 138429"/>
                <a:gd name="connsiteX382" fmla="*/ 2667630 w 4940931"/>
                <a:gd name="connsiteY382" fmla="*/ 36829 h 138429"/>
                <a:gd name="connsiteX383" fmla="*/ 2673345 w 4940931"/>
                <a:gd name="connsiteY383" fmla="*/ 45084 h 138429"/>
                <a:gd name="connsiteX384" fmla="*/ 2675250 w 4940931"/>
                <a:gd name="connsiteY384" fmla="*/ 56514 h 138429"/>
                <a:gd name="connsiteX385" fmla="*/ 2675250 w 4940931"/>
                <a:gd name="connsiteY385" fmla="*/ 109854 h 138429"/>
                <a:gd name="connsiteX386" fmla="*/ 2660010 w 4940931"/>
                <a:gd name="connsiteY386" fmla="*/ 109854 h 138429"/>
                <a:gd name="connsiteX387" fmla="*/ 2660010 w 4940931"/>
                <a:gd name="connsiteY387" fmla="*/ 108584 h 138429"/>
                <a:gd name="connsiteX388" fmla="*/ 2660010 w 4940931"/>
                <a:gd name="connsiteY388" fmla="*/ 100964 h 138429"/>
                <a:gd name="connsiteX389" fmla="*/ 2654930 w 4940931"/>
                <a:gd name="connsiteY389" fmla="*/ 104774 h 138429"/>
                <a:gd name="connsiteX390" fmla="*/ 2651120 w 4940931"/>
                <a:gd name="connsiteY390" fmla="*/ 107314 h 138429"/>
                <a:gd name="connsiteX391" fmla="*/ 2646040 w 4940931"/>
                <a:gd name="connsiteY391" fmla="*/ 109219 h 138429"/>
                <a:gd name="connsiteX392" fmla="*/ 2639055 w 4940931"/>
                <a:gd name="connsiteY392" fmla="*/ 109854 h 138429"/>
                <a:gd name="connsiteX393" fmla="*/ 2629530 w 4940931"/>
                <a:gd name="connsiteY393" fmla="*/ 108584 h 138429"/>
                <a:gd name="connsiteX394" fmla="*/ 2620640 w 4940931"/>
                <a:gd name="connsiteY394" fmla="*/ 104139 h 138429"/>
                <a:gd name="connsiteX395" fmla="*/ 2614290 w 4940931"/>
                <a:gd name="connsiteY395" fmla="*/ 95884 h 138429"/>
                <a:gd name="connsiteX396" fmla="*/ 2611750 w 4940931"/>
                <a:gd name="connsiteY396" fmla="*/ 83819 h 138429"/>
                <a:gd name="connsiteX397" fmla="*/ 2614290 w 4940931"/>
                <a:gd name="connsiteY397" fmla="*/ 72389 h 138429"/>
                <a:gd name="connsiteX398" fmla="*/ 2620640 w 4940931"/>
                <a:gd name="connsiteY398" fmla="*/ 64769 h 138429"/>
                <a:gd name="connsiteX399" fmla="*/ 2630800 w 4940931"/>
                <a:gd name="connsiteY399" fmla="*/ 60324 h 138429"/>
                <a:gd name="connsiteX400" fmla="*/ 2642865 w 4940931"/>
                <a:gd name="connsiteY400" fmla="*/ 59054 h 138429"/>
                <a:gd name="connsiteX401" fmla="*/ 2653025 w 4940931"/>
                <a:gd name="connsiteY401" fmla="*/ 59689 h 138429"/>
                <a:gd name="connsiteX402" fmla="*/ 2660010 w 4940931"/>
                <a:gd name="connsiteY402" fmla="*/ 61594 h 138429"/>
                <a:gd name="connsiteX403" fmla="*/ 2660010 w 4940931"/>
                <a:gd name="connsiteY403" fmla="*/ 55879 h 138429"/>
                <a:gd name="connsiteX404" fmla="*/ 2656200 w 4940931"/>
                <a:gd name="connsiteY404" fmla="*/ 46354 h 138429"/>
                <a:gd name="connsiteX405" fmla="*/ 2645405 w 4940931"/>
                <a:gd name="connsiteY405" fmla="*/ 43179 h 138429"/>
                <a:gd name="connsiteX406" fmla="*/ 2634610 w 4940931"/>
                <a:gd name="connsiteY406" fmla="*/ 44449 h 138429"/>
                <a:gd name="connsiteX407" fmla="*/ 2625085 w 4940931"/>
                <a:gd name="connsiteY407" fmla="*/ 48259 h 138429"/>
                <a:gd name="connsiteX408" fmla="*/ 2619370 w 4940931"/>
                <a:gd name="connsiteY408" fmla="*/ 36829 h 138429"/>
                <a:gd name="connsiteX409" fmla="*/ 2631435 w 4940931"/>
                <a:gd name="connsiteY409" fmla="*/ 31749 h 138429"/>
                <a:gd name="connsiteX410" fmla="*/ 2646040 w 4940931"/>
                <a:gd name="connsiteY410" fmla="*/ 29844 h 138429"/>
                <a:gd name="connsiteX411" fmla="*/ 1114426 w 4940931"/>
                <a:gd name="connsiteY411" fmla="*/ 29844 h 138429"/>
                <a:gd name="connsiteX412" fmla="*/ 1129666 w 4940931"/>
                <a:gd name="connsiteY412" fmla="*/ 29844 h 138429"/>
                <a:gd name="connsiteX413" fmla="*/ 1129666 w 4940931"/>
                <a:gd name="connsiteY413" fmla="*/ 107949 h 138429"/>
                <a:gd name="connsiteX414" fmla="*/ 1114426 w 4940931"/>
                <a:gd name="connsiteY414" fmla="*/ 107949 h 138429"/>
                <a:gd name="connsiteX415" fmla="*/ 1114426 w 4940931"/>
                <a:gd name="connsiteY415" fmla="*/ 100964 h 138429"/>
                <a:gd name="connsiteX416" fmla="*/ 1106171 w 4940931"/>
                <a:gd name="connsiteY416" fmla="*/ 107314 h 138429"/>
                <a:gd name="connsiteX417" fmla="*/ 1094741 w 4940931"/>
                <a:gd name="connsiteY417" fmla="*/ 109854 h 138429"/>
                <a:gd name="connsiteX418" fmla="*/ 1073786 w 4940931"/>
                <a:gd name="connsiteY418" fmla="*/ 100964 h 138429"/>
                <a:gd name="connsiteX419" fmla="*/ 1066800 w 4940931"/>
                <a:gd name="connsiteY419" fmla="*/ 74929 h 138429"/>
                <a:gd name="connsiteX420" fmla="*/ 1066800 w 4940931"/>
                <a:gd name="connsiteY420" fmla="*/ 30479 h 138429"/>
                <a:gd name="connsiteX421" fmla="*/ 1082040 w 4940931"/>
                <a:gd name="connsiteY421" fmla="*/ 30479 h 138429"/>
                <a:gd name="connsiteX422" fmla="*/ 1082040 w 4940931"/>
                <a:gd name="connsiteY422" fmla="*/ 74294 h 138429"/>
                <a:gd name="connsiteX423" fmla="*/ 1085851 w 4940931"/>
                <a:gd name="connsiteY423" fmla="*/ 90169 h 138429"/>
                <a:gd name="connsiteX424" fmla="*/ 1097916 w 4940931"/>
                <a:gd name="connsiteY424" fmla="*/ 95249 h 138429"/>
                <a:gd name="connsiteX425" fmla="*/ 1109981 w 4940931"/>
                <a:gd name="connsiteY425" fmla="*/ 90169 h 138429"/>
                <a:gd name="connsiteX426" fmla="*/ 1114426 w 4940931"/>
                <a:gd name="connsiteY426" fmla="*/ 75564 h 138429"/>
                <a:gd name="connsiteX427" fmla="*/ 1011556 w 4940931"/>
                <a:gd name="connsiteY427" fmla="*/ 29844 h 138429"/>
                <a:gd name="connsiteX428" fmla="*/ 1017272 w 4940931"/>
                <a:gd name="connsiteY428" fmla="*/ 30479 h 138429"/>
                <a:gd name="connsiteX429" fmla="*/ 1022352 w 4940931"/>
                <a:gd name="connsiteY429" fmla="*/ 32384 h 138429"/>
                <a:gd name="connsiteX430" fmla="*/ 1026797 w 4940931"/>
                <a:gd name="connsiteY430" fmla="*/ 35559 h 138429"/>
                <a:gd name="connsiteX431" fmla="*/ 1030607 w 4940931"/>
                <a:gd name="connsiteY431" fmla="*/ 38734 h 138429"/>
                <a:gd name="connsiteX432" fmla="*/ 1030607 w 4940931"/>
                <a:gd name="connsiteY432" fmla="*/ 31749 h 138429"/>
                <a:gd name="connsiteX433" fmla="*/ 1045847 w 4940931"/>
                <a:gd name="connsiteY433" fmla="*/ 31749 h 138429"/>
                <a:gd name="connsiteX434" fmla="*/ 1045847 w 4940931"/>
                <a:gd name="connsiteY434" fmla="*/ 130809 h 138429"/>
                <a:gd name="connsiteX435" fmla="*/ 1032512 w 4940931"/>
                <a:gd name="connsiteY435" fmla="*/ 137477 h 138429"/>
                <a:gd name="connsiteX436" fmla="*/ 1032512 w 4940931"/>
                <a:gd name="connsiteY436" fmla="*/ 101599 h 138429"/>
                <a:gd name="connsiteX437" fmla="*/ 1022986 w 4940931"/>
                <a:gd name="connsiteY437" fmla="*/ 107949 h 138429"/>
                <a:gd name="connsiteX438" fmla="*/ 1011556 w 4940931"/>
                <a:gd name="connsiteY438" fmla="*/ 110489 h 138429"/>
                <a:gd name="connsiteX439" fmla="*/ 999491 w 4940931"/>
                <a:gd name="connsiteY439" fmla="*/ 107949 h 138429"/>
                <a:gd name="connsiteX440" fmla="*/ 989966 w 4940931"/>
                <a:gd name="connsiteY440" fmla="*/ 100329 h 138429"/>
                <a:gd name="connsiteX441" fmla="*/ 983616 w 4940931"/>
                <a:gd name="connsiteY441" fmla="*/ 87629 h 138429"/>
                <a:gd name="connsiteX442" fmla="*/ 981076 w 4940931"/>
                <a:gd name="connsiteY442" fmla="*/ 68579 h 138429"/>
                <a:gd name="connsiteX443" fmla="*/ 983616 w 4940931"/>
                <a:gd name="connsiteY443" fmla="*/ 51434 h 138429"/>
                <a:gd name="connsiteX444" fmla="*/ 990601 w 4940931"/>
                <a:gd name="connsiteY444" fmla="*/ 39369 h 138429"/>
                <a:gd name="connsiteX445" fmla="*/ 1000126 w 4940931"/>
                <a:gd name="connsiteY445" fmla="*/ 32384 h 138429"/>
                <a:gd name="connsiteX446" fmla="*/ 1011556 w 4940931"/>
                <a:gd name="connsiteY446" fmla="*/ 29844 h 138429"/>
                <a:gd name="connsiteX447" fmla="*/ 4871716 w 4940931"/>
                <a:gd name="connsiteY447" fmla="*/ 29210 h 138429"/>
                <a:gd name="connsiteX448" fmla="*/ 4885686 w 4940931"/>
                <a:gd name="connsiteY448" fmla="*/ 31750 h 138429"/>
                <a:gd name="connsiteX449" fmla="*/ 4897751 w 4940931"/>
                <a:gd name="connsiteY449" fmla="*/ 38100 h 138429"/>
                <a:gd name="connsiteX450" fmla="*/ 4899021 w 4940931"/>
                <a:gd name="connsiteY450" fmla="*/ 38100 h 138429"/>
                <a:gd name="connsiteX451" fmla="*/ 4892036 w 4940931"/>
                <a:gd name="connsiteY451" fmla="*/ 50165 h 138429"/>
                <a:gd name="connsiteX452" fmla="*/ 4882511 w 4940931"/>
                <a:gd name="connsiteY452" fmla="*/ 45085 h 138429"/>
                <a:gd name="connsiteX453" fmla="*/ 4872351 w 4940931"/>
                <a:gd name="connsiteY453" fmla="*/ 43180 h 138429"/>
                <a:gd name="connsiteX454" fmla="*/ 4864096 w 4940931"/>
                <a:gd name="connsiteY454" fmla="*/ 45085 h 138429"/>
                <a:gd name="connsiteX455" fmla="*/ 4861556 w 4940931"/>
                <a:gd name="connsiteY455" fmla="*/ 50165 h 138429"/>
                <a:gd name="connsiteX456" fmla="*/ 4861556 w 4940931"/>
                <a:gd name="connsiteY456" fmla="*/ 52705 h 138429"/>
                <a:gd name="connsiteX457" fmla="*/ 4863461 w 4940931"/>
                <a:gd name="connsiteY457" fmla="*/ 55245 h 138429"/>
                <a:gd name="connsiteX458" fmla="*/ 4867906 w 4940931"/>
                <a:gd name="connsiteY458" fmla="*/ 57785 h 138429"/>
                <a:gd name="connsiteX459" fmla="*/ 4874891 w 4940931"/>
                <a:gd name="connsiteY459" fmla="*/ 60960 h 138429"/>
                <a:gd name="connsiteX460" fmla="*/ 4886321 w 4940931"/>
                <a:gd name="connsiteY460" fmla="*/ 66040 h 138429"/>
                <a:gd name="connsiteX461" fmla="*/ 4894576 w 4940931"/>
                <a:gd name="connsiteY461" fmla="*/ 71120 h 138429"/>
                <a:gd name="connsiteX462" fmla="*/ 4899656 w 4940931"/>
                <a:gd name="connsiteY462" fmla="*/ 78105 h 138429"/>
                <a:gd name="connsiteX463" fmla="*/ 4901561 w 4940931"/>
                <a:gd name="connsiteY463" fmla="*/ 87630 h 138429"/>
                <a:gd name="connsiteX464" fmla="*/ 4899021 w 4940931"/>
                <a:gd name="connsiteY464" fmla="*/ 98425 h 138429"/>
                <a:gd name="connsiteX465" fmla="*/ 4892671 w 4940931"/>
                <a:gd name="connsiteY465" fmla="*/ 105410 h 138429"/>
                <a:gd name="connsiteX466" fmla="*/ 4883146 w 4940931"/>
                <a:gd name="connsiteY466" fmla="*/ 109220 h 138429"/>
                <a:gd name="connsiteX467" fmla="*/ 4872351 w 4940931"/>
                <a:gd name="connsiteY467" fmla="*/ 110490 h 138429"/>
                <a:gd name="connsiteX468" fmla="*/ 4857111 w 4940931"/>
                <a:gd name="connsiteY468" fmla="*/ 107950 h 138429"/>
                <a:gd name="connsiteX469" fmla="*/ 4842506 w 4940931"/>
                <a:gd name="connsiteY469" fmla="*/ 100965 h 138429"/>
                <a:gd name="connsiteX470" fmla="*/ 4849491 w 4940931"/>
                <a:gd name="connsiteY470" fmla="*/ 89535 h 138429"/>
                <a:gd name="connsiteX471" fmla="*/ 4860921 w 4940931"/>
                <a:gd name="connsiteY471" fmla="*/ 95250 h 138429"/>
                <a:gd name="connsiteX472" fmla="*/ 4872351 w 4940931"/>
                <a:gd name="connsiteY472" fmla="*/ 97155 h 138429"/>
                <a:gd name="connsiteX473" fmla="*/ 4883146 w 4940931"/>
                <a:gd name="connsiteY473" fmla="*/ 94615 h 138429"/>
                <a:gd name="connsiteX474" fmla="*/ 4886321 w 4940931"/>
                <a:gd name="connsiteY474" fmla="*/ 88265 h 138429"/>
                <a:gd name="connsiteX475" fmla="*/ 4885051 w 4940931"/>
                <a:gd name="connsiteY475" fmla="*/ 84455 h 138429"/>
                <a:gd name="connsiteX476" fmla="*/ 4881241 w 4940931"/>
                <a:gd name="connsiteY476" fmla="*/ 81280 h 138429"/>
                <a:gd name="connsiteX477" fmla="*/ 4875526 w 4940931"/>
                <a:gd name="connsiteY477" fmla="*/ 78105 h 138429"/>
                <a:gd name="connsiteX478" fmla="*/ 4867906 w 4940931"/>
                <a:gd name="connsiteY478" fmla="*/ 74930 h 138429"/>
                <a:gd name="connsiteX479" fmla="*/ 4857111 w 4940931"/>
                <a:gd name="connsiteY479" fmla="*/ 69850 h 138429"/>
                <a:gd name="connsiteX480" fmla="*/ 4850126 w 4940931"/>
                <a:gd name="connsiteY480" fmla="*/ 64770 h 138429"/>
                <a:gd name="connsiteX481" fmla="*/ 4846316 w 4940931"/>
                <a:gd name="connsiteY481" fmla="*/ 58420 h 138429"/>
                <a:gd name="connsiteX482" fmla="*/ 4845046 w 4940931"/>
                <a:gd name="connsiteY482" fmla="*/ 50165 h 138429"/>
                <a:gd name="connsiteX483" fmla="*/ 4846951 w 4940931"/>
                <a:gd name="connsiteY483" fmla="*/ 40640 h 138429"/>
                <a:gd name="connsiteX484" fmla="*/ 4852666 w 4940931"/>
                <a:gd name="connsiteY484" fmla="*/ 34290 h 138429"/>
                <a:gd name="connsiteX485" fmla="*/ 4860921 w 4940931"/>
                <a:gd name="connsiteY485" fmla="*/ 30480 h 138429"/>
                <a:gd name="connsiteX486" fmla="*/ 4871716 w 4940931"/>
                <a:gd name="connsiteY486" fmla="*/ 29210 h 138429"/>
                <a:gd name="connsiteX487" fmla="*/ 4749796 w 4940931"/>
                <a:gd name="connsiteY487" fmla="*/ 29210 h 138429"/>
                <a:gd name="connsiteX488" fmla="*/ 4757416 w 4940931"/>
                <a:gd name="connsiteY488" fmla="*/ 29845 h 138429"/>
                <a:gd name="connsiteX489" fmla="*/ 4763131 w 4940931"/>
                <a:gd name="connsiteY489" fmla="*/ 32385 h 138429"/>
                <a:gd name="connsiteX490" fmla="*/ 4759321 w 4940931"/>
                <a:gd name="connsiteY490" fmla="*/ 46990 h 138429"/>
                <a:gd name="connsiteX491" fmla="*/ 4758051 w 4940931"/>
                <a:gd name="connsiteY491" fmla="*/ 46990 h 138429"/>
                <a:gd name="connsiteX492" fmla="*/ 4752971 w 4940931"/>
                <a:gd name="connsiteY492" fmla="*/ 45085 h 138429"/>
                <a:gd name="connsiteX493" fmla="*/ 4746621 w 4940931"/>
                <a:gd name="connsiteY493" fmla="*/ 44450 h 138429"/>
                <a:gd name="connsiteX494" fmla="*/ 4735191 w 4940931"/>
                <a:gd name="connsiteY494" fmla="*/ 49530 h 138429"/>
                <a:gd name="connsiteX495" fmla="*/ 4731381 w 4940931"/>
                <a:gd name="connsiteY495" fmla="*/ 64770 h 138429"/>
                <a:gd name="connsiteX496" fmla="*/ 4731381 w 4940931"/>
                <a:gd name="connsiteY496" fmla="*/ 109220 h 138429"/>
                <a:gd name="connsiteX497" fmla="*/ 4716141 w 4940931"/>
                <a:gd name="connsiteY497" fmla="*/ 109220 h 138429"/>
                <a:gd name="connsiteX498" fmla="*/ 4716141 w 4940931"/>
                <a:gd name="connsiteY498" fmla="*/ 31115 h 138429"/>
                <a:gd name="connsiteX499" fmla="*/ 4731381 w 4940931"/>
                <a:gd name="connsiteY499" fmla="*/ 31115 h 138429"/>
                <a:gd name="connsiteX500" fmla="*/ 4731381 w 4940931"/>
                <a:gd name="connsiteY500" fmla="*/ 38735 h 138429"/>
                <a:gd name="connsiteX501" fmla="*/ 4734556 w 4940931"/>
                <a:gd name="connsiteY501" fmla="*/ 34925 h 138429"/>
                <a:gd name="connsiteX502" fmla="*/ 4739001 w 4940931"/>
                <a:gd name="connsiteY502" fmla="*/ 31750 h 138429"/>
                <a:gd name="connsiteX503" fmla="*/ 4744081 w 4940931"/>
                <a:gd name="connsiteY503" fmla="*/ 29845 h 138429"/>
                <a:gd name="connsiteX504" fmla="*/ 4749796 w 4940931"/>
                <a:gd name="connsiteY504" fmla="*/ 29210 h 138429"/>
                <a:gd name="connsiteX505" fmla="*/ 4349110 w 4940931"/>
                <a:gd name="connsiteY505" fmla="*/ 29210 h 138429"/>
                <a:gd name="connsiteX506" fmla="*/ 4356730 w 4940931"/>
                <a:gd name="connsiteY506" fmla="*/ 29845 h 138429"/>
                <a:gd name="connsiteX507" fmla="*/ 4362445 w 4940931"/>
                <a:gd name="connsiteY507" fmla="*/ 32385 h 138429"/>
                <a:gd name="connsiteX508" fmla="*/ 4358635 w 4940931"/>
                <a:gd name="connsiteY508" fmla="*/ 46990 h 138429"/>
                <a:gd name="connsiteX509" fmla="*/ 4357365 w 4940931"/>
                <a:gd name="connsiteY509" fmla="*/ 46990 h 138429"/>
                <a:gd name="connsiteX510" fmla="*/ 4352285 w 4940931"/>
                <a:gd name="connsiteY510" fmla="*/ 45085 h 138429"/>
                <a:gd name="connsiteX511" fmla="*/ 4345935 w 4940931"/>
                <a:gd name="connsiteY511" fmla="*/ 44450 h 138429"/>
                <a:gd name="connsiteX512" fmla="*/ 4334505 w 4940931"/>
                <a:gd name="connsiteY512" fmla="*/ 49530 h 138429"/>
                <a:gd name="connsiteX513" fmla="*/ 4330695 w 4940931"/>
                <a:gd name="connsiteY513" fmla="*/ 64770 h 138429"/>
                <a:gd name="connsiteX514" fmla="*/ 4330695 w 4940931"/>
                <a:gd name="connsiteY514" fmla="*/ 109220 h 138429"/>
                <a:gd name="connsiteX515" fmla="*/ 4315455 w 4940931"/>
                <a:gd name="connsiteY515" fmla="*/ 109220 h 138429"/>
                <a:gd name="connsiteX516" fmla="*/ 4315455 w 4940931"/>
                <a:gd name="connsiteY516" fmla="*/ 31115 h 138429"/>
                <a:gd name="connsiteX517" fmla="*/ 4330695 w 4940931"/>
                <a:gd name="connsiteY517" fmla="*/ 31115 h 138429"/>
                <a:gd name="connsiteX518" fmla="*/ 4330695 w 4940931"/>
                <a:gd name="connsiteY518" fmla="*/ 38735 h 138429"/>
                <a:gd name="connsiteX519" fmla="*/ 4333870 w 4940931"/>
                <a:gd name="connsiteY519" fmla="*/ 34925 h 138429"/>
                <a:gd name="connsiteX520" fmla="*/ 4338315 w 4940931"/>
                <a:gd name="connsiteY520" fmla="*/ 31750 h 138429"/>
                <a:gd name="connsiteX521" fmla="*/ 4343395 w 4940931"/>
                <a:gd name="connsiteY521" fmla="*/ 29845 h 138429"/>
                <a:gd name="connsiteX522" fmla="*/ 4349110 w 4940931"/>
                <a:gd name="connsiteY522" fmla="*/ 29210 h 138429"/>
                <a:gd name="connsiteX523" fmla="*/ 4044310 w 4940931"/>
                <a:gd name="connsiteY523" fmla="*/ 29210 h 138429"/>
                <a:gd name="connsiteX524" fmla="*/ 4058915 w 4940931"/>
                <a:gd name="connsiteY524" fmla="*/ 32385 h 138429"/>
                <a:gd name="connsiteX525" fmla="*/ 4069075 w 4940931"/>
                <a:gd name="connsiteY525" fmla="*/ 40640 h 138429"/>
                <a:gd name="connsiteX526" fmla="*/ 4075425 w 4940931"/>
                <a:gd name="connsiteY526" fmla="*/ 53340 h 138429"/>
                <a:gd name="connsiteX527" fmla="*/ 4077330 w 4940931"/>
                <a:gd name="connsiteY527" fmla="*/ 68580 h 138429"/>
                <a:gd name="connsiteX528" fmla="*/ 4076060 w 4940931"/>
                <a:gd name="connsiteY528" fmla="*/ 68580 h 138429"/>
                <a:gd name="connsiteX529" fmla="*/ 4076060 w 4940931"/>
                <a:gd name="connsiteY529" fmla="*/ 72390 h 138429"/>
                <a:gd name="connsiteX530" fmla="*/ 4076060 w 4940931"/>
                <a:gd name="connsiteY530" fmla="*/ 75565 h 138429"/>
                <a:gd name="connsiteX531" fmla="*/ 4024625 w 4940931"/>
                <a:gd name="connsiteY531" fmla="*/ 75565 h 138429"/>
                <a:gd name="connsiteX532" fmla="*/ 4027165 w 4940931"/>
                <a:gd name="connsiteY532" fmla="*/ 85090 h 138429"/>
                <a:gd name="connsiteX533" fmla="*/ 4031610 w 4940931"/>
                <a:gd name="connsiteY533" fmla="*/ 91440 h 138429"/>
                <a:gd name="connsiteX534" fmla="*/ 4037325 w 4940931"/>
                <a:gd name="connsiteY534" fmla="*/ 95250 h 138429"/>
                <a:gd name="connsiteX535" fmla="*/ 4044310 w 4940931"/>
                <a:gd name="connsiteY535" fmla="*/ 96520 h 138429"/>
                <a:gd name="connsiteX536" fmla="*/ 4049390 w 4940931"/>
                <a:gd name="connsiteY536" fmla="*/ 96520 h 138429"/>
                <a:gd name="connsiteX537" fmla="*/ 4053835 w 4940931"/>
                <a:gd name="connsiteY537" fmla="*/ 95250 h 138429"/>
                <a:gd name="connsiteX538" fmla="*/ 4057645 w 4940931"/>
                <a:gd name="connsiteY538" fmla="*/ 93345 h 138429"/>
                <a:gd name="connsiteX539" fmla="*/ 4062090 w 4940931"/>
                <a:gd name="connsiteY539" fmla="*/ 90805 h 138429"/>
                <a:gd name="connsiteX540" fmla="*/ 4070980 w 4940931"/>
                <a:gd name="connsiteY540" fmla="*/ 100330 h 138429"/>
                <a:gd name="connsiteX541" fmla="*/ 4065265 w 4940931"/>
                <a:gd name="connsiteY541" fmla="*/ 104775 h 138429"/>
                <a:gd name="connsiteX542" fmla="*/ 4059550 w 4940931"/>
                <a:gd name="connsiteY542" fmla="*/ 107950 h 138429"/>
                <a:gd name="connsiteX543" fmla="*/ 4052565 w 4940931"/>
                <a:gd name="connsiteY543" fmla="*/ 109855 h 138429"/>
                <a:gd name="connsiteX544" fmla="*/ 4043675 w 4940931"/>
                <a:gd name="connsiteY544" fmla="*/ 110490 h 138429"/>
                <a:gd name="connsiteX545" fmla="*/ 4034150 w 4940931"/>
                <a:gd name="connsiteY545" fmla="*/ 109220 h 138429"/>
                <a:gd name="connsiteX546" fmla="*/ 4026530 w 4940931"/>
                <a:gd name="connsiteY546" fmla="*/ 105410 h 138429"/>
                <a:gd name="connsiteX547" fmla="*/ 4020180 w 4940931"/>
                <a:gd name="connsiteY547" fmla="*/ 100330 h 138429"/>
                <a:gd name="connsiteX548" fmla="*/ 4015100 w 4940931"/>
                <a:gd name="connsiteY548" fmla="*/ 92710 h 138429"/>
                <a:gd name="connsiteX549" fmla="*/ 4011290 w 4940931"/>
                <a:gd name="connsiteY549" fmla="*/ 82550 h 138429"/>
                <a:gd name="connsiteX550" fmla="*/ 4010020 w 4940931"/>
                <a:gd name="connsiteY550" fmla="*/ 69850 h 138429"/>
                <a:gd name="connsiteX551" fmla="*/ 4012560 w 4940931"/>
                <a:gd name="connsiteY551" fmla="*/ 52070 h 138429"/>
                <a:gd name="connsiteX552" fmla="*/ 4019545 w 4940931"/>
                <a:gd name="connsiteY552" fmla="*/ 39370 h 138429"/>
                <a:gd name="connsiteX553" fmla="*/ 4030340 w 4940931"/>
                <a:gd name="connsiteY553" fmla="*/ 31750 h 138429"/>
                <a:gd name="connsiteX554" fmla="*/ 4044310 w 4940931"/>
                <a:gd name="connsiteY554" fmla="*/ 29210 h 138429"/>
                <a:gd name="connsiteX555" fmla="*/ 3811900 w 4940931"/>
                <a:gd name="connsiteY555" fmla="*/ 29210 h 138429"/>
                <a:gd name="connsiteX556" fmla="*/ 3819520 w 4940931"/>
                <a:gd name="connsiteY556" fmla="*/ 29845 h 138429"/>
                <a:gd name="connsiteX557" fmla="*/ 3825235 w 4940931"/>
                <a:gd name="connsiteY557" fmla="*/ 32385 h 138429"/>
                <a:gd name="connsiteX558" fmla="*/ 3821425 w 4940931"/>
                <a:gd name="connsiteY558" fmla="*/ 46990 h 138429"/>
                <a:gd name="connsiteX559" fmla="*/ 3820155 w 4940931"/>
                <a:gd name="connsiteY559" fmla="*/ 46990 h 138429"/>
                <a:gd name="connsiteX560" fmla="*/ 3815075 w 4940931"/>
                <a:gd name="connsiteY560" fmla="*/ 45085 h 138429"/>
                <a:gd name="connsiteX561" fmla="*/ 3808725 w 4940931"/>
                <a:gd name="connsiteY561" fmla="*/ 44450 h 138429"/>
                <a:gd name="connsiteX562" fmla="*/ 3797295 w 4940931"/>
                <a:gd name="connsiteY562" fmla="*/ 49530 h 138429"/>
                <a:gd name="connsiteX563" fmla="*/ 3793485 w 4940931"/>
                <a:gd name="connsiteY563" fmla="*/ 64770 h 138429"/>
                <a:gd name="connsiteX564" fmla="*/ 3793485 w 4940931"/>
                <a:gd name="connsiteY564" fmla="*/ 109220 h 138429"/>
                <a:gd name="connsiteX565" fmla="*/ 3778245 w 4940931"/>
                <a:gd name="connsiteY565" fmla="*/ 109220 h 138429"/>
                <a:gd name="connsiteX566" fmla="*/ 3778245 w 4940931"/>
                <a:gd name="connsiteY566" fmla="*/ 31115 h 138429"/>
                <a:gd name="connsiteX567" fmla="*/ 3793485 w 4940931"/>
                <a:gd name="connsiteY567" fmla="*/ 31115 h 138429"/>
                <a:gd name="connsiteX568" fmla="*/ 3793485 w 4940931"/>
                <a:gd name="connsiteY568" fmla="*/ 38735 h 138429"/>
                <a:gd name="connsiteX569" fmla="*/ 3796660 w 4940931"/>
                <a:gd name="connsiteY569" fmla="*/ 34925 h 138429"/>
                <a:gd name="connsiteX570" fmla="*/ 3801105 w 4940931"/>
                <a:gd name="connsiteY570" fmla="*/ 31750 h 138429"/>
                <a:gd name="connsiteX571" fmla="*/ 3806185 w 4940931"/>
                <a:gd name="connsiteY571" fmla="*/ 29845 h 138429"/>
                <a:gd name="connsiteX572" fmla="*/ 3811900 w 4940931"/>
                <a:gd name="connsiteY572" fmla="*/ 29210 h 138429"/>
                <a:gd name="connsiteX573" fmla="*/ 3729986 w 4940931"/>
                <a:gd name="connsiteY573" fmla="*/ 29210 h 138429"/>
                <a:gd name="connsiteX574" fmla="*/ 3744591 w 4940931"/>
                <a:gd name="connsiteY574" fmla="*/ 32385 h 138429"/>
                <a:gd name="connsiteX575" fmla="*/ 3754751 w 4940931"/>
                <a:gd name="connsiteY575" fmla="*/ 40640 h 138429"/>
                <a:gd name="connsiteX576" fmla="*/ 3761101 w 4940931"/>
                <a:gd name="connsiteY576" fmla="*/ 53340 h 138429"/>
                <a:gd name="connsiteX577" fmla="*/ 3763006 w 4940931"/>
                <a:gd name="connsiteY577" fmla="*/ 68580 h 138429"/>
                <a:gd name="connsiteX578" fmla="*/ 3761736 w 4940931"/>
                <a:gd name="connsiteY578" fmla="*/ 68580 h 138429"/>
                <a:gd name="connsiteX579" fmla="*/ 3761736 w 4940931"/>
                <a:gd name="connsiteY579" fmla="*/ 72390 h 138429"/>
                <a:gd name="connsiteX580" fmla="*/ 3761736 w 4940931"/>
                <a:gd name="connsiteY580" fmla="*/ 75565 h 138429"/>
                <a:gd name="connsiteX581" fmla="*/ 3710301 w 4940931"/>
                <a:gd name="connsiteY581" fmla="*/ 75565 h 138429"/>
                <a:gd name="connsiteX582" fmla="*/ 3712841 w 4940931"/>
                <a:gd name="connsiteY582" fmla="*/ 85090 h 138429"/>
                <a:gd name="connsiteX583" fmla="*/ 3717286 w 4940931"/>
                <a:gd name="connsiteY583" fmla="*/ 91440 h 138429"/>
                <a:gd name="connsiteX584" fmla="*/ 3723001 w 4940931"/>
                <a:gd name="connsiteY584" fmla="*/ 95250 h 138429"/>
                <a:gd name="connsiteX585" fmla="*/ 3729986 w 4940931"/>
                <a:gd name="connsiteY585" fmla="*/ 96520 h 138429"/>
                <a:gd name="connsiteX586" fmla="*/ 3735066 w 4940931"/>
                <a:gd name="connsiteY586" fmla="*/ 96520 h 138429"/>
                <a:gd name="connsiteX587" fmla="*/ 3739511 w 4940931"/>
                <a:gd name="connsiteY587" fmla="*/ 95250 h 138429"/>
                <a:gd name="connsiteX588" fmla="*/ 3743321 w 4940931"/>
                <a:gd name="connsiteY588" fmla="*/ 93345 h 138429"/>
                <a:gd name="connsiteX589" fmla="*/ 3747766 w 4940931"/>
                <a:gd name="connsiteY589" fmla="*/ 90805 h 138429"/>
                <a:gd name="connsiteX590" fmla="*/ 3756656 w 4940931"/>
                <a:gd name="connsiteY590" fmla="*/ 100330 h 138429"/>
                <a:gd name="connsiteX591" fmla="*/ 3750941 w 4940931"/>
                <a:gd name="connsiteY591" fmla="*/ 104775 h 138429"/>
                <a:gd name="connsiteX592" fmla="*/ 3745226 w 4940931"/>
                <a:gd name="connsiteY592" fmla="*/ 107950 h 138429"/>
                <a:gd name="connsiteX593" fmla="*/ 3738241 w 4940931"/>
                <a:gd name="connsiteY593" fmla="*/ 109855 h 138429"/>
                <a:gd name="connsiteX594" fmla="*/ 3729351 w 4940931"/>
                <a:gd name="connsiteY594" fmla="*/ 110490 h 138429"/>
                <a:gd name="connsiteX595" fmla="*/ 3719826 w 4940931"/>
                <a:gd name="connsiteY595" fmla="*/ 109220 h 138429"/>
                <a:gd name="connsiteX596" fmla="*/ 3712206 w 4940931"/>
                <a:gd name="connsiteY596" fmla="*/ 105410 h 138429"/>
                <a:gd name="connsiteX597" fmla="*/ 3705856 w 4940931"/>
                <a:gd name="connsiteY597" fmla="*/ 100330 h 138429"/>
                <a:gd name="connsiteX598" fmla="*/ 3700776 w 4940931"/>
                <a:gd name="connsiteY598" fmla="*/ 92710 h 138429"/>
                <a:gd name="connsiteX599" fmla="*/ 3696966 w 4940931"/>
                <a:gd name="connsiteY599" fmla="*/ 82550 h 138429"/>
                <a:gd name="connsiteX600" fmla="*/ 3695696 w 4940931"/>
                <a:gd name="connsiteY600" fmla="*/ 69850 h 138429"/>
                <a:gd name="connsiteX601" fmla="*/ 3698236 w 4940931"/>
                <a:gd name="connsiteY601" fmla="*/ 52070 h 138429"/>
                <a:gd name="connsiteX602" fmla="*/ 3705221 w 4940931"/>
                <a:gd name="connsiteY602" fmla="*/ 39370 h 138429"/>
                <a:gd name="connsiteX603" fmla="*/ 3716016 w 4940931"/>
                <a:gd name="connsiteY603" fmla="*/ 31750 h 138429"/>
                <a:gd name="connsiteX604" fmla="*/ 3729986 w 4940931"/>
                <a:gd name="connsiteY604" fmla="*/ 29210 h 138429"/>
                <a:gd name="connsiteX605" fmla="*/ 3543296 w 4940931"/>
                <a:gd name="connsiteY605" fmla="*/ 29210 h 138429"/>
                <a:gd name="connsiteX606" fmla="*/ 3557901 w 4940931"/>
                <a:gd name="connsiteY606" fmla="*/ 32385 h 138429"/>
                <a:gd name="connsiteX607" fmla="*/ 3568061 w 4940931"/>
                <a:gd name="connsiteY607" fmla="*/ 40640 h 138429"/>
                <a:gd name="connsiteX608" fmla="*/ 3574411 w 4940931"/>
                <a:gd name="connsiteY608" fmla="*/ 53340 h 138429"/>
                <a:gd name="connsiteX609" fmla="*/ 3576316 w 4940931"/>
                <a:gd name="connsiteY609" fmla="*/ 68580 h 138429"/>
                <a:gd name="connsiteX610" fmla="*/ 3575046 w 4940931"/>
                <a:gd name="connsiteY610" fmla="*/ 68580 h 138429"/>
                <a:gd name="connsiteX611" fmla="*/ 3575046 w 4940931"/>
                <a:gd name="connsiteY611" fmla="*/ 72390 h 138429"/>
                <a:gd name="connsiteX612" fmla="*/ 3575046 w 4940931"/>
                <a:gd name="connsiteY612" fmla="*/ 75565 h 138429"/>
                <a:gd name="connsiteX613" fmla="*/ 3523611 w 4940931"/>
                <a:gd name="connsiteY613" fmla="*/ 75565 h 138429"/>
                <a:gd name="connsiteX614" fmla="*/ 3526151 w 4940931"/>
                <a:gd name="connsiteY614" fmla="*/ 85090 h 138429"/>
                <a:gd name="connsiteX615" fmla="*/ 3530596 w 4940931"/>
                <a:gd name="connsiteY615" fmla="*/ 91440 h 138429"/>
                <a:gd name="connsiteX616" fmla="*/ 3536311 w 4940931"/>
                <a:gd name="connsiteY616" fmla="*/ 95250 h 138429"/>
                <a:gd name="connsiteX617" fmla="*/ 3543296 w 4940931"/>
                <a:gd name="connsiteY617" fmla="*/ 96520 h 138429"/>
                <a:gd name="connsiteX618" fmla="*/ 3548376 w 4940931"/>
                <a:gd name="connsiteY618" fmla="*/ 96520 h 138429"/>
                <a:gd name="connsiteX619" fmla="*/ 3552821 w 4940931"/>
                <a:gd name="connsiteY619" fmla="*/ 95250 h 138429"/>
                <a:gd name="connsiteX620" fmla="*/ 3556631 w 4940931"/>
                <a:gd name="connsiteY620" fmla="*/ 93345 h 138429"/>
                <a:gd name="connsiteX621" fmla="*/ 3561076 w 4940931"/>
                <a:gd name="connsiteY621" fmla="*/ 90805 h 138429"/>
                <a:gd name="connsiteX622" fmla="*/ 3569966 w 4940931"/>
                <a:gd name="connsiteY622" fmla="*/ 100330 h 138429"/>
                <a:gd name="connsiteX623" fmla="*/ 3564251 w 4940931"/>
                <a:gd name="connsiteY623" fmla="*/ 104775 h 138429"/>
                <a:gd name="connsiteX624" fmla="*/ 3558536 w 4940931"/>
                <a:gd name="connsiteY624" fmla="*/ 107950 h 138429"/>
                <a:gd name="connsiteX625" fmla="*/ 3551551 w 4940931"/>
                <a:gd name="connsiteY625" fmla="*/ 109855 h 138429"/>
                <a:gd name="connsiteX626" fmla="*/ 3542661 w 4940931"/>
                <a:gd name="connsiteY626" fmla="*/ 110490 h 138429"/>
                <a:gd name="connsiteX627" fmla="*/ 3533136 w 4940931"/>
                <a:gd name="connsiteY627" fmla="*/ 109220 h 138429"/>
                <a:gd name="connsiteX628" fmla="*/ 3525516 w 4940931"/>
                <a:gd name="connsiteY628" fmla="*/ 105410 h 138429"/>
                <a:gd name="connsiteX629" fmla="*/ 3519166 w 4940931"/>
                <a:gd name="connsiteY629" fmla="*/ 100330 h 138429"/>
                <a:gd name="connsiteX630" fmla="*/ 3514086 w 4940931"/>
                <a:gd name="connsiteY630" fmla="*/ 92710 h 138429"/>
                <a:gd name="connsiteX631" fmla="*/ 3510276 w 4940931"/>
                <a:gd name="connsiteY631" fmla="*/ 82550 h 138429"/>
                <a:gd name="connsiteX632" fmla="*/ 3509006 w 4940931"/>
                <a:gd name="connsiteY632" fmla="*/ 69850 h 138429"/>
                <a:gd name="connsiteX633" fmla="*/ 3511546 w 4940931"/>
                <a:gd name="connsiteY633" fmla="*/ 52070 h 138429"/>
                <a:gd name="connsiteX634" fmla="*/ 3518531 w 4940931"/>
                <a:gd name="connsiteY634" fmla="*/ 39370 h 138429"/>
                <a:gd name="connsiteX635" fmla="*/ 3529326 w 4940931"/>
                <a:gd name="connsiteY635" fmla="*/ 31750 h 138429"/>
                <a:gd name="connsiteX636" fmla="*/ 3543296 w 4940931"/>
                <a:gd name="connsiteY636" fmla="*/ 29210 h 138429"/>
                <a:gd name="connsiteX637" fmla="*/ 3345176 w 4940931"/>
                <a:gd name="connsiteY637" fmla="*/ 29210 h 138429"/>
                <a:gd name="connsiteX638" fmla="*/ 3359781 w 4940931"/>
                <a:gd name="connsiteY638" fmla="*/ 32385 h 138429"/>
                <a:gd name="connsiteX639" fmla="*/ 3369941 w 4940931"/>
                <a:gd name="connsiteY639" fmla="*/ 40640 h 138429"/>
                <a:gd name="connsiteX640" fmla="*/ 3376291 w 4940931"/>
                <a:gd name="connsiteY640" fmla="*/ 53340 h 138429"/>
                <a:gd name="connsiteX641" fmla="*/ 3378196 w 4940931"/>
                <a:gd name="connsiteY641" fmla="*/ 68580 h 138429"/>
                <a:gd name="connsiteX642" fmla="*/ 3376926 w 4940931"/>
                <a:gd name="connsiteY642" fmla="*/ 68580 h 138429"/>
                <a:gd name="connsiteX643" fmla="*/ 3376926 w 4940931"/>
                <a:gd name="connsiteY643" fmla="*/ 72390 h 138429"/>
                <a:gd name="connsiteX644" fmla="*/ 3376926 w 4940931"/>
                <a:gd name="connsiteY644" fmla="*/ 75565 h 138429"/>
                <a:gd name="connsiteX645" fmla="*/ 3325491 w 4940931"/>
                <a:gd name="connsiteY645" fmla="*/ 75565 h 138429"/>
                <a:gd name="connsiteX646" fmla="*/ 3328031 w 4940931"/>
                <a:gd name="connsiteY646" fmla="*/ 85090 h 138429"/>
                <a:gd name="connsiteX647" fmla="*/ 3332476 w 4940931"/>
                <a:gd name="connsiteY647" fmla="*/ 91440 h 138429"/>
                <a:gd name="connsiteX648" fmla="*/ 3338191 w 4940931"/>
                <a:gd name="connsiteY648" fmla="*/ 95250 h 138429"/>
                <a:gd name="connsiteX649" fmla="*/ 3345176 w 4940931"/>
                <a:gd name="connsiteY649" fmla="*/ 96520 h 138429"/>
                <a:gd name="connsiteX650" fmla="*/ 3350256 w 4940931"/>
                <a:gd name="connsiteY650" fmla="*/ 96520 h 138429"/>
                <a:gd name="connsiteX651" fmla="*/ 3354701 w 4940931"/>
                <a:gd name="connsiteY651" fmla="*/ 95250 h 138429"/>
                <a:gd name="connsiteX652" fmla="*/ 3358511 w 4940931"/>
                <a:gd name="connsiteY652" fmla="*/ 93345 h 138429"/>
                <a:gd name="connsiteX653" fmla="*/ 3362956 w 4940931"/>
                <a:gd name="connsiteY653" fmla="*/ 90805 h 138429"/>
                <a:gd name="connsiteX654" fmla="*/ 3371846 w 4940931"/>
                <a:gd name="connsiteY654" fmla="*/ 100330 h 138429"/>
                <a:gd name="connsiteX655" fmla="*/ 3366131 w 4940931"/>
                <a:gd name="connsiteY655" fmla="*/ 104775 h 138429"/>
                <a:gd name="connsiteX656" fmla="*/ 3360416 w 4940931"/>
                <a:gd name="connsiteY656" fmla="*/ 107950 h 138429"/>
                <a:gd name="connsiteX657" fmla="*/ 3353431 w 4940931"/>
                <a:gd name="connsiteY657" fmla="*/ 109855 h 138429"/>
                <a:gd name="connsiteX658" fmla="*/ 3344541 w 4940931"/>
                <a:gd name="connsiteY658" fmla="*/ 110490 h 138429"/>
                <a:gd name="connsiteX659" fmla="*/ 3335016 w 4940931"/>
                <a:gd name="connsiteY659" fmla="*/ 109220 h 138429"/>
                <a:gd name="connsiteX660" fmla="*/ 3327396 w 4940931"/>
                <a:gd name="connsiteY660" fmla="*/ 105410 h 138429"/>
                <a:gd name="connsiteX661" fmla="*/ 3321046 w 4940931"/>
                <a:gd name="connsiteY661" fmla="*/ 100330 h 138429"/>
                <a:gd name="connsiteX662" fmla="*/ 3315966 w 4940931"/>
                <a:gd name="connsiteY662" fmla="*/ 92710 h 138429"/>
                <a:gd name="connsiteX663" fmla="*/ 3312156 w 4940931"/>
                <a:gd name="connsiteY663" fmla="*/ 82550 h 138429"/>
                <a:gd name="connsiteX664" fmla="*/ 3310886 w 4940931"/>
                <a:gd name="connsiteY664" fmla="*/ 69850 h 138429"/>
                <a:gd name="connsiteX665" fmla="*/ 3313426 w 4940931"/>
                <a:gd name="connsiteY665" fmla="*/ 52070 h 138429"/>
                <a:gd name="connsiteX666" fmla="*/ 3320411 w 4940931"/>
                <a:gd name="connsiteY666" fmla="*/ 39370 h 138429"/>
                <a:gd name="connsiteX667" fmla="*/ 3331206 w 4940931"/>
                <a:gd name="connsiteY667" fmla="*/ 31750 h 138429"/>
                <a:gd name="connsiteX668" fmla="*/ 3345176 w 4940931"/>
                <a:gd name="connsiteY668" fmla="*/ 29210 h 138429"/>
                <a:gd name="connsiteX669" fmla="*/ 3060696 w 4940931"/>
                <a:gd name="connsiteY669" fmla="*/ 29210 h 138429"/>
                <a:gd name="connsiteX670" fmla="*/ 3068316 w 4940931"/>
                <a:gd name="connsiteY670" fmla="*/ 29845 h 138429"/>
                <a:gd name="connsiteX671" fmla="*/ 3074031 w 4940931"/>
                <a:gd name="connsiteY671" fmla="*/ 32385 h 138429"/>
                <a:gd name="connsiteX672" fmla="*/ 3070221 w 4940931"/>
                <a:gd name="connsiteY672" fmla="*/ 46990 h 138429"/>
                <a:gd name="connsiteX673" fmla="*/ 3068951 w 4940931"/>
                <a:gd name="connsiteY673" fmla="*/ 46990 h 138429"/>
                <a:gd name="connsiteX674" fmla="*/ 3063871 w 4940931"/>
                <a:gd name="connsiteY674" fmla="*/ 45085 h 138429"/>
                <a:gd name="connsiteX675" fmla="*/ 3057521 w 4940931"/>
                <a:gd name="connsiteY675" fmla="*/ 44450 h 138429"/>
                <a:gd name="connsiteX676" fmla="*/ 3046091 w 4940931"/>
                <a:gd name="connsiteY676" fmla="*/ 49530 h 138429"/>
                <a:gd name="connsiteX677" fmla="*/ 3042281 w 4940931"/>
                <a:gd name="connsiteY677" fmla="*/ 64770 h 138429"/>
                <a:gd name="connsiteX678" fmla="*/ 3042281 w 4940931"/>
                <a:gd name="connsiteY678" fmla="*/ 109220 h 138429"/>
                <a:gd name="connsiteX679" fmla="*/ 3027041 w 4940931"/>
                <a:gd name="connsiteY679" fmla="*/ 109220 h 138429"/>
                <a:gd name="connsiteX680" fmla="*/ 3027041 w 4940931"/>
                <a:gd name="connsiteY680" fmla="*/ 31115 h 138429"/>
                <a:gd name="connsiteX681" fmla="*/ 3042281 w 4940931"/>
                <a:gd name="connsiteY681" fmla="*/ 31115 h 138429"/>
                <a:gd name="connsiteX682" fmla="*/ 3042281 w 4940931"/>
                <a:gd name="connsiteY682" fmla="*/ 38735 h 138429"/>
                <a:gd name="connsiteX683" fmla="*/ 3045456 w 4940931"/>
                <a:gd name="connsiteY683" fmla="*/ 34925 h 138429"/>
                <a:gd name="connsiteX684" fmla="*/ 3049901 w 4940931"/>
                <a:gd name="connsiteY684" fmla="*/ 31750 h 138429"/>
                <a:gd name="connsiteX685" fmla="*/ 3054981 w 4940931"/>
                <a:gd name="connsiteY685" fmla="*/ 29845 h 138429"/>
                <a:gd name="connsiteX686" fmla="*/ 3060696 w 4940931"/>
                <a:gd name="connsiteY686" fmla="*/ 29210 h 138429"/>
                <a:gd name="connsiteX687" fmla="*/ 2978781 w 4940931"/>
                <a:gd name="connsiteY687" fmla="*/ 29210 h 138429"/>
                <a:gd name="connsiteX688" fmla="*/ 2993386 w 4940931"/>
                <a:gd name="connsiteY688" fmla="*/ 32385 h 138429"/>
                <a:gd name="connsiteX689" fmla="*/ 3003546 w 4940931"/>
                <a:gd name="connsiteY689" fmla="*/ 40640 h 138429"/>
                <a:gd name="connsiteX690" fmla="*/ 3009896 w 4940931"/>
                <a:gd name="connsiteY690" fmla="*/ 53340 h 138429"/>
                <a:gd name="connsiteX691" fmla="*/ 3011801 w 4940931"/>
                <a:gd name="connsiteY691" fmla="*/ 68580 h 138429"/>
                <a:gd name="connsiteX692" fmla="*/ 3010531 w 4940931"/>
                <a:gd name="connsiteY692" fmla="*/ 68580 h 138429"/>
                <a:gd name="connsiteX693" fmla="*/ 3010531 w 4940931"/>
                <a:gd name="connsiteY693" fmla="*/ 72390 h 138429"/>
                <a:gd name="connsiteX694" fmla="*/ 3010531 w 4940931"/>
                <a:gd name="connsiteY694" fmla="*/ 75565 h 138429"/>
                <a:gd name="connsiteX695" fmla="*/ 2959096 w 4940931"/>
                <a:gd name="connsiteY695" fmla="*/ 75565 h 138429"/>
                <a:gd name="connsiteX696" fmla="*/ 2961636 w 4940931"/>
                <a:gd name="connsiteY696" fmla="*/ 85090 h 138429"/>
                <a:gd name="connsiteX697" fmla="*/ 2966081 w 4940931"/>
                <a:gd name="connsiteY697" fmla="*/ 91440 h 138429"/>
                <a:gd name="connsiteX698" fmla="*/ 2971796 w 4940931"/>
                <a:gd name="connsiteY698" fmla="*/ 95250 h 138429"/>
                <a:gd name="connsiteX699" fmla="*/ 2978781 w 4940931"/>
                <a:gd name="connsiteY699" fmla="*/ 96520 h 138429"/>
                <a:gd name="connsiteX700" fmla="*/ 2983861 w 4940931"/>
                <a:gd name="connsiteY700" fmla="*/ 96520 h 138429"/>
                <a:gd name="connsiteX701" fmla="*/ 2988306 w 4940931"/>
                <a:gd name="connsiteY701" fmla="*/ 95250 h 138429"/>
                <a:gd name="connsiteX702" fmla="*/ 2992116 w 4940931"/>
                <a:gd name="connsiteY702" fmla="*/ 93345 h 138429"/>
                <a:gd name="connsiteX703" fmla="*/ 2996561 w 4940931"/>
                <a:gd name="connsiteY703" fmla="*/ 90805 h 138429"/>
                <a:gd name="connsiteX704" fmla="*/ 3005451 w 4940931"/>
                <a:gd name="connsiteY704" fmla="*/ 100330 h 138429"/>
                <a:gd name="connsiteX705" fmla="*/ 2999736 w 4940931"/>
                <a:gd name="connsiteY705" fmla="*/ 104775 h 138429"/>
                <a:gd name="connsiteX706" fmla="*/ 2994021 w 4940931"/>
                <a:gd name="connsiteY706" fmla="*/ 107950 h 138429"/>
                <a:gd name="connsiteX707" fmla="*/ 2987036 w 4940931"/>
                <a:gd name="connsiteY707" fmla="*/ 109855 h 138429"/>
                <a:gd name="connsiteX708" fmla="*/ 2978146 w 4940931"/>
                <a:gd name="connsiteY708" fmla="*/ 110490 h 138429"/>
                <a:gd name="connsiteX709" fmla="*/ 2968621 w 4940931"/>
                <a:gd name="connsiteY709" fmla="*/ 109220 h 138429"/>
                <a:gd name="connsiteX710" fmla="*/ 2961001 w 4940931"/>
                <a:gd name="connsiteY710" fmla="*/ 105410 h 138429"/>
                <a:gd name="connsiteX711" fmla="*/ 2954651 w 4940931"/>
                <a:gd name="connsiteY711" fmla="*/ 100330 h 138429"/>
                <a:gd name="connsiteX712" fmla="*/ 2949571 w 4940931"/>
                <a:gd name="connsiteY712" fmla="*/ 92710 h 138429"/>
                <a:gd name="connsiteX713" fmla="*/ 2945761 w 4940931"/>
                <a:gd name="connsiteY713" fmla="*/ 82550 h 138429"/>
                <a:gd name="connsiteX714" fmla="*/ 2944491 w 4940931"/>
                <a:gd name="connsiteY714" fmla="*/ 69850 h 138429"/>
                <a:gd name="connsiteX715" fmla="*/ 2947031 w 4940931"/>
                <a:gd name="connsiteY715" fmla="*/ 52070 h 138429"/>
                <a:gd name="connsiteX716" fmla="*/ 2954016 w 4940931"/>
                <a:gd name="connsiteY716" fmla="*/ 39370 h 138429"/>
                <a:gd name="connsiteX717" fmla="*/ 2964811 w 4940931"/>
                <a:gd name="connsiteY717" fmla="*/ 31750 h 138429"/>
                <a:gd name="connsiteX718" fmla="*/ 2978781 w 4940931"/>
                <a:gd name="connsiteY718" fmla="*/ 29210 h 138429"/>
                <a:gd name="connsiteX719" fmla="*/ 2798440 w 4940931"/>
                <a:gd name="connsiteY719" fmla="*/ 29210 h 138429"/>
                <a:gd name="connsiteX720" fmla="*/ 2813045 w 4940931"/>
                <a:gd name="connsiteY720" fmla="*/ 31750 h 138429"/>
                <a:gd name="connsiteX721" fmla="*/ 2825110 w 4940931"/>
                <a:gd name="connsiteY721" fmla="*/ 38100 h 138429"/>
                <a:gd name="connsiteX722" fmla="*/ 2827015 w 4940931"/>
                <a:gd name="connsiteY722" fmla="*/ 38100 h 138429"/>
                <a:gd name="connsiteX723" fmla="*/ 2820030 w 4940931"/>
                <a:gd name="connsiteY723" fmla="*/ 50165 h 138429"/>
                <a:gd name="connsiteX724" fmla="*/ 2810505 w 4940931"/>
                <a:gd name="connsiteY724" fmla="*/ 45085 h 138429"/>
                <a:gd name="connsiteX725" fmla="*/ 2799710 w 4940931"/>
                <a:gd name="connsiteY725" fmla="*/ 43180 h 138429"/>
                <a:gd name="connsiteX726" fmla="*/ 2791455 w 4940931"/>
                <a:gd name="connsiteY726" fmla="*/ 45085 h 138429"/>
                <a:gd name="connsiteX727" fmla="*/ 2788915 w 4940931"/>
                <a:gd name="connsiteY727" fmla="*/ 50165 h 138429"/>
                <a:gd name="connsiteX728" fmla="*/ 2788915 w 4940931"/>
                <a:gd name="connsiteY728" fmla="*/ 52705 h 138429"/>
                <a:gd name="connsiteX729" fmla="*/ 2790820 w 4940931"/>
                <a:gd name="connsiteY729" fmla="*/ 55245 h 138429"/>
                <a:gd name="connsiteX730" fmla="*/ 2795265 w 4940931"/>
                <a:gd name="connsiteY730" fmla="*/ 57785 h 138429"/>
                <a:gd name="connsiteX731" fmla="*/ 2802250 w 4940931"/>
                <a:gd name="connsiteY731" fmla="*/ 60960 h 138429"/>
                <a:gd name="connsiteX732" fmla="*/ 2813680 w 4940931"/>
                <a:gd name="connsiteY732" fmla="*/ 66040 h 138429"/>
                <a:gd name="connsiteX733" fmla="*/ 2821935 w 4940931"/>
                <a:gd name="connsiteY733" fmla="*/ 71120 h 138429"/>
                <a:gd name="connsiteX734" fmla="*/ 2827015 w 4940931"/>
                <a:gd name="connsiteY734" fmla="*/ 78105 h 138429"/>
                <a:gd name="connsiteX735" fmla="*/ 2828920 w 4940931"/>
                <a:gd name="connsiteY735" fmla="*/ 87630 h 138429"/>
                <a:gd name="connsiteX736" fmla="*/ 2826380 w 4940931"/>
                <a:gd name="connsiteY736" fmla="*/ 98425 h 138429"/>
                <a:gd name="connsiteX737" fmla="*/ 2820030 w 4940931"/>
                <a:gd name="connsiteY737" fmla="*/ 105410 h 138429"/>
                <a:gd name="connsiteX738" fmla="*/ 2810505 w 4940931"/>
                <a:gd name="connsiteY738" fmla="*/ 109220 h 138429"/>
                <a:gd name="connsiteX739" fmla="*/ 2799710 w 4940931"/>
                <a:gd name="connsiteY739" fmla="*/ 110490 h 138429"/>
                <a:gd name="connsiteX740" fmla="*/ 2783835 w 4940931"/>
                <a:gd name="connsiteY740" fmla="*/ 107950 h 138429"/>
                <a:gd name="connsiteX741" fmla="*/ 2769230 w 4940931"/>
                <a:gd name="connsiteY741" fmla="*/ 100965 h 138429"/>
                <a:gd name="connsiteX742" fmla="*/ 2776215 w 4940931"/>
                <a:gd name="connsiteY742" fmla="*/ 89535 h 138429"/>
                <a:gd name="connsiteX743" fmla="*/ 2787645 w 4940931"/>
                <a:gd name="connsiteY743" fmla="*/ 95250 h 138429"/>
                <a:gd name="connsiteX744" fmla="*/ 2799075 w 4940931"/>
                <a:gd name="connsiteY744" fmla="*/ 97155 h 138429"/>
                <a:gd name="connsiteX745" fmla="*/ 2809870 w 4940931"/>
                <a:gd name="connsiteY745" fmla="*/ 94615 h 138429"/>
                <a:gd name="connsiteX746" fmla="*/ 2813045 w 4940931"/>
                <a:gd name="connsiteY746" fmla="*/ 88265 h 138429"/>
                <a:gd name="connsiteX747" fmla="*/ 2811775 w 4940931"/>
                <a:gd name="connsiteY747" fmla="*/ 84455 h 138429"/>
                <a:gd name="connsiteX748" fmla="*/ 2807965 w 4940931"/>
                <a:gd name="connsiteY748" fmla="*/ 81280 h 138429"/>
                <a:gd name="connsiteX749" fmla="*/ 2802250 w 4940931"/>
                <a:gd name="connsiteY749" fmla="*/ 78105 h 138429"/>
                <a:gd name="connsiteX750" fmla="*/ 2794630 w 4940931"/>
                <a:gd name="connsiteY750" fmla="*/ 74930 h 138429"/>
                <a:gd name="connsiteX751" fmla="*/ 2783835 w 4940931"/>
                <a:gd name="connsiteY751" fmla="*/ 69850 h 138429"/>
                <a:gd name="connsiteX752" fmla="*/ 2776850 w 4940931"/>
                <a:gd name="connsiteY752" fmla="*/ 64770 h 138429"/>
                <a:gd name="connsiteX753" fmla="*/ 2773040 w 4940931"/>
                <a:gd name="connsiteY753" fmla="*/ 58420 h 138429"/>
                <a:gd name="connsiteX754" fmla="*/ 2771770 w 4940931"/>
                <a:gd name="connsiteY754" fmla="*/ 50165 h 138429"/>
                <a:gd name="connsiteX755" fmla="*/ 2773675 w 4940931"/>
                <a:gd name="connsiteY755" fmla="*/ 40640 h 138429"/>
                <a:gd name="connsiteX756" fmla="*/ 2779390 w 4940931"/>
                <a:gd name="connsiteY756" fmla="*/ 34290 h 138429"/>
                <a:gd name="connsiteX757" fmla="*/ 2787645 w 4940931"/>
                <a:gd name="connsiteY757" fmla="*/ 30480 h 138429"/>
                <a:gd name="connsiteX758" fmla="*/ 2798440 w 4940931"/>
                <a:gd name="connsiteY758" fmla="*/ 29210 h 138429"/>
                <a:gd name="connsiteX759" fmla="*/ 2723510 w 4940931"/>
                <a:gd name="connsiteY759" fmla="*/ 29210 h 138429"/>
                <a:gd name="connsiteX760" fmla="*/ 2729225 w 4940931"/>
                <a:gd name="connsiteY760" fmla="*/ 29210 h 138429"/>
                <a:gd name="connsiteX761" fmla="*/ 2741290 w 4940931"/>
                <a:gd name="connsiteY761" fmla="*/ 31750 h 138429"/>
                <a:gd name="connsiteX762" fmla="*/ 2750180 w 4940931"/>
                <a:gd name="connsiteY762" fmla="*/ 38100 h 138429"/>
                <a:gd name="connsiteX763" fmla="*/ 2755260 w 4940931"/>
                <a:gd name="connsiteY763" fmla="*/ 48895 h 138429"/>
                <a:gd name="connsiteX764" fmla="*/ 2757165 w 4940931"/>
                <a:gd name="connsiteY764" fmla="*/ 64135 h 138429"/>
                <a:gd name="connsiteX765" fmla="*/ 2757165 w 4940931"/>
                <a:gd name="connsiteY765" fmla="*/ 108585 h 138429"/>
                <a:gd name="connsiteX766" fmla="*/ 2741925 w 4940931"/>
                <a:gd name="connsiteY766" fmla="*/ 108585 h 138429"/>
                <a:gd name="connsiteX767" fmla="*/ 2741290 w 4940931"/>
                <a:gd name="connsiteY767" fmla="*/ 108585 h 138429"/>
                <a:gd name="connsiteX768" fmla="*/ 2741290 w 4940931"/>
                <a:gd name="connsiteY768" fmla="*/ 64770 h 138429"/>
                <a:gd name="connsiteX769" fmla="*/ 2737480 w 4940931"/>
                <a:gd name="connsiteY769" fmla="*/ 48895 h 138429"/>
                <a:gd name="connsiteX770" fmla="*/ 2725415 w 4940931"/>
                <a:gd name="connsiteY770" fmla="*/ 43180 h 138429"/>
                <a:gd name="connsiteX771" fmla="*/ 2718430 w 4940931"/>
                <a:gd name="connsiteY771" fmla="*/ 44450 h 138429"/>
                <a:gd name="connsiteX772" fmla="*/ 2713350 w 4940931"/>
                <a:gd name="connsiteY772" fmla="*/ 48260 h 138429"/>
                <a:gd name="connsiteX773" fmla="*/ 2710175 w 4940931"/>
                <a:gd name="connsiteY773" fmla="*/ 54610 h 138429"/>
                <a:gd name="connsiteX774" fmla="*/ 2709540 w 4940931"/>
                <a:gd name="connsiteY774" fmla="*/ 62865 h 138429"/>
                <a:gd name="connsiteX775" fmla="*/ 2709540 w 4940931"/>
                <a:gd name="connsiteY775" fmla="*/ 108585 h 138429"/>
                <a:gd name="connsiteX776" fmla="*/ 2694300 w 4940931"/>
                <a:gd name="connsiteY776" fmla="*/ 108585 h 138429"/>
                <a:gd name="connsiteX777" fmla="*/ 2694300 w 4940931"/>
                <a:gd name="connsiteY777" fmla="*/ 30480 h 138429"/>
                <a:gd name="connsiteX778" fmla="*/ 2709540 w 4940931"/>
                <a:gd name="connsiteY778" fmla="*/ 30480 h 138429"/>
                <a:gd name="connsiteX779" fmla="*/ 2709540 w 4940931"/>
                <a:gd name="connsiteY779" fmla="*/ 38100 h 138429"/>
                <a:gd name="connsiteX780" fmla="*/ 2713350 w 4940931"/>
                <a:gd name="connsiteY780" fmla="*/ 34290 h 138429"/>
                <a:gd name="connsiteX781" fmla="*/ 2717795 w 4940931"/>
                <a:gd name="connsiteY781" fmla="*/ 31115 h 138429"/>
                <a:gd name="connsiteX782" fmla="*/ 2723510 w 4940931"/>
                <a:gd name="connsiteY782" fmla="*/ 29210 h 138429"/>
                <a:gd name="connsiteX783" fmla="*/ 2530470 w 4940931"/>
                <a:gd name="connsiteY783" fmla="*/ 29210 h 138429"/>
                <a:gd name="connsiteX784" fmla="*/ 2545075 w 4940931"/>
                <a:gd name="connsiteY784" fmla="*/ 32385 h 138429"/>
                <a:gd name="connsiteX785" fmla="*/ 2555235 w 4940931"/>
                <a:gd name="connsiteY785" fmla="*/ 40640 h 138429"/>
                <a:gd name="connsiteX786" fmla="*/ 2561585 w 4940931"/>
                <a:gd name="connsiteY786" fmla="*/ 53340 h 138429"/>
                <a:gd name="connsiteX787" fmla="*/ 2563490 w 4940931"/>
                <a:gd name="connsiteY787" fmla="*/ 68580 h 138429"/>
                <a:gd name="connsiteX788" fmla="*/ 2562220 w 4940931"/>
                <a:gd name="connsiteY788" fmla="*/ 68580 h 138429"/>
                <a:gd name="connsiteX789" fmla="*/ 2562220 w 4940931"/>
                <a:gd name="connsiteY789" fmla="*/ 72390 h 138429"/>
                <a:gd name="connsiteX790" fmla="*/ 2562220 w 4940931"/>
                <a:gd name="connsiteY790" fmla="*/ 75565 h 138429"/>
                <a:gd name="connsiteX791" fmla="*/ 2510785 w 4940931"/>
                <a:gd name="connsiteY791" fmla="*/ 75565 h 138429"/>
                <a:gd name="connsiteX792" fmla="*/ 2513325 w 4940931"/>
                <a:gd name="connsiteY792" fmla="*/ 85090 h 138429"/>
                <a:gd name="connsiteX793" fmla="*/ 2517770 w 4940931"/>
                <a:gd name="connsiteY793" fmla="*/ 91440 h 138429"/>
                <a:gd name="connsiteX794" fmla="*/ 2523485 w 4940931"/>
                <a:gd name="connsiteY794" fmla="*/ 95250 h 138429"/>
                <a:gd name="connsiteX795" fmla="*/ 2530470 w 4940931"/>
                <a:gd name="connsiteY795" fmla="*/ 96520 h 138429"/>
                <a:gd name="connsiteX796" fmla="*/ 2535550 w 4940931"/>
                <a:gd name="connsiteY796" fmla="*/ 96520 h 138429"/>
                <a:gd name="connsiteX797" fmla="*/ 2539995 w 4940931"/>
                <a:gd name="connsiteY797" fmla="*/ 95250 h 138429"/>
                <a:gd name="connsiteX798" fmla="*/ 2543805 w 4940931"/>
                <a:gd name="connsiteY798" fmla="*/ 93345 h 138429"/>
                <a:gd name="connsiteX799" fmla="*/ 2548250 w 4940931"/>
                <a:gd name="connsiteY799" fmla="*/ 90805 h 138429"/>
                <a:gd name="connsiteX800" fmla="*/ 2557140 w 4940931"/>
                <a:gd name="connsiteY800" fmla="*/ 100330 h 138429"/>
                <a:gd name="connsiteX801" fmla="*/ 2551425 w 4940931"/>
                <a:gd name="connsiteY801" fmla="*/ 104775 h 138429"/>
                <a:gd name="connsiteX802" fmla="*/ 2545710 w 4940931"/>
                <a:gd name="connsiteY802" fmla="*/ 107950 h 138429"/>
                <a:gd name="connsiteX803" fmla="*/ 2538725 w 4940931"/>
                <a:gd name="connsiteY803" fmla="*/ 109855 h 138429"/>
                <a:gd name="connsiteX804" fmla="*/ 2529835 w 4940931"/>
                <a:gd name="connsiteY804" fmla="*/ 110490 h 138429"/>
                <a:gd name="connsiteX805" fmla="*/ 2520310 w 4940931"/>
                <a:gd name="connsiteY805" fmla="*/ 109220 h 138429"/>
                <a:gd name="connsiteX806" fmla="*/ 2512690 w 4940931"/>
                <a:gd name="connsiteY806" fmla="*/ 105410 h 138429"/>
                <a:gd name="connsiteX807" fmla="*/ 2506340 w 4940931"/>
                <a:gd name="connsiteY807" fmla="*/ 100330 h 138429"/>
                <a:gd name="connsiteX808" fmla="*/ 2501260 w 4940931"/>
                <a:gd name="connsiteY808" fmla="*/ 92710 h 138429"/>
                <a:gd name="connsiteX809" fmla="*/ 2497450 w 4940931"/>
                <a:gd name="connsiteY809" fmla="*/ 82550 h 138429"/>
                <a:gd name="connsiteX810" fmla="*/ 2496180 w 4940931"/>
                <a:gd name="connsiteY810" fmla="*/ 69850 h 138429"/>
                <a:gd name="connsiteX811" fmla="*/ 2498720 w 4940931"/>
                <a:gd name="connsiteY811" fmla="*/ 52070 h 138429"/>
                <a:gd name="connsiteX812" fmla="*/ 2505705 w 4940931"/>
                <a:gd name="connsiteY812" fmla="*/ 39370 h 138429"/>
                <a:gd name="connsiteX813" fmla="*/ 2516500 w 4940931"/>
                <a:gd name="connsiteY813" fmla="*/ 31750 h 138429"/>
                <a:gd name="connsiteX814" fmla="*/ 2530470 w 4940931"/>
                <a:gd name="connsiteY814" fmla="*/ 29210 h 138429"/>
                <a:gd name="connsiteX815" fmla="*/ 2298061 w 4940931"/>
                <a:gd name="connsiteY815" fmla="*/ 29210 h 138429"/>
                <a:gd name="connsiteX816" fmla="*/ 2305681 w 4940931"/>
                <a:gd name="connsiteY816" fmla="*/ 29845 h 138429"/>
                <a:gd name="connsiteX817" fmla="*/ 2311396 w 4940931"/>
                <a:gd name="connsiteY817" fmla="*/ 32385 h 138429"/>
                <a:gd name="connsiteX818" fmla="*/ 2307586 w 4940931"/>
                <a:gd name="connsiteY818" fmla="*/ 46990 h 138429"/>
                <a:gd name="connsiteX819" fmla="*/ 2306316 w 4940931"/>
                <a:gd name="connsiteY819" fmla="*/ 46990 h 138429"/>
                <a:gd name="connsiteX820" fmla="*/ 2301236 w 4940931"/>
                <a:gd name="connsiteY820" fmla="*/ 45085 h 138429"/>
                <a:gd name="connsiteX821" fmla="*/ 2294886 w 4940931"/>
                <a:gd name="connsiteY821" fmla="*/ 44450 h 138429"/>
                <a:gd name="connsiteX822" fmla="*/ 2283456 w 4940931"/>
                <a:gd name="connsiteY822" fmla="*/ 49530 h 138429"/>
                <a:gd name="connsiteX823" fmla="*/ 2279646 w 4940931"/>
                <a:gd name="connsiteY823" fmla="*/ 64770 h 138429"/>
                <a:gd name="connsiteX824" fmla="*/ 2279646 w 4940931"/>
                <a:gd name="connsiteY824" fmla="*/ 109220 h 138429"/>
                <a:gd name="connsiteX825" fmla="*/ 2264406 w 4940931"/>
                <a:gd name="connsiteY825" fmla="*/ 109220 h 138429"/>
                <a:gd name="connsiteX826" fmla="*/ 2264406 w 4940931"/>
                <a:gd name="connsiteY826" fmla="*/ 31115 h 138429"/>
                <a:gd name="connsiteX827" fmla="*/ 2279646 w 4940931"/>
                <a:gd name="connsiteY827" fmla="*/ 31115 h 138429"/>
                <a:gd name="connsiteX828" fmla="*/ 2279646 w 4940931"/>
                <a:gd name="connsiteY828" fmla="*/ 38735 h 138429"/>
                <a:gd name="connsiteX829" fmla="*/ 2282821 w 4940931"/>
                <a:gd name="connsiteY829" fmla="*/ 34925 h 138429"/>
                <a:gd name="connsiteX830" fmla="*/ 2287266 w 4940931"/>
                <a:gd name="connsiteY830" fmla="*/ 31750 h 138429"/>
                <a:gd name="connsiteX831" fmla="*/ 2292346 w 4940931"/>
                <a:gd name="connsiteY831" fmla="*/ 29845 h 138429"/>
                <a:gd name="connsiteX832" fmla="*/ 2298061 w 4940931"/>
                <a:gd name="connsiteY832" fmla="*/ 29210 h 138429"/>
                <a:gd name="connsiteX833" fmla="*/ 2216145 w 4940931"/>
                <a:gd name="connsiteY833" fmla="*/ 29210 h 138429"/>
                <a:gd name="connsiteX834" fmla="*/ 2230750 w 4940931"/>
                <a:gd name="connsiteY834" fmla="*/ 32385 h 138429"/>
                <a:gd name="connsiteX835" fmla="*/ 2240910 w 4940931"/>
                <a:gd name="connsiteY835" fmla="*/ 40640 h 138429"/>
                <a:gd name="connsiteX836" fmla="*/ 2247260 w 4940931"/>
                <a:gd name="connsiteY836" fmla="*/ 53340 h 138429"/>
                <a:gd name="connsiteX837" fmla="*/ 2249165 w 4940931"/>
                <a:gd name="connsiteY837" fmla="*/ 68580 h 138429"/>
                <a:gd name="connsiteX838" fmla="*/ 2247895 w 4940931"/>
                <a:gd name="connsiteY838" fmla="*/ 68580 h 138429"/>
                <a:gd name="connsiteX839" fmla="*/ 2247895 w 4940931"/>
                <a:gd name="connsiteY839" fmla="*/ 72390 h 138429"/>
                <a:gd name="connsiteX840" fmla="*/ 2247895 w 4940931"/>
                <a:gd name="connsiteY840" fmla="*/ 75565 h 138429"/>
                <a:gd name="connsiteX841" fmla="*/ 2196460 w 4940931"/>
                <a:gd name="connsiteY841" fmla="*/ 75565 h 138429"/>
                <a:gd name="connsiteX842" fmla="*/ 2199000 w 4940931"/>
                <a:gd name="connsiteY842" fmla="*/ 85090 h 138429"/>
                <a:gd name="connsiteX843" fmla="*/ 2203445 w 4940931"/>
                <a:gd name="connsiteY843" fmla="*/ 91440 h 138429"/>
                <a:gd name="connsiteX844" fmla="*/ 2209160 w 4940931"/>
                <a:gd name="connsiteY844" fmla="*/ 95250 h 138429"/>
                <a:gd name="connsiteX845" fmla="*/ 2216145 w 4940931"/>
                <a:gd name="connsiteY845" fmla="*/ 96520 h 138429"/>
                <a:gd name="connsiteX846" fmla="*/ 2221225 w 4940931"/>
                <a:gd name="connsiteY846" fmla="*/ 96520 h 138429"/>
                <a:gd name="connsiteX847" fmla="*/ 2225670 w 4940931"/>
                <a:gd name="connsiteY847" fmla="*/ 95250 h 138429"/>
                <a:gd name="connsiteX848" fmla="*/ 2229480 w 4940931"/>
                <a:gd name="connsiteY848" fmla="*/ 93345 h 138429"/>
                <a:gd name="connsiteX849" fmla="*/ 2233925 w 4940931"/>
                <a:gd name="connsiteY849" fmla="*/ 90805 h 138429"/>
                <a:gd name="connsiteX850" fmla="*/ 2242815 w 4940931"/>
                <a:gd name="connsiteY850" fmla="*/ 100330 h 138429"/>
                <a:gd name="connsiteX851" fmla="*/ 2237100 w 4940931"/>
                <a:gd name="connsiteY851" fmla="*/ 104775 h 138429"/>
                <a:gd name="connsiteX852" fmla="*/ 2231385 w 4940931"/>
                <a:gd name="connsiteY852" fmla="*/ 107950 h 138429"/>
                <a:gd name="connsiteX853" fmla="*/ 2224400 w 4940931"/>
                <a:gd name="connsiteY853" fmla="*/ 109855 h 138429"/>
                <a:gd name="connsiteX854" fmla="*/ 2215510 w 4940931"/>
                <a:gd name="connsiteY854" fmla="*/ 110490 h 138429"/>
                <a:gd name="connsiteX855" fmla="*/ 2205985 w 4940931"/>
                <a:gd name="connsiteY855" fmla="*/ 109220 h 138429"/>
                <a:gd name="connsiteX856" fmla="*/ 2198365 w 4940931"/>
                <a:gd name="connsiteY856" fmla="*/ 105410 h 138429"/>
                <a:gd name="connsiteX857" fmla="*/ 2192015 w 4940931"/>
                <a:gd name="connsiteY857" fmla="*/ 100330 h 138429"/>
                <a:gd name="connsiteX858" fmla="*/ 2186935 w 4940931"/>
                <a:gd name="connsiteY858" fmla="*/ 92710 h 138429"/>
                <a:gd name="connsiteX859" fmla="*/ 2183125 w 4940931"/>
                <a:gd name="connsiteY859" fmla="*/ 82550 h 138429"/>
                <a:gd name="connsiteX860" fmla="*/ 2181855 w 4940931"/>
                <a:gd name="connsiteY860" fmla="*/ 69850 h 138429"/>
                <a:gd name="connsiteX861" fmla="*/ 2184395 w 4940931"/>
                <a:gd name="connsiteY861" fmla="*/ 52070 h 138429"/>
                <a:gd name="connsiteX862" fmla="*/ 2191380 w 4940931"/>
                <a:gd name="connsiteY862" fmla="*/ 39370 h 138429"/>
                <a:gd name="connsiteX863" fmla="*/ 2202175 w 4940931"/>
                <a:gd name="connsiteY863" fmla="*/ 31750 h 138429"/>
                <a:gd name="connsiteX864" fmla="*/ 2216145 w 4940931"/>
                <a:gd name="connsiteY864" fmla="*/ 29210 h 138429"/>
                <a:gd name="connsiteX865" fmla="*/ 2029456 w 4940931"/>
                <a:gd name="connsiteY865" fmla="*/ 29210 h 138429"/>
                <a:gd name="connsiteX866" fmla="*/ 2044061 w 4940931"/>
                <a:gd name="connsiteY866" fmla="*/ 32385 h 138429"/>
                <a:gd name="connsiteX867" fmla="*/ 2054221 w 4940931"/>
                <a:gd name="connsiteY867" fmla="*/ 40640 h 138429"/>
                <a:gd name="connsiteX868" fmla="*/ 2060571 w 4940931"/>
                <a:gd name="connsiteY868" fmla="*/ 53340 h 138429"/>
                <a:gd name="connsiteX869" fmla="*/ 2062476 w 4940931"/>
                <a:gd name="connsiteY869" fmla="*/ 68580 h 138429"/>
                <a:gd name="connsiteX870" fmla="*/ 2061206 w 4940931"/>
                <a:gd name="connsiteY870" fmla="*/ 68580 h 138429"/>
                <a:gd name="connsiteX871" fmla="*/ 2061206 w 4940931"/>
                <a:gd name="connsiteY871" fmla="*/ 72390 h 138429"/>
                <a:gd name="connsiteX872" fmla="*/ 2061206 w 4940931"/>
                <a:gd name="connsiteY872" fmla="*/ 75565 h 138429"/>
                <a:gd name="connsiteX873" fmla="*/ 2009771 w 4940931"/>
                <a:gd name="connsiteY873" fmla="*/ 75565 h 138429"/>
                <a:gd name="connsiteX874" fmla="*/ 2012311 w 4940931"/>
                <a:gd name="connsiteY874" fmla="*/ 85090 h 138429"/>
                <a:gd name="connsiteX875" fmla="*/ 2016756 w 4940931"/>
                <a:gd name="connsiteY875" fmla="*/ 91440 h 138429"/>
                <a:gd name="connsiteX876" fmla="*/ 2022471 w 4940931"/>
                <a:gd name="connsiteY876" fmla="*/ 95250 h 138429"/>
                <a:gd name="connsiteX877" fmla="*/ 2029456 w 4940931"/>
                <a:gd name="connsiteY877" fmla="*/ 96520 h 138429"/>
                <a:gd name="connsiteX878" fmla="*/ 2034536 w 4940931"/>
                <a:gd name="connsiteY878" fmla="*/ 96520 h 138429"/>
                <a:gd name="connsiteX879" fmla="*/ 2038981 w 4940931"/>
                <a:gd name="connsiteY879" fmla="*/ 95250 h 138429"/>
                <a:gd name="connsiteX880" fmla="*/ 2042791 w 4940931"/>
                <a:gd name="connsiteY880" fmla="*/ 93345 h 138429"/>
                <a:gd name="connsiteX881" fmla="*/ 2047236 w 4940931"/>
                <a:gd name="connsiteY881" fmla="*/ 90805 h 138429"/>
                <a:gd name="connsiteX882" fmla="*/ 2056126 w 4940931"/>
                <a:gd name="connsiteY882" fmla="*/ 100330 h 138429"/>
                <a:gd name="connsiteX883" fmla="*/ 2050411 w 4940931"/>
                <a:gd name="connsiteY883" fmla="*/ 104775 h 138429"/>
                <a:gd name="connsiteX884" fmla="*/ 2044696 w 4940931"/>
                <a:gd name="connsiteY884" fmla="*/ 107950 h 138429"/>
                <a:gd name="connsiteX885" fmla="*/ 2037711 w 4940931"/>
                <a:gd name="connsiteY885" fmla="*/ 109855 h 138429"/>
                <a:gd name="connsiteX886" fmla="*/ 2028821 w 4940931"/>
                <a:gd name="connsiteY886" fmla="*/ 110490 h 138429"/>
                <a:gd name="connsiteX887" fmla="*/ 2019296 w 4940931"/>
                <a:gd name="connsiteY887" fmla="*/ 109220 h 138429"/>
                <a:gd name="connsiteX888" fmla="*/ 2011676 w 4940931"/>
                <a:gd name="connsiteY888" fmla="*/ 105410 h 138429"/>
                <a:gd name="connsiteX889" fmla="*/ 2005326 w 4940931"/>
                <a:gd name="connsiteY889" fmla="*/ 100330 h 138429"/>
                <a:gd name="connsiteX890" fmla="*/ 2000246 w 4940931"/>
                <a:gd name="connsiteY890" fmla="*/ 92710 h 138429"/>
                <a:gd name="connsiteX891" fmla="*/ 1996436 w 4940931"/>
                <a:gd name="connsiteY891" fmla="*/ 82550 h 138429"/>
                <a:gd name="connsiteX892" fmla="*/ 1995166 w 4940931"/>
                <a:gd name="connsiteY892" fmla="*/ 69850 h 138429"/>
                <a:gd name="connsiteX893" fmla="*/ 1997706 w 4940931"/>
                <a:gd name="connsiteY893" fmla="*/ 52070 h 138429"/>
                <a:gd name="connsiteX894" fmla="*/ 2004691 w 4940931"/>
                <a:gd name="connsiteY894" fmla="*/ 39370 h 138429"/>
                <a:gd name="connsiteX895" fmla="*/ 2015486 w 4940931"/>
                <a:gd name="connsiteY895" fmla="*/ 31750 h 138429"/>
                <a:gd name="connsiteX896" fmla="*/ 2029456 w 4940931"/>
                <a:gd name="connsiteY896" fmla="*/ 29210 h 138429"/>
                <a:gd name="connsiteX897" fmla="*/ 1831336 w 4940931"/>
                <a:gd name="connsiteY897" fmla="*/ 29210 h 138429"/>
                <a:gd name="connsiteX898" fmla="*/ 1845941 w 4940931"/>
                <a:gd name="connsiteY898" fmla="*/ 32385 h 138429"/>
                <a:gd name="connsiteX899" fmla="*/ 1856101 w 4940931"/>
                <a:gd name="connsiteY899" fmla="*/ 40640 h 138429"/>
                <a:gd name="connsiteX900" fmla="*/ 1862451 w 4940931"/>
                <a:gd name="connsiteY900" fmla="*/ 53340 h 138429"/>
                <a:gd name="connsiteX901" fmla="*/ 1864356 w 4940931"/>
                <a:gd name="connsiteY901" fmla="*/ 68580 h 138429"/>
                <a:gd name="connsiteX902" fmla="*/ 1863086 w 4940931"/>
                <a:gd name="connsiteY902" fmla="*/ 68580 h 138429"/>
                <a:gd name="connsiteX903" fmla="*/ 1863086 w 4940931"/>
                <a:gd name="connsiteY903" fmla="*/ 72390 h 138429"/>
                <a:gd name="connsiteX904" fmla="*/ 1863086 w 4940931"/>
                <a:gd name="connsiteY904" fmla="*/ 75565 h 138429"/>
                <a:gd name="connsiteX905" fmla="*/ 1811651 w 4940931"/>
                <a:gd name="connsiteY905" fmla="*/ 75565 h 138429"/>
                <a:gd name="connsiteX906" fmla="*/ 1814191 w 4940931"/>
                <a:gd name="connsiteY906" fmla="*/ 85090 h 138429"/>
                <a:gd name="connsiteX907" fmla="*/ 1818636 w 4940931"/>
                <a:gd name="connsiteY907" fmla="*/ 91440 h 138429"/>
                <a:gd name="connsiteX908" fmla="*/ 1824351 w 4940931"/>
                <a:gd name="connsiteY908" fmla="*/ 95250 h 138429"/>
                <a:gd name="connsiteX909" fmla="*/ 1831336 w 4940931"/>
                <a:gd name="connsiteY909" fmla="*/ 96520 h 138429"/>
                <a:gd name="connsiteX910" fmla="*/ 1836416 w 4940931"/>
                <a:gd name="connsiteY910" fmla="*/ 96520 h 138429"/>
                <a:gd name="connsiteX911" fmla="*/ 1840861 w 4940931"/>
                <a:gd name="connsiteY911" fmla="*/ 95250 h 138429"/>
                <a:gd name="connsiteX912" fmla="*/ 1844671 w 4940931"/>
                <a:gd name="connsiteY912" fmla="*/ 93345 h 138429"/>
                <a:gd name="connsiteX913" fmla="*/ 1849116 w 4940931"/>
                <a:gd name="connsiteY913" fmla="*/ 90805 h 138429"/>
                <a:gd name="connsiteX914" fmla="*/ 1858006 w 4940931"/>
                <a:gd name="connsiteY914" fmla="*/ 100330 h 138429"/>
                <a:gd name="connsiteX915" fmla="*/ 1852291 w 4940931"/>
                <a:gd name="connsiteY915" fmla="*/ 104775 h 138429"/>
                <a:gd name="connsiteX916" fmla="*/ 1846576 w 4940931"/>
                <a:gd name="connsiteY916" fmla="*/ 107950 h 138429"/>
                <a:gd name="connsiteX917" fmla="*/ 1839591 w 4940931"/>
                <a:gd name="connsiteY917" fmla="*/ 109855 h 138429"/>
                <a:gd name="connsiteX918" fmla="*/ 1830701 w 4940931"/>
                <a:gd name="connsiteY918" fmla="*/ 110490 h 138429"/>
                <a:gd name="connsiteX919" fmla="*/ 1821176 w 4940931"/>
                <a:gd name="connsiteY919" fmla="*/ 109220 h 138429"/>
                <a:gd name="connsiteX920" fmla="*/ 1813556 w 4940931"/>
                <a:gd name="connsiteY920" fmla="*/ 105410 h 138429"/>
                <a:gd name="connsiteX921" fmla="*/ 1807206 w 4940931"/>
                <a:gd name="connsiteY921" fmla="*/ 100330 h 138429"/>
                <a:gd name="connsiteX922" fmla="*/ 1802126 w 4940931"/>
                <a:gd name="connsiteY922" fmla="*/ 92710 h 138429"/>
                <a:gd name="connsiteX923" fmla="*/ 1798316 w 4940931"/>
                <a:gd name="connsiteY923" fmla="*/ 82550 h 138429"/>
                <a:gd name="connsiteX924" fmla="*/ 1797046 w 4940931"/>
                <a:gd name="connsiteY924" fmla="*/ 69850 h 138429"/>
                <a:gd name="connsiteX925" fmla="*/ 1799586 w 4940931"/>
                <a:gd name="connsiteY925" fmla="*/ 52070 h 138429"/>
                <a:gd name="connsiteX926" fmla="*/ 1806571 w 4940931"/>
                <a:gd name="connsiteY926" fmla="*/ 39370 h 138429"/>
                <a:gd name="connsiteX927" fmla="*/ 1817366 w 4940931"/>
                <a:gd name="connsiteY927" fmla="*/ 31750 h 138429"/>
                <a:gd name="connsiteX928" fmla="*/ 1831336 w 4940931"/>
                <a:gd name="connsiteY928" fmla="*/ 29210 h 138429"/>
                <a:gd name="connsiteX929" fmla="*/ 1501140 w 4940931"/>
                <a:gd name="connsiteY929" fmla="*/ 29210 h 138429"/>
                <a:gd name="connsiteX930" fmla="*/ 1506856 w 4940931"/>
                <a:gd name="connsiteY930" fmla="*/ 29210 h 138429"/>
                <a:gd name="connsiteX931" fmla="*/ 1518920 w 4940931"/>
                <a:gd name="connsiteY931" fmla="*/ 31750 h 138429"/>
                <a:gd name="connsiteX932" fmla="*/ 1527811 w 4940931"/>
                <a:gd name="connsiteY932" fmla="*/ 38100 h 138429"/>
                <a:gd name="connsiteX933" fmla="*/ 1532891 w 4940931"/>
                <a:gd name="connsiteY933" fmla="*/ 48895 h 138429"/>
                <a:gd name="connsiteX934" fmla="*/ 1534796 w 4940931"/>
                <a:gd name="connsiteY934" fmla="*/ 64135 h 138429"/>
                <a:gd name="connsiteX935" fmla="*/ 1534796 w 4940931"/>
                <a:gd name="connsiteY935" fmla="*/ 108585 h 138429"/>
                <a:gd name="connsiteX936" fmla="*/ 1519556 w 4940931"/>
                <a:gd name="connsiteY936" fmla="*/ 108585 h 138429"/>
                <a:gd name="connsiteX937" fmla="*/ 1518920 w 4940931"/>
                <a:gd name="connsiteY937" fmla="*/ 108585 h 138429"/>
                <a:gd name="connsiteX938" fmla="*/ 1518920 w 4940931"/>
                <a:gd name="connsiteY938" fmla="*/ 64770 h 138429"/>
                <a:gd name="connsiteX939" fmla="*/ 1515111 w 4940931"/>
                <a:gd name="connsiteY939" fmla="*/ 48895 h 138429"/>
                <a:gd name="connsiteX940" fmla="*/ 1503046 w 4940931"/>
                <a:gd name="connsiteY940" fmla="*/ 43180 h 138429"/>
                <a:gd name="connsiteX941" fmla="*/ 1496061 w 4940931"/>
                <a:gd name="connsiteY941" fmla="*/ 44450 h 138429"/>
                <a:gd name="connsiteX942" fmla="*/ 1490981 w 4940931"/>
                <a:gd name="connsiteY942" fmla="*/ 48260 h 138429"/>
                <a:gd name="connsiteX943" fmla="*/ 1487806 w 4940931"/>
                <a:gd name="connsiteY943" fmla="*/ 54610 h 138429"/>
                <a:gd name="connsiteX944" fmla="*/ 1487170 w 4940931"/>
                <a:gd name="connsiteY944" fmla="*/ 62865 h 138429"/>
                <a:gd name="connsiteX945" fmla="*/ 1487170 w 4940931"/>
                <a:gd name="connsiteY945" fmla="*/ 108585 h 138429"/>
                <a:gd name="connsiteX946" fmla="*/ 1471931 w 4940931"/>
                <a:gd name="connsiteY946" fmla="*/ 108585 h 138429"/>
                <a:gd name="connsiteX947" fmla="*/ 1471931 w 4940931"/>
                <a:gd name="connsiteY947" fmla="*/ 30480 h 138429"/>
                <a:gd name="connsiteX948" fmla="*/ 1487170 w 4940931"/>
                <a:gd name="connsiteY948" fmla="*/ 30480 h 138429"/>
                <a:gd name="connsiteX949" fmla="*/ 1487170 w 4940931"/>
                <a:gd name="connsiteY949" fmla="*/ 38100 h 138429"/>
                <a:gd name="connsiteX950" fmla="*/ 1490981 w 4940931"/>
                <a:gd name="connsiteY950" fmla="*/ 34290 h 138429"/>
                <a:gd name="connsiteX951" fmla="*/ 1495426 w 4940931"/>
                <a:gd name="connsiteY951" fmla="*/ 31115 h 138429"/>
                <a:gd name="connsiteX952" fmla="*/ 1501140 w 4940931"/>
                <a:gd name="connsiteY952" fmla="*/ 29210 h 138429"/>
                <a:gd name="connsiteX953" fmla="*/ 1250316 w 4940931"/>
                <a:gd name="connsiteY953" fmla="*/ 29210 h 138429"/>
                <a:gd name="connsiteX954" fmla="*/ 1264286 w 4940931"/>
                <a:gd name="connsiteY954" fmla="*/ 31750 h 138429"/>
                <a:gd name="connsiteX955" fmla="*/ 1276350 w 4940931"/>
                <a:gd name="connsiteY955" fmla="*/ 38100 h 138429"/>
                <a:gd name="connsiteX956" fmla="*/ 1278256 w 4940931"/>
                <a:gd name="connsiteY956" fmla="*/ 38100 h 138429"/>
                <a:gd name="connsiteX957" fmla="*/ 1271271 w 4940931"/>
                <a:gd name="connsiteY957" fmla="*/ 50165 h 138429"/>
                <a:gd name="connsiteX958" fmla="*/ 1261746 w 4940931"/>
                <a:gd name="connsiteY958" fmla="*/ 45085 h 138429"/>
                <a:gd name="connsiteX959" fmla="*/ 1250951 w 4940931"/>
                <a:gd name="connsiteY959" fmla="*/ 43180 h 138429"/>
                <a:gd name="connsiteX960" fmla="*/ 1242696 w 4940931"/>
                <a:gd name="connsiteY960" fmla="*/ 45085 h 138429"/>
                <a:gd name="connsiteX961" fmla="*/ 1240156 w 4940931"/>
                <a:gd name="connsiteY961" fmla="*/ 50165 h 138429"/>
                <a:gd name="connsiteX962" fmla="*/ 1240156 w 4940931"/>
                <a:gd name="connsiteY962" fmla="*/ 52705 h 138429"/>
                <a:gd name="connsiteX963" fmla="*/ 1242061 w 4940931"/>
                <a:gd name="connsiteY963" fmla="*/ 55245 h 138429"/>
                <a:gd name="connsiteX964" fmla="*/ 1246506 w 4940931"/>
                <a:gd name="connsiteY964" fmla="*/ 57785 h 138429"/>
                <a:gd name="connsiteX965" fmla="*/ 1253491 w 4940931"/>
                <a:gd name="connsiteY965" fmla="*/ 60960 h 138429"/>
                <a:gd name="connsiteX966" fmla="*/ 1264921 w 4940931"/>
                <a:gd name="connsiteY966" fmla="*/ 66040 h 138429"/>
                <a:gd name="connsiteX967" fmla="*/ 1273176 w 4940931"/>
                <a:gd name="connsiteY967" fmla="*/ 71120 h 138429"/>
                <a:gd name="connsiteX968" fmla="*/ 1278256 w 4940931"/>
                <a:gd name="connsiteY968" fmla="*/ 78105 h 138429"/>
                <a:gd name="connsiteX969" fmla="*/ 1280161 w 4940931"/>
                <a:gd name="connsiteY969" fmla="*/ 87630 h 138429"/>
                <a:gd name="connsiteX970" fmla="*/ 1277621 w 4940931"/>
                <a:gd name="connsiteY970" fmla="*/ 98425 h 138429"/>
                <a:gd name="connsiteX971" fmla="*/ 1271271 w 4940931"/>
                <a:gd name="connsiteY971" fmla="*/ 105410 h 138429"/>
                <a:gd name="connsiteX972" fmla="*/ 1261746 w 4940931"/>
                <a:gd name="connsiteY972" fmla="*/ 109220 h 138429"/>
                <a:gd name="connsiteX973" fmla="*/ 1250951 w 4940931"/>
                <a:gd name="connsiteY973" fmla="*/ 110490 h 138429"/>
                <a:gd name="connsiteX974" fmla="*/ 1235711 w 4940931"/>
                <a:gd name="connsiteY974" fmla="*/ 107950 h 138429"/>
                <a:gd name="connsiteX975" fmla="*/ 1221106 w 4940931"/>
                <a:gd name="connsiteY975" fmla="*/ 100965 h 138429"/>
                <a:gd name="connsiteX976" fmla="*/ 1228091 w 4940931"/>
                <a:gd name="connsiteY976" fmla="*/ 89535 h 138429"/>
                <a:gd name="connsiteX977" fmla="*/ 1239521 w 4940931"/>
                <a:gd name="connsiteY977" fmla="*/ 95250 h 138429"/>
                <a:gd name="connsiteX978" fmla="*/ 1250951 w 4940931"/>
                <a:gd name="connsiteY978" fmla="*/ 97155 h 138429"/>
                <a:gd name="connsiteX979" fmla="*/ 1261746 w 4940931"/>
                <a:gd name="connsiteY979" fmla="*/ 94615 h 138429"/>
                <a:gd name="connsiteX980" fmla="*/ 1264921 w 4940931"/>
                <a:gd name="connsiteY980" fmla="*/ 88265 h 138429"/>
                <a:gd name="connsiteX981" fmla="*/ 1263650 w 4940931"/>
                <a:gd name="connsiteY981" fmla="*/ 84455 h 138429"/>
                <a:gd name="connsiteX982" fmla="*/ 1259841 w 4940931"/>
                <a:gd name="connsiteY982" fmla="*/ 81280 h 138429"/>
                <a:gd name="connsiteX983" fmla="*/ 1254125 w 4940931"/>
                <a:gd name="connsiteY983" fmla="*/ 78105 h 138429"/>
                <a:gd name="connsiteX984" fmla="*/ 1246506 w 4940931"/>
                <a:gd name="connsiteY984" fmla="*/ 74930 h 138429"/>
                <a:gd name="connsiteX985" fmla="*/ 1235711 w 4940931"/>
                <a:gd name="connsiteY985" fmla="*/ 69850 h 138429"/>
                <a:gd name="connsiteX986" fmla="*/ 1228726 w 4940931"/>
                <a:gd name="connsiteY986" fmla="*/ 64770 h 138429"/>
                <a:gd name="connsiteX987" fmla="*/ 1224916 w 4940931"/>
                <a:gd name="connsiteY987" fmla="*/ 58420 h 138429"/>
                <a:gd name="connsiteX988" fmla="*/ 1223646 w 4940931"/>
                <a:gd name="connsiteY988" fmla="*/ 50165 h 138429"/>
                <a:gd name="connsiteX989" fmla="*/ 1225551 w 4940931"/>
                <a:gd name="connsiteY989" fmla="*/ 40640 h 138429"/>
                <a:gd name="connsiteX990" fmla="*/ 1231266 w 4940931"/>
                <a:gd name="connsiteY990" fmla="*/ 34290 h 138429"/>
                <a:gd name="connsiteX991" fmla="*/ 1239521 w 4940931"/>
                <a:gd name="connsiteY991" fmla="*/ 30480 h 138429"/>
                <a:gd name="connsiteX992" fmla="*/ 1250316 w 4940931"/>
                <a:gd name="connsiteY992" fmla="*/ 29210 h 138429"/>
                <a:gd name="connsiteX993" fmla="*/ 1180466 w 4940931"/>
                <a:gd name="connsiteY993" fmla="*/ 29210 h 138429"/>
                <a:gd name="connsiteX994" fmla="*/ 1195071 w 4940931"/>
                <a:gd name="connsiteY994" fmla="*/ 32385 h 138429"/>
                <a:gd name="connsiteX995" fmla="*/ 1205231 w 4940931"/>
                <a:gd name="connsiteY995" fmla="*/ 40640 h 138429"/>
                <a:gd name="connsiteX996" fmla="*/ 1211581 w 4940931"/>
                <a:gd name="connsiteY996" fmla="*/ 53340 h 138429"/>
                <a:gd name="connsiteX997" fmla="*/ 1213486 w 4940931"/>
                <a:gd name="connsiteY997" fmla="*/ 68580 h 138429"/>
                <a:gd name="connsiteX998" fmla="*/ 1212216 w 4940931"/>
                <a:gd name="connsiteY998" fmla="*/ 68580 h 138429"/>
                <a:gd name="connsiteX999" fmla="*/ 1212216 w 4940931"/>
                <a:gd name="connsiteY999" fmla="*/ 72390 h 138429"/>
                <a:gd name="connsiteX1000" fmla="*/ 1212216 w 4940931"/>
                <a:gd name="connsiteY1000" fmla="*/ 75565 h 138429"/>
                <a:gd name="connsiteX1001" fmla="*/ 1160781 w 4940931"/>
                <a:gd name="connsiteY1001" fmla="*/ 75565 h 138429"/>
                <a:gd name="connsiteX1002" fmla="*/ 1163321 w 4940931"/>
                <a:gd name="connsiteY1002" fmla="*/ 85090 h 138429"/>
                <a:gd name="connsiteX1003" fmla="*/ 1167766 w 4940931"/>
                <a:gd name="connsiteY1003" fmla="*/ 91440 h 138429"/>
                <a:gd name="connsiteX1004" fmla="*/ 1173481 w 4940931"/>
                <a:gd name="connsiteY1004" fmla="*/ 95250 h 138429"/>
                <a:gd name="connsiteX1005" fmla="*/ 1180466 w 4940931"/>
                <a:gd name="connsiteY1005" fmla="*/ 96520 h 138429"/>
                <a:gd name="connsiteX1006" fmla="*/ 1185546 w 4940931"/>
                <a:gd name="connsiteY1006" fmla="*/ 96520 h 138429"/>
                <a:gd name="connsiteX1007" fmla="*/ 1189991 w 4940931"/>
                <a:gd name="connsiteY1007" fmla="*/ 95250 h 138429"/>
                <a:gd name="connsiteX1008" fmla="*/ 1193801 w 4940931"/>
                <a:gd name="connsiteY1008" fmla="*/ 93345 h 138429"/>
                <a:gd name="connsiteX1009" fmla="*/ 1198246 w 4940931"/>
                <a:gd name="connsiteY1009" fmla="*/ 90805 h 138429"/>
                <a:gd name="connsiteX1010" fmla="*/ 1207136 w 4940931"/>
                <a:gd name="connsiteY1010" fmla="*/ 100330 h 138429"/>
                <a:gd name="connsiteX1011" fmla="*/ 1201421 w 4940931"/>
                <a:gd name="connsiteY1011" fmla="*/ 104775 h 138429"/>
                <a:gd name="connsiteX1012" fmla="*/ 1195706 w 4940931"/>
                <a:gd name="connsiteY1012" fmla="*/ 107950 h 138429"/>
                <a:gd name="connsiteX1013" fmla="*/ 1188721 w 4940931"/>
                <a:gd name="connsiteY1013" fmla="*/ 109855 h 138429"/>
                <a:gd name="connsiteX1014" fmla="*/ 1179831 w 4940931"/>
                <a:gd name="connsiteY1014" fmla="*/ 110490 h 138429"/>
                <a:gd name="connsiteX1015" fmla="*/ 1170306 w 4940931"/>
                <a:gd name="connsiteY1015" fmla="*/ 109220 h 138429"/>
                <a:gd name="connsiteX1016" fmla="*/ 1162686 w 4940931"/>
                <a:gd name="connsiteY1016" fmla="*/ 105410 h 138429"/>
                <a:gd name="connsiteX1017" fmla="*/ 1156336 w 4940931"/>
                <a:gd name="connsiteY1017" fmla="*/ 100330 h 138429"/>
                <a:gd name="connsiteX1018" fmla="*/ 1151256 w 4940931"/>
                <a:gd name="connsiteY1018" fmla="*/ 92710 h 138429"/>
                <a:gd name="connsiteX1019" fmla="*/ 1147446 w 4940931"/>
                <a:gd name="connsiteY1019" fmla="*/ 82550 h 138429"/>
                <a:gd name="connsiteX1020" fmla="*/ 1146176 w 4940931"/>
                <a:gd name="connsiteY1020" fmla="*/ 69850 h 138429"/>
                <a:gd name="connsiteX1021" fmla="*/ 1148716 w 4940931"/>
                <a:gd name="connsiteY1021" fmla="*/ 52070 h 138429"/>
                <a:gd name="connsiteX1022" fmla="*/ 1155701 w 4940931"/>
                <a:gd name="connsiteY1022" fmla="*/ 39370 h 138429"/>
                <a:gd name="connsiteX1023" fmla="*/ 1166496 w 4940931"/>
                <a:gd name="connsiteY1023" fmla="*/ 31750 h 138429"/>
                <a:gd name="connsiteX1024" fmla="*/ 1180466 w 4940931"/>
                <a:gd name="connsiteY1024" fmla="*/ 29210 h 138429"/>
                <a:gd name="connsiteX1025" fmla="*/ 901065 w 4940931"/>
                <a:gd name="connsiteY1025" fmla="*/ 29210 h 138429"/>
                <a:gd name="connsiteX1026" fmla="*/ 915670 w 4940931"/>
                <a:gd name="connsiteY1026" fmla="*/ 32385 h 138429"/>
                <a:gd name="connsiteX1027" fmla="*/ 925830 w 4940931"/>
                <a:gd name="connsiteY1027" fmla="*/ 40640 h 138429"/>
                <a:gd name="connsiteX1028" fmla="*/ 932180 w 4940931"/>
                <a:gd name="connsiteY1028" fmla="*/ 53340 h 138429"/>
                <a:gd name="connsiteX1029" fmla="*/ 934085 w 4940931"/>
                <a:gd name="connsiteY1029" fmla="*/ 68580 h 138429"/>
                <a:gd name="connsiteX1030" fmla="*/ 932815 w 4940931"/>
                <a:gd name="connsiteY1030" fmla="*/ 68580 h 138429"/>
                <a:gd name="connsiteX1031" fmla="*/ 932815 w 4940931"/>
                <a:gd name="connsiteY1031" fmla="*/ 72390 h 138429"/>
                <a:gd name="connsiteX1032" fmla="*/ 932815 w 4940931"/>
                <a:gd name="connsiteY1032" fmla="*/ 75565 h 138429"/>
                <a:gd name="connsiteX1033" fmla="*/ 881380 w 4940931"/>
                <a:gd name="connsiteY1033" fmla="*/ 75565 h 138429"/>
                <a:gd name="connsiteX1034" fmla="*/ 883920 w 4940931"/>
                <a:gd name="connsiteY1034" fmla="*/ 85090 h 138429"/>
                <a:gd name="connsiteX1035" fmla="*/ 888365 w 4940931"/>
                <a:gd name="connsiteY1035" fmla="*/ 91440 h 138429"/>
                <a:gd name="connsiteX1036" fmla="*/ 894080 w 4940931"/>
                <a:gd name="connsiteY1036" fmla="*/ 95250 h 138429"/>
                <a:gd name="connsiteX1037" fmla="*/ 901065 w 4940931"/>
                <a:gd name="connsiteY1037" fmla="*/ 96520 h 138429"/>
                <a:gd name="connsiteX1038" fmla="*/ 906145 w 4940931"/>
                <a:gd name="connsiteY1038" fmla="*/ 96520 h 138429"/>
                <a:gd name="connsiteX1039" fmla="*/ 910590 w 4940931"/>
                <a:gd name="connsiteY1039" fmla="*/ 95250 h 138429"/>
                <a:gd name="connsiteX1040" fmla="*/ 914400 w 4940931"/>
                <a:gd name="connsiteY1040" fmla="*/ 93345 h 138429"/>
                <a:gd name="connsiteX1041" fmla="*/ 918845 w 4940931"/>
                <a:gd name="connsiteY1041" fmla="*/ 90805 h 138429"/>
                <a:gd name="connsiteX1042" fmla="*/ 927735 w 4940931"/>
                <a:gd name="connsiteY1042" fmla="*/ 100330 h 138429"/>
                <a:gd name="connsiteX1043" fmla="*/ 922020 w 4940931"/>
                <a:gd name="connsiteY1043" fmla="*/ 104775 h 138429"/>
                <a:gd name="connsiteX1044" fmla="*/ 916305 w 4940931"/>
                <a:gd name="connsiteY1044" fmla="*/ 107950 h 138429"/>
                <a:gd name="connsiteX1045" fmla="*/ 909320 w 4940931"/>
                <a:gd name="connsiteY1045" fmla="*/ 109855 h 138429"/>
                <a:gd name="connsiteX1046" fmla="*/ 900430 w 4940931"/>
                <a:gd name="connsiteY1046" fmla="*/ 110490 h 138429"/>
                <a:gd name="connsiteX1047" fmla="*/ 890905 w 4940931"/>
                <a:gd name="connsiteY1047" fmla="*/ 109220 h 138429"/>
                <a:gd name="connsiteX1048" fmla="*/ 883285 w 4940931"/>
                <a:gd name="connsiteY1048" fmla="*/ 105410 h 138429"/>
                <a:gd name="connsiteX1049" fmla="*/ 876935 w 4940931"/>
                <a:gd name="connsiteY1049" fmla="*/ 100330 h 138429"/>
                <a:gd name="connsiteX1050" fmla="*/ 871855 w 4940931"/>
                <a:gd name="connsiteY1050" fmla="*/ 92710 h 138429"/>
                <a:gd name="connsiteX1051" fmla="*/ 868045 w 4940931"/>
                <a:gd name="connsiteY1051" fmla="*/ 82550 h 138429"/>
                <a:gd name="connsiteX1052" fmla="*/ 866775 w 4940931"/>
                <a:gd name="connsiteY1052" fmla="*/ 69850 h 138429"/>
                <a:gd name="connsiteX1053" fmla="*/ 869315 w 4940931"/>
                <a:gd name="connsiteY1053" fmla="*/ 52070 h 138429"/>
                <a:gd name="connsiteX1054" fmla="*/ 876300 w 4940931"/>
                <a:gd name="connsiteY1054" fmla="*/ 39370 h 138429"/>
                <a:gd name="connsiteX1055" fmla="*/ 887095 w 4940931"/>
                <a:gd name="connsiteY1055" fmla="*/ 31750 h 138429"/>
                <a:gd name="connsiteX1056" fmla="*/ 901065 w 4940931"/>
                <a:gd name="connsiteY1056" fmla="*/ 29210 h 138429"/>
                <a:gd name="connsiteX1057" fmla="*/ 668656 w 4940931"/>
                <a:gd name="connsiteY1057" fmla="*/ 29210 h 138429"/>
                <a:gd name="connsiteX1058" fmla="*/ 676275 w 4940931"/>
                <a:gd name="connsiteY1058" fmla="*/ 29845 h 138429"/>
                <a:gd name="connsiteX1059" fmla="*/ 681991 w 4940931"/>
                <a:gd name="connsiteY1059" fmla="*/ 32385 h 138429"/>
                <a:gd name="connsiteX1060" fmla="*/ 678181 w 4940931"/>
                <a:gd name="connsiteY1060" fmla="*/ 46990 h 138429"/>
                <a:gd name="connsiteX1061" fmla="*/ 676910 w 4940931"/>
                <a:gd name="connsiteY1061" fmla="*/ 46990 h 138429"/>
                <a:gd name="connsiteX1062" fmla="*/ 671830 w 4940931"/>
                <a:gd name="connsiteY1062" fmla="*/ 45085 h 138429"/>
                <a:gd name="connsiteX1063" fmla="*/ 665480 w 4940931"/>
                <a:gd name="connsiteY1063" fmla="*/ 44450 h 138429"/>
                <a:gd name="connsiteX1064" fmla="*/ 654050 w 4940931"/>
                <a:gd name="connsiteY1064" fmla="*/ 49530 h 138429"/>
                <a:gd name="connsiteX1065" fmla="*/ 650240 w 4940931"/>
                <a:gd name="connsiteY1065" fmla="*/ 64770 h 138429"/>
                <a:gd name="connsiteX1066" fmla="*/ 650240 w 4940931"/>
                <a:gd name="connsiteY1066" fmla="*/ 109220 h 138429"/>
                <a:gd name="connsiteX1067" fmla="*/ 635000 w 4940931"/>
                <a:gd name="connsiteY1067" fmla="*/ 109220 h 138429"/>
                <a:gd name="connsiteX1068" fmla="*/ 635000 w 4940931"/>
                <a:gd name="connsiteY1068" fmla="*/ 31115 h 138429"/>
                <a:gd name="connsiteX1069" fmla="*/ 650240 w 4940931"/>
                <a:gd name="connsiteY1069" fmla="*/ 31115 h 138429"/>
                <a:gd name="connsiteX1070" fmla="*/ 650240 w 4940931"/>
                <a:gd name="connsiteY1070" fmla="*/ 38735 h 138429"/>
                <a:gd name="connsiteX1071" fmla="*/ 653416 w 4940931"/>
                <a:gd name="connsiteY1071" fmla="*/ 34925 h 138429"/>
                <a:gd name="connsiteX1072" fmla="*/ 657861 w 4940931"/>
                <a:gd name="connsiteY1072" fmla="*/ 31750 h 138429"/>
                <a:gd name="connsiteX1073" fmla="*/ 662940 w 4940931"/>
                <a:gd name="connsiteY1073" fmla="*/ 29845 h 138429"/>
                <a:gd name="connsiteX1074" fmla="*/ 668656 w 4940931"/>
                <a:gd name="connsiteY1074" fmla="*/ 29210 h 138429"/>
                <a:gd name="connsiteX1075" fmla="*/ 586739 w 4940931"/>
                <a:gd name="connsiteY1075" fmla="*/ 29210 h 138429"/>
                <a:gd name="connsiteX1076" fmla="*/ 601344 w 4940931"/>
                <a:gd name="connsiteY1076" fmla="*/ 32385 h 138429"/>
                <a:gd name="connsiteX1077" fmla="*/ 611504 w 4940931"/>
                <a:gd name="connsiteY1077" fmla="*/ 40640 h 138429"/>
                <a:gd name="connsiteX1078" fmla="*/ 617854 w 4940931"/>
                <a:gd name="connsiteY1078" fmla="*/ 53340 h 138429"/>
                <a:gd name="connsiteX1079" fmla="*/ 619759 w 4940931"/>
                <a:gd name="connsiteY1079" fmla="*/ 68580 h 138429"/>
                <a:gd name="connsiteX1080" fmla="*/ 618489 w 4940931"/>
                <a:gd name="connsiteY1080" fmla="*/ 68580 h 138429"/>
                <a:gd name="connsiteX1081" fmla="*/ 618489 w 4940931"/>
                <a:gd name="connsiteY1081" fmla="*/ 72390 h 138429"/>
                <a:gd name="connsiteX1082" fmla="*/ 618489 w 4940931"/>
                <a:gd name="connsiteY1082" fmla="*/ 75565 h 138429"/>
                <a:gd name="connsiteX1083" fmla="*/ 567054 w 4940931"/>
                <a:gd name="connsiteY1083" fmla="*/ 75565 h 138429"/>
                <a:gd name="connsiteX1084" fmla="*/ 569594 w 4940931"/>
                <a:gd name="connsiteY1084" fmla="*/ 85090 h 138429"/>
                <a:gd name="connsiteX1085" fmla="*/ 574039 w 4940931"/>
                <a:gd name="connsiteY1085" fmla="*/ 91440 h 138429"/>
                <a:gd name="connsiteX1086" fmla="*/ 579754 w 4940931"/>
                <a:gd name="connsiteY1086" fmla="*/ 95250 h 138429"/>
                <a:gd name="connsiteX1087" fmla="*/ 586739 w 4940931"/>
                <a:gd name="connsiteY1087" fmla="*/ 96520 h 138429"/>
                <a:gd name="connsiteX1088" fmla="*/ 591819 w 4940931"/>
                <a:gd name="connsiteY1088" fmla="*/ 96520 h 138429"/>
                <a:gd name="connsiteX1089" fmla="*/ 596264 w 4940931"/>
                <a:gd name="connsiteY1089" fmla="*/ 95250 h 138429"/>
                <a:gd name="connsiteX1090" fmla="*/ 600074 w 4940931"/>
                <a:gd name="connsiteY1090" fmla="*/ 93345 h 138429"/>
                <a:gd name="connsiteX1091" fmla="*/ 604519 w 4940931"/>
                <a:gd name="connsiteY1091" fmla="*/ 90805 h 138429"/>
                <a:gd name="connsiteX1092" fmla="*/ 613409 w 4940931"/>
                <a:gd name="connsiteY1092" fmla="*/ 100330 h 138429"/>
                <a:gd name="connsiteX1093" fmla="*/ 607694 w 4940931"/>
                <a:gd name="connsiteY1093" fmla="*/ 104775 h 138429"/>
                <a:gd name="connsiteX1094" fmla="*/ 601979 w 4940931"/>
                <a:gd name="connsiteY1094" fmla="*/ 107950 h 138429"/>
                <a:gd name="connsiteX1095" fmla="*/ 594994 w 4940931"/>
                <a:gd name="connsiteY1095" fmla="*/ 109855 h 138429"/>
                <a:gd name="connsiteX1096" fmla="*/ 586104 w 4940931"/>
                <a:gd name="connsiteY1096" fmla="*/ 110490 h 138429"/>
                <a:gd name="connsiteX1097" fmla="*/ 576579 w 4940931"/>
                <a:gd name="connsiteY1097" fmla="*/ 109220 h 138429"/>
                <a:gd name="connsiteX1098" fmla="*/ 568959 w 4940931"/>
                <a:gd name="connsiteY1098" fmla="*/ 105410 h 138429"/>
                <a:gd name="connsiteX1099" fmla="*/ 562609 w 4940931"/>
                <a:gd name="connsiteY1099" fmla="*/ 100330 h 138429"/>
                <a:gd name="connsiteX1100" fmla="*/ 557529 w 4940931"/>
                <a:gd name="connsiteY1100" fmla="*/ 92710 h 138429"/>
                <a:gd name="connsiteX1101" fmla="*/ 553719 w 4940931"/>
                <a:gd name="connsiteY1101" fmla="*/ 82550 h 138429"/>
                <a:gd name="connsiteX1102" fmla="*/ 552449 w 4940931"/>
                <a:gd name="connsiteY1102" fmla="*/ 69850 h 138429"/>
                <a:gd name="connsiteX1103" fmla="*/ 554989 w 4940931"/>
                <a:gd name="connsiteY1103" fmla="*/ 52070 h 138429"/>
                <a:gd name="connsiteX1104" fmla="*/ 561974 w 4940931"/>
                <a:gd name="connsiteY1104" fmla="*/ 39370 h 138429"/>
                <a:gd name="connsiteX1105" fmla="*/ 572769 w 4940931"/>
                <a:gd name="connsiteY1105" fmla="*/ 31750 h 138429"/>
                <a:gd name="connsiteX1106" fmla="*/ 586739 w 4940931"/>
                <a:gd name="connsiteY1106" fmla="*/ 29210 h 138429"/>
                <a:gd name="connsiteX1107" fmla="*/ 400050 w 4940931"/>
                <a:gd name="connsiteY1107" fmla="*/ 29210 h 138429"/>
                <a:gd name="connsiteX1108" fmla="*/ 414655 w 4940931"/>
                <a:gd name="connsiteY1108" fmla="*/ 32385 h 138429"/>
                <a:gd name="connsiteX1109" fmla="*/ 424815 w 4940931"/>
                <a:gd name="connsiteY1109" fmla="*/ 40640 h 138429"/>
                <a:gd name="connsiteX1110" fmla="*/ 431165 w 4940931"/>
                <a:gd name="connsiteY1110" fmla="*/ 53340 h 138429"/>
                <a:gd name="connsiteX1111" fmla="*/ 433070 w 4940931"/>
                <a:gd name="connsiteY1111" fmla="*/ 68580 h 138429"/>
                <a:gd name="connsiteX1112" fmla="*/ 431800 w 4940931"/>
                <a:gd name="connsiteY1112" fmla="*/ 68580 h 138429"/>
                <a:gd name="connsiteX1113" fmla="*/ 431800 w 4940931"/>
                <a:gd name="connsiteY1113" fmla="*/ 72390 h 138429"/>
                <a:gd name="connsiteX1114" fmla="*/ 431800 w 4940931"/>
                <a:gd name="connsiteY1114" fmla="*/ 75565 h 138429"/>
                <a:gd name="connsiteX1115" fmla="*/ 380365 w 4940931"/>
                <a:gd name="connsiteY1115" fmla="*/ 75565 h 138429"/>
                <a:gd name="connsiteX1116" fmla="*/ 382905 w 4940931"/>
                <a:gd name="connsiteY1116" fmla="*/ 85090 h 138429"/>
                <a:gd name="connsiteX1117" fmla="*/ 387350 w 4940931"/>
                <a:gd name="connsiteY1117" fmla="*/ 91440 h 138429"/>
                <a:gd name="connsiteX1118" fmla="*/ 393065 w 4940931"/>
                <a:gd name="connsiteY1118" fmla="*/ 95250 h 138429"/>
                <a:gd name="connsiteX1119" fmla="*/ 400050 w 4940931"/>
                <a:gd name="connsiteY1119" fmla="*/ 96520 h 138429"/>
                <a:gd name="connsiteX1120" fmla="*/ 405130 w 4940931"/>
                <a:gd name="connsiteY1120" fmla="*/ 96520 h 138429"/>
                <a:gd name="connsiteX1121" fmla="*/ 409575 w 4940931"/>
                <a:gd name="connsiteY1121" fmla="*/ 95250 h 138429"/>
                <a:gd name="connsiteX1122" fmla="*/ 413385 w 4940931"/>
                <a:gd name="connsiteY1122" fmla="*/ 93345 h 138429"/>
                <a:gd name="connsiteX1123" fmla="*/ 417830 w 4940931"/>
                <a:gd name="connsiteY1123" fmla="*/ 90805 h 138429"/>
                <a:gd name="connsiteX1124" fmla="*/ 426720 w 4940931"/>
                <a:gd name="connsiteY1124" fmla="*/ 100330 h 138429"/>
                <a:gd name="connsiteX1125" fmla="*/ 421005 w 4940931"/>
                <a:gd name="connsiteY1125" fmla="*/ 104775 h 138429"/>
                <a:gd name="connsiteX1126" fmla="*/ 415290 w 4940931"/>
                <a:gd name="connsiteY1126" fmla="*/ 107950 h 138429"/>
                <a:gd name="connsiteX1127" fmla="*/ 408305 w 4940931"/>
                <a:gd name="connsiteY1127" fmla="*/ 109855 h 138429"/>
                <a:gd name="connsiteX1128" fmla="*/ 399415 w 4940931"/>
                <a:gd name="connsiteY1128" fmla="*/ 110490 h 138429"/>
                <a:gd name="connsiteX1129" fmla="*/ 389890 w 4940931"/>
                <a:gd name="connsiteY1129" fmla="*/ 109220 h 138429"/>
                <a:gd name="connsiteX1130" fmla="*/ 382270 w 4940931"/>
                <a:gd name="connsiteY1130" fmla="*/ 105410 h 138429"/>
                <a:gd name="connsiteX1131" fmla="*/ 375920 w 4940931"/>
                <a:gd name="connsiteY1131" fmla="*/ 100330 h 138429"/>
                <a:gd name="connsiteX1132" fmla="*/ 370840 w 4940931"/>
                <a:gd name="connsiteY1132" fmla="*/ 92710 h 138429"/>
                <a:gd name="connsiteX1133" fmla="*/ 367030 w 4940931"/>
                <a:gd name="connsiteY1133" fmla="*/ 82550 h 138429"/>
                <a:gd name="connsiteX1134" fmla="*/ 365760 w 4940931"/>
                <a:gd name="connsiteY1134" fmla="*/ 69850 h 138429"/>
                <a:gd name="connsiteX1135" fmla="*/ 368300 w 4940931"/>
                <a:gd name="connsiteY1135" fmla="*/ 52070 h 138429"/>
                <a:gd name="connsiteX1136" fmla="*/ 375285 w 4940931"/>
                <a:gd name="connsiteY1136" fmla="*/ 39370 h 138429"/>
                <a:gd name="connsiteX1137" fmla="*/ 386080 w 4940931"/>
                <a:gd name="connsiteY1137" fmla="*/ 31750 h 138429"/>
                <a:gd name="connsiteX1138" fmla="*/ 400050 w 4940931"/>
                <a:gd name="connsiteY1138" fmla="*/ 29210 h 138429"/>
                <a:gd name="connsiteX1139" fmla="*/ 201930 w 4940931"/>
                <a:gd name="connsiteY1139" fmla="*/ 29210 h 138429"/>
                <a:gd name="connsiteX1140" fmla="*/ 216535 w 4940931"/>
                <a:gd name="connsiteY1140" fmla="*/ 32385 h 138429"/>
                <a:gd name="connsiteX1141" fmla="*/ 226695 w 4940931"/>
                <a:gd name="connsiteY1141" fmla="*/ 40640 h 138429"/>
                <a:gd name="connsiteX1142" fmla="*/ 233045 w 4940931"/>
                <a:gd name="connsiteY1142" fmla="*/ 53340 h 138429"/>
                <a:gd name="connsiteX1143" fmla="*/ 234950 w 4940931"/>
                <a:gd name="connsiteY1143" fmla="*/ 68580 h 138429"/>
                <a:gd name="connsiteX1144" fmla="*/ 233680 w 4940931"/>
                <a:gd name="connsiteY1144" fmla="*/ 68580 h 138429"/>
                <a:gd name="connsiteX1145" fmla="*/ 233680 w 4940931"/>
                <a:gd name="connsiteY1145" fmla="*/ 72390 h 138429"/>
                <a:gd name="connsiteX1146" fmla="*/ 233680 w 4940931"/>
                <a:gd name="connsiteY1146" fmla="*/ 75565 h 138429"/>
                <a:gd name="connsiteX1147" fmla="*/ 182245 w 4940931"/>
                <a:gd name="connsiteY1147" fmla="*/ 75565 h 138429"/>
                <a:gd name="connsiteX1148" fmla="*/ 184785 w 4940931"/>
                <a:gd name="connsiteY1148" fmla="*/ 85090 h 138429"/>
                <a:gd name="connsiteX1149" fmla="*/ 189230 w 4940931"/>
                <a:gd name="connsiteY1149" fmla="*/ 91440 h 138429"/>
                <a:gd name="connsiteX1150" fmla="*/ 194945 w 4940931"/>
                <a:gd name="connsiteY1150" fmla="*/ 95250 h 138429"/>
                <a:gd name="connsiteX1151" fmla="*/ 201930 w 4940931"/>
                <a:gd name="connsiteY1151" fmla="*/ 96520 h 138429"/>
                <a:gd name="connsiteX1152" fmla="*/ 207010 w 4940931"/>
                <a:gd name="connsiteY1152" fmla="*/ 96520 h 138429"/>
                <a:gd name="connsiteX1153" fmla="*/ 211455 w 4940931"/>
                <a:gd name="connsiteY1153" fmla="*/ 95250 h 138429"/>
                <a:gd name="connsiteX1154" fmla="*/ 215265 w 4940931"/>
                <a:gd name="connsiteY1154" fmla="*/ 93345 h 138429"/>
                <a:gd name="connsiteX1155" fmla="*/ 219710 w 4940931"/>
                <a:gd name="connsiteY1155" fmla="*/ 90805 h 138429"/>
                <a:gd name="connsiteX1156" fmla="*/ 228600 w 4940931"/>
                <a:gd name="connsiteY1156" fmla="*/ 100330 h 138429"/>
                <a:gd name="connsiteX1157" fmla="*/ 222885 w 4940931"/>
                <a:gd name="connsiteY1157" fmla="*/ 104775 h 138429"/>
                <a:gd name="connsiteX1158" fmla="*/ 217170 w 4940931"/>
                <a:gd name="connsiteY1158" fmla="*/ 107950 h 138429"/>
                <a:gd name="connsiteX1159" fmla="*/ 210185 w 4940931"/>
                <a:gd name="connsiteY1159" fmla="*/ 109855 h 138429"/>
                <a:gd name="connsiteX1160" fmla="*/ 201295 w 4940931"/>
                <a:gd name="connsiteY1160" fmla="*/ 110490 h 138429"/>
                <a:gd name="connsiteX1161" fmla="*/ 191770 w 4940931"/>
                <a:gd name="connsiteY1161" fmla="*/ 109220 h 138429"/>
                <a:gd name="connsiteX1162" fmla="*/ 184150 w 4940931"/>
                <a:gd name="connsiteY1162" fmla="*/ 105410 h 138429"/>
                <a:gd name="connsiteX1163" fmla="*/ 177800 w 4940931"/>
                <a:gd name="connsiteY1163" fmla="*/ 100330 h 138429"/>
                <a:gd name="connsiteX1164" fmla="*/ 172720 w 4940931"/>
                <a:gd name="connsiteY1164" fmla="*/ 92710 h 138429"/>
                <a:gd name="connsiteX1165" fmla="*/ 168910 w 4940931"/>
                <a:gd name="connsiteY1165" fmla="*/ 82550 h 138429"/>
                <a:gd name="connsiteX1166" fmla="*/ 167640 w 4940931"/>
                <a:gd name="connsiteY1166" fmla="*/ 69850 h 138429"/>
                <a:gd name="connsiteX1167" fmla="*/ 170180 w 4940931"/>
                <a:gd name="connsiteY1167" fmla="*/ 52070 h 138429"/>
                <a:gd name="connsiteX1168" fmla="*/ 177165 w 4940931"/>
                <a:gd name="connsiteY1168" fmla="*/ 39370 h 138429"/>
                <a:gd name="connsiteX1169" fmla="*/ 187960 w 4940931"/>
                <a:gd name="connsiteY1169" fmla="*/ 31750 h 138429"/>
                <a:gd name="connsiteX1170" fmla="*/ 201930 w 4940931"/>
                <a:gd name="connsiteY1170" fmla="*/ 29210 h 138429"/>
                <a:gd name="connsiteX1171" fmla="*/ 4664706 w 4940931"/>
                <a:gd name="connsiteY1171" fmla="*/ 28574 h 138429"/>
                <a:gd name="connsiteX1172" fmla="*/ 4678676 w 4940931"/>
                <a:gd name="connsiteY1172" fmla="*/ 31749 h 138429"/>
                <a:gd name="connsiteX1173" fmla="*/ 4689471 w 4940931"/>
                <a:gd name="connsiteY1173" fmla="*/ 40004 h 138429"/>
                <a:gd name="connsiteX1174" fmla="*/ 4696456 w 4940931"/>
                <a:gd name="connsiteY1174" fmla="*/ 52704 h 138429"/>
                <a:gd name="connsiteX1175" fmla="*/ 4698996 w 4940931"/>
                <a:gd name="connsiteY1175" fmla="*/ 69214 h 138429"/>
                <a:gd name="connsiteX1176" fmla="*/ 4699631 w 4940931"/>
                <a:gd name="connsiteY1176" fmla="*/ 69214 h 138429"/>
                <a:gd name="connsiteX1177" fmla="*/ 4697091 w 4940931"/>
                <a:gd name="connsiteY1177" fmla="*/ 86359 h 138429"/>
                <a:gd name="connsiteX1178" fmla="*/ 4689471 w 4940931"/>
                <a:gd name="connsiteY1178" fmla="*/ 99059 h 138429"/>
                <a:gd name="connsiteX1179" fmla="*/ 4678041 w 4940931"/>
                <a:gd name="connsiteY1179" fmla="*/ 107314 h 138429"/>
                <a:gd name="connsiteX1180" fmla="*/ 4664071 w 4940931"/>
                <a:gd name="connsiteY1180" fmla="*/ 109854 h 138429"/>
                <a:gd name="connsiteX1181" fmla="*/ 4650101 w 4940931"/>
                <a:gd name="connsiteY1181" fmla="*/ 106679 h 138429"/>
                <a:gd name="connsiteX1182" fmla="*/ 4639306 w 4940931"/>
                <a:gd name="connsiteY1182" fmla="*/ 98424 h 138429"/>
                <a:gd name="connsiteX1183" fmla="*/ 4632321 w 4940931"/>
                <a:gd name="connsiteY1183" fmla="*/ 85724 h 138429"/>
                <a:gd name="connsiteX1184" fmla="*/ 4629781 w 4940931"/>
                <a:gd name="connsiteY1184" fmla="*/ 69214 h 138429"/>
                <a:gd name="connsiteX1185" fmla="*/ 4632321 w 4940931"/>
                <a:gd name="connsiteY1185" fmla="*/ 52069 h 138429"/>
                <a:gd name="connsiteX1186" fmla="*/ 4639941 w 4940931"/>
                <a:gd name="connsiteY1186" fmla="*/ 39369 h 138429"/>
                <a:gd name="connsiteX1187" fmla="*/ 4650736 w 4940931"/>
                <a:gd name="connsiteY1187" fmla="*/ 31114 h 138429"/>
                <a:gd name="connsiteX1188" fmla="*/ 4664706 w 4940931"/>
                <a:gd name="connsiteY1188" fmla="*/ 28574 h 138429"/>
                <a:gd name="connsiteX1189" fmla="*/ 4264655 w 4940931"/>
                <a:gd name="connsiteY1189" fmla="*/ 28574 h 138429"/>
                <a:gd name="connsiteX1190" fmla="*/ 4278625 w 4940931"/>
                <a:gd name="connsiteY1190" fmla="*/ 31749 h 138429"/>
                <a:gd name="connsiteX1191" fmla="*/ 4289420 w 4940931"/>
                <a:gd name="connsiteY1191" fmla="*/ 40004 h 138429"/>
                <a:gd name="connsiteX1192" fmla="*/ 4296405 w 4940931"/>
                <a:gd name="connsiteY1192" fmla="*/ 52704 h 138429"/>
                <a:gd name="connsiteX1193" fmla="*/ 4298945 w 4940931"/>
                <a:gd name="connsiteY1193" fmla="*/ 69214 h 138429"/>
                <a:gd name="connsiteX1194" fmla="*/ 4299580 w 4940931"/>
                <a:gd name="connsiteY1194" fmla="*/ 69214 h 138429"/>
                <a:gd name="connsiteX1195" fmla="*/ 4297040 w 4940931"/>
                <a:gd name="connsiteY1195" fmla="*/ 86359 h 138429"/>
                <a:gd name="connsiteX1196" fmla="*/ 4289420 w 4940931"/>
                <a:gd name="connsiteY1196" fmla="*/ 99059 h 138429"/>
                <a:gd name="connsiteX1197" fmla="*/ 4277990 w 4940931"/>
                <a:gd name="connsiteY1197" fmla="*/ 107314 h 138429"/>
                <a:gd name="connsiteX1198" fmla="*/ 4264020 w 4940931"/>
                <a:gd name="connsiteY1198" fmla="*/ 109854 h 138429"/>
                <a:gd name="connsiteX1199" fmla="*/ 4250050 w 4940931"/>
                <a:gd name="connsiteY1199" fmla="*/ 106679 h 138429"/>
                <a:gd name="connsiteX1200" fmla="*/ 4239255 w 4940931"/>
                <a:gd name="connsiteY1200" fmla="*/ 98424 h 138429"/>
                <a:gd name="connsiteX1201" fmla="*/ 4232270 w 4940931"/>
                <a:gd name="connsiteY1201" fmla="*/ 85724 h 138429"/>
                <a:gd name="connsiteX1202" fmla="*/ 4229730 w 4940931"/>
                <a:gd name="connsiteY1202" fmla="*/ 69214 h 138429"/>
                <a:gd name="connsiteX1203" fmla="*/ 4232270 w 4940931"/>
                <a:gd name="connsiteY1203" fmla="*/ 52069 h 138429"/>
                <a:gd name="connsiteX1204" fmla="*/ 4239890 w 4940931"/>
                <a:gd name="connsiteY1204" fmla="*/ 39369 h 138429"/>
                <a:gd name="connsiteX1205" fmla="*/ 4250685 w 4940931"/>
                <a:gd name="connsiteY1205" fmla="*/ 31114 h 138429"/>
                <a:gd name="connsiteX1206" fmla="*/ 4264655 w 4940931"/>
                <a:gd name="connsiteY1206" fmla="*/ 28574 h 138429"/>
                <a:gd name="connsiteX1207" fmla="*/ 1420495 w 4940931"/>
                <a:gd name="connsiteY1207" fmla="*/ 28574 h 138429"/>
                <a:gd name="connsiteX1208" fmla="*/ 1434465 w 4940931"/>
                <a:gd name="connsiteY1208" fmla="*/ 31749 h 138429"/>
                <a:gd name="connsiteX1209" fmla="*/ 1445260 w 4940931"/>
                <a:gd name="connsiteY1209" fmla="*/ 40004 h 138429"/>
                <a:gd name="connsiteX1210" fmla="*/ 1452245 w 4940931"/>
                <a:gd name="connsiteY1210" fmla="*/ 52704 h 138429"/>
                <a:gd name="connsiteX1211" fmla="*/ 1454785 w 4940931"/>
                <a:gd name="connsiteY1211" fmla="*/ 69214 h 138429"/>
                <a:gd name="connsiteX1212" fmla="*/ 1455420 w 4940931"/>
                <a:gd name="connsiteY1212" fmla="*/ 69214 h 138429"/>
                <a:gd name="connsiteX1213" fmla="*/ 1452880 w 4940931"/>
                <a:gd name="connsiteY1213" fmla="*/ 86359 h 138429"/>
                <a:gd name="connsiteX1214" fmla="*/ 1445260 w 4940931"/>
                <a:gd name="connsiteY1214" fmla="*/ 99059 h 138429"/>
                <a:gd name="connsiteX1215" fmla="*/ 1433830 w 4940931"/>
                <a:gd name="connsiteY1215" fmla="*/ 107314 h 138429"/>
                <a:gd name="connsiteX1216" fmla="*/ 1419860 w 4940931"/>
                <a:gd name="connsiteY1216" fmla="*/ 109854 h 138429"/>
                <a:gd name="connsiteX1217" fmla="*/ 1405890 w 4940931"/>
                <a:gd name="connsiteY1217" fmla="*/ 106679 h 138429"/>
                <a:gd name="connsiteX1218" fmla="*/ 1395095 w 4940931"/>
                <a:gd name="connsiteY1218" fmla="*/ 98424 h 138429"/>
                <a:gd name="connsiteX1219" fmla="*/ 1388110 w 4940931"/>
                <a:gd name="connsiteY1219" fmla="*/ 85724 h 138429"/>
                <a:gd name="connsiteX1220" fmla="*/ 1385570 w 4940931"/>
                <a:gd name="connsiteY1220" fmla="*/ 69214 h 138429"/>
                <a:gd name="connsiteX1221" fmla="*/ 1388110 w 4940931"/>
                <a:gd name="connsiteY1221" fmla="*/ 52069 h 138429"/>
                <a:gd name="connsiteX1222" fmla="*/ 1395730 w 4940931"/>
                <a:gd name="connsiteY1222" fmla="*/ 39369 h 138429"/>
                <a:gd name="connsiteX1223" fmla="*/ 1406525 w 4940931"/>
                <a:gd name="connsiteY1223" fmla="*/ 31114 h 138429"/>
                <a:gd name="connsiteX1224" fmla="*/ 1420495 w 4940931"/>
                <a:gd name="connsiteY1224" fmla="*/ 28574 h 138429"/>
                <a:gd name="connsiteX1225" fmla="*/ 3143245 w 4940931"/>
                <a:gd name="connsiteY1225" fmla="*/ 5079 h 138429"/>
                <a:gd name="connsiteX1226" fmla="*/ 3219445 w 4940931"/>
                <a:gd name="connsiteY1226" fmla="*/ 5079 h 138429"/>
                <a:gd name="connsiteX1227" fmla="*/ 3219445 w 4940931"/>
                <a:gd name="connsiteY1227" fmla="*/ 20319 h 138429"/>
                <a:gd name="connsiteX1228" fmla="*/ 3188965 w 4940931"/>
                <a:gd name="connsiteY1228" fmla="*/ 20319 h 138429"/>
                <a:gd name="connsiteX1229" fmla="*/ 3188965 w 4940931"/>
                <a:gd name="connsiteY1229" fmla="*/ 108584 h 138429"/>
                <a:gd name="connsiteX1230" fmla="*/ 3173090 w 4940931"/>
                <a:gd name="connsiteY1230" fmla="*/ 108584 h 138429"/>
                <a:gd name="connsiteX1231" fmla="*/ 3173090 w 4940931"/>
                <a:gd name="connsiteY1231" fmla="*/ 20319 h 138429"/>
                <a:gd name="connsiteX1232" fmla="*/ 3143245 w 4940931"/>
                <a:gd name="connsiteY1232" fmla="*/ 20319 h 138429"/>
                <a:gd name="connsiteX1233" fmla="*/ 1628774 w 4940931"/>
                <a:gd name="connsiteY1233" fmla="*/ 5079 h 138429"/>
                <a:gd name="connsiteX1234" fmla="*/ 1704970 w 4940931"/>
                <a:gd name="connsiteY1234" fmla="*/ 5079 h 138429"/>
                <a:gd name="connsiteX1235" fmla="*/ 1704970 w 4940931"/>
                <a:gd name="connsiteY1235" fmla="*/ 20319 h 138429"/>
                <a:gd name="connsiteX1236" fmla="*/ 1675129 w 4940931"/>
                <a:gd name="connsiteY1236" fmla="*/ 20319 h 138429"/>
                <a:gd name="connsiteX1237" fmla="*/ 1675129 w 4940931"/>
                <a:gd name="connsiteY1237" fmla="*/ 108584 h 138429"/>
                <a:gd name="connsiteX1238" fmla="*/ 1659255 w 4940931"/>
                <a:gd name="connsiteY1238" fmla="*/ 108584 h 138429"/>
                <a:gd name="connsiteX1239" fmla="*/ 1659255 w 4940931"/>
                <a:gd name="connsiteY1239" fmla="*/ 20319 h 138429"/>
                <a:gd name="connsiteX1240" fmla="*/ 1628774 w 4940931"/>
                <a:gd name="connsiteY1240" fmla="*/ 20319 h 138429"/>
                <a:gd name="connsiteX1241" fmla="*/ 0 w 4940931"/>
                <a:gd name="connsiteY1241" fmla="*/ 5079 h 138429"/>
                <a:gd name="connsiteX1242" fmla="*/ 76200 w 4940931"/>
                <a:gd name="connsiteY1242" fmla="*/ 5079 h 138429"/>
                <a:gd name="connsiteX1243" fmla="*/ 76200 w 4940931"/>
                <a:gd name="connsiteY1243" fmla="*/ 20319 h 138429"/>
                <a:gd name="connsiteX1244" fmla="*/ 45720 w 4940931"/>
                <a:gd name="connsiteY1244" fmla="*/ 20319 h 138429"/>
                <a:gd name="connsiteX1245" fmla="*/ 45720 w 4940931"/>
                <a:gd name="connsiteY1245" fmla="*/ 108584 h 138429"/>
                <a:gd name="connsiteX1246" fmla="*/ 29845 w 4940931"/>
                <a:gd name="connsiteY1246" fmla="*/ 108584 h 138429"/>
                <a:gd name="connsiteX1247" fmla="*/ 29845 w 4940931"/>
                <a:gd name="connsiteY1247" fmla="*/ 20319 h 138429"/>
                <a:gd name="connsiteX1248" fmla="*/ 0 w 4940931"/>
                <a:gd name="connsiteY1248" fmla="*/ 20319 h 138429"/>
                <a:gd name="connsiteX1249" fmla="*/ 1362075 w 4940931"/>
                <a:gd name="connsiteY1249" fmla="*/ 1269 h 138429"/>
                <a:gd name="connsiteX1250" fmla="*/ 1365885 w 4940931"/>
                <a:gd name="connsiteY1250" fmla="*/ 1904 h 138429"/>
                <a:gd name="connsiteX1251" fmla="*/ 1369060 w 4940931"/>
                <a:gd name="connsiteY1251" fmla="*/ 3809 h 138429"/>
                <a:gd name="connsiteX1252" fmla="*/ 1370965 w 4940931"/>
                <a:gd name="connsiteY1252" fmla="*/ 6984 h 138429"/>
                <a:gd name="connsiteX1253" fmla="*/ 1371600 w 4940931"/>
                <a:gd name="connsiteY1253" fmla="*/ 10794 h 138429"/>
                <a:gd name="connsiteX1254" fmla="*/ 1370965 w 4940931"/>
                <a:gd name="connsiteY1254" fmla="*/ 14604 h 138429"/>
                <a:gd name="connsiteX1255" fmla="*/ 1369060 w 4940931"/>
                <a:gd name="connsiteY1255" fmla="*/ 17779 h 138429"/>
                <a:gd name="connsiteX1256" fmla="*/ 1365885 w 4940931"/>
                <a:gd name="connsiteY1256" fmla="*/ 19684 h 138429"/>
                <a:gd name="connsiteX1257" fmla="*/ 1362075 w 4940931"/>
                <a:gd name="connsiteY1257" fmla="*/ 20319 h 138429"/>
                <a:gd name="connsiteX1258" fmla="*/ 1358265 w 4940931"/>
                <a:gd name="connsiteY1258" fmla="*/ 19684 h 138429"/>
                <a:gd name="connsiteX1259" fmla="*/ 1355090 w 4940931"/>
                <a:gd name="connsiteY1259" fmla="*/ 17779 h 138429"/>
                <a:gd name="connsiteX1260" fmla="*/ 1353185 w 4940931"/>
                <a:gd name="connsiteY1260" fmla="*/ 14604 h 138429"/>
                <a:gd name="connsiteX1261" fmla="*/ 1352550 w 4940931"/>
                <a:gd name="connsiteY1261" fmla="*/ 10794 h 138429"/>
                <a:gd name="connsiteX1262" fmla="*/ 1353185 w 4940931"/>
                <a:gd name="connsiteY1262" fmla="*/ 6984 h 138429"/>
                <a:gd name="connsiteX1263" fmla="*/ 1355090 w 4940931"/>
                <a:gd name="connsiteY1263" fmla="*/ 3809 h 138429"/>
                <a:gd name="connsiteX1264" fmla="*/ 1358265 w 4940931"/>
                <a:gd name="connsiteY1264" fmla="*/ 1904 h 138429"/>
                <a:gd name="connsiteX1265" fmla="*/ 1362075 w 4940931"/>
                <a:gd name="connsiteY1265" fmla="*/ 1269 h 138429"/>
                <a:gd name="connsiteX1266" fmla="*/ 4789801 w 4940931"/>
                <a:gd name="connsiteY1266" fmla="*/ 634 h 138429"/>
                <a:gd name="connsiteX1267" fmla="*/ 4789801 w 4940931"/>
                <a:gd name="connsiteY1267" fmla="*/ 65404 h 138429"/>
                <a:gd name="connsiteX1268" fmla="*/ 4814566 w 4940931"/>
                <a:gd name="connsiteY1268" fmla="*/ 31114 h 138429"/>
                <a:gd name="connsiteX1269" fmla="*/ 4831711 w 4940931"/>
                <a:gd name="connsiteY1269" fmla="*/ 31114 h 138429"/>
                <a:gd name="connsiteX1270" fmla="*/ 4812026 w 4940931"/>
                <a:gd name="connsiteY1270" fmla="*/ 57149 h 138429"/>
                <a:gd name="connsiteX1271" fmla="*/ 4835521 w 4940931"/>
                <a:gd name="connsiteY1271" fmla="*/ 108584 h 138429"/>
                <a:gd name="connsiteX1272" fmla="*/ 4819011 w 4940931"/>
                <a:gd name="connsiteY1272" fmla="*/ 108584 h 138429"/>
                <a:gd name="connsiteX1273" fmla="*/ 4801866 w 4940931"/>
                <a:gd name="connsiteY1273" fmla="*/ 69849 h 138429"/>
                <a:gd name="connsiteX1274" fmla="*/ 4789801 w 4940931"/>
                <a:gd name="connsiteY1274" fmla="*/ 85724 h 138429"/>
                <a:gd name="connsiteX1275" fmla="*/ 4789801 w 4940931"/>
                <a:gd name="connsiteY1275" fmla="*/ 108584 h 138429"/>
                <a:gd name="connsiteX1276" fmla="*/ 4774561 w 4940931"/>
                <a:gd name="connsiteY1276" fmla="*/ 108584 h 138429"/>
                <a:gd name="connsiteX1277" fmla="*/ 4774561 w 4940931"/>
                <a:gd name="connsiteY1277" fmla="*/ 8889 h 138429"/>
                <a:gd name="connsiteX1278" fmla="*/ 4472301 w 4940931"/>
                <a:gd name="connsiteY1278" fmla="*/ 634 h 138429"/>
                <a:gd name="connsiteX1279" fmla="*/ 4472301 w 4940931"/>
                <a:gd name="connsiteY1279" fmla="*/ 109219 h 138429"/>
                <a:gd name="connsiteX1280" fmla="*/ 4457061 w 4940931"/>
                <a:gd name="connsiteY1280" fmla="*/ 109219 h 138429"/>
                <a:gd name="connsiteX1281" fmla="*/ 4457696 w 4940931"/>
                <a:gd name="connsiteY1281" fmla="*/ 108584 h 138429"/>
                <a:gd name="connsiteX1282" fmla="*/ 4457696 w 4940931"/>
                <a:gd name="connsiteY1282" fmla="*/ 100964 h 138429"/>
                <a:gd name="connsiteX1283" fmla="*/ 4453251 w 4940931"/>
                <a:gd name="connsiteY1283" fmla="*/ 104774 h 138429"/>
                <a:gd name="connsiteX1284" fmla="*/ 4448171 w 4940931"/>
                <a:gd name="connsiteY1284" fmla="*/ 107949 h 138429"/>
                <a:gd name="connsiteX1285" fmla="*/ 4443091 w 4940931"/>
                <a:gd name="connsiteY1285" fmla="*/ 109854 h 138429"/>
                <a:gd name="connsiteX1286" fmla="*/ 4437376 w 4940931"/>
                <a:gd name="connsiteY1286" fmla="*/ 109854 h 138429"/>
                <a:gd name="connsiteX1287" fmla="*/ 4425946 w 4940931"/>
                <a:gd name="connsiteY1287" fmla="*/ 107314 h 138429"/>
                <a:gd name="connsiteX1288" fmla="*/ 4416421 w 4940931"/>
                <a:gd name="connsiteY1288" fmla="*/ 99694 h 138429"/>
                <a:gd name="connsiteX1289" fmla="*/ 4410071 w 4940931"/>
                <a:gd name="connsiteY1289" fmla="*/ 86994 h 138429"/>
                <a:gd name="connsiteX1290" fmla="*/ 4407531 w 4940931"/>
                <a:gd name="connsiteY1290" fmla="*/ 67944 h 138429"/>
                <a:gd name="connsiteX1291" fmla="*/ 4410071 w 4940931"/>
                <a:gd name="connsiteY1291" fmla="*/ 50799 h 138429"/>
                <a:gd name="connsiteX1292" fmla="*/ 4417056 w 4940931"/>
                <a:gd name="connsiteY1292" fmla="*/ 38734 h 138429"/>
                <a:gd name="connsiteX1293" fmla="*/ 4426581 w 4940931"/>
                <a:gd name="connsiteY1293" fmla="*/ 31749 h 138429"/>
                <a:gd name="connsiteX1294" fmla="*/ 4438011 w 4940931"/>
                <a:gd name="connsiteY1294" fmla="*/ 29209 h 138429"/>
                <a:gd name="connsiteX1295" fmla="*/ 4443726 w 4940931"/>
                <a:gd name="connsiteY1295" fmla="*/ 29844 h 138429"/>
                <a:gd name="connsiteX1296" fmla="*/ 4448806 w 4940931"/>
                <a:gd name="connsiteY1296" fmla="*/ 31749 h 138429"/>
                <a:gd name="connsiteX1297" fmla="*/ 4453251 w 4940931"/>
                <a:gd name="connsiteY1297" fmla="*/ 34924 h 138429"/>
                <a:gd name="connsiteX1298" fmla="*/ 4457061 w 4940931"/>
                <a:gd name="connsiteY1298" fmla="*/ 38099 h 138429"/>
                <a:gd name="connsiteX1299" fmla="*/ 4457061 w 4940931"/>
                <a:gd name="connsiteY1299" fmla="*/ 8254 h 138429"/>
                <a:gd name="connsiteX1300" fmla="*/ 4390385 w 4940931"/>
                <a:gd name="connsiteY1300" fmla="*/ 634 h 138429"/>
                <a:gd name="connsiteX1301" fmla="*/ 4390385 w 4940931"/>
                <a:gd name="connsiteY1301" fmla="*/ 108584 h 138429"/>
                <a:gd name="connsiteX1302" fmla="*/ 4375145 w 4940931"/>
                <a:gd name="connsiteY1302" fmla="*/ 108584 h 138429"/>
                <a:gd name="connsiteX1303" fmla="*/ 4375145 w 4940931"/>
                <a:gd name="connsiteY1303" fmla="*/ 8889 h 138429"/>
                <a:gd name="connsiteX1304" fmla="*/ 3946521 w 4940931"/>
                <a:gd name="connsiteY1304" fmla="*/ 634 h 138429"/>
                <a:gd name="connsiteX1305" fmla="*/ 3946521 w 4940931"/>
                <a:gd name="connsiteY1305" fmla="*/ 38099 h 138429"/>
                <a:gd name="connsiteX1306" fmla="*/ 3950331 w 4940931"/>
                <a:gd name="connsiteY1306" fmla="*/ 34289 h 138429"/>
                <a:gd name="connsiteX1307" fmla="*/ 3954776 w 4940931"/>
                <a:gd name="connsiteY1307" fmla="*/ 31114 h 138429"/>
                <a:gd name="connsiteX1308" fmla="*/ 3960491 w 4940931"/>
                <a:gd name="connsiteY1308" fmla="*/ 29209 h 138429"/>
                <a:gd name="connsiteX1309" fmla="*/ 3966206 w 4940931"/>
                <a:gd name="connsiteY1309" fmla="*/ 29209 h 138429"/>
                <a:gd name="connsiteX1310" fmla="*/ 3978271 w 4940931"/>
                <a:gd name="connsiteY1310" fmla="*/ 31749 h 138429"/>
                <a:gd name="connsiteX1311" fmla="*/ 3987161 w 4940931"/>
                <a:gd name="connsiteY1311" fmla="*/ 38099 h 138429"/>
                <a:gd name="connsiteX1312" fmla="*/ 3992241 w 4940931"/>
                <a:gd name="connsiteY1312" fmla="*/ 49529 h 138429"/>
                <a:gd name="connsiteX1313" fmla="*/ 3994146 w 4940931"/>
                <a:gd name="connsiteY1313" fmla="*/ 64134 h 138429"/>
                <a:gd name="connsiteX1314" fmla="*/ 3994146 w 4940931"/>
                <a:gd name="connsiteY1314" fmla="*/ 108584 h 138429"/>
                <a:gd name="connsiteX1315" fmla="*/ 3978906 w 4940931"/>
                <a:gd name="connsiteY1315" fmla="*/ 108584 h 138429"/>
                <a:gd name="connsiteX1316" fmla="*/ 3978271 w 4940931"/>
                <a:gd name="connsiteY1316" fmla="*/ 108584 h 138429"/>
                <a:gd name="connsiteX1317" fmla="*/ 3978271 w 4940931"/>
                <a:gd name="connsiteY1317" fmla="*/ 64769 h 138429"/>
                <a:gd name="connsiteX1318" fmla="*/ 3974461 w 4940931"/>
                <a:gd name="connsiteY1318" fmla="*/ 48894 h 138429"/>
                <a:gd name="connsiteX1319" fmla="*/ 3962396 w 4940931"/>
                <a:gd name="connsiteY1319" fmla="*/ 43814 h 138429"/>
                <a:gd name="connsiteX1320" fmla="*/ 3956046 w 4940931"/>
                <a:gd name="connsiteY1320" fmla="*/ 45084 h 138429"/>
                <a:gd name="connsiteX1321" fmla="*/ 3950966 w 4940931"/>
                <a:gd name="connsiteY1321" fmla="*/ 48894 h 138429"/>
                <a:gd name="connsiteX1322" fmla="*/ 3947791 w 4940931"/>
                <a:gd name="connsiteY1322" fmla="*/ 55244 h 138429"/>
                <a:gd name="connsiteX1323" fmla="*/ 3946521 w 4940931"/>
                <a:gd name="connsiteY1323" fmla="*/ 63499 h 138429"/>
                <a:gd name="connsiteX1324" fmla="*/ 3946521 w 4940931"/>
                <a:gd name="connsiteY1324" fmla="*/ 109219 h 138429"/>
                <a:gd name="connsiteX1325" fmla="*/ 3931281 w 4940931"/>
                <a:gd name="connsiteY1325" fmla="*/ 109219 h 138429"/>
                <a:gd name="connsiteX1326" fmla="*/ 3931281 w 4940931"/>
                <a:gd name="connsiteY1326" fmla="*/ 8889 h 138429"/>
                <a:gd name="connsiteX1327" fmla="*/ 3248021 w 4940931"/>
                <a:gd name="connsiteY1327" fmla="*/ 634 h 138429"/>
                <a:gd name="connsiteX1328" fmla="*/ 3248021 w 4940931"/>
                <a:gd name="connsiteY1328" fmla="*/ 38099 h 138429"/>
                <a:gd name="connsiteX1329" fmla="*/ 3251831 w 4940931"/>
                <a:gd name="connsiteY1329" fmla="*/ 34289 h 138429"/>
                <a:gd name="connsiteX1330" fmla="*/ 3256276 w 4940931"/>
                <a:gd name="connsiteY1330" fmla="*/ 31114 h 138429"/>
                <a:gd name="connsiteX1331" fmla="*/ 3261991 w 4940931"/>
                <a:gd name="connsiteY1331" fmla="*/ 29209 h 138429"/>
                <a:gd name="connsiteX1332" fmla="*/ 3267706 w 4940931"/>
                <a:gd name="connsiteY1332" fmla="*/ 29209 h 138429"/>
                <a:gd name="connsiteX1333" fmla="*/ 3279771 w 4940931"/>
                <a:gd name="connsiteY1333" fmla="*/ 31749 h 138429"/>
                <a:gd name="connsiteX1334" fmla="*/ 3288661 w 4940931"/>
                <a:gd name="connsiteY1334" fmla="*/ 38099 h 138429"/>
                <a:gd name="connsiteX1335" fmla="*/ 3293741 w 4940931"/>
                <a:gd name="connsiteY1335" fmla="*/ 49529 h 138429"/>
                <a:gd name="connsiteX1336" fmla="*/ 3295646 w 4940931"/>
                <a:gd name="connsiteY1336" fmla="*/ 64134 h 138429"/>
                <a:gd name="connsiteX1337" fmla="*/ 3295646 w 4940931"/>
                <a:gd name="connsiteY1337" fmla="*/ 108584 h 138429"/>
                <a:gd name="connsiteX1338" fmla="*/ 3280406 w 4940931"/>
                <a:gd name="connsiteY1338" fmla="*/ 108584 h 138429"/>
                <a:gd name="connsiteX1339" fmla="*/ 3279771 w 4940931"/>
                <a:gd name="connsiteY1339" fmla="*/ 108584 h 138429"/>
                <a:gd name="connsiteX1340" fmla="*/ 3279771 w 4940931"/>
                <a:gd name="connsiteY1340" fmla="*/ 64769 h 138429"/>
                <a:gd name="connsiteX1341" fmla="*/ 3275961 w 4940931"/>
                <a:gd name="connsiteY1341" fmla="*/ 48894 h 138429"/>
                <a:gd name="connsiteX1342" fmla="*/ 3263896 w 4940931"/>
                <a:gd name="connsiteY1342" fmla="*/ 43814 h 138429"/>
                <a:gd name="connsiteX1343" fmla="*/ 3257546 w 4940931"/>
                <a:gd name="connsiteY1343" fmla="*/ 45084 h 138429"/>
                <a:gd name="connsiteX1344" fmla="*/ 3252466 w 4940931"/>
                <a:gd name="connsiteY1344" fmla="*/ 48894 h 138429"/>
                <a:gd name="connsiteX1345" fmla="*/ 3249291 w 4940931"/>
                <a:gd name="connsiteY1345" fmla="*/ 55244 h 138429"/>
                <a:gd name="connsiteX1346" fmla="*/ 3248021 w 4940931"/>
                <a:gd name="connsiteY1346" fmla="*/ 63499 h 138429"/>
                <a:gd name="connsiteX1347" fmla="*/ 3248021 w 4940931"/>
                <a:gd name="connsiteY1347" fmla="*/ 109219 h 138429"/>
                <a:gd name="connsiteX1348" fmla="*/ 3232781 w 4940931"/>
                <a:gd name="connsiteY1348" fmla="*/ 109219 h 138429"/>
                <a:gd name="connsiteX1349" fmla="*/ 3232781 w 4940931"/>
                <a:gd name="connsiteY1349" fmla="*/ 8889 h 138429"/>
                <a:gd name="connsiteX1350" fmla="*/ 2432681 w 4940931"/>
                <a:gd name="connsiteY1350" fmla="*/ 634 h 138429"/>
                <a:gd name="connsiteX1351" fmla="*/ 2432681 w 4940931"/>
                <a:gd name="connsiteY1351" fmla="*/ 38099 h 138429"/>
                <a:gd name="connsiteX1352" fmla="*/ 2436491 w 4940931"/>
                <a:gd name="connsiteY1352" fmla="*/ 34289 h 138429"/>
                <a:gd name="connsiteX1353" fmla="*/ 2440936 w 4940931"/>
                <a:gd name="connsiteY1353" fmla="*/ 31114 h 138429"/>
                <a:gd name="connsiteX1354" fmla="*/ 2446651 w 4940931"/>
                <a:gd name="connsiteY1354" fmla="*/ 29209 h 138429"/>
                <a:gd name="connsiteX1355" fmla="*/ 2452366 w 4940931"/>
                <a:gd name="connsiteY1355" fmla="*/ 29209 h 138429"/>
                <a:gd name="connsiteX1356" fmla="*/ 2464431 w 4940931"/>
                <a:gd name="connsiteY1356" fmla="*/ 31749 h 138429"/>
                <a:gd name="connsiteX1357" fmla="*/ 2473321 w 4940931"/>
                <a:gd name="connsiteY1357" fmla="*/ 38099 h 138429"/>
                <a:gd name="connsiteX1358" fmla="*/ 2478401 w 4940931"/>
                <a:gd name="connsiteY1358" fmla="*/ 49529 h 138429"/>
                <a:gd name="connsiteX1359" fmla="*/ 2480306 w 4940931"/>
                <a:gd name="connsiteY1359" fmla="*/ 64134 h 138429"/>
                <a:gd name="connsiteX1360" fmla="*/ 2480306 w 4940931"/>
                <a:gd name="connsiteY1360" fmla="*/ 108584 h 138429"/>
                <a:gd name="connsiteX1361" fmla="*/ 2465066 w 4940931"/>
                <a:gd name="connsiteY1361" fmla="*/ 108584 h 138429"/>
                <a:gd name="connsiteX1362" fmla="*/ 2464431 w 4940931"/>
                <a:gd name="connsiteY1362" fmla="*/ 108584 h 138429"/>
                <a:gd name="connsiteX1363" fmla="*/ 2464431 w 4940931"/>
                <a:gd name="connsiteY1363" fmla="*/ 64769 h 138429"/>
                <a:gd name="connsiteX1364" fmla="*/ 2460621 w 4940931"/>
                <a:gd name="connsiteY1364" fmla="*/ 48894 h 138429"/>
                <a:gd name="connsiteX1365" fmla="*/ 2448556 w 4940931"/>
                <a:gd name="connsiteY1365" fmla="*/ 43814 h 138429"/>
                <a:gd name="connsiteX1366" fmla="*/ 2442206 w 4940931"/>
                <a:gd name="connsiteY1366" fmla="*/ 45084 h 138429"/>
                <a:gd name="connsiteX1367" fmla="*/ 2437126 w 4940931"/>
                <a:gd name="connsiteY1367" fmla="*/ 48894 h 138429"/>
                <a:gd name="connsiteX1368" fmla="*/ 2433951 w 4940931"/>
                <a:gd name="connsiteY1368" fmla="*/ 55244 h 138429"/>
                <a:gd name="connsiteX1369" fmla="*/ 2432681 w 4940931"/>
                <a:gd name="connsiteY1369" fmla="*/ 63499 h 138429"/>
                <a:gd name="connsiteX1370" fmla="*/ 2432681 w 4940931"/>
                <a:gd name="connsiteY1370" fmla="*/ 109219 h 138429"/>
                <a:gd name="connsiteX1371" fmla="*/ 2417441 w 4940931"/>
                <a:gd name="connsiteY1371" fmla="*/ 109219 h 138429"/>
                <a:gd name="connsiteX1372" fmla="*/ 2417441 w 4940931"/>
                <a:gd name="connsiteY1372" fmla="*/ 8889 h 138429"/>
                <a:gd name="connsiteX1373" fmla="*/ 1734181 w 4940931"/>
                <a:gd name="connsiteY1373" fmla="*/ 634 h 138429"/>
                <a:gd name="connsiteX1374" fmla="*/ 1734181 w 4940931"/>
                <a:gd name="connsiteY1374" fmla="*/ 38099 h 138429"/>
                <a:gd name="connsiteX1375" fmla="*/ 1737991 w 4940931"/>
                <a:gd name="connsiteY1375" fmla="*/ 34289 h 138429"/>
                <a:gd name="connsiteX1376" fmla="*/ 1742436 w 4940931"/>
                <a:gd name="connsiteY1376" fmla="*/ 31114 h 138429"/>
                <a:gd name="connsiteX1377" fmla="*/ 1748151 w 4940931"/>
                <a:gd name="connsiteY1377" fmla="*/ 29209 h 138429"/>
                <a:gd name="connsiteX1378" fmla="*/ 1753866 w 4940931"/>
                <a:gd name="connsiteY1378" fmla="*/ 29209 h 138429"/>
                <a:gd name="connsiteX1379" fmla="*/ 1765931 w 4940931"/>
                <a:gd name="connsiteY1379" fmla="*/ 31749 h 138429"/>
                <a:gd name="connsiteX1380" fmla="*/ 1774821 w 4940931"/>
                <a:gd name="connsiteY1380" fmla="*/ 38099 h 138429"/>
                <a:gd name="connsiteX1381" fmla="*/ 1779901 w 4940931"/>
                <a:gd name="connsiteY1381" fmla="*/ 49529 h 138429"/>
                <a:gd name="connsiteX1382" fmla="*/ 1781806 w 4940931"/>
                <a:gd name="connsiteY1382" fmla="*/ 64134 h 138429"/>
                <a:gd name="connsiteX1383" fmla="*/ 1781806 w 4940931"/>
                <a:gd name="connsiteY1383" fmla="*/ 108584 h 138429"/>
                <a:gd name="connsiteX1384" fmla="*/ 1766566 w 4940931"/>
                <a:gd name="connsiteY1384" fmla="*/ 108584 h 138429"/>
                <a:gd name="connsiteX1385" fmla="*/ 1765931 w 4940931"/>
                <a:gd name="connsiteY1385" fmla="*/ 108584 h 138429"/>
                <a:gd name="connsiteX1386" fmla="*/ 1765931 w 4940931"/>
                <a:gd name="connsiteY1386" fmla="*/ 64769 h 138429"/>
                <a:gd name="connsiteX1387" fmla="*/ 1762121 w 4940931"/>
                <a:gd name="connsiteY1387" fmla="*/ 48894 h 138429"/>
                <a:gd name="connsiteX1388" fmla="*/ 1750056 w 4940931"/>
                <a:gd name="connsiteY1388" fmla="*/ 43814 h 138429"/>
                <a:gd name="connsiteX1389" fmla="*/ 1743706 w 4940931"/>
                <a:gd name="connsiteY1389" fmla="*/ 45084 h 138429"/>
                <a:gd name="connsiteX1390" fmla="*/ 1738626 w 4940931"/>
                <a:gd name="connsiteY1390" fmla="*/ 48894 h 138429"/>
                <a:gd name="connsiteX1391" fmla="*/ 1735451 w 4940931"/>
                <a:gd name="connsiteY1391" fmla="*/ 55244 h 138429"/>
                <a:gd name="connsiteX1392" fmla="*/ 1734181 w 4940931"/>
                <a:gd name="connsiteY1392" fmla="*/ 63499 h 138429"/>
                <a:gd name="connsiteX1393" fmla="*/ 1734181 w 4940931"/>
                <a:gd name="connsiteY1393" fmla="*/ 109219 h 138429"/>
                <a:gd name="connsiteX1394" fmla="*/ 1718941 w 4940931"/>
                <a:gd name="connsiteY1394" fmla="*/ 109219 h 138429"/>
                <a:gd name="connsiteX1395" fmla="*/ 1718941 w 4940931"/>
                <a:gd name="connsiteY1395" fmla="*/ 8889 h 138429"/>
                <a:gd name="connsiteX1396" fmla="*/ 803275 w 4940931"/>
                <a:gd name="connsiteY1396" fmla="*/ 634 h 138429"/>
                <a:gd name="connsiteX1397" fmla="*/ 803275 w 4940931"/>
                <a:gd name="connsiteY1397" fmla="*/ 38099 h 138429"/>
                <a:gd name="connsiteX1398" fmla="*/ 807085 w 4940931"/>
                <a:gd name="connsiteY1398" fmla="*/ 34289 h 138429"/>
                <a:gd name="connsiteX1399" fmla="*/ 811530 w 4940931"/>
                <a:gd name="connsiteY1399" fmla="*/ 31114 h 138429"/>
                <a:gd name="connsiteX1400" fmla="*/ 817245 w 4940931"/>
                <a:gd name="connsiteY1400" fmla="*/ 29209 h 138429"/>
                <a:gd name="connsiteX1401" fmla="*/ 822960 w 4940931"/>
                <a:gd name="connsiteY1401" fmla="*/ 29209 h 138429"/>
                <a:gd name="connsiteX1402" fmla="*/ 835025 w 4940931"/>
                <a:gd name="connsiteY1402" fmla="*/ 31749 h 138429"/>
                <a:gd name="connsiteX1403" fmla="*/ 843915 w 4940931"/>
                <a:gd name="connsiteY1403" fmla="*/ 38099 h 138429"/>
                <a:gd name="connsiteX1404" fmla="*/ 848995 w 4940931"/>
                <a:gd name="connsiteY1404" fmla="*/ 49529 h 138429"/>
                <a:gd name="connsiteX1405" fmla="*/ 850900 w 4940931"/>
                <a:gd name="connsiteY1405" fmla="*/ 64134 h 138429"/>
                <a:gd name="connsiteX1406" fmla="*/ 850900 w 4940931"/>
                <a:gd name="connsiteY1406" fmla="*/ 108584 h 138429"/>
                <a:gd name="connsiteX1407" fmla="*/ 835660 w 4940931"/>
                <a:gd name="connsiteY1407" fmla="*/ 108584 h 138429"/>
                <a:gd name="connsiteX1408" fmla="*/ 835025 w 4940931"/>
                <a:gd name="connsiteY1408" fmla="*/ 108584 h 138429"/>
                <a:gd name="connsiteX1409" fmla="*/ 835025 w 4940931"/>
                <a:gd name="connsiteY1409" fmla="*/ 64769 h 138429"/>
                <a:gd name="connsiteX1410" fmla="*/ 831215 w 4940931"/>
                <a:gd name="connsiteY1410" fmla="*/ 48894 h 138429"/>
                <a:gd name="connsiteX1411" fmla="*/ 819150 w 4940931"/>
                <a:gd name="connsiteY1411" fmla="*/ 43814 h 138429"/>
                <a:gd name="connsiteX1412" fmla="*/ 812800 w 4940931"/>
                <a:gd name="connsiteY1412" fmla="*/ 45084 h 138429"/>
                <a:gd name="connsiteX1413" fmla="*/ 807720 w 4940931"/>
                <a:gd name="connsiteY1413" fmla="*/ 48894 h 138429"/>
                <a:gd name="connsiteX1414" fmla="*/ 804545 w 4940931"/>
                <a:gd name="connsiteY1414" fmla="*/ 55244 h 138429"/>
                <a:gd name="connsiteX1415" fmla="*/ 803275 w 4940931"/>
                <a:gd name="connsiteY1415" fmla="*/ 63499 h 138429"/>
                <a:gd name="connsiteX1416" fmla="*/ 803275 w 4940931"/>
                <a:gd name="connsiteY1416" fmla="*/ 109219 h 138429"/>
                <a:gd name="connsiteX1417" fmla="*/ 788035 w 4940931"/>
                <a:gd name="connsiteY1417" fmla="*/ 109219 h 138429"/>
                <a:gd name="connsiteX1418" fmla="*/ 788035 w 4940931"/>
                <a:gd name="connsiteY1418" fmla="*/ 8889 h 138429"/>
                <a:gd name="connsiteX1419" fmla="*/ 104774 w 4940931"/>
                <a:gd name="connsiteY1419" fmla="*/ 634 h 138429"/>
                <a:gd name="connsiteX1420" fmla="*/ 104774 w 4940931"/>
                <a:gd name="connsiteY1420" fmla="*/ 38099 h 138429"/>
                <a:gd name="connsiteX1421" fmla="*/ 108584 w 4940931"/>
                <a:gd name="connsiteY1421" fmla="*/ 34289 h 138429"/>
                <a:gd name="connsiteX1422" fmla="*/ 113029 w 4940931"/>
                <a:gd name="connsiteY1422" fmla="*/ 31114 h 138429"/>
                <a:gd name="connsiteX1423" fmla="*/ 118744 w 4940931"/>
                <a:gd name="connsiteY1423" fmla="*/ 29209 h 138429"/>
                <a:gd name="connsiteX1424" fmla="*/ 124459 w 4940931"/>
                <a:gd name="connsiteY1424" fmla="*/ 29209 h 138429"/>
                <a:gd name="connsiteX1425" fmla="*/ 136524 w 4940931"/>
                <a:gd name="connsiteY1425" fmla="*/ 31749 h 138429"/>
                <a:gd name="connsiteX1426" fmla="*/ 145414 w 4940931"/>
                <a:gd name="connsiteY1426" fmla="*/ 38099 h 138429"/>
                <a:gd name="connsiteX1427" fmla="*/ 150494 w 4940931"/>
                <a:gd name="connsiteY1427" fmla="*/ 49529 h 138429"/>
                <a:gd name="connsiteX1428" fmla="*/ 152399 w 4940931"/>
                <a:gd name="connsiteY1428" fmla="*/ 64134 h 138429"/>
                <a:gd name="connsiteX1429" fmla="*/ 152399 w 4940931"/>
                <a:gd name="connsiteY1429" fmla="*/ 108584 h 138429"/>
                <a:gd name="connsiteX1430" fmla="*/ 137159 w 4940931"/>
                <a:gd name="connsiteY1430" fmla="*/ 108584 h 138429"/>
                <a:gd name="connsiteX1431" fmla="*/ 136524 w 4940931"/>
                <a:gd name="connsiteY1431" fmla="*/ 108584 h 138429"/>
                <a:gd name="connsiteX1432" fmla="*/ 136524 w 4940931"/>
                <a:gd name="connsiteY1432" fmla="*/ 64769 h 138429"/>
                <a:gd name="connsiteX1433" fmla="*/ 132714 w 4940931"/>
                <a:gd name="connsiteY1433" fmla="*/ 48894 h 138429"/>
                <a:gd name="connsiteX1434" fmla="*/ 120649 w 4940931"/>
                <a:gd name="connsiteY1434" fmla="*/ 43814 h 138429"/>
                <a:gd name="connsiteX1435" fmla="*/ 114299 w 4940931"/>
                <a:gd name="connsiteY1435" fmla="*/ 45084 h 138429"/>
                <a:gd name="connsiteX1436" fmla="*/ 109219 w 4940931"/>
                <a:gd name="connsiteY1436" fmla="*/ 48894 h 138429"/>
                <a:gd name="connsiteX1437" fmla="*/ 106044 w 4940931"/>
                <a:gd name="connsiteY1437" fmla="*/ 55244 h 138429"/>
                <a:gd name="connsiteX1438" fmla="*/ 104774 w 4940931"/>
                <a:gd name="connsiteY1438" fmla="*/ 63499 h 138429"/>
                <a:gd name="connsiteX1439" fmla="*/ 104774 w 4940931"/>
                <a:gd name="connsiteY1439" fmla="*/ 109219 h 138429"/>
                <a:gd name="connsiteX1440" fmla="*/ 89534 w 4940931"/>
                <a:gd name="connsiteY1440" fmla="*/ 109219 h 138429"/>
                <a:gd name="connsiteX1441" fmla="*/ 89534 w 4940931"/>
                <a:gd name="connsiteY1441" fmla="*/ 8889 h 138429"/>
                <a:gd name="connsiteX1442" fmla="*/ 3894450 w 4940931"/>
                <a:gd name="connsiteY1442" fmla="*/ 0 h 138429"/>
                <a:gd name="connsiteX1443" fmla="*/ 3894450 w 4940931"/>
                <a:gd name="connsiteY1443" fmla="*/ 30480 h 138429"/>
                <a:gd name="connsiteX1444" fmla="*/ 3913500 w 4940931"/>
                <a:gd name="connsiteY1444" fmla="*/ 30480 h 138429"/>
                <a:gd name="connsiteX1445" fmla="*/ 3913500 w 4940931"/>
                <a:gd name="connsiteY1445" fmla="*/ 44450 h 138429"/>
                <a:gd name="connsiteX1446" fmla="*/ 3894450 w 4940931"/>
                <a:gd name="connsiteY1446" fmla="*/ 44450 h 138429"/>
                <a:gd name="connsiteX1447" fmla="*/ 3894450 w 4940931"/>
                <a:gd name="connsiteY1447" fmla="*/ 86995 h 138429"/>
                <a:gd name="connsiteX1448" fmla="*/ 3894450 w 4940931"/>
                <a:gd name="connsiteY1448" fmla="*/ 91440 h 138429"/>
                <a:gd name="connsiteX1449" fmla="*/ 3895720 w 4940931"/>
                <a:gd name="connsiteY1449" fmla="*/ 94615 h 138429"/>
                <a:gd name="connsiteX1450" fmla="*/ 3898260 w 4940931"/>
                <a:gd name="connsiteY1450" fmla="*/ 95885 h 138429"/>
                <a:gd name="connsiteX1451" fmla="*/ 3902070 w 4940931"/>
                <a:gd name="connsiteY1451" fmla="*/ 95885 h 138429"/>
                <a:gd name="connsiteX1452" fmla="*/ 3908420 w 4940931"/>
                <a:gd name="connsiteY1452" fmla="*/ 95250 h 138429"/>
                <a:gd name="connsiteX1453" fmla="*/ 3913500 w 4940931"/>
                <a:gd name="connsiteY1453" fmla="*/ 93345 h 138429"/>
                <a:gd name="connsiteX1454" fmla="*/ 3911595 w 4940931"/>
                <a:gd name="connsiteY1454" fmla="*/ 106680 h 138429"/>
                <a:gd name="connsiteX1455" fmla="*/ 3905245 w 4940931"/>
                <a:gd name="connsiteY1455" fmla="*/ 109220 h 138429"/>
                <a:gd name="connsiteX1456" fmla="*/ 3896990 w 4940931"/>
                <a:gd name="connsiteY1456" fmla="*/ 110490 h 138429"/>
                <a:gd name="connsiteX1457" fmla="*/ 3890005 w 4940931"/>
                <a:gd name="connsiteY1457" fmla="*/ 109220 h 138429"/>
                <a:gd name="connsiteX1458" fmla="*/ 3884290 w 4940931"/>
                <a:gd name="connsiteY1458" fmla="*/ 105410 h 138429"/>
                <a:gd name="connsiteX1459" fmla="*/ 3880480 w 4940931"/>
                <a:gd name="connsiteY1459" fmla="*/ 99060 h 138429"/>
                <a:gd name="connsiteX1460" fmla="*/ 3879210 w 4940931"/>
                <a:gd name="connsiteY1460" fmla="*/ 89535 h 138429"/>
                <a:gd name="connsiteX1461" fmla="*/ 3879210 w 4940931"/>
                <a:gd name="connsiteY1461" fmla="*/ 44450 h 138429"/>
                <a:gd name="connsiteX1462" fmla="*/ 3868415 w 4940931"/>
                <a:gd name="connsiteY1462" fmla="*/ 44450 h 138429"/>
                <a:gd name="connsiteX1463" fmla="*/ 3868415 w 4940931"/>
                <a:gd name="connsiteY1463" fmla="*/ 30480 h 138429"/>
                <a:gd name="connsiteX1464" fmla="*/ 3879210 w 4940931"/>
                <a:gd name="connsiteY1464" fmla="*/ 30480 h 138429"/>
                <a:gd name="connsiteX1465" fmla="*/ 3879210 w 4940931"/>
                <a:gd name="connsiteY1465" fmla="*/ 8255 h 138429"/>
                <a:gd name="connsiteX1466" fmla="*/ 3664581 w 4940931"/>
                <a:gd name="connsiteY1466" fmla="*/ 0 h 138429"/>
                <a:gd name="connsiteX1467" fmla="*/ 3664581 w 4940931"/>
                <a:gd name="connsiteY1467" fmla="*/ 30480 h 138429"/>
                <a:gd name="connsiteX1468" fmla="*/ 3683631 w 4940931"/>
                <a:gd name="connsiteY1468" fmla="*/ 30480 h 138429"/>
                <a:gd name="connsiteX1469" fmla="*/ 3683631 w 4940931"/>
                <a:gd name="connsiteY1469" fmla="*/ 44450 h 138429"/>
                <a:gd name="connsiteX1470" fmla="*/ 3664581 w 4940931"/>
                <a:gd name="connsiteY1470" fmla="*/ 44450 h 138429"/>
                <a:gd name="connsiteX1471" fmla="*/ 3664581 w 4940931"/>
                <a:gd name="connsiteY1471" fmla="*/ 86995 h 138429"/>
                <a:gd name="connsiteX1472" fmla="*/ 3664581 w 4940931"/>
                <a:gd name="connsiteY1472" fmla="*/ 91440 h 138429"/>
                <a:gd name="connsiteX1473" fmla="*/ 3665851 w 4940931"/>
                <a:gd name="connsiteY1473" fmla="*/ 94615 h 138429"/>
                <a:gd name="connsiteX1474" fmla="*/ 3668391 w 4940931"/>
                <a:gd name="connsiteY1474" fmla="*/ 95885 h 138429"/>
                <a:gd name="connsiteX1475" fmla="*/ 3672201 w 4940931"/>
                <a:gd name="connsiteY1475" fmla="*/ 95885 h 138429"/>
                <a:gd name="connsiteX1476" fmla="*/ 3678551 w 4940931"/>
                <a:gd name="connsiteY1476" fmla="*/ 95250 h 138429"/>
                <a:gd name="connsiteX1477" fmla="*/ 3683631 w 4940931"/>
                <a:gd name="connsiteY1477" fmla="*/ 93345 h 138429"/>
                <a:gd name="connsiteX1478" fmla="*/ 3681726 w 4940931"/>
                <a:gd name="connsiteY1478" fmla="*/ 106680 h 138429"/>
                <a:gd name="connsiteX1479" fmla="*/ 3675376 w 4940931"/>
                <a:gd name="connsiteY1479" fmla="*/ 109220 h 138429"/>
                <a:gd name="connsiteX1480" fmla="*/ 3667121 w 4940931"/>
                <a:gd name="connsiteY1480" fmla="*/ 110490 h 138429"/>
                <a:gd name="connsiteX1481" fmla="*/ 3660136 w 4940931"/>
                <a:gd name="connsiteY1481" fmla="*/ 109220 h 138429"/>
                <a:gd name="connsiteX1482" fmla="*/ 3654421 w 4940931"/>
                <a:gd name="connsiteY1482" fmla="*/ 105410 h 138429"/>
                <a:gd name="connsiteX1483" fmla="*/ 3650611 w 4940931"/>
                <a:gd name="connsiteY1483" fmla="*/ 99060 h 138429"/>
                <a:gd name="connsiteX1484" fmla="*/ 3649341 w 4940931"/>
                <a:gd name="connsiteY1484" fmla="*/ 89535 h 138429"/>
                <a:gd name="connsiteX1485" fmla="*/ 3649341 w 4940931"/>
                <a:gd name="connsiteY1485" fmla="*/ 44450 h 138429"/>
                <a:gd name="connsiteX1486" fmla="*/ 3638546 w 4940931"/>
                <a:gd name="connsiteY1486" fmla="*/ 44450 h 138429"/>
                <a:gd name="connsiteX1487" fmla="*/ 3638546 w 4940931"/>
                <a:gd name="connsiteY1487" fmla="*/ 30480 h 138429"/>
                <a:gd name="connsiteX1488" fmla="*/ 3649341 w 4940931"/>
                <a:gd name="connsiteY1488" fmla="*/ 30480 h 138429"/>
                <a:gd name="connsiteX1489" fmla="*/ 3649341 w 4940931"/>
                <a:gd name="connsiteY1489" fmla="*/ 8255 h 138429"/>
                <a:gd name="connsiteX1490" fmla="*/ 3610605 w 4940931"/>
                <a:gd name="connsiteY1490" fmla="*/ 0 h 138429"/>
                <a:gd name="connsiteX1491" fmla="*/ 3610605 w 4940931"/>
                <a:gd name="connsiteY1491" fmla="*/ 30480 h 138429"/>
                <a:gd name="connsiteX1492" fmla="*/ 3629655 w 4940931"/>
                <a:gd name="connsiteY1492" fmla="*/ 30480 h 138429"/>
                <a:gd name="connsiteX1493" fmla="*/ 3629655 w 4940931"/>
                <a:gd name="connsiteY1493" fmla="*/ 44450 h 138429"/>
                <a:gd name="connsiteX1494" fmla="*/ 3610605 w 4940931"/>
                <a:gd name="connsiteY1494" fmla="*/ 44450 h 138429"/>
                <a:gd name="connsiteX1495" fmla="*/ 3610605 w 4940931"/>
                <a:gd name="connsiteY1495" fmla="*/ 86995 h 138429"/>
                <a:gd name="connsiteX1496" fmla="*/ 3610605 w 4940931"/>
                <a:gd name="connsiteY1496" fmla="*/ 91440 h 138429"/>
                <a:gd name="connsiteX1497" fmla="*/ 3611875 w 4940931"/>
                <a:gd name="connsiteY1497" fmla="*/ 94615 h 138429"/>
                <a:gd name="connsiteX1498" fmla="*/ 3614415 w 4940931"/>
                <a:gd name="connsiteY1498" fmla="*/ 95885 h 138429"/>
                <a:gd name="connsiteX1499" fmla="*/ 3618225 w 4940931"/>
                <a:gd name="connsiteY1499" fmla="*/ 95885 h 138429"/>
                <a:gd name="connsiteX1500" fmla="*/ 3624575 w 4940931"/>
                <a:gd name="connsiteY1500" fmla="*/ 95250 h 138429"/>
                <a:gd name="connsiteX1501" fmla="*/ 3629655 w 4940931"/>
                <a:gd name="connsiteY1501" fmla="*/ 93345 h 138429"/>
                <a:gd name="connsiteX1502" fmla="*/ 3627750 w 4940931"/>
                <a:gd name="connsiteY1502" fmla="*/ 106680 h 138429"/>
                <a:gd name="connsiteX1503" fmla="*/ 3621400 w 4940931"/>
                <a:gd name="connsiteY1503" fmla="*/ 109220 h 138429"/>
                <a:gd name="connsiteX1504" fmla="*/ 3613145 w 4940931"/>
                <a:gd name="connsiteY1504" fmla="*/ 110490 h 138429"/>
                <a:gd name="connsiteX1505" fmla="*/ 3606160 w 4940931"/>
                <a:gd name="connsiteY1505" fmla="*/ 109220 h 138429"/>
                <a:gd name="connsiteX1506" fmla="*/ 3600445 w 4940931"/>
                <a:gd name="connsiteY1506" fmla="*/ 105410 h 138429"/>
                <a:gd name="connsiteX1507" fmla="*/ 3596635 w 4940931"/>
                <a:gd name="connsiteY1507" fmla="*/ 99060 h 138429"/>
                <a:gd name="connsiteX1508" fmla="*/ 3595365 w 4940931"/>
                <a:gd name="connsiteY1508" fmla="*/ 89535 h 138429"/>
                <a:gd name="connsiteX1509" fmla="*/ 3595365 w 4940931"/>
                <a:gd name="connsiteY1509" fmla="*/ 44450 h 138429"/>
                <a:gd name="connsiteX1510" fmla="*/ 3584570 w 4940931"/>
                <a:gd name="connsiteY1510" fmla="*/ 44450 h 138429"/>
                <a:gd name="connsiteX1511" fmla="*/ 3584570 w 4940931"/>
                <a:gd name="connsiteY1511" fmla="*/ 30480 h 138429"/>
                <a:gd name="connsiteX1512" fmla="*/ 3595365 w 4940931"/>
                <a:gd name="connsiteY1512" fmla="*/ 30480 h 138429"/>
                <a:gd name="connsiteX1513" fmla="*/ 3595365 w 4940931"/>
                <a:gd name="connsiteY1513" fmla="*/ 8255 h 138429"/>
                <a:gd name="connsiteX1514" fmla="*/ 3445505 w 4940931"/>
                <a:gd name="connsiteY1514" fmla="*/ 0 h 138429"/>
                <a:gd name="connsiteX1515" fmla="*/ 3445505 w 4940931"/>
                <a:gd name="connsiteY1515" fmla="*/ 37465 h 138429"/>
                <a:gd name="connsiteX1516" fmla="*/ 3449950 w 4940931"/>
                <a:gd name="connsiteY1516" fmla="*/ 33655 h 138429"/>
                <a:gd name="connsiteX1517" fmla="*/ 3453760 w 4940931"/>
                <a:gd name="connsiteY1517" fmla="*/ 31115 h 138429"/>
                <a:gd name="connsiteX1518" fmla="*/ 3458840 w 4940931"/>
                <a:gd name="connsiteY1518" fmla="*/ 29210 h 138429"/>
                <a:gd name="connsiteX1519" fmla="*/ 3465825 w 4940931"/>
                <a:gd name="connsiteY1519" fmla="*/ 28575 h 138429"/>
                <a:gd name="connsiteX1520" fmla="*/ 3477890 w 4940931"/>
                <a:gd name="connsiteY1520" fmla="*/ 31115 h 138429"/>
                <a:gd name="connsiteX1521" fmla="*/ 3487415 w 4940931"/>
                <a:gd name="connsiteY1521" fmla="*/ 38735 h 138429"/>
                <a:gd name="connsiteX1522" fmla="*/ 3493765 w 4940931"/>
                <a:gd name="connsiteY1522" fmla="*/ 51435 h 138429"/>
                <a:gd name="connsiteX1523" fmla="*/ 3496305 w 4940931"/>
                <a:gd name="connsiteY1523" fmla="*/ 70485 h 138429"/>
                <a:gd name="connsiteX1524" fmla="*/ 3495670 w 4940931"/>
                <a:gd name="connsiteY1524" fmla="*/ 71120 h 138429"/>
                <a:gd name="connsiteX1525" fmla="*/ 3493130 w 4940931"/>
                <a:gd name="connsiteY1525" fmla="*/ 88265 h 138429"/>
                <a:gd name="connsiteX1526" fmla="*/ 3486145 w 4940931"/>
                <a:gd name="connsiteY1526" fmla="*/ 100330 h 138429"/>
                <a:gd name="connsiteX1527" fmla="*/ 3476620 w 4940931"/>
                <a:gd name="connsiteY1527" fmla="*/ 107315 h 138429"/>
                <a:gd name="connsiteX1528" fmla="*/ 3465190 w 4940931"/>
                <a:gd name="connsiteY1528" fmla="*/ 109855 h 138429"/>
                <a:gd name="connsiteX1529" fmla="*/ 3454395 w 4940931"/>
                <a:gd name="connsiteY1529" fmla="*/ 107315 h 138429"/>
                <a:gd name="connsiteX1530" fmla="*/ 3445505 w 4940931"/>
                <a:gd name="connsiteY1530" fmla="*/ 100965 h 138429"/>
                <a:gd name="connsiteX1531" fmla="*/ 3445505 w 4940931"/>
                <a:gd name="connsiteY1531" fmla="*/ 107950 h 138429"/>
                <a:gd name="connsiteX1532" fmla="*/ 3430265 w 4940931"/>
                <a:gd name="connsiteY1532" fmla="*/ 107950 h 138429"/>
                <a:gd name="connsiteX1533" fmla="*/ 3430265 w 4940931"/>
                <a:gd name="connsiteY1533" fmla="*/ 7620 h 138429"/>
                <a:gd name="connsiteX1534" fmla="*/ 2380611 w 4940931"/>
                <a:gd name="connsiteY1534" fmla="*/ 0 h 138429"/>
                <a:gd name="connsiteX1535" fmla="*/ 2380611 w 4940931"/>
                <a:gd name="connsiteY1535" fmla="*/ 30480 h 138429"/>
                <a:gd name="connsiteX1536" fmla="*/ 2399661 w 4940931"/>
                <a:gd name="connsiteY1536" fmla="*/ 30480 h 138429"/>
                <a:gd name="connsiteX1537" fmla="*/ 2399661 w 4940931"/>
                <a:gd name="connsiteY1537" fmla="*/ 44450 h 138429"/>
                <a:gd name="connsiteX1538" fmla="*/ 2380611 w 4940931"/>
                <a:gd name="connsiteY1538" fmla="*/ 44450 h 138429"/>
                <a:gd name="connsiteX1539" fmla="*/ 2380611 w 4940931"/>
                <a:gd name="connsiteY1539" fmla="*/ 86995 h 138429"/>
                <a:gd name="connsiteX1540" fmla="*/ 2380611 w 4940931"/>
                <a:gd name="connsiteY1540" fmla="*/ 91440 h 138429"/>
                <a:gd name="connsiteX1541" fmla="*/ 2381881 w 4940931"/>
                <a:gd name="connsiteY1541" fmla="*/ 94615 h 138429"/>
                <a:gd name="connsiteX1542" fmla="*/ 2384421 w 4940931"/>
                <a:gd name="connsiteY1542" fmla="*/ 95885 h 138429"/>
                <a:gd name="connsiteX1543" fmla="*/ 2388231 w 4940931"/>
                <a:gd name="connsiteY1543" fmla="*/ 95885 h 138429"/>
                <a:gd name="connsiteX1544" fmla="*/ 2394581 w 4940931"/>
                <a:gd name="connsiteY1544" fmla="*/ 95250 h 138429"/>
                <a:gd name="connsiteX1545" fmla="*/ 2399661 w 4940931"/>
                <a:gd name="connsiteY1545" fmla="*/ 93345 h 138429"/>
                <a:gd name="connsiteX1546" fmla="*/ 2397756 w 4940931"/>
                <a:gd name="connsiteY1546" fmla="*/ 106680 h 138429"/>
                <a:gd name="connsiteX1547" fmla="*/ 2391406 w 4940931"/>
                <a:gd name="connsiteY1547" fmla="*/ 109220 h 138429"/>
                <a:gd name="connsiteX1548" fmla="*/ 2383151 w 4940931"/>
                <a:gd name="connsiteY1548" fmla="*/ 110490 h 138429"/>
                <a:gd name="connsiteX1549" fmla="*/ 2376166 w 4940931"/>
                <a:gd name="connsiteY1549" fmla="*/ 109220 h 138429"/>
                <a:gd name="connsiteX1550" fmla="*/ 2370451 w 4940931"/>
                <a:gd name="connsiteY1550" fmla="*/ 105410 h 138429"/>
                <a:gd name="connsiteX1551" fmla="*/ 2366641 w 4940931"/>
                <a:gd name="connsiteY1551" fmla="*/ 99060 h 138429"/>
                <a:gd name="connsiteX1552" fmla="*/ 2365371 w 4940931"/>
                <a:gd name="connsiteY1552" fmla="*/ 89535 h 138429"/>
                <a:gd name="connsiteX1553" fmla="*/ 2365371 w 4940931"/>
                <a:gd name="connsiteY1553" fmla="*/ 44450 h 138429"/>
                <a:gd name="connsiteX1554" fmla="*/ 2354576 w 4940931"/>
                <a:gd name="connsiteY1554" fmla="*/ 44450 h 138429"/>
                <a:gd name="connsiteX1555" fmla="*/ 2354576 w 4940931"/>
                <a:gd name="connsiteY1555" fmla="*/ 30480 h 138429"/>
                <a:gd name="connsiteX1556" fmla="*/ 2365371 w 4940931"/>
                <a:gd name="connsiteY1556" fmla="*/ 30480 h 138429"/>
                <a:gd name="connsiteX1557" fmla="*/ 2365371 w 4940931"/>
                <a:gd name="connsiteY1557" fmla="*/ 8255 h 138429"/>
                <a:gd name="connsiteX1558" fmla="*/ 2150741 w 4940931"/>
                <a:gd name="connsiteY1558" fmla="*/ 0 h 138429"/>
                <a:gd name="connsiteX1559" fmla="*/ 2150741 w 4940931"/>
                <a:gd name="connsiteY1559" fmla="*/ 30480 h 138429"/>
                <a:gd name="connsiteX1560" fmla="*/ 2169791 w 4940931"/>
                <a:gd name="connsiteY1560" fmla="*/ 30480 h 138429"/>
                <a:gd name="connsiteX1561" fmla="*/ 2169791 w 4940931"/>
                <a:gd name="connsiteY1561" fmla="*/ 44450 h 138429"/>
                <a:gd name="connsiteX1562" fmla="*/ 2150741 w 4940931"/>
                <a:gd name="connsiteY1562" fmla="*/ 44450 h 138429"/>
                <a:gd name="connsiteX1563" fmla="*/ 2150741 w 4940931"/>
                <a:gd name="connsiteY1563" fmla="*/ 86995 h 138429"/>
                <a:gd name="connsiteX1564" fmla="*/ 2150741 w 4940931"/>
                <a:gd name="connsiteY1564" fmla="*/ 91440 h 138429"/>
                <a:gd name="connsiteX1565" fmla="*/ 2152011 w 4940931"/>
                <a:gd name="connsiteY1565" fmla="*/ 94615 h 138429"/>
                <a:gd name="connsiteX1566" fmla="*/ 2154551 w 4940931"/>
                <a:gd name="connsiteY1566" fmla="*/ 95885 h 138429"/>
                <a:gd name="connsiteX1567" fmla="*/ 2158361 w 4940931"/>
                <a:gd name="connsiteY1567" fmla="*/ 95885 h 138429"/>
                <a:gd name="connsiteX1568" fmla="*/ 2164711 w 4940931"/>
                <a:gd name="connsiteY1568" fmla="*/ 95250 h 138429"/>
                <a:gd name="connsiteX1569" fmla="*/ 2169791 w 4940931"/>
                <a:gd name="connsiteY1569" fmla="*/ 93345 h 138429"/>
                <a:gd name="connsiteX1570" fmla="*/ 2167886 w 4940931"/>
                <a:gd name="connsiteY1570" fmla="*/ 106680 h 138429"/>
                <a:gd name="connsiteX1571" fmla="*/ 2161536 w 4940931"/>
                <a:gd name="connsiteY1571" fmla="*/ 109220 h 138429"/>
                <a:gd name="connsiteX1572" fmla="*/ 2153281 w 4940931"/>
                <a:gd name="connsiteY1572" fmla="*/ 110490 h 138429"/>
                <a:gd name="connsiteX1573" fmla="*/ 2146296 w 4940931"/>
                <a:gd name="connsiteY1573" fmla="*/ 109220 h 138429"/>
                <a:gd name="connsiteX1574" fmla="*/ 2140581 w 4940931"/>
                <a:gd name="connsiteY1574" fmla="*/ 105410 h 138429"/>
                <a:gd name="connsiteX1575" fmla="*/ 2136771 w 4940931"/>
                <a:gd name="connsiteY1575" fmla="*/ 99060 h 138429"/>
                <a:gd name="connsiteX1576" fmla="*/ 2135501 w 4940931"/>
                <a:gd name="connsiteY1576" fmla="*/ 89535 h 138429"/>
                <a:gd name="connsiteX1577" fmla="*/ 2135501 w 4940931"/>
                <a:gd name="connsiteY1577" fmla="*/ 44450 h 138429"/>
                <a:gd name="connsiteX1578" fmla="*/ 2124706 w 4940931"/>
                <a:gd name="connsiteY1578" fmla="*/ 44450 h 138429"/>
                <a:gd name="connsiteX1579" fmla="*/ 2124706 w 4940931"/>
                <a:gd name="connsiteY1579" fmla="*/ 30480 h 138429"/>
                <a:gd name="connsiteX1580" fmla="*/ 2135501 w 4940931"/>
                <a:gd name="connsiteY1580" fmla="*/ 30480 h 138429"/>
                <a:gd name="connsiteX1581" fmla="*/ 2135501 w 4940931"/>
                <a:gd name="connsiteY1581" fmla="*/ 8255 h 138429"/>
                <a:gd name="connsiteX1582" fmla="*/ 2096131 w 4940931"/>
                <a:gd name="connsiteY1582" fmla="*/ 0 h 138429"/>
                <a:gd name="connsiteX1583" fmla="*/ 2096131 w 4940931"/>
                <a:gd name="connsiteY1583" fmla="*/ 30480 h 138429"/>
                <a:gd name="connsiteX1584" fmla="*/ 2115181 w 4940931"/>
                <a:gd name="connsiteY1584" fmla="*/ 30480 h 138429"/>
                <a:gd name="connsiteX1585" fmla="*/ 2115181 w 4940931"/>
                <a:gd name="connsiteY1585" fmla="*/ 44450 h 138429"/>
                <a:gd name="connsiteX1586" fmla="*/ 2096131 w 4940931"/>
                <a:gd name="connsiteY1586" fmla="*/ 44450 h 138429"/>
                <a:gd name="connsiteX1587" fmla="*/ 2096131 w 4940931"/>
                <a:gd name="connsiteY1587" fmla="*/ 86995 h 138429"/>
                <a:gd name="connsiteX1588" fmla="*/ 2096131 w 4940931"/>
                <a:gd name="connsiteY1588" fmla="*/ 91440 h 138429"/>
                <a:gd name="connsiteX1589" fmla="*/ 2097401 w 4940931"/>
                <a:gd name="connsiteY1589" fmla="*/ 94615 h 138429"/>
                <a:gd name="connsiteX1590" fmla="*/ 2099941 w 4940931"/>
                <a:gd name="connsiteY1590" fmla="*/ 95885 h 138429"/>
                <a:gd name="connsiteX1591" fmla="*/ 2103751 w 4940931"/>
                <a:gd name="connsiteY1591" fmla="*/ 95885 h 138429"/>
                <a:gd name="connsiteX1592" fmla="*/ 2110101 w 4940931"/>
                <a:gd name="connsiteY1592" fmla="*/ 95250 h 138429"/>
                <a:gd name="connsiteX1593" fmla="*/ 2115181 w 4940931"/>
                <a:gd name="connsiteY1593" fmla="*/ 93345 h 138429"/>
                <a:gd name="connsiteX1594" fmla="*/ 2113276 w 4940931"/>
                <a:gd name="connsiteY1594" fmla="*/ 106680 h 138429"/>
                <a:gd name="connsiteX1595" fmla="*/ 2106926 w 4940931"/>
                <a:gd name="connsiteY1595" fmla="*/ 109220 h 138429"/>
                <a:gd name="connsiteX1596" fmla="*/ 2098671 w 4940931"/>
                <a:gd name="connsiteY1596" fmla="*/ 110490 h 138429"/>
                <a:gd name="connsiteX1597" fmla="*/ 2091686 w 4940931"/>
                <a:gd name="connsiteY1597" fmla="*/ 109220 h 138429"/>
                <a:gd name="connsiteX1598" fmla="*/ 2085971 w 4940931"/>
                <a:gd name="connsiteY1598" fmla="*/ 105410 h 138429"/>
                <a:gd name="connsiteX1599" fmla="*/ 2082161 w 4940931"/>
                <a:gd name="connsiteY1599" fmla="*/ 99060 h 138429"/>
                <a:gd name="connsiteX1600" fmla="*/ 2080891 w 4940931"/>
                <a:gd name="connsiteY1600" fmla="*/ 89535 h 138429"/>
                <a:gd name="connsiteX1601" fmla="*/ 2080891 w 4940931"/>
                <a:gd name="connsiteY1601" fmla="*/ 44450 h 138429"/>
                <a:gd name="connsiteX1602" fmla="*/ 2070096 w 4940931"/>
                <a:gd name="connsiteY1602" fmla="*/ 44450 h 138429"/>
                <a:gd name="connsiteX1603" fmla="*/ 2070096 w 4940931"/>
                <a:gd name="connsiteY1603" fmla="*/ 30480 h 138429"/>
                <a:gd name="connsiteX1604" fmla="*/ 2080891 w 4940931"/>
                <a:gd name="connsiteY1604" fmla="*/ 30480 h 138429"/>
                <a:gd name="connsiteX1605" fmla="*/ 2080891 w 4940931"/>
                <a:gd name="connsiteY1605" fmla="*/ 8255 h 138429"/>
                <a:gd name="connsiteX1606" fmla="*/ 1931665 w 4940931"/>
                <a:gd name="connsiteY1606" fmla="*/ 0 h 138429"/>
                <a:gd name="connsiteX1607" fmla="*/ 1931665 w 4940931"/>
                <a:gd name="connsiteY1607" fmla="*/ 37465 h 138429"/>
                <a:gd name="connsiteX1608" fmla="*/ 1936110 w 4940931"/>
                <a:gd name="connsiteY1608" fmla="*/ 33655 h 138429"/>
                <a:gd name="connsiteX1609" fmla="*/ 1939920 w 4940931"/>
                <a:gd name="connsiteY1609" fmla="*/ 31115 h 138429"/>
                <a:gd name="connsiteX1610" fmla="*/ 1945000 w 4940931"/>
                <a:gd name="connsiteY1610" fmla="*/ 29210 h 138429"/>
                <a:gd name="connsiteX1611" fmla="*/ 1951985 w 4940931"/>
                <a:gd name="connsiteY1611" fmla="*/ 28575 h 138429"/>
                <a:gd name="connsiteX1612" fmla="*/ 1964050 w 4940931"/>
                <a:gd name="connsiteY1612" fmla="*/ 31115 h 138429"/>
                <a:gd name="connsiteX1613" fmla="*/ 1973575 w 4940931"/>
                <a:gd name="connsiteY1613" fmla="*/ 38735 h 138429"/>
                <a:gd name="connsiteX1614" fmla="*/ 1979925 w 4940931"/>
                <a:gd name="connsiteY1614" fmla="*/ 51435 h 138429"/>
                <a:gd name="connsiteX1615" fmla="*/ 1982465 w 4940931"/>
                <a:gd name="connsiteY1615" fmla="*/ 70485 h 138429"/>
                <a:gd name="connsiteX1616" fmla="*/ 1981830 w 4940931"/>
                <a:gd name="connsiteY1616" fmla="*/ 71120 h 138429"/>
                <a:gd name="connsiteX1617" fmla="*/ 1979290 w 4940931"/>
                <a:gd name="connsiteY1617" fmla="*/ 88265 h 138429"/>
                <a:gd name="connsiteX1618" fmla="*/ 1972305 w 4940931"/>
                <a:gd name="connsiteY1618" fmla="*/ 100330 h 138429"/>
                <a:gd name="connsiteX1619" fmla="*/ 1962780 w 4940931"/>
                <a:gd name="connsiteY1619" fmla="*/ 107315 h 138429"/>
                <a:gd name="connsiteX1620" fmla="*/ 1951350 w 4940931"/>
                <a:gd name="connsiteY1620" fmla="*/ 109855 h 138429"/>
                <a:gd name="connsiteX1621" fmla="*/ 1940555 w 4940931"/>
                <a:gd name="connsiteY1621" fmla="*/ 107315 h 138429"/>
                <a:gd name="connsiteX1622" fmla="*/ 1931665 w 4940931"/>
                <a:gd name="connsiteY1622" fmla="*/ 100965 h 138429"/>
                <a:gd name="connsiteX1623" fmla="*/ 1931665 w 4940931"/>
                <a:gd name="connsiteY1623" fmla="*/ 107950 h 138429"/>
                <a:gd name="connsiteX1624" fmla="*/ 1916425 w 4940931"/>
                <a:gd name="connsiteY1624" fmla="*/ 107950 h 138429"/>
                <a:gd name="connsiteX1625" fmla="*/ 1916425 w 4940931"/>
                <a:gd name="connsiteY1625" fmla="*/ 7620 h 138429"/>
                <a:gd name="connsiteX1626" fmla="*/ 1316991 w 4940931"/>
                <a:gd name="connsiteY1626" fmla="*/ 0 h 138429"/>
                <a:gd name="connsiteX1627" fmla="*/ 1316991 w 4940931"/>
                <a:gd name="connsiteY1627" fmla="*/ 30480 h 138429"/>
                <a:gd name="connsiteX1628" fmla="*/ 1336041 w 4940931"/>
                <a:gd name="connsiteY1628" fmla="*/ 30480 h 138429"/>
                <a:gd name="connsiteX1629" fmla="*/ 1336041 w 4940931"/>
                <a:gd name="connsiteY1629" fmla="*/ 44450 h 138429"/>
                <a:gd name="connsiteX1630" fmla="*/ 1316991 w 4940931"/>
                <a:gd name="connsiteY1630" fmla="*/ 44450 h 138429"/>
                <a:gd name="connsiteX1631" fmla="*/ 1316991 w 4940931"/>
                <a:gd name="connsiteY1631" fmla="*/ 86995 h 138429"/>
                <a:gd name="connsiteX1632" fmla="*/ 1316991 w 4940931"/>
                <a:gd name="connsiteY1632" fmla="*/ 91440 h 138429"/>
                <a:gd name="connsiteX1633" fmla="*/ 1318261 w 4940931"/>
                <a:gd name="connsiteY1633" fmla="*/ 94615 h 138429"/>
                <a:gd name="connsiteX1634" fmla="*/ 1320801 w 4940931"/>
                <a:gd name="connsiteY1634" fmla="*/ 95885 h 138429"/>
                <a:gd name="connsiteX1635" fmla="*/ 1324611 w 4940931"/>
                <a:gd name="connsiteY1635" fmla="*/ 95885 h 138429"/>
                <a:gd name="connsiteX1636" fmla="*/ 1330961 w 4940931"/>
                <a:gd name="connsiteY1636" fmla="*/ 95250 h 138429"/>
                <a:gd name="connsiteX1637" fmla="*/ 1336041 w 4940931"/>
                <a:gd name="connsiteY1637" fmla="*/ 93345 h 138429"/>
                <a:gd name="connsiteX1638" fmla="*/ 1334136 w 4940931"/>
                <a:gd name="connsiteY1638" fmla="*/ 106680 h 138429"/>
                <a:gd name="connsiteX1639" fmla="*/ 1327786 w 4940931"/>
                <a:gd name="connsiteY1639" fmla="*/ 109220 h 138429"/>
                <a:gd name="connsiteX1640" fmla="*/ 1319531 w 4940931"/>
                <a:gd name="connsiteY1640" fmla="*/ 110490 h 138429"/>
                <a:gd name="connsiteX1641" fmla="*/ 1312546 w 4940931"/>
                <a:gd name="connsiteY1641" fmla="*/ 109220 h 138429"/>
                <a:gd name="connsiteX1642" fmla="*/ 1306831 w 4940931"/>
                <a:gd name="connsiteY1642" fmla="*/ 105410 h 138429"/>
                <a:gd name="connsiteX1643" fmla="*/ 1303021 w 4940931"/>
                <a:gd name="connsiteY1643" fmla="*/ 99060 h 138429"/>
                <a:gd name="connsiteX1644" fmla="*/ 1301751 w 4940931"/>
                <a:gd name="connsiteY1644" fmla="*/ 89535 h 138429"/>
                <a:gd name="connsiteX1645" fmla="*/ 1301751 w 4940931"/>
                <a:gd name="connsiteY1645" fmla="*/ 44450 h 138429"/>
                <a:gd name="connsiteX1646" fmla="*/ 1290956 w 4940931"/>
                <a:gd name="connsiteY1646" fmla="*/ 44450 h 138429"/>
                <a:gd name="connsiteX1647" fmla="*/ 1290956 w 4940931"/>
                <a:gd name="connsiteY1647" fmla="*/ 30480 h 138429"/>
                <a:gd name="connsiteX1648" fmla="*/ 1301751 w 4940931"/>
                <a:gd name="connsiteY1648" fmla="*/ 30480 h 138429"/>
                <a:gd name="connsiteX1649" fmla="*/ 1301751 w 4940931"/>
                <a:gd name="connsiteY1649" fmla="*/ 8255 h 138429"/>
                <a:gd name="connsiteX1650" fmla="*/ 751206 w 4940931"/>
                <a:gd name="connsiteY1650" fmla="*/ 0 h 138429"/>
                <a:gd name="connsiteX1651" fmla="*/ 751206 w 4940931"/>
                <a:gd name="connsiteY1651" fmla="*/ 30480 h 138429"/>
                <a:gd name="connsiteX1652" fmla="*/ 770256 w 4940931"/>
                <a:gd name="connsiteY1652" fmla="*/ 30480 h 138429"/>
                <a:gd name="connsiteX1653" fmla="*/ 770256 w 4940931"/>
                <a:gd name="connsiteY1653" fmla="*/ 44450 h 138429"/>
                <a:gd name="connsiteX1654" fmla="*/ 751206 w 4940931"/>
                <a:gd name="connsiteY1654" fmla="*/ 44450 h 138429"/>
                <a:gd name="connsiteX1655" fmla="*/ 751206 w 4940931"/>
                <a:gd name="connsiteY1655" fmla="*/ 86995 h 138429"/>
                <a:gd name="connsiteX1656" fmla="*/ 751206 w 4940931"/>
                <a:gd name="connsiteY1656" fmla="*/ 91440 h 138429"/>
                <a:gd name="connsiteX1657" fmla="*/ 752476 w 4940931"/>
                <a:gd name="connsiteY1657" fmla="*/ 94615 h 138429"/>
                <a:gd name="connsiteX1658" fmla="*/ 755016 w 4940931"/>
                <a:gd name="connsiteY1658" fmla="*/ 95885 h 138429"/>
                <a:gd name="connsiteX1659" fmla="*/ 758826 w 4940931"/>
                <a:gd name="connsiteY1659" fmla="*/ 95885 h 138429"/>
                <a:gd name="connsiteX1660" fmla="*/ 765176 w 4940931"/>
                <a:gd name="connsiteY1660" fmla="*/ 95250 h 138429"/>
                <a:gd name="connsiteX1661" fmla="*/ 770256 w 4940931"/>
                <a:gd name="connsiteY1661" fmla="*/ 93345 h 138429"/>
                <a:gd name="connsiteX1662" fmla="*/ 768351 w 4940931"/>
                <a:gd name="connsiteY1662" fmla="*/ 106680 h 138429"/>
                <a:gd name="connsiteX1663" fmla="*/ 762001 w 4940931"/>
                <a:gd name="connsiteY1663" fmla="*/ 109220 h 138429"/>
                <a:gd name="connsiteX1664" fmla="*/ 753746 w 4940931"/>
                <a:gd name="connsiteY1664" fmla="*/ 110490 h 138429"/>
                <a:gd name="connsiteX1665" fmla="*/ 746761 w 4940931"/>
                <a:gd name="connsiteY1665" fmla="*/ 109220 h 138429"/>
                <a:gd name="connsiteX1666" fmla="*/ 741045 w 4940931"/>
                <a:gd name="connsiteY1666" fmla="*/ 105410 h 138429"/>
                <a:gd name="connsiteX1667" fmla="*/ 737236 w 4940931"/>
                <a:gd name="connsiteY1667" fmla="*/ 99060 h 138429"/>
                <a:gd name="connsiteX1668" fmla="*/ 735966 w 4940931"/>
                <a:gd name="connsiteY1668" fmla="*/ 89535 h 138429"/>
                <a:gd name="connsiteX1669" fmla="*/ 735966 w 4940931"/>
                <a:gd name="connsiteY1669" fmla="*/ 44450 h 138429"/>
                <a:gd name="connsiteX1670" fmla="*/ 725171 w 4940931"/>
                <a:gd name="connsiteY1670" fmla="*/ 44450 h 138429"/>
                <a:gd name="connsiteX1671" fmla="*/ 725171 w 4940931"/>
                <a:gd name="connsiteY1671" fmla="*/ 30480 h 138429"/>
                <a:gd name="connsiteX1672" fmla="*/ 735966 w 4940931"/>
                <a:gd name="connsiteY1672" fmla="*/ 30480 h 138429"/>
                <a:gd name="connsiteX1673" fmla="*/ 735966 w 4940931"/>
                <a:gd name="connsiteY1673" fmla="*/ 8255 h 138429"/>
                <a:gd name="connsiteX1674" fmla="*/ 521335 w 4940931"/>
                <a:gd name="connsiteY1674" fmla="*/ 0 h 138429"/>
                <a:gd name="connsiteX1675" fmla="*/ 521335 w 4940931"/>
                <a:gd name="connsiteY1675" fmla="*/ 30480 h 138429"/>
                <a:gd name="connsiteX1676" fmla="*/ 540385 w 4940931"/>
                <a:gd name="connsiteY1676" fmla="*/ 30480 h 138429"/>
                <a:gd name="connsiteX1677" fmla="*/ 540385 w 4940931"/>
                <a:gd name="connsiteY1677" fmla="*/ 44450 h 138429"/>
                <a:gd name="connsiteX1678" fmla="*/ 521335 w 4940931"/>
                <a:gd name="connsiteY1678" fmla="*/ 44450 h 138429"/>
                <a:gd name="connsiteX1679" fmla="*/ 521335 w 4940931"/>
                <a:gd name="connsiteY1679" fmla="*/ 86995 h 138429"/>
                <a:gd name="connsiteX1680" fmla="*/ 521335 w 4940931"/>
                <a:gd name="connsiteY1680" fmla="*/ 91440 h 138429"/>
                <a:gd name="connsiteX1681" fmla="*/ 522605 w 4940931"/>
                <a:gd name="connsiteY1681" fmla="*/ 94615 h 138429"/>
                <a:gd name="connsiteX1682" fmla="*/ 525145 w 4940931"/>
                <a:gd name="connsiteY1682" fmla="*/ 95885 h 138429"/>
                <a:gd name="connsiteX1683" fmla="*/ 528955 w 4940931"/>
                <a:gd name="connsiteY1683" fmla="*/ 95885 h 138429"/>
                <a:gd name="connsiteX1684" fmla="*/ 535305 w 4940931"/>
                <a:gd name="connsiteY1684" fmla="*/ 95250 h 138429"/>
                <a:gd name="connsiteX1685" fmla="*/ 540385 w 4940931"/>
                <a:gd name="connsiteY1685" fmla="*/ 93345 h 138429"/>
                <a:gd name="connsiteX1686" fmla="*/ 538480 w 4940931"/>
                <a:gd name="connsiteY1686" fmla="*/ 106680 h 138429"/>
                <a:gd name="connsiteX1687" fmla="*/ 532130 w 4940931"/>
                <a:gd name="connsiteY1687" fmla="*/ 109220 h 138429"/>
                <a:gd name="connsiteX1688" fmla="*/ 523875 w 4940931"/>
                <a:gd name="connsiteY1688" fmla="*/ 110490 h 138429"/>
                <a:gd name="connsiteX1689" fmla="*/ 516890 w 4940931"/>
                <a:gd name="connsiteY1689" fmla="*/ 109220 h 138429"/>
                <a:gd name="connsiteX1690" fmla="*/ 511175 w 4940931"/>
                <a:gd name="connsiteY1690" fmla="*/ 105410 h 138429"/>
                <a:gd name="connsiteX1691" fmla="*/ 507365 w 4940931"/>
                <a:gd name="connsiteY1691" fmla="*/ 99060 h 138429"/>
                <a:gd name="connsiteX1692" fmla="*/ 506095 w 4940931"/>
                <a:gd name="connsiteY1692" fmla="*/ 89535 h 138429"/>
                <a:gd name="connsiteX1693" fmla="*/ 506095 w 4940931"/>
                <a:gd name="connsiteY1693" fmla="*/ 44450 h 138429"/>
                <a:gd name="connsiteX1694" fmla="*/ 495300 w 4940931"/>
                <a:gd name="connsiteY1694" fmla="*/ 44450 h 138429"/>
                <a:gd name="connsiteX1695" fmla="*/ 495300 w 4940931"/>
                <a:gd name="connsiteY1695" fmla="*/ 30480 h 138429"/>
                <a:gd name="connsiteX1696" fmla="*/ 506095 w 4940931"/>
                <a:gd name="connsiteY1696" fmla="*/ 30480 h 138429"/>
                <a:gd name="connsiteX1697" fmla="*/ 506095 w 4940931"/>
                <a:gd name="connsiteY1697" fmla="*/ 8255 h 138429"/>
                <a:gd name="connsiteX1698" fmla="*/ 466724 w 4940931"/>
                <a:gd name="connsiteY1698" fmla="*/ 0 h 138429"/>
                <a:gd name="connsiteX1699" fmla="*/ 466724 w 4940931"/>
                <a:gd name="connsiteY1699" fmla="*/ 30480 h 138429"/>
                <a:gd name="connsiteX1700" fmla="*/ 485774 w 4940931"/>
                <a:gd name="connsiteY1700" fmla="*/ 30480 h 138429"/>
                <a:gd name="connsiteX1701" fmla="*/ 485774 w 4940931"/>
                <a:gd name="connsiteY1701" fmla="*/ 44450 h 138429"/>
                <a:gd name="connsiteX1702" fmla="*/ 466724 w 4940931"/>
                <a:gd name="connsiteY1702" fmla="*/ 44450 h 138429"/>
                <a:gd name="connsiteX1703" fmla="*/ 466724 w 4940931"/>
                <a:gd name="connsiteY1703" fmla="*/ 86995 h 138429"/>
                <a:gd name="connsiteX1704" fmla="*/ 466724 w 4940931"/>
                <a:gd name="connsiteY1704" fmla="*/ 91440 h 138429"/>
                <a:gd name="connsiteX1705" fmla="*/ 467994 w 4940931"/>
                <a:gd name="connsiteY1705" fmla="*/ 94615 h 138429"/>
                <a:gd name="connsiteX1706" fmla="*/ 470534 w 4940931"/>
                <a:gd name="connsiteY1706" fmla="*/ 95885 h 138429"/>
                <a:gd name="connsiteX1707" fmla="*/ 474344 w 4940931"/>
                <a:gd name="connsiteY1707" fmla="*/ 95885 h 138429"/>
                <a:gd name="connsiteX1708" fmla="*/ 480694 w 4940931"/>
                <a:gd name="connsiteY1708" fmla="*/ 95250 h 138429"/>
                <a:gd name="connsiteX1709" fmla="*/ 485774 w 4940931"/>
                <a:gd name="connsiteY1709" fmla="*/ 93345 h 138429"/>
                <a:gd name="connsiteX1710" fmla="*/ 483869 w 4940931"/>
                <a:gd name="connsiteY1710" fmla="*/ 106680 h 138429"/>
                <a:gd name="connsiteX1711" fmla="*/ 477519 w 4940931"/>
                <a:gd name="connsiteY1711" fmla="*/ 109220 h 138429"/>
                <a:gd name="connsiteX1712" fmla="*/ 469264 w 4940931"/>
                <a:gd name="connsiteY1712" fmla="*/ 110490 h 138429"/>
                <a:gd name="connsiteX1713" fmla="*/ 462279 w 4940931"/>
                <a:gd name="connsiteY1713" fmla="*/ 109220 h 138429"/>
                <a:gd name="connsiteX1714" fmla="*/ 456564 w 4940931"/>
                <a:gd name="connsiteY1714" fmla="*/ 105410 h 138429"/>
                <a:gd name="connsiteX1715" fmla="*/ 452754 w 4940931"/>
                <a:gd name="connsiteY1715" fmla="*/ 99060 h 138429"/>
                <a:gd name="connsiteX1716" fmla="*/ 451484 w 4940931"/>
                <a:gd name="connsiteY1716" fmla="*/ 89535 h 138429"/>
                <a:gd name="connsiteX1717" fmla="*/ 451484 w 4940931"/>
                <a:gd name="connsiteY1717" fmla="*/ 44450 h 138429"/>
                <a:gd name="connsiteX1718" fmla="*/ 440689 w 4940931"/>
                <a:gd name="connsiteY1718" fmla="*/ 44450 h 138429"/>
                <a:gd name="connsiteX1719" fmla="*/ 440689 w 4940931"/>
                <a:gd name="connsiteY1719" fmla="*/ 30480 h 138429"/>
                <a:gd name="connsiteX1720" fmla="*/ 451484 w 4940931"/>
                <a:gd name="connsiteY1720" fmla="*/ 30480 h 138429"/>
                <a:gd name="connsiteX1721" fmla="*/ 451484 w 4940931"/>
                <a:gd name="connsiteY1721" fmla="*/ 8255 h 138429"/>
                <a:gd name="connsiteX1722" fmla="*/ 302259 w 4940931"/>
                <a:gd name="connsiteY1722" fmla="*/ 0 h 138429"/>
                <a:gd name="connsiteX1723" fmla="*/ 302259 w 4940931"/>
                <a:gd name="connsiteY1723" fmla="*/ 37465 h 138429"/>
                <a:gd name="connsiteX1724" fmla="*/ 306704 w 4940931"/>
                <a:gd name="connsiteY1724" fmla="*/ 33655 h 138429"/>
                <a:gd name="connsiteX1725" fmla="*/ 310514 w 4940931"/>
                <a:gd name="connsiteY1725" fmla="*/ 31115 h 138429"/>
                <a:gd name="connsiteX1726" fmla="*/ 315594 w 4940931"/>
                <a:gd name="connsiteY1726" fmla="*/ 29210 h 138429"/>
                <a:gd name="connsiteX1727" fmla="*/ 322579 w 4940931"/>
                <a:gd name="connsiteY1727" fmla="*/ 28575 h 138429"/>
                <a:gd name="connsiteX1728" fmla="*/ 334644 w 4940931"/>
                <a:gd name="connsiteY1728" fmla="*/ 31115 h 138429"/>
                <a:gd name="connsiteX1729" fmla="*/ 344169 w 4940931"/>
                <a:gd name="connsiteY1729" fmla="*/ 38735 h 138429"/>
                <a:gd name="connsiteX1730" fmla="*/ 350519 w 4940931"/>
                <a:gd name="connsiteY1730" fmla="*/ 51435 h 138429"/>
                <a:gd name="connsiteX1731" fmla="*/ 353059 w 4940931"/>
                <a:gd name="connsiteY1731" fmla="*/ 70485 h 138429"/>
                <a:gd name="connsiteX1732" fmla="*/ 352424 w 4940931"/>
                <a:gd name="connsiteY1732" fmla="*/ 71120 h 138429"/>
                <a:gd name="connsiteX1733" fmla="*/ 349884 w 4940931"/>
                <a:gd name="connsiteY1733" fmla="*/ 88265 h 138429"/>
                <a:gd name="connsiteX1734" fmla="*/ 342899 w 4940931"/>
                <a:gd name="connsiteY1734" fmla="*/ 100330 h 138429"/>
                <a:gd name="connsiteX1735" fmla="*/ 333374 w 4940931"/>
                <a:gd name="connsiteY1735" fmla="*/ 107315 h 138429"/>
                <a:gd name="connsiteX1736" fmla="*/ 321944 w 4940931"/>
                <a:gd name="connsiteY1736" fmla="*/ 109855 h 138429"/>
                <a:gd name="connsiteX1737" fmla="*/ 311149 w 4940931"/>
                <a:gd name="connsiteY1737" fmla="*/ 107315 h 138429"/>
                <a:gd name="connsiteX1738" fmla="*/ 302259 w 4940931"/>
                <a:gd name="connsiteY1738" fmla="*/ 100965 h 138429"/>
                <a:gd name="connsiteX1739" fmla="*/ 302259 w 4940931"/>
                <a:gd name="connsiteY1739" fmla="*/ 107950 h 138429"/>
                <a:gd name="connsiteX1740" fmla="*/ 287019 w 4940931"/>
                <a:gd name="connsiteY1740" fmla="*/ 107950 h 138429"/>
                <a:gd name="connsiteX1741" fmla="*/ 287019 w 4940931"/>
                <a:gd name="connsiteY1741" fmla="*/ 7620 h 138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Lst>
              <a:rect l="l" t="t" r="r" b="b"/>
              <a:pathLst>
                <a:path w="4940931" h="138429">
                  <a:moveTo>
                    <a:pt x="1032512" y="137477"/>
                  </a:moveTo>
                  <a:lnTo>
                    <a:pt x="1032512" y="137794"/>
                  </a:lnTo>
                  <a:lnTo>
                    <a:pt x="1030607" y="138429"/>
                  </a:lnTo>
                  <a:close/>
                  <a:moveTo>
                    <a:pt x="4929501" y="87629"/>
                  </a:moveTo>
                  <a:cubicBezTo>
                    <a:pt x="4930771" y="87629"/>
                    <a:pt x="4932676" y="87629"/>
                    <a:pt x="4933946" y="88264"/>
                  </a:cubicBezTo>
                  <a:cubicBezTo>
                    <a:pt x="4935216" y="88264"/>
                    <a:pt x="4936486" y="89534"/>
                    <a:pt x="4937756" y="90804"/>
                  </a:cubicBezTo>
                  <a:cubicBezTo>
                    <a:pt x="4939026" y="92074"/>
                    <a:pt x="4939661" y="93344"/>
                    <a:pt x="4940296" y="94614"/>
                  </a:cubicBezTo>
                  <a:cubicBezTo>
                    <a:pt x="4940296" y="95884"/>
                    <a:pt x="4940931" y="97789"/>
                    <a:pt x="4940931" y="99059"/>
                  </a:cubicBezTo>
                  <a:cubicBezTo>
                    <a:pt x="4940931" y="99059"/>
                    <a:pt x="4940931" y="102234"/>
                    <a:pt x="4940296" y="103504"/>
                  </a:cubicBezTo>
                  <a:cubicBezTo>
                    <a:pt x="4940296" y="104774"/>
                    <a:pt x="4939026" y="106044"/>
                    <a:pt x="4937756" y="107314"/>
                  </a:cubicBezTo>
                  <a:cubicBezTo>
                    <a:pt x="4936486" y="108584"/>
                    <a:pt x="4935216" y="109219"/>
                    <a:pt x="4933946" y="109854"/>
                  </a:cubicBezTo>
                  <a:cubicBezTo>
                    <a:pt x="4932676" y="109854"/>
                    <a:pt x="4930771" y="110489"/>
                    <a:pt x="4929501" y="110489"/>
                  </a:cubicBezTo>
                  <a:cubicBezTo>
                    <a:pt x="4928231" y="110489"/>
                    <a:pt x="4926326" y="110489"/>
                    <a:pt x="4925056" y="109854"/>
                  </a:cubicBezTo>
                  <a:cubicBezTo>
                    <a:pt x="4923786" y="109854"/>
                    <a:pt x="4922516" y="108584"/>
                    <a:pt x="4921246" y="107314"/>
                  </a:cubicBezTo>
                  <a:cubicBezTo>
                    <a:pt x="4919976" y="106044"/>
                    <a:pt x="4919341" y="104774"/>
                    <a:pt x="4918706" y="103504"/>
                  </a:cubicBezTo>
                  <a:cubicBezTo>
                    <a:pt x="4918706" y="102234"/>
                    <a:pt x="4918071" y="100329"/>
                    <a:pt x="4918071" y="99059"/>
                  </a:cubicBezTo>
                  <a:cubicBezTo>
                    <a:pt x="4918071" y="97789"/>
                    <a:pt x="4918071" y="95884"/>
                    <a:pt x="4918706" y="94614"/>
                  </a:cubicBezTo>
                  <a:cubicBezTo>
                    <a:pt x="4918706" y="93344"/>
                    <a:pt x="4919976" y="92074"/>
                    <a:pt x="4921246" y="90804"/>
                  </a:cubicBezTo>
                  <a:cubicBezTo>
                    <a:pt x="4922516" y="89534"/>
                    <a:pt x="4923786" y="88899"/>
                    <a:pt x="4925056" y="88264"/>
                  </a:cubicBezTo>
                  <a:cubicBezTo>
                    <a:pt x="4926326" y="88264"/>
                    <a:pt x="4928231" y="87629"/>
                    <a:pt x="4929501" y="87629"/>
                  </a:cubicBezTo>
                  <a:close/>
                  <a:moveTo>
                    <a:pt x="3079110" y="87629"/>
                  </a:moveTo>
                  <a:cubicBezTo>
                    <a:pt x="3080380" y="87629"/>
                    <a:pt x="3082285" y="87629"/>
                    <a:pt x="3083555" y="88264"/>
                  </a:cubicBezTo>
                  <a:cubicBezTo>
                    <a:pt x="3084825" y="88264"/>
                    <a:pt x="3086095" y="89534"/>
                    <a:pt x="3087365" y="90804"/>
                  </a:cubicBezTo>
                  <a:cubicBezTo>
                    <a:pt x="3088635" y="92074"/>
                    <a:pt x="3089270" y="93344"/>
                    <a:pt x="3089905" y="94614"/>
                  </a:cubicBezTo>
                  <a:cubicBezTo>
                    <a:pt x="3089905" y="95884"/>
                    <a:pt x="3090540" y="97789"/>
                    <a:pt x="3090540" y="99059"/>
                  </a:cubicBezTo>
                  <a:cubicBezTo>
                    <a:pt x="3090540" y="99059"/>
                    <a:pt x="3090540" y="102234"/>
                    <a:pt x="3089905" y="103504"/>
                  </a:cubicBezTo>
                  <a:cubicBezTo>
                    <a:pt x="3089905" y="104774"/>
                    <a:pt x="3088635" y="106044"/>
                    <a:pt x="3087365" y="107314"/>
                  </a:cubicBezTo>
                  <a:cubicBezTo>
                    <a:pt x="3086095" y="108584"/>
                    <a:pt x="3084825" y="109219"/>
                    <a:pt x="3083555" y="109854"/>
                  </a:cubicBezTo>
                  <a:cubicBezTo>
                    <a:pt x="3082285" y="109854"/>
                    <a:pt x="3080380" y="110489"/>
                    <a:pt x="3079110" y="110489"/>
                  </a:cubicBezTo>
                  <a:cubicBezTo>
                    <a:pt x="3077840" y="110489"/>
                    <a:pt x="3075935" y="110489"/>
                    <a:pt x="3074665" y="109854"/>
                  </a:cubicBezTo>
                  <a:cubicBezTo>
                    <a:pt x="3073395" y="109854"/>
                    <a:pt x="3072125" y="108584"/>
                    <a:pt x="3070855" y="107314"/>
                  </a:cubicBezTo>
                  <a:cubicBezTo>
                    <a:pt x="3069585" y="106044"/>
                    <a:pt x="3068950" y="104774"/>
                    <a:pt x="3068315" y="103504"/>
                  </a:cubicBezTo>
                  <a:cubicBezTo>
                    <a:pt x="3068315" y="102234"/>
                    <a:pt x="3067680" y="100329"/>
                    <a:pt x="3067680" y="99059"/>
                  </a:cubicBezTo>
                  <a:cubicBezTo>
                    <a:pt x="3067680" y="97789"/>
                    <a:pt x="3067680" y="95884"/>
                    <a:pt x="3068315" y="94614"/>
                  </a:cubicBezTo>
                  <a:cubicBezTo>
                    <a:pt x="3068315" y="93344"/>
                    <a:pt x="3069585" y="92074"/>
                    <a:pt x="3070855" y="90804"/>
                  </a:cubicBezTo>
                  <a:cubicBezTo>
                    <a:pt x="3072125" y="89534"/>
                    <a:pt x="3073395" y="88899"/>
                    <a:pt x="3074665" y="88264"/>
                  </a:cubicBezTo>
                  <a:cubicBezTo>
                    <a:pt x="3075935" y="88264"/>
                    <a:pt x="3077840" y="87629"/>
                    <a:pt x="3079110" y="87629"/>
                  </a:cubicBezTo>
                  <a:close/>
                  <a:moveTo>
                    <a:pt x="1565275" y="87629"/>
                  </a:moveTo>
                  <a:cubicBezTo>
                    <a:pt x="1566545" y="87629"/>
                    <a:pt x="1568450" y="87629"/>
                    <a:pt x="1569720" y="88264"/>
                  </a:cubicBezTo>
                  <a:cubicBezTo>
                    <a:pt x="1570990" y="88264"/>
                    <a:pt x="1572260" y="89534"/>
                    <a:pt x="1573529" y="90804"/>
                  </a:cubicBezTo>
                  <a:cubicBezTo>
                    <a:pt x="1574800" y="92074"/>
                    <a:pt x="1575435" y="93344"/>
                    <a:pt x="1576069" y="94614"/>
                  </a:cubicBezTo>
                  <a:cubicBezTo>
                    <a:pt x="1576069" y="95884"/>
                    <a:pt x="1576705" y="97789"/>
                    <a:pt x="1576705" y="99059"/>
                  </a:cubicBezTo>
                  <a:cubicBezTo>
                    <a:pt x="1576705" y="99059"/>
                    <a:pt x="1576705" y="102234"/>
                    <a:pt x="1576069" y="103504"/>
                  </a:cubicBezTo>
                  <a:cubicBezTo>
                    <a:pt x="1576069" y="104774"/>
                    <a:pt x="1574800" y="106044"/>
                    <a:pt x="1573529" y="107314"/>
                  </a:cubicBezTo>
                  <a:cubicBezTo>
                    <a:pt x="1572260" y="108584"/>
                    <a:pt x="1570990" y="109219"/>
                    <a:pt x="1569720" y="109854"/>
                  </a:cubicBezTo>
                  <a:cubicBezTo>
                    <a:pt x="1568450" y="109854"/>
                    <a:pt x="1566545" y="110489"/>
                    <a:pt x="1565275" y="110489"/>
                  </a:cubicBezTo>
                  <a:cubicBezTo>
                    <a:pt x="1564005" y="110489"/>
                    <a:pt x="1562099" y="110489"/>
                    <a:pt x="1560830" y="109854"/>
                  </a:cubicBezTo>
                  <a:cubicBezTo>
                    <a:pt x="1559559" y="109854"/>
                    <a:pt x="1558289" y="108584"/>
                    <a:pt x="1557020" y="107314"/>
                  </a:cubicBezTo>
                  <a:cubicBezTo>
                    <a:pt x="1555750" y="106044"/>
                    <a:pt x="1555114" y="104774"/>
                    <a:pt x="1554479" y="103504"/>
                  </a:cubicBezTo>
                  <a:cubicBezTo>
                    <a:pt x="1554479" y="102234"/>
                    <a:pt x="1553844" y="100329"/>
                    <a:pt x="1553844" y="99059"/>
                  </a:cubicBezTo>
                  <a:cubicBezTo>
                    <a:pt x="1553844" y="97789"/>
                    <a:pt x="1553844" y="95884"/>
                    <a:pt x="1554479" y="94614"/>
                  </a:cubicBezTo>
                  <a:cubicBezTo>
                    <a:pt x="1554479" y="93344"/>
                    <a:pt x="1555750" y="92074"/>
                    <a:pt x="1557020" y="90804"/>
                  </a:cubicBezTo>
                  <a:cubicBezTo>
                    <a:pt x="1558289" y="89534"/>
                    <a:pt x="1559559" y="88899"/>
                    <a:pt x="1560830" y="88264"/>
                  </a:cubicBezTo>
                  <a:cubicBezTo>
                    <a:pt x="1562099" y="88264"/>
                    <a:pt x="1564005" y="87629"/>
                    <a:pt x="1565275" y="87629"/>
                  </a:cubicBezTo>
                  <a:close/>
                  <a:moveTo>
                    <a:pt x="2642230" y="73024"/>
                  </a:moveTo>
                  <a:cubicBezTo>
                    <a:pt x="2637150" y="73024"/>
                    <a:pt x="2633340" y="74294"/>
                    <a:pt x="2630800" y="76199"/>
                  </a:cubicBezTo>
                  <a:cubicBezTo>
                    <a:pt x="2627625" y="78104"/>
                    <a:pt x="2626355" y="81279"/>
                    <a:pt x="2626355" y="84454"/>
                  </a:cubicBezTo>
                  <a:cubicBezTo>
                    <a:pt x="2626355" y="86994"/>
                    <a:pt x="2626355" y="88899"/>
                    <a:pt x="2627625" y="90169"/>
                  </a:cubicBezTo>
                  <a:cubicBezTo>
                    <a:pt x="2628260" y="92074"/>
                    <a:pt x="2629530" y="93344"/>
                    <a:pt x="2630800" y="93979"/>
                  </a:cubicBezTo>
                  <a:cubicBezTo>
                    <a:pt x="2632070" y="95249"/>
                    <a:pt x="2633340" y="95884"/>
                    <a:pt x="2635245" y="96519"/>
                  </a:cubicBezTo>
                  <a:cubicBezTo>
                    <a:pt x="2637150" y="96519"/>
                    <a:pt x="2639055" y="97154"/>
                    <a:pt x="2641595" y="97154"/>
                  </a:cubicBezTo>
                  <a:cubicBezTo>
                    <a:pt x="2643500" y="97154"/>
                    <a:pt x="2645405" y="97154"/>
                    <a:pt x="2647310" y="96519"/>
                  </a:cubicBezTo>
                  <a:cubicBezTo>
                    <a:pt x="2649215" y="96519"/>
                    <a:pt x="2651120" y="95249"/>
                    <a:pt x="2652390" y="93979"/>
                  </a:cubicBezTo>
                  <a:cubicBezTo>
                    <a:pt x="2654295" y="93344"/>
                    <a:pt x="2655565" y="92074"/>
                    <a:pt x="2656835" y="90804"/>
                  </a:cubicBezTo>
                  <a:cubicBezTo>
                    <a:pt x="2658105" y="89534"/>
                    <a:pt x="2659375" y="88264"/>
                    <a:pt x="2660010" y="86994"/>
                  </a:cubicBezTo>
                  <a:lnTo>
                    <a:pt x="2660010" y="75564"/>
                  </a:lnTo>
                  <a:cubicBezTo>
                    <a:pt x="2660010" y="75564"/>
                    <a:pt x="2657470" y="74294"/>
                    <a:pt x="2656200" y="74294"/>
                  </a:cubicBezTo>
                  <a:cubicBezTo>
                    <a:pt x="2654930" y="74294"/>
                    <a:pt x="2653660" y="73659"/>
                    <a:pt x="2652390" y="73659"/>
                  </a:cubicBezTo>
                  <a:cubicBezTo>
                    <a:pt x="2651120" y="73659"/>
                    <a:pt x="2649850" y="73659"/>
                    <a:pt x="2647945" y="73024"/>
                  </a:cubicBezTo>
                  <a:cubicBezTo>
                    <a:pt x="2646040" y="73024"/>
                    <a:pt x="2644135" y="73024"/>
                    <a:pt x="2642230" y="73024"/>
                  </a:cubicBezTo>
                  <a:close/>
                  <a:moveTo>
                    <a:pt x="4664706" y="43814"/>
                  </a:moveTo>
                  <a:cubicBezTo>
                    <a:pt x="4661531" y="43814"/>
                    <a:pt x="4658991" y="43814"/>
                    <a:pt x="4657086" y="45719"/>
                  </a:cubicBezTo>
                  <a:cubicBezTo>
                    <a:pt x="4654546" y="46989"/>
                    <a:pt x="4652641" y="48894"/>
                    <a:pt x="4651371" y="50799"/>
                  </a:cubicBezTo>
                  <a:cubicBezTo>
                    <a:pt x="4649466" y="53339"/>
                    <a:pt x="4648831" y="55879"/>
                    <a:pt x="4647561" y="59054"/>
                  </a:cubicBezTo>
                  <a:cubicBezTo>
                    <a:pt x="4646926" y="62229"/>
                    <a:pt x="4646291" y="65404"/>
                    <a:pt x="4646291" y="69849"/>
                  </a:cubicBezTo>
                  <a:cubicBezTo>
                    <a:pt x="4646291" y="74294"/>
                    <a:pt x="4646291" y="78104"/>
                    <a:pt x="4647561" y="81279"/>
                  </a:cubicBezTo>
                  <a:cubicBezTo>
                    <a:pt x="4648196" y="84454"/>
                    <a:pt x="4650101" y="87629"/>
                    <a:pt x="4651371" y="89534"/>
                  </a:cubicBezTo>
                  <a:cubicBezTo>
                    <a:pt x="4653276" y="92074"/>
                    <a:pt x="4655181" y="93344"/>
                    <a:pt x="4657721" y="94614"/>
                  </a:cubicBezTo>
                  <a:cubicBezTo>
                    <a:pt x="4660261" y="95884"/>
                    <a:pt x="4662801" y="96519"/>
                    <a:pt x="4665341" y="96519"/>
                  </a:cubicBezTo>
                  <a:cubicBezTo>
                    <a:pt x="4667881" y="96519"/>
                    <a:pt x="4671056" y="95884"/>
                    <a:pt x="4672961" y="94614"/>
                  </a:cubicBezTo>
                  <a:cubicBezTo>
                    <a:pt x="4675501" y="93344"/>
                    <a:pt x="4677406" y="91439"/>
                    <a:pt x="4678676" y="88899"/>
                  </a:cubicBezTo>
                  <a:cubicBezTo>
                    <a:pt x="4680581" y="86359"/>
                    <a:pt x="4681851" y="83819"/>
                    <a:pt x="4682486" y="80644"/>
                  </a:cubicBezTo>
                  <a:cubicBezTo>
                    <a:pt x="4683121" y="77469"/>
                    <a:pt x="4683756" y="74294"/>
                    <a:pt x="4683756" y="70484"/>
                  </a:cubicBezTo>
                  <a:lnTo>
                    <a:pt x="4684391" y="69849"/>
                  </a:lnTo>
                  <a:cubicBezTo>
                    <a:pt x="4684391" y="66039"/>
                    <a:pt x="4684391" y="62229"/>
                    <a:pt x="4683121" y="59054"/>
                  </a:cubicBezTo>
                  <a:cubicBezTo>
                    <a:pt x="4682486" y="55879"/>
                    <a:pt x="4680581" y="53339"/>
                    <a:pt x="4679311" y="50799"/>
                  </a:cubicBezTo>
                  <a:cubicBezTo>
                    <a:pt x="4677406" y="48259"/>
                    <a:pt x="4675501" y="46989"/>
                    <a:pt x="4672961" y="45719"/>
                  </a:cubicBezTo>
                  <a:cubicBezTo>
                    <a:pt x="4670421" y="44449"/>
                    <a:pt x="4667881" y="43814"/>
                    <a:pt x="4664706" y="43814"/>
                  </a:cubicBezTo>
                  <a:close/>
                  <a:moveTo>
                    <a:pt x="4264020" y="43814"/>
                  </a:moveTo>
                  <a:cubicBezTo>
                    <a:pt x="4260845" y="43814"/>
                    <a:pt x="4258305" y="43814"/>
                    <a:pt x="4256400" y="45719"/>
                  </a:cubicBezTo>
                  <a:cubicBezTo>
                    <a:pt x="4253860" y="46989"/>
                    <a:pt x="4251955" y="48894"/>
                    <a:pt x="4250685" y="50799"/>
                  </a:cubicBezTo>
                  <a:cubicBezTo>
                    <a:pt x="4248780" y="53339"/>
                    <a:pt x="4247510" y="55879"/>
                    <a:pt x="4246875" y="59054"/>
                  </a:cubicBezTo>
                  <a:cubicBezTo>
                    <a:pt x="4246240" y="62229"/>
                    <a:pt x="4245605" y="65404"/>
                    <a:pt x="4245605" y="69849"/>
                  </a:cubicBezTo>
                  <a:cubicBezTo>
                    <a:pt x="4245605" y="74294"/>
                    <a:pt x="4245605" y="78104"/>
                    <a:pt x="4246875" y="81279"/>
                  </a:cubicBezTo>
                  <a:cubicBezTo>
                    <a:pt x="4247510" y="84454"/>
                    <a:pt x="4249415" y="87629"/>
                    <a:pt x="4250685" y="89534"/>
                  </a:cubicBezTo>
                  <a:cubicBezTo>
                    <a:pt x="4252590" y="92074"/>
                    <a:pt x="4254495" y="93344"/>
                    <a:pt x="4257035" y="94614"/>
                  </a:cubicBezTo>
                  <a:cubicBezTo>
                    <a:pt x="4259575" y="95884"/>
                    <a:pt x="4262115" y="96519"/>
                    <a:pt x="4264655" y="96519"/>
                  </a:cubicBezTo>
                  <a:cubicBezTo>
                    <a:pt x="4267195" y="96519"/>
                    <a:pt x="4270370" y="95884"/>
                    <a:pt x="4272275" y="94614"/>
                  </a:cubicBezTo>
                  <a:cubicBezTo>
                    <a:pt x="4274815" y="93344"/>
                    <a:pt x="4276720" y="91439"/>
                    <a:pt x="4277990" y="88899"/>
                  </a:cubicBezTo>
                  <a:cubicBezTo>
                    <a:pt x="4279895" y="86359"/>
                    <a:pt x="4281165" y="83819"/>
                    <a:pt x="4281800" y="80644"/>
                  </a:cubicBezTo>
                  <a:cubicBezTo>
                    <a:pt x="4282435" y="77469"/>
                    <a:pt x="4283070" y="74294"/>
                    <a:pt x="4283070" y="70484"/>
                  </a:cubicBezTo>
                  <a:lnTo>
                    <a:pt x="4283705" y="69849"/>
                  </a:lnTo>
                  <a:cubicBezTo>
                    <a:pt x="4283705" y="66039"/>
                    <a:pt x="4283705" y="62229"/>
                    <a:pt x="4282435" y="59054"/>
                  </a:cubicBezTo>
                  <a:cubicBezTo>
                    <a:pt x="4281800" y="55879"/>
                    <a:pt x="4279895" y="53339"/>
                    <a:pt x="4278625" y="50799"/>
                  </a:cubicBezTo>
                  <a:cubicBezTo>
                    <a:pt x="4276720" y="48259"/>
                    <a:pt x="4274815" y="46989"/>
                    <a:pt x="4272275" y="45719"/>
                  </a:cubicBezTo>
                  <a:cubicBezTo>
                    <a:pt x="4269735" y="44449"/>
                    <a:pt x="4267195" y="43814"/>
                    <a:pt x="4264020" y="43814"/>
                  </a:cubicBezTo>
                  <a:close/>
                  <a:moveTo>
                    <a:pt x="1420495" y="43814"/>
                  </a:moveTo>
                  <a:cubicBezTo>
                    <a:pt x="1417320" y="43814"/>
                    <a:pt x="1414780" y="43814"/>
                    <a:pt x="1412875" y="45719"/>
                  </a:cubicBezTo>
                  <a:cubicBezTo>
                    <a:pt x="1410335" y="46989"/>
                    <a:pt x="1408430" y="48894"/>
                    <a:pt x="1407160" y="50799"/>
                  </a:cubicBezTo>
                  <a:cubicBezTo>
                    <a:pt x="1405255" y="53339"/>
                    <a:pt x="1403985" y="55879"/>
                    <a:pt x="1403350" y="59054"/>
                  </a:cubicBezTo>
                  <a:cubicBezTo>
                    <a:pt x="1402715" y="62229"/>
                    <a:pt x="1402080" y="65404"/>
                    <a:pt x="1402080" y="69849"/>
                  </a:cubicBezTo>
                  <a:cubicBezTo>
                    <a:pt x="1402080" y="74294"/>
                    <a:pt x="1402080" y="78104"/>
                    <a:pt x="1403350" y="81279"/>
                  </a:cubicBezTo>
                  <a:cubicBezTo>
                    <a:pt x="1403985" y="84454"/>
                    <a:pt x="1405890" y="87629"/>
                    <a:pt x="1407160" y="89534"/>
                  </a:cubicBezTo>
                  <a:cubicBezTo>
                    <a:pt x="1409065" y="92074"/>
                    <a:pt x="1410970" y="93344"/>
                    <a:pt x="1413510" y="94614"/>
                  </a:cubicBezTo>
                  <a:cubicBezTo>
                    <a:pt x="1416050" y="95884"/>
                    <a:pt x="1418590" y="96519"/>
                    <a:pt x="1421130" y="96519"/>
                  </a:cubicBezTo>
                  <a:cubicBezTo>
                    <a:pt x="1423670" y="96519"/>
                    <a:pt x="1426845" y="95884"/>
                    <a:pt x="1428750" y="94614"/>
                  </a:cubicBezTo>
                  <a:cubicBezTo>
                    <a:pt x="1431290" y="93344"/>
                    <a:pt x="1433195" y="91439"/>
                    <a:pt x="1434465" y="88899"/>
                  </a:cubicBezTo>
                  <a:cubicBezTo>
                    <a:pt x="1436370" y="86359"/>
                    <a:pt x="1437640" y="83819"/>
                    <a:pt x="1438275" y="80644"/>
                  </a:cubicBezTo>
                  <a:cubicBezTo>
                    <a:pt x="1438910" y="77469"/>
                    <a:pt x="1439545" y="74294"/>
                    <a:pt x="1439545" y="70484"/>
                  </a:cubicBezTo>
                  <a:lnTo>
                    <a:pt x="1440180" y="69849"/>
                  </a:lnTo>
                  <a:cubicBezTo>
                    <a:pt x="1440180" y="66039"/>
                    <a:pt x="1440180" y="62229"/>
                    <a:pt x="1438910" y="59054"/>
                  </a:cubicBezTo>
                  <a:cubicBezTo>
                    <a:pt x="1438275" y="55879"/>
                    <a:pt x="1436370" y="53339"/>
                    <a:pt x="1435100" y="50799"/>
                  </a:cubicBezTo>
                  <a:cubicBezTo>
                    <a:pt x="1433195" y="48259"/>
                    <a:pt x="1431290" y="46989"/>
                    <a:pt x="1428750" y="45719"/>
                  </a:cubicBezTo>
                  <a:cubicBezTo>
                    <a:pt x="1426210" y="44449"/>
                    <a:pt x="1423670" y="43814"/>
                    <a:pt x="1420495" y="43814"/>
                  </a:cubicBezTo>
                  <a:close/>
                  <a:moveTo>
                    <a:pt x="4041770" y="43180"/>
                  </a:moveTo>
                  <a:cubicBezTo>
                    <a:pt x="4039230" y="43180"/>
                    <a:pt x="4036690" y="43180"/>
                    <a:pt x="4034785" y="44450"/>
                  </a:cubicBezTo>
                  <a:cubicBezTo>
                    <a:pt x="4032880" y="45085"/>
                    <a:pt x="4030975" y="46355"/>
                    <a:pt x="4029705" y="48260"/>
                  </a:cubicBezTo>
                  <a:cubicBezTo>
                    <a:pt x="4028435" y="50165"/>
                    <a:pt x="4027165" y="52070"/>
                    <a:pt x="4025895" y="54610"/>
                  </a:cubicBezTo>
                  <a:cubicBezTo>
                    <a:pt x="4025260" y="57150"/>
                    <a:pt x="4023990" y="59690"/>
                    <a:pt x="4023990" y="62865"/>
                  </a:cubicBezTo>
                  <a:lnTo>
                    <a:pt x="4060185" y="62865"/>
                  </a:lnTo>
                  <a:cubicBezTo>
                    <a:pt x="4060185" y="62865"/>
                    <a:pt x="4059550" y="57785"/>
                    <a:pt x="4058915" y="55245"/>
                  </a:cubicBezTo>
                  <a:cubicBezTo>
                    <a:pt x="4058280" y="52705"/>
                    <a:pt x="4057010" y="50800"/>
                    <a:pt x="4055740" y="48895"/>
                  </a:cubicBezTo>
                  <a:cubicBezTo>
                    <a:pt x="4054470" y="46990"/>
                    <a:pt x="4052565" y="45720"/>
                    <a:pt x="4050025" y="44450"/>
                  </a:cubicBezTo>
                  <a:cubicBezTo>
                    <a:pt x="4047485" y="43180"/>
                    <a:pt x="4044945" y="43180"/>
                    <a:pt x="4041770" y="43180"/>
                  </a:cubicBezTo>
                  <a:close/>
                  <a:moveTo>
                    <a:pt x="3728081" y="43180"/>
                  </a:moveTo>
                  <a:cubicBezTo>
                    <a:pt x="3725541" y="43180"/>
                    <a:pt x="3723001" y="43180"/>
                    <a:pt x="3721096" y="44450"/>
                  </a:cubicBezTo>
                  <a:cubicBezTo>
                    <a:pt x="3719191" y="45085"/>
                    <a:pt x="3717286" y="46355"/>
                    <a:pt x="3716016" y="48260"/>
                  </a:cubicBezTo>
                  <a:cubicBezTo>
                    <a:pt x="3714746" y="50165"/>
                    <a:pt x="3713476" y="52070"/>
                    <a:pt x="3712206" y="54610"/>
                  </a:cubicBezTo>
                  <a:cubicBezTo>
                    <a:pt x="3711571" y="57150"/>
                    <a:pt x="3710301" y="59690"/>
                    <a:pt x="3710301" y="62865"/>
                  </a:cubicBezTo>
                  <a:lnTo>
                    <a:pt x="3746496" y="62865"/>
                  </a:lnTo>
                  <a:cubicBezTo>
                    <a:pt x="3746496" y="62865"/>
                    <a:pt x="3745861" y="57785"/>
                    <a:pt x="3745226" y="55245"/>
                  </a:cubicBezTo>
                  <a:cubicBezTo>
                    <a:pt x="3744591" y="52705"/>
                    <a:pt x="3743321" y="50800"/>
                    <a:pt x="3742051" y="48895"/>
                  </a:cubicBezTo>
                  <a:cubicBezTo>
                    <a:pt x="3740781" y="46990"/>
                    <a:pt x="3738876" y="45720"/>
                    <a:pt x="3736336" y="44450"/>
                  </a:cubicBezTo>
                  <a:cubicBezTo>
                    <a:pt x="3733796" y="43180"/>
                    <a:pt x="3731256" y="43180"/>
                    <a:pt x="3728081" y="43180"/>
                  </a:cubicBezTo>
                  <a:close/>
                  <a:moveTo>
                    <a:pt x="3541391" y="43180"/>
                  </a:moveTo>
                  <a:cubicBezTo>
                    <a:pt x="3538851" y="43180"/>
                    <a:pt x="3536311" y="43180"/>
                    <a:pt x="3534406" y="44450"/>
                  </a:cubicBezTo>
                  <a:cubicBezTo>
                    <a:pt x="3532501" y="45085"/>
                    <a:pt x="3530596" y="46355"/>
                    <a:pt x="3529326" y="48260"/>
                  </a:cubicBezTo>
                  <a:cubicBezTo>
                    <a:pt x="3528056" y="50165"/>
                    <a:pt x="3526786" y="52070"/>
                    <a:pt x="3525516" y="54610"/>
                  </a:cubicBezTo>
                  <a:cubicBezTo>
                    <a:pt x="3524881" y="57150"/>
                    <a:pt x="3524246" y="59690"/>
                    <a:pt x="3523611" y="62865"/>
                  </a:cubicBezTo>
                  <a:lnTo>
                    <a:pt x="3559806" y="62865"/>
                  </a:lnTo>
                  <a:cubicBezTo>
                    <a:pt x="3559806" y="62865"/>
                    <a:pt x="3559171" y="57785"/>
                    <a:pt x="3558536" y="55245"/>
                  </a:cubicBezTo>
                  <a:cubicBezTo>
                    <a:pt x="3557901" y="52705"/>
                    <a:pt x="3556631" y="50800"/>
                    <a:pt x="3555361" y="48895"/>
                  </a:cubicBezTo>
                  <a:cubicBezTo>
                    <a:pt x="3554091" y="46990"/>
                    <a:pt x="3552186" y="45720"/>
                    <a:pt x="3549646" y="44450"/>
                  </a:cubicBezTo>
                  <a:cubicBezTo>
                    <a:pt x="3547106" y="43180"/>
                    <a:pt x="3544566" y="43180"/>
                    <a:pt x="3541391" y="43180"/>
                  </a:cubicBezTo>
                  <a:close/>
                  <a:moveTo>
                    <a:pt x="3463285" y="43180"/>
                  </a:moveTo>
                  <a:cubicBezTo>
                    <a:pt x="3461380" y="43180"/>
                    <a:pt x="3459475" y="43180"/>
                    <a:pt x="3458205" y="43815"/>
                  </a:cubicBezTo>
                  <a:cubicBezTo>
                    <a:pt x="3456300" y="43815"/>
                    <a:pt x="3455030" y="45085"/>
                    <a:pt x="3453125" y="45720"/>
                  </a:cubicBezTo>
                  <a:cubicBezTo>
                    <a:pt x="3451855" y="46355"/>
                    <a:pt x="3449950" y="47625"/>
                    <a:pt x="3448680" y="48895"/>
                  </a:cubicBezTo>
                  <a:cubicBezTo>
                    <a:pt x="3447410" y="50165"/>
                    <a:pt x="3446140" y="51435"/>
                    <a:pt x="3445505" y="52705"/>
                  </a:cubicBezTo>
                  <a:lnTo>
                    <a:pt x="3445505" y="85725"/>
                  </a:lnTo>
                  <a:cubicBezTo>
                    <a:pt x="3445505" y="85725"/>
                    <a:pt x="3447410" y="88265"/>
                    <a:pt x="3448680" y="89535"/>
                  </a:cubicBezTo>
                  <a:cubicBezTo>
                    <a:pt x="3449950" y="90805"/>
                    <a:pt x="3451220" y="92075"/>
                    <a:pt x="3453125" y="92710"/>
                  </a:cubicBezTo>
                  <a:cubicBezTo>
                    <a:pt x="3455030" y="93980"/>
                    <a:pt x="3456300" y="94615"/>
                    <a:pt x="3458205" y="95250"/>
                  </a:cubicBezTo>
                  <a:cubicBezTo>
                    <a:pt x="3460110" y="95250"/>
                    <a:pt x="3462015" y="95885"/>
                    <a:pt x="3463920" y="95885"/>
                  </a:cubicBezTo>
                  <a:cubicBezTo>
                    <a:pt x="3469635" y="95885"/>
                    <a:pt x="3473445" y="93980"/>
                    <a:pt x="3476620" y="89535"/>
                  </a:cubicBezTo>
                  <a:cubicBezTo>
                    <a:pt x="3479795" y="85090"/>
                    <a:pt x="3481065" y="79375"/>
                    <a:pt x="3481065" y="71120"/>
                  </a:cubicBezTo>
                  <a:lnTo>
                    <a:pt x="3480430" y="71755"/>
                  </a:lnTo>
                  <a:cubicBezTo>
                    <a:pt x="3480430" y="62230"/>
                    <a:pt x="3479160" y="54610"/>
                    <a:pt x="3475985" y="50165"/>
                  </a:cubicBezTo>
                  <a:cubicBezTo>
                    <a:pt x="3472810" y="45720"/>
                    <a:pt x="3468365" y="43180"/>
                    <a:pt x="3463285" y="43180"/>
                  </a:cubicBezTo>
                  <a:close/>
                  <a:moveTo>
                    <a:pt x="3343271" y="43180"/>
                  </a:moveTo>
                  <a:cubicBezTo>
                    <a:pt x="3340731" y="43180"/>
                    <a:pt x="3338191" y="43180"/>
                    <a:pt x="3336286" y="44450"/>
                  </a:cubicBezTo>
                  <a:cubicBezTo>
                    <a:pt x="3334381" y="45085"/>
                    <a:pt x="3332476" y="46355"/>
                    <a:pt x="3331206" y="48260"/>
                  </a:cubicBezTo>
                  <a:cubicBezTo>
                    <a:pt x="3329936" y="50165"/>
                    <a:pt x="3328666" y="52070"/>
                    <a:pt x="3327396" y="54610"/>
                  </a:cubicBezTo>
                  <a:cubicBezTo>
                    <a:pt x="3326761" y="57150"/>
                    <a:pt x="3326126" y="59690"/>
                    <a:pt x="3325491" y="62865"/>
                  </a:cubicBezTo>
                  <a:lnTo>
                    <a:pt x="3361686" y="62865"/>
                  </a:lnTo>
                  <a:cubicBezTo>
                    <a:pt x="3361686" y="62865"/>
                    <a:pt x="3361051" y="57785"/>
                    <a:pt x="3360416" y="55245"/>
                  </a:cubicBezTo>
                  <a:cubicBezTo>
                    <a:pt x="3359781" y="52705"/>
                    <a:pt x="3358511" y="50800"/>
                    <a:pt x="3357241" y="48895"/>
                  </a:cubicBezTo>
                  <a:cubicBezTo>
                    <a:pt x="3355971" y="46990"/>
                    <a:pt x="3354066" y="45720"/>
                    <a:pt x="3351526" y="44450"/>
                  </a:cubicBezTo>
                  <a:cubicBezTo>
                    <a:pt x="3348986" y="43180"/>
                    <a:pt x="3346446" y="43180"/>
                    <a:pt x="3343271" y="43180"/>
                  </a:cubicBezTo>
                  <a:close/>
                  <a:moveTo>
                    <a:pt x="2976876" y="43180"/>
                  </a:moveTo>
                  <a:cubicBezTo>
                    <a:pt x="2974336" y="43180"/>
                    <a:pt x="2971796" y="43180"/>
                    <a:pt x="2969891" y="44450"/>
                  </a:cubicBezTo>
                  <a:cubicBezTo>
                    <a:pt x="2967986" y="45085"/>
                    <a:pt x="2966081" y="46355"/>
                    <a:pt x="2964811" y="48260"/>
                  </a:cubicBezTo>
                  <a:cubicBezTo>
                    <a:pt x="2963541" y="50165"/>
                    <a:pt x="2962271" y="52070"/>
                    <a:pt x="2961001" y="54610"/>
                  </a:cubicBezTo>
                  <a:cubicBezTo>
                    <a:pt x="2960366" y="57150"/>
                    <a:pt x="2959731" y="59690"/>
                    <a:pt x="2959096" y="62865"/>
                  </a:cubicBezTo>
                  <a:lnTo>
                    <a:pt x="2995291" y="62865"/>
                  </a:lnTo>
                  <a:cubicBezTo>
                    <a:pt x="2995291" y="62865"/>
                    <a:pt x="2994656" y="57785"/>
                    <a:pt x="2994021" y="55245"/>
                  </a:cubicBezTo>
                  <a:cubicBezTo>
                    <a:pt x="2993386" y="52705"/>
                    <a:pt x="2992116" y="50800"/>
                    <a:pt x="2990846" y="48895"/>
                  </a:cubicBezTo>
                  <a:cubicBezTo>
                    <a:pt x="2989576" y="46990"/>
                    <a:pt x="2987671" y="45720"/>
                    <a:pt x="2985131" y="44450"/>
                  </a:cubicBezTo>
                  <a:cubicBezTo>
                    <a:pt x="2982591" y="43180"/>
                    <a:pt x="2980051" y="43180"/>
                    <a:pt x="2976876" y="43180"/>
                  </a:cubicBezTo>
                  <a:close/>
                  <a:moveTo>
                    <a:pt x="2527930" y="43180"/>
                  </a:moveTo>
                  <a:cubicBezTo>
                    <a:pt x="2525390" y="43180"/>
                    <a:pt x="2522850" y="43180"/>
                    <a:pt x="2520945" y="44450"/>
                  </a:cubicBezTo>
                  <a:cubicBezTo>
                    <a:pt x="2519040" y="45085"/>
                    <a:pt x="2517135" y="46355"/>
                    <a:pt x="2515865" y="48260"/>
                  </a:cubicBezTo>
                  <a:cubicBezTo>
                    <a:pt x="2514595" y="50165"/>
                    <a:pt x="2513325" y="52070"/>
                    <a:pt x="2512055" y="54610"/>
                  </a:cubicBezTo>
                  <a:cubicBezTo>
                    <a:pt x="2511420" y="57150"/>
                    <a:pt x="2510150" y="59690"/>
                    <a:pt x="2510150" y="62865"/>
                  </a:cubicBezTo>
                  <a:lnTo>
                    <a:pt x="2546345" y="62865"/>
                  </a:lnTo>
                  <a:cubicBezTo>
                    <a:pt x="2546345" y="62865"/>
                    <a:pt x="2545710" y="57785"/>
                    <a:pt x="2545075" y="55245"/>
                  </a:cubicBezTo>
                  <a:cubicBezTo>
                    <a:pt x="2544440" y="52705"/>
                    <a:pt x="2543170" y="50800"/>
                    <a:pt x="2541900" y="48895"/>
                  </a:cubicBezTo>
                  <a:cubicBezTo>
                    <a:pt x="2540630" y="46990"/>
                    <a:pt x="2538725" y="45720"/>
                    <a:pt x="2536185" y="44450"/>
                  </a:cubicBezTo>
                  <a:cubicBezTo>
                    <a:pt x="2533645" y="43180"/>
                    <a:pt x="2531105" y="43180"/>
                    <a:pt x="2527930" y="43180"/>
                  </a:cubicBezTo>
                  <a:close/>
                  <a:moveTo>
                    <a:pt x="2214240" y="43180"/>
                  </a:moveTo>
                  <a:cubicBezTo>
                    <a:pt x="2211700" y="43180"/>
                    <a:pt x="2209160" y="43180"/>
                    <a:pt x="2207255" y="44450"/>
                  </a:cubicBezTo>
                  <a:cubicBezTo>
                    <a:pt x="2205350" y="45085"/>
                    <a:pt x="2203445" y="46355"/>
                    <a:pt x="2202175" y="48260"/>
                  </a:cubicBezTo>
                  <a:cubicBezTo>
                    <a:pt x="2200905" y="50165"/>
                    <a:pt x="2199635" y="52070"/>
                    <a:pt x="2198365" y="54610"/>
                  </a:cubicBezTo>
                  <a:cubicBezTo>
                    <a:pt x="2197730" y="57150"/>
                    <a:pt x="2196460" y="59690"/>
                    <a:pt x="2196460" y="62865"/>
                  </a:cubicBezTo>
                  <a:lnTo>
                    <a:pt x="2232655" y="62865"/>
                  </a:lnTo>
                  <a:cubicBezTo>
                    <a:pt x="2232655" y="62865"/>
                    <a:pt x="2232020" y="57785"/>
                    <a:pt x="2231385" y="55245"/>
                  </a:cubicBezTo>
                  <a:cubicBezTo>
                    <a:pt x="2230750" y="52705"/>
                    <a:pt x="2229480" y="50800"/>
                    <a:pt x="2228210" y="48895"/>
                  </a:cubicBezTo>
                  <a:cubicBezTo>
                    <a:pt x="2226940" y="46990"/>
                    <a:pt x="2225035" y="45720"/>
                    <a:pt x="2222495" y="44450"/>
                  </a:cubicBezTo>
                  <a:cubicBezTo>
                    <a:pt x="2219955" y="43180"/>
                    <a:pt x="2217415" y="43180"/>
                    <a:pt x="2214240" y="43180"/>
                  </a:cubicBezTo>
                  <a:close/>
                  <a:moveTo>
                    <a:pt x="2027551" y="43180"/>
                  </a:moveTo>
                  <a:cubicBezTo>
                    <a:pt x="2025011" y="43180"/>
                    <a:pt x="2022471" y="43180"/>
                    <a:pt x="2020566" y="44450"/>
                  </a:cubicBezTo>
                  <a:cubicBezTo>
                    <a:pt x="2018661" y="45085"/>
                    <a:pt x="2016756" y="46355"/>
                    <a:pt x="2015486" y="48260"/>
                  </a:cubicBezTo>
                  <a:cubicBezTo>
                    <a:pt x="2014216" y="50165"/>
                    <a:pt x="2012946" y="52070"/>
                    <a:pt x="2011676" y="54610"/>
                  </a:cubicBezTo>
                  <a:cubicBezTo>
                    <a:pt x="2011041" y="57150"/>
                    <a:pt x="2010406" y="59690"/>
                    <a:pt x="2009771" y="62865"/>
                  </a:cubicBezTo>
                  <a:lnTo>
                    <a:pt x="2045966" y="62865"/>
                  </a:lnTo>
                  <a:cubicBezTo>
                    <a:pt x="2045966" y="62865"/>
                    <a:pt x="2045331" y="57785"/>
                    <a:pt x="2044696" y="55245"/>
                  </a:cubicBezTo>
                  <a:cubicBezTo>
                    <a:pt x="2044061" y="52705"/>
                    <a:pt x="2042791" y="50800"/>
                    <a:pt x="2041521" y="48895"/>
                  </a:cubicBezTo>
                  <a:cubicBezTo>
                    <a:pt x="2040251" y="46990"/>
                    <a:pt x="2038346" y="45720"/>
                    <a:pt x="2035806" y="44450"/>
                  </a:cubicBezTo>
                  <a:cubicBezTo>
                    <a:pt x="2033266" y="43180"/>
                    <a:pt x="2030726" y="43180"/>
                    <a:pt x="2027551" y="43180"/>
                  </a:cubicBezTo>
                  <a:close/>
                  <a:moveTo>
                    <a:pt x="1949445" y="43180"/>
                  </a:moveTo>
                  <a:cubicBezTo>
                    <a:pt x="1947540" y="43180"/>
                    <a:pt x="1945635" y="43180"/>
                    <a:pt x="1944365" y="43815"/>
                  </a:cubicBezTo>
                  <a:cubicBezTo>
                    <a:pt x="1942460" y="43815"/>
                    <a:pt x="1941190" y="45085"/>
                    <a:pt x="1939285" y="45720"/>
                  </a:cubicBezTo>
                  <a:cubicBezTo>
                    <a:pt x="1938015" y="46355"/>
                    <a:pt x="1936110" y="47625"/>
                    <a:pt x="1934840" y="48895"/>
                  </a:cubicBezTo>
                  <a:cubicBezTo>
                    <a:pt x="1933570" y="50165"/>
                    <a:pt x="1932300" y="51435"/>
                    <a:pt x="1931665" y="52705"/>
                  </a:cubicBezTo>
                  <a:lnTo>
                    <a:pt x="1931665" y="85725"/>
                  </a:lnTo>
                  <a:cubicBezTo>
                    <a:pt x="1931665" y="85725"/>
                    <a:pt x="1933570" y="88265"/>
                    <a:pt x="1934840" y="89535"/>
                  </a:cubicBezTo>
                  <a:cubicBezTo>
                    <a:pt x="1936110" y="90805"/>
                    <a:pt x="1937380" y="92075"/>
                    <a:pt x="1939285" y="92710"/>
                  </a:cubicBezTo>
                  <a:cubicBezTo>
                    <a:pt x="1941190" y="93980"/>
                    <a:pt x="1942460" y="94615"/>
                    <a:pt x="1944365" y="95250"/>
                  </a:cubicBezTo>
                  <a:cubicBezTo>
                    <a:pt x="1946270" y="95250"/>
                    <a:pt x="1948175" y="95885"/>
                    <a:pt x="1950080" y="95885"/>
                  </a:cubicBezTo>
                  <a:cubicBezTo>
                    <a:pt x="1955795" y="95885"/>
                    <a:pt x="1959605" y="93980"/>
                    <a:pt x="1962780" y="89535"/>
                  </a:cubicBezTo>
                  <a:cubicBezTo>
                    <a:pt x="1965955" y="85090"/>
                    <a:pt x="1967225" y="79375"/>
                    <a:pt x="1967225" y="71120"/>
                  </a:cubicBezTo>
                  <a:lnTo>
                    <a:pt x="1966590" y="71755"/>
                  </a:lnTo>
                  <a:cubicBezTo>
                    <a:pt x="1966590" y="62230"/>
                    <a:pt x="1965320" y="54610"/>
                    <a:pt x="1962145" y="50165"/>
                  </a:cubicBezTo>
                  <a:cubicBezTo>
                    <a:pt x="1958970" y="45720"/>
                    <a:pt x="1954525" y="43180"/>
                    <a:pt x="1949445" y="43180"/>
                  </a:cubicBezTo>
                  <a:close/>
                  <a:moveTo>
                    <a:pt x="1829431" y="43180"/>
                  </a:moveTo>
                  <a:cubicBezTo>
                    <a:pt x="1826891" y="43180"/>
                    <a:pt x="1824351" y="43180"/>
                    <a:pt x="1822446" y="44450"/>
                  </a:cubicBezTo>
                  <a:cubicBezTo>
                    <a:pt x="1820541" y="45085"/>
                    <a:pt x="1818636" y="46355"/>
                    <a:pt x="1817366" y="48260"/>
                  </a:cubicBezTo>
                  <a:cubicBezTo>
                    <a:pt x="1816096" y="50165"/>
                    <a:pt x="1814826" y="52070"/>
                    <a:pt x="1813556" y="54610"/>
                  </a:cubicBezTo>
                  <a:cubicBezTo>
                    <a:pt x="1812921" y="57150"/>
                    <a:pt x="1811651" y="59690"/>
                    <a:pt x="1811651" y="62865"/>
                  </a:cubicBezTo>
                  <a:lnTo>
                    <a:pt x="1847846" y="62865"/>
                  </a:lnTo>
                  <a:cubicBezTo>
                    <a:pt x="1847846" y="62865"/>
                    <a:pt x="1847211" y="57785"/>
                    <a:pt x="1846576" y="55245"/>
                  </a:cubicBezTo>
                  <a:cubicBezTo>
                    <a:pt x="1845941" y="52705"/>
                    <a:pt x="1844671" y="50800"/>
                    <a:pt x="1843401" y="48895"/>
                  </a:cubicBezTo>
                  <a:cubicBezTo>
                    <a:pt x="1842131" y="46990"/>
                    <a:pt x="1840226" y="45720"/>
                    <a:pt x="1837686" y="44450"/>
                  </a:cubicBezTo>
                  <a:cubicBezTo>
                    <a:pt x="1835146" y="43180"/>
                    <a:pt x="1832606" y="43180"/>
                    <a:pt x="1829431" y="43180"/>
                  </a:cubicBezTo>
                  <a:close/>
                  <a:moveTo>
                    <a:pt x="1178561" y="43180"/>
                  </a:moveTo>
                  <a:cubicBezTo>
                    <a:pt x="1176021" y="43180"/>
                    <a:pt x="1173481" y="43180"/>
                    <a:pt x="1171576" y="44450"/>
                  </a:cubicBezTo>
                  <a:cubicBezTo>
                    <a:pt x="1169671" y="45085"/>
                    <a:pt x="1167766" y="46355"/>
                    <a:pt x="1166496" y="48260"/>
                  </a:cubicBezTo>
                  <a:cubicBezTo>
                    <a:pt x="1165226" y="50165"/>
                    <a:pt x="1163956" y="52070"/>
                    <a:pt x="1162686" y="54610"/>
                  </a:cubicBezTo>
                  <a:cubicBezTo>
                    <a:pt x="1162051" y="57150"/>
                    <a:pt x="1160781" y="59690"/>
                    <a:pt x="1160781" y="62865"/>
                  </a:cubicBezTo>
                  <a:lnTo>
                    <a:pt x="1196976" y="62865"/>
                  </a:lnTo>
                  <a:cubicBezTo>
                    <a:pt x="1196976" y="62865"/>
                    <a:pt x="1196341" y="57785"/>
                    <a:pt x="1195706" y="55245"/>
                  </a:cubicBezTo>
                  <a:cubicBezTo>
                    <a:pt x="1195071" y="52705"/>
                    <a:pt x="1193801" y="50800"/>
                    <a:pt x="1192531" y="48895"/>
                  </a:cubicBezTo>
                  <a:cubicBezTo>
                    <a:pt x="1191261" y="46990"/>
                    <a:pt x="1189356" y="45720"/>
                    <a:pt x="1186816" y="44450"/>
                  </a:cubicBezTo>
                  <a:cubicBezTo>
                    <a:pt x="1184276" y="43180"/>
                    <a:pt x="1181736" y="43180"/>
                    <a:pt x="1178561" y="43180"/>
                  </a:cubicBezTo>
                  <a:close/>
                  <a:moveTo>
                    <a:pt x="898525" y="43180"/>
                  </a:moveTo>
                  <a:cubicBezTo>
                    <a:pt x="895985" y="43180"/>
                    <a:pt x="893445" y="43180"/>
                    <a:pt x="891540" y="44450"/>
                  </a:cubicBezTo>
                  <a:cubicBezTo>
                    <a:pt x="889635" y="45085"/>
                    <a:pt x="887730" y="46355"/>
                    <a:pt x="886460" y="48260"/>
                  </a:cubicBezTo>
                  <a:cubicBezTo>
                    <a:pt x="885190" y="50165"/>
                    <a:pt x="883920" y="52070"/>
                    <a:pt x="882650" y="54610"/>
                  </a:cubicBezTo>
                  <a:cubicBezTo>
                    <a:pt x="882015" y="57150"/>
                    <a:pt x="881380" y="59690"/>
                    <a:pt x="880745" y="62865"/>
                  </a:cubicBezTo>
                  <a:lnTo>
                    <a:pt x="916940" y="62865"/>
                  </a:lnTo>
                  <a:cubicBezTo>
                    <a:pt x="916940" y="62865"/>
                    <a:pt x="916305" y="57785"/>
                    <a:pt x="915670" y="55245"/>
                  </a:cubicBezTo>
                  <a:cubicBezTo>
                    <a:pt x="915035" y="52705"/>
                    <a:pt x="913765" y="50800"/>
                    <a:pt x="912495" y="48895"/>
                  </a:cubicBezTo>
                  <a:cubicBezTo>
                    <a:pt x="911225" y="46990"/>
                    <a:pt x="909320" y="45720"/>
                    <a:pt x="906780" y="44450"/>
                  </a:cubicBezTo>
                  <a:cubicBezTo>
                    <a:pt x="904240" y="43180"/>
                    <a:pt x="901700" y="43180"/>
                    <a:pt x="898525" y="43180"/>
                  </a:cubicBezTo>
                  <a:close/>
                  <a:moveTo>
                    <a:pt x="584834" y="43180"/>
                  </a:moveTo>
                  <a:cubicBezTo>
                    <a:pt x="582294" y="43180"/>
                    <a:pt x="579754" y="43180"/>
                    <a:pt x="577849" y="44450"/>
                  </a:cubicBezTo>
                  <a:cubicBezTo>
                    <a:pt x="575944" y="45085"/>
                    <a:pt x="574039" y="46355"/>
                    <a:pt x="572769" y="48260"/>
                  </a:cubicBezTo>
                  <a:cubicBezTo>
                    <a:pt x="571499" y="50165"/>
                    <a:pt x="570229" y="52070"/>
                    <a:pt x="568959" y="54610"/>
                  </a:cubicBezTo>
                  <a:cubicBezTo>
                    <a:pt x="568324" y="57150"/>
                    <a:pt x="567689" y="59690"/>
                    <a:pt x="567054" y="62865"/>
                  </a:cubicBezTo>
                  <a:lnTo>
                    <a:pt x="603249" y="62865"/>
                  </a:lnTo>
                  <a:cubicBezTo>
                    <a:pt x="603249" y="62865"/>
                    <a:pt x="602614" y="57785"/>
                    <a:pt x="601979" y="55245"/>
                  </a:cubicBezTo>
                  <a:cubicBezTo>
                    <a:pt x="601344" y="52705"/>
                    <a:pt x="600074" y="50800"/>
                    <a:pt x="598804" y="48895"/>
                  </a:cubicBezTo>
                  <a:cubicBezTo>
                    <a:pt x="597534" y="46990"/>
                    <a:pt x="595629" y="45720"/>
                    <a:pt x="593089" y="44450"/>
                  </a:cubicBezTo>
                  <a:cubicBezTo>
                    <a:pt x="590549" y="43180"/>
                    <a:pt x="588009" y="43180"/>
                    <a:pt x="584834" y="43180"/>
                  </a:cubicBezTo>
                  <a:close/>
                  <a:moveTo>
                    <a:pt x="398145" y="43180"/>
                  </a:moveTo>
                  <a:cubicBezTo>
                    <a:pt x="395605" y="43180"/>
                    <a:pt x="393065" y="43180"/>
                    <a:pt x="391160" y="44450"/>
                  </a:cubicBezTo>
                  <a:cubicBezTo>
                    <a:pt x="389255" y="45085"/>
                    <a:pt x="387350" y="46355"/>
                    <a:pt x="386080" y="48260"/>
                  </a:cubicBezTo>
                  <a:cubicBezTo>
                    <a:pt x="384810" y="50165"/>
                    <a:pt x="383540" y="52070"/>
                    <a:pt x="382270" y="54610"/>
                  </a:cubicBezTo>
                  <a:cubicBezTo>
                    <a:pt x="381635" y="57150"/>
                    <a:pt x="380365" y="59690"/>
                    <a:pt x="380365" y="62865"/>
                  </a:cubicBezTo>
                  <a:lnTo>
                    <a:pt x="416560" y="62865"/>
                  </a:lnTo>
                  <a:cubicBezTo>
                    <a:pt x="416560" y="62865"/>
                    <a:pt x="415925" y="57785"/>
                    <a:pt x="415290" y="55245"/>
                  </a:cubicBezTo>
                  <a:cubicBezTo>
                    <a:pt x="414655" y="52705"/>
                    <a:pt x="413385" y="50800"/>
                    <a:pt x="412115" y="48895"/>
                  </a:cubicBezTo>
                  <a:cubicBezTo>
                    <a:pt x="410845" y="46990"/>
                    <a:pt x="408940" y="45720"/>
                    <a:pt x="406400" y="44450"/>
                  </a:cubicBezTo>
                  <a:cubicBezTo>
                    <a:pt x="403860" y="43180"/>
                    <a:pt x="401320" y="43180"/>
                    <a:pt x="398145" y="43180"/>
                  </a:cubicBezTo>
                  <a:close/>
                  <a:moveTo>
                    <a:pt x="320039" y="43180"/>
                  </a:moveTo>
                  <a:cubicBezTo>
                    <a:pt x="318134" y="43180"/>
                    <a:pt x="316229" y="43180"/>
                    <a:pt x="314959" y="43815"/>
                  </a:cubicBezTo>
                  <a:cubicBezTo>
                    <a:pt x="313054" y="43815"/>
                    <a:pt x="311784" y="45085"/>
                    <a:pt x="309879" y="45720"/>
                  </a:cubicBezTo>
                  <a:cubicBezTo>
                    <a:pt x="308609" y="46355"/>
                    <a:pt x="306704" y="47625"/>
                    <a:pt x="305434" y="48895"/>
                  </a:cubicBezTo>
                  <a:cubicBezTo>
                    <a:pt x="304164" y="50165"/>
                    <a:pt x="302894" y="51435"/>
                    <a:pt x="302259" y="52705"/>
                  </a:cubicBezTo>
                  <a:lnTo>
                    <a:pt x="302259" y="85725"/>
                  </a:lnTo>
                  <a:cubicBezTo>
                    <a:pt x="302259" y="85725"/>
                    <a:pt x="304164" y="88265"/>
                    <a:pt x="305434" y="89535"/>
                  </a:cubicBezTo>
                  <a:cubicBezTo>
                    <a:pt x="306704" y="90805"/>
                    <a:pt x="307974" y="92075"/>
                    <a:pt x="309879" y="92710"/>
                  </a:cubicBezTo>
                  <a:cubicBezTo>
                    <a:pt x="311784" y="93980"/>
                    <a:pt x="313054" y="94615"/>
                    <a:pt x="314959" y="95250"/>
                  </a:cubicBezTo>
                  <a:cubicBezTo>
                    <a:pt x="316864" y="95250"/>
                    <a:pt x="318769" y="95885"/>
                    <a:pt x="320674" y="95885"/>
                  </a:cubicBezTo>
                  <a:cubicBezTo>
                    <a:pt x="326389" y="95885"/>
                    <a:pt x="330199" y="93980"/>
                    <a:pt x="333374" y="89535"/>
                  </a:cubicBezTo>
                  <a:cubicBezTo>
                    <a:pt x="336549" y="85090"/>
                    <a:pt x="337819" y="79375"/>
                    <a:pt x="337819" y="71120"/>
                  </a:cubicBezTo>
                  <a:lnTo>
                    <a:pt x="337184" y="71755"/>
                  </a:lnTo>
                  <a:cubicBezTo>
                    <a:pt x="337184" y="62230"/>
                    <a:pt x="335914" y="54610"/>
                    <a:pt x="332739" y="50165"/>
                  </a:cubicBezTo>
                  <a:cubicBezTo>
                    <a:pt x="329564" y="45720"/>
                    <a:pt x="325119" y="43180"/>
                    <a:pt x="320039" y="43180"/>
                  </a:cubicBezTo>
                  <a:close/>
                  <a:moveTo>
                    <a:pt x="200025" y="43180"/>
                  </a:moveTo>
                  <a:cubicBezTo>
                    <a:pt x="197485" y="43180"/>
                    <a:pt x="194945" y="43180"/>
                    <a:pt x="193040" y="44450"/>
                  </a:cubicBezTo>
                  <a:cubicBezTo>
                    <a:pt x="191135" y="45085"/>
                    <a:pt x="189230" y="46355"/>
                    <a:pt x="187960" y="48260"/>
                  </a:cubicBezTo>
                  <a:cubicBezTo>
                    <a:pt x="186690" y="50165"/>
                    <a:pt x="185420" y="52070"/>
                    <a:pt x="184150" y="54610"/>
                  </a:cubicBezTo>
                  <a:cubicBezTo>
                    <a:pt x="183515" y="57150"/>
                    <a:pt x="182880" y="59690"/>
                    <a:pt x="182245" y="62865"/>
                  </a:cubicBezTo>
                  <a:lnTo>
                    <a:pt x="218440" y="62865"/>
                  </a:lnTo>
                  <a:cubicBezTo>
                    <a:pt x="218440" y="62865"/>
                    <a:pt x="217805" y="57785"/>
                    <a:pt x="217170" y="55245"/>
                  </a:cubicBezTo>
                  <a:cubicBezTo>
                    <a:pt x="216535" y="52705"/>
                    <a:pt x="215265" y="50800"/>
                    <a:pt x="213995" y="48895"/>
                  </a:cubicBezTo>
                  <a:cubicBezTo>
                    <a:pt x="212725" y="46990"/>
                    <a:pt x="210820" y="45720"/>
                    <a:pt x="208280" y="44450"/>
                  </a:cubicBezTo>
                  <a:cubicBezTo>
                    <a:pt x="205740" y="43180"/>
                    <a:pt x="203200" y="43180"/>
                    <a:pt x="200025" y="43180"/>
                  </a:cubicBezTo>
                  <a:close/>
                  <a:moveTo>
                    <a:pt x="4439281" y="43179"/>
                  </a:moveTo>
                  <a:cubicBezTo>
                    <a:pt x="4433566" y="43179"/>
                    <a:pt x="4429756" y="45084"/>
                    <a:pt x="4426581" y="49529"/>
                  </a:cubicBezTo>
                  <a:cubicBezTo>
                    <a:pt x="4423406" y="53974"/>
                    <a:pt x="4422136" y="59689"/>
                    <a:pt x="4422136" y="67944"/>
                  </a:cubicBezTo>
                  <a:cubicBezTo>
                    <a:pt x="4422136" y="73024"/>
                    <a:pt x="4422136" y="76834"/>
                    <a:pt x="4423406" y="80644"/>
                  </a:cubicBezTo>
                  <a:cubicBezTo>
                    <a:pt x="4424041" y="84454"/>
                    <a:pt x="4425311" y="86994"/>
                    <a:pt x="4426581" y="89534"/>
                  </a:cubicBezTo>
                  <a:cubicBezTo>
                    <a:pt x="4427851" y="92074"/>
                    <a:pt x="4429756" y="93344"/>
                    <a:pt x="4432296" y="94614"/>
                  </a:cubicBezTo>
                  <a:cubicBezTo>
                    <a:pt x="4434201" y="95884"/>
                    <a:pt x="4436741" y="96519"/>
                    <a:pt x="4439916" y="96519"/>
                  </a:cubicBezTo>
                  <a:cubicBezTo>
                    <a:pt x="4441821" y="96519"/>
                    <a:pt x="4443726" y="96519"/>
                    <a:pt x="4444996" y="95884"/>
                  </a:cubicBezTo>
                  <a:cubicBezTo>
                    <a:pt x="4446901" y="95884"/>
                    <a:pt x="4448171" y="94614"/>
                    <a:pt x="4450076" y="93344"/>
                  </a:cubicBezTo>
                  <a:cubicBezTo>
                    <a:pt x="4451346" y="92709"/>
                    <a:pt x="4453251" y="91439"/>
                    <a:pt x="4454521" y="90169"/>
                  </a:cubicBezTo>
                  <a:cubicBezTo>
                    <a:pt x="4455791" y="88899"/>
                    <a:pt x="4457061" y="87629"/>
                    <a:pt x="4457696" y="86359"/>
                  </a:cubicBezTo>
                  <a:lnTo>
                    <a:pt x="4457696" y="53339"/>
                  </a:lnTo>
                  <a:cubicBezTo>
                    <a:pt x="4457696" y="53339"/>
                    <a:pt x="4455791" y="50799"/>
                    <a:pt x="4454521" y="49529"/>
                  </a:cubicBezTo>
                  <a:cubicBezTo>
                    <a:pt x="4453251" y="48259"/>
                    <a:pt x="4451981" y="46989"/>
                    <a:pt x="4450076" y="46354"/>
                  </a:cubicBezTo>
                  <a:cubicBezTo>
                    <a:pt x="4448806" y="45084"/>
                    <a:pt x="4446901" y="44449"/>
                    <a:pt x="4444996" y="43814"/>
                  </a:cubicBezTo>
                  <a:cubicBezTo>
                    <a:pt x="4443091" y="43814"/>
                    <a:pt x="4441186" y="43179"/>
                    <a:pt x="4439281" y="43179"/>
                  </a:cubicBezTo>
                  <a:close/>
                  <a:moveTo>
                    <a:pt x="1014731" y="43179"/>
                  </a:moveTo>
                  <a:cubicBezTo>
                    <a:pt x="1009016" y="43179"/>
                    <a:pt x="1005206" y="45084"/>
                    <a:pt x="1002032" y="49529"/>
                  </a:cubicBezTo>
                  <a:cubicBezTo>
                    <a:pt x="998856" y="53974"/>
                    <a:pt x="997587" y="59689"/>
                    <a:pt x="997587" y="67944"/>
                  </a:cubicBezTo>
                  <a:cubicBezTo>
                    <a:pt x="997587" y="77469"/>
                    <a:pt x="998856" y="84454"/>
                    <a:pt x="1002032" y="88899"/>
                  </a:cubicBezTo>
                  <a:cubicBezTo>
                    <a:pt x="1005206" y="93979"/>
                    <a:pt x="1009016" y="95884"/>
                    <a:pt x="1015367" y="95884"/>
                  </a:cubicBezTo>
                  <a:cubicBezTo>
                    <a:pt x="1018541" y="95884"/>
                    <a:pt x="1022352" y="95249"/>
                    <a:pt x="1024891" y="93344"/>
                  </a:cubicBezTo>
                  <a:cubicBezTo>
                    <a:pt x="1028067" y="91439"/>
                    <a:pt x="1030607" y="88899"/>
                    <a:pt x="1033147" y="86359"/>
                  </a:cubicBezTo>
                  <a:lnTo>
                    <a:pt x="1033147" y="53339"/>
                  </a:lnTo>
                  <a:cubicBezTo>
                    <a:pt x="1033147" y="53339"/>
                    <a:pt x="1031242" y="50799"/>
                    <a:pt x="1029971" y="49529"/>
                  </a:cubicBezTo>
                  <a:cubicBezTo>
                    <a:pt x="1028702" y="48259"/>
                    <a:pt x="1027431" y="46989"/>
                    <a:pt x="1025526" y="46354"/>
                  </a:cubicBezTo>
                  <a:cubicBezTo>
                    <a:pt x="1023621" y="45084"/>
                    <a:pt x="1022352" y="44449"/>
                    <a:pt x="1020446" y="43814"/>
                  </a:cubicBezTo>
                  <a:cubicBezTo>
                    <a:pt x="1018541" y="43179"/>
                    <a:pt x="1016636" y="43179"/>
                    <a:pt x="1014731" y="43179"/>
                  </a:cubicBezTo>
                  <a:close/>
                  <a:moveTo>
                    <a:pt x="4524370" y="31114"/>
                  </a:moveTo>
                  <a:lnTo>
                    <a:pt x="4538975" y="31114"/>
                  </a:lnTo>
                  <a:lnTo>
                    <a:pt x="4552310" y="84454"/>
                  </a:lnTo>
                  <a:lnTo>
                    <a:pt x="4566915" y="31114"/>
                  </a:lnTo>
                  <a:lnTo>
                    <a:pt x="4579615" y="31114"/>
                  </a:lnTo>
                  <a:lnTo>
                    <a:pt x="4594220" y="84454"/>
                  </a:lnTo>
                  <a:lnTo>
                    <a:pt x="4606920" y="31114"/>
                  </a:lnTo>
                  <a:lnTo>
                    <a:pt x="4622160" y="31114"/>
                  </a:lnTo>
                  <a:lnTo>
                    <a:pt x="4600570" y="108584"/>
                  </a:lnTo>
                  <a:lnTo>
                    <a:pt x="4587235" y="108584"/>
                  </a:lnTo>
                  <a:lnTo>
                    <a:pt x="4572630" y="54609"/>
                  </a:lnTo>
                  <a:lnTo>
                    <a:pt x="4558660" y="108584"/>
                  </a:lnTo>
                  <a:lnTo>
                    <a:pt x="4545325" y="108584"/>
                  </a:lnTo>
                  <a:close/>
                  <a:moveTo>
                    <a:pt x="4123686" y="31114"/>
                  </a:moveTo>
                  <a:lnTo>
                    <a:pt x="4138926" y="31114"/>
                  </a:lnTo>
                  <a:lnTo>
                    <a:pt x="4152261" y="84454"/>
                  </a:lnTo>
                  <a:lnTo>
                    <a:pt x="4166866" y="31114"/>
                  </a:lnTo>
                  <a:lnTo>
                    <a:pt x="4178931" y="31114"/>
                  </a:lnTo>
                  <a:lnTo>
                    <a:pt x="4193536" y="84454"/>
                  </a:lnTo>
                  <a:lnTo>
                    <a:pt x="4206871" y="31114"/>
                  </a:lnTo>
                  <a:lnTo>
                    <a:pt x="4222111" y="31114"/>
                  </a:lnTo>
                  <a:lnTo>
                    <a:pt x="4200521" y="108584"/>
                  </a:lnTo>
                  <a:lnTo>
                    <a:pt x="4187186" y="108584"/>
                  </a:lnTo>
                  <a:lnTo>
                    <a:pt x="4172581" y="54609"/>
                  </a:lnTo>
                  <a:lnTo>
                    <a:pt x="4157976" y="108584"/>
                  </a:lnTo>
                  <a:lnTo>
                    <a:pt x="4145276" y="108584"/>
                  </a:lnTo>
                  <a:close/>
                  <a:moveTo>
                    <a:pt x="2837811" y="31114"/>
                  </a:moveTo>
                  <a:lnTo>
                    <a:pt x="2852416" y="31114"/>
                  </a:lnTo>
                  <a:lnTo>
                    <a:pt x="2865751" y="84454"/>
                  </a:lnTo>
                  <a:lnTo>
                    <a:pt x="2880356" y="31114"/>
                  </a:lnTo>
                  <a:lnTo>
                    <a:pt x="2893056" y="31114"/>
                  </a:lnTo>
                  <a:lnTo>
                    <a:pt x="2907661" y="84454"/>
                  </a:lnTo>
                  <a:lnTo>
                    <a:pt x="2920361" y="31114"/>
                  </a:lnTo>
                  <a:lnTo>
                    <a:pt x="2935601" y="31114"/>
                  </a:lnTo>
                  <a:lnTo>
                    <a:pt x="2914011" y="108584"/>
                  </a:lnTo>
                  <a:lnTo>
                    <a:pt x="2900676" y="108584"/>
                  </a:lnTo>
                  <a:lnTo>
                    <a:pt x="2886706" y="54609"/>
                  </a:lnTo>
                  <a:lnTo>
                    <a:pt x="2872101" y="108584"/>
                  </a:lnTo>
                  <a:lnTo>
                    <a:pt x="2858766" y="108584"/>
                  </a:lnTo>
                  <a:close/>
                  <a:moveTo>
                    <a:pt x="1354455" y="31114"/>
                  </a:moveTo>
                  <a:lnTo>
                    <a:pt x="1369695" y="31114"/>
                  </a:lnTo>
                  <a:lnTo>
                    <a:pt x="1369695" y="109219"/>
                  </a:lnTo>
                  <a:lnTo>
                    <a:pt x="1354455" y="109219"/>
                  </a:lnTo>
                  <a:close/>
                  <a:moveTo>
                    <a:pt x="2646040" y="29844"/>
                  </a:moveTo>
                  <a:cubicBezTo>
                    <a:pt x="2650485" y="29844"/>
                    <a:pt x="2654295" y="29844"/>
                    <a:pt x="2658105" y="31749"/>
                  </a:cubicBezTo>
                  <a:cubicBezTo>
                    <a:pt x="2661915" y="33019"/>
                    <a:pt x="2665090" y="34289"/>
                    <a:pt x="2667630" y="36829"/>
                  </a:cubicBezTo>
                  <a:cubicBezTo>
                    <a:pt x="2670170" y="38734"/>
                    <a:pt x="2672075" y="41909"/>
                    <a:pt x="2673345" y="45084"/>
                  </a:cubicBezTo>
                  <a:cubicBezTo>
                    <a:pt x="2674615" y="48259"/>
                    <a:pt x="2675250" y="52069"/>
                    <a:pt x="2675250" y="56514"/>
                  </a:cubicBezTo>
                  <a:lnTo>
                    <a:pt x="2675250" y="109854"/>
                  </a:lnTo>
                  <a:lnTo>
                    <a:pt x="2660010" y="109854"/>
                  </a:lnTo>
                  <a:lnTo>
                    <a:pt x="2660010" y="108584"/>
                  </a:lnTo>
                  <a:lnTo>
                    <a:pt x="2660010" y="100964"/>
                  </a:lnTo>
                  <a:cubicBezTo>
                    <a:pt x="2660010" y="100964"/>
                    <a:pt x="2656200" y="104139"/>
                    <a:pt x="2654930" y="104774"/>
                  </a:cubicBezTo>
                  <a:cubicBezTo>
                    <a:pt x="2653660" y="105409"/>
                    <a:pt x="2652390" y="106679"/>
                    <a:pt x="2651120" y="107314"/>
                  </a:cubicBezTo>
                  <a:cubicBezTo>
                    <a:pt x="2649850" y="107949"/>
                    <a:pt x="2647945" y="108584"/>
                    <a:pt x="2646040" y="109219"/>
                  </a:cubicBezTo>
                  <a:cubicBezTo>
                    <a:pt x="2644135" y="109219"/>
                    <a:pt x="2641595" y="109854"/>
                    <a:pt x="2639055" y="109854"/>
                  </a:cubicBezTo>
                  <a:cubicBezTo>
                    <a:pt x="2635880" y="109854"/>
                    <a:pt x="2632705" y="109854"/>
                    <a:pt x="2629530" y="108584"/>
                  </a:cubicBezTo>
                  <a:cubicBezTo>
                    <a:pt x="2626355" y="107949"/>
                    <a:pt x="2623180" y="106044"/>
                    <a:pt x="2620640" y="104139"/>
                  </a:cubicBezTo>
                  <a:cubicBezTo>
                    <a:pt x="2618100" y="102234"/>
                    <a:pt x="2616195" y="99059"/>
                    <a:pt x="2614290" y="95884"/>
                  </a:cubicBezTo>
                  <a:cubicBezTo>
                    <a:pt x="2612385" y="92709"/>
                    <a:pt x="2611750" y="88264"/>
                    <a:pt x="2611750" y="83819"/>
                  </a:cubicBezTo>
                  <a:cubicBezTo>
                    <a:pt x="2611750" y="79374"/>
                    <a:pt x="2612385" y="75564"/>
                    <a:pt x="2614290" y="72389"/>
                  </a:cubicBezTo>
                  <a:cubicBezTo>
                    <a:pt x="2615560" y="69214"/>
                    <a:pt x="2618100" y="66674"/>
                    <a:pt x="2620640" y="64769"/>
                  </a:cubicBezTo>
                  <a:cubicBezTo>
                    <a:pt x="2623180" y="62864"/>
                    <a:pt x="2626990" y="60959"/>
                    <a:pt x="2630800" y="60324"/>
                  </a:cubicBezTo>
                  <a:cubicBezTo>
                    <a:pt x="2634610" y="59054"/>
                    <a:pt x="2638420" y="59054"/>
                    <a:pt x="2642865" y="59054"/>
                  </a:cubicBezTo>
                  <a:cubicBezTo>
                    <a:pt x="2646675" y="59054"/>
                    <a:pt x="2650485" y="59054"/>
                    <a:pt x="2653025" y="59689"/>
                  </a:cubicBezTo>
                  <a:cubicBezTo>
                    <a:pt x="2655565" y="59689"/>
                    <a:pt x="2658105" y="60959"/>
                    <a:pt x="2660010" y="61594"/>
                  </a:cubicBezTo>
                  <a:lnTo>
                    <a:pt x="2660010" y="55879"/>
                  </a:lnTo>
                  <a:cubicBezTo>
                    <a:pt x="2660010" y="51434"/>
                    <a:pt x="2658740" y="48259"/>
                    <a:pt x="2656200" y="46354"/>
                  </a:cubicBezTo>
                  <a:cubicBezTo>
                    <a:pt x="2653660" y="43814"/>
                    <a:pt x="2649850" y="43179"/>
                    <a:pt x="2645405" y="43179"/>
                  </a:cubicBezTo>
                  <a:cubicBezTo>
                    <a:pt x="2641595" y="43179"/>
                    <a:pt x="2637785" y="43179"/>
                    <a:pt x="2634610" y="44449"/>
                  </a:cubicBezTo>
                  <a:cubicBezTo>
                    <a:pt x="2631435" y="45084"/>
                    <a:pt x="2628260" y="46354"/>
                    <a:pt x="2625085" y="48259"/>
                  </a:cubicBezTo>
                  <a:lnTo>
                    <a:pt x="2619370" y="36829"/>
                  </a:lnTo>
                  <a:cubicBezTo>
                    <a:pt x="2623180" y="34289"/>
                    <a:pt x="2626990" y="33019"/>
                    <a:pt x="2631435" y="31749"/>
                  </a:cubicBezTo>
                  <a:cubicBezTo>
                    <a:pt x="2635880" y="30479"/>
                    <a:pt x="2640325" y="29844"/>
                    <a:pt x="2646040" y="29844"/>
                  </a:cubicBezTo>
                  <a:close/>
                  <a:moveTo>
                    <a:pt x="1114426" y="29844"/>
                  </a:moveTo>
                  <a:lnTo>
                    <a:pt x="1129666" y="29844"/>
                  </a:lnTo>
                  <a:lnTo>
                    <a:pt x="1129666" y="107949"/>
                  </a:lnTo>
                  <a:lnTo>
                    <a:pt x="1114426" y="107949"/>
                  </a:lnTo>
                  <a:lnTo>
                    <a:pt x="1114426" y="100964"/>
                  </a:lnTo>
                  <a:cubicBezTo>
                    <a:pt x="1114426" y="100964"/>
                    <a:pt x="1109981" y="106044"/>
                    <a:pt x="1106171" y="107314"/>
                  </a:cubicBezTo>
                  <a:cubicBezTo>
                    <a:pt x="1102996" y="109219"/>
                    <a:pt x="1098551" y="109854"/>
                    <a:pt x="1094741" y="109854"/>
                  </a:cubicBezTo>
                  <a:cubicBezTo>
                    <a:pt x="1085851" y="109854"/>
                    <a:pt x="1078866" y="106679"/>
                    <a:pt x="1073786" y="100964"/>
                  </a:cubicBezTo>
                  <a:cubicBezTo>
                    <a:pt x="1069341" y="95249"/>
                    <a:pt x="1066800" y="86359"/>
                    <a:pt x="1066800" y="74929"/>
                  </a:cubicBezTo>
                  <a:lnTo>
                    <a:pt x="1066800" y="30479"/>
                  </a:lnTo>
                  <a:lnTo>
                    <a:pt x="1082040" y="30479"/>
                  </a:lnTo>
                  <a:lnTo>
                    <a:pt x="1082040" y="74294"/>
                  </a:lnTo>
                  <a:cubicBezTo>
                    <a:pt x="1082040" y="81279"/>
                    <a:pt x="1083311" y="86994"/>
                    <a:pt x="1085851" y="90169"/>
                  </a:cubicBezTo>
                  <a:cubicBezTo>
                    <a:pt x="1088390" y="93979"/>
                    <a:pt x="1092201" y="95249"/>
                    <a:pt x="1097916" y="95249"/>
                  </a:cubicBezTo>
                  <a:cubicBezTo>
                    <a:pt x="1102996" y="95249"/>
                    <a:pt x="1106806" y="93344"/>
                    <a:pt x="1109981" y="90169"/>
                  </a:cubicBezTo>
                  <a:cubicBezTo>
                    <a:pt x="1112521" y="86994"/>
                    <a:pt x="1114426" y="81914"/>
                    <a:pt x="1114426" y="75564"/>
                  </a:cubicBezTo>
                  <a:close/>
                  <a:moveTo>
                    <a:pt x="1011556" y="29844"/>
                  </a:moveTo>
                  <a:cubicBezTo>
                    <a:pt x="1013461" y="29844"/>
                    <a:pt x="1015367" y="29844"/>
                    <a:pt x="1017272" y="30479"/>
                  </a:cubicBezTo>
                  <a:cubicBezTo>
                    <a:pt x="1019176" y="30479"/>
                    <a:pt x="1021081" y="31749"/>
                    <a:pt x="1022352" y="32384"/>
                  </a:cubicBezTo>
                  <a:cubicBezTo>
                    <a:pt x="1024257" y="33019"/>
                    <a:pt x="1025526" y="34289"/>
                    <a:pt x="1026797" y="35559"/>
                  </a:cubicBezTo>
                  <a:cubicBezTo>
                    <a:pt x="1028067" y="36829"/>
                    <a:pt x="1029336" y="37464"/>
                    <a:pt x="1030607" y="38734"/>
                  </a:cubicBezTo>
                  <a:lnTo>
                    <a:pt x="1030607" y="31749"/>
                  </a:lnTo>
                  <a:lnTo>
                    <a:pt x="1045847" y="31749"/>
                  </a:lnTo>
                  <a:lnTo>
                    <a:pt x="1045847" y="130809"/>
                  </a:lnTo>
                  <a:lnTo>
                    <a:pt x="1032512" y="137477"/>
                  </a:lnTo>
                  <a:lnTo>
                    <a:pt x="1032512" y="101599"/>
                  </a:lnTo>
                  <a:cubicBezTo>
                    <a:pt x="1032512" y="101599"/>
                    <a:pt x="1026797" y="106679"/>
                    <a:pt x="1022986" y="107949"/>
                  </a:cubicBezTo>
                  <a:cubicBezTo>
                    <a:pt x="1019812" y="109854"/>
                    <a:pt x="1016001" y="110489"/>
                    <a:pt x="1011556" y="110489"/>
                  </a:cubicBezTo>
                  <a:cubicBezTo>
                    <a:pt x="1007111" y="110489"/>
                    <a:pt x="1003301" y="109854"/>
                    <a:pt x="999491" y="107949"/>
                  </a:cubicBezTo>
                  <a:cubicBezTo>
                    <a:pt x="995681" y="106679"/>
                    <a:pt x="992506" y="104139"/>
                    <a:pt x="989966" y="100329"/>
                  </a:cubicBezTo>
                  <a:cubicBezTo>
                    <a:pt x="987426" y="97154"/>
                    <a:pt x="984886" y="92709"/>
                    <a:pt x="983616" y="87629"/>
                  </a:cubicBezTo>
                  <a:cubicBezTo>
                    <a:pt x="982346" y="82549"/>
                    <a:pt x="981076" y="76199"/>
                    <a:pt x="981076" y="68579"/>
                  </a:cubicBezTo>
                  <a:cubicBezTo>
                    <a:pt x="981076" y="61594"/>
                    <a:pt x="981711" y="55879"/>
                    <a:pt x="983616" y="51434"/>
                  </a:cubicBezTo>
                  <a:cubicBezTo>
                    <a:pt x="985521" y="46354"/>
                    <a:pt x="987426" y="42544"/>
                    <a:pt x="990601" y="39369"/>
                  </a:cubicBezTo>
                  <a:cubicBezTo>
                    <a:pt x="993142" y="36194"/>
                    <a:pt x="996951" y="33654"/>
                    <a:pt x="1000126" y="32384"/>
                  </a:cubicBezTo>
                  <a:cubicBezTo>
                    <a:pt x="1003937" y="31114"/>
                    <a:pt x="1007746" y="29844"/>
                    <a:pt x="1011556" y="29844"/>
                  </a:cubicBezTo>
                  <a:close/>
                  <a:moveTo>
                    <a:pt x="4871716" y="29210"/>
                  </a:moveTo>
                  <a:cubicBezTo>
                    <a:pt x="4876796" y="29210"/>
                    <a:pt x="4881241" y="29845"/>
                    <a:pt x="4885686" y="31750"/>
                  </a:cubicBezTo>
                  <a:cubicBezTo>
                    <a:pt x="4890131" y="33655"/>
                    <a:pt x="4894576" y="35560"/>
                    <a:pt x="4897751" y="38100"/>
                  </a:cubicBezTo>
                  <a:lnTo>
                    <a:pt x="4899021" y="38100"/>
                  </a:lnTo>
                  <a:lnTo>
                    <a:pt x="4892036" y="50165"/>
                  </a:lnTo>
                  <a:cubicBezTo>
                    <a:pt x="4888861" y="47625"/>
                    <a:pt x="4885686" y="46355"/>
                    <a:pt x="4882511" y="45085"/>
                  </a:cubicBezTo>
                  <a:cubicBezTo>
                    <a:pt x="4879336" y="43815"/>
                    <a:pt x="4875526" y="43180"/>
                    <a:pt x="4872351" y="43180"/>
                  </a:cubicBezTo>
                  <a:cubicBezTo>
                    <a:pt x="4869176" y="43180"/>
                    <a:pt x="4866001" y="43815"/>
                    <a:pt x="4864096" y="45085"/>
                  </a:cubicBezTo>
                  <a:cubicBezTo>
                    <a:pt x="4862191" y="46355"/>
                    <a:pt x="4861556" y="48260"/>
                    <a:pt x="4861556" y="50165"/>
                  </a:cubicBezTo>
                  <a:cubicBezTo>
                    <a:pt x="4861556" y="51435"/>
                    <a:pt x="4861556" y="52070"/>
                    <a:pt x="4861556" y="52705"/>
                  </a:cubicBezTo>
                  <a:cubicBezTo>
                    <a:pt x="4861556" y="53340"/>
                    <a:pt x="4862826" y="54610"/>
                    <a:pt x="4863461" y="55245"/>
                  </a:cubicBezTo>
                  <a:cubicBezTo>
                    <a:pt x="4864731" y="55880"/>
                    <a:pt x="4866001" y="57150"/>
                    <a:pt x="4867906" y="57785"/>
                  </a:cubicBezTo>
                  <a:cubicBezTo>
                    <a:pt x="4869811" y="59055"/>
                    <a:pt x="4872351" y="59690"/>
                    <a:pt x="4874891" y="60960"/>
                  </a:cubicBezTo>
                  <a:cubicBezTo>
                    <a:pt x="4879336" y="62865"/>
                    <a:pt x="4883146" y="64135"/>
                    <a:pt x="4886321" y="66040"/>
                  </a:cubicBezTo>
                  <a:cubicBezTo>
                    <a:pt x="4889496" y="67310"/>
                    <a:pt x="4892036" y="69215"/>
                    <a:pt x="4894576" y="71120"/>
                  </a:cubicBezTo>
                  <a:cubicBezTo>
                    <a:pt x="4896481" y="73025"/>
                    <a:pt x="4898386" y="75565"/>
                    <a:pt x="4899656" y="78105"/>
                  </a:cubicBezTo>
                  <a:cubicBezTo>
                    <a:pt x="4900926" y="80645"/>
                    <a:pt x="4901561" y="83820"/>
                    <a:pt x="4901561" y="87630"/>
                  </a:cubicBezTo>
                  <a:cubicBezTo>
                    <a:pt x="4901561" y="92075"/>
                    <a:pt x="4900926" y="95250"/>
                    <a:pt x="4899021" y="98425"/>
                  </a:cubicBezTo>
                  <a:cubicBezTo>
                    <a:pt x="4897116" y="101600"/>
                    <a:pt x="4895211" y="103505"/>
                    <a:pt x="4892671" y="105410"/>
                  </a:cubicBezTo>
                  <a:cubicBezTo>
                    <a:pt x="4890131" y="107315"/>
                    <a:pt x="4886956" y="108585"/>
                    <a:pt x="4883146" y="109220"/>
                  </a:cubicBezTo>
                  <a:cubicBezTo>
                    <a:pt x="4879336" y="109855"/>
                    <a:pt x="4876161" y="110490"/>
                    <a:pt x="4872351" y="110490"/>
                  </a:cubicBezTo>
                  <a:cubicBezTo>
                    <a:pt x="4867271" y="110490"/>
                    <a:pt x="4862191" y="109855"/>
                    <a:pt x="4857111" y="107950"/>
                  </a:cubicBezTo>
                  <a:cubicBezTo>
                    <a:pt x="4851396" y="106045"/>
                    <a:pt x="4846951" y="103505"/>
                    <a:pt x="4842506" y="100965"/>
                  </a:cubicBezTo>
                  <a:lnTo>
                    <a:pt x="4849491" y="89535"/>
                  </a:lnTo>
                  <a:cubicBezTo>
                    <a:pt x="4853301" y="92075"/>
                    <a:pt x="4857111" y="93980"/>
                    <a:pt x="4860921" y="95250"/>
                  </a:cubicBezTo>
                  <a:cubicBezTo>
                    <a:pt x="4864731" y="96520"/>
                    <a:pt x="4868541" y="97155"/>
                    <a:pt x="4872351" y="97155"/>
                  </a:cubicBezTo>
                  <a:cubicBezTo>
                    <a:pt x="4877431" y="97155"/>
                    <a:pt x="4880606" y="96520"/>
                    <a:pt x="4883146" y="94615"/>
                  </a:cubicBezTo>
                  <a:cubicBezTo>
                    <a:pt x="4885686" y="93345"/>
                    <a:pt x="4886321" y="90805"/>
                    <a:pt x="4886321" y="88265"/>
                  </a:cubicBezTo>
                  <a:cubicBezTo>
                    <a:pt x="4886321" y="86995"/>
                    <a:pt x="4886321" y="85725"/>
                    <a:pt x="4885051" y="84455"/>
                  </a:cubicBezTo>
                  <a:cubicBezTo>
                    <a:pt x="4884416" y="83185"/>
                    <a:pt x="4883146" y="82550"/>
                    <a:pt x="4881241" y="81280"/>
                  </a:cubicBezTo>
                  <a:cubicBezTo>
                    <a:pt x="4879971" y="80010"/>
                    <a:pt x="4878066" y="79375"/>
                    <a:pt x="4875526" y="78105"/>
                  </a:cubicBezTo>
                  <a:cubicBezTo>
                    <a:pt x="4872986" y="77470"/>
                    <a:pt x="4871081" y="76200"/>
                    <a:pt x="4867906" y="74930"/>
                  </a:cubicBezTo>
                  <a:cubicBezTo>
                    <a:pt x="4863461" y="73025"/>
                    <a:pt x="4860286" y="71755"/>
                    <a:pt x="4857111" y="69850"/>
                  </a:cubicBezTo>
                  <a:cubicBezTo>
                    <a:pt x="4853936" y="67945"/>
                    <a:pt x="4852031" y="66675"/>
                    <a:pt x="4850126" y="64770"/>
                  </a:cubicBezTo>
                  <a:cubicBezTo>
                    <a:pt x="4848221" y="62865"/>
                    <a:pt x="4846951" y="60960"/>
                    <a:pt x="4846316" y="58420"/>
                  </a:cubicBezTo>
                  <a:cubicBezTo>
                    <a:pt x="4845681" y="55880"/>
                    <a:pt x="4845046" y="53340"/>
                    <a:pt x="4845046" y="50165"/>
                  </a:cubicBezTo>
                  <a:cubicBezTo>
                    <a:pt x="4845046" y="46990"/>
                    <a:pt x="4845681" y="43815"/>
                    <a:pt x="4846951" y="40640"/>
                  </a:cubicBezTo>
                  <a:cubicBezTo>
                    <a:pt x="4848221" y="38100"/>
                    <a:pt x="4850126" y="35560"/>
                    <a:pt x="4852666" y="34290"/>
                  </a:cubicBezTo>
                  <a:cubicBezTo>
                    <a:pt x="4855206" y="32385"/>
                    <a:pt x="4857746" y="31115"/>
                    <a:pt x="4860921" y="30480"/>
                  </a:cubicBezTo>
                  <a:cubicBezTo>
                    <a:pt x="4864096" y="29845"/>
                    <a:pt x="4867906" y="29210"/>
                    <a:pt x="4871716" y="29210"/>
                  </a:cubicBezTo>
                  <a:close/>
                  <a:moveTo>
                    <a:pt x="4749796" y="29210"/>
                  </a:moveTo>
                  <a:cubicBezTo>
                    <a:pt x="4752971" y="29210"/>
                    <a:pt x="4755511" y="29210"/>
                    <a:pt x="4757416" y="29845"/>
                  </a:cubicBezTo>
                  <a:cubicBezTo>
                    <a:pt x="4759321" y="30480"/>
                    <a:pt x="4761226" y="31115"/>
                    <a:pt x="4763131" y="32385"/>
                  </a:cubicBezTo>
                  <a:lnTo>
                    <a:pt x="4759321" y="46990"/>
                  </a:lnTo>
                  <a:lnTo>
                    <a:pt x="4758051" y="46990"/>
                  </a:lnTo>
                  <a:cubicBezTo>
                    <a:pt x="4758051" y="46990"/>
                    <a:pt x="4754876" y="45085"/>
                    <a:pt x="4752971" y="45085"/>
                  </a:cubicBezTo>
                  <a:cubicBezTo>
                    <a:pt x="4751066" y="45085"/>
                    <a:pt x="4749161" y="44450"/>
                    <a:pt x="4746621" y="44450"/>
                  </a:cubicBezTo>
                  <a:cubicBezTo>
                    <a:pt x="4741541" y="44450"/>
                    <a:pt x="4737731" y="46355"/>
                    <a:pt x="4735191" y="49530"/>
                  </a:cubicBezTo>
                  <a:cubicBezTo>
                    <a:pt x="4732651" y="52705"/>
                    <a:pt x="4731381" y="57785"/>
                    <a:pt x="4731381" y="64770"/>
                  </a:cubicBezTo>
                  <a:lnTo>
                    <a:pt x="4731381" y="109220"/>
                  </a:lnTo>
                  <a:lnTo>
                    <a:pt x="4716141" y="109220"/>
                  </a:lnTo>
                  <a:lnTo>
                    <a:pt x="4716141" y="31115"/>
                  </a:lnTo>
                  <a:lnTo>
                    <a:pt x="4731381" y="31115"/>
                  </a:lnTo>
                  <a:lnTo>
                    <a:pt x="4731381" y="38735"/>
                  </a:lnTo>
                  <a:cubicBezTo>
                    <a:pt x="4731381" y="38735"/>
                    <a:pt x="4733286" y="36195"/>
                    <a:pt x="4734556" y="34925"/>
                  </a:cubicBezTo>
                  <a:cubicBezTo>
                    <a:pt x="4735826" y="33655"/>
                    <a:pt x="4737096" y="33020"/>
                    <a:pt x="4739001" y="31750"/>
                  </a:cubicBezTo>
                  <a:cubicBezTo>
                    <a:pt x="4740271" y="31115"/>
                    <a:pt x="4742176" y="30480"/>
                    <a:pt x="4744081" y="29845"/>
                  </a:cubicBezTo>
                  <a:cubicBezTo>
                    <a:pt x="4745986" y="29845"/>
                    <a:pt x="4747891" y="29210"/>
                    <a:pt x="4749796" y="29210"/>
                  </a:cubicBezTo>
                  <a:close/>
                  <a:moveTo>
                    <a:pt x="4349110" y="29210"/>
                  </a:moveTo>
                  <a:cubicBezTo>
                    <a:pt x="4352285" y="29210"/>
                    <a:pt x="4354825" y="29210"/>
                    <a:pt x="4356730" y="29845"/>
                  </a:cubicBezTo>
                  <a:cubicBezTo>
                    <a:pt x="4358635" y="29845"/>
                    <a:pt x="4360540" y="31115"/>
                    <a:pt x="4362445" y="32385"/>
                  </a:cubicBezTo>
                  <a:lnTo>
                    <a:pt x="4358635" y="46990"/>
                  </a:lnTo>
                  <a:lnTo>
                    <a:pt x="4357365" y="46990"/>
                  </a:lnTo>
                  <a:cubicBezTo>
                    <a:pt x="4357365" y="46990"/>
                    <a:pt x="4354190" y="45085"/>
                    <a:pt x="4352285" y="45085"/>
                  </a:cubicBezTo>
                  <a:cubicBezTo>
                    <a:pt x="4350380" y="45085"/>
                    <a:pt x="4348475" y="44450"/>
                    <a:pt x="4345935" y="44450"/>
                  </a:cubicBezTo>
                  <a:cubicBezTo>
                    <a:pt x="4340855" y="44450"/>
                    <a:pt x="4337045" y="46355"/>
                    <a:pt x="4334505" y="49530"/>
                  </a:cubicBezTo>
                  <a:cubicBezTo>
                    <a:pt x="4331965" y="52705"/>
                    <a:pt x="4330695" y="57785"/>
                    <a:pt x="4330695" y="64770"/>
                  </a:cubicBezTo>
                  <a:lnTo>
                    <a:pt x="4330695" y="109220"/>
                  </a:lnTo>
                  <a:lnTo>
                    <a:pt x="4315455" y="109220"/>
                  </a:lnTo>
                  <a:lnTo>
                    <a:pt x="4315455" y="31115"/>
                  </a:lnTo>
                  <a:lnTo>
                    <a:pt x="4330695" y="31115"/>
                  </a:lnTo>
                  <a:lnTo>
                    <a:pt x="4330695" y="38735"/>
                  </a:lnTo>
                  <a:cubicBezTo>
                    <a:pt x="4330695" y="38735"/>
                    <a:pt x="4332600" y="36195"/>
                    <a:pt x="4333870" y="34925"/>
                  </a:cubicBezTo>
                  <a:cubicBezTo>
                    <a:pt x="4335140" y="33655"/>
                    <a:pt x="4336410" y="33020"/>
                    <a:pt x="4338315" y="31750"/>
                  </a:cubicBezTo>
                  <a:cubicBezTo>
                    <a:pt x="4339585" y="31115"/>
                    <a:pt x="4341490" y="30480"/>
                    <a:pt x="4343395" y="29845"/>
                  </a:cubicBezTo>
                  <a:cubicBezTo>
                    <a:pt x="4345300" y="29845"/>
                    <a:pt x="4347205" y="29210"/>
                    <a:pt x="4349110" y="29210"/>
                  </a:cubicBezTo>
                  <a:close/>
                  <a:moveTo>
                    <a:pt x="4044310" y="29210"/>
                  </a:moveTo>
                  <a:cubicBezTo>
                    <a:pt x="4050025" y="29210"/>
                    <a:pt x="4054470" y="30480"/>
                    <a:pt x="4058915" y="32385"/>
                  </a:cubicBezTo>
                  <a:cubicBezTo>
                    <a:pt x="4062725" y="34290"/>
                    <a:pt x="4066535" y="37465"/>
                    <a:pt x="4069075" y="40640"/>
                  </a:cubicBezTo>
                  <a:cubicBezTo>
                    <a:pt x="4071615" y="44450"/>
                    <a:pt x="4073520" y="48260"/>
                    <a:pt x="4075425" y="53340"/>
                  </a:cubicBezTo>
                  <a:cubicBezTo>
                    <a:pt x="4076695" y="57785"/>
                    <a:pt x="4077330" y="62865"/>
                    <a:pt x="4077330" y="68580"/>
                  </a:cubicBezTo>
                  <a:lnTo>
                    <a:pt x="4076060" y="68580"/>
                  </a:lnTo>
                  <a:cubicBezTo>
                    <a:pt x="4076060" y="68580"/>
                    <a:pt x="4076060" y="71120"/>
                    <a:pt x="4076060" y="72390"/>
                  </a:cubicBezTo>
                  <a:cubicBezTo>
                    <a:pt x="4076060" y="73660"/>
                    <a:pt x="4076060" y="74295"/>
                    <a:pt x="4076060" y="75565"/>
                  </a:cubicBezTo>
                  <a:lnTo>
                    <a:pt x="4024625" y="75565"/>
                  </a:lnTo>
                  <a:cubicBezTo>
                    <a:pt x="4024625" y="79375"/>
                    <a:pt x="4025895" y="82550"/>
                    <a:pt x="4027165" y="85090"/>
                  </a:cubicBezTo>
                  <a:cubicBezTo>
                    <a:pt x="4028435" y="87630"/>
                    <a:pt x="4029705" y="90170"/>
                    <a:pt x="4031610" y="91440"/>
                  </a:cubicBezTo>
                  <a:cubicBezTo>
                    <a:pt x="4033515" y="93345"/>
                    <a:pt x="4035420" y="94615"/>
                    <a:pt x="4037325" y="95250"/>
                  </a:cubicBezTo>
                  <a:cubicBezTo>
                    <a:pt x="4039230" y="95885"/>
                    <a:pt x="4041770" y="96520"/>
                    <a:pt x="4044310" y="96520"/>
                  </a:cubicBezTo>
                  <a:cubicBezTo>
                    <a:pt x="4046215" y="96520"/>
                    <a:pt x="4047485" y="96520"/>
                    <a:pt x="4049390" y="96520"/>
                  </a:cubicBezTo>
                  <a:cubicBezTo>
                    <a:pt x="4050660" y="96520"/>
                    <a:pt x="4052565" y="95885"/>
                    <a:pt x="4053835" y="95250"/>
                  </a:cubicBezTo>
                  <a:cubicBezTo>
                    <a:pt x="4055105" y="95250"/>
                    <a:pt x="4056375" y="93980"/>
                    <a:pt x="4057645" y="93345"/>
                  </a:cubicBezTo>
                  <a:cubicBezTo>
                    <a:pt x="4058915" y="93345"/>
                    <a:pt x="4060185" y="92075"/>
                    <a:pt x="4062090" y="90805"/>
                  </a:cubicBezTo>
                  <a:lnTo>
                    <a:pt x="4070980" y="100330"/>
                  </a:lnTo>
                  <a:cubicBezTo>
                    <a:pt x="4070980" y="100330"/>
                    <a:pt x="4067170" y="103505"/>
                    <a:pt x="4065265" y="104775"/>
                  </a:cubicBezTo>
                  <a:cubicBezTo>
                    <a:pt x="4063360" y="106045"/>
                    <a:pt x="4061455" y="106680"/>
                    <a:pt x="4059550" y="107950"/>
                  </a:cubicBezTo>
                  <a:cubicBezTo>
                    <a:pt x="4057645" y="108585"/>
                    <a:pt x="4055105" y="109855"/>
                    <a:pt x="4052565" y="109855"/>
                  </a:cubicBezTo>
                  <a:cubicBezTo>
                    <a:pt x="4050025" y="109855"/>
                    <a:pt x="4046850" y="110490"/>
                    <a:pt x="4043675" y="110490"/>
                  </a:cubicBezTo>
                  <a:cubicBezTo>
                    <a:pt x="4040500" y="110490"/>
                    <a:pt x="4037325" y="110490"/>
                    <a:pt x="4034150" y="109220"/>
                  </a:cubicBezTo>
                  <a:cubicBezTo>
                    <a:pt x="4030975" y="108585"/>
                    <a:pt x="4028435" y="107315"/>
                    <a:pt x="4026530" y="105410"/>
                  </a:cubicBezTo>
                  <a:cubicBezTo>
                    <a:pt x="4023990" y="104140"/>
                    <a:pt x="4022085" y="102235"/>
                    <a:pt x="4020180" y="100330"/>
                  </a:cubicBezTo>
                  <a:cubicBezTo>
                    <a:pt x="4018275" y="98425"/>
                    <a:pt x="4016370" y="95885"/>
                    <a:pt x="4015100" y="92710"/>
                  </a:cubicBezTo>
                  <a:cubicBezTo>
                    <a:pt x="4013195" y="89535"/>
                    <a:pt x="4011925" y="86360"/>
                    <a:pt x="4011290" y="82550"/>
                  </a:cubicBezTo>
                  <a:cubicBezTo>
                    <a:pt x="4010655" y="78740"/>
                    <a:pt x="4010020" y="74295"/>
                    <a:pt x="4010020" y="69850"/>
                  </a:cubicBezTo>
                  <a:cubicBezTo>
                    <a:pt x="4010020" y="63500"/>
                    <a:pt x="4010655" y="57150"/>
                    <a:pt x="4012560" y="52070"/>
                  </a:cubicBezTo>
                  <a:cubicBezTo>
                    <a:pt x="4014465" y="46990"/>
                    <a:pt x="4016370" y="42545"/>
                    <a:pt x="4019545" y="39370"/>
                  </a:cubicBezTo>
                  <a:cubicBezTo>
                    <a:pt x="4022720" y="36195"/>
                    <a:pt x="4025895" y="33020"/>
                    <a:pt x="4030340" y="31750"/>
                  </a:cubicBezTo>
                  <a:cubicBezTo>
                    <a:pt x="4034785" y="29845"/>
                    <a:pt x="4039230" y="29210"/>
                    <a:pt x="4044310" y="29210"/>
                  </a:cubicBezTo>
                  <a:close/>
                  <a:moveTo>
                    <a:pt x="3811900" y="29210"/>
                  </a:moveTo>
                  <a:cubicBezTo>
                    <a:pt x="3815075" y="29210"/>
                    <a:pt x="3817615" y="29210"/>
                    <a:pt x="3819520" y="29845"/>
                  </a:cubicBezTo>
                  <a:cubicBezTo>
                    <a:pt x="3821425" y="29845"/>
                    <a:pt x="3823330" y="31115"/>
                    <a:pt x="3825235" y="32385"/>
                  </a:cubicBezTo>
                  <a:lnTo>
                    <a:pt x="3821425" y="46990"/>
                  </a:lnTo>
                  <a:lnTo>
                    <a:pt x="3820155" y="46990"/>
                  </a:lnTo>
                  <a:cubicBezTo>
                    <a:pt x="3820155" y="46990"/>
                    <a:pt x="3816980" y="45085"/>
                    <a:pt x="3815075" y="45085"/>
                  </a:cubicBezTo>
                  <a:cubicBezTo>
                    <a:pt x="3813170" y="45085"/>
                    <a:pt x="3811265" y="44450"/>
                    <a:pt x="3808725" y="44450"/>
                  </a:cubicBezTo>
                  <a:cubicBezTo>
                    <a:pt x="3803645" y="44450"/>
                    <a:pt x="3799835" y="46355"/>
                    <a:pt x="3797295" y="49530"/>
                  </a:cubicBezTo>
                  <a:cubicBezTo>
                    <a:pt x="3794755" y="52705"/>
                    <a:pt x="3793485" y="57785"/>
                    <a:pt x="3793485" y="64770"/>
                  </a:cubicBezTo>
                  <a:lnTo>
                    <a:pt x="3793485" y="109220"/>
                  </a:lnTo>
                  <a:lnTo>
                    <a:pt x="3778245" y="109220"/>
                  </a:lnTo>
                  <a:lnTo>
                    <a:pt x="3778245" y="31115"/>
                  </a:lnTo>
                  <a:lnTo>
                    <a:pt x="3793485" y="31115"/>
                  </a:lnTo>
                  <a:lnTo>
                    <a:pt x="3793485" y="38735"/>
                  </a:lnTo>
                  <a:cubicBezTo>
                    <a:pt x="3793485" y="38735"/>
                    <a:pt x="3795390" y="36195"/>
                    <a:pt x="3796660" y="34925"/>
                  </a:cubicBezTo>
                  <a:cubicBezTo>
                    <a:pt x="3797930" y="33655"/>
                    <a:pt x="3799200" y="33020"/>
                    <a:pt x="3801105" y="31750"/>
                  </a:cubicBezTo>
                  <a:cubicBezTo>
                    <a:pt x="3802375" y="31115"/>
                    <a:pt x="3804280" y="30480"/>
                    <a:pt x="3806185" y="29845"/>
                  </a:cubicBezTo>
                  <a:cubicBezTo>
                    <a:pt x="3808090" y="29845"/>
                    <a:pt x="3809995" y="29210"/>
                    <a:pt x="3811900" y="29210"/>
                  </a:cubicBezTo>
                  <a:close/>
                  <a:moveTo>
                    <a:pt x="3729986" y="29210"/>
                  </a:moveTo>
                  <a:cubicBezTo>
                    <a:pt x="3735701" y="29210"/>
                    <a:pt x="3740146" y="30480"/>
                    <a:pt x="3744591" y="32385"/>
                  </a:cubicBezTo>
                  <a:cubicBezTo>
                    <a:pt x="3748401" y="34290"/>
                    <a:pt x="3752211" y="37465"/>
                    <a:pt x="3754751" y="40640"/>
                  </a:cubicBezTo>
                  <a:cubicBezTo>
                    <a:pt x="3757291" y="44450"/>
                    <a:pt x="3759196" y="48260"/>
                    <a:pt x="3761101" y="53340"/>
                  </a:cubicBezTo>
                  <a:cubicBezTo>
                    <a:pt x="3762371" y="57785"/>
                    <a:pt x="3763006" y="62865"/>
                    <a:pt x="3763006" y="68580"/>
                  </a:cubicBezTo>
                  <a:lnTo>
                    <a:pt x="3761736" y="68580"/>
                  </a:lnTo>
                  <a:cubicBezTo>
                    <a:pt x="3761736" y="68580"/>
                    <a:pt x="3761736" y="71120"/>
                    <a:pt x="3761736" y="72390"/>
                  </a:cubicBezTo>
                  <a:cubicBezTo>
                    <a:pt x="3761736" y="73660"/>
                    <a:pt x="3761736" y="74295"/>
                    <a:pt x="3761736" y="75565"/>
                  </a:cubicBezTo>
                  <a:lnTo>
                    <a:pt x="3710301" y="75565"/>
                  </a:lnTo>
                  <a:cubicBezTo>
                    <a:pt x="3710301" y="79375"/>
                    <a:pt x="3711571" y="82550"/>
                    <a:pt x="3712841" y="85090"/>
                  </a:cubicBezTo>
                  <a:cubicBezTo>
                    <a:pt x="3714111" y="87630"/>
                    <a:pt x="3715381" y="90170"/>
                    <a:pt x="3717286" y="91440"/>
                  </a:cubicBezTo>
                  <a:cubicBezTo>
                    <a:pt x="3719191" y="93345"/>
                    <a:pt x="3721096" y="94615"/>
                    <a:pt x="3723001" y="95250"/>
                  </a:cubicBezTo>
                  <a:cubicBezTo>
                    <a:pt x="3724906" y="95885"/>
                    <a:pt x="3727446" y="96520"/>
                    <a:pt x="3729986" y="96520"/>
                  </a:cubicBezTo>
                  <a:cubicBezTo>
                    <a:pt x="3731891" y="96520"/>
                    <a:pt x="3733161" y="96520"/>
                    <a:pt x="3735066" y="96520"/>
                  </a:cubicBezTo>
                  <a:cubicBezTo>
                    <a:pt x="3736336" y="96520"/>
                    <a:pt x="3738241" y="95885"/>
                    <a:pt x="3739511" y="95250"/>
                  </a:cubicBezTo>
                  <a:cubicBezTo>
                    <a:pt x="3740781" y="95250"/>
                    <a:pt x="3742051" y="93980"/>
                    <a:pt x="3743321" y="93345"/>
                  </a:cubicBezTo>
                  <a:cubicBezTo>
                    <a:pt x="3744591" y="93345"/>
                    <a:pt x="3745861" y="92075"/>
                    <a:pt x="3747766" y="90805"/>
                  </a:cubicBezTo>
                  <a:lnTo>
                    <a:pt x="3756656" y="100330"/>
                  </a:lnTo>
                  <a:cubicBezTo>
                    <a:pt x="3756656" y="100330"/>
                    <a:pt x="3752846" y="103505"/>
                    <a:pt x="3750941" y="104775"/>
                  </a:cubicBezTo>
                  <a:cubicBezTo>
                    <a:pt x="3749036" y="106045"/>
                    <a:pt x="3747131" y="106680"/>
                    <a:pt x="3745226" y="107950"/>
                  </a:cubicBezTo>
                  <a:cubicBezTo>
                    <a:pt x="3743321" y="108585"/>
                    <a:pt x="3740781" y="109855"/>
                    <a:pt x="3738241" y="109855"/>
                  </a:cubicBezTo>
                  <a:cubicBezTo>
                    <a:pt x="3735701" y="109855"/>
                    <a:pt x="3732526" y="110490"/>
                    <a:pt x="3729351" y="110490"/>
                  </a:cubicBezTo>
                  <a:cubicBezTo>
                    <a:pt x="3726176" y="110490"/>
                    <a:pt x="3723001" y="110490"/>
                    <a:pt x="3719826" y="109220"/>
                  </a:cubicBezTo>
                  <a:cubicBezTo>
                    <a:pt x="3716651" y="108585"/>
                    <a:pt x="3714111" y="107315"/>
                    <a:pt x="3712206" y="105410"/>
                  </a:cubicBezTo>
                  <a:cubicBezTo>
                    <a:pt x="3709666" y="104140"/>
                    <a:pt x="3707761" y="102235"/>
                    <a:pt x="3705856" y="100330"/>
                  </a:cubicBezTo>
                  <a:cubicBezTo>
                    <a:pt x="3703951" y="98425"/>
                    <a:pt x="3702046" y="95885"/>
                    <a:pt x="3700776" y="92710"/>
                  </a:cubicBezTo>
                  <a:cubicBezTo>
                    <a:pt x="3698871" y="89535"/>
                    <a:pt x="3697601" y="86360"/>
                    <a:pt x="3696966" y="82550"/>
                  </a:cubicBezTo>
                  <a:cubicBezTo>
                    <a:pt x="3696331" y="78740"/>
                    <a:pt x="3695696" y="74295"/>
                    <a:pt x="3695696" y="69850"/>
                  </a:cubicBezTo>
                  <a:cubicBezTo>
                    <a:pt x="3695696" y="63500"/>
                    <a:pt x="3696331" y="57150"/>
                    <a:pt x="3698236" y="52070"/>
                  </a:cubicBezTo>
                  <a:cubicBezTo>
                    <a:pt x="3700141" y="46990"/>
                    <a:pt x="3702046" y="42545"/>
                    <a:pt x="3705221" y="39370"/>
                  </a:cubicBezTo>
                  <a:cubicBezTo>
                    <a:pt x="3708396" y="36195"/>
                    <a:pt x="3711571" y="33020"/>
                    <a:pt x="3716016" y="31750"/>
                  </a:cubicBezTo>
                  <a:cubicBezTo>
                    <a:pt x="3720461" y="29845"/>
                    <a:pt x="3724906" y="29210"/>
                    <a:pt x="3729986" y="29210"/>
                  </a:cubicBezTo>
                  <a:close/>
                  <a:moveTo>
                    <a:pt x="3543296" y="29210"/>
                  </a:moveTo>
                  <a:cubicBezTo>
                    <a:pt x="3549011" y="29210"/>
                    <a:pt x="3553456" y="30480"/>
                    <a:pt x="3557901" y="32385"/>
                  </a:cubicBezTo>
                  <a:cubicBezTo>
                    <a:pt x="3561711" y="34290"/>
                    <a:pt x="3565521" y="37465"/>
                    <a:pt x="3568061" y="40640"/>
                  </a:cubicBezTo>
                  <a:cubicBezTo>
                    <a:pt x="3570601" y="44450"/>
                    <a:pt x="3572506" y="48260"/>
                    <a:pt x="3574411" y="53340"/>
                  </a:cubicBezTo>
                  <a:cubicBezTo>
                    <a:pt x="3575681" y="57785"/>
                    <a:pt x="3576316" y="62865"/>
                    <a:pt x="3576316" y="68580"/>
                  </a:cubicBezTo>
                  <a:lnTo>
                    <a:pt x="3575046" y="68580"/>
                  </a:lnTo>
                  <a:cubicBezTo>
                    <a:pt x="3575046" y="68580"/>
                    <a:pt x="3575046" y="71120"/>
                    <a:pt x="3575046" y="72390"/>
                  </a:cubicBezTo>
                  <a:cubicBezTo>
                    <a:pt x="3575046" y="73660"/>
                    <a:pt x="3575046" y="74295"/>
                    <a:pt x="3575046" y="75565"/>
                  </a:cubicBezTo>
                  <a:lnTo>
                    <a:pt x="3523611" y="75565"/>
                  </a:lnTo>
                  <a:cubicBezTo>
                    <a:pt x="3523611" y="79375"/>
                    <a:pt x="3524881" y="82550"/>
                    <a:pt x="3526151" y="85090"/>
                  </a:cubicBezTo>
                  <a:cubicBezTo>
                    <a:pt x="3527421" y="87630"/>
                    <a:pt x="3528691" y="90170"/>
                    <a:pt x="3530596" y="91440"/>
                  </a:cubicBezTo>
                  <a:cubicBezTo>
                    <a:pt x="3532501" y="93345"/>
                    <a:pt x="3534406" y="94615"/>
                    <a:pt x="3536311" y="95250"/>
                  </a:cubicBezTo>
                  <a:cubicBezTo>
                    <a:pt x="3538216" y="95885"/>
                    <a:pt x="3540756" y="96520"/>
                    <a:pt x="3543296" y="96520"/>
                  </a:cubicBezTo>
                  <a:cubicBezTo>
                    <a:pt x="3545201" y="96520"/>
                    <a:pt x="3546471" y="96520"/>
                    <a:pt x="3548376" y="96520"/>
                  </a:cubicBezTo>
                  <a:cubicBezTo>
                    <a:pt x="3549646" y="96520"/>
                    <a:pt x="3551551" y="95885"/>
                    <a:pt x="3552821" y="95250"/>
                  </a:cubicBezTo>
                  <a:cubicBezTo>
                    <a:pt x="3554091" y="95250"/>
                    <a:pt x="3555361" y="93980"/>
                    <a:pt x="3556631" y="93345"/>
                  </a:cubicBezTo>
                  <a:cubicBezTo>
                    <a:pt x="3557901" y="93345"/>
                    <a:pt x="3559171" y="92075"/>
                    <a:pt x="3561076" y="90805"/>
                  </a:cubicBezTo>
                  <a:lnTo>
                    <a:pt x="3569966" y="100330"/>
                  </a:lnTo>
                  <a:cubicBezTo>
                    <a:pt x="3569966" y="100330"/>
                    <a:pt x="3566156" y="103505"/>
                    <a:pt x="3564251" y="104775"/>
                  </a:cubicBezTo>
                  <a:cubicBezTo>
                    <a:pt x="3562346" y="106045"/>
                    <a:pt x="3560441" y="106680"/>
                    <a:pt x="3558536" y="107950"/>
                  </a:cubicBezTo>
                  <a:cubicBezTo>
                    <a:pt x="3556631" y="108585"/>
                    <a:pt x="3554091" y="109855"/>
                    <a:pt x="3551551" y="109855"/>
                  </a:cubicBezTo>
                  <a:cubicBezTo>
                    <a:pt x="3549011" y="109855"/>
                    <a:pt x="3545836" y="110490"/>
                    <a:pt x="3542661" y="110490"/>
                  </a:cubicBezTo>
                  <a:cubicBezTo>
                    <a:pt x="3539486" y="110490"/>
                    <a:pt x="3536311" y="110490"/>
                    <a:pt x="3533136" y="109220"/>
                  </a:cubicBezTo>
                  <a:cubicBezTo>
                    <a:pt x="3529961" y="108585"/>
                    <a:pt x="3527421" y="107315"/>
                    <a:pt x="3525516" y="105410"/>
                  </a:cubicBezTo>
                  <a:cubicBezTo>
                    <a:pt x="3522976" y="104140"/>
                    <a:pt x="3521071" y="102235"/>
                    <a:pt x="3519166" y="100330"/>
                  </a:cubicBezTo>
                  <a:cubicBezTo>
                    <a:pt x="3517261" y="98425"/>
                    <a:pt x="3515356" y="95885"/>
                    <a:pt x="3514086" y="92710"/>
                  </a:cubicBezTo>
                  <a:cubicBezTo>
                    <a:pt x="3512181" y="89535"/>
                    <a:pt x="3510911" y="86360"/>
                    <a:pt x="3510276" y="82550"/>
                  </a:cubicBezTo>
                  <a:cubicBezTo>
                    <a:pt x="3509641" y="78740"/>
                    <a:pt x="3509006" y="74295"/>
                    <a:pt x="3509006" y="69850"/>
                  </a:cubicBezTo>
                  <a:cubicBezTo>
                    <a:pt x="3509006" y="63500"/>
                    <a:pt x="3509641" y="57150"/>
                    <a:pt x="3511546" y="52070"/>
                  </a:cubicBezTo>
                  <a:cubicBezTo>
                    <a:pt x="3513451" y="46990"/>
                    <a:pt x="3515356" y="42545"/>
                    <a:pt x="3518531" y="39370"/>
                  </a:cubicBezTo>
                  <a:cubicBezTo>
                    <a:pt x="3521706" y="36195"/>
                    <a:pt x="3524881" y="33020"/>
                    <a:pt x="3529326" y="31750"/>
                  </a:cubicBezTo>
                  <a:cubicBezTo>
                    <a:pt x="3533771" y="29845"/>
                    <a:pt x="3538216" y="29210"/>
                    <a:pt x="3543296" y="29210"/>
                  </a:cubicBezTo>
                  <a:close/>
                  <a:moveTo>
                    <a:pt x="3345176" y="29210"/>
                  </a:moveTo>
                  <a:cubicBezTo>
                    <a:pt x="3350891" y="29210"/>
                    <a:pt x="3355336" y="30480"/>
                    <a:pt x="3359781" y="32385"/>
                  </a:cubicBezTo>
                  <a:cubicBezTo>
                    <a:pt x="3363591" y="34290"/>
                    <a:pt x="3367401" y="37465"/>
                    <a:pt x="3369941" y="40640"/>
                  </a:cubicBezTo>
                  <a:cubicBezTo>
                    <a:pt x="3372481" y="44450"/>
                    <a:pt x="3374386" y="48260"/>
                    <a:pt x="3376291" y="53340"/>
                  </a:cubicBezTo>
                  <a:cubicBezTo>
                    <a:pt x="3377561" y="57785"/>
                    <a:pt x="3378196" y="62865"/>
                    <a:pt x="3378196" y="68580"/>
                  </a:cubicBezTo>
                  <a:lnTo>
                    <a:pt x="3376926" y="68580"/>
                  </a:lnTo>
                  <a:cubicBezTo>
                    <a:pt x="3376926" y="68580"/>
                    <a:pt x="3376926" y="71120"/>
                    <a:pt x="3376926" y="72390"/>
                  </a:cubicBezTo>
                  <a:cubicBezTo>
                    <a:pt x="3376926" y="73660"/>
                    <a:pt x="3376926" y="74295"/>
                    <a:pt x="3376926" y="75565"/>
                  </a:cubicBezTo>
                  <a:lnTo>
                    <a:pt x="3325491" y="75565"/>
                  </a:lnTo>
                  <a:cubicBezTo>
                    <a:pt x="3325491" y="79375"/>
                    <a:pt x="3326761" y="82550"/>
                    <a:pt x="3328031" y="85090"/>
                  </a:cubicBezTo>
                  <a:cubicBezTo>
                    <a:pt x="3329301" y="87630"/>
                    <a:pt x="3330571" y="90170"/>
                    <a:pt x="3332476" y="91440"/>
                  </a:cubicBezTo>
                  <a:cubicBezTo>
                    <a:pt x="3334381" y="93345"/>
                    <a:pt x="3336286" y="94615"/>
                    <a:pt x="3338191" y="95250"/>
                  </a:cubicBezTo>
                  <a:cubicBezTo>
                    <a:pt x="3340096" y="95885"/>
                    <a:pt x="3342636" y="96520"/>
                    <a:pt x="3345176" y="96520"/>
                  </a:cubicBezTo>
                  <a:cubicBezTo>
                    <a:pt x="3347081" y="96520"/>
                    <a:pt x="3348351" y="96520"/>
                    <a:pt x="3350256" y="96520"/>
                  </a:cubicBezTo>
                  <a:cubicBezTo>
                    <a:pt x="3351526" y="96520"/>
                    <a:pt x="3353431" y="95885"/>
                    <a:pt x="3354701" y="95250"/>
                  </a:cubicBezTo>
                  <a:cubicBezTo>
                    <a:pt x="3355971" y="95250"/>
                    <a:pt x="3357241" y="93980"/>
                    <a:pt x="3358511" y="93345"/>
                  </a:cubicBezTo>
                  <a:cubicBezTo>
                    <a:pt x="3359781" y="93345"/>
                    <a:pt x="3361051" y="92075"/>
                    <a:pt x="3362956" y="90805"/>
                  </a:cubicBezTo>
                  <a:lnTo>
                    <a:pt x="3371846" y="100330"/>
                  </a:lnTo>
                  <a:cubicBezTo>
                    <a:pt x="3371846" y="100330"/>
                    <a:pt x="3368036" y="103505"/>
                    <a:pt x="3366131" y="104775"/>
                  </a:cubicBezTo>
                  <a:cubicBezTo>
                    <a:pt x="3364226" y="106045"/>
                    <a:pt x="3362321" y="106680"/>
                    <a:pt x="3360416" y="107950"/>
                  </a:cubicBezTo>
                  <a:cubicBezTo>
                    <a:pt x="3358511" y="108585"/>
                    <a:pt x="3355971" y="109855"/>
                    <a:pt x="3353431" y="109855"/>
                  </a:cubicBezTo>
                  <a:cubicBezTo>
                    <a:pt x="3350891" y="109855"/>
                    <a:pt x="3347716" y="110490"/>
                    <a:pt x="3344541" y="110490"/>
                  </a:cubicBezTo>
                  <a:cubicBezTo>
                    <a:pt x="3341366" y="110490"/>
                    <a:pt x="3338191" y="110490"/>
                    <a:pt x="3335016" y="109220"/>
                  </a:cubicBezTo>
                  <a:cubicBezTo>
                    <a:pt x="3331841" y="108585"/>
                    <a:pt x="3329301" y="107315"/>
                    <a:pt x="3327396" y="105410"/>
                  </a:cubicBezTo>
                  <a:cubicBezTo>
                    <a:pt x="3324856" y="104140"/>
                    <a:pt x="3322951" y="102235"/>
                    <a:pt x="3321046" y="100330"/>
                  </a:cubicBezTo>
                  <a:cubicBezTo>
                    <a:pt x="3319141" y="98425"/>
                    <a:pt x="3317236" y="95885"/>
                    <a:pt x="3315966" y="92710"/>
                  </a:cubicBezTo>
                  <a:cubicBezTo>
                    <a:pt x="3314061" y="89535"/>
                    <a:pt x="3312791" y="86360"/>
                    <a:pt x="3312156" y="82550"/>
                  </a:cubicBezTo>
                  <a:cubicBezTo>
                    <a:pt x="3311521" y="78740"/>
                    <a:pt x="3310886" y="74295"/>
                    <a:pt x="3310886" y="69850"/>
                  </a:cubicBezTo>
                  <a:cubicBezTo>
                    <a:pt x="3310886" y="63500"/>
                    <a:pt x="3311521" y="57150"/>
                    <a:pt x="3313426" y="52070"/>
                  </a:cubicBezTo>
                  <a:cubicBezTo>
                    <a:pt x="3315331" y="46990"/>
                    <a:pt x="3317236" y="42545"/>
                    <a:pt x="3320411" y="39370"/>
                  </a:cubicBezTo>
                  <a:cubicBezTo>
                    <a:pt x="3323586" y="36195"/>
                    <a:pt x="3326761" y="33020"/>
                    <a:pt x="3331206" y="31750"/>
                  </a:cubicBezTo>
                  <a:cubicBezTo>
                    <a:pt x="3335651" y="29845"/>
                    <a:pt x="3340096" y="29210"/>
                    <a:pt x="3345176" y="29210"/>
                  </a:cubicBezTo>
                  <a:close/>
                  <a:moveTo>
                    <a:pt x="3060696" y="29210"/>
                  </a:moveTo>
                  <a:cubicBezTo>
                    <a:pt x="3063871" y="29210"/>
                    <a:pt x="3066411" y="29210"/>
                    <a:pt x="3068316" y="29845"/>
                  </a:cubicBezTo>
                  <a:cubicBezTo>
                    <a:pt x="3070221" y="29845"/>
                    <a:pt x="3072126" y="31115"/>
                    <a:pt x="3074031" y="32385"/>
                  </a:cubicBezTo>
                  <a:lnTo>
                    <a:pt x="3070221" y="46990"/>
                  </a:lnTo>
                  <a:lnTo>
                    <a:pt x="3068951" y="46990"/>
                  </a:lnTo>
                  <a:cubicBezTo>
                    <a:pt x="3068951" y="46990"/>
                    <a:pt x="3065776" y="45085"/>
                    <a:pt x="3063871" y="45085"/>
                  </a:cubicBezTo>
                  <a:cubicBezTo>
                    <a:pt x="3061966" y="45085"/>
                    <a:pt x="3060061" y="44450"/>
                    <a:pt x="3057521" y="44450"/>
                  </a:cubicBezTo>
                  <a:cubicBezTo>
                    <a:pt x="3052441" y="44450"/>
                    <a:pt x="3048631" y="46355"/>
                    <a:pt x="3046091" y="49530"/>
                  </a:cubicBezTo>
                  <a:cubicBezTo>
                    <a:pt x="3043551" y="52705"/>
                    <a:pt x="3042281" y="57785"/>
                    <a:pt x="3042281" y="64770"/>
                  </a:cubicBezTo>
                  <a:lnTo>
                    <a:pt x="3042281" y="109220"/>
                  </a:lnTo>
                  <a:lnTo>
                    <a:pt x="3027041" y="109220"/>
                  </a:lnTo>
                  <a:lnTo>
                    <a:pt x="3027041" y="31115"/>
                  </a:lnTo>
                  <a:lnTo>
                    <a:pt x="3042281" y="31115"/>
                  </a:lnTo>
                  <a:lnTo>
                    <a:pt x="3042281" y="38735"/>
                  </a:lnTo>
                  <a:cubicBezTo>
                    <a:pt x="3042281" y="38735"/>
                    <a:pt x="3044186" y="36195"/>
                    <a:pt x="3045456" y="34925"/>
                  </a:cubicBezTo>
                  <a:cubicBezTo>
                    <a:pt x="3046726" y="33655"/>
                    <a:pt x="3047996" y="33020"/>
                    <a:pt x="3049901" y="31750"/>
                  </a:cubicBezTo>
                  <a:cubicBezTo>
                    <a:pt x="3051171" y="31115"/>
                    <a:pt x="3053076" y="30480"/>
                    <a:pt x="3054981" y="29845"/>
                  </a:cubicBezTo>
                  <a:cubicBezTo>
                    <a:pt x="3056886" y="29845"/>
                    <a:pt x="3058791" y="29210"/>
                    <a:pt x="3060696" y="29210"/>
                  </a:cubicBezTo>
                  <a:close/>
                  <a:moveTo>
                    <a:pt x="2978781" y="29210"/>
                  </a:moveTo>
                  <a:cubicBezTo>
                    <a:pt x="2984496" y="29210"/>
                    <a:pt x="2988941" y="30480"/>
                    <a:pt x="2993386" y="32385"/>
                  </a:cubicBezTo>
                  <a:cubicBezTo>
                    <a:pt x="2997196" y="34290"/>
                    <a:pt x="3001006" y="37465"/>
                    <a:pt x="3003546" y="40640"/>
                  </a:cubicBezTo>
                  <a:cubicBezTo>
                    <a:pt x="3006086" y="44450"/>
                    <a:pt x="3007991" y="48260"/>
                    <a:pt x="3009896" y="53340"/>
                  </a:cubicBezTo>
                  <a:cubicBezTo>
                    <a:pt x="3011166" y="57785"/>
                    <a:pt x="3011801" y="62865"/>
                    <a:pt x="3011801" y="68580"/>
                  </a:cubicBezTo>
                  <a:lnTo>
                    <a:pt x="3010531" y="68580"/>
                  </a:lnTo>
                  <a:cubicBezTo>
                    <a:pt x="3010531" y="68580"/>
                    <a:pt x="3010531" y="71120"/>
                    <a:pt x="3010531" y="72390"/>
                  </a:cubicBezTo>
                  <a:cubicBezTo>
                    <a:pt x="3010531" y="73660"/>
                    <a:pt x="3010531" y="74295"/>
                    <a:pt x="3010531" y="75565"/>
                  </a:cubicBezTo>
                  <a:lnTo>
                    <a:pt x="2959096" y="75565"/>
                  </a:lnTo>
                  <a:cubicBezTo>
                    <a:pt x="2959096" y="79375"/>
                    <a:pt x="2960366" y="82550"/>
                    <a:pt x="2961636" y="85090"/>
                  </a:cubicBezTo>
                  <a:cubicBezTo>
                    <a:pt x="2962906" y="87630"/>
                    <a:pt x="2964176" y="90170"/>
                    <a:pt x="2966081" y="91440"/>
                  </a:cubicBezTo>
                  <a:cubicBezTo>
                    <a:pt x="2967986" y="93345"/>
                    <a:pt x="2969891" y="94615"/>
                    <a:pt x="2971796" y="95250"/>
                  </a:cubicBezTo>
                  <a:cubicBezTo>
                    <a:pt x="2974336" y="95885"/>
                    <a:pt x="2976241" y="96520"/>
                    <a:pt x="2978781" y="96520"/>
                  </a:cubicBezTo>
                  <a:cubicBezTo>
                    <a:pt x="2980686" y="96520"/>
                    <a:pt x="2981956" y="96520"/>
                    <a:pt x="2983861" y="96520"/>
                  </a:cubicBezTo>
                  <a:cubicBezTo>
                    <a:pt x="2985131" y="96520"/>
                    <a:pt x="2987036" y="95885"/>
                    <a:pt x="2988306" y="95250"/>
                  </a:cubicBezTo>
                  <a:cubicBezTo>
                    <a:pt x="2989576" y="95250"/>
                    <a:pt x="2990846" y="93980"/>
                    <a:pt x="2992116" y="93345"/>
                  </a:cubicBezTo>
                  <a:cubicBezTo>
                    <a:pt x="2993386" y="93345"/>
                    <a:pt x="2994656" y="92075"/>
                    <a:pt x="2996561" y="90805"/>
                  </a:cubicBezTo>
                  <a:lnTo>
                    <a:pt x="3005451" y="100330"/>
                  </a:lnTo>
                  <a:cubicBezTo>
                    <a:pt x="3005451" y="100330"/>
                    <a:pt x="3001641" y="103505"/>
                    <a:pt x="2999736" y="104775"/>
                  </a:cubicBezTo>
                  <a:cubicBezTo>
                    <a:pt x="2997831" y="106045"/>
                    <a:pt x="2995926" y="106680"/>
                    <a:pt x="2994021" y="107950"/>
                  </a:cubicBezTo>
                  <a:cubicBezTo>
                    <a:pt x="2992116" y="108585"/>
                    <a:pt x="2989576" y="109855"/>
                    <a:pt x="2987036" y="109855"/>
                  </a:cubicBezTo>
                  <a:cubicBezTo>
                    <a:pt x="2984496" y="109855"/>
                    <a:pt x="2981321" y="110490"/>
                    <a:pt x="2978146" y="110490"/>
                  </a:cubicBezTo>
                  <a:cubicBezTo>
                    <a:pt x="2974971" y="110490"/>
                    <a:pt x="2971796" y="110490"/>
                    <a:pt x="2968621" y="109220"/>
                  </a:cubicBezTo>
                  <a:cubicBezTo>
                    <a:pt x="2965446" y="108585"/>
                    <a:pt x="2962906" y="107315"/>
                    <a:pt x="2961001" y="105410"/>
                  </a:cubicBezTo>
                  <a:cubicBezTo>
                    <a:pt x="2958461" y="104140"/>
                    <a:pt x="2956556" y="102235"/>
                    <a:pt x="2954651" y="100330"/>
                  </a:cubicBezTo>
                  <a:cubicBezTo>
                    <a:pt x="2952746" y="98425"/>
                    <a:pt x="2950841" y="95885"/>
                    <a:pt x="2949571" y="92710"/>
                  </a:cubicBezTo>
                  <a:cubicBezTo>
                    <a:pt x="2947666" y="89535"/>
                    <a:pt x="2946396" y="86360"/>
                    <a:pt x="2945761" y="82550"/>
                  </a:cubicBezTo>
                  <a:cubicBezTo>
                    <a:pt x="2945126" y="78740"/>
                    <a:pt x="2944491" y="74295"/>
                    <a:pt x="2944491" y="69850"/>
                  </a:cubicBezTo>
                  <a:cubicBezTo>
                    <a:pt x="2944491" y="63500"/>
                    <a:pt x="2945126" y="57150"/>
                    <a:pt x="2947031" y="52070"/>
                  </a:cubicBezTo>
                  <a:cubicBezTo>
                    <a:pt x="2948936" y="46990"/>
                    <a:pt x="2950841" y="42545"/>
                    <a:pt x="2954016" y="39370"/>
                  </a:cubicBezTo>
                  <a:cubicBezTo>
                    <a:pt x="2957191" y="36195"/>
                    <a:pt x="2960366" y="33020"/>
                    <a:pt x="2964811" y="31750"/>
                  </a:cubicBezTo>
                  <a:cubicBezTo>
                    <a:pt x="2969256" y="29845"/>
                    <a:pt x="2973701" y="29210"/>
                    <a:pt x="2978781" y="29210"/>
                  </a:cubicBezTo>
                  <a:close/>
                  <a:moveTo>
                    <a:pt x="2798440" y="29210"/>
                  </a:moveTo>
                  <a:cubicBezTo>
                    <a:pt x="2803520" y="29210"/>
                    <a:pt x="2807965" y="29845"/>
                    <a:pt x="2813045" y="31750"/>
                  </a:cubicBezTo>
                  <a:cubicBezTo>
                    <a:pt x="2817490" y="33655"/>
                    <a:pt x="2821935" y="35560"/>
                    <a:pt x="2825110" y="38100"/>
                  </a:cubicBezTo>
                  <a:lnTo>
                    <a:pt x="2827015" y="38100"/>
                  </a:lnTo>
                  <a:lnTo>
                    <a:pt x="2820030" y="50165"/>
                  </a:lnTo>
                  <a:cubicBezTo>
                    <a:pt x="2816855" y="47625"/>
                    <a:pt x="2813680" y="46355"/>
                    <a:pt x="2810505" y="45085"/>
                  </a:cubicBezTo>
                  <a:cubicBezTo>
                    <a:pt x="2807330" y="43815"/>
                    <a:pt x="2803520" y="43180"/>
                    <a:pt x="2799710" y="43180"/>
                  </a:cubicBezTo>
                  <a:cubicBezTo>
                    <a:pt x="2795900" y="43180"/>
                    <a:pt x="2793360" y="43815"/>
                    <a:pt x="2791455" y="45085"/>
                  </a:cubicBezTo>
                  <a:cubicBezTo>
                    <a:pt x="2789550" y="46355"/>
                    <a:pt x="2788915" y="48260"/>
                    <a:pt x="2788915" y="50165"/>
                  </a:cubicBezTo>
                  <a:cubicBezTo>
                    <a:pt x="2788915" y="51435"/>
                    <a:pt x="2788915" y="52070"/>
                    <a:pt x="2788915" y="52705"/>
                  </a:cubicBezTo>
                  <a:cubicBezTo>
                    <a:pt x="2788915" y="53340"/>
                    <a:pt x="2790185" y="54610"/>
                    <a:pt x="2790820" y="55245"/>
                  </a:cubicBezTo>
                  <a:cubicBezTo>
                    <a:pt x="2792090" y="55880"/>
                    <a:pt x="2793360" y="57150"/>
                    <a:pt x="2795265" y="57785"/>
                  </a:cubicBezTo>
                  <a:cubicBezTo>
                    <a:pt x="2797170" y="59055"/>
                    <a:pt x="2799710" y="59690"/>
                    <a:pt x="2802250" y="60960"/>
                  </a:cubicBezTo>
                  <a:cubicBezTo>
                    <a:pt x="2806695" y="62865"/>
                    <a:pt x="2810505" y="64135"/>
                    <a:pt x="2813680" y="66040"/>
                  </a:cubicBezTo>
                  <a:cubicBezTo>
                    <a:pt x="2816855" y="67310"/>
                    <a:pt x="2819395" y="69215"/>
                    <a:pt x="2821935" y="71120"/>
                  </a:cubicBezTo>
                  <a:cubicBezTo>
                    <a:pt x="2823840" y="73025"/>
                    <a:pt x="2825745" y="75565"/>
                    <a:pt x="2827015" y="78105"/>
                  </a:cubicBezTo>
                  <a:cubicBezTo>
                    <a:pt x="2828285" y="80645"/>
                    <a:pt x="2828920" y="83820"/>
                    <a:pt x="2828920" y="87630"/>
                  </a:cubicBezTo>
                  <a:cubicBezTo>
                    <a:pt x="2828920" y="92075"/>
                    <a:pt x="2828285" y="95250"/>
                    <a:pt x="2826380" y="98425"/>
                  </a:cubicBezTo>
                  <a:cubicBezTo>
                    <a:pt x="2824475" y="101600"/>
                    <a:pt x="2822570" y="103505"/>
                    <a:pt x="2820030" y="105410"/>
                  </a:cubicBezTo>
                  <a:cubicBezTo>
                    <a:pt x="2817490" y="107315"/>
                    <a:pt x="2814315" y="108585"/>
                    <a:pt x="2810505" y="109220"/>
                  </a:cubicBezTo>
                  <a:cubicBezTo>
                    <a:pt x="2806695" y="109855"/>
                    <a:pt x="2803520" y="110490"/>
                    <a:pt x="2799710" y="110490"/>
                  </a:cubicBezTo>
                  <a:cubicBezTo>
                    <a:pt x="2794630" y="110490"/>
                    <a:pt x="2789550" y="109855"/>
                    <a:pt x="2783835" y="107950"/>
                  </a:cubicBezTo>
                  <a:cubicBezTo>
                    <a:pt x="2778120" y="106045"/>
                    <a:pt x="2773675" y="103505"/>
                    <a:pt x="2769230" y="100965"/>
                  </a:cubicBezTo>
                  <a:lnTo>
                    <a:pt x="2776215" y="89535"/>
                  </a:lnTo>
                  <a:cubicBezTo>
                    <a:pt x="2780025" y="92075"/>
                    <a:pt x="2783835" y="93980"/>
                    <a:pt x="2787645" y="95250"/>
                  </a:cubicBezTo>
                  <a:cubicBezTo>
                    <a:pt x="2791455" y="96520"/>
                    <a:pt x="2795265" y="97155"/>
                    <a:pt x="2799075" y="97155"/>
                  </a:cubicBezTo>
                  <a:cubicBezTo>
                    <a:pt x="2804155" y="97155"/>
                    <a:pt x="2807330" y="96520"/>
                    <a:pt x="2809870" y="94615"/>
                  </a:cubicBezTo>
                  <a:cubicBezTo>
                    <a:pt x="2812410" y="93345"/>
                    <a:pt x="2813045" y="90805"/>
                    <a:pt x="2813045" y="88265"/>
                  </a:cubicBezTo>
                  <a:cubicBezTo>
                    <a:pt x="2813045" y="86995"/>
                    <a:pt x="2813045" y="85725"/>
                    <a:pt x="2811775" y="84455"/>
                  </a:cubicBezTo>
                  <a:cubicBezTo>
                    <a:pt x="2811140" y="83185"/>
                    <a:pt x="2809870" y="82550"/>
                    <a:pt x="2807965" y="81280"/>
                  </a:cubicBezTo>
                  <a:cubicBezTo>
                    <a:pt x="2806695" y="80010"/>
                    <a:pt x="2804790" y="79375"/>
                    <a:pt x="2802250" y="78105"/>
                  </a:cubicBezTo>
                  <a:cubicBezTo>
                    <a:pt x="2800345" y="77470"/>
                    <a:pt x="2797805" y="76200"/>
                    <a:pt x="2794630" y="74930"/>
                  </a:cubicBezTo>
                  <a:cubicBezTo>
                    <a:pt x="2790185" y="73025"/>
                    <a:pt x="2787010" y="71755"/>
                    <a:pt x="2783835" y="69850"/>
                  </a:cubicBezTo>
                  <a:cubicBezTo>
                    <a:pt x="2780660" y="67945"/>
                    <a:pt x="2778755" y="66675"/>
                    <a:pt x="2776850" y="64770"/>
                  </a:cubicBezTo>
                  <a:cubicBezTo>
                    <a:pt x="2774945" y="62865"/>
                    <a:pt x="2773675" y="60960"/>
                    <a:pt x="2773040" y="58420"/>
                  </a:cubicBezTo>
                  <a:cubicBezTo>
                    <a:pt x="2772405" y="55880"/>
                    <a:pt x="2771770" y="53340"/>
                    <a:pt x="2771770" y="50165"/>
                  </a:cubicBezTo>
                  <a:cubicBezTo>
                    <a:pt x="2771770" y="46990"/>
                    <a:pt x="2772405" y="43815"/>
                    <a:pt x="2773675" y="40640"/>
                  </a:cubicBezTo>
                  <a:cubicBezTo>
                    <a:pt x="2774945" y="38100"/>
                    <a:pt x="2776850" y="35560"/>
                    <a:pt x="2779390" y="34290"/>
                  </a:cubicBezTo>
                  <a:cubicBezTo>
                    <a:pt x="2781930" y="32385"/>
                    <a:pt x="2784470" y="31115"/>
                    <a:pt x="2787645" y="30480"/>
                  </a:cubicBezTo>
                  <a:cubicBezTo>
                    <a:pt x="2790820" y="29845"/>
                    <a:pt x="2794630" y="29210"/>
                    <a:pt x="2798440" y="29210"/>
                  </a:cubicBezTo>
                  <a:close/>
                  <a:moveTo>
                    <a:pt x="2723510" y="29210"/>
                  </a:moveTo>
                  <a:cubicBezTo>
                    <a:pt x="2725415" y="29210"/>
                    <a:pt x="2727320" y="29210"/>
                    <a:pt x="2729225" y="29210"/>
                  </a:cubicBezTo>
                  <a:cubicBezTo>
                    <a:pt x="2733670" y="29210"/>
                    <a:pt x="2738115" y="29845"/>
                    <a:pt x="2741290" y="31750"/>
                  </a:cubicBezTo>
                  <a:cubicBezTo>
                    <a:pt x="2744465" y="33020"/>
                    <a:pt x="2747640" y="35560"/>
                    <a:pt x="2750180" y="38100"/>
                  </a:cubicBezTo>
                  <a:cubicBezTo>
                    <a:pt x="2752720" y="41275"/>
                    <a:pt x="2753990" y="44450"/>
                    <a:pt x="2755260" y="48895"/>
                  </a:cubicBezTo>
                  <a:cubicBezTo>
                    <a:pt x="2756530" y="53340"/>
                    <a:pt x="2757165" y="58420"/>
                    <a:pt x="2757165" y="64135"/>
                  </a:cubicBezTo>
                  <a:lnTo>
                    <a:pt x="2757165" y="108585"/>
                  </a:lnTo>
                  <a:lnTo>
                    <a:pt x="2741925" y="108585"/>
                  </a:lnTo>
                  <a:lnTo>
                    <a:pt x="2741290" y="108585"/>
                  </a:lnTo>
                  <a:lnTo>
                    <a:pt x="2741290" y="64770"/>
                  </a:lnTo>
                  <a:cubicBezTo>
                    <a:pt x="2741290" y="57785"/>
                    <a:pt x="2740020" y="52070"/>
                    <a:pt x="2737480" y="48895"/>
                  </a:cubicBezTo>
                  <a:cubicBezTo>
                    <a:pt x="2734940" y="45085"/>
                    <a:pt x="2731130" y="43180"/>
                    <a:pt x="2725415" y="43180"/>
                  </a:cubicBezTo>
                  <a:cubicBezTo>
                    <a:pt x="2722875" y="43180"/>
                    <a:pt x="2720970" y="43180"/>
                    <a:pt x="2718430" y="44450"/>
                  </a:cubicBezTo>
                  <a:cubicBezTo>
                    <a:pt x="2716525" y="45085"/>
                    <a:pt x="2714620" y="46990"/>
                    <a:pt x="2713350" y="48260"/>
                  </a:cubicBezTo>
                  <a:cubicBezTo>
                    <a:pt x="2712080" y="50165"/>
                    <a:pt x="2710810" y="52070"/>
                    <a:pt x="2710175" y="54610"/>
                  </a:cubicBezTo>
                  <a:cubicBezTo>
                    <a:pt x="2710175" y="57150"/>
                    <a:pt x="2709540" y="59690"/>
                    <a:pt x="2709540" y="62865"/>
                  </a:cubicBezTo>
                  <a:lnTo>
                    <a:pt x="2709540" y="108585"/>
                  </a:lnTo>
                  <a:lnTo>
                    <a:pt x="2694300" y="108585"/>
                  </a:lnTo>
                  <a:lnTo>
                    <a:pt x="2694300" y="30480"/>
                  </a:lnTo>
                  <a:lnTo>
                    <a:pt x="2709540" y="30480"/>
                  </a:lnTo>
                  <a:lnTo>
                    <a:pt x="2709540" y="38100"/>
                  </a:lnTo>
                  <a:cubicBezTo>
                    <a:pt x="2709540" y="38100"/>
                    <a:pt x="2711445" y="35560"/>
                    <a:pt x="2713350" y="34290"/>
                  </a:cubicBezTo>
                  <a:cubicBezTo>
                    <a:pt x="2714620" y="33020"/>
                    <a:pt x="2716525" y="32385"/>
                    <a:pt x="2717795" y="31115"/>
                  </a:cubicBezTo>
                  <a:cubicBezTo>
                    <a:pt x="2719700" y="30480"/>
                    <a:pt x="2721605" y="29845"/>
                    <a:pt x="2723510" y="29210"/>
                  </a:cubicBezTo>
                  <a:close/>
                  <a:moveTo>
                    <a:pt x="2530470" y="29210"/>
                  </a:moveTo>
                  <a:cubicBezTo>
                    <a:pt x="2536185" y="29210"/>
                    <a:pt x="2540630" y="30480"/>
                    <a:pt x="2545075" y="32385"/>
                  </a:cubicBezTo>
                  <a:cubicBezTo>
                    <a:pt x="2548885" y="34290"/>
                    <a:pt x="2552695" y="37465"/>
                    <a:pt x="2555235" y="40640"/>
                  </a:cubicBezTo>
                  <a:cubicBezTo>
                    <a:pt x="2557775" y="44450"/>
                    <a:pt x="2559680" y="48260"/>
                    <a:pt x="2561585" y="53340"/>
                  </a:cubicBezTo>
                  <a:cubicBezTo>
                    <a:pt x="2562855" y="57785"/>
                    <a:pt x="2563490" y="62865"/>
                    <a:pt x="2563490" y="68580"/>
                  </a:cubicBezTo>
                  <a:lnTo>
                    <a:pt x="2562220" y="68580"/>
                  </a:lnTo>
                  <a:cubicBezTo>
                    <a:pt x="2562220" y="68580"/>
                    <a:pt x="2562220" y="71120"/>
                    <a:pt x="2562220" y="72390"/>
                  </a:cubicBezTo>
                  <a:cubicBezTo>
                    <a:pt x="2562220" y="73660"/>
                    <a:pt x="2562220" y="74295"/>
                    <a:pt x="2562220" y="75565"/>
                  </a:cubicBezTo>
                  <a:lnTo>
                    <a:pt x="2510785" y="75565"/>
                  </a:lnTo>
                  <a:cubicBezTo>
                    <a:pt x="2510785" y="79375"/>
                    <a:pt x="2512055" y="82550"/>
                    <a:pt x="2513325" y="85090"/>
                  </a:cubicBezTo>
                  <a:cubicBezTo>
                    <a:pt x="2514595" y="87630"/>
                    <a:pt x="2515865" y="90170"/>
                    <a:pt x="2517770" y="91440"/>
                  </a:cubicBezTo>
                  <a:cubicBezTo>
                    <a:pt x="2519675" y="93345"/>
                    <a:pt x="2521580" y="94615"/>
                    <a:pt x="2523485" y="95250"/>
                  </a:cubicBezTo>
                  <a:cubicBezTo>
                    <a:pt x="2525390" y="95885"/>
                    <a:pt x="2527930" y="96520"/>
                    <a:pt x="2530470" y="96520"/>
                  </a:cubicBezTo>
                  <a:cubicBezTo>
                    <a:pt x="2532375" y="96520"/>
                    <a:pt x="2533645" y="96520"/>
                    <a:pt x="2535550" y="96520"/>
                  </a:cubicBezTo>
                  <a:cubicBezTo>
                    <a:pt x="2536820" y="96520"/>
                    <a:pt x="2538725" y="95885"/>
                    <a:pt x="2539995" y="95250"/>
                  </a:cubicBezTo>
                  <a:cubicBezTo>
                    <a:pt x="2541265" y="95250"/>
                    <a:pt x="2542535" y="93980"/>
                    <a:pt x="2543805" y="93345"/>
                  </a:cubicBezTo>
                  <a:cubicBezTo>
                    <a:pt x="2545075" y="93345"/>
                    <a:pt x="2546345" y="92075"/>
                    <a:pt x="2548250" y="90805"/>
                  </a:cubicBezTo>
                  <a:lnTo>
                    <a:pt x="2557140" y="100330"/>
                  </a:lnTo>
                  <a:cubicBezTo>
                    <a:pt x="2557140" y="100330"/>
                    <a:pt x="2553330" y="103505"/>
                    <a:pt x="2551425" y="104775"/>
                  </a:cubicBezTo>
                  <a:cubicBezTo>
                    <a:pt x="2549520" y="106045"/>
                    <a:pt x="2547615" y="106680"/>
                    <a:pt x="2545710" y="107950"/>
                  </a:cubicBezTo>
                  <a:cubicBezTo>
                    <a:pt x="2543805" y="108585"/>
                    <a:pt x="2541265" y="109855"/>
                    <a:pt x="2538725" y="109855"/>
                  </a:cubicBezTo>
                  <a:cubicBezTo>
                    <a:pt x="2536185" y="109855"/>
                    <a:pt x="2533010" y="110490"/>
                    <a:pt x="2529835" y="110490"/>
                  </a:cubicBezTo>
                  <a:cubicBezTo>
                    <a:pt x="2526660" y="110490"/>
                    <a:pt x="2523485" y="110490"/>
                    <a:pt x="2520310" y="109220"/>
                  </a:cubicBezTo>
                  <a:cubicBezTo>
                    <a:pt x="2517135" y="108585"/>
                    <a:pt x="2514595" y="107315"/>
                    <a:pt x="2512690" y="105410"/>
                  </a:cubicBezTo>
                  <a:cubicBezTo>
                    <a:pt x="2510785" y="103505"/>
                    <a:pt x="2508245" y="102235"/>
                    <a:pt x="2506340" y="100330"/>
                  </a:cubicBezTo>
                  <a:cubicBezTo>
                    <a:pt x="2504435" y="98425"/>
                    <a:pt x="2502530" y="95885"/>
                    <a:pt x="2501260" y="92710"/>
                  </a:cubicBezTo>
                  <a:cubicBezTo>
                    <a:pt x="2499355" y="89535"/>
                    <a:pt x="2498085" y="86360"/>
                    <a:pt x="2497450" y="82550"/>
                  </a:cubicBezTo>
                  <a:cubicBezTo>
                    <a:pt x="2496815" y="78740"/>
                    <a:pt x="2496180" y="74295"/>
                    <a:pt x="2496180" y="69850"/>
                  </a:cubicBezTo>
                  <a:cubicBezTo>
                    <a:pt x="2496180" y="63500"/>
                    <a:pt x="2496815" y="57150"/>
                    <a:pt x="2498720" y="52070"/>
                  </a:cubicBezTo>
                  <a:cubicBezTo>
                    <a:pt x="2500625" y="46990"/>
                    <a:pt x="2502530" y="42545"/>
                    <a:pt x="2505705" y="39370"/>
                  </a:cubicBezTo>
                  <a:cubicBezTo>
                    <a:pt x="2508880" y="36195"/>
                    <a:pt x="2512055" y="33020"/>
                    <a:pt x="2516500" y="31750"/>
                  </a:cubicBezTo>
                  <a:cubicBezTo>
                    <a:pt x="2520945" y="29845"/>
                    <a:pt x="2525390" y="29210"/>
                    <a:pt x="2530470" y="29210"/>
                  </a:cubicBezTo>
                  <a:close/>
                  <a:moveTo>
                    <a:pt x="2298061" y="29210"/>
                  </a:moveTo>
                  <a:cubicBezTo>
                    <a:pt x="2301236" y="29210"/>
                    <a:pt x="2303776" y="29210"/>
                    <a:pt x="2305681" y="29845"/>
                  </a:cubicBezTo>
                  <a:cubicBezTo>
                    <a:pt x="2307586" y="29845"/>
                    <a:pt x="2309491" y="31115"/>
                    <a:pt x="2311396" y="32385"/>
                  </a:cubicBezTo>
                  <a:lnTo>
                    <a:pt x="2307586" y="46990"/>
                  </a:lnTo>
                  <a:lnTo>
                    <a:pt x="2306316" y="46990"/>
                  </a:lnTo>
                  <a:cubicBezTo>
                    <a:pt x="2306316" y="46990"/>
                    <a:pt x="2303141" y="45085"/>
                    <a:pt x="2301236" y="45085"/>
                  </a:cubicBezTo>
                  <a:cubicBezTo>
                    <a:pt x="2299331" y="45085"/>
                    <a:pt x="2297426" y="44450"/>
                    <a:pt x="2294886" y="44450"/>
                  </a:cubicBezTo>
                  <a:cubicBezTo>
                    <a:pt x="2289806" y="44450"/>
                    <a:pt x="2285996" y="46355"/>
                    <a:pt x="2283456" y="49530"/>
                  </a:cubicBezTo>
                  <a:cubicBezTo>
                    <a:pt x="2280916" y="52705"/>
                    <a:pt x="2279646" y="57785"/>
                    <a:pt x="2279646" y="64770"/>
                  </a:cubicBezTo>
                  <a:lnTo>
                    <a:pt x="2279646" y="109220"/>
                  </a:lnTo>
                  <a:lnTo>
                    <a:pt x="2264406" y="109220"/>
                  </a:lnTo>
                  <a:lnTo>
                    <a:pt x="2264406" y="31115"/>
                  </a:lnTo>
                  <a:lnTo>
                    <a:pt x="2279646" y="31115"/>
                  </a:lnTo>
                  <a:lnTo>
                    <a:pt x="2279646" y="38735"/>
                  </a:lnTo>
                  <a:cubicBezTo>
                    <a:pt x="2279646" y="38735"/>
                    <a:pt x="2281551" y="36195"/>
                    <a:pt x="2282821" y="34925"/>
                  </a:cubicBezTo>
                  <a:cubicBezTo>
                    <a:pt x="2284091" y="33655"/>
                    <a:pt x="2285361" y="33020"/>
                    <a:pt x="2287266" y="31750"/>
                  </a:cubicBezTo>
                  <a:cubicBezTo>
                    <a:pt x="2288536" y="31115"/>
                    <a:pt x="2290441" y="30480"/>
                    <a:pt x="2292346" y="29845"/>
                  </a:cubicBezTo>
                  <a:cubicBezTo>
                    <a:pt x="2294251" y="29845"/>
                    <a:pt x="2296156" y="29210"/>
                    <a:pt x="2298061" y="29210"/>
                  </a:cubicBezTo>
                  <a:close/>
                  <a:moveTo>
                    <a:pt x="2216145" y="29210"/>
                  </a:moveTo>
                  <a:cubicBezTo>
                    <a:pt x="2221860" y="29210"/>
                    <a:pt x="2226305" y="30480"/>
                    <a:pt x="2230750" y="32385"/>
                  </a:cubicBezTo>
                  <a:cubicBezTo>
                    <a:pt x="2234560" y="34290"/>
                    <a:pt x="2238370" y="37465"/>
                    <a:pt x="2240910" y="40640"/>
                  </a:cubicBezTo>
                  <a:cubicBezTo>
                    <a:pt x="2243450" y="44450"/>
                    <a:pt x="2245355" y="48260"/>
                    <a:pt x="2247260" y="53340"/>
                  </a:cubicBezTo>
                  <a:cubicBezTo>
                    <a:pt x="2248530" y="57785"/>
                    <a:pt x="2249165" y="62865"/>
                    <a:pt x="2249165" y="68580"/>
                  </a:cubicBezTo>
                  <a:lnTo>
                    <a:pt x="2247895" y="68580"/>
                  </a:lnTo>
                  <a:cubicBezTo>
                    <a:pt x="2247895" y="68580"/>
                    <a:pt x="2247895" y="71120"/>
                    <a:pt x="2247895" y="72390"/>
                  </a:cubicBezTo>
                  <a:cubicBezTo>
                    <a:pt x="2247895" y="73660"/>
                    <a:pt x="2247895" y="74295"/>
                    <a:pt x="2247895" y="75565"/>
                  </a:cubicBezTo>
                  <a:lnTo>
                    <a:pt x="2196460" y="75565"/>
                  </a:lnTo>
                  <a:cubicBezTo>
                    <a:pt x="2196460" y="79375"/>
                    <a:pt x="2197730" y="82550"/>
                    <a:pt x="2199000" y="85090"/>
                  </a:cubicBezTo>
                  <a:cubicBezTo>
                    <a:pt x="2200270" y="87630"/>
                    <a:pt x="2201540" y="90170"/>
                    <a:pt x="2203445" y="91440"/>
                  </a:cubicBezTo>
                  <a:cubicBezTo>
                    <a:pt x="2205350" y="93345"/>
                    <a:pt x="2207255" y="94615"/>
                    <a:pt x="2209160" y="95250"/>
                  </a:cubicBezTo>
                  <a:cubicBezTo>
                    <a:pt x="2211065" y="95885"/>
                    <a:pt x="2213605" y="96520"/>
                    <a:pt x="2216145" y="96520"/>
                  </a:cubicBezTo>
                  <a:cubicBezTo>
                    <a:pt x="2218050" y="96520"/>
                    <a:pt x="2219320" y="96520"/>
                    <a:pt x="2221225" y="96520"/>
                  </a:cubicBezTo>
                  <a:cubicBezTo>
                    <a:pt x="2222495" y="96520"/>
                    <a:pt x="2224400" y="95885"/>
                    <a:pt x="2225670" y="95250"/>
                  </a:cubicBezTo>
                  <a:cubicBezTo>
                    <a:pt x="2226940" y="95250"/>
                    <a:pt x="2228210" y="93980"/>
                    <a:pt x="2229480" y="93345"/>
                  </a:cubicBezTo>
                  <a:cubicBezTo>
                    <a:pt x="2230750" y="93345"/>
                    <a:pt x="2232020" y="92075"/>
                    <a:pt x="2233925" y="90805"/>
                  </a:cubicBezTo>
                  <a:lnTo>
                    <a:pt x="2242815" y="100330"/>
                  </a:lnTo>
                  <a:cubicBezTo>
                    <a:pt x="2242815" y="100330"/>
                    <a:pt x="2239005" y="103505"/>
                    <a:pt x="2237100" y="104775"/>
                  </a:cubicBezTo>
                  <a:cubicBezTo>
                    <a:pt x="2235195" y="106045"/>
                    <a:pt x="2233290" y="106680"/>
                    <a:pt x="2231385" y="107950"/>
                  </a:cubicBezTo>
                  <a:cubicBezTo>
                    <a:pt x="2229480" y="108585"/>
                    <a:pt x="2226940" y="109855"/>
                    <a:pt x="2224400" y="109855"/>
                  </a:cubicBezTo>
                  <a:cubicBezTo>
                    <a:pt x="2221860" y="109855"/>
                    <a:pt x="2218685" y="110490"/>
                    <a:pt x="2215510" y="110490"/>
                  </a:cubicBezTo>
                  <a:cubicBezTo>
                    <a:pt x="2212335" y="110490"/>
                    <a:pt x="2209160" y="110490"/>
                    <a:pt x="2205985" y="109220"/>
                  </a:cubicBezTo>
                  <a:cubicBezTo>
                    <a:pt x="2202810" y="108585"/>
                    <a:pt x="2200270" y="107315"/>
                    <a:pt x="2198365" y="105410"/>
                  </a:cubicBezTo>
                  <a:cubicBezTo>
                    <a:pt x="2195825" y="104140"/>
                    <a:pt x="2193920" y="102235"/>
                    <a:pt x="2192015" y="100330"/>
                  </a:cubicBezTo>
                  <a:cubicBezTo>
                    <a:pt x="2190110" y="98425"/>
                    <a:pt x="2188205" y="95885"/>
                    <a:pt x="2186935" y="92710"/>
                  </a:cubicBezTo>
                  <a:cubicBezTo>
                    <a:pt x="2185030" y="89535"/>
                    <a:pt x="2183760" y="86360"/>
                    <a:pt x="2183125" y="82550"/>
                  </a:cubicBezTo>
                  <a:cubicBezTo>
                    <a:pt x="2182490" y="78740"/>
                    <a:pt x="2181855" y="74295"/>
                    <a:pt x="2181855" y="69850"/>
                  </a:cubicBezTo>
                  <a:cubicBezTo>
                    <a:pt x="2181855" y="63500"/>
                    <a:pt x="2182490" y="57150"/>
                    <a:pt x="2184395" y="52070"/>
                  </a:cubicBezTo>
                  <a:cubicBezTo>
                    <a:pt x="2186300" y="46990"/>
                    <a:pt x="2188205" y="42545"/>
                    <a:pt x="2191380" y="39370"/>
                  </a:cubicBezTo>
                  <a:cubicBezTo>
                    <a:pt x="2194555" y="36195"/>
                    <a:pt x="2197730" y="33020"/>
                    <a:pt x="2202175" y="31750"/>
                  </a:cubicBezTo>
                  <a:cubicBezTo>
                    <a:pt x="2206620" y="29845"/>
                    <a:pt x="2211065" y="29210"/>
                    <a:pt x="2216145" y="29210"/>
                  </a:cubicBezTo>
                  <a:close/>
                  <a:moveTo>
                    <a:pt x="2029456" y="29210"/>
                  </a:moveTo>
                  <a:cubicBezTo>
                    <a:pt x="2035171" y="29210"/>
                    <a:pt x="2039616" y="30480"/>
                    <a:pt x="2044061" y="32385"/>
                  </a:cubicBezTo>
                  <a:cubicBezTo>
                    <a:pt x="2047871" y="34290"/>
                    <a:pt x="2051681" y="37465"/>
                    <a:pt x="2054221" y="40640"/>
                  </a:cubicBezTo>
                  <a:cubicBezTo>
                    <a:pt x="2056761" y="44450"/>
                    <a:pt x="2058666" y="48260"/>
                    <a:pt x="2060571" y="53340"/>
                  </a:cubicBezTo>
                  <a:cubicBezTo>
                    <a:pt x="2061841" y="57785"/>
                    <a:pt x="2062476" y="62865"/>
                    <a:pt x="2062476" y="68580"/>
                  </a:cubicBezTo>
                  <a:lnTo>
                    <a:pt x="2061206" y="68580"/>
                  </a:lnTo>
                  <a:cubicBezTo>
                    <a:pt x="2061206" y="68580"/>
                    <a:pt x="2061206" y="71120"/>
                    <a:pt x="2061206" y="72390"/>
                  </a:cubicBezTo>
                  <a:cubicBezTo>
                    <a:pt x="2061206" y="73660"/>
                    <a:pt x="2061206" y="74295"/>
                    <a:pt x="2061206" y="75565"/>
                  </a:cubicBezTo>
                  <a:lnTo>
                    <a:pt x="2009771" y="75565"/>
                  </a:lnTo>
                  <a:cubicBezTo>
                    <a:pt x="2009771" y="79375"/>
                    <a:pt x="2011041" y="82550"/>
                    <a:pt x="2012311" y="85090"/>
                  </a:cubicBezTo>
                  <a:cubicBezTo>
                    <a:pt x="2013581" y="87630"/>
                    <a:pt x="2014851" y="90170"/>
                    <a:pt x="2016756" y="91440"/>
                  </a:cubicBezTo>
                  <a:cubicBezTo>
                    <a:pt x="2018661" y="93345"/>
                    <a:pt x="2020566" y="94615"/>
                    <a:pt x="2022471" y="95250"/>
                  </a:cubicBezTo>
                  <a:cubicBezTo>
                    <a:pt x="2024376" y="95885"/>
                    <a:pt x="2026916" y="96520"/>
                    <a:pt x="2029456" y="96520"/>
                  </a:cubicBezTo>
                  <a:cubicBezTo>
                    <a:pt x="2031361" y="96520"/>
                    <a:pt x="2032631" y="96520"/>
                    <a:pt x="2034536" y="96520"/>
                  </a:cubicBezTo>
                  <a:cubicBezTo>
                    <a:pt x="2035806" y="96520"/>
                    <a:pt x="2037711" y="95885"/>
                    <a:pt x="2038981" y="95250"/>
                  </a:cubicBezTo>
                  <a:cubicBezTo>
                    <a:pt x="2040251" y="95250"/>
                    <a:pt x="2041521" y="93980"/>
                    <a:pt x="2042791" y="93345"/>
                  </a:cubicBezTo>
                  <a:cubicBezTo>
                    <a:pt x="2044061" y="93345"/>
                    <a:pt x="2045331" y="92075"/>
                    <a:pt x="2047236" y="90805"/>
                  </a:cubicBezTo>
                  <a:lnTo>
                    <a:pt x="2056126" y="100330"/>
                  </a:lnTo>
                  <a:cubicBezTo>
                    <a:pt x="2056126" y="100330"/>
                    <a:pt x="2052316" y="103505"/>
                    <a:pt x="2050411" y="104775"/>
                  </a:cubicBezTo>
                  <a:cubicBezTo>
                    <a:pt x="2048506" y="106045"/>
                    <a:pt x="2046601" y="106680"/>
                    <a:pt x="2044696" y="107950"/>
                  </a:cubicBezTo>
                  <a:cubicBezTo>
                    <a:pt x="2042791" y="108585"/>
                    <a:pt x="2040251" y="109855"/>
                    <a:pt x="2037711" y="109855"/>
                  </a:cubicBezTo>
                  <a:cubicBezTo>
                    <a:pt x="2035171" y="109855"/>
                    <a:pt x="2031996" y="110490"/>
                    <a:pt x="2028821" y="110490"/>
                  </a:cubicBezTo>
                  <a:cubicBezTo>
                    <a:pt x="2025646" y="110490"/>
                    <a:pt x="2022471" y="110490"/>
                    <a:pt x="2019296" y="109220"/>
                  </a:cubicBezTo>
                  <a:cubicBezTo>
                    <a:pt x="2016121" y="108585"/>
                    <a:pt x="2013581" y="107315"/>
                    <a:pt x="2011676" y="105410"/>
                  </a:cubicBezTo>
                  <a:cubicBezTo>
                    <a:pt x="2009136" y="104140"/>
                    <a:pt x="2007231" y="102235"/>
                    <a:pt x="2005326" y="100330"/>
                  </a:cubicBezTo>
                  <a:cubicBezTo>
                    <a:pt x="2003421" y="98425"/>
                    <a:pt x="2001516" y="95885"/>
                    <a:pt x="2000246" y="92710"/>
                  </a:cubicBezTo>
                  <a:cubicBezTo>
                    <a:pt x="1998341" y="89535"/>
                    <a:pt x="1997071" y="86360"/>
                    <a:pt x="1996436" y="82550"/>
                  </a:cubicBezTo>
                  <a:cubicBezTo>
                    <a:pt x="1995801" y="78740"/>
                    <a:pt x="1995166" y="74295"/>
                    <a:pt x="1995166" y="69850"/>
                  </a:cubicBezTo>
                  <a:cubicBezTo>
                    <a:pt x="1995166" y="63500"/>
                    <a:pt x="1995801" y="57150"/>
                    <a:pt x="1997706" y="52070"/>
                  </a:cubicBezTo>
                  <a:cubicBezTo>
                    <a:pt x="1999611" y="46990"/>
                    <a:pt x="2001516" y="42545"/>
                    <a:pt x="2004691" y="39370"/>
                  </a:cubicBezTo>
                  <a:cubicBezTo>
                    <a:pt x="2007866" y="36195"/>
                    <a:pt x="2011041" y="33020"/>
                    <a:pt x="2015486" y="31750"/>
                  </a:cubicBezTo>
                  <a:cubicBezTo>
                    <a:pt x="2019931" y="29845"/>
                    <a:pt x="2024376" y="29210"/>
                    <a:pt x="2029456" y="29210"/>
                  </a:cubicBezTo>
                  <a:close/>
                  <a:moveTo>
                    <a:pt x="1831336" y="29210"/>
                  </a:moveTo>
                  <a:cubicBezTo>
                    <a:pt x="1837051" y="29210"/>
                    <a:pt x="1841496" y="30480"/>
                    <a:pt x="1845941" y="32385"/>
                  </a:cubicBezTo>
                  <a:cubicBezTo>
                    <a:pt x="1849751" y="34290"/>
                    <a:pt x="1853561" y="37465"/>
                    <a:pt x="1856101" y="40640"/>
                  </a:cubicBezTo>
                  <a:cubicBezTo>
                    <a:pt x="1858641" y="44450"/>
                    <a:pt x="1860546" y="48260"/>
                    <a:pt x="1862451" y="53340"/>
                  </a:cubicBezTo>
                  <a:cubicBezTo>
                    <a:pt x="1863721" y="57785"/>
                    <a:pt x="1864356" y="62865"/>
                    <a:pt x="1864356" y="68580"/>
                  </a:cubicBezTo>
                  <a:lnTo>
                    <a:pt x="1863086" y="68580"/>
                  </a:lnTo>
                  <a:cubicBezTo>
                    <a:pt x="1863086" y="68580"/>
                    <a:pt x="1863086" y="71120"/>
                    <a:pt x="1863086" y="72390"/>
                  </a:cubicBezTo>
                  <a:cubicBezTo>
                    <a:pt x="1863086" y="73660"/>
                    <a:pt x="1863086" y="74295"/>
                    <a:pt x="1863086" y="75565"/>
                  </a:cubicBezTo>
                  <a:lnTo>
                    <a:pt x="1811651" y="75565"/>
                  </a:lnTo>
                  <a:cubicBezTo>
                    <a:pt x="1811651" y="79375"/>
                    <a:pt x="1812921" y="82550"/>
                    <a:pt x="1814191" y="85090"/>
                  </a:cubicBezTo>
                  <a:cubicBezTo>
                    <a:pt x="1815461" y="87630"/>
                    <a:pt x="1816731" y="90170"/>
                    <a:pt x="1818636" y="91440"/>
                  </a:cubicBezTo>
                  <a:cubicBezTo>
                    <a:pt x="1820541" y="93345"/>
                    <a:pt x="1822446" y="94615"/>
                    <a:pt x="1824351" y="95250"/>
                  </a:cubicBezTo>
                  <a:cubicBezTo>
                    <a:pt x="1826256" y="95885"/>
                    <a:pt x="1828796" y="96520"/>
                    <a:pt x="1831336" y="96520"/>
                  </a:cubicBezTo>
                  <a:cubicBezTo>
                    <a:pt x="1833241" y="96520"/>
                    <a:pt x="1834511" y="96520"/>
                    <a:pt x="1836416" y="96520"/>
                  </a:cubicBezTo>
                  <a:cubicBezTo>
                    <a:pt x="1837686" y="96520"/>
                    <a:pt x="1839591" y="95885"/>
                    <a:pt x="1840861" y="95250"/>
                  </a:cubicBezTo>
                  <a:cubicBezTo>
                    <a:pt x="1842131" y="95250"/>
                    <a:pt x="1843401" y="93980"/>
                    <a:pt x="1844671" y="93345"/>
                  </a:cubicBezTo>
                  <a:cubicBezTo>
                    <a:pt x="1845941" y="93345"/>
                    <a:pt x="1847211" y="92075"/>
                    <a:pt x="1849116" y="90805"/>
                  </a:cubicBezTo>
                  <a:lnTo>
                    <a:pt x="1858006" y="100330"/>
                  </a:lnTo>
                  <a:cubicBezTo>
                    <a:pt x="1858006" y="100330"/>
                    <a:pt x="1854196" y="103505"/>
                    <a:pt x="1852291" y="104775"/>
                  </a:cubicBezTo>
                  <a:cubicBezTo>
                    <a:pt x="1850386" y="106045"/>
                    <a:pt x="1848481" y="106680"/>
                    <a:pt x="1846576" y="107950"/>
                  </a:cubicBezTo>
                  <a:cubicBezTo>
                    <a:pt x="1844671" y="108585"/>
                    <a:pt x="1842131" y="109855"/>
                    <a:pt x="1839591" y="109855"/>
                  </a:cubicBezTo>
                  <a:cubicBezTo>
                    <a:pt x="1837051" y="109855"/>
                    <a:pt x="1833876" y="110490"/>
                    <a:pt x="1830701" y="110490"/>
                  </a:cubicBezTo>
                  <a:cubicBezTo>
                    <a:pt x="1827526" y="110490"/>
                    <a:pt x="1824351" y="110490"/>
                    <a:pt x="1821176" y="109220"/>
                  </a:cubicBezTo>
                  <a:cubicBezTo>
                    <a:pt x="1818001" y="108585"/>
                    <a:pt x="1815461" y="107315"/>
                    <a:pt x="1813556" y="105410"/>
                  </a:cubicBezTo>
                  <a:cubicBezTo>
                    <a:pt x="1811016" y="104140"/>
                    <a:pt x="1809111" y="102235"/>
                    <a:pt x="1807206" y="100330"/>
                  </a:cubicBezTo>
                  <a:cubicBezTo>
                    <a:pt x="1805301" y="98425"/>
                    <a:pt x="1803396" y="95885"/>
                    <a:pt x="1802126" y="92710"/>
                  </a:cubicBezTo>
                  <a:cubicBezTo>
                    <a:pt x="1800221" y="89535"/>
                    <a:pt x="1798951" y="86360"/>
                    <a:pt x="1798316" y="82550"/>
                  </a:cubicBezTo>
                  <a:cubicBezTo>
                    <a:pt x="1797681" y="78740"/>
                    <a:pt x="1797046" y="74295"/>
                    <a:pt x="1797046" y="69850"/>
                  </a:cubicBezTo>
                  <a:cubicBezTo>
                    <a:pt x="1797046" y="63500"/>
                    <a:pt x="1797681" y="57150"/>
                    <a:pt x="1799586" y="52070"/>
                  </a:cubicBezTo>
                  <a:cubicBezTo>
                    <a:pt x="1801491" y="46990"/>
                    <a:pt x="1803396" y="42545"/>
                    <a:pt x="1806571" y="39370"/>
                  </a:cubicBezTo>
                  <a:cubicBezTo>
                    <a:pt x="1809746" y="36195"/>
                    <a:pt x="1812921" y="33020"/>
                    <a:pt x="1817366" y="31750"/>
                  </a:cubicBezTo>
                  <a:cubicBezTo>
                    <a:pt x="1821811" y="29845"/>
                    <a:pt x="1826256" y="29210"/>
                    <a:pt x="1831336" y="29210"/>
                  </a:cubicBezTo>
                  <a:close/>
                  <a:moveTo>
                    <a:pt x="1501140" y="29210"/>
                  </a:moveTo>
                  <a:cubicBezTo>
                    <a:pt x="1503046" y="29210"/>
                    <a:pt x="1504951" y="29210"/>
                    <a:pt x="1506856" y="29210"/>
                  </a:cubicBezTo>
                  <a:cubicBezTo>
                    <a:pt x="1511301" y="29210"/>
                    <a:pt x="1515746" y="29845"/>
                    <a:pt x="1518920" y="31750"/>
                  </a:cubicBezTo>
                  <a:cubicBezTo>
                    <a:pt x="1522096" y="33020"/>
                    <a:pt x="1525271" y="35560"/>
                    <a:pt x="1527811" y="38100"/>
                  </a:cubicBezTo>
                  <a:cubicBezTo>
                    <a:pt x="1530351" y="41275"/>
                    <a:pt x="1531621" y="44450"/>
                    <a:pt x="1532891" y="48895"/>
                  </a:cubicBezTo>
                  <a:cubicBezTo>
                    <a:pt x="1534161" y="53340"/>
                    <a:pt x="1534796" y="58420"/>
                    <a:pt x="1534796" y="64135"/>
                  </a:cubicBezTo>
                  <a:lnTo>
                    <a:pt x="1534796" y="108585"/>
                  </a:lnTo>
                  <a:lnTo>
                    <a:pt x="1519556" y="108585"/>
                  </a:lnTo>
                  <a:lnTo>
                    <a:pt x="1518920" y="108585"/>
                  </a:lnTo>
                  <a:lnTo>
                    <a:pt x="1518920" y="64770"/>
                  </a:lnTo>
                  <a:cubicBezTo>
                    <a:pt x="1518920" y="57785"/>
                    <a:pt x="1517651" y="52070"/>
                    <a:pt x="1515111" y="48895"/>
                  </a:cubicBezTo>
                  <a:cubicBezTo>
                    <a:pt x="1512571" y="45085"/>
                    <a:pt x="1508761" y="43180"/>
                    <a:pt x="1503046" y="43180"/>
                  </a:cubicBezTo>
                  <a:cubicBezTo>
                    <a:pt x="1500506" y="43180"/>
                    <a:pt x="1498601" y="43180"/>
                    <a:pt x="1496061" y="44450"/>
                  </a:cubicBezTo>
                  <a:cubicBezTo>
                    <a:pt x="1494156" y="45085"/>
                    <a:pt x="1492250" y="46990"/>
                    <a:pt x="1490981" y="48260"/>
                  </a:cubicBezTo>
                  <a:cubicBezTo>
                    <a:pt x="1489711" y="50165"/>
                    <a:pt x="1488441" y="52070"/>
                    <a:pt x="1487806" y="54610"/>
                  </a:cubicBezTo>
                  <a:cubicBezTo>
                    <a:pt x="1487806" y="57150"/>
                    <a:pt x="1487170" y="59690"/>
                    <a:pt x="1487170" y="62865"/>
                  </a:cubicBezTo>
                  <a:lnTo>
                    <a:pt x="1487170" y="108585"/>
                  </a:lnTo>
                  <a:lnTo>
                    <a:pt x="1471931" y="108585"/>
                  </a:lnTo>
                  <a:lnTo>
                    <a:pt x="1471931" y="30480"/>
                  </a:lnTo>
                  <a:lnTo>
                    <a:pt x="1487170" y="30480"/>
                  </a:lnTo>
                  <a:lnTo>
                    <a:pt x="1487170" y="38100"/>
                  </a:lnTo>
                  <a:cubicBezTo>
                    <a:pt x="1487170" y="38100"/>
                    <a:pt x="1489076" y="35560"/>
                    <a:pt x="1490981" y="34290"/>
                  </a:cubicBezTo>
                  <a:cubicBezTo>
                    <a:pt x="1492250" y="33020"/>
                    <a:pt x="1494156" y="32385"/>
                    <a:pt x="1495426" y="31115"/>
                  </a:cubicBezTo>
                  <a:cubicBezTo>
                    <a:pt x="1497331" y="30480"/>
                    <a:pt x="1499236" y="29845"/>
                    <a:pt x="1501140" y="29210"/>
                  </a:cubicBezTo>
                  <a:close/>
                  <a:moveTo>
                    <a:pt x="1250316" y="29210"/>
                  </a:moveTo>
                  <a:cubicBezTo>
                    <a:pt x="1255396" y="29210"/>
                    <a:pt x="1259841" y="29845"/>
                    <a:pt x="1264286" y="31750"/>
                  </a:cubicBezTo>
                  <a:cubicBezTo>
                    <a:pt x="1268731" y="33655"/>
                    <a:pt x="1273176" y="35560"/>
                    <a:pt x="1276350" y="38100"/>
                  </a:cubicBezTo>
                  <a:lnTo>
                    <a:pt x="1278256" y="38100"/>
                  </a:lnTo>
                  <a:lnTo>
                    <a:pt x="1271271" y="50165"/>
                  </a:lnTo>
                  <a:cubicBezTo>
                    <a:pt x="1268095" y="47625"/>
                    <a:pt x="1264921" y="46355"/>
                    <a:pt x="1261746" y="45085"/>
                  </a:cubicBezTo>
                  <a:cubicBezTo>
                    <a:pt x="1258570" y="43815"/>
                    <a:pt x="1254761" y="43180"/>
                    <a:pt x="1250951" y="43180"/>
                  </a:cubicBezTo>
                  <a:cubicBezTo>
                    <a:pt x="1247141" y="43180"/>
                    <a:pt x="1244601" y="43815"/>
                    <a:pt x="1242696" y="45085"/>
                  </a:cubicBezTo>
                  <a:cubicBezTo>
                    <a:pt x="1240791" y="46355"/>
                    <a:pt x="1240156" y="48260"/>
                    <a:pt x="1240156" y="50165"/>
                  </a:cubicBezTo>
                  <a:cubicBezTo>
                    <a:pt x="1240156" y="51435"/>
                    <a:pt x="1240156" y="52070"/>
                    <a:pt x="1240156" y="52705"/>
                  </a:cubicBezTo>
                  <a:cubicBezTo>
                    <a:pt x="1240156" y="53340"/>
                    <a:pt x="1241426" y="54610"/>
                    <a:pt x="1242061" y="55245"/>
                  </a:cubicBezTo>
                  <a:cubicBezTo>
                    <a:pt x="1243331" y="55880"/>
                    <a:pt x="1244601" y="57150"/>
                    <a:pt x="1246506" y="57785"/>
                  </a:cubicBezTo>
                  <a:cubicBezTo>
                    <a:pt x="1248411" y="59055"/>
                    <a:pt x="1250951" y="59690"/>
                    <a:pt x="1253491" y="60960"/>
                  </a:cubicBezTo>
                  <a:cubicBezTo>
                    <a:pt x="1257936" y="62865"/>
                    <a:pt x="1261746" y="64135"/>
                    <a:pt x="1264921" y="66040"/>
                  </a:cubicBezTo>
                  <a:cubicBezTo>
                    <a:pt x="1268095" y="67310"/>
                    <a:pt x="1270635" y="69215"/>
                    <a:pt x="1273176" y="71120"/>
                  </a:cubicBezTo>
                  <a:cubicBezTo>
                    <a:pt x="1275080" y="73025"/>
                    <a:pt x="1276985" y="75565"/>
                    <a:pt x="1278256" y="78105"/>
                  </a:cubicBezTo>
                  <a:cubicBezTo>
                    <a:pt x="1279525" y="80645"/>
                    <a:pt x="1280161" y="83820"/>
                    <a:pt x="1280161" y="87630"/>
                  </a:cubicBezTo>
                  <a:cubicBezTo>
                    <a:pt x="1280161" y="92075"/>
                    <a:pt x="1279525" y="95250"/>
                    <a:pt x="1277621" y="98425"/>
                  </a:cubicBezTo>
                  <a:cubicBezTo>
                    <a:pt x="1275716" y="101600"/>
                    <a:pt x="1273811" y="103505"/>
                    <a:pt x="1271271" y="105410"/>
                  </a:cubicBezTo>
                  <a:cubicBezTo>
                    <a:pt x="1268731" y="107315"/>
                    <a:pt x="1265556" y="108585"/>
                    <a:pt x="1261746" y="109220"/>
                  </a:cubicBezTo>
                  <a:cubicBezTo>
                    <a:pt x="1257936" y="109855"/>
                    <a:pt x="1254761" y="110490"/>
                    <a:pt x="1250951" y="110490"/>
                  </a:cubicBezTo>
                  <a:cubicBezTo>
                    <a:pt x="1245871" y="110490"/>
                    <a:pt x="1240791" y="109855"/>
                    <a:pt x="1235711" y="107950"/>
                  </a:cubicBezTo>
                  <a:cubicBezTo>
                    <a:pt x="1229996" y="106045"/>
                    <a:pt x="1225551" y="103505"/>
                    <a:pt x="1221106" y="100965"/>
                  </a:cubicBezTo>
                  <a:lnTo>
                    <a:pt x="1228091" y="89535"/>
                  </a:lnTo>
                  <a:cubicBezTo>
                    <a:pt x="1231901" y="92075"/>
                    <a:pt x="1235711" y="93980"/>
                    <a:pt x="1239521" y="95250"/>
                  </a:cubicBezTo>
                  <a:cubicBezTo>
                    <a:pt x="1243331" y="96520"/>
                    <a:pt x="1247141" y="97155"/>
                    <a:pt x="1250951" y="97155"/>
                  </a:cubicBezTo>
                  <a:cubicBezTo>
                    <a:pt x="1256031" y="97155"/>
                    <a:pt x="1259205" y="96520"/>
                    <a:pt x="1261746" y="94615"/>
                  </a:cubicBezTo>
                  <a:cubicBezTo>
                    <a:pt x="1264286" y="93345"/>
                    <a:pt x="1264921" y="90805"/>
                    <a:pt x="1264921" y="88265"/>
                  </a:cubicBezTo>
                  <a:cubicBezTo>
                    <a:pt x="1264921" y="86995"/>
                    <a:pt x="1264921" y="85725"/>
                    <a:pt x="1263650" y="84455"/>
                  </a:cubicBezTo>
                  <a:cubicBezTo>
                    <a:pt x="1263015" y="83185"/>
                    <a:pt x="1261746" y="82550"/>
                    <a:pt x="1259841" y="81280"/>
                  </a:cubicBezTo>
                  <a:cubicBezTo>
                    <a:pt x="1258570" y="80010"/>
                    <a:pt x="1256666" y="79375"/>
                    <a:pt x="1254125" y="78105"/>
                  </a:cubicBezTo>
                  <a:cubicBezTo>
                    <a:pt x="1252221" y="77470"/>
                    <a:pt x="1249681" y="76200"/>
                    <a:pt x="1246506" y="74930"/>
                  </a:cubicBezTo>
                  <a:cubicBezTo>
                    <a:pt x="1242061" y="73025"/>
                    <a:pt x="1238886" y="71755"/>
                    <a:pt x="1235711" y="69850"/>
                  </a:cubicBezTo>
                  <a:cubicBezTo>
                    <a:pt x="1232536" y="67945"/>
                    <a:pt x="1230631" y="66675"/>
                    <a:pt x="1228726" y="64770"/>
                  </a:cubicBezTo>
                  <a:cubicBezTo>
                    <a:pt x="1226821" y="62865"/>
                    <a:pt x="1225551" y="60960"/>
                    <a:pt x="1224916" y="58420"/>
                  </a:cubicBezTo>
                  <a:cubicBezTo>
                    <a:pt x="1224281" y="55880"/>
                    <a:pt x="1223646" y="53340"/>
                    <a:pt x="1223646" y="50165"/>
                  </a:cubicBezTo>
                  <a:cubicBezTo>
                    <a:pt x="1223646" y="46990"/>
                    <a:pt x="1224281" y="43815"/>
                    <a:pt x="1225551" y="40640"/>
                  </a:cubicBezTo>
                  <a:cubicBezTo>
                    <a:pt x="1226821" y="38100"/>
                    <a:pt x="1228726" y="35560"/>
                    <a:pt x="1231266" y="34290"/>
                  </a:cubicBezTo>
                  <a:cubicBezTo>
                    <a:pt x="1233806" y="32385"/>
                    <a:pt x="1236346" y="31115"/>
                    <a:pt x="1239521" y="30480"/>
                  </a:cubicBezTo>
                  <a:cubicBezTo>
                    <a:pt x="1242696" y="29845"/>
                    <a:pt x="1246506" y="29210"/>
                    <a:pt x="1250316" y="29210"/>
                  </a:cubicBezTo>
                  <a:close/>
                  <a:moveTo>
                    <a:pt x="1180466" y="29210"/>
                  </a:moveTo>
                  <a:cubicBezTo>
                    <a:pt x="1186181" y="29210"/>
                    <a:pt x="1190626" y="30480"/>
                    <a:pt x="1195071" y="32385"/>
                  </a:cubicBezTo>
                  <a:cubicBezTo>
                    <a:pt x="1198881" y="34290"/>
                    <a:pt x="1202691" y="37465"/>
                    <a:pt x="1205231" y="40640"/>
                  </a:cubicBezTo>
                  <a:cubicBezTo>
                    <a:pt x="1207771" y="44450"/>
                    <a:pt x="1209676" y="48260"/>
                    <a:pt x="1211581" y="53340"/>
                  </a:cubicBezTo>
                  <a:cubicBezTo>
                    <a:pt x="1212851" y="57785"/>
                    <a:pt x="1213486" y="62865"/>
                    <a:pt x="1213486" y="68580"/>
                  </a:cubicBezTo>
                  <a:lnTo>
                    <a:pt x="1212216" y="68580"/>
                  </a:lnTo>
                  <a:cubicBezTo>
                    <a:pt x="1212216" y="68580"/>
                    <a:pt x="1212216" y="71120"/>
                    <a:pt x="1212216" y="72390"/>
                  </a:cubicBezTo>
                  <a:cubicBezTo>
                    <a:pt x="1212216" y="73660"/>
                    <a:pt x="1212216" y="74295"/>
                    <a:pt x="1212216" y="75565"/>
                  </a:cubicBezTo>
                  <a:lnTo>
                    <a:pt x="1160781" y="75565"/>
                  </a:lnTo>
                  <a:cubicBezTo>
                    <a:pt x="1160781" y="79375"/>
                    <a:pt x="1162051" y="82550"/>
                    <a:pt x="1163321" y="85090"/>
                  </a:cubicBezTo>
                  <a:cubicBezTo>
                    <a:pt x="1164591" y="87630"/>
                    <a:pt x="1165861" y="90170"/>
                    <a:pt x="1167766" y="91440"/>
                  </a:cubicBezTo>
                  <a:cubicBezTo>
                    <a:pt x="1169671" y="93345"/>
                    <a:pt x="1171576" y="94615"/>
                    <a:pt x="1173481" y="95250"/>
                  </a:cubicBezTo>
                  <a:cubicBezTo>
                    <a:pt x="1175386" y="95885"/>
                    <a:pt x="1177926" y="96520"/>
                    <a:pt x="1180466" y="96520"/>
                  </a:cubicBezTo>
                  <a:cubicBezTo>
                    <a:pt x="1182371" y="96520"/>
                    <a:pt x="1183641" y="96520"/>
                    <a:pt x="1185546" y="96520"/>
                  </a:cubicBezTo>
                  <a:cubicBezTo>
                    <a:pt x="1186816" y="96520"/>
                    <a:pt x="1188721" y="95885"/>
                    <a:pt x="1189991" y="95250"/>
                  </a:cubicBezTo>
                  <a:cubicBezTo>
                    <a:pt x="1191261" y="95250"/>
                    <a:pt x="1192531" y="93980"/>
                    <a:pt x="1193801" y="93345"/>
                  </a:cubicBezTo>
                  <a:cubicBezTo>
                    <a:pt x="1195071" y="93345"/>
                    <a:pt x="1196341" y="92075"/>
                    <a:pt x="1198246" y="90805"/>
                  </a:cubicBezTo>
                  <a:lnTo>
                    <a:pt x="1207136" y="100330"/>
                  </a:lnTo>
                  <a:cubicBezTo>
                    <a:pt x="1207136" y="100330"/>
                    <a:pt x="1203326" y="103505"/>
                    <a:pt x="1201421" y="104775"/>
                  </a:cubicBezTo>
                  <a:cubicBezTo>
                    <a:pt x="1199516" y="106045"/>
                    <a:pt x="1197611" y="106680"/>
                    <a:pt x="1195706" y="107950"/>
                  </a:cubicBezTo>
                  <a:cubicBezTo>
                    <a:pt x="1193801" y="108585"/>
                    <a:pt x="1191261" y="109855"/>
                    <a:pt x="1188721" y="109855"/>
                  </a:cubicBezTo>
                  <a:cubicBezTo>
                    <a:pt x="1186181" y="109855"/>
                    <a:pt x="1183006" y="110490"/>
                    <a:pt x="1179831" y="110490"/>
                  </a:cubicBezTo>
                  <a:cubicBezTo>
                    <a:pt x="1176656" y="110490"/>
                    <a:pt x="1173481" y="110490"/>
                    <a:pt x="1170306" y="109220"/>
                  </a:cubicBezTo>
                  <a:cubicBezTo>
                    <a:pt x="1167131" y="108585"/>
                    <a:pt x="1164591" y="107315"/>
                    <a:pt x="1162686" y="105410"/>
                  </a:cubicBezTo>
                  <a:cubicBezTo>
                    <a:pt x="1160781" y="103505"/>
                    <a:pt x="1158241" y="102235"/>
                    <a:pt x="1156336" y="100330"/>
                  </a:cubicBezTo>
                  <a:cubicBezTo>
                    <a:pt x="1154431" y="98425"/>
                    <a:pt x="1152526" y="95885"/>
                    <a:pt x="1151256" y="92710"/>
                  </a:cubicBezTo>
                  <a:cubicBezTo>
                    <a:pt x="1149351" y="89535"/>
                    <a:pt x="1148081" y="86360"/>
                    <a:pt x="1147446" y="82550"/>
                  </a:cubicBezTo>
                  <a:cubicBezTo>
                    <a:pt x="1146811" y="78740"/>
                    <a:pt x="1146176" y="74295"/>
                    <a:pt x="1146176" y="69850"/>
                  </a:cubicBezTo>
                  <a:cubicBezTo>
                    <a:pt x="1146176" y="63500"/>
                    <a:pt x="1146811" y="57150"/>
                    <a:pt x="1148716" y="52070"/>
                  </a:cubicBezTo>
                  <a:cubicBezTo>
                    <a:pt x="1150621" y="46990"/>
                    <a:pt x="1152526" y="42545"/>
                    <a:pt x="1155701" y="39370"/>
                  </a:cubicBezTo>
                  <a:cubicBezTo>
                    <a:pt x="1158876" y="36195"/>
                    <a:pt x="1162051" y="33020"/>
                    <a:pt x="1166496" y="31750"/>
                  </a:cubicBezTo>
                  <a:cubicBezTo>
                    <a:pt x="1170941" y="29845"/>
                    <a:pt x="1175386" y="29210"/>
                    <a:pt x="1180466" y="29210"/>
                  </a:cubicBezTo>
                  <a:close/>
                  <a:moveTo>
                    <a:pt x="901065" y="29210"/>
                  </a:moveTo>
                  <a:cubicBezTo>
                    <a:pt x="906780" y="29210"/>
                    <a:pt x="911225" y="30480"/>
                    <a:pt x="915670" y="32385"/>
                  </a:cubicBezTo>
                  <a:cubicBezTo>
                    <a:pt x="919480" y="34290"/>
                    <a:pt x="923290" y="37465"/>
                    <a:pt x="925830" y="40640"/>
                  </a:cubicBezTo>
                  <a:cubicBezTo>
                    <a:pt x="928370" y="44450"/>
                    <a:pt x="930275" y="48260"/>
                    <a:pt x="932180" y="53340"/>
                  </a:cubicBezTo>
                  <a:cubicBezTo>
                    <a:pt x="933450" y="57785"/>
                    <a:pt x="934085" y="62865"/>
                    <a:pt x="934085" y="68580"/>
                  </a:cubicBezTo>
                  <a:lnTo>
                    <a:pt x="932815" y="68580"/>
                  </a:lnTo>
                  <a:cubicBezTo>
                    <a:pt x="932815" y="68580"/>
                    <a:pt x="932815" y="71120"/>
                    <a:pt x="932815" y="72390"/>
                  </a:cubicBezTo>
                  <a:cubicBezTo>
                    <a:pt x="932815" y="73660"/>
                    <a:pt x="932815" y="74295"/>
                    <a:pt x="932815" y="75565"/>
                  </a:cubicBezTo>
                  <a:lnTo>
                    <a:pt x="881380" y="75565"/>
                  </a:lnTo>
                  <a:cubicBezTo>
                    <a:pt x="881380" y="79375"/>
                    <a:pt x="882650" y="82550"/>
                    <a:pt x="883920" y="85090"/>
                  </a:cubicBezTo>
                  <a:cubicBezTo>
                    <a:pt x="885190" y="87630"/>
                    <a:pt x="886460" y="90170"/>
                    <a:pt x="888365" y="91440"/>
                  </a:cubicBezTo>
                  <a:cubicBezTo>
                    <a:pt x="890270" y="93345"/>
                    <a:pt x="892175" y="94615"/>
                    <a:pt x="894080" y="95250"/>
                  </a:cubicBezTo>
                  <a:cubicBezTo>
                    <a:pt x="895985" y="95885"/>
                    <a:pt x="898525" y="96520"/>
                    <a:pt x="901065" y="96520"/>
                  </a:cubicBezTo>
                  <a:cubicBezTo>
                    <a:pt x="902970" y="96520"/>
                    <a:pt x="904240" y="96520"/>
                    <a:pt x="906145" y="96520"/>
                  </a:cubicBezTo>
                  <a:cubicBezTo>
                    <a:pt x="907415" y="96520"/>
                    <a:pt x="909320" y="95885"/>
                    <a:pt x="910590" y="95250"/>
                  </a:cubicBezTo>
                  <a:cubicBezTo>
                    <a:pt x="911860" y="95250"/>
                    <a:pt x="913130" y="93980"/>
                    <a:pt x="914400" y="93345"/>
                  </a:cubicBezTo>
                  <a:cubicBezTo>
                    <a:pt x="915670" y="93345"/>
                    <a:pt x="916940" y="92075"/>
                    <a:pt x="918845" y="90805"/>
                  </a:cubicBezTo>
                  <a:lnTo>
                    <a:pt x="927735" y="100330"/>
                  </a:lnTo>
                  <a:cubicBezTo>
                    <a:pt x="927735" y="100330"/>
                    <a:pt x="923925" y="103505"/>
                    <a:pt x="922020" y="104775"/>
                  </a:cubicBezTo>
                  <a:cubicBezTo>
                    <a:pt x="920115" y="106045"/>
                    <a:pt x="918210" y="106680"/>
                    <a:pt x="916305" y="107950"/>
                  </a:cubicBezTo>
                  <a:cubicBezTo>
                    <a:pt x="914400" y="108585"/>
                    <a:pt x="911860" y="109855"/>
                    <a:pt x="909320" y="109855"/>
                  </a:cubicBezTo>
                  <a:cubicBezTo>
                    <a:pt x="906780" y="109855"/>
                    <a:pt x="903605" y="110490"/>
                    <a:pt x="900430" y="110490"/>
                  </a:cubicBezTo>
                  <a:cubicBezTo>
                    <a:pt x="897255" y="110490"/>
                    <a:pt x="894080" y="110490"/>
                    <a:pt x="890905" y="109220"/>
                  </a:cubicBezTo>
                  <a:cubicBezTo>
                    <a:pt x="887730" y="108585"/>
                    <a:pt x="885190" y="107315"/>
                    <a:pt x="883285" y="105410"/>
                  </a:cubicBezTo>
                  <a:cubicBezTo>
                    <a:pt x="881380" y="103505"/>
                    <a:pt x="878840" y="102235"/>
                    <a:pt x="876935" y="100330"/>
                  </a:cubicBezTo>
                  <a:cubicBezTo>
                    <a:pt x="875030" y="98425"/>
                    <a:pt x="873125" y="95885"/>
                    <a:pt x="871855" y="92710"/>
                  </a:cubicBezTo>
                  <a:cubicBezTo>
                    <a:pt x="869950" y="89535"/>
                    <a:pt x="868680" y="86360"/>
                    <a:pt x="868045" y="82550"/>
                  </a:cubicBezTo>
                  <a:cubicBezTo>
                    <a:pt x="867410" y="78740"/>
                    <a:pt x="866775" y="74295"/>
                    <a:pt x="866775" y="69850"/>
                  </a:cubicBezTo>
                  <a:cubicBezTo>
                    <a:pt x="866775" y="63500"/>
                    <a:pt x="867410" y="57150"/>
                    <a:pt x="869315" y="52070"/>
                  </a:cubicBezTo>
                  <a:cubicBezTo>
                    <a:pt x="871220" y="46990"/>
                    <a:pt x="873125" y="42545"/>
                    <a:pt x="876300" y="39370"/>
                  </a:cubicBezTo>
                  <a:cubicBezTo>
                    <a:pt x="879475" y="36195"/>
                    <a:pt x="882650" y="33020"/>
                    <a:pt x="887095" y="31750"/>
                  </a:cubicBezTo>
                  <a:cubicBezTo>
                    <a:pt x="891540" y="29845"/>
                    <a:pt x="895985" y="29210"/>
                    <a:pt x="901065" y="29210"/>
                  </a:cubicBezTo>
                  <a:close/>
                  <a:moveTo>
                    <a:pt x="668656" y="29210"/>
                  </a:moveTo>
                  <a:cubicBezTo>
                    <a:pt x="671830" y="29210"/>
                    <a:pt x="674370" y="29210"/>
                    <a:pt x="676275" y="29845"/>
                  </a:cubicBezTo>
                  <a:cubicBezTo>
                    <a:pt x="678181" y="29845"/>
                    <a:pt x="680086" y="31115"/>
                    <a:pt x="681991" y="32385"/>
                  </a:cubicBezTo>
                  <a:lnTo>
                    <a:pt x="678181" y="46990"/>
                  </a:lnTo>
                  <a:lnTo>
                    <a:pt x="676910" y="46990"/>
                  </a:lnTo>
                  <a:cubicBezTo>
                    <a:pt x="676910" y="46990"/>
                    <a:pt x="673736" y="45085"/>
                    <a:pt x="671830" y="45085"/>
                  </a:cubicBezTo>
                  <a:cubicBezTo>
                    <a:pt x="669925" y="45085"/>
                    <a:pt x="668020" y="44450"/>
                    <a:pt x="665480" y="44450"/>
                  </a:cubicBezTo>
                  <a:cubicBezTo>
                    <a:pt x="660400" y="44450"/>
                    <a:pt x="656590" y="46355"/>
                    <a:pt x="654050" y="49530"/>
                  </a:cubicBezTo>
                  <a:cubicBezTo>
                    <a:pt x="651510" y="52705"/>
                    <a:pt x="650240" y="57785"/>
                    <a:pt x="650240" y="64770"/>
                  </a:cubicBezTo>
                  <a:lnTo>
                    <a:pt x="650240" y="109220"/>
                  </a:lnTo>
                  <a:lnTo>
                    <a:pt x="635000" y="109220"/>
                  </a:lnTo>
                  <a:lnTo>
                    <a:pt x="635000" y="31115"/>
                  </a:lnTo>
                  <a:lnTo>
                    <a:pt x="650240" y="31115"/>
                  </a:lnTo>
                  <a:lnTo>
                    <a:pt x="650240" y="38735"/>
                  </a:lnTo>
                  <a:cubicBezTo>
                    <a:pt x="650240" y="38735"/>
                    <a:pt x="652145" y="36195"/>
                    <a:pt x="653416" y="34925"/>
                  </a:cubicBezTo>
                  <a:cubicBezTo>
                    <a:pt x="654685" y="33655"/>
                    <a:pt x="655955" y="33020"/>
                    <a:pt x="657861" y="31750"/>
                  </a:cubicBezTo>
                  <a:cubicBezTo>
                    <a:pt x="659130" y="31115"/>
                    <a:pt x="661035" y="30480"/>
                    <a:pt x="662940" y="29845"/>
                  </a:cubicBezTo>
                  <a:cubicBezTo>
                    <a:pt x="664845" y="29845"/>
                    <a:pt x="666751" y="29210"/>
                    <a:pt x="668656" y="29210"/>
                  </a:cubicBezTo>
                  <a:close/>
                  <a:moveTo>
                    <a:pt x="586739" y="29210"/>
                  </a:moveTo>
                  <a:cubicBezTo>
                    <a:pt x="592454" y="29210"/>
                    <a:pt x="596899" y="30480"/>
                    <a:pt x="601344" y="32385"/>
                  </a:cubicBezTo>
                  <a:cubicBezTo>
                    <a:pt x="605154" y="34290"/>
                    <a:pt x="608964" y="37465"/>
                    <a:pt x="611504" y="40640"/>
                  </a:cubicBezTo>
                  <a:cubicBezTo>
                    <a:pt x="614044" y="44450"/>
                    <a:pt x="615949" y="48260"/>
                    <a:pt x="617854" y="53340"/>
                  </a:cubicBezTo>
                  <a:cubicBezTo>
                    <a:pt x="619124" y="57785"/>
                    <a:pt x="619759" y="62865"/>
                    <a:pt x="619759" y="68580"/>
                  </a:cubicBezTo>
                  <a:lnTo>
                    <a:pt x="618489" y="68580"/>
                  </a:lnTo>
                  <a:cubicBezTo>
                    <a:pt x="618489" y="68580"/>
                    <a:pt x="618489" y="71120"/>
                    <a:pt x="618489" y="72390"/>
                  </a:cubicBezTo>
                  <a:cubicBezTo>
                    <a:pt x="618489" y="73660"/>
                    <a:pt x="618489" y="74295"/>
                    <a:pt x="618489" y="75565"/>
                  </a:cubicBezTo>
                  <a:lnTo>
                    <a:pt x="567054" y="75565"/>
                  </a:lnTo>
                  <a:cubicBezTo>
                    <a:pt x="567054" y="79375"/>
                    <a:pt x="568324" y="82550"/>
                    <a:pt x="569594" y="85090"/>
                  </a:cubicBezTo>
                  <a:cubicBezTo>
                    <a:pt x="570864" y="87630"/>
                    <a:pt x="572134" y="90170"/>
                    <a:pt x="574039" y="91440"/>
                  </a:cubicBezTo>
                  <a:cubicBezTo>
                    <a:pt x="575944" y="93345"/>
                    <a:pt x="577849" y="94615"/>
                    <a:pt x="579754" y="95250"/>
                  </a:cubicBezTo>
                  <a:cubicBezTo>
                    <a:pt x="581659" y="95885"/>
                    <a:pt x="584199" y="96520"/>
                    <a:pt x="586739" y="96520"/>
                  </a:cubicBezTo>
                  <a:cubicBezTo>
                    <a:pt x="588644" y="96520"/>
                    <a:pt x="589914" y="96520"/>
                    <a:pt x="591819" y="96520"/>
                  </a:cubicBezTo>
                  <a:cubicBezTo>
                    <a:pt x="593089" y="96520"/>
                    <a:pt x="594994" y="95885"/>
                    <a:pt x="596264" y="95250"/>
                  </a:cubicBezTo>
                  <a:cubicBezTo>
                    <a:pt x="597534" y="95250"/>
                    <a:pt x="598804" y="93980"/>
                    <a:pt x="600074" y="93345"/>
                  </a:cubicBezTo>
                  <a:cubicBezTo>
                    <a:pt x="601344" y="93345"/>
                    <a:pt x="602614" y="92075"/>
                    <a:pt x="604519" y="90805"/>
                  </a:cubicBezTo>
                  <a:lnTo>
                    <a:pt x="613409" y="100330"/>
                  </a:lnTo>
                  <a:cubicBezTo>
                    <a:pt x="613409" y="100330"/>
                    <a:pt x="609599" y="103505"/>
                    <a:pt x="607694" y="104775"/>
                  </a:cubicBezTo>
                  <a:cubicBezTo>
                    <a:pt x="605789" y="106045"/>
                    <a:pt x="603884" y="106680"/>
                    <a:pt x="601979" y="107950"/>
                  </a:cubicBezTo>
                  <a:cubicBezTo>
                    <a:pt x="600074" y="108585"/>
                    <a:pt x="597534" y="109855"/>
                    <a:pt x="594994" y="109855"/>
                  </a:cubicBezTo>
                  <a:cubicBezTo>
                    <a:pt x="592454" y="109855"/>
                    <a:pt x="589279" y="110490"/>
                    <a:pt x="586104" y="110490"/>
                  </a:cubicBezTo>
                  <a:cubicBezTo>
                    <a:pt x="582929" y="110490"/>
                    <a:pt x="579754" y="110490"/>
                    <a:pt x="576579" y="109220"/>
                  </a:cubicBezTo>
                  <a:cubicBezTo>
                    <a:pt x="573404" y="108585"/>
                    <a:pt x="570864" y="107315"/>
                    <a:pt x="568959" y="105410"/>
                  </a:cubicBezTo>
                  <a:cubicBezTo>
                    <a:pt x="566419" y="104140"/>
                    <a:pt x="564514" y="102235"/>
                    <a:pt x="562609" y="100330"/>
                  </a:cubicBezTo>
                  <a:cubicBezTo>
                    <a:pt x="560704" y="98425"/>
                    <a:pt x="558799" y="95885"/>
                    <a:pt x="557529" y="92710"/>
                  </a:cubicBezTo>
                  <a:cubicBezTo>
                    <a:pt x="555624" y="89535"/>
                    <a:pt x="554354" y="86360"/>
                    <a:pt x="553719" y="82550"/>
                  </a:cubicBezTo>
                  <a:cubicBezTo>
                    <a:pt x="553084" y="78740"/>
                    <a:pt x="552449" y="74295"/>
                    <a:pt x="552449" y="69850"/>
                  </a:cubicBezTo>
                  <a:cubicBezTo>
                    <a:pt x="552449" y="63500"/>
                    <a:pt x="553084" y="57150"/>
                    <a:pt x="554989" y="52070"/>
                  </a:cubicBezTo>
                  <a:cubicBezTo>
                    <a:pt x="556894" y="46990"/>
                    <a:pt x="558799" y="42545"/>
                    <a:pt x="561974" y="39370"/>
                  </a:cubicBezTo>
                  <a:cubicBezTo>
                    <a:pt x="565149" y="36195"/>
                    <a:pt x="568324" y="33020"/>
                    <a:pt x="572769" y="31750"/>
                  </a:cubicBezTo>
                  <a:cubicBezTo>
                    <a:pt x="577214" y="29845"/>
                    <a:pt x="581659" y="29210"/>
                    <a:pt x="586739" y="29210"/>
                  </a:cubicBezTo>
                  <a:close/>
                  <a:moveTo>
                    <a:pt x="400050" y="29210"/>
                  </a:moveTo>
                  <a:cubicBezTo>
                    <a:pt x="405765" y="29210"/>
                    <a:pt x="410210" y="30480"/>
                    <a:pt x="414655" y="32385"/>
                  </a:cubicBezTo>
                  <a:cubicBezTo>
                    <a:pt x="418465" y="34290"/>
                    <a:pt x="422275" y="37465"/>
                    <a:pt x="424815" y="40640"/>
                  </a:cubicBezTo>
                  <a:cubicBezTo>
                    <a:pt x="427355" y="44450"/>
                    <a:pt x="429260" y="48260"/>
                    <a:pt x="431165" y="53340"/>
                  </a:cubicBezTo>
                  <a:cubicBezTo>
                    <a:pt x="432435" y="57785"/>
                    <a:pt x="433070" y="62865"/>
                    <a:pt x="433070" y="68580"/>
                  </a:cubicBezTo>
                  <a:lnTo>
                    <a:pt x="431800" y="68580"/>
                  </a:lnTo>
                  <a:cubicBezTo>
                    <a:pt x="431800" y="68580"/>
                    <a:pt x="431800" y="71120"/>
                    <a:pt x="431800" y="72390"/>
                  </a:cubicBezTo>
                  <a:cubicBezTo>
                    <a:pt x="431800" y="73660"/>
                    <a:pt x="431800" y="74295"/>
                    <a:pt x="431800" y="75565"/>
                  </a:cubicBezTo>
                  <a:lnTo>
                    <a:pt x="380365" y="75565"/>
                  </a:lnTo>
                  <a:cubicBezTo>
                    <a:pt x="380365" y="79375"/>
                    <a:pt x="381635" y="82550"/>
                    <a:pt x="382905" y="85090"/>
                  </a:cubicBezTo>
                  <a:cubicBezTo>
                    <a:pt x="384175" y="87630"/>
                    <a:pt x="385445" y="90170"/>
                    <a:pt x="387350" y="91440"/>
                  </a:cubicBezTo>
                  <a:cubicBezTo>
                    <a:pt x="389255" y="93345"/>
                    <a:pt x="391160" y="94615"/>
                    <a:pt x="393065" y="95250"/>
                  </a:cubicBezTo>
                  <a:cubicBezTo>
                    <a:pt x="394970" y="95885"/>
                    <a:pt x="397510" y="96520"/>
                    <a:pt x="400050" y="96520"/>
                  </a:cubicBezTo>
                  <a:cubicBezTo>
                    <a:pt x="401955" y="96520"/>
                    <a:pt x="403225" y="96520"/>
                    <a:pt x="405130" y="96520"/>
                  </a:cubicBezTo>
                  <a:cubicBezTo>
                    <a:pt x="406400" y="96520"/>
                    <a:pt x="408305" y="95885"/>
                    <a:pt x="409575" y="95250"/>
                  </a:cubicBezTo>
                  <a:cubicBezTo>
                    <a:pt x="410845" y="95250"/>
                    <a:pt x="412115" y="93980"/>
                    <a:pt x="413385" y="93345"/>
                  </a:cubicBezTo>
                  <a:cubicBezTo>
                    <a:pt x="414655" y="93345"/>
                    <a:pt x="415925" y="92075"/>
                    <a:pt x="417830" y="90805"/>
                  </a:cubicBezTo>
                  <a:lnTo>
                    <a:pt x="426720" y="100330"/>
                  </a:lnTo>
                  <a:cubicBezTo>
                    <a:pt x="426720" y="100330"/>
                    <a:pt x="422910" y="103505"/>
                    <a:pt x="421005" y="104775"/>
                  </a:cubicBezTo>
                  <a:cubicBezTo>
                    <a:pt x="419100" y="106045"/>
                    <a:pt x="417195" y="106680"/>
                    <a:pt x="415290" y="107950"/>
                  </a:cubicBezTo>
                  <a:cubicBezTo>
                    <a:pt x="413385" y="108585"/>
                    <a:pt x="410845" y="109855"/>
                    <a:pt x="408305" y="109855"/>
                  </a:cubicBezTo>
                  <a:cubicBezTo>
                    <a:pt x="405765" y="109855"/>
                    <a:pt x="402590" y="110490"/>
                    <a:pt x="399415" y="110490"/>
                  </a:cubicBezTo>
                  <a:cubicBezTo>
                    <a:pt x="396240" y="110490"/>
                    <a:pt x="393065" y="110490"/>
                    <a:pt x="389890" y="109220"/>
                  </a:cubicBezTo>
                  <a:cubicBezTo>
                    <a:pt x="386715" y="108585"/>
                    <a:pt x="384175" y="107315"/>
                    <a:pt x="382270" y="105410"/>
                  </a:cubicBezTo>
                  <a:cubicBezTo>
                    <a:pt x="380365" y="103505"/>
                    <a:pt x="377825" y="102235"/>
                    <a:pt x="375920" y="100330"/>
                  </a:cubicBezTo>
                  <a:cubicBezTo>
                    <a:pt x="374015" y="98425"/>
                    <a:pt x="372110" y="95885"/>
                    <a:pt x="370840" y="92710"/>
                  </a:cubicBezTo>
                  <a:cubicBezTo>
                    <a:pt x="368935" y="89535"/>
                    <a:pt x="367665" y="86360"/>
                    <a:pt x="367030" y="82550"/>
                  </a:cubicBezTo>
                  <a:cubicBezTo>
                    <a:pt x="366395" y="78740"/>
                    <a:pt x="365760" y="74295"/>
                    <a:pt x="365760" y="69850"/>
                  </a:cubicBezTo>
                  <a:cubicBezTo>
                    <a:pt x="365760" y="63500"/>
                    <a:pt x="366395" y="57150"/>
                    <a:pt x="368300" y="52070"/>
                  </a:cubicBezTo>
                  <a:cubicBezTo>
                    <a:pt x="370205" y="46990"/>
                    <a:pt x="372110" y="42545"/>
                    <a:pt x="375285" y="39370"/>
                  </a:cubicBezTo>
                  <a:cubicBezTo>
                    <a:pt x="378460" y="36195"/>
                    <a:pt x="381635" y="33020"/>
                    <a:pt x="386080" y="31750"/>
                  </a:cubicBezTo>
                  <a:cubicBezTo>
                    <a:pt x="390525" y="29845"/>
                    <a:pt x="394970" y="29210"/>
                    <a:pt x="400050" y="29210"/>
                  </a:cubicBezTo>
                  <a:close/>
                  <a:moveTo>
                    <a:pt x="201930" y="29210"/>
                  </a:moveTo>
                  <a:cubicBezTo>
                    <a:pt x="207645" y="29210"/>
                    <a:pt x="212090" y="30480"/>
                    <a:pt x="216535" y="32385"/>
                  </a:cubicBezTo>
                  <a:cubicBezTo>
                    <a:pt x="220345" y="34290"/>
                    <a:pt x="224155" y="37465"/>
                    <a:pt x="226695" y="40640"/>
                  </a:cubicBezTo>
                  <a:cubicBezTo>
                    <a:pt x="229235" y="44450"/>
                    <a:pt x="231140" y="48260"/>
                    <a:pt x="233045" y="53340"/>
                  </a:cubicBezTo>
                  <a:cubicBezTo>
                    <a:pt x="234315" y="57785"/>
                    <a:pt x="234950" y="62865"/>
                    <a:pt x="234950" y="68580"/>
                  </a:cubicBezTo>
                  <a:lnTo>
                    <a:pt x="233680" y="68580"/>
                  </a:lnTo>
                  <a:cubicBezTo>
                    <a:pt x="233680" y="68580"/>
                    <a:pt x="233680" y="71120"/>
                    <a:pt x="233680" y="72390"/>
                  </a:cubicBezTo>
                  <a:cubicBezTo>
                    <a:pt x="233680" y="73660"/>
                    <a:pt x="233680" y="74295"/>
                    <a:pt x="233680" y="75565"/>
                  </a:cubicBezTo>
                  <a:lnTo>
                    <a:pt x="182245" y="75565"/>
                  </a:lnTo>
                  <a:cubicBezTo>
                    <a:pt x="182245" y="79375"/>
                    <a:pt x="183515" y="82550"/>
                    <a:pt x="184785" y="85090"/>
                  </a:cubicBezTo>
                  <a:cubicBezTo>
                    <a:pt x="186055" y="87630"/>
                    <a:pt x="187325" y="90170"/>
                    <a:pt x="189230" y="91440"/>
                  </a:cubicBezTo>
                  <a:cubicBezTo>
                    <a:pt x="191135" y="93345"/>
                    <a:pt x="193040" y="94615"/>
                    <a:pt x="194945" y="95250"/>
                  </a:cubicBezTo>
                  <a:cubicBezTo>
                    <a:pt x="196850" y="95885"/>
                    <a:pt x="199390" y="96520"/>
                    <a:pt x="201930" y="96520"/>
                  </a:cubicBezTo>
                  <a:cubicBezTo>
                    <a:pt x="203835" y="96520"/>
                    <a:pt x="205105" y="96520"/>
                    <a:pt x="207010" y="96520"/>
                  </a:cubicBezTo>
                  <a:cubicBezTo>
                    <a:pt x="208280" y="96520"/>
                    <a:pt x="210185" y="95885"/>
                    <a:pt x="211455" y="95250"/>
                  </a:cubicBezTo>
                  <a:cubicBezTo>
                    <a:pt x="212725" y="95250"/>
                    <a:pt x="213995" y="93980"/>
                    <a:pt x="215265" y="93345"/>
                  </a:cubicBezTo>
                  <a:cubicBezTo>
                    <a:pt x="216535" y="93345"/>
                    <a:pt x="217805" y="92075"/>
                    <a:pt x="219710" y="90805"/>
                  </a:cubicBezTo>
                  <a:lnTo>
                    <a:pt x="228600" y="100330"/>
                  </a:lnTo>
                  <a:cubicBezTo>
                    <a:pt x="228600" y="100330"/>
                    <a:pt x="224790" y="103505"/>
                    <a:pt x="222885" y="104775"/>
                  </a:cubicBezTo>
                  <a:cubicBezTo>
                    <a:pt x="220980" y="106045"/>
                    <a:pt x="219075" y="106680"/>
                    <a:pt x="217170" y="107950"/>
                  </a:cubicBezTo>
                  <a:cubicBezTo>
                    <a:pt x="215265" y="108585"/>
                    <a:pt x="212725" y="109855"/>
                    <a:pt x="210185" y="109855"/>
                  </a:cubicBezTo>
                  <a:cubicBezTo>
                    <a:pt x="207645" y="109855"/>
                    <a:pt x="204470" y="110490"/>
                    <a:pt x="201295" y="110490"/>
                  </a:cubicBezTo>
                  <a:cubicBezTo>
                    <a:pt x="198120" y="110490"/>
                    <a:pt x="194945" y="110490"/>
                    <a:pt x="191770" y="109220"/>
                  </a:cubicBezTo>
                  <a:cubicBezTo>
                    <a:pt x="188595" y="108585"/>
                    <a:pt x="186055" y="107315"/>
                    <a:pt x="184150" y="105410"/>
                  </a:cubicBezTo>
                  <a:cubicBezTo>
                    <a:pt x="181610" y="104140"/>
                    <a:pt x="179705" y="102235"/>
                    <a:pt x="177800" y="100330"/>
                  </a:cubicBezTo>
                  <a:cubicBezTo>
                    <a:pt x="175895" y="98425"/>
                    <a:pt x="173990" y="95885"/>
                    <a:pt x="172720" y="92710"/>
                  </a:cubicBezTo>
                  <a:cubicBezTo>
                    <a:pt x="170815" y="89535"/>
                    <a:pt x="169545" y="86360"/>
                    <a:pt x="168910" y="82550"/>
                  </a:cubicBezTo>
                  <a:cubicBezTo>
                    <a:pt x="168275" y="78740"/>
                    <a:pt x="167640" y="74295"/>
                    <a:pt x="167640" y="69850"/>
                  </a:cubicBezTo>
                  <a:cubicBezTo>
                    <a:pt x="167640" y="63500"/>
                    <a:pt x="168275" y="57150"/>
                    <a:pt x="170180" y="52070"/>
                  </a:cubicBezTo>
                  <a:cubicBezTo>
                    <a:pt x="172085" y="46990"/>
                    <a:pt x="173990" y="42545"/>
                    <a:pt x="177165" y="39370"/>
                  </a:cubicBezTo>
                  <a:cubicBezTo>
                    <a:pt x="180340" y="36195"/>
                    <a:pt x="183515" y="33020"/>
                    <a:pt x="187960" y="31750"/>
                  </a:cubicBezTo>
                  <a:cubicBezTo>
                    <a:pt x="192405" y="29845"/>
                    <a:pt x="196850" y="29210"/>
                    <a:pt x="201930" y="29210"/>
                  </a:cubicBezTo>
                  <a:close/>
                  <a:moveTo>
                    <a:pt x="4664706" y="28574"/>
                  </a:moveTo>
                  <a:cubicBezTo>
                    <a:pt x="4669786" y="28574"/>
                    <a:pt x="4674231" y="29209"/>
                    <a:pt x="4678676" y="31749"/>
                  </a:cubicBezTo>
                  <a:cubicBezTo>
                    <a:pt x="4683121" y="33654"/>
                    <a:pt x="4686296" y="36194"/>
                    <a:pt x="4689471" y="40004"/>
                  </a:cubicBezTo>
                  <a:cubicBezTo>
                    <a:pt x="4692646" y="43814"/>
                    <a:pt x="4695186" y="47624"/>
                    <a:pt x="4696456" y="52704"/>
                  </a:cubicBezTo>
                  <a:cubicBezTo>
                    <a:pt x="4698361" y="57784"/>
                    <a:pt x="4698996" y="63499"/>
                    <a:pt x="4698996" y="69214"/>
                  </a:cubicBezTo>
                  <a:lnTo>
                    <a:pt x="4699631" y="69214"/>
                  </a:lnTo>
                  <a:cubicBezTo>
                    <a:pt x="4699631" y="75564"/>
                    <a:pt x="4698996" y="81279"/>
                    <a:pt x="4697091" y="86359"/>
                  </a:cubicBezTo>
                  <a:cubicBezTo>
                    <a:pt x="4695186" y="91439"/>
                    <a:pt x="4692646" y="95884"/>
                    <a:pt x="4689471" y="99059"/>
                  </a:cubicBezTo>
                  <a:cubicBezTo>
                    <a:pt x="4686296" y="102869"/>
                    <a:pt x="4682486" y="105409"/>
                    <a:pt x="4678041" y="107314"/>
                  </a:cubicBezTo>
                  <a:cubicBezTo>
                    <a:pt x="4673596" y="109219"/>
                    <a:pt x="4669151" y="109854"/>
                    <a:pt x="4664071" y="109854"/>
                  </a:cubicBezTo>
                  <a:cubicBezTo>
                    <a:pt x="4658991" y="109854"/>
                    <a:pt x="4654546" y="108584"/>
                    <a:pt x="4650101" y="106679"/>
                  </a:cubicBezTo>
                  <a:cubicBezTo>
                    <a:pt x="4645656" y="104774"/>
                    <a:pt x="4642481" y="102234"/>
                    <a:pt x="4639306" y="98424"/>
                  </a:cubicBezTo>
                  <a:cubicBezTo>
                    <a:pt x="4636131" y="94614"/>
                    <a:pt x="4633591" y="90804"/>
                    <a:pt x="4632321" y="85724"/>
                  </a:cubicBezTo>
                  <a:cubicBezTo>
                    <a:pt x="4630416" y="80644"/>
                    <a:pt x="4629781" y="74929"/>
                    <a:pt x="4629781" y="69214"/>
                  </a:cubicBezTo>
                  <a:cubicBezTo>
                    <a:pt x="4629781" y="63499"/>
                    <a:pt x="4630416" y="57149"/>
                    <a:pt x="4632321" y="52069"/>
                  </a:cubicBezTo>
                  <a:cubicBezTo>
                    <a:pt x="4634226" y="46989"/>
                    <a:pt x="4636766" y="42544"/>
                    <a:pt x="4639941" y="39369"/>
                  </a:cubicBezTo>
                  <a:cubicBezTo>
                    <a:pt x="4643116" y="35559"/>
                    <a:pt x="4646926" y="33019"/>
                    <a:pt x="4650736" y="31114"/>
                  </a:cubicBezTo>
                  <a:cubicBezTo>
                    <a:pt x="4655181" y="29209"/>
                    <a:pt x="4659626" y="28574"/>
                    <a:pt x="4664706" y="28574"/>
                  </a:cubicBezTo>
                  <a:close/>
                  <a:moveTo>
                    <a:pt x="4264655" y="28574"/>
                  </a:moveTo>
                  <a:cubicBezTo>
                    <a:pt x="4269735" y="28574"/>
                    <a:pt x="4274180" y="29209"/>
                    <a:pt x="4278625" y="31749"/>
                  </a:cubicBezTo>
                  <a:cubicBezTo>
                    <a:pt x="4283070" y="33654"/>
                    <a:pt x="4286245" y="36194"/>
                    <a:pt x="4289420" y="40004"/>
                  </a:cubicBezTo>
                  <a:cubicBezTo>
                    <a:pt x="4292595" y="43814"/>
                    <a:pt x="4295135" y="47624"/>
                    <a:pt x="4296405" y="52704"/>
                  </a:cubicBezTo>
                  <a:cubicBezTo>
                    <a:pt x="4298310" y="57784"/>
                    <a:pt x="4298945" y="63499"/>
                    <a:pt x="4298945" y="69214"/>
                  </a:cubicBezTo>
                  <a:lnTo>
                    <a:pt x="4299580" y="69214"/>
                  </a:lnTo>
                  <a:cubicBezTo>
                    <a:pt x="4299580" y="75564"/>
                    <a:pt x="4298945" y="81279"/>
                    <a:pt x="4297040" y="86359"/>
                  </a:cubicBezTo>
                  <a:cubicBezTo>
                    <a:pt x="4295135" y="91439"/>
                    <a:pt x="4292595" y="95884"/>
                    <a:pt x="4289420" y="99059"/>
                  </a:cubicBezTo>
                  <a:cubicBezTo>
                    <a:pt x="4286245" y="102869"/>
                    <a:pt x="4282435" y="105409"/>
                    <a:pt x="4277990" y="107314"/>
                  </a:cubicBezTo>
                  <a:cubicBezTo>
                    <a:pt x="4273545" y="109219"/>
                    <a:pt x="4269100" y="109854"/>
                    <a:pt x="4264020" y="109854"/>
                  </a:cubicBezTo>
                  <a:cubicBezTo>
                    <a:pt x="4258940" y="109854"/>
                    <a:pt x="4254495" y="108584"/>
                    <a:pt x="4250050" y="106679"/>
                  </a:cubicBezTo>
                  <a:cubicBezTo>
                    <a:pt x="4245605" y="104774"/>
                    <a:pt x="4242430" y="102234"/>
                    <a:pt x="4239255" y="98424"/>
                  </a:cubicBezTo>
                  <a:cubicBezTo>
                    <a:pt x="4236080" y="94614"/>
                    <a:pt x="4233540" y="90804"/>
                    <a:pt x="4232270" y="85724"/>
                  </a:cubicBezTo>
                  <a:cubicBezTo>
                    <a:pt x="4230365" y="80644"/>
                    <a:pt x="4229730" y="74929"/>
                    <a:pt x="4229730" y="69214"/>
                  </a:cubicBezTo>
                  <a:cubicBezTo>
                    <a:pt x="4229730" y="63499"/>
                    <a:pt x="4230365" y="57149"/>
                    <a:pt x="4232270" y="52069"/>
                  </a:cubicBezTo>
                  <a:cubicBezTo>
                    <a:pt x="4234175" y="46989"/>
                    <a:pt x="4236715" y="42544"/>
                    <a:pt x="4239890" y="39369"/>
                  </a:cubicBezTo>
                  <a:cubicBezTo>
                    <a:pt x="4243065" y="35559"/>
                    <a:pt x="4246875" y="33019"/>
                    <a:pt x="4250685" y="31114"/>
                  </a:cubicBezTo>
                  <a:cubicBezTo>
                    <a:pt x="4255130" y="29209"/>
                    <a:pt x="4259575" y="28574"/>
                    <a:pt x="4264655" y="28574"/>
                  </a:cubicBezTo>
                  <a:close/>
                  <a:moveTo>
                    <a:pt x="1420495" y="28574"/>
                  </a:moveTo>
                  <a:cubicBezTo>
                    <a:pt x="1425575" y="28574"/>
                    <a:pt x="1430020" y="29209"/>
                    <a:pt x="1434465" y="31749"/>
                  </a:cubicBezTo>
                  <a:cubicBezTo>
                    <a:pt x="1438910" y="33654"/>
                    <a:pt x="1442085" y="36194"/>
                    <a:pt x="1445260" y="40004"/>
                  </a:cubicBezTo>
                  <a:cubicBezTo>
                    <a:pt x="1448435" y="43814"/>
                    <a:pt x="1450975" y="47624"/>
                    <a:pt x="1452245" y="52704"/>
                  </a:cubicBezTo>
                  <a:cubicBezTo>
                    <a:pt x="1454150" y="57784"/>
                    <a:pt x="1454785" y="63499"/>
                    <a:pt x="1454785" y="69214"/>
                  </a:cubicBezTo>
                  <a:lnTo>
                    <a:pt x="1455420" y="69214"/>
                  </a:lnTo>
                  <a:cubicBezTo>
                    <a:pt x="1455420" y="75564"/>
                    <a:pt x="1454785" y="81279"/>
                    <a:pt x="1452880" y="86359"/>
                  </a:cubicBezTo>
                  <a:cubicBezTo>
                    <a:pt x="1450975" y="91439"/>
                    <a:pt x="1448435" y="95884"/>
                    <a:pt x="1445260" y="99059"/>
                  </a:cubicBezTo>
                  <a:cubicBezTo>
                    <a:pt x="1442085" y="102869"/>
                    <a:pt x="1438275" y="105409"/>
                    <a:pt x="1433830" y="107314"/>
                  </a:cubicBezTo>
                  <a:cubicBezTo>
                    <a:pt x="1429385" y="109219"/>
                    <a:pt x="1424940" y="109854"/>
                    <a:pt x="1419860" y="109854"/>
                  </a:cubicBezTo>
                  <a:cubicBezTo>
                    <a:pt x="1414780" y="109854"/>
                    <a:pt x="1410335" y="108584"/>
                    <a:pt x="1405890" y="106679"/>
                  </a:cubicBezTo>
                  <a:cubicBezTo>
                    <a:pt x="1401444" y="104774"/>
                    <a:pt x="1398270" y="102234"/>
                    <a:pt x="1395095" y="98424"/>
                  </a:cubicBezTo>
                  <a:cubicBezTo>
                    <a:pt x="1391920" y="94614"/>
                    <a:pt x="1389380" y="90804"/>
                    <a:pt x="1388110" y="85724"/>
                  </a:cubicBezTo>
                  <a:cubicBezTo>
                    <a:pt x="1386205" y="80644"/>
                    <a:pt x="1385570" y="74929"/>
                    <a:pt x="1385570" y="69214"/>
                  </a:cubicBezTo>
                  <a:cubicBezTo>
                    <a:pt x="1385570" y="63499"/>
                    <a:pt x="1386205" y="57149"/>
                    <a:pt x="1388110" y="52069"/>
                  </a:cubicBezTo>
                  <a:cubicBezTo>
                    <a:pt x="1390015" y="46989"/>
                    <a:pt x="1392555" y="42544"/>
                    <a:pt x="1395730" y="39369"/>
                  </a:cubicBezTo>
                  <a:cubicBezTo>
                    <a:pt x="1398905" y="35559"/>
                    <a:pt x="1402715" y="33019"/>
                    <a:pt x="1406525" y="31114"/>
                  </a:cubicBezTo>
                  <a:cubicBezTo>
                    <a:pt x="1410970" y="29209"/>
                    <a:pt x="1415415" y="28574"/>
                    <a:pt x="1420495" y="28574"/>
                  </a:cubicBezTo>
                  <a:close/>
                  <a:moveTo>
                    <a:pt x="3143245" y="5079"/>
                  </a:moveTo>
                  <a:lnTo>
                    <a:pt x="3219445" y="5079"/>
                  </a:lnTo>
                  <a:lnTo>
                    <a:pt x="3219445" y="20319"/>
                  </a:lnTo>
                  <a:lnTo>
                    <a:pt x="3188965" y="20319"/>
                  </a:lnTo>
                  <a:lnTo>
                    <a:pt x="3188965" y="108584"/>
                  </a:lnTo>
                  <a:lnTo>
                    <a:pt x="3173090" y="108584"/>
                  </a:lnTo>
                  <a:lnTo>
                    <a:pt x="3173090" y="20319"/>
                  </a:lnTo>
                  <a:lnTo>
                    <a:pt x="3143245" y="20319"/>
                  </a:lnTo>
                  <a:close/>
                  <a:moveTo>
                    <a:pt x="1628774" y="5079"/>
                  </a:moveTo>
                  <a:lnTo>
                    <a:pt x="1704970" y="5079"/>
                  </a:lnTo>
                  <a:lnTo>
                    <a:pt x="1704970" y="20319"/>
                  </a:lnTo>
                  <a:lnTo>
                    <a:pt x="1675129" y="20319"/>
                  </a:lnTo>
                  <a:lnTo>
                    <a:pt x="1675129" y="108584"/>
                  </a:lnTo>
                  <a:lnTo>
                    <a:pt x="1659255" y="108584"/>
                  </a:lnTo>
                  <a:lnTo>
                    <a:pt x="1659255" y="20319"/>
                  </a:lnTo>
                  <a:lnTo>
                    <a:pt x="1628774" y="20319"/>
                  </a:lnTo>
                  <a:close/>
                  <a:moveTo>
                    <a:pt x="0" y="5079"/>
                  </a:moveTo>
                  <a:lnTo>
                    <a:pt x="76200" y="5079"/>
                  </a:lnTo>
                  <a:lnTo>
                    <a:pt x="76200" y="20319"/>
                  </a:lnTo>
                  <a:lnTo>
                    <a:pt x="45720" y="20319"/>
                  </a:lnTo>
                  <a:lnTo>
                    <a:pt x="45720" y="108584"/>
                  </a:lnTo>
                  <a:lnTo>
                    <a:pt x="29845" y="108584"/>
                  </a:lnTo>
                  <a:lnTo>
                    <a:pt x="29845" y="20319"/>
                  </a:lnTo>
                  <a:lnTo>
                    <a:pt x="0" y="20319"/>
                  </a:lnTo>
                  <a:close/>
                  <a:moveTo>
                    <a:pt x="1362075" y="1269"/>
                  </a:moveTo>
                  <a:cubicBezTo>
                    <a:pt x="1363345" y="1269"/>
                    <a:pt x="1364615" y="1269"/>
                    <a:pt x="1365885" y="1904"/>
                  </a:cubicBezTo>
                  <a:cubicBezTo>
                    <a:pt x="1367155" y="1904"/>
                    <a:pt x="1367790" y="3174"/>
                    <a:pt x="1369060" y="3809"/>
                  </a:cubicBezTo>
                  <a:cubicBezTo>
                    <a:pt x="1369695" y="4444"/>
                    <a:pt x="1370965" y="5714"/>
                    <a:pt x="1370965" y="6984"/>
                  </a:cubicBezTo>
                  <a:cubicBezTo>
                    <a:pt x="1370965" y="8254"/>
                    <a:pt x="1371600" y="9524"/>
                    <a:pt x="1371600" y="10794"/>
                  </a:cubicBezTo>
                  <a:cubicBezTo>
                    <a:pt x="1371600" y="10794"/>
                    <a:pt x="1371600" y="13334"/>
                    <a:pt x="1370965" y="14604"/>
                  </a:cubicBezTo>
                  <a:cubicBezTo>
                    <a:pt x="1370965" y="15874"/>
                    <a:pt x="1369695" y="17144"/>
                    <a:pt x="1369060" y="17779"/>
                  </a:cubicBezTo>
                  <a:cubicBezTo>
                    <a:pt x="1368425" y="18414"/>
                    <a:pt x="1367155" y="19684"/>
                    <a:pt x="1365885" y="19684"/>
                  </a:cubicBezTo>
                  <a:cubicBezTo>
                    <a:pt x="1364615" y="19684"/>
                    <a:pt x="1363345" y="20319"/>
                    <a:pt x="1362075" y="20319"/>
                  </a:cubicBezTo>
                  <a:cubicBezTo>
                    <a:pt x="1360805" y="20319"/>
                    <a:pt x="1359535" y="20319"/>
                    <a:pt x="1358265" y="19684"/>
                  </a:cubicBezTo>
                  <a:cubicBezTo>
                    <a:pt x="1356995" y="19684"/>
                    <a:pt x="1355725" y="18414"/>
                    <a:pt x="1355090" y="17779"/>
                  </a:cubicBezTo>
                  <a:cubicBezTo>
                    <a:pt x="1354455" y="17144"/>
                    <a:pt x="1353185" y="15874"/>
                    <a:pt x="1353185" y="14604"/>
                  </a:cubicBezTo>
                  <a:cubicBezTo>
                    <a:pt x="1353185" y="13334"/>
                    <a:pt x="1352550" y="12064"/>
                    <a:pt x="1352550" y="10794"/>
                  </a:cubicBezTo>
                  <a:cubicBezTo>
                    <a:pt x="1352550" y="9524"/>
                    <a:pt x="1352550" y="8254"/>
                    <a:pt x="1353185" y="6984"/>
                  </a:cubicBezTo>
                  <a:cubicBezTo>
                    <a:pt x="1353185" y="5714"/>
                    <a:pt x="1354455" y="4444"/>
                    <a:pt x="1355090" y="3809"/>
                  </a:cubicBezTo>
                  <a:cubicBezTo>
                    <a:pt x="1355725" y="3174"/>
                    <a:pt x="1356995" y="1904"/>
                    <a:pt x="1358265" y="1904"/>
                  </a:cubicBezTo>
                  <a:cubicBezTo>
                    <a:pt x="1359535" y="1904"/>
                    <a:pt x="1360805" y="1269"/>
                    <a:pt x="1362075" y="1269"/>
                  </a:cubicBezTo>
                  <a:close/>
                  <a:moveTo>
                    <a:pt x="4789801" y="634"/>
                  </a:moveTo>
                  <a:lnTo>
                    <a:pt x="4789801" y="65404"/>
                  </a:lnTo>
                  <a:lnTo>
                    <a:pt x="4814566" y="31114"/>
                  </a:lnTo>
                  <a:lnTo>
                    <a:pt x="4831711" y="31114"/>
                  </a:lnTo>
                  <a:lnTo>
                    <a:pt x="4812026" y="57149"/>
                  </a:lnTo>
                  <a:lnTo>
                    <a:pt x="4835521" y="108584"/>
                  </a:lnTo>
                  <a:lnTo>
                    <a:pt x="4819011" y="108584"/>
                  </a:lnTo>
                  <a:lnTo>
                    <a:pt x="4801866" y="69849"/>
                  </a:lnTo>
                  <a:lnTo>
                    <a:pt x="4789801" y="85724"/>
                  </a:lnTo>
                  <a:lnTo>
                    <a:pt x="4789801" y="108584"/>
                  </a:lnTo>
                  <a:lnTo>
                    <a:pt x="4774561" y="108584"/>
                  </a:lnTo>
                  <a:lnTo>
                    <a:pt x="4774561" y="8889"/>
                  </a:lnTo>
                  <a:close/>
                  <a:moveTo>
                    <a:pt x="4472301" y="634"/>
                  </a:moveTo>
                  <a:lnTo>
                    <a:pt x="4472301" y="109219"/>
                  </a:lnTo>
                  <a:lnTo>
                    <a:pt x="4457061" y="109219"/>
                  </a:lnTo>
                  <a:lnTo>
                    <a:pt x="4457696" y="108584"/>
                  </a:lnTo>
                  <a:lnTo>
                    <a:pt x="4457696" y="100964"/>
                  </a:lnTo>
                  <a:cubicBezTo>
                    <a:pt x="4457696" y="100964"/>
                    <a:pt x="4454521" y="103504"/>
                    <a:pt x="4453251" y="104774"/>
                  </a:cubicBezTo>
                  <a:cubicBezTo>
                    <a:pt x="4451981" y="106044"/>
                    <a:pt x="4450076" y="106679"/>
                    <a:pt x="4448171" y="107949"/>
                  </a:cubicBezTo>
                  <a:cubicBezTo>
                    <a:pt x="4446266" y="108584"/>
                    <a:pt x="4444361" y="109219"/>
                    <a:pt x="4443091" y="109854"/>
                  </a:cubicBezTo>
                  <a:cubicBezTo>
                    <a:pt x="4441186" y="109854"/>
                    <a:pt x="4439281" y="109854"/>
                    <a:pt x="4437376" y="109854"/>
                  </a:cubicBezTo>
                  <a:cubicBezTo>
                    <a:pt x="4432931" y="109854"/>
                    <a:pt x="4429121" y="109219"/>
                    <a:pt x="4425946" y="107314"/>
                  </a:cubicBezTo>
                  <a:cubicBezTo>
                    <a:pt x="4422136" y="106044"/>
                    <a:pt x="4418961" y="103504"/>
                    <a:pt x="4416421" y="99694"/>
                  </a:cubicBezTo>
                  <a:cubicBezTo>
                    <a:pt x="4413881" y="96519"/>
                    <a:pt x="4411341" y="92074"/>
                    <a:pt x="4410071" y="86994"/>
                  </a:cubicBezTo>
                  <a:cubicBezTo>
                    <a:pt x="4408801" y="81914"/>
                    <a:pt x="4407531" y="75564"/>
                    <a:pt x="4407531" y="67944"/>
                  </a:cubicBezTo>
                  <a:cubicBezTo>
                    <a:pt x="4407531" y="61594"/>
                    <a:pt x="4408166" y="55244"/>
                    <a:pt x="4410071" y="50799"/>
                  </a:cubicBezTo>
                  <a:cubicBezTo>
                    <a:pt x="4411976" y="45719"/>
                    <a:pt x="4413881" y="41909"/>
                    <a:pt x="4417056" y="38734"/>
                  </a:cubicBezTo>
                  <a:cubicBezTo>
                    <a:pt x="4419596" y="35559"/>
                    <a:pt x="4423406" y="33019"/>
                    <a:pt x="4426581" y="31749"/>
                  </a:cubicBezTo>
                  <a:cubicBezTo>
                    <a:pt x="4430391" y="29844"/>
                    <a:pt x="4434201" y="29209"/>
                    <a:pt x="4438011" y="29209"/>
                  </a:cubicBezTo>
                  <a:cubicBezTo>
                    <a:pt x="4439916" y="29209"/>
                    <a:pt x="4441821" y="29209"/>
                    <a:pt x="4443726" y="29844"/>
                  </a:cubicBezTo>
                  <a:cubicBezTo>
                    <a:pt x="4445631" y="29844"/>
                    <a:pt x="4447536" y="31114"/>
                    <a:pt x="4448806" y="31749"/>
                  </a:cubicBezTo>
                  <a:cubicBezTo>
                    <a:pt x="4450711" y="32384"/>
                    <a:pt x="4451981" y="33654"/>
                    <a:pt x="4453251" y="34924"/>
                  </a:cubicBezTo>
                  <a:cubicBezTo>
                    <a:pt x="4454521" y="36194"/>
                    <a:pt x="4455791" y="36829"/>
                    <a:pt x="4457061" y="38099"/>
                  </a:cubicBezTo>
                  <a:lnTo>
                    <a:pt x="4457061" y="8254"/>
                  </a:lnTo>
                  <a:close/>
                  <a:moveTo>
                    <a:pt x="4390385" y="634"/>
                  </a:moveTo>
                  <a:lnTo>
                    <a:pt x="4390385" y="108584"/>
                  </a:lnTo>
                  <a:lnTo>
                    <a:pt x="4375145" y="108584"/>
                  </a:lnTo>
                  <a:lnTo>
                    <a:pt x="4375145" y="8889"/>
                  </a:lnTo>
                  <a:close/>
                  <a:moveTo>
                    <a:pt x="3946521" y="634"/>
                  </a:moveTo>
                  <a:lnTo>
                    <a:pt x="3946521" y="38099"/>
                  </a:lnTo>
                  <a:cubicBezTo>
                    <a:pt x="3946521" y="38099"/>
                    <a:pt x="3948426" y="35559"/>
                    <a:pt x="3950331" y="34289"/>
                  </a:cubicBezTo>
                  <a:cubicBezTo>
                    <a:pt x="3951601" y="33019"/>
                    <a:pt x="3953506" y="32384"/>
                    <a:pt x="3954776" y="31114"/>
                  </a:cubicBezTo>
                  <a:cubicBezTo>
                    <a:pt x="3956681" y="30479"/>
                    <a:pt x="3958586" y="29844"/>
                    <a:pt x="3960491" y="29209"/>
                  </a:cubicBezTo>
                  <a:cubicBezTo>
                    <a:pt x="3962396" y="29209"/>
                    <a:pt x="3964301" y="29209"/>
                    <a:pt x="3966206" y="29209"/>
                  </a:cubicBezTo>
                  <a:cubicBezTo>
                    <a:pt x="3970651" y="29209"/>
                    <a:pt x="3975096" y="29844"/>
                    <a:pt x="3978271" y="31749"/>
                  </a:cubicBezTo>
                  <a:cubicBezTo>
                    <a:pt x="3981446" y="33019"/>
                    <a:pt x="3984621" y="35559"/>
                    <a:pt x="3987161" y="38099"/>
                  </a:cubicBezTo>
                  <a:cubicBezTo>
                    <a:pt x="3989701" y="41274"/>
                    <a:pt x="3990971" y="44449"/>
                    <a:pt x="3992241" y="49529"/>
                  </a:cubicBezTo>
                  <a:cubicBezTo>
                    <a:pt x="3993511" y="53974"/>
                    <a:pt x="3994146" y="59054"/>
                    <a:pt x="3994146" y="64134"/>
                  </a:cubicBezTo>
                  <a:lnTo>
                    <a:pt x="3994146" y="108584"/>
                  </a:lnTo>
                  <a:lnTo>
                    <a:pt x="3978906" y="108584"/>
                  </a:lnTo>
                  <a:lnTo>
                    <a:pt x="3978271" y="108584"/>
                  </a:lnTo>
                  <a:lnTo>
                    <a:pt x="3978271" y="64769"/>
                  </a:lnTo>
                  <a:cubicBezTo>
                    <a:pt x="3978271" y="57784"/>
                    <a:pt x="3977001" y="52069"/>
                    <a:pt x="3974461" y="48894"/>
                  </a:cubicBezTo>
                  <a:cubicBezTo>
                    <a:pt x="3971921" y="45084"/>
                    <a:pt x="3968111" y="43814"/>
                    <a:pt x="3962396" y="43814"/>
                  </a:cubicBezTo>
                  <a:cubicBezTo>
                    <a:pt x="3959856" y="43814"/>
                    <a:pt x="3957951" y="43814"/>
                    <a:pt x="3956046" y="45084"/>
                  </a:cubicBezTo>
                  <a:cubicBezTo>
                    <a:pt x="3954141" y="45719"/>
                    <a:pt x="3952236" y="46989"/>
                    <a:pt x="3950966" y="48894"/>
                  </a:cubicBezTo>
                  <a:cubicBezTo>
                    <a:pt x="3949696" y="50799"/>
                    <a:pt x="3948426" y="52704"/>
                    <a:pt x="3947791" y="55244"/>
                  </a:cubicBezTo>
                  <a:cubicBezTo>
                    <a:pt x="3947156" y="57784"/>
                    <a:pt x="3946521" y="60324"/>
                    <a:pt x="3946521" y="63499"/>
                  </a:cubicBezTo>
                  <a:lnTo>
                    <a:pt x="3946521" y="109219"/>
                  </a:lnTo>
                  <a:lnTo>
                    <a:pt x="3931281" y="109219"/>
                  </a:lnTo>
                  <a:lnTo>
                    <a:pt x="3931281" y="8889"/>
                  </a:lnTo>
                  <a:close/>
                  <a:moveTo>
                    <a:pt x="3248021" y="634"/>
                  </a:moveTo>
                  <a:lnTo>
                    <a:pt x="3248021" y="38099"/>
                  </a:lnTo>
                  <a:cubicBezTo>
                    <a:pt x="3248021" y="38099"/>
                    <a:pt x="3249926" y="35559"/>
                    <a:pt x="3251831" y="34289"/>
                  </a:cubicBezTo>
                  <a:cubicBezTo>
                    <a:pt x="3253101" y="33019"/>
                    <a:pt x="3255006" y="32384"/>
                    <a:pt x="3256276" y="31114"/>
                  </a:cubicBezTo>
                  <a:cubicBezTo>
                    <a:pt x="3258181" y="30479"/>
                    <a:pt x="3260086" y="29844"/>
                    <a:pt x="3261991" y="29209"/>
                  </a:cubicBezTo>
                  <a:cubicBezTo>
                    <a:pt x="3263896" y="29209"/>
                    <a:pt x="3265801" y="29209"/>
                    <a:pt x="3267706" y="29209"/>
                  </a:cubicBezTo>
                  <a:cubicBezTo>
                    <a:pt x="3272151" y="29209"/>
                    <a:pt x="3276596" y="29844"/>
                    <a:pt x="3279771" y="31749"/>
                  </a:cubicBezTo>
                  <a:cubicBezTo>
                    <a:pt x="3282946" y="33019"/>
                    <a:pt x="3286121" y="35559"/>
                    <a:pt x="3288661" y="38099"/>
                  </a:cubicBezTo>
                  <a:cubicBezTo>
                    <a:pt x="3291201" y="41274"/>
                    <a:pt x="3292471" y="44449"/>
                    <a:pt x="3293741" y="49529"/>
                  </a:cubicBezTo>
                  <a:cubicBezTo>
                    <a:pt x="3295011" y="53974"/>
                    <a:pt x="3295646" y="59054"/>
                    <a:pt x="3295646" y="64134"/>
                  </a:cubicBezTo>
                  <a:lnTo>
                    <a:pt x="3295646" y="108584"/>
                  </a:lnTo>
                  <a:lnTo>
                    <a:pt x="3280406" y="108584"/>
                  </a:lnTo>
                  <a:lnTo>
                    <a:pt x="3279771" y="108584"/>
                  </a:lnTo>
                  <a:lnTo>
                    <a:pt x="3279771" y="64769"/>
                  </a:lnTo>
                  <a:cubicBezTo>
                    <a:pt x="3279771" y="57784"/>
                    <a:pt x="3278501" y="52069"/>
                    <a:pt x="3275961" y="48894"/>
                  </a:cubicBezTo>
                  <a:cubicBezTo>
                    <a:pt x="3273421" y="45084"/>
                    <a:pt x="3269611" y="43814"/>
                    <a:pt x="3263896" y="43814"/>
                  </a:cubicBezTo>
                  <a:cubicBezTo>
                    <a:pt x="3261356" y="43814"/>
                    <a:pt x="3259451" y="43814"/>
                    <a:pt x="3257546" y="45084"/>
                  </a:cubicBezTo>
                  <a:cubicBezTo>
                    <a:pt x="3255641" y="45719"/>
                    <a:pt x="3253736" y="46989"/>
                    <a:pt x="3252466" y="48894"/>
                  </a:cubicBezTo>
                  <a:cubicBezTo>
                    <a:pt x="3251196" y="50799"/>
                    <a:pt x="3249926" y="52704"/>
                    <a:pt x="3249291" y="55244"/>
                  </a:cubicBezTo>
                  <a:cubicBezTo>
                    <a:pt x="3248656" y="57784"/>
                    <a:pt x="3248021" y="60324"/>
                    <a:pt x="3248021" y="63499"/>
                  </a:cubicBezTo>
                  <a:lnTo>
                    <a:pt x="3248021" y="109219"/>
                  </a:lnTo>
                  <a:lnTo>
                    <a:pt x="3232781" y="109219"/>
                  </a:lnTo>
                  <a:lnTo>
                    <a:pt x="3232781" y="8889"/>
                  </a:lnTo>
                  <a:close/>
                  <a:moveTo>
                    <a:pt x="2432681" y="634"/>
                  </a:moveTo>
                  <a:lnTo>
                    <a:pt x="2432681" y="38099"/>
                  </a:lnTo>
                  <a:cubicBezTo>
                    <a:pt x="2432681" y="38099"/>
                    <a:pt x="2434586" y="35559"/>
                    <a:pt x="2436491" y="34289"/>
                  </a:cubicBezTo>
                  <a:cubicBezTo>
                    <a:pt x="2437761" y="33019"/>
                    <a:pt x="2439666" y="32384"/>
                    <a:pt x="2440936" y="31114"/>
                  </a:cubicBezTo>
                  <a:cubicBezTo>
                    <a:pt x="2442841" y="30479"/>
                    <a:pt x="2444746" y="29844"/>
                    <a:pt x="2446651" y="29209"/>
                  </a:cubicBezTo>
                  <a:cubicBezTo>
                    <a:pt x="2448556" y="29209"/>
                    <a:pt x="2450461" y="29209"/>
                    <a:pt x="2452366" y="29209"/>
                  </a:cubicBezTo>
                  <a:cubicBezTo>
                    <a:pt x="2456811" y="29209"/>
                    <a:pt x="2461256" y="29844"/>
                    <a:pt x="2464431" y="31749"/>
                  </a:cubicBezTo>
                  <a:cubicBezTo>
                    <a:pt x="2467606" y="33019"/>
                    <a:pt x="2470781" y="35559"/>
                    <a:pt x="2473321" y="38099"/>
                  </a:cubicBezTo>
                  <a:cubicBezTo>
                    <a:pt x="2475861" y="41274"/>
                    <a:pt x="2477131" y="44449"/>
                    <a:pt x="2478401" y="49529"/>
                  </a:cubicBezTo>
                  <a:cubicBezTo>
                    <a:pt x="2479671" y="53974"/>
                    <a:pt x="2480306" y="59054"/>
                    <a:pt x="2480306" y="64134"/>
                  </a:cubicBezTo>
                  <a:lnTo>
                    <a:pt x="2480306" y="108584"/>
                  </a:lnTo>
                  <a:lnTo>
                    <a:pt x="2465066" y="108584"/>
                  </a:lnTo>
                  <a:lnTo>
                    <a:pt x="2464431" y="108584"/>
                  </a:lnTo>
                  <a:lnTo>
                    <a:pt x="2464431" y="64769"/>
                  </a:lnTo>
                  <a:cubicBezTo>
                    <a:pt x="2464431" y="57784"/>
                    <a:pt x="2463161" y="52069"/>
                    <a:pt x="2460621" y="48894"/>
                  </a:cubicBezTo>
                  <a:cubicBezTo>
                    <a:pt x="2458081" y="45084"/>
                    <a:pt x="2454271" y="43814"/>
                    <a:pt x="2448556" y="43814"/>
                  </a:cubicBezTo>
                  <a:cubicBezTo>
                    <a:pt x="2446016" y="43814"/>
                    <a:pt x="2444111" y="43814"/>
                    <a:pt x="2442206" y="45084"/>
                  </a:cubicBezTo>
                  <a:cubicBezTo>
                    <a:pt x="2440301" y="45719"/>
                    <a:pt x="2438396" y="46989"/>
                    <a:pt x="2437126" y="48894"/>
                  </a:cubicBezTo>
                  <a:cubicBezTo>
                    <a:pt x="2435856" y="50799"/>
                    <a:pt x="2434586" y="52704"/>
                    <a:pt x="2433951" y="55244"/>
                  </a:cubicBezTo>
                  <a:cubicBezTo>
                    <a:pt x="2433316" y="57784"/>
                    <a:pt x="2432681" y="60324"/>
                    <a:pt x="2432681" y="63499"/>
                  </a:cubicBezTo>
                  <a:lnTo>
                    <a:pt x="2432681" y="109219"/>
                  </a:lnTo>
                  <a:lnTo>
                    <a:pt x="2417441" y="109219"/>
                  </a:lnTo>
                  <a:lnTo>
                    <a:pt x="2417441" y="8889"/>
                  </a:lnTo>
                  <a:close/>
                  <a:moveTo>
                    <a:pt x="1734181" y="634"/>
                  </a:moveTo>
                  <a:lnTo>
                    <a:pt x="1734181" y="38099"/>
                  </a:lnTo>
                  <a:cubicBezTo>
                    <a:pt x="1734181" y="38099"/>
                    <a:pt x="1736086" y="35559"/>
                    <a:pt x="1737991" y="34289"/>
                  </a:cubicBezTo>
                  <a:cubicBezTo>
                    <a:pt x="1739261" y="33019"/>
                    <a:pt x="1741166" y="32384"/>
                    <a:pt x="1742436" y="31114"/>
                  </a:cubicBezTo>
                  <a:cubicBezTo>
                    <a:pt x="1744341" y="30479"/>
                    <a:pt x="1746246" y="29844"/>
                    <a:pt x="1748151" y="29209"/>
                  </a:cubicBezTo>
                  <a:cubicBezTo>
                    <a:pt x="1750056" y="29209"/>
                    <a:pt x="1751961" y="29209"/>
                    <a:pt x="1753866" y="29209"/>
                  </a:cubicBezTo>
                  <a:cubicBezTo>
                    <a:pt x="1758311" y="29209"/>
                    <a:pt x="1762756" y="29844"/>
                    <a:pt x="1765931" y="31749"/>
                  </a:cubicBezTo>
                  <a:cubicBezTo>
                    <a:pt x="1769106" y="33019"/>
                    <a:pt x="1772281" y="35559"/>
                    <a:pt x="1774821" y="38099"/>
                  </a:cubicBezTo>
                  <a:cubicBezTo>
                    <a:pt x="1777361" y="41274"/>
                    <a:pt x="1778631" y="44449"/>
                    <a:pt x="1779901" y="49529"/>
                  </a:cubicBezTo>
                  <a:cubicBezTo>
                    <a:pt x="1781171" y="53974"/>
                    <a:pt x="1781806" y="59054"/>
                    <a:pt x="1781806" y="64134"/>
                  </a:cubicBezTo>
                  <a:lnTo>
                    <a:pt x="1781806" y="108584"/>
                  </a:lnTo>
                  <a:lnTo>
                    <a:pt x="1766566" y="108584"/>
                  </a:lnTo>
                  <a:lnTo>
                    <a:pt x="1765931" y="108584"/>
                  </a:lnTo>
                  <a:lnTo>
                    <a:pt x="1765931" y="64769"/>
                  </a:lnTo>
                  <a:cubicBezTo>
                    <a:pt x="1765931" y="57784"/>
                    <a:pt x="1764661" y="52069"/>
                    <a:pt x="1762121" y="48894"/>
                  </a:cubicBezTo>
                  <a:cubicBezTo>
                    <a:pt x="1759581" y="45084"/>
                    <a:pt x="1755771" y="43814"/>
                    <a:pt x="1750056" y="43814"/>
                  </a:cubicBezTo>
                  <a:cubicBezTo>
                    <a:pt x="1747516" y="43814"/>
                    <a:pt x="1745611" y="43814"/>
                    <a:pt x="1743706" y="45084"/>
                  </a:cubicBezTo>
                  <a:cubicBezTo>
                    <a:pt x="1741801" y="45719"/>
                    <a:pt x="1739896" y="46989"/>
                    <a:pt x="1738626" y="48894"/>
                  </a:cubicBezTo>
                  <a:cubicBezTo>
                    <a:pt x="1737356" y="50799"/>
                    <a:pt x="1736086" y="52704"/>
                    <a:pt x="1735451" y="55244"/>
                  </a:cubicBezTo>
                  <a:cubicBezTo>
                    <a:pt x="1734816" y="57784"/>
                    <a:pt x="1734181" y="60324"/>
                    <a:pt x="1734181" y="63499"/>
                  </a:cubicBezTo>
                  <a:lnTo>
                    <a:pt x="1734181" y="109219"/>
                  </a:lnTo>
                  <a:lnTo>
                    <a:pt x="1718941" y="109219"/>
                  </a:lnTo>
                  <a:lnTo>
                    <a:pt x="1718941" y="8889"/>
                  </a:lnTo>
                  <a:close/>
                  <a:moveTo>
                    <a:pt x="803275" y="634"/>
                  </a:moveTo>
                  <a:lnTo>
                    <a:pt x="803275" y="38099"/>
                  </a:lnTo>
                  <a:cubicBezTo>
                    <a:pt x="803275" y="38099"/>
                    <a:pt x="805180" y="35559"/>
                    <a:pt x="807085" y="34289"/>
                  </a:cubicBezTo>
                  <a:cubicBezTo>
                    <a:pt x="808355" y="33019"/>
                    <a:pt x="810260" y="32384"/>
                    <a:pt x="811530" y="31114"/>
                  </a:cubicBezTo>
                  <a:cubicBezTo>
                    <a:pt x="813435" y="30479"/>
                    <a:pt x="815340" y="29844"/>
                    <a:pt x="817245" y="29209"/>
                  </a:cubicBezTo>
                  <a:cubicBezTo>
                    <a:pt x="819150" y="29209"/>
                    <a:pt x="821055" y="29209"/>
                    <a:pt x="822960" y="29209"/>
                  </a:cubicBezTo>
                  <a:cubicBezTo>
                    <a:pt x="827405" y="29209"/>
                    <a:pt x="831850" y="29844"/>
                    <a:pt x="835025" y="31749"/>
                  </a:cubicBezTo>
                  <a:cubicBezTo>
                    <a:pt x="838200" y="33019"/>
                    <a:pt x="841375" y="35559"/>
                    <a:pt x="843915" y="38099"/>
                  </a:cubicBezTo>
                  <a:cubicBezTo>
                    <a:pt x="846455" y="41274"/>
                    <a:pt x="847725" y="44449"/>
                    <a:pt x="848995" y="49529"/>
                  </a:cubicBezTo>
                  <a:cubicBezTo>
                    <a:pt x="850265" y="53974"/>
                    <a:pt x="850900" y="59054"/>
                    <a:pt x="850900" y="64134"/>
                  </a:cubicBezTo>
                  <a:lnTo>
                    <a:pt x="850900" y="108584"/>
                  </a:lnTo>
                  <a:lnTo>
                    <a:pt x="835660" y="108584"/>
                  </a:lnTo>
                  <a:lnTo>
                    <a:pt x="835025" y="108584"/>
                  </a:lnTo>
                  <a:lnTo>
                    <a:pt x="835025" y="64769"/>
                  </a:lnTo>
                  <a:cubicBezTo>
                    <a:pt x="835025" y="57784"/>
                    <a:pt x="833755" y="52069"/>
                    <a:pt x="831215" y="48894"/>
                  </a:cubicBezTo>
                  <a:cubicBezTo>
                    <a:pt x="828675" y="45084"/>
                    <a:pt x="824865" y="43814"/>
                    <a:pt x="819150" y="43814"/>
                  </a:cubicBezTo>
                  <a:cubicBezTo>
                    <a:pt x="816610" y="43814"/>
                    <a:pt x="814705" y="43814"/>
                    <a:pt x="812800" y="45084"/>
                  </a:cubicBezTo>
                  <a:cubicBezTo>
                    <a:pt x="810895" y="45719"/>
                    <a:pt x="808990" y="46989"/>
                    <a:pt x="807720" y="48894"/>
                  </a:cubicBezTo>
                  <a:cubicBezTo>
                    <a:pt x="806450" y="50799"/>
                    <a:pt x="805180" y="52704"/>
                    <a:pt x="804545" y="55244"/>
                  </a:cubicBezTo>
                  <a:cubicBezTo>
                    <a:pt x="803910" y="57784"/>
                    <a:pt x="803275" y="60324"/>
                    <a:pt x="803275" y="63499"/>
                  </a:cubicBezTo>
                  <a:lnTo>
                    <a:pt x="803275" y="109219"/>
                  </a:lnTo>
                  <a:lnTo>
                    <a:pt x="788035" y="109219"/>
                  </a:lnTo>
                  <a:lnTo>
                    <a:pt x="788035" y="8889"/>
                  </a:lnTo>
                  <a:close/>
                  <a:moveTo>
                    <a:pt x="104774" y="634"/>
                  </a:moveTo>
                  <a:lnTo>
                    <a:pt x="104774" y="38099"/>
                  </a:lnTo>
                  <a:cubicBezTo>
                    <a:pt x="104774" y="38099"/>
                    <a:pt x="106679" y="35559"/>
                    <a:pt x="108584" y="34289"/>
                  </a:cubicBezTo>
                  <a:cubicBezTo>
                    <a:pt x="109854" y="33019"/>
                    <a:pt x="111759" y="32384"/>
                    <a:pt x="113029" y="31114"/>
                  </a:cubicBezTo>
                  <a:cubicBezTo>
                    <a:pt x="114934" y="30479"/>
                    <a:pt x="116839" y="29844"/>
                    <a:pt x="118744" y="29209"/>
                  </a:cubicBezTo>
                  <a:cubicBezTo>
                    <a:pt x="120649" y="29209"/>
                    <a:pt x="122554" y="29209"/>
                    <a:pt x="124459" y="29209"/>
                  </a:cubicBezTo>
                  <a:cubicBezTo>
                    <a:pt x="128904" y="29209"/>
                    <a:pt x="133349" y="29844"/>
                    <a:pt x="136524" y="31749"/>
                  </a:cubicBezTo>
                  <a:cubicBezTo>
                    <a:pt x="139699" y="33019"/>
                    <a:pt x="142874" y="35559"/>
                    <a:pt x="145414" y="38099"/>
                  </a:cubicBezTo>
                  <a:cubicBezTo>
                    <a:pt x="147954" y="41274"/>
                    <a:pt x="149224" y="44449"/>
                    <a:pt x="150494" y="49529"/>
                  </a:cubicBezTo>
                  <a:cubicBezTo>
                    <a:pt x="151764" y="53974"/>
                    <a:pt x="152399" y="59054"/>
                    <a:pt x="152399" y="64134"/>
                  </a:cubicBezTo>
                  <a:lnTo>
                    <a:pt x="152399" y="108584"/>
                  </a:lnTo>
                  <a:lnTo>
                    <a:pt x="137159" y="108584"/>
                  </a:lnTo>
                  <a:lnTo>
                    <a:pt x="136524" y="108584"/>
                  </a:lnTo>
                  <a:lnTo>
                    <a:pt x="136524" y="64769"/>
                  </a:lnTo>
                  <a:cubicBezTo>
                    <a:pt x="136524" y="57784"/>
                    <a:pt x="135254" y="52069"/>
                    <a:pt x="132714" y="48894"/>
                  </a:cubicBezTo>
                  <a:cubicBezTo>
                    <a:pt x="130174" y="45084"/>
                    <a:pt x="126364" y="43814"/>
                    <a:pt x="120649" y="43814"/>
                  </a:cubicBezTo>
                  <a:cubicBezTo>
                    <a:pt x="118109" y="43814"/>
                    <a:pt x="116204" y="43814"/>
                    <a:pt x="114299" y="45084"/>
                  </a:cubicBezTo>
                  <a:cubicBezTo>
                    <a:pt x="112394" y="45719"/>
                    <a:pt x="110489" y="46989"/>
                    <a:pt x="109219" y="48894"/>
                  </a:cubicBezTo>
                  <a:cubicBezTo>
                    <a:pt x="107949" y="50799"/>
                    <a:pt x="106679" y="52704"/>
                    <a:pt x="106044" y="55244"/>
                  </a:cubicBezTo>
                  <a:cubicBezTo>
                    <a:pt x="105409" y="57784"/>
                    <a:pt x="104774" y="60324"/>
                    <a:pt x="104774" y="63499"/>
                  </a:cubicBezTo>
                  <a:lnTo>
                    <a:pt x="104774" y="109219"/>
                  </a:lnTo>
                  <a:lnTo>
                    <a:pt x="89534" y="109219"/>
                  </a:lnTo>
                  <a:lnTo>
                    <a:pt x="89534" y="8889"/>
                  </a:lnTo>
                  <a:close/>
                  <a:moveTo>
                    <a:pt x="3894450" y="0"/>
                  </a:moveTo>
                  <a:lnTo>
                    <a:pt x="3894450" y="30480"/>
                  </a:lnTo>
                  <a:lnTo>
                    <a:pt x="3913500" y="30480"/>
                  </a:lnTo>
                  <a:lnTo>
                    <a:pt x="3913500" y="44450"/>
                  </a:lnTo>
                  <a:lnTo>
                    <a:pt x="3894450" y="44450"/>
                  </a:lnTo>
                  <a:lnTo>
                    <a:pt x="3894450" y="86995"/>
                  </a:lnTo>
                  <a:cubicBezTo>
                    <a:pt x="3894450" y="86995"/>
                    <a:pt x="3894450" y="90170"/>
                    <a:pt x="3894450" y="91440"/>
                  </a:cubicBezTo>
                  <a:cubicBezTo>
                    <a:pt x="3894450" y="92710"/>
                    <a:pt x="3895085" y="93345"/>
                    <a:pt x="3895720" y="94615"/>
                  </a:cubicBezTo>
                  <a:cubicBezTo>
                    <a:pt x="3896355" y="95250"/>
                    <a:pt x="3896990" y="95885"/>
                    <a:pt x="3898260" y="95885"/>
                  </a:cubicBezTo>
                  <a:cubicBezTo>
                    <a:pt x="3899530" y="95885"/>
                    <a:pt x="3900800" y="95885"/>
                    <a:pt x="3902070" y="95885"/>
                  </a:cubicBezTo>
                  <a:cubicBezTo>
                    <a:pt x="3903975" y="95885"/>
                    <a:pt x="3905880" y="95885"/>
                    <a:pt x="3908420" y="95250"/>
                  </a:cubicBezTo>
                  <a:cubicBezTo>
                    <a:pt x="3910325" y="94615"/>
                    <a:pt x="3912230" y="93980"/>
                    <a:pt x="3913500" y="93345"/>
                  </a:cubicBezTo>
                  <a:lnTo>
                    <a:pt x="3911595" y="106680"/>
                  </a:lnTo>
                  <a:cubicBezTo>
                    <a:pt x="3911595" y="106680"/>
                    <a:pt x="3907785" y="108585"/>
                    <a:pt x="3905245" y="109220"/>
                  </a:cubicBezTo>
                  <a:cubicBezTo>
                    <a:pt x="3902705" y="109855"/>
                    <a:pt x="3900165" y="110490"/>
                    <a:pt x="3896990" y="110490"/>
                  </a:cubicBezTo>
                  <a:cubicBezTo>
                    <a:pt x="3894450" y="110490"/>
                    <a:pt x="3891910" y="110490"/>
                    <a:pt x="3890005" y="109220"/>
                  </a:cubicBezTo>
                  <a:cubicBezTo>
                    <a:pt x="3888100" y="108585"/>
                    <a:pt x="3886195" y="107315"/>
                    <a:pt x="3884290" y="105410"/>
                  </a:cubicBezTo>
                  <a:cubicBezTo>
                    <a:pt x="3882385" y="103505"/>
                    <a:pt x="3881115" y="101600"/>
                    <a:pt x="3880480" y="99060"/>
                  </a:cubicBezTo>
                  <a:cubicBezTo>
                    <a:pt x="3879845" y="96520"/>
                    <a:pt x="3879210" y="93345"/>
                    <a:pt x="3879210" y="89535"/>
                  </a:cubicBezTo>
                  <a:lnTo>
                    <a:pt x="3879210" y="44450"/>
                  </a:lnTo>
                  <a:lnTo>
                    <a:pt x="3868415" y="44450"/>
                  </a:lnTo>
                  <a:lnTo>
                    <a:pt x="3868415" y="30480"/>
                  </a:lnTo>
                  <a:lnTo>
                    <a:pt x="3879210" y="30480"/>
                  </a:lnTo>
                  <a:lnTo>
                    <a:pt x="3879210" y="8255"/>
                  </a:lnTo>
                  <a:close/>
                  <a:moveTo>
                    <a:pt x="3664581" y="0"/>
                  </a:moveTo>
                  <a:lnTo>
                    <a:pt x="3664581" y="30480"/>
                  </a:lnTo>
                  <a:lnTo>
                    <a:pt x="3683631" y="30480"/>
                  </a:lnTo>
                  <a:lnTo>
                    <a:pt x="3683631" y="44450"/>
                  </a:lnTo>
                  <a:lnTo>
                    <a:pt x="3664581" y="44450"/>
                  </a:lnTo>
                  <a:lnTo>
                    <a:pt x="3664581" y="86995"/>
                  </a:lnTo>
                  <a:cubicBezTo>
                    <a:pt x="3664581" y="86995"/>
                    <a:pt x="3664581" y="90170"/>
                    <a:pt x="3664581" y="91440"/>
                  </a:cubicBezTo>
                  <a:cubicBezTo>
                    <a:pt x="3664581" y="92710"/>
                    <a:pt x="3665216" y="93345"/>
                    <a:pt x="3665851" y="94615"/>
                  </a:cubicBezTo>
                  <a:cubicBezTo>
                    <a:pt x="3666486" y="95250"/>
                    <a:pt x="3667121" y="95885"/>
                    <a:pt x="3668391" y="95885"/>
                  </a:cubicBezTo>
                  <a:cubicBezTo>
                    <a:pt x="3669661" y="95885"/>
                    <a:pt x="3670931" y="95885"/>
                    <a:pt x="3672201" y="95885"/>
                  </a:cubicBezTo>
                  <a:cubicBezTo>
                    <a:pt x="3674106" y="95885"/>
                    <a:pt x="3676011" y="95885"/>
                    <a:pt x="3678551" y="95250"/>
                  </a:cubicBezTo>
                  <a:cubicBezTo>
                    <a:pt x="3680456" y="94615"/>
                    <a:pt x="3682361" y="93980"/>
                    <a:pt x="3683631" y="93345"/>
                  </a:cubicBezTo>
                  <a:lnTo>
                    <a:pt x="3681726" y="106680"/>
                  </a:lnTo>
                  <a:cubicBezTo>
                    <a:pt x="3681726" y="106680"/>
                    <a:pt x="3677916" y="108585"/>
                    <a:pt x="3675376" y="109220"/>
                  </a:cubicBezTo>
                  <a:cubicBezTo>
                    <a:pt x="3672836" y="109855"/>
                    <a:pt x="3670296" y="110490"/>
                    <a:pt x="3667121" y="110490"/>
                  </a:cubicBezTo>
                  <a:cubicBezTo>
                    <a:pt x="3664581" y="110490"/>
                    <a:pt x="3662041" y="110490"/>
                    <a:pt x="3660136" y="109220"/>
                  </a:cubicBezTo>
                  <a:cubicBezTo>
                    <a:pt x="3658231" y="108585"/>
                    <a:pt x="3656326" y="107315"/>
                    <a:pt x="3654421" y="105410"/>
                  </a:cubicBezTo>
                  <a:cubicBezTo>
                    <a:pt x="3652516" y="103505"/>
                    <a:pt x="3651246" y="101600"/>
                    <a:pt x="3650611" y="99060"/>
                  </a:cubicBezTo>
                  <a:cubicBezTo>
                    <a:pt x="3649976" y="96520"/>
                    <a:pt x="3649341" y="93345"/>
                    <a:pt x="3649341" y="89535"/>
                  </a:cubicBezTo>
                  <a:lnTo>
                    <a:pt x="3649341" y="44450"/>
                  </a:lnTo>
                  <a:lnTo>
                    <a:pt x="3638546" y="44450"/>
                  </a:lnTo>
                  <a:lnTo>
                    <a:pt x="3638546" y="30480"/>
                  </a:lnTo>
                  <a:lnTo>
                    <a:pt x="3649341" y="30480"/>
                  </a:lnTo>
                  <a:lnTo>
                    <a:pt x="3649341" y="8255"/>
                  </a:lnTo>
                  <a:close/>
                  <a:moveTo>
                    <a:pt x="3610605" y="0"/>
                  </a:moveTo>
                  <a:lnTo>
                    <a:pt x="3610605" y="30480"/>
                  </a:lnTo>
                  <a:lnTo>
                    <a:pt x="3629655" y="30480"/>
                  </a:lnTo>
                  <a:lnTo>
                    <a:pt x="3629655" y="44450"/>
                  </a:lnTo>
                  <a:lnTo>
                    <a:pt x="3610605" y="44450"/>
                  </a:lnTo>
                  <a:lnTo>
                    <a:pt x="3610605" y="86995"/>
                  </a:lnTo>
                  <a:cubicBezTo>
                    <a:pt x="3610605" y="86995"/>
                    <a:pt x="3610605" y="90170"/>
                    <a:pt x="3610605" y="91440"/>
                  </a:cubicBezTo>
                  <a:cubicBezTo>
                    <a:pt x="3610605" y="92710"/>
                    <a:pt x="3611240" y="93345"/>
                    <a:pt x="3611875" y="94615"/>
                  </a:cubicBezTo>
                  <a:cubicBezTo>
                    <a:pt x="3612510" y="95250"/>
                    <a:pt x="3613145" y="95885"/>
                    <a:pt x="3614415" y="95885"/>
                  </a:cubicBezTo>
                  <a:cubicBezTo>
                    <a:pt x="3615685" y="95885"/>
                    <a:pt x="3616955" y="95885"/>
                    <a:pt x="3618225" y="95885"/>
                  </a:cubicBezTo>
                  <a:cubicBezTo>
                    <a:pt x="3620130" y="95885"/>
                    <a:pt x="3622035" y="95885"/>
                    <a:pt x="3624575" y="95250"/>
                  </a:cubicBezTo>
                  <a:cubicBezTo>
                    <a:pt x="3626480" y="94615"/>
                    <a:pt x="3628385" y="93980"/>
                    <a:pt x="3629655" y="93345"/>
                  </a:cubicBezTo>
                  <a:lnTo>
                    <a:pt x="3627750" y="106680"/>
                  </a:lnTo>
                  <a:cubicBezTo>
                    <a:pt x="3627750" y="106680"/>
                    <a:pt x="3623940" y="108585"/>
                    <a:pt x="3621400" y="109220"/>
                  </a:cubicBezTo>
                  <a:cubicBezTo>
                    <a:pt x="3618860" y="109855"/>
                    <a:pt x="3616320" y="110490"/>
                    <a:pt x="3613145" y="110490"/>
                  </a:cubicBezTo>
                  <a:cubicBezTo>
                    <a:pt x="3610605" y="110490"/>
                    <a:pt x="3608065" y="110490"/>
                    <a:pt x="3606160" y="109220"/>
                  </a:cubicBezTo>
                  <a:cubicBezTo>
                    <a:pt x="3604255" y="108585"/>
                    <a:pt x="3602350" y="107315"/>
                    <a:pt x="3600445" y="105410"/>
                  </a:cubicBezTo>
                  <a:cubicBezTo>
                    <a:pt x="3598540" y="103505"/>
                    <a:pt x="3597270" y="101600"/>
                    <a:pt x="3596635" y="99060"/>
                  </a:cubicBezTo>
                  <a:cubicBezTo>
                    <a:pt x="3596000" y="96520"/>
                    <a:pt x="3595365" y="93345"/>
                    <a:pt x="3595365" y="89535"/>
                  </a:cubicBezTo>
                  <a:lnTo>
                    <a:pt x="3595365" y="44450"/>
                  </a:lnTo>
                  <a:lnTo>
                    <a:pt x="3584570" y="44450"/>
                  </a:lnTo>
                  <a:lnTo>
                    <a:pt x="3584570" y="30480"/>
                  </a:lnTo>
                  <a:lnTo>
                    <a:pt x="3595365" y="30480"/>
                  </a:lnTo>
                  <a:lnTo>
                    <a:pt x="3595365" y="8255"/>
                  </a:lnTo>
                  <a:close/>
                  <a:moveTo>
                    <a:pt x="3445505" y="0"/>
                  </a:moveTo>
                  <a:lnTo>
                    <a:pt x="3445505" y="37465"/>
                  </a:lnTo>
                  <a:cubicBezTo>
                    <a:pt x="3445505" y="37465"/>
                    <a:pt x="3448680" y="34925"/>
                    <a:pt x="3449950" y="33655"/>
                  </a:cubicBezTo>
                  <a:cubicBezTo>
                    <a:pt x="3451220" y="33020"/>
                    <a:pt x="3452490" y="31750"/>
                    <a:pt x="3453760" y="31115"/>
                  </a:cubicBezTo>
                  <a:cubicBezTo>
                    <a:pt x="3455030" y="30480"/>
                    <a:pt x="3456935" y="29845"/>
                    <a:pt x="3458840" y="29210"/>
                  </a:cubicBezTo>
                  <a:cubicBezTo>
                    <a:pt x="3460745" y="29210"/>
                    <a:pt x="3463285" y="28575"/>
                    <a:pt x="3465825" y="28575"/>
                  </a:cubicBezTo>
                  <a:cubicBezTo>
                    <a:pt x="3470270" y="28575"/>
                    <a:pt x="3474080" y="29210"/>
                    <a:pt x="3477890" y="31115"/>
                  </a:cubicBezTo>
                  <a:cubicBezTo>
                    <a:pt x="3481700" y="32385"/>
                    <a:pt x="3484875" y="34925"/>
                    <a:pt x="3487415" y="38735"/>
                  </a:cubicBezTo>
                  <a:cubicBezTo>
                    <a:pt x="3489955" y="41910"/>
                    <a:pt x="3492495" y="46355"/>
                    <a:pt x="3493765" y="51435"/>
                  </a:cubicBezTo>
                  <a:cubicBezTo>
                    <a:pt x="3495035" y="56515"/>
                    <a:pt x="3496305" y="62865"/>
                    <a:pt x="3496305" y="70485"/>
                  </a:cubicBezTo>
                  <a:lnTo>
                    <a:pt x="3495670" y="71120"/>
                  </a:lnTo>
                  <a:cubicBezTo>
                    <a:pt x="3495670" y="77470"/>
                    <a:pt x="3495035" y="83820"/>
                    <a:pt x="3493130" y="88265"/>
                  </a:cubicBezTo>
                  <a:cubicBezTo>
                    <a:pt x="3491225" y="93345"/>
                    <a:pt x="3489320" y="97155"/>
                    <a:pt x="3486145" y="100330"/>
                  </a:cubicBezTo>
                  <a:cubicBezTo>
                    <a:pt x="3483605" y="103505"/>
                    <a:pt x="3479795" y="106045"/>
                    <a:pt x="3476620" y="107315"/>
                  </a:cubicBezTo>
                  <a:cubicBezTo>
                    <a:pt x="3472810" y="109220"/>
                    <a:pt x="3469000" y="109855"/>
                    <a:pt x="3465190" y="109855"/>
                  </a:cubicBezTo>
                  <a:cubicBezTo>
                    <a:pt x="3461380" y="109855"/>
                    <a:pt x="3457570" y="109220"/>
                    <a:pt x="3454395" y="107315"/>
                  </a:cubicBezTo>
                  <a:cubicBezTo>
                    <a:pt x="3450585" y="105410"/>
                    <a:pt x="3448045" y="103505"/>
                    <a:pt x="3445505" y="100965"/>
                  </a:cubicBezTo>
                  <a:lnTo>
                    <a:pt x="3445505" y="107950"/>
                  </a:lnTo>
                  <a:lnTo>
                    <a:pt x="3430265" y="107950"/>
                  </a:lnTo>
                  <a:lnTo>
                    <a:pt x="3430265" y="7620"/>
                  </a:lnTo>
                  <a:close/>
                  <a:moveTo>
                    <a:pt x="2380611" y="0"/>
                  </a:moveTo>
                  <a:lnTo>
                    <a:pt x="2380611" y="30480"/>
                  </a:lnTo>
                  <a:lnTo>
                    <a:pt x="2399661" y="30480"/>
                  </a:lnTo>
                  <a:lnTo>
                    <a:pt x="2399661" y="44450"/>
                  </a:lnTo>
                  <a:lnTo>
                    <a:pt x="2380611" y="44450"/>
                  </a:lnTo>
                  <a:lnTo>
                    <a:pt x="2380611" y="86995"/>
                  </a:lnTo>
                  <a:cubicBezTo>
                    <a:pt x="2380611" y="86995"/>
                    <a:pt x="2380611" y="90170"/>
                    <a:pt x="2380611" y="91440"/>
                  </a:cubicBezTo>
                  <a:cubicBezTo>
                    <a:pt x="2380611" y="92710"/>
                    <a:pt x="2381246" y="93345"/>
                    <a:pt x="2381881" y="94615"/>
                  </a:cubicBezTo>
                  <a:cubicBezTo>
                    <a:pt x="2382516" y="95250"/>
                    <a:pt x="2383151" y="95885"/>
                    <a:pt x="2384421" y="95885"/>
                  </a:cubicBezTo>
                  <a:cubicBezTo>
                    <a:pt x="2385691" y="95885"/>
                    <a:pt x="2386961" y="95885"/>
                    <a:pt x="2388231" y="95885"/>
                  </a:cubicBezTo>
                  <a:cubicBezTo>
                    <a:pt x="2390136" y="95885"/>
                    <a:pt x="2392041" y="95885"/>
                    <a:pt x="2394581" y="95250"/>
                  </a:cubicBezTo>
                  <a:cubicBezTo>
                    <a:pt x="2396486" y="94615"/>
                    <a:pt x="2398391" y="93980"/>
                    <a:pt x="2399661" y="93345"/>
                  </a:cubicBezTo>
                  <a:lnTo>
                    <a:pt x="2397756" y="106680"/>
                  </a:lnTo>
                  <a:cubicBezTo>
                    <a:pt x="2397756" y="106680"/>
                    <a:pt x="2393946" y="108585"/>
                    <a:pt x="2391406" y="109220"/>
                  </a:cubicBezTo>
                  <a:cubicBezTo>
                    <a:pt x="2388866" y="109855"/>
                    <a:pt x="2386326" y="110490"/>
                    <a:pt x="2383151" y="110490"/>
                  </a:cubicBezTo>
                  <a:cubicBezTo>
                    <a:pt x="2380611" y="110490"/>
                    <a:pt x="2378071" y="110490"/>
                    <a:pt x="2376166" y="109220"/>
                  </a:cubicBezTo>
                  <a:cubicBezTo>
                    <a:pt x="2374261" y="108585"/>
                    <a:pt x="2372356" y="107315"/>
                    <a:pt x="2370451" y="105410"/>
                  </a:cubicBezTo>
                  <a:cubicBezTo>
                    <a:pt x="2368546" y="103505"/>
                    <a:pt x="2367276" y="101600"/>
                    <a:pt x="2366641" y="99060"/>
                  </a:cubicBezTo>
                  <a:cubicBezTo>
                    <a:pt x="2366006" y="96520"/>
                    <a:pt x="2365371" y="93345"/>
                    <a:pt x="2365371" y="89535"/>
                  </a:cubicBezTo>
                  <a:lnTo>
                    <a:pt x="2365371" y="44450"/>
                  </a:lnTo>
                  <a:lnTo>
                    <a:pt x="2354576" y="44450"/>
                  </a:lnTo>
                  <a:lnTo>
                    <a:pt x="2354576" y="30480"/>
                  </a:lnTo>
                  <a:lnTo>
                    <a:pt x="2365371" y="30480"/>
                  </a:lnTo>
                  <a:lnTo>
                    <a:pt x="2365371" y="8255"/>
                  </a:lnTo>
                  <a:close/>
                  <a:moveTo>
                    <a:pt x="2150741" y="0"/>
                  </a:moveTo>
                  <a:lnTo>
                    <a:pt x="2150741" y="30480"/>
                  </a:lnTo>
                  <a:lnTo>
                    <a:pt x="2169791" y="30480"/>
                  </a:lnTo>
                  <a:lnTo>
                    <a:pt x="2169791" y="44450"/>
                  </a:lnTo>
                  <a:lnTo>
                    <a:pt x="2150741" y="44450"/>
                  </a:lnTo>
                  <a:lnTo>
                    <a:pt x="2150741" y="86995"/>
                  </a:lnTo>
                  <a:cubicBezTo>
                    <a:pt x="2150741" y="86995"/>
                    <a:pt x="2150741" y="90170"/>
                    <a:pt x="2150741" y="91440"/>
                  </a:cubicBezTo>
                  <a:cubicBezTo>
                    <a:pt x="2150741" y="92710"/>
                    <a:pt x="2151376" y="93345"/>
                    <a:pt x="2152011" y="94615"/>
                  </a:cubicBezTo>
                  <a:cubicBezTo>
                    <a:pt x="2152646" y="95250"/>
                    <a:pt x="2153281" y="95885"/>
                    <a:pt x="2154551" y="95885"/>
                  </a:cubicBezTo>
                  <a:cubicBezTo>
                    <a:pt x="2155821" y="95885"/>
                    <a:pt x="2157091" y="95885"/>
                    <a:pt x="2158361" y="95885"/>
                  </a:cubicBezTo>
                  <a:cubicBezTo>
                    <a:pt x="2160266" y="95885"/>
                    <a:pt x="2162171" y="95885"/>
                    <a:pt x="2164711" y="95250"/>
                  </a:cubicBezTo>
                  <a:cubicBezTo>
                    <a:pt x="2166616" y="94615"/>
                    <a:pt x="2168521" y="93980"/>
                    <a:pt x="2169791" y="93345"/>
                  </a:cubicBezTo>
                  <a:lnTo>
                    <a:pt x="2167886" y="106680"/>
                  </a:lnTo>
                  <a:cubicBezTo>
                    <a:pt x="2167886" y="106680"/>
                    <a:pt x="2164076" y="108585"/>
                    <a:pt x="2161536" y="109220"/>
                  </a:cubicBezTo>
                  <a:cubicBezTo>
                    <a:pt x="2158996" y="109855"/>
                    <a:pt x="2156456" y="110490"/>
                    <a:pt x="2153281" y="110490"/>
                  </a:cubicBezTo>
                  <a:cubicBezTo>
                    <a:pt x="2150741" y="110490"/>
                    <a:pt x="2148201" y="110490"/>
                    <a:pt x="2146296" y="109220"/>
                  </a:cubicBezTo>
                  <a:cubicBezTo>
                    <a:pt x="2144391" y="108585"/>
                    <a:pt x="2142486" y="107315"/>
                    <a:pt x="2140581" y="105410"/>
                  </a:cubicBezTo>
                  <a:cubicBezTo>
                    <a:pt x="2138676" y="103505"/>
                    <a:pt x="2137406" y="101600"/>
                    <a:pt x="2136771" y="99060"/>
                  </a:cubicBezTo>
                  <a:cubicBezTo>
                    <a:pt x="2136136" y="96520"/>
                    <a:pt x="2135501" y="93345"/>
                    <a:pt x="2135501" y="89535"/>
                  </a:cubicBezTo>
                  <a:lnTo>
                    <a:pt x="2135501" y="44450"/>
                  </a:lnTo>
                  <a:lnTo>
                    <a:pt x="2124706" y="44450"/>
                  </a:lnTo>
                  <a:lnTo>
                    <a:pt x="2124706" y="30480"/>
                  </a:lnTo>
                  <a:lnTo>
                    <a:pt x="2135501" y="30480"/>
                  </a:lnTo>
                  <a:lnTo>
                    <a:pt x="2135501" y="8255"/>
                  </a:lnTo>
                  <a:close/>
                  <a:moveTo>
                    <a:pt x="2096131" y="0"/>
                  </a:moveTo>
                  <a:lnTo>
                    <a:pt x="2096131" y="30480"/>
                  </a:lnTo>
                  <a:lnTo>
                    <a:pt x="2115181" y="30480"/>
                  </a:lnTo>
                  <a:lnTo>
                    <a:pt x="2115181" y="44450"/>
                  </a:lnTo>
                  <a:lnTo>
                    <a:pt x="2096131" y="44450"/>
                  </a:lnTo>
                  <a:lnTo>
                    <a:pt x="2096131" y="86995"/>
                  </a:lnTo>
                  <a:cubicBezTo>
                    <a:pt x="2096131" y="86995"/>
                    <a:pt x="2096131" y="90170"/>
                    <a:pt x="2096131" y="91440"/>
                  </a:cubicBezTo>
                  <a:cubicBezTo>
                    <a:pt x="2096131" y="92710"/>
                    <a:pt x="2096766" y="93345"/>
                    <a:pt x="2097401" y="94615"/>
                  </a:cubicBezTo>
                  <a:cubicBezTo>
                    <a:pt x="2098036" y="95250"/>
                    <a:pt x="2098671" y="95885"/>
                    <a:pt x="2099941" y="95885"/>
                  </a:cubicBezTo>
                  <a:cubicBezTo>
                    <a:pt x="2101211" y="95885"/>
                    <a:pt x="2102481" y="95885"/>
                    <a:pt x="2103751" y="95885"/>
                  </a:cubicBezTo>
                  <a:cubicBezTo>
                    <a:pt x="2105656" y="95885"/>
                    <a:pt x="2107561" y="95885"/>
                    <a:pt x="2110101" y="95250"/>
                  </a:cubicBezTo>
                  <a:cubicBezTo>
                    <a:pt x="2112006" y="94615"/>
                    <a:pt x="2113911" y="93980"/>
                    <a:pt x="2115181" y="93345"/>
                  </a:cubicBezTo>
                  <a:lnTo>
                    <a:pt x="2113276" y="106680"/>
                  </a:lnTo>
                  <a:cubicBezTo>
                    <a:pt x="2113276" y="106680"/>
                    <a:pt x="2109466" y="108585"/>
                    <a:pt x="2106926" y="109220"/>
                  </a:cubicBezTo>
                  <a:cubicBezTo>
                    <a:pt x="2104386" y="109855"/>
                    <a:pt x="2101846" y="110490"/>
                    <a:pt x="2098671" y="110490"/>
                  </a:cubicBezTo>
                  <a:cubicBezTo>
                    <a:pt x="2096131" y="110490"/>
                    <a:pt x="2093591" y="110490"/>
                    <a:pt x="2091686" y="109220"/>
                  </a:cubicBezTo>
                  <a:cubicBezTo>
                    <a:pt x="2089781" y="108585"/>
                    <a:pt x="2087876" y="107315"/>
                    <a:pt x="2085971" y="105410"/>
                  </a:cubicBezTo>
                  <a:cubicBezTo>
                    <a:pt x="2084066" y="103505"/>
                    <a:pt x="2082796" y="101600"/>
                    <a:pt x="2082161" y="99060"/>
                  </a:cubicBezTo>
                  <a:cubicBezTo>
                    <a:pt x="2081526" y="96520"/>
                    <a:pt x="2080891" y="93345"/>
                    <a:pt x="2080891" y="89535"/>
                  </a:cubicBezTo>
                  <a:lnTo>
                    <a:pt x="2080891" y="44450"/>
                  </a:lnTo>
                  <a:lnTo>
                    <a:pt x="2070096" y="44450"/>
                  </a:lnTo>
                  <a:lnTo>
                    <a:pt x="2070096" y="30480"/>
                  </a:lnTo>
                  <a:lnTo>
                    <a:pt x="2080891" y="30480"/>
                  </a:lnTo>
                  <a:lnTo>
                    <a:pt x="2080891" y="8255"/>
                  </a:lnTo>
                  <a:close/>
                  <a:moveTo>
                    <a:pt x="1931665" y="0"/>
                  </a:moveTo>
                  <a:lnTo>
                    <a:pt x="1931665" y="37465"/>
                  </a:lnTo>
                  <a:cubicBezTo>
                    <a:pt x="1931665" y="37465"/>
                    <a:pt x="1934840" y="34925"/>
                    <a:pt x="1936110" y="33655"/>
                  </a:cubicBezTo>
                  <a:cubicBezTo>
                    <a:pt x="1937380" y="33020"/>
                    <a:pt x="1938650" y="31750"/>
                    <a:pt x="1939920" y="31115"/>
                  </a:cubicBezTo>
                  <a:cubicBezTo>
                    <a:pt x="1941190" y="30480"/>
                    <a:pt x="1943095" y="29845"/>
                    <a:pt x="1945000" y="29210"/>
                  </a:cubicBezTo>
                  <a:cubicBezTo>
                    <a:pt x="1946905" y="29210"/>
                    <a:pt x="1949445" y="28575"/>
                    <a:pt x="1951985" y="28575"/>
                  </a:cubicBezTo>
                  <a:cubicBezTo>
                    <a:pt x="1956430" y="28575"/>
                    <a:pt x="1960240" y="29210"/>
                    <a:pt x="1964050" y="31115"/>
                  </a:cubicBezTo>
                  <a:cubicBezTo>
                    <a:pt x="1967860" y="32385"/>
                    <a:pt x="1971035" y="34925"/>
                    <a:pt x="1973575" y="38735"/>
                  </a:cubicBezTo>
                  <a:cubicBezTo>
                    <a:pt x="1976115" y="41910"/>
                    <a:pt x="1978655" y="46355"/>
                    <a:pt x="1979925" y="51435"/>
                  </a:cubicBezTo>
                  <a:cubicBezTo>
                    <a:pt x="1981195" y="56515"/>
                    <a:pt x="1982465" y="62865"/>
                    <a:pt x="1982465" y="70485"/>
                  </a:cubicBezTo>
                  <a:lnTo>
                    <a:pt x="1981830" y="71120"/>
                  </a:lnTo>
                  <a:cubicBezTo>
                    <a:pt x="1981830" y="77470"/>
                    <a:pt x="1981195" y="83820"/>
                    <a:pt x="1979290" y="88265"/>
                  </a:cubicBezTo>
                  <a:cubicBezTo>
                    <a:pt x="1977385" y="93345"/>
                    <a:pt x="1975480" y="97155"/>
                    <a:pt x="1972305" y="100330"/>
                  </a:cubicBezTo>
                  <a:cubicBezTo>
                    <a:pt x="1969765" y="103505"/>
                    <a:pt x="1965955" y="106045"/>
                    <a:pt x="1962780" y="107315"/>
                  </a:cubicBezTo>
                  <a:cubicBezTo>
                    <a:pt x="1958970" y="109220"/>
                    <a:pt x="1955160" y="109855"/>
                    <a:pt x="1951350" y="109855"/>
                  </a:cubicBezTo>
                  <a:cubicBezTo>
                    <a:pt x="1947540" y="109855"/>
                    <a:pt x="1943730" y="109220"/>
                    <a:pt x="1940555" y="107315"/>
                  </a:cubicBezTo>
                  <a:cubicBezTo>
                    <a:pt x="1936745" y="105410"/>
                    <a:pt x="1934205" y="103505"/>
                    <a:pt x="1931665" y="100965"/>
                  </a:cubicBezTo>
                  <a:lnTo>
                    <a:pt x="1931665" y="107950"/>
                  </a:lnTo>
                  <a:lnTo>
                    <a:pt x="1916425" y="107950"/>
                  </a:lnTo>
                  <a:lnTo>
                    <a:pt x="1916425" y="7620"/>
                  </a:lnTo>
                  <a:close/>
                  <a:moveTo>
                    <a:pt x="1316991" y="0"/>
                  </a:moveTo>
                  <a:lnTo>
                    <a:pt x="1316991" y="30480"/>
                  </a:lnTo>
                  <a:lnTo>
                    <a:pt x="1336041" y="30480"/>
                  </a:lnTo>
                  <a:lnTo>
                    <a:pt x="1336041" y="44450"/>
                  </a:lnTo>
                  <a:lnTo>
                    <a:pt x="1316991" y="44450"/>
                  </a:lnTo>
                  <a:lnTo>
                    <a:pt x="1316991" y="86995"/>
                  </a:lnTo>
                  <a:cubicBezTo>
                    <a:pt x="1316991" y="86995"/>
                    <a:pt x="1316991" y="90170"/>
                    <a:pt x="1316991" y="91440"/>
                  </a:cubicBezTo>
                  <a:cubicBezTo>
                    <a:pt x="1316991" y="92710"/>
                    <a:pt x="1317627" y="93345"/>
                    <a:pt x="1318261" y="94615"/>
                  </a:cubicBezTo>
                  <a:cubicBezTo>
                    <a:pt x="1318896" y="95250"/>
                    <a:pt x="1319531" y="95885"/>
                    <a:pt x="1320801" y="95885"/>
                  </a:cubicBezTo>
                  <a:cubicBezTo>
                    <a:pt x="1322072" y="95885"/>
                    <a:pt x="1323341" y="95885"/>
                    <a:pt x="1324611" y="95885"/>
                  </a:cubicBezTo>
                  <a:cubicBezTo>
                    <a:pt x="1326516" y="95885"/>
                    <a:pt x="1328422" y="95885"/>
                    <a:pt x="1330961" y="95250"/>
                  </a:cubicBezTo>
                  <a:cubicBezTo>
                    <a:pt x="1332867" y="94615"/>
                    <a:pt x="1334772" y="93980"/>
                    <a:pt x="1336041" y="93345"/>
                  </a:cubicBezTo>
                  <a:lnTo>
                    <a:pt x="1334136" y="106680"/>
                  </a:lnTo>
                  <a:cubicBezTo>
                    <a:pt x="1334136" y="106680"/>
                    <a:pt x="1330326" y="108585"/>
                    <a:pt x="1327786" y="109220"/>
                  </a:cubicBezTo>
                  <a:cubicBezTo>
                    <a:pt x="1325246" y="109855"/>
                    <a:pt x="1322706" y="110490"/>
                    <a:pt x="1319531" y="110490"/>
                  </a:cubicBezTo>
                  <a:cubicBezTo>
                    <a:pt x="1316991" y="110490"/>
                    <a:pt x="1314451" y="110490"/>
                    <a:pt x="1312546" y="109220"/>
                  </a:cubicBezTo>
                  <a:cubicBezTo>
                    <a:pt x="1310641" y="108585"/>
                    <a:pt x="1308736" y="107315"/>
                    <a:pt x="1306831" y="105410"/>
                  </a:cubicBezTo>
                  <a:cubicBezTo>
                    <a:pt x="1304926" y="103505"/>
                    <a:pt x="1303656" y="101600"/>
                    <a:pt x="1303021" y="99060"/>
                  </a:cubicBezTo>
                  <a:cubicBezTo>
                    <a:pt x="1302386" y="96520"/>
                    <a:pt x="1301751" y="93345"/>
                    <a:pt x="1301751" y="89535"/>
                  </a:cubicBezTo>
                  <a:lnTo>
                    <a:pt x="1301751" y="44450"/>
                  </a:lnTo>
                  <a:lnTo>
                    <a:pt x="1290956" y="44450"/>
                  </a:lnTo>
                  <a:lnTo>
                    <a:pt x="1290956" y="30480"/>
                  </a:lnTo>
                  <a:lnTo>
                    <a:pt x="1301751" y="30480"/>
                  </a:lnTo>
                  <a:lnTo>
                    <a:pt x="1301751" y="8255"/>
                  </a:lnTo>
                  <a:close/>
                  <a:moveTo>
                    <a:pt x="751206" y="0"/>
                  </a:moveTo>
                  <a:lnTo>
                    <a:pt x="751206" y="30480"/>
                  </a:lnTo>
                  <a:lnTo>
                    <a:pt x="770256" y="30480"/>
                  </a:lnTo>
                  <a:lnTo>
                    <a:pt x="770256" y="44450"/>
                  </a:lnTo>
                  <a:lnTo>
                    <a:pt x="751206" y="44450"/>
                  </a:lnTo>
                  <a:lnTo>
                    <a:pt x="751206" y="86995"/>
                  </a:lnTo>
                  <a:cubicBezTo>
                    <a:pt x="751206" y="86995"/>
                    <a:pt x="751206" y="90170"/>
                    <a:pt x="751206" y="91440"/>
                  </a:cubicBezTo>
                  <a:cubicBezTo>
                    <a:pt x="751206" y="92710"/>
                    <a:pt x="751841" y="93345"/>
                    <a:pt x="752476" y="94615"/>
                  </a:cubicBezTo>
                  <a:cubicBezTo>
                    <a:pt x="753111" y="95250"/>
                    <a:pt x="753746" y="95885"/>
                    <a:pt x="755016" y="95885"/>
                  </a:cubicBezTo>
                  <a:cubicBezTo>
                    <a:pt x="756286" y="95885"/>
                    <a:pt x="757556" y="95885"/>
                    <a:pt x="758826" y="95885"/>
                  </a:cubicBezTo>
                  <a:cubicBezTo>
                    <a:pt x="760731" y="95885"/>
                    <a:pt x="762636" y="95885"/>
                    <a:pt x="765176" y="95250"/>
                  </a:cubicBezTo>
                  <a:cubicBezTo>
                    <a:pt x="767081" y="94615"/>
                    <a:pt x="768986" y="93980"/>
                    <a:pt x="770256" y="93345"/>
                  </a:cubicBezTo>
                  <a:lnTo>
                    <a:pt x="768351" y="106680"/>
                  </a:lnTo>
                  <a:cubicBezTo>
                    <a:pt x="768351" y="106680"/>
                    <a:pt x="764541" y="108585"/>
                    <a:pt x="762001" y="109220"/>
                  </a:cubicBezTo>
                  <a:cubicBezTo>
                    <a:pt x="759461" y="109855"/>
                    <a:pt x="756921" y="110490"/>
                    <a:pt x="753746" y="110490"/>
                  </a:cubicBezTo>
                  <a:cubicBezTo>
                    <a:pt x="751206" y="110490"/>
                    <a:pt x="748666" y="110490"/>
                    <a:pt x="746761" y="109220"/>
                  </a:cubicBezTo>
                  <a:cubicBezTo>
                    <a:pt x="744856" y="108585"/>
                    <a:pt x="742951" y="107315"/>
                    <a:pt x="741045" y="105410"/>
                  </a:cubicBezTo>
                  <a:cubicBezTo>
                    <a:pt x="739141" y="103505"/>
                    <a:pt x="737871" y="101600"/>
                    <a:pt x="737236" y="99060"/>
                  </a:cubicBezTo>
                  <a:cubicBezTo>
                    <a:pt x="736600" y="96520"/>
                    <a:pt x="735966" y="93345"/>
                    <a:pt x="735966" y="89535"/>
                  </a:cubicBezTo>
                  <a:lnTo>
                    <a:pt x="735966" y="44450"/>
                  </a:lnTo>
                  <a:lnTo>
                    <a:pt x="725171" y="44450"/>
                  </a:lnTo>
                  <a:lnTo>
                    <a:pt x="725171" y="30480"/>
                  </a:lnTo>
                  <a:lnTo>
                    <a:pt x="735966" y="30480"/>
                  </a:lnTo>
                  <a:lnTo>
                    <a:pt x="735966" y="8255"/>
                  </a:lnTo>
                  <a:close/>
                  <a:moveTo>
                    <a:pt x="521335" y="0"/>
                  </a:moveTo>
                  <a:lnTo>
                    <a:pt x="521335" y="30480"/>
                  </a:lnTo>
                  <a:lnTo>
                    <a:pt x="540385" y="30480"/>
                  </a:lnTo>
                  <a:lnTo>
                    <a:pt x="540385" y="44450"/>
                  </a:lnTo>
                  <a:lnTo>
                    <a:pt x="521335" y="44450"/>
                  </a:lnTo>
                  <a:lnTo>
                    <a:pt x="521335" y="86995"/>
                  </a:lnTo>
                  <a:cubicBezTo>
                    <a:pt x="521335" y="86995"/>
                    <a:pt x="521335" y="90170"/>
                    <a:pt x="521335" y="91440"/>
                  </a:cubicBezTo>
                  <a:cubicBezTo>
                    <a:pt x="521335" y="92710"/>
                    <a:pt x="521970" y="93345"/>
                    <a:pt x="522605" y="94615"/>
                  </a:cubicBezTo>
                  <a:cubicBezTo>
                    <a:pt x="523240" y="95250"/>
                    <a:pt x="523875" y="95885"/>
                    <a:pt x="525145" y="95885"/>
                  </a:cubicBezTo>
                  <a:cubicBezTo>
                    <a:pt x="526415" y="95885"/>
                    <a:pt x="527685" y="95885"/>
                    <a:pt x="528955" y="95885"/>
                  </a:cubicBezTo>
                  <a:cubicBezTo>
                    <a:pt x="530860" y="95885"/>
                    <a:pt x="532765" y="95885"/>
                    <a:pt x="535305" y="95250"/>
                  </a:cubicBezTo>
                  <a:cubicBezTo>
                    <a:pt x="537210" y="94615"/>
                    <a:pt x="539115" y="93980"/>
                    <a:pt x="540385" y="93345"/>
                  </a:cubicBezTo>
                  <a:lnTo>
                    <a:pt x="538480" y="106680"/>
                  </a:lnTo>
                  <a:cubicBezTo>
                    <a:pt x="538480" y="106680"/>
                    <a:pt x="534670" y="108585"/>
                    <a:pt x="532130" y="109220"/>
                  </a:cubicBezTo>
                  <a:cubicBezTo>
                    <a:pt x="529590" y="109855"/>
                    <a:pt x="527050" y="110490"/>
                    <a:pt x="523875" y="110490"/>
                  </a:cubicBezTo>
                  <a:cubicBezTo>
                    <a:pt x="521335" y="110490"/>
                    <a:pt x="518795" y="110490"/>
                    <a:pt x="516890" y="109220"/>
                  </a:cubicBezTo>
                  <a:cubicBezTo>
                    <a:pt x="514985" y="108585"/>
                    <a:pt x="513080" y="107315"/>
                    <a:pt x="511175" y="105410"/>
                  </a:cubicBezTo>
                  <a:cubicBezTo>
                    <a:pt x="509270" y="103505"/>
                    <a:pt x="508000" y="101600"/>
                    <a:pt x="507365" y="99060"/>
                  </a:cubicBezTo>
                  <a:cubicBezTo>
                    <a:pt x="506730" y="96520"/>
                    <a:pt x="506095" y="93345"/>
                    <a:pt x="506095" y="89535"/>
                  </a:cubicBezTo>
                  <a:lnTo>
                    <a:pt x="506095" y="44450"/>
                  </a:lnTo>
                  <a:lnTo>
                    <a:pt x="495300" y="44450"/>
                  </a:lnTo>
                  <a:lnTo>
                    <a:pt x="495300" y="30480"/>
                  </a:lnTo>
                  <a:lnTo>
                    <a:pt x="506095" y="30480"/>
                  </a:lnTo>
                  <a:lnTo>
                    <a:pt x="506095" y="8255"/>
                  </a:lnTo>
                  <a:close/>
                  <a:moveTo>
                    <a:pt x="466724" y="0"/>
                  </a:moveTo>
                  <a:lnTo>
                    <a:pt x="466724" y="30480"/>
                  </a:lnTo>
                  <a:lnTo>
                    <a:pt x="485774" y="30480"/>
                  </a:lnTo>
                  <a:lnTo>
                    <a:pt x="485774" y="44450"/>
                  </a:lnTo>
                  <a:lnTo>
                    <a:pt x="466724" y="44450"/>
                  </a:lnTo>
                  <a:lnTo>
                    <a:pt x="466724" y="86995"/>
                  </a:lnTo>
                  <a:cubicBezTo>
                    <a:pt x="466724" y="86995"/>
                    <a:pt x="466724" y="90170"/>
                    <a:pt x="466724" y="91440"/>
                  </a:cubicBezTo>
                  <a:cubicBezTo>
                    <a:pt x="466724" y="92710"/>
                    <a:pt x="467359" y="93345"/>
                    <a:pt x="467994" y="94615"/>
                  </a:cubicBezTo>
                  <a:cubicBezTo>
                    <a:pt x="468629" y="95250"/>
                    <a:pt x="469264" y="95885"/>
                    <a:pt x="470534" y="95885"/>
                  </a:cubicBezTo>
                  <a:cubicBezTo>
                    <a:pt x="471804" y="95885"/>
                    <a:pt x="473074" y="95885"/>
                    <a:pt x="474344" y="95885"/>
                  </a:cubicBezTo>
                  <a:cubicBezTo>
                    <a:pt x="476249" y="95885"/>
                    <a:pt x="478154" y="95885"/>
                    <a:pt x="480694" y="95250"/>
                  </a:cubicBezTo>
                  <a:cubicBezTo>
                    <a:pt x="482599" y="94615"/>
                    <a:pt x="484504" y="93980"/>
                    <a:pt x="485774" y="93345"/>
                  </a:cubicBezTo>
                  <a:lnTo>
                    <a:pt x="483869" y="106680"/>
                  </a:lnTo>
                  <a:cubicBezTo>
                    <a:pt x="483869" y="106680"/>
                    <a:pt x="480059" y="108585"/>
                    <a:pt x="477519" y="109220"/>
                  </a:cubicBezTo>
                  <a:cubicBezTo>
                    <a:pt x="474979" y="109855"/>
                    <a:pt x="472439" y="110490"/>
                    <a:pt x="469264" y="110490"/>
                  </a:cubicBezTo>
                  <a:cubicBezTo>
                    <a:pt x="466724" y="110490"/>
                    <a:pt x="464184" y="110490"/>
                    <a:pt x="462279" y="109220"/>
                  </a:cubicBezTo>
                  <a:cubicBezTo>
                    <a:pt x="460374" y="108585"/>
                    <a:pt x="458469" y="107315"/>
                    <a:pt x="456564" y="105410"/>
                  </a:cubicBezTo>
                  <a:cubicBezTo>
                    <a:pt x="454659" y="103505"/>
                    <a:pt x="453389" y="101600"/>
                    <a:pt x="452754" y="99060"/>
                  </a:cubicBezTo>
                  <a:cubicBezTo>
                    <a:pt x="452119" y="96520"/>
                    <a:pt x="451484" y="93345"/>
                    <a:pt x="451484" y="89535"/>
                  </a:cubicBezTo>
                  <a:lnTo>
                    <a:pt x="451484" y="44450"/>
                  </a:lnTo>
                  <a:lnTo>
                    <a:pt x="440689" y="44450"/>
                  </a:lnTo>
                  <a:lnTo>
                    <a:pt x="440689" y="30480"/>
                  </a:lnTo>
                  <a:lnTo>
                    <a:pt x="451484" y="30480"/>
                  </a:lnTo>
                  <a:lnTo>
                    <a:pt x="451484" y="8255"/>
                  </a:lnTo>
                  <a:close/>
                  <a:moveTo>
                    <a:pt x="302259" y="0"/>
                  </a:moveTo>
                  <a:lnTo>
                    <a:pt x="302259" y="37465"/>
                  </a:lnTo>
                  <a:cubicBezTo>
                    <a:pt x="302259" y="37465"/>
                    <a:pt x="305434" y="34925"/>
                    <a:pt x="306704" y="33655"/>
                  </a:cubicBezTo>
                  <a:cubicBezTo>
                    <a:pt x="307974" y="33020"/>
                    <a:pt x="309244" y="31750"/>
                    <a:pt x="310514" y="31115"/>
                  </a:cubicBezTo>
                  <a:cubicBezTo>
                    <a:pt x="311784" y="30480"/>
                    <a:pt x="313689" y="29845"/>
                    <a:pt x="315594" y="29210"/>
                  </a:cubicBezTo>
                  <a:cubicBezTo>
                    <a:pt x="317499" y="29210"/>
                    <a:pt x="320039" y="28575"/>
                    <a:pt x="322579" y="28575"/>
                  </a:cubicBezTo>
                  <a:cubicBezTo>
                    <a:pt x="327024" y="28575"/>
                    <a:pt x="330834" y="29210"/>
                    <a:pt x="334644" y="31115"/>
                  </a:cubicBezTo>
                  <a:cubicBezTo>
                    <a:pt x="338454" y="32385"/>
                    <a:pt x="341629" y="34925"/>
                    <a:pt x="344169" y="38735"/>
                  </a:cubicBezTo>
                  <a:cubicBezTo>
                    <a:pt x="346709" y="41910"/>
                    <a:pt x="349249" y="46355"/>
                    <a:pt x="350519" y="51435"/>
                  </a:cubicBezTo>
                  <a:cubicBezTo>
                    <a:pt x="351789" y="56515"/>
                    <a:pt x="353059" y="62865"/>
                    <a:pt x="353059" y="70485"/>
                  </a:cubicBezTo>
                  <a:lnTo>
                    <a:pt x="352424" y="71120"/>
                  </a:lnTo>
                  <a:cubicBezTo>
                    <a:pt x="352424" y="77470"/>
                    <a:pt x="351789" y="83820"/>
                    <a:pt x="349884" y="88265"/>
                  </a:cubicBezTo>
                  <a:cubicBezTo>
                    <a:pt x="347979" y="93345"/>
                    <a:pt x="346074" y="97155"/>
                    <a:pt x="342899" y="100330"/>
                  </a:cubicBezTo>
                  <a:cubicBezTo>
                    <a:pt x="340359" y="103505"/>
                    <a:pt x="336549" y="106045"/>
                    <a:pt x="333374" y="107315"/>
                  </a:cubicBezTo>
                  <a:cubicBezTo>
                    <a:pt x="329564" y="109220"/>
                    <a:pt x="325754" y="109855"/>
                    <a:pt x="321944" y="109855"/>
                  </a:cubicBezTo>
                  <a:cubicBezTo>
                    <a:pt x="318134" y="109855"/>
                    <a:pt x="314324" y="109220"/>
                    <a:pt x="311149" y="107315"/>
                  </a:cubicBezTo>
                  <a:cubicBezTo>
                    <a:pt x="307339" y="105410"/>
                    <a:pt x="304799" y="103505"/>
                    <a:pt x="302259" y="100965"/>
                  </a:cubicBezTo>
                  <a:lnTo>
                    <a:pt x="302259" y="107950"/>
                  </a:lnTo>
                  <a:lnTo>
                    <a:pt x="287019" y="107950"/>
                  </a:lnTo>
                  <a:lnTo>
                    <a:pt x="287019" y="7620"/>
                  </a:lnTo>
                  <a:close/>
                </a:path>
              </a:pathLst>
            </a:custGeom>
            <a:solidFill>
              <a:srgbClr val="FFFFFF"/>
            </a:solidFill>
            <a:ln w="63500" cap="flat">
              <a:noFill/>
              <a:prstDash val="solid"/>
              <a:miter/>
            </a:ln>
          </p:spPr>
          <p:txBody>
            <a:bodyPr rtlCol="0" anchor="ctr"/>
            <a:lstStyle/>
            <a:p>
              <a:endParaRPr lang="en-US"/>
            </a:p>
          </p:txBody>
        </p:sp>
      </p:grpSp>
      <p:sp>
        <p:nvSpPr>
          <p:cNvPr id="28" name="Subtitle 2">
            <a:extLst>
              <a:ext uri="{FF2B5EF4-FFF2-40B4-BE49-F238E27FC236}">
                <a16:creationId xmlns:a16="http://schemas.microsoft.com/office/drawing/2014/main" id="{632E76BF-46D5-8E94-88AA-4783DD302E89}"/>
              </a:ext>
            </a:extLst>
          </p:cNvPr>
          <p:cNvSpPr>
            <a:spLocks noGrp="1"/>
          </p:cNvSpPr>
          <p:nvPr>
            <p:ph type="subTitle" idx="1" hasCustomPrompt="1"/>
          </p:nvPr>
        </p:nvSpPr>
        <p:spPr>
          <a:xfrm>
            <a:off x="889762" y="4436485"/>
            <a:ext cx="4907628" cy="511939"/>
          </a:xfrm>
        </p:spPr>
        <p:txBody>
          <a:bodyPr wrap="square">
            <a:noAutofit/>
          </a:bodyPr>
          <a:lstStyle>
            <a:lvl1pPr marL="0" indent="0" algn="l">
              <a:buNone/>
              <a:defRPr lang="en-GB" sz="1600" kern="1200" dirty="0">
                <a:solidFill>
                  <a:schemeClr val="bg1"/>
                </a:solidFill>
                <a:latin typeface="EYInterstate Regular" panose="02000503020000020004" pitchFamily="2" charset="0"/>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29" name="Title 4">
            <a:extLst>
              <a:ext uri="{FF2B5EF4-FFF2-40B4-BE49-F238E27FC236}">
                <a16:creationId xmlns:a16="http://schemas.microsoft.com/office/drawing/2014/main" id="{1F7B1FDC-B90E-6693-A750-B9BA4B535E8A}"/>
              </a:ext>
            </a:extLst>
          </p:cNvPr>
          <p:cNvSpPr>
            <a:spLocks noGrp="1"/>
          </p:cNvSpPr>
          <p:nvPr>
            <p:ph type="title"/>
          </p:nvPr>
        </p:nvSpPr>
        <p:spPr>
          <a:xfrm>
            <a:off x="889762" y="2698751"/>
            <a:ext cx="4906009" cy="1654043"/>
          </a:xfrm>
        </p:spPr>
        <p:txBody>
          <a:bodyPr anchor="t">
            <a:noAutofit/>
          </a:bodyPr>
          <a:lstStyle>
            <a:lvl1pPr>
              <a:defRPr sz="4200" b="1" i="0">
                <a:solidFill>
                  <a:schemeClr val="bg1"/>
                </a:solidFill>
                <a:latin typeface="EYInterstate Regular" panose="02000503020000020004" pitchFamily="2" charset="0"/>
              </a:defRPr>
            </a:lvl1pPr>
          </a:lstStyle>
          <a:p>
            <a:r>
              <a:rPr lang="en-GB"/>
              <a:t>Click to edit Master title style</a:t>
            </a:r>
            <a:endParaRPr lang="en-US"/>
          </a:p>
        </p:txBody>
      </p:sp>
      <p:sp>
        <p:nvSpPr>
          <p:cNvPr id="30" name="Text Placeholder 288">
            <a:extLst>
              <a:ext uri="{FF2B5EF4-FFF2-40B4-BE49-F238E27FC236}">
                <a16:creationId xmlns:a16="http://schemas.microsoft.com/office/drawing/2014/main" id="{1673B89D-F206-B9D2-CDB7-BDE045C7447F}"/>
              </a:ext>
            </a:extLst>
          </p:cNvPr>
          <p:cNvSpPr>
            <a:spLocks noGrp="1"/>
          </p:cNvSpPr>
          <p:nvPr>
            <p:ph type="body" sz="quarter" idx="10"/>
          </p:nvPr>
        </p:nvSpPr>
        <p:spPr>
          <a:xfrm>
            <a:off x="889762" y="5047485"/>
            <a:ext cx="4906010" cy="246221"/>
          </a:xfrm>
        </p:spPr>
        <p:txBody>
          <a:bodyPr wrap="square">
            <a:spAutoFit/>
          </a:bodyPr>
          <a:lstStyle>
            <a:lvl1pPr marL="0" indent="0">
              <a:buNone/>
              <a:defRPr sz="1600" b="1">
                <a:latin typeface="EYInterstate Regular" panose="02000503020000020004" pitchFamily="2" charset="0"/>
              </a:defRPr>
            </a:lvl1pPr>
            <a:lvl2pPr marL="252000" indent="0">
              <a:buNone/>
              <a:defRPr sz="1600" b="1">
                <a:latin typeface="+mj-lt"/>
              </a:defRPr>
            </a:lvl2pPr>
            <a:lvl3pPr marL="504000" indent="0">
              <a:buNone/>
              <a:defRPr sz="1600" b="1">
                <a:latin typeface="+mj-lt"/>
              </a:defRPr>
            </a:lvl3pPr>
            <a:lvl4pPr marL="756000" indent="0">
              <a:buNone/>
              <a:defRPr sz="1600" b="1">
                <a:latin typeface="+mj-lt"/>
              </a:defRPr>
            </a:lvl4pPr>
            <a:lvl5pPr marL="1008000" indent="0">
              <a:buNone/>
              <a:defRPr sz="1600" b="1">
                <a:latin typeface="+mj-lt"/>
              </a:defRPr>
            </a:lvl5pPr>
          </a:lstStyle>
          <a:p>
            <a:pPr lvl="0"/>
            <a:r>
              <a:rPr lang="en-GB"/>
              <a:t>Click to edit Master text styles</a:t>
            </a:r>
          </a:p>
        </p:txBody>
      </p:sp>
      <p:grpSp>
        <p:nvGrpSpPr>
          <p:cNvPr id="2" name="Group 1">
            <a:extLst>
              <a:ext uri="{FF2B5EF4-FFF2-40B4-BE49-F238E27FC236}">
                <a16:creationId xmlns:a16="http://schemas.microsoft.com/office/drawing/2014/main" id="{51D43938-5757-1C8A-B3BA-59EC353FB68E}"/>
              </a:ext>
            </a:extLst>
          </p:cNvPr>
          <p:cNvGrpSpPr/>
          <p:nvPr userDrawn="1"/>
        </p:nvGrpSpPr>
        <p:grpSpPr>
          <a:xfrm>
            <a:off x="485774" y="1291008"/>
            <a:ext cx="5706110" cy="4360545"/>
            <a:chOff x="485774" y="1291008"/>
            <a:chExt cx="5706110" cy="4360545"/>
          </a:xfrm>
        </p:grpSpPr>
        <p:sp>
          <p:nvSpPr>
            <p:cNvPr id="26" name="Freeform 25">
              <a:extLst>
                <a:ext uri="{FF2B5EF4-FFF2-40B4-BE49-F238E27FC236}">
                  <a16:creationId xmlns:a16="http://schemas.microsoft.com/office/drawing/2014/main" id="{F7E50E80-DFF0-E065-898F-1AFD970459B6}"/>
                </a:ext>
              </a:extLst>
            </p:cNvPr>
            <p:cNvSpPr/>
            <p:nvPr userDrawn="1"/>
          </p:nvSpPr>
          <p:spPr>
            <a:xfrm>
              <a:off x="485774" y="5549953"/>
              <a:ext cx="508000" cy="101600"/>
            </a:xfrm>
            <a:custGeom>
              <a:avLst/>
              <a:gdLst>
                <a:gd name="connsiteX0" fmla="*/ 406400 w 508000"/>
                <a:gd name="connsiteY0" fmla="*/ 0 h 101600"/>
                <a:gd name="connsiteX1" fmla="*/ 508000 w 508000"/>
                <a:gd name="connsiteY1" fmla="*/ 0 h 101600"/>
                <a:gd name="connsiteX2" fmla="*/ 508000 w 508000"/>
                <a:gd name="connsiteY2" fmla="*/ 101600 h 101600"/>
                <a:gd name="connsiteX3" fmla="*/ 406400 w 508000"/>
                <a:gd name="connsiteY3" fmla="*/ 101600 h 101600"/>
                <a:gd name="connsiteX4" fmla="*/ 203200 w 508000"/>
                <a:gd name="connsiteY4" fmla="*/ 0 h 101600"/>
                <a:gd name="connsiteX5" fmla="*/ 304800 w 508000"/>
                <a:gd name="connsiteY5" fmla="*/ 0 h 101600"/>
                <a:gd name="connsiteX6" fmla="*/ 304800 w 508000"/>
                <a:gd name="connsiteY6" fmla="*/ 101600 h 101600"/>
                <a:gd name="connsiteX7" fmla="*/ 203200 w 508000"/>
                <a:gd name="connsiteY7" fmla="*/ 101600 h 101600"/>
                <a:gd name="connsiteX8" fmla="*/ 0 w 508000"/>
                <a:gd name="connsiteY8" fmla="*/ 0 h 101600"/>
                <a:gd name="connsiteX9" fmla="*/ 101600 w 508000"/>
                <a:gd name="connsiteY9" fmla="*/ 0 h 101600"/>
                <a:gd name="connsiteX10" fmla="*/ 101600 w 508000"/>
                <a:gd name="connsiteY10" fmla="*/ 101600 h 101600"/>
                <a:gd name="connsiteX11" fmla="*/ 0 w 508000"/>
                <a:gd name="connsiteY11" fmla="*/ 101600 h 10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8000" h="101600">
                  <a:moveTo>
                    <a:pt x="406400" y="0"/>
                  </a:moveTo>
                  <a:lnTo>
                    <a:pt x="508000" y="0"/>
                  </a:lnTo>
                  <a:lnTo>
                    <a:pt x="508000" y="101600"/>
                  </a:lnTo>
                  <a:lnTo>
                    <a:pt x="406400" y="101600"/>
                  </a:lnTo>
                  <a:close/>
                  <a:moveTo>
                    <a:pt x="203200" y="0"/>
                  </a:moveTo>
                  <a:lnTo>
                    <a:pt x="304800" y="0"/>
                  </a:lnTo>
                  <a:lnTo>
                    <a:pt x="304800" y="101600"/>
                  </a:lnTo>
                  <a:lnTo>
                    <a:pt x="203200" y="101600"/>
                  </a:lnTo>
                  <a:close/>
                  <a:moveTo>
                    <a:pt x="0" y="0"/>
                  </a:moveTo>
                  <a:lnTo>
                    <a:pt x="101600" y="0"/>
                  </a:lnTo>
                  <a:lnTo>
                    <a:pt x="101600" y="101600"/>
                  </a:lnTo>
                  <a:lnTo>
                    <a:pt x="0" y="101600"/>
                  </a:lnTo>
                  <a:close/>
                </a:path>
              </a:pathLst>
            </a:custGeom>
            <a:solidFill>
              <a:schemeClr val="tx2"/>
            </a:solidFill>
            <a:ln w="63500" cap="flat">
              <a:noFill/>
              <a:prstDash val="solid"/>
              <a:miter/>
            </a:ln>
          </p:spPr>
          <p:txBody>
            <a:bodyPr rtlCol="0" anchor="ctr"/>
            <a:lstStyle/>
            <a:p>
              <a:endParaRPr lang="en-US"/>
            </a:p>
          </p:txBody>
        </p:sp>
        <p:sp>
          <p:nvSpPr>
            <p:cNvPr id="31" name="Freeform 30">
              <a:extLst>
                <a:ext uri="{FF2B5EF4-FFF2-40B4-BE49-F238E27FC236}">
                  <a16:creationId xmlns:a16="http://schemas.microsoft.com/office/drawing/2014/main" id="{90AAC841-3D56-6842-04D1-F0B7D973D86D}"/>
                </a:ext>
              </a:extLst>
            </p:cNvPr>
            <p:cNvSpPr/>
            <p:nvPr userDrawn="1"/>
          </p:nvSpPr>
          <p:spPr>
            <a:xfrm>
              <a:off x="485775" y="1291008"/>
              <a:ext cx="5706109" cy="4359275"/>
            </a:xfrm>
            <a:custGeom>
              <a:avLst/>
              <a:gdLst>
                <a:gd name="connsiteX0" fmla="*/ 0 w 5706109"/>
                <a:gd name="connsiteY0" fmla="*/ 4157346 h 4359275"/>
                <a:gd name="connsiteX1" fmla="*/ 101600 w 5706109"/>
                <a:gd name="connsiteY1" fmla="*/ 4157346 h 4359275"/>
                <a:gd name="connsiteX2" fmla="*/ 101600 w 5706109"/>
                <a:gd name="connsiteY2" fmla="*/ 1075055 h 4359275"/>
                <a:gd name="connsiteX3" fmla="*/ 101600 w 5706109"/>
                <a:gd name="connsiteY3" fmla="*/ 1075055 h 4359275"/>
                <a:gd name="connsiteX4" fmla="*/ 191770 w 5706109"/>
                <a:gd name="connsiteY4" fmla="*/ 1059180 h 4359275"/>
                <a:gd name="connsiteX5" fmla="*/ 861060 w 5706109"/>
                <a:gd name="connsiteY5" fmla="*/ 942975 h 4359275"/>
                <a:gd name="connsiteX6" fmla="*/ 1195705 w 5706109"/>
                <a:gd name="connsiteY6" fmla="*/ 885190 h 4359275"/>
                <a:gd name="connsiteX7" fmla="*/ 1362710 w 5706109"/>
                <a:gd name="connsiteY7" fmla="*/ 855980 h 4359275"/>
                <a:gd name="connsiteX8" fmla="*/ 1529715 w 5706109"/>
                <a:gd name="connsiteY8" fmla="*/ 826770 h 4359275"/>
                <a:gd name="connsiteX9" fmla="*/ 1864360 w 5706109"/>
                <a:gd name="connsiteY9" fmla="*/ 768985 h 4359275"/>
                <a:gd name="connsiteX10" fmla="*/ 2031365 w 5706109"/>
                <a:gd name="connsiteY10" fmla="*/ 739775 h 4359275"/>
                <a:gd name="connsiteX11" fmla="*/ 2198370 w 5706109"/>
                <a:gd name="connsiteY11" fmla="*/ 710565 h 4359275"/>
                <a:gd name="connsiteX12" fmla="*/ 2365375 w 5706109"/>
                <a:gd name="connsiteY12" fmla="*/ 681355 h 4359275"/>
                <a:gd name="connsiteX13" fmla="*/ 2532380 w 5706109"/>
                <a:gd name="connsiteY13" fmla="*/ 652145 h 4359275"/>
                <a:gd name="connsiteX14" fmla="*/ 2699385 w 5706109"/>
                <a:gd name="connsiteY14" fmla="*/ 622935 h 4359275"/>
                <a:gd name="connsiteX15" fmla="*/ 2866390 w 5706109"/>
                <a:gd name="connsiteY15" fmla="*/ 593725 h 4359275"/>
                <a:gd name="connsiteX16" fmla="*/ 5461000 w 5706109"/>
                <a:gd name="connsiteY16" fmla="*/ 144145 h 4359275"/>
                <a:gd name="connsiteX17" fmla="*/ 5602605 w 5706109"/>
                <a:gd name="connsiteY17" fmla="*/ 119380 h 4359275"/>
                <a:gd name="connsiteX18" fmla="*/ 5602605 w 5706109"/>
                <a:gd name="connsiteY18" fmla="*/ 119380 h 4359275"/>
                <a:gd name="connsiteX19" fmla="*/ 5602605 w 5706109"/>
                <a:gd name="connsiteY19" fmla="*/ 4257676 h 4359275"/>
                <a:gd name="connsiteX20" fmla="*/ 609600 w 5706109"/>
                <a:gd name="connsiteY20" fmla="*/ 4257676 h 4359275"/>
                <a:gd name="connsiteX21" fmla="*/ 609600 w 5706109"/>
                <a:gd name="connsiteY21" fmla="*/ 4359276 h 4359275"/>
                <a:gd name="connsiteX22" fmla="*/ 5706110 w 5706109"/>
                <a:gd name="connsiteY22" fmla="*/ 4359276 h 4359275"/>
                <a:gd name="connsiteX23" fmla="*/ 5706110 w 5706109"/>
                <a:gd name="connsiteY23" fmla="*/ 0 h 4359275"/>
                <a:gd name="connsiteX24" fmla="*/ 5704840 w 5706109"/>
                <a:gd name="connsiteY24" fmla="*/ 0 h 4359275"/>
                <a:gd name="connsiteX25" fmla="*/ 5445760 w 5706109"/>
                <a:gd name="connsiteY25" fmla="*/ 45085 h 4359275"/>
                <a:gd name="connsiteX26" fmla="*/ 2851150 w 5706109"/>
                <a:gd name="connsiteY26" fmla="*/ 494665 h 4359275"/>
                <a:gd name="connsiteX27" fmla="*/ 2684145 w 5706109"/>
                <a:gd name="connsiteY27" fmla="*/ 523875 h 4359275"/>
                <a:gd name="connsiteX28" fmla="*/ 2517140 w 5706109"/>
                <a:gd name="connsiteY28" fmla="*/ 553085 h 4359275"/>
                <a:gd name="connsiteX29" fmla="*/ 2350135 w 5706109"/>
                <a:gd name="connsiteY29" fmla="*/ 582295 h 4359275"/>
                <a:gd name="connsiteX30" fmla="*/ 2183130 w 5706109"/>
                <a:gd name="connsiteY30" fmla="*/ 611505 h 4359275"/>
                <a:gd name="connsiteX31" fmla="*/ 2016125 w 5706109"/>
                <a:gd name="connsiteY31" fmla="*/ 640715 h 4359275"/>
                <a:gd name="connsiteX32" fmla="*/ 1849120 w 5706109"/>
                <a:gd name="connsiteY32" fmla="*/ 669925 h 4359275"/>
                <a:gd name="connsiteX33" fmla="*/ 1514475 w 5706109"/>
                <a:gd name="connsiteY33" fmla="*/ 727710 h 4359275"/>
                <a:gd name="connsiteX34" fmla="*/ 1347470 w 5706109"/>
                <a:gd name="connsiteY34" fmla="*/ 756920 h 4359275"/>
                <a:gd name="connsiteX35" fmla="*/ 1180465 w 5706109"/>
                <a:gd name="connsiteY35" fmla="*/ 786130 h 4359275"/>
                <a:gd name="connsiteX36" fmla="*/ 845820 w 5706109"/>
                <a:gd name="connsiteY36" fmla="*/ 843915 h 4359275"/>
                <a:gd name="connsiteX37" fmla="*/ 176530 w 5706109"/>
                <a:gd name="connsiteY37" fmla="*/ 960120 h 4359275"/>
                <a:gd name="connsiteX38" fmla="*/ 3175 w 5706109"/>
                <a:gd name="connsiteY38" fmla="*/ 989965 h 4359275"/>
                <a:gd name="connsiteX39" fmla="*/ 1905 w 5706109"/>
                <a:gd name="connsiteY39" fmla="*/ 989965 h 4359275"/>
                <a:gd name="connsiteX40" fmla="*/ 1905 w 5706109"/>
                <a:gd name="connsiteY40" fmla="*/ 4158616 h 4359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5706109" h="4359275">
                  <a:moveTo>
                    <a:pt x="0" y="4157346"/>
                  </a:moveTo>
                  <a:lnTo>
                    <a:pt x="101600" y="4157346"/>
                  </a:lnTo>
                  <a:lnTo>
                    <a:pt x="101600" y="1075055"/>
                  </a:lnTo>
                  <a:lnTo>
                    <a:pt x="101600" y="1075055"/>
                  </a:lnTo>
                  <a:lnTo>
                    <a:pt x="191770" y="1059180"/>
                  </a:lnTo>
                  <a:lnTo>
                    <a:pt x="861060" y="942975"/>
                  </a:lnTo>
                  <a:lnTo>
                    <a:pt x="1195705" y="885190"/>
                  </a:lnTo>
                  <a:lnTo>
                    <a:pt x="1362710" y="855980"/>
                  </a:lnTo>
                  <a:lnTo>
                    <a:pt x="1529715" y="826770"/>
                  </a:lnTo>
                  <a:lnTo>
                    <a:pt x="1864360" y="768985"/>
                  </a:lnTo>
                  <a:lnTo>
                    <a:pt x="2031365" y="739775"/>
                  </a:lnTo>
                  <a:lnTo>
                    <a:pt x="2198370" y="710565"/>
                  </a:lnTo>
                  <a:lnTo>
                    <a:pt x="2365375" y="681355"/>
                  </a:lnTo>
                  <a:lnTo>
                    <a:pt x="2532380" y="652145"/>
                  </a:lnTo>
                  <a:lnTo>
                    <a:pt x="2699385" y="622935"/>
                  </a:lnTo>
                  <a:lnTo>
                    <a:pt x="2866390" y="593725"/>
                  </a:lnTo>
                  <a:cubicBezTo>
                    <a:pt x="3731260" y="443865"/>
                    <a:pt x="4596130" y="294005"/>
                    <a:pt x="5461000" y="144145"/>
                  </a:cubicBezTo>
                  <a:lnTo>
                    <a:pt x="5602605" y="119380"/>
                  </a:lnTo>
                  <a:lnTo>
                    <a:pt x="5602605" y="119380"/>
                  </a:lnTo>
                  <a:lnTo>
                    <a:pt x="5602605" y="4257676"/>
                  </a:lnTo>
                  <a:lnTo>
                    <a:pt x="609600" y="4257676"/>
                  </a:lnTo>
                  <a:lnTo>
                    <a:pt x="609600" y="4359276"/>
                  </a:lnTo>
                  <a:lnTo>
                    <a:pt x="5706110" y="4359276"/>
                  </a:lnTo>
                  <a:lnTo>
                    <a:pt x="5706110" y="0"/>
                  </a:lnTo>
                  <a:lnTo>
                    <a:pt x="5704840" y="0"/>
                  </a:lnTo>
                  <a:cubicBezTo>
                    <a:pt x="5618480" y="15240"/>
                    <a:pt x="5532120" y="30480"/>
                    <a:pt x="5445760" y="45085"/>
                  </a:cubicBezTo>
                  <a:cubicBezTo>
                    <a:pt x="4580890" y="194945"/>
                    <a:pt x="3716020" y="344805"/>
                    <a:pt x="2851150" y="494665"/>
                  </a:cubicBezTo>
                  <a:lnTo>
                    <a:pt x="2684145" y="523875"/>
                  </a:lnTo>
                  <a:lnTo>
                    <a:pt x="2517140" y="553085"/>
                  </a:lnTo>
                  <a:lnTo>
                    <a:pt x="2350135" y="582295"/>
                  </a:lnTo>
                  <a:lnTo>
                    <a:pt x="2183130" y="611505"/>
                  </a:lnTo>
                  <a:lnTo>
                    <a:pt x="2016125" y="640715"/>
                  </a:lnTo>
                  <a:lnTo>
                    <a:pt x="1849120" y="669925"/>
                  </a:lnTo>
                  <a:lnTo>
                    <a:pt x="1514475" y="727710"/>
                  </a:lnTo>
                  <a:lnTo>
                    <a:pt x="1347470" y="756920"/>
                  </a:lnTo>
                  <a:lnTo>
                    <a:pt x="1180465" y="786130"/>
                  </a:lnTo>
                  <a:lnTo>
                    <a:pt x="845820" y="843915"/>
                  </a:lnTo>
                  <a:lnTo>
                    <a:pt x="176530" y="960120"/>
                  </a:lnTo>
                  <a:lnTo>
                    <a:pt x="3175" y="989965"/>
                  </a:lnTo>
                  <a:lnTo>
                    <a:pt x="1905" y="989965"/>
                  </a:lnTo>
                  <a:lnTo>
                    <a:pt x="1905" y="4158616"/>
                  </a:lnTo>
                  <a:close/>
                </a:path>
              </a:pathLst>
            </a:custGeom>
            <a:gradFill flip="none" rotWithShape="1">
              <a:gsLst>
                <a:gs pos="39000">
                  <a:srgbClr val="FFE600"/>
                </a:gs>
                <a:gs pos="68000">
                  <a:srgbClr val="FF7D1E"/>
                </a:gs>
                <a:gs pos="100000">
                  <a:srgbClr val="FF32FF"/>
                </a:gs>
              </a:gsLst>
              <a:lin ang="18720000" scaled="0"/>
              <a:tileRect/>
            </a:gradFill>
            <a:ln w="8181" cap="flat">
              <a:noFill/>
              <a:prstDash val="solid"/>
              <a:miter/>
            </a:ln>
          </p:spPr>
          <p:txBody>
            <a:bodyPr rtlCol="0" anchor="ctr"/>
            <a:lstStyle/>
            <a:p>
              <a:pPr lvl="0"/>
              <a:endParaRPr lang="en-US"/>
            </a:p>
          </p:txBody>
        </p:sp>
      </p:grpSp>
      <p:pic>
        <p:nvPicPr>
          <p:cNvPr id="9" name="Graphic 8">
            <a:extLst>
              <a:ext uri="{FF2B5EF4-FFF2-40B4-BE49-F238E27FC236}">
                <a16:creationId xmlns:a16="http://schemas.microsoft.com/office/drawing/2014/main" id="{CFACC8FA-0D0A-E798-6330-1BCAE80EE556}"/>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9752932" y="5424320"/>
            <a:ext cx="2031699" cy="1034812"/>
          </a:xfrm>
          <a:prstGeom prst="rect">
            <a:avLst/>
          </a:prstGeom>
        </p:spPr>
      </p:pic>
    </p:spTree>
    <p:extLst>
      <p:ext uri="{BB962C8B-B14F-4D97-AF65-F5344CB8AC3E}">
        <p14:creationId xmlns:p14="http://schemas.microsoft.com/office/powerpoint/2010/main" val="1339818516"/>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Title Slide Frame Yellow">
    <p:bg>
      <p:bgPr>
        <a:solidFill>
          <a:schemeClr val="tx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9D5BBB5A-0446-3C14-B12C-56A5730E1CC1}"/>
              </a:ext>
              <a:ext uri="{C183D7F6-B498-43B3-948B-1728B52AA6E4}">
                <adec:decorative xmlns:adec="http://schemas.microsoft.com/office/drawing/2017/decorative" val="1"/>
              </a:ext>
            </a:extLst>
          </p:cNvPr>
          <p:cNvSpPr/>
          <p:nvPr userDrawn="1"/>
        </p:nvSpPr>
        <p:spPr>
          <a:xfrm>
            <a:off x="0" y="0"/>
            <a:ext cx="8386354" cy="6858000"/>
          </a:xfrm>
          <a:prstGeom prst="rect">
            <a:avLst/>
          </a:prstGeom>
          <a:gradFill flip="none" rotWithShape="1">
            <a:gsLst>
              <a:gs pos="0">
                <a:schemeClr val="tx1">
                  <a:lumMod val="0"/>
                  <a:alpha val="0"/>
                </a:schemeClr>
              </a:gs>
              <a:gs pos="95000">
                <a:srgbClr val="000000">
                  <a:alpha val="70000"/>
                </a:srgbClr>
              </a:gs>
            </a:gsLst>
            <a:lin ang="108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endParaRPr lang="en-US" sz="1200" b="1">
              <a:solidFill>
                <a:schemeClr val="tx1"/>
              </a:solidFill>
            </a:endParaRPr>
          </a:p>
        </p:txBody>
      </p:sp>
      <p:grpSp>
        <p:nvGrpSpPr>
          <p:cNvPr id="3" name="Group 2">
            <a:extLst>
              <a:ext uri="{FF2B5EF4-FFF2-40B4-BE49-F238E27FC236}">
                <a16:creationId xmlns:a16="http://schemas.microsoft.com/office/drawing/2014/main" id="{34EF81A0-CB40-42B3-5E1A-AA5D72BFB4DD}"/>
              </a:ext>
            </a:extLst>
          </p:cNvPr>
          <p:cNvGrpSpPr/>
          <p:nvPr userDrawn="1"/>
        </p:nvGrpSpPr>
        <p:grpSpPr>
          <a:xfrm>
            <a:off x="485775" y="6164633"/>
            <a:ext cx="4940935" cy="318770"/>
            <a:chOff x="485775" y="6164633"/>
            <a:chExt cx="4940935" cy="318770"/>
          </a:xfrm>
        </p:grpSpPr>
        <p:sp>
          <p:nvSpPr>
            <p:cNvPr id="24" name="Freeform 23">
              <a:extLst>
                <a:ext uri="{FF2B5EF4-FFF2-40B4-BE49-F238E27FC236}">
                  <a16:creationId xmlns:a16="http://schemas.microsoft.com/office/drawing/2014/main" id="{BDF3ED9A-57E4-25C5-BC4E-AC1C77798191}"/>
                </a:ext>
              </a:extLst>
            </p:cNvPr>
            <p:cNvSpPr/>
            <p:nvPr userDrawn="1"/>
          </p:nvSpPr>
          <p:spPr>
            <a:xfrm>
              <a:off x="485775" y="6164633"/>
              <a:ext cx="405765" cy="81280"/>
            </a:xfrm>
            <a:custGeom>
              <a:avLst/>
              <a:gdLst>
                <a:gd name="connsiteX0" fmla="*/ 324485 w 405765"/>
                <a:gd name="connsiteY0" fmla="*/ 0 h 81280"/>
                <a:gd name="connsiteX1" fmla="*/ 405765 w 405765"/>
                <a:gd name="connsiteY1" fmla="*/ 0 h 81280"/>
                <a:gd name="connsiteX2" fmla="*/ 405765 w 405765"/>
                <a:gd name="connsiteY2" fmla="*/ 81280 h 81280"/>
                <a:gd name="connsiteX3" fmla="*/ 324485 w 405765"/>
                <a:gd name="connsiteY3" fmla="*/ 81280 h 81280"/>
                <a:gd name="connsiteX4" fmla="*/ 161925 w 405765"/>
                <a:gd name="connsiteY4" fmla="*/ 0 h 81280"/>
                <a:gd name="connsiteX5" fmla="*/ 243205 w 405765"/>
                <a:gd name="connsiteY5" fmla="*/ 0 h 81280"/>
                <a:gd name="connsiteX6" fmla="*/ 243205 w 405765"/>
                <a:gd name="connsiteY6" fmla="*/ 81280 h 81280"/>
                <a:gd name="connsiteX7" fmla="*/ 161925 w 405765"/>
                <a:gd name="connsiteY7" fmla="*/ 81280 h 81280"/>
                <a:gd name="connsiteX8" fmla="*/ 0 w 405765"/>
                <a:gd name="connsiteY8" fmla="*/ 0 h 81280"/>
                <a:gd name="connsiteX9" fmla="*/ 81280 w 405765"/>
                <a:gd name="connsiteY9" fmla="*/ 0 h 81280"/>
                <a:gd name="connsiteX10" fmla="*/ 81280 w 405765"/>
                <a:gd name="connsiteY10" fmla="*/ 81280 h 81280"/>
                <a:gd name="connsiteX11" fmla="*/ 0 w 405765"/>
                <a:gd name="connsiteY11" fmla="*/ 81280 h 81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05765" h="81280">
                  <a:moveTo>
                    <a:pt x="324485" y="0"/>
                  </a:moveTo>
                  <a:lnTo>
                    <a:pt x="405765" y="0"/>
                  </a:lnTo>
                  <a:lnTo>
                    <a:pt x="405765" y="81280"/>
                  </a:lnTo>
                  <a:lnTo>
                    <a:pt x="324485" y="81280"/>
                  </a:lnTo>
                  <a:close/>
                  <a:moveTo>
                    <a:pt x="161925" y="0"/>
                  </a:moveTo>
                  <a:lnTo>
                    <a:pt x="243205" y="0"/>
                  </a:lnTo>
                  <a:lnTo>
                    <a:pt x="243205" y="81280"/>
                  </a:lnTo>
                  <a:lnTo>
                    <a:pt x="161925" y="81280"/>
                  </a:lnTo>
                  <a:close/>
                  <a:moveTo>
                    <a:pt x="0" y="0"/>
                  </a:moveTo>
                  <a:lnTo>
                    <a:pt x="81280" y="0"/>
                  </a:lnTo>
                  <a:lnTo>
                    <a:pt x="81280" y="81280"/>
                  </a:lnTo>
                  <a:lnTo>
                    <a:pt x="0" y="81280"/>
                  </a:lnTo>
                  <a:close/>
                </a:path>
              </a:pathLst>
            </a:custGeom>
            <a:solidFill>
              <a:srgbClr val="FFE600"/>
            </a:solidFill>
            <a:ln w="63500" cap="flat">
              <a:noFill/>
              <a:prstDash val="solid"/>
              <a:miter/>
            </a:ln>
          </p:spPr>
          <p:txBody>
            <a:bodyPr rtlCol="0" anchor="ctr"/>
            <a:lstStyle/>
            <a:p>
              <a:endParaRPr lang="en-US"/>
            </a:p>
          </p:txBody>
        </p:sp>
        <p:sp>
          <p:nvSpPr>
            <p:cNvPr id="25" name="Freeform 24">
              <a:extLst>
                <a:ext uri="{FF2B5EF4-FFF2-40B4-BE49-F238E27FC236}">
                  <a16:creationId xmlns:a16="http://schemas.microsoft.com/office/drawing/2014/main" id="{F8AD9B21-63CE-8D03-9802-DB2391C6BC13}"/>
                </a:ext>
              </a:extLst>
            </p:cNvPr>
            <p:cNvSpPr/>
            <p:nvPr userDrawn="1"/>
          </p:nvSpPr>
          <p:spPr bwMode="black">
            <a:xfrm>
              <a:off x="485779" y="6344974"/>
              <a:ext cx="4940931" cy="138429"/>
            </a:xfrm>
            <a:custGeom>
              <a:avLst/>
              <a:gdLst>
                <a:gd name="connsiteX0" fmla="*/ 1032512 w 4940931"/>
                <a:gd name="connsiteY0" fmla="*/ 137477 h 138429"/>
                <a:gd name="connsiteX1" fmla="*/ 1032512 w 4940931"/>
                <a:gd name="connsiteY1" fmla="*/ 137794 h 138429"/>
                <a:gd name="connsiteX2" fmla="*/ 1030607 w 4940931"/>
                <a:gd name="connsiteY2" fmla="*/ 138429 h 138429"/>
                <a:gd name="connsiteX3" fmla="*/ 4929501 w 4940931"/>
                <a:gd name="connsiteY3" fmla="*/ 87629 h 138429"/>
                <a:gd name="connsiteX4" fmla="*/ 4933946 w 4940931"/>
                <a:gd name="connsiteY4" fmla="*/ 88264 h 138429"/>
                <a:gd name="connsiteX5" fmla="*/ 4937756 w 4940931"/>
                <a:gd name="connsiteY5" fmla="*/ 90804 h 138429"/>
                <a:gd name="connsiteX6" fmla="*/ 4940296 w 4940931"/>
                <a:gd name="connsiteY6" fmla="*/ 94614 h 138429"/>
                <a:gd name="connsiteX7" fmla="*/ 4940931 w 4940931"/>
                <a:gd name="connsiteY7" fmla="*/ 99059 h 138429"/>
                <a:gd name="connsiteX8" fmla="*/ 4940296 w 4940931"/>
                <a:gd name="connsiteY8" fmla="*/ 103504 h 138429"/>
                <a:gd name="connsiteX9" fmla="*/ 4937756 w 4940931"/>
                <a:gd name="connsiteY9" fmla="*/ 107314 h 138429"/>
                <a:gd name="connsiteX10" fmla="*/ 4933946 w 4940931"/>
                <a:gd name="connsiteY10" fmla="*/ 109854 h 138429"/>
                <a:gd name="connsiteX11" fmla="*/ 4929501 w 4940931"/>
                <a:gd name="connsiteY11" fmla="*/ 110489 h 138429"/>
                <a:gd name="connsiteX12" fmla="*/ 4925056 w 4940931"/>
                <a:gd name="connsiteY12" fmla="*/ 109854 h 138429"/>
                <a:gd name="connsiteX13" fmla="*/ 4921246 w 4940931"/>
                <a:gd name="connsiteY13" fmla="*/ 107314 h 138429"/>
                <a:gd name="connsiteX14" fmla="*/ 4918706 w 4940931"/>
                <a:gd name="connsiteY14" fmla="*/ 103504 h 138429"/>
                <a:gd name="connsiteX15" fmla="*/ 4918071 w 4940931"/>
                <a:gd name="connsiteY15" fmla="*/ 99059 h 138429"/>
                <a:gd name="connsiteX16" fmla="*/ 4918706 w 4940931"/>
                <a:gd name="connsiteY16" fmla="*/ 94614 h 138429"/>
                <a:gd name="connsiteX17" fmla="*/ 4921246 w 4940931"/>
                <a:gd name="connsiteY17" fmla="*/ 90804 h 138429"/>
                <a:gd name="connsiteX18" fmla="*/ 4925056 w 4940931"/>
                <a:gd name="connsiteY18" fmla="*/ 88264 h 138429"/>
                <a:gd name="connsiteX19" fmla="*/ 4929501 w 4940931"/>
                <a:gd name="connsiteY19" fmla="*/ 87629 h 138429"/>
                <a:gd name="connsiteX20" fmla="*/ 3079110 w 4940931"/>
                <a:gd name="connsiteY20" fmla="*/ 87629 h 138429"/>
                <a:gd name="connsiteX21" fmla="*/ 3083555 w 4940931"/>
                <a:gd name="connsiteY21" fmla="*/ 88264 h 138429"/>
                <a:gd name="connsiteX22" fmla="*/ 3087365 w 4940931"/>
                <a:gd name="connsiteY22" fmla="*/ 90804 h 138429"/>
                <a:gd name="connsiteX23" fmla="*/ 3089905 w 4940931"/>
                <a:gd name="connsiteY23" fmla="*/ 94614 h 138429"/>
                <a:gd name="connsiteX24" fmla="*/ 3090540 w 4940931"/>
                <a:gd name="connsiteY24" fmla="*/ 99059 h 138429"/>
                <a:gd name="connsiteX25" fmla="*/ 3089905 w 4940931"/>
                <a:gd name="connsiteY25" fmla="*/ 103504 h 138429"/>
                <a:gd name="connsiteX26" fmla="*/ 3087365 w 4940931"/>
                <a:gd name="connsiteY26" fmla="*/ 107314 h 138429"/>
                <a:gd name="connsiteX27" fmla="*/ 3083555 w 4940931"/>
                <a:gd name="connsiteY27" fmla="*/ 109854 h 138429"/>
                <a:gd name="connsiteX28" fmla="*/ 3079110 w 4940931"/>
                <a:gd name="connsiteY28" fmla="*/ 110489 h 138429"/>
                <a:gd name="connsiteX29" fmla="*/ 3074665 w 4940931"/>
                <a:gd name="connsiteY29" fmla="*/ 109854 h 138429"/>
                <a:gd name="connsiteX30" fmla="*/ 3070855 w 4940931"/>
                <a:gd name="connsiteY30" fmla="*/ 107314 h 138429"/>
                <a:gd name="connsiteX31" fmla="*/ 3068315 w 4940931"/>
                <a:gd name="connsiteY31" fmla="*/ 103504 h 138429"/>
                <a:gd name="connsiteX32" fmla="*/ 3067680 w 4940931"/>
                <a:gd name="connsiteY32" fmla="*/ 99059 h 138429"/>
                <a:gd name="connsiteX33" fmla="*/ 3068315 w 4940931"/>
                <a:gd name="connsiteY33" fmla="*/ 94614 h 138429"/>
                <a:gd name="connsiteX34" fmla="*/ 3070855 w 4940931"/>
                <a:gd name="connsiteY34" fmla="*/ 90804 h 138429"/>
                <a:gd name="connsiteX35" fmla="*/ 3074665 w 4940931"/>
                <a:gd name="connsiteY35" fmla="*/ 88264 h 138429"/>
                <a:gd name="connsiteX36" fmla="*/ 3079110 w 4940931"/>
                <a:gd name="connsiteY36" fmla="*/ 87629 h 138429"/>
                <a:gd name="connsiteX37" fmla="*/ 1565275 w 4940931"/>
                <a:gd name="connsiteY37" fmla="*/ 87629 h 138429"/>
                <a:gd name="connsiteX38" fmla="*/ 1569720 w 4940931"/>
                <a:gd name="connsiteY38" fmla="*/ 88264 h 138429"/>
                <a:gd name="connsiteX39" fmla="*/ 1573529 w 4940931"/>
                <a:gd name="connsiteY39" fmla="*/ 90804 h 138429"/>
                <a:gd name="connsiteX40" fmla="*/ 1576069 w 4940931"/>
                <a:gd name="connsiteY40" fmla="*/ 94614 h 138429"/>
                <a:gd name="connsiteX41" fmla="*/ 1576705 w 4940931"/>
                <a:gd name="connsiteY41" fmla="*/ 99059 h 138429"/>
                <a:gd name="connsiteX42" fmla="*/ 1576069 w 4940931"/>
                <a:gd name="connsiteY42" fmla="*/ 103504 h 138429"/>
                <a:gd name="connsiteX43" fmla="*/ 1573529 w 4940931"/>
                <a:gd name="connsiteY43" fmla="*/ 107314 h 138429"/>
                <a:gd name="connsiteX44" fmla="*/ 1569720 w 4940931"/>
                <a:gd name="connsiteY44" fmla="*/ 109854 h 138429"/>
                <a:gd name="connsiteX45" fmla="*/ 1565275 w 4940931"/>
                <a:gd name="connsiteY45" fmla="*/ 110489 h 138429"/>
                <a:gd name="connsiteX46" fmla="*/ 1560830 w 4940931"/>
                <a:gd name="connsiteY46" fmla="*/ 109854 h 138429"/>
                <a:gd name="connsiteX47" fmla="*/ 1557020 w 4940931"/>
                <a:gd name="connsiteY47" fmla="*/ 107314 h 138429"/>
                <a:gd name="connsiteX48" fmla="*/ 1554479 w 4940931"/>
                <a:gd name="connsiteY48" fmla="*/ 103504 h 138429"/>
                <a:gd name="connsiteX49" fmla="*/ 1553844 w 4940931"/>
                <a:gd name="connsiteY49" fmla="*/ 99059 h 138429"/>
                <a:gd name="connsiteX50" fmla="*/ 1554479 w 4940931"/>
                <a:gd name="connsiteY50" fmla="*/ 94614 h 138429"/>
                <a:gd name="connsiteX51" fmla="*/ 1557020 w 4940931"/>
                <a:gd name="connsiteY51" fmla="*/ 90804 h 138429"/>
                <a:gd name="connsiteX52" fmla="*/ 1560830 w 4940931"/>
                <a:gd name="connsiteY52" fmla="*/ 88264 h 138429"/>
                <a:gd name="connsiteX53" fmla="*/ 1565275 w 4940931"/>
                <a:gd name="connsiteY53" fmla="*/ 87629 h 138429"/>
                <a:gd name="connsiteX54" fmla="*/ 2642230 w 4940931"/>
                <a:gd name="connsiteY54" fmla="*/ 73024 h 138429"/>
                <a:gd name="connsiteX55" fmla="*/ 2630800 w 4940931"/>
                <a:gd name="connsiteY55" fmla="*/ 76199 h 138429"/>
                <a:gd name="connsiteX56" fmla="*/ 2626355 w 4940931"/>
                <a:gd name="connsiteY56" fmla="*/ 84454 h 138429"/>
                <a:gd name="connsiteX57" fmla="*/ 2627625 w 4940931"/>
                <a:gd name="connsiteY57" fmla="*/ 90169 h 138429"/>
                <a:gd name="connsiteX58" fmla="*/ 2630800 w 4940931"/>
                <a:gd name="connsiteY58" fmla="*/ 93979 h 138429"/>
                <a:gd name="connsiteX59" fmla="*/ 2635245 w 4940931"/>
                <a:gd name="connsiteY59" fmla="*/ 96519 h 138429"/>
                <a:gd name="connsiteX60" fmla="*/ 2641595 w 4940931"/>
                <a:gd name="connsiteY60" fmla="*/ 97154 h 138429"/>
                <a:gd name="connsiteX61" fmla="*/ 2647310 w 4940931"/>
                <a:gd name="connsiteY61" fmla="*/ 96519 h 138429"/>
                <a:gd name="connsiteX62" fmla="*/ 2652390 w 4940931"/>
                <a:gd name="connsiteY62" fmla="*/ 93979 h 138429"/>
                <a:gd name="connsiteX63" fmla="*/ 2656835 w 4940931"/>
                <a:gd name="connsiteY63" fmla="*/ 90804 h 138429"/>
                <a:gd name="connsiteX64" fmla="*/ 2660010 w 4940931"/>
                <a:gd name="connsiteY64" fmla="*/ 86994 h 138429"/>
                <a:gd name="connsiteX65" fmla="*/ 2660010 w 4940931"/>
                <a:gd name="connsiteY65" fmla="*/ 75564 h 138429"/>
                <a:gd name="connsiteX66" fmla="*/ 2656200 w 4940931"/>
                <a:gd name="connsiteY66" fmla="*/ 74294 h 138429"/>
                <a:gd name="connsiteX67" fmla="*/ 2652390 w 4940931"/>
                <a:gd name="connsiteY67" fmla="*/ 73659 h 138429"/>
                <a:gd name="connsiteX68" fmla="*/ 2647945 w 4940931"/>
                <a:gd name="connsiteY68" fmla="*/ 73024 h 138429"/>
                <a:gd name="connsiteX69" fmla="*/ 2642230 w 4940931"/>
                <a:gd name="connsiteY69" fmla="*/ 73024 h 138429"/>
                <a:gd name="connsiteX70" fmla="*/ 4664706 w 4940931"/>
                <a:gd name="connsiteY70" fmla="*/ 43814 h 138429"/>
                <a:gd name="connsiteX71" fmla="*/ 4657086 w 4940931"/>
                <a:gd name="connsiteY71" fmla="*/ 45719 h 138429"/>
                <a:gd name="connsiteX72" fmla="*/ 4651371 w 4940931"/>
                <a:gd name="connsiteY72" fmla="*/ 50799 h 138429"/>
                <a:gd name="connsiteX73" fmla="*/ 4647561 w 4940931"/>
                <a:gd name="connsiteY73" fmla="*/ 59054 h 138429"/>
                <a:gd name="connsiteX74" fmla="*/ 4646291 w 4940931"/>
                <a:gd name="connsiteY74" fmla="*/ 69849 h 138429"/>
                <a:gd name="connsiteX75" fmla="*/ 4647561 w 4940931"/>
                <a:gd name="connsiteY75" fmla="*/ 81279 h 138429"/>
                <a:gd name="connsiteX76" fmla="*/ 4651371 w 4940931"/>
                <a:gd name="connsiteY76" fmla="*/ 89534 h 138429"/>
                <a:gd name="connsiteX77" fmla="*/ 4657721 w 4940931"/>
                <a:gd name="connsiteY77" fmla="*/ 94614 h 138429"/>
                <a:gd name="connsiteX78" fmla="*/ 4665341 w 4940931"/>
                <a:gd name="connsiteY78" fmla="*/ 96519 h 138429"/>
                <a:gd name="connsiteX79" fmla="*/ 4672961 w 4940931"/>
                <a:gd name="connsiteY79" fmla="*/ 94614 h 138429"/>
                <a:gd name="connsiteX80" fmla="*/ 4678676 w 4940931"/>
                <a:gd name="connsiteY80" fmla="*/ 88899 h 138429"/>
                <a:gd name="connsiteX81" fmla="*/ 4682486 w 4940931"/>
                <a:gd name="connsiteY81" fmla="*/ 80644 h 138429"/>
                <a:gd name="connsiteX82" fmla="*/ 4683756 w 4940931"/>
                <a:gd name="connsiteY82" fmla="*/ 70484 h 138429"/>
                <a:gd name="connsiteX83" fmla="*/ 4684391 w 4940931"/>
                <a:gd name="connsiteY83" fmla="*/ 69849 h 138429"/>
                <a:gd name="connsiteX84" fmla="*/ 4683121 w 4940931"/>
                <a:gd name="connsiteY84" fmla="*/ 59054 h 138429"/>
                <a:gd name="connsiteX85" fmla="*/ 4679311 w 4940931"/>
                <a:gd name="connsiteY85" fmla="*/ 50799 h 138429"/>
                <a:gd name="connsiteX86" fmla="*/ 4672961 w 4940931"/>
                <a:gd name="connsiteY86" fmla="*/ 45719 h 138429"/>
                <a:gd name="connsiteX87" fmla="*/ 4664706 w 4940931"/>
                <a:gd name="connsiteY87" fmla="*/ 43814 h 138429"/>
                <a:gd name="connsiteX88" fmla="*/ 4264020 w 4940931"/>
                <a:gd name="connsiteY88" fmla="*/ 43814 h 138429"/>
                <a:gd name="connsiteX89" fmla="*/ 4256400 w 4940931"/>
                <a:gd name="connsiteY89" fmla="*/ 45719 h 138429"/>
                <a:gd name="connsiteX90" fmla="*/ 4250685 w 4940931"/>
                <a:gd name="connsiteY90" fmla="*/ 50799 h 138429"/>
                <a:gd name="connsiteX91" fmla="*/ 4246875 w 4940931"/>
                <a:gd name="connsiteY91" fmla="*/ 59054 h 138429"/>
                <a:gd name="connsiteX92" fmla="*/ 4245605 w 4940931"/>
                <a:gd name="connsiteY92" fmla="*/ 69849 h 138429"/>
                <a:gd name="connsiteX93" fmla="*/ 4246875 w 4940931"/>
                <a:gd name="connsiteY93" fmla="*/ 81279 h 138429"/>
                <a:gd name="connsiteX94" fmla="*/ 4250685 w 4940931"/>
                <a:gd name="connsiteY94" fmla="*/ 89534 h 138429"/>
                <a:gd name="connsiteX95" fmla="*/ 4257035 w 4940931"/>
                <a:gd name="connsiteY95" fmla="*/ 94614 h 138429"/>
                <a:gd name="connsiteX96" fmla="*/ 4264655 w 4940931"/>
                <a:gd name="connsiteY96" fmla="*/ 96519 h 138429"/>
                <a:gd name="connsiteX97" fmla="*/ 4272275 w 4940931"/>
                <a:gd name="connsiteY97" fmla="*/ 94614 h 138429"/>
                <a:gd name="connsiteX98" fmla="*/ 4277990 w 4940931"/>
                <a:gd name="connsiteY98" fmla="*/ 88899 h 138429"/>
                <a:gd name="connsiteX99" fmla="*/ 4281800 w 4940931"/>
                <a:gd name="connsiteY99" fmla="*/ 80644 h 138429"/>
                <a:gd name="connsiteX100" fmla="*/ 4283070 w 4940931"/>
                <a:gd name="connsiteY100" fmla="*/ 70484 h 138429"/>
                <a:gd name="connsiteX101" fmla="*/ 4283705 w 4940931"/>
                <a:gd name="connsiteY101" fmla="*/ 69849 h 138429"/>
                <a:gd name="connsiteX102" fmla="*/ 4282435 w 4940931"/>
                <a:gd name="connsiteY102" fmla="*/ 59054 h 138429"/>
                <a:gd name="connsiteX103" fmla="*/ 4278625 w 4940931"/>
                <a:gd name="connsiteY103" fmla="*/ 50799 h 138429"/>
                <a:gd name="connsiteX104" fmla="*/ 4272275 w 4940931"/>
                <a:gd name="connsiteY104" fmla="*/ 45719 h 138429"/>
                <a:gd name="connsiteX105" fmla="*/ 4264020 w 4940931"/>
                <a:gd name="connsiteY105" fmla="*/ 43814 h 138429"/>
                <a:gd name="connsiteX106" fmla="*/ 1420495 w 4940931"/>
                <a:gd name="connsiteY106" fmla="*/ 43814 h 138429"/>
                <a:gd name="connsiteX107" fmla="*/ 1412875 w 4940931"/>
                <a:gd name="connsiteY107" fmla="*/ 45719 h 138429"/>
                <a:gd name="connsiteX108" fmla="*/ 1407160 w 4940931"/>
                <a:gd name="connsiteY108" fmla="*/ 50799 h 138429"/>
                <a:gd name="connsiteX109" fmla="*/ 1403350 w 4940931"/>
                <a:gd name="connsiteY109" fmla="*/ 59054 h 138429"/>
                <a:gd name="connsiteX110" fmla="*/ 1402080 w 4940931"/>
                <a:gd name="connsiteY110" fmla="*/ 69849 h 138429"/>
                <a:gd name="connsiteX111" fmla="*/ 1403350 w 4940931"/>
                <a:gd name="connsiteY111" fmla="*/ 81279 h 138429"/>
                <a:gd name="connsiteX112" fmla="*/ 1407160 w 4940931"/>
                <a:gd name="connsiteY112" fmla="*/ 89534 h 138429"/>
                <a:gd name="connsiteX113" fmla="*/ 1413510 w 4940931"/>
                <a:gd name="connsiteY113" fmla="*/ 94614 h 138429"/>
                <a:gd name="connsiteX114" fmla="*/ 1421130 w 4940931"/>
                <a:gd name="connsiteY114" fmla="*/ 96519 h 138429"/>
                <a:gd name="connsiteX115" fmla="*/ 1428750 w 4940931"/>
                <a:gd name="connsiteY115" fmla="*/ 94614 h 138429"/>
                <a:gd name="connsiteX116" fmla="*/ 1434465 w 4940931"/>
                <a:gd name="connsiteY116" fmla="*/ 88899 h 138429"/>
                <a:gd name="connsiteX117" fmla="*/ 1438275 w 4940931"/>
                <a:gd name="connsiteY117" fmla="*/ 80644 h 138429"/>
                <a:gd name="connsiteX118" fmla="*/ 1439545 w 4940931"/>
                <a:gd name="connsiteY118" fmla="*/ 70484 h 138429"/>
                <a:gd name="connsiteX119" fmla="*/ 1440180 w 4940931"/>
                <a:gd name="connsiteY119" fmla="*/ 69849 h 138429"/>
                <a:gd name="connsiteX120" fmla="*/ 1438910 w 4940931"/>
                <a:gd name="connsiteY120" fmla="*/ 59054 h 138429"/>
                <a:gd name="connsiteX121" fmla="*/ 1435100 w 4940931"/>
                <a:gd name="connsiteY121" fmla="*/ 50799 h 138429"/>
                <a:gd name="connsiteX122" fmla="*/ 1428750 w 4940931"/>
                <a:gd name="connsiteY122" fmla="*/ 45719 h 138429"/>
                <a:gd name="connsiteX123" fmla="*/ 1420495 w 4940931"/>
                <a:gd name="connsiteY123" fmla="*/ 43814 h 138429"/>
                <a:gd name="connsiteX124" fmla="*/ 4041770 w 4940931"/>
                <a:gd name="connsiteY124" fmla="*/ 43180 h 138429"/>
                <a:gd name="connsiteX125" fmla="*/ 4034785 w 4940931"/>
                <a:gd name="connsiteY125" fmla="*/ 44450 h 138429"/>
                <a:gd name="connsiteX126" fmla="*/ 4029705 w 4940931"/>
                <a:gd name="connsiteY126" fmla="*/ 48260 h 138429"/>
                <a:gd name="connsiteX127" fmla="*/ 4025895 w 4940931"/>
                <a:gd name="connsiteY127" fmla="*/ 54610 h 138429"/>
                <a:gd name="connsiteX128" fmla="*/ 4023990 w 4940931"/>
                <a:gd name="connsiteY128" fmla="*/ 62865 h 138429"/>
                <a:gd name="connsiteX129" fmla="*/ 4060185 w 4940931"/>
                <a:gd name="connsiteY129" fmla="*/ 62865 h 138429"/>
                <a:gd name="connsiteX130" fmla="*/ 4058915 w 4940931"/>
                <a:gd name="connsiteY130" fmla="*/ 55245 h 138429"/>
                <a:gd name="connsiteX131" fmla="*/ 4055740 w 4940931"/>
                <a:gd name="connsiteY131" fmla="*/ 48895 h 138429"/>
                <a:gd name="connsiteX132" fmla="*/ 4050025 w 4940931"/>
                <a:gd name="connsiteY132" fmla="*/ 44450 h 138429"/>
                <a:gd name="connsiteX133" fmla="*/ 4041770 w 4940931"/>
                <a:gd name="connsiteY133" fmla="*/ 43180 h 138429"/>
                <a:gd name="connsiteX134" fmla="*/ 3728081 w 4940931"/>
                <a:gd name="connsiteY134" fmla="*/ 43180 h 138429"/>
                <a:gd name="connsiteX135" fmla="*/ 3721096 w 4940931"/>
                <a:gd name="connsiteY135" fmla="*/ 44450 h 138429"/>
                <a:gd name="connsiteX136" fmla="*/ 3716016 w 4940931"/>
                <a:gd name="connsiteY136" fmla="*/ 48260 h 138429"/>
                <a:gd name="connsiteX137" fmla="*/ 3712206 w 4940931"/>
                <a:gd name="connsiteY137" fmla="*/ 54610 h 138429"/>
                <a:gd name="connsiteX138" fmla="*/ 3710301 w 4940931"/>
                <a:gd name="connsiteY138" fmla="*/ 62865 h 138429"/>
                <a:gd name="connsiteX139" fmla="*/ 3746496 w 4940931"/>
                <a:gd name="connsiteY139" fmla="*/ 62865 h 138429"/>
                <a:gd name="connsiteX140" fmla="*/ 3745226 w 4940931"/>
                <a:gd name="connsiteY140" fmla="*/ 55245 h 138429"/>
                <a:gd name="connsiteX141" fmla="*/ 3742051 w 4940931"/>
                <a:gd name="connsiteY141" fmla="*/ 48895 h 138429"/>
                <a:gd name="connsiteX142" fmla="*/ 3736336 w 4940931"/>
                <a:gd name="connsiteY142" fmla="*/ 44450 h 138429"/>
                <a:gd name="connsiteX143" fmla="*/ 3728081 w 4940931"/>
                <a:gd name="connsiteY143" fmla="*/ 43180 h 138429"/>
                <a:gd name="connsiteX144" fmla="*/ 3541391 w 4940931"/>
                <a:gd name="connsiteY144" fmla="*/ 43180 h 138429"/>
                <a:gd name="connsiteX145" fmla="*/ 3534406 w 4940931"/>
                <a:gd name="connsiteY145" fmla="*/ 44450 h 138429"/>
                <a:gd name="connsiteX146" fmla="*/ 3529326 w 4940931"/>
                <a:gd name="connsiteY146" fmla="*/ 48260 h 138429"/>
                <a:gd name="connsiteX147" fmla="*/ 3525516 w 4940931"/>
                <a:gd name="connsiteY147" fmla="*/ 54610 h 138429"/>
                <a:gd name="connsiteX148" fmla="*/ 3523611 w 4940931"/>
                <a:gd name="connsiteY148" fmla="*/ 62865 h 138429"/>
                <a:gd name="connsiteX149" fmla="*/ 3559806 w 4940931"/>
                <a:gd name="connsiteY149" fmla="*/ 62865 h 138429"/>
                <a:gd name="connsiteX150" fmla="*/ 3558536 w 4940931"/>
                <a:gd name="connsiteY150" fmla="*/ 55245 h 138429"/>
                <a:gd name="connsiteX151" fmla="*/ 3555361 w 4940931"/>
                <a:gd name="connsiteY151" fmla="*/ 48895 h 138429"/>
                <a:gd name="connsiteX152" fmla="*/ 3549646 w 4940931"/>
                <a:gd name="connsiteY152" fmla="*/ 44450 h 138429"/>
                <a:gd name="connsiteX153" fmla="*/ 3541391 w 4940931"/>
                <a:gd name="connsiteY153" fmla="*/ 43180 h 138429"/>
                <a:gd name="connsiteX154" fmla="*/ 3463285 w 4940931"/>
                <a:gd name="connsiteY154" fmla="*/ 43180 h 138429"/>
                <a:gd name="connsiteX155" fmla="*/ 3458205 w 4940931"/>
                <a:gd name="connsiteY155" fmla="*/ 43815 h 138429"/>
                <a:gd name="connsiteX156" fmla="*/ 3453125 w 4940931"/>
                <a:gd name="connsiteY156" fmla="*/ 45720 h 138429"/>
                <a:gd name="connsiteX157" fmla="*/ 3448680 w 4940931"/>
                <a:gd name="connsiteY157" fmla="*/ 48895 h 138429"/>
                <a:gd name="connsiteX158" fmla="*/ 3445505 w 4940931"/>
                <a:gd name="connsiteY158" fmla="*/ 52705 h 138429"/>
                <a:gd name="connsiteX159" fmla="*/ 3445505 w 4940931"/>
                <a:gd name="connsiteY159" fmla="*/ 85725 h 138429"/>
                <a:gd name="connsiteX160" fmla="*/ 3448680 w 4940931"/>
                <a:gd name="connsiteY160" fmla="*/ 89535 h 138429"/>
                <a:gd name="connsiteX161" fmla="*/ 3453125 w 4940931"/>
                <a:gd name="connsiteY161" fmla="*/ 92710 h 138429"/>
                <a:gd name="connsiteX162" fmla="*/ 3458205 w 4940931"/>
                <a:gd name="connsiteY162" fmla="*/ 95250 h 138429"/>
                <a:gd name="connsiteX163" fmla="*/ 3463920 w 4940931"/>
                <a:gd name="connsiteY163" fmla="*/ 95885 h 138429"/>
                <a:gd name="connsiteX164" fmla="*/ 3476620 w 4940931"/>
                <a:gd name="connsiteY164" fmla="*/ 89535 h 138429"/>
                <a:gd name="connsiteX165" fmla="*/ 3481065 w 4940931"/>
                <a:gd name="connsiteY165" fmla="*/ 71120 h 138429"/>
                <a:gd name="connsiteX166" fmla="*/ 3480430 w 4940931"/>
                <a:gd name="connsiteY166" fmla="*/ 71755 h 138429"/>
                <a:gd name="connsiteX167" fmla="*/ 3475985 w 4940931"/>
                <a:gd name="connsiteY167" fmla="*/ 50165 h 138429"/>
                <a:gd name="connsiteX168" fmla="*/ 3463285 w 4940931"/>
                <a:gd name="connsiteY168" fmla="*/ 43180 h 138429"/>
                <a:gd name="connsiteX169" fmla="*/ 3343271 w 4940931"/>
                <a:gd name="connsiteY169" fmla="*/ 43180 h 138429"/>
                <a:gd name="connsiteX170" fmla="*/ 3336286 w 4940931"/>
                <a:gd name="connsiteY170" fmla="*/ 44450 h 138429"/>
                <a:gd name="connsiteX171" fmla="*/ 3331206 w 4940931"/>
                <a:gd name="connsiteY171" fmla="*/ 48260 h 138429"/>
                <a:gd name="connsiteX172" fmla="*/ 3327396 w 4940931"/>
                <a:gd name="connsiteY172" fmla="*/ 54610 h 138429"/>
                <a:gd name="connsiteX173" fmla="*/ 3325491 w 4940931"/>
                <a:gd name="connsiteY173" fmla="*/ 62865 h 138429"/>
                <a:gd name="connsiteX174" fmla="*/ 3361686 w 4940931"/>
                <a:gd name="connsiteY174" fmla="*/ 62865 h 138429"/>
                <a:gd name="connsiteX175" fmla="*/ 3360416 w 4940931"/>
                <a:gd name="connsiteY175" fmla="*/ 55245 h 138429"/>
                <a:gd name="connsiteX176" fmla="*/ 3357241 w 4940931"/>
                <a:gd name="connsiteY176" fmla="*/ 48895 h 138429"/>
                <a:gd name="connsiteX177" fmla="*/ 3351526 w 4940931"/>
                <a:gd name="connsiteY177" fmla="*/ 44450 h 138429"/>
                <a:gd name="connsiteX178" fmla="*/ 3343271 w 4940931"/>
                <a:gd name="connsiteY178" fmla="*/ 43180 h 138429"/>
                <a:gd name="connsiteX179" fmla="*/ 2976876 w 4940931"/>
                <a:gd name="connsiteY179" fmla="*/ 43180 h 138429"/>
                <a:gd name="connsiteX180" fmla="*/ 2969891 w 4940931"/>
                <a:gd name="connsiteY180" fmla="*/ 44450 h 138429"/>
                <a:gd name="connsiteX181" fmla="*/ 2964811 w 4940931"/>
                <a:gd name="connsiteY181" fmla="*/ 48260 h 138429"/>
                <a:gd name="connsiteX182" fmla="*/ 2961001 w 4940931"/>
                <a:gd name="connsiteY182" fmla="*/ 54610 h 138429"/>
                <a:gd name="connsiteX183" fmla="*/ 2959096 w 4940931"/>
                <a:gd name="connsiteY183" fmla="*/ 62865 h 138429"/>
                <a:gd name="connsiteX184" fmla="*/ 2995291 w 4940931"/>
                <a:gd name="connsiteY184" fmla="*/ 62865 h 138429"/>
                <a:gd name="connsiteX185" fmla="*/ 2994021 w 4940931"/>
                <a:gd name="connsiteY185" fmla="*/ 55245 h 138429"/>
                <a:gd name="connsiteX186" fmla="*/ 2990846 w 4940931"/>
                <a:gd name="connsiteY186" fmla="*/ 48895 h 138429"/>
                <a:gd name="connsiteX187" fmla="*/ 2985131 w 4940931"/>
                <a:gd name="connsiteY187" fmla="*/ 44450 h 138429"/>
                <a:gd name="connsiteX188" fmla="*/ 2976876 w 4940931"/>
                <a:gd name="connsiteY188" fmla="*/ 43180 h 138429"/>
                <a:gd name="connsiteX189" fmla="*/ 2527930 w 4940931"/>
                <a:gd name="connsiteY189" fmla="*/ 43180 h 138429"/>
                <a:gd name="connsiteX190" fmla="*/ 2520945 w 4940931"/>
                <a:gd name="connsiteY190" fmla="*/ 44450 h 138429"/>
                <a:gd name="connsiteX191" fmla="*/ 2515865 w 4940931"/>
                <a:gd name="connsiteY191" fmla="*/ 48260 h 138429"/>
                <a:gd name="connsiteX192" fmla="*/ 2512055 w 4940931"/>
                <a:gd name="connsiteY192" fmla="*/ 54610 h 138429"/>
                <a:gd name="connsiteX193" fmla="*/ 2510150 w 4940931"/>
                <a:gd name="connsiteY193" fmla="*/ 62865 h 138429"/>
                <a:gd name="connsiteX194" fmla="*/ 2546345 w 4940931"/>
                <a:gd name="connsiteY194" fmla="*/ 62865 h 138429"/>
                <a:gd name="connsiteX195" fmla="*/ 2545075 w 4940931"/>
                <a:gd name="connsiteY195" fmla="*/ 55245 h 138429"/>
                <a:gd name="connsiteX196" fmla="*/ 2541900 w 4940931"/>
                <a:gd name="connsiteY196" fmla="*/ 48895 h 138429"/>
                <a:gd name="connsiteX197" fmla="*/ 2536185 w 4940931"/>
                <a:gd name="connsiteY197" fmla="*/ 44450 h 138429"/>
                <a:gd name="connsiteX198" fmla="*/ 2527930 w 4940931"/>
                <a:gd name="connsiteY198" fmla="*/ 43180 h 138429"/>
                <a:gd name="connsiteX199" fmla="*/ 2214240 w 4940931"/>
                <a:gd name="connsiteY199" fmla="*/ 43180 h 138429"/>
                <a:gd name="connsiteX200" fmla="*/ 2207255 w 4940931"/>
                <a:gd name="connsiteY200" fmla="*/ 44450 h 138429"/>
                <a:gd name="connsiteX201" fmla="*/ 2202175 w 4940931"/>
                <a:gd name="connsiteY201" fmla="*/ 48260 h 138429"/>
                <a:gd name="connsiteX202" fmla="*/ 2198365 w 4940931"/>
                <a:gd name="connsiteY202" fmla="*/ 54610 h 138429"/>
                <a:gd name="connsiteX203" fmla="*/ 2196460 w 4940931"/>
                <a:gd name="connsiteY203" fmla="*/ 62865 h 138429"/>
                <a:gd name="connsiteX204" fmla="*/ 2232655 w 4940931"/>
                <a:gd name="connsiteY204" fmla="*/ 62865 h 138429"/>
                <a:gd name="connsiteX205" fmla="*/ 2231385 w 4940931"/>
                <a:gd name="connsiteY205" fmla="*/ 55245 h 138429"/>
                <a:gd name="connsiteX206" fmla="*/ 2228210 w 4940931"/>
                <a:gd name="connsiteY206" fmla="*/ 48895 h 138429"/>
                <a:gd name="connsiteX207" fmla="*/ 2222495 w 4940931"/>
                <a:gd name="connsiteY207" fmla="*/ 44450 h 138429"/>
                <a:gd name="connsiteX208" fmla="*/ 2214240 w 4940931"/>
                <a:gd name="connsiteY208" fmla="*/ 43180 h 138429"/>
                <a:gd name="connsiteX209" fmla="*/ 2027551 w 4940931"/>
                <a:gd name="connsiteY209" fmla="*/ 43180 h 138429"/>
                <a:gd name="connsiteX210" fmla="*/ 2020566 w 4940931"/>
                <a:gd name="connsiteY210" fmla="*/ 44450 h 138429"/>
                <a:gd name="connsiteX211" fmla="*/ 2015486 w 4940931"/>
                <a:gd name="connsiteY211" fmla="*/ 48260 h 138429"/>
                <a:gd name="connsiteX212" fmla="*/ 2011676 w 4940931"/>
                <a:gd name="connsiteY212" fmla="*/ 54610 h 138429"/>
                <a:gd name="connsiteX213" fmla="*/ 2009771 w 4940931"/>
                <a:gd name="connsiteY213" fmla="*/ 62865 h 138429"/>
                <a:gd name="connsiteX214" fmla="*/ 2045966 w 4940931"/>
                <a:gd name="connsiteY214" fmla="*/ 62865 h 138429"/>
                <a:gd name="connsiteX215" fmla="*/ 2044696 w 4940931"/>
                <a:gd name="connsiteY215" fmla="*/ 55245 h 138429"/>
                <a:gd name="connsiteX216" fmla="*/ 2041521 w 4940931"/>
                <a:gd name="connsiteY216" fmla="*/ 48895 h 138429"/>
                <a:gd name="connsiteX217" fmla="*/ 2035806 w 4940931"/>
                <a:gd name="connsiteY217" fmla="*/ 44450 h 138429"/>
                <a:gd name="connsiteX218" fmla="*/ 2027551 w 4940931"/>
                <a:gd name="connsiteY218" fmla="*/ 43180 h 138429"/>
                <a:gd name="connsiteX219" fmla="*/ 1949445 w 4940931"/>
                <a:gd name="connsiteY219" fmla="*/ 43180 h 138429"/>
                <a:gd name="connsiteX220" fmla="*/ 1944365 w 4940931"/>
                <a:gd name="connsiteY220" fmla="*/ 43815 h 138429"/>
                <a:gd name="connsiteX221" fmla="*/ 1939285 w 4940931"/>
                <a:gd name="connsiteY221" fmla="*/ 45720 h 138429"/>
                <a:gd name="connsiteX222" fmla="*/ 1934840 w 4940931"/>
                <a:gd name="connsiteY222" fmla="*/ 48895 h 138429"/>
                <a:gd name="connsiteX223" fmla="*/ 1931665 w 4940931"/>
                <a:gd name="connsiteY223" fmla="*/ 52705 h 138429"/>
                <a:gd name="connsiteX224" fmla="*/ 1931665 w 4940931"/>
                <a:gd name="connsiteY224" fmla="*/ 85725 h 138429"/>
                <a:gd name="connsiteX225" fmla="*/ 1934840 w 4940931"/>
                <a:gd name="connsiteY225" fmla="*/ 89535 h 138429"/>
                <a:gd name="connsiteX226" fmla="*/ 1939285 w 4940931"/>
                <a:gd name="connsiteY226" fmla="*/ 92710 h 138429"/>
                <a:gd name="connsiteX227" fmla="*/ 1944365 w 4940931"/>
                <a:gd name="connsiteY227" fmla="*/ 95250 h 138429"/>
                <a:gd name="connsiteX228" fmla="*/ 1950080 w 4940931"/>
                <a:gd name="connsiteY228" fmla="*/ 95885 h 138429"/>
                <a:gd name="connsiteX229" fmla="*/ 1962780 w 4940931"/>
                <a:gd name="connsiteY229" fmla="*/ 89535 h 138429"/>
                <a:gd name="connsiteX230" fmla="*/ 1967225 w 4940931"/>
                <a:gd name="connsiteY230" fmla="*/ 71120 h 138429"/>
                <a:gd name="connsiteX231" fmla="*/ 1966590 w 4940931"/>
                <a:gd name="connsiteY231" fmla="*/ 71755 h 138429"/>
                <a:gd name="connsiteX232" fmla="*/ 1962145 w 4940931"/>
                <a:gd name="connsiteY232" fmla="*/ 50165 h 138429"/>
                <a:gd name="connsiteX233" fmla="*/ 1949445 w 4940931"/>
                <a:gd name="connsiteY233" fmla="*/ 43180 h 138429"/>
                <a:gd name="connsiteX234" fmla="*/ 1829431 w 4940931"/>
                <a:gd name="connsiteY234" fmla="*/ 43180 h 138429"/>
                <a:gd name="connsiteX235" fmla="*/ 1822446 w 4940931"/>
                <a:gd name="connsiteY235" fmla="*/ 44450 h 138429"/>
                <a:gd name="connsiteX236" fmla="*/ 1817366 w 4940931"/>
                <a:gd name="connsiteY236" fmla="*/ 48260 h 138429"/>
                <a:gd name="connsiteX237" fmla="*/ 1813556 w 4940931"/>
                <a:gd name="connsiteY237" fmla="*/ 54610 h 138429"/>
                <a:gd name="connsiteX238" fmla="*/ 1811651 w 4940931"/>
                <a:gd name="connsiteY238" fmla="*/ 62865 h 138429"/>
                <a:gd name="connsiteX239" fmla="*/ 1847846 w 4940931"/>
                <a:gd name="connsiteY239" fmla="*/ 62865 h 138429"/>
                <a:gd name="connsiteX240" fmla="*/ 1846576 w 4940931"/>
                <a:gd name="connsiteY240" fmla="*/ 55245 h 138429"/>
                <a:gd name="connsiteX241" fmla="*/ 1843401 w 4940931"/>
                <a:gd name="connsiteY241" fmla="*/ 48895 h 138429"/>
                <a:gd name="connsiteX242" fmla="*/ 1837686 w 4940931"/>
                <a:gd name="connsiteY242" fmla="*/ 44450 h 138429"/>
                <a:gd name="connsiteX243" fmla="*/ 1829431 w 4940931"/>
                <a:gd name="connsiteY243" fmla="*/ 43180 h 138429"/>
                <a:gd name="connsiteX244" fmla="*/ 1178561 w 4940931"/>
                <a:gd name="connsiteY244" fmla="*/ 43180 h 138429"/>
                <a:gd name="connsiteX245" fmla="*/ 1171576 w 4940931"/>
                <a:gd name="connsiteY245" fmla="*/ 44450 h 138429"/>
                <a:gd name="connsiteX246" fmla="*/ 1166496 w 4940931"/>
                <a:gd name="connsiteY246" fmla="*/ 48260 h 138429"/>
                <a:gd name="connsiteX247" fmla="*/ 1162686 w 4940931"/>
                <a:gd name="connsiteY247" fmla="*/ 54610 h 138429"/>
                <a:gd name="connsiteX248" fmla="*/ 1160781 w 4940931"/>
                <a:gd name="connsiteY248" fmla="*/ 62865 h 138429"/>
                <a:gd name="connsiteX249" fmla="*/ 1196976 w 4940931"/>
                <a:gd name="connsiteY249" fmla="*/ 62865 h 138429"/>
                <a:gd name="connsiteX250" fmla="*/ 1195706 w 4940931"/>
                <a:gd name="connsiteY250" fmla="*/ 55245 h 138429"/>
                <a:gd name="connsiteX251" fmla="*/ 1192531 w 4940931"/>
                <a:gd name="connsiteY251" fmla="*/ 48895 h 138429"/>
                <a:gd name="connsiteX252" fmla="*/ 1186816 w 4940931"/>
                <a:gd name="connsiteY252" fmla="*/ 44450 h 138429"/>
                <a:gd name="connsiteX253" fmla="*/ 1178561 w 4940931"/>
                <a:gd name="connsiteY253" fmla="*/ 43180 h 138429"/>
                <a:gd name="connsiteX254" fmla="*/ 898525 w 4940931"/>
                <a:gd name="connsiteY254" fmla="*/ 43180 h 138429"/>
                <a:gd name="connsiteX255" fmla="*/ 891540 w 4940931"/>
                <a:gd name="connsiteY255" fmla="*/ 44450 h 138429"/>
                <a:gd name="connsiteX256" fmla="*/ 886460 w 4940931"/>
                <a:gd name="connsiteY256" fmla="*/ 48260 h 138429"/>
                <a:gd name="connsiteX257" fmla="*/ 882650 w 4940931"/>
                <a:gd name="connsiteY257" fmla="*/ 54610 h 138429"/>
                <a:gd name="connsiteX258" fmla="*/ 880745 w 4940931"/>
                <a:gd name="connsiteY258" fmla="*/ 62865 h 138429"/>
                <a:gd name="connsiteX259" fmla="*/ 916940 w 4940931"/>
                <a:gd name="connsiteY259" fmla="*/ 62865 h 138429"/>
                <a:gd name="connsiteX260" fmla="*/ 915670 w 4940931"/>
                <a:gd name="connsiteY260" fmla="*/ 55245 h 138429"/>
                <a:gd name="connsiteX261" fmla="*/ 912495 w 4940931"/>
                <a:gd name="connsiteY261" fmla="*/ 48895 h 138429"/>
                <a:gd name="connsiteX262" fmla="*/ 906780 w 4940931"/>
                <a:gd name="connsiteY262" fmla="*/ 44450 h 138429"/>
                <a:gd name="connsiteX263" fmla="*/ 898525 w 4940931"/>
                <a:gd name="connsiteY263" fmla="*/ 43180 h 138429"/>
                <a:gd name="connsiteX264" fmla="*/ 584834 w 4940931"/>
                <a:gd name="connsiteY264" fmla="*/ 43180 h 138429"/>
                <a:gd name="connsiteX265" fmla="*/ 577849 w 4940931"/>
                <a:gd name="connsiteY265" fmla="*/ 44450 h 138429"/>
                <a:gd name="connsiteX266" fmla="*/ 572769 w 4940931"/>
                <a:gd name="connsiteY266" fmla="*/ 48260 h 138429"/>
                <a:gd name="connsiteX267" fmla="*/ 568959 w 4940931"/>
                <a:gd name="connsiteY267" fmla="*/ 54610 h 138429"/>
                <a:gd name="connsiteX268" fmla="*/ 567054 w 4940931"/>
                <a:gd name="connsiteY268" fmla="*/ 62865 h 138429"/>
                <a:gd name="connsiteX269" fmla="*/ 603249 w 4940931"/>
                <a:gd name="connsiteY269" fmla="*/ 62865 h 138429"/>
                <a:gd name="connsiteX270" fmla="*/ 601979 w 4940931"/>
                <a:gd name="connsiteY270" fmla="*/ 55245 h 138429"/>
                <a:gd name="connsiteX271" fmla="*/ 598804 w 4940931"/>
                <a:gd name="connsiteY271" fmla="*/ 48895 h 138429"/>
                <a:gd name="connsiteX272" fmla="*/ 593089 w 4940931"/>
                <a:gd name="connsiteY272" fmla="*/ 44450 h 138429"/>
                <a:gd name="connsiteX273" fmla="*/ 584834 w 4940931"/>
                <a:gd name="connsiteY273" fmla="*/ 43180 h 138429"/>
                <a:gd name="connsiteX274" fmla="*/ 398145 w 4940931"/>
                <a:gd name="connsiteY274" fmla="*/ 43180 h 138429"/>
                <a:gd name="connsiteX275" fmla="*/ 391160 w 4940931"/>
                <a:gd name="connsiteY275" fmla="*/ 44450 h 138429"/>
                <a:gd name="connsiteX276" fmla="*/ 386080 w 4940931"/>
                <a:gd name="connsiteY276" fmla="*/ 48260 h 138429"/>
                <a:gd name="connsiteX277" fmla="*/ 382270 w 4940931"/>
                <a:gd name="connsiteY277" fmla="*/ 54610 h 138429"/>
                <a:gd name="connsiteX278" fmla="*/ 380365 w 4940931"/>
                <a:gd name="connsiteY278" fmla="*/ 62865 h 138429"/>
                <a:gd name="connsiteX279" fmla="*/ 416560 w 4940931"/>
                <a:gd name="connsiteY279" fmla="*/ 62865 h 138429"/>
                <a:gd name="connsiteX280" fmla="*/ 415290 w 4940931"/>
                <a:gd name="connsiteY280" fmla="*/ 55245 h 138429"/>
                <a:gd name="connsiteX281" fmla="*/ 412115 w 4940931"/>
                <a:gd name="connsiteY281" fmla="*/ 48895 h 138429"/>
                <a:gd name="connsiteX282" fmla="*/ 406400 w 4940931"/>
                <a:gd name="connsiteY282" fmla="*/ 44450 h 138429"/>
                <a:gd name="connsiteX283" fmla="*/ 398145 w 4940931"/>
                <a:gd name="connsiteY283" fmla="*/ 43180 h 138429"/>
                <a:gd name="connsiteX284" fmla="*/ 320039 w 4940931"/>
                <a:gd name="connsiteY284" fmla="*/ 43180 h 138429"/>
                <a:gd name="connsiteX285" fmla="*/ 314959 w 4940931"/>
                <a:gd name="connsiteY285" fmla="*/ 43815 h 138429"/>
                <a:gd name="connsiteX286" fmla="*/ 309879 w 4940931"/>
                <a:gd name="connsiteY286" fmla="*/ 45720 h 138429"/>
                <a:gd name="connsiteX287" fmla="*/ 305434 w 4940931"/>
                <a:gd name="connsiteY287" fmla="*/ 48895 h 138429"/>
                <a:gd name="connsiteX288" fmla="*/ 302259 w 4940931"/>
                <a:gd name="connsiteY288" fmla="*/ 52705 h 138429"/>
                <a:gd name="connsiteX289" fmla="*/ 302259 w 4940931"/>
                <a:gd name="connsiteY289" fmla="*/ 85725 h 138429"/>
                <a:gd name="connsiteX290" fmla="*/ 305434 w 4940931"/>
                <a:gd name="connsiteY290" fmla="*/ 89535 h 138429"/>
                <a:gd name="connsiteX291" fmla="*/ 309879 w 4940931"/>
                <a:gd name="connsiteY291" fmla="*/ 92710 h 138429"/>
                <a:gd name="connsiteX292" fmla="*/ 314959 w 4940931"/>
                <a:gd name="connsiteY292" fmla="*/ 95250 h 138429"/>
                <a:gd name="connsiteX293" fmla="*/ 320674 w 4940931"/>
                <a:gd name="connsiteY293" fmla="*/ 95885 h 138429"/>
                <a:gd name="connsiteX294" fmla="*/ 333374 w 4940931"/>
                <a:gd name="connsiteY294" fmla="*/ 89535 h 138429"/>
                <a:gd name="connsiteX295" fmla="*/ 337819 w 4940931"/>
                <a:gd name="connsiteY295" fmla="*/ 71120 h 138429"/>
                <a:gd name="connsiteX296" fmla="*/ 337184 w 4940931"/>
                <a:gd name="connsiteY296" fmla="*/ 71755 h 138429"/>
                <a:gd name="connsiteX297" fmla="*/ 332739 w 4940931"/>
                <a:gd name="connsiteY297" fmla="*/ 50165 h 138429"/>
                <a:gd name="connsiteX298" fmla="*/ 320039 w 4940931"/>
                <a:gd name="connsiteY298" fmla="*/ 43180 h 138429"/>
                <a:gd name="connsiteX299" fmla="*/ 200025 w 4940931"/>
                <a:gd name="connsiteY299" fmla="*/ 43180 h 138429"/>
                <a:gd name="connsiteX300" fmla="*/ 193040 w 4940931"/>
                <a:gd name="connsiteY300" fmla="*/ 44450 h 138429"/>
                <a:gd name="connsiteX301" fmla="*/ 187960 w 4940931"/>
                <a:gd name="connsiteY301" fmla="*/ 48260 h 138429"/>
                <a:gd name="connsiteX302" fmla="*/ 184150 w 4940931"/>
                <a:gd name="connsiteY302" fmla="*/ 54610 h 138429"/>
                <a:gd name="connsiteX303" fmla="*/ 182245 w 4940931"/>
                <a:gd name="connsiteY303" fmla="*/ 62865 h 138429"/>
                <a:gd name="connsiteX304" fmla="*/ 218440 w 4940931"/>
                <a:gd name="connsiteY304" fmla="*/ 62865 h 138429"/>
                <a:gd name="connsiteX305" fmla="*/ 217170 w 4940931"/>
                <a:gd name="connsiteY305" fmla="*/ 55245 h 138429"/>
                <a:gd name="connsiteX306" fmla="*/ 213995 w 4940931"/>
                <a:gd name="connsiteY306" fmla="*/ 48895 h 138429"/>
                <a:gd name="connsiteX307" fmla="*/ 208280 w 4940931"/>
                <a:gd name="connsiteY307" fmla="*/ 44450 h 138429"/>
                <a:gd name="connsiteX308" fmla="*/ 200025 w 4940931"/>
                <a:gd name="connsiteY308" fmla="*/ 43180 h 138429"/>
                <a:gd name="connsiteX309" fmla="*/ 4439281 w 4940931"/>
                <a:gd name="connsiteY309" fmla="*/ 43179 h 138429"/>
                <a:gd name="connsiteX310" fmla="*/ 4426581 w 4940931"/>
                <a:gd name="connsiteY310" fmla="*/ 49529 h 138429"/>
                <a:gd name="connsiteX311" fmla="*/ 4422136 w 4940931"/>
                <a:gd name="connsiteY311" fmla="*/ 67944 h 138429"/>
                <a:gd name="connsiteX312" fmla="*/ 4423406 w 4940931"/>
                <a:gd name="connsiteY312" fmla="*/ 80644 h 138429"/>
                <a:gd name="connsiteX313" fmla="*/ 4426581 w 4940931"/>
                <a:gd name="connsiteY313" fmla="*/ 89534 h 138429"/>
                <a:gd name="connsiteX314" fmla="*/ 4432296 w 4940931"/>
                <a:gd name="connsiteY314" fmla="*/ 94614 h 138429"/>
                <a:gd name="connsiteX315" fmla="*/ 4439916 w 4940931"/>
                <a:gd name="connsiteY315" fmla="*/ 96519 h 138429"/>
                <a:gd name="connsiteX316" fmla="*/ 4444996 w 4940931"/>
                <a:gd name="connsiteY316" fmla="*/ 95884 h 138429"/>
                <a:gd name="connsiteX317" fmla="*/ 4450076 w 4940931"/>
                <a:gd name="connsiteY317" fmla="*/ 93344 h 138429"/>
                <a:gd name="connsiteX318" fmla="*/ 4454521 w 4940931"/>
                <a:gd name="connsiteY318" fmla="*/ 90169 h 138429"/>
                <a:gd name="connsiteX319" fmla="*/ 4457696 w 4940931"/>
                <a:gd name="connsiteY319" fmla="*/ 86359 h 138429"/>
                <a:gd name="connsiteX320" fmla="*/ 4457696 w 4940931"/>
                <a:gd name="connsiteY320" fmla="*/ 53339 h 138429"/>
                <a:gd name="connsiteX321" fmla="*/ 4454521 w 4940931"/>
                <a:gd name="connsiteY321" fmla="*/ 49529 h 138429"/>
                <a:gd name="connsiteX322" fmla="*/ 4450076 w 4940931"/>
                <a:gd name="connsiteY322" fmla="*/ 46354 h 138429"/>
                <a:gd name="connsiteX323" fmla="*/ 4444996 w 4940931"/>
                <a:gd name="connsiteY323" fmla="*/ 43814 h 138429"/>
                <a:gd name="connsiteX324" fmla="*/ 4439281 w 4940931"/>
                <a:gd name="connsiteY324" fmla="*/ 43179 h 138429"/>
                <a:gd name="connsiteX325" fmla="*/ 1014731 w 4940931"/>
                <a:gd name="connsiteY325" fmla="*/ 43179 h 138429"/>
                <a:gd name="connsiteX326" fmla="*/ 1002032 w 4940931"/>
                <a:gd name="connsiteY326" fmla="*/ 49529 h 138429"/>
                <a:gd name="connsiteX327" fmla="*/ 997587 w 4940931"/>
                <a:gd name="connsiteY327" fmla="*/ 67944 h 138429"/>
                <a:gd name="connsiteX328" fmla="*/ 1002032 w 4940931"/>
                <a:gd name="connsiteY328" fmla="*/ 88899 h 138429"/>
                <a:gd name="connsiteX329" fmla="*/ 1015367 w 4940931"/>
                <a:gd name="connsiteY329" fmla="*/ 95884 h 138429"/>
                <a:gd name="connsiteX330" fmla="*/ 1024891 w 4940931"/>
                <a:gd name="connsiteY330" fmla="*/ 93344 h 138429"/>
                <a:gd name="connsiteX331" fmla="*/ 1033147 w 4940931"/>
                <a:gd name="connsiteY331" fmla="*/ 86359 h 138429"/>
                <a:gd name="connsiteX332" fmla="*/ 1033147 w 4940931"/>
                <a:gd name="connsiteY332" fmla="*/ 53339 h 138429"/>
                <a:gd name="connsiteX333" fmla="*/ 1029971 w 4940931"/>
                <a:gd name="connsiteY333" fmla="*/ 49529 h 138429"/>
                <a:gd name="connsiteX334" fmla="*/ 1025526 w 4940931"/>
                <a:gd name="connsiteY334" fmla="*/ 46354 h 138429"/>
                <a:gd name="connsiteX335" fmla="*/ 1020446 w 4940931"/>
                <a:gd name="connsiteY335" fmla="*/ 43814 h 138429"/>
                <a:gd name="connsiteX336" fmla="*/ 1014731 w 4940931"/>
                <a:gd name="connsiteY336" fmla="*/ 43179 h 138429"/>
                <a:gd name="connsiteX337" fmla="*/ 4524370 w 4940931"/>
                <a:gd name="connsiteY337" fmla="*/ 31114 h 138429"/>
                <a:gd name="connsiteX338" fmla="*/ 4538975 w 4940931"/>
                <a:gd name="connsiteY338" fmla="*/ 31114 h 138429"/>
                <a:gd name="connsiteX339" fmla="*/ 4552310 w 4940931"/>
                <a:gd name="connsiteY339" fmla="*/ 84454 h 138429"/>
                <a:gd name="connsiteX340" fmla="*/ 4566915 w 4940931"/>
                <a:gd name="connsiteY340" fmla="*/ 31114 h 138429"/>
                <a:gd name="connsiteX341" fmla="*/ 4579615 w 4940931"/>
                <a:gd name="connsiteY341" fmla="*/ 31114 h 138429"/>
                <a:gd name="connsiteX342" fmla="*/ 4594220 w 4940931"/>
                <a:gd name="connsiteY342" fmla="*/ 84454 h 138429"/>
                <a:gd name="connsiteX343" fmla="*/ 4606920 w 4940931"/>
                <a:gd name="connsiteY343" fmla="*/ 31114 h 138429"/>
                <a:gd name="connsiteX344" fmla="*/ 4622160 w 4940931"/>
                <a:gd name="connsiteY344" fmla="*/ 31114 h 138429"/>
                <a:gd name="connsiteX345" fmla="*/ 4600570 w 4940931"/>
                <a:gd name="connsiteY345" fmla="*/ 108584 h 138429"/>
                <a:gd name="connsiteX346" fmla="*/ 4587235 w 4940931"/>
                <a:gd name="connsiteY346" fmla="*/ 108584 h 138429"/>
                <a:gd name="connsiteX347" fmla="*/ 4572630 w 4940931"/>
                <a:gd name="connsiteY347" fmla="*/ 54609 h 138429"/>
                <a:gd name="connsiteX348" fmla="*/ 4558660 w 4940931"/>
                <a:gd name="connsiteY348" fmla="*/ 108584 h 138429"/>
                <a:gd name="connsiteX349" fmla="*/ 4545325 w 4940931"/>
                <a:gd name="connsiteY349" fmla="*/ 108584 h 138429"/>
                <a:gd name="connsiteX350" fmla="*/ 4123686 w 4940931"/>
                <a:gd name="connsiteY350" fmla="*/ 31114 h 138429"/>
                <a:gd name="connsiteX351" fmla="*/ 4138926 w 4940931"/>
                <a:gd name="connsiteY351" fmla="*/ 31114 h 138429"/>
                <a:gd name="connsiteX352" fmla="*/ 4152261 w 4940931"/>
                <a:gd name="connsiteY352" fmla="*/ 84454 h 138429"/>
                <a:gd name="connsiteX353" fmla="*/ 4166866 w 4940931"/>
                <a:gd name="connsiteY353" fmla="*/ 31114 h 138429"/>
                <a:gd name="connsiteX354" fmla="*/ 4178931 w 4940931"/>
                <a:gd name="connsiteY354" fmla="*/ 31114 h 138429"/>
                <a:gd name="connsiteX355" fmla="*/ 4193536 w 4940931"/>
                <a:gd name="connsiteY355" fmla="*/ 84454 h 138429"/>
                <a:gd name="connsiteX356" fmla="*/ 4206871 w 4940931"/>
                <a:gd name="connsiteY356" fmla="*/ 31114 h 138429"/>
                <a:gd name="connsiteX357" fmla="*/ 4222111 w 4940931"/>
                <a:gd name="connsiteY357" fmla="*/ 31114 h 138429"/>
                <a:gd name="connsiteX358" fmla="*/ 4200521 w 4940931"/>
                <a:gd name="connsiteY358" fmla="*/ 108584 h 138429"/>
                <a:gd name="connsiteX359" fmla="*/ 4187186 w 4940931"/>
                <a:gd name="connsiteY359" fmla="*/ 108584 h 138429"/>
                <a:gd name="connsiteX360" fmla="*/ 4172581 w 4940931"/>
                <a:gd name="connsiteY360" fmla="*/ 54609 h 138429"/>
                <a:gd name="connsiteX361" fmla="*/ 4157976 w 4940931"/>
                <a:gd name="connsiteY361" fmla="*/ 108584 h 138429"/>
                <a:gd name="connsiteX362" fmla="*/ 4145276 w 4940931"/>
                <a:gd name="connsiteY362" fmla="*/ 108584 h 138429"/>
                <a:gd name="connsiteX363" fmla="*/ 2837811 w 4940931"/>
                <a:gd name="connsiteY363" fmla="*/ 31114 h 138429"/>
                <a:gd name="connsiteX364" fmla="*/ 2852416 w 4940931"/>
                <a:gd name="connsiteY364" fmla="*/ 31114 h 138429"/>
                <a:gd name="connsiteX365" fmla="*/ 2865751 w 4940931"/>
                <a:gd name="connsiteY365" fmla="*/ 84454 h 138429"/>
                <a:gd name="connsiteX366" fmla="*/ 2880356 w 4940931"/>
                <a:gd name="connsiteY366" fmla="*/ 31114 h 138429"/>
                <a:gd name="connsiteX367" fmla="*/ 2893056 w 4940931"/>
                <a:gd name="connsiteY367" fmla="*/ 31114 h 138429"/>
                <a:gd name="connsiteX368" fmla="*/ 2907661 w 4940931"/>
                <a:gd name="connsiteY368" fmla="*/ 84454 h 138429"/>
                <a:gd name="connsiteX369" fmla="*/ 2920361 w 4940931"/>
                <a:gd name="connsiteY369" fmla="*/ 31114 h 138429"/>
                <a:gd name="connsiteX370" fmla="*/ 2935601 w 4940931"/>
                <a:gd name="connsiteY370" fmla="*/ 31114 h 138429"/>
                <a:gd name="connsiteX371" fmla="*/ 2914011 w 4940931"/>
                <a:gd name="connsiteY371" fmla="*/ 108584 h 138429"/>
                <a:gd name="connsiteX372" fmla="*/ 2900676 w 4940931"/>
                <a:gd name="connsiteY372" fmla="*/ 108584 h 138429"/>
                <a:gd name="connsiteX373" fmla="*/ 2886706 w 4940931"/>
                <a:gd name="connsiteY373" fmla="*/ 54609 h 138429"/>
                <a:gd name="connsiteX374" fmla="*/ 2872101 w 4940931"/>
                <a:gd name="connsiteY374" fmla="*/ 108584 h 138429"/>
                <a:gd name="connsiteX375" fmla="*/ 2858766 w 4940931"/>
                <a:gd name="connsiteY375" fmla="*/ 108584 h 138429"/>
                <a:gd name="connsiteX376" fmla="*/ 1354455 w 4940931"/>
                <a:gd name="connsiteY376" fmla="*/ 31114 h 138429"/>
                <a:gd name="connsiteX377" fmla="*/ 1369695 w 4940931"/>
                <a:gd name="connsiteY377" fmla="*/ 31114 h 138429"/>
                <a:gd name="connsiteX378" fmla="*/ 1369695 w 4940931"/>
                <a:gd name="connsiteY378" fmla="*/ 109219 h 138429"/>
                <a:gd name="connsiteX379" fmla="*/ 1354455 w 4940931"/>
                <a:gd name="connsiteY379" fmla="*/ 109219 h 138429"/>
                <a:gd name="connsiteX380" fmla="*/ 2646040 w 4940931"/>
                <a:gd name="connsiteY380" fmla="*/ 29844 h 138429"/>
                <a:gd name="connsiteX381" fmla="*/ 2658105 w 4940931"/>
                <a:gd name="connsiteY381" fmla="*/ 31749 h 138429"/>
                <a:gd name="connsiteX382" fmla="*/ 2667630 w 4940931"/>
                <a:gd name="connsiteY382" fmla="*/ 36829 h 138429"/>
                <a:gd name="connsiteX383" fmla="*/ 2673345 w 4940931"/>
                <a:gd name="connsiteY383" fmla="*/ 45084 h 138429"/>
                <a:gd name="connsiteX384" fmla="*/ 2675250 w 4940931"/>
                <a:gd name="connsiteY384" fmla="*/ 56514 h 138429"/>
                <a:gd name="connsiteX385" fmla="*/ 2675250 w 4940931"/>
                <a:gd name="connsiteY385" fmla="*/ 109854 h 138429"/>
                <a:gd name="connsiteX386" fmla="*/ 2660010 w 4940931"/>
                <a:gd name="connsiteY386" fmla="*/ 109854 h 138429"/>
                <a:gd name="connsiteX387" fmla="*/ 2660010 w 4940931"/>
                <a:gd name="connsiteY387" fmla="*/ 108584 h 138429"/>
                <a:gd name="connsiteX388" fmla="*/ 2660010 w 4940931"/>
                <a:gd name="connsiteY388" fmla="*/ 100964 h 138429"/>
                <a:gd name="connsiteX389" fmla="*/ 2654930 w 4940931"/>
                <a:gd name="connsiteY389" fmla="*/ 104774 h 138429"/>
                <a:gd name="connsiteX390" fmla="*/ 2651120 w 4940931"/>
                <a:gd name="connsiteY390" fmla="*/ 107314 h 138429"/>
                <a:gd name="connsiteX391" fmla="*/ 2646040 w 4940931"/>
                <a:gd name="connsiteY391" fmla="*/ 109219 h 138429"/>
                <a:gd name="connsiteX392" fmla="*/ 2639055 w 4940931"/>
                <a:gd name="connsiteY392" fmla="*/ 109854 h 138429"/>
                <a:gd name="connsiteX393" fmla="*/ 2629530 w 4940931"/>
                <a:gd name="connsiteY393" fmla="*/ 108584 h 138429"/>
                <a:gd name="connsiteX394" fmla="*/ 2620640 w 4940931"/>
                <a:gd name="connsiteY394" fmla="*/ 104139 h 138429"/>
                <a:gd name="connsiteX395" fmla="*/ 2614290 w 4940931"/>
                <a:gd name="connsiteY395" fmla="*/ 95884 h 138429"/>
                <a:gd name="connsiteX396" fmla="*/ 2611750 w 4940931"/>
                <a:gd name="connsiteY396" fmla="*/ 83819 h 138429"/>
                <a:gd name="connsiteX397" fmla="*/ 2614290 w 4940931"/>
                <a:gd name="connsiteY397" fmla="*/ 72389 h 138429"/>
                <a:gd name="connsiteX398" fmla="*/ 2620640 w 4940931"/>
                <a:gd name="connsiteY398" fmla="*/ 64769 h 138429"/>
                <a:gd name="connsiteX399" fmla="*/ 2630800 w 4940931"/>
                <a:gd name="connsiteY399" fmla="*/ 60324 h 138429"/>
                <a:gd name="connsiteX400" fmla="*/ 2642865 w 4940931"/>
                <a:gd name="connsiteY400" fmla="*/ 59054 h 138429"/>
                <a:gd name="connsiteX401" fmla="*/ 2653025 w 4940931"/>
                <a:gd name="connsiteY401" fmla="*/ 59689 h 138429"/>
                <a:gd name="connsiteX402" fmla="*/ 2660010 w 4940931"/>
                <a:gd name="connsiteY402" fmla="*/ 61594 h 138429"/>
                <a:gd name="connsiteX403" fmla="*/ 2660010 w 4940931"/>
                <a:gd name="connsiteY403" fmla="*/ 55879 h 138429"/>
                <a:gd name="connsiteX404" fmla="*/ 2656200 w 4940931"/>
                <a:gd name="connsiteY404" fmla="*/ 46354 h 138429"/>
                <a:gd name="connsiteX405" fmla="*/ 2645405 w 4940931"/>
                <a:gd name="connsiteY405" fmla="*/ 43179 h 138429"/>
                <a:gd name="connsiteX406" fmla="*/ 2634610 w 4940931"/>
                <a:gd name="connsiteY406" fmla="*/ 44449 h 138429"/>
                <a:gd name="connsiteX407" fmla="*/ 2625085 w 4940931"/>
                <a:gd name="connsiteY407" fmla="*/ 48259 h 138429"/>
                <a:gd name="connsiteX408" fmla="*/ 2619370 w 4940931"/>
                <a:gd name="connsiteY408" fmla="*/ 36829 h 138429"/>
                <a:gd name="connsiteX409" fmla="*/ 2631435 w 4940931"/>
                <a:gd name="connsiteY409" fmla="*/ 31749 h 138429"/>
                <a:gd name="connsiteX410" fmla="*/ 2646040 w 4940931"/>
                <a:gd name="connsiteY410" fmla="*/ 29844 h 138429"/>
                <a:gd name="connsiteX411" fmla="*/ 1114426 w 4940931"/>
                <a:gd name="connsiteY411" fmla="*/ 29844 h 138429"/>
                <a:gd name="connsiteX412" fmla="*/ 1129666 w 4940931"/>
                <a:gd name="connsiteY412" fmla="*/ 29844 h 138429"/>
                <a:gd name="connsiteX413" fmla="*/ 1129666 w 4940931"/>
                <a:gd name="connsiteY413" fmla="*/ 107949 h 138429"/>
                <a:gd name="connsiteX414" fmla="*/ 1114426 w 4940931"/>
                <a:gd name="connsiteY414" fmla="*/ 107949 h 138429"/>
                <a:gd name="connsiteX415" fmla="*/ 1114426 w 4940931"/>
                <a:gd name="connsiteY415" fmla="*/ 100964 h 138429"/>
                <a:gd name="connsiteX416" fmla="*/ 1106171 w 4940931"/>
                <a:gd name="connsiteY416" fmla="*/ 107314 h 138429"/>
                <a:gd name="connsiteX417" fmla="*/ 1094741 w 4940931"/>
                <a:gd name="connsiteY417" fmla="*/ 109854 h 138429"/>
                <a:gd name="connsiteX418" fmla="*/ 1073786 w 4940931"/>
                <a:gd name="connsiteY418" fmla="*/ 100964 h 138429"/>
                <a:gd name="connsiteX419" fmla="*/ 1066800 w 4940931"/>
                <a:gd name="connsiteY419" fmla="*/ 74929 h 138429"/>
                <a:gd name="connsiteX420" fmla="*/ 1066800 w 4940931"/>
                <a:gd name="connsiteY420" fmla="*/ 30479 h 138429"/>
                <a:gd name="connsiteX421" fmla="*/ 1082040 w 4940931"/>
                <a:gd name="connsiteY421" fmla="*/ 30479 h 138429"/>
                <a:gd name="connsiteX422" fmla="*/ 1082040 w 4940931"/>
                <a:gd name="connsiteY422" fmla="*/ 74294 h 138429"/>
                <a:gd name="connsiteX423" fmla="*/ 1085851 w 4940931"/>
                <a:gd name="connsiteY423" fmla="*/ 90169 h 138429"/>
                <a:gd name="connsiteX424" fmla="*/ 1097916 w 4940931"/>
                <a:gd name="connsiteY424" fmla="*/ 95249 h 138429"/>
                <a:gd name="connsiteX425" fmla="*/ 1109981 w 4940931"/>
                <a:gd name="connsiteY425" fmla="*/ 90169 h 138429"/>
                <a:gd name="connsiteX426" fmla="*/ 1114426 w 4940931"/>
                <a:gd name="connsiteY426" fmla="*/ 75564 h 138429"/>
                <a:gd name="connsiteX427" fmla="*/ 1011556 w 4940931"/>
                <a:gd name="connsiteY427" fmla="*/ 29844 h 138429"/>
                <a:gd name="connsiteX428" fmla="*/ 1017272 w 4940931"/>
                <a:gd name="connsiteY428" fmla="*/ 30479 h 138429"/>
                <a:gd name="connsiteX429" fmla="*/ 1022352 w 4940931"/>
                <a:gd name="connsiteY429" fmla="*/ 32384 h 138429"/>
                <a:gd name="connsiteX430" fmla="*/ 1026797 w 4940931"/>
                <a:gd name="connsiteY430" fmla="*/ 35559 h 138429"/>
                <a:gd name="connsiteX431" fmla="*/ 1030607 w 4940931"/>
                <a:gd name="connsiteY431" fmla="*/ 38734 h 138429"/>
                <a:gd name="connsiteX432" fmla="*/ 1030607 w 4940931"/>
                <a:gd name="connsiteY432" fmla="*/ 31749 h 138429"/>
                <a:gd name="connsiteX433" fmla="*/ 1045847 w 4940931"/>
                <a:gd name="connsiteY433" fmla="*/ 31749 h 138429"/>
                <a:gd name="connsiteX434" fmla="*/ 1045847 w 4940931"/>
                <a:gd name="connsiteY434" fmla="*/ 130809 h 138429"/>
                <a:gd name="connsiteX435" fmla="*/ 1032512 w 4940931"/>
                <a:gd name="connsiteY435" fmla="*/ 137477 h 138429"/>
                <a:gd name="connsiteX436" fmla="*/ 1032512 w 4940931"/>
                <a:gd name="connsiteY436" fmla="*/ 101599 h 138429"/>
                <a:gd name="connsiteX437" fmla="*/ 1022986 w 4940931"/>
                <a:gd name="connsiteY437" fmla="*/ 107949 h 138429"/>
                <a:gd name="connsiteX438" fmla="*/ 1011556 w 4940931"/>
                <a:gd name="connsiteY438" fmla="*/ 110489 h 138429"/>
                <a:gd name="connsiteX439" fmla="*/ 999491 w 4940931"/>
                <a:gd name="connsiteY439" fmla="*/ 107949 h 138429"/>
                <a:gd name="connsiteX440" fmla="*/ 989966 w 4940931"/>
                <a:gd name="connsiteY440" fmla="*/ 100329 h 138429"/>
                <a:gd name="connsiteX441" fmla="*/ 983616 w 4940931"/>
                <a:gd name="connsiteY441" fmla="*/ 87629 h 138429"/>
                <a:gd name="connsiteX442" fmla="*/ 981076 w 4940931"/>
                <a:gd name="connsiteY442" fmla="*/ 68579 h 138429"/>
                <a:gd name="connsiteX443" fmla="*/ 983616 w 4940931"/>
                <a:gd name="connsiteY443" fmla="*/ 51434 h 138429"/>
                <a:gd name="connsiteX444" fmla="*/ 990601 w 4940931"/>
                <a:gd name="connsiteY444" fmla="*/ 39369 h 138429"/>
                <a:gd name="connsiteX445" fmla="*/ 1000126 w 4940931"/>
                <a:gd name="connsiteY445" fmla="*/ 32384 h 138429"/>
                <a:gd name="connsiteX446" fmla="*/ 1011556 w 4940931"/>
                <a:gd name="connsiteY446" fmla="*/ 29844 h 138429"/>
                <a:gd name="connsiteX447" fmla="*/ 4871716 w 4940931"/>
                <a:gd name="connsiteY447" fmla="*/ 29210 h 138429"/>
                <a:gd name="connsiteX448" fmla="*/ 4885686 w 4940931"/>
                <a:gd name="connsiteY448" fmla="*/ 31750 h 138429"/>
                <a:gd name="connsiteX449" fmla="*/ 4897751 w 4940931"/>
                <a:gd name="connsiteY449" fmla="*/ 38100 h 138429"/>
                <a:gd name="connsiteX450" fmla="*/ 4899021 w 4940931"/>
                <a:gd name="connsiteY450" fmla="*/ 38100 h 138429"/>
                <a:gd name="connsiteX451" fmla="*/ 4892036 w 4940931"/>
                <a:gd name="connsiteY451" fmla="*/ 50165 h 138429"/>
                <a:gd name="connsiteX452" fmla="*/ 4882511 w 4940931"/>
                <a:gd name="connsiteY452" fmla="*/ 45085 h 138429"/>
                <a:gd name="connsiteX453" fmla="*/ 4872351 w 4940931"/>
                <a:gd name="connsiteY453" fmla="*/ 43180 h 138429"/>
                <a:gd name="connsiteX454" fmla="*/ 4864096 w 4940931"/>
                <a:gd name="connsiteY454" fmla="*/ 45085 h 138429"/>
                <a:gd name="connsiteX455" fmla="*/ 4861556 w 4940931"/>
                <a:gd name="connsiteY455" fmla="*/ 50165 h 138429"/>
                <a:gd name="connsiteX456" fmla="*/ 4861556 w 4940931"/>
                <a:gd name="connsiteY456" fmla="*/ 52705 h 138429"/>
                <a:gd name="connsiteX457" fmla="*/ 4863461 w 4940931"/>
                <a:gd name="connsiteY457" fmla="*/ 55245 h 138429"/>
                <a:gd name="connsiteX458" fmla="*/ 4867906 w 4940931"/>
                <a:gd name="connsiteY458" fmla="*/ 57785 h 138429"/>
                <a:gd name="connsiteX459" fmla="*/ 4874891 w 4940931"/>
                <a:gd name="connsiteY459" fmla="*/ 60960 h 138429"/>
                <a:gd name="connsiteX460" fmla="*/ 4886321 w 4940931"/>
                <a:gd name="connsiteY460" fmla="*/ 66040 h 138429"/>
                <a:gd name="connsiteX461" fmla="*/ 4894576 w 4940931"/>
                <a:gd name="connsiteY461" fmla="*/ 71120 h 138429"/>
                <a:gd name="connsiteX462" fmla="*/ 4899656 w 4940931"/>
                <a:gd name="connsiteY462" fmla="*/ 78105 h 138429"/>
                <a:gd name="connsiteX463" fmla="*/ 4901561 w 4940931"/>
                <a:gd name="connsiteY463" fmla="*/ 87630 h 138429"/>
                <a:gd name="connsiteX464" fmla="*/ 4899021 w 4940931"/>
                <a:gd name="connsiteY464" fmla="*/ 98425 h 138429"/>
                <a:gd name="connsiteX465" fmla="*/ 4892671 w 4940931"/>
                <a:gd name="connsiteY465" fmla="*/ 105410 h 138429"/>
                <a:gd name="connsiteX466" fmla="*/ 4883146 w 4940931"/>
                <a:gd name="connsiteY466" fmla="*/ 109220 h 138429"/>
                <a:gd name="connsiteX467" fmla="*/ 4872351 w 4940931"/>
                <a:gd name="connsiteY467" fmla="*/ 110490 h 138429"/>
                <a:gd name="connsiteX468" fmla="*/ 4857111 w 4940931"/>
                <a:gd name="connsiteY468" fmla="*/ 107950 h 138429"/>
                <a:gd name="connsiteX469" fmla="*/ 4842506 w 4940931"/>
                <a:gd name="connsiteY469" fmla="*/ 100965 h 138429"/>
                <a:gd name="connsiteX470" fmla="*/ 4849491 w 4940931"/>
                <a:gd name="connsiteY470" fmla="*/ 89535 h 138429"/>
                <a:gd name="connsiteX471" fmla="*/ 4860921 w 4940931"/>
                <a:gd name="connsiteY471" fmla="*/ 95250 h 138429"/>
                <a:gd name="connsiteX472" fmla="*/ 4872351 w 4940931"/>
                <a:gd name="connsiteY472" fmla="*/ 97155 h 138429"/>
                <a:gd name="connsiteX473" fmla="*/ 4883146 w 4940931"/>
                <a:gd name="connsiteY473" fmla="*/ 94615 h 138429"/>
                <a:gd name="connsiteX474" fmla="*/ 4886321 w 4940931"/>
                <a:gd name="connsiteY474" fmla="*/ 88265 h 138429"/>
                <a:gd name="connsiteX475" fmla="*/ 4885051 w 4940931"/>
                <a:gd name="connsiteY475" fmla="*/ 84455 h 138429"/>
                <a:gd name="connsiteX476" fmla="*/ 4881241 w 4940931"/>
                <a:gd name="connsiteY476" fmla="*/ 81280 h 138429"/>
                <a:gd name="connsiteX477" fmla="*/ 4875526 w 4940931"/>
                <a:gd name="connsiteY477" fmla="*/ 78105 h 138429"/>
                <a:gd name="connsiteX478" fmla="*/ 4867906 w 4940931"/>
                <a:gd name="connsiteY478" fmla="*/ 74930 h 138429"/>
                <a:gd name="connsiteX479" fmla="*/ 4857111 w 4940931"/>
                <a:gd name="connsiteY479" fmla="*/ 69850 h 138429"/>
                <a:gd name="connsiteX480" fmla="*/ 4850126 w 4940931"/>
                <a:gd name="connsiteY480" fmla="*/ 64770 h 138429"/>
                <a:gd name="connsiteX481" fmla="*/ 4846316 w 4940931"/>
                <a:gd name="connsiteY481" fmla="*/ 58420 h 138429"/>
                <a:gd name="connsiteX482" fmla="*/ 4845046 w 4940931"/>
                <a:gd name="connsiteY482" fmla="*/ 50165 h 138429"/>
                <a:gd name="connsiteX483" fmla="*/ 4846951 w 4940931"/>
                <a:gd name="connsiteY483" fmla="*/ 40640 h 138429"/>
                <a:gd name="connsiteX484" fmla="*/ 4852666 w 4940931"/>
                <a:gd name="connsiteY484" fmla="*/ 34290 h 138429"/>
                <a:gd name="connsiteX485" fmla="*/ 4860921 w 4940931"/>
                <a:gd name="connsiteY485" fmla="*/ 30480 h 138429"/>
                <a:gd name="connsiteX486" fmla="*/ 4871716 w 4940931"/>
                <a:gd name="connsiteY486" fmla="*/ 29210 h 138429"/>
                <a:gd name="connsiteX487" fmla="*/ 4749796 w 4940931"/>
                <a:gd name="connsiteY487" fmla="*/ 29210 h 138429"/>
                <a:gd name="connsiteX488" fmla="*/ 4757416 w 4940931"/>
                <a:gd name="connsiteY488" fmla="*/ 29845 h 138429"/>
                <a:gd name="connsiteX489" fmla="*/ 4763131 w 4940931"/>
                <a:gd name="connsiteY489" fmla="*/ 32385 h 138429"/>
                <a:gd name="connsiteX490" fmla="*/ 4759321 w 4940931"/>
                <a:gd name="connsiteY490" fmla="*/ 46990 h 138429"/>
                <a:gd name="connsiteX491" fmla="*/ 4758051 w 4940931"/>
                <a:gd name="connsiteY491" fmla="*/ 46990 h 138429"/>
                <a:gd name="connsiteX492" fmla="*/ 4752971 w 4940931"/>
                <a:gd name="connsiteY492" fmla="*/ 45085 h 138429"/>
                <a:gd name="connsiteX493" fmla="*/ 4746621 w 4940931"/>
                <a:gd name="connsiteY493" fmla="*/ 44450 h 138429"/>
                <a:gd name="connsiteX494" fmla="*/ 4735191 w 4940931"/>
                <a:gd name="connsiteY494" fmla="*/ 49530 h 138429"/>
                <a:gd name="connsiteX495" fmla="*/ 4731381 w 4940931"/>
                <a:gd name="connsiteY495" fmla="*/ 64770 h 138429"/>
                <a:gd name="connsiteX496" fmla="*/ 4731381 w 4940931"/>
                <a:gd name="connsiteY496" fmla="*/ 109220 h 138429"/>
                <a:gd name="connsiteX497" fmla="*/ 4716141 w 4940931"/>
                <a:gd name="connsiteY497" fmla="*/ 109220 h 138429"/>
                <a:gd name="connsiteX498" fmla="*/ 4716141 w 4940931"/>
                <a:gd name="connsiteY498" fmla="*/ 31115 h 138429"/>
                <a:gd name="connsiteX499" fmla="*/ 4731381 w 4940931"/>
                <a:gd name="connsiteY499" fmla="*/ 31115 h 138429"/>
                <a:gd name="connsiteX500" fmla="*/ 4731381 w 4940931"/>
                <a:gd name="connsiteY500" fmla="*/ 38735 h 138429"/>
                <a:gd name="connsiteX501" fmla="*/ 4734556 w 4940931"/>
                <a:gd name="connsiteY501" fmla="*/ 34925 h 138429"/>
                <a:gd name="connsiteX502" fmla="*/ 4739001 w 4940931"/>
                <a:gd name="connsiteY502" fmla="*/ 31750 h 138429"/>
                <a:gd name="connsiteX503" fmla="*/ 4744081 w 4940931"/>
                <a:gd name="connsiteY503" fmla="*/ 29845 h 138429"/>
                <a:gd name="connsiteX504" fmla="*/ 4749796 w 4940931"/>
                <a:gd name="connsiteY504" fmla="*/ 29210 h 138429"/>
                <a:gd name="connsiteX505" fmla="*/ 4349110 w 4940931"/>
                <a:gd name="connsiteY505" fmla="*/ 29210 h 138429"/>
                <a:gd name="connsiteX506" fmla="*/ 4356730 w 4940931"/>
                <a:gd name="connsiteY506" fmla="*/ 29845 h 138429"/>
                <a:gd name="connsiteX507" fmla="*/ 4362445 w 4940931"/>
                <a:gd name="connsiteY507" fmla="*/ 32385 h 138429"/>
                <a:gd name="connsiteX508" fmla="*/ 4358635 w 4940931"/>
                <a:gd name="connsiteY508" fmla="*/ 46990 h 138429"/>
                <a:gd name="connsiteX509" fmla="*/ 4357365 w 4940931"/>
                <a:gd name="connsiteY509" fmla="*/ 46990 h 138429"/>
                <a:gd name="connsiteX510" fmla="*/ 4352285 w 4940931"/>
                <a:gd name="connsiteY510" fmla="*/ 45085 h 138429"/>
                <a:gd name="connsiteX511" fmla="*/ 4345935 w 4940931"/>
                <a:gd name="connsiteY511" fmla="*/ 44450 h 138429"/>
                <a:gd name="connsiteX512" fmla="*/ 4334505 w 4940931"/>
                <a:gd name="connsiteY512" fmla="*/ 49530 h 138429"/>
                <a:gd name="connsiteX513" fmla="*/ 4330695 w 4940931"/>
                <a:gd name="connsiteY513" fmla="*/ 64770 h 138429"/>
                <a:gd name="connsiteX514" fmla="*/ 4330695 w 4940931"/>
                <a:gd name="connsiteY514" fmla="*/ 109220 h 138429"/>
                <a:gd name="connsiteX515" fmla="*/ 4315455 w 4940931"/>
                <a:gd name="connsiteY515" fmla="*/ 109220 h 138429"/>
                <a:gd name="connsiteX516" fmla="*/ 4315455 w 4940931"/>
                <a:gd name="connsiteY516" fmla="*/ 31115 h 138429"/>
                <a:gd name="connsiteX517" fmla="*/ 4330695 w 4940931"/>
                <a:gd name="connsiteY517" fmla="*/ 31115 h 138429"/>
                <a:gd name="connsiteX518" fmla="*/ 4330695 w 4940931"/>
                <a:gd name="connsiteY518" fmla="*/ 38735 h 138429"/>
                <a:gd name="connsiteX519" fmla="*/ 4333870 w 4940931"/>
                <a:gd name="connsiteY519" fmla="*/ 34925 h 138429"/>
                <a:gd name="connsiteX520" fmla="*/ 4338315 w 4940931"/>
                <a:gd name="connsiteY520" fmla="*/ 31750 h 138429"/>
                <a:gd name="connsiteX521" fmla="*/ 4343395 w 4940931"/>
                <a:gd name="connsiteY521" fmla="*/ 29845 h 138429"/>
                <a:gd name="connsiteX522" fmla="*/ 4349110 w 4940931"/>
                <a:gd name="connsiteY522" fmla="*/ 29210 h 138429"/>
                <a:gd name="connsiteX523" fmla="*/ 4044310 w 4940931"/>
                <a:gd name="connsiteY523" fmla="*/ 29210 h 138429"/>
                <a:gd name="connsiteX524" fmla="*/ 4058915 w 4940931"/>
                <a:gd name="connsiteY524" fmla="*/ 32385 h 138429"/>
                <a:gd name="connsiteX525" fmla="*/ 4069075 w 4940931"/>
                <a:gd name="connsiteY525" fmla="*/ 40640 h 138429"/>
                <a:gd name="connsiteX526" fmla="*/ 4075425 w 4940931"/>
                <a:gd name="connsiteY526" fmla="*/ 53340 h 138429"/>
                <a:gd name="connsiteX527" fmla="*/ 4077330 w 4940931"/>
                <a:gd name="connsiteY527" fmla="*/ 68580 h 138429"/>
                <a:gd name="connsiteX528" fmla="*/ 4076060 w 4940931"/>
                <a:gd name="connsiteY528" fmla="*/ 68580 h 138429"/>
                <a:gd name="connsiteX529" fmla="*/ 4076060 w 4940931"/>
                <a:gd name="connsiteY529" fmla="*/ 72390 h 138429"/>
                <a:gd name="connsiteX530" fmla="*/ 4076060 w 4940931"/>
                <a:gd name="connsiteY530" fmla="*/ 75565 h 138429"/>
                <a:gd name="connsiteX531" fmla="*/ 4024625 w 4940931"/>
                <a:gd name="connsiteY531" fmla="*/ 75565 h 138429"/>
                <a:gd name="connsiteX532" fmla="*/ 4027165 w 4940931"/>
                <a:gd name="connsiteY532" fmla="*/ 85090 h 138429"/>
                <a:gd name="connsiteX533" fmla="*/ 4031610 w 4940931"/>
                <a:gd name="connsiteY533" fmla="*/ 91440 h 138429"/>
                <a:gd name="connsiteX534" fmla="*/ 4037325 w 4940931"/>
                <a:gd name="connsiteY534" fmla="*/ 95250 h 138429"/>
                <a:gd name="connsiteX535" fmla="*/ 4044310 w 4940931"/>
                <a:gd name="connsiteY535" fmla="*/ 96520 h 138429"/>
                <a:gd name="connsiteX536" fmla="*/ 4049390 w 4940931"/>
                <a:gd name="connsiteY536" fmla="*/ 96520 h 138429"/>
                <a:gd name="connsiteX537" fmla="*/ 4053835 w 4940931"/>
                <a:gd name="connsiteY537" fmla="*/ 95250 h 138429"/>
                <a:gd name="connsiteX538" fmla="*/ 4057645 w 4940931"/>
                <a:gd name="connsiteY538" fmla="*/ 93345 h 138429"/>
                <a:gd name="connsiteX539" fmla="*/ 4062090 w 4940931"/>
                <a:gd name="connsiteY539" fmla="*/ 90805 h 138429"/>
                <a:gd name="connsiteX540" fmla="*/ 4070980 w 4940931"/>
                <a:gd name="connsiteY540" fmla="*/ 100330 h 138429"/>
                <a:gd name="connsiteX541" fmla="*/ 4065265 w 4940931"/>
                <a:gd name="connsiteY541" fmla="*/ 104775 h 138429"/>
                <a:gd name="connsiteX542" fmla="*/ 4059550 w 4940931"/>
                <a:gd name="connsiteY542" fmla="*/ 107950 h 138429"/>
                <a:gd name="connsiteX543" fmla="*/ 4052565 w 4940931"/>
                <a:gd name="connsiteY543" fmla="*/ 109855 h 138429"/>
                <a:gd name="connsiteX544" fmla="*/ 4043675 w 4940931"/>
                <a:gd name="connsiteY544" fmla="*/ 110490 h 138429"/>
                <a:gd name="connsiteX545" fmla="*/ 4034150 w 4940931"/>
                <a:gd name="connsiteY545" fmla="*/ 109220 h 138429"/>
                <a:gd name="connsiteX546" fmla="*/ 4026530 w 4940931"/>
                <a:gd name="connsiteY546" fmla="*/ 105410 h 138429"/>
                <a:gd name="connsiteX547" fmla="*/ 4020180 w 4940931"/>
                <a:gd name="connsiteY547" fmla="*/ 100330 h 138429"/>
                <a:gd name="connsiteX548" fmla="*/ 4015100 w 4940931"/>
                <a:gd name="connsiteY548" fmla="*/ 92710 h 138429"/>
                <a:gd name="connsiteX549" fmla="*/ 4011290 w 4940931"/>
                <a:gd name="connsiteY549" fmla="*/ 82550 h 138429"/>
                <a:gd name="connsiteX550" fmla="*/ 4010020 w 4940931"/>
                <a:gd name="connsiteY550" fmla="*/ 69850 h 138429"/>
                <a:gd name="connsiteX551" fmla="*/ 4012560 w 4940931"/>
                <a:gd name="connsiteY551" fmla="*/ 52070 h 138429"/>
                <a:gd name="connsiteX552" fmla="*/ 4019545 w 4940931"/>
                <a:gd name="connsiteY552" fmla="*/ 39370 h 138429"/>
                <a:gd name="connsiteX553" fmla="*/ 4030340 w 4940931"/>
                <a:gd name="connsiteY553" fmla="*/ 31750 h 138429"/>
                <a:gd name="connsiteX554" fmla="*/ 4044310 w 4940931"/>
                <a:gd name="connsiteY554" fmla="*/ 29210 h 138429"/>
                <a:gd name="connsiteX555" fmla="*/ 3811900 w 4940931"/>
                <a:gd name="connsiteY555" fmla="*/ 29210 h 138429"/>
                <a:gd name="connsiteX556" fmla="*/ 3819520 w 4940931"/>
                <a:gd name="connsiteY556" fmla="*/ 29845 h 138429"/>
                <a:gd name="connsiteX557" fmla="*/ 3825235 w 4940931"/>
                <a:gd name="connsiteY557" fmla="*/ 32385 h 138429"/>
                <a:gd name="connsiteX558" fmla="*/ 3821425 w 4940931"/>
                <a:gd name="connsiteY558" fmla="*/ 46990 h 138429"/>
                <a:gd name="connsiteX559" fmla="*/ 3820155 w 4940931"/>
                <a:gd name="connsiteY559" fmla="*/ 46990 h 138429"/>
                <a:gd name="connsiteX560" fmla="*/ 3815075 w 4940931"/>
                <a:gd name="connsiteY560" fmla="*/ 45085 h 138429"/>
                <a:gd name="connsiteX561" fmla="*/ 3808725 w 4940931"/>
                <a:gd name="connsiteY561" fmla="*/ 44450 h 138429"/>
                <a:gd name="connsiteX562" fmla="*/ 3797295 w 4940931"/>
                <a:gd name="connsiteY562" fmla="*/ 49530 h 138429"/>
                <a:gd name="connsiteX563" fmla="*/ 3793485 w 4940931"/>
                <a:gd name="connsiteY563" fmla="*/ 64770 h 138429"/>
                <a:gd name="connsiteX564" fmla="*/ 3793485 w 4940931"/>
                <a:gd name="connsiteY564" fmla="*/ 109220 h 138429"/>
                <a:gd name="connsiteX565" fmla="*/ 3778245 w 4940931"/>
                <a:gd name="connsiteY565" fmla="*/ 109220 h 138429"/>
                <a:gd name="connsiteX566" fmla="*/ 3778245 w 4940931"/>
                <a:gd name="connsiteY566" fmla="*/ 31115 h 138429"/>
                <a:gd name="connsiteX567" fmla="*/ 3793485 w 4940931"/>
                <a:gd name="connsiteY567" fmla="*/ 31115 h 138429"/>
                <a:gd name="connsiteX568" fmla="*/ 3793485 w 4940931"/>
                <a:gd name="connsiteY568" fmla="*/ 38735 h 138429"/>
                <a:gd name="connsiteX569" fmla="*/ 3796660 w 4940931"/>
                <a:gd name="connsiteY569" fmla="*/ 34925 h 138429"/>
                <a:gd name="connsiteX570" fmla="*/ 3801105 w 4940931"/>
                <a:gd name="connsiteY570" fmla="*/ 31750 h 138429"/>
                <a:gd name="connsiteX571" fmla="*/ 3806185 w 4940931"/>
                <a:gd name="connsiteY571" fmla="*/ 29845 h 138429"/>
                <a:gd name="connsiteX572" fmla="*/ 3811900 w 4940931"/>
                <a:gd name="connsiteY572" fmla="*/ 29210 h 138429"/>
                <a:gd name="connsiteX573" fmla="*/ 3729986 w 4940931"/>
                <a:gd name="connsiteY573" fmla="*/ 29210 h 138429"/>
                <a:gd name="connsiteX574" fmla="*/ 3744591 w 4940931"/>
                <a:gd name="connsiteY574" fmla="*/ 32385 h 138429"/>
                <a:gd name="connsiteX575" fmla="*/ 3754751 w 4940931"/>
                <a:gd name="connsiteY575" fmla="*/ 40640 h 138429"/>
                <a:gd name="connsiteX576" fmla="*/ 3761101 w 4940931"/>
                <a:gd name="connsiteY576" fmla="*/ 53340 h 138429"/>
                <a:gd name="connsiteX577" fmla="*/ 3763006 w 4940931"/>
                <a:gd name="connsiteY577" fmla="*/ 68580 h 138429"/>
                <a:gd name="connsiteX578" fmla="*/ 3761736 w 4940931"/>
                <a:gd name="connsiteY578" fmla="*/ 68580 h 138429"/>
                <a:gd name="connsiteX579" fmla="*/ 3761736 w 4940931"/>
                <a:gd name="connsiteY579" fmla="*/ 72390 h 138429"/>
                <a:gd name="connsiteX580" fmla="*/ 3761736 w 4940931"/>
                <a:gd name="connsiteY580" fmla="*/ 75565 h 138429"/>
                <a:gd name="connsiteX581" fmla="*/ 3710301 w 4940931"/>
                <a:gd name="connsiteY581" fmla="*/ 75565 h 138429"/>
                <a:gd name="connsiteX582" fmla="*/ 3712841 w 4940931"/>
                <a:gd name="connsiteY582" fmla="*/ 85090 h 138429"/>
                <a:gd name="connsiteX583" fmla="*/ 3717286 w 4940931"/>
                <a:gd name="connsiteY583" fmla="*/ 91440 h 138429"/>
                <a:gd name="connsiteX584" fmla="*/ 3723001 w 4940931"/>
                <a:gd name="connsiteY584" fmla="*/ 95250 h 138429"/>
                <a:gd name="connsiteX585" fmla="*/ 3729986 w 4940931"/>
                <a:gd name="connsiteY585" fmla="*/ 96520 h 138429"/>
                <a:gd name="connsiteX586" fmla="*/ 3735066 w 4940931"/>
                <a:gd name="connsiteY586" fmla="*/ 96520 h 138429"/>
                <a:gd name="connsiteX587" fmla="*/ 3739511 w 4940931"/>
                <a:gd name="connsiteY587" fmla="*/ 95250 h 138429"/>
                <a:gd name="connsiteX588" fmla="*/ 3743321 w 4940931"/>
                <a:gd name="connsiteY588" fmla="*/ 93345 h 138429"/>
                <a:gd name="connsiteX589" fmla="*/ 3747766 w 4940931"/>
                <a:gd name="connsiteY589" fmla="*/ 90805 h 138429"/>
                <a:gd name="connsiteX590" fmla="*/ 3756656 w 4940931"/>
                <a:gd name="connsiteY590" fmla="*/ 100330 h 138429"/>
                <a:gd name="connsiteX591" fmla="*/ 3750941 w 4940931"/>
                <a:gd name="connsiteY591" fmla="*/ 104775 h 138429"/>
                <a:gd name="connsiteX592" fmla="*/ 3745226 w 4940931"/>
                <a:gd name="connsiteY592" fmla="*/ 107950 h 138429"/>
                <a:gd name="connsiteX593" fmla="*/ 3738241 w 4940931"/>
                <a:gd name="connsiteY593" fmla="*/ 109855 h 138429"/>
                <a:gd name="connsiteX594" fmla="*/ 3729351 w 4940931"/>
                <a:gd name="connsiteY594" fmla="*/ 110490 h 138429"/>
                <a:gd name="connsiteX595" fmla="*/ 3719826 w 4940931"/>
                <a:gd name="connsiteY595" fmla="*/ 109220 h 138429"/>
                <a:gd name="connsiteX596" fmla="*/ 3712206 w 4940931"/>
                <a:gd name="connsiteY596" fmla="*/ 105410 h 138429"/>
                <a:gd name="connsiteX597" fmla="*/ 3705856 w 4940931"/>
                <a:gd name="connsiteY597" fmla="*/ 100330 h 138429"/>
                <a:gd name="connsiteX598" fmla="*/ 3700776 w 4940931"/>
                <a:gd name="connsiteY598" fmla="*/ 92710 h 138429"/>
                <a:gd name="connsiteX599" fmla="*/ 3696966 w 4940931"/>
                <a:gd name="connsiteY599" fmla="*/ 82550 h 138429"/>
                <a:gd name="connsiteX600" fmla="*/ 3695696 w 4940931"/>
                <a:gd name="connsiteY600" fmla="*/ 69850 h 138429"/>
                <a:gd name="connsiteX601" fmla="*/ 3698236 w 4940931"/>
                <a:gd name="connsiteY601" fmla="*/ 52070 h 138429"/>
                <a:gd name="connsiteX602" fmla="*/ 3705221 w 4940931"/>
                <a:gd name="connsiteY602" fmla="*/ 39370 h 138429"/>
                <a:gd name="connsiteX603" fmla="*/ 3716016 w 4940931"/>
                <a:gd name="connsiteY603" fmla="*/ 31750 h 138429"/>
                <a:gd name="connsiteX604" fmla="*/ 3729986 w 4940931"/>
                <a:gd name="connsiteY604" fmla="*/ 29210 h 138429"/>
                <a:gd name="connsiteX605" fmla="*/ 3543296 w 4940931"/>
                <a:gd name="connsiteY605" fmla="*/ 29210 h 138429"/>
                <a:gd name="connsiteX606" fmla="*/ 3557901 w 4940931"/>
                <a:gd name="connsiteY606" fmla="*/ 32385 h 138429"/>
                <a:gd name="connsiteX607" fmla="*/ 3568061 w 4940931"/>
                <a:gd name="connsiteY607" fmla="*/ 40640 h 138429"/>
                <a:gd name="connsiteX608" fmla="*/ 3574411 w 4940931"/>
                <a:gd name="connsiteY608" fmla="*/ 53340 h 138429"/>
                <a:gd name="connsiteX609" fmla="*/ 3576316 w 4940931"/>
                <a:gd name="connsiteY609" fmla="*/ 68580 h 138429"/>
                <a:gd name="connsiteX610" fmla="*/ 3575046 w 4940931"/>
                <a:gd name="connsiteY610" fmla="*/ 68580 h 138429"/>
                <a:gd name="connsiteX611" fmla="*/ 3575046 w 4940931"/>
                <a:gd name="connsiteY611" fmla="*/ 72390 h 138429"/>
                <a:gd name="connsiteX612" fmla="*/ 3575046 w 4940931"/>
                <a:gd name="connsiteY612" fmla="*/ 75565 h 138429"/>
                <a:gd name="connsiteX613" fmla="*/ 3523611 w 4940931"/>
                <a:gd name="connsiteY613" fmla="*/ 75565 h 138429"/>
                <a:gd name="connsiteX614" fmla="*/ 3526151 w 4940931"/>
                <a:gd name="connsiteY614" fmla="*/ 85090 h 138429"/>
                <a:gd name="connsiteX615" fmla="*/ 3530596 w 4940931"/>
                <a:gd name="connsiteY615" fmla="*/ 91440 h 138429"/>
                <a:gd name="connsiteX616" fmla="*/ 3536311 w 4940931"/>
                <a:gd name="connsiteY616" fmla="*/ 95250 h 138429"/>
                <a:gd name="connsiteX617" fmla="*/ 3543296 w 4940931"/>
                <a:gd name="connsiteY617" fmla="*/ 96520 h 138429"/>
                <a:gd name="connsiteX618" fmla="*/ 3548376 w 4940931"/>
                <a:gd name="connsiteY618" fmla="*/ 96520 h 138429"/>
                <a:gd name="connsiteX619" fmla="*/ 3552821 w 4940931"/>
                <a:gd name="connsiteY619" fmla="*/ 95250 h 138429"/>
                <a:gd name="connsiteX620" fmla="*/ 3556631 w 4940931"/>
                <a:gd name="connsiteY620" fmla="*/ 93345 h 138429"/>
                <a:gd name="connsiteX621" fmla="*/ 3561076 w 4940931"/>
                <a:gd name="connsiteY621" fmla="*/ 90805 h 138429"/>
                <a:gd name="connsiteX622" fmla="*/ 3569966 w 4940931"/>
                <a:gd name="connsiteY622" fmla="*/ 100330 h 138429"/>
                <a:gd name="connsiteX623" fmla="*/ 3564251 w 4940931"/>
                <a:gd name="connsiteY623" fmla="*/ 104775 h 138429"/>
                <a:gd name="connsiteX624" fmla="*/ 3558536 w 4940931"/>
                <a:gd name="connsiteY624" fmla="*/ 107950 h 138429"/>
                <a:gd name="connsiteX625" fmla="*/ 3551551 w 4940931"/>
                <a:gd name="connsiteY625" fmla="*/ 109855 h 138429"/>
                <a:gd name="connsiteX626" fmla="*/ 3542661 w 4940931"/>
                <a:gd name="connsiteY626" fmla="*/ 110490 h 138429"/>
                <a:gd name="connsiteX627" fmla="*/ 3533136 w 4940931"/>
                <a:gd name="connsiteY627" fmla="*/ 109220 h 138429"/>
                <a:gd name="connsiteX628" fmla="*/ 3525516 w 4940931"/>
                <a:gd name="connsiteY628" fmla="*/ 105410 h 138429"/>
                <a:gd name="connsiteX629" fmla="*/ 3519166 w 4940931"/>
                <a:gd name="connsiteY629" fmla="*/ 100330 h 138429"/>
                <a:gd name="connsiteX630" fmla="*/ 3514086 w 4940931"/>
                <a:gd name="connsiteY630" fmla="*/ 92710 h 138429"/>
                <a:gd name="connsiteX631" fmla="*/ 3510276 w 4940931"/>
                <a:gd name="connsiteY631" fmla="*/ 82550 h 138429"/>
                <a:gd name="connsiteX632" fmla="*/ 3509006 w 4940931"/>
                <a:gd name="connsiteY632" fmla="*/ 69850 h 138429"/>
                <a:gd name="connsiteX633" fmla="*/ 3511546 w 4940931"/>
                <a:gd name="connsiteY633" fmla="*/ 52070 h 138429"/>
                <a:gd name="connsiteX634" fmla="*/ 3518531 w 4940931"/>
                <a:gd name="connsiteY634" fmla="*/ 39370 h 138429"/>
                <a:gd name="connsiteX635" fmla="*/ 3529326 w 4940931"/>
                <a:gd name="connsiteY635" fmla="*/ 31750 h 138429"/>
                <a:gd name="connsiteX636" fmla="*/ 3543296 w 4940931"/>
                <a:gd name="connsiteY636" fmla="*/ 29210 h 138429"/>
                <a:gd name="connsiteX637" fmla="*/ 3345176 w 4940931"/>
                <a:gd name="connsiteY637" fmla="*/ 29210 h 138429"/>
                <a:gd name="connsiteX638" fmla="*/ 3359781 w 4940931"/>
                <a:gd name="connsiteY638" fmla="*/ 32385 h 138429"/>
                <a:gd name="connsiteX639" fmla="*/ 3369941 w 4940931"/>
                <a:gd name="connsiteY639" fmla="*/ 40640 h 138429"/>
                <a:gd name="connsiteX640" fmla="*/ 3376291 w 4940931"/>
                <a:gd name="connsiteY640" fmla="*/ 53340 h 138429"/>
                <a:gd name="connsiteX641" fmla="*/ 3378196 w 4940931"/>
                <a:gd name="connsiteY641" fmla="*/ 68580 h 138429"/>
                <a:gd name="connsiteX642" fmla="*/ 3376926 w 4940931"/>
                <a:gd name="connsiteY642" fmla="*/ 68580 h 138429"/>
                <a:gd name="connsiteX643" fmla="*/ 3376926 w 4940931"/>
                <a:gd name="connsiteY643" fmla="*/ 72390 h 138429"/>
                <a:gd name="connsiteX644" fmla="*/ 3376926 w 4940931"/>
                <a:gd name="connsiteY644" fmla="*/ 75565 h 138429"/>
                <a:gd name="connsiteX645" fmla="*/ 3325491 w 4940931"/>
                <a:gd name="connsiteY645" fmla="*/ 75565 h 138429"/>
                <a:gd name="connsiteX646" fmla="*/ 3328031 w 4940931"/>
                <a:gd name="connsiteY646" fmla="*/ 85090 h 138429"/>
                <a:gd name="connsiteX647" fmla="*/ 3332476 w 4940931"/>
                <a:gd name="connsiteY647" fmla="*/ 91440 h 138429"/>
                <a:gd name="connsiteX648" fmla="*/ 3338191 w 4940931"/>
                <a:gd name="connsiteY648" fmla="*/ 95250 h 138429"/>
                <a:gd name="connsiteX649" fmla="*/ 3345176 w 4940931"/>
                <a:gd name="connsiteY649" fmla="*/ 96520 h 138429"/>
                <a:gd name="connsiteX650" fmla="*/ 3350256 w 4940931"/>
                <a:gd name="connsiteY650" fmla="*/ 96520 h 138429"/>
                <a:gd name="connsiteX651" fmla="*/ 3354701 w 4940931"/>
                <a:gd name="connsiteY651" fmla="*/ 95250 h 138429"/>
                <a:gd name="connsiteX652" fmla="*/ 3358511 w 4940931"/>
                <a:gd name="connsiteY652" fmla="*/ 93345 h 138429"/>
                <a:gd name="connsiteX653" fmla="*/ 3362956 w 4940931"/>
                <a:gd name="connsiteY653" fmla="*/ 90805 h 138429"/>
                <a:gd name="connsiteX654" fmla="*/ 3371846 w 4940931"/>
                <a:gd name="connsiteY654" fmla="*/ 100330 h 138429"/>
                <a:gd name="connsiteX655" fmla="*/ 3366131 w 4940931"/>
                <a:gd name="connsiteY655" fmla="*/ 104775 h 138429"/>
                <a:gd name="connsiteX656" fmla="*/ 3360416 w 4940931"/>
                <a:gd name="connsiteY656" fmla="*/ 107950 h 138429"/>
                <a:gd name="connsiteX657" fmla="*/ 3353431 w 4940931"/>
                <a:gd name="connsiteY657" fmla="*/ 109855 h 138429"/>
                <a:gd name="connsiteX658" fmla="*/ 3344541 w 4940931"/>
                <a:gd name="connsiteY658" fmla="*/ 110490 h 138429"/>
                <a:gd name="connsiteX659" fmla="*/ 3335016 w 4940931"/>
                <a:gd name="connsiteY659" fmla="*/ 109220 h 138429"/>
                <a:gd name="connsiteX660" fmla="*/ 3327396 w 4940931"/>
                <a:gd name="connsiteY660" fmla="*/ 105410 h 138429"/>
                <a:gd name="connsiteX661" fmla="*/ 3321046 w 4940931"/>
                <a:gd name="connsiteY661" fmla="*/ 100330 h 138429"/>
                <a:gd name="connsiteX662" fmla="*/ 3315966 w 4940931"/>
                <a:gd name="connsiteY662" fmla="*/ 92710 h 138429"/>
                <a:gd name="connsiteX663" fmla="*/ 3312156 w 4940931"/>
                <a:gd name="connsiteY663" fmla="*/ 82550 h 138429"/>
                <a:gd name="connsiteX664" fmla="*/ 3310886 w 4940931"/>
                <a:gd name="connsiteY664" fmla="*/ 69850 h 138429"/>
                <a:gd name="connsiteX665" fmla="*/ 3313426 w 4940931"/>
                <a:gd name="connsiteY665" fmla="*/ 52070 h 138429"/>
                <a:gd name="connsiteX666" fmla="*/ 3320411 w 4940931"/>
                <a:gd name="connsiteY666" fmla="*/ 39370 h 138429"/>
                <a:gd name="connsiteX667" fmla="*/ 3331206 w 4940931"/>
                <a:gd name="connsiteY667" fmla="*/ 31750 h 138429"/>
                <a:gd name="connsiteX668" fmla="*/ 3345176 w 4940931"/>
                <a:gd name="connsiteY668" fmla="*/ 29210 h 138429"/>
                <a:gd name="connsiteX669" fmla="*/ 3060696 w 4940931"/>
                <a:gd name="connsiteY669" fmla="*/ 29210 h 138429"/>
                <a:gd name="connsiteX670" fmla="*/ 3068316 w 4940931"/>
                <a:gd name="connsiteY670" fmla="*/ 29845 h 138429"/>
                <a:gd name="connsiteX671" fmla="*/ 3074031 w 4940931"/>
                <a:gd name="connsiteY671" fmla="*/ 32385 h 138429"/>
                <a:gd name="connsiteX672" fmla="*/ 3070221 w 4940931"/>
                <a:gd name="connsiteY672" fmla="*/ 46990 h 138429"/>
                <a:gd name="connsiteX673" fmla="*/ 3068951 w 4940931"/>
                <a:gd name="connsiteY673" fmla="*/ 46990 h 138429"/>
                <a:gd name="connsiteX674" fmla="*/ 3063871 w 4940931"/>
                <a:gd name="connsiteY674" fmla="*/ 45085 h 138429"/>
                <a:gd name="connsiteX675" fmla="*/ 3057521 w 4940931"/>
                <a:gd name="connsiteY675" fmla="*/ 44450 h 138429"/>
                <a:gd name="connsiteX676" fmla="*/ 3046091 w 4940931"/>
                <a:gd name="connsiteY676" fmla="*/ 49530 h 138429"/>
                <a:gd name="connsiteX677" fmla="*/ 3042281 w 4940931"/>
                <a:gd name="connsiteY677" fmla="*/ 64770 h 138429"/>
                <a:gd name="connsiteX678" fmla="*/ 3042281 w 4940931"/>
                <a:gd name="connsiteY678" fmla="*/ 109220 h 138429"/>
                <a:gd name="connsiteX679" fmla="*/ 3027041 w 4940931"/>
                <a:gd name="connsiteY679" fmla="*/ 109220 h 138429"/>
                <a:gd name="connsiteX680" fmla="*/ 3027041 w 4940931"/>
                <a:gd name="connsiteY680" fmla="*/ 31115 h 138429"/>
                <a:gd name="connsiteX681" fmla="*/ 3042281 w 4940931"/>
                <a:gd name="connsiteY681" fmla="*/ 31115 h 138429"/>
                <a:gd name="connsiteX682" fmla="*/ 3042281 w 4940931"/>
                <a:gd name="connsiteY682" fmla="*/ 38735 h 138429"/>
                <a:gd name="connsiteX683" fmla="*/ 3045456 w 4940931"/>
                <a:gd name="connsiteY683" fmla="*/ 34925 h 138429"/>
                <a:gd name="connsiteX684" fmla="*/ 3049901 w 4940931"/>
                <a:gd name="connsiteY684" fmla="*/ 31750 h 138429"/>
                <a:gd name="connsiteX685" fmla="*/ 3054981 w 4940931"/>
                <a:gd name="connsiteY685" fmla="*/ 29845 h 138429"/>
                <a:gd name="connsiteX686" fmla="*/ 3060696 w 4940931"/>
                <a:gd name="connsiteY686" fmla="*/ 29210 h 138429"/>
                <a:gd name="connsiteX687" fmla="*/ 2978781 w 4940931"/>
                <a:gd name="connsiteY687" fmla="*/ 29210 h 138429"/>
                <a:gd name="connsiteX688" fmla="*/ 2993386 w 4940931"/>
                <a:gd name="connsiteY688" fmla="*/ 32385 h 138429"/>
                <a:gd name="connsiteX689" fmla="*/ 3003546 w 4940931"/>
                <a:gd name="connsiteY689" fmla="*/ 40640 h 138429"/>
                <a:gd name="connsiteX690" fmla="*/ 3009896 w 4940931"/>
                <a:gd name="connsiteY690" fmla="*/ 53340 h 138429"/>
                <a:gd name="connsiteX691" fmla="*/ 3011801 w 4940931"/>
                <a:gd name="connsiteY691" fmla="*/ 68580 h 138429"/>
                <a:gd name="connsiteX692" fmla="*/ 3010531 w 4940931"/>
                <a:gd name="connsiteY692" fmla="*/ 68580 h 138429"/>
                <a:gd name="connsiteX693" fmla="*/ 3010531 w 4940931"/>
                <a:gd name="connsiteY693" fmla="*/ 72390 h 138429"/>
                <a:gd name="connsiteX694" fmla="*/ 3010531 w 4940931"/>
                <a:gd name="connsiteY694" fmla="*/ 75565 h 138429"/>
                <a:gd name="connsiteX695" fmla="*/ 2959096 w 4940931"/>
                <a:gd name="connsiteY695" fmla="*/ 75565 h 138429"/>
                <a:gd name="connsiteX696" fmla="*/ 2961636 w 4940931"/>
                <a:gd name="connsiteY696" fmla="*/ 85090 h 138429"/>
                <a:gd name="connsiteX697" fmla="*/ 2966081 w 4940931"/>
                <a:gd name="connsiteY697" fmla="*/ 91440 h 138429"/>
                <a:gd name="connsiteX698" fmla="*/ 2971796 w 4940931"/>
                <a:gd name="connsiteY698" fmla="*/ 95250 h 138429"/>
                <a:gd name="connsiteX699" fmla="*/ 2978781 w 4940931"/>
                <a:gd name="connsiteY699" fmla="*/ 96520 h 138429"/>
                <a:gd name="connsiteX700" fmla="*/ 2983861 w 4940931"/>
                <a:gd name="connsiteY700" fmla="*/ 96520 h 138429"/>
                <a:gd name="connsiteX701" fmla="*/ 2988306 w 4940931"/>
                <a:gd name="connsiteY701" fmla="*/ 95250 h 138429"/>
                <a:gd name="connsiteX702" fmla="*/ 2992116 w 4940931"/>
                <a:gd name="connsiteY702" fmla="*/ 93345 h 138429"/>
                <a:gd name="connsiteX703" fmla="*/ 2996561 w 4940931"/>
                <a:gd name="connsiteY703" fmla="*/ 90805 h 138429"/>
                <a:gd name="connsiteX704" fmla="*/ 3005451 w 4940931"/>
                <a:gd name="connsiteY704" fmla="*/ 100330 h 138429"/>
                <a:gd name="connsiteX705" fmla="*/ 2999736 w 4940931"/>
                <a:gd name="connsiteY705" fmla="*/ 104775 h 138429"/>
                <a:gd name="connsiteX706" fmla="*/ 2994021 w 4940931"/>
                <a:gd name="connsiteY706" fmla="*/ 107950 h 138429"/>
                <a:gd name="connsiteX707" fmla="*/ 2987036 w 4940931"/>
                <a:gd name="connsiteY707" fmla="*/ 109855 h 138429"/>
                <a:gd name="connsiteX708" fmla="*/ 2978146 w 4940931"/>
                <a:gd name="connsiteY708" fmla="*/ 110490 h 138429"/>
                <a:gd name="connsiteX709" fmla="*/ 2968621 w 4940931"/>
                <a:gd name="connsiteY709" fmla="*/ 109220 h 138429"/>
                <a:gd name="connsiteX710" fmla="*/ 2961001 w 4940931"/>
                <a:gd name="connsiteY710" fmla="*/ 105410 h 138429"/>
                <a:gd name="connsiteX711" fmla="*/ 2954651 w 4940931"/>
                <a:gd name="connsiteY711" fmla="*/ 100330 h 138429"/>
                <a:gd name="connsiteX712" fmla="*/ 2949571 w 4940931"/>
                <a:gd name="connsiteY712" fmla="*/ 92710 h 138429"/>
                <a:gd name="connsiteX713" fmla="*/ 2945761 w 4940931"/>
                <a:gd name="connsiteY713" fmla="*/ 82550 h 138429"/>
                <a:gd name="connsiteX714" fmla="*/ 2944491 w 4940931"/>
                <a:gd name="connsiteY714" fmla="*/ 69850 h 138429"/>
                <a:gd name="connsiteX715" fmla="*/ 2947031 w 4940931"/>
                <a:gd name="connsiteY715" fmla="*/ 52070 h 138429"/>
                <a:gd name="connsiteX716" fmla="*/ 2954016 w 4940931"/>
                <a:gd name="connsiteY716" fmla="*/ 39370 h 138429"/>
                <a:gd name="connsiteX717" fmla="*/ 2964811 w 4940931"/>
                <a:gd name="connsiteY717" fmla="*/ 31750 h 138429"/>
                <a:gd name="connsiteX718" fmla="*/ 2978781 w 4940931"/>
                <a:gd name="connsiteY718" fmla="*/ 29210 h 138429"/>
                <a:gd name="connsiteX719" fmla="*/ 2798440 w 4940931"/>
                <a:gd name="connsiteY719" fmla="*/ 29210 h 138429"/>
                <a:gd name="connsiteX720" fmla="*/ 2813045 w 4940931"/>
                <a:gd name="connsiteY720" fmla="*/ 31750 h 138429"/>
                <a:gd name="connsiteX721" fmla="*/ 2825110 w 4940931"/>
                <a:gd name="connsiteY721" fmla="*/ 38100 h 138429"/>
                <a:gd name="connsiteX722" fmla="*/ 2827015 w 4940931"/>
                <a:gd name="connsiteY722" fmla="*/ 38100 h 138429"/>
                <a:gd name="connsiteX723" fmla="*/ 2820030 w 4940931"/>
                <a:gd name="connsiteY723" fmla="*/ 50165 h 138429"/>
                <a:gd name="connsiteX724" fmla="*/ 2810505 w 4940931"/>
                <a:gd name="connsiteY724" fmla="*/ 45085 h 138429"/>
                <a:gd name="connsiteX725" fmla="*/ 2799710 w 4940931"/>
                <a:gd name="connsiteY725" fmla="*/ 43180 h 138429"/>
                <a:gd name="connsiteX726" fmla="*/ 2791455 w 4940931"/>
                <a:gd name="connsiteY726" fmla="*/ 45085 h 138429"/>
                <a:gd name="connsiteX727" fmla="*/ 2788915 w 4940931"/>
                <a:gd name="connsiteY727" fmla="*/ 50165 h 138429"/>
                <a:gd name="connsiteX728" fmla="*/ 2788915 w 4940931"/>
                <a:gd name="connsiteY728" fmla="*/ 52705 h 138429"/>
                <a:gd name="connsiteX729" fmla="*/ 2790820 w 4940931"/>
                <a:gd name="connsiteY729" fmla="*/ 55245 h 138429"/>
                <a:gd name="connsiteX730" fmla="*/ 2795265 w 4940931"/>
                <a:gd name="connsiteY730" fmla="*/ 57785 h 138429"/>
                <a:gd name="connsiteX731" fmla="*/ 2802250 w 4940931"/>
                <a:gd name="connsiteY731" fmla="*/ 60960 h 138429"/>
                <a:gd name="connsiteX732" fmla="*/ 2813680 w 4940931"/>
                <a:gd name="connsiteY732" fmla="*/ 66040 h 138429"/>
                <a:gd name="connsiteX733" fmla="*/ 2821935 w 4940931"/>
                <a:gd name="connsiteY733" fmla="*/ 71120 h 138429"/>
                <a:gd name="connsiteX734" fmla="*/ 2827015 w 4940931"/>
                <a:gd name="connsiteY734" fmla="*/ 78105 h 138429"/>
                <a:gd name="connsiteX735" fmla="*/ 2828920 w 4940931"/>
                <a:gd name="connsiteY735" fmla="*/ 87630 h 138429"/>
                <a:gd name="connsiteX736" fmla="*/ 2826380 w 4940931"/>
                <a:gd name="connsiteY736" fmla="*/ 98425 h 138429"/>
                <a:gd name="connsiteX737" fmla="*/ 2820030 w 4940931"/>
                <a:gd name="connsiteY737" fmla="*/ 105410 h 138429"/>
                <a:gd name="connsiteX738" fmla="*/ 2810505 w 4940931"/>
                <a:gd name="connsiteY738" fmla="*/ 109220 h 138429"/>
                <a:gd name="connsiteX739" fmla="*/ 2799710 w 4940931"/>
                <a:gd name="connsiteY739" fmla="*/ 110490 h 138429"/>
                <a:gd name="connsiteX740" fmla="*/ 2783835 w 4940931"/>
                <a:gd name="connsiteY740" fmla="*/ 107950 h 138429"/>
                <a:gd name="connsiteX741" fmla="*/ 2769230 w 4940931"/>
                <a:gd name="connsiteY741" fmla="*/ 100965 h 138429"/>
                <a:gd name="connsiteX742" fmla="*/ 2776215 w 4940931"/>
                <a:gd name="connsiteY742" fmla="*/ 89535 h 138429"/>
                <a:gd name="connsiteX743" fmla="*/ 2787645 w 4940931"/>
                <a:gd name="connsiteY743" fmla="*/ 95250 h 138429"/>
                <a:gd name="connsiteX744" fmla="*/ 2799075 w 4940931"/>
                <a:gd name="connsiteY744" fmla="*/ 97155 h 138429"/>
                <a:gd name="connsiteX745" fmla="*/ 2809870 w 4940931"/>
                <a:gd name="connsiteY745" fmla="*/ 94615 h 138429"/>
                <a:gd name="connsiteX746" fmla="*/ 2813045 w 4940931"/>
                <a:gd name="connsiteY746" fmla="*/ 88265 h 138429"/>
                <a:gd name="connsiteX747" fmla="*/ 2811775 w 4940931"/>
                <a:gd name="connsiteY747" fmla="*/ 84455 h 138429"/>
                <a:gd name="connsiteX748" fmla="*/ 2807965 w 4940931"/>
                <a:gd name="connsiteY748" fmla="*/ 81280 h 138429"/>
                <a:gd name="connsiteX749" fmla="*/ 2802250 w 4940931"/>
                <a:gd name="connsiteY749" fmla="*/ 78105 h 138429"/>
                <a:gd name="connsiteX750" fmla="*/ 2794630 w 4940931"/>
                <a:gd name="connsiteY750" fmla="*/ 74930 h 138429"/>
                <a:gd name="connsiteX751" fmla="*/ 2783835 w 4940931"/>
                <a:gd name="connsiteY751" fmla="*/ 69850 h 138429"/>
                <a:gd name="connsiteX752" fmla="*/ 2776850 w 4940931"/>
                <a:gd name="connsiteY752" fmla="*/ 64770 h 138429"/>
                <a:gd name="connsiteX753" fmla="*/ 2773040 w 4940931"/>
                <a:gd name="connsiteY753" fmla="*/ 58420 h 138429"/>
                <a:gd name="connsiteX754" fmla="*/ 2771770 w 4940931"/>
                <a:gd name="connsiteY754" fmla="*/ 50165 h 138429"/>
                <a:gd name="connsiteX755" fmla="*/ 2773675 w 4940931"/>
                <a:gd name="connsiteY755" fmla="*/ 40640 h 138429"/>
                <a:gd name="connsiteX756" fmla="*/ 2779390 w 4940931"/>
                <a:gd name="connsiteY756" fmla="*/ 34290 h 138429"/>
                <a:gd name="connsiteX757" fmla="*/ 2787645 w 4940931"/>
                <a:gd name="connsiteY757" fmla="*/ 30480 h 138429"/>
                <a:gd name="connsiteX758" fmla="*/ 2798440 w 4940931"/>
                <a:gd name="connsiteY758" fmla="*/ 29210 h 138429"/>
                <a:gd name="connsiteX759" fmla="*/ 2723510 w 4940931"/>
                <a:gd name="connsiteY759" fmla="*/ 29210 h 138429"/>
                <a:gd name="connsiteX760" fmla="*/ 2729225 w 4940931"/>
                <a:gd name="connsiteY760" fmla="*/ 29210 h 138429"/>
                <a:gd name="connsiteX761" fmla="*/ 2741290 w 4940931"/>
                <a:gd name="connsiteY761" fmla="*/ 31750 h 138429"/>
                <a:gd name="connsiteX762" fmla="*/ 2750180 w 4940931"/>
                <a:gd name="connsiteY762" fmla="*/ 38100 h 138429"/>
                <a:gd name="connsiteX763" fmla="*/ 2755260 w 4940931"/>
                <a:gd name="connsiteY763" fmla="*/ 48895 h 138429"/>
                <a:gd name="connsiteX764" fmla="*/ 2757165 w 4940931"/>
                <a:gd name="connsiteY764" fmla="*/ 64135 h 138429"/>
                <a:gd name="connsiteX765" fmla="*/ 2757165 w 4940931"/>
                <a:gd name="connsiteY765" fmla="*/ 108585 h 138429"/>
                <a:gd name="connsiteX766" fmla="*/ 2741925 w 4940931"/>
                <a:gd name="connsiteY766" fmla="*/ 108585 h 138429"/>
                <a:gd name="connsiteX767" fmla="*/ 2741290 w 4940931"/>
                <a:gd name="connsiteY767" fmla="*/ 108585 h 138429"/>
                <a:gd name="connsiteX768" fmla="*/ 2741290 w 4940931"/>
                <a:gd name="connsiteY768" fmla="*/ 64770 h 138429"/>
                <a:gd name="connsiteX769" fmla="*/ 2737480 w 4940931"/>
                <a:gd name="connsiteY769" fmla="*/ 48895 h 138429"/>
                <a:gd name="connsiteX770" fmla="*/ 2725415 w 4940931"/>
                <a:gd name="connsiteY770" fmla="*/ 43180 h 138429"/>
                <a:gd name="connsiteX771" fmla="*/ 2718430 w 4940931"/>
                <a:gd name="connsiteY771" fmla="*/ 44450 h 138429"/>
                <a:gd name="connsiteX772" fmla="*/ 2713350 w 4940931"/>
                <a:gd name="connsiteY772" fmla="*/ 48260 h 138429"/>
                <a:gd name="connsiteX773" fmla="*/ 2710175 w 4940931"/>
                <a:gd name="connsiteY773" fmla="*/ 54610 h 138429"/>
                <a:gd name="connsiteX774" fmla="*/ 2709540 w 4940931"/>
                <a:gd name="connsiteY774" fmla="*/ 62865 h 138429"/>
                <a:gd name="connsiteX775" fmla="*/ 2709540 w 4940931"/>
                <a:gd name="connsiteY775" fmla="*/ 108585 h 138429"/>
                <a:gd name="connsiteX776" fmla="*/ 2694300 w 4940931"/>
                <a:gd name="connsiteY776" fmla="*/ 108585 h 138429"/>
                <a:gd name="connsiteX777" fmla="*/ 2694300 w 4940931"/>
                <a:gd name="connsiteY777" fmla="*/ 30480 h 138429"/>
                <a:gd name="connsiteX778" fmla="*/ 2709540 w 4940931"/>
                <a:gd name="connsiteY778" fmla="*/ 30480 h 138429"/>
                <a:gd name="connsiteX779" fmla="*/ 2709540 w 4940931"/>
                <a:gd name="connsiteY779" fmla="*/ 38100 h 138429"/>
                <a:gd name="connsiteX780" fmla="*/ 2713350 w 4940931"/>
                <a:gd name="connsiteY780" fmla="*/ 34290 h 138429"/>
                <a:gd name="connsiteX781" fmla="*/ 2717795 w 4940931"/>
                <a:gd name="connsiteY781" fmla="*/ 31115 h 138429"/>
                <a:gd name="connsiteX782" fmla="*/ 2723510 w 4940931"/>
                <a:gd name="connsiteY782" fmla="*/ 29210 h 138429"/>
                <a:gd name="connsiteX783" fmla="*/ 2530470 w 4940931"/>
                <a:gd name="connsiteY783" fmla="*/ 29210 h 138429"/>
                <a:gd name="connsiteX784" fmla="*/ 2545075 w 4940931"/>
                <a:gd name="connsiteY784" fmla="*/ 32385 h 138429"/>
                <a:gd name="connsiteX785" fmla="*/ 2555235 w 4940931"/>
                <a:gd name="connsiteY785" fmla="*/ 40640 h 138429"/>
                <a:gd name="connsiteX786" fmla="*/ 2561585 w 4940931"/>
                <a:gd name="connsiteY786" fmla="*/ 53340 h 138429"/>
                <a:gd name="connsiteX787" fmla="*/ 2563490 w 4940931"/>
                <a:gd name="connsiteY787" fmla="*/ 68580 h 138429"/>
                <a:gd name="connsiteX788" fmla="*/ 2562220 w 4940931"/>
                <a:gd name="connsiteY788" fmla="*/ 68580 h 138429"/>
                <a:gd name="connsiteX789" fmla="*/ 2562220 w 4940931"/>
                <a:gd name="connsiteY789" fmla="*/ 72390 h 138429"/>
                <a:gd name="connsiteX790" fmla="*/ 2562220 w 4940931"/>
                <a:gd name="connsiteY790" fmla="*/ 75565 h 138429"/>
                <a:gd name="connsiteX791" fmla="*/ 2510785 w 4940931"/>
                <a:gd name="connsiteY791" fmla="*/ 75565 h 138429"/>
                <a:gd name="connsiteX792" fmla="*/ 2513325 w 4940931"/>
                <a:gd name="connsiteY792" fmla="*/ 85090 h 138429"/>
                <a:gd name="connsiteX793" fmla="*/ 2517770 w 4940931"/>
                <a:gd name="connsiteY793" fmla="*/ 91440 h 138429"/>
                <a:gd name="connsiteX794" fmla="*/ 2523485 w 4940931"/>
                <a:gd name="connsiteY794" fmla="*/ 95250 h 138429"/>
                <a:gd name="connsiteX795" fmla="*/ 2530470 w 4940931"/>
                <a:gd name="connsiteY795" fmla="*/ 96520 h 138429"/>
                <a:gd name="connsiteX796" fmla="*/ 2535550 w 4940931"/>
                <a:gd name="connsiteY796" fmla="*/ 96520 h 138429"/>
                <a:gd name="connsiteX797" fmla="*/ 2539995 w 4940931"/>
                <a:gd name="connsiteY797" fmla="*/ 95250 h 138429"/>
                <a:gd name="connsiteX798" fmla="*/ 2543805 w 4940931"/>
                <a:gd name="connsiteY798" fmla="*/ 93345 h 138429"/>
                <a:gd name="connsiteX799" fmla="*/ 2548250 w 4940931"/>
                <a:gd name="connsiteY799" fmla="*/ 90805 h 138429"/>
                <a:gd name="connsiteX800" fmla="*/ 2557140 w 4940931"/>
                <a:gd name="connsiteY800" fmla="*/ 100330 h 138429"/>
                <a:gd name="connsiteX801" fmla="*/ 2551425 w 4940931"/>
                <a:gd name="connsiteY801" fmla="*/ 104775 h 138429"/>
                <a:gd name="connsiteX802" fmla="*/ 2545710 w 4940931"/>
                <a:gd name="connsiteY802" fmla="*/ 107950 h 138429"/>
                <a:gd name="connsiteX803" fmla="*/ 2538725 w 4940931"/>
                <a:gd name="connsiteY803" fmla="*/ 109855 h 138429"/>
                <a:gd name="connsiteX804" fmla="*/ 2529835 w 4940931"/>
                <a:gd name="connsiteY804" fmla="*/ 110490 h 138429"/>
                <a:gd name="connsiteX805" fmla="*/ 2520310 w 4940931"/>
                <a:gd name="connsiteY805" fmla="*/ 109220 h 138429"/>
                <a:gd name="connsiteX806" fmla="*/ 2512690 w 4940931"/>
                <a:gd name="connsiteY806" fmla="*/ 105410 h 138429"/>
                <a:gd name="connsiteX807" fmla="*/ 2506340 w 4940931"/>
                <a:gd name="connsiteY807" fmla="*/ 100330 h 138429"/>
                <a:gd name="connsiteX808" fmla="*/ 2501260 w 4940931"/>
                <a:gd name="connsiteY808" fmla="*/ 92710 h 138429"/>
                <a:gd name="connsiteX809" fmla="*/ 2497450 w 4940931"/>
                <a:gd name="connsiteY809" fmla="*/ 82550 h 138429"/>
                <a:gd name="connsiteX810" fmla="*/ 2496180 w 4940931"/>
                <a:gd name="connsiteY810" fmla="*/ 69850 h 138429"/>
                <a:gd name="connsiteX811" fmla="*/ 2498720 w 4940931"/>
                <a:gd name="connsiteY811" fmla="*/ 52070 h 138429"/>
                <a:gd name="connsiteX812" fmla="*/ 2505705 w 4940931"/>
                <a:gd name="connsiteY812" fmla="*/ 39370 h 138429"/>
                <a:gd name="connsiteX813" fmla="*/ 2516500 w 4940931"/>
                <a:gd name="connsiteY813" fmla="*/ 31750 h 138429"/>
                <a:gd name="connsiteX814" fmla="*/ 2530470 w 4940931"/>
                <a:gd name="connsiteY814" fmla="*/ 29210 h 138429"/>
                <a:gd name="connsiteX815" fmla="*/ 2298061 w 4940931"/>
                <a:gd name="connsiteY815" fmla="*/ 29210 h 138429"/>
                <a:gd name="connsiteX816" fmla="*/ 2305681 w 4940931"/>
                <a:gd name="connsiteY816" fmla="*/ 29845 h 138429"/>
                <a:gd name="connsiteX817" fmla="*/ 2311396 w 4940931"/>
                <a:gd name="connsiteY817" fmla="*/ 32385 h 138429"/>
                <a:gd name="connsiteX818" fmla="*/ 2307586 w 4940931"/>
                <a:gd name="connsiteY818" fmla="*/ 46990 h 138429"/>
                <a:gd name="connsiteX819" fmla="*/ 2306316 w 4940931"/>
                <a:gd name="connsiteY819" fmla="*/ 46990 h 138429"/>
                <a:gd name="connsiteX820" fmla="*/ 2301236 w 4940931"/>
                <a:gd name="connsiteY820" fmla="*/ 45085 h 138429"/>
                <a:gd name="connsiteX821" fmla="*/ 2294886 w 4940931"/>
                <a:gd name="connsiteY821" fmla="*/ 44450 h 138429"/>
                <a:gd name="connsiteX822" fmla="*/ 2283456 w 4940931"/>
                <a:gd name="connsiteY822" fmla="*/ 49530 h 138429"/>
                <a:gd name="connsiteX823" fmla="*/ 2279646 w 4940931"/>
                <a:gd name="connsiteY823" fmla="*/ 64770 h 138429"/>
                <a:gd name="connsiteX824" fmla="*/ 2279646 w 4940931"/>
                <a:gd name="connsiteY824" fmla="*/ 109220 h 138429"/>
                <a:gd name="connsiteX825" fmla="*/ 2264406 w 4940931"/>
                <a:gd name="connsiteY825" fmla="*/ 109220 h 138429"/>
                <a:gd name="connsiteX826" fmla="*/ 2264406 w 4940931"/>
                <a:gd name="connsiteY826" fmla="*/ 31115 h 138429"/>
                <a:gd name="connsiteX827" fmla="*/ 2279646 w 4940931"/>
                <a:gd name="connsiteY827" fmla="*/ 31115 h 138429"/>
                <a:gd name="connsiteX828" fmla="*/ 2279646 w 4940931"/>
                <a:gd name="connsiteY828" fmla="*/ 38735 h 138429"/>
                <a:gd name="connsiteX829" fmla="*/ 2282821 w 4940931"/>
                <a:gd name="connsiteY829" fmla="*/ 34925 h 138429"/>
                <a:gd name="connsiteX830" fmla="*/ 2287266 w 4940931"/>
                <a:gd name="connsiteY830" fmla="*/ 31750 h 138429"/>
                <a:gd name="connsiteX831" fmla="*/ 2292346 w 4940931"/>
                <a:gd name="connsiteY831" fmla="*/ 29845 h 138429"/>
                <a:gd name="connsiteX832" fmla="*/ 2298061 w 4940931"/>
                <a:gd name="connsiteY832" fmla="*/ 29210 h 138429"/>
                <a:gd name="connsiteX833" fmla="*/ 2216145 w 4940931"/>
                <a:gd name="connsiteY833" fmla="*/ 29210 h 138429"/>
                <a:gd name="connsiteX834" fmla="*/ 2230750 w 4940931"/>
                <a:gd name="connsiteY834" fmla="*/ 32385 h 138429"/>
                <a:gd name="connsiteX835" fmla="*/ 2240910 w 4940931"/>
                <a:gd name="connsiteY835" fmla="*/ 40640 h 138429"/>
                <a:gd name="connsiteX836" fmla="*/ 2247260 w 4940931"/>
                <a:gd name="connsiteY836" fmla="*/ 53340 h 138429"/>
                <a:gd name="connsiteX837" fmla="*/ 2249165 w 4940931"/>
                <a:gd name="connsiteY837" fmla="*/ 68580 h 138429"/>
                <a:gd name="connsiteX838" fmla="*/ 2247895 w 4940931"/>
                <a:gd name="connsiteY838" fmla="*/ 68580 h 138429"/>
                <a:gd name="connsiteX839" fmla="*/ 2247895 w 4940931"/>
                <a:gd name="connsiteY839" fmla="*/ 72390 h 138429"/>
                <a:gd name="connsiteX840" fmla="*/ 2247895 w 4940931"/>
                <a:gd name="connsiteY840" fmla="*/ 75565 h 138429"/>
                <a:gd name="connsiteX841" fmla="*/ 2196460 w 4940931"/>
                <a:gd name="connsiteY841" fmla="*/ 75565 h 138429"/>
                <a:gd name="connsiteX842" fmla="*/ 2199000 w 4940931"/>
                <a:gd name="connsiteY842" fmla="*/ 85090 h 138429"/>
                <a:gd name="connsiteX843" fmla="*/ 2203445 w 4940931"/>
                <a:gd name="connsiteY843" fmla="*/ 91440 h 138429"/>
                <a:gd name="connsiteX844" fmla="*/ 2209160 w 4940931"/>
                <a:gd name="connsiteY844" fmla="*/ 95250 h 138429"/>
                <a:gd name="connsiteX845" fmla="*/ 2216145 w 4940931"/>
                <a:gd name="connsiteY845" fmla="*/ 96520 h 138429"/>
                <a:gd name="connsiteX846" fmla="*/ 2221225 w 4940931"/>
                <a:gd name="connsiteY846" fmla="*/ 96520 h 138429"/>
                <a:gd name="connsiteX847" fmla="*/ 2225670 w 4940931"/>
                <a:gd name="connsiteY847" fmla="*/ 95250 h 138429"/>
                <a:gd name="connsiteX848" fmla="*/ 2229480 w 4940931"/>
                <a:gd name="connsiteY848" fmla="*/ 93345 h 138429"/>
                <a:gd name="connsiteX849" fmla="*/ 2233925 w 4940931"/>
                <a:gd name="connsiteY849" fmla="*/ 90805 h 138429"/>
                <a:gd name="connsiteX850" fmla="*/ 2242815 w 4940931"/>
                <a:gd name="connsiteY850" fmla="*/ 100330 h 138429"/>
                <a:gd name="connsiteX851" fmla="*/ 2237100 w 4940931"/>
                <a:gd name="connsiteY851" fmla="*/ 104775 h 138429"/>
                <a:gd name="connsiteX852" fmla="*/ 2231385 w 4940931"/>
                <a:gd name="connsiteY852" fmla="*/ 107950 h 138429"/>
                <a:gd name="connsiteX853" fmla="*/ 2224400 w 4940931"/>
                <a:gd name="connsiteY853" fmla="*/ 109855 h 138429"/>
                <a:gd name="connsiteX854" fmla="*/ 2215510 w 4940931"/>
                <a:gd name="connsiteY854" fmla="*/ 110490 h 138429"/>
                <a:gd name="connsiteX855" fmla="*/ 2205985 w 4940931"/>
                <a:gd name="connsiteY855" fmla="*/ 109220 h 138429"/>
                <a:gd name="connsiteX856" fmla="*/ 2198365 w 4940931"/>
                <a:gd name="connsiteY856" fmla="*/ 105410 h 138429"/>
                <a:gd name="connsiteX857" fmla="*/ 2192015 w 4940931"/>
                <a:gd name="connsiteY857" fmla="*/ 100330 h 138429"/>
                <a:gd name="connsiteX858" fmla="*/ 2186935 w 4940931"/>
                <a:gd name="connsiteY858" fmla="*/ 92710 h 138429"/>
                <a:gd name="connsiteX859" fmla="*/ 2183125 w 4940931"/>
                <a:gd name="connsiteY859" fmla="*/ 82550 h 138429"/>
                <a:gd name="connsiteX860" fmla="*/ 2181855 w 4940931"/>
                <a:gd name="connsiteY860" fmla="*/ 69850 h 138429"/>
                <a:gd name="connsiteX861" fmla="*/ 2184395 w 4940931"/>
                <a:gd name="connsiteY861" fmla="*/ 52070 h 138429"/>
                <a:gd name="connsiteX862" fmla="*/ 2191380 w 4940931"/>
                <a:gd name="connsiteY862" fmla="*/ 39370 h 138429"/>
                <a:gd name="connsiteX863" fmla="*/ 2202175 w 4940931"/>
                <a:gd name="connsiteY863" fmla="*/ 31750 h 138429"/>
                <a:gd name="connsiteX864" fmla="*/ 2216145 w 4940931"/>
                <a:gd name="connsiteY864" fmla="*/ 29210 h 138429"/>
                <a:gd name="connsiteX865" fmla="*/ 2029456 w 4940931"/>
                <a:gd name="connsiteY865" fmla="*/ 29210 h 138429"/>
                <a:gd name="connsiteX866" fmla="*/ 2044061 w 4940931"/>
                <a:gd name="connsiteY866" fmla="*/ 32385 h 138429"/>
                <a:gd name="connsiteX867" fmla="*/ 2054221 w 4940931"/>
                <a:gd name="connsiteY867" fmla="*/ 40640 h 138429"/>
                <a:gd name="connsiteX868" fmla="*/ 2060571 w 4940931"/>
                <a:gd name="connsiteY868" fmla="*/ 53340 h 138429"/>
                <a:gd name="connsiteX869" fmla="*/ 2062476 w 4940931"/>
                <a:gd name="connsiteY869" fmla="*/ 68580 h 138429"/>
                <a:gd name="connsiteX870" fmla="*/ 2061206 w 4940931"/>
                <a:gd name="connsiteY870" fmla="*/ 68580 h 138429"/>
                <a:gd name="connsiteX871" fmla="*/ 2061206 w 4940931"/>
                <a:gd name="connsiteY871" fmla="*/ 72390 h 138429"/>
                <a:gd name="connsiteX872" fmla="*/ 2061206 w 4940931"/>
                <a:gd name="connsiteY872" fmla="*/ 75565 h 138429"/>
                <a:gd name="connsiteX873" fmla="*/ 2009771 w 4940931"/>
                <a:gd name="connsiteY873" fmla="*/ 75565 h 138429"/>
                <a:gd name="connsiteX874" fmla="*/ 2012311 w 4940931"/>
                <a:gd name="connsiteY874" fmla="*/ 85090 h 138429"/>
                <a:gd name="connsiteX875" fmla="*/ 2016756 w 4940931"/>
                <a:gd name="connsiteY875" fmla="*/ 91440 h 138429"/>
                <a:gd name="connsiteX876" fmla="*/ 2022471 w 4940931"/>
                <a:gd name="connsiteY876" fmla="*/ 95250 h 138429"/>
                <a:gd name="connsiteX877" fmla="*/ 2029456 w 4940931"/>
                <a:gd name="connsiteY877" fmla="*/ 96520 h 138429"/>
                <a:gd name="connsiteX878" fmla="*/ 2034536 w 4940931"/>
                <a:gd name="connsiteY878" fmla="*/ 96520 h 138429"/>
                <a:gd name="connsiteX879" fmla="*/ 2038981 w 4940931"/>
                <a:gd name="connsiteY879" fmla="*/ 95250 h 138429"/>
                <a:gd name="connsiteX880" fmla="*/ 2042791 w 4940931"/>
                <a:gd name="connsiteY880" fmla="*/ 93345 h 138429"/>
                <a:gd name="connsiteX881" fmla="*/ 2047236 w 4940931"/>
                <a:gd name="connsiteY881" fmla="*/ 90805 h 138429"/>
                <a:gd name="connsiteX882" fmla="*/ 2056126 w 4940931"/>
                <a:gd name="connsiteY882" fmla="*/ 100330 h 138429"/>
                <a:gd name="connsiteX883" fmla="*/ 2050411 w 4940931"/>
                <a:gd name="connsiteY883" fmla="*/ 104775 h 138429"/>
                <a:gd name="connsiteX884" fmla="*/ 2044696 w 4940931"/>
                <a:gd name="connsiteY884" fmla="*/ 107950 h 138429"/>
                <a:gd name="connsiteX885" fmla="*/ 2037711 w 4940931"/>
                <a:gd name="connsiteY885" fmla="*/ 109855 h 138429"/>
                <a:gd name="connsiteX886" fmla="*/ 2028821 w 4940931"/>
                <a:gd name="connsiteY886" fmla="*/ 110490 h 138429"/>
                <a:gd name="connsiteX887" fmla="*/ 2019296 w 4940931"/>
                <a:gd name="connsiteY887" fmla="*/ 109220 h 138429"/>
                <a:gd name="connsiteX888" fmla="*/ 2011676 w 4940931"/>
                <a:gd name="connsiteY888" fmla="*/ 105410 h 138429"/>
                <a:gd name="connsiteX889" fmla="*/ 2005326 w 4940931"/>
                <a:gd name="connsiteY889" fmla="*/ 100330 h 138429"/>
                <a:gd name="connsiteX890" fmla="*/ 2000246 w 4940931"/>
                <a:gd name="connsiteY890" fmla="*/ 92710 h 138429"/>
                <a:gd name="connsiteX891" fmla="*/ 1996436 w 4940931"/>
                <a:gd name="connsiteY891" fmla="*/ 82550 h 138429"/>
                <a:gd name="connsiteX892" fmla="*/ 1995166 w 4940931"/>
                <a:gd name="connsiteY892" fmla="*/ 69850 h 138429"/>
                <a:gd name="connsiteX893" fmla="*/ 1997706 w 4940931"/>
                <a:gd name="connsiteY893" fmla="*/ 52070 h 138429"/>
                <a:gd name="connsiteX894" fmla="*/ 2004691 w 4940931"/>
                <a:gd name="connsiteY894" fmla="*/ 39370 h 138429"/>
                <a:gd name="connsiteX895" fmla="*/ 2015486 w 4940931"/>
                <a:gd name="connsiteY895" fmla="*/ 31750 h 138429"/>
                <a:gd name="connsiteX896" fmla="*/ 2029456 w 4940931"/>
                <a:gd name="connsiteY896" fmla="*/ 29210 h 138429"/>
                <a:gd name="connsiteX897" fmla="*/ 1831336 w 4940931"/>
                <a:gd name="connsiteY897" fmla="*/ 29210 h 138429"/>
                <a:gd name="connsiteX898" fmla="*/ 1845941 w 4940931"/>
                <a:gd name="connsiteY898" fmla="*/ 32385 h 138429"/>
                <a:gd name="connsiteX899" fmla="*/ 1856101 w 4940931"/>
                <a:gd name="connsiteY899" fmla="*/ 40640 h 138429"/>
                <a:gd name="connsiteX900" fmla="*/ 1862451 w 4940931"/>
                <a:gd name="connsiteY900" fmla="*/ 53340 h 138429"/>
                <a:gd name="connsiteX901" fmla="*/ 1864356 w 4940931"/>
                <a:gd name="connsiteY901" fmla="*/ 68580 h 138429"/>
                <a:gd name="connsiteX902" fmla="*/ 1863086 w 4940931"/>
                <a:gd name="connsiteY902" fmla="*/ 68580 h 138429"/>
                <a:gd name="connsiteX903" fmla="*/ 1863086 w 4940931"/>
                <a:gd name="connsiteY903" fmla="*/ 72390 h 138429"/>
                <a:gd name="connsiteX904" fmla="*/ 1863086 w 4940931"/>
                <a:gd name="connsiteY904" fmla="*/ 75565 h 138429"/>
                <a:gd name="connsiteX905" fmla="*/ 1811651 w 4940931"/>
                <a:gd name="connsiteY905" fmla="*/ 75565 h 138429"/>
                <a:gd name="connsiteX906" fmla="*/ 1814191 w 4940931"/>
                <a:gd name="connsiteY906" fmla="*/ 85090 h 138429"/>
                <a:gd name="connsiteX907" fmla="*/ 1818636 w 4940931"/>
                <a:gd name="connsiteY907" fmla="*/ 91440 h 138429"/>
                <a:gd name="connsiteX908" fmla="*/ 1824351 w 4940931"/>
                <a:gd name="connsiteY908" fmla="*/ 95250 h 138429"/>
                <a:gd name="connsiteX909" fmla="*/ 1831336 w 4940931"/>
                <a:gd name="connsiteY909" fmla="*/ 96520 h 138429"/>
                <a:gd name="connsiteX910" fmla="*/ 1836416 w 4940931"/>
                <a:gd name="connsiteY910" fmla="*/ 96520 h 138429"/>
                <a:gd name="connsiteX911" fmla="*/ 1840861 w 4940931"/>
                <a:gd name="connsiteY911" fmla="*/ 95250 h 138429"/>
                <a:gd name="connsiteX912" fmla="*/ 1844671 w 4940931"/>
                <a:gd name="connsiteY912" fmla="*/ 93345 h 138429"/>
                <a:gd name="connsiteX913" fmla="*/ 1849116 w 4940931"/>
                <a:gd name="connsiteY913" fmla="*/ 90805 h 138429"/>
                <a:gd name="connsiteX914" fmla="*/ 1858006 w 4940931"/>
                <a:gd name="connsiteY914" fmla="*/ 100330 h 138429"/>
                <a:gd name="connsiteX915" fmla="*/ 1852291 w 4940931"/>
                <a:gd name="connsiteY915" fmla="*/ 104775 h 138429"/>
                <a:gd name="connsiteX916" fmla="*/ 1846576 w 4940931"/>
                <a:gd name="connsiteY916" fmla="*/ 107950 h 138429"/>
                <a:gd name="connsiteX917" fmla="*/ 1839591 w 4940931"/>
                <a:gd name="connsiteY917" fmla="*/ 109855 h 138429"/>
                <a:gd name="connsiteX918" fmla="*/ 1830701 w 4940931"/>
                <a:gd name="connsiteY918" fmla="*/ 110490 h 138429"/>
                <a:gd name="connsiteX919" fmla="*/ 1821176 w 4940931"/>
                <a:gd name="connsiteY919" fmla="*/ 109220 h 138429"/>
                <a:gd name="connsiteX920" fmla="*/ 1813556 w 4940931"/>
                <a:gd name="connsiteY920" fmla="*/ 105410 h 138429"/>
                <a:gd name="connsiteX921" fmla="*/ 1807206 w 4940931"/>
                <a:gd name="connsiteY921" fmla="*/ 100330 h 138429"/>
                <a:gd name="connsiteX922" fmla="*/ 1802126 w 4940931"/>
                <a:gd name="connsiteY922" fmla="*/ 92710 h 138429"/>
                <a:gd name="connsiteX923" fmla="*/ 1798316 w 4940931"/>
                <a:gd name="connsiteY923" fmla="*/ 82550 h 138429"/>
                <a:gd name="connsiteX924" fmla="*/ 1797046 w 4940931"/>
                <a:gd name="connsiteY924" fmla="*/ 69850 h 138429"/>
                <a:gd name="connsiteX925" fmla="*/ 1799586 w 4940931"/>
                <a:gd name="connsiteY925" fmla="*/ 52070 h 138429"/>
                <a:gd name="connsiteX926" fmla="*/ 1806571 w 4940931"/>
                <a:gd name="connsiteY926" fmla="*/ 39370 h 138429"/>
                <a:gd name="connsiteX927" fmla="*/ 1817366 w 4940931"/>
                <a:gd name="connsiteY927" fmla="*/ 31750 h 138429"/>
                <a:gd name="connsiteX928" fmla="*/ 1831336 w 4940931"/>
                <a:gd name="connsiteY928" fmla="*/ 29210 h 138429"/>
                <a:gd name="connsiteX929" fmla="*/ 1501140 w 4940931"/>
                <a:gd name="connsiteY929" fmla="*/ 29210 h 138429"/>
                <a:gd name="connsiteX930" fmla="*/ 1506856 w 4940931"/>
                <a:gd name="connsiteY930" fmla="*/ 29210 h 138429"/>
                <a:gd name="connsiteX931" fmla="*/ 1518920 w 4940931"/>
                <a:gd name="connsiteY931" fmla="*/ 31750 h 138429"/>
                <a:gd name="connsiteX932" fmla="*/ 1527811 w 4940931"/>
                <a:gd name="connsiteY932" fmla="*/ 38100 h 138429"/>
                <a:gd name="connsiteX933" fmla="*/ 1532891 w 4940931"/>
                <a:gd name="connsiteY933" fmla="*/ 48895 h 138429"/>
                <a:gd name="connsiteX934" fmla="*/ 1534796 w 4940931"/>
                <a:gd name="connsiteY934" fmla="*/ 64135 h 138429"/>
                <a:gd name="connsiteX935" fmla="*/ 1534796 w 4940931"/>
                <a:gd name="connsiteY935" fmla="*/ 108585 h 138429"/>
                <a:gd name="connsiteX936" fmla="*/ 1519556 w 4940931"/>
                <a:gd name="connsiteY936" fmla="*/ 108585 h 138429"/>
                <a:gd name="connsiteX937" fmla="*/ 1518920 w 4940931"/>
                <a:gd name="connsiteY937" fmla="*/ 108585 h 138429"/>
                <a:gd name="connsiteX938" fmla="*/ 1518920 w 4940931"/>
                <a:gd name="connsiteY938" fmla="*/ 64770 h 138429"/>
                <a:gd name="connsiteX939" fmla="*/ 1515111 w 4940931"/>
                <a:gd name="connsiteY939" fmla="*/ 48895 h 138429"/>
                <a:gd name="connsiteX940" fmla="*/ 1503046 w 4940931"/>
                <a:gd name="connsiteY940" fmla="*/ 43180 h 138429"/>
                <a:gd name="connsiteX941" fmla="*/ 1496061 w 4940931"/>
                <a:gd name="connsiteY941" fmla="*/ 44450 h 138429"/>
                <a:gd name="connsiteX942" fmla="*/ 1490981 w 4940931"/>
                <a:gd name="connsiteY942" fmla="*/ 48260 h 138429"/>
                <a:gd name="connsiteX943" fmla="*/ 1487806 w 4940931"/>
                <a:gd name="connsiteY943" fmla="*/ 54610 h 138429"/>
                <a:gd name="connsiteX944" fmla="*/ 1487170 w 4940931"/>
                <a:gd name="connsiteY944" fmla="*/ 62865 h 138429"/>
                <a:gd name="connsiteX945" fmla="*/ 1487170 w 4940931"/>
                <a:gd name="connsiteY945" fmla="*/ 108585 h 138429"/>
                <a:gd name="connsiteX946" fmla="*/ 1471931 w 4940931"/>
                <a:gd name="connsiteY946" fmla="*/ 108585 h 138429"/>
                <a:gd name="connsiteX947" fmla="*/ 1471931 w 4940931"/>
                <a:gd name="connsiteY947" fmla="*/ 30480 h 138429"/>
                <a:gd name="connsiteX948" fmla="*/ 1487170 w 4940931"/>
                <a:gd name="connsiteY948" fmla="*/ 30480 h 138429"/>
                <a:gd name="connsiteX949" fmla="*/ 1487170 w 4940931"/>
                <a:gd name="connsiteY949" fmla="*/ 38100 h 138429"/>
                <a:gd name="connsiteX950" fmla="*/ 1490981 w 4940931"/>
                <a:gd name="connsiteY950" fmla="*/ 34290 h 138429"/>
                <a:gd name="connsiteX951" fmla="*/ 1495426 w 4940931"/>
                <a:gd name="connsiteY951" fmla="*/ 31115 h 138429"/>
                <a:gd name="connsiteX952" fmla="*/ 1501140 w 4940931"/>
                <a:gd name="connsiteY952" fmla="*/ 29210 h 138429"/>
                <a:gd name="connsiteX953" fmla="*/ 1250316 w 4940931"/>
                <a:gd name="connsiteY953" fmla="*/ 29210 h 138429"/>
                <a:gd name="connsiteX954" fmla="*/ 1264286 w 4940931"/>
                <a:gd name="connsiteY954" fmla="*/ 31750 h 138429"/>
                <a:gd name="connsiteX955" fmla="*/ 1276350 w 4940931"/>
                <a:gd name="connsiteY955" fmla="*/ 38100 h 138429"/>
                <a:gd name="connsiteX956" fmla="*/ 1278256 w 4940931"/>
                <a:gd name="connsiteY956" fmla="*/ 38100 h 138429"/>
                <a:gd name="connsiteX957" fmla="*/ 1271271 w 4940931"/>
                <a:gd name="connsiteY957" fmla="*/ 50165 h 138429"/>
                <a:gd name="connsiteX958" fmla="*/ 1261746 w 4940931"/>
                <a:gd name="connsiteY958" fmla="*/ 45085 h 138429"/>
                <a:gd name="connsiteX959" fmla="*/ 1250951 w 4940931"/>
                <a:gd name="connsiteY959" fmla="*/ 43180 h 138429"/>
                <a:gd name="connsiteX960" fmla="*/ 1242696 w 4940931"/>
                <a:gd name="connsiteY960" fmla="*/ 45085 h 138429"/>
                <a:gd name="connsiteX961" fmla="*/ 1240156 w 4940931"/>
                <a:gd name="connsiteY961" fmla="*/ 50165 h 138429"/>
                <a:gd name="connsiteX962" fmla="*/ 1240156 w 4940931"/>
                <a:gd name="connsiteY962" fmla="*/ 52705 h 138429"/>
                <a:gd name="connsiteX963" fmla="*/ 1242061 w 4940931"/>
                <a:gd name="connsiteY963" fmla="*/ 55245 h 138429"/>
                <a:gd name="connsiteX964" fmla="*/ 1246506 w 4940931"/>
                <a:gd name="connsiteY964" fmla="*/ 57785 h 138429"/>
                <a:gd name="connsiteX965" fmla="*/ 1253491 w 4940931"/>
                <a:gd name="connsiteY965" fmla="*/ 60960 h 138429"/>
                <a:gd name="connsiteX966" fmla="*/ 1264921 w 4940931"/>
                <a:gd name="connsiteY966" fmla="*/ 66040 h 138429"/>
                <a:gd name="connsiteX967" fmla="*/ 1273176 w 4940931"/>
                <a:gd name="connsiteY967" fmla="*/ 71120 h 138429"/>
                <a:gd name="connsiteX968" fmla="*/ 1278256 w 4940931"/>
                <a:gd name="connsiteY968" fmla="*/ 78105 h 138429"/>
                <a:gd name="connsiteX969" fmla="*/ 1280161 w 4940931"/>
                <a:gd name="connsiteY969" fmla="*/ 87630 h 138429"/>
                <a:gd name="connsiteX970" fmla="*/ 1277621 w 4940931"/>
                <a:gd name="connsiteY970" fmla="*/ 98425 h 138429"/>
                <a:gd name="connsiteX971" fmla="*/ 1271271 w 4940931"/>
                <a:gd name="connsiteY971" fmla="*/ 105410 h 138429"/>
                <a:gd name="connsiteX972" fmla="*/ 1261746 w 4940931"/>
                <a:gd name="connsiteY972" fmla="*/ 109220 h 138429"/>
                <a:gd name="connsiteX973" fmla="*/ 1250951 w 4940931"/>
                <a:gd name="connsiteY973" fmla="*/ 110490 h 138429"/>
                <a:gd name="connsiteX974" fmla="*/ 1235711 w 4940931"/>
                <a:gd name="connsiteY974" fmla="*/ 107950 h 138429"/>
                <a:gd name="connsiteX975" fmla="*/ 1221106 w 4940931"/>
                <a:gd name="connsiteY975" fmla="*/ 100965 h 138429"/>
                <a:gd name="connsiteX976" fmla="*/ 1228091 w 4940931"/>
                <a:gd name="connsiteY976" fmla="*/ 89535 h 138429"/>
                <a:gd name="connsiteX977" fmla="*/ 1239521 w 4940931"/>
                <a:gd name="connsiteY977" fmla="*/ 95250 h 138429"/>
                <a:gd name="connsiteX978" fmla="*/ 1250951 w 4940931"/>
                <a:gd name="connsiteY978" fmla="*/ 97155 h 138429"/>
                <a:gd name="connsiteX979" fmla="*/ 1261746 w 4940931"/>
                <a:gd name="connsiteY979" fmla="*/ 94615 h 138429"/>
                <a:gd name="connsiteX980" fmla="*/ 1264921 w 4940931"/>
                <a:gd name="connsiteY980" fmla="*/ 88265 h 138429"/>
                <a:gd name="connsiteX981" fmla="*/ 1263650 w 4940931"/>
                <a:gd name="connsiteY981" fmla="*/ 84455 h 138429"/>
                <a:gd name="connsiteX982" fmla="*/ 1259841 w 4940931"/>
                <a:gd name="connsiteY982" fmla="*/ 81280 h 138429"/>
                <a:gd name="connsiteX983" fmla="*/ 1254125 w 4940931"/>
                <a:gd name="connsiteY983" fmla="*/ 78105 h 138429"/>
                <a:gd name="connsiteX984" fmla="*/ 1246506 w 4940931"/>
                <a:gd name="connsiteY984" fmla="*/ 74930 h 138429"/>
                <a:gd name="connsiteX985" fmla="*/ 1235711 w 4940931"/>
                <a:gd name="connsiteY985" fmla="*/ 69850 h 138429"/>
                <a:gd name="connsiteX986" fmla="*/ 1228726 w 4940931"/>
                <a:gd name="connsiteY986" fmla="*/ 64770 h 138429"/>
                <a:gd name="connsiteX987" fmla="*/ 1224916 w 4940931"/>
                <a:gd name="connsiteY987" fmla="*/ 58420 h 138429"/>
                <a:gd name="connsiteX988" fmla="*/ 1223646 w 4940931"/>
                <a:gd name="connsiteY988" fmla="*/ 50165 h 138429"/>
                <a:gd name="connsiteX989" fmla="*/ 1225551 w 4940931"/>
                <a:gd name="connsiteY989" fmla="*/ 40640 h 138429"/>
                <a:gd name="connsiteX990" fmla="*/ 1231266 w 4940931"/>
                <a:gd name="connsiteY990" fmla="*/ 34290 h 138429"/>
                <a:gd name="connsiteX991" fmla="*/ 1239521 w 4940931"/>
                <a:gd name="connsiteY991" fmla="*/ 30480 h 138429"/>
                <a:gd name="connsiteX992" fmla="*/ 1250316 w 4940931"/>
                <a:gd name="connsiteY992" fmla="*/ 29210 h 138429"/>
                <a:gd name="connsiteX993" fmla="*/ 1180466 w 4940931"/>
                <a:gd name="connsiteY993" fmla="*/ 29210 h 138429"/>
                <a:gd name="connsiteX994" fmla="*/ 1195071 w 4940931"/>
                <a:gd name="connsiteY994" fmla="*/ 32385 h 138429"/>
                <a:gd name="connsiteX995" fmla="*/ 1205231 w 4940931"/>
                <a:gd name="connsiteY995" fmla="*/ 40640 h 138429"/>
                <a:gd name="connsiteX996" fmla="*/ 1211581 w 4940931"/>
                <a:gd name="connsiteY996" fmla="*/ 53340 h 138429"/>
                <a:gd name="connsiteX997" fmla="*/ 1213486 w 4940931"/>
                <a:gd name="connsiteY997" fmla="*/ 68580 h 138429"/>
                <a:gd name="connsiteX998" fmla="*/ 1212216 w 4940931"/>
                <a:gd name="connsiteY998" fmla="*/ 68580 h 138429"/>
                <a:gd name="connsiteX999" fmla="*/ 1212216 w 4940931"/>
                <a:gd name="connsiteY999" fmla="*/ 72390 h 138429"/>
                <a:gd name="connsiteX1000" fmla="*/ 1212216 w 4940931"/>
                <a:gd name="connsiteY1000" fmla="*/ 75565 h 138429"/>
                <a:gd name="connsiteX1001" fmla="*/ 1160781 w 4940931"/>
                <a:gd name="connsiteY1001" fmla="*/ 75565 h 138429"/>
                <a:gd name="connsiteX1002" fmla="*/ 1163321 w 4940931"/>
                <a:gd name="connsiteY1002" fmla="*/ 85090 h 138429"/>
                <a:gd name="connsiteX1003" fmla="*/ 1167766 w 4940931"/>
                <a:gd name="connsiteY1003" fmla="*/ 91440 h 138429"/>
                <a:gd name="connsiteX1004" fmla="*/ 1173481 w 4940931"/>
                <a:gd name="connsiteY1004" fmla="*/ 95250 h 138429"/>
                <a:gd name="connsiteX1005" fmla="*/ 1180466 w 4940931"/>
                <a:gd name="connsiteY1005" fmla="*/ 96520 h 138429"/>
                <a:gd name="connsiteX1006" fmla="*/ 1185546 w 4940931"/>
                <a:gd name="connsiteY1006" fmla="*/ 96520 h 138429"/>
                <a:gd name="connsiteX1007" fmla="*/ 1189991 w 4940931"/>
                <a:gd name="connsiteY1007" fmla="*/ 95250 h 138429"/>
                <a:gd name="connsiteX1008" fmla="*/ 1193801 w 4940931"/>
                <a:gd name="connsiteY1008" fmla="*/ 93345 h 138429"/>
                <a:gd name="connsiteX1009" fmla="*/ 1198246 w 4940931"/>
                <a:gd name="connsiteY1009" fmla="*/ 90805 h 138429"/>
                <a:gd name="connsiteX1010" fmla="*/ 1207136 w 4940931"/>
                <a:gd name="connsiteY1010" fmla="*/ 100330 h 138429"/>
                <a:gd name="connsiteX1011" fmla="*/ 1201421 w 4940931"/>
                <a:gd name="connsiteY1011" fmla="*/ 104775 h 138429"/>
                <a:gd name="connsiteX1012" fmla="*/ 1195706 w 4940931"/>
                <a:gd name="connsiteY1012" fmla="*/ 107950 h 138429"/>
                <a:gd name="connsiteX1013" fmla="*/ 1188721 w 4940931"/>
                <a:gd name="connsiteY1013" fmla="*/ 109855 h 138429"/>
                <a:gd name="connsiteX1014" fmla="*/ 1179831 w 4940931"/>
                <a:gd name="connsiteY1014" fmla="*/ 110490 h 138429"/>
                <a:gd name="connsiteX1015" fmla="*/ 1170306 w 4940931"/>
                <a:gd name="connsiteY1015" fmla="*/ 109220 h 138429"/>
                <a:gd name="connsiteX1016" fmla="*/ 1162686 w 4940931"/>
                <a:gd name="connsiteY1016" fmla="*/ 105410 h 138429"/>
                <a:gd name="connsiteX1017" fmla="*/ 1156336 w 4940931"/>
                <a:gd name="connsiteY1017" fmla="*/ 100330 h 138429"/>
                <a:gd name="connsiteX1018" fmla="*/ 1151256 w 4940931"/>
                <a:gd name="connsiteY1018" fmla="*/ 92710 h 138429"/>
                <a:gd name="connsiteX1019" fmla="*/ 1147446 w 4940931"/>
                <a:gd name="connsiteY1019" fmla="*/ 82550 h 138429"/>
                <a:gd name="connsiteX1020" fmla="*/ 1146176 w 4940931"/>
                <a:gd name="connsiteY1020" fmla="*/ 69850 h 138429"/>
                <a:gd name="connsiteX1021" fmla="*/ 1148716 w 4940931"/>
                <a:gd name="connsiteY1021" fmla="*/ 52070 h 138429"/>
                <a:gd name="connsiteX1022" fmla="*/ 1155701 w 4940931"/>
                <a:gd name="connsiteY1022" fmla="*/ 39370 h 138429"/>
                <a:gd name="connsiteX1023" fmla="*/ 1166496 w 4940931"/>
                <a:gd name="connsiteY1023" fmla="*/ 31750 h 138429"/>
                <a:gd name="connsiteX1024" fmla="*/ 1180466 w 4940931"/>
                <a:gd name="connsiteY1024" fmla="*/ 29210 h 138429"/>
                <a:gd name="connsiteX1025" fmla="*/ 901065 w 4940931"/>
                <a:gd name="connsiteY1025" fmla="*/ 29210 h 138429"/>
                <a:gd name="connsiteX1026" fmla="*/ 915670 w 4940931"/>
                <a:gd name="connsiteY1026" fmla="*/ 32385 h 138429"/>
                <a:gd name="connsiteX1027" fmla="*/ 925830 w 4940931"/>
                <a:gd name="connsiteY1027" fmla="*/ 40640 h 138429"/>
                <a:gd name="connsiteX1028" fmla="*/ 932180 w 4940931"/>
                <a:gd name="connsiteY1028" fmla="*/ 53340 h 138429"/>
                <a:gd name="connsiteX1029" fmla="*/ 934085 w 4940931"/>
                <a:gd name="connsiteY1029" fmla="*/ 68580 h 138429"/>
                <a:gd name="connsiteX1030" fmla="*/ 932815 w 4940931"/>
                <a:gd name="connsiteY1030" fmla="*/ 68580 h 138429"/>
                <a:gd name="connsiteX1031" fmla="*/ 932815 w 4940931"/>
                <a:gd name="connsiteY1031" fmla="*/ 72390 h 138429"/>
                <a:gd name="connsiteX1032" fmla="*/ 932815 w 4940931"/>
                <a:gd name="connsiteY1032" fmla="*/ 75565 h 138429"/>
                <a:gd name="connsiteX1033" fmla="*/ 881380 w 4940931"/>
                <a:gd name="connsiteY1033" fmla="*/ 75565 h 138429"/>
                <a:gd name="connsiteX1034" fmla="*/ 883920 w 4940931"/>
                <a:gd name="connsiteY1034" fmla="*/ 85090 h 138429"/>
                <a:gd name="connsiteX1035" fmla="*/ 888365 w 4940931"/>
                <a:gd name="connsiteY1035" fmla="*/ 91440 h 138429"/>
                <a:gd name="connsiteX1036" fmla="*/ 894080 w 4940931"/>
                <a:gd name="connsiteY1036" fmla="*/ 95250 h 138429"/>
                <a:gd name="connsiteX1037" fmla="*/ 901065 w 4940931"/>
                <a:gd name="connsiteY1037" fmla="*/ 96520 h 138429"/>
                <a:gd name="connsiteX1038" fmla="*/ 906145 w 4940931"/>
                <a:gd name="connsiteY1038" fmla="*/ 96520 h 138429"/>
                <a:gd name="connsiteX1039" fmla="*/ 910590 w 4940931"/>
                <a:gd name="connsiteY1039" fmla="*/ 95250 h 138429"/>
                <a:gd name="connsiteX1040" fmla="*/ 914400 w 4940931"/>
                <a:gd name="connsiteY1040" fmla="*/ 93345 h 138429"/>
                <a:gd name="connsiteX1041" fmla="*/ 918845 w 4940931"/>
                <a:gd name="connsiteY1041" fmla="*/ 90805 h 138429"/>
                <a:gd name="connsiteX1042" fmla="*/ 927735 w 4940931"/>
                <a:gd name="connsiteY1042" fmla="*/ 100330 h 138429"/>
                <a:gd name="connsiteX1043" fmla="*/ 922020 w 4940931"/>
                <a:gd name="connsiteY1043" fmla="*/ 104775 h 138429"/>
                <a:gd name="connsiteX1044" fmla="*/ 916305 w 4940931"/>
                <a:gd name="connsiteY1044" fmla="*/ 107950 h 138429"/>
                <a:gd name="connsiteX1045" fmla="*/ 909320 w 4940931"/>
                <a:gd name="connsiteY1045" fmla="*/ 109855 h 138429"/>
                <a:gd name="connsiteX1046" fmla="*/ 900430 w 4940931"/>
                <a:gd name="connsiteY1046" fmla="*/ 110490 h 138429"/>
                <a:gd name="connsiteX1047" fmla="*/ 890905 w 4940931"/>
                <a:gd name="connsiteY1047" fmla="*/ 109220 h 138429"/>
                <a:gd name="connsiteX1048" fmla="*/ 883285 w 4940931"/>
                <a:gd name="connsiteY1048" fmla="*/ 105410 h 138429"/>
                <a:gd name="connsiteX1049" fmla="*/ 876935 w 4940931"/>
                <a:gd name="connsiteY1049" fmla="*/ 100330 h 138429"/>
                <a:gd name="connsiteX1050" fmla="*/ 871855 w 4940931"/>
                <a:gd name="connsiteY1050" fmla="*/ 92710 h 138429"/>
                <a:gd name="connsiteX1051" fmla="*/ 868045 w 4940931"/>
                <a:gd name="connsiteY1051" fmla="*/ 82550 h 138429"/>
                <a:gd name="connsiteX1052" fmla="*/ 866775 w 4940931"/>
                <a:gd name="connsiteY1052" fmla="*/ 69850 h 138429"/>
                <a:gd name="connsiteX1053" fmla="*/ 869315 w 4940931"/>
                <a:gd name="connsiteY1053" fmla="*/ 52070 h 138429"/>
                <a:gd name="connsiteX1054" fmla="*/ 876300 w 4940931"/>
                <a:gd name="connsiteY1054" fmla="*/ 39370 h 138429"/>
                <a:gd name="connsiteX1055" fmla="*/ 887095 w 4940931"/>
                <a:gd name="connsiteY1055" fmla="*/ 31750 h 138429"/>
                <a:gd name="connsiteX1056" fmla="*/ 901065 w 4940931"/>
                <a:gd name="connsiteY1056" fmla="*/ 29210 h 138429"/>
                <a:gd name="connsiteX1057" fmla="*/ 668656 w 4940931"/>
                <a:gd name="connsiteY1057" fmla="*/ 29210 h 138429"/>
                <a:gd name="connsiteX1058" fmla="*/ 676275 w 4940931"/>
                <a:gd name="connsiteY1058" fmla="*/ 29845 h 138429"/>
                <a:gd name="connsiteX1059" fmla="*/ 681991 w 4940931"/>
                <a:gd name="connsiteY1059" fmla="*/ 32385 h 138429"/>
                <a:gd name="connsiteX1060" fmla="*/ 678181 w 4940931"/>
                <a:gd name="connsiteY1060" fmla="*/ 46990 h 138429"/>
                <a:gd name="connsiteX1061" fmla="*/ 676910 w 4940931"/>
                <a:gd name="connsiteY1061" fmla="*/ 46990 h 138429"/>
                <a:gd name="connsiteX1062" fmla="*/ 671830 w 4940931"/>
                <a:gd name="connsiteY1062" fmla="*/ 45085 h 138429"/>
                <a:gd name="connsiteX1063" fmla="*/ 665480 w 4940931"/>
                <a:gd name="connsiteY1063" fmla="*/ 44450 h 138429"/>
                <a:gd name="connsiteX1064" fmla="*/ 654050 w 4940931"/>
                <a:gd name="connsiteY1064" fmla="*/ 49530 h 138429"/>
                <a:gd name="connsiteX1065" fmla="*/ 650240 w 4940931"/>
                <a:gd name="connsiteY1065" fmla="*/ 64770 h 138429"/>
                <a:gd name="connsiteX1066" fmla="*/ 650240 w 4940931"/>
                <a:gd name="connsiteY1066" fmla="*/ 109220 h 138429"/>
                <a:gd name="connsiteX1067" fmla="*/ 635000 w 4940931"/>
                <a:gd name="connsiteY1067" fmla="*/ 109220 h 138429"/>
                <a:gd name="connsiteX1068" fmla="*/ 635000 w 4940931"/>
                <a:gd name="connsiteY1068" fmla="*/ 31115 h 138429"/>
                <a:gd name="connsiteX1069" fmla="*/ 650240 w 4940931"/>
                <a:gd name="connsiteY1069" fmla="*/ 31115 h 138429"/>
                <a:gd name="connsiteX1070" fmla="*/ 650240 w 4940931"/>
                <a:gd name="connsiteY1070" fmla="*/ 38735 h 138429"/>
                <a:gd name="connsiteX1071" fmla="*/ 653416 w 4940931"/>
                <a:gd name="connsiteY1071" fmla="*/ 34925 h 138429"/>
                <a:gd name="connsiteX1072" fmla="*/ 657861 w 4940931"/>
                <a:gd name="connsiteY1072" fmla="*/ 31750 h 138429"/>
                <a:gd name="connsiteX1073" fmla="*/ 662940 w 4940931"/>
                <a:gd name="connsiteY1073" fmla="*/ 29845 h 138429"/>
                <a:gd name="connsiteX1074" fmla="*/ 668656 w 4940931"/>
                <a:gd name="connsiteY1074" fmla="*/ 29210 h 138429"/>
                <a:gd name="connsiteX1075" fmla="*/ 586739 w 4940931"/>
                <a:gd name="connsiteY1075" fmla="*/ 29210 h 138429"/>
                <a:gd name="connsiteX1076" fmla="*/ 601344 w 4940931"/>
                <a:gd name="connsiteY1076" fmla="*/ 32385 h 138429"/>
                <a:gd name="connsiteX1077" fmla="*/ 611504 w 4940931"/>
                <a:gd name="connsiteY1077" fmla="*/ 40640 h 138429"/>
                <a:gd name="connsiteX1078" fmla="*/ 617854 w 4940931"/>
                <a:gd name="connsiteY1078" fmla="*/ 53340 h 138429"/>
                <a:gd name="connsiteX1079" fmla="*/ 619759 w 4940931"/>
                <a:gd name="connsiteY1079" fmla="*/ 68580 h 138429"/>
                <a:gd name="connsiteX1080" fmla="*/ 618489 w 4940931"/>
                <a:gd name="connsiteY1080" fmla="*/ 68580 h 138429"/>
                <a:gd name="connsiteX1081" fmla="*/ 618489 w 4940931"/>
                <a:gd name="connsiteY1081" fmla="*/ 72390 h 138429"/>
                <a:gd name="connsiteX1082" fmla="*/ 618489 w 4940931"/>
                <a:gd name="connsiteY1082" fmla="*/ 75565 h 138429"/>
                <a:gd name="connsiteX1083" fmla="*/ 567054 w 4940931"/>
                <a:gd name="connsiteY1083" fmla="*/ 75565 h 138429"/>
                <a:gd name="connsiteX1084" fmla="*/ 569594 w 4940931"/>
                <a:gd name="connsiteY1084" fmla="*/ 85090 h 138429"/>
                <a:gd name="connsiteX1085" fmla="*/ 574039 w 4940931"/>
                <a:gd name="connsiteY1085" fmla="*/ 91440 h 138429"/>
                <a:gd name="connsiteX1086" fmla="*/ 579754 w 4940931"/>
                <a:gd name="connsiteY1086" fmla="*/ 95250 h 138429"/>
                <a:gd name="connsiteX1087" fmla="*/ 586739 w 4940931"/>
                <a:gd name="connsiteY1087" fmla="*/ 96520 h 138429"/>
                <a:gd name="connsiteX1088" fmla="*/ 591819 w 4940931"/>
                <a:gd name="connsiteY1088" fmla="*/ 96520 h 138429"/>
                <a:gd name="connsiteX1089" fmla="*/ 596264 w 4940931"/>
                <a:gd name="connsiteY1089" fmla="*/ 95250 h 138429"/>
                <a:gd name="connsiteX1090" fmla="*/ 600074 w 4940931"/>
                <a:gd name="connsiteY1090" fmla="*/ 93345 h 138429"/>
                <a:gd name="connsiteX1091" fmla="*/ 604519 w 4940931"/>
                <a:gd name="connsiteY1091" fmla="*/ 90805 h 138429"/>
                <a:gd name="connsiteX1092" fmla="*/ 613409 w 4940931"/>
                <a:gd name="connsiteY1092" fmla="*/ 100330 h 138429"/>
                <a:gd name="connsiteX1093" fmla="*/ 607694 w 4940931"/>
                <a:gd name="connsiteY1093" fmla="*/ 104775 h 138429"/>
                <a:gd name="connsiteX1094" fmla="*/ 601979 w 4940931"/>
                <a:gd name="connsiteY1094" fmla="*/ 107950 h 138429"/>
                <a:gd name="connsiteX1095" fmla="*/ 594994 w 4940931"/>
                <a:gd name="connsiteY1095" fmla="*/ 109855 h 138429"/>
                <a:gd name="connsiteX1096" fmla="*/ 586104 w 4940931"/>
                <a:gd name="connsiteY1096" fmla="*/ 110490 h 138429"/>
                <a:gd name="connsiteX1097" fmla="*/ 576579 w 4940931"/>
                <a:gd name="connsiteY1097" fmla="*/ 109220 h 138429"/>
                <a:gd name="connsiteX1098" fmla="*/ 568959 w 4940931"/>
                <a:gd name="connsiteY1098" fmla="*/ 105410 h 138429"/>
                <a:gd name="connsiteX1099" fmla="*/ 562609 w 4940931"/>
                <a:gd name="connsiteY1099" fmla="*/ 100330 h 138429"/>
                <a:gd name="connsiteX1100" fmla="*/ 557529 w 4940931"/>
                <a:gd name="connsiteY1100" fmla="*/ 92710 h 138429"/>
                <a:gd name="connsiteX1101" fmla="*/ 553719 w 4940931"/>
                <a:gd name="connsiteY1101" fmla="*/ 82550 h 138429"/>
                <a:gd name="connsiteX1102" fmla="*/ 552449 w 4940931"/>
                <a:gd name="connsiteY1102" fmla="*/ 69850 h 138429"/>
                <a:gd name="connsiteX1103" fmla="*/ 554989 w 4940931"/>
                <a:gd name="connsiteY1103" fmla="*/ 52070 h 138429"/>
                <a:gd name="connsiteX1104" fmla="*/ 561974 w 4940931"/>
                <a:gd name="connsiteY1104" fmla="*/ 39370 h 138429"/>
                <a:gd name="connsiteX1105" fmla="*/ 572769 w 4940931"/>
                <a:gd name="connsiteY1105" fmla="*/ 31750 h 138429"/>
                <a:gd name="connsiteX1106" fmla="*/ 586739 w 4940931"/>
                <a:gd name="connsiteY1106" fmla="*/ 29210 h 138429"/>
                <a:gd name="connsiteX1107" fmla="*/ 400050 w 4940931"/>
                <a:gd name="connsiteY1107" fmla="*/ 29210 h 138429"/>
                <a:gd name="connsiteX1108" fmla="*/ 414655 w 4940931"/>
                <a:gd name="connsiteY1108" fmla="*/ 32385 h 138429"/>
                <a:gd name="connsiteX1109" fmla="*/ 424815 w 4940931"/>
                <a:gd name="connsiteY1109" fmla="*/ 40640 h 138429"/>
                <a:gd name="connsiteX1110" fmla="*/ 431165 w 4940931"/>
                <a:gd name="connsiteY1110" fmla="*/ 53340 h 138429"/>
                <a:gd name="connsiteX1111" fmla="*/ 433070 w 4940931"/>
                <a:gd name="connsiteY1111" fmla="*/ 68580 h 138429"/>
                <a:gd name="connsiteX1112" fmla="*/ 431800 w 4940931"/>
                <a:gd name="connsiteY1112" fmla="*/ 68580 h 138429"/>
                <a:gd name="connsiteX1113" fmla="*/ 431800 w 4940931"/>
                <a:gd name="connsiteY1113" fmla="*/ 72390 h 138429"/>
                <a:gd name="connsiteX1114" fmla="*/ 431800 w 4940931"/>
                <a:gd name="connsiteY1114" fmla="*/ 75565 h 138429"/>
                <a:gd name="connsiteX1115" fmla="*/ 380365 w 4940931"/>
                <a:gd name="connsiteY1115" fmla="*/ 75565 h 138429"/>
                <a:gd name="connsiteX1116" fmla="*/ 382905 w 4940931"/>
                <a:gd name="connsiteY1116" fmla="*/ 85090 h 138429"/>
                <a:gd name="connsiteX1117" fmla="*/ 387350 w 4940931"/>
                <a:gd name="connsiteY1117" fmla="*/ 91440 h 138429"/>
                <a:gd name="connsiteX1118" fmla="*/ 393065 w 4940931"/>
                <a:gd name="connsiteY1118" fmla="*/ 95250 h 138429"/>
                <a:gd name="connsiteX1119" fmla="*/ 400050 w 4940931"/>
                <a:gd name="connsiteY1119" fmla="*/ 96520 h 138429"/>
                <a:gd name="connsiteX1120" fmla="*/ 405130 w 4940931"/>
                <a:gd name="connsiteY1120" fmla="*/ 96520 h 138429"/>
                <a:gd name="connsiteX1121" fmla="*/ 409575 w 4940931"/>
                <a:gd name="connsiteY1121" fmla="*/ 95250 h 138429"/>
                <a:gd name="connsiteX1122" fmla="*/ 413385 w 4940931"/>
                <a:gd name="connsiteY1122" fmla="*/ 93345 h 138429"/>
                <a:gd name="connsiteX1123" fmla="*/ 417830 w 4940931"/>
                <a:gd name="connsiteY1123" fmla="*/ 90805 h 138429"/>
                <a:gd name="connsiteX1124" fmla="*/ 426720 w 4940931"/>
                <a:gd name="connsiteY1124" fmla="*/ 100330 h 138429"/>
                <a:gd name="connsiteX1125" fmla="*/ 421005 w 4940931"/>
                <a:gd name="connsiteY1125" fmla="*/ 104775 h 138429"/>
                <a:gd name="connsiteX1126" fmla="*/ 415290 w 4940931"/>
                <a:gd name="connsiteY1126" fmla="*/ 107950 h 138429"/>
                <a:gd name="connsiteX1127" fmla="*/ 408305 w 4940931"/>
                <a:gd name="connsiteY1127" fmla="*/ 109855 h 138429"/>
                <a:gd name="connsiteX1128" fmla="*/ 399415 w 4940931"/>
                <a:gd name="connsiteY1128" fmla="*/ 110490 h 138429"/>
                <a:gd name="connsiteX1129" fmla="*/ 389890 w 4940931"/>
                <a:gd name="connsiteY1129" fmla="*/ 109220 h 138429"/>
                <a:gd name="connsiteX1130" fmla="*/ 382270 w 4940931"/>
                <a:gd name="connsiteY1130" fmla="*/ 105410 h 138429"/>
                <a:gd name="connsiteX1131" fmla="*/ 375920 w 4940931"/>
                <a:gd name="connsiteY1131" fmla="*/ 100330 h 138429"/>
                <a:gd name="connsiteX1132" fmla="*/ 370840 w 4940931"/>
                <a:gd name="connsiteY1132" fmla="*/ 92710 h 138429"/>
                <a:gd name="connsiteX1133" fmla="*/ 367030 w 4940931"/>
                <a:gd name="connsiteY1133" fmla="*/ 82550 h 138429"/>
                <a:gd name="connsiteX1134" fmla="*/ 365760 w 4940931"/>
                <a:gd name="connsiteY1134" fmla="*/ 69850 h 138429"/>
                <a:gd name="connsiteX1135" fmla="*/ 368300 w 4940931"/>
                <a:gd name="connsiteY1135" fmla="*/ 52070 h 138429"/>
                <a:gd name="connsiteX1136" fmla="*/ 375285 w 4940931"/>
                <a:gd name="connsiteY1136" fmla="*/ 39370 h 138429"/>
                <a:gd name="connsiteX1137" fmla="*/ 386080 w 4940931"/>
                <a:gd name="connsiteY1137" fmla="*/ 31750 h 138429"/>
                <a:gd name="connsiteX1138" fmla="*/ 400050 w 4940931"/>
                <a:gd name="connsiteY1138" fmla="*/ 29210 h 138429"/>
                <a:gd name="connsiteX1139" fmla="*/ 201930 w 4940931"/>
                <a:gd name="connsiteY1139" fmla="*/ 29210 h 138429"/>
                <a:gd name="connsiteX1140" fmla="*/ 216535 w 4940931"/>
                <a:gd name="connsiteY1140" fmla="*/ 32385 h 138429"/>
                <a:gd name="connsiteX1141" fmla="*/ 226695 w 4940931"/>
                <a:gd name="connsiteY1141" fmla="*/ 40640 h 138429"/>
                <a:gd name="connsiteX1142" fmla="*/ 233045 w 4940931"/>
                <a:gd name="connsiteY1142" fmla="*/ 53340 h 138429"/>
                <a:gd name="connsiteX1143" fmla="*/ 234950 w 4940931"/>
                <a:gd name="connsiteY1143" fmla="*/ 68580 h 138429"/>
                <a:gd name="connsiteX1144" fmla="*/ 233680 w 4940931"/>
                <a:gd name="connsiteY1144" fmla="*/ 68580 h 138429"/>
                <a:gd name="connsiteX1145" fmla="*/ 233680 w 4940931"/>
                <a:gd name="connsiteY1145" fmla="*/ 72390 h 138429"/>
                <a:gd name="connsiteX1146" fmla="*/ 233680 w 4940931"/>
                <a:gd name="connsiteY1146" fmla="*/ 75565 h 138429"/>
                <a:gd name="connsiteX1147" fmla="*/ 182245 w 4940931"/>
                <a:gd name="connsiteY1147" fmla="*/ 75565 h 138429"/>
                <a:gd name="connsiteX1148" fmla="*/ 184785 w 4940931"/>
                <a:gd name="connsiteY1148" fmla="*/ 85090 h 138429"/>
                <a:gd name="connsiteX1149" fmla="*/ 189230 w 4940931"/>
                <a:gd name="connsiteY1149" fmla="*/ 91440 h 138429"/>
                <a:gd name="connsiteX1150" fmla="*/ 194945 w 4940931"/>
                <a:gd name="connsiteY1150" fmla="*/ 95250 h 138429"/>
                <a:gd name="connsiteX1151" fmla="*/ 201930 w 4940931"/>
                <a:gd name="connsiteY1151" fmla="*/ 96520 h 138429"/>
                <a:gd name="connsiteX1152" fmla="*/ 207010 w 4940931"/>
                <a:gd name="connsiteY1152" fmla="*/ 96520 h 138429"/>
                <a:gd name="connsiteX1153" fmla="*/ 211455 w 4940931"/>
                <a:gd name="connsiteY1153" fmla="*/ 95250 h 138429"/>
                <a:gd name="connsiteX1154" fmla="*/ 215265 w 4940931"/>
                <a:gd name="connsiteY1154" fmla="*/ 93345 h 138429"/>
                <a:gd name="connsiteX1155" fmla="*/ 219710 w 4940931"/>
                <a:gd name="connsiteY1155" fmla="*/ 90805 h 138429"/>
                <a:gd name="connsiteX1156" fmla="*/ 228600 w 4940931"/>
                <a:gd name="connsiteY1156" fmla="*/ 100330 h 138429"/>
                <a:gd name="connsiteX1157" fmla="*/ 222885 w 4940931"/>
                <a:gd name="connsiteY1157" fmla="*/ 104775 h 138429"/>
                <a:gd name="connsiteX1158" fmla="*/ 217170 w 4940931"/>
                <a:gd name="connsiteY1158" fmla="*/ 107950 h 138429"/>
                <a:gd name="connsiteX1159" fmla="*/ 210185 w 4940931"/>
                <a:gd name="connsiteY1159" fmla="*/ 109855 h 138429"/>
                <a:gd name="connsiteX1160" fmla="*/ 201295 w 4940931"/>
                <a:gd name="connsiteY1160" fmla="*/ 110490 h 138429"/>
                <a:gd name="connsiteX1161" fmla="*/ 191770 w 4940931"/>
                <a:gd name="connsiteY1161" fmla="*/ 109220 h 138429"/>
                <a:gd name="connsiteX1162" fmla="*/ 184150 w 4940931"/>
                <a:gd name="connsiteY1162" fmla="*/ 105410 h 138429"/>
                <a:gd name="connsiteX1163" fmla="*/ 177800 w 4940931"/>
                <a:gd name="connsiteY1163" fmla="*/ 100330 h 138429"/>
                <a:gd name="connsiteX1164" fmla="*/ 172720 w 4940931"/>
                <a:gd name="connsiteY1164" fmla="*/ 92710 h 138429"/>
                <a:gd name="connsiteX1165" fmla="*/ 168910 w 4940931"/>
                <a:gd name="connsiteY1165" fmla="*/ 82550 h 138429"/>
                <a:gd name="connsiteX1166" fmla="*/ 167640 w 4940931"/>
                <a:gd name="connsiteY1166" fmla="*/ 69850 h 138429"/>
                <a:gd name="connsiteX1167" fmla="*/ 170180 w 4940931"/>
                <a:gd name="connsiteY1167" fmla="*/ 52070 h 138429"/>
                <a:gd name="connsiteX1168" fmla="*/ 177165 w 4940931"/>
                <a:gd name="connsiteY1168" fmla="*/ 39370 h 138429"/>
                <a:gd name="connsiteX1169" fmla="*/ 187960 w 4940931"/>
                <a:gd name="connsiteY1169" fmla="*/ 31750 h 138429"/>
                <a:gd name="connsiteX1170" fmla="*/ 201930 w 4940931"/>
                <a:gd name="connsiteY1170" fmla="*/ 29210 h 138429"/>
                <a:gd name="connsiteX1171" fmla="*/ 4664706 w 4940931"/>
                <a:gd name="connsiteY1171" fmla="*/ 28574 h 138429"/>
                <a:gd name="connsiteX1172" fmla="*/ 4678676 w 4940931"/>
                <a:gd name="connsiteY1172" fmla="*/ 31749 h 138429"/>
                <a:gd name="connsiteX1173" fmla="*/ 4689471 w 4940931"/>
                <a:gd name="connsiteY1173" fmla="*/ 40004 h 138429"/>
                <a:gd name="connsiteX1174" fmla="*/ 4696456 w 4940931"/>
                <a:gd name="connsiteY1174" fmla="*/ 52704 h 138429"/>
                <a:gd name="connsiteX1175" fmla="*/ 4698996 w 4940931"/>
                <a:gd name="connsiteY1175" fmla="*/ 69214 h 138429"/>
                <a:gd name="connsiteX1176" fmla="*/ 4699631 w 4940931"/>
                <a:gd name="connsiteY1176" fmla="*/ 69214 h 138429"/>
                <a:gd name="connsiteX1177" fmla="*/ 4697091 w 4940931"/>
                <a:gd name="connsiteY1177" fmla="*/ 86359 h 138429"/>
                <a:gd name="connsiteX1178" fmla="*/ 4689471 w 4940931"/>
                <a:gd name="connsiteY1178" fmla="*/ 99059 h 138429"/>
                <a:gd name="connsiteX1179" fmla="*/ 4678041 w 4940931"/>
                <a:gd name="connsiteY1179" fmla="*/ 107314 h 138429"/>
                <a:gd name="connsiteX1180" fmla="*/ 4664071 w 4940931"/>
                <a:gd name="connsiteY1180" fmla="*/ 109854 h 138429"/>
                <a:gd name="connsiteX1181" fmla="*/ 4650101 w 4940931"/>
                <a:gd name="connsiteY1181" fmla="*/ 106679 h 138429"/>
                <a:gd name="connsiteX1182" fmla="*/ 4639306 w 4940931"/>
                <a:gd name="connsiteY1182" fmla="*/ 98424 h 138429"/>
                <a:gd name="connsiteX1183" fmla="*/ 4632321 w 4940931"/>
                <a:gd name="connsiteY1183" fmla="*/ 85724 h 138429"/>
                <a:gd name="connsiteX1184" fmla="*/ 4629781 w 4940931"/>
                <a:gd name="connsiteY1184" fmla="*/ 69214 h 138429"/>
                <a:gd name="connsiteX1185" fmla="*/ 4632321 w 4940931"/>
                <a:gd name="connsiteY1185" fmla="*/ 52069 h 138429"/>
                <a:gd name="connsiteX1186" fmla="*/ 4639941 w 4940931"/>
                <a:gd name="connsiteY1186" fmla="*/ 39369 h 138429"/>
                <a:gd name="connsiteX1187" fmla="*/ 4650736 w 4940931"/>
                <a:gd name="connsiteY1187" fmla="*/ 31114 h 138429"/>
                <a:gd name="connsiteX1188" fmla="*/ 4664706 w 4940931"/>
                <a:gd name="connsiteY1188" fmla="*/ 28574 h 138429"/>
                <a:gd name="connsiteX1189" fmla="*/ 4264655 w 4940931"/>
                <a:gd name="connsiteY1189" fmla="*/ 28574 h 138429"/>
                <a:gd name="connsiteX1190" fmla="*/ 4278625 w 4940931"/>
                <a:gd name="connsiteY1190" fmla="*/ 31749 h 138429"/>
                <a:gd name="connsiteX1191" fmla="*/ 4289420 w 4940931"/>
                <a:gd name="connsiteY1191" fmla="*/ 40004 h 138429"/>
                <a:gd name="connsiteX1192" fmla="*/ 4296405 w 4940931"/>
                <a:gd name="connsiteY1192" fmla="*/ 52704 h 138429"/>
                <a:gd name="connsiteX1193" fmla="*/ 4298945 w 4940931"/>
                <a:gd name="connsiteY1193" fmla="*/ 69214 h 138429"/>
                <a:gd name="connsiteX1194" fmla="*/ 4299580 w 4940931"/>
                <a:gd name="connsiteY1194" fmla="*/ 69214 h 138429"/>
                <a:gd name="connsiteX1195" fmla="*/ 4297040 w 4940931"/>
                <a:gd name="connsiteY1195" fmla="*/ 86359 h 138429"/>
                <a:gd name="connsiteX1196" fmla="*/ 4289420 w 4940931"/>
                <a:gd name="connsiteY1196" fmla="*/ 99059 h 138429"/>
                <a:gd name="connsiteX1197" fmla="*/ 4277990 w 4940931"/>
                <a:gd name="connsiteY1197" fmla="*/ 107314 h 138429"/>
                <a:gd name="connsiteX1198" fmla="*/ 4264020 w 4940931"/>
                <a:gd name="connsiteY1198" fmla="*/ 109854 h 138429"/>
                <a:gd name="connsiteX1199" fmla="*/ 4250050 w 4940931"/>
                <a:gd name="connsiteY1199" fmla="*/ 106679 h 138429"/>
                <a:gd name="connsiteX1200" fmla="*/ 4239255 w 4940931"/>
                <a:gd name="connsiteY1200" fmla="*/ 98424 h 138429"/>
                <a:gd name="connsiteX1201" fmla="*/ 4232270 w 4940931"/>
                <a:gd name="connsiteY1201" fmla="*/ 85724 h 138429"/>
                <a:gd name="connsiteX1202" fmla="*/ 4229730 w 4940931"/>
                <a:gd name="connsiteY1202" fmla="*/ 69214 h 138429"/>
                <a:gd name="connsiteX1203" fmla="*/ 4232270 w 4940931"/>
                <a:gd name="connsiteY1203" fmla="*/ 52069 h 138429"/>
                <a:gd name="connsiteX1204" fmla="*/ 4239890 w 4940931"/>
                <a:gd name="connsiteY1204" fmla="*/ 39369 h 138429"/>
                <a:gd name="connsiteX1205" fmla="*/ 4250685 w 4940931"/>
                <a:gd name="connsiteY1205" fmla="*/ 31114 h 138429"/>
                <a:gd name="connsiteX1206" fmla="*/ 4264655 w 4940931"/>
                <a:gd name="connsiteY1206" fmla="*/ 28574 h 138429"/>
                <a:gd name="connsiteX1207" fmla="*/ 1420495 w 4940931"/>
                <a:gd name="connsiteY1207" fmla="*/ 28574 h 138429"/>
                <a:gd name="connsiteX1208" fmla="*/ 1434465 w 4940931"/>
                <a:gd name="connsiteY1208" fmla="*/ 31749 h 138429"/>
                <a:gd name="connsiteX1209" fmla="*/ 1445260 w 4940931"/>
                <a:gd name="connsiteY1209" fmla="*/ 40004 h 138429"/>
                <a:gd name="connsiteX1210" fmla="*/ 1452245 w 4940931"/>
                <a:gd name="connsiteY1210" fmla="*/ 52704 h 138429"/>
                <a:gd name="connsiteX1211" fmla="*/ 1454785 w 4940931"/>
                <a:gd name="connsiteY1211" fmla="*/ 69214 h 138429"/>
                <a:gd name="connsiteX1212" fmla="*/ 1455420 w 4940931"/>
                <a:gd name="connsiteY1212" fmla="*/ 69214 h 138429"/>
                <a:gd name="connsiteX1213" fmla="*/ 1452880 w 4940931"/>
                <a:gd name="connsiteY1213" fmla="*/ 86359 h 138429"/>
                <a:gd name="connsiteX1214" fmla="*/ 1445260 w 4940931"/>
                <a:gd name="connsiteY1214" fmla="*/ 99059 h 138429"/>
                <a:gd name="connsiteX1215" fmla="*/ 1433830 w 4940931"/>
                <a:gd name="connsiteY1215" fmla="*/ 107314 h 138429"/>
                <a:gd name="connsiteX1216" fmla="*/ 1419860 w 4940931"/>
                <a:gd name="connsiteY1216" fmla="*/ 109854 h 138429"/>
                <a:gd name="connsiteX1217" fmla="*/ 1405890 w 4940931"/>
                <a:gd name="connsiteY1217" fmla="*/ 106679 h 138429"/>
                <a:gd name="connsiteX1218" fmla="*/ 1395095 w 4940931"/>
                <a:gd name="connsiteY1218" fmla="*/ 98424 h 138429"/>
                <a:gd name="connsiteX1219" fmla="*/ 1388110 w 4940931"/>
                <a:gd name="connsiteY1219" fmla="*/ 85724 h 138429"/>
                <a:gd name="connsiteX1220" fmla="*/ 1385570 w 4940931"/>
                <a:gd name="connsiteY1220" fmla="*/ 69214 h 138429"/>
                <a:gd name="connsiteX1221" fmla="*/ 1388110 w 4940931"/>
                <a:gd name="connsiteY1221" fmla="*/ 52069 h 138429"/>
                <a:gd name="connsiteX1222" fmla="*/ 1395730 w 4940931"/>
                <a:gd name="connsiteY1222" fmla="*/ 39369 h 138429"/>
                <a:gd name="connsiteX1223" fmla="*/ 1406525 w 4940931"/>
                <a:gd name="connsiteY1223" fmla="*/ 31114 h 138429"/>
                <a:gd name="connsiteX1224" fmla="*/ 1420495 w 4940931"/>
                <a:gd name="connsiteY1224" fmla="*/ 28574 h 138429"/>
                <a:gd name="connsiteX1225" fmla="*/ 3143245 w 4940931"/>
                <a:gd name="connsiteY1225" fmla="*/ 5079 h 138429"/>
                <a:gd name="connsiteX1226" fmla="*/ 3219445 w 4940931"/>
                <a:gd name="connsiteY1226" fmla="*/ 5079 h 138429"/>
                <a:gd name="connsiteX1227" fmla="*/ 3219445 w 4940931"/>
                <a:gd name="connsiteY1227" fmla="*/ 20319 h 138429"/>
                <a:gd name="connsiteX1228" fmla="*/ 3188965 w 4940931"/>
                <a:gd name="connsiteY1228" fmla="*/ 20319 h 138429"/>
                <a:gd name="connsiteX1229" fmla="*/ 3188965 w 4940931"/>
                <a:gd name="connsiteY1229" fmla="*/ 108584 h 138429"/>
                <a:gd name="connsiteX1230" fmla="*/ 3173090 w 4940931"/>
                <a:gd name="connsiteY1230" fmla="*/ 108584 h 138429"/>
                <a:gd name="connsiteX1231" fmla="*/ 3173090 w 4940931"/>
                <a:gd name="connsiteY1231" fmla="*/ 20319 h 138429"/>
                <a:gd name="connsiteX1232" fmla="*/ 3143245 w 4940931"/>
                <a:gd name="connsiteY1232" fmla="*/ 20319 h 138429"/>
                <a:gd name="connsiteX1233" fmla="*/ 1628774 w 4940931"/>
                <a:gd name="connsiteY1233" fmla="*/ 5079 h 138429"/>
                <a:gd name="connsiteX1234" fmla="*/ 1704970 w 4940931"/>
                <a:gd name="connsiteY1234" fmla="*/ 5079 h 138429"/>
                <a:gd name="connsiteX1235" fmla="*/ 1704970 w 4940931"/>
                <a:gd name="connsiteY1235" fmla="*/ 20319 h 138429"/>
                <a:gd name="connsiteX1236" fmla="*/ 1675129 w 4940931"/>
                <a:gd name="connsiteY1236" fmla="*/ 20319 h 138429"/>
                <a:gd name="connsiteX1237" fmla="*/ 1675129 w 4940931"/>
                <a:gd name="connsiteY1237" fmla="*/ 108584 h 138429"/>
                <a:gd name="connsiteX1238" fmla="*/ 1659255 w 4940931"/>
                <a:gd name="connsiteY1238" fmla="*/ 108584 h 138429"/>
                <a:gd name="connsiteX1239" fmla="*/ 1659255 w 4940931"/>
                <a:gd name="connsiteY1239" fmla="*/ 20319 h 138429"/>
                <a:gd name="connsiteX1240" fmla="*/ 1628774 w 4940931"/>
                <a:gd name="connsiteY1240" fmla="*/ 20319 h 138429"/>
                <a:gd name="connsiteX1241" fmla="*/ 0 w 4940931"/>
                <a:gd name="connsiteY1241" fmla="*/ 5079 h 138429"/>
                <a:gd name="connsiteX1242" fmla="*/ 76200 w 4940931"/>
                <a:gd name="connsiteY1242" fmla="*/ 5079 h 138429"/>
                <a:gd name="connsiteX1243" fmla="*/ 76200 w 4940931"/>
                <a:gd name="connsiteY1243" fmla="*/ 20319 h 138429"/>
                <a:gd name="connsiteX1244" fmla="*/ 45720 w 4940931"/>
                <a:gd name="connsiteY1244" fmla="*/ 20319 h 138429"/>
                <a:gd name="connsiteX1245" fmla="*/ 45720 w 4940931"/>
                <a:gd name="connsiteY1245" fmla="*/ 108584 h 138429"/>
                <a:gd name="connsiteX1246" fmla="*/ 29845 w 4940931"/>
                <a:gd name="connsiteY1246" fmla="*/ 108584 h 138429"/>
                <a:gd name="connsiteX1247" fmla="*/ 29845 w 4940931"/>
                <a:gd name="connsiteY1247" fmla="*/ 20319 h 138429"/>
                <a:gd name="connsiteX1248" fmla="*/ 0 w 4940931"/>
                <a:gd name="connsiteY1248" fmla="*/ 20319 h 138429"/>
                <a:gd name="connsiteX1249" fmla="*/ 1362075 w 4940931"/>
                <a:gd name="connsiteY1249" fmla="*/ 1269 h 138429"/>
                <a:gd name="connsiteX1250" fmla="*/ 1365885 w 4940931"/>
                <a:gd name="connsiteY1250" fmla="*/ 1904 h 138429"/>
                <a:gd name="connsiteX1251" fmla="*/ 1369060 w 4940931"/>
                <a:gd name="connsiteY1251" fmla="*/ 3809 h 138429"/>
                <a:gd name="connsiteX1252" fmla="*/ 1370965 w 4940931"/>
                <a:gd name="connsiteY1252" fmla="*/ 6984 h 138429"/>
                <a:gd name="connsiteX1253" fmla="*/ 1371600 w 4940931"/>
                <a:gd name="connsiteY1253" fmla="*/ 10794 h 138429"/>
                <a:gd name="connsiteX1254" fmla="*/ 1370965 w 4940931"/>
                <a:gd name="connsiteY1254" fmla="*/ 14604 h 138429"/>
                <a:gd name="connsiteX1255" fmla="*/ 1369060 w 4940931"/>
                <a:gd name="connsiteY1255" fmla="*/ 17779 h 138429"/>
                <a:gd name="connsiteX1256" fmla="*/ 1365885 w 4940931"/>
                <a:gd name="connsiteY1256" fmla="*/ 19684 h 138429"/>
                <a:gd name="connsiteX1257" fmla="*/ 1362075 w 4940931"/>
                <a:gd name="connsiteY1257" fmla="*/ 20319 h 138429"/>
                <a:gd name="connsiteX1258" fmla="*/ 1358265 w 4940931"/>
                <a:gd name="connsiteY1258" fmla="*/ 19684 h 138429"/>
                <a:gd name="connsiteX1259" fmla="*/ 1355090 w 4940931"/>
                <a:gd name="connsiteY1259" fmla="*/ 17779 h 138429"/>
                <a:gd name="connsiteX1260" fmla="*/ 1353185 w 4940931"/>
                <a:gd name="connsiteY1260" fmla="*/ 14604 h 138429"/>
                <a:gd name="connsiteX1261" fmla="*/ 1352550 w 4940931"/>
                <a:gd name="connsiteY1261" fmla="*/ 10794 h 138429"/>
                <a:gd name="connsiteX1262" fmla="*/ 1353185 w 4940931"/>
                <a:gd name="connsiteY1262" fmla="*/ 6984 h 138429"/>
                <a:gd name="connsiteX1263" fmla="*/ 1355090 w 4940931"/>
                <a:gd name="connsiteY1263" fmla="*/ 3809 h 138429"/>
                <a:gd name="connsiteX1264" fmla="*/ 1358265 w 4940931"/>
                <a:gd name="connsiteY1264" fmla="*/ 1904 h 138429"/>
                <a:gd name="connsiteX1265" fmla="*/ 1362075 w 4940931"/>
                <a:gd name="connsiteY1265" fmla="*/ 1269 h 138429"/>
                <a:gd name="connsiteX1266" fmla="*/ 4789801 w 4940931"/>
                <a:gd name="connsiteY1266" fmla="*/ 634 h 138429"/>
                <a:gd name="connsiteX1267" fmla="*/ 4789801 w 4940931"/>
                <a:gd name="connsiteY1267" fmla="*/ 65404 h 138429"/>
                <a:gd name="connsiteX1268" fmla="*/ 4814566 w 4940931"/>
                <a:gd name="connsiteY1268" fmla="*/ 31114 h 138429"/>
                <a:gd name="connsiteX1269" fmla="*/ 4831711 w 4940931"/>
                <a:gd name="connsiteY1269" fmla="*/ 31114 h 138429"/>
                <a:gd name="connsiteX1270" fmla="*/ 4812026 w 4940931"/>
                <a:gd name="connsiteY1270" fmla="*/ 57149 h 138429"/>
                <a:gd name="connsiteX1271" fmla="*/ 4835521 w 4940931"/>
                <a:gd name="connsiteY1271" fmla="*/ 108584 h 138429"/>
                <a:gd name="connsiteX1272" fmla="*/ 4819011 w 4940931"/>
                <a:gd name="connsiteY1272" fmla="*/ 108584 h 138429"/>
                <a:gd name="connsiteX1273" fmla="*/ 4801866 w 4940931"/>
                <a:gd name="connsiteY1273" fmla="*/ 69849 h 138429"/>
                <a:gd name="connsiteX1274" fmla="*/ 4789801 w 4940931"/>
                <a:gd name="connsiteY1274" fmla="*/ 85724 h 138429"/>
                <a:gd name="connsiteX1275" fmla="*/ 4789801 w 4940931"/>
                <a:gd name="connsiteY1275" fmla="*/ 108584 h 138429"/>
                <a:gd name="connsiteX1276" fmla="*/ 4774561 w 4940931"/>
                <a:gd name="connsiteY1276" fmla="*/ 108584 h 138429"/>
                <a:gd name="connsiteX1277" fmla="*/ 4774561 w 4940931"/>
                <a:gd name="connsiteY1277" fmla="*/ 8889 h 138429"/>
                <a:gd name="connsiteX1278" fmla="*/ 4472301 w 4940931"/>
                <a:gd name="connsiteY1278" fmla="*/ 634 h 138429"/>
                <a:gd name="connsiteX1279" fmla="*/ 4472301 w 4940931"/>
                <a:gd name="connsiteY1279" fmla="*/ 109219 h 138429"/>
                <a:gd name="connsiteX1280" fmla="*/ 4457061 w 4940931"/>
                <a:gd name="connsiteY1280" fmla="*/ 109219 h 138429"/>
                <a:gd name="connsiteX1281" fmla="*/ 4457696 w 4940931"/>
                <a:gd name="connsiteY1281" fmla="*/ 108584 h 138429"/>
                <a:gd name="connsiteX1282" fmla="*/ 4457696 w 4940931"/>
                <a:gd name="connsiteY1282" fmla="*/ 100964 h 138429"/>
                <a:gd name="connsiteX1283" fmla="*/ 4453251 w 4940931"/>
                <a:gd name="connsiteY1283" fmla="*/ 104774 h 138429"/>
                <a:gd name="connsiteX1284" fmla="*/ 4448171 w 4940931"/>
                <a:gd name="connsiteY1284" fmla="*/ 107949 h 138429"/>
                <a:gd name="connsiteX1285" fmla="*/ 4443091 w 4940931"/>
                <a:gd name="connsiteY1285" fmla="*/ 109854 h 138429"/>
                <a:gd name="connsiteX1286" fmla="*/ 4437376 w 4940931"/>
                <a:gd name="connsiteY1286" fmla="*/ 109854 h 138429"/>
                <a:gd name="connsiteX1287" fmla="*/ 4425946 w 4940931"/>
                <a:gd name="connsiteY1287" fmla="*/ 107314 h 138429"/>
                <a:gd name="connsiteX1288" fmla="*/ 4416421 w 4940931"/>
                <a:gd name="connsiteY1288" fmla="*/ 99694 h 138429"/>
                <a:gd name="connsiteX1289" fmla="*/ 4410071 w 4940931"/>
                <a:gd name="connsiteY1289" fmla="*/ 86994 h 138429"/>
                <a:gd name="connsiteX1290" fmla="*/ 4407531 w 4940931"/>
                <a:gd name="connsiteY1290" fmla="*/ 67944 h 138429"/>
                <a:gd name="connsiteX1291" fmla="*/ 4410071 w 4940931"/>
                <a:gd name="connsiteY1291" fmla="*/ 50799 h 138429"/>
                <a:gd name="connsiteX1292" fmla="*/ 4417056 w 4940931"/>
                <a:gd name="connsiteY1292" fmla="*/ 38734 h 138429"/>
                <a:gd name="connsiteX1293" fmla="*/ 4426581 w 4940931"/>
                <a:gd name="connsiteY1293" fmla="*/ 31749 h 138429"/>
                <a:gd name="connsiteX1294" fmla="*/ 4438011 w 4940931"/>
                <a:gd name="connsiteY1294" fmla="*/ 29209 h 138429"/>
                <a:gd name="connsiteX1295" fmla="*/ 4443726 w 4940931"/>
                <a:gd name="connsiteY1295" fmla="*/ 29844 h 138429"/>
                <a:gd name="connsiteX1296" fmla="*/ 4448806 w 4940931"/>
                <a:gd name="connsiteY1296" fmla="*/ 31749 h 138429"/>
                <a:gd name="connsiteX1297" fmla="*/ 4453251 w 4940931"/>
                <a:gd name="connsiteY1297" fmla="*/ 34924 h 138429"/>
                <a:gd name="connsiteX1298" fmla="*/ 4457061 w 4940931"/>
                <a:gd name="connsiteY1298" fmla="*/ 38099 h 138429"/>
                <a:gd name="connsiteX1299" fmla="*/ 4457061 w 4940931"/>
                <a:gd name="connsiteY1299" fmla="*/ 8254 h 138429"/>
                <a:gd name="connsiteX1300" fmla="*/ 4390385 w 4940931"/>
                <a:gd name="connsiteY1300" fmla="*/ 634 h 138429"/>
                <a:gd name="connsiteX1301" fmla="*/ 4390385 w 4940931"/>
                <a:gd name="connsiteY1301" fmla="*/ 108584 h 138429"/>
                <a:gd name="connsiteX1302" fmla="*/ 4375145 w 4940931"/>
                <a:gd name="connsiteY1302" fmla="*/ 108584 h 138429"/>
                <a:gd name="connsiteX1303" fmla="*/ 4375145 w 4940931"/>
                <a:gd name="connsiteY1303" fmla="*/ 8889 h 138429"/>
                <a:gd name="connsiteX1304" fmla="*/ 3946521 w 4940931"/>
                <a:gd name="connsiteY1304" fmla="*/ 634 h 138429"/>
                <a:gd name="connsiteX1305" fmla="*/ 3946521 w 4940931"/>
                <a:gd name="connsiteY1305" fmla="*/ 38099 h 138429"/>
                <a:gd name="connsiteX1306" fmla="*/ 3950331 w 4940931"/>
                <a:gd name="connsiteY1306" fmla="*/ 34289 h 138429"/>
                <a:gd name="connsiteX1307" fmla="*/ 3954776 w 4940931"/>
                <a:gd name="connsiteY1307" fmla="*/ 31114 h 138429"/>
                <a:gd name="connsiteX1308" fmla="*/ 3960491 w 4940931"/>
                <a:gd name="connsiteY1308" fmla="*/ 29209 h 138429"/>
                <a:gd name="connsiteX1309" fmla="*/ 3966206 w 4940931"/>
                <a:gd name="connsiteY1309" fmla="*/ 29209 h 138429"/>
                <a:gd name="connsiteX1310" fmla="*/ 3978271 w 4940931"/>
                <a:gd name="connsiteY1310" fmla="*/ 31749 h 138429"/>
                <a:gd name="connsiteX1311" fmla="*/ 3987161 w 4940931"/>
                <a:gd name="connsiteY1311" fmla="*/ 38099 h 138429"/>
                <a:gd name="connsiteX1312" fmla="*/ 3992241 w 4940931"/>
                <a:gd name="connsiteY1312" fmla="*/ 49529 h 138429"/>
                <a:gd name="connsiteX1313" fmla="*/ 3994146 w 4940931"/>
                <a:gd name="connsiteY1313" fmla="*/ 64134 h 138429"/>
                <a:gd name="connsiteX1314" fmla="*/ 3994146 w 4940931"/>
                <a:gd name="connsiteY1314" fmla="*/ 108584 h 138429"/>
                <a:gd name="connsiteX1315" fmla="*/ 3978906 w 4940931"/>
                <a:gd name="connsiteY1315" fmla="*/ 108584 h 138429"/>
                <a:gd name="connsiteX1316" fmla="*/ 3978271 w 4940931"/>
                <a:gd name="connsiteY1316" fmla="*/ 108584 h 138429"/>
                <a:gd name="connsiteX1317" fmla="*/ 3978271 w 4940931"/>
                <a:gd name="connsiteY1317" fmla="*/ 64769 h 138429"/>
                <a:gd name="connsiteX1318" fmla="*/ 3974461 w 4940931"/>
                <a:gd name="connsiteY1318" fmla="*/ 48894 h 138429"/>
                <a:gd name="connsiteX1319" fmla="*/ 3962396 w 4940931"/>
                <a:gd name="connsiteY1319" fmla="*/ 43814 h 138429"/>
                <a:gd name="connsiteX1320" fmla="*/ 3956046 w 4940931"/>
                <a:gd name="connsiteY1320" fmla="*/ 45084 h 138429"/>
                <a:gd name="connsiteX1321" fmla="*/ 3950966 w 4940931"/>
                <a:gd name="connsiteY1321" fmla="*/ 48894 h 138429"/>
                <a:gd name="connsiteX1322" fmla="*/ 3947791 w 4940931"/>
                <a:gd name="connsiteY1322" fmla="*/ 55244 h 138429"/>
                <a:gd name="connsiteX1323" fmla="*/ 3946521 w 4940931"/>
                <a:gd name="connsiteY1323" fmla="*/ 63499 h 138429"/>
                <a:gd name="connsiteX1324" fmla="*/ 3946521 w 4940931"/>
                <a:gd name="connsiteY1324" fmla="*/ 109219 h 138429"/>
                <a:gd name="connsiteX1325" fmla="*/ 3931281 w 4940931"/>
                <a:gd name="connsiteY1325" fmla="*/ 109219 h 138429"/>
                <a:gd name="connsiteX1326" fmla="*/ 3931281 w 4940931"/>
                <a:gd name="connsiteY1326" fmla="*/ 8889 h 138429"/>
                <a:gd name="connsiteX1327" fmla="*/ 3248021 w 4940931"/>
                <a:gd name="connsiteY1327" fmla="*/ 634 h 138429"/>
                <a:gd name="connsiteX1328" fmla="*/ 3248021 w 4940931"/>
                <a:gd name="connsiteY1328" fmla="*/ 38099 h 138429"/>
                <a:gd name="connsiteX1329" fmla="*/ 3251831 w 4940931"/>
                <a:gd name="connsiteY1329" fmla="*/ 34289 h 138429"/>
                <a:gd name="connsiteX1330" fmla="*/ 3256276 w 4940931"/>
                <a:gd name="connsiteY1330" fmla="*/ 31114 h 138429"/>
                <a:gd name="connsiteX1331" fmla="*/ 3261991 w 4940931"/>
                <a:gd name="connsiteY1331" fmla="*/ 29209 h 138429"/>
                <a:gd name="connsiteX1332" fmla="*/ 3267706 w 4940931"/>
                <a:gd name="connsiteY1332" fmla="*/ 29209 h 138429"/>
                <a:gd name="connsiteX1333" fmla="*/ 3279771 w 4940931"/>
                <a:gd name="connsiteY1333" fmla="*/ 31749 h 138429"/>
                <a:gd name="connsiteX1334" fmla="*/ 3288661 w 4940931"/>
                <a:gd name="connsiteY1334" fmla="*/ 38099 h 138429"/>
                <a:gd name="connsiteX1335" fmla="*/ 3293741 w 4940931"/>
                <a:gd name="connsiteY1335" fmla="*/ 49529 h 138429"/>
                <a:gd name="connsiteX1336" fmla="*/ 3295646 w 4940931"/>
                <a:gd name="connsiteY1336" fmla="*/ 64134 h 138429"/>
                <a:gd name="connsiteX1337" fmla="*/ 3295646 w 4940931"/>
                <a:gd name="connsiteY1337" fmla="*/ 108584 h 138429"/>
                <a:gd name="connsiteX1338" fmla="*/ 3280406 w 4940931"/>
                <a:gd name="connsiteY1338" fmla="*/ 108584 h 138429"/>
                <a:gd name="connsiteX1339" fmla="*/ 3279771 w 4940931"/>
                <a:gd name="connsiteY1339" fmla="*/ 108584 h 138429"/>
                <a:gd name="connsiteX1340" fmla="*/ 3279771 w 4940931"/>
                <a:gd name="connsiteY1340" fmla="*/ 64769 h 138429"/>
                <a:gd name="connsiteX1341" fmla="*/ 3275961 w 4940931"/>
                <a:gd name="connsiteY1341" fmla="*/ 48894 h 138429"/>
                <a:gd name="connsiteX1342" fmla="*/ 3263896 w 4940931"/>
                <a:gd name="connsiteY1342" fmla="*/ 43814 h 138429"/>
                <a:gd name="connsiteX1343" fmla="*/ 3257546 w 4940931"/>
                <a:gd name="connsiteY1343" fmla="*/ 45084 h 138429"/>
                <a:gd name="connsiteX1344" fmla="*/ 3252466 w 4940931"/>
                <a:gd name="connsiteY1344" fmla="*/ 48894 h 138429"/>
                <a:gd name="connsiteX1345" fmla="*/ 3249291 w 4940931"/>
                <a:gd name="connsiteY1345" fmla="*/ 55244 h 138429"/>
                <a:gd name="connsiteX1346" fmla="*/ 3248021 w 4940931"/>
                <a:gd name="connsiteY1346" fmla="*/ 63499 h 138429"/>
                <a:gd name="connsiteX1347" fmla="*/ 3248021 w 4940931"/>
                <a:gd name="connsiteY1347" fmla="*/ 109219 h 138429"/>
                <a:gd name="connsiteX1348" fmla="*/ 3232781 w 4940931"/>
                <a:gd name="connsiteY1348" fmla="*/ 109219 h 138429"/>
                <a:gd name="connsiteX1349" fmla="*/ 3232781 w 4940931"/>
                <a:gd name="connsiteY1349" fmla="*/ 8889 h 138429"/>
                <a:gd name="connsiteX1350" fmla="*/ 2432681 w 4940931"/>
                <a:gd name="connsiteY1350" fmla="*/ 634 h 138429"/>
                <a:gd name="connsiteX1351" fmla="*/ 2432681 w 4940931"/>
                <a:gd name="connsiteY1351" fmla="*/ 38099 h 138429"/>
                <a:gd name="connsiteX1352" fmla="*/ 2436491 w 4940931"/>
                <a:gd name="connsiteY1352" fmla="*/ 34289 h 138429"/>
                <a:gd name="connsiteX1353" fmla="*/ 2440936 w 4940931"/>
                <a:gd name="connsiteY1353" fmla="*/ 31114 h 138429"/>
                <a:gd name="connsiteX1354" fmla="*/ 2446651 w 4940931"/>
                <a:gd name="connsiteY1354" fmla="*/ 29209 h 138429"/>
                <a:gd name="connsiteX1355" fmla="*/ 2452366 w 4940931"/>
                <a:gd name="connsiteY1355" fmla="*/ 29209 h 138429"/>
                <a:gd name="connsiteX1356" fmla="*/ 2464431 w 4940931"/>
                <a:gd name="connsiteY1356" fmla="*/ 31749 h 138429"/>
                <a:gd name="connsiteX1357" fmla="*/ 2473321 w 4940931"/>
                <a:gd name="connsiteY1357" fmla="*/ 38099 h 138429"/>
                <a:gd name="connsiteX1358" fmla="*/ 2478401 w 4940931"/>
                <a:gd name="connsiteY1358" fmla="*/ 49529 h 138429"/>
                <a:gd name="connsiteX1359" fmla="*/ 2480306 w 4940931"/>
                <a:gd name="connsiteY1359" fmla="*/ 64134 h 138429"/>
                <a:gd name="connsiteX1360" fmla="*/ 2480306 w 4940931"/>
                <a:gd name="connsiteY1360" fmla="*/ 108584 h 138429"/>
                <a:gd name="connsiteX1361" fmla="*/ 2465066 w 4940931"/>
                <a:gd name="connsiteY1361" fmla="*/ 108584 h 138429"/>
                <a:gd name="connsiteX1362" fmla="*/ 2464431 w 4940931"/>
                <a:gd name="connsiteY1362" fmla="*/ 108584 h 138429"/>
                <a:gd name="connsiteX1363" fmla="*/ 2464431 w 4940931"/>
                <a:gd name="connsiteY1363" fmla="*/ 64769 h 138429"/>
                <a:gd name="connsiteX1364" fmla="*/ 2460621 w 4940931"/>
                <a:gd name="connsiteY1364" fmla="*/ 48894 h 138429"/>
                <a:gd name="connsiteX1365" fmla="*/ 2448556 w 4940931"/>
                <a:gd name="connsiteY1365" fmla="*/ 43814 h 138429"/>
                <a:gd name="connsiteX1366" fmla="*/ 2442206 w 4940931"/>
                <a:gd name="connsiteY1366" fmla="*/ 45084 h 138429"/>
                <a:gd name="connsiteX1367" fmla="*/ 2437126 w 4940931"/>
                <a:gd name="connsiteY1367" fmla="*/ 48894 h 138429"/>
                <a:gd name="connsiteX1368" fmla="*/ 2433951 w 4940931"/>
                <a:gd name="connsiteY1368" fmla="*/ 55244 h 138429"/>
                <a:gd name="connsiteX1369" fmla="*/ 2432681 w 4940931"/>
                <a:gd name="connsiteY1369" fmla="*/ 63499 h 138429"/>
                <a:gd name="connsiteX1370" fmla="*/ 2432681 w 4940931"/>
                <a:gd name="connsiteY1370" fmla="*/ 109219 h 138429"/>
                <a:gd name="connsiteX1371" fmla="*/ 2417441 w 4940931"/>
                <a:gd name="connsiteY1371" fmla="*/ 109219 h 138429"/>
                <a:gd name="connsiteX1372" fmla="*/ 2417441 w 4940931"/>
                <a:gd name="connsiteY1372" fmla="*/ 8889 h 138429"/>
                <a:gd name="connsiteX1373" fmla="*/ 1734181 w 4940931"/>
                <a:gd name="connsiteY1373" fmla="*/ 634 h 138429"/>
                <a:gd name="connsiteX1374" fmla="*/ 1734181 w 4940931"/>
                <a:gd name="connsiteY1374" fmla="*/ 38099 h 138429"/>
                <a:gd name="connsiteX1375" fmla="*/ 1737991 w 4940931"/>
                <a:gd name="connsiteY1375" fmla="*/ 34289 h 138429"/>
                <a:gd name="connsiteX1376" fmla="*/ 1742436 w 4940931"/>
                <a:gd name="connsiteY1376" fmla="*/ 31114 h 138429"/>
                <a:gd name="connsiteX1377" fmla="*/ 1748151 w 4940931"/>
                <a:gd name="connsiteY1377" fmla="*/ 29209 h 138429"/>
                <a:gd name="connsiteX1378" fmla="*/ 1753866 w 4940931"/>
                <a:gd name="connsiteY1378" fmla="*/ 29209 h 138429"/>
                <a:gd name="connsiteX1379" fmla="*/ 1765931 w 4940931"/>
                <a:gd name="connsiteY1379" fmla="*/ 31749 h 138429"/>
                <a:gd name="connsiteX1380" fmla="*/ 1774821 w 4940931"/>
                <a:gd name="connsiteY1380" fmla="*/ 38099 h 138429"/>
                <a:gd name="connsiteX1381" fmla="*/ 1779901 w 4940931"/>
                <a:gd name="connsiteY1381" fmla="*/ 49529 h 138429"/>
                <a:gd name="connsiteX1382" fmla="*/ 1781806 w 4940931"/>
                <a:gd name="connsiteY1382" fmla="*/ 64134 h 138429"/>
                <a:gd name="connsiteX1383" fmla="*/ 1781806 w 4940931"/>
                <a:gd name="connsiteY1383" fmla="*/ 108584 h 138429"/>
                <a:gd name="connsiteX1384" fmla="*/ 1766566 w 4940931"/>
                <a:gd name="connsiteY1384" fmla="*/ 108584 h 138429"/>
                <a:gd name="connsiteX1385" fmla="*/ 1765931 w 4940931"/>
                <a:gd name="connsiteY1385" fmla="*/ 108584 h 138429"/>
                <a:gd name="connsiteX1386" fmla="*/ 1765931 w 4940931"/>
                <a:gd name="connsiteY1386" fmla="*/ 64769 h 138429"/>
                <a:gd name="connsiteX1387" fmla="*/ 1762121 w 4940931"/>
                <a:gd name="connsiteY1387" fmla="*/ 48894 h 138429"/>
                <a:gd name="connsiteX1388" fmla="*/ 1750056 w 4940931"/>
                <a:gd name="connsiteY1388" fmla="*/ 43814 h 138429"/>
                <a:gd name="connsiteX1389" fmla="*/ 1743706 w 4940931"/>
                <a:gd name="connsiteY1389" fmla="*/ 45084 h 138429"/>
                <a:gd name="connsiteX1390" fmla="*/ 1738626 w 4940931"/>
                <a:gd name="connsiteY1390" fmla="*/ 48894 h 138429"/>
                <a:gd name="connsiteX1391" fmla="*/ 1735451 w 4940931"/>
                <a:gd name="connsiteY1391" fmla="*/ 55244 h 138429"/>
                <a:gd name="connsiteX1392" fmla="*/ 1734181 w 4940931"/>
                <a:gd name="connsiteY1392" fmla="*/ 63499 h 138429"/>
                <a:gd name="connsiteX1393" fmla="*/ 1734181 w 4940931"/>
                <a:gd name="connsiteY1393" fmla="*/ 109219 h 138429"/>
                <a:gd name="connsiteX1394" fmla="*/ 1718941 w 4940931"/>
                <a:gd name="connsiteY1394" fmla="*/ 109219 h 138429"/>
                <a:gd name="connsiteX1395" fmla="*/ 1718941 w 4940931"/>
                <a:gd name="connsiteY1395" fmla="*/ 8889 h 138429"/>
                <a:gd name="connsiteX1396" fmla="*/ 803275 w 4940931"/>
                <a:gd name="connsiteY1396" fmla="*/ 634 h 138429"/>
                <a:gd name="connsiteX1397" fmla="*/ 803275 w 4940931"/>
                <a:gd name="connsiteY1397" fmla="*/ 38099 h 138429"/>
                <a:gd name="connsiteX1398" fmla="*/ 807085 w 4940931"/>
                <a:gd name="connsiteY1398" fmla="*/ 34289 h 138429"/>
                <a:gd name="connsiteX1399" fmla="*/ 811530 w 4940931"/>
                <a:gd name="connsiteY1399" fmla="*/ 31114 h 138429"/>
                <a:gd name="connsiteX1400" fmla="*/ 817245 w 4940931"/>
                <a:gd name="connsiteY1400" fmla="*/ 29209 h 138429"/>
                <a:gd name="connsiteX1401" fmla="*/ 822960 w 4940931"/>
                <a:gd name="connsiteY1401" fmla="*/ 29209 h 138429"/>
                <a:gd name="connsiteX1402" fmla="*/ 835025 w 4940931"/>
                <a:gd name="connsiteY1402" fmla="*/ 31749 h 138429"/>
                <a:gd name="connsiteX1403" fmla="*/ 843915 w 4940931"/>
                <a:gd name="connsiteY1403" fmla="*/ 38099 h 138429"/>
                <a:gd name="connsiteX1404" fmla="*/ 848995 w 4940931"/>
                <a:gd name="connsiteY1404" fmla="*/ 49529 h 138429"/>
                <a:gd name="connsiteX1405" fmla="*/ 850900 w 4940931"/>
                <a:gd name="connsiteY1405" fmla="*/ 64134 h 138429"/>
                <a:gd name="connsiteX1406" fmla="*/ 850900 w 4940931"/>
                <a:gd name="connsiteY1406" fmla="*/ 108584 h 138429"/>
                <a:gd name="connsiteX1407" fmla="*/ 835660 w 4940931"/>
                <a:gd name="connsiteY1407" fmla="*/ 108584 h 138429"/>
                <a:gd name="connsiteX1408" fmla="*/ 835025 w 4940931"/>
                <a:gd name="connsiteY1408" fmla="*/ 108584 h 138429"/>
                <a:gd name="connsiteX1409" fmla="*/ 835025 w 4940931"/>
                <a:gd name="connsiteY1409" fmla="*/ 64769 h 138429"/>
                <a:gd name="connsiteX1410" fmla="*/ 831215 w 4940931"/>
                <a:gd name="connsiteY1410" fmla="*/ 48894 h 138429"/>
                <a:gd name="connsiteX1411" fmla="*/ 819150 w 4940931"/>
                <a:gd name="connsiteY1411" fmla="*/ 43814 h 138429"/>
                <a:gd name="connsiteX1412" fmla="*/ 812800 w 4940931"/>
                <a:gd name="connsiteY1412" fmla="*/ 45084 h 138429"/>
                <a:gd name="connsiteX1413" fmla="*/ 807720 w 4940931"/>
                <a:gd name="connsiteY1413" fmla="*/ 48894 h 138429"/>
                <a:gd name="connsiteX1414" fmla="*/ 804545 w 4940931"/>
                <a:gd name="connsiteY1414" fmla="*/ 55244 h 138429"/>
                <a:gd name="connsiteX1415" fmla="*/ 803275 w 4940931"/>
                <a:gd name="connsiteY1415" fmla="*/ 63499 h 138429"/>
                <a:gd name="connsiteX1416" fmla="*/ 803275 w 4940931"/>
                <a:gd name="connsiteY1416" fmla="*/ 109219 h 138429"/>
                <a:gd name="connsiteX1417" fmla="*/ 788035 w 4940931"/>
                <a:gd name="connsiteY1417" fmla="*/ 109219 h 138429"/>
                <a:gd name="connsiteX1418" fmla="*/ 788035 w 4940931"/>
                <a:gd name="connsiteY1418" fmla="*/ 8889 h 138429"/>
                <a:gd name="connsiteX1419" fmla="*/ 104774 w 4940931"/>
                <a:gd name="connsiteY1419" fmla="*/ 634 h 138429"/>
                <a:gd name="connsiteX1420" fmla="*/ 104774 w 4940931"/>
                <a:gd name="connsiteY1420" fmla="*/ 38099 h 138429"/>
                <a:gd name="connsiteX1421" fmla="*/ 108584 w 4940931"/>
                <a:gd name="connsiteY1421" fmla="*/ 34289 h 138429"/>
                <a:gd name="connsiteX1422" fmla="*/ 113029 w 4940931"/>
                <a:gd name="connsiteY1422" fmla="*/ 31114 h 138429"/>
                <a:gd name="connsiteX1423" fmla="*/ 118744 w 4940931"/>
                <a:gd name="connsiteY1423" fmla="*/ 29209 h 138429"/>
                <a:gd name="connsiteX1424" fmla="*/ 124459 w 4940931"/>
                <a:gd name="connsiteY1424" fmla="*/ 29209 h 138429"/>
                <a:gd name="connsiteX1425" fmla="*/ 136524 w 4940931"/>
                <a:gd name="connsiteY1425" fmla="*/ 31749 h 138429"/>
                <a:gd name="connsiteX1426" fmla="*/ 145414 w 4940931"/>
                <a:gd name="connsiteY1426" fmla="*/ 38099 h 138429"/>
                <a:gd name="connsiteX1427" fmla="*/ 150494 w 4940931"/>
                <a:gd name="connsiteY1427" fmla="*/ 49529 h 138429"/>
                <a:gd name="connsiteX1428" fmla="*/ 152399 w 4940931"/>
                <a:gd name="connsiteY1428" fmla="*/ 64134 h 138429"/>
                <a:gd name="connsiteX1429" fmla="*/ 152399 w 4940931"/>
                <a:gd name="connsiteY1429" fmla="*/ 108584 h 138429"/>
                <a:gd name="connsiteX1430" fmla="*/ 137159 w 4940931"/>
                <a:gd name="connsiteY1430" fmla="*/ 108584 h 138429"/>
                <a:gd name="connsiteX1431" fmla="*/ 136524 w 4940931"/>
                <a:gd name="connsiteY1431" fmla="*/ 108584 h 138429"/>
                <a:gd name="connsiteX1432" fmla="*/ 136524 w 4940931"/>
                <a:gd name="connsiteY1432" fmla="*/ 64769 h 138429"/>
                <a:gd name="connsiteX1433" fmla="*/ 132714 w 4940931"/>
                <a:gd name="connsiteY1433" fmla="*/ 48894 h 138429"/>
                <a:gd name="connsiteX1434" fmla="*/ 120649 w 4940931"/>
                <a:gd name="connsiteY1434" fmla="*/ 43814 h 138429"/>
                <a:gd name="connsiteX1435" fmla="*/ 114299 w 4940931"/>
                <a:gd name="connsiteY1435" fmla="*/ 45084 h 138429"/>
                <a:gd name="connsiteX1436" fmla="*/ 109219 w 4940931"/>
                <a:gd name="connsiteY1436" fmla="*/ 48894 h 138429"/>
                <a:gd name="connsiteX1437" fmla="*/ 106044 w 4940931"/>
                <a:gd name="connsiteY1437" fmla="*/ 55244 h 138429"/>
                <a:gd name="connsiteX1438" fmla="*/ 104774 w 4940931"/>
                <a:gd name="connsiteY1438" fmla="*/ 63499 h 138429"/>
                <a:gd name="connsiteX1439" fmla="*/ 104774 w 4940931"/>
                <a:gd name="connsiteY1439" fmla="*/ 109219 h 138429"/>
                <a:gd name="connsiteX1440" fmla="*/ 89534 w 4940931"/>
                <a:gd name="connsiteY1440" fmla="*/ 109219 h 138429"/>
                <a:gd name="connsiteX1441" fmla="*/ 89534 w 4940931"/>
                <a:gd name="connsiteY1441" fmla="*/ 8889 h 138429"/>
                <a:gd name="connsiteX1442" fmla="*/ 3894450 w 4940931"/>
                <a:gd name="connsiteY1442" fmla="*/ 0 h 138429"/>
                <a:gd name="connsiteX1443" fmla="*/ 3894450 w 4940931"/>
                <a:gd name="connsiteY1443" fmla="*/ 30480 h 138429"/>
                <a:gd name="connsiteX1444" fmla="*/ 3913500 w 4940931"/>
                <a:gd name="connsiteY1444" fmla="*/ 30480 h 138429"/>
                <a:gd name="connsiteX1445" fmla="*/ 3913500 w 4940931"/>
                <a:gd name="connsiteY1445" fmla="*/ 44450 h 138429"/>
                <a:gd name="connsiteX1446" fmla="*/ 3894450 w 4940931"/>
                <a:gd name="connsiteY1446" fmla="*/ 44450 h 138429"/>
                <a:gd name="connsiteX1447" fmla="*/ 3894450 w 4940931"/>
                <a:gd name="connsiteY1447" fmla="*/ 86995 h 138429"/>
                <a:gd name="connsiteX1448" fmla="*/ 3894450 w 4940931"/>
                <a:gd name="connsiteY1448" fmla="*/ 91440 h 138429"/>
                <a:gd name="connsiteX1449" fmla="*/ 3895720 w 4940931"/>
                <a:gd name="connsiteY1449" fmla="*/ 94615 h 138429"/>
                <a:gd name="connsiteX1450" fmla="*/ 3898260 w 4940931"/>
                <a:gd name="connsiteY1450" fmla="*/ 95885 h 138429"/>
                <a:gd name="connsiteX1451" fmla="*/ 3902070 w 4940931"/>
                <a:gd name="connsiteY1451" fmla="*/ 95885 h 138429"/>
                <a:gd name="connsiteX1452" fmla="*/ 3908420 w 4940931"/>
                <a:gd name="connsiteY1452" fmla="*/ 95250 h 138429"/>
                <a:gd name="connsiteX1453" fmla="*/ 3913500 w 4940931"/>
                <a:gd name="connsiteY1453" fmla="*/ 93345 h 138429"/>
                <a:gd name="connsiteX1454" fmla="*/ 3911595 w 4940931"/>
                <a:gd name="connsiteY1454" fmla="*/ 106680 h 138429"/>
                <a:gd name="connsiteX1455" fmla="*/ 3905245 w 4940931"/>
                <a:gd name="connsiteY1455" fmla="*/ 109220 h 138429"/>
                <a:gd name="connsiteX1456" fmla="*/ 3896990 w 4940931"/>
                <a:gd name="connsiteY1456" fmla="*/ 110490 h 138429"/>
                <a:gd name="connsiteX1457" fmla="*/ 3890005 w 4940931"/>
                <a:gd name="connsiteY1457" fmla="*/ 109220 h 138429"/>
                <a:gd name="connsiteX1458" fmla="*/ 3884290 w 4940931"/>
                <a:gd name="connsiteY1458" fmla="*/ 105410 h 138429"/>
                <a:gd name="connsiteX1459" fmla="*/ 3880480 w 4940931"/>
                <a:gd name="connsiteY1459" fmla="*/ 99060 h 138429"/>
                <a:gd name="connsiteX1460" fmla="*/ 3879210 w 4940931"/>
                <a:gd name="connsiteY1460" fmla="*/ 89535 h 138429"/>
                <a:gd name="connsiteX1461" fmla="*/ 3879210 w 4940931"/>
                <a:gd name="connsiteY1461" fmla="*/ 44450 h 138429"/>
                <a:gd name="connsiteX1462" fmla="*/ 3868415 w 4940931"/>
                <a:gd name="connsiteY1462" fmla="*/ 44450 h 138429"/>
                <a:gd name="connsiteX1463" fmla="*/ 3868415 w 4940931"/>
                <a:gd name="connsiteY1463" fmla="*/ 30480 h 138429"/>
                <a:gd name="connsiteX1464" fmla="*/ 3879210 w 4940931"/>
                <a:gd name="connsiteY1464" fmla="*/ 30480 h 138429"/>
                <a:gd name="connsiteX1465" fmla="*/ 3879210 w 4940931"/>
                <a:gd name="connsiteY1465" fmla="*/ 8255 h 138429"/>
                <a:gd name="connsiteX1466" fmla="*/ 3664581 w 4940931"/>
                <a:gd name="connsiteY1466" fmla="*/ 0 h 138429"/>
                <a:gd name="connsiteX1467" fmla="*/ 3664581 w 4940931"/>
                <a:gd name="connsiteY1467" fmla="*/ 30480 h 138429"/>
                <a:gd name="connsiteX1468" fmla="*/ 3683631 w 4940931"/>
                <a:gd name="connsiteY1468" fmla="*/ 30480 h 138429"/>
                <a:gd name="connsiteX1469" fmla="*/ 3683631 w 4940931"/>
                <a:gd name="connsiteY1469" fmla="*/ 44450 h 138429"/>
                <a:gd name="connsiteX1470" fmla="*/ 3664581 w 4940931"/>
                <a:gd name="connsiteY1470" fmla="*/ 44450 h 138429"/>
                <a:gd name="connsiteX1471" fmla="*/ 3664581 w 4940931"/>
                <a:gd name="connsiteY1471" fmla="*/ 86995 h 138429"/>
                <a:gd name="connsiteX1472" fmla="*/ 3664581 w 4940931"/>
                <a:gd name="connsiteY1472" fmla="*/ 91440 h 138429"/>
                <a:gd name="connsiteX1473" fmla="*/ 3665851 w 4940931"/>
                <a:gd name="connsiteY1473" fmla="*/ 94615 h 138429"/>
                <a:gd name="connsiteX1474" fmla="*/ 3668391 w 4940931"/>
                <a:gd name="connsiteY1474" fmla="*/ 95885 h 138429"/>
                <a:gd name="connsiteX1475" fmla="*/ 3672201 w 4940931"/>
                <a:gd name="connsiteY1475" fmla="*/ 95885 h 138429"/>
                <a:gd name="connsiteX1476" fmla="*/ 3678551 w 4940931"/>
                <a:gd name="connsiteY1476" fmla="*/ 95250 h 138429"/>
                <a:gd name="connsiteX1477" fmla="*/ 3683631 w 4940931"/>
                <a:gd name="connsiteY1477" fmla="*/ 93345 h 138429"/>
                <a:gd name="connsiteX1478" fmla="*/ 3681726 w 4940931"/>
                <a:gd name="connsiteY1478" fmla="*/ 106680 h 138429"/>
                <a:gd name="connsiteX1479" fmla="*/ 3675376 w 4940931"/>
                <a:gd name="connsiteY1479" fmla="*/ 109220 h 138429"/>
                <a:gd name="connsiteX1480" fmla="*/ 3667121 w 4940931"/>
                <a:gd name="connsiteY1480" fmla="*/ 110490 h 138429"/>
                <a:gd name="connsiteX1481" fmla="*/ 3660136 w 4940931"/>
                <a:gd name="connsiteY1481" fmla="*/ 109220 h 138429"/>
                <a:gd name="connsiteX1482" fmla="*/ 3654421 w 4940931"/>
                <a:gd name="connsiteY1482" fmla="*/ 105410 h 138429"/>
                <a:gd name="connsiteX1483" fmla="*/ 3650611 w 4940931"/>
                <a:gd name="connsiteY1483" fmla="*/ 99060 h 138429"/>
                <a:gd name="connsiteX1484" fmla="*/ 3649341 w 4940931"/>
                <a:gd name="connsiteY1484" fmla="*/ 89535 h 138429"/>
                <a:gd name="connsiteX1485" fmla="*/ 3649341 w 4940931"/>
                <a:gd name="connsiteY1485" fmla="*/ 44450 h 138429"/>
                <a:gd name="connsiteX1486" fmla="*/ 3638546 w 4940931"/>
                <a:gd name="connsiteY1486" fmla="*/ 44450 h 138429"/>
                <a:gd name="connsiteX1487" fmla="*/ 3638546 w 4940931"/>
                <a:gd name="connsiteY1487" fmla="*/ 30480 h 138429"/>
                <a:gd name="connsiteX1488" fmla="*/ 3649341 w 4940931"/>
                <a:gd name="connsiteY1488" fmla="*/ 30480 h 138429"/>
                <a:gd name="connsiteX1489" fmla="*/ 3649341 w 4940931"/>
                <a:gd name="connsiteY1489" fmla="*/ 8255 h 138429"/>
                <a:gd name="connsiteX1490" fmla="*/ 3610605 w 4940931"/>
                <a:gd name="connsiteY1490" fmla="*/ 0 h 138429"/>
                <a:gd name="connsiteX1491" fmla="*/ 3610605 w 4940931"/>
                <a:gd name="connsiteY1491" fmla="*/ 30480 h 138429"/>
                <a:gd name="connsiteX1492" fmla="*/ 3629655 w 4940931"/>
                <a:gd name="connsiteY1492" fmla="*/ 30480 h 138429"/>
                <a:gd name="connsiteX1493" fmla="*/ 3629655 w 4940931"/>
                <a:gd name="connsiteY1493" fmla="*/ 44450 h 138429"/>
                <a:gd name="connsiteX1494" fmla="*/ 3610605 w 4940931"/>
                <a:gd name="connsiteY1494" fmla="*/ 44450 h 138429"/>
                <a:gd name="connsiteX1495" fmla="*/ 3610605 w 4940931"/>
                <a:gd name="connsiteY1495" fmla="*/ 86995 h 138429"/>
                <a:gd name="connsiteX1496" fmla="*/ 3610605 w 4940931"/>
                <a:gd name="connsiteY1496" fmla="*/ 91440 h 138429"/>
                <a:gd name="connsiteX1497" fmla="*/ 3611875 w 4940931"/>
                <a:gd name="connsiteY1497" fmla="*/ 94615 h 138429"/>
                <a:gd name="connsiteX1498" fmla="*/ 3614415 w 4940931"/>
                <a:gd name="connsiteY1498" fmla="*/ 95885 h 138429"/>
                <a:gd name="connsiteX1499" fmla="*/ 3618225 w 4940931"/>
                <a:gd name="connsiteY1499" fmla="*/ 95885 h 138429"/>
                <a:gd name="connsiteX1500" fmla="*/ 3624575 w 4940931"/>
                <a:gd name="connsiteY1500" fmla="*/ 95250 h 138429"/>
                <a:gd name="connsiteX1501" fmla="*/ 3629655 w 4940931"/>
                <a:gd name="connsiteY1501" fmla="*/ 93345 h 138429"/>
                <a:gd name="connsiteX1502" fmla="*/ 3627750 w 4940931"/>
                <a:gd name="connsiteY1502" fmla="*/ 106680 h 138429"/>
                <a:gd name="connsiteX1503" fmla="*/ 3621400 w 4940931"/>
                <a:gd name="connsiteY1503" fmla="*/ 109220 h 138429"/>
                <a:gd name="connsiteX1504" fmla="*/ 3613145 w 4940931"/>
                <a:gd name="connsiteY1504" fmla="*/ 110490 h 138429"/>
                <a:gd name="connsiteX1505" fmla="*/ 3606160 w 4940931"/>
                <a:gd name="connsiteY1505" fmla="*/ 109220 h 138429"/>
                <a:gd name="connsiteX1506" fmla="*/ 3600445 w 4940931"/>
                <a:gd name="connsiteY1506" fmla="*/ 105410 h 138429"/>
                <a:gd name="connsiteX1507" fmla="*/ 3596635 w 4940931"/>
                <a:gd name="connsiteY1507" fmla="*/ 99060 h 138429"/>
                <a:gd name="connsiteX1508" fmla="*/ 3595365 w 4940931"/>
                <a:gd name="connsiteY1508" fmla="*/ 89535 h 138429"/>
                <a:gd name="connsiteX1509" fmla="*/ 3595365 w 4940931"/>
                <a:gd name="connsiteY1509" fmla="*/ 44450 h 138429"/>
                <a:gd name="connsiteX1510" fmla="*/ 3584570 w 4940931"/>
                <a:gd name="connsiteY1510" fmla="*/ 44450 h 138429"/>
                <a:gd name="connsiteX1511" fmla="*/ 3584570 w 4940931"/>
                <a:gd name="connsiteY1511" fmla="*/ 30480 h 138429"/>
                <a:gd name="connsiteX1512" fmla="*/ 3595365 w 4940931"/>
                <a:gd name="connsiteY1512" fmla="*/ 30480 h 138429"/>
                <a:gd name="connsiteX1513" fmla="*/ 3595365 w 4940931"/>
                <a:gd name="connsiteY1513" fmla="*/ 8255 h 138429"/>
                <a:gd name="connsiteX1514" fmla="*/ 3445505 w 4940931"/>
                <a:gd name="connsiteY1514" fmla="*/ 0 h 138429"/>
                <a:gd name="connsiteX1515" fmla="*/ 3445505 w 4940931"/>
                <a:gd name="connsiteY1515" fmla="*/ 37465 h 138429"/>
                <a:gd name="connsiteX1516" fmla="*/ 3449950 w 4940931"/>
                <a:gd name="connsiteY1516" fmla="*/ 33655 h 138429"/>
                <a:gd name="connsiteX1517" fmla="*/ 3453760 w 4940931"/>
                <a:gd name="connsiteY1517" fmla="*/ 31115 h 138429"/>
                <a:gd name="connsiteX1518" fmla="*/ 3458840 w 4940931"/>
                <a:gd name="connsiteY1518" fmla="*/ 29210 h 138429"/>
                <a:gd name="connsiteX1519" fmla="*/ 3465825 w 4940931"/>
                <a:gd name="connsiteY1519" fmla="*/ 28575 h 138429"/>
                <a:gd name="connsiteX1520" fmla="*/ 3477890 w 4940931"/>
                <a:gd name="connsiteY1520" fmla="*/ 31115 h 138429"/>
                <a:gd name="connsiteX1521" fmla="*/ 3487415 w 4940931"/>
                <a:gd name="connsiteY1521" fmla="*/ 38735 h 138429"/>
                <a:gd name="connsiteX1522" fmla="*/ 3493765 w 4940931"/>
                <a:gd name="connsiteY1522" fmla="*/ 51435 h 138429"/>
                <a:gd name="connsiteX1523" fmla="*/ 3496305 w 4940931"/>
                <a:gd name="connsiteY1523" fmla="*/ 70485 h 138429"/>
                <a:gd name="connsiteX1524" fmla="*/ 3495670 w 4940931"/>
                <a:gd name="connsiteY1524" fmla="*/ 71120 h 138429"/>
                <a:gd name="connsiteX1525" fmla="*/ 3493130 w 4940931"/>
                <a:gd name="connsiteY1525" fmla="*/ 88265 h 138429"/>
                <a:gd name="connsiteX1526" fmla="*/ 3486145 w 4940931"/>
                <a:gd name="connsiteY1526" fmla="*/ 100330 h 138429"/>
                <a:gd name="connsiteX1527" fmla="*/ 3476620 w 4940931"/>
                <a:gd name="connsiteY1527" fmla="*/ 107315 h 138429"/>
                <a:gd name="connsiteX1528" fmla="*/ 3465190 w 4940931"/>
                <a:gd name="connsiteY1528" fmla="*/ 109855 h 138429"/>
                <a:gd name="connsiteX1529" fmla="*/ 3454395 w 4940931"/>
                <a:gd name="connsiteY1529" fmla="*/ 107315 h 138429"/>
                <a:gd name="connsiteX1530" fmla="*/ 3445505 w 4940931"/>
                <a:gd name="connsiteY1530" fmla="*/ 100965 h 138429"/>
                <a:gd name="connsiteX1531" fmla="*/ 3445505 w 4940931"/>
                <a:gd name="connsiteY1531" fmla="*/ 107950 h 138429"/>
                <a:gd name="connsiteX1532" fmla="*/ 3430265 w 4940931"/>
                <a:gd name="connsiteY1532" fmla="*/ 107950 h 138429"/>
                <a:gd name="connsiteX1533" fmla="*/ 3430265 w 4940931"/>
                <a:gd name="connsiteY1533" fmla="*/ 7620 h 138429"/>
                <a:gd name="connsiteX1534" fmla="*/ 2380611 w 4940931"/>
                <a:gd name="connsiteY1534" fmla="*/ 0 h 138429"/>
                <a:gd name="connsiteX1535" fmla="*/ 2380611 w 4940931"/>
                <a:gd name="connsiteY1535" fmla="*/ 30480 h 138429"/>
                <a:gd name="connsiteX1536" fmla="*/ 2399661 w 4940931"/>
                <a:gd name="connsiteY1536" fmla="*/ 30480 h 138429"/>
                <a:gd name="connsiteX1537" fmla="*/ 2399661 w 4940931"/>
                <a:gd name="connsiteY1537" fmla="*/ 44450 h 138429"/>
                <a:gd name="connsiteX1538" fmla="*/ 2380611 w 4940931"/>
                <a:gd name="connsiteY1538" fmla="*/ 44450 h 138429"/>
                <a:gd name="connsiteX1539" fmla="*/ 2380611 w 4940931"/>
                <a:gd name="connsiteY1539" fmla="*/ 86995 h 138429"/>
                <a:gd name="connsiteX1540" fmla="*/ 2380611 w 4940931"/>
                <a:gd name="connsiteY1540" fmla="*/ 91440 h 138429"/>
                <a:gd name="connsiteX1541" fmla="*/ 2381881 w 4940931"/>
                <a:gd name="connsiteY1541" fmla="*/ 94615 h 138429"/>
                <a:gd name="connsiteX1542" fmla="*/ 2384421 w 4940931"/>
                <a:gd name="connsiteY1542" fmla="*/ 95885 h 138429"/>
                <a:gd name="connsiteX1543" fmla="*/ 2388231 w 4940931"/>
                <a:gd name="connsiteY1543" fmla="*/ 95885 h 138429"/>
                <a:gd name="connsiteX1544" fmla="*/ 2394581 w 4940931"/>
                <a:gd name="connsiteY1544" fmla="*/ 95250 h 138429"/>
                <a:gd name="connsiteX1545" fmla="*/ 2399661 w 4940931"/>
                <a:gd name="connsiteY1545" fmla="*/ 93345 h 138429"/>
                <a:gd name="connsiteX1546" fmla="*/ 2397756 w 4940931"/>
                <a:gd name="connsiteY1546" fmla="*/ 106680 h 138429"/>
                <a:gd name="connsiteX1547" fmla="*/ 2391406 w 4940931"/>
                <a:gd name="connsiteY1547" fmla="*/ 109220 h 138429"/>
                <a:gd name="connsiteX1548" fmla="*/ 2383151 w 4940931"/>
                <a:gd name="connsiteY1548" fmla="*/ 110490 h 138429"/>
                <a:gd name="connsiteX1549" fmla="*/ 2376166 w 4940931"/>
                <a:gd name="connsiteY1549" fmla="*/ 109220 h 138429"/>
                <a:gd name="connsiteX1550" fmla="*/ 2370451 w 4940931"/>
                <a:gd name="connsiteY1550" fmla="*/ 105410 h 138429"/>
                <a:gd name="connsiteX1551" fmla="*/ 2366641 w 4940931"/>
                <a:gd name="connsiteY1551" fmla="*/ 99060 h 138429"/>
                <a:gd name="connsiteX1552" fmla="*/ 2365371 w 4940931"/>
                <a:gd name="connsiteY1552" fmla="*/ 89535 h 138429"/>
                <a:gd name="connsiteX1553" fmla="*/ 2365371 w 4940931"/>
                <a:gd name="connsiteY1553" fmla="*/ 44450 h 138429"/>
                <a:gd name="connsiteX1554" fmla="*/ 2354576 w 4940931"/>
                <a:gd name="connsiteY1554" fmla="*/ 44450 h 138429"/>
                <a:gd name="connsiteX1555" fmla="*/ 2354576 w 4940931"/>
                <a:gd name="connsiteY1555" fmla="*/ 30480 h 138429"/>
                <a:gd name="connsiteX1556" fmla="*/ 2365371 w 4940931"/>
                <a:gd name="connsiteY1556" fmla="*/ 30480 h 138429"/>
                <a:gd name="connsiteX1557" fmla="*/ 2365371 w 4940931"/>
                <a:gd name="connsiteY1557" fmla="*/ 8255 h 138429"/>
                <a:gd name="connsiteX1558" fmla="*/ 2150741 w 4940931"/>
                <a:gd name="connsiteY1558" fmla="*/ 0 h 138429"/>
                <a:gd name="connsiteX1559" fmla="*/ 2150741 w 4940931"/>
                <a:gd name="connsiteY1559" fmla="*/ 30480 h 138429"/>
                <a:gd name="connsiteX1560" fmla="*/ 2169791 w 4940931"/>
                <a:gd name="connsiteY1560" fmla="*/ 30480 h 138429"/>
                <a:gd name="connsiteX1561" fmla="*/ 2169791 w 4940931"/>
                <a:gd name="connsiteY1561" fmla="*/ 44450 h 138429"/>
                <a:gd name="connsiteX1562" fmla="*/ 2150741 w 4940931"/>
                <a:gd name="connsiteY1562" fmla="*/ 44450 h 138429"/>
                <a:gd name="connsiteX1563" fmla="*/ 2150741 w 4940931"/>
                <a:gd name="connsiteY1563" fmla="*/ 86995 h 138429"/>
                <a:gd name="connsiteX1564" fmla="*/ 2150741 w 4940931"/>
                <a:gd name="connsiteY1564" fmla="*/ 91440 h 138429"/>
                <a:gd name="connsiteX1565" fmla="*/ 2152011 w 4940931"/>
                <a:gd name="connsiteY1565" fmla="*/ 94615 h 138429"/>
                <a:gd name="connsiteX1566" fmla="*/ 2154551 w 4940931"/>
                <a:gd name="connsiteY1566" fmla="*/ 95885 h 138429"/>
                <a:gd name="connsiteX1567" fmla="*/ 2158361 w 4940931"/>
                <a:gd name="connsiteY1567" fmla="*/ 95885 h 138429"/>
                <a:gd name="connsiteX1568" fmla="*/ 2164711 w 4940931"/>
                <a:gd name="connsiteY1568" fmla="*/ 95250 h 138429"/>
                <a:gd name="connsiteX1569" fmla="*/ 2169791 w 4940931"/>
                <a:gd name="connsiteY1569" fmla="*/ 93345 h 138429"/>
                <a:gd name="connsiteX1570" fmla="*/ 2167886 w 4940931"/>
                <a:gd name="connsiteY1570" fmla="*/ 106680 h 138429"/>
                <a:gd name="connsiteX1571" fmla="*/ 2161536 w 4940931"/>
                <a:gd name="connsiteY1571" fmla="*/ 109220 h 138429"/>
                <a:gd name="connsiteX1572" fmla="*/ 2153281 w 4940931"/>
                <a:gd name="connsiteY1572" fmla="*/ 110490 h 138429"/>
                <a:gd name="connsiteX1573" fmla="*/ 2146296 w 4940931"/>
                <a:gd name="connsiteY1573" fmla="*/ 109220 h 138429"/>
                <a:gd name="connsiteX1574" fmla="*/ 2140581 w 4940931"/>
                <a:gd name="connsiteY1574" fmla="*/ 105410 h 138429"/>
                <a:gd name="connsiteX1575" fmla="*/ 2136771 w 4940931"/>
                <a:gd name="connsiteY1575" fmla="*/ 99060 h 138429"/>
                <a:gd name="connsiteX1576" fmla="*/ 2135501 w 4940931"/>
                <a:gd name="connsiteY1576" fmla="*/ 89535 h 138429"/>
                <a:gd name="connsiteX1577" fmla="*/ 2135501 w 4940931"/>
                <a:gd name="connsiteY1577" fmla="*/ 44450 h 138429"/>
                <a:gd name="connsiteX1578" fmla="*/ 2124706 w 4940931"/>
                <a:gd name="connsiteY1578" fmla="*/ 44450 h 138429"/>
                <a:gd name="connsiteX1579" fmla="*/ 2124706 w 4940931"/>
                <a:gd name="connsiteY1579" fmla="*/ 30480 h 138429"/>
                <a:gd name="connsiteX1580" fmla="*/ 2135501 w 4940931"/>
                <a:gd name="connsiteY1580" fmla="*/ 30480 h 138429"/>
                <a:gd name="connsiteX1581" fmla="*/ 2135501 w 4940931"/>
                <a:gd name="connsiteY1581" fmla="*/ 8255 h 138429"/>
                <a:gd name="connsiteX1582" fmla="*/ 2096131 w 4940931"/>
                <a:gd name="connsiteY1582" fmla="*/ 0 h 138429"/>
                <a:gd name="connsiteX1583" fmla="*/ 2096131 w 4940931"/>
                <a:gd name="connsiteY1583" fmla="*/ 30480 h 138429"/>
                <a:gd name="connsiteX1584" fmla="*/ 2115181 w 4940931"/>
                <a:gd name="connsiteY1584" fmla="*/ 30480 h 138429"/>
                <a:gd name="connsiteX1585" fmla="*/ 2115181 w 4940931"/>
                <a:gd name="connsiteY1585" fmla="*/ 44450 h 138429"/>
                <a:gd name="connsiteX1586" fmla="*/ 2096131 w 4940931"/>
                <a:gd name="connsiteY1586" fmla="*/ 44450 h 138429"/>
                <a:gd name="connsiteX1587" fmla="*/ 2096131 w 4940931"/>
                <a:gd name="connsiteY1587" fmla="*/ 86995 h 138429"/>
                <a:gd name="connsiteX1588" fmla="*/ 2096131 w 4940931"/>
                <a:gd name="connsiteY1588" fmla="*/ 91440 h 138429"/>
                <a:gd name="connsiteX1589" fmla="*/ 2097401 w 4940931"/>
                <a:gd name="connsiteY1589" fmla="*/ 94615 h 138429"/>
                <a:gd name="connsiteX1590" fmla="*/ 2099941 w 4940931"/>
                <a:gd name="connsiteY1590" fmla="*/ 95885 h 138429"/>
                <a:gd name="connsiteX1591" fmla="*/ 2103751 w 4940931"/>
                <a:gd name="connsiteY1591" fmla="*/ 95885 h 138429"/>
                <a:gd name="connsiteX1592" fmla="*/ 2110101 w 4940931"/>
                <a:gd name="connsiteY1592" fmla="*/ 95250 h 138429"/>
                <a:gd name="connsiteX1593" fmla="*/ 2115181 w 4940931"/>
                <a:gd name="connsiteY1593" fmla="*/ 93345 h 138429"/>
                <a:gd name="connsiteX1594" fmla="*/ 2113276 w 4940931"/>
                <a:gd name="connsiteY1594" fmla="*/ 106680 h 138429"/>
                <a:gd name="connsiteX1595" fmla="*/ 2106926 w 4940931"/>
                <a:gd name="connsiteY1595" fmla="*/ 109220 h 138429"/>
                <a:gd name="connsiteX1596" fmla="*/ 2098671 w 4940931"/>
                <a:gd name="connsiteY1596" fmla="*/ 110490 h 138429"/>
                <a:gd name="connsiteX1597" fmla="*/ 2091686 w 4940931"/>
                <a:gd name="connsiteY1597" fmla="*/ 109220 h 138429"/>
                <a:gd name="connsiteX1598" fmla="*/ 2085971 w 4940931"/>
                <a:gd name="connsiteY1598" fmla="*/ 105410 h 138429"/>
                <a:gd name="connsiteX1599" fmla="*/ 2082161 w 4940931"/>
                <a:gd name="connsiteY1599" fmla="*/ 99060 h 138429"/>
                <a:gd name="connsiteX1600" fmla="*/ 2080891 w 4940931"/>
                <a:gd name="connsiteY1600" fmla="*/ 89535 h 138429"/>
                <a:gd name="connsiteX1601" fmla="*/ 2080891 w 4940931"/>
                <a:gd name="connsiteY1601" fmla="*/ 44450 h 138429"/>
                <a:gd name="connsiteX1602" fmla="*/ 2070096 w 4940931"/>
                <a:gd name="connsiteY1602" fmla="*/ 44450 h 138429"/>
                <a:gd name="connsiteX1603" fmla="*/ 2070096 w 4940931"/>
                <a:gd name="connsiteY1603" fmla="*/ 30480 h 138429"/>
                <a:gd name="connsiteX1604" fmla="*/ 2080891 w 4940931"/>
                <a:gd name="connsiteY1604" fmla="*/ 30480 h 138429"/>
                <a:gd name="connsiteX1605" fmla="*/ 2080891 w 4940931"/>
                <a:gd name="connsiteY1605" fmla="*/ 8255 h 138429"/>
                <a:gd name="connsiteX1606" fmla="*/ 1931665 w 4940931"/>
                <a:gd name="connsiteY1606" fmla="*/ 0 h 138429"/>
                <a:gd name="connsiteX1607" fmla="*/ 1931665 w 4940931"/>
                <a:gd name="connsiteY1607" fmla="*/ 37465 h 138429"/>
                <a:gd name="connsiteX1608" fmla="*/ 1936110 w 4940931"/>
                <a:gd name="connsiteY1608" fmla="*/ 33655 h 138429"/>
                <a:gd name="connsiteX1609" fmla="*/ 1939920 w 4940931"/>
                <a:gd name="connsiteY1609" fmla="*/ 31115 h 138429"/>
                <a:gd name="connsiteX1610" fmla="*/ 1945000 w 4940931"/>
                <a:gd name="connsiteY1610" fmla="*/ 29210 h 138429"/>
                <a:gd name="connsiteX1611" fmla="*/ 1951985 w 4940931"/>
                <a:gd name="connsiteY1611" fmla="*/ 28575 h 138429"/>
                <a:gd name="connsiteX1612" fmla="*/ 1964050 w 4940931"/>
                <a:gd name="connsiteY1612" fmla="*/ 31115 h 138429"/>
                <a:gd name="connsiteX1613" fmla="*/ 1973575 w 4940931"/>
                <a:gd name="connsiteY1613" fmla="*/ 38735 h 138429"/>
                <a:gd name="connsiteX1614" fmla="*/ 1979925 w 4940931"/>
                <a:gd name="connsiteY1614" fmla="*/ 51435 h 138429"/>
                <a:gd name="connsiteX1615" fmla="*/ 1982465 w 4940931"/>
                <a:gd name="connsiteY1615" fmla="*/ 70485 h 138429"/>
                <a:gd name="connsiteX1616" fmla="*/ 1981830 w 4940931"/>
                <a:gd name="connsiteY1616" fmla="*/ 71120 h 138429"/>
                <a:gd name="connsiteX1617" fmla="*/ 1979290 w 4940931"/>
                <a:gd name="connsiteY1617" fmla="*/ 88265 h 138429"/>
                <a:gd name="connsiteX1618" fmla="*/ 1972305 w 4940931"/>
                <a:gd name="connsiteY1618" fmla="*/ 100330 h 138429"/>
                <a:gd name="connsiteX1619" fmla="*/ 1962780 w 4940931"/>
                <a:gd name="connsiteY1619" fmla="*/ 107315 h 138429"/>
                <a:gd name="connsiteX1620" fmla="*/ 1951350 w 4940931"/>
                <a:gd name="connsiteY1620" fmla="*/ 109855 h 138429"/>
                <a:gd name="connsiteX1621" fmla="*/ 1940555 w 4940931"/>
                <a:gd name="connsiteY1621" fmla="*/ 107315 h 138429"/>
                <a:gd name="connsiteX1622" fmla="*/ 1931665 w 4940931"/>
                <a:gd name="connsiteY1622" fmla="*/ 100965 h 138429"/>
                <a:gd name="connsiteX1623" fmla="*/ 1931665 w 4940931"/>
                <a:gd name="connsiteY1623" fmla="*/ 107950 h 138429"/>
                <a:gd name="connsiteX1624" fmla="*/ 1916425 w 4940931"/>
                <a:gd name="connsiteY1624" fmla="*/ 107950 h 138429"/>
                <a:gd name="connsiteX1625" fmla="*/ 1916425 w 4940931"/>
                <a:gd name="connsiteY1625" fmla="*/ 7620 h 138429"/>
                <a:gd name="connsiteX1626" fmla="*/ 1316991 w 4940931"/>
                <a:gd name="connsiteY1626" fmla="*/ 0 h 138429"/>
                <a:gd name="connsiteX1627" fmla="*/ 1316991 w 4940931"/>
                <a:gd name="connsiteY1627" fmla="*/ 30480 h 138429"/>
                <a:gd name="connsiteX1628" fmla="*/ 1336041 w 4940931"/>
                <a:gd name="connsiteY1628" fmla="*/ 30480 h 138429"/>
                <a:gd name="connsiteX1629" fmla="*/ 1336041 w 4940931"/>
                <a:gd name="connsiteY1629" fmla="*/ 44450 h 138429"/>
                <a:gd name="connsiteX1630" fmla="*/ 1316991 w 4940931"/>
                <a:gd name="connsiteY1630" fmla="*/ 44450 h 138429"/>
                <a:gd name="connsiteX1631" fmla="*/ 1316991 w 4940931"/>
                <a:gd name="connsiteY1631" fmla="*/ 86995 h 138429"/>
                <a:gd name="connsiteX1632" fmla="*/ 1316991 w 4940931"/>
                <a:gd name="connsiteY1632" fmla="*/ 91440 h 138429"/>
                <a:gd name="connsiteX1633" fmla="*/ 1318261 w 4940931"/>
                <a:gd name="connsiteY1633" fmla="*/ 94615 h 138429"/>
                <a:gd name="connsiteX1634" fmla="*/ 1320801 w 4940931"/>
                <a:gd name="connsiteY1634" fmla="*/ 95885 h 138429"/>
                <a:gd name="connsiteX1635" fmla="*/ 1324611 w 4940931"/>
                <a:gd name="connsiteY1635" fmla="*/ 95885 h 138429"/>
                <a:gd name="connsiteX1636" fmla="*/ 1330961 w 4940931"/>
                <a:gd name="connsiteY1636" fmla="*/ 95250 h 138429"/>
                <a:gd name="connsiteX1637" fmla="*/ 1336041 w 4940931"/>
                <a:gd name="connsiteY1637" fmla="*/ 93345 h 138429"/>
                <a:gd name="connsiteX1638" fmla="*/ 1334136 w 4940931"/>
                <a:gd name="connsiteY1638" fmla="*/ 106680 h 138429"/>
                <a:gd name="connsiteX1639" fmla="*/ 1327786 w 4940931"/>
                <a:gd name="connsiteY1639" fmla="*/ 109220 h 138429"/>
                <a:gd name="connsiteX1640" fmla="*/ 1319531 w 4940931"/>
                <a:gd name="connsiteY1640" fmla="*/ 110490 h 138429"/>
                <a:gd name="connsiteX1641" fmla="*/ 1312546 w 4940931"/>
                <a:gd name="connsiteY1641" fmla="*/ 109220 h 138429"/>
                <a:gd name="connsiteX1642" fmla="*/ 1306831 w 4940931"/>
                <a:gd name="connsiteY1642" fmla="*/ 105410 h 138429"/>
                <a:gd name="connsiteX1643" fmla="*/ 1303021 w 4940931"/>
                <a:gd name="connsiteY1643" fmla="*/ 99060 h 138429"/>
                <a:gd name="connsiteX1644" fmla="*/ 1301751 w 4940931"/>
                <a:gd name="connsiteY1644" fmla="*/ 89535 h 138429"/>
                <a:gd name="connsiteX1645" fmla="*/ 1301751 w 4940931"/>
                <a:gd name="connsiteY1645" fmla="*/ 44450 h 138429"/>
                <a:gd name="connsiteX1646" fmla="*/ 1290956 w 4940931"/>
                <a:gd name="connsiteY1646" fmla="*/ 44450 h 138429"/>
                <a:gd name="connsiteX1647" fmla="*/ 1290956 w 4940931"/>
                <a:gd name="connsiteY1647" fmla="*/ 30480 h 138429"/>
                <a:gd name="connsiteX1648" fmla="*/ 1301751 w 4940931"/>
                <a:gd name="connsiteY1648" fmla="*/ 30480 h 138429"/>
                <a:gd name="connsiteX1649" fmla="*/ 1301751 w 4940931"/>
                <a:gd name="connsiteY1649" fmla="*/ 8255 h 138429"/>
                <a:gd name="connsiteX1650" fmla="*/ 751206 w 4940931"/>
                <a:gd name="connsiteY1650" fmla="*/ 0 h 138429"/>
                <a:gd name="connsiteX1651" fmla="*/ 751206 w 4940931"/>
                <a:gd name="connsiteY1651" fmla="*/ 30480 h 138429"/>
                <a:gd name="connsiteX1652" fmla="*/ 770256 w 4940931"/>
                <a:gd name="connsiteY1652" fmla="*/ 30480 h 138429"/>
                <a:gd name="connsiteX1653" fmla="*/ 770256 w 4940931"/>
                <a:gd name="connsiteY1653" fmla="*/ 44450 h 138429"/>
                <a:gd name="connsiteX1654" fmla="*/ 751206 w 4940931"/>
                <a:gd name="connsiteY1654" fmla="*/ 44450 h 138429"/>
                <a:gd name="connsiteX1655" fmla="*/ 751206 w 4940931"/>
                <a:gd name="connsiteY1655" fmla="*/ 86995 h 138429"/>
                <a:gd name="connsiteX1656" fmla="*/ 751206 w 4940931"/>
                <a:gd name="connsiteY1656" fmla="*/ 91440 h 138429"/>
                <a:gd name="connsiteX1657" fmla="*/ 752476 w 4940931"/>
                <a:gd name="connsiteY1657" fmla="*/ 94615 h 138429"/>
                <a:gd name="connsiteX1658" fmla="*/ 755016 w 4940931"/>
                <a:gd name="connsiteY1658" fmla="*/ 95885 h 138429"/>
                <a:gd name="connsiteX1659" fmla="*/ 758826 w 4940931"/>
                <a:gd name="connsiteY1659" fmla="*/ 95885 h 138429"/>
                <a:gd name="connsiteX1660" fmla="*/ 765176 w 4940931"/>
                <a:gd name="connsiteY1660" fmla="*/ 95250 h 138429"/>
                <a:gd name="connsiteX1661" fmla="*/ 770256 w 4940931"/>
                <a:gd name="connsiteY1661" fmla="*/ 93345 h 138429"/>
                <a:gd name="connsiteX1662" fmla="*/ 768351 w 4940931"/>
                <a:gd name="connsiteY1662" fmla="*/ 106680 h 138429"/>
                <a:gd name="connsiteX1663" fmla="*/ 762001 w 4940931"/>
                <a:gd name="connsiteY1663" fmla="*/ 109220 h 138429"/>
                <a:gd name="connsiteX1664" fmla="*/ 753746 w 4940931"/>
                <a:gd name="connsiteY1664" fmla="*/ 110490 h 138429"/>
                <a:gd name="connsiteX1665" fmla="*/ 746761 w 4940931"/>
                <a:gd name="connsiteY1665" fmla="*/ 109220 h 138429"/>
                <a:gd name="connsiteX1666" fmla="*/ 741045 w 4940931"/>
                <a:gd name="connsiteY1666" fmla="*/ 105410 h 138429"/>
                <a:gd name="connsiteX1667" fmla="*/ 737236 w 4940931"/>
                <a:gd name="connsiteY1667" fmla="*/ 99060 h 138429"/>
                <a:gd name="connsiteX1668" fmla="*/ 735966 w 4940931"/>
                <a:gd name="connsiteY1668" fmla="*/ 89535 h 138429"/>
                <a:gd name="connsiteX1669" fmla="*/ 735966 w 4940931"/>
                <a:gd name="connsiteY1669" fmla="*/ 44450 h 138429"/>
                <a:gd name="connsiteX1670" fmla="*/ 725171 w 4940931"/>
                <a:gd name="connsiteY1670" fmla="*/ 44450 h 138429"/>
                <a:gd name="connsiteX1671" fmla="*/ 725171 w 4940931"/>
                <a:gd name="connsiteY1671" fmla="*/ 30480 h 138429"/>
                <a:gd name="connsiteX1672" fmla="*/ 735966 w 4940931"/>
                <a:gd name="connsiteY1672" fmla="*/ 30480 h 138429"/>
                <a:gd name="connsiteX1673" fmla="*/ 735966 w 4940931"/>
                <a:gd name="connsiteY1673" fmla="*/ 8255 h 138429"/>
                <a:gd name="connsiteX1674" fmla="*/ 521335 w 4940931"/>
                <a:gd name="connsiteY1674" fmla="*/ 0 h 138429"/>
                <a:gd name="connsiteX1675" fmla="*/ 521335 w 4940931"/>
                <a:gd name="connsiteY1675" fmla="*/ 30480 h 138429"/>
                <a:gd name="connsiteX1676" fmla="*/ 540385 w 4940931"/>
                <a:gd name="connsiteY1676" fmla="*/ 30480 h 138429"/>
                <a:gd name="connsiteX1677" fmla="*/ 540385 w 4940931"/>
                <a:gd name="connsiteY1677" fmla="*/ 44450 h 138429"/>
                <a:gd name="connsiteX1678" fmla="*/ 521335 w 4940931"/>
                <a:gd name="connsiteY1678" fmla="*/ 44450 h 138429"/>
                <a:gd name="connsiteX1679" fmla="*/ 521335 w 4940931"/>
                <a:gd name="connsiteY1679" fmla="*/ 86995 h 138429"/>
                <a:gd name="connsiteX1680" fmla="*/ 521335 w 4940931"/>
                <a:gd name="connsiteY1680" fmla="*/ 91440 h 138429"/>
                <a:gd name="connsiteX1681" fmla="*/ 522605 w 4940931"/>
                <a:gd name="connsiteY1681" fmla="*/ 94615 h 138429"/>
                <a:gd name="connsiteX1682" fmla="*/ 525145 w 4940931"/>
                <a:gd name="connsiteY1682" fmla="*/ 95885 h 138429"/>
                <a:gd name="connsiteX1683" fmla="*/ 528955 w 4940931"/>
                <a:gd name="connsiteY1683" fmla="*/ 95885 h 138429"/>
                <a:gd name="connsiteX1684" fmla="*/ 535305 w 4940931"/>
                <a:gd name="connsiteY1684" fmla="*/ 95250 h 138429"/>
                <a:gd name="connsiteX1685" fmla="*/ 540385 w 4940931"/>
                <a:gd name="connsiteY1685" fmla="*/ 93345 h 138429"/>
                <a:gd name="connsiteX1686" fmla="*/ 538480 w 4940931"/>
                <a:gd name="connsiteY1686" fmla="*/ 106680 h 138429"/>
                <a:gd name="connsiteX1687" fmla="*/ 532130 w 4940931"/>
                <a:gd name="connsiteY1687" fmla="*/ 109220 h 138429"/>
                <a:gd name="connsiteX1688" fmla="*/ 523875 w 4940931"/>
                <a:gd name="connsiteY1688" fmla="*/ 110490 h 138429"/>
                <a:gd name="connsiteX1689" fmla="*/ 516890 w 4940931"/>
                <a:gd name="connsiteY1689" fmla="*/ 109220 h 138429"/>
                <a:gd name="connsiteX1690" fmla="*/ 511175 w 4940931"/>
                <a:gd name="connsiteY1690" fmla="*/ 105410 h 138429"/>
                <a:gd name="connsiteX1691" fmla="*/ 507365 w 4940931"/>
                <a:gd name="connsiteY1691" fmla="*/ 99060 h 138429"/>
                <a:gd name="connsiteX1692" fmla="*/ 506095 w 4940931"/>
                <a:gd name="connsiteY1692" fmla="*/ 89535 h 138429"/>
                <a:gd name="connsiteX1693" fmla="*/ 506095 w 4940931"/>
                <a:gd name="connsiteY1693" fmla="*/ 44450 h 138429"/>
                <a:gd name="connsiteX1694" fmla="*/ 495300 w 4940931"/>
                <a:gd name="connsiteY1694" fmla="*/ 44450 h 138429"/>
                <a:gd name="connsiteX1695" fmla="*/ 495300 w 4940931"/>
                <a:gd name="connsiteY1695" fmla="*/ 30480 h 138429"/>
                <a:gd name="connsiteX1696" fmla="*/ 506095 w 4940931"/>
                <a:gd name="connsiteY1696" fmla="*/ 30480 h 138429"/>
                <a:gd name="connsiteX1697" fmla="*/ 506095 w 4940931"/>
                <a:gd name="connsiteY1697" fmla="*/ 8255 h 138429"/>
                <a:gd name="connsiteX1698" fmla="*/ 466724 w 4940931"/>
                <a:gd name="connsiteY1698" fmla="*/ 0 h 138429"/>
                <a:gd name="connsiteX1699" fmla="*/ 466724 w 4940931"/>
                <a:gd name="connsiteY1699" fmla="*/ 30480 h 138429"/>
                <a:gd name="connsiteX1700" fmla="*/ 485774 w 4940931"/>
                <a:gd name="connsiteY1700" fmla="*/ 30480 h 138429"/>
                <a:gd name="connsiteX1701" fmla="*/ 485774 w 4940931"/>
                <a:gd name="connsiteY1701" fmla="*/ 44450 h 138429"/>
                <a:gd name="connsiteX1702" fmla="*/ 466724 w 4940931"/>
                <a:gd name="connsiteY1702" fmla="*/ 44450 h 138429"/>
                <a:gd name="connsiteX1703" fmla="*/ 466724 w 4940931"/>
                <a:gd name="connsiteY1703" fmla="*/ 86995 h 138429"/>
                <a:gd name="connsiteX1704" fmla="*/ 466724 w 4940931"/>
                <a:gd name="connsiteY1704" fmla="*/ 91440 h 138429"/>
                <a:gd name="connsiteX1705" fmla="*/ 467994 w 4940931"/>
                <a:gd name="connsiteY1705" fmla="*/ 94615 h 138429"/>
                <a:gd name="connsiteX1706" fmla="*/ 470534 w 4940931"/>
                <a:gd name="connsiteY1706" fmla="*/ 95885 h 138429"/>
                <a:gd name="connsiteX1707" fmla="*/ 474344 w 4940931"/>
                <a:gd name="connsiteY1707" fmla="*/ 95885 h 138429"/>
                <a:gd name="connsiteX1708" fmla="*/ 480694 w 4940931"/>
                <a:gd name="connsiteY1708" fmla="*/ 95250 h 138429"/>
                <a:gd name="connsiteX1709" fmla="*/ 485774 w 4940931"/>
                <a:gd name="connsiteY1709" fmla="*/ 93345 h 138429"/>
                <a:gd name="connsiteX1710" fmla="*/ 483869 w 4940931"/>
                <a:gd name="connsiteY1710" fmla="*/ 106680 h 138429"/>
                <a:gd name="connsiteX1711" fmla="*/ 477519 w 4940931"/>
                <a:gd name="connsiteY1711" fmla="*/ 109220 h 138429"/>
                <a:gd name="connsiteX1712" fmla="*/ 469264 w 4940931"/>
                <a:gd name="connsiteY1712" fmla="*/ 110490 h 138429"/>
                <a:gd name="connsiteX1713" fmla="*/ 462279 w 4940931"/>
                <a:gd name="connsiteY1713" fmla="*/ 109220 h 138429"/>
                <a:gd name="connsiteX1714" fmla="*/ 456564 w 4940931"/>
                <a:gd name="connsiteY1714" fmla="*/ 105410 h 138429"/>
                <a:gd name="connsiteX1715" fmla="*/ 452754 w 4940931"/>
                <a:gd name="connsiteY1715" fmla="*/ 99060 h 138429"/>
                <a:gd name="connsiteX1716" fmla="*/ 451484 w 4940931"/>
                <a:gd name="connsiteY1716" fmla="*/ 89535 h 138429"/>
                <a:gd name="connsiteX1717" fmla="*/ 451484 w 4940931"/>
                <a:gd name="connsiteY1717" fmla="*/ 44450 h 138429"/>
                <a:gd name="connsiteX1718" fmla="*/ 440689 w 4940931"/>
                <a:gd name="connsiteY1718" fmla="*/ 44450 h 138429"/>
                <a:gd name="connsiteX1719" fmla="*/ 440689 w 4940931"/>
                <a:gd name="connsiteY1719" fmla="*/ 30480 h 138429"/>
                <a:gd name="connsiteX1720" fmla="*/ 451484 w 4940931"/>
                <a:gd name="connsiteY1720" fmla="*/ 30480 h 138429"/>
                <a:gd name="connsiteX1721" fmla="*/ 451484 w 4940931"/>
                <a:gd name="connsiteY1721" fmla="*/ 8255 h 138429"/>
                <a:gd name="connsiteX1722" fmla="*/ 302259 w 4940931"/>
                <a:gd name="connsiteY1722" fmla="*/ 0 h 138429"/>
                <a:gd name="connsiteX1723" fmla="*/ 302259 w 4940931"/>
                <a:gd name="connsiteY1723" fmla="*/ 37465 h 138429"/>
                <a:gd name="connsiteX1724" fmla="*/ 306704 w 4940931"/>
                <a:gd name="connsiteY1724" fmla="*/ 33655 h 138429"/>
                <a:gd name="connsiteX1725" fmla="*/ 310514 w 4940931"/>
                <a:gd name="connsiteY1725" fmla="*/ 31115 h 138429"/>
                <a:gd name="connsiteX1726" fmla="*/ 315594 w 4940931"/>
                <a:gd name="connsiteY1726" fmla="*/ 29210 h 138429"/>
                <a:gd name="connsiteX1727" fmla="*/ 322579 w 4940931"/>
                <a:gd name="connsiteY1727" fmla="*/ 28575 h 138429"/>
                <a:gd name="connsiteX1728" fmla="*/ 334644 w 4940931"/>
                <a:gd name="connsiteY1728" fmla="*/ 31115 h 138429"/>
                <a:gd name="connsiteX1729" fmla="*/ 344169 w 4940931"/>
                <a:gd name="connsiteY1729" fmla="*/ 38735 h 138429"/>
                <a:gd name="connsiteX1730" fmla="*/ 350519 w 4940931"/>
                <a:gd name="connsiteY1730" fmla="*/ 51435 h 138429"/>
                <a:gd name="connsiteX1731" fmla="*/ 353059 w 4940931"/>
                <a:gd name="connsiteY1731" fmla="*/ 70485 h 138429"/>
                <a:gd name="connsiteX1732" fmla="*/ 352424 w 4940931"/>
                <a:gd name="connsiteY1732" fmla="*/ 71120 h 138429"/>
                <a:gd name="connsiteX1733" fmla="*/ 349884 w 4940931"/>
                <a:gd name="connsiteY1733" fmla="*/ 88265 h 138429"/>
                <a:gd name="connsiteX1734" fmla="*/ 342899 w 4940931"/>
                <a:gd name="connsiteY1734" fmla="*/ 100330 h 138429"/>
                <a:gd name="connsiteX1735" fmla="*/ 333374 w 4940931"/>
                <a:gd name="connsiteY1735" fmla="*/ 107315 h 138429"/>
                <a:gd name="connsiteX1736" fmla="*/ 321944 w 4940931"/>
                <a:gd name="connsiteY1736" fmla="*/ 109855 h 138429"/>
                <a:gd name="connsiteX1737" fmla="*/ 311149 w 4940931"/>
                <a:gd name="connsiteY1737" fmla="*/ 107315 h 138429"/>
                <a:gd name="connsiteX1738" fmla="*/ 302259 w 4940931"/>
                <a:gd name="connsiteY1738" fmla="*/ 100965 h 138429"/>
                <a:gd name="connsiteX1739" fmla="*/ 302259 w 4940931"/>
                <a:gd name="connsiteY1739" fmla="*/ 107950 h 138429"/>
                <a:gd name="connsiteX1740" fmla="*/ 287019 w 4940931"/>
                <a:gd name="connsiteY1740" fmla="*/ 107950 h 138429"/>
                <a:gd name="connsiteX1741" fmla="*/ 287019 w 4940931"/>
                <a:gd name="connsiteY1741" fmla="*/ 7620 h 138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Lst>
              <a:rect l="l" t="t" r="r" b="b"/>
              <a:pathLst>
                <a:path w="4940931" h="138429">
                  <a:moveTo>
                    <a:pt x="1032512" y="137477"/>
                  </a:moveTo>
                  <a:lnTo>
                    <a:pt x="1032512" y="137794"/>
                  </a:lnTo>
                  <a:lnTo>
                    <a:pt x="1030607" y="138429"/>
                  </a:lnTo>
                  <a:close/>
                  <a:moveTo>
                    <a:pt x="4929501" y="87629"/>
                  </a:moveTo>
                  <a:cubicBezTo>
                    <a:pt x="4930771" y="87629"/>
                    <a:pt x="4932676" y="87629"/>
                    <a:pt x="4933946" y="88264"/>
                  </a:cubicBezTo>
                  <a:cubicBezTo>
                    <a:pt x="4935216" y="88264"/>
                    <a:pt x="4936486" y="89534"/>
                    <a:pt x="4937756" y="90804"/>
                  </a:cubicBezTo>
                  <a:cubicBezTo>
                    <a:pt x="4939026" y="92074"/>
                    <a:pt x="4939661" y="93344"/>
                    <a:pt x="4940296" y="94614"/>
                  </a:cubicBezTo>
                  <a:cubicBezTo>
                    <a:pt x="4940296" y="95884"/>
                    <a:pt x="4940931" y="97789"/>
                    <a:pt x="4940931" y="99059"/>
                  </a:cubicBezTo>
                  <a:cubicBezTo>
                    <a:pt x="4940931" y="99059"/>
                    <a:pt x="4940931" y="102234"/>
                    <a:pt x="4940296" y="103504"/>
                  </a:cubicBezTo>
                  <a:cubicBezTo>
                    <a:pt x="4940296" y="104774"/>
                    <a:pt x="4939026" y="106044"/>
                    <a:pt x="4937756" y="107314"/>
                  </a:cubicBezTo>
                  <a:cubicBezTo>
                    <a:pt x="4936486" y="108584"/>
                    <a:pt x="4935216" y="109219"/>
                    <a:pt x="4933946" y="109854"/>
                  </a:cubicBezTo>
                  <a:cubicBezTo>
                    <a:pt x="4932676" y="109854"/>
                    <a:pt x="4930771" y="110489"/>
                    <a:pt x="4929501" y="110489"/>
                  </a:cubicBezTo>
                  <a:cubicBezTo>
                    <a:pt x="4928231" y="110489"/>
                    <a:pt x="4926326" y="110489"/>
                    <a:pt x="4925056" y="109854"/>
                  </a:cubicBezTo>
                  <a:cubicBezTo>
                    <a:pt x="4923786" y="109854"/>
                    <a:pt x="4922516" y="108584"/>
                    <a:pt x="4921246" y="107314"/>
                  </a:cubicBezTo>
                  <a:cubicBezTo>
                    <a:pt x="4919976" y="106044"/>
                    <a:pt x="4919341" y="104774"/>
                    <a:pt x="4918706" y="103504"/>
                  </a:cubicBezTo>
                  <a:cubicBezTo>
                    <a:pt x="4918706" y="102234"/>
                    <a:pt x="4918071" y="100329"/>
                    <a:pt x="4918071" y="99059"/>
                  </a:cubicBezTo>
                  <a:cubicBezTo>
                    <a:pt x="4918071" y="97789"/>
                    <a:pt x="4918071" y="95884"/>
                    <a:pt x="4918706" y="94614"/>
                  </a:cubicBezTo>
                  <a:cubicBezTo>
                    <a:pt x="4918706" y="93344"/>
                    <a:pt x="4919976" y="92074"/>
                    <a:pt x="4921246" y="90804"/>
                  </a:cubicBezTo>
                  <a:cubicBezTo>
                    <a:pt x="4922516" y="89534"/>
                    <a:pt x="4923786" y="88899"/>
                    <a:pt x="4925056" y="88264"/>
                  </a:cubicBezTo>
                  <a:cubicBezTo>
                    <a:pt x="4926326" y="88264"/>
                    <a:pt x="4928231" y="87629"/>
                    <a:pt x="4929501" y="87629"/>
                  </a:cubicBezTo>
                  <a:close/>
                  <a:moveTo>
                    <a:pt x="3079110" y="87629"/>
                  </a:moveTo>
                  <a:cubicBezTo>
                    <a:pt x="3080380" y="87629"/>
                    <a:pt x="3082285" y="87629"/>
                    <a:pt x="3083555" y="88264"/>
                  </a:cubicBezTo>
                  <a:cubicBezTo>
                    <a:pt x="3084825" y="88264"/>
                    <a:pt x="3086095" y="89534"/>
                    <a:pt x="3087365" y="90804"/>
                  </a:cubicBezTo>
                  <a:cubicBezTo>
                    <a:pt x="3088635" y="92074"/>
                    <a:pt x="3089270" y="93344"/>
                    <a:pt x="3089905" y="94614"/>
                  </a:cubicBezTo>
                  <a:cubicBezTo>
                    <a:pt x="3089905" y="95884"/>
                    <a:pt x="3090540" y="97789"/>
                    <a:pt x="3090540" y="99059"/>
                  </a:cubicBezTo>
                  <a:cubicBezTo>
                    <a:pt x="3090540" y="99059"/>
                    <a:pt x="3090540" y="102234"/>
                    <a:pt x="3089905" y="103504"/>
                  </a:cubicBezTo>
                  <a:cubicBezTo>
                    <a:pt x="3089905" y="104774"/>
                    <a:pt x="3088635" y="106044"/>
                    <a:pt x="3087365" y="107314"/>
                  </a:cubicBezTo>
                  <a:cubicBezTo>
                    <a:pt x="3086095" y="108584"/>
                    <a:pt x="3084825" y="109219"/>
                    <a:pt x="3083555" y="109854"/>
                  </a:cubicBezTo>
                  <a:cubicBezTo>
                    <a:pt x="3082285" y="109854"/>
                    <a:pt x="3080380" y="110489"/>
                    <a:pt x="3079110" y="110489"/>
                  </a:cubicBezTo>
                  <a:cubicBezTo>
                    <a:pt x="3077840" y="110489"/>
                    <a:pt x="3075935" y="110489"/>
                    <a:pt x="3074665" y="109854"/>
                  </a:cubicBezTo>
                  <a:cubicBezTo>
                    <a:pt x="3073395" y="109854"/>
                    <a:pt x="3072125" y="108584"/>
                    <a:pt x="3070855" y="107314"/>
                  </a:cubicBezTo>
                  <a:cubicBezTo>
                    <a:pt x="3069585" y="106044"/>
                    <a:pt x="3068950" y="104774"/>
                    <a:pt x="3068315" y="103504"/>
                  </a:cubicBezTo>
                  <a:cubicBezTo>
                    <a:pt x="3068315" y="102234"/>
                    <a:pt x="3067680" y="100329"/>
                    <a:pt x="3067680" y="99059"/>
                  </a:cubicBezTo>
                  <a:cubicBezTo>
                    <a:pt x="3067680" y="97789"/>
                    <a:pt x="3067680" y="95884"/>
                    <a:pt x="3068315" y="94614"/>
                  </a:cubicBezTo>
                  <a:cubicBezTo>
                    <a:pt x="3068315" y="93344"/>
                    <a:pt x="3069585" y="92074"/>
                    <a:pt x="3070855" y="90804"/>
                  </a:cubicBezTo>
                  <a:cubicBezTo>
                    <a:pt x="3072125" y="89534"/>
                    <a:pt x="3073395" y="88899"/>
                    <a:pt x="3074665" y="88264"/>
                  </a:cubicBezTo>
                  <a:cubicBezTo>
                    <a:pt x="3075935" y="88264"/>
                    <a:pt x="3077840" y="87629"/>
                    <a:pt x="3079110" y="87629"/>
                  </a:cubicBezTo>
                  <a:close/>
                  <a:moveTo>
                    <a:pt x="1565275" y="87629"/>
                  </a:moveTo>
                  <a:cubicBezTo>
                    <a:pt x="1566545" y="87629"/>
                    <a:pt x="1568450" y="87629"/>
                    <a:pt x="1569720" y="88264"/>
                  </a:cubicBezTo>
                  <a:cubicBezTo>
                    <a:pt x="1570990" y="88264"/>
                    <a:pt x="1572260" y="89534"/>
                    <a:pt x="1573529" y="90804"/>
                  </a:cubicBezTo>
                  <a:cubicBezTo>
                    <a:pt x="1574800" y="92074"/>
                    <a:pt x="1575435" y="93344"/>
                    <a:pt x="1576069" y="94614"/>
                  </a:cubicBezTo>
                  <a:cubicBezTo>
                    <a:pt x="1576069" y="95884"/>
                    <a:pt x="1576705" y="97789"/>
                    <a:pt x="1576705" y="99059"/>
                  </a:cubicBezTo>
                  <a:cubicBezTo>
                    <a:pt x="1576705" y="99059"/>
                    <a:pt x="1576705" y="102234"/>
                    <a:pt x="1576069" y="103504"/>
                  </a:cubicBezTo>
                  <a:cubicBezTo>
                    <a:pt x="1576069" y="104774"/>
                    <a:pt x="1574800" y="106044"/>
                    <a:pt x="1573529" y="107314"/>
                  </a:cubicBezTo>
                  <a:cubicBezTo>
                    <a:pt x="1572260" y="108584"/>
                    <a:pt x="1570990" y="109219"/>
                    <a:pt x="1569720" y="109854"/>
                  </a:cubicBezTo>
                  <a:cubicBezTo>
                    <a:pt x="1568450" y="109854"/>
                    <a:pt x="1566545" y="110489"/>
                    <a:pt x="1565275" y="110489"/>
                  </a:cubicBezTo>
                  <a:cubicBezTo>
                    <a:pt x="1564005" y="110489"/>
                    <a:pt x="1562099" y="110489"/>
                    <a:pt x="1560830" y="109854"/>
                  </a:cubicBezTo>
                  <a:cubicBezTo>
                    <a:pt x="1559559" y="109854"/>
                    <a:pt x="1558289" y="108584"/>
                    <a:pt x="1557020" y="107314"/>
                  </a:cubicBezTo>
                  <a:cubicBezTo>
                    <a:pt x="1555750" y="106044"/>
                    <a:pt x="1555114" y="104774"/>
                    <a:pt x="1554479" y="103504"/>
                  </a:cubicBezTo>
                  <a:cubicBezTo>
                    <a:pt x="1554479" y="102234"/>
                    <a:pt x="1553844" y="100329"/>
                    <a:pt x="1553844" y="99059"/>
                  </a:cubicBezTo>
                  <a:cubicBezTo>
                    <a:pt x="1553844" y="97789"/>
                    <a:pt x="1553844" y="95884"/>
                    <a:pt x="1554479" y="94614"/>
                  </a:cubicBezTo>
                  <a:cubicBezTo>
                    <a:pt x="1554479" y="93344"/>
                    <a:pt x="1555750" y="92074"/>
                    <a:pt x="1557020" y="90804"/>
                  </a:cubicBezTo>
                  <a:cubicBezTo>
                    <a:pt x="1558289" y="89534"/>
                    <a:pt x="1559559" y="88899"/>
                    <a:pt x="1560830" y="88264"/>
                  </a:cubicBezTo>
                  <a:cubicBezTo>
                    <a:pt x="1562099" y="88264"/>
                    <a:pt x="1564005" y="87629"/>
                    <a:pt x="1565275" y="87629"/>
                  </a:cubicBezTo>
                  <a:close/>
                  <a:moveTo>
                    <a:pt x="2642230" y="73024"/>
                  </a:moveTo>
                  <a:cubicBezTo>
                    <a:pt x="2637150" y="73024"/>
                    <a:pt x="2633340" y="74294"/>
                    <a:pt x="2630800" y="76199"/>
                  </a:cubicBezTo>
                  <a:cubicBezTo>
                    <a:pt x="2627625" y="78104"/>
                    <a:pt x="2626355" y="81279"/>
                    <a:pt x="2626355" y="84454"/>
                  </a:cubicBezTo>
                  <a:cubicBezTo>
                    <a:pt x="2626355" y="86994"/>
                    <a:pt x="2626355" y="88899"/>
                    <a:pt x="2627625" y="90169"/>
                  </a:cubicBezTo>
                  <a:cubicBezTo>
                    <a:pt x="2628260" y="92074"/>
                    <a:pt x="2629530" y="93344"/>
                    <a:pt x="2630800" y="93979"/>
                  </a:cubicBezTo>
                  <a:cubicBezTo>
                    <a:pt x="2632070" y="95249"/>
                    <a:pt x="2633340" y="95884"/>
                    <a:pt x="2635245" y="96519"/>
                  </a:cubicBezTo>
                  <a:cubicBezTo>
                    <a:pt x="2637150" y="96519"/>
                    <a:pt x="2639055" y="97154"/>
                    <a:pt x="2641595" y="97154"/>
                  </a:cubicBezTo>
                  <a:cubicBezTo>
                    <a:pt x="2643500" y="97154"/>
                    <a:pt x="2645405" y="97154"/>
                    <a:pt x="2647310" y="96519"/>
                  </a:cubicBezTo>
                  <a:cubicBezTo>
                    <a:pt x="2649215" y="96519"/>
                    <a:pt x="2651120" y="95249"/>
                    <a:pt x="2652390" y="93979"/>
                  </a:cubicBezTo>
                  <a:cubicBezTo>
                    <a:pt x="2654295" y="93344"/>
                    <a:pt x="2655565" y="92074"/>
                    <a:pt x="2656835" y="90804"/>
                  </a:cubicBezTo>
                  <a:cubicBezTo>
                    <a:pt x="2658105" y="89534"/>
                    <a:pt x="2659375" y="88264"/>
                    <a:pt x="2660010" y="86994"/>
                  </a:cubicBezTo>
                  <a:lnTo>
                    <a:pt x="2660010" y="75564"/>
                  </a:lnTo>
                  <a:cubicBezTo>
                    <a:pt x="2660010" y="75564"/>
                    <a:pt x="2657470" y="74294"/>
                    <a:pt x="2656200" y="74294"/>
                  </a:cubicBezTo>
                  <a:cubicBezTo>
                    <a:pt x="2654930" y="74294"/>
                    <a:pt x="2653660" y="73659"/>
                    <a:pt x="2652390" y="73659"/>
                  </a:cubicBezTo>
                  <a:cubicBezTo>
                    <a:pt x="2651120" y="73659"/>
                    <a:pt x="2649850" y="73659"/>
                    <a:pt x="2647945" y="73024"/>
                  </a:cubicBezTo>
                  <a:cubicBezTo>
                    <a:pt x="2646040" y="73024"/>
                    <a:pt x="2644135" y="73024"/>
                    <a:pt x="2642230" y="73024"/>
                  </a:cubicBezTo>
                  <a:close/>
                  <a:moveTo>
                    <a:pt x="4664706" y="43814"/>
                  </a:moveTo>
                  <a:cubicBezTo>
                    <a:pt x="4661531" y="43814"/>
                    <a:pt x="4658991" y="43814"/>
                    <a:pt x="4657086" y="45719"/>
                  </a:cubicBezTo>
                  <a:cubicBezTo>
                    <a:pt x="4654546" y="46989"/>
                    <a:pt x="4652641" y="48894"/>
                    <a:pt x="4651371" y="50799"/>
                  </a:cubicBezTo>
                  <a:cubicBezTo>
                    <a:pt x="4649466" y="53339"/>
                    <a:pt x="4648831" y="55879"/>
                    <a:pt x="4647561" y="59054"/>
                  </a:cubicBezTo>
                  <a:cubicBezTo>
                    <a:pt x="4646926" y="62229"/>
                    <a:pt x="4646291" y="65404"/>
                    <a:pt x="4646291" y="69849"/>
                  </a:cubicBezTo>
                  <a:cubicBezTo>
                    <a:pt x="4646291" y="74294"/>
                    <a:pt x="4646291" y="78104"/>
                    <a:pt x="4647561" y="81279"/>
                  </a:cubicBezTo>
                  <a:cubicBezTo>
                    <a:pt x="4648196" y="84454"/>
                    <a:pt x="4650101" y="87629"/>
                    <a:pt x="4651371" y="89534"/>
                  </a:cubicBezTo>
                  <a:cubicBezTo>
                    <a:pt x="4653276" y="92074"/>
                    <a:pt x="4655181" y="93344"/>
                    <a:pt x="4657721" y="94614"/>
                  </a:cubicBezTo>
                  <a:cubicBezTo>
                    <a:pt x="4660261" y="95884"/>
                    <a:pt x="4662801" y="96519"/>
                    <a:pt x="4665341" y="96519"/>
                  </a:cubicBezTo>
                  <a:cubicBezTo>
                    <a:pt x="4667881" y="96519"/>
                    <a:pt x="4671056" y="95884"/>
                    <a:pt x="4672961" y="94614"/>
                  </a:cubicBezTo>
                  <a:cubicBezTo>
                    <a:pt x="4675501" y="93344"/>
                    <a:pt x="4677406" y="91439"/>
                    <a:pt x="4678676" y="88899"/>
                  </a:cubicBezTo>
                  <a:cubicBezTo>
                    <a:pt x="4680581" y="86359"/>
                    <a:pt x="4681851" y="83819"/>
                    <a:pt x="4682486" y="80644"/>
                  </a:cubicBezTo>
                  <a:cubicBezTo>
                    <a:pt x="4683121" y="77469"/>
                    <a:pt x="4683756" y="74294"/>
                    <a:pt x="4683756" y="70484"/>
                  </a:cubicBezTo>
                  <a:lnTo>
                    <a:pt x="4684391" y="69849"/>
                  </a:lnTo>
                  <a:cubicBezTo>
                    <a:pt x="4684391" y="66039"/>
                    <a:pt x="4684391" y="62229"/>
                    <a:pt x="4683121" y="59054"/>
                  </a:cubicBezTo>
                  <a:cubicBezTo>
                    <a:pt x="4682486" y="55879"/>
                    <a:pt x="4680581" y="53339"/>
                    <a:pt x="4679311" y="50799"/>
                  </a:cubicBezTo>
                  <a:cubicBezTo>
                    <a:pt x="4677406" y="48259"/>
                    <a:pt x="4675501" y="46989"/>
                    <a:pt x="4672961" y="45719"/>
                  </a:cubicBezTo>
                  <a:cubicBezTo>
                    <a:pt x="4670421" y="44449"/>
                    <a:pt x="4667881" y="43814"/>
                    <a:pt x="4664706" y="43814"/>
                  </a:cubicBezTo>
                  <a:close/>
                  <a:moveTo>
                    <a:pt x="4264020" y="43814"/>
                  </a:moveTo>
                  <a:cubicBezTo>
                    <a:pt x="4260845" y="43814"/>
                    <a:pt x="4258305" y="43814"/>
                    <a:pt x="4256400" y="45719"/>
                  </a:cubicBezTo>
                  <a:cubicBezTo>
                    <a:pt x="4253860" y="46989"/>
                    <a:pt x="4251955" y="48894"/>
                    <a:pt x="4250685" y="50799"/>
                  </a:cubicBezTo>
                  <a:cubicBezTo>
                    <a:pt x="4248780" y="53339"/>
                    <a:pt x="4247510" y="55879"/>
                    <a:pt x="4246875" y="59054"/>
                  </a:cubicBezTo>
                  <a:cubicBezTo>
                    <a:pt x="4246240" y="62229"/>
                    <a:pt x="4245605" y="65404"/>
                    <a:pt x="4245605" y="69849"/>
                  </a:cubicBezTo>
                  <a:cubicBezTo>
                    <a:pt x="4245605" y="74294"/>
                    <a:pt x="4245605" y="78104"/>
                    <a:pt x="4246875" y="81279"/>
                  </a:cubicBezTo>
                  <a:cubicBezTo>
                    <a:pt x="4247510" y="84454"/>
                    <a:pt x="4249415" y="87629"/>
                    <a:pt x="4250685" y="89534"/>
                  </a:cubicBezTo>
                  <a:cubicBezTo>
                    <a:pt x="4252590" y="92074"/>
                    <a:pt x="4254495" y="93344"/>
                    <a:pt x="4257035" y="94614"/>
                  </a:cubicBezTo>
                  <a:cubicBezTo>
                    <a:pt x="4259575" y="95884"/>
                    <a:pt x="4262115" y="96519"/>
                    <a:pt x="4264655" y="96519"/>
                  </a:cubicBezTo>
                  <a:cubicBezTo>
                    <a:pt x="4267195" y="96519"/>
                    <a:pt x="4270370" y="95884"/>
                    <a:pt x="4272275" y="94614"/>
                  </a:cubicBezTo>
                  <a:cubicBezTo>
                    <a:pt x="4274815" y="93344"/>
                    <a:pt x="4276720" y="91439"/>
                    <a:pt x="4277990" y="88899"/>
                  </a:cubicBezTo>
                  <a:cubicBezTo>
                    <a:pt x="4279895" y="86359"/>
                    <a:pt x="4281165" y="83819"/>
                    <a:pt x="4281800" y="80644"/>
                  </a:cubicBezTo>
                  <a:cubicBezTo>
                    <a:pt x="4282435" y="77469"/>
                    <a:pt x="4283070" y="74294"/>
                    <a:pt x="4283070" y="70484"/>
                  </a:cubicBezTo>
                  <a:lnTo>
                    <a:pt x="4283705" y="69849"/>
                  </a:lnTo>
                  <a:cubicBezTo>
                    <a:pt x="4283705" y="66039"/>
                    <a:pt x="4283705" y="62229"/>
                    <a:pt x="4282435" y="59054"/>
                  </a:cubicBezTo>
                  <a:cubicBezTo>
                    <a:pt x="4281800" y="55879"/>
                    <a:pt x="4279895" y="53339"/>
                    <a:pt x="4278625" y="50799"/>
                  </a:cubicBezTo>
                  <a:cubicBezTo>
                    <a:pt x="4276720" y="48259"/>
                    <a:pt x="4274815" y="46989"/>
                    <a:pt x="4272275" y="45719"/>
                  </a:cubicBezTo>
                  <a:cubicBezTo>
                    <a:pt x="4269735" y="44449"/>
                    <a:pt x="4267195" y="43814"/>
                    <a:pt x="4264020" y="43814"/>
                  </a:cubicBezTo>
                  <a:close/>
                  <a:moveTo>
                    <a:pt x="1420495" y="43814"/>
                  </a:moveTo>
                  <a:cubicBezTo>
                    <a:pt x="1417320" y="43814"/>
                    <a:pt x="1414780" y="43814"/>
                    <a:pt x="1412875" y="45719"/>
                  </a:cubicBezTo>
                  <a:cubicBezTo>
                    <a:pt x="1410335" y="46989"/>
                    <a:pt x="1408430" y="48894"/>
                    <a:pt x="1407160" y="50799"/>
                  </a:cubicBezTo>
                  <a:cubicBezTo>
                    <a:pt x="1405255" y="53339"/>
                    <a:pt x="1403985" y="55879"/>
                    <a:pt x="1403350" y="59054"/>
                  </a:cubicBezTo>
                  <a:cubicBezTo>
                    <a:pt x="1402715" y="62229"/>
                    <a:pt x="1402080" y="65404"/>
                    <a:pt x="1402080" y="69849"/>
                  </a:cubicBezTo>
                  <a:cubicBezTo>
                    <a:pt x="1402080" y="74294"/>
                    <a:pt x="1402080" y="78104"/>
                    <a:pt x="1403350" y="81279"/>
                  </a:cubicBezTo>
                  <a:cubicBezTo>
                    <a:pt x="1403985" y="84454"/>
                    <a:pt x="1405890" y="87629"/>
                    <a:pt x="1407160" y="89534"/>
                  </a:cubicBezTo>
                  <a:cubicBezTo>
                    <a:pt x="1409065" y="92074"/>
                    <a:pt x="1410970" y="93344"/>
                    <a:pt x="1413510" y="94614"/>
                  </a:cubicBezTo>
                  <a:cubicBezTo>
                    <a:pt x="1416050" y="95884"/>
                    <a:pt x="1418590" y="96519"/>
                    <a:pt x="1421130" y="96519"/>
                  </a:cubicBezTo>
                  <a:cubicBezTo>
                    <a:pt x="1423670" y="96519"/>
                    <a:pt x="1426845" y="95884"/>
                    <a:pt x="1428750" y="94614"/>
                  </a:cubicBezTo>
                  <a:cubicBezTo>
                    <a:pt x="1431290" y="93344"/>
                    <a:pt x="1433195" y="91439"/>
                    <a:pt x="1434465" y="88899"/>
                  </a:cubicBezTo>
                  <a:cubicBezTo>
                    <a:pt x="1436370" y="86359"/>
                    <a:pt x="1437640" y="83819"/>
                    <a:pt x="1438275" y="80644"/>
                  </a:cubicBezTo>
                  <a:cubicBezTo>
                    <a:pt x="1438910" y="77469"/>
                    <a:pt x="1439545" y="74294"/>
                    <a:pt x="1439545" y="70484"/>
                  </a:cubicBezTo>
                  <a:lnTo>
                    <a:pt x="1440180" y="69849"/>
                  </a:lnTo>
                  <a:cubicBezTo>
                    <a:pt x="1440180" y="66039"/>
                    <a:pt x="1440180" y="62229"/>
                    <a:pt x="1438910" y="59054"/>
                  </a:cubicBezTo>
                  <a:cubicBezTo>
                    <a:pt x="1438275" y="55879"/>
                    <a:pt x="1436370" y="53339"/>
                    <a:pt x="1435100" y="50799"/>
                  </a:cubicBezTo>
                  <a:cubicBezTo>
                    <a:pt x="1433195" y="48259"/>
                    <a:pt x="1431290" y="46989"/>
                    <a:pt x="1428750" y="45719"/>
                  </a:cubicBezTo>
                  <a:cubicBezTo>
                    <a:pt x="1426210" y="44449"/>
                    <a:pt x="1423670" y="43814"/>
                    <a:pt x="1420495" y="43814"/>
                  </a:cubicBezTo>
                  <a:close/>
                  <a:moveTo>
                    <a:pt x="4041770" y="43180"/>
                  </a:moveTo>
                  <a:cubicBezTo>
                    <a:pt x="4039230" y="43180"/>
                    <a:pt x="4036690" y="43180"/>
                    <a:pt x="4034785" y="44450"/>
                  </a:cubicBezTo>
                  <a:cubicBezTo>
                    <a:pt x="4032880" y="45085"/>
                    <a:pt x="4030975" y="46355"/>
                    <a:pt x="4029705" y="48260"/>
                  </a:cubicBezTo>
                  <a:cubicBezTo>
                    <a:pt x="4028435" y="50165"/>
                    <a:pt x="4027165" y="52070"/>
                    <a:pt x="4025895" y="54610"/>
                  </a:cubicBezTo>
                  <a:cubicBezTo>
                    <a:pt x="4025260" y="57150"/>
                    <a:pt x="4023990" y="59690"/>
                    <a:pt x="4023990" y="62865"/>
                  </a:cubicBezTo>
                  <a:lnTo>
                    <a:pt x="4060185" y="62865"/>
                  </a:lnTo>
                  <a:cubicBezTo>
                    <a:pt x="4060185" y="62865"/>
                    <a:pt x="4059550" y="57785"/>
                    <a:pt x="4058915" y="55245"/>
                  </a:cubicBezTo>
                  <a:cubicBezTo>
                    <a:pt x="4058280" y="52705"/>
                    <a:pt x="4057010" y="50800"/>
                    <a:pt x="4055740" y="48895"/>
                  </a:cubicBezTo>
                  <a:cubicBezTo>
                    <a:pt x="4054470" y="46990"/>
                    <a:pt x="4052565" y="45720"/>
                    <a:pt x="4050025" y="44450"/>
                  </a:cubicBezTo>
                  <a:cubicBezTo>
                    <a:pt x="4047485" y="43180"/>
                    <a:pt x="4044945" y="43180"/>
                    <a:pt x="4041770" y="43180"/>
                  </a:cubicBezTo>
                  <a:close/>
                  <a:moveTo>
                    <a:pt x="3728081" y="43180"/>
                  </a:moveTo>
                  <a:cubicBezTo>
                    <a:pt x="3725541" y="43180"/>
                    <a:pt x="3723001" y="43180"/>
                    <a:pt x="3721096" y="44450"/>
                  </a:cubicBezTo>
                  <a:cubicBezTo>
                    <a:pt x="3719191" y="45085"/>
                    <a:pt x="3717286" y="46355"/>
                    <a:pt x="3716016" y="48260"/>
                  </a:cubicBezTo>
                  <a:cubicBezTo>
                    <a:pt x="3714746" y="50165"/>
                    <a:pt x="3713476" y="52070"/>
                    <a:pt x="3712206" y="54610"/>
                  </a:cubicBezTo>
                  <a:cubicBezTo>
                    <a:pt x="3711571" y="57150"/>
                    <a:pt x="3710301" y="59690"/>
                    <a:pt x="3710301" y="62865"/>
                  </a:cubicBezTo>
                  <a:lnTo>
                    <a:pt x="3746496" y="62865"/>
                  </a:lnTo>
                  <a:cubicBezTo>
                    <a:pt x="3746496" y="62865"/>
                    <a:pt x="3745861" y="57785"/>
                    <a:pt x="3745226" y="55245"/>
                  </a:cubicBezTo>
                  <a:cubicBezTo>
                    <a:pt x="3744591" y="52705"/>
                    <a:pt x="3743321" y="50800"/>
                    <a:pt x="3742051" y="48895"/>
                  </a:cubicBezTo>
                  <a:cubicBezTo>
                    <a:pt x="3740781" y="46990"/>
                    <a:pt x="3738876" y="45720"/>
                    <a:pt x="3736336" y="44450"/>
                  </a:cubicBezTo>
                  <a:cubicBezTo>
                    <a:pt x="3733796" y="43180"/>
                    <a:pt x="3731256" y="43180"/>
                    <a:pt x="3728081" y="43180"/>
                  </a:cubicBezTo>
                  <a:close/>
                  <a:moveTo>
                    <a:pt x="3541391" y="43180"/>
                  </a:moveTo>
                  <a:cubicBezTo>
                    <a:pt x="3538851" y="43180"/>
                    <a:pt x="3536311" y="43180"/>
                    <a:pt x="3534406" y="44450"/>
                  </a:cubicBezTo>
                  <a:cubicBezTo>
                    <a:pt x="3532501" y="45085"/>
                    <a:pt x="3530596" y="46355"/>
                    <a:pt x="3529326" y="48260"/>
                  </a:cubicBezTo>
                  <a:cubicBezTo>
                    <a:pt x="3528056" y="50165"/>
                    <a:pt x="3526786" y="52070"/>
                    <a:pt x="3525516" y="54610"/>
                  </a:cubicBezTo>
                  <a:cubicBezTo>
                    <a:pt x="3524881" y="57150"/>
                    <a:pt x="3524246" y="59690"/>
                    <a:pt x="3523611" y="62865"/>
                  </a:cubicBezTo>
                  <a:lnTo>
                    <a:pt x="3559806" y="62865"/>
                  </a:lnTo>
                  <a:cubicBezTo>
                    <a:pt x="3559806" y="62865"/>
                    <a:pt x="3559171" y="57785"/>
                    <a:pt x="3558536" y="55245"/>
                  </a:cubicBezTo>
                  <a:cubicBezTo>
                    <a:pt x="3557901" y="52705"/>
                    <a:pt x="3556631" y="50800"/>
                    <a:pt x="3555361" y="48895"/>
                  </a:cubicBezTo>
                  <a:cubicBezTo>
                    <a:pt x="3554091" y="46990"/>
                    <a:pt x="3552186" y="45720"/>
                    <a:pt x="3549646" y="44450"/>
                  </a:cubicBezTo>
                  <a:cubicBezTo>
                    <a:pt x="3547106" y="43180"/>
                    <a:pt x="3544566" y="43180"/>
                    <a:pt x="3541391" y="43180"/>
                  </a:cubicBezTo>
                  <a:close/>
                  <a:moveTo>
                    <a:pt x="3463285" y="43180"/>
                  </a:moveTo>
                  <a:cubicBezTo>
                    <a:pt x="3461380" y="43180"/>
                    <a:pt x="3459475" y="43180"/>
                    <a:pt x="3458205" y="43815"/>
                  </a:cubicBezTo>
                  <a:cubicBezTo>
                    <a:pt x="3456300" y="43815"/>
                    <a:pt x="3455030" y="45085"/>
                    <a:pt x="3453125" y="45720"/>
                  </a:cubicBezTo>
                  <a:cubicBezTo>
                    <a:pt x="3451855" y="46355"/>
                    <a:pt x="3449950" y="47625"/>
                    <a:pt x="3448680" y="48895"/>
                  </a:cubicBezTo>
                  <a:cubicBezTo>
                    <a:pt x="3447410" y="50165"/>
                    <a:pt x="3446140" y="51435"/>
                    <a:pt x="3445505" y="52705"/>
                  </a:cubicBezTo>
                  <a:lnTo>
                    <a:pt x="3445505" y="85725"/>
                  </a:lnTo>
                  <a:cubicBezTo>
                    <a:pt x="3445505" y="85725"/>
                    <a:pt x="3447410" y="88265"/>
                    <a:pt x="3448680" y="89535"/>
                  </a:cubicBezTo>
                  <a:cubicBezTo>
                    <a:pt x="3449950" y="90805"/>
                    <a:pt x="3451220" y="92075"/>
                    <a:pt x="3453125" y="92710"/>
                  </a:cubicBezTo>
                  <a:cubicBezTo>
                    <a:pt x="3455030" y="93980"/>
                    <a:pt x="3456300" y="94615"/>
                    <a:pt x="3458205" y="95250"/>
                  </a:cubicBezTo>
                  <a:cubicBezTo>
                    <a:pt x="3460110" y="95250"/>
                    <a:pt x="3462015" y="95885"/>
                    <a:pt x="3463920" y="95885"/>
                  </a:cubicBezTo>
                  <a:cubicBezTo>
                    <a:pt x="3469635" y="95885"/>
                    <a:pt x="3473445" y="93980"/>
                    <a:pt x="3476620" y="89535"/>
                  </a:cubicBezTo>
                  <a:cubicBezTo>
                    <a:pt x="3479795" y="85090"/>
                    <a:pt x="3481065" y="79375"/>
                    <a:pt x="3481065" y="71120"/>
                  </a:cubicBezTo>
                  <a:lnTo>
                    <a:pt x="3480430" y="71755"/>
                  </a:lnTo>
                  <a:cubicBezTo>
                    <a:pt x="3480430" y="62230"/>
                    <a:pt x="3479160" y="54610"/>
                    <a:pt x="3475985" y="50165"/>
                  </a:cubicBezTo>
                  <a:cubicBezTo>
                    <a:pt x="3472810" y="45720"/>
                    <a:pt x="3468365" y="43180"/>
                    <a:pt x="3463285" y="43180"/>
                  </a:cubicBezTo>
                  <a:close/>
                  <a:moveTo>
                    <a:pt x="3343271" y="43180"/>
                  </a:moveTo>
                  <a:cubicBezTo>
                    <a:pt x="3340731" y="43180"/>
                    <a:pt x="3338191" y="43180"/>
                    <a:pt x="3336286" y="44450"/>
                  </a:cubicBezTo>
                  <a:cubicBezTo>
                    <a:pt x="3334381" y="45085"/>
                    <a:pt x="3332476" y="46355"/>
                    <a:pt x="3331206" y="48260"/>
                  </a:cubicBezTo>
                  <a:cubicBezTo>
                    <a:pt x="3329936" y="50165"/>
                    <a:pt x="3328666" y="52070"/>
                    <a:pt x="3327396" y="54610"/>
                  </a:cubicBezTo>
                  <a:cubicBezTo>
                    <a:pt x="3326761" y="57150"/>
                    <a:pt x="3326126" y="59690"/>
                    <a:pt x="3325491" y="62865"/>
                  </a:cubicBezTo>
                  <a:lnTo>
                    <a:pt x="3361686" y="62865"/>
                  </a:lnTo>
                  <a:cubicBezTo>
                    <a:pt x="3361686" y="62865"/>
                    <a:pt x="3361051" y="57785"/>
                    <a:pt x="3360416" y="55245"/>
                  </a:cubicBezTo>
                  <a:cubicBezTo>
                    <a:pt x="3359781" y="52705"/>
                    <a:pt x="3358511" y="50800"/>
                    <a:pt x="3357241" y="48895"/>
                  </a:cubicBezTo>
                  <a:cubicBezTo>
                    <a:pt x="3355971" y="46990"/>
                    <a:pt x="3354066" y="45720"/>
                    <a:pt x="3351526" y="44450"/>
                  </a:cubicBezTo>
                  <a:cubicBezTo>
                    <a:pt x="3348986" y="43180"/>
                    <a:pt x="3346446" y="43180"/>
                    <a:pt x="3343271" y="43180"/>
                  </a:cubicBezTo>
                  <a:close/>
                  <a:moveTo>
                    <a:pt x="2976876" y="43180"/>
                  </a:moveTo>
                  <a:cubicBezTo>
                    <a:pt x="2974336" y="43180"/>
                    <a:pt x="2971796" y="43180"/>
                    <a:pt x="2969891" y="44450"/>
                  </a:cubicBezTo>
                  <a:cubicBezTo>
                    <a:pt x="2967986" y="45085"/>
                    <a:pt x="2966081" y="46355"/>
                    <a:pt x="2964811" y="48260"/>
                  </a:cubicBezTo>
                  <a:cubicBezTo>
                    <a:pt x="2963541" y="50165"/>
                    <a:pt x="2962271" y="52070"/>
                    <a:pt x="2961001" y="54610"/>
                  </a:cubicBezTo>
                  <a:cubicBezTo>
                    <a:pt x="2960366" y="57150"/>
                    <a:pt x="2959731" y="59690"/>
                    <a:pt x="2959096" y="62865"/>
                  </a:cubicBezTo>
                  <a:lnTo>
                    <a:pt x="2995291" y="62865"/>
                  </a:lnTo>
                  <a:cubicBezTo>
                    <a:pt x="2995291" y="62865"/>
                    <a:pt x="2994656" y="57785"/>
                    <a:pt x="2994021" y="55245"/>
                  </a:cubicBezTo>
                  <a:cubicBezTo>
                    <a:pt x="2993386" y="52705"/>
                    <a:pt x="2992116" y="50800"/>
                    <a:pt x="2990846" y="48895"/>
                  </a:cubicBezTo>
                  <a:cubicBezTo>
                    <a:pt x="2989576" y="46990"/>
                    <a:pt x="2987671" y="45720"/>
                    <a:pt x="2985131" y="44450"/>
                  </a:cubicBezTo>
                  <a:cubicBezTo>
                    <a:pt x="2982591" y="43180"/>
                    <a:pt x="2980051" y="43180"/>
                    <a:pt x="2976876" y="43180"/>
                  </a:cubicBezTo>
                  <a:close/>
                  <a:moveTo>
                    <a:pt x="2527930" y="43180"/>
                  </a:moveTo>
                  <a:cubicBezTo>
                    <a:pt x="2525390" y="43180"/>
                    <a:pt x="2522850" y="43180"/>
                    <a:pt x="2520945" y="44450"/>
                  </a:cubicBezTo>
                  <a:cubicBezTo>
                    <a:pt x="2519040" y="45085"/>
                    <a:pt x="2517135" y="46355"/>
                    <a:pt x="2515865" y="48260"/>
                  </a:cubicBezTo>
                  <a:cubicBezTo>
                    <a:pt x="2514595" y="50165"/>
                    <a:pt x="2513325" y="52070"/>
                    <a:pt x="2512055" y="54610"/>
                  </a:cubicBezTo>
                  <a:cubicBezTo>
                    <a:pt x="2511420" y="57150"/>
                    <a:pt x="2510150" y="59690"/>
                    <a:pt x="2510150" y="62865"/>
                  </a:cubicBezTo>
                  <a:lnTo>
                    <a:pt x="2546345" y="62865"/>
                  </a:lnTo>
                  <a:cubicBezTo>
                    <a:pt x="2546345" y="62865"/>
                    <a:pt x="2545710" y="57785"/>
                    <a:pt x="2545075" y="55245"/>
                  </a:cubicBezTo>
                  <a:cubicBezTo>
                    <a:pt x="2544440" y="52705"/>
                    <a:pt x="2543170" y="50800"/>
                    <a:pt x="2541900" y="48895"/>
                  </a:cubicBezTo>
                  <a:cubicBezTo>
                    <a:pt x="2540630" y="46990"/>
                    <a:pt x="2538725" y="45720"/>
                    <a:pt x="2536185" y="44450"/>
                  </a:cubicBezTo>
                  <a:cubicBezTo>
                    <a:pt x="2533645" y="43180"/>
                    <a:pt x="2531105" y="43180"/>
                    <a:pt x="2527930" y="43180"/>
                  </a:cubicBezTo>
                  <a:close/>
                  <a:moveTo>
                    <a:pt x="2214240" y="43180"/>
                  </a:moveTo>
                  <a:cubicBezTo>
                    <a:pt x="2211700" y="43180"/>
                    <a:pt x="2209160" y="43180"/>
                    <a:pt x="2207255" y="44450"/>
                  </a:cubicBezTo>
                  <a:cubicBezTo>
                    <a:pt x="2205350" y="45085"/>
                    <a:pt x="2203445" y="46355"/>
                    <a:pt x="2202175" y="48260"/>
                  </a:cubicBezTo>
                  <a:cubicBezTo>
                    <a:pt x="2200905" y="50165"/>
                    <a:pt x="2199635" y="52070"/>
                    <a:pt x="2198365" y="54610"/>
                  </a:cubicBezTo>
                  <a:cubicBezTo>
                    <a:pt x="2197730" y="57150"/>
                    <a:pt x="2196460" y="59690"/>
                    <a:pt x="2196460" y="62865"/>
                  </a:cubicBezTo>
                  <a:lnTo>
                    <a:pt x="2232655" y="62865"/>
                  </a:lnTo>
                  <a:cubicBezTo>
                    <a:pt x="2232655" y="62865"/>
                    <a:pt x="2232020" y="57785"/>
                    <a:pt x="2231385" y="55245"/>
                  </a:cubicBezTo>
                  <a:cubicBezTo>
                    <a:pt x="2230750" y="52705"/>
                    <a:pt x="2229480" y="50800"/>
                    <a:pt x="2228210" y="48895"/>
                  </a:cubicBezTo>
                  <a:cubicBezTo>
                    <a:pt x="2226940" y="46990"/>
                    <a:pt x="2225035" y="45720"/>
                    <a:pt x="2222495" y="44450"/>
                  </a:cubicBezTo>
                  <a:cubicBezTo>
                    <a:pt x="2219955" y="43180"/>
                    <a:pt x="2217415" y="43180"/>
                    <a:pt x="2214240" y="43180"/>
                  </a:cubicBezTo>
                  <a:close/>
                  <a:moveTo>
                    <a:pt x="2027551" y="43180"/>
                  </a:moveTo>
                  <a:cubicBezTo>
                    <a:pt x="2025011" y="43180"/>
                    <a:pt x="2022471" y="43180"/>
                    <a:pt x="2020566" y="44450"/>
                  </a:cubicBezTo>
                  <a:cubicBezTo>
                    <a:pt x="2018661" y="45085"/>
                    <a:pt x="2016756" y="46355"/>
                    <a:pt x="2015486" y="48260"/>
                  </a:cubicBezTo>
                  <a:cubicBezTo>
                    <a:pt x="2014216" y="50165"/>
                    <a:pt x="2012946" y="52070"/>
                    <a:pt x="2011676" y="54610"/>
                  </a:cubicBezTo>
                  <a:cubicBezTo>
                    <a:pt x="2011041" y="57150"/>
                    <a:pt x="2010406" y="59690"/>
                    <a:pt x="2009771" y="62865"/>
                  </a:cubicBezTo>
                  <a:lnTo>
                    <a:pt x="2045966" y="62865"/>
                  </a:lnTo>
                  <a:cubicBezTo>
                    <a:pt x="2045966" y="62865"/>
                    <a:pt x="2045331" y="57785"/>
                    <a:pt x="2044696" y="55245"/>
                  </a:cubicBezTo>
                  <a:cubicBezTo>
                    <a:pt x="2044061" y="52705"/>
                    <a:pt x="2042791" y="50800"/>
                    <a:pt x="2041521" y="48895"/>
                  </a:cubicBezTo>
                  <a:cubicBezTo>
                    <a:pt x="2040251" y="46990"/>
                    <a:pt x="2038346" y="45720"/>
                    <a:pt x="2035806" y="44450"/>
                  </a:cubicBezTo>
                  <a:cubicBezTo>
                    <a:pt x="2033266" y="43180"/>
                    <a:pt x="2030726" y="43180"/>
                    <a:pt x="2027551" y="43180"/>
                  </a:cubicBezTo>
                  <a:close/>
                  <a:moveTo>
                    <a:pt x="1949445" y="43180"/>
                  </a:moveTo>
                  <a:cubicBezTo>
                    <a:pt x="1947540" y="43180"/>
                    <a:pt x="1945635" y="43180"/>
                    <a:pt x="1944365" y="43815"/>
                  </a:cubicBezTo>
                  <a:cubicBezTo>
                    <a:pt x="1942460" y="43815"/>
                    <a:pt x="1941190" y="45085"/>
                    <a:pt x="1939285" y="45720"/>
                  </a:cubicBezTo>
                  <a:cubicBezTo>
                    <a:pt x="1938015" y="46355"/>
                    <a:pt x="1936110" y="47625"/>
                    <a:pt x="1934840" y="48895"/>
                  </a:cubicBezTo>
                  <a:cubicBezTo>
                    <a:pt x="1933570" y="50165"/>
                    <a:pt x="1932300" y="51435"/>
                    <a:pt x="1931665" y="52705"/>
                  </a:cubicBezTo>
                  <a:lnTo>
                    <a:pt x="1931665" y="85725"/>
                  </a:lnTo>
                  <a:cubicBezTo>
                    <a:pt x="1931665" y="85725"/>
                    <a:pt x="1933570" y="88265"/>
                    <a:pt x="1934840" y="89535"/>
                  </a:cubicBezTo>
                  <a:cubicBezTo>
                    <a:pt x="1936110" y="90805"/>
                    <a:pt x="1937380" y="92075"/>
                    <a:pt x="1939285" y="92710"/>
                  </a:cubicBezTo>
                  <a:cubicBezTo>
                    <a:pt x="1941190" y="93980"/>
                    <a:pt x="1942460" y="94615"/>
                    <a:pt x="1944365" y="95250"/>
                  </a:cubicBezTo>
                  <a:cubicBezTo>
                    <a:pt x="1946270" y="95250"/>
                    <a:pt x="1948175" y="95885"/>
                    <a:pt x="1950080" y="95885"/>
                  </a:cubicBezTo>
                  <a:cubicBezTo>
                    <a:pt x="1955795" y="95885"/>
                    <a:pt x="1959605" y="93980"/>
                    <a:pt x="1962780" y="89535"/>
                  </a:cubicBezTo>
                  <a:cubicBezTo>
                    <a:pt x="1965955" y="85090"/>
                    <a:pt x="1967225" y="79375"/>
                    <a:pt x="1967225" y="71120"/>
                  </a:cubicBezTo>
                  <a:lnTo>
                    <a:pt x="1966590" y="71755"/>
                  </a:lnTo>
                  <a:cubicBezTo>
                    <a:pt x="1966590" y="62230"/>
                    <a:pt x="1965320" y="54610"/>
                    <a:pt x="1962145" y="50165"/>
                  </a:cubicBezTo>
                  <a:cubicBezTo>
                    <a:pt x="1958970" y="45720"/>
                    <a:pt x="1954525" y="43180"/>
                    <a:pt x="1949445" y="43180"/>
                  </a:cubicBezTo>
                  <a:close/>
                  <a:moveTo>
                    <a:pt x="1829431" y="43180"/>
                  </a:moveTo>
                  <a:cubicBezTo>
                    <a:pt x="1826891" y="43180"/>
                    <a:pt x="1824351" y="43180"/>
                    <a:pt x="1822446" y="44450"/>
                  </a:cubicBezTo>
                  <a:cubicBezTo>
                    <a:pt x="1820541" y="45085"/>
                    <a:pt x="1818636" y="46355"/>
                    <a:pt x="1817366" y="48260"/>
                  </a:cubicBezTo>
                  <a:cubicBezTo>
                    <a:pt x="1816096" y="50165"/>
                    <a:pt x="1814826" y="52070"/>
                    <a:pt x="1813556" y="54610"/>
                  </a:cubicBezTo>
                  <a:cubicBezTo>
                    <a:pt x="1812921" y="57150"/>
                    <a:pt x="1811651" y="59690"/>
                    <a:pt x="1811651" y="62865"/>
                  </a:cubicBezTo>
                  <a:lnTo>
                    <a:pt x="1847846" y="62865"/>
                  </a:lnTo>
                  <a:cubicBezTo>
                    <a:pt x="1847846" y="62865"/>
                    <a:pt x="1847211" y="57785"/>
                    <a:pt x="1846576" y="55245"/>
                  </a:cubicBezTo>
                  <a:cubicBezTo>
                    <a:pt x="1845941" y="52705"/>
                    <a:pt x="1844671" y="50800"/>
                    <a:pt x="1843401" y="48895"/>
                  </a:cubicBezTo>
                  <a:cubicBezTo>
                    <a:pt x="1842131" y="46990"/>
                    <a:pt x="1840226" y="45720"/>
                    <a:pt x="1837686" y="44450"/>
                  </a:cubicBezTo>
                  <a:cubicBezTo>
                    <a:pt x="1835146" y="43180"/>
                    <a:pt x="1832606" y="43180"/>
                    <a:pt x="1829431" y="43180"/>
                  </a:cubicBezTo>
                  <a:close/>
                  <a:moveTo>
                    <a:pt x="1178561" y="43180"/>
                  </a:moveTo>
                  <a:cubicBezTo>
                    <a:pt x="1176021" y="43180"/>
                    <a:pt x="1173481" y="43180"/>
                    <a:pt x="1171576" y="44450"/>
                  </a:cubicBezTo>
                  <a:cubicBezTo>
                    <a:pt x="1169671" y="45085"/>
                    <a:pt x="1167766" y="46355"/>
                    <a:pt x="1166496" y="48260"/>
                  </a:cubicBezTo>
                  <a:cubicBezTo>
                    <a:pt x="1165226" y="50165"/>
                    <a:pt x="1163956" y="52070"/>
                    <a:pt x="1162686" y="54610"/>
                  </a:cubicBezTo>
                  <a:cubicBezTo>
                    <a:pt x="1162051" y="57150"/>
                    <a:pt x="1160781" y="59690"/>
                    <a:pt x="1160781" y="62865"/>
                  </a:cubicBezTo>
                  <a:lnTo>
                    <a:pt x="1196976" y="62865"/>
                  </a:lnTo>
                  <a:cubicBezTo>
                    <a:pt x="1196976" y="62865"/>
                    <a:pt x="1196341" y="57785"/>
                    <a:pt x="1195706" y="55245"/>
                  </a:cubicBezTo>
                  <a:cubicBezTo>
                    <a:pt x="1195071" y="52705"/>
                    <a:pt x="1193801" y="50800"/>
                    <a:pt x="1192531" y="48895"/>
                  </a:cubicBezTo>
                  <a:cubicBezTo>
                    <a:pt x="1191261" y="46990"/>
                    <a:pt x="1189356" y="45720"/>
                    <a:pt x="1186816" y="44450"/>
                  </a:cubicBezTo>
                  <a:cubicBezTo>
                    <a:pt x="1184276" y="43180"/>
                    <a:pt x="1181736" y="43180"/>
                    <a:pt x="1178561" y="43180"/>
                  </a:cubicBezTo>
                  <a:close/>
                  <a:moveTo>
                    <a:pt x="898525" y="43180"/>
                  </a:moveTo>
                  <a:cubicBezTo>
                    <a:pt x="895985" y="43180"/>
                    <a:pt x="893445" y="43180"/>
                    <a:pt x="891540" y="44450"/>
                  </a:cubicBezTo>
                  <a:cubicBezTo>
                    <a:pt x="889635" y="45085"/>
                    <a:pt x="887730" y="46355"/>
                    <a:pt x="886460" y="48260"/>
                  </a:cubicBezTo>
                  <a:cubicBezTo>
                    <a:pt x="885190" y="50165"/>
                    <a:pt x="883920" y="52070"/>
                    <a:pt x="882650" y="54610"/>
                  </a:cubicBezTo>
                  <a:cubicBezTo>
                    <a:pt x="882015" y="57150"/>
                    <a:pt x="881380" y="59690"/>
                    <a:pt x="880745" y="62865"/>
                  </a:cubicBezTo>
                  <a:lnTo>
                    <a:pt x="916940" y="62865"/>
                  </a:lnTo>
                  <a:cubicBezTo>
                    <a:pt x="916940" y="62865"/>
                    <a:pt x="916305" y="57785"/>
                    <a:pt x="915670" y="55245"/>
                  </a:cubicBezTo>
                  <a:cubicBezTo>
                    <a:pt x="915035" y="52705"/>
                    <a:pt x="913765" y="50800"/>
                    <a:pt x="912495" y="48895"/>
                  </a:cubicBezTo>
                  <a:cubicBezTo>
                    <a:pt x="911225" y="46990"/>
                    <a:pt x="909320" y="45720"/>
                    <a:pt x="906780" y="44450"/>
                  </a:cubicBezTo>
                  <a:cubicBezTo>
                    <a:pt x="904240" y="43180"/>
                    <a:pt x="901700" y="43180"/>
                    <a:pt x="898525" y="43180"/>
                  </a:cubicBezTo>
                  <a:close/>
                  <a:moveTo>
                    <a:pt x="584834" y="43180"/>
                  </a:moveTo>
                  <a:cubicBezTo>
                    <a:pt x="582294" y="43180"/>
                    <a:pt x="579754" y="43180"/>
                    <a:pt x="577849" y="44450"/>
                  </a:cubicBezTo>
                  <a:cubicBezTo>
                    <a:pt x="575944" y="45085"/>
                    <a:pt x="574039" y="46355"/>
                    <a:pt x="572769" y="48260"/>
                  </a:cubicBezTo>
                  <a:cubicBezTo>
                    <a:pt x="571499" y="50165"/>
                    <a:pt x="570229" y="52070"/>
                    <a:pt x="568959" y="54610"/>
                  </a:cubicBezTo>
                  <a:cubicBezTo>
                    <a:pt x="568324" y="57150"/>
                    <a:pt x="567689" y="59690"/>
                    <a:pt x="567054" y="62865"/>
                  </a:cubicBezTo>
                  <a:lnTo>
                    <a:pt x="603249" y="62865"/>
                  </a:lnTo>
                  <a:cubicBezTo>
                    <a:pt x="603249" y="62865"/>
                    <a:pt x="602614" y="57785"/>
                    <a:pt x="601979" y="55245"/>
                  </a:cubicBezTo>
                  <a:cubicBezTo>
                    <a:pt x="601344" y="52705"/>
                    <a:pt x="600074" y="50800"/>
                    <a:pt x="598804" y="48895"/>
                  </a:cubicBezTo>
                  <a:cubicBezTo>
                    <a:pt x="597534" y="46990"/>
                    <a:pt x="595629" y="45720"/>
                    <a:pt x="593089" y="44450"/>
                  </a:cubicBezTo>
                  <a:cubicBezTo>
                    <a:pt x="590549" y="43180"/>
                    <a:pt x="588009" y="43180"/>
                    <a:pt x="584834" y="43180"/>
                  </a:cubicBezTo>
                  <a:close/>
                  <a:moveTo>
                    <a:pt x="398145" y="43180"/>
                  </a:moveTo>
                  <a:cubicBezTo>
                    <a:pt x="395605" y="43180"/>
                    <a:pt x="393065" y="43180"/>
                    <a:pt x="391160" y="44450"/>
                  </a:cubicBezTo>
                  <a:cubicBezTo>
                    <a:pt x="389255" y="45085"/>
                    <a:pt x="387350" y="46355"/>
                    <a:pt x="386080" y="48260"/>
                  </a:cubicBezTo>
                  <a:cubicBezTo>
                    <a:pt x="384810" y="50165"/>
                    <a:pt x="383540" y="52070"/>
                    <a:pt x="382270" y="54610"/>
                  </a:cubicBezTo>
                  <a:cubicBezTo>
                    <a:pt x="381635" y="57150"/>
                    <a:pt x="380365" y="59690"/>
                    <a:pt x="380365" y="62865"/>
                  </a:cubicBezTo>
                  <a:lnTo>
                    <a:pt x="416560" y="62865"/>
                  </a:lnTo>
                  <a:cubicBezTo>
                    <a:pt x="416560" y="62865"/>
                    <a:pt x="415925" y="57785"/>
                    <a:pt x="415290" y="55245"/>
                  </a:cubicBezTo>
                  <a:cubicBezTo>
                    <a:pt x="414655" y="52705"/>
                    <a:pt x="413385" y="50800"/>
                    <a:pt x="412115" y="48895"/>
                  </a:cubicBezTo>
                  <a:cubicBezTo>
                    <a:pt x="410845" y="46990"/>
                    <a:pt x="408940" y="45720"/>
                    <a:pt x="406400" y="44450"/>
                  </a:cubicBezTo>
                  <a:cubicBezTo>
                    <a:pt x="403860" y="43180"/>
                    <a:pt x="401320" y="43180"/>
                    <a:pt x="398145" y="43180"/>
                  </a:cubicBezTo>
                  <a:close/>
                  <a:moveTo>
                    <a:pt x="320039" y="43180"/>
                  </a:moveTo>
                  <a:cubicBezTo>
                    <a:pt x="318134" y="43180"/>
                    <a:pt x="316229" y="43180"/>
                    <a:pt x="314959" y="43815"/>
                  </a:cubicBezTo>
                  <a:cubicBezTo>
                    <a:pt x="313054" y="43815"/>
                    <a:pt x="311784" y="45085"/>
                    <a:pt x="309879" y="45720"/>
                  </a:cubicBezTo>
                  <a:cubicBezTo>
                    <a:pt x="308609" y="46355"/>
                    <a:pt x="306704" y="47625"/>
                    <a:pt x="305434" y="48895"/>
                  </a:cubicBezTo>
                  <a:cubicBezTo>
                    <a:pt x="304164" y="50165"/>
                    <a:pt x="302894" y="51435"/>
                    <a:pt x="302259" y="52705"/>
                  </a:cubicBezTo>
                  <a:lnTo>
                    <a:pt x="302259" y="85725"/>
                  </a:lnTo>
                  <a:cubicBezTo>
                    <a:pt x="302259" y="85725"/>
                    <a:pt x="304164" y="88265"/>
                    <a:pt x="305434" y="89535"/>
                  </a:cubicBezTo>
                  <a:cubicBezTo>
                    <a:pt x="306704" y="90805"/>
                    <a:pt x="307974" y="92075"/>
                    <a:pt x="309879" y="92710"/>
                  </a:cubicBezTo>
                  <a:cubicBezTo>
                    <a:pt x="311784" y="93980"/>
                    <a:pt x="313054" y="94615"/>
                    <a:pt x="314959" y="95250"/>
                  </a:cubicBezTo>
                  <a:cubicBezTo>
                    <a:pt x="316864" y="95250"/>
                    <a:pt x="318769" y="95885"/>
                    <a:pt x="320674" y="95885"/>
                  </a:cubicBezTo>
                  <a:cubicBezTo>
                    <a:pt x="326389" y="95885"/>
                    <a:pt x="330199" y="93980"/>
                    <a:pt x="333374" y="89535"/>
                  </a:cubicBezTo>
                  <a:cubicBezTo>
                    <a:pt x="336549" y="85090"/>
                    <a:pt x="337819" y="79375"/>
                    <a:pt x="337819" y="71120"/>
                  </a:cubicBezTo>
                  <a:lnTo>
                    <a:pt x="337184" y="71755"/>
                  </a:lnTo>
                  <a:cubicBezTo>
                    <a:pt x="337184" y="62230"/>
                    <a:pt x="335914" y="54610"/>
                    <a:pt x="332739" y="50165"/>
                  </a:cubicBezTo>
                  <a:cubicBezTo>
                    <a:pt x="329564" y="45720"/>
                    <a:pt x="325119" y="43180"/>
                    <a:pt x="320039" y="43180"/>
                  </a:cubicBezTo>
                  <a:close/>
                  <a:moveTo>
                    <a:pt x="200025" y="43180"/>
                  </a:moveTo>
                  <a:cubicBezTo>
                    <a:pt x="197485" y="43180"/>
                    <a:pt x="194945" y="43180"/>
                    <a:pt x="193040" y="44450"/>
                  </a:cubicBezTo>
                  <a:cubicBezTo>
                    <a:pt x="191135" y="45085"/>
                    <a:pt x="189230" y="46355"/>
                    <a:pt x="187960" y="48260"/>
                  </a:cubicBezTo>
                  <a:cubicBezTo>
                    <a:pt x="186690" y="50165"/>
                    <a:pt x="185420" y="52070"/>
                    <a:pt x="184150" y="54610"/>
                  </a:cubicBezTo>
                  <a:cubicBezTo>
                    <a:pt x="183515" y="57150"/>
                    <a:pt x="182880" y="59690"/>
                    <a:pt x="182245" y="62865"/>
                  </a:cubicBezTo>
                  <a:lnTo>
                    <a:pt x="218440" y="62865"/>
                  </a:lnTo>
                  <a:cubicBezTo>
                    <a:pt x="218440" y="62865"/>
                    <a:pt x="217805" y="57785"/>
                    <a:pt x="217170" y="55245"/>
                  </a:cubicBezTo>
                  <a:cubicBezTo>
                    <a:pt x="216535" y="52705"/>
                    <a:pt x="215265" y="50800"/>
                    <a:pt x="213995" y="48895"/>
                  </a:cubicBezTo>
                  <a:cubicBezTo>
                    <a:pt x="212725" y="46990"/>
                    <a:pt x="210820" y="45720"/>
                    <a:pt x="208280" y="44450"/>
                  </a:cubicBezTo>
                  <a:cubicBezTo>
                    <a:pt x="205740" y="43180"/>
                    <a:pt x="203200" y="43180"/>
                    <a:pt x="200025" y="43180"/>
                  </a:cubicBezTo>
                  <a:close/>
                  <a:moveTo>
                    <a:pt x="4439281" y="43179"/>
                  </a:moveTo>
                  <a:cubicBezTo>
                    <a:pt x="4433566" y="43179"/>
                    <a:pt x="4429756" y="45084"/>
                    <a:pt x="4426581" y="49529"/>
                  </a:cubicBezTo>
                  <a:cubicBezTo>
                    <a:pt x="4423406" y="53974"/>
                    <a:pt x="4422136" y="59689"/>
                    <a:pt x="4422136" y="67944"/>
                  </a:cubicBezTo>
                  <a:cubicBezTo>
                    <a:pt x="4422136" y="73024"/>
                    <a:pt x="4422136" y="76834"/>
                    <a:pt x="4423406" y="80644"/>
                  </a:cubicBezTo>
                  <a:cubicBezTo>
                    <a:pt x="4424041" y="84454"/>
                    <a:pt x="4425311" y="86994"/>
                    <a:pt x="4426581" y="89534"/>
                  </a:cubicBezTo>
                  <a:cubicBezTo>
                    <a:pt x="4427851" y="92074"/>
                    <a:pt x="4429756" y="93344"/>
                    <a:pt x="4432296" y="94614"/>
                  </a:cubicBezTo>
                  <a:cubicBezTo>
                    <a:pt x="4434201" y="95884"/>
                    <a:pt x="4436741" y="96519"/>
                    <a:pt x="4439916" y="96519"/>
                  </a:cubicBezTo>
                  <a:cubicBezTo>
                    <a:pt x="4441821" y="96519"/>
                    <a:pt x="4443726" y="96519"/>
                    <a:pt x="4444996" y="95884"/>
                  </a:cubicBezTo>
                  <a:cubicBezTo>
                    <a:pt x="4446901" y="95884"/>
                    <a:pt x="4448171" y="94614"/>
                    <a:pt x="4450076" y="93344"/>
                  </a:cubicBezTo>
                  <a:cubicBezTo>
                    <a:pt x="4451346" y="92709"/>
                    <a:pt x="4453251" y="91439"/>
                    <a:pt x="4454521" y="90169"/>
                  </a:cubicBezTo>
                  <a:cubicBezTo>
                    <a:pt x="4455791" y="88899"/>
                    <a:pt x="4457061" y="87629"/>
                    <a:pt x="4457696" y="86359"/>
                  </a:cubicBezTo>
                  <a:lnTo>
                    <a:pt x="4457696" y="53339"/>
                  </a:lnTo>
                  <a:cubicBezTo>
                    <a:pt x="4457696" y="53339"/>
                    <a:pt x="4455791" y="50799"/>
                    <a:pt x="4454521" y="49529"/>
                  </a:cubicBezTo>
                  <a:cubicBezTo>
                    <a:pt x="4453251" y="48259"/>
                    <a:pt x="4451981" y="46989"/>
                    <a:pt x="4450076" y="46354"/>
                  </a:cubicBezTo>
                  <a:cubicBezTo>
                    <a:pt x="4448806" y="45084"/>
                    <a:pt x="4446901" y="44449"/>
                    <a:pt x="4444996" y="43814"/>
                  </a:cubicBezTo>
                  <a:cubicBezTo>
                    <a:pt x="4443091" y="43814"/>
                    <a:pt x="4441186" y="43179"/>
                    <a:pt x="4439281" y="43179"/>
                  </a:cubicBezTo>
                  <a:close/>
                  <a:moveTo>
                    <a:pt x="1014731" y="43179"/>
                  </a:moveTo>
                  <a:cubicBezTo>
                    <a:pt x="1009016" y="43179"/>
                    <a:pt x="1005206" y="45084"/>
                    <a:pt x="1002032" y="49529"/>
                  </a:cubicBezTo>
                  <a:cubicBezTo>
                    <a:pt x="998856" y="53974"/>
                    <a:pt x="997587" y="59689"/>
                    <a:pt x="997587" y="67944"/>
                  </a:cubicBezTo>
                  <a:cubicBezTo>
                    <a:pt x="997587" y="77469"/>
                    <a:pt x="998856" y="84454"/>
                    <a:pt x="1002032" y="88899"/>
                  </a:cubicBezTo>
                  <a:cubicBezTo>
                    <a:pt x="1005206" y="93979"/>
                    <a:pt x="1009016" y="95884"/>
                    <a:pt x="1015367" y="95884"/>
                  </a:cubicBezTo>
                  <a:cubicBezTo>
                    <a:pt x="1018541" y="95884"/>
                    <a:pt x="1022352" y="95249"/>
                    <a:pt x="1024891" y="93344"/>
                  </a:cubicBezTo>
                  <a:cubicBezTo>
                    <a:pt x="1028067" y="91439"/>
                    <a:pt x="1030607" y="88899"/>
                    <a:pt x="1033147" y="86359"/>
                  </a:cubicBezTo>
                  <a:lnTo>
                    <a:pt x="1033147" y="53339"/>
                  </a:lnTo>
                  <a:cubicBezTo>
                    <a:pt x="1033147" y="53339"/>
                    <a:pt x="1031242" y="50799"/>
                    <a:pt x="1029971" y="49529"/>
                  </a:cubicBezTo>
                  <a:cubicBezTo>
                    <a:pt x="1028702" y="48259"/>
                    <a:pt x="1027431" y="46989"/>
                    <a:pt x="1025526" y="46354"/>
                  </a:cubicBezTo>
                  <a:cubicBezTo>
                    <a:pt x="1023621" y="45084"/>
                    <a:pt x="1022352" y="44449"/>
                    <a:pt x="1020446" y="43814"/>
                  </a:cubicBezTo>
                  <a:cubicBezTo>
                    <a:pt x="1018541" y="43179"/>
                    <a:pt x="1016636" y="43179"/>
                    <a:pt x="1014731" y="43179"/>
                  </a:cubicBezTo>
                  <a:close/>
                  <a:moveTo>
                    <a:pt x="4524370" y="31114"/>
                  </a:moveTo>
                  <a:lnTo>
                    <a:pt x="4538975" y="31114"/>
                  </a:lnTo>
                  <a:lnTo>
                    <a:pt x="4552310" y="84454"/>
                  </a:lnTo>
                  <a:lnTo>
                    <a:pt x="4566915" y="31114"/>
                  </a:lnTo>
                  <a:lnTo>
                    <a:pt x="4579615" y="31114"/>
                  </a:lnTo>
                  <a:lnTo>
                    <a:pt x="4594220" y="84454"/>
                  </a:lnTo>
                  <a:lnTo>
                    <a:pt x="4606920" y="31114"/>
                  </a:lnTo>
                  <a:lnTo>
                    <a:pt x="4622160" y="31114"/>
                  </a:lnTo>
                  <a:lnTo>
                    <a:pt x="4600570" y="108584"/>
                  </a:lnTo>
                  <a:lnTo>
                    <a:pt x="4587235" y="108584"/>
                  </a:lnTo>
                  <a:lnTo>
                    <a:pt x="4572630" y="54609"/>
                  </a:lnTo>
                  <a:lnTo>
                    <a:pt x="4558660" y="108584"/>
                  </a:lnTo>
                  <a:lnTo>
                    <a:pt x="4545325" y="108584"/>
                  </a:lnTo>
                  <a:close/>
                  <a:moveTo>
                    <a:pt x="4123686" y="31114"/>
                  </a:moveTo>
                  <a:lnTo>
                    <a:pt x="4138926" y="31114"/>
                  </a:lnTo>
                  <a:lnTo>
                    <a:pt x="4152261" y="84454"/>
                  </a:lnTo>
                  <a:lnTo>
                    <a:pt x="4166866" y="31114"/>
                  </a:lnTo>
                  <a:lnTo>
                    <a:pt x="4178931" y="31114"/>
                  </a:lnTo>
                  <a:lnTo>
                    <a:pt x="4193536" y="84454"/>
                  </a:lnTo>
                  <a:lnTo>
                    <a:pt x="4206871" y="31114"/>
                  </a:lnTo>
                  <a:lnTo>
                    <a:pt x="4222111" y="31114"/>
                  </a:lnTo>
                  <a:lnTo>
                    <a:pt x="4200521" y="108584"/>
                  </a:lnTo>
                  <a:lnTo>
                    <a:pt x="4187186" y="108584"/>
                  </a:lnTo>
                  <a:lnTo>
                    <a:pt x="4172581" y="54609"/>
                  </a:lnTo>
                  <a:lnTo>
                    <a:pt x="4157976" y="108584"/>
                  </a:lnTo>
                  <a:lnTo>
                    <a:pt x="4145276" y="108584"/>
                  </a:lnTo>
                  <a:close/>
                  <a:moveTo>
                    <a:pt x="2837811" y="31114"/>
                  </a:moveTo>
                  <a:lnTo>
                    <a:pt x="2852416" y="31114"/>
                  </a:lnTo>
                  <a:lnTo>
                    <a:pt x="2865751" y="84454"/>
                  </a:lnTo>
                  <a:lnTo>
                    <a:pt x="2880356" y="31114"/>
                  </a:lnTo>
                  <a:lnTo>
                    <a:pt x="2893056" y="31114"/>
                  </a:lnTo>
                  <a:lnTo>
                    <a:pt x="2907661" y="84454"/>
                  </a:lnTo>
                  <a:lnTo>
                    <a:pt x="2920361" y="31114"/>
                  </a:lnTo>
                  <a:lnTo>
                    <a:pt x="2935601" y="31114"/>
                  </a:lnTo>
                  <a:lnTo>
                    <a:pt x="2914011" y="108584"/>
                  </a:lnTo>
                  <a:lnTo>
                    <a:pt x="2900676" y="108584"/>
                  </a:lnTo>
                  <a:lnTo>
                    <a:pt x="2886706" y="54609"/>
                  </a:lnTo>
                  <a:lnTo>
                    <a:pt x="2872101" y="108584"/>
                  </a:lnTo>
                  <a:lnTo>
                    <a:pt x="2858766" y="108584"/>
                  </a:lnTo>
                  <a:close/>
                  <a:moveTo>
                    <a:pt x="1354455" y="31114"/>
                  </a:moveTo>
                  <a:lnTo>
                    <a:pt x="1369695" y="31114"/>
                  </a:lnTo>
                  <a:lnTo>
                    <a:pt x="1369695" y="109219"/>
                  </a:lnTo>
                  <a:lnTo>
                    <a:pt x="1354455" y="109219"/>
                  </a:lnTo>
                  <a:close/>
                  <a:moveTo>
                    <a:pt x="2646040" y="29844"/>
                  </a:moveTo>
                  <a:cubicBezTo>
                    <a:pt x="2650485" y="29844"/>
                    <a:pt x="2654295" y="29844"/>
                    <a:pt x="2658105" y="31749"/>
                  </a:cubicBezTo>
                  <a:cubicBezTo>
                    <a:pt x="2661915" y="33019"/>
                    <a:pt x="2665090" y="34289"/>
                    <a:pt x="2667630" y="36829"/>
                  </a:cubicBezTo>
                  <a:cubicBezTo>
                    <a:pt x="2670170" y="38734"/>
                    <a:pt x="2672075" y="41909"/>
                    <a:pt x="2673345" y="45084"/>
                  </a:cubicBezTo>
                  <a:cubicBezTo>
                    <a:pt x="2674615" y="48259"/>
                    <a:pt x="2675250" y="52069"/>
                    <a:pt x="2675250" y="56514"/>
                  </a:cubicBezTo>
                  <a:lnTo>
                    <a:pt x="2675250" y="109854"/>
                  </a:lnTo>
                  <a:lnTo>
                    <a:pt x="2660010" y="109854"/>
                  </a:lnTo>
                  <a:lnTo>
                    <a:pt x="2660010" y="108584"/>
                  </a:lnTo>
                  <a:lnTo>
                    <a:pt x="2660010" y="100964"/>
                  </a:lnTo>
                  <a:cubicBezTo>
                    <a:pt x="2660010" y="100964"/>
                    <a:pt x="2656200" y="104139"/>
                    <a:pt x="2654930" y="104774"/>
                  </a:cubicBezTo>
                  <a:cubicBezTo>
                    <a:pt x="2653660" y="105409"/>
                    <a:pt x="2652390" y="106679"/>
                    <a:pt x="2651120" y="107314"/>
                  </a:cubicBezTo>
                  <a:cubicBezTo>
                    <a:pt x="2649850" y="107949"/>
                    <a:pt x="2647945" y="108584"/>
                    <a:pt x="2646040" y="109219"/>
                  </a:cubicBezTo>
                  <a:cubicBezTo>
                    <a:pt x="2644135" y="109219"/>
                    <a:pt x="2641595" y="109854"/>
                    <a:pt x="2639055" y="109854"/>
                  </a:cubicBezTo>
                  <a:cubicBezTo>
                    <a:pt x="2635880" y="109854"/>
                    <a:pt x="2632705" y="109854"/>
                    <a:pt x="2629530" y="108584"/>
                  </a:cubicBezTo>
                  <a:cubicBezTo>
                    <a:pt x="2626355" y="107949"/>
                    <a:pt x="2623180" y="106044"/>
                    <a:pt x="2620640" y="104139"/>
                  </a:cubicBezTo>
                  <a:cubicBezTo>
                    <a:pt x="2618100" y="102234"/>
                    <a:pt x="2616195" y="99059"/>
                    <a:pt x="2614290" y="95884"/>
                  </a:cubicBezTo>
                  <a:cubicBezTo>
                    <a:pt x="2612385" y="92709"/>
                    <a:pt x="2611750" y="88264"/>
                    <a:pt x="2611750" y="83819"/>
                  </a:cubicBezTo>
                  <a:cubicBezTo>
                    <a:pt x="2611750" y="79374"/>
                    <a:pt x="2612385" y="75564"/>
                    <a:pt x="2614290" y="72389"/>
                  </a:cubicBezTo>
                  <a:cubicBezTo>
                    <a:pt x="2615560" y="69214"/>
                    <a:pt x="2618100" y="66674"/>
                    <a:pt x="2620640" y="64769"/>
                  </a:cubicBezTo>
                  <a:cubicBezTo>
                    <a:pt x="2623180" y="62864"/>
                    <a:pt x="2626990" y="60959"/>
                    <a:pt x="2630800" y="60324"/>
                  </a:cubicBezTo>
                  <a:cubicBezTo>
                    <a:pt x="2634610" y="59054"/>
                    <a:pt x="2638420" y="59054"/>
                    <a:pt x="2642865" y="59054"/>
                  </a:cubicBezTo>
                  <a:cubicBezTo>
                    <a:pt x="2646675" y="59054"/>
                    <a:pt x="2650485" y="59054"/>
                    <a:pt x="2653025" y="59689"/>
                  </a:cubicBezTo>
                  <a:cubicBezTo>
                    <a:pt x="2655565" y="59689"/>
                    <a:pt x="2658105" y="60959"/>
                    <a:pt x="2660010" y="61594"/>
                  </a:cubicBezTo>
                  <a:lnTo>
                    <a:pt x="2660010" y="55879"/>
                  </a:lnTo>
                  <a:cubicBezTo>
                    <a:pt x="2660010" y="51434"/>
                    <a:pt x="2658740" y="48259"/>
                    <a:pt x="2656200" y="46354"/>
                  </a:cubicBezTo>
                  <a:cubicBezTo>
                    <a:pt x="2653660" y="43814"/>
                    <a:pt x="2649850" y="43179"/>
                    <a:pt x="2645405" y="43179"/>
                  </a:cubicBezTo>
                  <a:cubicBezTo>
                    <a:pt x="2641595" y="43179"/>
                    <a:pt x="2637785" y="43179"/>
                    <a:pt x="2634610" y="44449"/>
                  </a:cubicBezTo>
                  <a:cubicBezTo>
                    <a:pt x="2631435" y="45084"/>
                    <a:pt x="2628260" y="46354"/>
                    <a:pt x="2625085" y="48259"/>
                  </a:cubicBezTo>
                  <a:lnTo>
                    <a:pt x="2619370" y="36829"/>
                  </a:lnTo>
                  <a:cubicBezTo>
                    <a:pt x="2623180" y="34289"/>
                    <a:pt x="2626990" y="33019"/>
                    <a:pt x="2631435" y="31749"/>
                  </a:cubicBezTo>
                  <a:cubicBezTo>
                    <a:pt x="2635880" y="30479"/>
                    <a:pt x="2640325" y="29844"/>
                    <a:pt x="2646040" y="29844"/>
                  </a:cubicBezTo>
                  <a:close/>
                  <a:moveTo>
                    <a:pt x="1114426" y="29844"/>
                  </a:moveTo>
                  <a:lnTo>
                    <a:pt x="1129666" y="29844"/>
                  </a:lnTo>
                  <a:lnTo>
                    <a:pt x="1129666" y="107949"/>
                  </a:lnTo>
                  <a:lnTo>
                    <a:pt x="1114426" y="107949"/>
                  </a:lnTo>
                  <a:lnTo>
                    <a:pt x="1114426" y="100964"/>
                  </a:lnTo>
                  <a:cubicBezTo>
                    <a:pt x="1114426" y="100964"/>
                    <a:pt x="1109981" y="106044"/>
                    <a:pt x="1106171" y="107314"/>
                  </a:cubicBezTo>
                  <a:cubicBezTo>
                    <a:pt x="1102996" y="109219"/>
                    <a:pt x="1098551" y="109854"/>
                    <a:pt x="1094741" y="109854"/>
                  </a:cubicBezTo>
                  <a:cubicBezTo>
                    <a:pt x="1085851" y="109854"/>
                    <a:pt x="1078866" y="106679"/>
                    <a:pt x="1073786" y="100964"/>
                  </a:cubicBezTo>
                  <a:cubicBezTo>
                    <a:pt x="1069341" y="95249"/>
                    <a:pt x="1066800" y="86359"/>
                    <a:pt x="1066800" y="74929"/>
                  </a:cubicBezTo>
                  <a:lnTo>
                    <a:pt x="1066800" y="30479"/>
                  </a:lnTo>
                  <a:lnTo>
                    <a:pt x="1082040" y="30479"/>
                  </a:lnTo>
                  <a:lnTo>
                    <a:pt x="1082040" y="74294"/>
                  </a:lnTo>
                  <a:cubicBezTo>
                    <a:pt x="1082040" y="81279"/>
                    <a:pt x="1083311" y="86994"/>
                    <a:pt x="1085851" y="90169"/>
                  </a:cubicBezTo>
                  <a:cubicBezTo>
                    <a:pt x="1088390" y="93979"/>
                    <a:pt x="1092201" y="95249"/>
                    <a:pt x="1097916" y="95249"/>
                  </a:cubicBezTo>
                  <a:cubicBezTo>
                    <a:pt x="1102996" y="95249"/>
                    <a:pt x="1106806" y="93344"/>
                    <a:pt x="1109981" y="90169"/>
                  </a:cubicBezTo>
                  <a:cubicBezTo>
                    <a:pt x="1112521" y="86994"/>
                    <a:pt x="1114426" y="81914"/>
                    <a:pt x="1114426" y="75564"/>
                  </a:cubicBezTo>
                  <a:close/>
                  <a:moveTo>
                    <a:pt x="1011556" y="29844"/>
                  </a:moveTo>
                  <a:cubicBezTo>
                    <a:pt x="1013461" y="29844"/>
                    <a:pt x="1015367" y="29844"/>
                    <a:pt x="1017272" y="30479"/>
                  </a:cubicBezTo>
                  <a:cubicBezTo>
                    <a:pt x="1019176" y="30479"/>
                    <a:pt x="1021081" y="31749"/>
                    <a:pt x="1022352" y="32384"/>
                  </a:cubicBezTo>
                  <a:cubicBezTo>
                    <a:pt x="1024257" y="33019"/>
                    <a:pt x="1025526" y="34289"/>
                    <a:pt x="1026797" y="35559"/>
                  </a:cubicBezTo>
                  <a:cubicBezTo>
                    <a:pt x="1028067" y="36829"/>
                    <a:pt x="1029336" y="37464"/>
                    <a:pt x="1030607" y="38734"/>
                  </a:cubicBezTo>
                  <a:lnTo>
                    <a:pt x="1030607" y="31749"/>
                  </a:lnTo>
                  <a:lnTo>
                    <a:pt x="1045847" y="31749"/>
                  </a:lnTo>
                  <a:lnTo>
                    <a:pt x="1045847" y="130809"/>
                  </a:lnTo>
                  <a:lnTo>
                    <a:pt x="1032512" y="137477"/>
                  </a:lnTo>
                  <a:lnTo>
                    <a:pt x="1032512" y="101599"/>
                  </a:lnTo>
                  <a:cubicBezTo>
                    <a:pt x="1032512" y="101599"/>
                    <a:pt x="1026797" y="106679"/>
                    <a:pt x="1022986" y="107949"/>
                  </a:cubicBezTo>
                  <a:cubicBezTo>
                    <a:pt x="1019812" y="109854"/>
                    <a:pt x="1016001" y="110489"/>
                    <a:pt x="1011556" y="110489"/>
                  </a:cubicBezTo>
                  <a:cubicBezTo>
                    <a:pt x="1007111" y="110489"/>
                    <a:pt x="1003301" y="109854"/>
                    <a:pt x="999491" y="107949"/>
                  </a:cubicBezTo>
                  <a:cubicBezTo>
                    <a:pt x="995681" y="106679"/>
                    <a:pt x="992506" y="104139"/>
                    <a:pt x="989966" y="100329"/>
                  </a:cubicBezTo>
                  <a:cubicBezTo>
                    <a:pt x="987426" y="97154"/>
                    <a:pt x="984886" y="92709"/>
                    <a:pt x="983616" y="87629"/>
                  </a:cubicBezTo>
                  <a:cubicBezTo>
                    <a:pt x="982346" y="82549"/>
                    <a:pt x="981076" y="76199"/>
                    <a:pt x="981076" y="68579"/>
                  </a:cubicBezTo>
                  <a:cubicBezTo>
                    <a:pt x="981076" y="61594"/>
                    <a:pt x="981711" y="55879"/>
                    <a:pt x="983616" y="51434"/>
                  </a:cubicBezTo>
                  <a:cubicBezTo>
                    <a:pt x="985521" y="46354"/>
                    <a:pt x="987426" y="42544"/>
                    <a:pt x="990601" y="39369"/>
                  </a:cubicBezTo>
                  <a:cubicBezTo>
                    <a:pt x="993142" y="36194"/>
                    <a:pt x="996951" y="33654"/>
                    <a:pt x="1000126" y="32384"/>
                  </a:cubicBezTo>
                  <a:cubicBezTo>
                    <a:pt x="1003937" y="31114"/>
                    <a:pt x="1007746" y="29844"/>
                    <a:pt x="1011556" y="29844"/>
                  </a:cubicBezTo>
                  <a:close/>
                  <a:moveTo>
                    <a:pt x="4871716" y="29210"/>
                  </a:moveTo>
                  <a:cubicBezTo>
                    <a:pt x="4876796" y="29210"/>
                    <a:pt x="4881241" y="29845"/>
                    <a:pt x="4885686" y="31750"/>
                  </a:cubicBezTo>
                  <a:cubicBezTo>
                    <a:pt x="4890131" y="33655"/>
                    <a:pt x="4894576" y="35560"/>
                    <a:pt x="4897751" y="38100"/>
                  </a:cubicBezTo>
                  <a:lnTo>
                    <a:pt x="4899021" y="38100"/>
                  </a:lnTo>
                  <a:lnTo>
                    <a:pt x="4892036" y="50165"/>
                  </a:lnTo>
                  <a:cubicBezTo>
                    <a:pt x="4888861" y="47625"/>
                    <a:pt x="4885686" y="46355"/>
                    <a:pt x="4882511" y="45085"/>
                  </a:cubicBezTo>
                  <a:cubicBezTo>
                    <a:pt x="4879336" y="43815"/>
                    <a:pt x="4875526" y="43180"/>
                    <a:pt x="4872351" y="43180"/>
                  </a:cubicBezTo>
                  <a:cubicBezTo>
                    <a:pt x="4869176" y="43180"/>
                    <a:pt x="4866001" y="43815"/>
                    <a:pt x="4864096" y="45085"/>
                  </a:cubicBezTo>
                  <a:cubicBezTo>
                    <a:pt x="4862191" y="46355"/>
                    <a:pt x="4861556" y="48260"/>
                    <a:pt x="4861556" y="50165"/>
                  </a:cubicBezTo>
                  <a:cubicBezTo>
                    <a:pt x="4861556" y="51435"/>
                    <a:pt x="4861556" y="52070"/>
                    <a:pt x="4861556" y="52705"/>
                  </a:cubicBezTo>
                  <a:cubicBezTo>
                    <a:pt x="4861556" y="53340"/>
                    <a:pt x="4862826" y="54610"/>
                    <a:pt x="4863461" y="55245"/>
                  </a:cubicBezTo>
                  <a:cubicBezTo>
                    <a:pt x="4864731" y="55880"/>
                    <a:pt x="4866001" y="57150"/>
                    <a:pt x="4867906" y="57785"/>
                  </a:cubicBezTo>
                  <a:cubicBezTo>
                    <a:pt x="4869811" y="59055"/>
                    <a:pt x="4872351" y="59690"/>
                    <a:pt x="4874891" y="60960"/>
                  </a:cubicBezTo>
                  <a:cubicBezTo>
                    <a:pt x="4879336" y="62865"/>
                    <a:pt x="4883146" y="64135"/>
                    <a:pt x="4886321" y="66040"/>
                  </a:cubicBezTo>
                  <a:cubicBezTo>
                    <a:pt x="4889496" y="67310"/>
                    <a:pt x="4892036" y="69215"/>
                    <a:pt x="4894576" y="71120"/>
                  </a:cubicBezTo>
                  <a:cubicBezTo>
                    <a:pt x="4896481" y="73025"/>
                    <a:pt x="4898386" y="75565"/>
                    <a:pt x="4899656" y="78105"/>
                  </a:cubicBezTo>
                  <a:cubicBezTo>
                    <a:pt x="4900926" y="80645"/>
                    <a:pt x="4901561" y="83820"/>
                    <a:pt x="4901561" y="87630"/>
                  </a:cubicBezTo>
                  <a:cubicBezTo>
                    <a:pt x="4901561" y="92075"/>
                    <a:pt x="4900926" y="95250"/>
                    <a:pt x="4899021" y="98425"/>
                  </a:cubicBezTo>
                  <a:cubicBezTo>
                    <a:pt x="4897116" y="101600"/>
                    <a:pt x="4895211" y="103505"/>
                    <a:pt x="4892671" y="105410"/>
                  </a:cubicBezTo>
                  <a:cubicBezTo>
                    <a:pt x="4890131" y="107315"/>
                    <a:pt x="4886956" y="108585"/>
                    <a:pt x="4883146" y="109220"/>
                  </a:cubicBezTo>
                  <a:cubicBezTo>
                    <a:pt x="4879336" y="109855"/>
                    <a:pt x="4876161" y="110490"/>
                    <a:pt x="4872351" y="110490"/>
                  </a:cubicBezTo>
                  <a:cubicBezTo>
                    <a:pt x="4867271" y="110490"/>
                    <a:pt x="4862191" y="109855"/>
                    <a:pt x="4857111" y="107950"/>
                  </a:cubicBezTo>
                  <a:cubicBezTo>
                    <a:pt x="4851396" y="106045"/>
                    <a:pt x="4846951" y="103505"/>
                    <a:pt x="4842506" y="100965"/>
                  </a:cubicBezTo>
                  <a:lnTo>
                    <a:pt x="4849491" y="89535"/>
                  </a:lnTo>
                  <a:cubicBezTo>
                    <a:pt x="4853301" y="92075"/>
                    <a:pt x="4857111" y="93980"/>
                    <a:pt x="4860921" y="95250"/>
                  </a:cubicBezTo>
                  <a:cubicBezTo>
                    <a:pt x="4864731" y="96520"/>
                    <a:pt x="4868541" y="97155"/>
                    <a:pt x="4872351" y="97155"/>
                  </a:cubicBezTo>
                  <a:cubicBezTo>
                    <a:pt x="4877431" y="97155"/>
                    <a:pt x="4880606" y="96520"/>
                    <a:pt x="4883146" y="94615"/>
                  </a:cubicBezTo>
                  <a:cubicBezTo>
                    <a:pt x="4885686" y="93345"/>
                    <a:pt x="4886321" y="90805"/>
                    <a:pt x="4886321" y="88265"/>
                  </a:cubicBezTo>
                  <a:cubicBezTo>
                    <a:pt x="4886321" y="86995"/>
                    <a:pt x="4886321" y="85725"/>
                    <a:pt x="4885051" y="84455"/>
                  </a:cubicBezTo>
                  <a:cubicBezTo>
                    <a:pt x="4884416" y="83185"/>
                    <a:pt x="4883146" y="82550"/>
                    <a:pt x="4881241" y="81280"/>
                  </a:cubicBezTo>
                  <a:cubicBezTo>
                    <a:pt x="4879971" y="80010"/>
                    <a:pt x="4878066" y="79375"/>
                    <a:pt x="4875526" y="78105"/>
                  </a:cubicBezTo>
                  <a:cubicBezTo>
                    <a:pt x="4872986" y="77470"/>
                    <a:pt x="4871081" y="76200"/>
                    <a:pt x="4867906" y="74930"/>
                  </a:cubicBezTo>
                  <a:cubicBezTo>
                    <a:pt x="4863461" y="73025"/>
                    <a:pt x="4860286" y="71755"/>
                    <a:pt x="4857111" y="69850"/>
                  </a:cubicBezTo>
                  <a:cubicBezTo>
                    <a:pt x="4853936" y="67945"/>
                    <a:pt x="4852031" y="66675"/>
                    <a:pt x="4850126" y="64770"/>
                  </a:cubicBezTo>
                  <a:cubicBezTo>
                    <a:pt x="4848221" y="62865"/>
                    <a:pt x="4846951" y="60960"/>
                    <a:pt x="4846316" y="58420"/>
                  </a:cubicBezTo>
                  <a:cubicBezTo>
                    <a:pt x="4845681" y="55880"/>
                    <a:pt x="4845046" y="53340"/>
                    <a:pt x="4845046" y="50165"/>
                  </a:cubicBezTo>
                  <a:cubicBezTo>
                    <a:pt x="4845046" y="46990"/>
                    <a:pt x="4845681" y="43815"/>
                    <a:pt x="4846951" y="40640"/>
                  </a:cubicBezTo>
                  <a:cubicBezTo>
                    <a:pt x="4848221" y="38100"/>
                    <a:pt x="4850126" y="35560"/>
                    <a:pt x="4852666" y="34290"/>
                  </a:cubicBezTo>
                  <a:cubicBezTo>
                    <a:pt x="4855206" y="32385"/>
                    <a:pt x="4857746" y="31115"/>
                    <a:pt x="4860921" y="30480"/>
                  </a:cubicBezTo>
                  <a:cubicBezTo>
                    <a:pt x="4864096" y="29845"/>
                    <a:pt x="4867906" y="29210"/>
                    <a:pt x="4871716" y="29210"/>
                  </a:cubicBezTo>
                  <a:close/>
                  <a:moveTo>
                    <a:pt x="4749796" y="29210"/>
                  </a:moveTo>
                  <a:cubicBezTo>
                    <a:pt x="4752971" y="29210"/>
                    <a:pt x="4755511" y="29210"/>
                    <a:pt x="4757416" y="29845"/>
                  </a:cubicBezTo>
                  <a:cubicBezTo>
                    <a:pt x="4759321" y="30480"/>
                    <a:pt x="4761226" y="31115"/>
                    <a:pt x="4763131" y="32385"/>
                  </a:cubicBezTo>
                  <a:lnTo>
                    <a:pt x="4759321" y="46990"/>
                  </a:lnTo>
                  <a:lnTo>
                    <a:pt x="4758051" y="46990"/>
                  </a:lnTo>
                  <a:cubicBezTo>
                    <a:pt x="4758051" y="46990"/>
                    <a:pt x="4754876" y="45085"/>
                    <a:pt x="4752971" y="45085"/>
                  </a:cubicBezTo>
                  <a:cubicBezTo>
                    <a:pt x="4751066" y="45085"/>
                    <a:pt x="4749161" y="44450"/>
                    <a:pt x="4746621" y="44450"/>
                  </a:cubicBezTo>
                  <a:cubicBezTo>
                    <a:pt x="4741541" y="44450"/>
                    <a:pt x="4737731" y="46355"/>
                    <a:pt x="4735191" y="49530"/>
                  </a:cubicBezTo>
                  <a:cubicBezTo>
                    <a:pt x="4732651" y="52705"/>
                    <a:pt x="4731381" y="57785"/>
                    <a:pt x="4731381" y="64770"/>
                  </a:cubicBezTo>
                  <a:lnTo>
                    <a:pt x="4731381" y="109220"/>
                  </a:lnTo>
                  <a:lnTo>
                    <a:pt x="4716141" y="109220"/>
                  </a:lnTo>
                  <a:lnTo>
                    <a:pt x="4716141" y="31115"/>
                  </a:lnTo>
                  <a:lnTo>
                    <a:pt x="4731381" y="31115"/>
                  </a:lnTo>
                  <a:lnTo>
                    <a:pt x="4731381" y="38735"/>
                  </a:lnTo>
                  <a:cubicBezTo>
                    <a:pt x="4731381" y="38735"/>
                    <a:pt x="4733286" y="36195"/>
                    <a:pt x="4734556" y="34925"/>
                  </a:cubicBezTo>
                  <a:cubicBezTo>
                    <a:pt x="4735826" y="33655"/>
                    <a:pt x="4737096" y="33020"/>
                    <a:pt x="4739001" y="31750"/>
                  </a:cubicBezTo>
                  <a:cubicBezTo>
                    <a:pt x="4740271" y="31115"/>
                    <a:pt x="4742176" y="30480"/>
                    <a:pt x="4744081" y="29845"/>
                  </a:cubicBezTo>
                  <a:cubicBezTo>
                    <a:pt x="4745986" y="29845"/>
                    <a:pt x="4747891" y="29210"/>
                    <a:pt x="4749796" y="29210"/>
                  </a:cubicBezTo>
                  <a:close/>
                  <a:moveTo>
                    <a:pt x="4349110" y="29210"/>
                  </a:moveTo>
                  <a:cubicBezTo>
                    <a:pt x="4352285" y="29210"/>
                    <a:pt x="4354825" y="29210"/>
                    <a:pt x="4356730" y="29845"/>
                  </a:cubicBezTo>
                  <a:cubicBezTo>
                    <a:pt x="4358635" y="29845"/>
                    <a:pt x="4360540" y="31115"/>
                    <a:pt x="4362445" y="32385"/>
                  </a:cubicBezTo>
                  <a:lnTo>
                    <a:pt x="4358635" y="46990"/>
                  </a:lnTo>
                  <a:lnTo>
                    <a:pt x="4357365" y="46990"/>
                  </a:lnTo>
                  <a:cubicBezTo>
                    <a:pt x="4357365" y="46990"/>
                    <a:pt x="4354190" y="45085"/>
                    <a:pt x="4352285" y="45085"/>
                  </a:cubicBezTo>
                  <a:cubicBezTo>
                    <a:pt x="4350380" y="45085"/>
                    <a:pt x="4348475" y="44450"/>
                    <a:pt x="4345935" y="44450"/>
                  </a:cubicBezTo>
                  <a:cubicBezTo>
                    <a:pt x="4340855" y="44450"/>
                    <a:pt x="4337045" y="46355"/>
                    <a:pt x="4334505" y="49530"/>
                  </a:cubicBezTo>
                  <a:cubicBezTo>
                    <a:pt x="4331965" y="52705"/>
                    <a:pt x="4330695" y="57785"/>
                    <a:pt x="4330695" y="64770"/>
                  </a:cubicBezTo>
                  <a:lnTo>
                    <a:pt x="4330695" y="109220"/>
                  </a:lnTo>
                  <a:lnTo>
                    <a:pt x="4315455" y="109220"/>
                  </a:lnTo>
                  <a:lnTo>
                    <a:pt x="4315455" y="31115"/>
                  </a:lnTo>
                  <a:lnTo>
                    <a:pt x="4330695" y="31115"/>
                  </a:lnTo>
                  <a:lnTo>
                    <a:pt x="4330695" y="38735"/>
                  </a:lnTo>
                  <a:cubicBezTo>
                    <a:pt x="4330695" y="38735"/>
                    <a:pt x="4332600" y="36195"/>
                    <a:pt x="4333870" y="34925"/>
                  </a:cubicBezTo>
                  <a:cubicBezTo>
                    <a:pt x="4335140" y="33655"/>
                    <a:pt x="4336410" y="33020"/>
                    <a:pt x="4338315" y="31750"/>
                  </a:cubicBezTo>
                  <a:cubicBezTo>
                    <a:pt x="4339585" y="31115"/>
                    <a:pt x="4341490" y="30480"/>
                    <a:pt x="4343395" y="29845"/>
                  </a:cubicBezTo>
                  <a:cubicBezTo>
                    <a:pt x="4345300" y="29845"/>
                    <a:pt x="4347205" y="29210"/>
                    <a:pt x="4349110" y="29210"/>
                  </a:cubicBezTo>
                  <a:close/>
                  <a:moveTo>
                    <a:pt x="4044310" y="29210"/>
                  </a:moveTo>
                  <a:cubicBezTo>
                    <a:pt x="4050025" y="29210"/>
                    <a:pt x="4054470" y="30480"/>
                    <a:pt x="4058915" y="32385"/>
                  </a:cubicBezTo>
                  <a:cubicBezTo>
                    <a:pt x="4062725" y="34290"/>
                    <a:pt x="4066535" y="37465"/>
                    <a:pt x="4069075" y="40640"/>
                  </a:cubicBezTo>
                  <a:cubicBezTo>
                    <a:pt x="4071615" y="44450"/>
                    <a:pt x="4073520" y="48260"/>
                    <a:pt x="4075425" y="53340"/>
                  </a:cubicBezTo>
                  <a:cubicBezTo>
                    <a:pt x="4076695" y="57785"/>
                    <a:pt x="4077330" y="62865"/>
                    <a:pt x="4077330" y="68580"/>
                  </a:cubicBezTo>
                  <a:lnTo>
                    <a:pt x="4076060" y="68580"/>
                  </a:lnTo>
                  <a:cubicBezTo>
                    <a:pt x="4076060" y="68580"/>
                    <a:pt x="4076060" y="71120"/>
                    <a:pt x="4076060" y="72390"/>
                  </a:cubicBezTo>
                  <a:cubicBezTo>
                    <a:pt x="4076060" y="73660"/>
                    <a:pt x="4076060" y="74295"/>
                    <a:pt x="4076060" y="75565"/>
                  </a:cubicBezTo>
                  <a:lnTo>
                    <a:pt x="4024625" y="75565"/>
                  </a:lnTo>
                  <a:cubicBezTo>
                    <a:pt x="4024625" y="79375"/>
                    <a:pt x="4025895" y="82550"/>
                    <a:pt x="4027165" y="85090"/>
                  </a:cubicBezTo>
                  <a:cubicBezTo>
                    <a:pt x="4028435" y="87630"/>
                    <a:pt x="4029705" y="90170"/>
                    <a:pt x="4031610" y="91440"/>
                  </a:cubicBezTo>
                  <a:cubicBezTo>
                    <a:pt x="4033515" y="93345"/>
                    <a:pt x="4035420" y="94615"/>
                    <a:pt x="4037325" y="95250"/>
                  </a:cubicBezTo>
                  <a:cubicBezTo>
                    <a:pt x="4039230" y="95885"/>
                    <a:pt x="4041770" y="96520"/>
                    <a:pt x="4044310" y="96520"/>
                  </a:cubicBezTo>
                  <a:cubicBezTo>
                    <a:pt x="4046215" y="96520"/>
                    <a:pt x="4047485" y="96520"/>
                    <a:pt x="4049390" y="96520"/>
                  </a:cubicBezTo>
                  <a:cubicBezTo>
                    <a:pt x="4050660" y="96520"/>
                    <a:pt x="4052565" y="95885"/>
                    <a:pt x="4053835" y="95250"/>
                  </a:cubicBezTo>
                  <a:cubicBezTo>
                    <a:pt x="4055105" y="95250"/>
                    <a:pt x="4056375" y="93980"/>
                    <a:pt x="4057645" y="93345"/>
                  </a:cubicBezTo>
                  <a:cubicBezTo>
                    <a:pt x="4058915" y="93345"/>
                    <a:pt x="4060185" y="92075"/>
                    <a:pt x="4062090" y="90805"/>
                  </a:cubicBezTo>
                  <a:lnTo>
                    <a:pt x="4070980" y="100330"/>
                  </a:lnTo>
                  <a:cubicBezTo>
                    <a:pt x="4070980" y="100330"/>
                    <a:pt x="4067170" y="103505"/>
                    <a:pt x="4065265" y="104775"/>
                  </a:cubicBezTo>
                  <a:cubicBezTo>
                    <a:pt x="4063360" y="106045"/>
                    <a:pt x="4061455" y="106680"/>
                    <a:pt x="4059550" y="107950"/>
                  </a:cubicBezTo>
                  <a:cubicBezTo>
                    <a:pt x="4057645" y="108585"/>
                    <a:pt x="4055105" y="109855"/>
                    <a:pt x="4052565" y="109855"/>
                  </a:cubicBezTo>
                  <a:cubicBezTo>
                    <a:pt x="4050025" y="109855"/>
                    <a:pt x="4046850" y="110490"/>
                    <a:pt x="4043675" y="110490"/>
                  </a:cubicBezTo>
                  <a:cubicBezTo>
                    <a:pt x="4040500" y="110490"/>
                    <a:pt x="4037325" y="110490"/>
                    <a:pt x="4034150" y="109220"/>
                  </a:cubicBezTo>
                  <a:cubicBezTo>
                    <a:pt x="4030975" y="108585"/>
                    <a:pt x="4028435" y="107315"/>
                    <a:pt x="4026530" y="105410"/>
                  </a:cubicBezTo>
                  <a:cubicBezTo>
                    <a:pt x="4023990" y="104140"/>
                    <a:pt x="4022085" y="102235"/>
                    <a:pt x="4020180" y="100330"/>
                  </a:cubicBezTo>
                  <a:cubicBezTo>
                    <a:pt x="4018275" y="98425"/>
                    <a:pt x="4016370" y="95885"/>
                    <a:pt x="4015100" y="92710"/>
                  </a:cubicBezTo>
                  <a:cubicBezTo>
                    <a:pt x="4013195" y="89535"/>
                    <a:pt x="4011925" y="86360"/>
                    <a:pt x="4011290" y="82550"/>
                  </a:cubicBezTo>
                  <a:cubicBezTo>
                    <a:pt x="4010655" y="78740"/>
                    <a:pt x="4010020" y="74295"/>
                    <a:pt x="4010020" y="69850"/>
                  </a:cubicBezTo>
                  <a:cubicBezTo>
                    <a:pt x="4010020" y="63500"/>
                    <a:pt x="4010655" y="57150"/>
                    <a:pt x="4012560" y="52070"/>
                  </a:cubicBezTo>
                  <a:cubicBezTo>
                    <a:pt x="4014465" y="46990"/>
                    <a:pt x="4016370" y="42545"/>
                    <a:pt x="4019545" y="39370"/>
                  </a:cubicBezTo>
                  <a:cubicBezTo>
                    <a:pt x="4022720" y="36195"/>
                    <a:pt x="4025895" y="33020"/>
                    <a:pt x="4030340" y="31750"/>
                  </a:cubicBezTo>
                  <a:cubicBezTo>
                    <a:pt x="4034785" y="29845"/>
                    <a:pt x="4039230" y="29210"/>
                    <a:pt x="4044310" y="29210"/>
                  </a:cubicBezTo>
                  <a:close/>
                  <a:moveTo>
                    <a:pt x="3811900" y="29210"/>
                  </a:moveTo>
                  <a:cubicBezTo>
                    <a:pt x="3815075" y="29210"/>
                    <a:pt x="3817615" y="29210"/>
                    <a:pt x="3819520" y="29845"/>
                  </a:cubicBezTo>
                  <a:cubicBezTo>
                    <a:pt x="3821425" y="29845"/>
                    <a:pt x="3823330" y="31115"/>
                    <a:pt x="3825235" y="32385"/>
                  </a:cubicBezTo>
                  <a:lnTo>
                    <a:pt x="3821425" y="46990"/>
                  </a:lnTo>
                  <a:lnTo>
                    <a:pt x="3820155" y="46990"/>
                  </a:lnTo>
                  <a:cubicBezTo>
                    <a:pt x="3820155" y="46990"/>
                    <a:pt x="3816980" y="45085"/>
                    <a:pt x="3815075" y="45085"/>
                  </a:cubicBezTo>
                  <a:cubicBezTo>
                    <a:pt x="3813170" y="45085"/>
                    <a:pt x="3811265" y="44450"/>
                    <a:pt x="3808725" y="44450"/>
                  </a:cubicBezTo>
                  <a:cubicBezTo>
                    <a:pt x="3803645" y="44450"/>
                    <a:pt x="3799835" y="46355"/>
                    <a:pt x="3797295" y="49530"/>
                  </a:cubicBezTo>
                  <a:cubicBezTo>
                    <a:pt x="3794755" y="52705"/>
                    <a:pt x="3793485" y="57785"/>
                    <a:pt x="3793485" y="64770"/>
                  </a:cubicBezTo>
                  <a:lnTo>
                    <a:pt x="3793485" y="109220"/>
                  </a:lnTo>
                  <a:lnTo>
                    <a:pt x="3778245" y="109220"/>
                  </a:lnTo>
                  <a:lnTo>
                    <a:pt x="3778245" y="31115"/>
                  </a:lnTo>
                  <a:lnTo>
                    <a:pt x="3793485" y="31115"/>
                  </a:lnTo>
                  <a:lnTo>
                    <a:pt x="3793485" y="38735"/>
                  </a:lnTo>
                  <a:cubicBezTo>
                    <a:pt x="3793485" y="38735"/>
                    <a:pt x="3795390" y="36195"/>
                    <a:pt x="3796660" y="34925"/>
                  </a:cubicBezTo>
                  <a:cubicBezTo>
                    <a:pt x="3797930" y="33655"/>
                    <a:pt x="3799200" y="33020"/>
                    <a:pt x="3801105" y="31750"/>
                  </a:cubicBezTo>
                  <a:cubicBezTo>
                    <a:pt x="3802375" y="31115"/>
                    <a:pt x="3804280" y="30480"/>
                    <a:pt x="3806185" y="29845"/>
                  </a:cubicBezTo>
                  <a:cubicBezTo>
                    <a:pt x="3808090" y="29845"/>
                    <a:pt x="3809995" y="29210"/>
                    <a:pt x="3811900" y="29210"/>
                  </a:cubicBezTo>
                  <a:close/>
                  <a:moveTo>
                    <a:pt x="3729986" y="29210"/>
                  </a:moveTo>
                  <a:cubicBezTo>
                    <a:pt x="3735701" y="29210"/>
                    <a:pt x="3740146" y="30480"/>
                    <a:pt x="3744591" y="32385"/>
                  </a:cubicBezTo>
                  <a:cubicBezTo>
                    <a:pt x="3748401" y="34290"/>
                    <a:pt x="3752211" y="37465"/>
                    <a:pt x="3754751" y="40640"/>
                  </a:cubicBezTo>
                  <a:cubicBezTo>
                    <a:pt x="3757291" y="44450"/>
                    <a:pt x="3759196" y="48260"/>
                    <a:pt x="3761101" y="53340"/>
                  </a:cubicBezTo>
                  <a:cubicBezTo>
                    <a:pt x="3762371" y="57785"/>
                    <a:pt x="3763006" y="62865"/>
                    <a:pt x="3763006" y="68580"/>
                  </a:cubicBezTo>
                  <a:lnTo>
                    <a:pt x="3761736" y="68580"/>
                  </a:lnTo>
                  <a:cubicBezTo>
                    <a:pt x="3761736" y="68580"/>
                    <a:pt x="3761736" y="71120"/>
                    <a:pt x="3761736" y="72390"/>
                  </a:cubicBezTo>
                  <a:cubicBezTo>
                    <a:pt x="3761736" y="73660"/>
                    <a:pt x="3761736" y="74295"/>
                    <a:pt x="3761736" y="75565"/>
                  </a:cubicBezTo>
                  <a:lnTo>
                    <a:pt x="3710301" y="75565"/>
                  </a:lnTo>
                  <a:cubicBezTo>
                    <a:pt x="3710301" y="79375"/>
                    <a:pt x="3711571" y="82550"/>
                    <a:pt x="3712841" y="85090"/>
                  </a:cubicBezTo>
                  <a:cubicBezTo>
                    <a:pt x="3714111" y="87630"/>
                    <a:pt x="3715381" y="90170"/>
                    <a:pt x="3717286" y="91440"/>
                  </a:cubicBezTo>
                  <a:cubicBezTo>
                    <a:pt x="3719191" y="93345"/>
                    <a:pt x="3721096" y="94615"/>
                    <a:pt x="3723001" y="95250"/>
                  </a:cubicBezTo>
                  <a:cubicBezTo>
                    <a:pt x="3724906" y="95885"/>
                    <a:pt x="3727446" y="96520"/>
                    <a:pt x="3729986" y="96520"/>
                  </a:cubicBezTo>
                  <a:cubicBezTo>
                    <a:pt x="3731891" y="96520"/>
                    <a:pt x="3733161" y="96520"/>
                    <a:pt x="3735066" y="96520"/>
                  </a:cubicBezTo>
                  <a:cubicBezTo>
                    <a:pt x="3736336" y="96520"/>
                    <a:pt x="3738241" y="95885"/>
                    <a:pt x="3739511" y="95250"/>
                  </a:cubicBezTo>
                  <a:cubicBezTo>
                    <a:pt x="3740781" y="95250"/>
                    <a:pt x="3742051" y="93980"/>
                    <a:pt x="3743321" y="93345"/>
                  </a:cubicBezTo>
                  <a:cubicBezTo>
                    <a:pt x="3744591" y="93345"/>
                    <a:pt x="3745861" y="92075"/>
                    <a:pt x="3747766" y="90805"/>
                  </a:cubicBezTo>
                  <a:lnTo>
                    <a:pt x="3756656" y="100330"/>
                  </a:lnTo>
                  <a:cubicBezTo>
                    <a:pt x="3756656" y="100330"/>
                    <a:pt x="3752846" y="103505"/>
                    <a:pt x="3750941" y="104775"/>
                  </a:cubicBezTo>
                  <a:cubicBezTo>
                    <a:pt x="3749036" y="106045"/>
                    <a:pt x="3747131" y="106680"/>
                    <a:pt x="3745226" y="107950"/>
                  </a:cubicBezTo>
                  <a:cubicBezTo>
                    <a:pt x="3743321" y="108585"/>
                    <a:pt x="3740781" y="109855"/>
                    <a:pt x="3738241" y="109855"/>
                  </a:cubicBezTo>
                  <a:cubicBezTo>
                    <a:pt x="3735701" y="109855"/>
                    <a:pt x="3732526" y="110490"/>
                    <a:pt x="3729351" y="110490"/>
                  </a:cubicBezTo>
                  <a:cubicBezTo>
                    <a:pt x="3726176" y="110490"/>
                    <a:pt x="3723001" y="110490"/>
                    <a:pt x="3719826" y="109220"/>
                  </a:cubicBezTo>
                  <a:cubicBezTo>
                    <a:pt x="3716651" y="108585"/>
                    <a:pt x="3714111" y="107315"/>
                    <a:pt x="3712206" y="105410"/>
                  </a:cubicBezTo>
                  <a:cubicBezTo>
                    <a:pt x="3709666" y="104140"/>
                    <a:pt x="3707761" y="102235"/>
                    <a:pt x="3705856" y="100330"/>
                  </a:cubicBezTo>
                  <a:cubicBezTo>
                    <a:pt x="3703951" y="98425"/>
                    <a:pt x="3702046" y="95885"/>
                    <a:pt x="3700776" y="92710"/>
                  </a:cubicBezTo>
                  <a:cubicBezTo>
                    <a:pt x="3698871" y="89535"/>
                    <a:pt x="3697601" y="86360"/>
                    <a:pt x="3696966" y="82550"/>
                  </a:cubicBezTo>
                  <a:cubicBezTo>
                    <a:pt x="3696331" y="78740"/>
                    <a:pt x="3695696" y="74295"/>
                    <a:pt x="3695696" y="69850"/>
                  </a:cubicBezTo>
                  <a:cubicBezTo>
                    <a:pt x="3695696" y="63500"/>
                    <a:pt x="3696331" y="57150"/>
                    <a:pt x="3698236" y="52070"/>
                  </a:cubicBezTo>
                  <a:cubicBezTo>
                    <a:pt x="3700141" y="46990"/>
                    <a:pt x="3702046" y="42545"/>
                    <a:pt x="3705221" y="39370"/>
                  </a:cubicBezTo>
                  <a:cubicBezTo>
                    <a:pt x="3708396" y="36195"/>
                    <a:pt x="3711571" y="33020"/>
                    <a:pt x="3716016" y="31750"/>
                  </a:cubicBezTo>
                  <a:cubicBezTo>
                    <a:pt x="3720461" y="29845"/>
                    <a:pt x="3724906" y="29210"/>
                    <a:pt x="3729986" y="29210"/>
                  </a:cubicBezTo>
                  <a:close/>
                  <a:moveTo>
                    <a:pt x="3543296" y="29210"/>
                  </a:moveTo>
                  <a:cubicBezTo>
                    <a:pt x="3549011" y="29210"/>
                    <a:pt x="3553456" y="30480"/>
                    <a:pt x="3557901" y="32385"/>
                  </a:cubicBezTo>
                  <a:cubicBezTo>
                    <a:pt x="3561711" y="34290"/>
                    <a:pt x="3565521" y="37465"/>
                    <a:pt x="3568061" y="40640"/>
                  </a:cubicBezTo>
                  <a:cubicBezTo>
                    <a:pt x="3570601" y="44450"/>
                    <a:pt x="3572506" y="48260"/>
                    <a:pt x="3574411" y="53340"/>
                  </a:cubicBezTo>
                  <a:cubicBezTo>
                    <a:pt x="3575681" y="57785"/>
                    <a:pt x="3576316" y="62865"/>
                    <a:pt x="3576316" y="68580"/>
                  </a:cubicBezTo>
                  <a:lnTo>
                    <a:pt x="3575046" y="68580"/>
                  </a:lnTo>
                  <a:cubicBezTo>
                    <a:pt x="3575046" y="68580"/>
                    <a:pt x="3575046" y="71120"/>
                    <a:pt x="3575046" y="72390"/>
                  </a:cubicBezTo>
                  <a:cubicBezTo>
                    <a:pt x="3575046" y="73660"/>
                    <a:pt x="3575046" y="74295"/>
                    <a:pt x="3575046" y="75565"/>
                  </a:cubicBezTo>
                  <a:lnTo>
                    <a:pt x="3523611" y="75565"/>
                  </a:lnTo>
                  <a:cubicBezTo>
                    <a:pt x="3523611" y="79375"/>
                    <a:pt x="3524881" y="82550"/>
                    <a:pt x="3526151" y="85090"/>
                  </a:cubicBezTo>
                  <a:cubicBezTo>
                    <a:pt x="3527421" y="87630"/>
                    <a:pt x="3528691" y="90170"/>
                    <a:pt x="3530596" y="91440"/>
                  </a:cubicBezTo>
                  <a:cubicBezTo>
                    <a:pt x="3532501" y="93345"/>
                    <a:pt x="3534406" y="94615"/>
                    <a:pt x="3536311" y="95250"/>
                  </a:cubicBezTo>
                  <a:cubicBezTo>
                    <a:pt x="3538216" y="95885"/>
                    <a:pt x="3540756" y="96520"/>
                    <a:pt x="3543296" y="96520"/>
                  </a:cubicBezTo>
                  <a:cubicBezTo>
                    <a:pt x="3545201" y="96520"/>
                    <a:pt x="3546471" y="96520"/>
                    <a:pt x="3548376" y="96520"/>
                  </a:cubicBezTo>
                  <a:cubicBezTo>
                    <a:pt x="3549646" y="96520"/>
                    <a:pt x="3551551" y="95885"/>
                    <a:pt x="3552821" y="95250"/>
                  </a:cubicBezTo>
                  <a:cubicBezTo>
                    <a:pt x="3554091" y="95250"/>
                    <a:pt x="3555361" y="93980"/>
                    <a:pt x="3556631" y="93345"/>
                  </a:cubicBezTo>
                  <a:cubicBezTo>
                    <a:pt x="3557901" y="93345"/>
                    <a:pt x="3559171" y="92075"/>
                    <a:pt x="3561076" y="90805"/>
                  </a:cubicBezTo>
                  <a:lnTo>
                    <a:pt x="3569966" y="100330"/>
                  </a:lnTo>
                  <a:cubicBezTo>
                    <a:pt x="3569966" y="100330"/>
                    <a:pt x="3566156" y="103505"/>
                    <a:pt x="3564251" y="104775"/>
                  </a:cubicBezTo>
                  <a:cubicBezTo>
                    <a:pt x="3562346" y="106045"/>
                    <a:pt x="3560441" y="106680"/>
                    <a:pt x="3558536" y="107950"/>
                  </a:cubicBezTo>
                  <a:cubicBezTo>
                    <a:pt x="3556631" y="108585"/>
                    <a:pt x="3554091" y="109855"/>
                    <a:pt x="3551551" y="109855"/>
                  </a:cubicBezTo>
                  <a:cubicBezTo>
                    <a:pt x="3549011" y="109855"/>
                    <a:pt x="3545836" y="110490"/>
                    <a:pt x="3542661" y="110490"/>
                  </a:cubicBezTo>
                  <a:cubicBezTo>
                    <a:pt x="3539486" y="110490"/>
                    <a:pt x="3536311" y="110490"/>
                    <a:pt x="3533136" y="109220"/>
                  </a:cubicBezTo>
                  <a:cubicBezTo>
                    <a:pt x="3529961" y="108585"/>
                    <a:pt x="3527421" y="107315"/>
                    <a:pt x="3525516" y="105410"/>
                  </a:cubicBezTo>
                  <a:cubicBezTo>
                    <a:pt x="3522976" y="104140"/>
                    <a:pt x="3521071" y="102235"/>
                    <a:pt x="3519166" y="100330"/>
                  </a:cubicBezTo>
                  <a:cubicBezTo>
                    <a:pt x="3517261" y="98425"/>
                    <a:pt x="3515356" y="95885"/>
                    <a:pt x="3514086" y="92710"/>
                  </a:cubicBezTo>
                  <a:cubicBezTo>
                    <a:pt x="3512181" y="89535"/>
                    <a:pt x="3510911" y="86360"/>
                    <a:pt x="3510276" y="82550"/>
                  </a:cubicBezTo>
                  <a:cubicBezTo>
                    <a:pt x="3509641" y="78740"/>
                    <a:pt x="3509006" y="74295"/>
                    <a:pt x="3509006" y="69850"/>
                  </a:cubicBezTo>
                  <a:cubicBezTo>
                    <a:pt x="3509006" y="63500"/>
                    <a:pt x="3509641" y="57150"/>
                    <a:pt x="3511546" y="52070"/>
                  </a:cubicBezTo>
                  <a:cubicBezTo>
                    <a:pt x="3513451" y="46990"/>
                    <a:pt x="3515356" y="42545"/>
                    <a:pt x="3518531" y="39370"/>
                  </a:cubicBezTo>
                  <a:cubicBezTo>
                    <a:pt x="3521706" y="36195"/>
                    <a:pt x="3524881" y="33020"/>
                    <a:pt x="3529326" y="31750"/>
                  </a:cubicBezTo>
                  <a:cubicBezTo>
                    <a:pt x="3533771" y="29845"/>
                    <a:pt x="3538216" y="29210"/>
                    <a:pt x="3543296" y="29210"/>
                  </a:cubicBezTo>
                  <a:close/>
                  <a:moveTo>
                    <a:pt x="3345176" y="29210"/>
                  </a:moveTo>
                  <a:cubicBezTo>
                    <a:pt x="3350891" y="29210"/>
                    <a:pt x="3355336" y="30480"/>
                    <a:pt x="3359781" y="32385"/>
                  </a:cubicBezTo>
                  <a:cubicBezTo>
                    <a:pt x="3363591" y="34290"/>
                    <a:pt x="3367401" y="37465"/>
                    <a:pt x="3369941" y="40640"/>
                  </a:cubicBezTo>
                  <a:cubicBezTo>
                    <a:pt x="3372481" y="44450"/>
                    <a:pt x="3374386" y="48260"/>
                    <a:pt x="3376291" y="53340"/>
                  </a:cubicBezTo>
                  <a:cubicBezTo>
                    <a:pt x="3377561" y="57785"/>
                    <a:pt x="3378196" y="62865"/>
                    <a:pt x="3378196" y="68580"/>
                  </a:cubicBezTo>
                  <a:lnTo>
                    <a:pt x="3376926" y="68580"/>
                  </a:lnTo>
                  <a:cubicBezTo>
                    <a:pt x="3376926" y="68580"/>
                    <a:pt x="3376926" y="71120"/>
                    <a:pt x="3376926" y="72390"/>
                  </a:cubicBezTo>
                  <a:cubicBezTo>
                    <a:pt x="3376926" y="73660"/>
                    <a:pt x="3376926" y="74295"/>
                    <a:pt x="3376926" y="75565"/>
                  </a:cubicBezTo>
                  <a:lnTo>
                    <a:pt x="3325491" y="75565"/>
                  </a:lnTo>
                  <a:cubicBezTo>
                    <a:pt x="3325491" y="79375"/>
                    <a:pt x="3326761" y="82550"/>
                    <a:pt x="3328031" y="85090"/>
                  </a:cubicBezTo>
                  <a:cubicBezTo>
                    <a:pt x="3329301" y="87630"/>
                    <a:pt x="3330571" y="90170"/>
                    <a:pt x="3332476" y="91440"/>
                  </a:cubicBezTo>
                  <a:cubicBezTo>
                    <a:pt x="3334381" y="93345"/>
                    <a:pt x="3336286" y="94615"/>
                    <a:pt x="3338191" y="95250"/>
                  </a:cubicBezTo>
                  <a:cubicBezTo>
                    <a:pt x="3340096" y="95885"/>
                    <a:pt x="3342636" y="96520"/>
                    <a:pt x="3345176" y="96520"/>
                  </a:cubicBezTo>
                  <a:cubicBezTo>
                    <a:pt x="3347081" y="96520"/>
                    <a:pt x="3348351" y="96520"/>
                    <a:pt x="3350256" y="96520"/>
                  </a:cubicBezTo>
                  <a:cubicBezTo>
                    <a:pt x="3351526" y="96520"/>
                    <a:pt x="3353431" y="95885"/>
                    <a:pt x="3354701" y="95250"/>
                  </a:cubicBezTo>
                  <a:cubicBezTo>
                    <a:pt x="3355971" y="95250"/>
                    <a:pt x="3357241" y="93980"/>
                    <a:pt x="3358511" y="93345"/>
                  </a:cubicBezTo>
                  <a:cubicBezTo>
                    <a:pt x="3359781" y="93345"/>
                    <a:pt x="3361051" y="92075"/>
                    <a:pt x="3362956" y="90805"/>
                  </a:cubicBezTo>
                  <a:lnTo>
                    <a:pt x="3371846" y="100330"/>
                  </a:lnTo>
                  <a:cubicBezTo>
                    <a:pt x="3371846" y="100330"/>
                    <a:pt x="3368036" y="103505"/>
                    <a:pt x="3366131" y="104775"/>
                  </a:cubicBezTo>
                  <a:cubicBezTo>
                    <a:pt x="3364226" y="106045"/>
                    <a:pt x="3362321" y="106680"/>
                    <a:pt x="3360416" y="107950"/>
                  </a:cubicBezTo>
                  <a:cubicBezTo>
                    <a:pt x="3358511" y="108585"/>
                    <a:pt x="3355971" y="109855"/>
                    <a:pt x="3353431" y="109855"/>
                  </a:cubicBezTo>
                  <a:cubicBezTo>
                    <a:pt x="3350891" y="109855"/>
                    <a:pt x="3347716" y="110490"/>
                    <a:pt x="3344541" y="110490"/>
                  </a:cubicBezTo>
                  <a:cubicBezTo>
                    <a:pt x="3341366" y="110490"/>
                    <a:pt x="3338191" y="110490"/>
                    <a:pt x="3335016" y="109220"/>
                  </a:cubicBezTo>
                  <a:cubicBezTo>
                    <a:pt x="3331841" y="108585"/>
                    <a:pt x="3329301" y="107315"/>
                    <a:pt x="3327396" y="105410"/>
                  </a:cubicBezTo>
                  <a:cubicBezTo>
                    <a:pt x="3324856" y="104140"/>
                    <a:pt x="3322951" y="102235"/>
                    <a:pt x="3321046" y="100330"/>
                  </a:cubicBezTo>
                  <a:cubicBezTo>
                    <a:pt x="3319141" y="98425"/>
                    <a:pt x="3317236" y="95885"/>
                    <a:pt x="3315966" y="92710"/>
                  </a:cubicBezTo>
                  <a:cubicBezTo>
                    <a:pt x="3314061" y="89535"/>
                    <a:pt x="3312791" y="86360"/>
                    <a:pt x="3312156" y="82550"/>
                  </a:cubicBezTo>
                  <a:cubicBezTo>
                    <a:pt x="3311521" y="78740"/>
                    <a:pt x="3310886" y="74295"/>
                    <a:pt x="3310886" y="69850"/>
                  </a:cubicBezTo>
                  <a:cubicBezTo>
                    <a:pt x="3310886" y="63500"/>
                    <a:pt x="3311521" y="57150"/>
                    <a:pt x="3313426" y="52070"/>
                  </a:cubicBezTo>
                  <a:cubicBezTo>
                    <a:pt x="3315331" y="46990"/>
                    <a:pt x="3317236" y="42545"/>
                    <a:pt x="3320411" y="39370"/>
                  </a:cubicBezTo>
                  <a:cubicBezTo>
                    <a:pt x="3323586" y="36195"/>
                    <a:pt x="3326761" y="33020"/>
                    <a:pt x="3331206" y="31750"/>
                  </a:cubicBezTo>
                  <a:cubicBezTo>
                    <a:pt x="3335651" y="29845"/>
                    <a:pt x="3340096" y="29210"/>
                    <a:pt x="3345176" y="29210"/>
                  </a:cubicBezTo>
                  <a:close/>
                  <a:moveTo>
                    <a:pt x="3060696" y="29210"/>
                  </a:moveTo>
                  <a:cubicBezTo>
                    <a:pt x="3063871" y="29210"/>
                    <a:pt x="3066411" y="29210"/>
                    <a:pt x="3068316" y="29845"/>
                  </a:cubicBezTo>
                  <a:cubicBezTo>
                    <a:pt x="3070221" y="29845"/>
                    <a:pt x="3072126" y="31115"/>
                    <a:pt x="3074031" y="32385"/>
                  </a:cubicBezTo>
                  <a:lnTo>
                    <a:pt x="3070221" y="46990"/>
                  </a:lnTo>
                  <a:lnTo>
                    <a:pt x="3068951" y="46990"/>
                  </a:lnTo>
                  <a:cubicBezTo>
                    <a:pt x="3068951" y="46990"/>
                    <a:pt x="3065776" y="45085"/>
                    <a:pt x="3063871" y="45085"/>
                  </a:cubicBezTo>
                  <a:cubicBezTo>
                    <a:pt x="3061966" y="45085"/>
                    <a:pt x="3060061" y="44450"/>
                    <a:pt x="3057521" y="44450"/>
                  </a:cubicBezTo>
                  <a:cubicBezTo>
                    <a:pt x="3052441" y="44450"/>
                    <a:pt x="3048631" y="46355"/>
                    <a:pt x="3046091" y="49530"/>
                  </a:cubicBezTo>
                  <a:cubicBezTo>
                    <a:pt x="3043551" y="52705"/>
                    <a:pt x="3042281" y="57785"/>
                    <a:pt x="3042281" y="64770"/>
                  </a:cubicBezTo>
                  <a:lnTo>
                    <a:pt x="3042281" y="109220"/>
                  </a:lnTo>
                  <a:lnTo>
                    <a:pt x="3027041" y="109220"/>
                  </a:lnTo>
                  <a:lnTo>
                    <a:pt x="3027041" y="31115"/>
                  </a:lnTo>
                  <a:lnTo>
                    <a:pt x="3042281" y="31115"/>
                  </a:lnTo>
                  <a:lnTo>
                    <a:pt x="3042281" y="38735"/>
                  </a:lnTo>
                  <a:cubicBezTo>
                    <a:pt x="3042281" y="38735"/>
                    <a:pt x="3044186" y="36195"/>
                    <a:pt x="3045456" y="34925"/>
                  </a:cubicBezTo>
                  <a:cubicBezTo>
                    <a:pt x="3046726" y="33655"/>
                    <a:pt x="3047996" y="33020"/>
                    <a:pt x="3049901" y="31750"/>
                  </a:cubicBezTo>
                  <a:cubicBezTo>
                    <a:pt x="3051171" y="31115"/>
                    <a:pt x="3053076" y="30480"/>
                    <a:pt x="3054981" y="29845"/>
                  </a:cubicBezTo>
                  <a:cubicBezTo>
                    <a:pt x="3056886" y="29845"/>
                    <a:pt x="3058791" y="29210"/>
                    <a:pt x="3060696" y="29210"/>
                  </a:cubicBezTo>
                  <a:close/>
                  <a:moveTo>
                    <a:pt x="2978781" y="29210"/>
                  </a:moveTo>
                  <a:cubicBezTo>
                    <a:pt x="2984496" y="29210"/>
                    <a:pt x="2988941" y="30480"/>
                    <a:pt x="2993386" y="32385"/>
                  </a:cubicBezTo>
                  <a:cubicBezTo>
                    <a:pt x="2997196" y="34290"/>
                    <a:pt x="3001006" y="37465"/>
                    <a:pt x="3003546" y="40640"/>
                  </a:cubicBezTo>
                  <a:cubicBezTo>
                    <a:pt x="3006086" y="44450"/>
                    <a:pt x="3007991" y="48260"/>
                    <a:pt x="3009896" y="53340"/>
                  </a:cubicBezTo>
                  <a:cubicBezTo>
                    <a:pt x="3011166" y="57785"/>
                    <a:pt x="3011801" y="62865"/>
                    <a:pt x="3011801" y="68580"/>
                  </a:cubicBezTo>
                  <a:lnTo>
                    <a:pt x="3010531" y="68580"/>
                  </a:lnTo>
                  <a:cubicBezTo>
                    <a:pt x="3010531" y="68580"/>
                    <a:pt x="3010531" y="71120"/>
                    <a:pt x="3010531" y="72390"/>
                  </a:cubicBezTo>
                  <a:cubicBezTo>
                    <a:pt x="3010531" y="73660"/>
                    <a:pt x="3010531" y="74295"/>
                    <a:pt x="3010531" y="75565"/>
                  </a:cubicBezTo>
                  <a:lnTo>
                    <a:pt x="2959096" y="75565"/>
                  </a:lnTo>
                  <a:cubicBezTo>
                    <a:pt x="2959096" y="79375"/>
                    <a:pt x="2960366" y="82550"/>
                    <a:pt x="2961636" y="85090"/>
                  </a:cubicBezTo>
                  <a:cubicBezTo>
                    <a:pt x="2962906" y="87630"/>
                    <a:pt x="2964176" y="90170"/>
                    <a:pt x="2966081" y="91440"/>
                  </a:cubicBezTo>
                  <a:cubicBezTo>
                    <a:pt x="2967986" y="93345"/>
                    <a:pt x="2969891" y="94615"/>
                    <a:pt x="2971796" y="95250"/>
                  </a:cubicBezTo>
                  <a:cubicBezTo>
                    <a:pt x="2974336" y="95885"/>
                    <a:pt x="2976241" y="96520"/>
                    <a:pt x="2978781" y="96520"/>
                  </a:cubicBezTo>
                  <a:cubicBezTo>
                    <a:pt x="2980686" y="96520"/>
                    <a:pt x="2981956" y="96520"/>
                    <a:pt x="2983861" y="96520"/>
                  </a:cubicBezTo>
                  <a:cubicBezTo>
                    <a:pt x="2985131" y="96520"/>
                    <a:pt x="2987036" y="95885"/>
                    <a:pt x="2988306" y="95250"/>
                  </a:cubicBezTo>
                  <a:cubicBezTo>
                    <a:pt x="2989576" y="95250"/>
                    <a:pt x="2990846" y="93980"/>
                    <a:pt x="2992116" y="93345"/>
                  </a:cubicBezTo>
                  <a:cubicBezTo>
                    <a:pt x="2993386" y="93345"/>
                    <a:pt x="2994656" y="92075"/>
                    <a:pt x="2996561" y="90805"/>
                  </a:cubicBezTo>
                  <a:lnTo>
                    <a:pt x="3005451" y="100330"/>
                  </a:lnTo>
                  <a:cubicBezTo>
                    <a:pt x="3005451" y="100330"/>
                    <a:pt x="3001641" y="103505"/>
                    <a:pt x="2999736" y="104775"/>
                  </a:cubicBezTo>
                  <a:cubicBezTo>
                    <a:pt x="2997831" y="106045"/>
                    <a:pt x="2995926" y="106680"/>
                    <a:pt x="2994021" y="107950"/>
                  </a:cubicBezTo>
                  <a:cubicBezTo>
                    <a:pt x="2992116" y="108585"/>
                    <a:pt x="2989576" y="109855"/>
                    <a:pt x="2987036" y="109855"/>
                  </a:cubicBezTo>
                  <a:cubicBezTo>
                    <a:pt x="2984496" y="109855"/>
                    <a:pt x="2981321" y="110490"/>
                    <a:pt x="2978146" y="110490"/>
                  </a:cubicBezTo>
                  <a:cubicBezTo>
                    <a:pt x="2974971" y="110490"/>
                    <a:pt x="2971796" y="110490"/>
                    <a:pt x="2968621" y="109220"/>
                  </a:cubicBezTo>
                  <a:cubicBezTo>
                    <a:pt x="2965446" y="108585"/>
                    <a:pt x="2962906" y="107315"/>
                    <a:pt x="2961001" y="105410"/>
                  </a:cubicBezTo>
                  <a:cubicBezTo>
                    <a:pt x="2958461" y="104140"/>
                    <a:pt x="2956556" y="102235"/>
                    <a:pt x="2954651" y="100330"/>
                  </a:cubicBezTo>
                  <a:cubicBezTo>
                    <a:pt x="2952746" y="98425"/>
                    <a:pt x="2950841" y="95885"/>
                    <a:pt x="2949571" y="92710"/>
                  </a:cubicBezTo>
                  <a:cubicBezTo>
                    <a:pt x="2947666" y="89535"/>
                    <a:pt x="2946396" y="86360"/>
                    <a:pt x="2945761" y="82550"/>
                  </a:cubicBezTo>
                  <a:cubicBezTo>
                    <a:pt x="2945126" y="78740"/>
                    <a:pt x="2944491" y="74295"/>
                    <a:pt x="2944491" y="69850"/>
                  </a:cubicBezTo>
                  <a:cubicBezTo>
                    <a:pt x="2944491" y="63500"/>
                    <a:pt x="2945126" y="57150"/>
                    <a:pt x="2947031" y="52070"/>
                  </a:cubicBezTo>
                  <a:cubicBezTo>
                    <a:pt x="2948936" y="46990"/>
                    <a:pt x="2950841" y="42545"/>
                    <a:pt x="2954016" y="39370"/>
                  </a:cubicBezTo>
                  <a:cubicBezTo>
                    <a:pt x="2957191" y="36195"/>
                    <a:pt x="2960366" y="33020"/>
                    <a:pt x="2964811" y="31750"/>
                  </a:cubicBezTo>
                  <a:cubicBezTo>
                    <a:pt x="2969256" y="29845"/>
                    <a:pt x="2973701" y="29210"/>
                    <a:pt x="2978781" y="29210"/>
                  </a:cubicBezTo>
                  <a:close/>
                  <a:moveTo>
                    <a:pt x="2798440" y="29210"/>
                  </a:moveTo>
                  <a:cubicBezTo>
                    <a:pt x="2803520" y="29210"/>
                    <a:pt x="2807965" y="29845"/>
                    <a:pt x="2813045" y="31750"/>
                  </a:cubicBezTo>
                  <a:cubicBezTo>
                    <a:pt x="2817490" y="33655"/>
                    <a:pt x="2821935" y="35560"/>
                    <a:pt x="2825110" y="38100"/>
                  </a:cubicBezTo>
                  <a:lnTo>
                    <a:pt x="2827015" y="38100"/>
                  </a:lnTo>
                  <a:lnTo>
                    <a:pt x="2820030" y="50165"/>
                  </a:lnTo>
                  <a:cubicBezTo>
                    <a:pt x="2816855" y="47625"/>
                    <a:pt x="2813680" y="46355"/>
                    <a:pt x="2810505" y="45085"/>
                  </a:cubicBezTo>
                  <a:cubicBezTo>
                    <a:pt x="2807330" y="43815"/>
                    <a:pt x="2803520" y="43180"/>
                    <a:pt x="2799710" y="43180"/>
                  </a:cubicBezTo>
                  <a:cubicBezTo>
                    <a:pt x="2795900" y="43180"/>
                    <a:pt x="2793360" y="43815"/>
                    <a:pt x="2791455" y="45085"/>
                  </a:cubicBezTo>
                  <a:cubicBezTo>
                    <a:pt x="2789550" y="46355"/>
                    <a:pt x="2788915" y="48260"/>
                    <a:pt x="2788915" y="50165"/>
                  </a:cubicBezTo>
                  <a:cubicBezTo>
                    <a:pt x="2788915" y="51435"/>
                    <a:pt x="2788915" y="52070"/>
                    <a:pt x="2788915" y="52705"/>
                  </a:cubicBezTo>
                  <a:cubicBezTo>
                    <a:pt x="2788915" y="53340"/>
                    <a:pt x="2790185" y="54610"/>
                    <a:pt x="2790820" y="55245"/>
                  </a:cubicBezTo>
                  <a:cubicBezTo>
                    <a:pt x="2792090" y="55880"/>
                    <a:pt x="2793360" y="57150"/>
                    <a:pt x="2795265" y="57785"/>
                  </a:cubicBezTo>
                  <a:cubicBezTo>
                    <a:pt x="2797170" y="59055"/>
                    <a:pt x="2799710" y="59690"/>
                    <a:pt x="2802250" y="60960"/>
                  </a:cubicBezTo>
                  <a:cubicBezTo>
                    <a:pt x="2806695" y="62865"/>
                    <a:pt x="2810505" y="64135"/>
                    <a:pt x="2813680" y="66040"/>
                  </a:cubicBezTo>
                  <a:cubicBezTo>
                    <a:pt x="2816855" y="67310"/>
                    <a:pt x="2819395" y="69215"/>
                    <a:pt x="2821935" y="71120"/>
                  </a:cubicBezTo>
                  <a:cubicBezTo>
                    <a:pt x="2823840" y="73025"/>
                    <a:pt x="2825745" y="75565"/>
                    <a:pt x="2827015" y="78105"/>
                  </a:cubicBezTo>
                  <a:cubicBezTo>
                    <a:pt x="2828285" y="80645"/>
                    <a:pt x="2828920" y="83820"/>
                    <a:pt x="2828920" y="87630"/>
                  </a:cubicBezTo>
                  <a:cubicBezTo>
                    <a:pt x="2828920" y="92075"/>
                    <a:pt x="2828285" y="95250"/>
                    <a:pt x="2826380" y="98425"/>
                  </a:cubicBezTo>
                  <a:cubicBezTo>
                    <a:pt x="2824475" y="101600"/>
                    <a:pt x="2822570" y="103505"/>
                    <a:pt x="2820030" y="105410"/>
                  </a:cubicBezTo>
                  <a:cubicBezTo>
                    <a:pt x="2817490" y="107315"/>
                    <a:pt x="2814315" y="108585"/>
                    <a:pt x="2810505" y="109220"/>
                  </a:cubicBezTo>
                  <a:cubicBezTo>
                    <a:pt x="2806695" y="109855"/>
                    <a:pt x="2803520" y="110490"/>
                    <a:pt x="2799710" y="110490"/>
                  </a:cubicBezTo>
                  <a:cubicBezTo>
                    <a:pt x="2794630" y="110490"/>
                    <a:pt x="2789550" y="109855"/>
                    <a:pt x="2783835" y="107950"/>
                  </a:cubicBezTo>
                  <a:cubicBezTo>
                    <a:pt x="2778120" y="106045"/>
                    <a:pt x="2773675" y="103505"/>
                    <a:pt x="2769230" y="100965"/>
                  </a:cubicBezTo>
                  <a:lnTo>
                    <a:pt x="2776215" y="89535"/>
                  </a:lnTo>
                  <a:cubicBezTo>
                    <a:pt x="2780025" y="92075"/>
                    <a:pt x="2783835" y="93980"/>
                    <a:pt x="2787645" y="95250"/>
                  </a:cubicBezTo>
                  <a:cubicBezTo>
                    <a:pt x="2791455" y="96520"/>
                    <a:pt x="2795265" y="97155"/>
                    <a:pt x="2799075" y="97155"/>
                  </a:cubicBezTo>
                  <a:cubicBezTo>
                    <a:pt x="2804155" y="97155"/>
                    <a:pt x="2807330" y="96520"/>
                    <a:pt x="2809870" y="94615"/>
                  </a:cubicBezTo>
                  <a:cubicBezTo>
                    <a:pt x="2812410" y="93345"/>
                    <a:pt x="2813045" y="90805"/>
                    <a:pt x="2813045" y="88265"/>
                  </a:cubicBezTo>
                  <a:cubicBezTo>
                    <a:pt x="2813045" y="86995"/>
                    <a:pt x="2813045" y="85725"/>
                    <a:pt x="2811775" y="84455"/>
                  </a:cubicBezTo>
                  <a:cubicBezTo>
                    <a:pt x="2811140" y="83185"/>
                    <a:pt x="2809870" y="82550"/>
                    <a:pt x="2807965" y="81280"/>
                  </a:cubicBezTo>
                  <a:cubicBezTo>
                    <a:pt x="2806695" y="80010"/>
                    <a:pt x="2804790" y="79375"/>
                    <a:pt x="2802250" y="78105"/>
                  </a:cubicBezTo>
                  <a:cubicBezTo>
                    <a:pt x="2800345" y="77470"/>
                    <a:pt x="2797805" y="76200"/>
                    <a:pt x="2794630" y="74930"/>
                  </a:cubicBezTo>
                  <a:cubicBezTo>
                    <a:pt x="2790185" y="73025"/>
                    <a:pt x="2787010" y="71755"/>
                    <a:pt x="2783835" y="69850"/>
                  </a:cubicBezTo>
                  <a:cubicBezTo>
                    <a:pt x="2780660" y="67945"/>
                    <a:pt x="2778755" y="66675"/>
                    <a:pt x="2776850" y="64770"/>
                  </a:cubicBezTo>
                  <a:cubicBezTo>
                    <a:pt x="2774945" y="62865"/>
                    <a:pt x="2773675" y="60960"/>
                    <a:pt x="2773040" y="58420"/>
                  </a:cubicBezTo>
                  <a:cubicBezTo>
                    <a:pt x="2772405" y="55880"/>
                    <a:pt x="2771770" y="53340"/>
                    <a:pt x="2771770" y="50165"/>
                  </a:cubicBezTo>
                  <a:cubicBezTo>
                    <a:pt x="2771770" y="46990"/>
                    <a:pt x="2772405" y="43815"/>
                    <a:pt x="2773675" y="40640"/>
                  </a:cubicBezTo>
                  <a:cubicBezTo>
                    <a:pt x="2774945" y="38100"/>
                    <a:pt x="2776850" y="35560"/>
                    <a:pt x="2779390" y="34290"/>
                  </a:cubicBezTo>
                  <a:cubicBezTo>
                    <a:pt x="2781930" y="32385"/>
                    <a:pt x="2784470" y="31115"/>
                    <a:pt x="2787645" y="30480"/>
                  </a:cubicBezTo>
                  <a:cubicBezTo>
                    <a:pt x="2790820" y="29845"/>
                    <a:pt x="2794630" y="29210"/>
                    <a:pt x="2798440" y="29210"/>
                  </a:cubicBezTo>
                  <a:close/>
                  <a:moveTo>
                    <a:pt x="2723510" y="29210"/>
                  </a:moveTo>
                  <a:cubicBezTo>
                    <a:pt x="2725415" y="29210"/>
                    <a:pt x="2727320" y="29210"/>
                    <a:pt x="2729225" y="29210"/>
                  </a:cubicBezTo>
                  <a:cubicBezTo>
                    <a:pt x="2733670" y="29210"/>
                    <a:pt x="2738115" y="29845"/>
                    <a:pt x="2741290" y="31750"/>
                  </a:cubicBezTo>
                  <a:cubicBezTo>
                    <a:pt x="2744465" y="33020"/>
                    <a:pt x="2747640" y="35560"/>
                    <a:pt x="2750180" y="38100"/>
                  </a:cubicBezTo>
                  <a:cubicBezTo>
                    <a:pt x="2752720" y="41275"/>
                    <a:pt x="2753990" y="44450"/>
                    <a:pt x="2755260" y="48895"/>
                  </a:cubicBezTo>
                  <a:cubicBezTo>
                    <a:pt x="2756530" y="53340"/>
                    <a:pt x="2757165" y="58420"/>
                    <a:pt x="2757165" y="64135"/>
                  </a:cubicBezTo>
                  <a:lnTo>
                    <a:pt x="2757165" y="108585"/>
                  </a:lnTo>
                  <a:lnTo>
                    <a:pt x="2741925" y="108585"/>
                  </a:lnTo>
                  <a:lnTo>
                    <a:pt x="2741290" y="108585"/>
                  </a:lnTo>
                  <a:lnTo>
                    <a:pt x="2741290" y="64770"/>
                  </a:lnTo>
                  <a:cubicBezTo>
                    <a:pt x="2741290" y="57785"/>
                    <a:pt x="2740020" y="52070"/>
                    <a:pt x="2737480" y="48895"/>
                  </a:cubicBezTo>
                  <a:cubicBezTo>
                    <a:pt x="2734940" y="45085"/>
                    <a:pt x="2731130" y="43180"/>
                    <a:pt x="2725415" y="43180"/>
                  </a:cubicBezTo>
                  <a:cubicBezTo>
                    <a:pt x="2722875" y="43180"/>
                    <a:pt x="2720970" y="43180"/>
                    <a:pt x="2718430" y="44450"/>
                  </a:cubicBezTo>
                  <a:cubicBezTo>
                    <a:pt x="2716525" y="45085"/>
                    <a:pt x="2714620" y="46990"/>
                    <a:pt x="2713350" y="48260"/>
                  </a:cubicBezTo>
                  <a:cubicBezTo>
                    <a:pt x="2712080" y="50165"/>
                    <a:pt x="2710810" y="52070"/>
                    <a:pt x="2710175" y="54610"/>
                  </a:cubicBezTo>
                  <a:cubicBezTo>
                    <a:pt x="2710175" y="57150"/>
                    <a:pt x="2709540" y="59690"/>
                    <a:pt x="2709540" y="62865"/>
                  </a:cubicBezTo>
                  <a:lnTo>
                    <a:pt x="2709540" y="108585"/>
                  </a:lnTo>
                  <a:lnTo>
                    <a:pt x="2694300" y="108585"/>
                  </a:lnTo>
                  <a:lnTo>
                    <a:pt x="2694300" y="30480"/>
                  </a:lnTo>
                  <a:lnTo>
                    <a:pt x="2709540" y="30480"/>
                  </a:lnTo>
                  <a:lnTo>
                    <a:pt x="2709540" y="38100"/>
                  </a:lnTo>
                  <a:cubicBezTo>
                    <a:pt x="2709540" y="38100"/>
                    <a:pt x="2711445" y="35560"/>
                    <a:pt x="2713350" y="34290"/>
                  </a:cubicBezTo>
                  <a:cubicBezTo>
                    <a:pt x="2714620" y="33020"/>
                    <a:pt x="2716525" y="32385"/>
                    <a:pt x="2717795" y="31115"/>
                  </a:cubicBezTo>
                  <a:cubicBezTo>
                    <a:pt x="2719700" y="30480"/>
                    <a:pt x="2721605" y="29845"/>
                    <a:pt x="2723510" y="29210"/>
                  </a:cubicBezTo>
                  <a:close/>
                  <a:moveTo>
                    <a:pt x="2530470" y="29210"/>
                  </a:moveTo>
                  <a:cubicBezTo>
                    <a:pt x="2536185" y="29210"/>
                    <a:pt x="2540630" y="30480"/>
                    <a:pt x="2545075" y="32385"/>
                  </a:cubicBezTo>
                  <a:cubicBezTo>
                    <a:pt x="2548885" y="34290"/>
                    <a:pt x="2552695" y="37465"/>
                    <a:pt x="2555235" y="40640"/>
                  </a:cubicBezTo>
                  <a:cubicBezTo>
                    <a:pt x="2557775" y="44450"/>
                    <a:pt x="2559680" y="48260"/>
                    <a:pt x="2561585" y="53340"/>
                  </a:cubicBezTo>
                  <a:cubicBezTo>
                    <a:pt x="2562855" y="57785"/>
                    <a:pt x="2563490" y="62865"/>
                    <a:pt x="2563490" y="68580"/>
                  </a:cubicBezTo>
                  <a:lnTo>
                    <a:pt x="2562220" y="68580"/>
                  </a:lnTo>
                  <a:cubicBezTo>
                    <a:pt x="2562220" y="68580"/>
                    <a:pt x="2562220" y="71120"/>
                    <a:pt x="2562220" y="72390"/>
                  </a:cubicBezTo>
                  <a:cubicBezTo>
                    <a:pt x="2562220" y="73660"/>
                    <a:pt x="2562220" y="74295"/>
                    <a:pt x="2562220" y="75565"/>
                  </a:cubicBezTo>
                  <a:lnTo>
                    <a:pt x="2510785" y="75565"/>
                  </a:lnTo>
                  <a:cubicBezTo>
                    <a:pt x="2510785" y="79375"/>
                    <a:pt x="2512055" y="82550"/>
                    <a:pt x="2513325" y="85090"/>
                  </a:cubicBezTo>
                  <a:cubicBezTo>
                    <a:pt x="2514595" y="87630"/>
                    <a:pt x="2515865" y="90170"/>
                    <a:pt x="2517770" y="91440"/>
                  </a:cubicBezTo>
                  <a:cubicBezTo>
                    <a:pt x="2519675" y="93345"/>
                    <a:pt x="2521580" y="94615"/>
                    <a:pt x="2523485" y="95250"/>
                  </a:cubicBezTo>
                  <a:cubicBezTo>
                    <a:pt x="2525390" y="95885"/>
                    <a:pt x="2527930" y="96520"/>
                    <a:pt x="2530470" y="96520"/>
                  </a:cubicBezTo>
                  <a:cubicBezTo>
                    <a:pt x="2532375" y="96520"/>
                    <a:pt x="2533645" y="96520"/>
                    <a:pt x="2535550" y="96520"/>
                  </a:cubicBezTo>
                  <a:cubicBezTo>
                    <a:pt x="2536820" y="96520"/>
                    <a:pt x="2538725" y="95885"/>
                    <a:pt x="2539995" y="95250"/>
                  </a:cubicBezTo>
                  <a:cubicBezTo>
                    <a:pt x="2541265" y="95250"/>
                    <a:pt x="2542535" y="93980"/>
                    <a:pt x="2543805" y="93345"/>
                  </a:cubicBezTo>
                  <a:cubicBezTo>
                    <a:pt x="2545075" y="93345"/>
                    <a:pt x="2546345" y="92075"/>
                    <a:pt x="2548250" y="90805"/>
                  </a:cubicBezTo>
                  <a:lnTo>
                    <a:pt x="2557140" y="100330"/>
                  </a:lnTo>
                  <a:cubicBezTo>
                    <a:pt x="2557140" y="100330"/>
                    <a:pt x="2553330" y="103505"/>
                    <a:pt x="2551425" y="104775"/>
                  </a:cubicBezTo>
                  <a:cubicBezTo>
                    <a:pt x="2549520" y="106045"/>
                    <a:pt x="2547615" y="106680"/>
                    <a:pt x="2545710" y="107950"/>
                  </a:cubicBezTo>
                  <a:cubicBezTo>
                    <a:pt x="2543805" y="108585"/>
                    <a:pt x="2541265" y="109855"/>
                    <a:pt x="2538725" y="109855"/>
                  </a:cubicBezTo>
                  <a:cubicBezTo>
                    <a:pt x="2536185" y="109855"/>
                    <a:pt x="2533010" y="110490"/>
                    <a:pt x="2529835" y="110490"/>
                  </a:cubicBezTo>
                  <a:cubicBezTo>
                    <a:pt x="2526660" y="110490"/>
                    <a:pt x="2523485" y="110490"/>
                    <a:pt x="2520310" y="109220"/>
                  </a:cubicBezTo>
                  <a:cubicBezTo>
                    <a:pt x="2517135" y="108585"/>
                    <a:pt x="2514595" y="107315"/>
                    <a:pt x="2512690" y="105410"/>
                  </a:cubicBezTo>
                  <a:cubicBezTo>
                    <a:pt x="2510785" y="103505"/>
                    <a:pt x="2508245" y="102235"/>
                    <a:pt x="2506340" y="100330"/>
                  </a:cubicBezTo>
                  <a:cubicBezTo>
                    <a:pt x="2504435" y="98425"/>
                    <a:pt x="2502530" y="95885"/>
                    <a:pt x="2501260" y="92710"/>
                  </a:cubicBezTo>
                  <a:cubicBezTo>
                    <a:pt x="2499355" y="89535"/>
                    <a:pt x="2498085" y="86360"/>
                    <a:pt x="2497450" y="82550"/>
                  </a:cubicBezTo>
                  <a:cubicBezTo>
                    <a:pt x="2496815" y="78740"/>
                    <a:pt x="2496180" y="74295"/>
                    <a:pt x="2496180" y="69850"/>
                  </a:cubicBezTo>
                  <a:cubicBezTo>
                    <a:pt x="2496180" y="63500"/>
                    <a:pt x="2496815" y="57150"/>
                    <a:pt x="2498720" y="52070"/>
                  </a:cubicBezTo>
                  <a:cubicBezTo>
                    <a:pt x="2500625" y="46990"/>
                    <a:pt x="2502530" y="42545"/>
                    <a:pt x="2505705" y="39370"/>
                  </a:cubicBezTo>
                  <a:cubicBezTo>
                    <a:pt x="2508880" y="36195"/>
                    <a:pt x="2512055" y="33020"/>
                    <a:pt x="2516500" y="31750"/>
                  </a:cubicBezTo>
                  <a:cubicBezTo>
                    <a:pt x="2520945" y="29845"/>
                    <a:pt x="2525390" y="29210"/>
                    <a:pt x="2530470" y="29210"/>
                  </a:cubicBezTo>
                  <a:close/>
                  <a:moveTo>
                    <a:pt x="2298061" y="29210"/>
                  </a:moveTo>
                  <a:cubicBezTo>
                    <a:pt x="2301236" y="29210"/>
                    <a:pt x="2303776" y="29210"/>
                    <a:pt x="2305681" y="29845"/>
                  </a:cubicBezTo>
                  <a:cubicBezTo>
                    <a:pt x="2307586" y="29845"/>
                    <a:pt x="2309491" y="31115"/>
                    <a:pt x="2311396" y="32385"/>
                  </a:cubicBezTo>
                  <a:lnTo>
                    <a:pt x="2307586" y="46990"/>
                  </a:lnTo>
                  <a:lnTo>
                    <a:pt x="2306316" y="46990"/>
                  </a:lnTo>
                  <a:cubicBezTo>
                    <a:pt x="2306316" y="46990"/>
                    <a:pt x="2303141" y="45085"/>
                    <a:pt x="2301236" y="45085"/>
                  </a:cubicBezTo>
                  <a:cubicBezTo>
                    <a:pt x="2299331" y="45085"/>
                    <a:pt x="2297426" y="44450"/>
                    <a:pt x="2294886" y="44450"/>
                  </a:cubicBezTo>
                  <a:cubicBezTo>
                    <a:pt x="2289806" y="44450"/>
                    <a:pt x="2285996" y="46355"/>
                    <a:pt x="2283456" y="49530"/>
                  </a:cubicBezTo>
                  <a:cubicBezTo>
                    <a:pt x="2280916" y="52705"/>
                    <a:pt x="2279646" y="57785"/>
                    <a:pt x="2279646" y="64770"/>
                  </a:cubicBezTo>
                  <a:lnTo>
                    <a:pt x="2279646" y="109220"/>
                  </a:lnTo>
                  <a:lnTo>
                    <a:pt x="2264406" y="109220"/>
                  </a:lnTo>
                  <a:lnTo>
                    <a:pt x="2264406" y="31115"/>
                  </a:lnTo>
                  <a:lnTo>
                    <a:pt x="2279646" y="31115"/>
                  </a:lnTo>
                  <a:lnTo>
                    <a:pt x="2279646" y="38735"/>
                  </a:lnTo>
                  <a:cubicBezTo>
                    <a:pt x="2279646" y="38735"/>
                    <a:pt x="2281551" y="36195"/>
                    <a:pt x="2282821" y="34925"/>
                  </a:cubicBezTo>
                  <a:cubicBezTo>
                    <a:pt x="2284091" y="33655"/>
                    <a:pt x="2285361" y="33020"/>
                    <a:pt x="2287266" y="31750"/>
                  </a:cubicBezTo>
                  <a:cubicBezTo>
                    <a:pt x="2288536" y="31115"/>
                    <a:pt x="2290441" y="30480"/>
                    <a:pt x="2292346" y="29845"/>
                  </a:cubicBezTo>
                  <a:cubicBezTo>
                    <a:pt x="2294251" y="29845"/>
                    <a:pt x="2296156" y="29210"/>
                    <a:pt x="2298061" y="29210"/>
                  </a:cubicBezTo>
                  <a:close/>
                  <a:moveTo>
                    <a:pt x="2216145" y="29210"/>
                  </a:moveTo>
                  <a:cubicBezTo>
                    <a:pt x="2221860" y="29210"/>
                    <a:pt x="2226305" y="30480"/>
                    <a:pt x="2230750" y="32385"/>
                  </a:cubicBezTo>
                  <a:cubicBezTo>
                    <a:pt x="2234560" y="34290"/>
                    <a:pt x="2238370" y="37465"/>
                    <a:pt x="2240910" y="40640"/>
                  </a:cubicBezTo>
                  <a:cubicBezTo>
                    <a:pt x="2243450" y="44450"/>
                    <a:pt x="2245355" y="48260"/>
                    <a:pt x="2247260" y="53340"/>
                  </a:cubicBezTo>
                  <a:cubicBezTo>
                    <a:pt x="2248530" y="57785"/>
                    <a:pt x="2249165" y="62865"/>
                    <a:pt x="2249165" y="68580"/>
                  </a:cubicBezTo>
                  <a:lnTo>
                    <a:pt x="2247895" y="68580"/>
                  </a:lnTo>
                  <a:cubicBezTo>
                    <a:pt x="2247895" y="68580"/>
                    <a:pt x="2247895" y="71120"/>
                    <a:pt x="2247895" y="72390"/>
                  </a:cubicBezTo>
                  <a:cubicBezTo>
                    <a:pt x="2247895" y="73660"/>
                    <a:pt x="2247895" y="74295"/>
                    <a:pt x="2247895" y="75565"/>
                  </a:cubicBezTo>
                  <a:lnTo>
                    <a:pt x="2196460" y="75565"/>
                  </a:lnTo>
                  <a:cubicBezTo>
                    <a:pt x="2196460" y="79375"/>
                    <a:pt x="2197730" y="82550"/>
                    <a:pt x="2199000" y="85090"/>
                  </a:cubicBezTo>
                  <a:cubicBezTo>
                    <a:pt x="2200270" y="87630"/>
                    <a:pt x="2201540" y="90170"/>
                    <a:pt x="2203445" y="91440"/>
                  </a:cubicBezTo>
                  <a:cubicBezTo>
                    <a:pt x="2205350" y="93345"/>
                    <a:pt x="2207255" y="94615"/>
                    <a:pt x="2209160" y="95250"/>
                  </a:cubicBezTo>
                  <a:cubicBezTo>
                    <a:pt x="2211065" y="95885"/>
                    <a:pt x="2213605" y="96520"/>
                    <a:pt x="2216145" y="96520"/>
                  </a:cubicBezTo>
                  <a:cubicBezTo>
                    <a:pt x="2218050" y="96520"/>
                    <a:pt x="2219320" y="96520"/>
                    <a:pt x="2221225" y="96520"/>
                  </a:cubicBezTo>
                  <a:cubicBezTo>
                    <a:pt x="2222495" y="96520"/>
                    <a:pt x="2224400" y="95885"/>
                    <a:pt x="2225670" y="95250"/>
                  </a:cubicBezTo>
                  <a:cubicBezTo>
                    <a:pt x="2226940" y="95250"/>
                    <a:pt x="2228210" y="93980"/>
                    <a:pt x="2229480" y="93345"/>
                  </a:cubicBezTo>
                  <a:cubicBezTo>
                    <a:pt x="2230750" y="93345"/>
                    <a:pt x="2232020" y="92075"/>
                    <a:pt x="2233925" y="90805"/>
                  </a:cubicBezTo>
                  <a:lnTo>
                    <a:pt x="2242815" y="100330"/>
                  </a:lnTo>
                  <a:cubicBezTo>
                    <a:pt x="2242815" y="100330"/>
                    <a:pt x="2239005" y="103505"/>
                    <a:pt x="2237100" y="104775"/>
                  </a:cubicBezTo>
                  <a:cubicBezTo>
                    <a:pt x="2235195" y="106045"/>
                    <a:pt x="2233290" y="106680"/>
                    <a:pt x="2231385" y="107950"/>
                  </a:cubicBezTo>
                  <a:cubicBezTo>
                    <a:pt x="2229480" y="108585"/>
                    <a:pt x="2226940" y="109855"/>
                    <a:pt x="2224400" y="109855"/>
                  </a:cubicBezTo>
                  <a:cubicBezTo>
                    <a:pt x="2221860" y="109855"/>
                    <a:pt x="2218685" y="110490"/>
                    <a:pt x="2215510" y="110490"/>
                  </a:cubicBezTo>
                  <a:cubicBezTo>
                    <a:pt x="2212335" y="110490"/>
                    <a:pt x="2209160" y="110490"/>
                    <a:pt x="2205985" y="109220"/>
                  </a:cubicBezTo>
                  <a:cubicBezTo>
                    <a:pt x="2202810" y="108585"/>
                    <a:pt x="2200270" y="107315"/>
                    <a:pt x="2198365" y="105410"/>
                  </a:cubicBezTo>
                  <a:cubicBezTo>
                    <a:pt x="2195825" y="104140"/>
                    <a:pt x="2193920" y="102235"/>
                    <a:pt x="2192015" y="100330"/>
                  </a:cubicBezTo>
                  <a:cubicBezTo>
                    <a:pt x="2190110" y="98425"/>
                    <a:pt x="2188205" y="95885"/>
                    <a:pt x="2186935" y="92710"/>
                  </a:cubicBezTo>
                  <a:cubicBezTo>
                    <a:pt x="2185030" y="89535"/>
                    <a:pt x="2183760" y="86360"/>
                    <a:pt x="2183125" y="82550"/>
                  </a:cubicBezTo>
                  <a:cubicBezTo>
                    <a:pt x="2182490" y="78740"/>
                    <a:pt x="2181855" y="74295"/>
                    <a:pt x="2181855" y="69850"/>
                  </a:cubicBezTo>
                  <a:cubicBezTo>
                    <a:pt x="2181855" y="63500"/>
                    <a:pt x="2182490" y="57150"/>
                    <a:pt x="2184395" y="52070"/>
                  </a:cubicBezTo>
                  <a:cubicBezTo>
                    <a:pt x="2186300" y="46990"/>
                    <a:pt x="2188205" y="42545"/>
                    <a:pt x="2191380" y="39370"/>
                  </a:cubicBezTo>
                  <a:cubicBezTo>
                    <a:pt x="2194555" y="36195"/>
                    <a:pt x="2197730" y="33020"/>
                    <a:pt x="2202175" y="31750"/>
                  </a:cubicBezTo>
                  <a:cubicBezTo>
                    <a:pt x="2206620" y="29845"/>
                    <a:pt x="2211065" y="29210"/>
                    <a:pt x="2216145" y="29210"/>
                  </a:cubicBezTo>
                  <a:close/>
                  <a:moveTo>
                    <a:pt x="2029456" y="29210"/>
                  </a:moveTo>
                  <a:cubicBezTo>
                    <a:pt x="2035171" y="29210"/>
                    <a:pt x="2039616" y="30480"/>
                    <a:pt x="2044061" y="32385"/>
                  </a:cubicBezTo>
                  <a:cubicBezTo>
                    <a:pt x="2047871" y="34290"/>
                    <a:pt x="2051681" y="37465"/>
                    <a:pt x="2054221" y="40640"/>
                  </a:cubicBezTo>
                  <a:cubicBezTo>
                    <a:pt x="2056761" y="44450"/>
                    <a:pt x="2058666" y="48260"/>
                    <a:pt x="2060571" y="53340"/>
                  </a:cubicBezTo>
                  <a:cubicBezTo>
                    <a:pt x="2061841" y="57785"/>
                    <a:pt x="2062476" y="62865"/>
                    <a:pt x="2062476" y="68580"/>
                  </a:cubicBezTo>
                  <a:lnTo>
                    <a:pt x="2061206" y="68580"/>
                  </a:lnTo>
                  <a:cubicBezTo>
                    <a:pt x="2061206" y="68580"/>
                    <a:pt x="2061206" y="71120"/>
                    <a:pt x="2061206" y="72390"/>
                  </a:cubicBezTo>
                  <a:cubicBezTo>
                    <a:pt x="2061206" y="73660"/>
                    <a:pt x="2061206" y="74295"/>
                    <a:pt x="2061206" y="75565"/>
                  </a:cubicBezTo>
                  <a:lnTo>
                    <a:pt x="2009771" y="75565"/>
                  </a:lnTo>
                  <a:cubicBezTo>
                    <a:pt x="2009771" y="79375"/>
                    <a:pt x="2011041" y="82550"/>
                    <a:pt x="2012311" y="85090"/>
                  </a:cubicBezTo>
                  <a:cubicBezTo>
                    <a:pt x="2013581" y="87630"/>
                    <a:pt x="2014851" y="90170"/>
                    <a:pt x="2016756" y="91440"/>
                  </a:cubicBezTo>
                  <a:cubicBezTo>
                    <a:pt x="2018661" y="93345"/>
                    <a:pt x="2020566" y="94615"/>
                    <a:pt x="2022471" y="95250"/>
                  </a:cubicBezTo>
                  <a:cubicBezTo>
                    <a:pt x="2024376" y="95885"/>
                    <a:pt x="2026916" y="96520"/>
                    <a:pt x="2029456" y="96520"/>
                  </a:cubicBezTo>
                  <a:cubicBezTo>
                    <a:pt x="2031361" y="96520"/>
                    <a:pt x="2032631" y="96520"/>
                    <a:pt x="2034536" y="96520"/>
                  </a:cubicBezTo>
                  <a:cubicBezTo>
                    <a:pt x="2035806" y="96520"/>
                    <a:pt x="2037711" y="95885"/>
                    <a:pt x="2038981" y="95250"/>
                  </a:cubicBezTo>
                  <a:cubicBezTo>
                    <a:pt x="2040251" y="95250"/>
                    <a:pt x="2041521" y="93980"/>
                    <a:pt x="2042791" y="93345"/>
                  </a:cubicBezTo>
                  <a:cubicBezTo>
                    <a:pt x="2044061" y="93345"/>
                    <a:pt x="2045331" y="92075"/>
                    <a:pt x="2047236" y="90805"/>
                  </a:cubicBezTo>
                  <a:lnTo>
                    <a:pt x="2056126" y="100330"/>
                  </a:lnTo>
                  <a:cubicBezTo>
                    <a:pt x="2056126" y="100330"/>
                    <a:pt x="2052316" y="103505"/>
                    <a:pt x="2050411" y="104775"/>
                  </a:cubicBezTo>
                  <a:cubicBezTo>
                    <a:pt x="2048506" y="106045"/>
                    <a:pt x="2046601" y="106680"/>
                    <a:pt x="2044696" y="107950"/>
                  </a:cubicBezTo>
                  <a:cubicBezTo>
                    <a:pt x="2042791" y="108585"/>
                    <a:pt x="2040251" y="109855"/>
                    <a:pt x="2037711" y="109855"/>
                  </a:cubicBezTo>
                  <a:cubicBezTo>
                    <a:pt x="2035171" y="109855"/>
                    <a:pt x="2031996" y="110490"/>
                    <a:pt x="2028821" y="110490"/>
                  </a:cubicBezTo>
                  <a:cubicBezTo>
                    <a:pt x="2025646" y="110490"/>
                    <a:pt x="2022471" y="110490"/>
                    <a:pt x="2019296" y="109220"/>
                  </a:cubicBezTo>
                  <a:cubicBezTo>
                    <a:pt x="2016121" y="108585"/>
                    <a:pt x="2013581" y="107315"/>
                    <a:pt x="2011676" y="105410"/>
                  </a:cubicBezTo>
                  <a:cubicBezTo>
                    <a:pt x="2009136" y="104140"/>
                    <a:pt x="2007231" y="102235"/>
                    <a:pt x="2005326" y="100330"/>
                  </a:cubicBezTo>
                  <a:cubicBezTo>
                    <a:pt x="2003421" y="98425"/>
                    <a:pt x="2001516" y="95885"/>
                    <a:pt x="2000246" y="92710"/>
                  </a:cubicBezTo>
                  <a:cubicBezTo>
                    <a:pt x="1998341" y="89535"/>
                    <a:pt x="1997071" y="86360"/>
                    <a:pt x="1996436" y="82550"/>
                  </a:cubicBezTo>
                  <a:cubicBezTo>
                    <a:pt x="1995801" y="78740"/>
                    <a:pt x="1995166" y="74295"/>
                    <a:pt x="1995166" y="69850"/>
                  </a:cubicBezTo>
                  <a:cubicBezTo>
                    <a:pt x="1995166" y="63500"/>
                    <a:pt x="1995801" y="57150"/>
                    <a:pt x="1997706" y="52070"/>
                  </a:cubicBezTo>
                  <a:cubicBezTo>
                    <a:pt x="1999611" y="46990"/>
                    <a:pt x="2001516" y="42545"/>
                    <a:pt x="2004691" y="39370"/>
                  </a:cubicBezTo>
                  <a:cubicBezTo>
                    <a:pt x="2007866" y="36195"/>
                    <a:pt x="2011041" y="33020"/>
                    <a:pt x="2015486" y="31750"/>
                  </a:cubicBezTo>
                  <a:cubicBezTo>
                    <a:pt x="2019931" y="29845"/>
                    <a:pt x="2024376" y="29210"/>
                    <a:pt x="2029456" y="29210"/>
                  </a:cubicBezTo>
                  <a:close/>
                  <a:moveTo>
                    <a:pt x="1831336" y="29210"/>
                  </a:moveTo>
                  <a:cubicBezTo>
                    <a:pt x="1837051" y="29210"/>
                    <a:pt x="1841496" y="30480"/>
                    <a:pt x="1845941" y="32385"/>
                  </a:cubicBezTo>
                  <a:cubicBezTo>
                    <a:pt x="1849751" y="34290"/>
                    <a:pt x="1853561" y="37465"/>
                    <a:pt x="1856101" y="40640"/>
                  </a:cubicBezTo>
                  <a:cubicBezTo>
                    <a:pt x="1858641" y="44450"/>
                    <a:pt x="1860546" y="48260"/>
                    <a:pt x="1862451" y="53340"/>
                  </a:cubicBezTo>
                  <a:cubicBezTo>
                    <a:pt x="1863721" y="57785"/>
                    <a:pt x="1864356" y="62865"/>
                    <a:pt x="1864356" y="68580"/>
                  </a:cubicBezTo>
                  <a:lnTo>
                    <a:pt x="1863086" y="68580"/>
                  </a:lnTo>
                  <a:cubicBezTo>
                    <a:pt x="1863086" y="68580"/>
                    <a:pt x="1863086" y="71120"/>
                    <a:pt x="1863086" y="72390"/>
                  </a:cubicBezTo>
                  <a:cubicBezTo>
                    <a:pt x="1863086" y="73660"/>
                    <a:pt x="1863086" y="74295"/>
                    <a:pt x="1863086" y="75565"/>
                  </a:cubicBezTo>
                  <a:lnTo>
                    <a:pt x="1811651" y="75565"/>
                  </a:lnTo>
                  <a:cubicBezTo>
                    <a:pt x="1811651" y="79375"/>
                    <a:pt x="1812921" y="82550"/>
                    <a:pt x="1814191" y="85090"/>
                  </a:cubicBezTo>
                  <a:cubicBezTo>
                    <a:pt x="1815461" y="87630"/>
                    <a:pt x="1816731" y="90170"/>
                    <a:pt x="1818636" y="91440"/>
                  </a:cubicBezTo>
                  <a:cubicBezTo>
                    <a:pt x="1820541" y="93345"/>
                    <a:pt x="1822446" y="94615"/>
                    <a:pt x="1824351" y="95250"/>
                  </a:cubicBezTo>
                  <a:cubicBezTo>
                    <a:pt x="1826256" y="95885"/>
                    <a:pt x="1828796" y="96520"/>
                    <a:pt x="1831336" y="96520"/>
                  </a:cubicBezTo>
                  <a:cubicBezTo>
                    <a:pt x="1833241" y="96520"/>
                    <a:pt x="1834511" y="96520"/>
                    <a:pt x="1836416" y="96520"/>
                  </a:cubicBezTo>
                  <a:cubicBezTo>
                    <a:pt x="1837686" y="96520"/>
                    <a:pt x="1839591" y="95885"/>
                    <a:pt x="1840861" y="95250"/>
                  </a:cubicBezTo>
                  <a:cubicBezTo>
                    <a:pt x="1842131" y="95250"/>
                    <a:pt x="1843401" y="93980"/>
                    <a:pt x="1844671" y="93345"/>
                  </a:cubicBezTo>
                  <a:cubicBezTo>
                    <a:pt x="1845941" y="93345"/>
                    <a:pt x="1847211" y="92075"/>
                    <a:pt x="1849116" y="90805"/>
                  </a:cubicBezTo>
                  <a:lnTo>
                    <a:pt x="1858006" y="100330"/>
                  </a:lnTo>
                  <a:cubicBezTo>
                    <a:pt x="1858006" y="100330"/>
                    <a:pt x="1854196" y="103505"/>
                    <a:pt x="1852291" y="104775"/>
                  </a:cubicBezTo>
                  <a:cubicBezTo>
                    <a:pt x="1850386" y="106045"/>
                    <a:pt x="1848481" y="106680"/>
                    <a:pt x="1846576" y="107950"/>
                  </a:cubicBezTo>
                  <a:cubicBezTo>
                    <a:pt x="1844671" y="108585"/>
                    <a:pt x="1842131" y="109855"/>
                    <a:pt x="1839591" y="109855"/>
                  </a:cubicBezTo>
                  <a:cubicBezTo>
                    <a:pt x="1837051" y="109855"/>
                    <a:pt x="1833876" y="110490"/>
                    <a:pt x="1830701" y="110490"/>
                  </a:cubicBezTo>
                  <a:cubicBezTo>
                    <a:pt x="1827526" y="110490"/>
                    <a:pt x="1824351" y="110490"/>
                    <a:pt x="1821176" y="109220"/>
                  </a:cubicBezTo>
                  <a:cubicBezTo>
                    <a:pt x="1818001" y="108585"/>
                    <a:pt x="1815461" y="107315"/>
                    <a:pt x="1813556" y="105410"/>
                  </a:cubicBezTo>
                  <a:cubicBezTo>
                    <a:pt x="1811016" y="104140"/>
                    <a:pt x="1809111" y="102235"/>
                    <a:pt x="1807206" y="100330"/>
                  </a:cubicBezTo>
                  <a:cubicBezTo>
                    <a:pt x="1805301" y="98425"/>
                    <a:pt x="1803396" y="95885"/>
                    <a:pt x="1802126" y="92710"/>
                  </a:cubicBezTo>
                  <a:cubicBezTo>
                    <a:pt x="1800221" y="89535"/>
                    <a:pt x="1798951" y="86360"/>
                    <a:pt x="1798316" y="82550"/>
                  </a:cubicBezTo>
                  <a:cubicBezTo>
                    <a:pt x="1797681" y="78740"/>
                    <a:pt x="1797046" y="74295"/>
                    <a:pt x="1797046" y="69850"/>
                  </a:cubicBezTo>
                  <a:cubicBezTo>
                    <a:pt x="1797046" y="63500"/>
                    <a:pt x="1797681" y="57150"/>
                    <a:pt x="1799586" y="52070"/>
                  </a:cubicBezTo>
                  <a:cubicBezTo>
                    <a:pt x="1801491" y="46990"/>
                    <a:pt x="1803396" y="42545"/>
                    <a:pt x="1806571" y="39370"/>
                  </a:cubicBezTo>
                  <a:cubicBezTo>
                    <a:pt x="1809746" y="36195"/>
                    <a:pt x="1812921" y="33020"/>
                    <a:pt x="1817366" y="31750"/>
                  </a:cubicBezTo>
                  <a:cubicBezTo>
                    <a:pt x="1821811" y="29845"/>
                    <a:pt x="1826256" y="29210"/>
                    <a:pt x="1831336" y="29210"/>
                  </a:cubicBezTo>
                  <a:close/>
                  <a:moveTo>
                    <a:pt x="1501140" y="29210"/>
                  </a:moveTo>
                  <a:cubicBezTo>
                    <a:pt x="1503046" y="29210"/>
                    <a:pt x="1504951" y="29210"/>
                    <a:pt x="1506856" y="29210"/>
                  </a:cubicBezTo>
                  <a:cubicBezTo>
                    <a:pt x="1511301" y="29210"/>
                    <a:pt x="1515746" y="29845"/>
                    <a:pt x="1518920" y="31750"/>
                  </a:cubicBezTo>
                  <a:cubicBezTo>
                    <a:pt x="1522096" y="33020"/>
                    <a:pt x="1525271" y="35560"/>
                    <a:pt x="1527811" y="38100"/>
                  </a:cubicBezTo>
                  <a:cubicBezTo>
                    <a:pt x="1530351" y="41275"/>
                    <a:pt x="1531621" y="44450"/>
                    <a:pt x="1532891" y="48895"/>
                  </a:cubicBezTo>
                  <a:cubicBezTo>
                    <a:pt x="1534161" y="53340"/>
                    <a:pt x="1534796" y="58420"/>
                    <a:pt x="1534796" y="64135"/>
                  </a:cubicBezTo>
                  <a:lnTo>
                    <a:pt x="1534796" y="108585"/>
                  </a:lnTo>
                  <a:lnTo>
                    <a:pt x="1519556" y="108585"/>
                  </a:lnTo>
                  <a:lnTo>
                    <a:pt x="1518920" y="108585"/>
                  </a:lnTo>
                  <a:lnTo>
                    <a:pt x="1518920" y="64770"/>
                  </a:lnTo>
                  <a:cubicBezTo>
                    <a:pt x="1518920" y="57785"/>
                    <a:pt x="1517651" y="52070"/>
                    <a:pt x="1515111" y="48895"/>
                  </a:cubicBezTo>
                  <a:cubicBezTo>
                    <a:pt x="1512571" y="45085"/>
                    <a:pt x="1508761" y="43180"/>
                    <a:pt x="1503046" y="43180"/>
                  </a:cubicBezTo>
                  <a:cubicBezTo>
                    <a:pt x="1500506" y="43180"/>
                    <a:pt x="1498601" y="43180"/>
                    <a:pt x="1496061" y="44450"/>
                  </a:cubicBezTo>
                  <a:cubicBezTo>
                    <a:pt x="1494156" y="45085"/>
                    <a:pt x="1492250" y="46990"/>
                    <a:pt x="1490981" y="48260"/>
                  </a:cubicBezTo>
                  <a:cubicBezTo>
                    <a:pt x="1489711" y="50165"/>
                    <a:pt x="1488441" y="52070"/>
                    <a:pt x="1487806" y="54610"/>
                  </a:cubicBezTo>
                  <a:cubicBezTo>
                    <a:pt x="1487806" y="57150"/>
                    <a:pt x="1487170" y="59690"/>
                    <a:pt x="1487170" y="62865"/>
                  </a:cubicBezTo>
                  <a:lnTo>
                    <a:pt x="1487170" y="108585"/>
                  </a:lnTo>
                  <a:lnTo>
                    <a:pt x="1471931" y="108585"/>
                  </a:lnTo>
                  <a:lnTo>
                    <a:pt x="1471931" y="30480"/>
                  </a:lnTo>
                  <a:lnTo>
                    <a:pt x="1487170" y="30480"/>
                  </a:lnTo>
                  <a:lnTo>
                    <a:pt x="1487170" y="38100"/>
                  </a:lnTo>
                  <a:cubicBezTo>
                    <a:pt x="1487170" y="38100"/>
                    <a:pt x="1489076" y="35560"/>
                    <a:pt x="1490981" y="34290"/>
                  </a:cubicBezTo>
                  <a:cubicBezTo>
                    <a:pt x="1492250" y="33020"/>
                    <a:pt x="1494156" y="32385"/>
                    <a:pt x="1495426" y="31115"/>
                  </a:cubicBezTo>
                  <a:cubicBezTo>
                    <a:pt x="1497331" y="30480"/>
                    <a:pt x="1499236" y="29845"/>
                    <a:pt x="1501140" y="29210"/>
                  </a:cubicBezTo>
                  <a:close/>
                  <a:moveTo>
                    <a:pt x="1250316" y="29210"/>
                  </a:moveTo>
                  <a:cubicBezTo>
                    <a:pt x="1255396" y="29210"/>
                    <a:pt x="1259841" y="29845"/>
                    <a:pt x="1264286" y="31750"/>
                  </a:cubicBezTo>
                  <a:cubicBezTo>
                    <a:pt x="1268731" y="33655"/>
                    <a:pt x="1273176" y="35560"/>
                    <a:pt x="1276350" y="38100"/>
                  </a:cubicBezTo>
                  <a:lnTo>
                    <a:pt x="1278256" y="38100"/>
                  </a:lnTo>
                  <a:lnTo>
                    <a:pt x="1271271" y="50165"/>
                  </a:lnTo>
                  <a:cubicBezTo>
                    <a:pt x="1268095" y="47625"/>
                    <a:pt x="1264921" y="46355"/>
                    <a:pt x="1261746" y="45085"/>
                  </a:cubicBezTo>
                  <a:cubicBezTo>
                    <a:pt x="1258570" y="43815"/>
                    <a:pt x="1254761" y="43180"/>
                    <a:pt x="1250951" y="43180"/>
                  </a:cubicBezTo>
                  <a:cubicBezTo>
                    <a:pt x="1247141" y="43180"/>
                    <a:pt x="1244601" y="43815"/>
                    <a:pt x="1242696" y="45085"/>
                  </a:cubicBezTo>
                  <a:cubicBezTo>
                    <a:pt x="1240791" y="46355"/>
                    <a:pt x="1240156" y="48260"/>
                    <a:pt x="1240156" y="50165"/>
                  </a:cubicBezTo>
                  <a:cubicBezTo>
                    <a:pt x="1240156" y="51435"/>
                    <a:pt x="1240156" y="52070"/>
                    <a:pt x="1240156" y="52705"/>
                  </a:cubicBezTo>
                  <a:cubicBezTo>
                    <a:pt x="1240156" y="53340"/>
                    <a:pt x="1241426" y="54610"/>
                    <a:pt x="1242061" y="55245"/>
                  </a:cubicBezTo>
                  <a:cubicBezTo>
                    <a:pt x="1243331" y="55880"/>
                    <a:pt x="1244601" y="57150"/>
                    <a:pt x="1246506" y="57785"/>
                  </a:cubicBezTo>
                  <a:cubicBezTo>
                    <a:pt x="1248411" y="59055"/>
                    <a:pt x="1250951" y="59690"/>
                    <a:pt x="1253491" y="60960"/>
                  </a:cubicBezTo>
                  <a:cubicBezTo>
                    <a:pt x="1257936" y="62865"/>
                    <a:pt x="1261746" y="64135"/>
                    <a:pt x="1264921" y="66040"/>
                  </a:cubicBezTo>
                  <a:cubicBezTo>
                    <a:pt x="1268095" y="67310"/>
                    <a:pt x="1270635" y="69215"/>
                    <a:pt x="1273176" y="71120"/>
                  </a:cubicBezTo>
                  <a:cubicBezTo>
                    <a:pt x="1275080" y="73025"/>
                    <a:pt x="1276985" y="75565"/>
                    <a:pt x="1278256" y="78105"/>
                  </a:cubicBezTo>
                  <a:cubicBezTo>
                    <a:pt x="1279525" y="80645"/>
                    <a:pt x="1280161" y="83820"/>
                    <a:pt x="1280161" y="87630"/>
                  </a:cubicBezTo>
                  <a:cubicBezTo>
                    <a:pt x="1280161" y="92075"/>
                    <a:pt x="1279525" y="95250"/>
                    <a:pt x="1277621" y="98425"/>
                  </a:cubicBezTo>
                  <a:cubicBezTo>
                    <a:pt x="1275716" y="101600"/>
                    <a:pt x="1273811" y="103505"/>
                    <a:pt x="1271271" y="105410"/>
                  </a:cubicBezTo>
                  <a:cubicBezTo>
                    <a:pt x="1268731" y="107315"/>
                    <a:pt x="1265556" y="108585"/>
                    <a:pt x="1261746" y="109220"/>
                  </a:cubicBezTo>
                  <a:cubicBezTo>
                    <a:pt x="1257936" y="109855"/>
                    <a:pt x="1254761" y="110490"/>
                    <a:pt x="1250951" y="110490"/>
                  </a:cubicBezTo>
                  <a:cubicBezTo>
                    <a:pt x="1245871" y="110490"/>
                    <a:pt x="1240791" y="109855"/>
                    <a:pt x="1235711" y="107950"/>
                  </a:cubicBezTo>
                  <a:cubicBezTo>
                    <a:pt x="1229996" y="106045"/>
                    <a:pt x="1225551" y="103505"/>
                    <a:pt x="1221106" y="100965"/>
                  </a:cubicBezTo>
                  <a:lnTo>
                    <a:pt x="1228091" y="89535"/>
                  </a:lnTo>
                  <a:cubicBezTo>
                    <a:pt x="1231901" y="92075"/>
                    <a:pt x="1235711" y="93980"/>
                    <a:pt x="1239521" y="95250"/>
                  </a:cubicBezTo>
                  <a:cubicBezTo>
                    <a:pt x="1243331" y="96520"/>
                    <a:pt x="1247141" y="97155"/>
                    <a:pt x="1250951" y="97155"/>
                  </a:cubicBezTo>
                  <a:cubicBezTo>
                    <a:pt x="1256031" y="97155"/>
                    <a:pt x="1259205" y="96520"/>
                    <a:pt x="1261746" y="94615"/>
                  </a:cubicBezTo>
                  <a:cubicBezTo>
                    <a:pt x="1264286" y="93345"/>
                    <a:pt x="1264921" y="90805"/>
                    <a:pt x="1264921" y="88265"/>
                  </a:cubicBezTo>
                  <a:cubicBezTo>
                    <a:pt x="1264921" y="86995"/>
                    <a:pt x="1264921" y="85725"/>
                    <a:pt x="1263650" y="84455"/>
                  </a:cubicBezTo>
                  <a:cubicBezTo>
                    <a:pt x="1263015" y="83185"/>
                    <a:pt x="1261746" y="82550"/>
                    <a:pt x="1259841" y="81280"/>
                  </a:cubicBezTo>
                  <a:cubicBezTo>
                    <a:pt x="1258570" y="80010"/>
                    <a:pt x="1256666" y="79375"/>
                    <a:pt x="1254125" y="78105"/>
                  </a:cubicBezTo>
                  <a:cubicBezTo>
                    <a:pt x="1252221" y="77470"/>
                    <a:pt x="1249681" y="76200"/>
                    <a:pt x="1246506" y="74930"/>
                  </a:cubicBezTo>
                  <a:cubicBezTo>
                    <a:pt x="1242061" y="73025"/>
                    <a:pt x="1238886" y="71755"/>
                    <a:pt x="1235711" y="69850"/>
                  </a:cubicBezTo>
                  <a:cubicBezTo>
                    <a:pt x="1232536" y="67945"/>
                    <a:pt x="1230631" y="66675"/>
                    <a:pt x="1228726" y="64770"/>
                  </a:cubicBezTo>
                  <a:cubicBezTo>
                    <a:pt x="1226821" y="62865"/>
                    <a:pt x="1225551" y="60960"/>
                    <a:pt x="1224916" y="58420"/>
                  </a:cubicBezTo>
                  <a:cubicBezTo>
                    <a:pt x="1224281" y="55880"/>
                    <a:pt x="1223646" y="53340"/>
                    <a:pt x="1223646" y="50165"/>
                  </a:cubicBezTo>
                  <a:cubicBezTo>
                    <a:pt x="1223646" y="46990"/>
                    <a:pt x="1224281" y="43815"/>
                    <a:pt x="1225551" y="40640"/>
                  </a:cubicBezTo>
                  <a:cubicBezTo>
                    <a:pt x="1226821" y="38100"/>
                    <a:pt x="1228726" y="35560"/>
                    <a:pt x="1231266" y="34290"/>
                  </a:cubicBezTo>
                  <a:cubicBezTo>
                    <a:pt x="1233806" y="32385"/>
                    <a:pt x="1236346" y="31115"/>
                    <a:pt x="1239521" y="30480"/>
                  </a:cubicBezTo>
                  <a:cubicBezTo>
                    <a:pt x="1242696" y="29845"/>
                    <a:pt x="1246506" y="29210"/>
                    <a:pt x="1250316" y="29210"/>
                  </a:cubicBezTo>
                  <a:close/>
                  <a:moveTo>
                    <a:pt x="1180466" y="29210"/>
                  </a:moveTo>
                  <a:cubicBezTo>
                    <a:pt x="1186181" y="29210"/>
                    <a:pt x="1190626" y="30480"/>
                    <a:pt x="1195071" y="32385"/>
                  </a:cubicBezTo>
                  <a:cubicBezTo>
                    <a:pt x="1198881" y="34290"/>
                    <a:pt x="1202691" y="37465"/>
                    <a:pt x="1205231" y="40640"/>
                  </a:cubicBezTo>
                  <a:cubicBezTo>
                    <a:pt x="1207771" y="44450"/>
                    <a:pt x="1209676" y="48260"/>
                    <a:pt x="1211581" y="53340"/>
                  </a:cubicBezTo>
                  <a:cubicBezTo>
                    <a:pt x="1212851" y="57785"/>
                    <a:pt x="1213486" y="62865"/>
                    <a:pt x="1213486" y="68580"/>
                  </a:cubicBezTo>
                  <a:lnTo>
                    <a:pt x="1212216" y="68580"/>
                  </a:lnTo>
                  <a:cubicBezTo>
                    <a:pt x="1212216" y="68580"/>
                    <a:pt x="1212216" y="71120"/>
                    <a:pt x="1212216" y="72390"/>
                  </a:cubicBezTo>
                  <a:cubicBezTo>
                    <a:pt x="1212216" y="73660"/>
                    <a:pt x="1212216" y="74295"/>
                    <a:pt x="1212216" y="75565"/>
                  </a:cubicBezTo>
                  <a:lnTo>
                    <a:pt x="1160781" y="75565"/>
                  </a:lnTo>
                  <a:cubicBezTo>
                    <a:pt x="1160781" y="79375"/>
                    <a:pt x="1162051" y="82550"/>
                    <a:pt x="1163321" y="85090"/>
                  </a:cubicBezTo>
                  <a:cubicBezTo>
                    <a:pt x="1164591" y="87630"/>
                    <a:pt x="1165861" y="90170"/>
                    <a:pt x="1167766" y="91440"/>
                  </a:cubicBezTo>
                  <a:cubicBezTo>
                    <a:pt x="1169671" y="93345"/>
                    <a:pt x="1171576" y="94615"/>
                    <a:pt x="1173481" y="95250"/>
                  </a:cubicBezTo>
                  <a:cubicBezTo>
                    <a:pt x="1175386" y="95885"/>
                    <a:pt x="1177926" y="96520"/>
                    <a:pt x="1180466" y="96520"/>
                  </a:cubicBezTo>
                  <a:cubicBezTo>
                    <a:pt x="1182371" y="96520"/>
                    <a:pt x="1183641" y="96520"/>
                    <a:pt x="1185546" y="96520"/>
                  </a:cubicBezTo>
                  <a:cubicBezTo>
                    <a:pt x="1186816" y="96520"/>
                    <a:pt x="1188721" y="95885"/>
                    <a:pt x="1189991" y="95250"/>
                  </a:cubicBezTo>
                  <a:cubicBezTo>
                    <a:pt x="1191261" y="95250"/>
                    <a:pt x="1192531" y="93980"/>
                    <a:pt x="1193801" y="93345"/>
                  </a:cubicBezTo>
                  <a:cubicBezTo>
                    <a:pt x="1195071" y="93345"/>
                    <a:pt x="1196341" y="92075"/>
                    <a:pt x="1198246" y="90805"/>
                  </a:cubicBezTo>
                  <a:lnTo>
                    <a:pt x="1207136" y="100330"/>
                  </a:lnTo>
                  <a:cubicBezTo>
                    <a:pt x="1207136" y="100330"/>
                    <a:pt x="1203326" y="103505"/>
                    <a:pt x="1201421" y="104775"/>
                  </a:cubicBezTo>
                  <a:cubicBezTo>
                    <a:pt x="1199516" y="106045"/>
                    <a:pt x="1197611" y="106680"/>
                    <a:pt x="1195706" y="107950"/>
                  </a:cubicBezTo>
                  <a:cubicBezTo>
                    <a:pt x="1193801" y="108585"/>
                    <a:pt x="1191261" y="109855"/>
                    <a:pt x="1188721" y="109855"/>
                  </a:cubicBezTo>
                  <a:cubicBezTo>
                    <a:pt x="1186181" y="109855"/>
                    <a:pt x="1183006" y="110490"/>
                    <a:pt x="1179831" y="110490"/>
                  </a:cubicBezTo>
                  <a:cubicBezTo>
                    <a:pt x="1176656" y="110490"/>
                    <a:pt x="1173481" y="110490"/>
                    <a:pt x="1170306" y="109220"/>
                  </a:cubicBezTo>
                  <a:cubicBezTo>
                    <a:pt x="1167131" y="108585"/>
                    <a:pt x="1164591" y="107315"/>
                    <a:pt x="1162686" y="105410"/>
                  </a:cubicBezTo>
                  <a:cubicBezTo>
                    <a:pt x="1160781" y="103505"/>
                    <a:pt x="1158241" y="102235"/>
                    <a:pt x="1156336" y="100330"/>
                  </a:cubicBezTo>
                  <a:cubicBezTo>
                    <a:pt x="1154431" y="98425"/>
                    <a:pt x="1152526" y="95885"/>
                    <a:pt x="1151256" y="92710"/>
                  </a:cubicBezTo>
                  <a:cubicBezTo>
                    <a:pt x="1149351" y="89535"/>
                    <a:pt x="1148081" y="86360"/>
                    <a:pt x="1147446" y="82550"/>
                  </a:cubicBezTo>
                  <a:cubicBezTo>
                    <a:pt x="1146811" y="78740"/>
                    <a:pt x="1146176" y="74295"/>
                    <a:pt x="1146176" y="69850"/>
                  </a:cubicBezTo>
                  <a:cubicBezTo>
                    <a:pt x="1146176" y="63500"/>
                    <a:pt x="1146811" y="57150"/>
                    <a:pt x="1148716" y="52070"/>
                  </a:cubicBezTo>
                  <a:cubicBezTo>
                    <a:pt x="1150621" y="46990"/>
                    <a:pt x="1152526" y="42545"/>
                    <a:pt x="1155701" y="39370"/>
                  </a:cubicBezTo>
                  <a:cubicBezTo>
                    <a:pt x="1158876" y="36195"/>
                    <a:pt x="1162051" y="33020"/>
                    <a:pt x="1166496" y="31750"/>
                  </a:cubicBezTo>
                  <a:cubicBezTo>
                    <a:pt x="1170941" y="29845"/>
                    <a:pt x="1175386" y="29210"/>
                    <a:pt x="1180466" y="29210"/>
                  </a:cubicBezTo>
                  <a:close/>
                  <a:moveTo>
                    <a:pt x="901065" y="29210"/>
                  </a:moveTo>
                  <a:cubicBezTo>
                    <a:pt x="906780" y="29210"/>
                    <a:pt x="911225" y="30480"/>
                    <a:pt x="915670" y="32385"/>
                  </a:cubicBezTo>
                  <a:cubicBezTo>
                    <a:pt x="919480" y="34290"/>
                    <a:pt x="923290" y="37465"/>
                    <a:pt x="925830" y="40640"/>
                  </a:cubicBezTo>
                  <a:cubicBezTo>
                    <a:pt x="928370" y="44450"/>
                    <a:pt x="930275" y="48260"/>
                    <a:pt x="932180" y="53340"/>
                  </a:cubicBezTo>
                  <a:cubicBezTo>
                    <a:pt x="933450" y="57785"/>
                    <a:pt x="934085" y="62865"/>
                    <a:pt x="934085" y="68580"/>
                  </a:cubicBezTo>
                  <a:lnTo>
                    <a:pt x="932815" y="68580"/>
                  </a:lnTo>
                  <a:cubicBezTo>
                    <a:pt x="932815" y="68580"/>
                    <a:pt x="932815" y="71120"/>
                    <a:pt x="932815" y="72390"/>
                  </a:cubicBezTo>
                  <a:cubicBezTo>
                    <a:pt x="932815" y="73660"/>
                    <a:pt x="932815" y="74295"/>
                    <a:pt x="932815" y="75565"/>
                  </a:cubicBezTo>
                  <a:lnTo>
                    <a:pt x="881380" y="75565"/>
                  </a:lnTo>
                  <a:cubicBezTo>
                    <a:pt x="881380" y="79375"/>
                    <a:pt x="882650" y="82550"/>
                    <a:pt x="883920" y="85090"/>
                  </a:cubicBezTo>
                  <a:cubicBezTo>
                    <a:pt x="885190" y="87630"/>
                    <a:pt x="886460" y="90170"/>
                    <a:pt x="888365" y="91440"/>
                  </a:cubicBezTo>
                  <a:cubicBezTo>
                    <a:pt x="890270" y="93345"/>
                    <a:pt x="892175" y="94615"/>
                    <a:pt x="894080" y="95250"/>
                  </a:cubicBezTo>
                  <a:cubicBezTo>
                    <a:pt x="895985" y="95885"/>
                    <a:pt x="898525" y="96520"/>
                    <a:pt x="901065" y="96520"/>
                  </a:cubicBezTo>
                  <a:cubicBezTo>
                    <a:pt x="902970" y="96520"/>
                    <a:pt x="904240" y="96520"/>
                    <a:pt x="906145" y="96520"/>
                  </a:cubicBezTo>
                  <a:cubicBezTo>
                    <a:pt x="907415" y="96520"/>
                    <a:pt x="909320" y="95885"/>
                    <a:pt x="910590" y="95250"/>
                  </a:cubicBezTo>
                  <a:cubicBezTo>
                    <a:pt x="911860" y="95250"/>
                    <a:pt x="913130" y="93980"/>
                    <a:pt x="914400" y="93345"/>
                  </a:cubicBezTo>
                  <a:cubicBezTo>
                    <a:pt x="915670" y="93345"/>
                    <a:pt x="916940" y="92075"/>
                    <a:pt x="918845" y="90805"/>
                  </a:cubicBezTo>
                  <a:lnTo>
                    <a:pt x="927735" y="100330"/>
                  </a:lnTo>
                  <a:cubicBezTo>
                    <a:pt x="927735" y="100330"/>
                    <a:pt x="923925" y="103505"/>
                    <a:pt x="922020" y="104775"/>
                  </a:cubicBezTo>
                  <a:cubicBezTo>
                    <a:pt x="920115" y="106045"/>
                    <a:pt x="918210" y="106680"/>
                    <a:pt x="916305" y="107950"/>
                  </a:cubicBezTo>
                  <a:cubicBezTo>
                    <a:pt x="914400" y="108585"/>
                    <a:pt x="911860" y="109855"/>
                    <a:pt x="909320" y="109855"/>
                  </a:cubicBezTo>
                  <a:cubicBezTo>
                    <a:pt x="906780" y="109855"/>
                    <a:pt x="903605" y="110490"/>
                    <a:pt x="900430" y="110490"/>
                  </a:cubicBezTo>
                  <a:cubicBezTo>
                    <a:pt x="897255" y="110490"/>
                    <a:pt x="894080" y="110490"/>
                    <a:pt x="890905" y="109220"/>
                  </a:cubicBezTo>
                  <a:cubicBezTo>
                    <a:pt x="887730" y="108585"/>
                    <a:pt x="885190" y="107315"/>
                    <a:pt x="883285" y="105410"/>
                  </a:cubicBezTo>
                  <a:cubicBezTo>
                    <a:pt x="881380" y="103505"/>
                    <a:pt x="878840" y="102235"/>
                    <a:pt x="876935" y="100330"/>
                  </a:cubicBezTo>
                  <a:cubicBezTo>
                    <a:pt x="875030" y="98425"/>
                    <a:pt x="873125" y="95885"/>
                    <a:pt x="871855" y="92710"/>
                  </a:cubicBezTo>
                  <a:cubicBezTo>
                    <a:pt x="869950" y="89535"/>
                    <a:pt x="868680" y="86360"/>
                    <a:pt x="868045" y="82550"/>
                  </a:cubicBezTo>
                  <a:cubicBezTo>
                    <a:pt x="867410" y="78740"/>
                    <a:pt x="866775" y="74295"/>
                    <a:pt x="866775" y="69850"/>
                  </a:cubicBezTo>
                  <a:cubicBezTo>
                    <a:pt x="866775" y="63500"/>
                    <a:pt x="867410" y="57150"/>
                    <a:pt x="869315" y="52070"/>
                  </a:cubicBezTo>
                  <a:cubicBezTo>
                    <a:pt x="871220" y="46990"/>
                    <a:pt x="873125" y="42545"/>
                    <a:pt x="876300" y="39370"/>
                  </a:cubicBezTo>
                  <a:cubicBezTo>
                    <a:pt x="879475" y="36195"/>
                    <a:pt x="882650" y="33020"/>
                    <a:pt x="887095" y="31750"/>
                  </a:cubicBezTo>
                  <a:cubicBezTo>
                    <a:pt x="891540" y="29845"/>
                    <a:pt x="895985" y="29210"/>
                    <a:pt x="901065" y="29210"/>
                  </a:cubicBezTo>
                  <a:close/>
                  <a:moveTo>
                    <a:pt x="668656" y="29210"/>
                  </a:moveTo>
                  <a:cubicBezTo>
                    <a:pt x="671830" y="29210"/>
                    <a:pt x="674370" y="29210"/>
                    <a:pt x="676275" y="29845"/>
                  </a:cubicBezTo>
                  <a:cubicBezTo>
                    <a:pt x="678181" y="29845"/>
                    <a:pt x="680086" y="31115"/>
                    <a:pt x="681991" y="32385"/>
                  </a:cubicBezTo>
                  <a:lnTo>
                    <a:pt x="678181" y="46990"/>
                  </a:lnTo>
                  <a:lnTo>
                    <a:pt x="676910" y="46990"/>
                  </a:lnTo>
                  <a:cubicBezTo>
                    <a:pt x="676910" y="46990"/>
                    <a:pt x="673736" y="45085"/>
                    <a:pt x="671830" y="45085"/>
                  </a:cubicBezTo>
                  <a:cubicBezTo>
                    <a:pt x="669925" y="45085"/>
                    <a:pt x="668020" y="44450"/>
                    <a:pt x="665480" y="44450"/>
                  </a:cubicBezTo>
                  <a:cubicBezTo>
                    <a:pt x="660400" y="44450"/>
                    <a:pt x="656590" y="46355"/>
                    <a:pt x="654050" y="49530"/>
                  </a:cubicBezTo>
                  <a:cubicBezTo>
                    <a:pt x="651510" y="52705"/>
                    <a:pt x="650240" y="57785"/>
                    <a:pt x="650240" y="64770"/>
                  </a:cubicBezTo>
                  <a:lnTo>
                    <a:pt x="650240" y="109220"/>
                  </a:lnTo>
                  <a:lnTo>
                    <a:pt x="635000" y="109220"/>
                  </a:lnTo>
                  <a:lnTo>
                    <a:pt x="635000" y="31115"/>
                  </a:lnTo>
                  <a:lnTo>
                    <a:pt x="650240" y="31115"/>
                  </a:lnTo>
                  <a:lnTo>
                    <a:pt x="650240" y="38735"/>
                  </a:lnTo>
                  <a:cubicBezTo>
                    <a:pt x="650240" y="38735"/>
                    <a:pt x="652145" y="36195"/>
                    <a:pt x="653416" y="34925"/>
                  </a:cubicBezTo>
                  <a:cubicBezTo>
                    <a:pt x="654685" y="33655"/>
                    <a:pt x="655955" y="33020"/>
                    <a:pt x="657861" y="31750"/>
                  </a:cubicBezTo>
                  <a:cubicBezTo>
                    <a:pt x="659130" y="31115"/>
                    <a:pt x="661035" y="30480"/>
                    <a:pt x="662940" y="29845"/>
                  </a:cubicBezTo>
                  <a:cubicBezTo>
                    <a:pt x="664845" y="29845"/>
                    <a:pt x="666751" y="29210"/>
                    <a:pt x="668656" y="29210"/>
                  </a:cubicBezTo>
                  <a:close/>
                  <a:moveTo>
                    <a:pt x="586739" y="29210"/>
                  </a:moveTo>
                  <a:cubicBezTo>
                    <a:pt x="592454" y="29210"/>
                    <a:pt x="596899" y="30480"/>
                    <a:pt x="601344" y="32385"/>
                  </a:cubicBezTo>
                  <a:cubicBezTo>
                    <a:pt x="605154" y="34290"/>
                    <a:pt x="608964" y="37465"/>
                    <a:pt x="611504" y="40640"/>
                  </a:cubicBezTo>
                  <a:cubicBezTo>
                    <a:pt x="614044" y="44450"/>
                    <a:pt x="615949" y="48260"/>
                    <a:pt x="617854" y="53340"/>
                  </a:cubicBezTo>
                  <a:cubicBezTo>
                    <a:pt x="619124" y="57785"/>
                    <a:pt x="619759" y="62865"/>
                    <a:pt x="619759" y="68580"/>
                  </a:cubicBezTo>
                  <a:lnTo>
                    <a:pt x="618489" y="68580"/>
                  </a:lnTo>
                  <a:cubicBezTo>
                    <a:pt x="618489" y="68580"/>
                    <a:pt x="618489" y="71120"/>
                    <a:pt x="618489" y="72390"/>
                  </a:cubicBezTo>
                  <a:cubicBezTo>
                    <a:pt x="618489" y="73660"/>
                    <a:pt x="618489" y="74295"/>
                    <a:pt x="618489" y="75565"/>
                  </a:cubicBezTo>
                  <a:lnTo>
                    <a:pt x="567054" y="75565"/>
                  </a:lnTo>
                  <a:cubicBezTo>
                    <a:pt x="567054" y="79375"/>
                    <a:pt x="568324" y="82550"/>
                    <a:pt x="569594" y="85090"/>
                  </a:cubicBezTo>
                  <a:cubicBezTo>
                    <a:pt x="570864" y="87630"/>
                    <a:pt x="572134" y="90170"/>
                    <a:pt x="574039" y="91440"/>
                  </a:cubicBezTo>
                  <a:cubicBezTo>
                    <a:pt x="575944" y="93345"/>
                    <a:pt x="577849" y="94615"/>
                    <a:pt x="579754" y="95250"/>
                  </a:cubicBezTo>
                  <a:cubicBezTo>
                    <a:pt x="581659" y="95885"/>
                    <a:pt x="584199" y="96520"/>
                    <a:pt x="586739" y="96520"/>
                  </a:cubicBezTo>
                  <a:cubicBezTo>
                    <a:pt x="588644" y="96520"/>
                    <a:pt x="589914" y="96520"/>
                    <a:pt x="591819" y="96520"/>
                  </a:cubicBezTo>
                  <a:cubicBezTo>
                    <a:pt x="593089" y="96520"/>
                    <a:pt x="594994" y="95885"/>
                    <a:pt x="596264" y="95250"/>
                  </a:cubicBezTo>
                  <a:cubicBezTo>
                    <a:pt x="597534" y="95250"/>
                    <a:pt x="598804" y="93980"/>
                    <a:pt x="600074" y="93345"/>
                  </a:cubicBezTo>
                  <a:cubicBezTo>
                    <a:pt x="601344" y="93345"/>
                    <a:pt x="602614" y="92075"/>
                    <a:pt x="604519" y="90805"/>
                  </a:cubicBezTo>
                  <a:lnTo>
                    <a:pt x="613409" y="100330"/>
                  </a:lnTo>
                  <a:cubicBezTo>
                    <a:pt x="613409" y="100330"/>
                    <a:pt x="609599" y="103505"/>
                    <a:pt x="607694" y="104775"/>
                  </a:cubicBezTo>
                  <a:cubicBezTo>
                    <a:pt x="605789" y="106045"/>
                    <a:pt x="603884" y="106680"/>
                    <a:pt x="601979" y="107950"/>
                  </a:cubicBezTo>
                  <a:cubicBezTo>
                    <a:pt x="600074" y="108585"/>
                    <a:pt x="597534" y="109855"/>
                    <a:pt x="594994" y="109855"/>
                  </a:cubicBezTo>
                  <a:cubicBezTo>
                    <a:pt x="592454" y="109855"/>
                    <a:pt x="589279" y="110490"/>
                    <a:pt x="586104" y="110490"/>
                  </a:cubicBezTo>
                  <a:cubicBezTo>
                    <a:pt x="582929" y="110490"/>
                    <a:pt x="579754" y="110490"/>
                    <a:pt x="576579" y="109220"/>
                  </a:cubicBezTo>
                  <a:cubicBezTo>
                    <a:pt x="573404" y="108585"/>
                    <a:pt x="570864" y="107315"/>
                    <a:pt x="568959" y="105410"/>
                  </a:cubicBezTo>
                  <a:cubicBezTo>
                    <a:pt x="566419" y="104140"/>
                    <a:pt x="564514" y="102235"/>
                    <a:pt x="562609" y="100330"/>
                  </a:cubicBezTo>
                  <a:cubicBezTo>
                    <a:pt x="560704" y="98425"/>
                    <a:pt x="558799" y="95885"/>
                    <a:pt x="557529" y="92710"/>
                  </a:cubicBezTo>
                  <a:cubicBezTo>
                    <a:pt x="555624" y="89535"/>
                    <a:pt x="554354" y="86360"/>
                    <a:pt x="553719" y="82550"/>
                  </a:cubicBezTo>
                  <a:cubicBezTo>
                    <a:pt x="553084" y="78740"/>
                    <a:pt x="552449" y="74295"/>
                    <a:pt x="552449" y="69850"/>
                  </a:cubicBezTo>
                  <a:cubicBezTo>
                    <a:pt x="552449" y="63500"/>
                    <a:pt x="553084" y="57150"/>
                    <a:pt x="554989" y="52070"/>
                  </a:cubicBezTo>
                  <a:cubicBezTo>
                    <a:pt x="556894" y="46990"/>
                    <a:pt x="558799" y="42545"/>
                    <a:pt x="561974" y="39370"/>
                  </a:cubicBezTo>
                  <a:cubicBezTo>
                    <a:pt x="565149" y="36195"/>
                    <a:pt x="568324" y="33020"/>
                    <a:pt x="572769" y="31750"/>
                  </a:cubicBezTo>
                  <a:cubicBezTo>
                    <a:pt x="577214" y="29845"/>
                    <a:pt x="581659" y="29210"/>
                    <a:pt x="586739" y="29210"/>
                  </a:cubicBezTo>
                  <a:close/>
                  <a:moveTo>
                    <a:pt x="400050" y="29210"/>
                  </a:moveTo>
                  <a:cubicBezTo>
                    <a:pt x="405765" y="29210"/>
                    <a:pt x="410210" y="30480"/>
                    <a:pt x="414655" y="32385"/>
                  </a:cubicBezTo>
                  <a:cubicBezTo>
                    <a:pt x="418465" y="34290"/>
                    <a:pt x="422275" y="37465"/>
                    <a:pt x="424815" y="40640"/>
                  </a:cubicBezTo>
                  <a:cubicBezTo>
                    <a:pt x="427355" y="44450"/>
                    <a:pt x="429260" y="48260"/>
                    <a:pt x="431165" y="53340"/>
                  </a:cubicBezTo>
                  <a:cubicBezTo>
                    <a:pt x="432435" y="57785"/>
                    <a:pt x="433070" y="62865"/>
                    <a:pt x="433070" y="68580"/>
                  </a:cubicBezTo>
                  <a:lnTo>
                    <a:pt x="431800" y="68580"/>
                  </a:lnTo>
                  <a:cubicBezTo>
                    <a:pt x="431800" y="68580"/>
                    <a:pt x="431800" y="71120"/>
                    <a:pt x="431800" y="72390"/>
                  </a:cubicBezTo>
                  <a:cubicBezTo>
                    <a:pt x="431800" y="73660"/>
                    <a:pt x="431800" y="74295"/>
                    <a:pt x="431800" y="75565"/>
                  </a:cubicBezTo>
                  <a:lnTo>
                    <a:pt x="380365" y="75565"/>
                  </a:lnTo>
                  <a:cubicBezTo>
                    <a:pt x="380365" y="79375"/>
                    <a:pt x="381635" y="82550"/>
                    <a:pt x="382905" y="85090"/>
                  </a:cubicBezTo>
                  <a:cubicBezTo>
                    <a:pt x="384175" y="87630"/>
                    <a:pt x="385445" y="90170"/>
                    <a:pt x="387350" y="91440"/>
                  </a:cubicBezTo>
                  <a:cubicBezTo>
                    <a:pt x="389255" y="93345"/>
                    <a:pt x="391160" y="94615"/>
                    <a:pt x="393065" y="95250"/>
                  </a:cubicBezTo>
                  <a:cubicBezTo>
                    <a:pt x="394970" y="95885"/>
                    <a:pt x="397510" y="96520"/>
                    <a:pt x="400050" y="96520"/>
                  </a:cubicBezTo>
                  <a:cubicBezTo>
                    <a:pt x="401955" y="96520"/>
                    <a:pt x="403225" y="96520"/>
                    <a:pt x="405130" y="96520"/>
                  </a:cubicBezTo>
                  <a:cubicBezTo>
                    <a:pt x="406400" y="96520"/>
                    <a:pt x="408305" y="95885"/>
                    <a:pt x="409575" y="95250"/>
                  </a:cubicBezTo>
                  <a:cubicBezTo>
                    <a:pt x="410845" y="95250"/>
                    <a:pt x="412115" y="93980"/>
                    <a:pt x="413385" y="93345"/>
                  </a:cubicBezTo>
                  <a:cubicBezTo>
                    <a:pt x="414655" y="93345"/>
                    <a:pt x="415925" y="92075"/>
                    <a:pt x="417830" y="90805"/>
                  </a:cubicBezTo>
                  <a:lnTo>
                    <a:pt x="426720" y="100330"/>
                  </a:lnTo>
                  <a:cubicBezTo>
                    <a:pt x="426720" y="100330"/>
                    <a:pt x="422910" y="103505"/>
                    <a:pt x="421005" y="104775"/>
                  </a:cubicBezTo>
                  <a:cubicBezTo>
                    <a:pt x="419100" y="106045"/>
                    <a:pt x="417195" y="106680"/>
                    <a:pt x="415290" y="107950"/>
                  </a:cubicBezTo>
                  <a:cubicBezTo>
                    <a:pt x="413385" y="108585"/>
                    <a:pt x="410845" y="109855"/>
                    <a:pt x="408305" y="109855"/>
                  </a:cubicBezTo>
                  <a:cubicBezTo>
                    <a:pt x="405765" y="109855"/>
                    <a:pt x="402590" y="110490"/>
                    <a:pt x="399415" y="110490"/>
                  </a:cubicBezTo>
                  <a:cubicBezTo>
                    <a:pt x="396240" y="110490"/>
                    <a:pt x="393065" y="110490"/>
                    <a:pt x="389890" y="109220"/>
                  </a:cubicBezTo>
                  <a:cubicBezTo>
                    <a:pt x="386715" y="108585"/>
                    <a:pt x="384175" y="107315"/>
                    <a:pt x="382270" y="105410"/>
                  </a:cubicBezTo>
                  <a:cubicBezTo>
                    <a:pt x="380365" y="103505"/>
                    <a:pt x="377825" y="102235"/>
                    <a:pt x="375920" y="100330"/>
                  </a:cubicBezTo>
                  <a:cubicBezTo>
                    <a:pt x="374015" y="98425"/>
                    <a:pt x="372110" y="95885"/>
                    <a:pt x="370840" y="92710"/>
                  </a:cubicBezTo>
                  <a:cubicBezTo>
                    <a:pt x="368935" y="89535"/>
                    <a:pt x="367665" y="86360"/>
                    <a:pt x="367030" y="82550"/>
                  </a:cubicBezTo>
                  <a:cubicBezTo>
                    <a:pt x="366395" y="78740"/>
                    <a:pt x="365760" y="74295"/>
                    <a:pt x="365760" y="69850"/>
                  </a:cubicBezTo>
                  <a:cubicBezTo>
                    <a:pt x="365760" y="63500"/>
                    <a:pt x="366395" y="57150"/>
                    <a:pt x="368300" y="52070"/>
                  </a:cubicBezTo>
                  <a:cubicBezTo>
                    <a:pt x="370205" y="46990"/>
                    <a:pt x="372110" y="42545"/>
                    <a:pt x="375285" y="39370"/>
                  </a:cubicBezTo>
                  <a:cubicBezTo>
                    <a:pt x="378460" y="36195"/>
                    <a:pt x="381635" y="33020"/>
                    <a:pt x="386080" y="31750"/>
                  </a:cubicBezTo>
                  <a:cubicBezTo>
                    <a:pt x="390525" y="29845"/>
                    <a:pt x="394970" y="29210"/>
                    <a:pt x="400050" y="29210"/>
                  </a:cubicBezTo>
                  <a:close/>
                  <a:moveTo>
                    <a:pt x="201930" y="29210"/>
                  </a:moveTo>
                  <a:cubicBezTo>
                    <a:pt x="207645" y="29210"/>
                    <a:pt x="212090" y="30480"/>
                    <a:pt x="216535" y="32385"/>
                  </a:cubicBezTo>
                  <a:cubicBezTo>
                    <a:pt x="220345" y="34290"/>
                    <a:pt x="224155" y="37465"/>
                    <a:pt x="226695" y="40640"/>
                  </a:cubicBezTo>
                  <a:cubicBezTo>
                    <a:pt x="229235" y="44450"/>
                    <a:pt x="231140" y="48260"/>
                    <a:pt x="233045" y="53340"/>
                  </a:cubicBezTo>
                  <a:cubicBezTo>
                    <a:pt x="234315" y="57785"/>
                    <a:pt x="234950" y="62865"/>
                    <a:pt x="234950" y="68580"/>
                  </a:cubicBezTo>
                  <a:lnTo>
                    <a:pt x="233680" y="68580"/>
                  </a:lnTo>
                  <a:cubicBezTo>
                    <a:pt x="233680" y="68580"/>
                    <a:pt x="233680" y="71120"/>
                    <a:pt x="233680" y="72390"/>
                  </a:cubicBezTo>
                  <a:cubicBezTo>
                    <a:pt x="233680" y="73660"/>
                    <a:pt x="233680" y="74295"/>
                    <a:pt x="233680" y="75565"/>
                  </a:cubicBezTo>
                  <a:lnTo>
                    <a:pt x="182245" y="75565"/>
                  </a:lnTo>
                  <a:cubicBezTo>
                    <a:pt x="182245" y="79375"/>
                    <a:pt x="183515" y="82550"/>
                    <a:pt x="184785" y="85090"/>
                  </a:cubicBezTo>
                  <a:cubicBezTo>
                    <a:pt x="186055" y="87630"/>
                    <a:pt x="187325" y="90170"/>
                    <a:pt x="189230" y="91440"/>
                  </a:cubicBezTo>
                  <a:cubicBezTo>
                    <a:pt x="191135" y="93345"/>
                    <a:pt x="193040" y="94615"/>
                    <a:pt x="194945" y="95250"/>
                  </a:cubicBezTo>
                  <a:cubicBezTo>
                    <a:pt x="196850" y="95885"/>
                    <a:pt x="199390" y="96520"/>
                    <a:pt x="201930" y="96520"/>
                  </a:cubicBezTo>
                  <a:cubicBezTo>
                    <a:pt x="203835" y="96520"/>
                    <a:pt x="205105" y="96520"/>
                    <a:pt x="207010" y="96520"/>
                  </a:cubicBezTo>
                  <a:cubicBezTo>
                    <a:pt x="208280" y="96520"/>
                    <a:pt x="210185" y="95885"/>
                    <a:pt x="211455" y="95250"/>
                  </a:cubicBezTo>
                  <a:cubicBezTo>
                    <a:pt x="212725" y="95250"/>
                    <a:pt x="213995" y="93980"/>
                    <a:pt x="215265" y="93345"/>
                  </a:cubicBezTo>
                  <a:cubicBezTo>
                    <a:pt x="216535" y="93345"/>
                    <a:pt x="217805" y="92075"/>
                    <a:pt x="219710" y="90805"/>
                  </a:cubicBezTo>
                  <a:lnTo>
                    <a:pt x="228600" y="100330"/>
                  </a:lnTo>
                  <a:cubicBezTo>
                    <a:pt x="228600" y="100330"/>
                    <a:pt x="224790" y="103505"/>
                    <a:pt x="222885" y="104775"/>
                  </a:cubicBezTo>
                  <a:cubicBezTo>
                    <a:pt x="220980" y="106045"/>
                    <a:pt x="219075" y="106680"/>
                    <a:pt x="217170" y="107950"/>
                  </a:cubicBezTo>
                  <a:cubicBezTo>
                    <a:pt x="215265" y="108585"/>
                    <a:pt x="212725" y="109855"/>
                    <a:pt x="210185" y="109855"/>
                  </a:cubicBezTo>
                  <a:cubicBezTo>
                    <a:pt x="207645" y="109855"/>
                    <a:pt x="204470" y="110490"/>
                    <a:pt x="201295" y="110490"/>
                  </a:cubicBezTo>
                  <a:cubicBezTo>
                    <a:pt x="198120" y="110490"/>
                    <a:pt x="194945" y="110490"/>
                    <a:pt x="191770" y="109220"/>
                  </a:cubicBezTo>
                  <a:cubicBezTo>
                    <a:pt x="188595" y="108585"/>
                    <a:pt x="186055" y="107315"/>
                    <a:pt x="184150" y="105410"/>
                  </a:cubicBezTo>
                  <a:cubicBezTo>
                    <a:pt x="181610" y="104140"/>
                    <a:pt x="179705" y="102235"/>
                    <a:pt x="177800" y="100330"/>
                  </a:cubicBezTo>
                  <a:cubicBezTo>
                    <a:pt x="175895" y="98425"/>
                    <a:pt x="173990" y="95885"/>
                    <a:pt x="172720" y="92710"/>
                  </a:cubicBezTo>
                  <a:cubicBezTo>
                    <a:pt x="170815" y="89535"/>
                    <a:pt x="169545" y="86360"/>
                    <a:pt x="168910" y="82550"/>
                  </a:cubicBezTo>
                  <a:cubicBezTo>
                    <a:pt x="168275" y="78740"/>
                    <a:pt x="167640" y="74295"/>
                    <a:pt x="167640" y="69850"/>
                  </a:cubicBezTo>
                  <a:cubicBezTo>
                    <a:pt x="167640" y="63500"/>
                    <a:pt x="168275" y="57150"/>
                    <a:pt x="170180" y="52070"/>
                  </a:cubicBezTo>
                  <a:cubicBezTo>
                    <a:pt x="172085" y="46990"/>
                    <a:pt x="173990" y="42545"/>
                    <a:pt x="177165" y="39370"/>
                  </a:cubicBezTo>
                  <a:cubicBezTo>
                    <a:pt x="180340" y="36195"/>
                    <a:pt x="183515" y="33020"/>
                    <a:pt x="187960" y="31750"/>
                  </a:cubicBezTo>
                  <a:cubicBezTo>
                    <a:pt x="192405" y="29845"/>
                    <a:pt x="196850" y="29210"/>
                    <a:pt x="201930" y="29210"/>
                  </a:cubicBezTo>
                  <a:close/>
                  <a:moveTo>
                    <a:pt x="4664706" y="28574"/>
                  </a:moveTo>
                  <a:cubicBezTo>
                    <a:pt x="4669786" y="28574"/>
                    <a:pt x="4674231" y="29209"/>
                    <a:pt x="4678676" y="31749"/>
                  </a:cubicBezTo>
                  <a:cubicBezTo>
                    <a:pt x="4683121" y="33654"/>
                    <a:pt x="4686296" y="36194"/>
                    <a:pt x="4689471" y="40004"/>
                  </a:cubicBezTo>
                  <a:cubicBezTo>
                    <a:pt x="4692646" y="43814"/>
                    <a:pt x="4695186" y="47624"/>
                    <a:pt x="4696456" y="52704"/>
                  </a:cubicBezTo>
                  <a:cubicBezTo>
                    <a:pt x="4698361" y="57784"/>
                    <a:pt x="4698996" y="63499"/>
                    <a:pt x="4698996" y="69214"/>
                  </a:cubicBezTo>
                  <a:lnTo>
                    <a:pt x="4699631" y="69214"/>
                  </a:lnTo>
                  <a:cubicBezTo>
                    <a:pt x="4699631" y="75564"/>
                    <a:pt x="4698996" y="81279"/>
                    <a:pt x="4697091" y="86359"/>
                  </a:cubicBezTo>
                  <a:cubicBezTo>
                    <a:pt x="4695186" y="91439"/>
                    <a:pt x="4692646" y="95884"/>
                    <a:pt x="4689471" y="99059"/>
                  </a:cubicBezTo>
                  <a:cubicBezTo>
                    <a:pt x="4686296" y="102869"/>
                    <a:pt x="4682486" y="105409"/>
                    <a:pt x="4678041" y="107314"/>
                  </a:cubicBezTo>
                  <a:cubicBezTo>
                    <a:pt x="4673596" y="109219"/>
                    <a:pt x="4669151" y="109854"/>
                    <a:pt x="4664071" y="109854"/>
                  </a:cubicBezTo>
                  <a:cubicBezTo>
                    <a:pt x="4658991" y="109854"/>
                    <a:pt x="4654546" y="108584"/>
                    <a:pt x="4650101" y="106679"/>
                  </a:cubicBezTo>
                  <a:cubicBezTo>
                    <a:pt x="4645656" y="104774"/>
                    <a:pt x="4642481" y="102234"/>
                    <a:pt x="4639306" y="98424"/>
                  </a:cubicBezTo>
                  <a:cubicBezTo>
                    <a:pt x="4636131" y="94614"/>
                    <a:pt x="4633591" y="90804"/>
                    <a:pt x="4632321" y="85724"/>
                  </a:cubicBezTo>
                  <a:cubicBezTo>
                    <a:pt x="4630416" y="80644"/>
                    <a:pt x="4629781" y="74929"/>
                    <a:pt x="4629781" y="69214"/>
                  </a:cubicBezTo>
                  <a:cubicBezTo>
                    <a:pt x="4629781" y="63499"/>
                    <a:pt x="4630416" y="57149"/>
                    <a:pt x="4632321" y="52069"/>
                  </a:cubicBezTo>
                  <a:cubicBezTo>
                    <a:pt x="4634226" y="46989"/>
                    <a:pt x="4636766" y="42544"/>
                    <a:pt x="4639941" y="39369"/>
                  </a:cubicBezTo>
                  <a:cubicBezTo>
                    <a:pt x="4643116" y="35559"/>
                    <a:pt x="4646926" y="33019"/>
                    <a:pt x="4650736" y="31114"/>
                  </a:cubicBezTo>
                  <a:cubicBezTo>
                    <a:pt x="4655181" y="29209"/>
                    <a:pt x="4659626" y="28574"/>
                    <a:pt x="4664706" y="28574"/>
                  </a:cubicBezTo>
                  <a:close/>
                  <a:moveTo>
                    <a:pt x="4264655" y="28574"/>
                  </a:moveTo>
                  <a:cubicBezTo>
                    <a:pt x="4269735" y="28574"/>
                    <a:pt x="4274180" y="29209"/>
                    <a:pt x="4278625" y="31749"/>
                  </a:cubicBezTo>
                  <a:cubicBezTo>
                    <a:pt x="4283070" y="33654"/>
                    <a:pt x="4286245" y="36194"/>
                    <a:pt x="4289420" y="40004"/>
                  </a:cubicBezTo>
                  <a:cubicBezTo>
                    <a:pt x="4292595" y="43814"/>
                    <a:pt x="4295135" y="47624"/>
                    <a:pt x="4296405" y="52704"/>
                  </a:cubicBezTo>
                  <a:cubicBezTo>
                    <a:pt x="4298310" y="57784"/>
                    <a:pt x="4298945" y="63499"/>
                    <a:pt x="4298945" y="69214"/>
                  </a:cubicBezTo>
                  <a:lnTo>
                    <a:pt x="4299580" y="69214"/>
                  </a:lnTo>
                  <a:cubicBezTo>
                    <a:pt x="4299580" y="75564"/>
                    <a:pt x="4298945" y="81279"/>
                    <a:pt x="4297040" y="86359"/>
                  </a:cubicBezTo>
                  <a:cubicBezTo>
                    <a:pt x="4295135" y="91439"/>
                    <a:pt x="4292595" y="95884"/>
                    <a:pt x="4289420" y="99059"/>
                  </a:cubicBezTo>
                  <a:cubicBezTo>
                    <a:pt x="4286245" y="102869"/>
                    <a:pt x="4282435" y="105409"/>
                    <a:pt x="4277990" y="107314"/>
                  </a:cubicBezTo>
                  <a:cubicBezTo>
                    <a:pt x="4273545" y="109219"/>
                    <a:pt x="4269100" y="109854"/>
                    <a:pt x="4264020" y="109854"/>
                  </a:cubicBezTo>
                  <a:cubicBezTo>
                    <a:pt x="4258940" y="109854"/>
                    <a:pt x="4254495" y="108584"/>
                    <a:pt x="4250050" y="106679"/>
                  </a:cubicBezTo>
                  <a:cubicBezTo>
                    <a:pt x="4245605" y="104774"/>
                    <a:pt x="4242430" y="102234"/>
                    <a:pt x="4239255" y="98424"/>
                  </a:cubicBezTo>
                  <a:cubicBezTo>
                    <a:pt x="4236080" y="94614"/>
                    <a:pt x="4233540" y="90804"/>
                    <a:pt x="4232270" y="85724"/>
                  </a:cubicBezTo>
                  <a:cubicBezTo>
                    <a:pt x="4230365" y="80644"/>
                    <a:pt x="4229730" y="74929"/>
                    <a:pt x="4229730" y="69214"/>
                  </a:cubicBezTo>
                  <a:cubicBezTo>
                    <a:pt x="4229730" y="63499"/>
                    <a:pt x="4230365" y="57149"/>
                    <a:pt x="4232270" y="52069"/>
                  </a:cubicBezTo>
                  <a:cubicBezTo>
                    <a:pt x="4234175" y="46989"/>
                    <a:pt x="4236715" y="42544"/>
                    <a:pt x="4239890" y="39369"/>
                  </a:cubicBezTo>
                  <a:cubicBezTo>
                    <a:pt x="4243065" y="35559"/>
                    <a:pt x="4246875" y="33019"/>
                    <a:pt x="4250685" y="31114"/>
                  </a:cubicBezTo>
                  <a:cubicBezTo>
                    <a:pt x="4255130" y="29209"/>
                    <a:pt x="4259575" y="28574"/>
                    <a:pt x="4264655" y="28574"/>
                  </a:cubicBezTo>
                  <a:close/>
                  <a:moveTo>
                    <a:pt x="1420495" y="28574"/>
                  </a:moveTo>
                  <a:cubicBezTo>
                    <a:pt x="1425575" y="28574"/>
                    <a:pt x="1430020" y="29209"/>
                    <a:pt x="1434465" y="31749"/>
                  </a:cubicBezTo>
                  <a:cubicBezTo>
                    <a:pt x="1438910" y="33654"/>
                    <a:pt x="1442085" y="36194"/>
                    <a:pt x="1445260" y="40004"/>
                  </a:cubicBezTo>
                  <a:cubicBezTo>
                    <a:pt x="1448435" y="43814"/>
                    <a:pt x="1450975" y="47624"/>
                    <a:pt x="1452245" y="52704"/>
                  </a:cubicBezTo>
                  <a:cubicBezTo>
                    <a:pt x="1454150" y="57784"/>
                    <a:pt x="1454785" y="63499"/>
                    <a:pt x="1454785" y="69214"/>
                  </a:cubicBezTo>
                  <a:lnTo>
                    <a:pt x="1455420" y="69214"/>
                  </a:lnTo>
                  <a:cubicBezTo>
                    <a:pt x="1455420" y="75564"/>
                    <a:pt x="1454785" y="81279"/>
                    <a:pt x="1452880" y="86359"/>
                  </a:cubicBezTo>
                  <a:cubicBezTo>
                    <a:pt x="1450975" y="91439"/>
                    <a:pt x="1448435" y="95884"/>
                    <a:pt x="1445260" y="99059"/>
                  </a:cubicBezTo>
                  <a:cubicBezTo>
                    <a:pt x="1442085" y="102869"/>
                    <a:pt x="1438275" y="105409"/>
                    <a:pt x="1433830" y="107314"/>
                  </a:cubicBezTo>
                  <a:cubicBezTo>
                    <a:pt x="1429385" y="109219"/>
                    <a:pt x="1424940" y="109854"/>
                    <a:pt x="1419860" y="109854"/>
                  </a:cubicBezTo>
                  <a:cubicBezTo>
                    <a:pt x="1414780" y="109854"/>
                    <a:pt x="1410335" y="108584"/>
                    <a:pt x="1405890" y="106679"/>
                  </a:cubicBezTo>
                  <a:cubicBezTo>
                    <a:pt x="1401444" y="104774"/>
                    <a:pt x="1398270" y="102234"/>
                    <a:pt x="1395095" y="98424"/>
                  </a:cubicBezTo>
                  <a:cubicBezTo>
                    <a:pt x="1391920" y="94614"/>
                    <a:pt x="1389380" y="90804"/>
                    <a:pt x="1388110" y="85724"/>
                  </a:cubicBezTo>
                  <a:cubicBezTo>
                    <a:pt x="1386205" y="80644"/>
                    <a:pt x="1385570" y="74929"/>
                    <a:pt x="1385570" y="69214"/>
                  </a:cubicBezTo>
                  <a:cubicBezTo>
                    <a:pt x="1385570" y="63499"/>
                    <a:pt x="1386205" y="57149"/>
                    <a:pt x="1388110" y="52069"/>
                  </a:cubicBezTo>
                  <a:cubicBezTo>
                    <a:pt x="1390015" y="46989"/>
                    <a:pt x="1392555" y="42544"/>
                    <a:pt x="1395730" y="39369"/>
                  </a:cubicBezTo>
                  <a:cubicBezTo>
                    <a:pt x="1398905" y="35559"/>
                    <a:pt x="1402715" y="33019"/>
                    <a:pt x="1406525" y="31114"/>
                  </a:cubicBezTo>
                  <a:cubicBezTo>
                    <a:pt x="1410970" y="29209"/>
                    <a:pt x="1415415" y="28574"/>
                    <a:pt x="1420495" y="28574"/>
                  </a:cubicBezTo>
                  <a:close/>
                  <a:moveTo>
                    <a:pt x="3143245" y="5079"/>
                  </a:moveTo>
                  <a:lnTo>
                    <a:pt x="3219445" y="5079"/>
                  </a:lnTo>
                  <a:lnTo>
                    <a:pt x="3219445" y="20319"/>
                  </a:lnTo>
                  <a:lnTo>
                    <a:pt x="3188965" y="20319"/>
                  </a:lnTo>
                  <a:lnTo>
                    <a:pt x="3188965" y="108584"/>
                  </a:lnTo>
                  <a:lnTo>
                    <a:pt x="3173090" y="108584"/>
                  </a:lnTo>
                  <a:lnTo>
                    <a:pt x="3173090" y="20319"/>
                  </a:lnTo>
                  <a:lnTo>
                    <a:pt x="3143245" y="20319"/>
                  </a:lnTo>
                  <a:close/>
                  <a:moveTo>
                    <a:pt x="1628774" y="5079"/>
                  </a:moveTo>
                  <a:lnTo>
                    <a:pt x="1704970" y="5079"/>
                  </a:lnTo>
                  <a:lnTo>
                    <a:pt x="1704970" y="20319"/>
                  </a:lnTo>
                  <a:lnTo>
                    <a:pt x="1675129" y="20319"/>
                  </a:lnTo>
                  <a:lnTo>
                    <a:pt x="1675129" y="108584"/>
                  </a:lnTo>
                  <a:lnTo>
                    <a:pt x="1659255" y="108584"/>
                  </a:lnTo>
                  <a:lnTo>
                    <a:pt x="1659255" y="20319"/>
                  </a:lnTo>
                  <a:lnTo>
                    <a:pt x="1628774" y="20319"/>
                  </a:lnTo>
                  <a:close/>
                  <a:moveTo>
                    <a:pt x="0" y="5079"/>
                  </a:moveTo>
                  <a:lnTo>
                    <a:pt x="76200" y="5079"/>
                  </a:lnTo>
                  <a:lnTo>
                    <a:pt x="76200" y="20319"/>
                  </a:lnTo>
                  <a:lnTo>
                    <a:pt x="45720" y="20319"/>
                  </a:lnTo>
                  <a:lnTo>
                    <a:pt x="45720" y="108584"/>
                  </a:lnTo>
                  <a:lnTo>
                    <a:pt x="29845" y="108584"/>
                  </a:lnTo>
                  <a:lnTo>
                    <a:pt x="29845" y="20319"/>
                  </a:lnTo>
                  <a:lnTo>
                    <a:pt x="0" y="20319"/>
                  </a:lnTo>
                  <a:close/>
                  <a:moveTo>
                    <a:pt x="1362075" y="1269"/>
                  </a:moveTo>
                  <a:cubicBezTo>
                    <a:pt x="1363345" y="1269"/>
                    <a:pt x="1364615" y="1269"/>
                    <a:pt x="1365885" y="1904"/>
                  </a:cubicBezTo>
                  <a:cubicBezTo>
                    <a:pt x="1367155" y="1904"/>
                    <a:pt x="1367790" y="3174"/>
                    <a:pt x="1369060" y="3809"/>
                  </a:cubicBezTo>
                  <a:cubicBezTo>
                    <a:pt x="1369695" y="4444"/>
                    <a:pt x="1370965" y="5714"/>
                    <a:pt x="1370965" y="6984"/>
                  </a:cubicBezTo>
                  <a:cubicBezTo>
                    <a:pt x="1370965" y="8254"/>
                    <a:pt x="1371600" y="9524"/>
                    <a:pt x="1371600" y="10794"/>
                  </a:cubicBezTo>
                  <a:cubicBezTo>
                    <a:pt x="1371600" y="10794"/>
                    <a:pt x="1371600" y="13334"/>
                    <a:pt x="1370965" y="14604"/>
                  </a:cubicBezTo>
                  <a:cubicBezTo>
                    <a:pt x="1370965" y="15874"/>
                    <a:pt x="1369695" y="17144"/>
                    <a:pt x="1369060" y="17779"/>
                  </a:cubicBezTo>
                  <a:cubicBezTo>
                    <a:pt x="1368425" y="18414"/>
                    <a:pt x="1367155" y="19684"/>
                    <a:pt x="1365885" y="19684"/>
                  </a:cubicBezTo>
                  <a:cubicBezTo>
                    <a:pt x="1364615" y="19684"/>
                    <a:pt x="1363345" y="20319"/>
                    <a:pt x="1362075" y="20319"/>
                  </a:cubicBezTo>
                  <a:cubicBezTo>
                    <a:pt x="1360805" y="20319"/>
                    <a:pt x="1359535" y="20319"/>
                    <a:pt x="1358265" y="19684"/>
                  </a:cubicBezTo>
                  <a:cubicBezTo>
                    <a:pt x="1356995" y="19684"/>
                    <a:pt x="1355725" y="18414"/>
                    <a:pt x="1355090" y="17779"/>
                  </a:cubicBezTo>
                  <a:cubicBezTo>
                    <a:pt x="1354455" y="17144"/>
                    <a:pt x="1353185" y="15874"/>
                    <a:pt x="1353185" y="14604"/>
                  </a:cubicBezTo>
                  <a:cubicBezTo>
                    <a:pt x="1353185" y="13334"/>
                    <a:pt x="1352550" y="12064"/>
                    <a:pt x="1352550" y="10794"/>
                  </a:cubicBezTo>
                  <a:cubicBezTo>
                    <a:pt x="1352550" y="9524"/>
                    <a:pt x="1352550" y="8254"/>
                    <a:pt x="1353185" y="6984"/>
                  </a:cubicBezTo>
                  <a:cubicBezTo>
                    <a:pt x="1353185" y="5714"/>
                    <a:pt x="1354455" y="4444"/>
                    <a:pt x="1355090" y="3809"/>
                  </a:cubicBezTo>
                  <a:cubicBezTo>
                    <a:pt x="1355725" y="3174"/>
                    <a:pt x="1356995" y="1904"/>
                    <a:pt x="1358265" y="1904"/>
                  </a:cubicBezTo>
                  <a:cubicBezTo>
                    <a:pt x="1359535" y="1904"/>
                    <a:pt x="1360805" y="1269"/>
                    <a:pt x="1362075" y="1269"/>
                  </a:cubicBezTo>
                  <a:close/>
                  <a:moveTo>
                    <a:pt x="4789801" y="634"/>
                  </a:moveTo>
                  <a:lnTo>
                    <a:pt x="4789801" y="65404"/>
                  </a:lnTo>
                  <a:lnTo>
                    <a:pt x="4814566" y="31114"/>
                  </a:lnTo>
                  <a:lnTo>
                    <a:pt x="4831711" y="31114"/>
                  </a:lnTo>
                  <a:lnTo>
                    <a:pt x="4812026" y="57149"/>
                  </a:lnTo>
                  <a:lnTo>
                    <a:pt x="4835521" y="108584"/>
                  </a:lnTo>
                  <a:lnTo>
                    <a:pt x="4819011" y="108584"/>
                  </a:lnTo>
                  <a:lnTo>
                    <a:pt x="4801866" y="69849"/>
                  </a:lnTo>
                  <a:lnTo>
                    <a:pt x="4789801" y="85724"/>
                  </a:lnTo>
                  <a:lnTo>
                    <a:pt x="4789801" y="108584"/>
                  </a:lnTo>
                  <a:lnTo>
                    <a:pt x="4774561" y="108584"/>
                  </a:lnTo>
                  <a:lnTo>
                    <a:pt x="4774561" y="8889"/>
                  </a:lnTo>
                  <a:close/>
                  <a:moveTo>
                    <a:pt x="4472301" y="634"/>
                  </a:moveTo>
                  <a:lnTo>
                    <a:pt x="4472301" y="109219"/>
                  </a:lnTo>
                  <a:lnTo>
                    <a:pt x="4457061" y="109219"/>
                  </a:lnTo>
                  <a:lnTo>
                    <a:pt x="4457696" y="108584"/>
                  </a:lnTo>
                  <a:lnTo>
                    <a:pt x="4457696" y="100964"/>
                  </a:lnTo>
                  <a:cubicBezTo>
                    <a:pt x="4457696" y="100964"/>
                    <a:pt x="4454521" y="103504"/>
                    <a:pt x="4453251" y="104774"/>
                  </a:cubicBezTo>
                  <a:cubicBezTo>
                    <a:pt x="4451981" y="106044"/>
                    <a:pt x="4450076" y="106679"/>
                    <a:pt x="4448171" y="107949"/>
                  </a:cubicBezTo>
                  <a:cubicBezTo>
                    <a:pt x="4446266" y="108584"/>
                    <a:pt x="4444361" y="109219"/>
                    <a:pt x="4443091" y="109854"/>
                  </a:cubicBezTo>
                  <a:cubicBezTo>
                    <a:pt x="4441186" y="109854"/>
                    <a:pt x="4439281" y="109854"/>
                    <a:pt x="4437376" y="109854"/>
                  </a:cubicBezTo>
                  <a:cubicBezTo>
                    <a:pt x="4432931" y="109854"/>
                    <a:pt x="4429121" y="109219"/>
                    <a:pt x="4425946" y="107314"/>
                  </a:cubicBezTo>
                  <a:cubicBezTo>
                    <a:pt x="4422136" y="106044"/>
                    <a:pt x="4418961" y="103504"/>
                    <a:pt x="4416421" y="99694"/>
                  </a:cubicBezTo>
                  <a:cubicBezTo>
                    <a:pt x="4413881" y="96519"/>
                    <a:pt x="4411341" y="92074"/>
                    <a:pt x="4410071" y="86994"/>
                  </a:cubicBezTo>
                  <a:cubicBezTo>
                    <a:pt x="4408801" y="81914"/>
                    <a:pt x="4407531" y="75564"/>
                    <a:pt x="4407531" y="67944"/>
                  </a:cubicBezTo>
                  <a:cubicBezTo>
                    <a:pt x="4407531" y="61594"/>
                    <a:pt x="4408166" y="55244"/>
                    <a:pt x="4410071" y="50799"/>
                  </a:cubicBezTo>
                  <a:cubicBezTo>
                    <a:pt x="4411976" y="45719"/>
                    <a:pt x="4413881" y="41909"/>
                    <a:pt x="4417056" y="38734"/>
                  </a:cubicBezTo>
                  <a:cubicBezTo>
                    <a:pt x="4419596" y="35559"/>
                    <a:pt x="4423406" y="33019"/>
                    <a:pt x="4426581" y="31749"/>
                  </a:cubicBezTo>
                  <a:cubicBezTo>
                    <a:pt x="4430391" y="29844"/>
                    <a:pt x="4434201" y="29209"/>
                    <a:pt x="4438011" y="29209"/>
                  </a:cubicBezTo>
                  <a:cubicBezTo>
                    <a:pt x="4439916" y="29209"/>
                    <a:pt x="4441821" y="29209"/>
                    <a:pt x="4443726" y="29844"/>
                  </a:cubicBezTo>
                  <a:cubicBezTo>
                    <a:pt x="4445631" y="29844"/>
                    <a:pt x="4447536" y="31114"/>
                    <a:pt x="4448806" y="31749"/>
                  </a:cubicBezTo>
                  <a:cubicBezTo>
                    <a:pt x="4450711" y="32384"/>
                    <a:pt x="4451981" y="33654"/>
                    <a:pt x="4453251" y="34924"/>
                  </a:cubicBezTo>
                  <a:cubicBezTo>
                    <a:pt x="4454521" y="36194"/>
                    <a:pt x="4455791" y="36829"/>
                    <a:pt x="4457061" y="38099"/>
                  </a:cubicBezTo>
                  <a:lnTo>
                    <a:pt x="4457061" y="8254"/>
                  </a:lnTo>
                  <a:close/>
                  <a:moveTo>
                    <a:pt x="4390385" y="634"/>
                  </a:moveTo>
                  <a:lnTo>
                    <a:pt x="4390385" y="108584"/>
                  </a:lnTo>
                  <a:lnTo>
                    <a:pt x="4375145" y="108584"/>
                  </a:lnTo>
                  <a:lnTo>
                    <a:pt x="4375145" y="8889"/>
                  </a:lnTo>
                  <a:close/>
                  <a:moveTo>
                    <a:pt x="3946521" y="634"/>
                  </a:moveTo>
                  <a:lnTo>
                    <a:pt x="3946521" y="38099"/>
                  </a:lnTo>
                  <a:cubicBezTo>
                    <a:pt x="3946521" y="38099"/>
                    <a:pt x="3948426" y="35559"/>
                    <a:pt x="3950331" y="34289"/>
                  </a:cubicBezTo>
                  <a:cubicBezTo>
                    <a:pt x="3951601" y="33019"/>
                    <a:pt x="3953506" y="32384"/>
                    <a:pt x="3954776" y="31114"/>
                  </a:cubicBezTo>
                  <a:cubicBezTo>
                    <a:pt x="3956681" y="30479"/>
                    <a:pt x="3958586" y="29844"/>
                    <a:pt x="3960491" y="29209"/>
                  </a:cubicBezTo>
                  <a:cubicBezTo>
                    <a:pt x="3962396" y="29209"/>
                    <a:pt x="3964301" y="29209"/>
                    <a:pt x="3966206" y="29209"/>
                  </a:cubicBezTo>
                  <a:cubicBezTo>
                    <a:pt x="3970651" y="29209"/>
                    <a:pt x="3975096" y="29844"/>
                    <a:pt x="3978271" y="31749"/>
                  </a:cubicBezTo>
                  <a:cubicBezTo>
                    <a:pt x="3981446" y="33019"/>
                    <a:pt x="3984621" y="35559"/>
                    <a:pt x="3987161" y="38099"/>
                  </a:cubicBezTo>
                  <a:cubicBezTo>
                    <a:pt x="3989701" y="41274"/>
                    <a:pt x="3990971" y="44449"/>
                    <a:pt x="3992241" y="49529"/>
                  </a:cubicBezTo>
                  <a:cubicBezTo>
                    <a:pt x="3993511" y="53974"/>
                    <a:pt x="3994146" y="59054"/>
                    <a:pt x="3994146" y="64134"/>
                  </a:cubicBezTo>
                  <a:lnTo>
                    <a:pt x="3994146" y="108584"/>
                  </a:lnTo>
                  <a:lnTo>
                    <a:pt x="3978906" y="108584"/>
                  </a:lnTo>
                  <a:lnTo>
                    <a:pt x="3978271" y="108584"/>
                  </a:lnTo>
                  <a:lnTo>
                    <a:pt x="3978271" y="64769"/>
                  </a:lnTo>
                  <a:cubicBezTo>
                    <a:pt x="3978271" y="57784"/>
                    <a:pt x="3977001" y="52069"/>
                    <a:pt x="3974461" y="48894"/>
                  </a:cubicBezTo>
                  <a:cubicBezTo>
                    <a:pt x="3971921" y="45084"/>
                    <a:pt x="3968111" y="43814"/>
                    <a:pt x="3962396" y="43814"/>
                  </a:cubicBezTo>
                  <a:cubicBezTo>
                    <a:pt x="3959856" y="43814"/>
                    <a:pt x="3957951" y="43814"/>
                    <a:pt x="3956046" y="45084"/>
                  </a:cubicBezTo>
                  <a:cubicBezTo>
                    <a:pt x="3954141" y="45719"/>
                    <a:pt x="3952236" y="46989"/>
                    <a:pt x="3950966" y="48894"/>
                  </a:cubicBezTo>
                  <a:cubicBezTo>
                    <a:pt x="3949696" y="50799"/>
                    <a:pt x="3948426" y="52704"/>
                    <a:pt x="3947791" y="55244"/>
                  </a:cubicBezTo>
                  <a:cubicBezTo>
                    <a:pt x="3947156" y="57784"/>
                    <a:pt x="3946521" y="60324"/>
                    <a:pt x="3946521" y="63499"/>
                  </a:cubicBezTo>
                  <a:lnTo>
                    <a:pt x="3946521" y="109219"/>
                  </a:lnTo>
                  <a:lnTo>
                    <a:pt x="3931281" y="109219"/>
                  </a:lnTo>
                  <a:lnTo>
                    <a:pt x="3931281" y="8889"/>
                  </a:lnTo>
                  <a:close/>
                  <a:moveTo>
                    <a:pt x="3248021" y="634"/>
                  </a:moveTo>
                  <a:lnTo>
                    <a:pt x="3248021" y="38099"/>
                  </a:lnTo>
                  <a:cubicBezTo>
                    <a:pt x="3248021" y="38099"/>
                    <a:pt x="3249926" y="35559"/>
                    <a:pt x="3251831" y="34289"/>
                  </a:cubicBezTo>
                  <a:cubicBezTo>
                    <a:pt x="3253101" y="33019"/>
                    <a:pt x="3255006" y="32384"/>
                    <a:pt x="3256276" y="31114"/>
                  </a:cubicBezTo>
                  <a:cubicBezTo>
                    <a:pt x="3258181" y="30479"/>
                    <a:pt x="3260086" y="29844"/>
                    <a:pt x="3261991" y="29209"/>
                  </a:cubicBezTo>
                  <a:cubicBezTo>
                    <a:pt x="3263896" y="29209"/>
                    <a:pt x="3265801" y="29209"/>
                    <a:pt x="3267706" y="29209"/>
                  </a:cubicBezTo>
                  <a:cubicBezTo>
                    <a:pt x="3272151" y="29209"/>
                    <a:pt x="3276596" y="29844"/>
                    <a:pt x="3279771" y="31749"/>
                  </a:cubicBezTo>
                  <a:cubicBezTo>
                    <a:pt x="3282946" y="33019"/>
                    <a:pt x="3286121" y="35559"/>
                    <a:pt x="3288661" y="38099"/>
                  </a:cubicBezTo>
                  <a:cubicBezTo>
                    <a:pt x="3291201" y="41274"/>
                    <a:pt x="3292471" y="44449"/>
                    <a:pt x="3293741" y="49529"/>
                  </a:cubicBezTo>
                  <a:cubicBezTo>
                    <a:pt x="3295011" y="53974"/>
                    <a:pt x="3295646" y="59054"/>
                    <a:pt x="3295646" y="64134"/>
                  </a:cubicBezTo>
                  <a:lnTo>
                    <a:pt x="3295646" y="108584"/>
                  </a:lnTo>
                  <a:lnTo>
                    <a:pt x="3280406" y="108584"/>
                  </a:lnTo>
                  <a:lnTo>
                    <a:pt x="3279771" y="108584"/>
                  </a:lnTo>
                  <a:lnTo>
                    <a:pt x="3279771" y="64769"/>
                  </a:lnTo>
                  <a:cubicBezTo>
                    <a:pt x="3279771" y="57784"/>
                    <a:pt x="3278501" y="52069"/>
                    <a:pt x="3275961" y="48894"/>
                  </a:cubicBezTo>
                  <a:cubicBezTo>
                    <a:pt x="3273421" y="45084"/>
                    <a:pt x="3269611" y="43814"/>
                    <a:pt x="3263896" y="43814"/>
                  </a:cubicBezTo>
                  <a:cubicBezTo>
                    <a:pt x="3261356" y="43814"/>
                    <a:pt x="3259451" y="43814"/>
                    <a:pt x="3257546" y="45084"/>
                  </a:cubicBezTo>
                  <a:cubicBezTo>
                    <a:pt x="3255641" y="45719"/>
                    <a:pt x="3253736" y="46989"/>
                    <a:pt x="3252466" y="48894"/>
                  </a:cubicBezTo>
                  <a:cubicBezTo>
                    <a:pt x="3251196" y="50799"/>
                    <a:pt x="3249926" y="52704"/>
                    <a:pt x="3249291" y="55244"/>
                  </a:cubicBezTo>
                  <a:cubicBezTo>
                    <a:pt x="3248656" y="57784"/>
                    <a:pt x="3248021" y="60324"/>
                    <a:pt x="3248021" y="63499"/>
                  </a:cubicBezTo>
                  <a:lnTo>
                    <a:pt x="3248021" y="109219"/>
                  </a:lnTo>
                  <a:lnTo>
                    <a:pt x="3232781" y="109219"/>
                  </a:lnTo>
                  <a:lnTo>
                    <a:pt x="3232781" y="8889"/>
                  </a:lnTo>
                  <a:close/>
                  <a:moveTo>
                    <a:pt x="2432681" y="634"/>
                  </a:moveTo>
                  <a:lnTo>
                    <a:pt x="2432681" y="38099"/>
                  </a:lnTo>
                  <a:cubicBezTo>
                    <a:pt x="2432681" y="38099"/>
                    <a:pt x="2434586" y="35559"/>
                    <a:pt x="2436491" y="34289"/>
                  </a:cubicBezTo>
                  <a:cubicBezTo>
                    <a:pt x="2437761" y="33019"/>
                    <a:pt x="2439666" y="32384"/>
                    <a:pt x="2440936" y="31114"/>
                  </a:cubicBezTo>
                  <a:cubicBezTo>
                    <a:pt x="2442841" y="30479"/>
                    <a:pt x="2444746" y="29844"/>
                    <a:pt x="2446651" y="29209"/>
                  </a:cubicBezTo>
                  <a:cubicBezTo>
                    <a:pt x="2448556" y="29209"/>
                    <a:pt x="2450461" y="29209"/>
                    <a:pt x="2452366" y="29209"/>
                  </a:cubicBezTo>
                  <a:cubicBezTo>
                    <a:pt x="2456811" y="29209"/>
                    <a:pt x="2461256" y="29844"/>
                    <a:pt x="2464431" y="31749"/>
                  </a:cubicBezTo>
                  <a:cubicBezTo>
                    <a:pt x="2467606" y="33019"/>
                    <a:pt x="2470781" y="35559"/>
                    <a:pt x="2473321" y="38099"/>
                  </a:cubicBezTo>
                  <a:cubicBezTo>
                    <a:pt x="2475861" y="41274"/>
                    <a:pt x="2477131" y="44449"/>
                    <a:pt x="2478401" y="49529"/>
                  </a:cubicBezTo>
                  <a:cubicBezTo>
                    <a:pt x="2479671" y="53974"/>
                    <a:pt x="2480306" y="59054"/>
                    <a:pt x="2480306" y="64134"/>
                  </a:cubicBezTo>
                  <a:lnTo>
                    <a:pt x="2480306" y="108584"/>
                  </a:lnTo>
                  <a:lnTo>
                    <a:pt x="2465066" y="108584"/>
                  </a:lnTo>
                  <a:lnTo>
                    <a:pt x="2464431" y="108584"/>
                  </a:lnTo>
                  <a:lnTo>
                    <a:pt x="2464431" y="64769"/>
                  </a:lnTo>
                  <a:cubicBezTo>
                    <a:pt x="2464431" y="57784"/>
                    <a:pt x="2463161" y="52069"/>
                    <a:pt x="2460621" y="48894"/>
                  </a:cubicBezTo>
                  <a:cubicBezTo>
                    <a:pt x="2458081" y="45084"/>
                    <a:pt x="2454271" y="43814"/>
                    <a:pt x="2448556" y="43814"/>
                  </a:cubicBezTo>
                  <a:cubicBezTo>
                    <a:pt x="2446016" y="43814"/>
                    <a:pt x="2444111" y="43814"/>
                    <a:pt x="2442206" y="45084"/>
                  </a:cubicBezTo>
                  <a:cubicBezTo>
                    <a:pt x="2440301" y="45719"/>
                    <a:pt x="2438396" y="46989"/>
                    <a:pt x="2437126" y="48894"/>
                  </a:cubicBezTo>
                  <a:cubicBezTo>
                    <a:pt x="2435856" y="50799"/>
                    <a:pt x="2434586" y="52704"/>
                    <a:pt x="2433951" y="55244"/>
                  </a:cubicBezTo>
                  <a:cubicBezTo>
                    <a:pt x="2433316" y="57784"/>
                    <a:pt x="2432681" y="60324"/>
                    <a:pt x="2432681" y="63499"/>
                  </a:cubicBezTo>
                  <a:lnTo>
                    <a:pt x="2432681" y="109219"/>
                  </a:lnTo>
                  <a:lnTo>
                    <a:pt x="2417441" y="109219"/>
                  </a:lnTo>
                  <a:lnTo>
                    <a:pt x="2417441" y="8889"/>
                  </a:lnTo>
                  <a:close/>
                  <a:moveTo>
                    <a:pt x="1734181" y="634"/>
                  </a:moveTo>
                  <a:lnTo>
                    <a:pt x="1734181" y="38099"/>
                  </a:lnTo>
                  <a:cubicBezTo>
                    <a:pt x="1734181" y="38099"/>
                    <a:pt x="1736086" y="35559"/>
                    <a:pt x="1737991" y="34289"/>
                  </a:cubicBezTo>
                  <a:cubicBezTo>
                    <a:pt x="1739261" y="33019"/>
                    <a:pt x="1741166" y="32384"/>
                    <a:pt x="1742436" y="31114"/>
                  </a:cubicBezTo>
                  <a:cubicBezTo>
                    <a:pt x="1744341" y="30479"/>
                    <a:pt x="1746246" y="29844"/>
                    <a:pt x="1748151" y="29209"/>
                  </a:cubicBezTo>
                  <a:cubicBezTo>
                    <a:pt x="1750056" y="29209"/>
                    <a:pt x="1751961" y="29209"/>
                    <a:pt x="1753866" y="29209"/>
                  </a:cubicBezTo>
                  <a:cubicBezTo>
                    <a:pt x="1758311" y="29209"/>
                    <a:pt x="1762756" y="29844"/>
                    <a:pt x="1765931" y="31749"/>
                  </a:cubicBezTo>
                  <a:cubicBezTo>
                    <a:pt x="1769106" y="33019"/>
                    <a:pt x="1772281" y="35559"/>
                    <a:pt x="1774821" y="38099"/>
                  </a:cubicBezTo>
                  <a:cubicBezTo>
                    <a:pt x="1777361" y="41274"/>
                    <a:pt x="1778631" y="44449"/>
                    <a:pt x="1779901" y="49529"/>
                  </a:cubicBezTo>
                  <a:cubicBezTo>
                    <a:pt x="1781171" y="53974"/>
                    <a:pt x="1781806" y="59054"/>
                    <a:pt x="1781806" y="64134"/>
                  </a:cubicBezTo>
                  <a:lnTo>
                    <a:pt x="1781806" y="108584"/>
                  </a:lnTo>
                  <a:lnTo>
                    <a:pt x="1766566" y="108584"/>
                  </a:lnTo>
                  <a:lnTo>
                    <a:pt x="1765931" y="108584"/>
                  </a:lnTo>
                  <a:lnTo>
                    <a:pt x="1765931" y="64769"/>
                  </a:lnTo>
                  <a:cubicBezTo>
                    <a:pt x="1765931" y="57784"/>
                    <a:pt x="1764661" y="52069"/>
                    <a:pt x="1762121" y="48894"/>
                  </a:cubicBezTo>
                  <a:cubicBezTo>
                    <a:pt x="1759581" y="45084"/>
                    <a:pt x="1755771" y="43814"/>
                    <a:pt x="1750056" y="43814"/>
                  </a:cubicBezTo>
                  <a:cubicBezTo>
                    <a:pt x="1747516" y="43814"/>
                    <a:pt x="1745611" y="43814"/>
                    <a:pt x="1743706" y="45084"/>
                  </a:cubicBezTo>
                  <a:cubicBezTo>
                    <a:pt x="1741801" y="45719"/>
                    <a:pt x="1739896" y="46989"/>
                    <a:pt x="1738626" y="48894"/>
                  </a:cubicBezTo>
                  <a:cubicBezTo>
                    <a:pt x="1737356" y="50799"/>
                    <a:pt x="1736086" y="52704"/>
                    <a:pt x="1735451" y="55244"/>
                  </a:cubicBezTo>
                  <a:cubicBezTo>
                    <a:pt x="1734816" y="57784"/>
                    <a:pt x="1734181" y="60324"/>
                    <a:pt x="1734181" y="63499"/>
                  </a:cubicBezTo>
                  <a:lnTo>
                    <a:pt x="1734181" y="109219"/>
                  </a:lnTo>
                  <a:lnTo>
                    <a:pt x="1718941" y="109219"/>
                  </a:lnTo>
                  <a:lnTo>
                    <a:pt x="1718941" y="8889"/>
                  </a:lnTo>
                  <a:close/>
                  <a:moveTo>
                    <a:pt x="803275" y="634"/>
                  </a:moveTo>
                  <a:lnTo>
                    <a:pt x="803275" y="38099"/>
                  </a:lnTo>
                  <a:cubicBezTo>
                    <a:pt x="803275" y="38099"/>
                    <a:pt x="805180" y="35559"/>
                    <a:pt x="807085" y="34289"/>
                  </a:cubicBezTo>
                  <a:cubicBezTo>
                    <a:pt x="808355" y="33019"/>
                    <a:pt x="810260" y="32384"/>
                    <a:pt x="811530" y="31114"/>
                  </a:cubicBezTo>
                  <a:cubicBezTo>
                    <a:pt x="813435" y="30479"/>
                    <a:pt x="815340" y="29844"/>
                    <a:pt x="817245" y="29209"/>
                  </a:cubicBezTo>
                  <a:cubicBezTo>
                    <a:pt x="819150" y="29209"/>
                    <a:pt x="821055" y="29209"/>
                    <a:pt x="822960" y="29209"/>
                  </a:cubicBezTo>
                  <a:cubicBezTo>
                    <a:pt x="827405" y="29209"/>
                    <a:pt x="831850" y="29844"/>
                    <a:pt x="835025" y="31749"/>
                  </a:cubicBezTo>
                  <a:cubicBezTo>
                    <a:pt x="838200" y="33019"/>
                    <a:pt x="841375" y="35559"/>
                    <a:pt x="843915" y="38099"/>
                  </a:cubicBezTo>
                  <a:cubicBezTo>
                    <a:pt x="846455" y="41274"/>
                    <a:pt x="847725" y="44449"/>
                    <a:pt x="848995" y="49529"/>
                  </a:cubicBezTo>
                  <a:cubicBezTo>
                    <a:pt x="850265" y="53974"/>
                    <a:pt x="850900" y="59054"/>
                    <a:pt x="850900" y="64134"/>
                  </a:cubicBezTo>
                  <a:lnTo>
                    <a:pt x="850900" y="108584"/>
                  </a:lnTo>
                  <a:lnTo>
                    <a:pt x="835660" y="108584"/>
                  </a:lnTo>
                  <a:lnTo>
                    <a:pt x="835025" y="108584"/>
                  </a:lnTo>
                  <a:lnTo>
                    <a:pt x="835025" y="64769"/>
                  </a:lnTo>
                  <a:cubicBezTo>
                    <a:pt x="835025" y="57784"/>
                    <a:pt x="833755" y="52069"/>
                    <a:pt x="831215" y="48894"/>
                  </a:cubicBezTo>
                  <a:cubicBezTo>
                    <a:pt x="828675" y="45084"/>
                    <a:pt x="824865" y="43814"/>
                    <a:pt x="819150" y="43814"/>
                  </a:cubicBezTo>
                  <a:cubicBezTo>
                    <a:pt x="816610" y="43814"/>
                    <a:pt x="814705" y="43814"/>
                    <a:pt x="812800" y="45084"/>
                  </a:cubicBezTo>
                  <a:cubicBezTo>
                    <a:pt x="810895" y="45719"/>
                    <a:pt x="808990" y="46989"/>
                    <a:pt x="807720" y="48894"/>
                  </a:cubicBezTo>
                  <a:cubicBezTo>
                    <a:pt x="806450" y="50799"/>
                    <a:pt x="805180" y="52704"/>
                    <a:pt x="804545" y="55244"/>
                  </a:cubicBezTo>
                  <a:cubicBezTo>
                    <a:pt x="803910" y="57784"/>
                    <a:pt x="803275" y="60324"/>
                    <a:pt x="803275" y="63499"/>
                  </a:cubicBezTo>
                  <a:lnTo>
                    <a:pt x="803275" y="109219"/>
                  </a:lnTo>
                  <a:lnTo>
                    <a:pt x="788035" y="109219"/>
                  </a:lnTo>
                  <a:lnTo>
                    <a:pt x="788035" y="8889"/>
                  </a:lnTo>
                  <a:close/>
                  <a:moveTo>
                    <a:pt x="104774" y="634"/>
                  </a:moveTo>
                  <a:lnTo>
                    <a:pt x="104774" y="38099"/>
                  </a:lnTo>
                  <a:cubicBezTo>
                    <a:pt x="104774" y="38099"/>
                    <a:pt x="106679" y="35559"/>
                    <a:pt x="108584" y="34289"/>
                  </a:cubicBezTo>
                  <a:cubicBezTo>
                    <a:pt x="109854" y="33019"/>
                    <a:pt x="111759" y="32384"/>
                    <a:pt x="113029" y="31114"/>
                  </a:cubicBezTo>
                  <a:cubicBezTo>
                    <a:pt x="114934" y="30479"/>
                    <a:pt x="116839" y="29844"/>
                    <a:pt x="118744" y="29209"/>
                  </a:cubicBezTo>
                  <a:cubicBezTo>
                    <a:pt x="120649" y="29209"/>
                    <a:pt x="122554" y="29209"/>
                    <a:pt x="124459" y="29209"/>
                  </a:cubicBezTo>
                  <a:cubicBezTo>
                    <a:pt x="128904" y="29209"/>
                    <a:pt x="133349" y="29844"/>
                    <a:pt x="136524" y="31749"/>
                  </a:cubicBezTo>
                  <a:cubicBezTo>
                    <a:pt x="139699" y="33019"/>
                    <a:pt x="142874" y="35559"/>
                    <a:pt x="145414" y="38099"/>
                  </a:cubicBezTo>
                  <a:cubicBezTo>
                    <a:pt x="147954" y="41274"/>
                    <a:pt x="149224" y="44449"/>
                    <a:pt x="150494" y="49529"/>
                  </a:cubicBezTo>
                  <a:cubicBezTo>
                    <a:pt x="151764" y="53974"/>
                    <a:pt x="152399" y="59054"/>
                    <a:pt x="152399" y="64134"/>
                  </a:cubicBezTo>
                  <a:lnTo>
                    <a:pt x="152399" y="108584"/>
                  </a:lnTo>
                  <a:lnTo>
                    <a:pt x="137159" y="108584"/>
                  </a:lnTo>
                  <a:lnTo>
                    <a:pt x="136524" y="108584"/>
                  </a:lnTo>
                  <a:lnTo>
                    <a:pt x="136524" y="64769"/>
                  </a:lnTo>
                  <a:cubicBezTo>
                    <a:pt x="136524" y="57784"/>
                    <a:pt x="135254" y="52069"/>
                    <a:pt x="132714" y="48894"/>
                  </a:cubicBezTo>
                  <a:cubicBezTo>
                    <a:pt x="130174" y="45084"/>
                    <a:pt x="126364" y="43814"/>
                    <a:pt x="120649" y="43814"/>
                  </a:cubicBezTo>
                  <a:cubicBezTo>
                    <a:pt x="118109" y="43814"/>
                    <a:pt x="116204" y="43814"/>
                    <a:pt x="114299" y="45084"/>
                  </a:cubicBezTo>
                  <a:cubicBezTo>
                    <a:pt x="112394" y="45719"/>
                    <a:pt x="110489" y="46989"/>
                    <a:pt x="109219" y="48894"/>
                  </a:cubicBezTo>
                  <a:cubicBezTo>
                    <a:pt x="107949" y="50799"/>
                    <a:pt x="106679" y="52704"/>
                    <a:pt x="106044" y="55244"/>
                  </a:cubicBezTo>
                  <a:cubicBezTo>
                    <a:pt x="105409" y="57784"/>
                    <a:pt x="104774" y="60324"/>
                    <a:pt x="104774" y="63499"/>
                  </a:cubicBezTo>
                  <a:lnTo>
                    <a:pt x="104774" y="109219"/>
                  </a:lnTo>
                  <a:lnTo>
                    <a:pt x="89534" y="109219"/>
                  </a:lnTo>
                  <a:lnTo>
                    <a:pt x="89534" y="8889"/>
                  </a:lnTo>
                  <a:close/>
                  <a:moveTo>
                    <a:pt x="3894450" y="0"/>
                  </a:moveTo>
                  <a:lnTo>
                    <a:pt x="3894450" y="30480"/>
                  </a:lnTo>
                  <a:lnTo>
                    <a:pt x="3913500" y="30480"/>
                  </a:lnTo>
                  <a:lnTo>
                    <a:pt x="3913500" y="44450"/>
                  </a:lnTo>
                  <a:lnTo>
                    <a:pt x="3894450" y="44450"/>
                  </a:lnTo>
                  <a:lnTo>
                    <a:pt x="3894450" y="86995"/>
                  </a:lnTo>
                  <a:cubicBezTo>
                    <a:pt x="3894450" y="86995"/>
                    <a:pt x="3894450" y="90170"/>
                    <a:pt x="3894450" y="91440"/>
                  </a:cubicBezTo>
                  <a:cubicBezTo>
                    <a:pt x="3894450" y="92710"/>
                    <a:pt x="3895085" y="93345"/>
                    <a:pt x="3895720" y="94615"/>
                  </a:cubicBezTo>
                  <a:cubicBezTo>
                    <a:pt x="3896355" y="95250"/>
                    <a:pt x="3896990" y="95885"/>
                    <a:pt x="3898260" y="95885"/>
                  </a:cubicBezTo>
                  <a:cubicBezTo>
                    <a:pt x="3899530" y="95885"/>
                    <a:pt x="3900800" y="95885"/>
                    <a:pt x="3902070" y="95885"/>
                  </a:cubicBezTo>
                  <a:cubicBezTo>
                    <a:pt x="3903975" y="95885"/>
                    <a:pt x="3905880" y="95885"/>
                    <a:pt x="3908420" y="95250"/>
                  </a:cubicBezTo>
                  <a:cubicBezTo>
                    <a:pt x="3910325" y="94615"/>
                    <a:pt x="3912230" y="93980"/>
                    <a:pt x="3913500" y="93345"/>
                  </a:cubicBezTo>
                  <a:lnTo>
                    <a:pt x="3911595" y="106680"/>
                  </a:lnTo>
                  <a:cubicBezTo>
                    <a:pt x="3911595" y="106680"/>
                    <a:pt x="3907785" y="108585"/>
                    <a:pt x="3905245" y="109220"/>
                  </a:cubicBezTo>
                  <a:cubicBezTo>
                    <a:pt x="3902705" y="109855"/>
                    <a:pt x="3900165" y="110490"/>
                    <a:pt x="3896990" y="110490"/>
                  </a:cubicBezTo>
                  <a:cubicBezTo>
                    <a:pt x="3894450" y="110490"/>
                    <a:pt x="3891910" y="110490"/>
                    <a:pt x="3890005" y="109220"/>
                  </a:cubicBezTo>
                  <a:cubicBezTo>
                    <a:pt x="3888100" y="108585"/>
                    <a:pt x="3886195" y="107315"/>
                    <a:pt x="3884290" y="105410"/>
                  </a:cubicBezTo>
                  <a:cubicBezTo>
                    <a:pt x="3882385" y="103505"/>
                    <a:pt x="3881115" y="101600"/>
                    <a:pt x="3880480" y="99060"/>
                  </a:cubicBezTo>
                  <a:cubicBezTo>
                    <a:pt x="3879845" y="96520"/>
                    <a:pt x="3879210" y="93345"/>
                    <a:pt x="3879210" y="89535"/>
                  </a:cubicBezTo>
                  <a:lnTo>
                    <a:pt x="3879210" y="44450"/>
                  </a:lnTo>
                  <a:lnTo>
                    <a:pt x="3868415" y="44450"/>
                  </a:lnTo>
                  <a:lnTo>
                    <a:pt x="3868415" y="30480"/>
                  </a:lnTo>
                  <a:lnTo>
                    <a:pt x="3879210" y="30480"/>
                  </a:lnTo>
                  <a:lnTo>
                    <a:pt x="3879210" y="8255"/>
                  </a:lnTo>
                  <a:close/>
                  <a:moveTo>
                    <a:pt x="3664581" y="0"/>
                  </a:moveTo>
                  <a:lnTo>
                    <a:pt x="3664581" y="30480"/>
                  </a:lnTo>
                  <a:lnTo>
                    <a:pt x="3683631" y="30480"/>
                  </a:lnTo>
                  <a:lnTo>
                    <a:pt x="3683631" y="44450"/>
                  </a:lnTo>
                  <a:lnTo>
                    <a:pt x="3664581" y="44450"/>
                  </a:lnTo>
                  <a:lnTo>
                    <a:pt x="3664581" y="86995"/>
                  </a:lnTo>
                  <a:cubicBezTo>
                    <a:pt x="3664581" y="86995"/>
                    <a:pt x="3664581" y="90170"/>
                    <a:pt x="3664581" y="91440"/>
                  </a:cubicBezTo>
                  <a:cubicBezTo>
                    <a:pt x="3664581" y="92710"/>
                    <a:pt x="3665216" y="93345"/>
                    <a:pt x="3665851" y="94615"/>
                  </a:cubicBezTo>
                  <a:cubicBezTo>
                    <a:pt x="3666486" y="95250"/>
                    <a:pt x="3667121" y="95885"/>
                    <a:pt x="3668391" y="95885"/>
                  </a:cubicBezTo>
                  <a:cubicBezTo>
                    <a:pt x="3669661" y="95885"/>
                    <a:pt x="3670931" y="95885"/>
                    <a:pt x="3672201" y="95885"/>
                  </a:cubicBezTo>
                  <a:cubicBezTo>
                    <a:pt x="3674106" y="95885"/>
                    <a:pt x="3676011" y="95885"/>
                    <a:pt x="3678551" y="95250"/>
                  </a:cubicBezTo>
                  <a:cubicBezTo>
                    <a:pt x="3680456" y="94615"/>
                    <a:pt x="3682361" y="93980"/>
                    <a:pt x="3683631" y="93345"/>
                  </a:cubicBezTo>
                  <a:lnTo>
                    <a:pt x="3681726" y="106680"/>
                  </a:lnTo>
                  <a:cubicBezTo>
                    <a:pt x="3681726" y="106680"/>
                    <a:pt x="3677916" y="108585"/>
                    <a:pt x="3675376" y="109220"/>
                  </a:cubicBezTo>
                  <a:cubicBezTo>
                    <a:pt x="3672836" y="109855"/>
                    <a:pt x="3670296" y="110490"/>
                    <a:pt x="3667121" y="110490"/>
                  </a:cubicBezTo>
                  <a:cubicBezTo>
                    <a:pt x="3664581" y="110490"/>
                    <a:pt x="3662041" y="110490"/>
                    <a:pt x="3660136" y="109220"/>
                  </a:cubicBezTo>
                  <a:cubicBezTo>
                    <a:pt x="3658231" y="108585"/>
                    <a:pt x="3656326" y="107315"/>
                    <a:pt x="3654421" y="105410"/>
                  </a:cubicBezTo>
                  <a:cubicBezTo>
                    <a:pt x="3652516" y="103505"/>
                    <a:pt x="3651246" y="101600"/>
                    <a:pt x="3650611" y="99060"/>
                  </a:cubicBezTo>
                  <a:cubicBezTo>
                    <a:pt x="3649976" y="96520"/>
                    <a:pt x="3649341" y="93345"/>
                    <a:pt x="3649341" y="89535"/>
                  </a:cubicBezTo>
                  <a:lnTo>
                    <a:pt x="3649341" y="44450"/>
                  </a:lnTo>
                  <a:lnTo>
                    <a:pt x="3638546" y="44450"/>
                  </a:lnTo>
                  <a:lnTo>
                    <a:pt x="3638546" y="30480"/>
                  </a:lnTo>
                  <a:lnTo>
                    <a:pt x="3649341" y="30480"/>
                  </a:lnTo>
                  <a:lnTo>
                    <a:pt x="3649341" y="8255"/>
                  </a:lnTo>
                  <a:close/>
                  <a:moveTo>
                    <a:pt x="3610605" y="0"/>
                  </a:moveTo>
                  <a:lnTo>
                    <a:pt x="3610605" y="30480"/>
                  </a:lnTo>
                  <a:lnTo>
                    <a:pt x="3629655" y="30480"/>
                  </a:lnTo>
                  <a:lnTo>
                    <a:pt x="3629655" y="44450"/>
                  </a:lnTo>
                  <a:lnTo>
                    <a:pt x="3610605" y="44450"/>
                  </a:lnTo>
                  <a:lnTo>
                    <a:pt x="3610605" y="86995"/>
                  </a:lnTo>
                  <a:cubicBezTo>
                    <a:pt x="3610605" y="86995"/>
                    <a:pt x="3610605" y="90170"/>
                    <a:pt x="3610605" y="91440"/>
                  </a:cubicBezTo>
                  <a:cubicBezTo>
                    <a:pt x="3610605" y="92710"/>
                    <a:pt x="3611240" y="93345"/>
                    <a:pt x="3611875" y="94615"/>
                  </a:cubicBezTo>
                  <a:cubicBezTo>
                    <a:pt x="3612510" y="95250"/>
                    <a:pt x="3613145" y="95885"/>
                    <a:pt x="3614415" y="95885"/>
                  </a:cubicBezTo>
                  <a:cubicBezTo>
                    <a:pt x="3615685" y="95885"/>
                    <a:pt x="3616955" y="95885"/>
                    <a:pt x="3618225" y="95885"/>
                  </a:cubicBezTo>
                  <a:cubicBezTo>
                    <a:pt x="3620130" y="95885"/>
                    <a:pt x="3622035" y="95885"/>
                    <a:pt x="3624575" y="95250"/>
                  </a:cubicBezTo>
                  <a:cubicBezTo>
                    <a:pt x="3626480" y="94615"/>
                    <a:pt x="3628385" y="93980"/>
                    <a:pt x="3629655" y="93345"/>
                  </a:cubicBezTo>
                  <a:lnTo>
                    <a:pt x="3627750" y="106680"/>
                  </a:lnTo>
                  <a:cubicBezTo>
                    <a:pt x="3627750" y="106680"/>
                    <a:pt x="3623940" y="108585"/>
                    <a:pt x="3621400" y="109220"/>
                  </a:cubicBezTo>
                  <a:cubicBezTo>
                    <a:pt x="3618860" y="109855"/>
                    <a:pt x="3616320" y="110490"/>
                    <a:pt x="3613145" y="110490"/>
                  </a:cubicBezTo>
                  <a:cubicBezTo>
                    <a:pt x="3610605" y="110490"/>
                    <a:pt x="3608065" y="110490"/>
                    <a:pt x="3606160" y="109220"/>
                  </a:cubicBezTo>
                  <a:cubicBezTo>
                    <a:pt x="3604255" y="108585"/>
                    <a:pt x="3602350" y="107315"/>
                    <a:pt x="3600445" y="105410"/>
                  </a:cubicBezTo>
                  <a:cubicBezTo>
                    <a:pt x="3598540" y="103505"/>
                    <a:pt x="3597270" y="101600"/>
                    <a:pt x="3596635" y="99060"/>
                  </a:cubicBezTo>
                  <a:cubicBezTo>
                    <a:pt x="3596000" y="96520"/>
                    <a:pt x="3595365" y="93345"/>
                    <a:pt x="3595365" y="89535"/>
                  </a:cubicBezTo>
                  <a:lnTo>
                    <a:pt x="3595365" y="44450"/>
                  </a:lnTo>
                  <a:lnTo>
                    <a:pt x="3584570" y="44450"/>
                  </a:lnTo>
                  <a:lnTo>
                    <a:pt x="3584570" y="30480"/>
                  </a:lnTo>
                  <a:lnTo>
                    <a:pt x="3595365" y="30480"/>
                  </a:lnTo>
                  <a:lnTo>
                    <a:pt x="3595365" y="8255"/>
                  </a:lnTo>
                  <a:close/>
                  <a:moveTo>
                    <a:pt x="3445505" y="0"/>
                  </a:moveTo>
                  <a:lnTo>
                    <a:pt x="3445505" y="37465"/>
                  </a:lnTo>
                  <a:cubicBezTo>
                    <a:pt x="3445505" y="37465"/>
                    <a:pt x="3448680" y="34925"/>
                    <a:pt x="3449950" y="33655"/>
                  </a:cubicBezTo>
                  <a:cubicBezTo>
                    <a:pt x="3451220" y="33020"/>
                    <a:pt x="3452490" y="31750"/>
                    <a:pt x="3453760" y="31115"/>
                  </a:cubicBezTo>
                  <a:cubicBezTo>
                    <a:pt x="3455030" y="30480"/>
                    <a:pt x="3456935" y="29845"/>
                    <a:pt x="3458840" y="29210"/>
                  </a:cubicBezTo>
                  <a:cubicBezTo>
                    <a:pt x="3460745" y="29210"/>
                    <a:pt x="3463285" y="28575"/>
                    <a:pt x="3465825" y="28575"/>
                  </a:cubicBezTo>
                  <a:cubicBezTo>
                    <a:pt x="3470270" y="28575"/>
                    <a:pt x="3474080" y="29210"/>
                    <a:pt x="3477890" y="31115"/>
                  </a:cubicBezTo>
                  <a:cubicBezTo>
                    <a:pt x="3481700" y="32385"/>
                    <a:pt x="3484875" y="34925"/>
                    <a:pt x="3487415" y="38735"/>
                  </a:cubicBezTo>
                  <a:cubicBezTo>
                    <a:pt x="3489955" y="41910"/>
                    <a:pt x="3492495" y="46355"/>
                    <a:pt x="3493765" y="51435"/>
                  </a:cubicBezTo>
                  <a:cubicBezTo>
                    <a:pt x="3495035" y="56515"/>
                    <a:pt x="3496305" y="62865"/>
                    <a:pt x="3496305" y="70485"/>
                  </a:cubicBezTo>
                  <a:lnTo>
                    <a:pt x="3495670" y="71120"/>
                  </a:lnTo>
                  <a:cubicBezTo>
                    <a:pt x="3495670" y="77470"/>
                    <a:pt x="3495035" y="83820"/>
                    <a:pt x="3493130" y="88265"/>
                  </a:cubicBezTo>
                  <a:cubicBezTo>
                    <a:pt x="3491225" y="93345"/>
                    <a:pt x="3489320" y="97155"/>
                    <a:pt x="3486145" y="100330"/>
                  </a:cubicBezTo>
                  <a:cubicBezTo>
                    <a:pt x="3483605" y="103505"/>
                    <a:pt x="3479795" y="106045"/>
                    <a:pt x="3476620" y="107315"/>
                  </a:cubicBezTo>
                  <a:cubicBezTo>
                    <a:pt x="3472810" y="109220"/>
                    <a:pt x="3469000" y="109855"/>
                    <a:pt x="3465190" y="109855"/>
                  </a:cubicBezTo>
                  <a:cubicBezTo>
                    <a:pt x="3461380" y="109855"/>
                    <a:pt x="3457570" y="109220"/>
                    <a:pt x="3454395" y="107315"/>
                  </a:cubicBezTo>
                  <a:cubicBezTo>
                    <a:pt x="3450585" y="105410"/>
                    <a:pt x="3448045" y="103505"/>
                    <a:pt x="3445505" y="100965"/>
                  </a:cubicBezTo>
                  <a:lnTo>
                    <a:pt x="3445505" y="107950"/>
                  </a:lnTo>
                  <a:lnTo>
                    <a:pt x="3430265" y="107950"/>
                  </a:lnTo>
                  <a:lnTo>
                    <a:pt x="3430265" y="7620"/>
                  </a:lnTo>
                  <a:close/>
                  <a:moveTo>
                    <a:pt x="2380611" y="0"/>
                  </a:moveTo>
                  <a:lnTo>
                    <a:pt x="2380611" y="30480"/>
                  </a:lnTo>
                  <a:lnTo>
                    <a:pt x="2399661" y="30480"/>
                  </a:lnTo>
                  <a:lnTo>
                    <a:pt x="2399661" y="44450"/>
                  </a:lnTo>
                  <a:lnTo>
                    <a:pt x="2380611" y="44450"/>
                  </a:lnTo>
                  <a:lnTo>
                    <a:pt x="2380611" y="86995"/>
                  </a:lnTo>
                  <a:cubicBezTo>
                    <a:pt x="2380611" y="86995"/>
                    <a:pt x="2380611" y="90170"/>
                    <a:pt x="2380611" y="91440"/>
                  </a:cubicBezTo>
                  <a:cubicBezTo>
                    <a:pt x="2380611" y="92710"/>
                    <a:pt x="2381246" y="93345"/>
                    <a:pt x="2381881" y="94615"/>
                  </a:cubicBezTo>
                  <a:cubicBezTo>
                    <a:pt x="2382516" y="95250"/>
                    <a:pt x="2383151" y="95885"/>
                    <a:pt x="2384421" y="95885"/>
                  </a:cubicBezTo>
                  <a:cubicBezTo>
                    <a:pt x="2385691" y="95885"/>
                    <a:pt x="2386961" y="95885"/>
                    <a:pt x="2388231" y="95885"/>
                  </a:cubicBezTo>
                  <a:cubicBezTo>
                    <a:pt x="2390136" y="95885"/>
                    <a:pt x="2392041" y="95885"/>
                    <a:pt x="2394581" y="95250"/>
                  </a:cubicBezTo>
                  <a:cubicBezTo>
                    <a:pt x="2396486" y="94615"/>
                    <a:pt x="2398391" y="93980"/>
                    <a:pt x="2399661" y="93345"/>
                  </a:cubicBezTo>
                  <a:lnTo>
                    <a:pt x="2397756" y="106680"/>
                  </a:lnTo>
                  <a:cubicBezTo>
                    <a:pt x="2397756" y="106680"/>
                    <a:pt x="2393946" y="108585"/>
                    <a:pt x="2391406" y="109220"/>
                  </a:cubicBezTo>
                  <a:cubicBezTo>
                    <a:pt x="2388866" y="109855"/>
                    <a:pt x="2386326" y="110490"/>
                    <a:pt x="2383151" y="110490"/>
                  </a:cubicBezTo>
                  <a:cubicBezTo>
                    <a:pt x="2380611" y="110490"/>
                    <a:pt x="2378071" y="110490"/>
                    <a:pt x="2376166" y="109220"/>
                  </a:cubicBezTo>
                  <a:cubicBezTo>
                    <a:pt x="2374261" y="108585"/>
                    <a:pt x="2372356" y="107315"/>
                    <a:pt x="2370451" y="105410"/>
                  </a:cubicBezTo>
                  <a:cubicBezTo>
                    <a:pt x="2368546" y="103505"/>
                    <a:pt x="2367276" y="101600"/>
                    <a:pt x="2366641" y="99060"/>
                  </a:cubicBezTo>
                  <a:cubicBezTo>
                    <a:pt x="2366006" y="96520"/>
                    <a:pt x="2365371" y="93345"/>
                    <a:pt x="2365371" y="89535"/>
                  </a:cubicBezTo>
                  <a:lnTo>
                    <a:pt x="2365371" y="44450"/>
                  </a:lnTo>
                  <a:lnTo>
                    <a:pt x="2354576" y="44450"/>
                  </a:lnTo>
                  <a:lnTo>
                    <a:pt x="2354576" y="30480"/>
                  </a:lnTo>
                  <a:lnTo>
                    <a:pt x="2365371" y="30480"/>
                  </a:lnTo>
                  <a:lnTo>
                    <a:pt x="2365371" y="8255"/>
                  </a:lnTo>
                  <a:close/>
                  <a:moveTo>
                    <a:pt x="2150741" y="0"/>
                  </a:moveTo>
                  <a:lnTo>
                    <a:pt x="2150741" y="30480"/>
                  </a:lnTo>
                  <a:lnTo>
                    <a:pt x="2169791" y="30480"/>
                  </a:lnTo>
                  <a:lnTo>
                    <a:pt x="2169791" y="44450"/>
                  </a:lnTo>
                  <a:lnTo>
                    <a:pt x="2150741" y="44450"/>
                  </a:lnTo>
                  <a:lnTo>
                    <a:pt x="2150741" y="86995"/>
                  </a:lnTo>
                  <a:cubicBezTo>
                    <a:pt x="2150741" y="86995"/>
                    <a:pt x="2150741" y="90170"/>
                    <a:pt x="2150741" y="91440"/>
                  </a:cubicBezTo>
                  <a:cubicBezTo>
                    <a:pt x="2150741" y="92710"/>
                    <a:pt x="2151376" y="93345"/>
                    <a:pt x="2152011" y="94615"/>
                  </a:cubicBezTo>
                  <a:cubicBezTo>
                    <a:pt x="2152646" y="95250"/>
                    <a:pt x="2153281" y="95885"/>
                    <a:pt x="2154551" y="95885"/>
                  </a:cubicBezTo>
                  <a:cubicBezTo>
                    <a:pt x="2155821" y="95885"/>
                    <a:pt x="2157091" y="95885"/>
                    <a:pt x="2158361" y="95885"/>
                  </a:cubicBezTo>
                  <a:cubicBezTo>
                    <a:pt x="2160266" y="95885"/>
                    <a:pt x="2162171" y="95885"/>
                    <a:pt x="2164711" y="95250"/>
                  </a:cubicBezTo>
                  <a:cubicBezTo>
                    <a:pt x="2166616" y="94615"/>
                    <a:pt x="2168521" y="93980"/>
                    <a:pt x="2169791" y="93345"/>
                  </a:cubicBezTo>
                  <a:lnTo>
                    <a:pt x="2167886" y="106680"/>
                  </a:lnTo>
                  <a:cubicBezTo>
                    <a:pt x="2167886" y="106680"/>
                    <a:pt x="2164076" y="108585"/>
                    <a:pt x="2161536" y="109220"/>
                  </a:cubicBezTo>
                  <a:cubicBezTo>
                    <a:pt x="2158996" y="109855"/>
                    <a:pt x="2156456" y="110490"/>
                    <a:pt x="2153281" y="110490"/>
                  </a:cubicBezTo>
                  <a:cubicBezTo>
                    <a:pt x="2150741" y="110490"/>
                    <a:pt x="2148201" y="110490"/>
                    <a:pt x="2146296" y="109220"/>
                  </a:cubicBezTo>
                  <a:cubicBezTo>
                    <a:pt x="2144391" y="108585"/>
                    <a:pt x="2142486" y="107315"/>
                    <a:pt x="2140581" y="105410"/>
                  </a:cubicBezTo>
                  <a:cubicBezTo>
                    <a:pt x="2138676" y="103505"/>
                    <a:pt x="2137406" y="101600"/>
                    <a:pt x="2136771" y="99060"/>
                  </a:cubicBezTo>
                  <a:cubicBezTo>
                    <a:pt x="2136136" y="96520"/>
                    <a:pt x="2135501" y="93345"/>
                    <a:pt x="2135501" y="89535"/>
                  </a:cubicBezTo>
                  <a:lnTo>
                    <a:pt x="2135501" y="44450"/>
                  </a:lnTo>
                  <a:lnTo>
                    <a:pt x="2124706" y="44450"/>
                  </a:lnTo>
                  <a:lnTo>
                    <a:pt x="2124706" y="30480"/>
                  </a:lnTo>
                  <a:lnTo>
                    <a:pt x="2135501" y="30480"/>
                  </a:lnTo>
                  <a:lnTo>
                    <a:pt x="2135501" y="8255"/>
                  </a:lnTo>
                  <a:close/>
                  <a:moveTo>
                    <a:pt x="2096131" y="0"/>
                  </a:moveTo>
                  <a:lnTo>
                    <a:pt x="2096131" y="30480"/>
                  </a:lnTo>
                  <a:lnTo>
                    <a:pt x="2115181" y="30480"/>
                  </a:lnTo>
                  <a:lnTo>
                    <a:pt x="2115181" y="44450"/>
                  </a:lnTo>
                  <a:lnTo>
                    <a:pt x="2096131" y="44450"/>
                  </a:lnTo>
                  <a:lnTo>
                    <a:pt x="2096131" y="86995"/>
                  </a:lnTo>
                  <a:cubicBezTo>
                    <a:pt x="2096131" y="86995"/>
                    <a:pt x="2096131" y="90170"/>
                    <a:pt x="2096131" y="91440"/>
                  </a:cubicBezTo>
                  <a:cubicBezTo>
                    <a:pt x="2096131" y="92710"/>
                    <a:pt x="2096766" y="93345"/>
                    <a:pt x="2097401" y="94615"/>
                  </a:cubicBezTo>
                  <a:cubicBezTo>
                    <a:pt x="2098036" y="95250"/>
                    <a:pt x="2098671" y="95885"/>
                    <a:pt x="2099941" y="95885"/>
                  </a:cubicBezTo>
                  <a:cubicBezTo>
                    <a:pt x="2101211" y="95885"/>
                    <a:pt x="2102481" y="95885"/>
                    <a:pt x="2103751" y="95885"/>
                  </a:cubicBezTo>
                  <a:cubicBezTo>
                    <a:pt x="2105656" y="95885"/>
                    <a:pt x="2107561" y="95885"/>
                    <a:pt x="2110101" y="95250"/>
                  </a:cubicBezTo>
                  <a:cubicBezTo>
                    <a:pt x="2112006" y="94615"/>
                    <a:pt x="2113911" y="93980"/>
                    <a:pt x="2115181" y="93345"/>
                  </a:cubicBezTo>
                  <a:lnTo>
                    <a:pt x="2113276" y="106680"/>
                  </a:lnTo>
                  <a:cubicBezTo>
                    <a:pt x="2113276" y="106680"/>
                    <a:pt x="2109466" y="108585"/>
                    <a:pt x="2106926" y="109220"/>
                  </a:cubicBezTo>
                  <a:cubicBezTo>
                    <a:pt x="2104386" y="109855"/>
                    <a:pt x="2101846" y="110490"/>
                    <a:pt x="2098671" y="110490"/>
                  </a:cubicBezTo>
                  <a:cubicBezTo>
                    <a:pt x="2096131" y="110490"/>
                    <a:pt x="2093591" y="110490"/>
                    <a:pt x="2091686" y="109220"/>
                  </a:cubicBezTo>
                  <a:cubicBezTo>
                    <a:pt x="2089781" y="108585"/>
                    <a:pt x="2087876" y="107315"/>
                    <a:pt x="2085971" y="105410"/>
                  </a:cubicBezTo>
                  <a:cubicBezTo>
                    <a:pt x="2084066" y="103505"/>
                    <a:pt x="2082796" y="101600"/>
                    <a:pt x="2082161" y="99060"/>
                  </a:cubicBezTo>
                  <a:cubicBezTo>
                    <a:pt x="2081526" y="96520"/>
                    <a:pt x="2080891" y="93345"/>
                    <a:pt x="2080891" y="89535"/>
                  </a:cubicBezTo>
                  <a:lnTo>
                    <a:pt x="2080891" y="44450"/>
                  </a:lnTo>
                  <a:lnTo>
                    <a:pt x="2070096" y="44450"/>
                  </a:lnTo>
                  <a:lnTo>
                    <a:pt x="2070096" y="30480"/>
                  </a:lnTo>
                  <a:lnTo>
                    <a:pt x="2080891" y="30480"/>
                  </a:lnTo>
                  <a:lnTo>
                    <a:pt x="2080891" y="8255"/>
                  </a:lnTo>
                  <a:close/>
                  <a:moveTo>
                    <a:pt x="1931665" y="0"/>
                  </a:moveTo>
                  <a:lnTo>
                    <a:pt x="1931665" y="37465"/>
                  </a:lnTo>
                  <a:cubicBezTo>
                    <a:pt x="1931665" y="37465"/>
                    <a:pt x="1934840" y="34925"/>
                    <a:pt x="1936110" y="33655"/>
                  </a:cubicBezTo>
                  <a:cubicBezTo>
                    <a:pt x="1937380" y="33020"/>
                    <a:pt x="1938650" y="31750"/>
                    <a:pt x="1939920" y="31115"/>
                  </a:cubicBezTo>
                  <a:cubicBezTo>
                    <a:pt x="1941190" y="30480"/>
                    <a:pt x="1943095" y="29845"/>
                    <a:pt x="1945000" y="29210"/>
                  </a:cubicBezTo>
                  <a:cubicBezTo>
                    <a:pt x="1946905" y="29210"/>
                    <a:pt x="1949445" y="28575"/>
                    <a:pt x="1951985" y="28575"/>
                  </a:cubicBezTo>
                  <a:cubicBezTo>
                    <a:pt x="1956430" y="28575"/>
                    <a:pt x="1960240" y="29210"/>
                    <a:pt x="1964050" y="31115"/>
                  </a:cubicBezTo>
                  <a:cubicBezTo>
                    <a:pt x="1967860" y="32385"/>
                    <a:pt x="1971035" y="34925"/>
                    <a:pt x="1973575" y="38735"/>
                  </a:cubicBezTo>
                  <a:cubicBezTo>
                    <a:pt x="1976115" y="41910"/>
                    <a:pt x="1978655" y="46355"/>
                    <a:pt x="1979925" y="51435"/>
                  </a:cubicBezTo>
                  <a:cubicBezTo>
                    <a:pt x="1981195" y="56515"/>
                    <a:pt x="1982465" y="62865"/>
                    <a:pt x="1982465" y="70485"/>
                  </a:cubicBezTo>
                  <a:lnTo>
                    <a:pt x="1981830" y="71120"/>
                  </a:lnTo>
                  <a:cubicBezTo>
                    <a:pt x="1981830" y="77470"/>
                    <a:pt x="1981195" y="83820"/>
                    <a:pt x="1979290" y="88265"/>
                  </a:cubicBezTo>
                  <a:cubicBezTo>
                    <a:pt x="1977385" y="93345"/>
                    <a:pt x="1975480" y="97155"/>
                    <a:pt x="1972305" y="100330"/>
                  </a:cubicBezTo>
                  <a:cubicBezTo>
                    <a:pt x="1969765" y="103505"/>
                    <a:pt x="1965955" y="106045"/>
                    <a:pt x="1962780" y="107315"/>
                  </a:cubicBezTo>
                  <a:cubicBezTo>
                    <a:pt x="1958970" y="109220"/>
                    <a:pt x="1955160" y="109855"/>
                    <a:pt x="1951350" y="109855"/>
                  </a:cubicBezTo>
                  <a:cubicBezTo>
                    <a:pt x="1947540" y="109855"/>
                    <a:pt x="1943730" y="109220"/>
                    <a:pt x="1940555" y="107315"/>
                  </a:cubicBezTo>
                  <a:cubicBezTo>
                    <a:pt x="1936745" y="105410"/>
                    <a:pt x="1934205" y="103505"/>
                    <a:pt x="1931665" y="100965"/>
                  </a:cubicBezTo>
                  <a:lnTo>
                    <a:pt x="1931665" y="107950"/>
                  </a:lnTo>
                  <a:lnTo>
                    <a:pt x="1916425" y="107950"/>
                  </a:lnTo>
                  <a:lnTo>
                    <a:pt x="1916425" y="7620"/>
                  </a:lnTo>
                  <a:close/>
                  <a:moveTo>
                    <a:pt x="1316991" y="0"/>
                  </a:moveTo>
                  <a:lnTo>
                    <a:pt x="1316991" y="30480"/>
                  </a:lnTo>
                  <a:lnTo>
                    <a:pt x="1336041" y="30480"/>
                  </a:lnTo>
                  <a:lnTo>
                    <a:pt x="1336041" y="44450"/>
                  </a:lnTo>
                  <a:lnTo>
                    <a:pt x="1316991" y="44450"/>
                  </a:lnTo>
                  <a:lnTo>
                    <a:pt x="1316991" y="86995"/>
                  </a:lnTo>
                  <a:cubicBezTo>
                    <a:pt x="1316991" y="86995"/>
                    <a:pt x="1316991" y="90170"/>
                    <a:pt x="1316991" y="91440"/>
                  </a:cubicBezTo>
                  <a:cubicBezTo>
                    <a:pt x="1316991" y="92710"/>
                    <a:pt x="1317627" y="93345"/>
                    <a:pt x="1318261" y="94615"/>
                  </a:cubicBezTo>
                  <a:cubicBezTo>
                    <a:pt x="1318896" y="95250"/>
                    <a:pt x="1319531" y="95885"/>
                    <a:pt x="1320801" y="95885"/>
                  </a:cubicBezTo>
                  <a:cubicBezTo>
                    <a:pt x="1322072" y="95885"/>
                    <a:pt x="1323341" y="95885"/>
                    <a:pt x="1324611" y="95885"/>
                  </a:cubicBezTo>
                  <a:cubicBezTo>
                    <a:pt x="1326516" y="95885"/>
                    <a:pt x="1328422" y="95885"/>
                    <a:pt x="1330961" y="95250"/>
                  </a:cubicBezTo>
                  <a:cubicBezTo>
                    <a:pt x="1332867" y="94615"/>
                    <a:pt x="1334772" y="93980"/>
                    <a:pt x="1336041" y="93345"/>
                  </a:cubicBezTo>
                  <a:lnTo>
                    <a:pt x="1334136" y="106680"/>
                  </a:lnTo>
                  <a:cubicBezTo>
                    <a:pt x="1334136" y="106680"/>
                    <a:pt x="1330326" y="108585"/>
                    <a:pt x="1327786" y="109220"/>
                  </a:cubicBezTo>
                  <a:cubicBezTo>
                    <a:pt x="1325246" y="109855"/>
                    <a:pt x="1322706" y="110490"/>
                    <a:pt x="1319531" y="110490"/>
                  </a:cubicBezTo>
                  <a:cubicBezTo>
                    <a:pt x="1316991" y="110490"/>
                    <a:pt x="1314451" y="110490"/>
                    <a:pt x="1312546" y="109220"/>
                  </a:cubicBezTo>
                  <a:cubicBezTo>
                    <a:pt x="1310641" y="108585"/>
                    <a:pt x="1308736" y="107315"/>
                    <a:pt x="1306831" y="105410"/>
                  </a:cubicBezTo>
                  <a:cubicBezTo>
                    <a:pt x="1304926" y="103505"/>
                    <a:pt x="1303656" y="101600"/>
                    <a:pt x="1303021" y="99060"/>
                  </a:cubicBezTo>
                  <a:cubicBezTo>
                    <a:pt x="1302386" y="96520"/>
                    <a:pt x="1301751" y="93345"/>
                    <a:pt x="1301751" y="89535"/>
                  </a:cubicBezTo>
                  <a:lnTo>
                    <a:pt x="1301751" y="44450"/>
                  </a:lnTo>
                  <a:lnTo>
                    <a:pt x="1290956" y="44450"/>
                  </a:lnTo>
                  <a:lnTo>
                    <a:pt x="1290956" y="30480"/>
                  </a:lnTo>
                  <a:lnTo>
                    <a:pt x="1301751" y="30480"/>
                  </a:lnTo>
                  <a:lnTo>
                    <a:pt x="1301751" y="8255"/>
                  </a:lnTo>
                  <a:close/>
                  <a:moveTo>
                    <a:pt x="751206" y="0"/>
                  </a:moveTo>
                  <a:lnTo>
                    <a:pt x="751206" y="30480"/>
                  </a:lnTo>
                  <a:lnTo>
                    <a:pt x="770256" y="30480"/>
                  </a:lnTo>
                  <a:lnTo>
                    <a:pt x="770256" y="44450"/>
                  </a:lnTo>
                  <a:lnTo>
                    <a:pt x="751206" y="44450"/>
                  </a:lnTo>
                  <a:lnTo>
                    <a:pt x="751206" y="86995"/>
                  </a:lnTo>
                  <a:cubicBezTo>
                    <a:pt x="751206" y="86995"/>
                    <a:pt x="751206" y="90170"/>
                    <a:pt x="751206" y="91440"/>
                  </a:cubicBezTo>
                  <a:cubicBezTo>
                    <a:pt x="751206" y="92710"/>
                    <a:pt x="751841" y="93345"/>
                    <a:pt x="752476" y="94615"/>
                  </a:cubicBezTo>
                  <a:cubicBezTo>
                    <a:pt x="753111" y="95250"/>
                    <a:pt x="753746" y="95885"/>
                    <a:pt x="755016" y="95885"/>
                  </a:cubicBezTo>
                  <a:cubicBezTo>
                    <a:pt x="756286" y="95885"/>
                    <a:pt x="757556" y="95885"/>
                    <a:pt x="758826" y="95885"/>
                  </a:cubicBezTo>
                  <a:cubicBezTo>
                    <a:pt x="760731" y="95885"/>
                    <a:pt x="762636" y="95885"/>
                    <a:pt x="765176" y="95250"/>
                  </a:cubicBezTo>
                  <a:cubicBezTo>
                    <a:pt x="767081" y="94615"/>
                    <a:pt x="768986" y="93980"/>
                    <a:pt x="770256" y="93345"/>
                  </a:cubicBezTo>
                  <a:lnTo>
                    <a:pt x="768351" y="106680"/>
                  </a:lnTo>
                  <a:cubicBezTo>
                    <a:pt x="768351" y="106680"/>
                    <a:pt x="764541" y="108585"/>
                    <a:pt x="762001" y="109220"/>
                  </a:cubicBezTo>
                  <a:cubicBezTo>
                    <a:pt x="759461" y="109855"/>
                    <a:pt x="756921" y="110490"/>
                    <a:pt x="753746" y="110490"/>
                  </a:cubicBezTo>
                  <a:cubicBezTo>
                    <a:pt x="751206" y="110490"/>
                    <a:pt x="748666" y="110490"/>
                    <a:pt x="746761" y="109220"/>
                  </a:cubicBezTo>
                  <a:cubicBezTo>
                    <a:pt x="744856" y="108585"/>
                    <a:pt x="742951" y="107315"/>
                    <a:pt x="741045" y="105410"/>
                  </a:cubicBezTo>
                  <a:cubicBezTo>
                    <a:pt x="739141" y="103505"/>
                    <a:pt x="737871" y="101600"/>
                    <a:pt x="737236" y="99060"/>
                  </a:cubicBezTo>
                  <a:cubicBezTo>
                    <a:pt x="736600" y="96520"/>
                    <a:pt x="735966" y="93345"/>
                    <a:pt x="735966" y="89535"/>
                  </a:cubicBezTo>
                  <a:lnTo>
                    <a:pt x="735966" y="44450"/>
                  </a:lnTo>
                  <a:lnTo>
                    <a:pt x="725171" y="44450"/>
                  </a:lnTo>
                  <a:lnTo>
                    <a:pt x="725171" y="30480"/>
                  </a:lnTo>
                  <a:lnTo>
                    <a:pt x="735966" y="30480"/>
                  </a:lnTo>
                  <a:lnTo>
                    <a:pt x="735966" y="8255"/>
                  </a:lnTo>
                  <a:close/>
                  <a:moveTo>
                    <a:pt x="521335" y="0"/>
                  </a:moveTo>
                  <a:lnTo>
                    <a:pt x="521335" y="30480"/>
                  </a:lnTo>
                  <a:lnTo>
                    <a:pt x="540385" y="30480"/>
                  </a:lnTo>
                  <a:lnTo>
                    <a:pt x="540385" y="44450"/>
                  </a:lnTo>
                  <a:lnTo>
                    <a:pt x="521335" y="44450"/>
                  </a:lnTo>
                  <a:lnTo>
                    <a:pt x="521335" y="86995"/>
                  </a:lnTo>
                  <a:cubicBezTo>
                    <a:pt x="521335" y="86995"/>
                    <a:pt x="521335" y="90170"/>
                    <a:pt x="521335" y="91440"/>
                  </a:cubicBezTo>
                  <a:cubicBezTo>
                    <a:pt x="521335" y="92710"/>
                    <a:pt x="521970" y="93345"/>
                    <a:pt x="522605" y="94615"/>
                  </a:cubicBezTo>
                  <a:cubicBezTo>
                    <a:pt x="523240" y="95250"/>
                    <a:pt x="523875" y="95885"/>
                    <a:pt x="525145" y="95885"/>
                  </a:cubicBezTo>
                  <a:cubicBezTo>
                    <a:pt x="526415" y="95885"/>
                    <a:pt x="527685" y="95885"/>
                    <a:pt x="528955" y="95885"/>
                  </a:cubicBezTo>
                  <a:cubicBezTo>
                    <a:pt x="530860" y="95885"/>
                    <a:pt x="532765" y="95885"/>
                    <a:pt x="535305" y="95250"/>
                  </a:cubicBezTo>
                  <a:cubicBezTo>
                    <a:pt x="537210" y="94615"/>
                    <a:pt x="539115" y="93980"/>
                    <a:pt x="540385" y="93345"/>
                  </a:cubicBezTo>
                  <a:lnTo>
                    <a:pt x="538480" y="106680"/>
                  </a:lnTo>
                  <a:cubicBezTo>
                    <a:pt x="538480" y="106680"/>
                    <a:pt x="534670" y="108585"/>
                    <a:pt x="532130" y="109220"/>
                  </a:cubicBezTo>
                  <a:cubicBezTo>
                    <a:pt x="529590" y="109855"/>
                    <a:pt x="527050" y="110490"/>
                    <a:pt x="523875" y="110490"/>
                  </a:cubicBezTo>
                  <a:cubicBezTo>
                    <a:pt x="521335" y="110490"/>
                    <a:pt x="518795" y="110490"/>
                    <a:pt x="516890" y="109220"/>
                  </a:cubicBezTo>
                  <a:cubicBezTo>
                    <a:pt x="514985" y="108585"/>
                    <a:pt x="513080" y="107315"/>
                    <a:pt x="511175" y="105410"/>
                  </a:cubicBezTo>
                  <a:cubicBezTo>
                    <a:pt x="509270" y="103505"/>
                    <a:pt x="508000" y="101600"/>
                    <a:pt x="507365" y="99060"/>
                  </a:cubicBezTo>
                  <a:cubicBezTo>
                    <a:pt x="506730" y="96520"/>
                    <a:pt x="506095" y="93345"/>
                    <a:pt x="506095" y="89535"/>
                  </a:cubicBezTo>
                  <a:lnTo>
                    <a:pt x="506095" y="44450"/>
                  </a:lnTo>
                  <a:lnTo>
                    <a:pt x="495300" y="44450"/>
                  </a:lnTo>
                  <a:lnTo>
                    <a:pt x="495300" y="30480"/>
                  </a:lnTo>
                  <a:lnTo>
                    <a:pt x="506095" y="30480"/>
                  </a:lnTo>
                  <a:lnTo>
                    <a:pt x="506095" y="8255"/>
                  </a:lnTo>
                  <a:close/>
                  <a:moveTo>
                    <a:pt x="466724" y="0"/>
                  </a:moveTo>
                  <a:lnTo>
                    <a:pt x="466724" y="30480"/>
                  </a:lnTo>
                  <a:lnTo>
                    <a:pt x="485774" y="30480"/>
                  </a:lnTo>
                  <a:lnTo>
                    <a:pt x="485774" y="44450"/>
                  </a:lnTo>
                  <a:lnTo>
                    <a:pt x="466724" y="44450"/>
                  </a:lnTo>
                  <a:lnTo>
                    <a:pt x="466724" y="86995"/>
                  </a:lnTo>
                  <a:cubicBezTo>
                    <a:pt x="466724" y="86995"/>
                    <a:pt x="466724" y="90170"/>
                    <a:pt x="466724" y="91440"/>
                  </a:cubicBezTo>
                  <a:cubicBezTo>
                    <a:pt x="466724" y="92710"/>
                    <a:pt x="467359" y="93345"/>
                    <a:pt x="467994" y="94615"/>
                  </a:cubicBezTo>
                  <a:cubicBezTo>
                    <a:pt x="468629" y="95250"/>
                    <a:pt x="469264" y="95885"/>
                    <a:pt x="470534" y="95885"/>
                  </a:cubicBezTo>
                  <a:cubicBezTo>
                    <a:pt x="471804" y="95885"/>
                    <a:pt x="473074" y="95885"/>
                    <a:pt x="474344" y="95885"/>
                  </a:cubicBezTo>
                  <a:cubicBezTo>
                    <a:pt x="476249" y="95885"/>
                    <a:pt x="478154" y="95885"/>
                    <a:pt x="480694" y="95250"/>
                  </a:cubicBezTo>
                  <a:cubicBezTo>
                    <a:pt x="482599" y="94615"/>
                    <a:pt x="484504" y="93980"/>
                    <a:pt x="485774" y="93345"/>
                  </a:cubicBezTo>
                  <a:lnTo>
                    <a:pt x="483869" y="106680"/>
                  </a:lnTo>
                  <a:cubicBezTo>
                    <a:pt x="483869" y="106680"/>
                    <a:pt x="480059" y="108585"/>
                    <a:pt x="477519" y="109220"/>
                  </a:cubicBezTo>
                  <a:cubicBezTo>
                    <a:pt x="474979" y="109855"/>
                    <a:pt x="472439" y="110490"/>
                    <a:pt x="469264" y="110490"/>
                  </a:cubicBezTo>
                  <a:cubicBezTo>
                    <a:pt x="466724" y="110490"/>
                    <a:pt x="464184" y="110490"/>
                    <a:pt x="462279" y="109220"/>
                  </a:cubicBezTo>
                  <a:cubicBezTo>
                    <a:pt x="460374" y="108585"/>
                    <a:pt x="458469" y="107315"/>
                    <a:pt x="456564" y="105410"/>
                  </a:cubicBezTo>
                  <a:cubicBezTo>
                    <a:pt x="454659" y="103505"/>
                    <a:pt x="453389" y="101600"/>
                    <a:pt x="452754" y="99060"/>
                  </a:cubicBezTo>
                  <a:cubicBezTo>
                    <a:pt x="452119" y="96520"/>
                    <a:pt x="451484" y="93345"/>
                    <a:pt x="451484" y="89535"/>
                  </a:cubicBezTo>
                  <a:lnTo>
                    <a:pt x="451484" y="44450"/>
                  </a:lnTo>
                  <a:lnTo>
                    <a:pt x="440689" y="44450"/>
                  </a:lnTo>
                  <a:lnTo>
                    <a:pt x="440689" y="30480"/>
                  </a:lnTo>
                  <a:lnTo>
                    <a:pt x="451484" y="30480"/>
                  </a:lnTo>
                  <a:lnTo>
                    <a:pt x="451484" y="8255"/>
                  </a:lnTo>
                  <a:close/>
                  <a:moveTo>
                    <a:pt x="302259" y="0"/>
                  </a:moveTo>
                  <a:lnTo>
                    <a:pt x="302259" y="37465"/>
                  </a:lnTo>
                  <a:cubicBezTo>
                    <a:pt x="302259" y="37465"/>
                    <a:pt x="305434" y="34925"/>
                    <a:pt x="306704" y="33655"/>
                  </a:cubicBezTo>
                  <a:cubicBezTo>
                    <a:pt x="307974" y="33020"/>
                    <a:pt x="309244" y="31750"/>
                    <a:pt x="310514" y="31115"/>
                  </a:cubicBezTo>
                  <a:cubicBezTo>
                    <a:pt x="311784" y="30480"/>
                    <a:pt x="313689" y="29845"/>
                    <a:pt x="315594" y="29210"/>
                  </a:cubicBezTo>
                  <a:cubicBezTo>
                    <a:pt x="317499" y="29210"/>
                    <a:pt x="320039" y="28575"/>
                    <a:pt x="322579" y="28575"/>
                  </a:cubicBezTo>
                  <a:cubicBezTo>
                    <a:pt x="327024" y="28575"/>
                    <a:pt x="330834" y="29210"/>
                    <a:pt x="334644" y="31115"/>
                  </a:cubicBezTo>
                  <a:cubicBezTo>
                    <a:pt x="338454" y="32385"/>
                    <a:pt x="341629" y="34925"/>
                    <a:pt x="344169" y="38735"/>
                  </a:cubicBezTo>
                  <a:cubicBezTo>
                    <a:pt x="346709" y="41910"/>
                    <a:pt x="349249" y="46355"/>
                    <a:pt x="350519" y="51435"/>
                  </a:cubicBezTo>
                  <a:cubicBezTo>
                    <a:pt x="351789" y="56515"/>
                    <a:pt x="353059" y="62865"/>
                    <a:pt x="353059" y="70485"/>
                  </a:cubicBezTo>
                  <a:lnTo>
                    <a:pt x="352424" y="71120"/>
                  </a:lnTo>
                  <a:cubicBezTo>
                    <a:pt x="352424" y="77470"/>
                    <a:pt x="351789" y="83820"/>
                    <a:pt x="349884" y="88265"/>
                  </a:cubicBezTo>
                  <a:cubicBezTo>
                    <a:pt x="347979" y="93345"/>
                    <a:pt x="346074" y="97155"/>
                    <a:pt x="342899" y="100330"/>
                  </a:cubicBezTo>
                  <a:cubicBezTo>
                    <a:pt x="340359" y="103505"/>
                    <a:pt x="336549" y="106045"/>
                    <a:pt x="333374" y="107315"/>
                  </a:cubicBezTo>
                  <a:cubicBezTo>
                    <a:pt x="329564" y="109220"/>
                    <a:pt x="325754" y="109855"/>
                    <a:pt x="321944" y="109855"/>
                  </a:cubicBezTo>
                  <a:cubicBezTo>
                    <a:pt x="318134" y="109855"/>
                    <a:pt x="314324" y="109220"/>
                    <a:pt x="311149" y="107315"/>
                  </a:cubicBezTo>
                  <a:cubicBezTo>
                    <a:pt x="307339" y="105410"/>
                    <a:pt x="304799" y="103505"/>
                    <a:pt x="302259" y="100965"/>
                  </a:cubicBezTo>
                  <a:lnTo>
                    <a:pt x="302259" y="107950"/>
                  </a:lnTo>
                  <a:lnTo>
                    <a:pt x="287019" y="107950"/>
                  </a:lnTo>
                  <a:lnTo>
                    <a:pt x="287019" y="7620"/>
                  </a:lnTo>
                  <a:close/>
                </a:path>
              </a:pathLst>
            </a:custGeom>
            <a:solidFill>
              <a:srgbClr val="FFFFFF"/>
            </a:solidFill>
            <a:ln w="63500" cap="flat">
              <a:noFill/>
              <a:prstDash val="solid"/>
              <a:miter/>
            </a:ln>
          </p:spPr>
          <p:txBody>
            <a:bodyPr rtlCol="0" anchor="ctr"/>
            <a:lstStyle/>
            <a:p>
              <a:endParaRPr lang="en-US"/>
            </a:p>
          </p:txBody>
        </p:sp>
      </p:grpSp>
      <p:sp>
        <p:nvSpPr>
          <p:cNvPr id="28" name="Subtitle 2">
            <a:extLst>
              <a:ext uri="{FF2B5EF4-FFF2-40B4-BE49-F238E27FC236}">
                <a16:creationId xmlns:a16="http://schemas.microsoft.com/office/drawing/2014/main" id="{632E76BF-46D5-8E94-88AA-4783DD302E89}"/>
              </a:ext>
            </a:extLst>
          </p:cNvPr>
          <p:cNvSpPr>
            <a:spLocks noGrp="1"/>
          </p:cNvSpPr>
          <p:nvPr>
            <p:ph type="subTitle" idx="1" hasCustomPrompt="1"/>
          </p:nvPr>
        </p:nvSpPr>
        <p:spPr>
          <a:xfrm>
            <a:off x="889762" y="4436485"/>
            <a:ext cx="4907628" cy="511939"/>
          </a:xfrm>
        </p:spPr>
        <p:txBody>
          <a:bodyPr wrap="square">
            <a:noAutofit/>
          </a:bodyPr>
          <a:lstStyle>
            <a:lvl1pPr marL="0" indent="0" algn="l">
              <a:buNone/>
              <a:defRPr lang="en-GB" sz="1600" kern="1200" dirty="0">
                <a:solidFill>
                  <a:schemeClr val="bg1"/>
                </a:solidFill>
                <a:latin typeface="EYInterstate Regular" panose="02000503020000020004" pitchFamily="2" charset="0"/>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29" name="Title 4">
            <a:extLst>
              <a:ext uri="{FF2B5EF4-FFF2-40B4-BE49-F238E27FC236}">
                <a16:creationId xmlns:a16="http://schemas.microsoft.com/office/drawing/2014/main" id="{1F7B1FDC-B90E-6693-A750-B9BA4B535E8A}"/>
              </a:ext>
            </a:extLst>
          </p:cNvPr>
          <p:cNvSpPr>
            <a:spLocks noGrp="1"/>
          </p:cNvSpPr>
          <p:nvPr>
            <p:ph type="title"/>
          </p:nvPr>
        </p:nvSpPr>
        <p:spPr>
          <a:xfrm>
            <a:off x="889762" y="2698751"/>
            <a:ext cx="4906009" cy="1654043"/>
          </a:xfrm>
        </p:spPr>
        <p:txBody>
          <a:bodyPr anchor="t">
            <a:noAutofit/>
          </a:bodyPr>
          <a:lstStyle>
            <a:lvl1pPr>
              <a:defRPr sz="4200" b="1" i="0">
                <a:solidFill>
                  <a:schemeClr val="bg1"/>
                </a:solidFill>
                <a:latin typeface="EYInterstate Regular" panose="02000503020000020004" pitchFamily="2" charset="0"/>
              </a:defRPr>
            </a:lvl1pPr>
          </a:lstStyle>
          <a:p>
            <a:r>
              <a:rPr lang="en-GB"/>
              <a:t>Click to edit Master title style</a:t>
            </a:r>
            <a:endParaRPr lang="en-US"/>
          </a:p>
        </p:txBody>
      </p:sp>
      <p:sp>
        <p:nvSpPr>
          <p:cNvPr id="30" name="Text Placeholder 288">
            <a:extLst>
              <a:ext uri="{FF2B5EF4-FFF2-40B4-BE49-F238E27FC236}">
                <a16:creationId xmlns:a16="http://schemas.microsoft.com/office/drawing/2014/main" id="{1673B89D-F206-B9D2-CDB7-BDE045C7447F}"/>
              </a:ext>
            </a:extLst>
          </p:cNvPr>
          <p:cNvSpPr>
            <a:spLocks noGrp="1"/>
          </p:cNvSpPr>
          <p:nvPr>
            <p:ph type="body" sz="quarter" idx="10"/>
          </p:nvPr>
        </p:nvSpPr>
        <p:spPr>
          <a:xfrm>
            <a:off x="889762" y="5047485"/>
            <a:ext cx="4906010" cy="246221"/>
          </a:xfrm>
        </p:spPr>
        <p:txBody>
          <a:bodyPr wrap="square">
            <a:spAutoFit/>
          </a:bodyPr>
          <a:lstStyle>
            <a:lvl1pPr marL="0" indent="0">
              <a:buNone/>
              <a:defRPr sz="1600" b="1">
                <a:latin typeface="EYInterstate Regular" panose="02000503020000020004" pitchFamily="2" charset="0"/>
              </a:defRPr>
            </a:lvl1pPr>
            <a:lvl2pPr marL="252000" indent="0">
              <a:buNone/>
              <a:defRPr sz="1600" b="1">
                <a:latin typeface="+mj-lt"/>
              </a:defRPr>
            </a:lvl2pPr>
            <a:lvl3pPr marL="504000" indent="0">
              <a:buNone/>
              <a:defRPr sz="1600" b="1">
                <a:latin typeface="+mj-lt"/>
              </a:defRPr>
            </a:lvl3pPr>
            <a:lvl4pPr marL="756000" indent="0">
              <a:buNone/>
              <a:defRPr sz="1600" b="1">
                <a:latin typeface="+mj-lt"/>
              </a:defRPr>
            </a:lvl4pPr>
            <a:lvl5pPr marL="1008000" indent="0">
              <a:buNone/>
              <a:defRPr sz="1600" b="1">
                <a:latin typeface="+mj-lt"/>
              </a:defRPr>
            </a:lvl5pPr>
          </a:lstStyle>
          <a:p>
            <a:pPr lvl="0"/>
            <a:r>
              <a:rPr lang="en-GB"/>
              <a:t>Click to edit Master text styles</a:t>
            </a:r>
          </a:p>
        </p:txBody>
      </p:sp>
      <p:grpSp>
        <p:nvGrpSpPr>
          <p:cNvPr id="2" name="Group 1">
            <a:extLst>
              <a:ext uri="{FF2B5EF4-FFF2-40B4-BE49-F238E27FC236}">
                <a16:creationId xmlns:a16="http://schemas.microsoft.com/office/drawing/2014/main" id="{F7C1D2CA-2DB1-76BC-DAFE-210631AEC288}"/>
              </a:ext>
            </a:extLst>
          </p:cNvPr>
          <p:cNvGrpSpPr/>
          <p:nvPr userDrawn="1"/>
        </p:nvGrpSpPr>
        <p:grpSpPr>
          <a:xfrm>
            <a:off x="485774" y="1291008"/>
            <a:ext cx="5706110" cy="4360545"/>
            <a:chOff x="485774" y="1291008"/>
            <a:chExt cx="5706110" cy="4360545"/>
          </a:xfrm>
        </p:grpSpPr>
        <p:sp>
          <p:nvSpPr>
            <p:cNvPr id="26" name="Freeform 25">
              <a:extLst>
                <a:ext uri="{FF2B5EF4-FFF2-40B4-BE49-F238E27FC236}">
                  <a16:creationId xmlns:a16="http://schemas.microsoft.com/office/drawing/2014/main" id="{F7E50E80-DFF0-E065-898F-1AFD970459B6}"/>
                </a:ext>
              </a:extLst>
            </p:cNvPr>
            <p:cNvSpPr/>
            <p:nvPr userDrawn="1"/>
          </p:nvSpPr>
          <p:spPr>
            <a:xfrm>
              <a:off x="485774" y="5549953"/>
              <a:ext cx="508000" cy="101600"/>
            </a:xfrm>
            <a:custGeom>
              <a:avLst/>
              <a:gdLst>
                <a:gd name="connsiteX0" fmla="*/ 406400 w 508000"/>
                <a:gd name="connsiteY0" fmla="*/ 0 h 101600"/>
                <a:gd name="connsiteX1" fmla="*/ 508000 w 508000"/>
                <a:gd name="connsiteY1" fmla="*/ 0 h 101600"/>
                <a:gd name="connsiteX2" fmla="*/ 508000 w 508000"/>
                <a:gd name="connsiteY2" fmla="*/ 101600 h 101600"/>
                <a:gd name="connsiteX3" fmla="*/ 406400 w 508000"/>
                <a:gd name="connsiteY3" fmla="*/ 101600 h 101600"/>
                <a:gd name="connsiteX4" fmla="*/ 203200 w 508000"/>
                <a:gd name="connsiteY4" fmla="*/ 0 h 101600"/>
                <a:gd name="connsiteX5" fmla="*/ 304800 w 508000"/>
                <a:gd name="connsiteY5" fmla="*/ 0 h 101600"/>
                <a:gd name="connsiteX6" fmla="*/ 304800 w 508000"/>
                <a:gd name="connsiteY6" fmla="*/ 101600 h 101600"/>
                <a:gd name="connsiteX7" fmla="*/ 203200 w 508000"/>
                <a:gd name="connsiteY7" fmla="*/ 101600 h 101600"/>
                <a:gd name="connsiteX8" fmla="*/ 0 w 508000"/>
                <a:gd name="connsiteY8" fmla="*/ 0 h 101600"/>
                <a:gd name="connsiteX9" fmla="*/ 101600 w 508000"/>
                <a:gd name="connsiteY9" fmla="*/ 0 h 101600"/>
                <a:gd name="connsiteX10" fmla="*/ 101600 w 508000"/>
                <a:gd name="connsiteY10" fmla="*/ 101600 h 101600"/>
                <a:gd name="connsiteX11" fmla="*/ 0 w 508000"/>
                <a:gd name="connsiteY11" fmla="*/ 101600 h 10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8000" h="101600">
                  <a:moveTo>
                    <a:pt x="406400" y="0"/>
                  </a:moveTo>
                  <a:lnTo>
                    <a:pt x="508000" y="0"/>
                  </a:lnTo>
                  <a:lnTo>
                    <a:pt x="508000" y="101600"/>
                  </a:lnTo>
                  <a:lnTo>
                    <a:pt x="406400" y="101600"/>
                  </a:lnTo>
                  <a:close/>
                  <a:moveTo>
                    <a:pt x="203200" y="0"/>
                  </a:moveTo>
                  <a:lnTo>
                    <a:pt x="304800" y="0"/>
                  </a:lnTo>
                  <a:lnTo>
                    <a:pt x="304800" y="101600"/>
                  </a:lnTo>
                  <a:lnTo>
                    <a:pt x="203200" y="101600"/>
                  </a:lnTo>
                  <a:close/>
                  <a:moveTo>
                    <a:pt x="0" y="0"/>
                  </a:moveTo>
                  <a:lnTo>
                    <a:pt x="101600" y="0"/>
                  </a:lnTo>
                  <a:lnTo>
                    <a:pt x="101600" y="101600"/>
                  </a:lnTo>
                  <a:lnTo>
                    <a:pt x="0" y="101600"/>
                  </a:lnTo>
                  <a:close/>
                </a:path>
              </a:pathLst>
            </a:custGeom>
            <a:solidFill>
              <a:schemeClr val="tx2"/>
            </a:solidFill>
            <a:ln w="63500" cap="flat">
              <a:noFill/>
              <a:prstDash val="solid"/>
              <a:miter/>
            </a:ln>
          </p:spPr>
          <p:txBody>
            <a:bodyPr rtlCol="0" anchor="ctr"/>
            <a:lstStyle/>
            <a:p>
              <a:endParaRPr lang="en-US"/>
            </a:p>
          </p:txBody>
        </p:sp>
        <p:sp>
          <p:nvSpPr>
            <p:cNvPr id="4" name="Freeform 3">
              <a:extLst>
                <a:ext uri="{FF2B5EF4-FFF2-40B4-BE49-F238E27FC236}">
                  <a16:creationId xmlns:a16="http://schemas.microsoft.com/office/drawing/2014/main" id="{7E9D0337-F340-664F-6A13-B03AA4BA4F82}"/>
                </a:ext>
              </a:extLst>
            </p:cNvPr>
            <p:cNvSpPr/>
            <p:nvPr userDrawn="1"/>
          </p:nvSpPr>
          <p:spPr>
            <a:xfrm>
              <a:off x="485775" y="1291008"/>
              <a:ext cx="5706109" cy="4359275"/>
            </a:xfrm>
            <a:custGeom>
              <a:avLst/>
              <a:gdLst>
                <a:gd name="connsiteX0" fmla="*/ 0 w 5706109"/>
                <a:gd name="connsiteY0" fmla="*/ 4157346 h 4359275"/>
                <a:gd name="connsiteX1" fmla="*/ 101600 w 5706109"/>
                <a:gd name="connsiteY1" fmla="*/ 4157346 h 4359275"/>
                <a:gd name="connsiteX2" fmla="*/ 101600 w 5706109"/>
                <a:gd name="connsiteY2" fmla="*/ 1075055 h 4359275"/>
                <a:gd name="connsiteX3" fmla="*/ 101600 w 5706109"/>
                <a:gd name="connsiteY3" fmla="*/ 1075055 h 4359275"/>
                <a:gd name="connsiteX4" fmla="*/ 191770 w 5706109"/>
                <a:gd name="connsiteY4" fmla="*/ 1059180 h 4359275"/>
                <a:gd name="connsiteX5" fmla="*/ 861060 w 5706109"/>
                <a:gd name="connsiteY5" fmla="*/ 942975 h 4359275"/>
                <a:gd name="connsiteX6" fmla="*/ 1195705 w 5706109"/>
                <a:gd name="connsiteY6" fmla="*/ 885190 h 4359275"/>
                <a:gd name="connsiteX7" fmla="*/ 1362710 w 5706109"/>
                <a:gd name="connsiteY7" fmla="*/ 855980 h 4359275"/>
                <a:gd name="connsiteX8" fmla="*/ 1529715 w 5706109"/>
                <a:gd name="connsiteY8" fmla="*/ 826770 h 4359275"/>
                <a:gd name="connsiteX9" fmla="*/ 1864360 w 5706109"/>
                <a:gd name="connsiteY9" fmla="*/ 768985 h 4359275"/>
                <a:gd name="connsiteX10" fmla="*/ 2031365 w 5706109"/>
                <a:gd name="connsiteY10" fmla="*/ 739775 h 4359275"/>
                <a:gd name="connsiteX11" fmla="*/ 2198370 w 5706109"/>
                <a:gd name="connsiteY11" fmla="*/ 710565 h 4359275"/>
                <a:gd name="connsiteX12" fmla="*/ 2365375 w 5706109"/>
                <a:gd name="connsiteY12" fmla="*/ 681355 h 4359275"/>
                <a:gd name="connsiteX13" fmla="*/ 2532380 w 5706109"/>
                <a:gd name="connsiteY13" fmla="*/ 652145 h 4359275"/>
                <a:gd name="connsiteX14" fmla="*/ 2699385 w 5706109"/>
                <a:gd name="connsiteY14" fmla="*/ 622935 h 4359275"/>
                <a:gd name="connsiteX15" fmla="*/ 2866390 w 5706109"/>
                <a:gd name="connsiteY15" fmla="*/ 593725 h 4359275"/>
                <a:gd name="connsiteX16" fmla="*/ 5461000 w 5706109"/>
                <a:gd name="connsiteY16" fmla="*/ 144145 h 4359275"/>
                <a:gd name="connsiteX17" fmla="*/ 5602605 w 5706109"/>
                <a:gd name="connsiteY17" fmla="*/ 119380 h 4359275"/>
                <a:gd name="connsiteX18" fmla="*/ 5602605 w 5706109"/>
                <a:gd name="connsiteY18" fmla="*/ 119380 h 4359275"/>
                <a:gd name="connsiteX19" fmla="*/ 5602605 w 5706109"/>
                <a:gd name="connsiteY19" fmla="*/ 4257676 h 4359275"/>
                <a:gd name="connsiteX20" fmla="*/ 609600 w 5706109"/>
                <a:gd name="connsiteY20" fmla="*/ 4257676 h 4359275"/>
                <a:gd name="connsiteX21" fmla="*/ 609600 w 5706109"/>
                <a:gd name="connsiteY21" fmla="*/ 4359276 h 4359275"/>
                <a:gd name="connsiteX22" fmla="*/ 5706110 w 5706109"/>
                <a:gd name="connsiteY22" fmla="*/ 4359276 h 4359275"/>
                <a:gd name="connsiteX23" fmla="*/ 5706110 w 5706109"/>
                <a:gd name="connsiteY23" fmla="*/ 0 h 4359275"/>
                <a:gd name="connsiteX24" fmla="*/ 5704840 w 5706109"/>
                <a:gd name="connsiteY24" fmla="*/ 0 h 4359275"/>
                <a:gd name="connsiteX25" fmla="*/ 5445760 w 5706109"/>
                <a:gd name="connsiteY25" fmla="*/ 45085 h 4359275"/>
                <a:gd name="connsiteX26" fmla="*/ 2851150 w 5706109"/>
                <a:gd name="connsiteY26" fmla="*/ 494665 h 4359275"/>
                <a:gd name="connsiteX27" fmla="*/ 2684145 w 5706109"/>
                <a:gd name="connsiteY27" fmla="*/ 523875 h 4359275"/>
                <a:gd name="connsiteX28" fmla="*/ 2517140 w 5706109"/>
                <a:gd name="connsiteY28" fmla="*/ 553085 h 4359275"/>
                <a:gd name="connsiteX29" fmla="*/ 2350135 w 5706109"/>
                <a:gd name="connsiteY29" fmla="*/ 582295 h 4359275"/>
                <a:gd name="connsiteX30" fmla="*/ 2183130 w 5706109"/>
                <a:gd name="connsiteY30" fmla="*/ 611505 h 4359275"/>
                <a:gd name="connsiteX31" fmla="*/ 2016125 w 5706109"/>
                <a:gd name="connsiteY31" fmla="*/ 640715 h 4359275"/>
                <a:gd name="connsiteX32" fmla="*/ 1849120 w 5706109"/>
                <a:gd name="connsiteY32" fmla="*/ 669925 h 4359275"/>
                <a:gd name="connsiteX33" fmla="*/ 1514475 w 5706109"/>
                <a:gd name="connsiteY33" fmla="*/ 727710 h 4359275"/>
                <a:gd name="connsiteX34" fmla="*/ 1347470 w 5706109"/>
                <a:gd name="connsiteY34" fmla="*/ 756920 h 4359275"/>
                <a:gd name="connsiteX35" fmla="*/ 1180465 w 5706109"/>
                <a:gd name="connsiteY35" fmla="*/ 786130 h 4359275"/>
                <a:gd name="connsiteX36" fmla="*/ 845820 w 5706109"/>
                <a:gd name="connsiteY36" fmla="*/ 843915 h 4359275"/>
                <a:gd name="connsiteX37" fmla="*/ 176530 w 5706109"/>
                <a:gd name="connsiteY37" fmla="*/ 960120 h 4359275"/>
                <a:gd name="connsiteX38" fmla="*/ 3175 w 5706109"/>
                <a:gd name="connsiteY38" fmla="*/ 989965 h 4359275"/>
                <a:gd name="connsiteX39" fmla="*/ 1905 w 5706109"/>
                <a:gd name="connsiteY39" fmla="*/ 989965 h 4359275"/>
                <a:gd name="connsiteX40" fmla="*/ 1905 w 5706109"/>
                <a:gd name="connsiteY40" fmla="*/ 4158616 h 4359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5706109" h="4359275">
                  <a:moveTo>
                    <a:pt x="0" y="4157346"/>
                  </a:moveTo>
                  <a:lnTo>
                    <a:pt x="101600" y="4157346"/>
                  </a:lnTo>
                  <a:lnTo>
                    <a:pt x="101600" y="1075055"/>
                  </a:lnTo>
                  <a:lnTo>
                    <a:pt x="101600" y="1075055"/>
                  </a:lnTo>
                  <a:lnTo>
                    <a:pt x="191770" y="1059180"/>
                  </a:lnTo>
                  <a:lnTo>
                    <a:pt x="861060" y="942975"/>
                  </a:lnTo>
                  <a:lnTo>
                    <a:pt x="1195705" y="885190"/>
                  </a:lnTo>
                  <a:lnTo>
                    <a:pt x="1362710" y="855980"/>
                  </a:lnTo>
                  <a:lnTo>
                    <a:pt x="1529715" y="826770"/>
                  </a:lnTo>
                  <a:lnTo>
                    <a:pt x="1864360" y="768985"/>
                  </a:lnTo>
                  <a:lnTo>
                    <a:pt x="2031365" y="739775"/>
                  </a:lnTo>
                  <a:lnTo>
                    <a:pt x="2198370" y="710565"/>
                  </a:lnTo>
                  <a:lnTo>
                    <a:pt x="2365375" y="681355"/>
                  </a:lnTo>
                  <a:lnTo>
                    <a:pt x="2532380" y="652145"/>
                  </a:lnTo>
                  <a:lnTo>
                    <a:pt x="2699385" y="622935"/>
                  </a:lnTo>
                  <a:lnTo>
                    <a:pt x="2866390" y="593725"/>
                  </a:lnTo>
                  <a:cubicBezTo>
                    <a:pt x="3731260" y="443865"/>
                    <a:pt x="4596130" y="294005"/>
                    <a:pt x="5461000" y="144145"/>
                  </a:cubicBezTo>
                  <a:lnTo>
                    <a:pt x="5602605" y="119380"/>
                  </a:lnTo>
                  <a:lnTo>
                    <a:pt x="5602605" y="119380"/>
                  </a:lnTo>
                  <a:lnTo>
                    <a:pt x="5602605" y="4257676"/>
                  </a:lnTo>
                  <a:lnTo>
                    <a:pt x="609600" y="4257676"/>
                  </a:lnTo>
                  <a:lnTo>
                    <a:pt x="609600" y="4359276"/>
                  </a:lnTo>
                  <a:lnTo>
                    <a:pt x="5706110" y="4359276"/>
                  </a:lnTo>
                  <a:lnTo>
                    <a:pt x="5706110" y="0"/>
                  </a:lnTo>
                  <a:lnTo>
                    <a:pt x="5704840" y="0"/>
                  </a:lnTo>
                  <a:cubicBezTo>
                    <a:pt x="5618480" y="15240"/>
                    <a:pt x="5532120" y="30480"/>
                    <a:pt x="5445760" y="45085"/>
                  </a:cubicBezTo>
                  <a:cubicBezTo>
                    <a:pt x="4580890" y="194945"/>
                    <a:pt x="3716020" y="344805"/>
                    <a:pt x="2851150" y="494665"/>
                  </a:cubicBezTo>
                  <a:lnTo>
                    <a:pt x="2684145" y="523875"/>
                  </a:lnTo>
                  <a:lnTo>
                    <a:pt x="2517140" y="553085"/>
                  </a:lnTo>
                  <a:lnTo>
                    <a:pt x="2350135" y="582295"/>
                  </a:lnTo>
                  <a:lnTo>
                    <a:pt x="2183130" y="611505"/>
                  </a:lnTo>
                  <a:lnTo>
                    <a:pt x="2016125" y="640715"/>
                  </a:lnTo>
                  <a:lnTo>
                    <a:pt x="1849120" y="669925"/>
                  </a:lnTo>
                  <a:lnTo>
                    <a:pt x="1514475" y="727710"/>
                  </a:lnTo>
                  <a:lnTo>
                    <a:pt x="1347470" y="756920"/>
                  </a:lnTo>
                  <a:lnTo>
                    <a:pt x="1180465" y="786130"/>
                  </a:lnTo>
                  <a:lnTo>
                    <a:pt x="845820" y="843915"/>
                  </a:lnTo>
                  <a:lnTo>
                    <a:pt x="176530" y="960120"/>
                  </a:lnTo>
                  <a:lnTo>
                    <a:pt x="3175" y="989965"/>
                  </a:lnTo>
                  <a:lnTo>
                    <a:pt x="1905" y="989965"/>
                  </a:lnTo>
                  <a:lnTo>
                    <a:pt x="1905" y="4158616"/>
                  </a:lnTo>
                  <a:close/>
                </a:path>
              </a:pathLst>
            </a:custGeom>
            <a:solidFill>
              <a:schemeClr val="tx2"/>
            </a:solidFill>
            <a:ln w="8181" cap="flat">
              <a:noFill/>
              <a:prstDash val="solid"/>
              <a:miter/>
            </a:ln>
          </p:spPr>
          <p:txBody>
            <a:bodyPr rtlCol="0" anchor="ctr"/>
            <a:lstStyle/>
            <a:p>
              <a:pPr lvl="0"/>
              <a:endParaRPr lang="en-US"/>
            </a:p>
          </p:txBody>
        </p:sp>
      </p:grpSp>
      <p:pic>
        <p:nvPicPr>
          <p:cNvPr id="10" name="Graphic 9">
            <a:extLst>
              <a:ext uri="{FF2B5EF4-FFF2-40B4-BE49-F238E27FC236}">
                <a16:creationId xmlns:a16="http://schemas.microsoft.com/office/drawing/2014/main" id="{625048EA-F0BA-2384-D70A-82C1371762C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752931" y="5425071"/>
            <a:ext cx="2031701" cy="1034813"/>
          </a:xfrm>
          <a:prstGeom prst="rect">
            <a:avLst/>
          </a:prstGeom>
        </p:spPr>
      </p:pic>
    </p:spTree>
    <p:extLst>
      <p:ext uri="{BB962C8B-B14F-4D97-AF65-F5344CB8AC3E}">
        <p14:creationId xmlns:p14="http://schemas.microsoft.com/office/powerpoint/2010/main" val="3434618270"/>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Title Slide Frame Writ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36FA399-654A-7130-1FF0-0F0197A98C2A}"/>
              </a:ext>
              <a:ext uri="{C183D7F6-B498-43B3-948B-1728B52AA6E4}">
                <adec:decorative xmlns:adec="http://schemas.microsoft.com/office/drawing/2017/decorative" val="1"/>
              </a:ext>
            </a:extLst>
          </p:cNvPr>
          <p:cNvSpPr/>
          <p:nvPr userDrawn="1"/>
        </p:nvSpPr>
        <p:spPr>
          <a:xfrm>
            <a:off x="0" y="0"/>
            <a:ext cx="8386354" cy="6858000"/>
          </a:xfrm>
          <a:prstGeom prst="rect">
            <a:avLst/>
          </a:prstGeom>
          <a:gradFill flip="none" rotWithShape="1">
            <a:gsLst>
              <a:gs pos="0">
                <a:schemeClr val="tx1">
                  <a:lumMod val="0"/>
                  <a:alpha val="0"/>
                </a:schemeClr>
              </a:gs>
              <a:gs pos="95000">
                <a:srgbClr val="000000">
                  <a:alpha val="70000"/>
                </a:srgbClr>
              </a:gs>
            </a:gsLst>
            <a:lin ang="108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endParaRPr lang="en-US" sz="1200" b="1">
              <a:solidFill>
                <a:schemeClr val="tx1"/>
              </a:solidFill>
            </a:endParaRPr>
          </a:p>
        </p:txBody>
      </p:sp>
      <p:sp>
        <p:nvSpPr>
          <p:cNvPr id="11" name="Subtitle 2">
            <a:extLst>
              <a:ext uri="{FF2B5EF4-FFF2-40B4-BE49-F238E27FC236}">
                <a16:creationId xmlns:a16="http://schemas.microsoft.com/office/drawing/2014/main" id="{632E76BF-46D5-8E94-88AA-4783DD302E89}"/>
              </a:ext>
            </a:extLst>
          </p:cNvPr>
          <p:cNvSpPr>
            <a:spLocks noGrp="1"/>
          </p:cNvSpPr>
          <p:nvPr>
            <p:ph type="subTitle" idx="1" hasCustomPrompt="1"/>
          </p:nvPr>
        </p:nvSpPr>
        <p:spPr>
          <a:xfrm>
            <a:off x="889762" y="3864985"/>
            <a:ext cx="4907628" cy="511939"/>
          </a:xfrm>
        </p:spPr>
        <p:txBody>
          <a:bodyPr wrap="square">
            <a:noAutofit/>
          </a:bodyPr>
          <a:lstStyle>
            <a:lvl1pPr marL="0" indent="0" algn="l">
              <a:buNone/>
              <a:defRPr lang="en-GB" sz="1600" kern="1200" dirty="0">
                <a:solidFill>
                  <a:schemeClr val="bg1"/>
                </a:solidFill>
                <a:latin typeface="EYInterstate Regular" panose="02000503020000020004" pitchFamily="2" charset="0"/>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12" name="Title 4">
            <a:extLst>
              <a:ext uri="{FF2B5EF4-FFF2-40B4-BE49-F238E27FC236}">
                <a16:creationId xmlns:a16="http://schemas.microsoft.com/office/drawing/2014/main" id="{1F7B1FDC-B90E-6693-A750-B9BA4B535E8A}"/>
              </a:ext>
            </a:extLst>
          </p:cNvPr>
          <p:cNvSpPr>
            <a:spLocks noGrp="1"/>
          </p:cNvSpPr>
          <p:nvPr>
            <p:ph type="title"/>
          </p:nvPr>
        </p:nvSpPr>
        <p:spPr>
          <a:xfrm>
            <a:off x="889762" y="2127251"/>
            <a:ext cx="4906009" cy="1654043"/>
          </a:xfrm>
        </p:spPr>
        <p:txBody>
          <a:bodyPr anchor="t">
            <a:noAutofit/>
          </a:bodyPr>
          <a:lstStyle>
            <a:lvl1pPr>
              <a:defRPr sz="4200" b="1" i="0">
                <a:solidFill>
                  <a:schemeClr val="bg1"/>
                </a:solidFill>
                <a:latin typeface="EYInterstate Regular" panose="02000503020000020004" pitchFamily="2" charset="0"/>
              </a:defRPr>
            </a:lvl1pPr>
          </a:lstStyle>
          <a:p>
            <a:r>
              <a:rPr lang="en-GB"/>
              <a:t>Click to edit Master title style</a:t>
            </a:r>
            <a:endParaRPr lang="en-US"/>
          </a:p>
        </p:txBody>
      </p:sp>
      <p:sp>
        <p:nvSpPr>
          <p:cNvPr id="13" name="Text Placeholder 288">
            <a:extLst>
              <a:ext uri="{FF2B5EF4-FFF2-40B4-BE49-F238E27FC236}">
                <a16:creationId xmlns:a16="http://schemas.microsoft.com/office/drawing/2014/main" id="{1673B89D-F206-B9D2-CDB7-BDE045C7447F}"/>
              </a:ext>
            </a:extLst>
          </p:cNvPr>
          <p:cNvSpPr>
            <a:spLocks noGrp="1"/>
          </p:cNvSpPr>
          <p:nvPr>
            <p:ph type="body" sz="quarter" idx="10"/>
          </p:nvPr>
        </p:nvSpPr>
        <p:spPr>
          <a:xfrm>
            <a:off x="889762" y="4475985"/>
            <a:ext cx="4906010" cy="246221"/>
          </a:xfrm>
        </p:spPr>
        <p:txBody>
          <a:bodyPr wrap="square">
            <a:spAutoFit/>
          </a:bodyPr>
          <a:lstStyle>
            <a:lvl1pPr marL="0" indent="0">
              <a:buNone/>
              <a:defRPr sz="1600" b="1">
                <a:latin typeface="EYInterstate Regular" panose="02000503020000020004" pitchFamily="2" charset="0"/>
              </a:defRPr>
            </a:lvl1pPr>
            <a:lvl2pPr marL="252000" indent="0">
              <a:buNone/>
              <a:defRPr sz="1600" b="1">
                <a:latin typeface="+mj-lt"/>
              </a:defRPr>
            </a:lvl2pPr>
            <a:lvl3pPr marL="504000" indent="0">
              <a:buNone/>
              <a:defRPr sz="1600" b="1">
                <a:latin typeface="+mj-lt"/>
              </a:defRPr>
            </a:lvl3pPr>
            <a:lvl4pPr marL="756000" indent="0">
              <a:buNone/>
              <a:defRPr sz="1600" b="1">
                <a:latin typeface="+mj-lt"/>
              </a:defRPr>
            </a:lvl4pPr>
            <a:lvl5pPr marL="1008000" indent="0">
              <a:buNone/>
              <a:defRPr sz="1600" b="1">
                <a:latin typeface="+mj-lt"/>
              </a:defRPr>
            </a:lvl5pPr>
          </a:lstStyle>
          <a:p>
            <a:pPr lvl="0"/>
            <a:r>
              <a:rPr lang="en-GB"/>
              <a:t>Click to edit Master text styles</a:t>
            </a:r>
          </a:p>
        </p:txBody>
      </p:sp>
      <p:grpSp>
        <p:nvGrpSpPr>
          <p:cNvPr id="2" name="Group 1">
            <a:extLst>
              <a:ext uri="{FF2B5EF4-FFF2-40B4-BE49-F238E27FC236}">
                <a16:creationId xmlns:a16="http://schemas.microsoft.com/office/drawing/2014/main" id="{CB01B256-70C6-9663-9CC6-1F22ADBAE7C3}"/>
              </a:ext>
            </a:extLst>
          </p:cNvPr>
          <p:cNvGrpSpPr/>
          <p:nvPr userDrawn="1"/>
        </p:nvGrpSpPr>
        <p:grpSpPr>
          <a:xfrm>
            <a:off x="485774" y="719508"/>
            <a:ext cx="5706110" cy="4360545"/>
            <a:chOff x="485774" y="719508"/>
            <a:chExt cx="5706110" cy="4360545"/>
          </a:xfrm>
        </p:grpSpPr>
        <p:sp>
          <p:nvSpPr>
            <p:cNvPr id="10" name="Freeform 25">
              <a:extLst>
                <a:ext uri="{FF2B5EF4-FFF2-40B4-BE49-F238E27FC236}">
                  <a16:creationId xmlns:a16="http://schemas.microsoft.com/office/drawing/2014/main" id="{F7E50E80-DFF0-E065-898F-1AFD970459B6}"/>
                </a:ext>
              </a:extLst>
            </p:cNvPr>
            <p:cNvSpPr/>
            <p:nvPr userDrawn="1"/>
          </p:nvSpPr>
          <p:spPr>
            <a:xfrm>
              <a:off x="485774" y="4978453"/>
              <a:ext cx="508000" cy="101600"/>
            </a:xfrm>
            <a:custGeom>
              <a:avLst/>
              <a:gdLst>
                <a:gd name="connsiteX0" fmla="*/ 406400 w 508000"/>
                <a:gd name="connsiteY0" fmla="*/ 0 h 101600"/>
                <a:gd name="connsiteX1" fmla="*/ 508000 w 508000"/>
                <a:gd name="connsiteY1" fmla="*/ 0 h 101600"/>
                <a:gd name="connsiteX2" fmla="*/ 508000 w 508000"/>
                <a:gd name="connsiteY2" fmla="*/ 101600 h 101600"/>
                <a:gd name="connsiteX3" fmla="*/ 406400 w 508000"/>
                <a:gd name="connsiteY3" fmla="*/ 101600 h 101600"/>
                <a:gd name="connsiteX4" fmla="*/ 203200 w 508000"/>
                <a:gd name="connsiteY4" fmla="*/ 0 h 101600"/>
                <a:gd name="connsiteX5" fmla="*/ 304800 w 508000"/>
                <a:gd name="connsiteY5" fmla="*/ 0 h 101600"/>
                <a:gd name="connsiteX6" fmla="*/ 304800 w 508000"/>
                <a:gd name="connsiteY6" fmla="*/ 101600 h 101600"/>
                <a:gd name="connsiteX7" fmla="*/ 203200 w 508000"/>
                <a:gd name="connsiteY7" fmla="*/ 101600 h 101600"/>
                <a:gd name="connsiteX8" fmla="*/ 0 w 508000"/>
                <a:gd name="connsiteY8" fmla="*/ 0 h 101600"/>
                <a:gd name="connsiteX9" fmla="*/ 101600 w 508000"/>
                <a:gd name="connsiteY9" fmla="*/ 0 h 101600"/>
                <a:gd name="connsiteX10" fmla="*/ 101600 w 508000"/>
                <a:gd name="connsiteY10" fmla="*/ 101600 h 101600"/>
                <a:gd name="connsiteX11" fmla="*/ 0 w 508000"/>
                <a:gd name="connsiteY11" fmla="*/ 101600 h 10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8000" h="101600">
                  <a:moveTo>
                    <a:pt x="406400" y="0"/>
                  </a:moveTo>
                  <a:lnTo>
                    <a:pt x="508000" y="0"/>
                  </a:lnTo>
                  <a:lnTo>
                    <a:pt x="508000" y="101600"/>
                  </a:lnTo>
                  <a:lnTo>
                    <a:pt x="406400" y="101600"/>
                  </a:lnTo>
                  <a:close/>
                  <a:moveTo>
                    <a:pt x="203200" y="0"/>
                  </a:moveTo>
                  <a:lnTo>
                    <a:pt x="304800" y="0"/>
                  </a:lnTo>
                  <a:lnTo>
                    <a:pt x="304800" y="101600"/>
                  </a:lnTo>
                  <a:lnTo>
                    <a:pt x="203200" y="101600"/>
                  </a:lnTo>
                  <a:close/>
                  <a:moveTo>
                    <a:pt x="0" y="0"/>
                  </a:moveTo>
                  <a:lnTo>
                    <a:pt x="101600" y="0"/>
                  </a:lnTo>
                  <a:lnTo>
                    <a:pt x="101600" y="101600"/>
                  </a:lnTo>
                  <a:lnTo>
                    <a:pt x="0" y="101600"/>
                  </a:lnTo>
                  <a:close/>
                </a:path>
              </a:pathLst>
            </a:custGeom>
            <a:solidFill>
              <a:schemeClr val="tx2"/>
            </a:solidFill>
            <a:ln w="63500" cap="flat">
              <a:noFill/>
              <a:prstDash val="solid"/>
              <a:miter/>
            </a:ln>
          </p:spPr>
          <p:txBody>
            <a:bodyPr rtlCol="0" anchor="ctr"/>
            <a:lstStyle/>
            <a:p>
              <a:endParaRPr lang="en-US"/>
            </a:p>
          </p:txBody>
        </p:sp>
        <p:sp>
          <p:nvSpPr>
            <p:cNvPr id="14" name="Freeform 3">
              <a:extLst>
                <a:ext uri="{FF2B5EF4-FFF2-40B4-BE49-F238E27FC236}">
                  <a16:creationId xmlns:a16="http://schemas.microsoft.com/office/drawing/2014/main" id="{7E9D0337-F340-664F-6A13-B03AA4BA4F82}"/>
                </a:ext>
              </a:extLst>
            </p:cNvPr>
            <p:cNvSpPr/>
            <p:nvPr userDrawn="1"/>
          </p:nvSpPr>
          <p:spPr>
            <a:xfrm>
              <a:off x="485775" y="719508"/>
              <a:ext cx="5706109" cy="4359275"/>
            </a:xfrm>
            <a:custGeom>
              <a:avLst/>
              <a:gdLst>
                <a:gd name="connsiteX0" fmla="*/ 0 w 5706109"/>
                <a:gd name="connsiteY0" fmla="*/ 4157346 h 4359275"/>
                <a:gd name="connsiteX1" fmla="*/ 101600 w 5706109"/>
                <a:gd name="connsiteY1" fmla="*/ 4157346 h 4359275"/>
                <a:gd name="connsiteX2" fmla="*/ 101600 w 5706109"/>
                <a:gd name="connsiteY2" fmla="*/ 1075055 h 4359275"/>
                <a:gd name="connsiteX3" fmla="*/ 101600 w 5706109"/>
                <a:gd name="connsiteY3" fmla="*/ 1075055 h 4359275"/>
                <a:gd name="connsiteX4" fmla="*/ 191770 w 5706109"/>
                <a:gd name="connsiteY4" fmla="*/ 1059180 h 4359275"/>
                <a:gd name="connsiteX5" fmla="*/ 861060 w 5706109"/>
                <a:gd name="connsiteY5" fmla="*/ 942975 h 4359275"/>
                <a:gd name="connsiteX6" fmla="*/ 1195705 w 5706109"/>
                <a:gd name="connsiteY6" fmla="*/ 885190 h 4359275"/>
                <a:gd name="connsiteX7" fmla="*/ 1362710 w 5706109"/>
                <a:gd name="connsiteY7" fmla="*/ 855980 h 4359275"/>
                <a:gd name="connsiteX8" fmla="*/ 1529715 w 5706109"/>
                <a:gd name="connsiteY8" fmla="*/ 826770 h 4359275"/>
                <a:gd name="connsiteX9" fmla="*/ 1864360 w 5706109"/>
                <a:gd name="connsiteY9" fmla="*/ 768985 h 4359275"/>
                <a:gd name="connsiteX10" fmla="*/ 2031365 w 5706109"/>
                <a:gd name="connsiteY10" fmla="*/ 739775 h 4359275"/>
                <a:gd name="connsiteX11" fmla="*/ 2198370 w 5706109"/>
                <a:gd name="connsiteY11" fmla="*/ 710565 h 4359275"/>
                <a:gd name="connsiteX12" fmla="*/ 2365375 w 5706109"/>
                <a:gd name="connsiteY12" fmla="*/ 681355 h 4359275"/>
                <a:gd name="connsiteX13" fmla="*/ 2532380 w 5706109"/>
                <a:gd name="connsiteY13" fmla="*/ 652145 h 4359275"/>
                <a:gd name="connsiteX14" fmla="*/ 2699385 w 5706109"/>
                <a:gd name="connsiteY14" fmla="*/ 622935 h 4359275"/>
                <a:gd name="connsiteX15" fmla="*/ 2866390 w 5706109"/>
                <a:gd name="connsiteY15" fmla="*/ 593725 h 4359275"/>
                <a:gd name="connsiteX16" fmla="*/ 5461000 w 5706109"/>
                <a:gd name="connsiteY16" fmla="*/ 144145 h 4359275"/>
                <a:gd name="connsiteX17" fmla="*/ 5602605 w 5706109"/>
                <a:gd name="connsiteY17" fmla="*/ 119380 h 4359275"/>
                <a:gd name="connsiteX18" fmla="*/ 5602605 w 5706109"/>
                <a:gd name="connsiteY18" fmla="*/ 119380 h 4359275"/>
                <a:gd name="connsiteX19" fmla="*/ 5602605 w 5706109"/>
                <a:gd name="connsiteY19" fmla="*/ 4257676 h 4359275"/>
                <a:gd name="connsiteX20" fmla="*/ 609600 w 5706109"/>
                <a:gd name="connsiteY20" fmla="*/ 4257676 h 4359275"/>
                <a:gd name="connsiteX21" fmla="*/ 609600 w 5706109"/>
                <a:gd name="connsiteY21" fmla="*/ 4359276 h 4359275"/>
                <a:gd name="connsiteX22" fmla="*/ 5706110 w 5706109"/>
                <a:gd name="connsiteY22" fmla="*/ 4359276 h 4359275"/>
                <a:gd name="connsiteX23" fmla="*/ 5706110 w 5706109"/>
                <a:gd name="connsiteY23" fmla="*/ 0 h 4359275"/>
                <a:gd name="connsiteX24" fmla="*/ 5704840 w 5706109"/>
                <a:gd name="connsiteY24" fmla="*/ 0 h 4359275"/>
                <a:gd name="connsiteX25" fmla="*/ 5445760 w 5706109"/>
                <a:gd name="connsiteY25" fmla="*/ 45085 h 4359275"/>
                <a:gd name="connsiteX26" fmla="*/ 2851150 w 5706109"/>
                <a:gd name="connsiteY26" fmla="*/ 494665 h 4359275"/>
                <a:gd name="connsiteX27" fmla="*/ 2684145 w 5706109"/>
                <a:gd name="connsiteY27" fmla="*/ 523875 h 4359275"/>
                <a:gd name="connsiteX28" fmla="*/ 2517140 w 5706109"/>
                <a:gd name="connsiteY28" fmla="*/ 553085 h 4359275"/>
                <a:gd name="connsiteX29" fmla="*/ 2350135 w 5706109"/>
                <a:gd name="connsiteY29" fmla="*/ 582295 h 4359275"/>
                <a:gd name="connsiteX30" fmla="*/ 2183130 w 5706109"/>
                <a:gd name="connsiteY30" fmla="*/ 611505 h 4359275"/>
                <a:gd name="connsiteX31" fmla="*/ 2016125 w 5706109"/>
                <a:gd name="connsiteY31" fmla="*/ 640715 h 4359275"/>
                <a:gd name="connsiteX32" fmla="*/ 1849120 w 5706109"/>
                <a:gd name="connsiteY32" fmla="*/ 669925 h 4359275"/>
                <a:gd name="connsiteX33" fmla="*/ 1514475 w 5706109"/>
                <a:gd name="connsiteY33" fmla="*/ 727710 h 4359275"/>
                <a:gd name="connsiteX34" fmla="*/ 1347470 w 5706109"/>
                <a:gd name="connsiteY34" fmla="*/ 756920 h 4359275"/>
                <a:gd name="connsiteX35" fmla="*/ 1180465 w 5706109"/>
                <a:gd name="connsiteY35" fmla="*/ 786130 h 4359275"/>
                <a:gd name="connsiteX36" fmla="*/ 845820 w 5706109"/>
                <a:gd name="connsiteY36" fmla="*/ 843915 h 4359275"/>
                <a:gd name="connsiteX37" fmla="*/ 176530 w 5706109"/>
                <a:gd name="connsiteY37" fmla="*/ 960120 h 4359275"/>
                <a:gd name="connsiteX38" fmla="*/ 3175 w 5706109"/>
                <a:gd name="connsiteY38" fmla="*/ 989965 h 4359275"/>
                <a:gd name="connsiteX39" fmla="*/ 1905 w 5706109"/>
                <a:gd name="connsiteY39" fmla="*/ 989965 h 4359275"/>
                <a:gd name="connsiteX40" fmla="*/ 1905 w 5706109"/>
                <a:gd name="connsiteY40" fmla="*/ 4158616 h 4359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5706109" h="4359275">
                  <a:moveTo>
                    <a:pt x="0" y="4157346"/>
                  </a:moveTo>
                  <a:lnTo>
                    <a:pt x="101600" y="4157346"/>
                  </a:lnTo>
                  <a:lnTo>
                    <a:pt x="101600" y="1075055"/>
                  </a:lnTo>
                  <a:lnTo>
                    <a:pt x="101600" y="1075055"/>
                  </a:lnTo>
                  <a:lnTo>
                    <a:pt x="191770" y="1059180"/>
                  </a:lnTo>
                  <a:lnTo>
                    <a:pt x="861060" y="942975"/>
                  </a:lnTo>
                  <a:lnTo>
                    <a:pt x="1195705" y="885190"/>
                  </a:lnTo>
                  <a:lnTo>
                    <a:pt x="1362710" y="855980"/>
                  </a:lnTo>
                  <a:lnTo>
                    <a:pt x="1529715" y="826770"/>
                  </a:lnTo>
                  <a:lnTo>
                    <a:pt x="1864360" y="768985"/>
                  </a:lnTo>
                  <a:lnTo>
                    <a:pt x="2031365" y="739775"/>
                  </a:lnTo>
                  <a:lnTo>
                    <a:pt x="2198370" y="710565"/>
                  </a:lnTo>
                  <a:lnTo>
                    <a:pt x="2365375" y="681355"/>
                  </a:lnTo>
                  <a:lnTo>
                    <a:pt x="2532380" y="652145"/>
                  </a:lnTo>
                  <a:lnTo>
                    <a:pt x="2699385" y="622935"/>
                  </a:lnTo>
                  <a:lnTo>
                    <a:pt x="2866390" y="593725"/>
                  </a:lnTo>
                  <a:cubicBezTo>
                    <a:pt x="3731260" y="443865"/>
                    <a:pt x="4596130" y="294005"/>
                    <a:pt x="5461000" y="144145"/>
                  </a:cubicBezTo>
                  <a:lnTo>
                    <a:pt x="5602605" y="119380"/>
                  </a:lnTo>
                  <a:lnTo>
                    <a:pt x="5602605" y="119380"/>
                  </a:lnTo>
                  <a:lnTo>
                    <a:pt x="5602605" y="4257676"/>
                  </a:lnTo>
                  <a:lnTo>
                    <a:pt x="609600" y="4257676"/>
                  </a:lnTo>
                  <a:lnTo>
                    <a:pt x="609600" y="4359276"/>
                  </a:lnTo>
                  <a:lnTo>
                    <a:pt x="5706110" y="4359276"/>
                  </a:lnTo>
                  <a:lnTo>
                    <a:pt x="5706110" y="0"/>
                  </a:lnTo>
                  <a:lnTo>
                    <a:pt x="5704840" y="0"/>
                  </a:lnTo>
                  <a:cubicBezTo>
                    <a:pt x="5618480" y="15240"/>
                    <a:pt x="5532120" y="30480"/>
                    <a:pt x="5445760" y="45085"/>
                  </a:cubicBezTo>
                  <a:cubicBezTo>
                    <a:pt x="4580890" y="194945"/>
                    <a:pt x="3716020" y="344805"/>
                    <a:pt x="2851150" y="494665"/>
                  </a:cubicBezTo>
                  <a:lnTo>
                    <a:pt x="2684145" y="523875"/>
                  </a:lnTo>
                  <a:lnTo>
                    <a:pt x="2517140" y="553085"/>
                  </a:lnTo>
                  <a:lnTo>
                    <a:pt x="2350135" y="582295"/>
                  </a:lnTo>
                  <a:lnTo>
                    <a:pt x="2183130" y="611505"/>
                  </a:lnTo>
                  <a:lnTo>
                    <a:pt x="2016125" y="640715"/>
                  </a:lnTo>
                  <a:lnTo>
                    <a:pt x="1849120" y="669925"/>
                  </a:lnTo>
                  <a:lnTo>
                    <a:pt x="1514475" y="727710"/>
                  </a:lnTo>
                  <a:lnTo>
                    <a:pt x="1347470" y="756920"/>
                  </a:lnTo>
                  <a:lnTo>
                    <a:pt x="1180465" y="786130"/>
                  </a:lnTo>
                  <a:lnTo>
                    <a:pt x="845820" y="843915"/>
                  </a:lnTo>
                  <a:lnTo>
                    <a:pt x="176530" y="960120"/>
                  </a:lnTo>
                  <a:lnTo>
                    <a:pt x="3175" y="989965"/>
                  </a:lnTo>
                  <a:lnTo>
                    <a:pt x="1905" y="989965"/>
                  </a:lnTo>
                  <a:lnTo>
                    <a:pt x="1905" y="4158616"/>
                  </a:lnTo>
                  <a:close/>
                </a:path>
              </a:pathLst>
            </a:custGeom>
            <a:solidFill>
              <a:schemeClr val="tx2"/>
            </a:solidFill>
            <a:ln w="8181" cap="flat">
              <a:noFill/>
              <a:prstDash val="solid"/>
              <a:miter/>
            </a:ln>
          </p:spPr>
          <p:txBody>
            <a:bodyPr rtlCol="0" anchor="ctr"/>
            <a:lstStyle/>
            <a:p>
              <a:pPr lvl="0"/>
              <a:endParaRPr lang="en-US"/>
            </a:p>
          </p:txBody>
        </p:sp>
      </p:grpSp>
      <p:sp>
        <p:nvSpPr>
          <p:cNvPr id="15" name="TextBox 14">
            <a:extLst>
              <a:ext uri="{FF2B5EF4-FFF2-40B4-BE49-F238E27FC236}">
                <a16:creationId xmlns:a16="http://schemas.microsoft.com/office/drawing/2014/main" id="{EEB2775D-C14D-1FFE-E3E9-4E62DDA32301}"/>
              </a:ext>
            </a:extLst>
          </p:cNvPr>
          <p:cNvSpPr txBox="1"/>
          <p:nvPr userDrawn="1"/>
        </p:nvSpPr>
        <p:spPr>
          <a:xfrm>
            <a:off x="461984" y="5552404"/>
            <a:ext cx="1045073" cy="197581"/>
          </a:xfrm>
          <a:prstGeom prst="rect">
            <a:avLst/>
          </a:prstGeom>
          <a:noFill/>
        </p:spPr>
        <p:txBody>
          <a:bodyPr wrap="square" lIns="0" tIns="0" rIns="0" bIns="0" rtlCol="0" anchor="ctr" anchorCtr="0">
            <a:noAutofit/>
          </a:bodyPr>
          <a:lstStyle/>
          <a:p>
            <a:r>
              <a:rPr lang="en-GB" sz="1200">
                <a:solidFill>
                  <a:schemeClr val="bg1"/>
                </a:solidFill>
                <a:latin typeface="EYInterstate Light" panose="02000506000000020004" pitchFamily="2" charset="0"/>
              </a:rPr>
              <a:t>Written by</a:t>
            </a:r>
          </a:p>
        </p:txBody>
      </p:sp>
      <p:sp>
        <p:nvSpPr>
          <p:cNvPr id="16" name="Text Placeholder 16">
            <a:extLst>
              <a:ext uri="{FF2B5EF4-FFF2-40B4-BE49-F238E27FC236}">
                <a16:creationId xmlns:a16="http://schemas.microsoft.com/office/drawing/2014/main" id="{FAE2F50B-78AF-04F3-4BFF-980630AF7AFF}"/>
              </a:ext>
            </a:extLst>
          </p:cNvPr>
          <p:cNvSpPr>
            <a:spLocks noGrp="1"/>
          </p:cNvSpPr>
          <p:nvPr>
            <p:ph type="body" sz="quarter" idx="14" hasCustomPrompt="1"/>
          </p:nvPr>
        </p:nvSpPr>
        <p:spPr>
          <a:xfrm>
            <a:off x="1333184" y="5966393"/>
            <a:ext cx="3089275" cy="180000"/>
          </a:xfrm>
        </p:spPr>
        <p:txBody>
          <a:bodyPr/>
          <a:lstStyle>
            <a:lvl1pPr marL="0" indent="0">
              <a:buNone/>
              <a:defRPr sz="1200">
                <a:solidFill>
                  <a:schemeClr val="tx2"/>
                </a:solidFill>
              </a:defRPr>
            </a:lvl1pPr>
          </a:lstStyle>
          <a:p>
            <a:pPr lvl="0"/>
            <a:r>
              <a:rPr lang="en-US"/>
              <a:t>Name Surname</a:t>
            </a:r>
            <a:endParaRPr lang="en-GB"/>
          </a:p>
        </p:txBody>
      </p:sp>
      <p:sp>
        <p:nvSpPr>
          <p:cNvPr id="17" name="Text Placeholder 16">
            <a:extLst>
              <a:ext uri="{FF2B5EF4-FFF2-40B4-BE49-F238E27FC236}">
                <a16:creationId xmlns:a16="http://schemas.microsoft.com/office/drawing/2014/main" id="{A5473ED8-C1F4-379D-AE01-5E7A3D5F3401}"/>
              </a:ext>
            </a:extLst>
          </p:cNvPr>
          <p:cNvSpPr>
            <a:spLocks noGrp="1"/>
          </p:cNvSpPr>
          <p:nvPr>
            <p:ph type="body" sz="quarter" idx="15" hasCustomPrompt="1"/>
          </p:nvPr>
        </p:nvSpPr>
        <p:spPr>
          <a:xfrm>
            <a:off x="1333184" y="6164011"/>
            <a:ext cx="3089275" cy="180000"/>
          </a:xfrm>
        </p:spPr>
        <p:txBody>
          <a:bodyPr/>
          <a:lstStyle>
            <a:lvl1pPr marL="0" indent="0">
              <a:buNone/>
              <a:defRPr sz="1200">
                <a:solidFill>
                  <a:schemeClr val="bg1"/>
                </a:solidFill>
              </a:defRPr>
            </a:lvl1pPr>
          </a:lstStyle>
          <a:p>
            <a:pPr lvl="0"/>
            <a:r>
              <a:rPr lang="en-US"/>
              <a:t>Job Title</a:t>
            </a:r>
            <a:endParaRPr lang="en-GB"/>
          </a:p>
        </p:txBody>
      </p:sp>
      <p:sp>
        <p:nvSpPr>
          <p:cNvPr id="18" name="Picture Placeholder 19">
            <a:extLst>
              <a:ext uri="{FF2B5EF4-FFF2-40B4-BE49-F238E27FC236}">
                <a16:creationId xmlns:a16="http://schemas.microsoft.com/office/drawing/2014/main" id="{812BC08D-D0F7-900D-1481-4C172F6BE56E}"/>
              </a:ext>
            </a:extLst>
          </p:cNvPr>
          <p:cNvSpPr>
            <a:spLocks noGrp="1"/>
          </p:cNvSpPr>
          <p:nvPr>
            <p:ph type="pic" sz="quarter" idx="16"/>
          </p:nvPr>
        </p:nvSpPr>
        <p:spPr>
          <a:xfrm>
            <a:off x="461983" y="5861846"/>
            <a:ext cx="576000" cy="576000"/>
          </a:xfrm>
          <a:prstGeom prst="ellipse">
            <a:avLst/>
          </a:prstGeom>
        </p:spPr>
        <p:txBody>
          <a:bodyPr anchor="ctr"/>
          <a:lstStyle>
            <a:lvl1pPr marL="0" indent="0" algn="ctr">
              <a:buNone/>
              <a:defRPr sz="900">
                <a:solidFill>
                  <a:schemeClr val="bg1"/>
                </a:solidFill>
              </a:defRPr>
            </a:lvl1pPr>
          </a:lstStyle>
          <a:p>
            <a:endParaRPr lang="en-GB"/>
          </a:p>
        </p:txBody>
      </p:sp>
      <p:cxnSp>
        <p:nvCxnSpPr>
          <p:cNvPr id="19" name="Straight Connector 18">
            <a:extLst>
              <a:ext uri="{FF2B5EF4-FFF2-40B4-BE49-F238E27FC236}">
                <a16:creationId xmlns:a16="http://schemas.microsoft.com/office/drawing/2014/main" id="{D25B130A-4E65-32BD-4CB8-C7E2B623FD74}"/>
              </a:ext>
            </a:extLst>
          </p:cNvPr>
          <p:cNvCxnSpPr>
            <a:cxnSpLocks/>
          </p:cNvCxnSpPr>
          <p:nvPr userDrawn="1"/>
        </p:nvCxnSpPr>
        <p:spPr>
          <a:xfrm>
            <a:off x="1333184" y="5656264"/>
            <a:ext cx="8122101" cy="0"/>
          </a:xfrm>
          <a:prstGeom prst="line">
            <a:avLst/>
          </a:prstGeom>
          <a:ln w="9525" cap="flat" cmpd="sng" algn="ctr">
            <a:solidFill>
              <a:srgbClr val="C4C4CD"/>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pic>
        <p:nvPicPr>
          <p:cNvPr id="8" name="Graphic 7">
            <a:extLst>
              <a:ext uri="{FF2B5EF4-FFF2-40B4-BE49-F238E27FC236}">
                <a16:creationId xmlns:a16="http://schemas.microsoft.com/office/drawing/2014/main" id="{6514A7D7-2849-DC0D-7EE1-2DB274537E5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752931" y="5425071"/>
            <a:ext cx="2031701" cy="1034813"/>
          </a:xfrm>
          <a:prstGeom prst="rect">
            <a:avLst/>
          </a:prstGeom>
        </p:spPr>
      </p:pic>
    </p:spTree>
    <p:extLst>
      <p:ext uri="{BB962C8B-B14F-4D97-AF65-F5344CB8AC3E}">
        <p14:creationId xmlns:p14="http://schemas.microsoft.com/office/powerpoint/2010/main" val="3423201402"/>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Title Slide Frame 1">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713817A-1A0E-6215-C86F-711F67622AC3}"/>
              </a:ext>
              <a:ext uri="{C183D7F6-B498-43B3-948B-1728B52AA6E4}">
                <adec:decorative xmlns:adec="http://schemas.microsoft.com/office/drawing/2017/decorative" val="1"/>
              </a:ext>
            </a:extLst>
          </p:cNvPr>
          <p:cNvSpPr/>
          <p:nvPr userDrawn="1"/>
        </p:nvSpPr>
        <p:spPr>
          <a:xfrm>
            <a:off x="0" y="0"/>
            <a:ext cx="8386354" cy="6858000"/>
          </a:xfrm>
          <a:prstGeom prst="rect">
            <a:avLst/>
          </a:prstGeom>
          <a:gradFill flip="none" rotWithShape="1">
            <a:gsLst>
              <a:gs pos="0">
                <a:schemeClr val="tx1">
                  <a:lumMod val="0"/>
                  <a:alpha val="0"/>
                </a:schemeClr>
              </a:gs>
              <a:gs pos="95000">
                <a:srgbClr val="000000">
                  <a:alpha val="70000"/>
                </a:srgbClr>
              </a:gs>
            </a:gsLst>
            <a:lin ang="108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endParaRPr lang="en-US" sz="1200" b="1">
              <a:solidFill>
                <a:schemeClr val="tx1"/>
              </a:solidFill>
            </a:endParaRPr>
          </a:p>
        </p:txBody>
      </p:sp>
      <p:grpSp>
        <p:nvGrpSpPr>
          <p:cNvPr id="5" name="Group 4">
            <a:extLst>
              <a:ext uri="{FF2B5EF4-FFF2-40B4-BE49-F238E27FC236}">
                <a16:creationId xmlns:a16="http://schemas.microsoft.com/office/drawing/2014/main" id="{9167EEE6-F985-2112-F3A8-85F1A04A37BD}"/>
              </a:ext>
            </a:extLst>
          </p:cNvPr>
          <p:cNvGrpSpPr/>
          <p:nvPr userDrawn="1"/>
        </p:nvGrpSpPr>
        <p:grpSpPr>
          <a:xfrm>
            <a:off x="485775" y="6164633"/>
            <a:ext cx="4940935" cy="318770"/>
            <a:chOff x="485775" y="6164633"/>
            <a:chExt cx="4940935" cy="318770"/>
          </a:xfrm>
        </p:grpSpPr>
        <p:sp>
          <p:nvSpPr>
            <p:cNvPr id="24" name="Freeform 23">
              <a:extLst>
                <a:ext uri="{FF2B5EF4-FFF2-40B4-BE49-F238E27FC236}">
                  <a16:creationId xmlns:a16="http://schemas.microsoft.com/office/drawing/2014/main" id="{BDF3ED9A-57E4-25C5-BC4E-AC1C77798191}"/>
                </a:ext>
              </a:extLst>
            </p:cNvPr>
            <p:cNvSpPr/>
            <p:nvPr userDrawn="1"/>
          </p:nvSpPr>
          <p:spPr>
            <a:xfrm>
              <a:off x="485775" y="6164633"/>
              <a:ext cx="405765" cy="81280"/>
            </a:xfrm>
            <a:custGeom>
              <a:avLst/>
              <a:gdLst>
                <a:gd name="connsiteX0" fmla="*/ 324485 w 405765"/>
                <a:gd name="connsiteY0" fmla="*/ 0 h 81280"/>
                <a:gd name="connsiteX1" fmla="*/ 405765 w 405765"/>
                <a:gd name="connsiteY1" fmla="*/ 0 h 81280"/>
                <a:gd name="connsiteX2" fmla="*/ 405765 w 405765"/>
                <a:gd name="connsiteY2" fmla="*/ 81280 h 81280"/>
                <a:gd name="connsiteX3" fmla="*/ 324485 w 405765"/>
                <a:gd name="connsiteY3" fmla="*/ 81280 h 81280"/>
                <a:gd name="connsiteX4" fmla="*/ 161925 w 405765"/>
                <a:gd name="connsiteY4" fmla="*/ 0 h 81280"/>
                <a:gd name="connsiteX5" fmla="*/ 243205 w 405765"/>
                <a:gd name="connsiteY5" fmla="*/ 0 h 81280"/>
                <a:gd name="connsiteX6" fmla="*/ 243205 w 405765"/>
                <a:gd name="connsiteY6" fmla="*/ 81280 h 81280"/>
                <a:gd name="connsiteX7" fmla="*/ 161925 w 405765"/>
                <a:gd name="connsiteY7" fmla="*/ 81280 h 81280"/>
                <a:gd name="connsiteX8" fmla="*/ 0 w 405765"/>
                <a:gd name="connsiteY8" fmla="*/ 0 h 81280"/>
                <a:gd name="connsiteX9" fmla="*/ 81280 w 405765"/>
                <a:gd name="connsiteY9" fmla="*/ 0 h 81280"/>
                <a:gd name="connsiteX10" fmla="*/ 81280 w 405765"/>
                <a:gd name="connsiteY10" fmla="*/ 81280 h 81280"/>
                <a:gd name="connsiteX11" fmla="*/ 0 w 405765"/>
                <a:gd name="connsiteY11" fmla="*/ 81280 h 81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05765" h="81280">
                  <a:moveTo>
                    <a:pt x="324485" y="0"/>
                  </a:moveTo>
                  <a:lnTo>
                    <a:pt x="405765" y="0"/>
                  </a:lnTo>
                  <a:lnTo>
                    <a:pt x="405765" y="81280"/>
                  </a:lnTo>
                  <a:lnTo>
                    <a:pt x="324485" y="81280"/>
                  </a:lnTo>
                  <a:close/>
                  <a:moveTo>
                    <a:pt x="161925" y="0"/>
                  </a:moveTo>
                  <a:lnTo>
                    <a:pt x="243205" y="0"/>
                  </a:lnTo>
                  <a:lnTo>
                    <a:pt x="243205" y="81280"/>
                  </a:lnTo>
                  <a:lnTo>
                    <a:pt x="161925" y="81280"/>
                  </a:lnTo>
                  <a:close/>
                  <a:moveTo>
                    <a:pt x="0" y="0"/>
                  </a:moveTo>
                  <a:lnTo>
                    <a:pt x="81280" y="0"/>
                  </a:lnTo>
                  <a:lnTo>
                    <a:pt x="81280" y="81280"/>
                  </a:lnTo>
                  <a:lnTo>
                    <a:pt x="0" y="81280"/>
                  </a:lnTo>
                  <a:close/>
                </a:path>
              </a:pathLst>
            </a:custGeom>
            <a:solidFill>
              <a:srgbClr val="FFE600"/>
            </a:solidFill>
            <a:ln w="63500" cap="flat">
              <a:noFill/>
              <a:prstDash val="solid"/>
              <a:miter/>
            </a:ln>
          </p:spPr>
          <p:txBody>
            <a:bodyPr rtlCol="0" anchor="ctr"/>
            <a:lstStyle/>
            <a:p>
              <a:endParaRPr lang="en-US"/>
            </a:p>
          </p:txBody>
        </p:sp>
        <p:sp>
          <p:nvSpPr>
            <p:cNvPr id="25" name="Freeform 24">
              <a:extLst>
                <a:ext uri="{FF2B5EF4-FFF2-40B4-BE49-F238E27FC236}">
                  <a16:creationId xmlns:a16="http://schemas.microsoft.com/office/drawing/2014/main" id="{F8AD9B21-63CE-8D03-9802-DB2391C6BC13}"/>
                </a:ext>
              </a:extLst>
            </p:cNvPr>
            <p:cNvSpPr/>
            <p:nvPr userDrawn="1"/>
          </p:nvSpPr>
          <p:spPr bwMode="black">
            <a:xfrm>
              <a:off x="485779" y="6344974"/>
              <a:ext cx="4940931" cy="138429"/>
            </a:xfrm>
            <a:custGeom>
              <a:avLst/>
              <a:gdLst>
                <a:gd name="connsiteX0" fmla="*/ 1032512 w 4940931"/>
                <a:gd name="connsiteY0" fmla="*/ 137477 h 138429"/>
                <a:gd name="connsiteX1" fmla="*/ 1032512 w 4940931"/>
                <a:gd name="connsiteY1" fmla="*/ 137794 h 138429"/>
                <a:gd name="connsiteX2" fmla="*/ 1030607 w 4940931"/>
                <a:gd name="connsiteY2" fmla="*/ 138429 h 138429"/>
                <a:gd name="connsiteX3" fmla="*/ 4929501 w 4940931"/>
                <a:gd name="connsiteY3" fmla="*/ 87629 h 138429"/>
                <a:gd name="connsiteX4" fmla="*/ 4933946 w 4940931"/>
                <a:gd name="connsiteY4" fmla="*/ 88264 h 138429"/>
                <a:gd name="connsiteX5" fmla="*/ 4937756 w 4940931"/>
                <a:gd name="connsiteY5" fmla="*/ 90804 h 138429"/>
                <a:gd name="connsiteX6" fmla="*/ 4940296 w 4940931"/>
                <a:gd name="connsiteY6" fmla="*/ 94614 h 138429"/>
                <a:gd name="connsiteX7" fmla="*/ 4940931 w 4940931"/>
                <a:gd name="connsiteY7" fmla="*/ 99059 h 138429"/>
                <a:gd name="connsiteX8" fmla="*/ 4940296 w 4940931"/>
                <a:gd name="connsiteY8" fmla="*/ 103504 h 138429"/>
                <a:gd name="connsiteX9" fmla="*/ 4937756 w 4940931"/>
                <a:gd name="connsiteY9" fmla="*/ 107314 h 138429"/>
                <a:gd name="connsiteX10" fmla="*/ 4933946 w 4940931"/>
                <a:gd name="connsiteY10" fmla="*/ 109854 h 138429"/>
                <a:gd name="connsiteX11" fmla="*/ 4929501 w 4940931"/>
                <a:gd name="connsiteY11" fmla="*/ 110489 h 138429"/>
                <a:gd name="connsiteX12" fmla="*/ 4925056 w 4940931"/>
                <a:gd name="connsiteY12" fmla="*/ 109854 h 138429"/>
                <a:gd name="connsiteX13" fmla="*/ 4921246 w 4940931"/>
                <a:gd name="connsiteY13" fmla="*/ 107314 h 138429"/>
                <a:gd name="connsiteX14" fmla="*/ 4918706 w 4940931"/>
                <a:gd name="connsiteY14" fmla="*/ 103504 h 138429"/>
                <a:gd name="connsiteX15" fmla="*/ 4918071 w 4940931"/>
                <a:gd name="connsiteY15" fmla="*/ 99059 h 138429"/>
                <a:gd name="connsiteX16" fmla="*/ 4918706 w 4940931"/>
                <a:gd name="connsiteY16" fmla="*/ 94614 h 138429"/>
                <a:gd name="connsiteX17" fmla="*/ 4921246 w 4940931"/>
                <a:gd name="connsiteY17" fmla="*/ 90804 h 138429"/>
                <a:gd name="connsiteX18" fmla="*/ 4925056 w 4940931"/>
                <a:gd name="connsiteY18" fmla="*/ 88264 h 138429"/>
                <a:gd name="connsiteX19" fmla="*/ 4929501 w 4940931"/>
                <a:gd name="connsiteY19" fmla="*/ 87629 h 138429"/>
                <a:gd name="connsiteX20" fmla="*/ 3079110 w 4940931"/>
                <a:gd name="connsiteY20" fmla="*/ 87629 h 138429"/>
                <a:gd name="connsiteX21" fmla="*/ 3083555 w 4940931"/>
                <a:gd name="connsiteY21" fmla="*/ 88264 h 138429"/>
                <a:gd name="connsiteX22" fmla="*/ 3087365 w 4940931"/>
                <a:gd name="connsiteY22" fmla="*/ 90804 h 138429"/>
                <a:gd name="connsiteX23" fmla="*/ 3089905 w 4940931"/>
                <a:gd name="connsiteY23" fmla="*/ 94614 h 138429"/>
                <a:gd name="connsiteX24" fmla="*/ 3090540 w 4940931"/>
                <a:gd name="connsiteY24" fmla="*/ 99059 h 138429"/>
                <a:gd name="connsiteX25" fmla="*/ 3089905 w 4940931"/>
                <a:gd name="connsiteY25" fmla="*/ 103504 h 138429"/>
                <a:gd name="connsiteX26" fmla="*/ 3087365 w 4940931"/>
                <a:gd name="connsiteY26" fmla="*/ 107314 h 138429"/>
                <a:gd name="connsiteX27" fmla="*/ 3083555 w 4940931"/>
                <a:gd name="connsiteY27" fmla="*/ 109854 h 138429"/>
                <a:gd name="connsiteX28" fmla="*/ 3079110 w 4940931"/>
                <a:gd name="connsiteY28" fmla="*/ 110489 h 138429"/>
                <a:gd name="connsiteX29" fmla="*/ 3074665 w 4940931"/>
                <a:gd name="connsiteY29" fmla="*/ 109854 h 138429"/>
                <a:gd name="connsiteX30" fmla="*/ 3070855 w 4940931"/>
                <a:gd name="connsiteY30" fmla="*/ 107314 h 138429"/>
                <a:gd name="connsiteX31" fmla="*/ 3068315 w 4940931"/>
                <a:gd name="connsiteY31" fmla="*/ 103504 h 138429"/>
                <a:gd name="connsiteX32" fmla="*/ 3067680 w 4940931"/>
                <a:gd name="connsiteY32" fmla="*/ 99059 h 138429"/>
                <a:gd name="connsiteX33" fmla="*/ 3068315 w 4940931"/>
                <a:gd name="connsiteY33" fmla="*/ 94614 h 138429"/>
                <a:gd name="connsiteX34" fmla="*/ 3070855 w 4940931"/>
                <a:gd name="connsiteY34" fmla="*/ 90804 h 138429"/>
                <a:gd name="connsiteX35" fmla="*/ 3074665 w 4940931"/>
                <a:gd name="connsiteY35" fmla="*/ 88264 h 138429"/>
                <a:gd name="connsiteX36" fmla="*/ 3079110 w 4940931"/>
                <a:gd name="connsiteY36" fmla="*/ 87629 h 138429"/>
                <a:gd name="connsiteX37" fmla="*/ 1565275 w 4940931"/>
                <a:gd name="connsiteY37" fmla="*/ 87629 h 138429"/>
                <a:gd name="connsiteX38" fmla="*/ 1569720 w 4940931"/>
                <a:gd name="connsiteY38" fmla="*/ 88264 h 138429"/>
                <a:gd name="connsiteX39" fmla="*/ 1573529 w 4940931"/>
                <a:gd name="connsiteY39" fmla="*/ 90804 h 138429"/>
                <a:gd name="connsiteX40" fmla="*/ 1576069 w 4940931"/>
                <a:gd name="connsiteY40" fmla="*/ 94614 h 138429"/>
                <a:gd name="connsiteX41" fmla="*/ 1576705 w 4940931"/>
                <a:gd name="connsiteY41" fmla="*/ 99059 h 138429"/>
                <a:gd name="connsiteX42" fmla="*/ 1576069 w 4940931"/>
                <a:gd name="connsiteY42" fmla="*/ 103504 h 138429"/>
                <a:gd name="connsiteX43" fmla="*/ 1573529 w 4940931"/>
                <a:gd name="connsiteY43" fmla="*/ 107314 h 138429"/>
                <a:gd name="connsiteX44" fmla="*/ 1569720 w 4940931"/>
                <a:gd name="connsiteY44" fmla="*/ 109854 h 138429"/>
                <a:gd name="connsiteX45" fmla="*/ 1565275 w 4940931"/>
                <a:gd name="connsiteY45" fmla="*/ 110489 h 138429"/>
                <a:gd name="connsiteX46" fmla="*/ 1560830 w 4940931"/>
                <a:gd name="connsiteY46" fmla="*/ 109854 h 138429"/>
                <a:gd name="connsiteX47" fmla="*/ 1557020 w 4940931"/>
                <a:gd name="connsiteY47" fmla="*/ 107314 h 138429"/>
                <a:gd name="connsiteX48" fmla="*/ 1554479 w 4940931"/>
                <a:gd name="connsiteY48" fmla="*/ 103504 h 138429"/>
                <a:gd name="connsiteX49" fmla="*/ 1553844 w 4940931"/>
                <a:gd name="connsiteY49" fmla="*/ 99059 h 138429"/>
                <a:gd name="connsiteX50" fmla="*/ 1554479 w 4940931"/>
                <a:gd name="connsiteY50" fmla="*/ 94614 h 138429"/>
                <a:gd name="connsiteX51" fmla="*/ 1557020 w 4940931"/>
                <a:gd name="connsiteY51" fmla="*/ 90804 h 138429"/>
                <a:gd name="connsiteX52" fmla="*/ 1560830 w 4940931"/>
                <a:gd name="connsiteY52" fmla="*/ 88264 h 138429"/>
                <a:gd name="connsiteX53" fmla="*/ 1565275 w 4940931"/>
                <a:gd name="connsiteY53" fmla="*/ 87629 h 138429"/>
                <a:gd name="connsiteX54" fmla="*/ 2642230 w 4940931"/>
                <a:gd name="connsiteY54" fmla="*/ 73024 h 138429"/>
                <a:gd name="connsiteX55" fmla="*/ 2630800 w 4940931"/>
                <a:gd name="connsiteY55" fmla="*/ 76199 h 138429"/>
                <a:gd name="connsiteX56" fmla="*/ 2626355 w 4940931"/>
                <a:gd name="connsiteY56" fmla="*/ 84454 h 138429"/>
                <a:gd name="connsiteX57" fmla="*/ 2627625 w 4940931"/>
                <a:gd name="connsiteY57" fmla="*/ 90169 h 138429"/>
                <a:gd name="connsiteX58" fmla="*/ 2630800 w 4940931"/>
                <a:gd name="connsiteY58" fmla="*/ 93979 h 138429"/>
                <a:gd name="connsiteX59" fmla="*/ 2635245 w 4940931"/>
                <a:gd name="connsiteY59" fmla="*/ 96519 h 138429"/>
                <a:gd name="connsiteX60" fmla="*/ 2641595 w 4940931"/>
                <a:gd name="connsiteY60" fmla="*/ 97154 h 138429"/>
                <a:gd name="connsiteX61" fmla="*/ 2647310 w 4940931"/>
                <a:gd name="connsiteY61" fmla="*/ 96519 h 138429"/>
                <a:gd name="connsiteX62" fmla="*/ 2652390 w 4940931"/>
                <a:gd name="connsiteY62" fmla="*/ 93979 h 138429"/>
                <a:gd name="connsiteX63" fmla="*/ 2656835 w 4940931"/>
                <a:gd name="connsiteY63" fmla="*/ 90804 h 138429"/>
                <a:gd name="connsiteX64" fmla="*/ 2660010 w 4940931"/>
                <a:gd name="connsiteY64" fmla="*/ 86994 h 138429"/>
                <a:gd name="connsiteX65" fmla="*/ 2660010 w 4940931"/>
                <a:gd name="connsiteY65" fmla="*/ 75564 h 138429"/>
                <a:gd name="connsiteX66" fmla="*/ 2656200 w 4940931"/>
                <a:gd name="connsiteY66" fmla="*/ 74294 h 138429"/>
                <a:gd name="connsiteX67" fmla="*/ 2652390 w 4940931"/>
                <a:gd name="connsiteY67" fmla="*/ 73659 h 138429"/>
                <a:gd name="connsiteX68" fmla="*/ 2647945 w 4940931"/>
                <a:gd name="connsiteY68" fmla="*/ 73024 h 138429"/>
                <a:gd name="connsiteX69" fmla="*/ 2642230 w 4940931"/>
                <a:gd name="connsiteY69" fmla="*/ 73024 h 138429"/>
                <a:gd name="connsiteX70" fmla="*/ 4664706 w 4940931"/>
                <a:gd name="connsiteY70" fmla="*/ 43814 h 138429"/>
                <a:gd name="connsiteX71" fmla="*/ 4657086 w 4940931"/>
                <a:gd name="connsiteY71" fmla="*/ 45719 h 138429"/>
                <a:gd name="connsiteX72" fmla="*/ 4651371 w 4940931"/>
                <a:gd name="connsiteY72" fmla="*/ 50799 h 138429"/>
                <a:gd name="connsiteX73" fmla="*/ 4647561 w 4940931"/>
                <a:gd name="connsiteY73" fmla="*/ 59054 h 138429"/>
                <a:gd name="connsiteX74" fmla="*/ 4646291 w 4940931"/>
                <a:gd name="connsiteY74" fmla="*/ 69849 h 138429"/>
                <a:gd name="connsiteX75" fmla="*/ 4647561 w 4940931"/>
                <a:gd name="connsiteY75" fmla="*/ 81279 h 138429"/>
                <a:gd name="connsiteX76" fmla="*/ 4651371 w 4940931"/>
                <a:gd name="connsiteY76" fmla="*/ 89534 h 138429"/>
                <a:gd name="connsiteX77" fmla="*/ 4657721 w 4940931"/>
                <a:gd name="connsiteY77" fmla="*/ 94614 h 138429"/>
                <a:gd name="connsiteX78" fmla="*/ 4665341 w 4940931"/>
                <a:gd name="connsiteY78" fmla="*/ 96519 h 138429"/>
                <a:gd name="connsiteX79" fmla="*/ 4672961 w 4940931"/>
                <a:gd name="connsiteY79" fmla="*/ 94614 h 138429"/>
                <a:gd name="connsiteX80" fmla="*/ 4678676 w 4940931"/>
                <a:gd name="connsiteY80" fmla="*/ 88899 h 138429"/>
                <a:gd name="connsiteX81" fmla="*/ 4682486 w 4940931"/>
                <a:gd name="connsiteY81" fmla="*/ 80644 h 138429"/>
                <a:gd name="connsiteX82" fmla="*/ 4683756 w 4940931"/>
                <a:gd name="connsiteY82" fmla="*/ 70484 h 138429"/>
                <a:gd name="connsiteX83" fmla="*/ 4684391 w 4940931"/>
                <a:gd name="connsiteY83" fmla="*/ 69849 h 138429"/>
                <a:gd name="connsiteX84" fmla="*/ 4683121 w 4940931"/>
                <a:gd name="connsiteY84" fmla="*/ 59054 h 138429"/>
                <a:gd name="connsiteX85" fmla="*/ 4679311 w 4940931"/>
                <a:gd name="connsiteY85" fmla="*/ 50799 h 138429"/>
                <a:gd name="connsiteX86" fmla="*/ 4672961 w 4940931"/>
                <a:gd name="connsiteY86" fmla="*/ 45719 h 138429"/>
                <a:gd name="connsiteX87" fmla="*/ 4664706 w 4940931"/>
                <a:gd name="connsiteY87" fmla="*/ 43814 h 138429"/>
                <a:gd name="connsiteX88" fmla="*/ 4264020 w 4940931"/>
                <a:gd name="connsiteY88" fmla="*/ 43814 h 138429"/>
                <a:gd name="connsiteX89" fmla="*/ 4256400 w 4940931"/>
                <a:gd name="connsiteY89" fmla="*/ 45719 h 138429"/>
                <a:gd name="connsiteX90" fmla="*/ 4250685 w 4940931"/>
                <a:gd name="connsiteY90" fmla="*/ 50799 h 138429"/>
                <a:gd name="connsiteX91" fmla="*/ 4246875 w 4940931"/>
                <a:gd name="connsiteY91" fmla="*/ 59054 h 138429"/>
                <a:gd name="connsiteX92" fmla="*/ 4245605 w 4940931"/>
                <a:gd name="connsiteY92" fmla="*/ 69849 h 138429"/>
                <a:gd name="connsiteX93" fmla="*/ 4246875 w 4940931"/>
                <a:gd name="connsiteY93" fmla="*/ 81279 h 138429"/>
                <a:gd name="connsiteX94" fmla="*/ 4250685 w 4940931"/>
                <a:gd name="connsiteY94" fmla="*/ 89534 h 138429"/>
                <a:gd name="connsiteX95" fmla="*/ 4257035 w 4940931"/>
                <a:gd name="connsiteY95" fmla="*/ 94614 h 138429"/>
                <a:gd name="connsiteX96" fmla="*/ 4264655 w 4940931"/>
                <a:gd name="connsiteY96" fmla="*/ 96519 h 138429"/>
                <a:gd name="connsiteX97" fmla="*/ 4272275 w 4940931"/>
                <a:gd name="connsiteY97" fmla="*/ 94614 h 138429"/>
                <a:gd name="connsiteX98" fmla="*/ 4277990 w 4940931"/>
                <a:gd name="connsiteY98" fmla="*/ 88899 h 138429"/>
                <a:gd name="connsiteX99" fmla="*/ 4281800 w 4940931"/>
                <a:gd name="connsiteY99" fmla="*/ 80644 h 138429"/>
                <a:gd name="connsiteX100" fmla="*/ 4283070 w 4940931"/>
                <a:gd name="connsiteY100" fmla="*/ 70484 h 138429"/>
                <a:gd name="connsiteX101" fmla="*/ 4283705 w 4940931"/>
                <a:gd name="connsiteY101" fmla="*/ 69849 h 138429"/>
                <a:gd name="connsiteX102" fmla="*/ 4282435 w 4940931"/>
                <a:gd name="connsiteY102" fmla="*/ 59054 h 138429"/>
                <a:gd name="connsiteX103" fmla="*/ 4278625 w 4940931"/>
                <a:gd name="connsiteY103" fmla="*/ 50799 h 138429"/>
                <a:gd name="connsiteX104" fmla="*/ 4272275 w 4940931"/>
                <a:gd name="connsiteY104" fmla="*/ 45719 h 138429"/>
                <a:gd name="connsiteX105" fmla="*/ 4264020 w 4940931"/>
                <a:gd name="connsiteY105" fmla="*/ 43814 h 138429"/>
                <a:gd name="connsiteX106" fmla="*/ 1420495 w 4940931"/>
                <a:gd name="connsiteY106" fmla="*/ 43814 h 138429"/>
                <a:gd name="connsiteX107" fmla="*/ 1412875 w 4940931"/>
                <a:gd name="connsiteY107" fmla="*/ 45719 h 138429"/>
                <a:gd name="connsiteX108" fmla="*/ 1407160 w 4940931"/>
                <a:gd name="connsiteY108" fmla="*/ 50799 h 138429"/>
                <a:gd name="connsiteX109" fmla="*/ 1403350 w 4940931"/>
                <a:gd name="connsiteY109" fmla="*/ 59054 h 138429"/>
                <a:gd name="connsiteX110" fmla="*/ 1402080 w 4940931"/>
                <a:gd name="connsiteY110" fmla="*/ 69849 h 138429"/>
                <a:gd name="connsiteX111" fmla="*/ 1403350 w 4940931"/>
                <a:gd name="connsiteY111" fmla="*/ 81279 h 138429"/>
                <a:gd name="connsiteX112" fmla="*/ 1407160 w 4940931"/>
                <a:gd name="connsiteY112" fmla="*/ 89534 h 138429"/>
                <a:gd name="connsiteX113" fmla="*/ 1413510 w 4940931"/>
                <a:gd name="connsiteY113" fmla="*/ 94614 h 138429"/>
                <a:gd name="connsiteX114" fmla="*/ 1421130 w 4940931"/>
                <a:gd name="connsiteY114" fmla="*/ 96519 h 138429"/>
                <a:gd name="connsiteX115" fmla="*/ 1428750 w 4940931"/>
                <a:gd name="connsiteY115" fmla="*/ 94614 h 138429"/>
                <a:gd name="connsiteX116" fmla="*/ 1434465 w 4940931"/>
                <a:gd name="connsiteY116" fmla="*/ 88899 h 138429"/>
                <a:gd name="connsiteX117" fmla="*/ 1438275 w 4940931"/>
                <a:gd name="connsiteY117" fmla="*/ 80644 h 138429"/>
                <a:gd name="connsiteX118" fmla="*/ 1439545 w 4940931"/>
                <a:gd name="connsiteY118" fmla="*/ 70484 h 138429"/>
                <a:gd name="connsiteX119" fmla="*/ 1440180 w 4940931"/>
                <a:gd name="connsiteY119" fmla="*/ 69849 h 138429"/>
                <a:gd name="connsiteX120" fmla="*/ 1438910 w 4940931"/>
                <a:gd name="connsiteY120" fmla="*/ 59054 h 138429"/>
                <a:gd name="connsiteX121" fmla="*/ 1435100 w 4940931"/>
                <a:gd name="connsiteY121" fmla="*/ 50799 h 138429"/>
                <a:gd name="connsiteX122" fmla="*/ 1428750 w 4940931"/>
                <a:gd name="connsiteY122" fmla="*/ 45719 h 138429"/>
                <a:gd name="connsiteX123" fmla="*/ 1420495 w 4940931"/>
                <a:gd name="connsiteY123" fmla="*/ 43814 h 138429"/>
                <a:gd name="connsiteX124" fmla="*/ 4041770 w 4940931"/>
                <a:gd name="connsiteY124" fmla="*/ 43180 h 138429"/>
                <a:gd name="connsiteX125" fmla="*/ 4034785 w 4940931"/>
                <a:gd name="connsiteY125" fmla="*/ 44450 h 138429"/>
                <a:gd name="connsiteX126" fmla="*/ 4029705 w 4940931"/>
                <a:gd name="connsiteY126" fmla="*/ 48260 h 138429"/>
                <a:gd name="connsiteX127" fmla="*/ 4025895 w 4940931"/>
                <a:gd name="connsiteY127" fmla="*/ 54610 h 138429"/>
                <a:gd name="connsiteX128" fmla="*/ 4023990 w 4940931"/>
                <a:gd name="connsiteY128" fmla="*/ 62865 h 138429"/>
                <a:gd name="connsiteX129" fmla="*/ 4060185 w 4940931"/>
                <a:gd name="connsiteY129" fmla="*/ 62865 h 138429"/>
                <a:gd name="connsiteX130" fmla="*/ 4058915 w 4940931"/>
                <a:gd name="connsiteY130" fmla="*/ 55245 h 138429"/>
                <a:gd name="connsiteX131" fmla="*/ 4055740 w 4940931"/>
                <a:gd name="connsiteY131" fmla="*/ 48895 h 138429"/>
                <a:gd name="connsiteX132" fmla="*/ 4050025 w 4940931"/>
                <a:gd name="connsiteY132" fmla="*/ 44450 h 138429"/>
                <a:gd name="connsiteX133" fmla="*/ 4041770 w 4940931"/>
                <a:gd name="connsiteY133" fmla="*/ 43180 h 138429"/>
                <a:gd name="connsiteX134" fmla="*/ 3728081 w 4940931"/>
                <a:gd name="connsiteY134" fmla="*/ 43180 h 138429"/>
                <a:gd name="connsiteX135" fmla="*/ 3721096 w 4940931"/>
                <a:gd name="connsiteY135" fmla="*/ 44450 h 138429"/>
                <a:gd name="connsiteX136" fmla="*/ 3716016 w 4940931"/>
                <a:gd name="connsiteY136" fmla="*/ 48260 h 138429"/>
                <a:gd name="connsiteX137" fmla="*/ 3712206 w 4940931"/>
                <a:gd name="connsiteY137" fmla="*/ 54610 h 138429"/>
                <a:gd name="connsiteX138" fmla="*/ 3710301 w 4940931"/>
                <a:gd name="connsiteY138" fmla="*/ 62865 h 138429"/>
                <a:gd name="connsiteX139" fmla="*/ 3746496 w 4940931"/>
                <a:gd name="connsiteY139" fmla="*/ 62865 h 138429"/>
                <a:gd name="connsiteX140" fmla="*/ 3745226 w 4940931"/>
                <a:gd name="connsiteY140" fmla="*/ 55245 h 138429"/>
                <a:gd name="connsiteX141" fmla="*/ 3742051 w 4940931"/>
                <a:gd name="connsiteY141" fmla="*/ 48895 h 138429"/>
                <a:gd name="connsiteX142" fmla="*/ 3736336 w 4940931"/>
                <a:gd name="connsiteY142" fmla="*/ 44450 h 138429"/>
                <a:gd name="connsiteX143" fmla="*/ 3728081 w 4940931"/>
                <a:gd name="connsiteY143" fmla="*/ 43180 h 138429"/>
                <a:gd name="connsiteX144" fmla="*/ 3541391 w 4940931"/>
                <a:gd name="connsiteY144" fmla="*/ 43180 h 138429"/>
                <a:gd name="connsiteX145" fmla="*/ 3534406 w 4940931"/>
                <a:gd name="connsiteY145" fmla="*/ 44450 h 138429"/>
                <a:gd name="connsiteX146" fmla="*/ 3529326 w 4940931"/>
                <a:gd name="connsiteY146" fmla="*/ 48260 h 138429"/>
                <a:gd name="connsiteX147" fmla="*/ 3525516 w 4940931"/>
                <a:gd name="connsiteY147" fmla="*/ 54610 h 138429"/>
                <a:gd name="connsiteX148" fmla="*/ 3523611 w 4940931"/>
                <a:gd name="connsiteY148" fmla="*/ 62865 h 138429"/>
                <a:gd name="connsiteX149" fmla="*/ 3559806 w 4940931"/>
                <a:gd name="connsiteY149" fmla="*/ 62865 h 138429"/>
                <a:gd name="connsiteX150" fmla="*/ 3558536 w 4940931"/>
                <a:gd name="connsiteY150" fmla="*/ 55245 h 138429"/>
                <a:gd name="connsiteX151" fmla="*/ 3555361 w 4940931"/>
                <a:gd name="connsiteY151" fmla="*/ 48895 h 138429"/>
                <a:gd name="connsiteX152" fmla="*/ 3549646 w 4940931"/>
                <a:gd name="connsiteY152" fmla="*/ 44450 h 138429"/>
                <a:gd name="connsiteX153" fmla="*/ 3541391 w 4940931"/>
                <a:gd name="connsiteY153" fmla="*/ 43180 h 138429"/>
                <a:gd name="connsiteX154" fmla="*/ 3463285 w 4940931"/>
                <a:gd name="connsiteY154" fmla="*/ 43180 h 138429"/>
                <a:gd name="connsiteX155" fmla="*/ 3458205 w 4940931"/>
                <a:gd name="connsiteY155" fmla="*/ 43815 h 138429"/>
                <a:gd name="connsiteX156" fmla="*/ 3453125 w 4940931"/>
                <a:gd name="connsiteY156" fmla="*/ 45720 h 138429"/>
                <a:gd name="connsiteX157" fmla="*/ 3448680 w 4940931"/>
                <a:gd name="connsiteY157" fmla="*/ 48895 h 138429"/>
                <a:gd name="connsiteX158" fmla="*/ 3445505 w 4940931"/>
                <a:gd name="connsiteY158" fmla="*/ 52705 h 138429"/>
                <a:gd name="connsiteX159" fmla="*/ 3445505 w 4940931"/>
                <a:gd name="connsiteY159" fmla="*/ 85725 h 138429"/>
                <a:gd name="connsiteX160" fmla="*/ 3448680 w 4940931"/>
                <a:gd name="connsiteY160" fmla="*/ 89535 h 138429"/>
                <a:gd name="connsiteX161" fmla="*/ 3453125 w 4940931"/>
                <a:gd name="connsiteY161" fmla="*/ 92710 h 138429"/>
                <a:gd name="connsiteX162" fmla="*/ 3458205 w 4940931"/>
                <a:gd name="connsiteY162" fmla="*/ 95250 h 138429"/>
                <a:gd name="connsiteX163" fmla="*/ 3463920 w 4940931"/>
                <a:gd name="connsiteY163" fmla="*/ 95885 h 138429"/>
                <a:gd name="connsiteX164" fmla="*/ 3476620 w 4940931"/>
                <a:gd name="connsiteY164" fmla="*/ 89535 h 138429"/>
                <a:gd name="connsiteX165" fmla="*/ 3481065 w 4940931"/>
                <a:gd name="connsiteY165" fmla="*/ 71120 h 138429"/>
                <a:gd name="connsiteX166" fmla="*/ 3480430 w 4940931"/>
                <a:gd name="connsiteY166" fmla="*/ 71755 h 138429"/>
                <a:gd name="connsiteX167" fmla="*/ 3475985 w 4940931"/>
                <a:gd name="connsiteY167" fmla="*/ 50165 h 138429"/>
                <a:gd name="connsiteX168" fmla="*/ 3463285 w 4940931"/>
                <a:gd name="connsiteY168" fmla="*/ 43180 h 138429"/>
                <a:gd name="connsiteX169" fmla="*/ 3343271 w 4940931"/>
                <a:gd name="connsiteY169" fmla="*/ 43180 h 138429"/>
                <a:gd name="connsiteX170" fmla="*/ 3336286 w 4940931"/>
                <a:gd name="connsiteY170" fmla="*/ 44450 h 138429"/>
                <a:gd name="connsiteX171" fmla="*/ 3331206 w 4940931"/>
                <a:gd name="connsiteY171" fmla="*/ 48260 h 138429"/>
                <a:gd name="connsiteX172" fmla="*/ 3327396 w 4940931"/>
                <a:gd name="connsiteY172" fmla="*/ 54610 h 138429"/>
                <a:gd name="connsiteX173" fmla="*/ 3325491 w 4940931"/>
                <a:gd name="connsiteY173" fmla="*/ 62865 h 138429"/>
                <a:gd name="connsiteX174" fmla="*/ 3361686 w 4940931"/>
                <a:gd name="connsiteY174" fmla="*/ 62865 h 138429"/>
                <a:gd name="connsiteX175" fmla="*/ 3360416 w 4940931"/>
                <a:gd name="connsiteY175" fmla="*/ 55245 h 138429"/>
                <a:gd name="connsiteX176" fmla="*/ 3357241 w 4940931"/>
                <a:gd name="connsiteY176" fmla="*/ 48895 h 138429"/>
                <a:gd name="connsiteX177" fmla="*/ 3351526 w 4940931"/>
                <a:gd name="connsiteY177" fmla="*/ 44450 h 138429"/>
                <a:gd name="connsiteX178" fmla="*/ 3343271 w 4940931"/>
                <a:gd name="connsiteY178" fmla="*/ 43180 h 138429"/>
                <a:gd name="connsiteX179" fmla="*/ 2976876 w 4940931"/>
                <a:gd name="connsiteY179" fmla="*/ 43180 h 138429"/>
                <a:gd name="connsiteX180" fmla="*/ 2969891 w 4940931"/>
                <a:gd name="connsiteY180" fmla="*/ 44450 h 138429"/>
                <a:gd name="connsiteX181" fmla="*/ 2964811 w 4940931"/>
                <a:gd name="connsiteY181" fmla="*/ 48260 h 138429"/>
                <a:gd name="connsiteX182" fmla="*/ 2961001 w 4940931"/>
                <a:gd name="connsiteY182" fmla="*/ 54610 h 138429"/>
                <a:gd name="connsiteX183" fmla="*/ 2959096 w 4940931"/>
                <a:gd name="connsiteY183" fmla="*/ 62865 h 138429"/>
                <a:gd name="connsiteX184" fmla="*/ 2995291 w 4940931"/>
                <a:gd name="connsiteY184" fmla="*/ 62865 h 138429"/>
                <a:gd name="connsiteX185" fmla="*/ 2994021 w 4940931"/>
                <a:gd name="connsiteY185" fmla="*/ 55245 h 138429"/>
                <a:gd name="connsiteX186" fmla="*/ 2990846 w 4940931"/>
                <a:gd name="connsiteY186" fmla="*/ 48895 h 138429"/>
                <a:gd name="connsiteX187" fmla="*/ 2985131 w 4940931"/>
                <a:gd name="connsiteY187" fmla="*/ 44450 h 138429"/>
                <a:gd name="connsiteX188" fmla="*/ 2976876 w 4940931"/>
                <a:gd name="connsiteY188" fmla="*/ 43180 h 138429"/>
                <a:gd name="connsiteX189" fmla="*/ 2527930 w 4940931"/>
                <a:gd name="connsiteY189" fmla="*/ 43180 h 138429"/>
                <a:gd name="connsiteX190" fmla="*/ 2520945 w 4940931"/>
                <a:gd name="connsiteY190" fmla="*/ 44450 h 138429"/>
                <a:gd name="connsiteX191" fmla="*/ 2515865 w 4940931"/>
                <a:gd name="connsiteY191" fmla="*/ 48260 h 138429"/>
                <a:gd name="connsiteX192" fmla="*/ 2512055 w 4940931"/>
                <a:gd name="connsiteY192" fmla="*/ 54610 h 138429"/>
                <a:gd name="connsiteX193" fmla="*/ 2510150 w 4940931"/>
                <a:gd name="connsiteY193" fmla="*/ 62865 h 138429"/>
                <a:gd name="connsiteX194" fmla="*/ 2546345 w 4940931"/>
                <a:gd name="connsiteY194" fmla="*/ 62865 h 138429"/>
                <a:gd name="connsiteX195" fmla="*/ 2545075 w 4940931"/>
                <a:gd name="connsiteY195" fmla="*/ 55245 h 138429"/>
                <a:gd name="connsiteX196" fmla="*/ 2541900 w 4940931"/>
                <a:gd name="connsiteY196" fmla="*/ 48895 h 138429"/>
                <a:gd name="connsiteX197" fmla="*/ 2536185 w 4940931"/>
                <a:gd name="connsiteY197" fmla="*/ 44450 h 138429"/>
                <a:gd name="connsiteX198" fmla="*/ 2527930 w 4940931"/>
                <a:gd name="connsiteY198" fmla="*/ 43180 h 138429"/>
                <a:gd name="connsiteX199" fmla="*/ 2214240 w 4940931"/>
                <a:gd name="connsiteY199" fmla="*/ 43180 h 138429"/>
                <a:gd name="connsiteX200" fmla="*/ 2207255 w 4940931"/>
                <a:gd name="connsiteY200" fmla="*/ 44450 h 138429"/>
                <a:gd name="connsiteX201" fmla="*/ 2202175 w 4940931"/>
                <a:gd name="connsiteY201" fmla="*/ 48260 h 138429"/>
                <a:gd name="connsiteX202" fmla="*/ 2198365 w 4940931"/>
                <a:gd name="connsiteY202" fmla="*/ 54610 h 138429"/>
                <a:gd name="connsiteX203" fmla="*/ 2196460 w 4940931"/>
                <a:gd name="connsiteY203" fmla="*/ 62865 h 138429"/>
                <a:gd name="connsiteX204" fmla="*/ 2232655 w 4940931"/>
                <a:gd name="connsiteY204" fmla="*/ 62865 h 138429"/>
                <a:gd name="connsiteX205" fmla="*/ 2231385 w 4940931"/>
                <a:gd name="connsiteY205" fmla="*/ 55245 h 138429"/>
                <a:gd name="connsiteX206" fmla="*/ 2228210 w 4940931"/>
                <a:gd name="connsiteY206" fmla="*/ 48895 h 138429"/>
                <a:gd name="connsiteX207" fmla="*/ 2222495 w 4940931"/>
                <a:gd name="connsiteY207" fmla="*/ 44450 h 138429"/>
                <a:gd name="connsiteX208" fmla="*/ 2214240 w 4940931"/>
                <a:gd name="connsiteY208" fmla="*/ 43180 h 138429"/>
                <a:gd name="connsiteX209" fmla="*/ 2027551 w 4940931"/>
                <a:gd name="connsiteY209" fmla="*/ 43180 h 138429"/>
                <a:gd name="connsiteX210" fmla="*/ 2020566 w 4940931"/>
                <a:gd name="connsiteY210" fmla="*/ 44450 h 138429"/>
                <a:gd name="connsiteX211" fmla="*/ 2015486 w 4940931"/>
                <a:gd name="connsiteY211" fmla="*/ 48260 h 138429"/>
                <a:gd name="connsiteX212" fmla="*/ 2011676 w 4940931"/>
                <a:gd name="connsiteY212" fmla="*/ 54610 h 138429"/>
                <a:gd name="connsiteX213" fmla="*/ 2009771 w 4940931"/>
                <a:gd name="connsiteY213" fmla="*/ 62865 h 138429"/>
                <a:gd name="connsiteX214" fmla="*/ 2045966 w 4940931"/>
                <a:gd name="connsiteY214" fmla="*/ 62865 h 138429"/>
                <a:gd name="connsiteX215" fmla="*/ 2044696 w 4940931"/>
                <a:gd name="connsiteY215" fmla="*/ 55245 h 138429"/>
                <a:gd name="connsiteX216" fmla="*/ 2041521 w 4940931"/>
                <a:gd name="connsiteY216" fmla="*/ 48895 h 138429"/>
                <a:gd name="connsiteX217" fmla="*/ 2035806 w 4940931"/>
                <a:gd name="connsiteY217" fmla="*/ 44450 h 138429"/>
                <a:gd name="connsiteX218" fmla="*/ 2027551 w 4940931"/>
                <a:gd name="connsiteY218" fmla="*/ 43180 h 138429"/>
                <a:gd name="connsiteX219" fmla="*/ 1949445 w 4940931"/>
                <a:gd name="connsiteY219" fmla="*/ 43180 h 138429"/>
                <a:gd name="connsiteX220" fmla="*/ 1944365 w 4940931"/>
                <a:gd name="connsiteY220" fmla="*/ 43815 h 138429"/>
                <a:gd name="connsiteX221" fmla="*/ 1939285 w 4940931"/>
                <a:gd name="connsiteY221" fmla="*/ 45720 h 138429"/>
                <a:gd name="connsiteX222" fmla="*/ 1934840 w 4940931"/>
                <a:gd name="connsiteY222" fmla="*/ 48895 h 138429"/>
                <a:gd name="connsiteX223" fmla="*/ 1931665 w 4940931"/>
                <a:gd name="connsiteY223" fmla="*/ 52705 h 138429"/>
                <a:gd name="connsiteX224" fmla="*/ 1931665 w 4940931"/>
                <a:gd name="connsiteY224" fmla="*/ 85725 h 138429"/>
                <a:gd name="connsiteX225" fmla="*/ 1934840 w 4940931"/>
                <a:gd name="connsiteY225" fmla="*/ 89535 h 138429"/>
                <a:gd name="connsiteX226" fmla="*/ 1939285 w 4940931"/>
                <a:gd name="connsiteY226" fmla="*/ 92710 h 138429"/>
                <a:gd name="connsiteX227" fmla="*/ 1944365 w 4940931"/>
                <a:gd name="connsiteY227" fmla="*/ 95250 h 138429"/>
                <a:gd name="connsiteX228" fmla="*/ 1950080 w 4940931"/>
                <a:gd name="connsiteY228" fmla="*/ 95885 h 138429"/>
                <a:gd name="connsiteX229" fmla="*/ 1962780 w 4940931"/>
                <a:gd name="connsiteY229" fmla="*/ 89535 h 138429"/>
                <a:gd name="connsiteX230" fmla="*/ 1967225 w 4940931"/>
                <a:gd name="connsiteY230" fmla="*/ 71120 h 138429"/>
                <a:gd name="connsiteX231" fmla="*/ 1966590 w 4940931"/>
                <a:gd name="connsiteY231" fmla="*/ 71755 h 138429"/>
                <a:gd name="connsiteX232" fmla="*/ 1962145 w 4940931"/>
                <a:gd name="connsiteY232" fmla="*/ 50165 h 138429"/>
                <a:gd name="connsiteX233" fmla="*/ 1949445 w 4940931"/>
                <a:gd name="connsiteY233" fmla="*/ 43180 h 138429"/>
                <a:gd name="connsiteX234" fmla="*/ 1829431 w 4940931"/>
                <a:gd name="connsiteY234" fmla="*/ 43180 h 138429"/>
                <a:gd name="connsiteX235" fmla="*/ 1822446 w 4940931"/>
                <a:gd name="connsiteY235" fmla="*/ 44450 h 138429"/>
                <a:gd name="connsiteX236" fmla="*/ 1817366 w 4940931"/>
                <a:gd name="connsiteY236" fmla="*/ 48260 h 138429"/>
                <a:gd name="connsiteX237" fmla="*/ 1813556 w 4940931"/>
                <a:gd name="connsiteY237" fmla="*/ 54610 h 138429"/>
                <a:gd name="connsiteX238" fmla="*/ 1811651 w 4940931"/>
                <a:gd name="connsiteY238" fmla="*/ 62865 h 138429"/>
                <a:gd name="connsiteX239" fmla="*/ 1847846 w 4940931"/>
                <a:gd name="connsiteY239" fmla="*/ 62865 h 138429"/>
                <a:gd name="connsiteX240" fmla="*/ 1846576 w 4940931"/>
                <a:gd name="connsiteY240" fmla="*/ 55245 h 138429"/>
                <a:gd name="connsiteX241" fmla="*/ 1843401 w 4940931"/>
                <a:gd name="connsiteY241" fmla="*/ 48895 h 138429"/>
                <a:gd name="connsiteX242" fmla="*/ 1837686 w 4940931"/>
                <a:gd name="connsiteY242" fmla="*/ 44450 h 138429"/>
                <a:gd name="connsiteX243" fmla="*/ 1829431 w 4940931"/>
                <a:gd name="connsiteY243" fmla="*/ 43180 h 138429"/>
                <a:gd name="connsiteX244" fmla="*/ 1178561 w 4940931"/>
                <a:gd name="connsiteY244" fmla="*/ 43180 h 138429"/>
                <a:gd name="connsiteX245" fmla="*/ 1171576 w 4940931"/>
                <a:gd name="connsiteY245" fmla="*/ 44450 h 138429"/>
                <a:gd name="connsiteX246" fmla="*/ 1166496 w 4940931"/>
                <a:gd name="connsiteY246" fmla="*/ 48260 h 138429"/>
                <a:gd name="connsiteX247" fmla="*/ 1162686 w 4940931"/>
                <a:gd name="connsiteY247" fmla="*/ 54610 h 138429"/>
                <a:gd name="connsiteX248" fmla="*/ 1160781 w 4940931"/>
                <a:gd name="connsiteY248" fmla="*/ 62865 h 138429"/>
                <a:gd name="connsiteX249" fmla="*/ 1196976 w 4940931"/>
                <a:gd name="connsiteY249" fmla="*/ 62865 h 138429"/>
                <a:gd name="connsiteX250" fmla="*/ 1195706 w 4940931"/>
                <a:gd name="connsiteY250" fmla="*/ 55245 h 138429"/>
                <a:gd name="connsiteX251" fmla="*/ 1192531 w 4940931"/>
                <a:gd name="connsiteY251" fmla="*/ 48895 h 138429"/>
                <a:gd name="connsiteX252" fmla="*/ 1186816 w 4940931"/>
                <a:gd name="connsiteY252" fmla="*/ 44450 h 138429"/>
                <a:gd name="connsiteX253" fmla="*/ 1178561 w 4940931"/>
                <a:gd name="connsiteY253" fmla="*/ 43180 h 138429"/>
                <a:gd name="connsiteX254" fmla="*/ 898525 w 4940931"/>
                <a:gd name="connsiteY254" fmla="*/ 43180 h 138429"/>
                <a:gd name="connsiteX255" fmla="*/ 891540 w 4940931"/>
                <a:gd name="connsiteY255" fmla="*/ 44450 h 138429"/>
                <a:gd name="connsiteX256" fmla="*/ 886460 w 4940931"/>
                <a:gd name="connsiteY256" fmla="*/ 48260 h 138429"/>
                <a:gd name="connsiteX257" fmla="*/ 882650 w 4940931"/>
                <a:gd name="connsiteY257" fmla="*/ 54610 h 138429"/>
                <a:gd name="connsiteX258" fmla="*/ 880745 w 4940931"/>
                <a:gd name="connsiteY258" fmla="*/ 62865 h 138429"/>
                <a:gd name="connsiteX259" fmla="*/ 916940 w 4940931"/>
                <a:gd name="connsiteY259" fmla="*/ 62865 h 138429"/>
                <a:gd name="connsiteX260" fmla="*/ 915670 w 4940931"/>
                <a:gd name="connsiteY260" fmla="*/ 55245 h 138429"/>
                <a:gd name="connsiteX261" fmla="*/ 912495 w 4940931"/>
                <a:gd name="connsiteY261" fmla="*/ 48895 h 138429"/>
                <a:gd name="connsiteX262" fmla="*/ 906780 w 4940931"/>
                <a:gd name="connsiteY262" fmla="*/ 44450 h 138429"/>
                <a:gd name="connsiteX263" fmla="*/ 898525 w 4940931"/>
                <a:gd name="connsiteY263" fmla="*/ 43180 h 138429"/>
                <a:gd name="connsiteX264" fmla="*/ 584834 w 4940931"/>
                <a:gd name="connsiteY264" fmla="*/ 43180 h 138429"/>
                <a:gd name="connsiteX265" fmla="*/ 577849 w 4940931"/>
                <a:gd name="connsiteY265" fmla="*/ 44450 h 138429"/>
                <a:gd name="connsiteX266" fmla="*/ 572769 w 4940931"/>
                <a:gd name="connsiteY266" fmla="*/ 48260 h 138429"/>
                <a:gd name="connsiteX267" fmla="*/ 568959 w 4940931"/>
                <a:gd name="connsiteY267" fmla="*/ 54610 h 138429"/>
                <a:gd name="connsiteX268" fmla="*/ 567054 w 4940931"/>
                <a:gd name="connsiteY268" fmla="*/ 62865 h 138429"/>
                <a:gd name="connsiteX269" fmla="*/ 603249 w 4940931"/>
                <a:gd name="connsiteY269" fmla="*/ 62865 h 138429"/>
                <a:gd name="connsiteX270" fmla="*/ 601979 w 4940931"/>
                <a:gd name="connsiteY270" fmla="*/ 55245 h 138429"/>
                <a:gd name="connsiteX271" fmla="*/ 598804 w 4940931"/>
                <a:gd name="connsiteY271" fmla="*/ 48895 h 138429"/>
                <a:gd name="connsiteX272" fmla="*/ 593089 w 4940931"/>
                <a:gd name="connsiteY272" fmla="*/ 44450 h 138429"/>
                <a:gd name="connsiteX273" fmla="*/ 584834 w 4940931"/>
                <a:gd name="connsiteY273" fmla="*/ 43180 h 138429"/>
                <a:gd name="connsiteX274" fmla="*/ 398145 w 4940931"/>
                <a:gd name="connsiteY274" fmla="*/ 43180 h 138429"/>
                <a:gd name="connsiteX275" fmla="*/ 391160 w 4940931"/>
                <a:gd name="connsiteY275" fmla="*/ 44450 h 138429"/>
                <a:gd name="connsiteX276" fmla="*/ 386080 w 4940931"/>
                <a:gd name="connsiteY276" fmla="*/ 48260 h 138429"/>
                <a:gd name="connsiteX277" fmla="*/ 382270 w 4940931"/>
                <a:gd name="connsiteY277" fmla="*/ 54610 h 138429"/>
                <a:gd name="connsiteX278" fmla="*/ 380365 w 4940931"/>
                <a:gd name="connsiteY278" fmla="*/ 62865 h 138429"/>
                <a:gd name="connsiteX279" fmla="*/ 416560 w 4940931"/>
                <a:gd name="connsiteY279" fmla="*/ 62865 h 138429"/>
                <a:gd name="connsiteX280" fmla="*/ 415290 w 4940931"/>
                <a:gd name="connsiteY280" fmla="*/ 55245 h 138429"/>
                <a:gd name="connsiteX281" fmla="*/ 412115 w 4940931"/>
                <a:gd name="connsiteY281" fmla="*/ 48895 h 138429"/>
                <a:gd name="connsiteX282" fmla="*/ 406400 w 4940931"/>
                <a:gd name="connsiteY282" fmla="*/ 44450 h 138429"/>
                <a:gd name="connsiteX283" fmla="*/ 398145 w 4940931"/>
                <a:gd name="connsiteY283" fmla="*/ 43180 h 138429"/>
                <a:gd name="connsiteX284" fmla="*/ 320039 w 4940931"/>
                <a:gd name="connsiteY284" fmla="*/ 43180 h 138429"/>
                <a:gd name="connsiteX285" fmla="*/ 314959 w 4940931"/>
                <a:gd name="connsiteY285" fmla="*/ 43815 h 138429"/>
                <a:gd name="connsiteX286" fmla="*/ 309879 w 4940931"/>
                <a:gd name="connsiteY286" fmla="*/ 45720 h 138429"/>
                <a:gd name="connsiteX287" fmla="*/ 305434 w 4940931"/>
                <a:gd name="connsiteY287" fmla="*/ 48895 h 138429"/>
                <a:gd name="connsiteX288" fmla="*/ 302259 w 4940931"/>
                <a:gd name="connsiteY288" fmla="*/ 52705 h 138429"/>
                <a:gd name="connsiteX289" fmla="*/ 302259 w 4940931"/>
                <a:gd name="connsiteY289" fmla="*/ 85725 h 138429"/>
                <a:gd name="connsiteX290" fmla="*/ 305434 w 4940931"/>
                <a:gd name="connsiteY290" fmla="*/ 89535 h 138429"/>
                <a:gd name="connsiteX291" fmla="*/ 309879 w 4940931"/>
                <a:gd name="connsiteY291" fmla="*/ 92710 h 138429"/>
                <a:gd name="connsiteX292" fmla="*/ 314959 w 4940931"/>
                <a:gd name="connsiteY292" fmla="*/ 95250 h 138429"/>
                <a:gd name="connsiteX293" fmla="*/ 320674 w 4940931"/>
                <a:gd name="connsiteY293" fmla="*/ 95885 h 138429"/>
                <a:gd name="connsiteX294" fmla="*/ 333374 w 4940931"/>
                <a:gd name="connsiteY294" fmla="*/ 89535 h 138429"/>
                <a:gd name="connsiteX295" fmla="*/ 337819 w 4940931"/>
                <a:gd name="connsiteY295" fmla="*/ 71120 h 138429"/>
                <a:gd name="connsiteX296" fmla="*/ 337184 w 4940931"/>
                <a:gd name="connsiteY296" fmla="*/ 71755 h 138429"/>
                <a:gd name="connsiteX297" fmla="*/ 332739 w 4940931"/>
                <a:gd name="connsiteY297" fmla="*/ 50165 h 138429"/>
                <a:gd name="connsiteX298" fmla="*/ 320039 w 4940931"/>
                <a:gd name="connsiteY298" fmla="*/ 43180 h 138429"/>
                <a:gd name="connsiteX299" fmla="*/ 200025 w 4940931"/>
                <a:gd name="connsiteY299" fmla="*/ 43180 h 138429"/>
                <a:gd name="connsiteX300" fmla="*/ 193040 w 4940931"/>
                <a:gd name="connsiteY300" fmla="*/ 44450 h 138429"/>
                <a:gd name="connsiteX301" fmla="*/ 187960 w 4940931"/>
                <a:gd name="connsiteY301" fmla="*/ 48260 h 138429"/>
                <a:gd name="connsiteX302" fmla="*/ 184150 w 4940931"/>
                <a:gd name="connsiteY302" fmla="*/ 54610 h 138429"/>
                <a:gd name="connsiteX303" fmla="*/ 182245 w 4940931"/>
                <a:gd name="connsiteY303" fmla="*/ 62865 h 138429"/>
                <a:gd name="connsiteX304" fmla="*/ 218440 w 4940931"/>
                <a:gd name="connsiteY304" fmla="*/ 62865 h 138429"/>
                <a:gd name="connsiteX305" fmla="*/ 217170 w 4940931"/>
                <a:gd name="connsiteY305" fmla="*/ 55245 h 138429"/>
                <a:gd name="connsiteX306" fmla="*/ 213995 w 4940931"/>
                <a:gd name="connsiteY306" fmla="*/ 48895 h 138429"/>
                <a:gd name="connsiteX307" fmla="*/ 208280 w 4940931"/>
                <a:gd name="connsiteY307" fmla="*/ 44450 h 138429"/>
                <a:gd name="connsiteX308" fmla="*/ 200025 w 4940931"/>
                <a:gd name="connsiteY308" fmla="*/ 43180 h 138429"/>
                <a:gd name="connsiteX309" fmla="*/ 4439281 w 4940931"/>
                <a:gd name="connsiteY309" fmla="*/ 43179 h 138429"/>
                <a:gd name="connsiteX310" fmla="*/ 4426581 w 4940931"/>
                <a:gd name="connsiteY310" fmla="*/ 49529 h 138429"/>
                <a:gd name="connsiteX311" fmla="*/ 4422136 w 4940931"/>
                <a:gd name="connsiteY311" fmla="*/ 67944 h 138429"/>
                <a:gd name="connsiteX312" fmla="*/ 4423406 w 4940931"/>
                <a:gd name="connsiteY312" fmla="*/ 80644 h 138429"/>
                <a:gd name="connsiteX313" fmla="*/ 4426581 w 4940931"/>
                <a:gd name="connsiteY313" fmla="*/ 89534 h 138429"/>
                <a:gd name="connsiteX314" fmla="*/ 4432296 w 4940931"/>
                <a:gd name="connsiteY314" fmla="*/ 94614 h 138429"/>
                <a:gd name="connsiteX315" fmla="*/ 4439916 w 4940931"/>
                <a:gd name="connsiteY315" fmla="*/ 96519 h 138429"/>
                <a:gd name="connsiteX316" fmla="*/ 4444996 w 4940931"/>
                <a:gd name="connsiteY316" fmla="*/ 95884 h 138429"/>
                <a:gd name="connsiteX317" fmla="*/ 4450076 w 4940931"/>
                <a:gd name="connsiteY317" fmla="*/ 93344 h 138429"/>
                <a:gd name="connsiteX318" fmla="*/ 4454521 w 4940931"/>
                <a:gd name="connsiteY318" fmla="*/ 90169 h 138429"/>
                <a:gd name="connsiteX319" fmla="*/ 4457696 w 4940931"/>
                <a:gd name="connsiteY319" fmla="*/ 86359 h 138429"/>
                <a:gd name="connsiteX320" fmla="*/ 4457696 w 4940931"/>
                <a:gd name="connsiteY320" fmla="*/ 53339 h 138429"/>
                <a:gd name="connsiteX321" fmla="*/ 4454521 w 4940931"/>
                <a:gd name="connsiteY321" fmla="*/ 49529 h 138429"/>
                <a:gd name="connsiteX322" fmla="*/ 4450076 w 4940931"/>
                <a:gd name="connsiteY322" fmla="*/ 46354 h 138429"/>
                <a:gd name="connsiteX323" fmla="*/ 4444996 w 4940931"/>
                <a:gd name="connsiteY323" fmla="*/ 43814 h 138429"/>
                <a:gd name="connsiteX324" fmla="*/ 4439281 w 4940931"/>
                <a:gd name="connsiteY324" fmla="*/ 43179 h 138429"/>
                <a:gd name="connsiteX325" fmla="*/ 1014731 w 4940931"/>
                <a:gd name="connsiteY325" fmla="*/ 43179 h 138429"/>
                <a:gd name="connsiteX326" fmla="*/ 1002032 w 4940931"/>
                <a:gd name="connsiteY326" fmla="*/ 49529 h 138429"/>
                <a:gd name="connsiteX327" fmla="*/ 997587 w 4940931"/>
                <a:gd name="connsiteY327" fmla="*/ 67944 h 138429"/>
                <a:gd name="connsiteX328" fmla="*/ 1002032 w 4940931"/>
                <a:gd name="connsiteY328" fmla="*/ 88899 h 138429"/>
                <a:gd name="connsiteX329" fmla="*/ 1015367 w 4940931"/>
                <a:gd name="connsiteY329" fmla="*/ 95884 h 138429"/>
                <a:gd name="connsiteX330" fmla="*/ 1024891 w 4940931"/>
                <a:gd name="connsiteY330" fmla="*/ 93344 h 138429"/>
                <a:gd name="connsiteX331" fmla="*/ 1033147 w 4940931"/>
                <a:gd name="connsiteY331" fmla="*/ 86359 h 138429"/>
                <a:gd name="connsiteX332" fmla="*/ 1033147 w 4940931"/>
                <a:gd name="connsiteY332" fmla="*/ 53339 h 138429"/>
                <a:gd name="connsiteX333" fmla="*/ 1029971 w 4940931"/>
                <a:gd name="connsiteY333" fmla="*/ 49529 h 138429"/>
                <a:gd name="connsiteX334" fmla="*/ 1025526 w 4940931"/>
                <a:gd name="connsiteY334" fmla="*/ 46354 h 138429"/>
                <a:gd name="connsiteX335" fmla="*/ 1020446 w 4940931"/>
                <a:gd name="connsiteY335" fmla="*/ 43814 h 138429"/>
                <a:gd name="connsiteX336" fmla="*/ 1014731 w 4940931"/>
                <a:gd name="connsiteY336" fmla="*/ 43179 h 138429"/>
                <a:gd name="connsiteX337" fmla="*/ 4524370 w 4940931"/>
                <a:gd name="connsiteY337" fmla="*/ 31114 h 138429"/>
                <a:gd name="connsiteX338" fmla="*/ 4538975 w 4940931"/>
                <a:gd name="connsiteY338" fmla="*/ 31114 h 138429"/>
                <a:gd name="connsiteX339" fmla="*/ 4552310 w 4940931"/>
                <a:gd name="connsiteY339" fmla="*/ 84454 h 138429"/>
                <a:gd name="connsiteX340" fmla="*/ 4566915 w 4940931"/>
                <a:gd name="connsiteY340" fmla="*/ 31114 h 138429"/>
                <a:gd name="connsiteX341" fmla="*/ 4579615 w 4940931"/>
                <a:gd name="connsiteY341" fmla="*/ 31114 h 138429"/>
                <a:gd name="connsiteX342" fmla="*/ 4594220 w 4940931"/>
                <a:gd name="connsiteY342" fmla="*/ 84454 h 138429"/>
                <a:gd name="connsiteX343" fmla="*/ 4606920 w 4940931"/>
                <a:gd name="connsiteY343" fmla="*/ 31114 h 138429"/>
                <a:gd name="connsiteX344" fmla="*/ 4622160 w 4940931"/>
                <a:gd name="connsiteY344" fmla="*/ 31114 h 138429"/>
                <a:gd name="connsiteX345" fmla="*/ 4600570 w 4940931"/>
                <a:gd name="connsiteY345" fmla="*/ 108584 h 138429"/>
                <a:gd name="connsiteX346" fmla="*/ 4587235 w 4940931"/>
                <a:gd name="connsiteY346" fmla="*/ 108584 h 138429"/>
                <a:gd name="connsiteX347" fmla="*/ 4572630 w 4940931"/>
                <a:gd name="connsiteY347" fmla="*/ 54609 h 138429"/>
                <a:gd name="connsiteX348" fmla="*/ 4558660 w 4940931"/>
                <a:gd name="connsiteY348" fmla="*/ 108584 h 138429"/>
                <a:gd name="connsiteX349" fmla="*/ 4545325 w 4940931"/>
                <a:gd name="connsiteY349" fmla="*/ 108584 h 138429"/>
                <a:gd name="connsiteX350" fmla="*/ 4123686 w 4940931"/>
                <a:gd name="connsiteY350" fmla="*/ 31114 h 138429"/>
                <a:gd name="connsiteX351" fmla="*/ 4138926 w 4940931"/>
                <a:gd name="connsiteY351" fmla="*/ 31114 h 138429"/>
                <a:gd name="connsiteX352" fmla="*/ 4152261 w 4940931"/>
                <a:gd name="connsiteY352" fmla="*/ 84454 h 138429"/>
                <a:gd name="connsiteX353" fmla="*/ 4166866 w 4940931"/>
                <a:gd name="connsiteY353" fmla="*/ 31114 h 138429"/>
                <a:gd name="connsiteX354" fmla="*/ 4178931 w 4940931"/>
                <a:gd name="connsiteY354" fmla="*/ 31114 h 138429"/>
                <a:gd name="connsiteX355" fmla="*/ 4193536 w 4940931"/>
                <a:gd name="connsiteY355" fmla="*/ 84454 h 138429"/>
                <a:gd name="connsiteX356" fmla="*/ 4206871 w 4940931"/>
                <a:gd name="connsiteY356" fmla="*/ 31114 h 138429"/>
                <a:gd name="connsiteX357" fmla="*/ 4222111 w 4940931"/>
                <a:gd name="connsiteY357" fmla="*/ 31114 h 138429"/>
                <a:gd name="connsiteX358" fmla="*/ 4200521 w 4940931"/>
                <a:gd name="connsiteY358" fmla="*/ 108584 h 138429"/>
                <a:gd name="connsiteX359" fmla="*/ 4187186 w 4940931"/>
                <a:gd name="connsiteY359" fmla="*/ 108584 h 138429"/>
                <a:gd name="connsiteX360" fmla="*/ 4172581 w 4940931"/>
                <a:gd name="connsiteY360" fmla="*/ 54609 h 138429"/>
                <a:gd name="connsiteX361" fmla="*/ 4157976 w 4940931"/>
                <a:gd name="connsiteY361" fmla="*/ 108584 h 138429"/>
                <a:gd name="connsiteX362" fmla="*/ 4145276 w 4940931"/>
                <a:gd name="connsiteY362" fmla="*/ 108584 h 138429"/>
                <a:gd name="connsiteX363" fmla="*/ 2837811 w 4940931"/>
                <a:gd name="connsiteY363" fmla="*/ 31114 h 138429"/>
                <a:gd name="connsiteX364" fmla="*/ 2852416 w 4940931"/>
                <a:gd name="connsiteY364" fmla="*/ 31114 h 138429"/>
                <a:gd name="connsiteX365" fmla="*/ 2865751 w 4940931"/>
                <a:gd name="connsiteY365" fmla="*/ 84454 h 138429"/>
                <a:gd name="connsiteX366" fmla="*/ 2880356 w 4940931"/>
                <a:gd name="connsiteY366" fmla="*/ 31114 h 138429"/>
                <a:gd name="connsiteX367" fmla="*/ 2893056 w 4940931"/>
                <a:gd name="connsiteY367" fmla="*/ 31114 h 138429"/>
                <a:gd name="connsiteX368" fmla="*/ 2907661 w 4940931"/>
                <a:gd name="connsiteY368" fmla="*/ 84454 h 138429"/>
                <a:gd name="connsiteX369" fmla="*/ 2920361 w 4940931"/>
                <a:gd name="connsiteY369" fmla="*/ 31114 h 138429"/>
                <a:gd name="connsiteX370" fmla="*/ 2935601 w 4940931"/>
                <a:gd name="connsiteY370" fmla="*/ 31114 h 138429"/>
                <a:gd name="connsiteX371" fmla="*/ 2914011 w 4940931"/>
                <a:gd name="connsiteY371" fmla="*/ 108584 h 138429"/>
                <a:gd name="connsiteX372" fmla="*/ 2900676 w 4940931"/>
                <a:gd name="connsiteY372" fmla="*/ 108584 h 138429"/>
                <a:gd name="connsiteX373" fmla="*/ 2886706 w 4940931"/>
                <a:gd name="connsiteY373" fmla="*/ 54609 h 138429"/>
                <a:gd name="connsiteX374" fmla="*/ 2872101 w 4940931"/>
                <a:gd name="connsiteY374" fmla="*/ 108584 h 138429"/>
                <a:gd name="connsiteX375" fmla="*/ 2858766 w 4940931"/>
                <a:gd name="connsiteY375" fmla="*/ 108584 h 138429"/>
                <a:gd name="connsiteX376" fmla="*/ 1354455 w 4940931"/>
                <a:gd name="connsiteY376" fmla="*/ 31114 h 138429"/>
                <a:gd name="connsiteX377" fmla="*/ 1369695 w 4940931"/>
                <a:gd name="connsiteY377" fmla="*/ 31114 h 138429"/>
                <a:gd name="connsiteX378" fmla="*/ 1369695 w 4940931"/>
                <a:gd name="connsiteY378" fmla="*/ 109219 h 138429"/>
                <a:gd name="connsiteX379" fmla="*/ 1354455 w 4940931"/>
                <a:gd name="connsiteY379" fmla="*/ 109219 h 138429"/>
                <a:gd name="connsiteX380" fmla="*/ 2646040 w 4940931"/>
                <a:gd name="connsiteY380" fmla="*/ 29844 h 138429"/>
                <a:gd name="connsiteX381" fmla="*/ 2658105 w 4940931"/>
                <a:gd name="connsiteY381" fmla="*/ 31749 h 138429"/>
                <a:gd name="connsiteX382" fmla="*/ 2667630 w 4940931"/>
                <a:gd name="connsiteY382" fmla="*/ 36829 h 138429"/>
                <a:gd name="connsiteX383" fmla="*/ 2673345 w 4940931"/>
                <a:gd name="connsiteY383" fmla="*/ 45084 h 138429"/>
                <a:gd name="connsiteX384" fmla="*/ 2675250 w 4940931"/>
                <a:gd name="connsiteY384" fmla="*/ 56514 h 138429"/>
                <a:gd name="connsiteX385" fmla="*/ 2675250 w 4940931"/>
                <a:gd name="connsiteY385" fmla="*/ 109854 h 138429"/>
                <a:gd name="connsiteX386" fmla="*/ 2660010 w 4940931"/>
                <a:gd name="connsiteY386" fmla="*/ 109854 h 138429"/>
                <a:gd name="connsiteX387" fmla="*/ 2660010 w 4940931"/>
                <a:gd name="connsiteY387" fmla="*/ 108584 h 138429"/>
                <a:gd name="connsiteX388" fmla="*/ 2660010 w 4940931"/>
                <a:gd name="connsiteY388" fmla="*/ 100964 h 138429"/>
                <a:gd name="connsiteX389" fmla="*/ 2654930 w 4940931"/>
                <a:gd name="connsiteY389" fmla="*/ 104774 h 138429"/>
                <a:gd name="connsiteX390" fmla="*/ 2651120 w 4940931"/>
                <a:gd name="connsiteY390" fmla="*/ 107314 h 138429"/>
                <a:gd name="connsiteX391" fmla="*/ 2646040 w 4940931"/>
                <a:gd name="connsiteY391" fmla="*/ 109219 h 138429"/>
                <a:gd name="connsiteX392" fmla="*/ 2639055 w 4940931"/>
                <a:gd name="connsiteY392" fmla="*/ 109854 h 138429"/>
                <a:gd name="connsiteX393" fmla="*/ 2629530 w 4940931"/>
                <a:gd name="connsiteY393" fmla="*/ 108584 h 138429"/>
                <a:gd name="connsiteX394" fmla="*/ 2620640 w 4940931"/>
                <a:gd name="connsiteY394" fmla="*/ 104139 h 138429"/>
                <a:gd name="connsiteX395" fmla="*/ 2614290 w 4940931"/>
                <a:gd name="connsiteY395" fmla="*/ 95884 h 138429"/>
                <a:gd name="connsiteX396" fmla="*/ 2611750 w 4940931"/>
                <a:gd name="connsiteY396" fmla="*/ 83819 h 138429"/>
                <a:gd name="connsiteX397" fmla="*/ 2614290 w 4940931"/>
                <a:gd name="connsiteY397" fmla="*/ 72389 h 138429"/>
                <a:gd name="connsiteX398" fmla="*/ 2620640 w 4940931"/>
                <a:gd name="connsiteY398" fmla="*/ 64769 h 138429"/>
                <a:gd name="connsiteX399" fmla="*/ 2630800 w 4940931"/>
                <a:gd name="connsiteY399" fmla="*/ 60324 h 138429"/>
                <a:gd name="connsiteX400" fmla="*/ 2642865 w 4940931"/>
                <a:gd name="connsiteY400" fmla="*/ 59054 h 138429"/>
                <a:gd name="connsiteX401" fmla="*/ 2653025 w 4940931"/>
                <a:gd name="connsiteY401" fmla="*/ 59689 h 138429"/>
                <a:gd name="connsiteX402" fmla="*/ 2660010 w 4940931"/>
                <a:gd name="connsiteY402" fmla="*/ 61594 h 138429"/>
                <a:gd name="connsiteX403" fmla="*/ 2660010 w 4940931"/>
                <a:gd name="connsiteY403" fmla="*/ 55879 h 138429"/>
                <a:gd name="connsiteX404" fmla="*/ 2656200 w 4940931"/>
                <a:gd name="connsiteY404" fmla="*/ 46354 h 138429"/>
                <a:gd name="connsiteX405" fmla="*/ 2645405 w 4940931"/>
                <a:gd name="connsiteY405" fmla="*/ 43179 h 138429"/>
                <a:gd name="connsiteX406" fmla="*/ 2634610 w 4940931"/>
                <a:gd name="connsiteY406" fmla="*/ 44449 h 138429"/>
                <a:gd name="connsiteX407" fmla="*/ 2625085 w 4940931"/>
                <a:gd name="connsiteY407" fmla="*/ 48259 h 138429"/>
                <a:gd name="connsiteX408" fmla="*/ 2619370 w 4940931"/>
                <a:gd name="connsiteY408" fmla="*/ 36829 h 138429"/>
                <a:gd name="connsiteX409" fmla="*/ 2631435 w 4940931"/>
                <a:gd name="connsiteY409" fmla="*/ 31749 h 138429"/>
                <a:gd name="connsiteX410" fmla="*/ 2646040 w 4940931"/>
                <a:gd name="connsiteY410" fmla="*/ 29844 h 138429"/>
                <a:gd name="connsiteX411" fmla="*/ 1114426 w 4940931"/>
                <a:gd name="connsiteY411" fmla="*/ 29844 h 138429"/>
                <a:gd name="connsiteX412" fmla="*/ 1129666 w 4940931"/>
                <a:gd name="connsiteY412" fmla="*/ 29844 h 138429"/>
                <a:gd name="connsiteX413" fmla="*/ 1129666 w 4940931"/>
                <a:gd name="connsiteY413" fmla="*/ 107949 h 138429"/>
                <a:gd name="connsiteX414" fmla="*/ 1114426 w 4940931"/>
                <a:gd name="connsiteY414" fmla="*/ 107949 h 138429"/>
                <a:gd name="connsiteX415" fmla="*/ 1114426 w 4940931"/>
                <a:gd name="connsiteY415" fmla="*/ 100964 h 138429"/>
                <a:gd name="connsiteX416" fmla="*/ 1106171 w 4940931"/>
                <a:gd name="connsiteY416" fmla="*/ 107314 h 138429"/>
                <a:gd name="connsiteX417" fmla="*/ 1094741 w 4940931"/>
                <a:gd name="connsiteY417" fmla="*/ 109854 h 138429"/>
                <a:gd name="connsiteX418" fmla="*/ 1073786 w 4940931"/>
                <a:gd name="connsiteY418" fmla="*/ 100964 h 138429"/>
                <a:gd name="connsiteX419" fmla="*/ 1066800 w 4940931"/>
                <a:gd name="connsiteY419" fmla="*/ 74929 h 138429"/>
                <a:gd name="connsiteX420" fmla="*/ 1066800 w 4940931"/>
                <a:gd name="connsiteY420" fmla="*/ 30479 h 138429"/>
                <a:gd name="connsiteX421" fmla="*/ 1082040 w 4940931"/>
                <a:gd name="connsiteY421" fmla="*/ 30479 h 138429"/>
                <a:gd name="connsiteX422" fmla="*/ 1082040 w 4940931"/>
                <a:gd name="connsiteY422" fmla="*/ 74294 h 138429"/>
                <a:gd name="connsiteX423" fmla="*/ 1085851 w 4940931"/>
                <a:gd name="connsiteY423" fmla="*/ 90169 h 138429"/>
                <a:gd name="connsiteX424" fmla="*/ 1097916 w 4940931"/>
                <a:gd name="connsiteY424" fmla="*/ 95249 h 138429"/>
                <a:gd name="connsiteX425" fmla="*/ 1109981 w 4940931"/>
                <a:gd name="connsiteY425" fmla="*/ 90169 h 138429"/>
                <a:gd name="connsiteX426" fmla="*/ 1114426 w 4940931"/>
                <a:gd name="connsiteY426" fmla="*/ 75564 h 138429"/>
                <a:gd name="connsiteX427" fmla="*/ 1011556 w 4940931"/>
                <a:gd name="connsiteY427" fmla="*/ 29844 h 138429"/>
                <a:gd name="connsiteX428" fmla="*/ 1017272 w 4940931"/>
                <a:gd name="connsiteY428" fmla="*/ 30479 h 138429"/>
                <a:gd name="connsiteX429" fmla="*/ 1022352 w 4940931"/>
                <a:gd name="connsiteY429" fmla="*/ 32384 h 138429"/>
                <a:gd name="connsiteX430" fmla="*/ 1026797 w 4940931"/>
                <a:gd name="connsiteY430" fmla="*/ 35559 h 138429"/>
                <a:gd name="connsiteX431" fmla="*/ 1030607 w 4940931"/>
                <a:gd name="connsiteY431" fmla="*/ 38734 h 138429"/>
                <a:gd name="connsiteX432" fmla="*/ 1030607 w 4940931"/>
                <a:gd name="connsiteY432" fmla="*/ 31749 h 138429"/>
                <a:gd name="connsiteX433" fmla="*/ 1045847 w 4940931"/>
                <a:gd name="connsiteY433" fmla="*/ 31749 h 138429"/>
                <a:gd name="connsiteX434" fmla="*/ 1045847 w 4940931"/>
                <a:gd name="connsiteY434" fmla="*/ 130809 h 138429"/>
                <a:gd name="connsiteX435" fmla="*/ 1032512 w 4940931"/>
                <a:gd name="connsiteY435" fmla="*/ 137477 h 138429"/>
                <a:gd name="connsiteX436" fmla="*/ 1032512 w 4940931"/>
                <a:gd name="connsiteY436" fmla="*/ 101599 h 138429"/>
                <a:gd name="connsiteX437" fmla="*/ 1022986 w 4940931"/>
                <a:gd name="connsiteY437" fmla="*/ 107949 h 138429"/>
                <a:gd name="connsiteX438" fmla="*/ 1011556 w 4940931"/>
                <a:gd name="connsiteY438" fmla="*/ 110489 h 138429"/>
                <a:gd name="connsiteX439" fmla="*/ 999491 w 4940931"/>
                <a:gd name="connsiteY439" fmla="*/ 107949 h 138429"/>
                <a:gd name="connsiteX440" fmla="*/ 989966 w 4940931"/>
                <a:gd name="connsiteY440" fmla="*/ 100329 h 138429"/>
                <a:gd name="connsiteX441" fmla="*/ 983616 w 4940931"/>
                <a:gd name="connsiteY441" fmla="*/ 87629 h 138429"/>
                <a:gd name="connsiteX442" fmla="*/ 981076 w 4940931"/>
                <a:gd name="connsiteY442" fmla="*/ 68579 h 138429"/>
                <a:gd name="connsiteX443" fmla="*/ 983616 w 4940931"/>
                <a:gd name="connsiteY443" fmla="*/ 51434 h 138429"/>
                <a:gd name="connsiteX444" fmla="*/ 990601 w 4940931"/>
                <a:gd name="connsiteY444" fmla="*/ 39369 h 138429"/>
                <a:gd name="connsiteX445" fmla="*/ 1000126 w 4940931"/>
                <a:gd name="connsiteY445" fmla="*/ 32384 h 138429"/>
                <a:gd name="connsiteX446" fmla="*/ 1011556 w 4940931"/>
                <a:gd name="connsiteY446" fmla="*/ 29844 h 138429"/>
                <a:gd name="connsiteX447" fmla="*/ 4871716 w 4940931"/>
                <a:gd name="connsiteY447" fmla="*/ 29210 h 138429"/>
                <a:gd name="connsiteX448" fmla="*/ 4885686 w 4940931"/>
                <a:gd name="connsiteY448" fmla="*/ 31750 h 138429"/>
                <a:gd name="connsiteX449" fmla="*/ 4897751 w 4940931"/>
                <a:gd name="connsiteY449" fmla="*/ 38100 h 138429"/>
                <a:gd name="connsiteX450" fmla="*/ 4899021 w 4940931"/>
                <a:gd name="connsiteY450" fmla="*/ 38100 h 138429"/>
                <a:gd name="connsiteX451" fmla="*/ 4892036 w 4940931"/>
                <a:gd name="connsiteY451" fmla="*/ 50165 h 138429"/>
                <a:gd name="connsiteX452" fmla="*/ 4882511 w 4940931"/>
                <a:gd name="connsiteY452" fmla="*/ 45085 h 138429"/>
                <a:gd name="connsiteX453" fmla="*/ 4872351 w 4940931"/>
                <a:gd name="connsiteY453" fmla="*/ 43180 h 138429"/>
                <a:gd name="connsiteX454" fmla="*/ 4864096 w 4940931"/>
                <a:gd name="connsiteY454" fmla="*/ 45085 h 138429"/>
                <a:gd name="connsiteX455" fmla="*/ 4861556 w 4940931"/>
                <a:gd name="connsiteY455" fmla="*/ 50165 h 138429"/>
                <a:gd name="connsiteX456" fmla="*/ 4861556 w 4940931"/>
                <a:gd name="connsiteY456" fmla="*/ 52705 h 138429"/>
                <a:gd name="connsiteX457" fmla="*/ 4863461 w 4940931"/>
                <a:gd name="connsiteY457" fmla="*/ 55245 h 138429"/>
                <a:gd name="connsiteX458" fmla="*/ 4867906 w 4940931"/>
                <a:gd name="connsiteY458" fmla="*/ 57785 h 138429"/>
                <a:gd name="connsiteX459" fmla="*/ 4874891 w 4940931"/>
                <a:gd name="connsiteY459" fmla="*/ 60960 h 138429"/>
                <a:gd name="connsiteX460" fmla="*/ 4886321 w 4940931"/>
                <a:gd name="connsiteY460" fmla="*/ 66040 h 138429"/>
                <a:gd name="connsiteX461" fmla="*/ 4894576 w 4940931"/>
                <a:gd name="connsiteY461" fmla="*/ 71120 h 138429"/>
                <a:gd name="connsiteX462" fmla="*/ 4899656 w 4940931"/>
                <a:gd name="connsiteY462" fmla="*/ 78105 h 138429"/>
                <a:gd name="connsiteX463" fmla="*/ 4901561 w 4940931"/>
                <a:gd name="connsiteY463" fmla="*/ 87630 h 138429"/>
                <a:gd name="connsiteX464" fmla="*/ 4899021 w 4940931"/>
                <a:gd name="connsiteY464" fmla="*/ 98425 h 138429"/>
                <a:gd name="connsiteX465" fmla="*/ 4892671 w 4940931"/>
                <a:gd name="connsiteY465" fmla="*/ 105410 h 138429"/>
                <a:gd name="connsiteX466" fmla="*/ 4883146 w 4940931"/>
                <a:gd name="connsiteY466" fmla="*/ 109220 h 138429"/>
                <a:gd name="connsiteX467" fmla="*/ 4872351 w 4940931"/>
                <a:gd name="connsiteY467" fmla="*/ 110490 h 138429"/>
                <a:gd name="connsiteX468" fmla="*/ 4857111 w 4940931"/>
                <a:gd name="connsiteY468" fmla="*/ 107950 h 138429"/>
                <a:gd name="connsiteX469" fmla="*/ 4842506 w 4940931"/>
                <a:gd name="connsiteY469" fmla="*/ 100965 h 138429"/>
                <a:gd name="connsiteX470" fmla="*/ 4849491 w 4940931"/>
                <a:gd name="connsiteY470" fmla="*/ 89535 h 138429"/>
                <a:gd name="connsiteX471" fmla="*/ 4860921 w 4940931"/>
                <a:gd name="connsiteY471" fmla="*/ 95250 h 138429"/>
                <a:gd name="connsiteX472" fmla="*/ 4872351 w 4940931"/>
                <a:gd name="connsiteY472" fmla="*/ 97155 h 138429"/>
                <a:gd name="connsiteX473" fmla="*/ 4883146 w 4940931"/>
                <a:gd name="connsiteY473" fmla="*/ 94615 h 138429"/>
                <a:gd name="connsiteX474" fmla="*/ 4886321 w 4940931"/>
                <a:gd name="connsiteY474" fmla="*/ 88265 h 138429"/>
                <a:gd name="connsiteX475" fmla="*/ 4885051 w 4940931"/>
                <a:gd name="connsiteY475" fmla="*/ 84455 h 138429"/>
                <a:gd name="connsiteX476" fmla="*/ 4881241 w 4940931"/>
                <a:gd name="connsiteY476" fmla="*/ 81280 h 138429"/>
                <a:gd name="connsiteX477" fmla="*/ 4875526 w 4940931"/>
                <a:gd name="connsiteY477" fmla="*/ 78105 h 138429"/>
                <a:gd name="connsiteX478" fmla="*/ 4867906 w 4940931"/>
                <a:gd name="connsiteY478" fmla="*/ 74930 h 138429"/>
                <a:gd name="connsiteX479" fmla="*/ 4857111 w 4940931"/>
                <a:gd name="connsiteY479" fmla="*/ 69850 h 138429"/>
                <a:gd name="connsiteX480" fmla="*/ 4850126 w 4940931"/>
                <a:gd name="connsiteY480" fmla="*/ 64770 h 138429"/>
                <a:gd name="connsiteX481" fmla="*/ 4846316 w 4940931"/>
                <a:gd name="connsiteY481" fmla="*/ 58420 h 138429"/>
                <a:gd name="connsiteX482" fmla="*/ 4845046 w 4940931"/>
                <a:gd name="connsiteY482" fmla="*/ 50165 h 138429"/>
                <a:gd name="connsiteX483" fmla="*/ 4846951 w 4940931"/>
                <a:gd name="connsiteY483" fmla="*/ 40640 h 138429"/>
                <a:gd name="connsiteX484" fmla="*/ 4852666 w 4940931"/>
                <a:gd name="connsiteY484" fmla="*/ 34290 h 138429"/>
                <a:gd name="connsiteX485" fmla="*/ 4860921 w 4940931"/>
                <a:gd name="connsiteY485" fmla="*/ 30480 h 138429"/>
                <a:gd name="connsiteX486" fmla="*/ 4871716 w 4940931"/>
                <a:gd name="connsiteY486" fmla="*/ 29210 h 138429"/>
                <a:gd name="connsiteX487" fmla="*/ 4749796 w 4940931"/>
                <a:gd name="connsiteY487" fmla="*/ 29210 h 138429"/>
                <a:gd name="connsiteX488" fmla="*/ 4757416 w 4940931"/>
                <a:gd name="connsiteY488" fmla="*/ 29845 h 138429"/>
                <a:gd name="connsiteX489" fmla="*/ 4763131 w 4940931"/>
                <a:gd name="connsiteY489" fmla="*/ 32385 h 138429"/>
                <a:gd name="connsiteX490" fmla="*/ 4759321 w 4940931"/>
                <a:gd name="connsiteY490" fmla="*/ 46990 h 138429"/>
                <a:gd name="connsiteX491" fmla="*/ 4758051 w 4940931"/>
                <a:gd name="connsiteY491" fmla="*/ 46990 h 138429"/>
                <a:gd name="connsiteX492" fmla="*/ 4752971 w 4940931"/>
                <a:gd name="connsiteY492" fmla="*/ 45085 h 138429"/>
                <a:gd name="connsiteX493" fmla="*/ 4746621 w 4940931"/>
                <a:gd name="connsiteY493" fmla="*/ 44450 h 138429"/>
                <a:gd name="connsiteX494" fmla="*/ 4735191 w 4940931"/>
                <a:gd name="connsiteY494" fmla="*/ 49530 h 138429"/>
                <a:gd name="connsiteX495" fmla="*/ 4731381 w 4940931"/>
                <a:gd name="connsiteY495" fmla="*/ 64770 h 138429"/>
                <a:gd name="connsiteX496" fmla="*/ 4731381 w 4940931"/>
                <a:gd name="connsiteY496" fmla="*/ 109220 h 138429"/>
                <a:gd name="connsiteX497" fmla="*/ 4716141 w 4940931"/>
                <a:gd name="connsiteY497" fmla="*/ 109220 h 138429"/>
                <a:gd name="connsiteX498" fmla="*/ 4716141 w 4940931"/>
                <a:gd name="connsiteY498" fmla="*/ 31115 h 138429"/>
                <a:gd name="connsiteX499" fmla="*/ 4731381 w 4940931"/>
                <a:gd name="connsiteY499" fmla="*/ 31115 h 138429"/>
                <a:gd name="connsiteX500" fmla="*/ 4731381 w 4940931"/>
                <a:gd name="connsiteY500" fmla="*/ 38735 h 138429"/>
                <a:gd name="connsiteX501" fmla="*/ 4734556 w 4940931"/>
                <a:gd name="connsiteY501" fmla="*/ 34925 h 138429"/>
                <a:gd name="connsiteX502" fmla="*/ 4739001 w 4940931"/>
                <a:gd name="connsiteY502" fmla="*/ 31750 h 138429"/>
                <a:gd name="connsiteX503" fmla="*/ 4744081 w 4940931"/>
                <a:gd name="connsiteY503" fmla="*/ 29845 h 138429"/>
                <a:gd name="connsiteX504" fmla="*/ 4749796 w 4940931"/>
                <a:gd name="connsiteY504" fmla="*/ 29210 h 138429"/>
                <a:gd name="connsiteX505" fmla="*/ 4349110 w 4940931"/>
                <a:gd name="connsiteY505" fmla="*/ 29210 h 138429"/>
                <a:gd name="connsiteX506" fmla="*/ 4356730 w 4940931"/>
                <a:gd name="connsiteY506" fmla="*/ 29845 h 138429"/>
                <a:gd name="connsiteX507" fmla="*/ 4362445 w 4940931"/>
                <a:gd name="connsiteY507" fmla="*/ 32385 h 138429"/>
                <a:gd name="connsiteX508" fmla="*/ 4358635 w 4940931"/>
                <a:gd name="connsiteY508" fmla="*/ 46990 h 138429"/>
                <a:gd name="connsiteX509" fmla="*/ 4357365 w 4940931"/>
                <a:gd name="connsiteY509" fmla="*/ 46990 h 138429"/>
                <a:gd name="connsiteX510" fmla="*/ 4352285 w 4940931"/>
                <a:gd name="connsiteY510" fmla="*/ 45085 h 138429"/>
                <a:gd name="connsiteX511" fmla="*/ 4345935 w 4940931"/>
                <a:gd name="connsiteY511" fmla="*/ 44450 h 138429"/>
                <a:gd name="connsiteX512" fmla="*/ 4334505 w 4940931"/>
                <a:gd name="connsiteY512" fmla="*/ 49530 h 138429"/>
                <a:gd name="connsiteX513" fmla="*/ 4330695 w 4940931"/>
                <a:gd name="connsiteY513" fmla="*/ 64770 h 138429"/>
                <a:gd name="connsiteX514" fmla="*/ 4330695 w 4940931"/>
                <a:gd name="connsiteY514" fmla="*/ 109220 h 138429"/>
                <a:gd name="connsiteX515" fmla="*/ 4315455 w 4940931"/>
                <a:gd name="connsiteY515" fmla="*/ 109220 h 138429"/>
                <a:gd name="connsiteX516" fmla="*/ 4315455 w 4940931"/>
                <a:gd name="connsiteY516" fmla="*/ 31115 h 138429"/>
                <a:gd name="connsiteX517" fmla="*/ 4330695 w 4940931"/>
                <a:gd name="connsiteY517" fmla="*/ 31115 h 138429"/>
                <a:gd name="connsiteX518" fmla="*/ 4330695 w 4940931"/>
                <a:gd name="connsiteY518" fmla="*/ 38735 h 138429"/>
                <a:gd name="connsiteX519" fmla="*/ 4333870 w 4940931"/>
                <a:gd name="connsiteY519" fmla="*/ 34925 h 138429"/>
                <a:gd name="connsiteX520" fmla="*/ 4338315 w 4940931"/>
                <a:gd name="connsiteY520" fmla="*/ 31750 h 138429"/>
                <a:gd name="connsiteX521" fmla="*/ 4343395 w 4940931"/>
                <a:gd name="connsiteY521" fmla="*/ 29845 h 138429"/>
                <a:gd name="connsiteX522" fmla="*/ 4349110 w 4940931"/>
                <a:gd name="connsiteY522" fmla="*/ 29210 h 138429"/>
                <a:gd name="connsiteX523" fmla="*/ 4044310 w 4940931"/>
                <a:gd name="connsiteY523" fmla="*/ 29210 h 138429"/>
                <a:gd name="connsiteX524" fmla="*/ 4058915 w 4940931"/>
                <a:gd name="connsiteY524" fmla="*/ 32385 h 138429"/>
                <a:gd name="connsiteX525" fmla="*/ 4069075 w 4940931"/>
                <a:gd name="connsiteY525" fmla="*/ 40640 h 138429"/>
                <a:gd name="connsiteX526" fmla="*/ 4075425 w 4940931"/>
                <a:gd name="connsiteY526" fmla="*/ 53340 h 138429"/>
                <a:gd name="connsiteX527" fmla="*/ 4077330 w 4940931"/>
                <a:gd name="connsiteY527" fmla="*/ 68580 h 138429"/>
                <a:gd name="connsiteX528" fmla="*/ 4076060 w 4940931"/>
                <a:gd name="connsiteY528" fmla="*/ 68580 h 138429"/>
                <a:gd name="connsiteX529" fmla="*/ 4076060 w 4940931"/>
                <a:gd name="connsiteY529" fmla="*/ 72390 h 138429"/>
                <a:gd name="connsiteX530" fmla="*/ 4076060 w 4940931"/>
                <a:gd name="connsiteY530" fmla="*/ 75565 h 138429"/>
                <a:gd name="connsiteX531" fmla="*/ 4024625 w 4940931"/>
                <a:gd name="connsiteY531" fmla="*/ 75565 h 138429"/>
                <a:gd name="connsiteX532" fmla="*/ 4027165 w 4940931"/>
                <a:gd name="connsiteY532" fmla="*/ 85090 h 138429"/>
                <a:gd name="connsiteX533" fmla="*/ 4031610 w 4940931"/>
                <a:gd name="connsiteY533" fmla="*/ 91440 h 138429"/>
                <a:gd name="connsiteX534" fmla="*/ 4037325 w 4940931"/>
                <a:gd name="connsiteY534" fmla="*/ 95250 h 138429"/>
                <a:gd name="connsiteX535" fmla="*/ 4044310 w 4940931"/>
                <a:gd name="connsiteY535" fmla="*/ 96520 h 138429"/>
                <a:gd name="connsiteX536" fmla="*/ 4049390 w 4940931"/>
                <a:gd name="connsiteY536" fmla="*/ 96520 h 138429"/>
                <a:gd name="connsiteX537" fmla="*/ 4053835 w 4940931"/>
                <a:gd name="connsiteY537" fmla="*/ 95250 h 138429"/>
                <a:gd name="connsiteX538" fmla="*/ 4057645 w 4940931"/>
                <a:gd name="connsiteY538" fmla="*/ 93345 h 138429"/>
                <a:gd name="connsiteX539" fmla="*/ 4062090 w 4940931"/>
                <a:gd name="connsiteY539" fmla="*/ 90805 h 138429"/>
                <a:gd name="connsiteX540" fmla="*/ 4070980 w 4940931"/>
                <a:gd name="connsiteY540" fmla="*/ 100330 h 138429"/>
                <a:gd name="connsiteX541" fmla="*/ 4065265 w 4940931"/>
                <a:gd name="connsiteY541" fmla="*/ 104775 h 138429"/>
                <a:gd name="connsiteX542" fmla="*/ 4059550 w 4940931"/>
                <a:gd name="connsiteY542" fmla="*/ 107950 h 138429"/>
                <a:gd name="connsiteX543" fmla="*/ 4052565 w 4940931"/>
                <a:gd name="connsiteY543" fmla="*/ 109855 h 138429"/>
                <a:gd name="connsiteX544" fmla="*/ 4043675 w 4940931"/>
                <a:gd name="connsiteY544" fmla="*/ 110490 h 138429"/>
                <a:gd name="connsiteX545" fmla="*/ 4034150 w 4940931"/>
                <a:gd name="connsiteY545" fmla="*/ 109220 h 138429"/>
                <a:gd name="connsiteX546" fmla="*/ 4026530 w 4940931"/>
                <a:gd name="connsiteY546" fmla="*/ 105410 h 138429"/>
                <a:gd name="connsiteX547" fmla="*/ 4020180 w 4940931"/>
                <a:gd name="connsiteY547" fmla="*/ 100330 h 138429"/>
                <a:gd name="connsiteX548" fmla="*/ 4015100 w 4940931"/>
                <a:gd name="connsiteY548" fmla="*/ 92710 h 138429"/>
                <a:gd name="connsiteX549" fmla="*/ 4011290 w 4940931"/>
                <a:gd name="connsiteY549" fmla="*/ 82550 h 138429"/>
                <a:gd name="connsiteX550" fmla="*/ 4010020 w 4940931"/>
                <a:gd name="connsiteY550" fmla="*/ 69850 h 138429"/>
                <a:gd name="connsiteX551" fmla="*/ 4012560 w 4940931"/>
                <a:gd name="connsiteY551" fmla="*/ 52070 h 138429"/>
                <a:gd name="connsiteX552" fmla="*/ 4019545 w 4940931"/>
                <a:gd name="connsiteY552" fmla="*/ 39370 h 138429"/>
                <a:gd name="connsiteX553" fmla="*/ 4030340 w 4940931"/>
                <a:gd name="connsiteY553" fmla="*/ 31750 h 138429"/>
                <a:gd name="connsiteX554" fmla="*/ 4044310 w 4940931"/>
                <a:gd name="connsiteY554" fmla="*/ 29210 h 138429"/>
                <a:gd name="connsiteX555" fmla="*/ 3811900 w 4940931"/>
                <a:gd name="connsiteY555" fmla="*/ 29210 h 138429"/>
                <a:gd name="connsiteX556" fmla="*/ 3819520 w 4940931"/>
                <a:gd name="connsiteY556" fmla="*/ 29845 h 138429"/>
                <a:gd name="connsiteX557" fmla="*/ 3825235 w 4940931"/>
                <a:gd name="connsiteY557" fmla="*/ 32385 h 138429"/>
                <a:gd name="connsiteX558" fmla="*/ 3821425 w 4940931"/>
                <a:gd name="connsiteY558" fmla="*/ 46990 h 138429"/>
                <a:gd name="connsiteX559" fmla="*/ 3820155 w 4940931"/>
                <a:gd name="connsiteY559" fmla="*/ 46990 h 138429"/>
                <a:gd name="connsiteX560" fmla="*/ 3815075 w 4940931"/>
                <a:gd name="connsiteY560" fmla="*/ 45085 h 138429"/>
                <a:gd name="connsiteX561" fmla="*/ 3808725 w 4940931"/>
                <a:gd name="connsiteY561" fmla="*/ 44450 h 138429"/>
                <a:gd name="connsiteX562" fmla="*/ 3797295 w 4940931"/>
                <a:gd name="connsiteY562" fmla="*/ 49530 h 138429"/>
                <a:gd name="connsiteX563" fmla="*/ 3793485 w 4940931"/>
                <a:gd name="connsiteY563" fmla="*/ 64770 h 138429"/>
                <a:gd name="connsiteX564" fmla="*/ 3793485 w 4940931"/>
                <a:gd name="connsiteY564" fmla="*/ 109220 h 138429"/>
                <a:gd name="connsiteX565" fmla="*/ 3778245 w 4940931"/>
                <a:gd name="connsiteY565" fmla="*/ 109220 h 138429"/>
                <a:gd name="connsiteX566" fmla="*/ 3778245 w 4940931"/>
                <a:gd name="connsiteY566" fmla="*/ 31115 h 138429"/>
                <a:gd name="connsiteX567" fmla="*/ 3793485 w 4940931"/>
                <a:gd name="connsiteY567" fmla="*/ 31115 h 138429"/>
                <a:gd name="connsiteX568" fmla="*/ 3793485 w 4940931"/>
                <a:gd name="connsiteY568" fmla="*/ 38735 h 138429"/>
                <a:gd name="connsiteX569" fmla="*/ 3796660 w 4940931"/>
                <a:gd name="connsiteY569" fmla="*/ 34925 h 138429"/>
                <a:gd name="connsiteX570" fmla="*/ 3801105 w 4940931"/>
                <a:gd name="connsiteY570" fmla="*/ 31750 h 138429"/>
                <a:gd name="connsiteX571" fmla="*/ 3806185 w 4940931"/>
                <a:gd name="connsiteY571" fmla="*/ 29845 h 138429"/>
                <a:gd name="connsiteX572" fmla="*/ 3811900 w 4940931"/>
                <a:gd name="connsiteY572" fmla="*/ 29210 h 138429"/>
                <a:gd name="connsiteX573" fmla="*/ 3729986 w 4940931"/>
                <a:gd name="connsiteY573" fmla="*/ 29210 h 138429"/>
                <a:gd name="connsiteX574" fmla="*/ 3744591 w 4940931"/>
                <a:gd name="connsiteY574" fmla="*/ 32385 h 138429"/>
                <a:gd name="connsiteX575" fmla="*/ 3754751 w 4940931"/>
                <a:gd name="connsiteY575" fmla="*/ 40640 h 138429"/>
                <a:gd name="connsiteX576" fmla="*/ 3761101 w 4940931"/>
                <a:gd name="connsiteY576" fmla="*/ 53340 h 138429"/>
                <a:gd name="connsiteX577" fmla="*/ 3763006 w 4940931"/>
                <a:gd name="connsiteY577" fmla="*/ 68580 h 138429"/>
                <a:gd name="connsiteX578" fmla="*/ 3761736 w 4940931"/>
                <a:gd name="connsiteY578" fmla="*/ 68580 h 138429"/>
                <a:gd name="connsiteX579" fmla="*/ 3761736 w 4940931"/>
                <a:gd name="connsiteY579" fmla="*/ 72390 h 138429"/>
                <a:gd name="connsiteX580" fmla="*/ 3761736 w 4940931"/>
                <a:gd name="connsiteY580" fmla="*/ 75565 h 138429"/>
                <a:gd name="connsiteX581" fmla="*/ 3710301 w 4940931"/>
                <a:gd name="connsiteY581" fmla="*/ 75565 h 138429"/>
                <a:gd name="connsiteX582" fmla="*/ 3712841 w 4940931"/>
                <a:gd name="connsiteY582" fmla="*/ 85090 h 138429"/>
                <a:gd name="connsiteX583" fmla="*/ 3717286 w 4940931"/>
                <a:gd name="connsiteY583" fmla="*/ 91440 h 138429"/>
                <a:gd name="connsiteX584" fmla="*/ 3723001 w 4940931"/>
                <a:gd name="connsiteY584" fmla="*/ 95250 h 138429"/>
                <a:gd name="connsiteX585" fmla="*/ 3729986 w 4940931"/>
                <a:gd name="connsiteY585" fmla="*/ 96520 h 138429"/>
                <a:gd name="connsiteX586" fmla="*/ 3735066 w 4940931"/>
                <a:gd name="connsiteY586" fmla="*/ 96520 h 138429"/>
                <a:gd name="connsiteX587" fmla="*/ 3739511 w 4940931"/>
                <a:gd name="connsiteY587" fmla="*/ 95250 h 138429"/>
                <a:gd name="connsiteX588" fmla="*/ 3743321 w 4940931"/>
                <a:gd name="connsiteY588" fmla="*/ 93345 h 138429"/>
                <a:gd name="connsiteX589" fmla="*/ 3747766 w 4940931"/>
                <a:gd name="connsiteY589" fmla="*/ 90805 h 138429"/>
                <a:gd name="connsiteX590" fmla="*/ 3756656 w 4940931"/>
                <a:gd name="connsiteY590" fmla="*/ 100330 h 138429"/>
                <a:gd name="connsiteX591" fmla="*/ 3750941 w 4940931"/>
                <a:gd name="connsiteY591" fmla="*/ 104775 h 138429"/>
                <a:gd name="connsiteX592" fmla="*/ 3745226 w 4940931"/>
                <a:gd name="connsiteY592" fmla="*/ 107950 h 138429"/>
                <a:gd name="connsiteX593" fmla="*/ 3738241 w 4940931"/>
                <a:gd name="connsiteY593" fmla="*/ 109855 h 138429"/>
                <a:gd name="connsiteX594" fmla="*/ 3729351 w 4940931"/>
                <a:gd name="connsiteY594" fmla="*/ 110490 h 138429"/>
                <a:gd name="connsiteX595" fmla="*/ 3719826 w 4940931"/>
                <a:gd name="connsiteY595" fmla="*/ 109220 h 138429"/>
                <a:gd name="connsiteX596" fmla="*/ 3712206 w 4940931"/>
                <a:gd name="connsiteY596" fmla="*/ 105410 h 138429"/>
                <a:gd name="connsiteX597" fmla="*/ 3705856 w 4940931"/>
                <a:gd name="connsiteY597" fmla="*/ 100330 h 138429"/>
                <a:gd name="connsiteX598" fmla="*/ 3700776 w 4940931"/>
                <a:gd name="connsiteY598" fmla="*/ 92710 h 138429"/>
                <a:gd name="connsiteX599" fmla="*/ 3696966 w 4940931"/>
                <a:gd name="connsiteY599" fmla="*/ 82550 h 138429"/>
                <a:gd name="connsiteX600" fmla="*/ 3695696 w 4940931"/>
                <a:gd name="connsiteY600" fmla="*/ 69850 h 138429"/>
                <a:gd name="connsiteX601" fmla="*/ 3698236 w 4940931"/>
                <a:gd name="connsiteY601" fmla="*/ 52070 h 138429"/>
                <a:gd name="connsiteX602" fmla="*/ 3705221 w 4940931"/>
                <a:gd name="connsiteY602" fmla="*/ 39370 h 138429"/>
                <a:gd name="connsiteX603" fmla="*/ 3716016 w 4940931"/>
                <a:gd name="connsiteY603" fmla="*/ 31750 h 138429"/>
                <a:gd name="connsiteX604" fmla="*/ 3729986 w 4940931"/>
                <a:gd name="connsiteY604" fmla="*/ 29210 h 138429"/>
                <a:gd name="connsiteX605" fmla="*/ 3543296 w 4940931"/>
                <a:gd name="connsiteY605" fmla="*/ 29210 h 138429"/>
                <a:gd name="connsiteX606" fmla="*/ 3557901 w 4940931"/>
                <a:gd name="connsiteY606" fmla="*/ 32385 h 138429"/>
                <a:gd name="connsiteX607" fmla="*/ 3568061 w 4940931"/>
                <a:gd name="connsiteY607" fmla="*/ 40640 h 138429"/>
                <a:gd name="connsiteX608" fmla="*/ 3574411 w 4940931"/>
                <a:gd name="connsiteY608" fmla="*/ 53340 h 138429"/>
                <a:gd name="connsiteX609" fmla="*/ 3576316 w 4940931"/>
                <a:gd name="connsiteY609" fmla="*/ 68580 h 138429"/>
                <a:gd name="connsiteX610" fmla="*/ 3575046 w 4940931"/>
                <a:gd name="connsiteY610" fmla="*/ 68580 h 138429"/>
                <a:gd name="connsiteX611" fmla="*/ 3575046 w 4940931"/>
                <a:gd name="connsiteY611" fmla="*/ 72390 h 138429"/>
                <a:gd name="connsiteX612" fmla="*/ 3575046 w 4940931"/>
                <a:gd name="connsiteY612" fmla="*/ 75565 h 138429"/>
                <a:gd name="connsiteX613" fmla="*/ 3523611 w 4940931"/>
                <a:gd name="connsiteY613" fmla="*/ 75565 h 138429"/>
                <a:gd name="connsiteX614" fmla="*/ 3526151 w 4940931"/>
                <a:gd name="connsiteY614" fmla="*/ 85090 h 138429"/>
                <a:gd name="connsiteX615" fmla="*/ 3530596 w 4940931"/>
                <a:gd name="connsiteY615" fmla="*/ 91440 h 138429"/>
                <a:gd name="connsiteX616" fmla="*/ 3536311 w 4940931"/>
                <a:gd name="connsiteY616" fmla="*/ 95250 h 138429"/>
                <a:gd name="connsiteX617" fmla="*/ 3543296 w 4940931"/>
                <a:gd name="connsiteY617" fmla="*/ 96520 h 138429"/>
                <a:gd name="connsiteX618" fmla="*/ 3548376 w 4940931"/>
                <a:gd name="connsiteY618" fmla="*/ 96520 h 138429"/>
                <a:gd name="connsiteX619" fmla="*/ 3552821 w 4940931"/>
                <a:gd name="connsiteY619" fmla="*/ 95250 h 138429"/>
                <a:gd name="connsiteX620" fmla="*/ 3556631 w 4940931"/>
                <a:gd name="connsiteY620" fmla="*/ 93345 h 138429"/>
                <a:gd name="connsiteX621" fmla="*/ 3561076 w 4940931"/>
                <a:gd name="connsiteY621" fmla="*/ 90805 h 138429"/>
                <a:gd name="connsiteX622" fmla="*/ 3569966 w 4940931"/>
                <a:gd name="connsiteY622" fmla="*/ 100330 h 138429"/>
                <a:gd name="connsiteX623" fmla="*/ 3564251 w 4940931"/>
                <a:gd name="connsiteY623" fmla="*/ 104775 h 138429"/>
                <a:gd name="connsiteX624" fmla="*/ 3558536 w 4940931"/>
                <a:gd name="connsiteY624" fmla="*/ 107950 h 138429"/>
                <a:gd name="connsiteX625" fmla="*/ 3551551 w 4940931"/>
                <a:gd name="connsiteY625" fmla="*/ 109855 h 138429"/>
                <a:gd name="connsiteX626" fmla="*/ 3542661 w 4940931"/>
                <a:gd name="connsiteY626" fmla="*/ 110490 h 138429"/>
                <a:gd name="connsiteX627" fmla="*/ 3533136 w 4940931"/>
                <a:gd name="connsiteY627" fmla="*/ 109220 h 138429"/>
                <a:gd name="connsiteX628" fmla="*/ 3525516 w 4940931"/>
                <a:gd name="connsiteY628" fmla="*/ 105410 h 138429"/>
                <a:gd name="connsiteX629" fmla="*/ 3519166 w 4940931"/>
                <a:gd name="connsiteY629" fmla="*/ 100330 h 138429"/>
                <a:gd name="connsiteX630" fmla="*/ 3514086 w 4940931"/>
                <a:gd name="connsiteY630" fmla="*/ 92710 h 138429"/>
                <a:gd name="connsiteX631" fmla="*/ 3510276 w 4940931"/>
                <a:gd name="connsiteY631" fmla="*/ 82550 h 138429"/>
                <a:gd name="connsiteX632" fmla="*/ 3509006 w 4940931"/>
                <a:gd name="connsiteY632" fmla="*/ 69850 h 138429"/>
                <a:gd name="connsiteX633" fmla="*/ 3511546 w 4940931"/>
                <a:gd name="connsiteY633" fmla="*/ 52070 h 138429"/>
                <a:gd name="connsiteX634" fmla="*/ 3518531 w 4940931"/>
                <a:gd name="connsiteY634" fmla="*/ 39370 h 138429"/>
                <a:gd name="connsiteX635" fmla="*/ 3529326 w 4940931"/>
                <a:gd name="connsiteY635" fmla="*/ 31750 h 138429"/>
                <a:gd name="connsiteX636" fmla="*/ 3543296 w 4940931"/>
                <a:gd name="connsiteY636" fmla="*/ 29210 h 138429"/>
                <a:gd name="connsiteX637" fmla="*/ 3345176 w 4940931"/>
                <a:gd name="connsiteY637" fmla="*/ 29210 h 138429"/>
                <a:gd name="connsiteX638" fmla="*/ 3359781 w 4940931"/>
                <a:gd name="connsiteY638" fmla="*/ 32385 h 138429"/>
                <a:gd name="connsiteX639" fmla="*/ 3369941 w 4940931"/>
                <a:gd name="connsiteY639" fmla="*/ 40640 h 138429"/>
                <a:gd name="connsiteX640" fmla="*/ 3376291 w 4940931"/>
                <a:gd name="connsiteY640" fmla="*/ 53340 h 138429"/>
                <a:gd name="connsiteX641" fmla="*/ 3378196 w 4940931"/>
                <a:gd name="connsiteY641" fmla="*/ 68580 h 138429"/>
                <a:gd name="connsiteX642" fmla="*/ 3376926 w 4940931"/>
                <a:gd name="connsiteY642" fmla="*/ 68580 h 138429"/>
                <a:gd name="connsiteX643" fmla="*/ 3376926 w 4940931"/>
                <a:gd name="connsiteY643" fmla="*/ 72390 h 138429"/>
                <a:gd name="connsiteX644" fmla="*/ 3376926 w 4940931"/>
                <a:gd name="connsiteY644" fmla="*/ 75565 h 138429"/>
                <a:gd name="connsiteX645" fmla="*/ 3325491 w 4940931"/>
                <a:gd name="connsiteY645" fmla="*/ 75565 h 138429"/>
                <a:gd name="connsiteX646" fmla="*/ 3328031 w 4940931"/>
                <a:gd name="connsiteY646" fmla="*/ 85090 h 138429"/>
                <a:gd name="connsiteX647" fmla="*/ 3332476 w 4940931"/>
                <a:gd name="connsiteY647" fmla="*/ 91440 h 138429"/>
                <a:gd name="connsiteX648" fmla="*/ 3338191 w 4940931"/>
                <a:gd name="connsiteY648" fmla="*/ 95250 h 138429"/>
                <a:gd name="connsiteX649" fmla="*/ 3345176 w 4940931"/>
                <a:gd name="connsiteY649" fmla="*/ 96520 h 138429"/>
                <a:gd name="connsiteX650" fmla="*/ 3350256 w 4940931"/>
                <a:gd name="connsiteY650" fmla="*/ 96520 h 138429"/>
                <a:gd name="connsiteX651" fmla="*/ 3354701 w 4940931"/>
                <a:gd name="connsiteY651" fmla="*/ 95250 h 138429"/>
                <a:gd name="connsiteX652" fmla="*/ 3358511 w 4940931"/>
                <a:gd name="connsiteY652" fmla="*/ 93345 h 138429"/>
                <a:gd name="connsiteX653" fmla="*/ 3362956 w 4940931"/>
                <a:gd name="connsiteY653" fmla="*/ 90805 h 138429"/>
                <a:gd name="connsiteX654" fmla="*/ 3371846 w 4940931"/>
                <a:gd name="connsiteY654" fmla="*/ 100330 h 138429"/>
                <a:gd name="connsiteX655" fmla="*/ 3366131 w 4940931"/>
                <a:gd name="connsiteY655" fmla="*/ 104775 h 138429"/>
                <a:gd name="connsiteX656" fmla="*/ 3360416 w 4940931"/>
                <a:gd name="connsiteY656" fmla="*/ 107950 h 138429"/>
                <a:gd name="connsiteX657" fmla="*/ 3353431 w 4940931"/>
                <a:gd name="connsiteY657" fmla="*/ 109855 h 138429"/>
                <a:gd name="connsiteX658" fmla="*/ 3344541 w 4940931"/>
                <a:gd name="connsiteY658" fmla="*/ 110490 h 138429"/>
                <a:gd name="connsiteX659" fmla="*/ 3335016 w 4940931"/>
                <a:gd name="connsiteY659" fmla="*/ 109220 h 138429"/>
                <a:gd name="connsiteX660" fmla="*/ 3327396 w 4940931"/>
                <a:gd name="connsiteY660" fmla="*/ 105410 h 138429"/>
                <a:gd name="connsiteX661" fmla="*/ 3321046 w 4940931"/>
                <a:gd name="connsiteY661" fmla="*/ 100330 h 138429"/>
                <a:gd name="connsiteX662" fmla="*/ 3315966 w 4940931"/>
                <a:gd name="connsiteY662" fmla="*/ 92710 h 138429"/>
                <a:gd name="connsiteX663" fmla="*/ 3312156 w 4940931"/>
                <a:gd name="connsiteY663" fmla="*/ 82550 h 138429"/>
                <a:gd name="connsiteX664" fmla="*/ 3310886 w 4940931"/>
                <a:gd name="connsiteY664" fmla="*/ 69850 h 138429"/>
                <a:gd name="connsiteX665" fmla="*/ 3313426 w 4940931"/>
                <a:gd name="connsiteY665" fmla="*/ 52070 h 138429"/>
                <a:gd name="connsiteX666" fmla="*/ 3320411 w 4940931"/>
                <a:gd name="connsiteY666" fmla="*/ 39370 h 138429"/>
                <a:gd name="connsiteX667" fmla="*/ 3331206 w 4940931"/>
                <a:gd name="connsiteY667" fmla="*/ 31750 h 138429"/>
                <a:gd name="connsiteX668" fmla="*/ 3345176 w 4940931"/>
                <a:gd name="connsiteY668" fmla="*/ 29210 h 138429"/>
                <a:gd name="connsiteX669" fmla="*/ 3060696 w 4940931"/>
                <a:gd name="connsiteY669" fmla="*/ 29210 h 138429"/>
                <a:gd name="connsiteX670" fmla="*/ 3068316 w 4940931"/>
                <a:gd name="connsiteY670" fmla="*/ 29845 h 138429"/>
                <a:gd name="connsiteX671" fmla="*/ 3074031 w 4940931"/>
                <a:gd name="connsiteY671" fmla="*/ 32385 h 138429"/>
                <a:gd name="connsiteX672" fmla="*/ 3070221 w 4940931"/>
                <a:gd name="connsiteY672" fmla="*/ 46990 h 138429"/>
                <a:gd name="connsiteX673" fmla="*/ 3068951 w 4940931"/>
                <a:gd name="connsiteY673" fmla="*/ 46990 h 138429"/>
                <a:gd name="connsiteX674" fmla="*/ 3063871 w 4940931"/>
                <a:gd name="connsiteY674" fmla="*/ 45085 h 138429"/>
                <a:gd name="connsiteX675" fmla="*/ 3057521 w 4940931"/>
                <a:gd name="connsiteY675" fmla="*/ 44450 h 138429"/>
                <a:gd name="connsiteX676" fmla="*/ 3046091 w 4940931"/>
                <a:gd name="connsiteY676" fmla="*/ 49530 h 138429"/>
                <a:gd name="connsiteX677" fmla="*/ 3042281 w 4940931"/>
                <a:gd name="connsiteY677" fmla="*/ 64770 h 138429"/>
                <a:gd name="connsiteX678" fmla="*/ 3042281 w 4940931"/>
                <a:gd name="connsiteY678" fmla="*/ 109220 h 138429"/>
                <a:gd name="connsiteX679" fmla="*/ 3027041 w 4940931"/>
                <a:gd name="connsiteY679" fmla="*/ 109220 h 138429"/>
                <a:gd name="connsiteX680" fmla="*/ 3027041 w 4940931"/>
                <a:gd name="connsiteY680" fmla="*/ 31115 h 138429"/>
                <a:gd name="connsiteX681" fmla="*/ 3042281 w 4940931"/>
                <a:gd name="connsiteY681" fmla="*/ 31115 h 138429"/>
                <a:gd name="connsiteX682" fmla="*/ 3042281 w 4940931"/>
                <a:gd name="connsiteY682" fmla="*/ 38735 h 138429"/>
                <a:gd name="connsiteX683" fmla="*/ 3045456 w 4940931"/>
                <a:gd name="connsiteY683" fmla="*/ 34925 h 138429"/>
                <a:gd name="connsiteX684" fmla="*/ 3049901 w 4940931"/>
                <a:gd name="connsiteY684" fmla="*/ 31750 h 138429"/>
                <a:gd name="connsiteX685" fmla="*/ 3054981 w 4940931"/>
                <a:gd name="connsiteY685" fmla="*/ 29845 h 138429"/>
                <a:gd name="connsiteX686" fmla="*/ 3060696 w 4940931"/>
                <a:gd name="connsiteY686" fmla="*/ 29210 h 138429"/>
                <a:gd name="connsiteX687" fmla="*/ 2978781 w 4940931"/>
                <a:gd name="connsiteY687" fmla="*/ 29210 h 138429"/>
                <a:gd name="connsiteX688" fmla="*/ 2993386 w 4940931"/>
                <a:gd name="connsiteY688" fmla="*/ 32385 h 138429"/>
                <a:gd name="connsiteX689" fmla="*/ 3003546 w 4940931"/>
                <a:gd name="connsiteY689" fmla="*/ 40640 h 138429"/>
                <a:gd name="connsiteX690" fmla="*/ 3009896 w 4940931"/>
                <a:gd name="connsiteY690" fmla="*/ 53340 h 138429"/>
                <a:gd name="connsiteX691" fmla="*/ 3011801 w 4940931"/>
                <a:gd name="connsiteY691" fmla="*/ 68580 h 138429"/>
                <a:gd name="connsiteX692" fmla="*/ 3010531 w 4940931"/>
                <a:gd name="connsiteY692" fmla="*/ 68580 h 138429"/>
                <a:gd name="connsiteX693" fmla="*/ 3010531 w 4940931"/>
                <a:gd name="connsiteY693" fmla="*/ 72390 h 138429"/>
                <a:gd name="connsiteX694" fmla="*/ 3010531 w 4940931"/>
                <a:gd name="connsiteY694" fmla="*/ 75565 h 138429"/>
                <a:gd name="connsiteX695" fmla="*/ 2959096 w 4940931"/>
                <a:gd name="connsiteY695" fmla="*/ 75565 h 138429"/>
                <a:gd name="connsiteX696" fmla="*/ 2961636 w 4940931"/>
                <a:gd name="connsiteY696" fmla="*/ 85090 h 138429"/>
                <a:gd name="connsiteX697" fmla="*/ 2966081 w 4940931"/>
                <a:gd name="connsiteY697" fmla="*/ 91440 h 138429"/>
                <a:gd name="connsiteX698" fmla="*/ 2971796 w 4940931"/>
                <a:gd name="connsiteY698" fmla="*/ 95250 h 138429"/>
                <a:gd name="connsiteX699" fmla="*/ 2978781 w 4940931"/>
                <a:gd name="connsiteY699" fmla="*/ 96520 h 138429"/>
                <a:gd name="connsiteX700" fmla="*/ 2983861 w 4940931"/>
                <a:gd name="connsiteY700" fmla="*/ 96520 h 138429"/>
                <a:gd name="connsiteX701" fmla="*/ 2988306 w 4940931"/>
                <a:gd name="connsiteY701" fmla="*/ 95250 h 138429"/>
                <a:gd name="connsiteX702" fmla="*/ 2992116 w 4940931"/>
                <a:gd name="connsiteY702" fmla="*/ 93345 h 138429"/>
                <a:gd name="connsiteX703" fmla="*/ 2996561 w 4940931"/>
                <a:gd name="connsiteY703" fmla="*/ 90805 h 138429"/>
                <a:gd name="connsiteX704" fmla="*/ 3005451 w 4940931"/>
                <a:gd name="connsiteY704" fmla="*/ 100330 h 138429"/>
                <a:gd name="connsiteX705" fmla="*/ 2999736 w 4940931"/>
                <a:gd name="connsiteY705" fmla="*/ 104775 h 138429"/>
                <a:gd name="connsiteX706" fmla="*/ 2994021 w 4940931"/>
                <a:gd name="connsiteY706" fmla="*/ 107950 h 138429"/>
                <a:gd name="connsiteX707" fmla="*/ 2987036 w 4940931"/>
                <a:gd name="connsiteY707" fmla="*/ 109855 h 138429"/>
                <a:gd name="connsiteX708" fmla="*/ 2978146 w 4940931"/>
                <a:gd name="connsiteY708" fmla="*/ 110490 h 138429"/>
                <a:gd name="connsiteX709" fmla="*/ 2968621 w 4940931"/>
                <a:gd name="connsiteY709" fmla="*/ 109220 h 138429"/>
                <a:gd name="connsiteX710" fmla="*/ 2961001 w 4940931"/>
                <a:gd name="connsiteY710" fmla="*/ 105410 h 138429"/>
                <a:gd name="connsiteX711" fmla="*/ 2954651 w 4940931"/>
                <a:gd name="connsiteY711" fmla="*/ 100330 h 138429"/>
                <a:gd name="connsiteX712" fmla="*/ 2949571 w 4940931"/>
                <a:gd name="connsiteY712" fmla="*/ 92710 h 138429"/>
                <a:gd name="connsiteX713" fmla="*/ 2945761 w 4940931"/>
                <a:gd name="connsiteY713" fmla="*/ 82550 h 138429"/>
                <a:gd name="connsiteX714" fmla="*/ 2944491 w 4940931"/>
                <a:gd name="connsiteY714" fmla="*/ 69850 h 138429"/>
                <a:gd name="connsiteX715" fmla="*/ 2947031 w 4940931"/>
                <a:gd name="connsiteY715" fmla="*/ 52070 h 138429"/>
                <a:gd name="connsiteX716" fmla="*/ 2954016 w 4940931"/>
                <a:gd name="connsiteY716" fmla="*/ 39370 h 138429"/>
                <a:gd name="connsiteX717" fmla="*/ 2964811 w 4940931"/>
                <a:gd name="connsiteY717" fmla="*/ 31750 h 138429"/>
                <a:gd name="connsiteX718" fmla="*/ 2978781 w 4940931"/>
                <a:gd name="connsiteY718" fmla="*/ 29210 h 138429"/>
                <a:gd name="connsiteX719" fmla="*/ 2798440 w 4940931"/>
                <a:gd name="connsiteY719" fmla="*/ 29210 h 138429"/>
                <a:gd name="connsiteX720" fmla="*/ 2813045 w 4940931"/>
                <a:gd name="connsiteY720" fmla="*/ 31750 h 138429"/>
                <a:gd name="connsiteX721" fmla="*/ 2825110 w 4940931"/>
                <a:gd name="connsiteY721" fmla="*/ 38100 h 138429"/>
                <a:gd name="connsiteX722" fmla="*/ 2827015 w 4940931"/>
                <a:gd name="connsiteY722" fmla="*/ 38100 h 138429"/>
                <a:gd name="connsiteX723" fmla="*/ 2820030 w 4940931"/>
                <a:gd name="connsiteY723" fmla="*/ 50165 h 138429"/>
                <a:gd name="connsiteX724" fmla="*/ 2810505 w 4940931"/>
                <a:gd name="connsiteY724" fmla="*/ 45085 h 138429"/>
                <a:gd name="connsiteX725" fmla="*/ 2799710 w 4940931"/>
                <a:gd name="connsiteY725" fmla="*/ 43180 h 138429"/>
                <a:gd name="connsiteX726" fmla="*/ 2791455 w 4940931"/>
                <a:gd name="connsiteY726" fmla="*/ 45085 h 138429"/>
                <a:gd name="connsiteX727" fmla="*/ 2788915 w 4940931"/>
                <a:gd name="connsiteY727" fmla="*/ 50165 h 138429"/>
                <a:gd name="connsiteX728" fmla="*/ 2788915 w 4940931"/>
                <a:gd name="connsiteY728" fmla="*/ 52705 h 138429"/>
                <a:gd name="connsiteX729" fmla="*/ 2790820 w 4940931"/>
                <a:gd name="connsiteY729" fmla="*/ 55245 h 138429"/>
                <a:gd name="connsiteX730" fmla="*/ 2795265 w 4940931"/>
                <a:gd name="connsiteY730" fmla="*/ 57785 h 138429"/>
                <a:gd name="connsiteX731" fmla="*/ 2802250 w 4940931"/>
                <a:gd name="connsiteY731" fmla="*/ 60960 h 138429"/>
                <a:gd name="connsiteX732" fmla="*/ 2813680 w 4940931"/>
                <a:gd name="connsiteY732" fmla="*/ 66040 h 138429"/>
                <a:gd name="connsiteX733" fmla="*/ 2821935 w 4940931"/>
                <a:gd name="connsiteY733" fmla="*/ 71120 h 138429"/>
                <a:gd name="connsiteX734" fmla="*/ 2827015 w 4940931"/>
                <a:gd name="connsiteY734" fmla="*/ 78105 h 138429"/>
                <a:gd name="connsiteX735" fmla="*/ 2828920 w 4940931"/>
                <a:gd name="connsiteY735" fmla="*/ 87630 h 138429"/>
                <a:gd name="connsiteX736" fmla="*/ 2826380 w 4940931"/>
                <a:gd name="connsiteY736" fmla="*/ 98425 h 138429"/>
                <a:gd name="connsiteX737" fmla="*/ 2820030 w 4940931"/>
                <a:gd name="connsiteY737" fmla="*/ 105410 h 138429"/>
                <a:gd name="connsiteX738" fmla="*/ 2810505 w 4940931"/>
                <a:gd name="connsiteY738" fmla="*/ 109220 h 138429"/>
                <a:gd name="connsiteX739" fmla="*/ 2799710 w 4940931"/>
                <a:gd name="connsiteY739" fmla="*/ 110490 h 138429"/>
                <a:gd name="connsiteX740" fmla="*/ 2783835 w 4940931"/>
                <a:gd name="connsiteY740" fmla="*/ 107950 h 138429"/>
                <a:gd name="connsiteX741" fmla="*/ 2769230 w 4940931"/>
                <a:gd name="connsiteY741" fmla="*/ 100965 h 138429"/>
                <a:gd name="connsiteX742" fmla="*/ 2776215 w 4940931"/>
                <a:gd name="connsiteY742" fmla="*/ 89535 h 138429"/>
                <a:gd name="connsiteX743" fmla="*/ 2787645 w 4940931"/>
                <a:gd name="connsiteY743" fmla="*/ 95250 h 138429"/>
                <a:gd name="connsiteX744" fmla="*/ 2799075 w 4940931"/>
                <a:gd name="connsiteY744" fmla="*/ 97155 h 138429"/>
                <a:gd name="connsiteX745" fmla="*/ 2809870 w 4940931"/>
                <a:gd name="connsiteY745" fmla="*/ 94615 h 138429"/>
                <a:gd name="connsiteX746" fmla="*/ 2813045 w 4940931"/>
                <a:gd name="connsiteY746" fmla="*/ 88265 h 138429"/>
                <a:gd name="connsiteX747" fmla="*/ 2811775 w 4940931"/>
                <a:gd name="connsiteY747" fmla="*/ 84455 h 138429"/>
                <a:gd name="connsiteX748" fmla="*/ 2807965 w 4940931"/>
                <a:gd name="connsiteY748" fmla="*/ 81280 h 138429"/>
                <a:gd name="connsiteX749" fmla="*/ 2802250 w 4940931"/>
                <a:gd name="connsiteY749" fmla="*/ 78105 h 138429"/>
                <a:gd name="connsiteX750" fmla="*/ 2794630 w 4940931"/>
                <a:gd name="connsiteY750" fmla="*/ 74930 h 138429"/>
                <a:gd name="connsiteX751" fmla="*/ 2783835 w 4940931"/>
                <a:gd name="connsiteY751" fmla="*/ 69850 h 138429"/>
                <a:gd name="connsiteX752" fmla="*/ 2776850 w 4940931"/>
                <a:gd name="connsiteY752" fmla="*/ 64770 h 138429"/>
                <a:gd name="connsiteX753" fmla="*/ 2773040 w 4940931"/>
                <a:gd name="connsiteY753" fmla="*/ 58420 h 138429"/>
                <a:gd name="connsiteX754" fmla="*/ 2771770 w 4940931"/>
                <a:gd name="connsiteY754" fmla="*/ 50165 h 138429"/>
                <a:gd name="connsiteX755" fmla="*/ 2773675 w 4940931"/>
                <a:gd name="connsiteY755" fmla="*/ 40640 h 138429"/>
                <a:gd name="connsiteX756" fmla="*/ 2779390 w 4940931"/>
                <a:gd name="connsiteY756" fmla="*/ 34290 h 138429"/>
                <a:gd name="connsiteX757" fmla="*/ 2787645 w 4940931"/>
                <a:gd name="connsiteY757" fmla="*/ 30480 h 138429"/>
                <a:gd name="connsiteX758" fmla="*/ 2798440 w 4940931"/>
                <a:gd name="connsiteY758" fmla="*/ 29210 h 138429"/>
                <a:gd name="connsiteX759" fmla="*/ 2723510 w 4940931"/>
                <a:gd name="connsiteY759" fmla="*/ 29210 h 138429"/>
                <a:gd name="connsiteX760" fmla="*/ 2729225 w 4940931"/>
                <a:gd name="connsiteY760" fmla="*/ 29210 h 138429"/>
                <a:gd name="connsiteX761" fmla="*/ 2741290 w 4940931"/>
                <a:gd name="connsiteY761" fmla="*/ 31750 h 138429"/>
                <a:gd name="connsiteX762" fmla="*/ 2750180 w 4940931"/>
                <a:gd name="connsiteY762" fmla="*/ 38100 h 138429"/>
                <a:gd name="connsiteX763" fmla="*/ 2755260 w 4940931"/>
                <a:gd name="connsiteY763" fmla="*/ 48895 h 138429"/>
                <a:gd name="connsiteX764" fmla="*/ 2757165 w 4940931"/>
                <a:gd name="connsiteY764" fmla="*/ 64135 h 138429"/>
                <a:gd name="connsiteX765" fmla="*/ 2757165 w 4940931"/>
                <a:gd name="connsiteY765" fmla="*/ 108585 h 138429"/>
                <a:gd name="connsiteX766" fmla="*/ 2741925 w 4940931"/>
                <a:gd name="connsiteY766" fmla="*/ 108585 h 138429"/>
                <a:gd name="connsiteX767" fmla="*/ 2741290 w 4940931"/>
                <a:gd name="connsiteY767" fmla="*/ 108585 h 138429"/>
                <a:gd name="connsiteX768" fmla="*/ 2741290 w 4940931"/>
                <a:gd name="connsiteY768" fmla="*/ 64770 h 138429"/>
                <a:gd name="connsiteX769" fmla="*/ 2737480 w 4940931"/>
                <a:gd name="connsiteY769" fmla="*/ 48895 h 138429"/>
                <a:gd name="connsiteX770" fmla="*/ 2725415 w 4940931"/>
                <a:gd name="connsiteY770" fmla="*/ 43180 h 138429"/>
                <a:gd name="connsiteX771" fmla="*/ 2718430 w 4940931"/>
                <a:gd name="connsiteY771" fmla="*/ 44450 h 138429"/>
                <a:gd name="connsiteX772" fmla="*/ 2713350 w 4940931"/>
                <a:gd name="connsiteY772" fmla="*/ 48260 h 138429"/>
                <a:gd name="connsiteX773" fmla="*/ 2710175 w 4940931"/>
                <a:gd name="connsiteY773" fmla="*/ 54610 h 138429"/>
                <a:gd name="connsiteX774" fmla="*/ 2709540 w 4940931"/>
                <a:gd name="connsiteY774" fmla="*/ 62865 h 138429"/>
                <a:gd name="connsiteX775" fmla="*/ 2709540 w 4940931"/>
                <a:gd name="connsiteY775" fmla="*/ 108585 h 138429"/>
                <a:gd name="connsiteX776" fmla="*/ 2694300 w 4940931"/>
                <a:gd name="connsiteY776" fmla="*/ 108585 h 138429"/>
                <a:gd name="connsiteX777" fmla="*/ 2694300 w 4940931"/>
                <a:gd name="connsiteY777" fmla="*/ 30480 h 138429"/>
                <a:gd name="connsiteX778" fmla="*/ 2709540 w 4940931"/>
                <a:gd name="connsiteY778" fmla="*/ 30480 h 138429"/>
                <a:gd name="connsiteX779" fmla="*/ 2709540 w 4940931"/>
                <a:gd name="connsiteY779" fmla="*/ 38100 h 138429"/>
                <a:gd name="connsiteX780" fmla="*/ 2713350 w 4940931"/>
                <a:gd name="connsiteY780" fmla="*/ 34290 h 138429"/>
                <a:gd name="connsiteX781" fmla="*/ 2717795 w 4940931"/>
                <a:gd name="connsiteY781" fmla="*/ 31115 h 138429"/>
                <a:gd name="connsiteX782" fmla="*/ 2723510 w 4940931"/>
                <a:gd name="connsiteY782" fmla="*/ 29210 h 138429"/>
                <a:gd name="connsiteX783" fmla="*/ 2530470 w 4940931"/>
                <a:gd name="connsiteY783" fmla="*/ 29210 h 138429"/>
                <a:gd name="connsiteX784" fmla="*/ 2545075 w 4940931"/>
                <a:gd name="connsiteY784" fmla="*/ 32385 h 138429"/>
                <a:gd name="connsiteX785" fmla="*/ 2555235 w 4940931"/>
                <a:gd name="connsiteY785" fmla="*/ 40640 h 138429"/>
                <a:gd name="connsiteX786" fmla="*/ 2561585 w 4940931"/>
                <a:gd name="connsiteY786" fmla="*/ 53340 h 138429"/>
                <a:gd name="connsiteX787" fmla="*/ 2563490 w 4940931"/>
                <a:gd name="connsiteY787" fmla="*/ 68580 h 138429"/>
                <a:gd name="connsiteX788" fmla="*/ 2562220 w 4940931"/>
                <a:gd name="connsiteY788" fmla="*/ 68580 h 138429"/>
                <a:gd name="connsiteX789" fmla="*/ 2562220 w 4940931"/>
                <a:gd name="connsiteY789" fmla="*/ 72390 h 138429"/>
                <a:gd name="connsiteX790" fmla="*/ 2562220 w 4940931"/>
                <a:gd name="connsiteY790" fmla="*/ 75565 h 138429"/>
                <a:gd name="connsiteX791" fmla="*/ 2510785 w 4940931"/>
                <a:gd name="connsiteY791" fmla="*/ 75565 h 138429"/>
                <a:gd name="connsiteX792" fmla="*/ 2513325 w 4940931"/>
                <a:gd name="connsiteY792" fmla="*/ 85090 h 138429"/>
                <a:gd name="connsiteX793" fmla="*/ 2517770 w 4940931"/>
                <a:gd name="connsiteY793" fmla="*/ 91440 h 138429"/>
                <a:gd name="connsiteX794" fmla="*/ 2523485 w 4940931"/>
                <a:gd name="connsiteY794" fmla="*/ 95250 h 138429"/>
                <a:gd name="connsiteX795" fmla="*/ 2530470 w 4940931"/>
                <a:gd name="connsiteY795" fmla="*/ 96520 h 138429"/>
                <a:gd name="connsiteX796" fmla="*/ 2535550 w 4940931"/>
                <a:gd name="connsiteY796" fmla="*/ 96520 h 138429"/>
                <a:gd name="connsiteX797" fmla="*/ 2539995 w 4940931"/>
                <a:gd name="connsiteY797" fmla="*/ 95250 h 138429"/>
                <a:gd name="connsiteX798" fmla="*/ 2543805 w 4940931"/>
                <a:gd name="connsiteY798" fmla="*/ 93345 h 138429"/>
                <a:gd name="connsiteX799" fmla="*/ 2548250 w 4940931"/>
                <a:gd name="connsiteY799" fmla="*/ 90805 h 138429"/>
                <a:gd name="connsiteX800" fmla="*/ 2557140 w 4940931"/>
                <a:gd name="connsiteY800" fmla="*/ 100330 h 138429"/>
                <a:gd name="connsiteX801" fmla="*/ 2551425 w 4940931"/>
                <a:gd name="connsiteY801" fmla="*/ 104775 h 138429"/>
                <a:gd name="connsiteX802" fmla="*/ 2545710 w 4940931"/>
                <a:gd name="connsiteY802" fmla="*/ 107950 h 138429"/>
                <a:gd name="connsiteX803" fmla="*/ 2538725 w 4940931"/>
                <a:gd name="connsiteY803" fmla="*/ 109855 h 138429"/>
                <a:gd name="connsiteX804" fmla="*/ 2529835 w 4940931"/>
                <a:gd name="connsiteY804" fmla="*/ 110490 h 138429"/>
                <a:gd name="connsiteX805" fmla="*/ 2520310 w 4940931"/>
                <a:gd name="connsiteY805" fmla="*/ 109220 h 138429"/>
                <a:gd name="connsiteX806" fmla="*/ 2512690 w 4940931"/>
                <a:gd name="connsiteY806" fmla="*/ 105410 h 138429"/>
                <a:gd name="connsiteX807" fmla="*/ 2506340 w 4940931"/>
                <a:gd name="connsiteY807" fmla="*/ 100330 h 138429"/>
                <a:gd name="connsiteX808" fmla="*/ 2501260 w 4940931"/>
                <a:gd name="connsiteY808" fmla="*/ 92710 h 138429"/>
                <a:gd name="connsiteX809" fmla="*/ 2497450 w 4940931"/>
                <a:gd name="connsiteY809" fmla="*/ 82550 h 138429"/>
                <a:gd name="connsiteX810" fmla="*/ 2496180 w 4940931"/>
                <a:gd name="connsiteY810" fmla="*/ 69850 h 138429"/>
                <a:gd name="connsiteX811" fmla="*/ 2498720 w 4940931"/>
                <a:gd name="connsiteY811" fmla="*/ 52070 h 138429"/>
                <a:gd name="connsiteX812" fmla="*/ 2505705 w 4940931"/>
                <a:gd name="connsiteY812" fmla="*/ 39370 h 138429"/>
                <a:gd name="connsiteX813" fmla="*/ 2516500 w 4940931"/>
                <a:gd name="connsiteY813" fmla="*/ 31750 h 138429"/>
                <a:gd name="connsiteX814" fmla="*/ 2530470 w 4940931"/>
                <a:gd name="connsiteY814" fmla="*/ 29210 h 138429"/>
                <a:gd name="connsiteX815" fmla="*/ 2298061 w 4940931"/>
                <a:gd name="connsiteY815" fmla="*/ 29210 h 138429"/>
                <a:gd name="connsiteX816" fmla="*/ 2305681 w 4940931"/>
                <a:gd name="connsiteY816" fmla="*/ 29845 h 138429"/>
                <a:gd name="connsiteX817" fmla="*/ 2311396 w 4940931"/>
                <a:gd name="connsiteY817" fmla="*/ 32385 h 138429"/>
                <a:gd name="connsiteX818" fmla="*/ 2307586 w 4940931"/>
                <a:gd name="connsiteY818" fmla="*/ 46990 h 138429"/>
                <a:gd name="connsiteX819" fmla="*/ 2306316 w 4940931"/>
                <a:gd name="connsiteY819" fmla="*/ 46990 h 138429"/>
                <a:gd name="connsiteX820" fmla="*/ 2301236 w 4940931"/>
                <a:gd name="connsiteY820" fmla="*/ 45085 h 138429"/>
                <a:gd name="connsiteX821" fmla="*/ 2294886 w 4940931"/>
                <a:gd name="connsiteY821" fmla="*/ 44450 h 138429"/>
                <a:gd name="connsiteX822" fmla="*/ 2283456 w 4940931"/>
                <a:gd name="connsiteY822" fmla="*/ 49530 h 138429"/>
                <a:gd name="connsiteX823" fmla="*/ 2279646 w 4940931"/>
                <a:gd name="connsiteY823" fmla="*/ 64770 h 138429"/>
                <a:gd name="connsiteX824" fmla="*/ 2279646 w 4940931"/>
                <a:gd name="connsiteY824" fmla="*/ 109220 h 138429"/>
                <a:gd name="connsiteX825" fmla="*/ 2264406 w 4940931"/>
                <a:gd name="connsiteY825" fmla="*/ 109220 h 138429"/>
                <a:gd name="connsiteX826" fmla="*/ 2264406 w 4940931"/>
                <a:gd name="connsiteY826" fmla="*/ 31115 h 138429"/>
                <a:gd name="connsiteX827" fmla="*/ 2279646 w 4940931"/>
                <a:gd name="connsiteY827" fmla="*/ 31115 h 138429"/>
                <a:gd name="connsiteX828" fmla="*/ 2279646 w 4940931"/>
                <a:gd name="connsiteY828" fmla="*/ 38735 h 138429"/>
                <a:gd name="connsiteX829" fmla="*/ 2282821 w 4940931"/>
                <a:gd name="connsiteY829" fmla="*/ 34925 h 138429"/>
                <a:gd name="connsiteX830" fmla="*/ 2287266 w 4940931"/>
                <a:gd name="connsiteY830" fmla="*/ 31750 h 138429"/>
                <a:gd name="connsiteX831" fmla="*/ 2292346 w 4940931"/>
                <a:gd name="connsiteY831" fmla="*/ 29845 h 138429"/>
                <a:gd name="connsiteX832" fmla="*/ 2298061 w 4940931"/>
                <a:gd name="connsiteY832" fmla="*/ 29210 h 138429"/>
                <a:gd name="connsiteX833" fmla="*/ 2216145 w 4940931"/>
                <a:gd name="connsiteY833" fmla="*/ 29210 h 138429"/>
                <a:gd name="connsiteX834" fmla="*/ 2230750 w 4940931"/>
                <a:gd name="connsiteY834" fmla="*/ 32385 h 138429"/>
                <a:gd name="connsiteX835" fmla="*/ 2240910 w 4940931"/>
                <a:gd name="connsiteY835" fmla="*/ 40640 h 138429"/>
                <a:gd name="connsiteX836" fmla="*/ 2247260 w 4940931"/>
                <a:gd name="connsiteY836" fmla="*/ 53340 h 138429"/>
                <a:gd name="connsiteX837" fmla="*/ 2249165 w 4940931"/>
                <a:gd name="connsiteY837" fmla="*/ 68580 h 138429"/>
                <a:gd name="connsiteX838" fmla="*/ 2247895 w 4940931"/>
                <a:gd name="connsiteY838" fmla="*/ 68580 h 138429"/>
                <a:gd name="connsiteX839" fmla="*/ 2247895 w 4940931"/>
                <a:gd name="connsiteY839" fmla="*/ 72390 h 138429"/>
                <a:gd name="connsiteX840" fmla="*/ 2247895 w 4940931"/>
                <a:gd name="connsiteY840" fmla="*/ 75565 h 138429"/>
                <a:gd name="connsiteX841" fmla="*/ 2196460 w 4940931"/>
                <a:gd name="connsiteY841" fmla="*/ 75565 h 138429"/>
                <a:gd name="connsiteX842" fmla="*/ 2199000 w 4940931"/>
                <a:gd name="connsiteY842" fmla="*/ 85090 h 138429"/>
                <a:gd name="connsiteX843" fmla="*/ 2203445 w 4940931"/>
                <a:gd name="connsiteY843" fmla="*/ 91440 h 138429"/>
                <a:gd name="connsiteX844" fmla="*/ 2209160 w 4940931"/>
                <a:gd name="connsiteY844" fmla="*/ 95250 h 138429"/>
                <a:gd name="connsiteX845" fmla="*/ 2216145 w 4940931"/>
                <a:gd name="connsiteY845" fmla="*/ 96520 h 138429"/>
                <a:gd name="connsiteX846" fmla="*/ 2221225 w 4940931"/>
                <a:gd name="connsiteY846" fmla="*/ 96520 h 138429"/>
                <a:gd name="connsiteX847" fmla="*/ 2225670 w 4940931"/>
                <a:gd name="connsiteY847" fmla="*/ 95250 h 138429"/>
                <a:gd name="connsiteX848" fmla="*/ 2229480 w 4940931"/>
                <a:gd name="connsiteY848" fmla="*/ 93345 h 138429"/>
                <a:gd name="connsiteX849" fmla="*/ 2233925 w 4940931"/>
                <a:gd name="connsiteY849" fmla="*/ 90805 h 138429"/>
                <a:gd name="connsiteX850" fmla="*/ 2242815 w 4940931"/>
                <a:gd name="connsiteY850" fmla="*/ 100330 h 138429"/>
                <a:gd name="connsiteX851" fmla="*/ 2237100 w 4940931"/>
                <a:gd name="connsiteY851" fmla="*/ 104775 h 138429"/>
                <a:gd name="connsiteX852" fmla="*/ 2231385 w 4940931"/>
                <a:gd name="connsiteY852" fmla="*/ 107950 h 138429"/>
                <a:gd name="connsiteX853" fmla="*/ 2224400 w 4940931"/>
                <a:gd name="connsiteY853" fmla="*/ 109855 h 138429"/>
                <a:gd name="connsiteX854" fmla="*/ 2215510 w 4940931"/>
                <a:gd name="connsiteY854" fmla="*/ 110490 h 138429"/>
                <a:gd name="connsiteX855" fmla="*/ 2205985 w 4940931"/>
                <a:gd name="connsiteY855" fmla="*/ 109220 h 138429"/>
                <a:gd name="connsiteX856" fmla="*/ 2198365 w 4940931"/>
                <a:gd name="connsiteY856" fmla="*/ 105410 h 138429"/>
                <a:gd name="connsiteX857" fmla="*/ 2192015 w 4940931"/>
                <a:gd name="connsiteY857" fmla="*/ 100330 h 138429"/>
                <a:gd name="connsiteX858" fmla="*/ 2186935 w 4940931"/>
                <a:gd name="connsiteY858" fmla="*/ 92710 h 138429"/>
                <a:gd name="connsiteX859" fmla="*/ 2183125 w 4940931"/>
                <a:gd name="connsiteY859" fmla="*/ 82550 h 138429"/>
                <a:gd name="connsiteX860" fmla="*/ 2181855 w 4940931"/>
                <a:gd name="connsiteY860" fmla="*/ 69850 h 138429"/>
                <a:gd name="connsiteX861" fmla="*/ 2184395 w 4940931"/>
                <a:gd name="connsiteY861" fmla="*/ 52070 h 138429"/>
                <a:gd name="connsiteX862" fmla="*/ 2191380 w 4940931"/>
                <a:gd name="connsiteY862" fmla="*/ 39370 h 138429"/>
                <a:gd name="connsiteX863" fmla="*/ 2202175 w 4940931"/>
                <a:gd name="connsiteY863" fmla="*/ 31750 h 138429"/>
                <a:gd name="connsiteX864" fmla="*/ 2216145 w 4940931"/>
                <a:gd name="connsiteY864" fmla="*/ 29210 h 138429"/>
                <a:gd name="connsiteX865" fmla="*/ 2029456 w 4940931"/>
                <a:gd name="connsiteY865" fmla="*/ 29210 h 138429"/>
                <a:gd name="connsiteX866" fmla="*/ 2044061 w 4940931"/>
                <a:gd name="connsiteY866" fmla="*/ 32385 h 138429"/>
                <a:gd name="connsiteX867" fmla="*/ 2054221 w 4940931"/>
                <a:gd name="connsiteY867" fmla="*/ 40640 h 138429"/>
                <a:gd name="connsiteX868" fmla="*/ 2060571 w 4940931"/>
                <a:gd name="connsiteY868" fmla="*/ 53340 h 138429"/>
                <a:gd name="connsiteX869" fmla="*/ 2062476 w 4940931"/>
                <a:gd name="connsiteY869" fmla="*/ 68580 h 138429"/>
                <a:gd name="connsiteX870" fmla="*/ 2061206 w 4940931"/>
                <a:gd name="connsiteY870" fmla="*/ 68580 h 138429"/>
                <a:gd name="connsiteX871" fmla="*/ 2061206 w 4940931"/>
                <a:gd name="connsiteY871" fmla="*/ 72390 h 138429"/>
                <a:gd name="connsiteX872" fmla="*/ 2061206 w 4940931"/>
                <a:gd name="connsiteY872" fmla="*/ 75565 h 138429"/>
                <a:gd name="connsiteX873" fmla="*/ 2009771 w 4940931"/>
                <a:gd name="connsiteY873" fmla="*/ 75565 h 138429"/>
                <a:gd name="connsiteX874" fmla="*/ 2012311 w 4940931"/>
                <a:gd name="connsiteY874" fmla="*/ 85090 h 138429"/>
                <a:gd name="connsiteX875" fmla="*/ 2016756 w 4940931"/>
                <a:gd name="connsiteY875" fmla="*/ 91440 h 138429"/>
                <a:gd name="connsiteX876" fmla="*/ 2022471 w 4940931"/>
                <a:gd name="connsiteY876" fmla="*/ 95250 h 138429"/>
                <a:gd name="connsiteX877" fmla="*/ 2029456 w 4940931"/>
                <a:gd name="connsiteY877" fmla="*/ 96520 h 138429"/>
                <a:gd name="connsiteX878" fmla="*/ 2034536 w 4940931"/>
                <a:gd name="connsiteY878" fmla="*/ 96520 h 138429"/>
                <a:gd name="connsiteX879" fmla="*/ 2038981 w 4940931"/>
                <a:gd name="connsiteY879" fmla="*/ 95250 h 138429"/>
                <a:gd name="connsiteX880" fmla="*/ 2042791 w 4940931"/>
                <a:gd name="connsiteY880" fmla="*/ 93345 h 138429"/>
                <a:gd name="connsiteX881" fmla="*/ 2047236 w 4940931"/>
                <a:gd name="connsiteY881" fmla="*/ 90805 h 138429"/>
                <a:gd name="connsiteX882" fmla="*/ 2056126 w 4940931"/>
                <a:gd name="connsiteY882" fmla="*/ 100330 h 138429"/>
                <a:gd name="connsiteX883" fmla="*/ 2050411 w 4940931"/>
                <a:gd name="connsiteY883" fmla="*/ 104775 h 138429"/>
                <a:gd name="connsiteX884" fmla="*/ 2044696 w 4940931"/>
                <a:gd name="connsiteY884" fmla="*/ 107950 h 138429"/>
                <a:gd name="connsiteX885" fmla="*/ 2037711 w 4940931"/>
                <a:gd name="connsiteY885" fmla="*/ 109855 h 138429"/>
                <a:gd name="connsiteX886" fmla="*/ 2028821 w 4940931"/>
                <a:gd name="connsiteY886" fmla="*/ 110490 h 138429"/>
                <a:gd name="connsiteX887" fmla="*/ 2019296 w 4940931"/>
                <a:gd name="connsiteY887" fmla="*/ 109220 h 138429"/>
                <a:gd name="connsiteX888" fmla="*/ 2011676 w 4940931"/>
                <a:gd name="connsiteY888" fmla="*/ 105410 h 138429"/>
                <a:gd name="connsiteX889" fmla="*/ 2005326 w 4940931"/>
                <a:gd name="connsiteY889" fmla="*/ 100330 h 138429"/>
                <a:gd name="connsiteX890" fmla="*/ 2000246 w 4940931"/>
                <a:gd name="connsiteY890" fmla="*/ 92710 h 138429"/>
                <a:gd name="connsiteX891" fmla="*/ 1996436 w 4940931"/>
                <a:gd name="connsiteY891" fmla="*/ 82550 h 138429"/>
                <a:gd name="connsiteX892" fmla="*/ 1995166 w 4940931"/>
                <a:gd name="connsiteY892" fmla="*/ 69850 h 138429"/>
                <a:gd name="connsiteX893" fmla="*/ 1997706 w 4940931"/>
                <a:gd name="connsiteY893" fmla="*/ 52070 h 138429"/>
                <a:gd name="connsiteX894" fmla="*/ 2004691 w 4940931"/>
                <a:gd name="connsiteY894" fmla="*/ 39370 h 138429"/>
                <a:gd name="connsiteX895" fmla="*/ 2015486 w 4940931"/>
                <a:gd name="connsiteY895" fmla="*/ 31750 h 138429"/>
                <a:gd name="connsiteX896" fmla="*/ 2029456 w 4940931"/>
                <a:gd name="connsiteY896" fmla="*/ 29210 h 138429"/>
                <a:gd name="connsiteX897" fmla="*/ 1831336 w 4940931"/>
                <a:gd name="connsiteY897" fmla="*/ 29210 h 138429"/>
                <a:gd name="connsiteX898" fmla="*/ 1845941 w 4940931"/>
                <a:gd name="connsiteY898" fmla="*/ 32385 h 138429"/>
                <a:gd name="connsiteX899" fmla="*/ 1856101 w 4940931"/>
                <a:gd name="connsiteY899" fmla="*/ 40640 h 138429"/>
                <a:gd name="connsiteX900" fmla="*/ 1862451 w 4940931"/>
                <a:gd name="connsiteY900" fmla="*/ 53340 h 138429"/>
                <a:gd name="connsiteX901" fmla="*/ 1864356 w 4940931"/>
                <a:gd name="connsiteY901" fmla="*/ 68580 h 138429"/>
                <a:gd name="connsiteX902" fmla="*/ 1863086 w 4940931"/>
                <a:gd name="connsiteY902" fmla="*/ 68580 h 138429"/>
                <a:gd name="connsiteX903" fmla="*/ 1863086 w 4940931"/>
                <a:gd name="connsiteY903" fmla="*/ 72390 h 138429"/>
                <a:gd name="connsiteX904" fmla="*/ 1863086 w 4940931"/>
                <a:gd name="connsiteY904" fmla="*/ 75565 h 138429"/>
                <a:gd name="connsiteX905" fmla="*/ 1811651 w 4940931"/>
                <a:gd name="connsiteY905" fmla="*/ 75565 h 138429"/>
                <a:gd name="connsiteX906" fmla="*/ 1814191 w 4940931"/>
                <a:gd name="connsiteY906" fmla="*/ 85090 h 138429"/>
                <a:gd name="connsiteX907" fmla="*/ 1818636 w 4940931"/>
                <a:gd name="connsiteY907" fmla="*/ 91440 h 138429"/>
                <a:gd name="connsiteX908" fmla="*/ 1824351 w 4940931"/>
                <a:gd name="connsiteY908" fmla="*/ 95250 h 138429"/>
                <a:gd name="connsiteX909" fmla="*/ 1831336 w 4940931"/>
                <a:gd name="connsiteY909" fmla="*/ 96520 h 138429"/>
                <a:gd name="connsiteX910" fmla="*/ 1836416 w 4940931"/>
                <a:gd name="connsiteY910" fmla="*/ 96520 h 138429"/>
                <a:gd name="connsiteX911" fmla="*/ 1840861 w 4940931"/>
                <a:gd name="connsiteY911" fmla="*/ 95250 h 138429"/>
                <a:gd name="connsiteX912" fmla="*/ 1844671 w 4940931"/>
                <a:gd name="connsiteY912" fmla="*/ 93345 h 138429"/>
                <a:gd name="connsiteX913" fmla="*/ 1849116 w 4940931"/>
                <a:gd name="connsiteY913" fmla="*/ 90805 h 138429"/>
                <a:gd name="connsiteX914" fmla="*/ 1858006 w 4940931"/>
                <a:gd name="connsiteY914" fmla="*/ 100330 h 138429"/>
                <a:gd name="connsiteX915" fmla="*/ 1852291 w 4940931"/>
                <a:gd name="connsiteY915" fmla="*/ 104775 h 138429"/>
                <a:gd name="connsiteX916" fmla="*/ 1846576 w 4940931"/>
                <a:gd name="connsiteY916" fmla="*/ 107950 h 138429"/>
                <a:gd name="connsiteX917" fmla="*/ 1839591 w 4940931"/>
                <a:gd name="connsiteY917" fmla="*/ 109855 h 138429"/>
                <a:gd name="connsiteX918" fmla="*/ 1830701 w 4940931"/>
                <a:gd name="connsiteY918" fmla="*/ 110490 h 138429"/>
                <a:gd name="connsiteX919" fmla="*/ 1821176 w 4940931"/>
                <a:gd name="connsiteY919" fmla="*/ 109220 h 138429"/>
                <a:gd name="connsiteX920" fmla="*/ 1813556 w 4940931"/>
                <a:gd name="connsiteY920" fmla="*/ 105410 h 138429"/>
                <a:gd name="connsiteX921" fmla="*/ 1807206 w 4940931"/>
                <a:gd name="connsiteY921" fmla="*/ 100330 h 138429"/>
                <a:gd name="connsiteX922" fmla="*/ 1802126 w 4940931"/>
                <a:gd name="connsiteY922" fmla="*/ 92710 h 138429"/>
                <a:gd name="connsiteX923" fmla="*/ 1798316 w 4940931"/>
                <a:gd name="connsiteY923" fmla="*/ 82550 h 138429"/>
                <a:gd name="connsiteX924" fmla="*/ 1797046 w 4940931"/>
                <a:gd name="connsiteY924" fmla="*/ 69850 h 138429"/>
                <a:gd name="connsiteX925" fmla="*/ 1799586 w 4940931"/>
                <a:gd name="connsiteY925" fmla="*/ 52070 h 138429"/>
                <a:gd name="connsiteX926" fmla="*/ 1806571 w 4940931"/>
                <a:gd name="connsiteY926" fmla="*/ 39370 h 138429"/>
                <a:gd name="connsiteX927" fmla="*/ 1817366 w 4940931"/>
                <a:gd name="connsiteY927" fmla="*/ 31750 h 138429"/>
                <a:gd name="connsiteX928" fmla="*/ 1831336 w 4940931"/>
                <a:gd name="connsiteY928" fmla="*/ 29210 h 138429"/>
                <a:gd name="connsiteX929" fmla="*/ 1501140 w 4940931"/>
                <a:gd name="connsiteY929" fmla="*/ 29210 h 138429"/>
                <a:gd name="connsiteX930" fmla="*/ 1506856 w 4940931"/>
                <a:gd name="connsiteY930" fmla="*/ 29210 h 138429"/>
                <a:gd name="connsiteX931" fmla="*/ 1518920 w 4940931"/>
                <a:gd name="connsiteY931" fmla="*/ 31750 h 138429"/>
                <a:gd name="connsiteX932" fmla="*/ 1527811 w 4940931"/>
                <a:gd name="connsiteY932" fmla="*/ 38100 h 138429"/>
                <a:gd name="connsiteX933" fmla="*/ 1532891 w 4940931"/>
                <a:gd name="connsiteY933" fmla="*/ 48895 h 138429"/>
                <a:gd name="connsiteX934" fmla="*/ 1534796 w 4940931"/>
                <a:gd name="connsiteY934" fmla="*/ 64135 h 138429"/>
                <a:gd name="connsiteX935" fmla="*/ 1534796 w 4940931"/>
                <a:gd name="connsiteY935" fmla="*/ 108585 h 138429"/>
                <a:gd name="connsiteX936" fmla="*/ 1519556 w 4940931"/>
                <a:gd name="connsiteY936" fmla="*/ 108585 h 138429"/>
                <a:gd name="connsiteX937" fmla="*/ 1518920 w 4940931"/>
                <a:gd name="connsiteY937" fmla="*/ 108585 h 138429"/>
                <a:gd name="connsiteX938" fmla="*/ 1518920 w 4940931"/>
                <a:gd name="connsiteY938" fmla="*/ 64770 h 138429"/>
                <a:gd name="connsiteX939" fmla="*/ 1515111 w 4940931"/>
                <a:gd name="connsiteY939" fmla="*/ 48895 h 138429"/>
                <a:gd name="connsiteX940" fmla="*/ 1503046 w 4940931"/>
                <a:gd name="connsiteY940" fmla="*/ 43180 h 138429"/>
                <a:gd name="connsiteX941" fmla="*/ 1496061 w 4940931"/>
                <a:gd name="connsiteY941" fmla="*/ 44450 h 138429"/>
                <a:gd name="connsiteX942" fmla="*/ 1490981 w 4940931"/>
                <a:gd name="connsiteY942" fmla="*/ 48260 h 138429"/>
                <a:gd name="connsiteX943" fmla="*/ 1487806 w 4940931"/>
                <a:gd name="connsiteY943" fmla="*/ 54610 h 138429"/>
                <a:gd name="connsiteX944" fmla="*/ 1487170 w 4940931"/>
                <a:gd name="connsiteY944" fmla="*/ 62865 h 138429"/>
                <a:gd name="connsiteX945" fmla="*/ 1487170 w 4940931"/>
                <a:gd name="connsiteY945" fmla="*/ 108585 h 138429"/>
                <a:gd name="connsiteX946" fmla="*/ 1471931 w 4940931"/>
                <a:gd name="connsiteY946" fmla="*/ 108585 h 138429"/>
                <a:gd name="connsiteX947" fmla="*/ 1471931 w 4940931"/>
                <a:gd name="connsiteY947" fmla="*/ 30480 h 138429"/>
                <a:gd name="connsiteX948" fmla="*/ 1487170 w 4940931"/>
                <a:gd name="connsiteY948" fmla="*/ 30480 h 138429"/>
                <a:gd name="connsiteX949" fmla="*/ 1487170 w 4940931"/>
                <a:gd name="connsiteY949" fmla="*/ 38100 h 138429"/>
                <a:gd name="connsiteX950" fmla="*/ 1490981 w 4940931"/>
                <a:gd name="connsiteY950" fmla="*/ 34290 h 138429"/>
                <a:gd name="connsiteX951" fmla="*/ 1495426 w 4940931"/>
                <a:gd name="connsiteY951" fmla="*/ 31115 h 138429"/>
                <a:gd name="connsiteX952" fmla="*/ 1501140 w 4940931"/>
                <a:gd name="connsiteY952" fmla="*/ 29210 h 138429"/>
                <a:gd name="connsiteX953" fmla="*/ 1250316 w 4940931"/>
                <a:gd name="connsiteY953" fmla="*/ 29210 h 138429"/>
                <a:gd name="connsiteX954" fmla="*/ 1264286 w 4940931"/>
                <a:gd name="connsiteY954" fmla="*/ 31750 h 138429"/>
                <a:gd name="connsiteX955" fmla="*/ 1276350 w 4940931"/>
                <a:gd name="connsiteY955" fmla="*/ 38100 h 138429"/>
                <a:gd name="connsiteX956" fmla="*/ 1278256 w 4940931"/>
                <a:gd name="connsiteY956" fmla="*/ 38100 h 138429"/>
                <a:gd name="connsiteX957" fmla="*/ 1271271 w 4940931"/>
                <a:gd name="connsiteY957" fmla="*/ 50165 h 138429"/>
                <a:gd name="connsiteX958" fmla="*/ 1261746 w 4940931"/>
                <a:gd name="connsiteY958" fmla="*/ 45085 h 138429"/>
                <a:gd name="connsiteX959" fmla="*/ 1250951 w 4940931"/>
                <a:gd name="connsiteY959" fmla="*/ 43180 h 138429"/>
                <a:gd name="connsiteX960" fmla="*/ 1242696 w 4940931"/>
                <a:gd name="connsiteY960" fmla="*/ 45085 h 138429"/>
                <a:gd name="connsiteX961" fmla="*/ 1240156 w 4940931"/>
                <a:gd name="connsiteY961" fmla="*/ 50165 h 138429"/>
                <a:gd name="connsiteX962" fmla="*/ 1240156 w 4940931"/>
                <a:gd name="connsiteY962" fmla="*/ 52705 h 138429"/>
                <a:gd name="connsiteX963" fmla="*/ 1242061 w 4940931"/>
                <a:gd name="connsiteY963" fmla="*/ 55245 h 138429"/>
                <a:gd name="connsiteX964" fmla="*/ 1246506 w 4940931"/>
                <a:gd name="connsiteY964" fmla="*/ 57785 h 138429"/>
                <a:gd name="connsiteX965" fmla="*/ 1253491 w 4940931"/>
                <a:gd name="connsiteY965" fmla="*/ 60960 h 138429"/>
                <a:gd name="connsiteX966" fmla="*/ 1264921 w 4940931"/>
                <a:gd name="connsiteY966" fmla="*/ 66040 h 138429"/>
                <a:gd name="connsiteX967" fmla="*/ 1273176 w 4940931"/>
                <a:gd name="connsiteY967" fmla="*/ 71120 h 138429"/>
                <a:gd name="connsiteX968" fmla="*/ 1278256 w 4940931"/>
                <a:gd name="connsiteY968" fmla="*/ 78105 h 138429"/>
                <a:gd name="connsiteX969" fmla="*/ 1280161 w 4940931"/>
                <a:gd name="connsiteY969" fmla="*/ 87630 h 138429"/>
                <a:gd name="connsiteX970" fmla="*/ 1277621 w 4940931"/>
                <a:gd name="connsiteY970" fmla="*/ 98425 h 138429"/>
                <a:gd name="connsiteX971" fmla="*/ 1271271 w 4940931"/>
                <a:gd name="connsiteY971" fmla="*/ 105410 h 138429"/>
                <a:gd name="connsiteX972" fmla="*/ 1261746 w 4940931"/>
                <a:gd name="connsiteY972" fmla="*/ 109220 h 138429"/>
                <a:gd name="connsiteX973" fmla="*/ 1250951 w 4940931"/>
                <a:gd name="connsiteY973" fmla="*/ 110490 h 138429"/>
                <a:gd name="connsiteX974" fmla="*/ 1235711 w 4940931"/>
                <a:gd name="connsiteY974" fmla="*/ 107950 h 138429"/>
                <a:gd name="connsiteX975" fmla="*/ 1221106 w 4940931"/>
                <a:gd name="connsiteY975" fmla="*/ 100965 h 138429"/>
                <a:gd name="connsiteX976" fmla="*/ 1228091 w 4940931"/>
                <a:gd name="connsiteY976" fmla="*/ 89535 h 138429"/>
                <a:gd name="connsiteX977" fmla="*/ 1239521 w 4940931"/>
                <a:gd name="connsiteY977" fmla="*/ 95250 h 138429"/>
                <a:gd name="connsiteX978" fmla="*/ 1250951 w 4940931"/>
                <a:gd name="connsiteY978" fmla="*/ 97155 h 138429"/>
                <a:gd name="connsiteX979" fmla="*/ 1261746 w 4940931"/>
                <a:gd name="connsiteY979" fmla="*/ 94615 h 138429"/>
                <a:gd name="connsiteX980" fmla="*/ 1264921 w 4940931"/>
                <a:gd name="connsiteY980" fmla="*/ 88265 h 138429"/>
                <a:gd name="connsiteX981" fmla="*/ 1263650 w 4940931"/>
                <a:gd name="connsiteY981" fmla="*/ 84455 h 138429"/>
                <a:gd name="connsiteX982" fmla="*/ 1259841 w 4940931"/>
                <a:gd name="connsiteY982" fmla="*/ 81280 h 138429"/>
                <a:gd name="connsiteX983" fmla="*/ 1254125 w 4940931"/>
                <a:gd name="connsiteY983" fmla="*/ 78105 h 138429"/>
                <a:gd name="connsiteX984" fmla="*/ 1246506 w 4940931"/>
                <a:gd name="connsiteY984" fmla="*/ 74930 h 138429"/>
                <a:gd name="connsiteX985" fmla="*/ 1235711 w 4940931"/>
                <a:gd name="connsiteY985" fmla="*/ 69850 h 138429"/>
                <a:gd name="connsiteX986" fmla="*/ 1228726 w 4940931"/>
                <a:gd name="connsiteY986" fmla="*/ 64770 h 138429"/>
                <a:gd name="connsiteX987" fmla="*/ 1224916 w 4940931"/>
                <a:gd name="connsiteY987" fmla="*/ 58420 h 138429"/>
                <a:gd name="connsiteX988" fmla="*/ 1223646 w 4940931"/>
                <a:gd name="connsiteY988" fmla="*/ 50165 h 138429"/>
                <a:gd name="connsiteX989" fmla="*/ 1225551 w 4940931"/>
                <a:gd name="connsiteY989" fmla="*/ 40640 h 138429"/>
                <a:gd name="connsiteX990" fmla="*/ 1231266 w 4940931"/>
                <a:gd name="connsiteY990" fmla="*/ 34290 h 138429"/>
                <a:gd name="connsiteX991" fmla="*/ 1239521 w 4940931"/>
                <a:gd name="connsiteY991" fmla="*/ 30480 h 138429"/>
                <a:gd name="connsiteX992" fmla="*/ 1250316 w 4940931"/>
                <a:gd name="connsiteY992" fmla="*/ 29210 h 138429"/>
                <a:gd name="connsiteX993" fmla="*/ 1180466 w 4940931"/>
                <a:gd name="connsiteY993" fmla="*/ 29210 h 138429"/>
                <a:gd name="connsiteX994" fmla="*/ 1195071 w 4940931"/>
                <a:gd name="connsiteY994" fmla="*/ 32385 h 138429"/>
                <a:gd name="connsiteX995" fmla="*/ 1205231 w 4940931"/>
                <a:gd name="connsiteY995" fmla="*/ 40640 h 138429"/>
                <a:gd name="connsiteX996" fmla="*/ 1211581 w 4940931"/>
                <a:gd name="connsiteY996" fmla="*/ 53340 h 138429"/>
                <a:gd name="connsiteX997" fmla="*/ 1213486 w 4940931"/>
                <a:gd name="connsiteY997" fmla="*/ 68580 h 138429"/>
                <a:gd name="connsiteX998" fmla="*/ 1212216 w 4940931"/>
                <a:gd name="connsiteY998" fmla="*/ 68580 h 138429"/>
                <a:gd name="connsiteX999" fmla="*/ 1212216 w 4940931"/>
                <a:gd name="connsiteY999" fmla="*/ 72390 h 138429"/>
                <a:gd name="connsiteX1000" fmla="*/ 1212216 w 4940931"/>
                <a:gd name="connsiteY1000" fmla="*/ 75565 h 138429"/>
                <a:gd name="connsiteX1001" fmla="*/ 1160781 w 4940931"/>
                <a:gd name="connsiteY1001" fmla="*/ 75565 h 138429"/>
                <a:gd name="connsiteX1002" fmla="*/ 1163321 w 4940931"/>
                <a:gd name="connsiteY1002" fmla="*/ 85090 h 138429"/>
                <a:gd name="connsiteX1003" fmla="*/ 1167766 w 4940931"/>
                <a:gd name="connsiteY1003" fmla="*/ 91440 h 138429"/>
                <a:gd name="connsiteX1004" fmla="*/ 1173481 w 4940931"/>
                <a:gd name="connsiteY1004" fmla="*/ 95250 h 138429"/>
                <a:gd name="connsiteX1005" fmla="*/ 1180466 w 4940931"/>
                <a:gd name="connsiteY1005" fmla="*/ 96520 h 138429"/>
                <a:gd name="connsiteX1006" fmla="*/ 1185546 w 4940931"/>
                <a:gd name="connsiteY1006" fmla="*/ 96520 h 138429"/>
                <a:gd name="connsiteX1007" fmla="*/ 1189991 w 4940931"/>
                <a:gd name="connsiteY1007" fmla="*/ 95250 h 138429"/>
                <a:gd name="connsiteX1008" fmla="*/ 1193801 w 4940931"/>
                <a:gd name="connsiteY1008" fmla="*/ 93345 h 138429"/>
                <a:gd name="connsiteX1009" fmla="*/ 1198246 w 4940931"/>
                <a:gd name="connsiteY1009" fmla="*/ 90805 h 138429"/>
                <a:gd name="connsiteX1010" fmla="*/ 1207136 w 4940931"/>
                <a:gd name="connsiteY1010" fmla="*/ 100330 h 138429"/>
                <a:gd name="connsiteX1011" fmla="*/ 1201421 w 4940931"/>
                <a:gd name="connsiteY1011" fmla="*/ 104775 h 138429"/>
                <a:gd name="connsiteX1012" fmla="*/ 1195706 w 4940931"/>
                <a:gd name="connsiteY1012" fmla="*/ 107950 h 138429"/>
                <a:gd name="connsiteX1013" fmla="*/ 1188721 w 4940931"/>
                <a:gd name="connsiteY1013" fmla="*/ 109855 h 138429"/>
                <a:gd name="connsiteX1014" fmla="*/ 1179831 w 4940931"/>
                <a:gd name="connsiteY1014" fmla="*/ 110490 h 138429"/>
                <a:gd name="connsiteX1015" fmla="*/ 1170306 w 4940931"/>
                <a:gd name="connsiteY1015" fmla="*/ 109220 h 138429"/>
                <a:gd name="connsiteX1016" fmla="*/ 1162686 w 4940931"/>
                <a:gd name="connsiteY1016" fmla="*/ 105410 h 138429"/>
                <a:gd name="connsiteX1017" fmla="*/ 1156336 w 4940931"/>
                <a:gd name="connsiteY1017" fmla="*/ 100330 h 138429"/>
                <a:gd name="connsiteX1018" fmla="*/ 1151256 w 4940931"/>
                <a:gd name="connsiteY1018" fmla="*/ 92710 h 138429"/>
                <a:gd name="connsiteX1019" fmla="*/ 1147446 w 4940931"/>
                <a:gd name="connsiteY1019" fmla="*/ 82550 h 138429"/>
                <a:gd name="connsiteX1020" fmla="*/ 1146176 w 4940931"/>
                <a:gd name="connsiteY1020" fmla="*/ 69850 h 138429"/>
                <a:gd name="connsiteX1021" fmla="*/ 1148716 w 4940931"/>
                <a:gd name="connsiteY1021" fmla="*/ 52070 h 138429"/>
                <a:gd name="connsiteX1022" fmla="*/ 1155701 w 4940931"/>
                <a:gd name="connsiteY1022" fmla="*/ 39370 h 138429"/>
                <a:gd name="connsiteX1023" fmla="*/ 1166496 w 4940931"/>
                <a:gd name="connsiteY1023" fmla="*/ 31750 h 138429"/>
                <a:gd name="connsiteX1024" fmla="*/ 1180466 w 4940931"/>
                <a:gd name="connsiteY1024" fmla="*/ 29210 h 138429"/>
                <a:gd name="connsiteX1025" fmla="*/ 901065 w 4940931"/>
                <a:gd name="connsiteY1025" fmla="*/ 29210 h 138429"/>
                <a:gd name="connsiteX1026" fmla="*/ 915670 w 4940931"/>
                <a:gd name="connsiteY1026" fmla="*/ 32385 h 138429"/>
                <a:gd name="connsiteX1027" fmla="*/ 925830 w 4940931"/>
                <a:gd name="connsiteY1027" fmla="*/ 40640 h 138429"/>
                <a:gd name="connsiteX1028" fmla="*/ 932180 w 4940931"/>
                <a:gd name="connsiteY1028" fmla="*/ 53340 h 138429"/>
                <a:gd name="connsiteX1029" fmla="*/ 934085 w 4940931"/>
                <a:gd name="connsiteY1029" fmla="*/ 68580 h 138429"/>
                <a:gd name="connsiteX1030" fmla="*/ 932815 w 4940931"/>
                <a:gd name="connsiteY1030" fmla="*/ 68580 h 138429"/>
                <a:gd name="connsiteX1031" fmla="*/ 932815 w 4940931"/>
                <a:gd name="connsiteY1031" fmla="*/ 72390 h 138429"/>
                <a:gd name="connsiteX1032" fmla="*/ 932815 w 4940931"/>
                <a:gd name="connsiteY1032" fmla="*/ 75565 h 138429"/>
                <a:gd name="connsiteX1033" fmla="*/ 881380 w 4940931"/>
                <a:gd name="connsiteY1033" fmla="*/ 75565 h 138429"/>
                <a:gd name="connsiteX1034" fmla="*/ 883920 w 4940931"/>
                <a:gd name="connsiteY1034" fmla="*/ 85090 h 138429"/>
                <a:gd name="connsiteX1035" fmla="*/ 888365 w 4940931"/>
                <a:gd name="connsiteY1035" fmla="*/ 91440 h 138429"/>
                <a:gd name="connsiteX1036" fmla="*/ 894080 w 4940931"/>
                <a:gd name="connsiteY1036" fmla="*/ 95250 h 138429"/>
                <a:gd name="connsiteX1037" fmla="*/ 901065 w 4940931"/>
                <a:gd name="connsiteY1037" fmla="*/ 96520 h 138429"/>
                <a:gd name="connsiteX1038" fmla="*/ 906145 w 4940931"/>
                <a:gd name="connsiteY1038" fmla="*/ 96520 h 138429"/>
                <a:gd name="connsiteX1039" fmla="*/ 910590 w 4940931"/>
                <a:gd name="connsiteY1039" fmla="*/ 95250 h 138429"/>
                <a:gd name="connsiteX1040" fmla="*/ 914400 w 4940931"/>
                <a:gd name="connsiteY1040" fmla="*/ 93345 h 138429"/>
                <a:gd name="connsiteX1041" fmla="*/ 918845 w 4940931"/>
                <a:gd name="connsiteY1041" fmla="*/ 90805 h 138429"/>
                <a:gd name="connsiteX1042" fmla="*/ 927735 w 4940931"/>
                <a:gd name="connsiteY1042" fmla="*/ 100330 h 138429"/>
                <a:gd name="connsiteX1043" fmla="*/ 922020 w 4940931"/>
                <a:gd name="connsiteY1043" fmla="*/ 104775 h 138429"/>
                <a:gd name="connsiteX1044" fmla="*/ 916305 w 4940931"/>
                <a:gd name="connsiteY1044" fmla="*/ 107950 h 138429"/>
                <a:gd name="connsiteX1045" fmla="*/ 909320 w 4940931"/>
                <a:gd name="connsiteY1045" fmla="*/ 109855 h 138429"/>
                <a:gd name="connsiteX1046" fmla="*/ 900430 w 4940931"/>
                <a:gd name="connsiteY1046" fmla="*/ 110490 h 138429"/>
                <a:gd name="connsiteX1047" fmla="*/ 890905 w 4940931"/>
                <a:gd name="connsiteY1047" fmla="*/ 109220 h 138429"/>
                <a:gd name="connsiteX1048" fmla="*/ 883285 w 4940931"/>
                <a:gd name="connsiteY1048" fmla="*/ 105410 h 138429"/>
                <a:gd name="connsiteX1049" fmla="*/ 876935 w 4940931"/>
                <a:gd name="connsiteY1049" fmla="*/ 100330 h 138429"/>
                <a:gd name="connsiteX1050" fmla="*/ 871855 w 4940931"/>
                <a:gd name="connsiteY1050" fmla="*/ 92710 h 138429"/>
                <a:gd name="connsiteX1051" fmla="*/ 868045 w 4940931"/>
                <a:gd name="connsiteY1051" fmla="*/ 82550 h 138429"/>
                <a:gd name="connsiteX1052" fmla="*/ 866775 w 4940931"/>
                <a:gd name="connsiteY1052" fmla="*/ 69850 h 138429"/>
                <a:gd name="connsiteX1053" fmla="*/ 869315 w 4940931"/>
                <a:gd name="connsiteY1053" fmla="*/ 52070 h 138429"/>
                <a:gd name="connsiteX1054" fmla="*/ 876300 w 4940931"/>
                <a:gd name="connsiteY1054" fmla="*/ 39370 h 138429"/>
                <a:gd name="connsiteX1055" fmla="*/ 887095 w 4940931"/>
                <a:gd name="connsiteY1055" fmla="*/ 31750 h 138429"/>
                <a:gd name="connsiteX1056" fmla="*/ 901065 w 4940931"/>
                <a:gd name="connsiteY1056" fmla="*/ 29210 h 138429"/>
                <a:gd name="connsiteX1057" fmla="*/ 668656 w 4940931"/>
                <a:gd name="connsiteY1057" fmla="*/ 29210 h 138429"/>
                <a:gd name="connsiteX1058" fmla="*/ 676275 w 4940931"/>
                <a:gd name="connsiteY1058" fmla="*/ 29845 h 138429"/>
                <a:gd name="connsiteX1059" fmla="*/ 681991 w 4940931"/>
                <a:gd name="connsiteY1059" fmla="*/ 32385 h 138429"/>
                <a:gd name="connsiteX1060" fmla="*/ 678181 w 4940931"/>
                <a:gd name="connsiteY1060" fmla="*/ 46990 h 138429"/>
                <a:gd name="connsiteX1061" fmla="*/ 676910 w 4940931"/>
                <a:gd name="connsiteY1061" fmla="*/ 46990 h 138429"/>
                <a:gd name="connsiteX1062" fmla="*/ 671830 w 4940931"/>
                <a:gd name="connsiteY1062" fmla="*/ 45085 h 138429"/>
                <a:gd name="connsiteX1063" fmla="*/ 665480 w 4940931"/>
                <a:gd name="connsiteY1063" fmla="*/ 44450 h 138429"/>
                <a:gd name="connsiteX1064" fmla="*/ 654050 w 4940931"/>
                <a:gd name="connsiteY1064" fmla="*/ 49530 h 138429"/>
                <a:gd name="connsiteX1065" fmla="*/ 650240 w 4940931"/>
                <a:gd name="connsiteY1065" fmla="*/ 64770 h 138429"/>
                <a:gd name="connsiteX1066" fmla="*/ 650240 w 4940931"/>
                <a:gd name="connsiteY1066" fmla="*/ 109220 h 138429"/>
                <a:gd name="connsiteX1067" fmla="*/ 635000 w 4940931"/>
                <a:gd name="connsiteY1067" fmla="*/ 109220 h 138429"/>
                <a:gd name="connsiteX1068" fmla="*/ 635000 w 4940931"/>
                <a:gd name="connsiteY1068" fmla="*/ 31115 h 138429"/>
                <a:gd name="connsiteX1069" fmla="*/ 650240 w 4940931"/>
                <a:gd name="connsiteY1069" fmla="*/ 31115 h 138429"/>
                <a:gd name="connsiteX1070" fmla="*/ 650240 w 4940931"/>
                <a:gd name="connsiteY1070" fmla="*/ 38735 h 138429"/>
                <a:gd name="connsiteX1071" fmla="*/ 653416 w 4940931"/>
                <a:gd name="connsiteY1071" fmla="*/ 34925 h 138429"/>
                <a:gd name="connsiteX1072" fmla="*/ 657861 w 4940931"/>
                <a:gd name="connsiteY1072" fmla="*/ 31750 h 138429"/>
                <a:gd name="connsiteX1073" fmla="*/ 662940 w 4940931"/>
                <a:gd name="connsiteY1073" fmla="*/ 29845 h 138429"/>
                <a:gd name="connsiteX1074" fmla="*/ 668656 w 4940931"/>
                <a:gd name="connsiteY1074" fmla="*/ 29210 h 138429"/>
                <a:gd name="connsiteX1075" fmla="*/ 586739 w 4940931"/>
                <a:gd name="connsiteY1075" fmla="*/ 29210 h 138429"/>
                <a:gd name="connsiteX1076" fmla="*/ 601344 w 4940931"/>
                <a:gd name="connsiteY1076" fmla="*/ 32385 h 138429"/>
                <a:gd name="connsiteX1077" fmla="*/ 611504 w 4940931"/>
                <a:gd name="connsiteY1077" fmla="*/ 40640 h 138429"/>
                <a:gd name="connsiteX1078" fmla="*/ 617854 w 4940931"/>
                <a:gd name="connsiteY1078" fmla="*/ 53340 h 138429"/>
                <a:gd name="connsiteX1079" fmla="*/ 619759 w 4940931"/>
                <a:gd name="connsiteY1079" fmla="*/ 68580 h 138429"/>
                <a:gd name="connsiteX1080" fmla="*/ 618489 w 4940931"/>
                <a:gd name="connsiteY1080" fmla="*/ 68580 h 138429"/>
                <a:gd name="connsiteX1081" fmla="*/ 618489 w 4940931"/>
                <a:gd name="connsiteY1081" fmla="*/ 72390 h 138429"/>
                <a:gd name="connsiteX1082" fmla="*/ 618489 w 4940931"/>
                <a:gd name="connsiteY1082" fmla="*/ 75565 h 138429"/>
                <a:gd name="connsiteX1083" fmla="*/ 567054 w 4940931"/>
                <a:gd name="connsiteY1083" fmla="*/ 75565 h 138429"/>
                <a:gd name="connsiteX1084" fmla="*/ 569594 w 4940931"/>
                <a:gd name="connsiteY1084" fmla="*/ 85090 h 138429"/>
                <a:gd name="connsiteX1085" fmla="*/ 574039 w 4940931"/>
                <a:gd name="connsiteY1085" fmla="*/ 91440 h 138429"/>
                <a:gd name="connsiteX1086" fmla="*/ 579754 w 4940931"/>
                <a:gd name="connsiteY1086" fmla="*/ 95250 h 138429"/>
                <a:gd name="connsiteX1087" fmla="*/ 586739 w 4940931"/>
                <a:gd name="connsiteY1087" fmla="*/ 96520 h 138429"/>
                <a:gd name="connsiteX1088" fmla="*/ 591819 w 4940931"/>
                <a:gd name="connsiteY1088" fmla="*/ 96520 h 138429"/>
                <a:gd name="connsiteX1089" fmla="*/ 596264 w 4940931"/>
                <a:gd name="connsiteY1089" fmla="*/ 95250 h 138429"/>
                <a:gd name="connsiteX1090" fmla="*/ 600074 w 4940931"/>
                <a:gd name="connsiteY1090" fmla="*/ 93345 h 138429"/>
                <a:gd name="connsiteX1091" fmla="*/ 604519 w 4940931"/>
                <a:gd name="connsiteY1091" fmla="*/ 90805 h 138429"/>
                <a:gd name="connsiteX1092" fmla="*/ 613409 w 4940931"/>
                <a:gd name="connsiteY1092" fmla="*/ 100330 h 138429"/>
                <a:gd name="connsiteX1093" fmla="*/ 607694 w 4940931"/>
                <a:gd name="connsiteY1093" fmla="*/ 104775 h 138429"/>
                <a:gd name="connsiteX1094" fmla="*/ 601979 w 4940931"/>
                <a:gd name="connsiteY1094" fmla="*/ 107950 h 138429"/>
                <a:gd name="connsiteX1095" fmla="*/ 594994 w 4940931"/>
                <a:gd name="connsiteY1095" fmla="*/ 109855 h 138429"/>
                <a:gd name="connsiteX1096" fmla="*/ 586104 w 4940931"/>
                <a:gd name="connsiteY1096" fmla="*/ 110490 h 138429"/>
                <a:gd name="connsiteX1097" fmla="*/ 576579 w 4940931"/>
                <a:gd name="connsiteY1097" fmla="*/ 109220 h 138429"/>
                <a:gd name="connsiteX1098" fmla="*/ 568959 w 4940931"/>
                <a:gd name="connsiteY1098" fmla="*/ 105410 h 138429"/>
                <a:gd name="connsiteX1099" fmla="*/ 562609 w 4940931"/>
                <a:gd name="connsiteY1099" fmla="*/ 100330 h 138429"/>
                <a:gd name="connsiteX1100" fmla="*/ 557529 w 4940931"/>
                <a:gd name="connsiteY1100" fmla="*/ 92710 h 138429"/>
                <a:gd name="connsiteX1101" fmla="*/ 553719 w 4940931"/>
                <a:gd name="connsiteY1101" fmla="*/ 82550 h 138429"/>
                <a:gd name="connsiteX1102" fmla="*/ 552449 w 4940931"/>
                <a:gd name="connsiteY1102" fmla="*/ 69850 h 138429"/>
                <a:gd name="connsiteX1103" fmla="*/ 554989 w 4940931"/>
                <a:gd name="connsiteY1103" fmla="*/ 52070 h 138429"/>
                <a:gd name="connsiteX1104" fmla="*/ 561974 w 4940931"/>
                <a:gd name="connsiteY1104" fmla="*/ 39370 h 138429"/>
                <a:gd name="connsiteX1105" fmla="*/ 572769 w 4940931"/>
                <a:gd name="connsiteY1105" fmla="*/ 31750 h 138429"/>
                <a:gd name="connsiteX1106" fmla="*/ 586739 w 4940931"/>
                <a:gd name="connsiteY1106" fmla="*/ 29210 h 138429"/>
                <a:gd name="connsiteX1107" fmla="*/ 400050 w 4940931"/>
                <a:gd name="connsiteY1107" fmla="*/ 29210 h 138429"/>
                <a:gd name="connsiteX1108" fmla="*/ 414655 w 4940931"/>
                <a:gd name="connsiteY1108" fmla="*/ 32385 h 138429"/>
                <a:gd name="connsiteX1109" fmla="*/ 424815 w 4940931"/>
                <a:gd name="connsiteY1109" fmla="*/ 40640 h 138429"/>
                <a:gd name="connsiteX1110" fmla="*/ 431165 w 4940931"/>
                <a:gd name="connsiteY1110" fmla="*/ 53340 h 138429"/>
                <a:gd name="connsiteX1111" fmla="*/ 433070 w 4940931"/>
                <a:gd name="connsiteY1111" fmla="*/ 68580 h 138429"/>
                <a:gd name="connsiteX1112" fmla="*/ 431800 w 4940931"/>
                <a:gd name="connsiteY1112" fmla="*/ 68580 h 138429"/>
                <a:gd name="connsiteX1113" fmla="*/ 431800 w 4940931"/>
                <a:gd name="connsiteY1113" fmla="*/ 72390 h 138429"/>
                <a:gd name="connsiteX1114" fmla="*/ 431800 w 4940931"/>
                <a:gd name="connsiteY1114" fmla="*/ 75565 h 138429"/>
                <a:gd name="connsiteX1115" fmla="*/ 380365 w 4940931"/>
                <a:gd name="connsiteY1115" fmla="*/ 75565 h 138429"/>
                <a:gd name="connsiteX1116" fmla="*/ 382905 w 4940931"/>
                <a:gd name="connsiteY1116" fmla="*/ 85090 h 138429"/>
                <a:gd name="connsiteX1117" fmla="*/ 387350 w 4940931"/>
                <a:gd name="connsiteY1117" fmla="*/ 91440 h 138429"/>
                <a:gd name="connsiteX1118" fmla="*/ 393065 w 4940931"/>
                <a:gd name="connsiteY1118" fmla="*/ 95250 h 138429"/>
                <a:gd name="connsiteX1119" fmla="*/ 400050 w 4940931"/>
                <a:gd name="connsiteY1119" fmla="*/ 96520 h 138429"/>
                <a:gd name="connsiteX1120" fmla="*/ 405130 w 4940931"/>
                <a:gd name="connsiteY1120" fmla="*/ 96520 h 138429"/>
                <a:gd name="connsiteX1121" fmla="*/ 409575 w 4940931"/>
                <a:gd name="connsiteY1121" fmla="*/ 95250 h 138429"/>
                <a:gd name="connsiteX1122" fmla="*/ 413385 w 4940931"/>
                <a:gd name="connsiteY1122" fmla="*/ 93345 h 138429"/>
                <a:gd name="connsiteX1123" fmla="*/ 417830 w 4940931"/>
                <a:gd name="connsiteY1123" fmla="*/ 90805 h 138429"/>
                <a:gd name="connsiteX1124" fmla="*/ 426720 w 4940931"/>
                <a:gd name="connsiteY1124" fmla="*/ 100330 h 138429"/>
                <a:gd name="connsiteX1125" fmla="*/ 421005 w 4940931"/>
                <a:gd name="connsiteY1125" fmla="*/ 104775 h 138429"/>
                <a:gd name="connsiteX1126" fmla="*/ 415290 w 4940931"/>
                <a:gd name="connsiteY1126" fmla="*/ 107950 h 138429"/>
                <a:gd name="connsiteX1127" fmla="*/ 408305 w 4940931"/>
                <a:gd name="connsiteY1127" fmla="*/ 109855 h 138429"/>
                <a:gd name="connsiteX1128" fmla="*/ 399415 w 4940931"/>
                <a:gd name="connsiteY1128" fmla="*/ 110490 h 138429"/>
                <a:gd name="connsiteX1129" fmla="*/ 389890 w 4940931"/>
                <a:gd name="connsiteY1129" fmla="*/ 109220 h 138429"/>
                <a:gd name="connsiteX1130" fmla="*/ 382270 w 4940931"/>
                <a:gd name="connsiteY1130" fmla="*/ 105410 h 138429"/>
                <a:gd name="connsiteX1131" fmla="*/ 375920 w 4940931"/>
                <a:gd name="connsiteY1131" fmla="*/ 100330 h 138429"/>
                <a:gd name="connsiteX1132" fmla="*/ 370840 w 4940931"/>
                <a:gd name="connsiteY1132" fmla="*/ 92710 h 138429"/>
                <a:gd name="connsiteX1133" fmla="*/ 367030 w 4940931"/>
                <a:gd name="connsiteY1133" fmla="*/ 82550 h 138429"/>
                <a:gd name="connsiteX1134" fmla="*/ 365760 w 4940931"/>
                <a:gd name="connsiteY1134" fmla="*/ 69850 h 138429"/>
                <a:gd name="connsiteX1135" fmla="*/ 368300 w 4940931"/>
                <a:gd name="connsiteY1135" fmla="*/ 52070 h 138429"/>
                <a:gd name="connsiteX1136" fmla="*/ 375285 w 4940931"/>
                <a:gd name="connsiteY1136" fmla="*/ 39370 h 138429"/>
                <a:gd name="connsiteX1137" fmla="*/ 386080 w 4940931"/>
                <a:gd name="connsiteY1137" fmla="*/ 31750 h 138429"/>
                <a:gd name="connsiteX1138" fmla="*/ 400050 w 4940931"/>
                <a:gd name="connsiteY1138" fmla="*/ 29210 h 138429"/>
                <a:gd name="connsiteX1139" fmla="*/ 201930 w 4940931"/>
                <a:gd name="connsiteY1139" fmla="*/ 29210 h 138429"/>
                <a:gd name="connsiteX1140" fmla="*/ 216535 w 4940931"/>
                <a:gd name="connsiteY1140" fmla="*/ 32385 h 138429"/>
                <a:gd name="connsiteX1141" fmla="*/ 226695 w 4940931"/>
                <a:gd name="connsiteY1141" fmla="*/ 40640 h 138429"/>
                <a:gd name="connsiteX1142" fmla="*/ 233045 w 4940931"/>
                <a:gd name="connsiteY1142" fmla="*/ 53340 h 138429"/>
                <a:gd name="connsiteX1143" fmla="*/ 234950 w 4940931"/>
                <a:gd name="connsiteY1143" fmla="*/ 68580 h 138429"/>
                <a:gd name="connsiteX1144" fmla="*/ 233680 w 4940931"/>
                <a:gd name="connsiteY1144" fmla="*/ 68580 h 138429"/>
                <a:gd name="connsiteX1145" fmla="*/ 233680 w 4940931"/>
                <a:gd name="connsiteY1145" fmla="*/ 72390 h 138429"/>
                <a:gd name="connsiteX1146" fmla="*/ 233680 w 4940931"/>
                <a:gd name="connsiteY1146" fmla="*/ 75565 h 138429"/>
                <a:gd name="connsiteX1147" fmla="*/ 182245 w 4940931"/>
                <a:gd name="connsiteY1147" fmla="*/ 75565 h 138429"/>
                <a:gd name="connsiteX1148" fmla="*/ 184785 w 4940931"/>
                <a:gd name="connsiteY1148" fmla="*/ 85090 h 138429"/>
                <a:gd name="connsiteX1149" fmla="*/ 189230 w 4940931"/>
                <a:gd name="connsiteY1149" fmla="*/ 91440 h 138429"/>
                <a:gd name="connsiteX1150" fmla="*/ 194945 w 4940931"/>
                <a:gd name="connsiteY1150" fmla="*/ 95250 h 138429"/>
                <a:gd name="connsiteX1151" fmla="*/ 201930 w 4940931"/>
                <a:gd name="connsiteY1151" fmla="*/ 96520 h 138429"/>
                <a:gd name="connsiteX1152" fmla="*/ 207010 w 4940931"/>
                <a:gd name="connsiteY1152" fmla="*/ 96520 h 138429"/>
                <a:gd name="connsiteX1153" fmla="*/ 211455 w 4940931"/>
                <a:gd name="connsiteY1153" fmla="*/ 95250 h 138429"/>
                <a:gd name="connsiteX1154" fmla="*/ 215265 w 4940931"/>
                <a:gd name="connsiteY1154" fmla="*/ 93345 h 138429"/>
                <a:gd name="connsiteX1155" fmla="*/ 219710 w 4940931"/>
                <a:gd name="connsiteY1155" fmla="*/ 90805 h 138429"/>
                <a:gd name="connsiteX1156" fmla="*/ 228600 w 4940931"/>
                <a:gd name="connsiteY1156" fmla="*/ 100330 h 138429"/>
                <a:gd name="connsiteX1157" fmla="*/ 222885 w 4940931"/>
                <a:gd name="connsiteY1157" fmla="*/ 104775 h 138429"/>
                <a:gd name="connsiteX1158" fmla="*/ 217170 w 4940931"/>
                <a:gd name="connsiteY1158" fmla="*/ 107950 h 138429"/>
                <a:gd name="connsiteX1159" fmla="*/ 210185 w 4940931"/>
                <a:gd name="connsiteY1159" fmla="*/ 109855 h 138429"/>
                <a:gd name="connsiteX1160" fmla="*/ 201295 w 4940931"/>
                <a:gd name="connsiteY1160" fmla="*/ 110490 h 138429"/>
                <a:gd name="connsiteX1161" fmla="*/ 191770 w 4940931"/>
                <a:gd name="connsiteY1161" fmla="*/ 109220 h 138429"/>
                <a:gd name="connsiteX1162" fmla="*/ 184150 w 4940931"/>
                <a:gd name="connsiteY1162" fmla="*/ 105410 h 138429"/>
                <a:gd name="connsiteX1163" fmla="*/ 177800 w 4940931"/>
                <a:gd name="connsiteY1163" fmla="*/ 100330 h 138429"/>
                <a:gd name="connsiteX1164" fmla="*/ 172720 w 4940931"/>
                <a:gd name="connsiteY1164" fmla="*/ 92710 h 138429"/>
                <a:gd name="connsiteX1165" fmla="*/ 168910 w 4940931"/>
                <a:gd name="connsiteY1165" fmla="*/ 82550 h 138429"/>
                <a:gd name="connsiteX1166" fmla="*/ 167640 w 4940931"/>
                <a:gd name="connsiteY1166" fmla="*/ 69850 h 138429"/>
                <a:gd name="connsiteX1167" fmla="*/ 170180 w 4940931"/>
                <a:gd name="connsiteY1167" fmla="*/ 52070 h 138429"/>
                <a:gd name="connsiteX1168" fmla="*/ 177165 w 4940931"/>
                <a:gd name="connsiteY1168" fmla="*/ 39370 h 138429"/>
                <a:gd name="connsiteX1169" fmla="*/ 187960 w 4940931"/>
                <a:gd name="connsiteY1169" fmla="*/ 31750 h 138429"/>
                <a:gd name="connsiteX1170" fmla="*/ 201930 w 4940931"/>
                <a:gd name="connsiteY1170" fmla="*/ 29210 h 138429"/>
                <a:gd name="connsiteX1171" fmla="*/ 4664706 w 4940931"/>
                <a:gd name="connsiteY1171" fmla="*/ 28574 h 138429"/>
                <a:gd name="connsiteX1172" fmla="*/ 4678676 w 4940931"/>
                <a:gd name="connsiteY1172" fmla="*/ 31749 h 138429"/>
                <a:gd name="connsiteX1173" fmla="*/ 4689471 w 4940931"/>
                <a:gd name="connsiteY1173" fmla="*/ 40004 h 138429"/>
                <a:gd name="connsiteX1174" fmla="*/ 4696456 w 4940931"/>
                <a:gd name="connsiteY1174" fmla="*/ 52704 h 138429"/>
                <a:gd name="connsiteX1175" fmla="*/ 4698996 w 4940931"/>
                <a:gd name="connsiteY1175" fmla="*/ 69214 h 138429"/>
                <a:gd name="connsiteX1176" fmla="*/ 4699631 w 4940931"/>
                <a:gd name="connsiteY1176" fmla="*/ 69214 h 138429"/>
                <a:gd name="connsiteX1177" fmla="*/ 4697091 w 4940931"/>
                <a:gd name="connsiteY1177" fmla="*/ 86359 h 138429"/>
                <a:gd name="connsiteX1178" fmla="*/ 4689471 w 4940931"/>
                <a:gd name="connsiteY1178" fmla="*/ 99059 h 138429"/>
                <a:gd name="connsiteX1179" fmla="*/ 4678041 w 4940931"/>
                <a:gd name="connsiteY1179" fmla="*/ 107314 h 138429"/>
                <a:gd name="connsiteX1180" fmla="*/ 4664071 w 4940931"/>
                <a:gd name="connsiteY1180" fmla="*/ 109854 h 138429"/>
                <a:gd name="connsiteX1181" fmla="*/ 4650101 w 4940931"/>
                <a:gd name="connsiteY1181" fmla="*/ 106679 h 138429"/>
                <a:gd name="connsiteX1182" fmla="*/ 4639306 w 4940931"/>
                <a:gd name="connsiteY1182" fmla="*/ 98424 h 138429"/>
                <a:gd name="connsiteX1183" fmla="*/ 4632321 w 4940931"/>
                <a:gd name="connsiteY1183" fmla="*/ 85724 h 138429"/>
                <a:gd name="connsiteX1184" fmla="*/ 4629781 w 4940931"/>
                <a:gd name="connsiteY1184" fmla="*/ 69214 h 138429"/>
                <a:gd name="connsiteX1185" fmla="*/ 4632321 w 4940931"/>
                <a:gd name="connsiteY1185" fmla="*/ 52069 h 138429"/>
                <a:gd name="connsiteX1186" fmla="*/ 4639941 w 4940931"/>
                <a:gd name="connsiteY1186" fmla="*/ 39369 h 138429"/>
                <a:gd name="connsiteX1187" fmla="*/ 4650736 w 4940931"/>
                <a:gd name="connsiteY1187" fmla="*/ 31114 h 138429"/>
                <a:gd name="connsiteX1188" fmla="*/ 4664706 w 4940931"/>
                <a:gd name="connsiteY1188" fmla="*/ 28574 h 138429"/>
                <a:gd name="connsiteX1189" fmla="*/ 4264655 w 4940931"/>
                <a:gd name="connsiteY1189" fmla="*/ 28574 h 138429"/>
                <a:gd name="connsiteX1190" fmla="*/ 4278625 w 4940931"/>
                <a:gd name="connsiteY1190" fmla="*/ 31749 h 138429"/>
                <a:gd name="connsiteX1191" fmla="*/ 4289420 w 4940931"/>
                <a:gd name="connsiteY1191" fmla="*/ 40004 h 138429"/>
                <a:gd name="connsiteX1192" fmla="*/ 4296405 w 4940931"/>
                <a:gd name="connsiteY1192" fmla="*/ 52704 h 138429"/>
                <a:gd name="connsiteX1193" fmla="*/ 4298945 w 4940931"/>
                <a:gd name="connsiteY1193" fmla="*/ 69214 h 138429"/>
                <a:gd name="connsiteX1194" fmla="*/ 4299580 w 4940931"/>
                <a:gd name="connsiteY1194" fmla="*/ 69214 h 138429"/>
                <a:gd name="connsiteX1195" fmla="*/ 4297040 w 4940931"/>
                <a:gd name="connsiteY1195" fmla="*/ 86359 h 138429"/>
                <a:gd name="connsiteX1196" fmla="*/ 4289420 w 4940931"/>
                <a:gd name="connsiteY1196" fmla="*/ 99059 h 138429"/>
                <a:gd name="connsiteX1197" fmla="*/ 4277990 w 4940931"/>
                <a:gd name="connsiteY1197" fmla="*/ 107314 h 138429"/>
                <a:gd name="connsiteX1198" fmla="*/ 4264020 w 4940931"/>
                <a:gd name="connsiteY1198" fmla="*/ 109854 h 138429"/>
                <a:gd name="connsiteX1199" fmla="*/ 4250050 w 4940931"/>
                <a:gd name="connsiteY1199" fmla="*/ 106679 h 138429"/>
                <a:gd name="connsiteX1200" fmla="*/ 4239255 w 4940931"/>
                <a:gd name="connsiteY1200" fmla="*/ 98424 h 138429"/>
                <a:gd name="connsiteX1201" fmla="*/ 4232270 w 4940931"/>
                <a:gd name="connsiteY1201" fmla="*/ 85724 h 138429"/>
                <a:gd name="connsiteX1202" fmla="*/ 4229730 w 4940931"/>
                <a:gd name="connsiteY1202" fmla="*/ 69214 h 138429"/>
                <a:gd name="connsiteX1203" fmla="*/ 4232270 w 4940931"/>
                <a:gd name="connsiteY1203" fmla="*/ 52069 h 138429"/>
                <a:gd name="connsiteX1204" fmla="*/ 4239890 w 4940931"/>
                <a:gd name="connsiteY1204" fmla="*/ 39369 h 138429"/>
                <a:gd name="connsiteX1205" fmla="*/ 4250685 w 4940931"/>
                <a:gd name="connsiteY1205" fmla="*/ 31114 h 138429"/>
                <a:gd name="connsiteX1206" fmla="*/ 4264655 w 4940931"/>
                <a:gd name="connsiteY1206" fmla="*/ 28574 h 138429"/>
                <a:gd name="connsiteX1207" fmla="*/ 1420495 w 4940931"/>
                <a:gd name="connsiteY1207" fmla="*/ 28574 h 138429"/>
                <a:gd name="connsiteX1208" fmla="*/ 1434465 w 4940931"/>
                <a:gd name="connsiteY1208" fmla="*/ 31749 h 138429"/>
                <a:gd name="connsiteX1209" fmla="*/ 1445260 w 4940931"/>
                <a:gd name="connsiteY1209" fmla="*/ 40004 h 138429"/>
                <a:gd name="connsiteX1210" fmla="*/ 1452245 w 4940931"/>
                <a:gd name="connsiteY1210" fmla="*/ 52704 h 138429"/>
                <a:gd name="connsiteX1211" fmla="*/ 1454785 w 4940931"/>
                <a:gd name="connsiteY1211" fmla="*/ 69214 h 138429"/>
                <a:gd name="connsiteX1212" fmla="*/ 1455420 w 4940931"/>
                <a:gd name="connsiteY1212" fmla="*/ 69214 h 138429"/>
                <a:gd name="connsiteX1213" fmla="*/ 1452880 w 4940931"/>
                <a:gd name="connsiteY1213" fmla="*/ 86359 h 138429"/>
                <a:gd name="connsiteX1214" fmla="*/ 1445260 w 4940931"/>
                <a:gd name="connsiteY1214" fmla="*/ 99059 h 138429"/>
                <a:gd name="connsiteX1215" fmla="*/ 1433830 w 4940931"/>
                <a:gd name="connsiteY1215" fmla="*/ 107314 h 138429"/>
                <a:gd name="connsiteX1216" fmla="*/ 1419860 w 4940931"/>
                <a:gd name="connsiteY1216" fmla="*/ 109854 h 138429"/>
                <a:gd name="connsiteX1217" fmla="*/ 1405890 w 4940931"/>
                <a:gd name="connsiteY1217" fmla="*/ 106679 h 138429"/>
                <a:gd name="connsiteX1218" fmla="*/ 1395095 w 4940931"/>
                <a:gd name="connsiteY1218" fmla="*/ 98424 h 138429"/>
                <a:gd name="connsiteX1219" fmla="*/ 1388110 w 4940931"/>
                <a:gd name="connsiteY1219" fmla="*/ 85724 h 138429"/>
                <a:gd name="connsiteX1220" fmla="*/ 1385570 w 4940931"/>
                <a:gd name="connsiteY1220" fmla="*/ 69214 h 138429"/>
                <a:gd name="connsiteX1221" fmla="*/ 1388110 w 4940931"/>
                <a:gd name="connsiteY1221" fmla="*/ 52069 h 138429"/>
                <a:gd name="connsiteX1222" fmla="*/ 1395730 w 4940931"/>
                <a:gd name="connsiteY1222" fmla="*/ 39369 h 138429"/>
                <a:gd name="connsiteX1223" fmla="*/ 1406525 w 4940931"/>
                <a:gd name="connsiteY1223" fmla="*/ 31114 h 138429"/>
                <a:gd name="connsiteX1224" fmla="*/ 1420495 w 4940931"/>
                <a:gd name="connsiteY1224" fmla="*/ 28574 h 138429"/>
                <a:gd name="connsiteX1225" fmla="*/ 3143245 w 4940931"/>
                <a:gd name="connsiteY1225" fmla="*/ 5079 h 138429"/>
                <a:gd name="connsiteX1226" fmla="*/ 3219445 w 4940931"/>
                <a:gd name="connsiteY1226" fmla="*/ 5079 h 138429"/>
                <a:gd name="connsiteX1227" fmla="*/ 3219445 w 4940931"/>
                <a:gd name="connsiteY1227" fmla="*/ 20319 h 138429"/>
                <a:gd name="connsiteX1228" fmla="*/ 3188965 w 4940931"/>
                <a:gd name="connsiteY1228" fmla="*/ 20319 h 138429"/>
                <a:gd name="connsiteX1229" fmla="*/ 3188965 w 4940931"/>
                <a:gd name="connsiteY1229" fmla="*/ 108584 h 138429"/>
                <a:gd name="connsiteX1230" fmla="*/ 3173090 w 4940931"/>
                <a:gd name="connsiteY1230" fmla="*/ 108584 h 138429"/>
                <a:gd name="connsiteX1231" fmla="*/ 3173090 w 4940931"/>
                <a:gd name="connsiteY1231" fmla="*/ 20319 h 138429"/>
                <a:gd name="connsiteX1232" fmla="*/ 3143245 w 4940931"/>
                <a:gd name="connsiteY1232" fmla="*/ 20319 h 138429"/>
                <a:gd name="connsiteX1233" fmla="*/ 1628774 w 4940931"/>
                <a:gd name="connsiteY1233" fmla="*/ 5079 h 138429"/>
                <a:gd name="connsiteX1234" fmla="*/ 1704970 w 4940931"/>
                <a:gd name="connsiteY1234" fmla="*/ 5079 h 138429"/>
                <a:gd name="connsiteX1235" fmla="*/ 1704970 w 4940931"/>
                <a:gd name="connsiteY1235" fmla="*/ 20319 h 138429"/>
                <a:gd name="connsiteX1236" fmla="*/ 1675129 w 4940931"/>
                <a:gd name="connsiteY1236" fmla="*/ 20319 h 138429"/>
                <a:gd name="connsiteX1237" fmla="*/ 1675129 w 4940931"/>
                <a:gd name="connsiteY1237" fmla="*/ 108584 h 138429"/>
                <a:gd name="connsiteX1238" fmla="*/ 1659255 w 4940931"/>
                <a:gd name="connsiteY1238" fmla="*/ 108584 h 138429"/>
                <a:gd name="connsiteX1239" fmla="*/ 1659255 w 4940931"/>
                <a:gd name="connsiteY1239" fmla="*/ 20319 h 138429"/>
                <a:gd name="connsiteX1240" fmla="*/ 1628774 w 4940931"/>
                <a:gd name="connsiteY1240" fmla="*/ 20319 h 138429"/>
                <a:gd name="connsiteX1241" fmla="*/ 0 w 4940931"/>
                <a:gd name="connsiteY1241" fmla="*/ 5079 h 138429"/>
                <a:gd name="connsiteX1242" fmla="*/ 76200 w 4940931"/>
                <a:gd name="connsiteY1242" fmla="*/ 5079 h 138429"/>
                <a:gd name="connsiteX1243" fmla="*/ 76200 w 4940931"/>
                <a:gd name="connsiteY1243" fmla="*/ 20319 h 138429"/>
                <a:gd name="connsiteX1244" fmla="*/ 45720 w 4940931"/>
                <a:gd name="connsiteY1244" fmla="*/ 20319 h 138429"/>
                <a:gd name="connsiteX1245" fmla="*/ 45720 w 4940931"/>
                <a:gd name="connsiteY1245" fmla="*/ 108584 h 138429"/>
                <a:gd name="connsiteX1246" fmla="*/ 29845 w 4940931"/>
                <a:gd name="connsiteY1246" fmla="*/ 108584 h 138429"/>
                <a:gd name="connsiteX1247" fmla="*/ 29845 w 4940931"/>
                <a:gd name="connsiteY1247" fmla="*/ 20319 h 138429"/>
                <a:gd name="connsiteX1248" fmla="*/ 0 w 4940931"/>
                <a:gd name="connsiteY1248" fmla="*/ 20319 h 138429"/>
                <a:gd name="connsiteX1249" fmla="*/ 1362075 w 4940931"/>
                <a:gd name="connsiteY1249" fmla="*/ 1269 h 138429"/>
                <a:gd name="connsiteX1250" fmla="*/ 1365885 w 4940931"/>
                <a:gd name="connsiteY1250" fmla="*/ 1904 h 138429"/>
                <a:gd name="connsiteX1251" fmla="*/ 1369060 w 4940931"/>
                <a:gd name="connsiteY1251" fmla="*/ 3809 h 138429"/>
                <a:gd name="connsiteX1252" fmla="*/ 1370965 w 4940931"/>
                <a:gd name="connsiteY1252" fmla="*/ 6984 h 138429"/>
                <a:gd name="connsiteX1253" fmla="*/ 1371600 w 4940931"/>
                <a:gd name="connsiteY1253" fmla="*/ 10794 h 138429"/>
                <a:gd name="connsiteX1254" fmla="*/ 1370965 w 4940931"/>
                <a:gd name="connsiteY1254" fmla="*/ 14604 h 138429"/>
                <a:gd name="connsiteX1255" fmla="*/ 1369060 w 4940931"/>
                <a:gd name="connsiteY1255" fmla="*/ 17779 h 138429"/>
                <a:gd name="connsiteX1256" fmla="*/ 1365885 w 4940931"/>
                <a:gd name="connsiteY1256" fmla="*/ 19684 h 138429"/>
                <a:gd name="connsiteX1257" fmla="*/ 1362075 w 4940931"/>
                <a:gd name="connsiteY1257" fmla="*/ 20319 h 138429"/>
                <a:gd name="connsiteX1258" fmla="*/ 1358265 w 4940931"/>
                <a:gd name="connsiteY1258" fmla="*/ 19684 h 138429"/>
                <a:gd name="connsiteX1259" fmla="*/ 1355090 w 4940931"/>
                <a:gd name="connsiteY1259" fmla="*/ 17779 h 138429"/>
                <a:gd name="connsiteX1260" fmla="*/ 1353185 w 4940931"/>
                <a:gd name="connsiteY1260" fmla="*/ 14604 h 138429"/>
                <a:gd name="connsiteX1261" fmla="*/ 1352550 w 4940931"/>
                <a:gd name="connsiteY1261" fmla="*/ 10794 h 138429"/>
                <a:gd name="connsiteX1262" fmla="*/ 1353185 w 4940931"/>
                <a:gd name="connsiteY1262" fmla="*/ 6984 h 138429"/>
                <a:gd name="connsiteX1263" fmla="*/ 1355090 w 4940931"/>
                <a:gd name="connsiteY1263" fmla="*/ 3809 h 138429"/>
                <a:gd name="connsiteX1264" fmla="*/ 1358265 w 4940931"/>
                <a:gd name="connsiteY1264" fmla="*/ 1904 h 138429"/>
                <a:gd name="connsiteX1265" fmla="*/ 1362075 w 4940931"/>
                <a:gd name="connsiteY1265" fmla="*/ 1269 h 138429"/>
                <a:gd name="connsiteX1266" fmla="*/ 4789801 w 4940931"/>
                <a:gd name="connsiteY1266" fmla="*/ 634 h 138429"/>
                <a:gd name="connsiteX1267" fmla="*/ 4789801 w 4940931"/>
                <a:gd name="connsiteY1267" fmla="*/ 65404 h 138429"/>
                <a:gd name="connsiteX1268" fmla="*/ 4814566 w 4940931"/>
                <a:gd name="connsiteY1268" fmla="*/ 31114 h 138429"/>
                <a:gd name="connsiteX1269" fmla="*/ 4831711 w 4940931"/>
                <a:gd name="connsiteY1269" fmla="*/ 31114 h 138429"/>
                <a:gd name="connsiteX1270" fmla="*/ 4812026 w 4940931"/>
                <a:gd name="connsiteY1270" fmla="*/ 57149 h 138429"/>
                <a:gd name="connsiteX1271" fmla="*/ 4835521 w 4940931"/>
                <a:gd name="connsiteY1271" fmla="*/ 108584 h 138429"/>
                <a:gd name="connsiteX1272" fmla="*/ 4819011 w 4940931"/>
                <a:gd name="connsiteY1272" fmla="*/ 108584 h 138429"/>
                <a:gd name="connsiteX1273" fmla="*/ 4801866 w 4940931"/>
                <a:gd name="connsiteY1273" fmla="*/ 69849 h 138429"/>
                <a:gd name="connsiteX1274" fmla="*/ 4789801 w 4940931"/>
                <a:gd name="connsiteY1274" fmla="*/ 85724 h 138429"/>
                <a:gd name="connsiteX1275" fmla="*/ 4789801 w 4940931"/>
                <a:gd name="connsiteY1275" fmla="*/ 108584 h 138429"/>
                <a:gd name="connsiteX1276" fmla="*/ 4774561 w 4940931"/>
                <a:gd name="connsiteY1276" fmla="*/ 108584 h 138429"/>
                <a:gd name="connsiteX1277" fmla="*/ 4774561 w 4940931"/>
                <a:gd name="connsiteY1277" fmla="*/ 8889 h 138429"/>
                <a:gd name="connsiteX1278" fmla="*/ 4472301 w 4940931"/>
                <a:gd name="connsiteY1278" fmla="*/ 634 h 138429"/>
                <a:gd name="connsiteX1279" fmla="*/ 4472301 w 4940931"/>
                <a:gd name="connsiteY1279" fmla="*/ 109219 h 138429"/>
                <a:gd name="connsiteX1280" fmla="*/ 4457061 w 4940931"/>
                <a:gd name="connsiteY1280" fmla="*/ 109219 h 138429"/>
                <a:gd name="connsiteX1281" fmla="*/ 4457696 w 4940931"/>
                <a:gd name="connsiteY1281" fmla="*/ 108584 h 138429"/>
                <a:gd name="connsiteX1282" fmla="*/ 4457696 w 4940931"/>
                <a:gd name="connsiteY1282" fmla="*/ 100964 h 138429"/>
                <a:gd name="connsiteX1283" fmla="*/ 4453251 w 4940931"/>
                <a:gd name="connsiteY1283" fmla="*/ 104774 h 138429"/>
                <a:gd name="connsiteX1284" fmla="*/ 4448171 w 4940931"/>
                <a:gd name="connsiteY1284" fmla="*/ 107949 h 138429"/>
                <a:gd name="connsiteX1285" fmla="*/ 4443091 w 4940931"/>
                <a:gd name="connsiteY1285" fmla="*/ 109854 h 138429"/>
                <a:gd name="connsiteX1286" fmla="*/ 4437376 w 4940931"/>
                <a:gd name="connsiteY1286" fmla="*/ 109854 h 138429"/>
                <a:gd name="connsiteX1287" fmla="*/ 4425946 w 4940931"/>
                <a:gd name="connsiteY1287" fmla="*/ 107314 h 138429"/>
                <a:gd name="connsiteX1288" fmla="*/ 4416421 w 4940931"/>
                <a:gd name="connsiteY1288" fmla="*/ 99694 h 138429"/>
                <a:gd name="connsiteX1289" fmla="*/ 4410071 w 4940931"/>
                <a:gd name="connsiteY1289" fmla="*/ 86994 h 138429"/>
                <a:gd name="connsiteX1290" fmla="*/ 4407531 w 4940931"/>
                <a:gd name="connsiteY1290" fmla="*/ 67944 h 138429"/>
                <a:gd name="connsiteX1291" fmla="*/ 4410071 w 4940931"/>
                <a:gd name="connsiteY1291" fmla="*/ 50799 h 138429"/>
                <a:gd name="connsiteX1292" fmla="*/ 4417056 w 4940931"/>
                <a:gd name="connsiteY1292" fmla="*/ 38734 h 138429"/>
                <a:gd name="connsiteX1293" fmla="*/ 4426581 w 4940931"/>
                <a:gd name="connsiteY1293" fmla="*/ 31749 h 138429"/>
                <a:gd name="connsiteX1294" fmla="*/ 4438011 w 4940931"/>
                <a:gd name="connsiteY1294" fmla="*/ 29209 h 138429"/>
                <a:gd name="connsiteX1295" fmla="*/ 4443726 w 4940931"/>
                <a:gd name="connsiteY1295" fmla="*/ 29844 h 138429"/>
                <a:gd name="connsiteX1296" fmla="*/ 4448806 w 4940931"/>
                <a:gd name="connsiteY1296" fmla="*/ 31749 h 138429"/>
                <a:gd name="connsiteX1297" fmla="*/ 4453251 w 4940931"/>
                <a:gd name="connsiteY1297" fmla="*/ 34924 h 138429"/>
                <a:gd name="connsiteX1298" fmla="*/ 4457061 w 4940931"/>
                <a:gd name="connsiteY1298" fmla="*/ 38099 h 138429"/>
                <a:gd name="connsiteX1299" fmla="*/ 4457061 w 4940931"/>
                <a:gd name="connsiteY1299" fmla="*/ 8254 h 138429"/>
                <a:gd name="connsiteX1300" fmla="*/ 4390385 w 4940931"/>
                <a:gd name="connsiteY1300" fmla="*/ 634 h 138429"/>
                <a:gd name="connsiteX1301" fmla="*/ 4390385 w 4940931"/>
                <a:gd name="connsiteY1301" fmla="*/ 108584 h 138429"/>
                <a:gd name="connsiteX1302" fmla="*/ 4375145 w 4940931"/>
                <a:gd name="connsiteY1302" fmla="*/ 108584 h 138429"/>
                <a:gd name="connsiteX1303" fmla="*/ 4375145 w 4940931"/>
                <a:gd name="connsiteY1303" fmla="*/ 8889 h 138429"/>
                <a:gd name="connsiteX1304" fmla="*/ 3946521 w 4940931"/>
                <a:gd name="connsiteY1304" fmla="*/ 634 h 138429"/>
                <a:gd name="connsiteX1305" fmla="*/ 3946521 w 4940931"/>
                <a:gd name="connsiteY1305" fmla="*/ 38099 h 138429"/>
                <a:gd name="connsiteX1306" fmla="*/ 3950331 w 4940931"/>
                <a:gd name="connsiteY1306" fmla="*/ 34289 h 138429"/>
                <a:gd name="connsiteX1307" fmla="*/ 3954776 w 4940931"/>
                <a:gd name="connsiteY1307" fmla="*/ 31114 h 138429"/>
                <a:gd name="connsiteX1308" fmla="*/ 3960491 w 4940931"/>
                <a:gd name="connsiteY1308" fmla="*/ 29209 h 138429"/>
                <a:gd name="connsiteX1309" fmla="*/ 3966206 w 4940931"/>
                <a:gd name="connsiteY1309" fmla="*/ 29209 h 138429"/>
                <a:gd name="connsiteX1310" fmla="*/ 3978271 w 4940931"/>
                <a:gd name="connsiteY1310" fmla="*/ 31749 h 138429"/>
                <a:gd name="connsiteX1311" fmla="*/ 3987161 w 4940931"/>
                <a:gd name="connsiteY1311" fmla="*/ 38099 h 138429"/>
                <a:gd name="connsiteX1312" fmla="*/ 3992241 w 4940931"/>
                <a:gd name="connsiteY1312" fmla="*/ 49529 h 138429"/>
                <a:gd name="connsiteX1313" fmla="*/ 3994146 w 4940931"/>
                <a:gd name="connsiteY1313" fmla="*/ 64134 h 138429"/>
                <a:gd name="connsiteX1314" fmla="*/ 3994146 w 4940931"/>
                <a:gd name="connsiteY1314" fmla="*/ 108584 h 138429"/>
                <a:gd name="connsiteX1315" fmla="*/ 3978906 w 4940931"/>
                <a:gd name="connsiteY1315" fmla="*/ 108584 h 138429"/>
                <a:gd name="connsiteX1316" fmla="*/ 3978271 w 4940931"/>
                <a:gd name="connsiteY1316" fmla="*/ 108584 h 138429"/>
                <a:gd name="connsiteX1317" fmla="*/ 3978271 w 4940931"/>
                <a:gd name="connsiteY1317" fmla="*/ 64769 h 138429"/>
                <a:gd name="connsiteX1318" fmla="*/ 3974461 w 4940931"/>
                <a:gd name="connsiteY1318" fmla="*/ 48894 h 138429"/>
                <a:gd name="connsiteX1319" fmla="*/ 3962396 w 4940931"/>
                <a:gd name="connsiteY1319" fmla="*/ 43814 h 138429"/>
                <a:gd name="connsiteX1320" fmla="*/ 3956046 w 4940931"/>
                <a:gd name="connsiteY1320" fmla="*/ 45084 h 138429"/>
                <a:gd name="connsiteX1321" fmla="*/ 3950966 w 4940931"/>
                <a:gd name="connsiteY1321" fmla="*/ 48894 h 138429"/>
                <a:gd name="connsiteX1322" fmla="*/ 3947791 w 4940931"/>
                <a:gd name="connsiteY1322" fmla="*/ 55244 h 138429"/>
                <a:gd name="connsiteX1323" fmla="*/ 3946521 w 4940931"/>
                <a:gd name="connsiteY1323" fmla="*/ 63499 h 138429"/>
                <a:gd name="connsiteX1324" fmla="*/ 3946521 w 4940931"/>
                <a:gd name="connsiteY1324" fmla="*/ 109219 h 138429"/>
                <a:gd name="connsiteX1325" fmla="*/ 3931281 w 4940931"/>
                <a:gd name="connsiteY1325" fmla="*/ 109219 h 138429"/>
                <a:gd name="connsiteX1326" fmla="*/ 3931281 w 4940931"/>
                <a:gd name="connsiteY1326" fmla="*/ 8889 h 138429"/>
                <a:gd name="connsiteX1327" fmla="*/ 3248021 w 4940931"/>
                <a:gd name="connsiteY1327" fmla="*/ 634 h 138429"/>
                <a:gd name="connsiteX1328" fmla="*/ 3248021 w 4940931"/>
                <a:gd name="connsiteY1328" fmla="*/ 38099 h 138429"/>
                <a:gd name="connsiteX1329" fmla="*/ 3251831 w 4940931"/>
                <a:gd name="connsiteY1329" fmla="*/ 34289 h 138429"/>
                <a:gd name="connsiteX1330" fmla="*/ 3256276 w 4940931"/>
                <a:gd name="connsiteY1330" fmla="*/ 31114 h 138429"/>
                <a:gd name="connsiteX1331" fmla="*/ 3261991 w 4940931"/>
                <a:gd name="connsiteY1331" fmla="*/ 29209 h 138429"/>
                <a:gd name="connsiteX1332" fmla="*/ 3267706 w 4940931"/>
                <a:gd name="connsiteY1332" fmla="*/ 29209 h 138429"/>
                <a:gd name="connsiteX1333" fmla="*/ 3279771 w 4940931"/>
                <a:gd name="connsiteY1333" fmla="*/ 31749 h 138429"/>
                <a:gd name="connsiteX1334" fmla="*/ 3288661 w 4940931"/>
                <a:gd name="connsiteY1334" fmla="*/ 38099 h 138429"/>
                <a:gd name="connsiteX1335" fmla="*/ 3293741 w 4940931"/>
                <a:gd name="connsiteY1335" fmla="*/ 49529 h 138429"/>
                <a:gd name="connsiteX1336" fmla="*/ 3295646 w 4940931"/>
                <a:gd name="connsiteY1336" fmla="*/ 64134 h 138429"/>
                <a:gd name="connsiteX1337" fmla="*/ 3295646 w 4940931"/>
                <a:gd name="connsiteY1337" fmla="*/ 108584 h 138429"/>
                <a:gd name="connsiteX1338" fmla="*/ 3280406 w 4940931"/>
                <a:gd name="connsiteY1338" fmla="*/ 108584 h 138429"/>
                <a:gd name="connsiteX1339" fmla="*/ 3279771 w 4940931"/>
                <a:gd name="connsiteY1339" fmla="*/ 108584 h 138429"/>
                <a:gd name="connsiteX1340" fmla="*/ 3279771 w 4940931"/>
                <a:gd name="connsiteY1340" fmla="*/ 64769 h 138429"/>
                <a:gd name="connsiteX1341" fmla="*/ 3275961 w 4940931"/>
                <a:gd name="connsiteY1341" fmla="*/ 48894 h 138429"/>
                <a:gd name="connsiteX1342" fmla="*/ 3263896 w 4940931"/>
                <a:gd name="connsiteY1342" fmla="*/ 43814 h 138429"/>
                <a:gd name="connsiteX1343" fmla="*/ 3257546 w 4940931"/>
                <a:gd name="connsiteY1343" fmla="*/ 45084 h 138429"/>
                <a:gd name="connsiteX1344" fmla="*/ 3252466 w 4940931"/>
                <a:gd name="connsiteY1344" fmla="*/ 48894 h 138429"/>
                <a:gd name="connsiteX1345" fmla="*/ 3249291 w 4940931"/>
                <a:gd name="connsiteY1345" fmla="*/ 55244 h 138429"/>
                <a:gd name="connsiteX1346" fmla="*/ 3248021 w 4940931"/>
                <a:gd name="connsiteY1346" fmla="*/ 63499 h 138429"/>
                <a:gd name="connsiteX1347" fmla="*/ 3248021 w 4940931"/>
                <a:gd name="connsiteY1347" fmla="*/ 109219 h 138429"/>
                <a:gd name="connsiteX1348" fmla="*/ 3232781 w 4940931"/>
                <a:gd name="connsiteY1348" fmla="*/ 109219 h 138429"/>
                <a:gd name="connsiteX1349" fmla="*/ 3232781 w 4940931"/>
                <a:gd name="connsiteY1349" fmla="*/ 8889 h 138429"/>
                <a:gd name="connsiteX1350" fmla="*/ 2432681 w 4940931"/>
                <a:gd name="connsiteY1350" fmla="*/ 634 h 138429"/>
                <a:gd name="connsiteX1351" fmla="*/ 2432681 w 4940931"/>
                <a:gd name="connsiteY1351" fmla="*/ 38099 h 138429"/>
                <a:gd name="connsiteX1352" fmla="*/ 2436491 w 4940931"/>
                <a:gd name="connsiteY1352" fmla="*/ 34289 h 138429"/>
                <a:gd name="connsiteX1353" fmla="*/ 2440936 w 4940931"/>
                <a:gd name="connsiteY1353" fmla="*/ 31114 h 138429"/>
                <a:gd name="connsiteX1354" fmla="*/ 2446651 w 4940931"/>
                <a:gd name="connsiteY1354" fmla="*/ 29209 h 138429"/>
                <a:gd name="connsiteX1355" fmla="*/ 2452366 w 4940931"/>
                <a:gd name="connsiteY1355" fmla="*/ 29209 h 138429"/>
                <a:gd name="connsiteX1356" fmla="*/ 2464431 w 4940931"/>
                <a:gd name="connsiteY1356" fmla="*/ 31749 h 138429"/>
                <a:gd name="connsiteX1357" fmla="*/ 2473321 w 4940931"/>
                <a:gd name="connsiteY1357" fmla="*/ 38099 h 138429"/>
                <a:gd name="connsiteX1358" fmla="*/ 2478401 w 4940931"/>
                <a:gd name="connsiteY1358" fmla="*/ 49529 h 138429"/>
                <a:gd name="connsiteX1359" fmla="*/ 2480306 w 4940931"/>
                <a:gd name="connsiteY1359" fmla="*/ 64134 h 138429"/>
                <a:gd name="connsiteX1360" fmla="*/ 2480306 w 4940931"/>
                <a:gd name="connsiteY1360" fmla="*/ 108584 h 138429"/>
                <a:gd name="connsiteX1361" fmla="*/ 2465066 w 4940931"/>
                <a:gd name="connsiteY1361" fmla="*/ 108584 h 138429"/>
                <a:gd name="connsiteX1362" fmla="*/ 2464431 w 4940931"/>
                <a:gd name="connsiteY1362" fmla="*/ 108584 h 138429"/>
                <a:gd name="connsiteX1363" fmla="*/ 2464431 w 4940931"/>
                <a:gd name="connsiteY1363" fmla="*/ 64769 h 138429"/>
                <a:gd name="connsiteX1364" fmla="*/ 2460621 w 4940931"/>
                <a:gd name="connsiteY1364" fmla="*/ 48894 h 138429"/>
                <a:gd name="connsiteX1365" fmla="*/ 2448556 w 4940931"/>
                <a:gd name="connsiteY1365" fmla="*/ 43814 h 138429"/>
                <a:gd name="connsiteX1366" fmla="*/ 2442206 w 4940931"/>
                <a:gd name="connsiteY1366" fmla="*/ 45084 h 138429"/>
                <a:gd name="connsiteX1367" fmla="*/ 2437126 w 4940931"/>
                <a:gd name="connsiteY1367" fmla="*/ 48894 h 138429"/>
                <a:gd name="connsiteX1368" fmla="*/ 2433951 w 4940931"/>
                <a:gd name="connsiteY1368" fmla="*/ 55244 h 138429"/>
                <a:gd name="connsiteX1369" fmla="*/ 2432681 w 4940931"/>
                <a:gd name="connsiteY1369" fmla="*/ 63499 h 138429"/>
                <a:gd name="connsiteX1370" fmla="*/ 2432681 w 4940931"/>
                <a:gd name="connsiteY1370" fmla="*/ 109219 h 138429"/>
                <a:gd name="connsiteX1371" fmla="*/ 2417441 w 4940931"/>
                <a:gd name="connsiteY1371" fmla="*/ 109219 h 138429"/>
                <a:gd name="connsiteX1372" fmla="*/ 2417441 w 4940931"/>
                <a:gd name="connsiteY1372" fmla="*/ 8889 h 138429"/>
                <a:gd name="connsiteX1373" fmla="*/ 1734181 w 4940931"/>
                <a:gd name="connsiteY1373" fmla="*/ 634 h 138429"/>
                <a:gd name="connsiteX1374" fmla="*/ 1734181 w 4940931"/>
                <a:gd name="connsiteY1374" fmla="*/ 38099 h 138429"/>
                <a:gd name="connsiteX1375" fmla="*/ 1737991 w 4940931"/>
                <a:gd name="connsiteY1375" fmla="*/ 34289 h 138429"/>
                <a:gd name="connsiteX1376" fmla="*/ 1742436 w 4940931"/>
                <a:gd name="connsiteY1376" fmla="*/ 31114 h 138429"/>
                <a:gd name="connsiteX1377" fmla="*/ 1748151 w 4940931"/>
                <a:gd name="connsiteY1377" fmla="*/ 29209 h 138429"/>
                <a:gd name="connsiteX1378" fmla="*/ 1753866 w 4940931"/>
                <a:gd name="connsiteY1378" fmla="*/ 29209 h 138429"/>
                <a:gd name="connsiteX1379" fmla="*/ 1765931 w 4940931"/>
                <a:gd name="connsiteY1379" fmla="*/ 31749 h 138429"/>
                <a:gd name="connsiteX1380" fmla="*/ 1774821 w 4940931"/>
                <a:gd name="connsiteY1380" fmla="*/ 38099 h 138429"/>
                <a:gd name="connsiteX1381" fmla="*/ 1779901 w 4940931"/>
                <a:gd name="connsiteY1381" fmla="*/ 49529 h 138429"/>
                <a:gd name="connsiteX1382" fmla="*/ 1781806 w 4940931"/>
                <a:gd name="connsiteY1382" fmla="*/ 64134 h 138429"/>
                <a:gd name="connsiteX1383" fmla="*/ 1781806 w 4940931"/>
                <a:gd name="connsiteY1383" fmla="*/ 108584 h 138429"/>
                <a:gd name="connsiteX1384" fmla="*/ 1766566 w 4940931"/>
                <a:gd name="connsiteY1384" fmla="*/ 108584 h 138429"/>
                <a:gd name="connsiteX1385" fmla="*/ 1765931 w 4940931"/>
                <a:gd name="connsiteY1385" fmla="*/ 108584 h 138429"/>
                <a:gd name="connsiteX1386" fmla="*/ 1765931 w 4940931"/>
                <a:gd name="connsiteY1386" fmla="*/ 64769 h 138429"/>
                <a:gd name="connsiteX1387" fmla="*/ 1762121 w 4940931"/>
                <a:gd name="connsiteY1387" fmla="*/ 48894 h 138429"/>
                <a:gd name="connsiteX1388" fmla="*/ 1750056 w 4940931"/>
                <a:gd name="connsiteY1388" fmla="*/ 43814 h 138429"/>
                <a:gd name="connsiteX1389" fmla="*/ 1743706 w 4940931"/>
                <a:gd name="connsiteY1389" fmla="*/ 45084 h 138429"/>
                <a:gd name="connsiteX1390" fmla="*/ 1738626 w 4940931"/>
                <a:gd name="connsiteY1390" fmla="*/ 48894 h 138429"/>
                <a:gd name="connsiteX1391" fmla="*/ 1735451 w 4940931"/>
                <a:gd name="connsiteY1391" fmla="*/ 55244 h 138429"/>
                <a:gd name="connsiteX1392" fmla="*/ 1734181 w 4940931"/>
                <a:gd name="connsiteY1392" fmla="*/ 63499 h 138429"/>
                <a:gd name="connsiteX1393" fmla="*/ 1734181 w 4940931"/>
                <a:gd name="connsiteY1393" fmla="*/ 109219 h 138429"/>
                <a:gd name="connsiteX1394" fmla="*/ 1718941 w 4940931"/>
                <a:gd name="connsiteY1394" fmla="*/ 109219 h 138429"/>
                <a:gd name="connsiteX1395" fmla="*/ 1718941 w 4940931"/>
                <a:gd name="connsiteY1395" fmla="*/ 8889 h 138429"/>
                <a:gd name="connsiteX1396" fmla="*/ 803275 w 4940931"/>
                <a:gd name="connsiteY1396" fmla="*/ 634 h 138429"/>
                <a:gd name="connsiteX1397" fmla="*/ 803275 w 4940931"/>
                <a:gd name="connsiteY1397" fmla="*/ 38099 h 138429"/>
                <a:gd name="connsiteX1398" fmla="*/ 807085 w 4940931"/>
                <a:gd name="connsiteY1398" fmla="*/ 34289 h 138429"/>
                <a:gd name="connsiteX1399" fmla="*/ 811530 w 4940931"/>
                <a:gd name="connsiteY1399" fmla="*/ 31114 h 138429"/>
                <a:gd name="connsiteX1400" fmla="*/ 817245 w 4940931"/>
                <a:gd name="connsiteY1400" fmla="*/ 29209 h 138429"/>
                <a:gd name="connsiteX1401" fmla="*/ 822960 w 4940931"/>
                <a:gd name="connsiteY1401" fmla="*/ 29209 h 138429"/>
                <a:gd name="connsiteX1402" fmla="*/ 835025 w 4940931"/>
                <a:gd name="connsiteY1402" fmla="*/ 31749 h 138429"/>
                <a:gd name="connsiteX1403" fmla="*/ 843915 w 4940931"/>
                <a:gd name="connsiteY1403" fmla="*/ 38099 h 138429"/>
                <a:gd name="connsiteX1404" fmla="*/ 848995 w 4940931"/>
                <a:gd name="connsiteY1404" fmla="*/ 49529 h 138429"/>
                <a:gd name="connsiteX1405" fmla="*/ 850900 w 4940931"/>
                <a:gd name="connsiteY1405" fmla="*/ 64134 h 138429"/>
                <a:gd name="connsiteX1406" fmla="*/ 850900 w 4940931"/>
                <a:gd name="connsiteY1406" fmla="*/ 108584 h 138429"/>
                <a:gd name="connsiteX1407" fmla="*/ 835660 w 4940931"/>
                <a:gd name="connsiteY1407" fmla="*/ 108584 h 138429"/>
                <a:gd name="connsiteX1408" fmla="*/ 835025 w 4940931"/>
                <a:gd name="connsiteY1408" fmla="*/ 108584 h 138429"/>
                <a:gd name="connsiteX1409" fmla="*/ 835025 w 4940931"/>
                <a:gd name="connsiteY1409" fmla="*/ 64769 h 138429"/>
                <a:gd name="connsiteX1410" fmla="*/ 831215 w 4940931"/>
                <a:gd name="connsiteY1410" fmla="*/ 48894 h 138429"/>
                <a:gd name="connsiteX1411" fmla="*/ 819150 w 4940931"/>
                <a:gd name="connsiteY1411" fmla="*/ 43814 h 138429"/>
                <a:gd name="connsiteX1412" fmla="*/ 812800 w 4940931"/>
                <a:gd name="connsiteY1412" fmla="*/ 45084 h 138429"/>
                <a:gd name="connsiteX1413" fmla="*/ 807720 w 4940931"/>
                <a:gd name="connsiteY1413" fmla="*/ 48894 h 138429"/>
                <a:gd name="connsiteX1414" fmla="*/ 804545 w 4940931"/>
                <a:gd name="connsiteY1414" fmla="*/ 55244 h 138429"/>
                <a:gd name="connsiteX1415" fmla="*/ 803275 w 4940931"/>
                <a:gd name="connsiteY1415" fmla="*/ 63499 h 138429"/>
                <a:gd name="connsiteX1416" fmla="*/ 803275 w 4940931"/>
                <a:gd name="connsiteY1416" fmla="*/ 109219 h 138429"/>
                <a:gd name="connsiteX1417" fmla="*/ 788035 w 4940931"/>
                <a:gd name="connsiteY1417" fmla="*/ 109219 h 138429"/>
                <a:gd name="connsiteX1418" fmla="*/ 788035 w 4940931"/>
                <a:gd name="connsiteY1418" fmla="*/ 8889 h 138429"/>
                <a:gd name="connsiteX1419" fmla="*/ 104774 w 4940931"/>
                <a:gd name="connsiteY1419" fmla="*/ 634 h 138429"/>
                <a:gd name="connsiteX1420" fmla="*/ 104774 w 4940931"/>
                <a:gd name="connsiteY1420" fmla="*/ 38099 h 138429"/>
                <a:gd name="connsiteX1421" fmla="*/ 108584 w 4940931"/>
                <a:gd name="connsiteY1421" fmla="*/ 34289 h 138429"/>
                <a:gd name="connsiteX1422" fmla="*/ 113029 w 4940931"/>
                <a:gd name="connsiteY1422" fmla="*/ 31114 h 138429"/>
                <a:gd name="connsiteX1423" fmla="*/ 118744 w 4940931"/>
                <a:gd name="connsiteY1423" fmla="*/ 29209 h 138429"/>
                <a:gd name="connsiteX1424" fmla="*/ 124459 w 4940931"/>
                <a:gd name="connsiteY1424" fmla="*/ 29209 h 138429"/>
                <a:gd name="connsiteX1425" fmla="*/ 136524 w 4940931"/>
                <a:gd name="connsiteY1425" fmla="*/ 31749 h 138429"/>
                <a:gd name="connsiteX1426" fmla="*/ 145414 w 4940931"/>
                <a:gd name="connsiteY1426" fmla="*/ 38099 h 138429"/>
                <a:gd name="connsiteX1427" fmla="*/ 150494 w 4940931"/>
                <a:gd name="connsiteY1427" fmla="*/ 49529 h 138429"/>
                <a:gd name="connsiteX1428" fmla="*/ 152399 w 4940931"/>
                <a:gd name="connsiteY1428" fmla="*/ 64134 h 138429"/>
                <a:gd name="connsiteX1429" fmla="*/ 152399 w 4940931"/>
                <a:gd name="connsiteY1429" fmla="*/ 108584 h 138429"/>
                <a:gd name="connsiteX1430" fmla="*/ 137159 w 4940931"/>
                <a:gd name="connsiteY1430" fmla="*/ 108584 h 138429"/>
                <a:gd name="connsiteX1431" fmla="*/ 136524 w 4940931"/>
                <a:gd name="connsiteY1431" fmla="*/ 108584 h 138429"/>
                <a:gd name="connsiteX1432" fmla="*/ 136524 w 4940931"/>
                <a:gd name="connsiteY1432" fmla="*/ 64769 h 138429"/>
                <a:gd name="connsiteX1433" fmla="*/ 132714 w 4940931"/>
                <a:gd name="connsiteY1433" fmla="*/ 48894 h 138429"/>
                <a:gd name="connsiteX1434" fmla="*/ 120649 w 4940931"/>
                <a:gd name="connsiteY1434" fmla="*/ 43814 h 138429"/>
                <a:gd name="connsiteX1435" fmla="*/ 114299 w 4940931"/>
                <a:gd name="connsiteY1435" fmla="*/ 45084 h 138429"/>
                <a:gd name="connsiteX1436" fmla="*/ 109219 w 4940931"/>
                <a:gd name="connsiteY1436" fmla="*/ 48894 h 138429"/>
                <a:gd name="connsiteX1437" fmla="*/ 106044 w 4940931"/>
                <a:gd name="connsiteY1437" fmla="*/ 55244 h 138429"/>
                <a:gd name="connsiteX1438" fmla="*/ 104774 w 4940931"/>
                <a:gd name="connsiteY1438" fmla="*/ 63499 h 138429"/>
                <a:gd name="connsiteX1439" fmla="*/ 104774 w 4940931"/>
                <a:gd name="connsiteY1439" fmla="*/ 109219 h 138429"/>
                <a:gd name="connsiteX1440" fmla="*/ 89534 w 4940931"/>
                <a:gd name="connsiteY1440" fmla="*/ 109219 h 138429"/>
                <a:gd name="connsiteX1441" fmla="*/ 89534 w 4940931"/>
                <a:gd name="connsiteY1441" fmla="*/ 8889 h 138429"/>
                <a:gd name="connsiteX1442" fmla="*/ 3894450 w 4940931"/>
                <a:gd name="connsiteY1442" fmla="*/ 0 h 138429"/>
                <a:gd name="connsiteX1443" fmla="*/ 3894450 w 4940931"/>
                <a:gd name="connsiteY1443" fmla="*/ 30480 h 138429"/>
                <a:gd name="connsiteX1444" fmla="*/ 3913500 w 4940931"/>
                <a:gd name="connsiteY1444" fmla="*/ 30480 h 138429"/>
                <a:gd name="connsiteX1445" fmla="*/ 3913500 w 4940931"/>
                <a:gd name="connsiteY1445" fmla="*/ 44450 h 138429"/>
                <a:gd name="connsiteX1446" fmla="*/ 3894450 w 4940931"/>
                <a:gd name="connsiteY1446" fmla="*/ 44450 h 138429"/>
                <a:gd name="connsiteX1447" fmla="*/ 3894450 w 4940931"/>
                <a:gd name="connsiteY1447" fmla="*/ 86995 h 138429"/>
                <a:gd name="connsiteX1448" fmla="*/ 3894450 w 4940931"/>
                <a:gd name="connsiteY1448" fmla="*/ 91440 h 138429"/>
                <a:gd name="connsiteX1449" fmla="*/ 3895720 w 4940931"/>
                <a:gd name="connsiteY1449" fmla="*/ 94615 h 138429"/>
                <a:gd name="connsiteX1450" fmla="*/ 3898260 w 4940931"/>
                <a:gd name="connsiteY1450" fmla="*/ 95885 h 138429"/>
                <a:gd name="connsiteX1451" fmla="*/ 3902070 w 4940931"/>
                <a:gd name="connsiteY1451" fmla="*/ 95885 h 138429"/>
                <a:gd name="connsiteX1452" fmla="*/ 3908420 w 4940931"/>
                <a:gd name="connsiteY1452" fmla="*/ 95250 h 138429"/>
                <a:gd name="connsiteX1453" fmla="*/ 3913500 w 4940931"/>
                <a:gd name="connsiteY1453" fmla="*/ 93345 h 138429"/>
                <a:gd name="connsiteX1454" fmla="*/ 3911595 w 4940931"/>
                <a:gd name="connsiteY1454" fmla="*/ 106680 h 138429"/>
                <a:gd name="connsiteX1455" fmla="*/ 3905245 w 4940931"/>
                <a:gd name="connsiteY1455" fmla="*/ 109220 h 138429"/>
                <a:gd name="connsiteX1456" fmla="*/ 3896990 w 4940931"/>
                <a:gd name="connsiteY1456" fmla="*/ 110490 h 138429"/>
                <a:gd name="connsiteX1457" fmla="*/ 3890005 w 4940931"/>
                <a:gd name="connsiteY1457" fmla="*/ 109220 h 138429"/>
                <a:gd name="connsiteX1458" fmla="*/ 3884290 w 4940931"/>
                <a:gd name="connsiteY1458" fmla="*/ 105410 h 138429"/>
                <a:gd name="connsiteX1459" fmla="*/ 3880480 w 4940931"/>
                <a:gd name="connsiteY1459" fmla="*/ 99060 h 138429"/>
                <a:gd name="connsiteX1460" fmla="*/ 3879210 w 4940931"/>
                <a:gd name="connsiteY1460" fmla="*/ 89535 h 138429"/>
                <a:gd name="connsiteX1461" fmla="*/ 3879210 w 4940931"/>
                <a:gd name="connsiteY1461" fmla="*/ 44450 h 138429"/>
                <a:gd name="connsiteX1462" fmla="*/ 3868415 w 4940931"/>
                <a:gd name="connsiteY1462" fmla="*/ 44450 h 138429"/>
                <a:gd name="connsiteX1463" fmla="*/ 3868415 w 4940931"/>
                <a:gd name="connsiteY1463" fmla="*/ 30480 h 138429"/>
                <a:gd name="connsiteX1464" fmla="*/ 3879210 w 4940931"/>
                <a:gd name="connsiteY1464" fmla="*/ 30480 h 138429"/>
                <a:gd name="connsiteX1465" fmla="*/ 3879210 w 4940931"/>
                <a:gd name="connsiteY1465" fmla="*/ 8255 h 138429"/>
                <a:gd name="connsiteX1466" fmla="*/ 3664581 w 4940931"/>
                <a:gd name="connsiteY1466" fmla="*/ 0 h 138429"/>
                <a:gd name="connsiteX1467" fmla="*/ 3664581 w 4940931"/>
                <a:gd name="connsiteY1467" fmla="*/ 30480 h 138429"/>
                <a:gd name="connsiteX1468" fmla="*/ 3683631 w 4940931"/>
                <a:gd name="connsiteY1468" fmla="*/ 30480 h 138429"/>
                <a:gd name="connsiteX1469" fmla="*/ 3683631 w 4940931"/>
                <a:gd name="connsiteY1469" fmla="*/ 44450 h 138429"/>
                <a:gd name="connsiteX1470" fmla="*/ 3664581 w 4940931"/>
                <a:gd name="connsiteY1470" fmla="*/ 44450 h 138429"/>
                <a:gd name="connsiteX1471" fmla="*/ 3664581 w 4940931"/>
                <a:gd name="connsiteY1471" fmla="*/ 86995 h 138429"/>
                <a:gd name="connsiteX1472" fmla="*/ 3664581 w 4940931"/>
                <a:gd name="connsiteY1472" fmla="*/ 91440 h 138429"/>
                <a:gd name="connsiteX1473" fmla="*/ 3665851 w 4940931"/>
                <a:gd name="connsiteY1473" fmla="*/ 94615 h 138429"/>
                <a:gd name="connsiteX1474" fmla="*/ 3668391 w 4940931"/>
                <a:gd name="connsiteY1474" fmla="*/ 95885 h 138429"/>
                <a:gd name="connsiteX1475" fmla="*/ 3672201 w 4940931"/>
                <a:gd name="connsiteY1475" fmla="*/ 95885 h 138429"/>
                <a:gd name="connsiteX1476" fmla="*/ 3678551 w 4940931"/>
                <a:gd name="connsiteY1476" fmla="*/ 95250 h 138429"/>
                <a:gd name="connsiteX1477" fmla="*/ 3683631 w 4940931"/>
                <a:gd name="connsiteY1477" fmla="*/ 93345 h 138429"/>
                <a:gd name="connsiteX1478" fmla="*/ 3681726 w 4940931"/>
                <a:gd name="connsiteY1478" fmla="*/ 106680 h 138429"/>
                <a:gd name="connsiteX1479" fmla="*/ 3675376 w 4940931"/>
                <a:gd name="connsiteY1479" fmla="*/ 109220 h 138429"/>
                <a:gd name="connsiteX1480" fmla="*/ 3667121 w 4940931"/>
                <a:gd name="connsiteY1480" fmla="*/ 110490 h 138429"/>
                <a:gd name="connsiteX1481" fmla="*/ 3660136 w 4940931"/>
                <a:gd name="connsiteY1481" fmla="*/ 109220 h 138429"/>
                <a:gd name="connsiteX1482" fmla="*/ 3654421 w 4940931"/>
                <a:gd name="connsiteY1482" fmla="*/ 105410 h 138429"/>
                <a:gd name="connsiteX1483" fmla="*/ 3650611 w 4940931"/>
                <a:gd name="connsiteY1483" fmla="*/ 99060 h 138429"/>
                <a:gd name="connsiteX1484" fmla="*/ 3649341 w 4940931"/>
                <a:gd name="connsiteY1484" fmla="*/ 89535 h 138429"/>
                <a:gd name="connsiteX1485" fmla="*/ 3649341 w 4940931"/>
                <a:gd name="connsiteY1485" fmla="*/ 44450 h 138429"/>
                <a:gd name="connsiteX1486" fmla="*/ 3638546 w 4940931"/>
                <a:gd name="connsiteY1486" fmla="*/ 44450 h 138429"/>
                <a:gd name="connsiteX1487" fmla="*/ 3638546 w 4940931"/>
                <a:gd name="connsiteY1487" fmla="*/ 30480 h 138429"/>
                <a:gd name="connsiteX1488" fmla="*/ 3649341 w 4940931"/>
                <a:gd name="connsiteY1488" fmla="*/ 30480 h 138429"/>
                <a:gd name="connsiteX1489" fmla="*/ 3649341 w 4940931"/>
                <a:gd name="connsiteY1489" fmla="*/ 8255 h 138429"/>
                <a:gd name="connsiteX1490" fmla="*/ 3610605 w 4940931"/>
                <a:gd name="connsiteY1490" fmla="*/ 0 h 138429"/>
                <a:gd name="connsiteX1491" fmla="*/ 3610605 w 4940931"/>
                <a:gd name="connsiteY1491" fmla="*/ 30480 h 138429"/>
                <a:gd name="connsiteX1492" fmla="*/ 3629655 w 4940931"/>
                <a:gd name="connsiteY1492" fmla="*/ 30480 h 138429"/>
                <a:gd name="connsiteX1493" fmla="*/ 3629655 w 4940931"/>
                <a:gd name="connsiteY1493" fmla="*/ 44450 h 138429"/>
                <a:gd name="connsiteX1494" fmla="*/ 3610605 w 4940931"/>
                <a:gd name="connsiteY1494" fmla="*/ 44450 h 138429"/>
                <a:gd name="connsiteX1495" fmla="*/ 3610605 w 4940931"/>
                <a:gd name="connsiteY1495" fmla="*/ 86995 h 138429"/>
                <a:gd name="connsiteX1496" fmla="*/ 3610605 w 4940931"/>
                <a:gd name="connsiteY1496" fmla="*/ 91440 h 138429"/>
                <a:gd name="connsiteX1497" fmla="*/ 3611875 w 4940931"/>
                <a:gd name="connsiteY1497" fmla="*/ 94615 h 138429"/>
                <a:gd name="connsiteX1498" fmla="*/ 3614415 w 4940931"/>
                <a:gd name="connsiteY1498" fmla="*/ 95885 h 138429"/>
                <a:gd name="connsiteX1499" fmla="*/ 3618225 w 4940931"/>
                <a:gd name="connsiteY1499" fmla="*/ 95885 h 138429"/>
                <a:gd name="connsiteX1500" fmla="*/ 3624575 w 4940931"/>
                <a:gd name="connsiteY1500" fmla="*/ 95250 h 138429"/>
                <a:gd name="connsiteX1501" fmla="*/ 3629655 w 4940931"/>
                <a:gd name="connsiteY1501" fmla="*/ 93345 h 138429"/>
                <a:gd name="connsiteX1502" fmla="*/ 3627750 w 4940931"/>
                <a:gd name="connsiteY1502" fmla="*/ 106680 h 138429"/>
                <a:gd name="connsiteX1503" fmla="*/ 3621400 w 4940931"/>
                <a:gd name="connsiteY1503" fmla="*/ 109220 h 138429"/>
                <a:gd name="connsiteX1504" fmla="*/ 3613145 w 4940931"/>
                <a:gd name="connsiteY1504" fmla="*/ 110490 h 138429"/>
                <a:gd name="connsiteX1505" fmla="*/ 3606160 w 4940931"/>
                <a:gd name="connsiteY1505" fmla="*/ 109220 h 138429"/>
                <a:gd name="connsiteX1506" fmla="*/ 3600445 w 4940931"/>
                <a:gd name="connsiteY1506" fmla="*/ 105410 h 138429"/>
                <a:gd name="connsiteX1507" fmla="*/ 3596635 w 4940931"/>
                <a:gd name="connsiteY1507" fmla="*/ 99060 h 138429"/>
                <a:gd name="connsiteX1508" fmla="*/ 3595365 w 4940931"/>
                <a:gd name="connsiteY1508" fmla="*/ 89535 h 138429"/>
                <a:gd name="connsiteX1509" fmla="*/ 3595365 w 4940931"/>
                <a:gd name="connsiteY1509" fmla="*/ 44450 h 138429"/>
                <a:gd name="connsiteX1510" fmla="*/ 3584570 w 4940931"/>
                <a:gd name="connsiteY1510" fmla="*/ 44450 h 138429"/>
                <a:gd name="connsiteX1511" fmla="*/ 3584570 w 4940931"/>
                <a:gd name="connsiteY1511" fmla="*/ 30480 h 138429"/>
                <a:gd name="connsiteX1512" fmla="*/ 3595365 w 4940931"/>
                <a:gd name="connsiteY1512" fmla="*/ 30480 h 138429"/>
                <a:gd name="connsiteX1513" fmla="*/ 3595365 w 4940931"/>
                <a:gd name="connsiteY1513" fmla="*/ 8255 h 138429"/>
                <a:gd name="connsiteX1514" fmla="*/ 3445505 w 4940931"/>
                <a:gd name="connsiteY1514" fmla="*/ 0 h 138429"/>
                <a:gd name="connsiteX1515" fmla="*/ 3445505 w 4940931"/>
                <a:gd name="connsiteY1515" fmla="*/ 37465 h 138429"/>
                <a:gd name="connsiteX1516" fmla="*/ 3449950 w 4940931"/>
                <a:gd name="connsiteY1516" fmla="*/ 33655 h 138429"/>
                <a:gd name="connsiteX1517" fmla="*/ 3453760 w 4940931"/>
                <a:gd name="connsiteY1517" fmla="*/ 31115 h 138429"/>
                <a:gd name="connsiteX1518" fmla="*/ 3458840 w 4940931"/>
                <a:gd name="connsiteY1518" fmla="*/ 29210 h 138429"/>
                <a:gd name="connsiteX1519" fmla="*/ 3465825 w 4940931"/>
                <a:gd name="connsiteY1519" fmla="*/ 28575 h 138429"/>
                <a:gd name="connsiteX1520" fmla="*/ 3477890 w 4940931"/>
                <a:gd name="connsiteY1520" fmla="*/ 31115 h 138429"/>
                <a:gd name="connsiteX1521" fmla="*/ 3487415 w 4940931"/>
                <a:gd name="connsiteY1521" fmla="*/ 38735 h 138429"/>
                <a:gd name="connsiteX1522" fmla="*/ 3493765 w 4940931"/>
                <a:gd name="connsiteY1522" fmla="*/ 51435 h 138429"/>
                <a:gd name="connsiteX1523" fmla="*/ 3496305 w 4940931"/>
                <a:gd name="connsiteY1523" fmla="*/ 70485 h 138429"/>
                <a:gd name="connsiteX1524" fmla="*/ 3495670 w 4940931"/>
                <a:gd name="connsiteY1524" fmla="*/ 71120 h 138429"/>
                <a:gd name="connsiteX1525" fmla="*/ 3493130 w 4940931"/>
                <a:gd name="connsiteY1525" fmla="*/ 88265 h 138429"/>
                <a:gd name="connsiteX1526" fmla="*/ 3486145 w 4940931"/>
                <a:gd name="connsiteY1526" fmla="*/ 100330 h 138429"/>
                <a:gd name="connsiteX1527" fmla="*/ 3476620 w 4940931"/>
                <a:gd name="connsiteY1527" fmla="*/ 107315 h 138429"/>
                <a:gd name="connsiteX1528" fmla="*/ 3465190 w 4940931"/>
                <a:gd name="connsiteY1528" fmla="*/ 109855 h 138429"/>
                <a:gd name="connsiteX1529" fmla="*/ 3454395 w 4940931"/>
                <a:gd name="connsiteY1529" fmla="*/ 107315 h 138429"/>
                <a:gd name="connsiteX1530" fmla="*/ 3445505 w 4940931"/>
                <a:gd name="connsiteY1530" fmla="*/ 100965 h 138429"/>
                <a:gd name="connsiteX1531" fmla="*/ 3445505 w 4940931"/>
                <a:gd name="connsiteY1531" fmla="*/ 107950 h 138429"/>
                <a:gd name="connsiteX1532" fmla="*/ 3430265 w 4940931"/>
                <a:gd name="connsiteY1532" fmla="*/ 107950 h 138429"/>
                <a:gd name="connsiteX1533" fmla="*/ 3430265 w 4940931"/>
                <a:gd name="connsiteY1533" fmla="*/ 7620 h 138429"/>
                <a:gd name="connsiteX1534" fmla="*/ 2380611 w 4940931"/>
                <a:gd name="connsiteY1534" fmla="*/ 0 h 138429"/>
                <a:gd name="connsiteX1535" fmla="*/ 2380611 w 4940931"/>
                <a:gd name="connsiteY1535" fmla="*/ 30480 h 138429"/>
                <a:gd name="connsiteX1536" fmla="*/ 2399661 w 4940931"/>
                <a:gd name="connsiteY1536" fmla="*/ 30480 h 138429"/>
                <a:gd name="connsiteX1537" fmla="*/ 2399661 w 4940931"/>
                <a:gd name="connsiteY1537" fmla="*/ 44450 h 138429"/>
                <a:gd name="connsiteX1538" fmla="*/ 2380611 w 4940931"/>
                <a:gd name="connsiteY1538" fmla="*/ 44450 h 138429"/>
                <a:gd name="connsiteX1539" fmla="*/ 2380611 w 4940931"/>
                <a:gd name="connsiteY1539" fmla="*/ 86995 h 138429"/>
                <a:gd name="connsiteX1540" fmla="*/ 2380611 w 4940931"/>
                <a:gd name="connsiteY1540" fmla="*/ 91440 h 138429"/>
                <a:gd name="connsiteX1541" fmla="*/ 2381881 w 4940931"/>
                <a:gd name="connsiteY1541" fmla="*/ 94615 h 138429"/>
                <a:gd name="connsiteX1542" fmla="*/ 2384421 w 4940931"/>
                <a:gd name="connsiteY1542" fmla="*/ 95885 h 138429"/>
                <a:gd name="connsiteX1543" fmla="*/ 2388231 w 4940931"/>
                <a:gd name="connsiteY1543" fmla="*/ 95885 h 138429"/>
                <a:gd name="connsiteX1544" fmla="*/ 2394581 w 4940931"/>
                <a:gd name="connsiteY1544" fmla="*/ 95250 h 138429"/>
                <a:gd name="connsiteX1545" fmla="*/ 2399661 w 4940931"/>
                <a:gd name="connsiteY1545" fmla="*/ 93345 h 138429"/>
                <a:gd name="connsiteX1546" fmla="*/ 2397756 w 4940931"/>
                <a:gd name="connsiteY1546" fmla="*/ 106680 h 138429"/>
                <a:gd name="connsiteX1547" fmla="*/ 2391406 w 4940931"/>
                <a:gd name="connsiteY1547" fmla="*/ 109220 h 138429"/>
                <a:gd name="connsiteX1548" fmla="*/ 2383151 w 4940931"/>
                <a:gd name="connsiteY1548" fmla="*/ 110490 h 138429"/>
                <a:gd name="connsiteX1549" fmla="*/ 2376166 w 4940931"/>
                <a:gd name="connsiteY1549" fmla="*/ 109220 h 138429"/>
                <a:gd name="connsiteX1550" fmla="*/ 2370451 w 4940931"/>
                <a:gd name="connsiteY1550" fmla="*/ 105410 h 138429"/>
                <a:gd name="connsiteX1551" fmla="*/ 2366641 w 4940931"/>
                <a:gd name="connsiteY1551" fmla="*/ 99060 h 138429"/>
                <a:gd name="connsiteX1552" fmla="*/ 2365371 w 4940931"/>
                <a:gd name="connsiteY1552" fmla="*/ 89535 h 138429"/>
                <a:gd name="connsiteX1553" fmla="*/ 2365371 w 4940931"/>
                <a:gd name="connsiteY1553" fmla="*/ 44450 h 138429"/>
                <a:gd name="connsiteX1554" fmla="*/ 2354576 w 4940931"/>
                <a:gd name="connsiteY1554" fmla="*/ 44450 h 138429"/>
                <a:gd name="connsiteX1555" fmla="*/ 2354576 w 4940931"/>
                <a:gd name="connsiteY1555" fmla="*/ 30480 h 138429"/>
                <a:gd name="connsiteX1556" fmla="*/ 2365371 w 4940931"/>
                <a:gd name="connsiteY1556" fmla="*/ 30480 h 138429"/>
                <a:gd name="connsiteX1557" fmla="*/ 2365371 w 4940931"/>
                <a:gd name="connsiteY1557" fmla="*/ 8255 h 138429"/>
                <a:gd name="connsiteX1558" fmla="*/ 2150741 w 4940931"/>
                <a:gd name="connsiteY1558" fmla="*/ 0 h 138429"/>
                <a:gd name="connsiteX1559" fmla="*/ 2150741 w 4940931"/>
                <a:gd name="connsiteY1559" fmla="*/ 30480 h 138429"/>
                <a:gd name="connsiteX1560" fmla="*/ 2169791 w 4940931"/>
                <a:gd name="connsiteY1560" fmla="*/ 30480 h 138429"/>
                <a:gd name="connsiteX1561" fmla="*/ 2169791 w 4940931"/>
                <a:gd name="connsiteY1561" fmla="*/ 44450 h 138429"/>
                <a:gd name="connsiteX1562" fmla="*/ 2150741 w 4940931"/>
                <a:gd name="connsiteY1562" fmla="*/ 44450 h 138429"/>
                <a:gd name="connsiteX1563" fmla="*/ 2150741 w 4940931"/>
                <a:gd name="connsiteY1563" fmla="*/ 86995 h 138429"/>
                <a:gd name="connsiteX1564" fmla="*/ 2150741 w 4940931"/>
                <a:gd name="connsiteY1564" fmla="*/ 91440 h 138429"/>
                <a:gd name="connsiteX1565" fmla="*/ 2152011 w 4940931"/>
                <a:gd name="connsiteY1565" fmla="*/ 94615 h 138429"/>
                <a:gd name="connsiteX1566" fmla="*/ 2154551 w 4940931"/>
                <a:gd name="connsiteY1566" fmla="*/ 95885 h 138429"/>
                <a:gd name="connsiteX1567" fmla="*/ 2158361 w 4940931"/>
                <a:gd name="connsiteY1567" fmla="*/ 95885 h 138429"/>
                <a:gd name="connsiteX1568" fmla="*/ 2164711 w 4940931"/>
                <a:gd name="connsiteY1568" fmla="*/ 95250 h 138429"/>
                <a:gd name="connsiteX1569" fmla="*/ 2169791 w 4940931"/>
                <a:gd name="connsiteY1569" fmla="*/ 93345 h 138429"/>
                <a:gd name="connsiteX1570" fmla="*/ 2167886 w 4940931"/>
                <a:gd name="connsiteY1570" fmla="*/ 106680 h 138429"/>
                <a:gd name="connsiteX1571" fmla="*/ 2161536 w 4940931"/>
                <a:gd name="connsiteY1571" fmla="*/ 109220 h 138429"/>
                <a:gd name="connsiteX1572" fmla="*/ 2153281 w 4940931"/>
                <a:gd name="connsiteY1572" fmla="*/ 110490 h 138429"/>
                <a:gd name="connsiteX1573" fmla="*/ 2146296 w 4940931"/>
                <a:gd name="connsiteY1573" fmla="*/ 109220 h 138429"/>
                <a:gd name="connsiteX1574" fmla="*/ 2140581 w 4940931"/>
                <a:gd name="connsiteY1574" fmla="*/ 105410 h 138429"/>
                <a:gd name="connsiteX1575" fmla="*/ 2136771 w 4940931"/>
                <a:gd name="connsiteY1575" fmla="*/ 99060 h 138429"/>
                <a:gd name="connsiteX1576" fmla="*/ 2135501 w 4940931"/>
                <a:gd name="connsiteY1576" fmla="*/ 89535 h 138429"/>
                <a:gd name="connsiteX1577" fmla="*/ 2135501 w 4940931"/>
                <a:gd name="connsiteY1577" fmla="*/ 44450 h 138429"/>
                <a:gd name="connsiteX1578" fmla="*/ 2124706 w 4940931"/>
                <a:gd name="connsiteY1578" fmla="*/ 44450 h 138429"/>
                <a:gd name="connsiteX1579" fmla="*/ 2124706 w 4940931"/>
                <a:gd name="connsiteY1579" fmla="*/ 30480 h 138429"/>
                <a:gd name="connsiteX1580" fmla="*/ 2135501 w 4940931"/>
                <a:gd name="connsiteY1580" fmla="*/ 30480 h 138429"/>
                <a:gd name="connsiteX1581" fmla="*/ 2135501 w 4940931"/>
                <a:gd name="connsiteY1581" fmla="*/ 8255 h 138429"/>
                <a:gd name="connsiteX1582" fmla="*/ 2096131 w 4940931"/>
                <a:gd name="connsiteY1582" fmla="*/ 0 h 138429"/>
                <a:gd name="connsiteX1583" fmla="*/ 2096131 w 4940931"/>
                <a:gd name="connsiteY1583" fmla="*/ 30480 h 138429"/>
                <a:gd name="connsiteX1584" fmla="*/ 2115181 w 4940931"/>
                <a:gd name="connsiteY1584" fmla="*/ 30480 h 138429"/>
                <a:gd name="connsiteX1585" fmla="*/ 2115181 w 4940931"/>
                <a:gd name="connsiteY1585" fmla="*/ 44450 h 138429"/>
                <a:gd name="connsiteX1586" fmla="*/ 2096131 w 4940931"/>
                <a:gd name="connsiteY1586" fmla="*/ 44450 h 138429"/>
                <a:gd name="connsiteX1587" fmla="*/ 2096131 w 4940931"/>
                <a:gd name="connsiteY1587" fmla="*/ 86995 h 138429"/>
                <a:gd name="connsiteX1588" fmla="*/ 2096131 w 4940931"/>
                <a:gd name="connsiteY1588" fmla="*/ 91440 h 138429"/>
                <a:gd name="connsiteX1589" fmla="*/ 2097401 w 4940931"/>
                <a:gd name="connsiteY1589" fmla="*/ 94615 h 138429"/>
                <a:gd name="connsiteX1590" fmla="*/ 2099941 w 4940931"/>
                <a:gd name="connsiteY1590" fmla="*/ 95885 h 138429"/>
                <a:gd name="connsiteX1591" fmla="*/ 2103751 w 4940931"/>
                <a:gd name="connsiteY1591" fmla="*/ 95885 h 138429"/>
                <a:gd name="connsiteX1592" fmla="*/ 2110101 w 4940931"/>
                <a:gd name="connsiteY1592" fmla="*/ 95250 h 138429"/>
                <a:gd name="connsiteX1593" fmla="*/ 2115181 w 4940931"/>
                <a:gd name="connsiteY1593" fmla="*/ 93345 h 138429"/>
                <a:gd name="connsiteX1594" fmla="*/ 2113276 w 4940931"/>
                <a:gd name="connsiteY1594" fmla="*/ 106680 h 138429"/>
                <a:gd name="connsiteX1595" fmla="*/ 2106926 w 4940931"/>
                <a:gd name="connsiteY1595" fmla="*/ 109220 h 138429"/>
                <a:gd name="connsiteX1596" fmla="*/ 2098671 w 4940931"/>
                <a:gd name="connsiteY1596" fmla="*/ 110490 h 138429"/>
                <a:gd name="connsiteX1597" fmla="*/ 2091686 w 4940931"/>
                <a:gd name="connsiteY1597" fmla="*/ 109220 h 138429"/>
                <a:gd name="connsiteX1598" fmla="*/ 2085971 w 4940931"/>
                <a:gd name="connsiteY1598" fmla="*/ 105410 h 138429"/>
                <a:gd name="connsiteX1599" fmla="*/ 2082161 w 4940931"/>
                <a:gd name="connsiteY1599" fmla="*/ 99060 h 138429"/>
                <a:gd name="connsiteX1600" fmla="*/ 2080891 w 4940931"/>
                <a:gd name="connsiteY1600" fmla="*/ 89535 h 138429"/>
                <a:gd name="connsiteX1601" fmla="*/ 2080891 w 4940931"/>
                <a:gd name="connsiteY1601" fmla="*/ 44450 h 138429"/>
                <a:gd name="connsiteX1602" fmla="*/ 2070096 w 4940931"/>
                <a:gd name="connsiteY1602" fmla="*/ 44450 h 138429"/>
                <a:gd name="connsiteX1603" fmla="*/ 2070096 w 4940931"/>
                <a:gd name="connsiteY1603" fmla="*/ 30480 h 138429"/>
                <a:gd name="connsiteX1604" fmla="*/ 2080891 w 4940931"/>
                <a:gd name="connsiteY1604" fmla="*/ 30480 h 138429"/>
                <a:gd name="connsiteX1605" fmla="*/ 2080891 w 4940931"/>
                <a:gd name="connsiteY1605" fmla="*/ 8255 h 138429"/>
                <a:gd name="connsiteX1606" fmla="*/ 1931665 w 4940931"/>
                <a:gd name="connsiteY1606" fmla="*/ 0 h 138429"/>
                <a:gd name="connsiteX1607" fmla="*/ 1931665 w 4940931"/>
                <a:gd name="connsiteY1607" fmla="*/ 37465 h 138429"/>
                <a:gd name="connsiteX1608" fmla="*/ 1936110 w 4940931"/>
                <a:gd name="connsiteY1608" fmla="*/ 33655 h 138429"/>
                <a:gd name="connsiteX1609" fmla="*/ 1939920 w 4940931"/>
                <a:gd name="connsiteY1609" fmla="*/ 31115 h 138429"/>
                <a:gd name="connsiteX1610" fmla="*/ 1945000 w 4940931"/>
                <a:gd name="connsiteY1610" fmla="*/ 29210 h 138429"/>
                <a:gd name="connsiteX1611" fmla="*/ 1951985 w 4940931"/>
                <a:gd name="connsiteY1611" fmla="*/ 28575 h 138429"/>
                <a:gd name="connsiteX1612" fmla="*/ 1964050 w 4940931"/>
                <a:gd name="connsiteY1612" fmla="*/ 31115 h 138429"/>
                <a:gd name="connsiteX1613" fmla="*/ 1973575 w 4940931"/>
                <a:gd name="connsiteY1613" fmla="*/ 38735 h 138429"/>
                <a:gd name="connsiteX1614" fmla="*/ 1979925 w 4940931"/>
                <a:gd name="connsiteY1614" fmla="*/ 51435 h 138429"/>
                <a:gd name="connsiteX1615" fmla="*/ 1982465 w 4940931"/>
                <a:gd name="connsiteY1615" fmla="*/ 70485 h 138429"/>
                <a:gd name="connsiteX1616" fmla="*/ 1981830 w 4940931"/>
                <a:gd name="connsiteY1616" fmla="*/ 71120 h 138429"/>
                <a:gd name="connsiteX1617" fmla="*/ 1979290 w 4940931"/>
                <a:gd name="connsiteY1617" fmla="*/ 88265 h 138429"/>
                <a:gd name="connsiteX1618" fmla="*/ 1972305 w 4940931"/>
                <a:gd name="connsiteY1618" fmla="*/ 100330 h 138429"/>
                <a:gd name="connsiteX1619" fmla="*/ 1962780 w 4940931"/>
                <a:gd name="connsiteY1619" fmla="*/ 107315 h 138429"/>
                <a:gd name="connsiteX1620" fmla="*/ 1951350 w 4940931"/>
                <a:gd name="connsiteY1620" fmla="*/ 109855 h 138429"/>
                <a:gd name="connsiteX1621" fmla="*/ 1940555 w 4940931"/>
                <a:gd name="connsiteY1621" fmla="*/ 107315 h 138429"/>
                <a:gd name="connsiteX1622" fmla="*/ 1931665 w 4940931"/>
                <a:gd name="connsiteY1622" fmla="*/ 100965 h 138429"/>
                <a:gd name="connsiteX1623" fmla="*/ 1931665 w 4940931"/>
                <a:gd name="connsiteY1623" fmla="*/ 107950 h 138429"/>
                <a:gd name="connsiteX1624" fmla="*/ 1916425 w 4940931"/>
                <a:gd name="connsiteY1624" fmla="*/ 107950 h 138429"/>
                <a:gd name="connsiteX1625" fmla="*/ 1916425 w 4940931"/>
                <a:gd name="connsiteY1625" fmla="*/ 7620 h 138429"/>
                <a:gd name="connsiteX1626" fmla="*/ 1316991 w 4940931"/>
                <a:gd name="connsiteY1626" fmla="*/ 0 h 138429"/>
                <a:gd name="connsiteX1627" fmla="*/ 1316991 w 4940931"/>
                <a:gd name="connsiteY1627" fmla="*/ 30480 h 138429"/>
                <a:gd name="connsiteX1628" fmla="*/ 1336041 w 4940931"/>
                <a:gd name="connsiteY1628" fmla="*/ 30480 h 138429"/>
                <a:gd name="connsiteX1629" fmla="*/ 1336041 w 4940931"/>
                <a:gd name="connsiteY1629" fmla="*/ 44450 h 138429"/>
                <a:gd name="connsiteX1630" fmla="*/ 1316991 w 4940931"/>
                <a:gd name="connsiteY1630" fmla="*/ 44450 h 138429"/>
                <a:gd name="connsiteX1631" fmla="*/ 1316991 w 4940931"/>
                <a:gd name="connsiteY1631" fmla="*/ 86995 h 138429"/>
                <a:gd name="connsiteX1632" fmla="*/ 1316991 w 4940931"/>
                <a:gd name="connsiteY1632" fmla="*/ 91440 h 138429"/>
                <a:gd name="connsiteX1633" fmla="*/ 1318261 w 4940931"/>
                <a:gd name="connsiteY1633" fmla="*/ 94615 h 138429"/>
                <a:gd name="connsiteX1634" fmla="*/ 1320801 w 4940931"/>
                <a:gd name="connsiteY1634" fmla="*/ 95885 h 138429"/>
                <a:gd name="connsiteX1635" fmla="*/ 1324611 w 4940931"/>
                <a:gd name="connsiteY1635" fmla="*/ 95885 h 138429"/>
                <a:gd name="connsiteX1636" fmla="*/ 1330961 w 4940931"/>
                <a:gd name="connsiteY1636" fmla="*/ 95250 h 138429"/>
                <a:gd name="connsiteX1637" fmla="*/ 1336041 w 4940931"/>
                <a:gd name="connsiteY1637" fmla="*/ 93345 h 138429"/>
                <a:gd name="connsiteX1638" fmla="*/ 1334136 w 4940931"/>
                <a:gd name="connsiteY1638" fmla="*/ 106680 h 138429"/>
                <a:gd name="connsiteX1639" fmla="*/ 1327786 w 4940931"/>
                <a:gd name="connsiteY1639" fmla="*/ 109220 h 138429"/>
                <a:gd name="connsiteX1640" fmla="*/ 1319531 w 4940931"/>
                <a:gd name="connsiteY1640" fmla="*/ 110490 h 138429"/>
                <a:gd name="connsiteX1641" fmla="*/ 1312546 w 4940931"/>
                <a:gd name="connsiteY1641" fmla="*/ 109220 h 138429"/>
                <a:gd name="connsiteX1642" fmla="*/ 1306831 w 4940931"/>
                <a:gd name="connsiteY1642" fmla="*/ 105410 h 138429"/>
                <a:gd name="connsiteX1643" fmla="*/ 1303021 w 4940931"/>
                <a:gd name="connsiteY1643" fmla="*/ 99060 h 138429"/>
                <a:gd name="connsiteX1644" fmla="*/ 1301751 w 4940931"/>
                <a:gd name="connsiteY1644" fmla="*/ 89535 h 138429"/>
                <a:gd name="connsiteX1645" fmla="*/ 1301751 w 4940931"/>
                <a:gd name="connsiteY1645" fmla="*/ 44450 h 138429"/>
                <a:gd name="connsiteX1646" fmla="*/ 1290956 w 4940931"/>
                <a:gd name="connsiteY1646" fmla="*/ 44450 h 138429"/>
                <a:gd name="connsiteX1647" fmla="*/ 1290956 w 4940931"/>
                <a:gd name="connsiteY1647" fmla="*/ 30480 h 138429"/>
                <a:gd name="connsiteX1648" fmla="*/ 1301751 w 4940931"/>
                <a:gd name="connsiteY1648" fmla="*/ 30480 h 138429"/>
                <a:gd name="connsiteX1649" fmla="*/ 1301751 w 4940931"/>
                <a:gd name="connsiteY1649" fmla="*/ 8255 h 138429"/>
                <a:gd name="connsiteX1650" fmla="*/ 751206 w 4940931"/>
                <a:gd name="connsiteY1650" fmla="*/ 0 h 138429"/>
                <a:gd name="connsiteX1651" fmla="*/ 751206 w 4940931"/>
                <a:gd name="connsiteY1651" fmla="*/ 30480 h 138429"/>
                <a:gd name="connsiteX1652" fmla="*/ 770256 w 4940931"/>
                <a:gd name="connsiteY1652" fmla="*/ 30480 h 138429"/>
                <a:gd name="connsiteX1653" fmla="*/ 770256 w 4940931"/>
                <a:gd name="connsiteY1653" fmla="*/ 44450 h 138429"/>
                <a:gd name="connsiteX1654" fmla="*/ 751206 w 4940931"/>
                <a:gd name="connsiteY1654" fmla="*/ 44450 h 138429"/>
                <a:gd name="connsiteX1655" fmla="*/ 751206 w 4940931"/>
                <a:gd name="connsiteY1655" fmla="*/ 86995 h 138429"/>
                <a:gd name="connsiteX1656" fmla="*/ 751206 w 4940931"/>
                <a:gd name="connsiteY1656" fmla="*/ 91440 h 138429"/>
                <a:gd name="connsiteX1657" fmla="*/ 752476 w 4940931"/>
                <a:gd name="connsiteY1657" fmla="*/ 94615 h 138429"/>
                <a:gd name="connsiteX1658" fmla="*/ 755016 w 4940931"/>
                <a:gd name="connsiteY1658" fmla="*/ 95885 h 138429"/>
                <a:gd name="connsiteX1659" fmla="*/ 758826 w 4940931"/>
                <a:gd name="connsiteY1659" fmla="*/ 95885 h 138429"/>
                <a:gd name="connsiteX1660" fmla="*/ 765176 w 4940931"/>
                <a:gd name="connsiteY1660" fmla="*/ 95250 h 138429"/>
                <a:gd name="connsiteX1661" fmla="*/ 770256 w 4940931"/>
                <a:gd name="connsiteY1661" fmla="*/ 93345 h 138429"/>
                <a:gd name="connsiteX1662" fmla="*/ 768351 w 4940931"/>
                <a:gd name="connsiteY1662" fmla="*/ 106680 h 138429"/>
                <a:gd name="connsiteX1663" fmla="*/ 762001 w 4940931"/>
                <a:gd name="connsiteY1663" fmla="*/ 109220 h 138429"/>
                <a:gd name="connsiteX1664" fmla="*/ 753746 w 4940931"/>
                <a:gd name="connsiteY1664" fmla="*/ 110490 h 138429"/>
                <a:gd name="connsiteX1665" fmla="*/ 746761 w 4940931"/>
                <a:gd name="connsiteY1665" fmla="*/ 109220 h 138429"/>
                <a:gd name="connsiteX1666" fmla="*/ 741045 w 4940931"/>
                <a:gd name="connsiteY1666" fmla="*/ 105410 h 138429"/>
                <a:gd name="connsiteX1667" fmla="*/ 737236 w 4940931"/>
                <a:gd name="connsiteY1667" fmla="*/ 99060 h 138429"/>
                <a:gd name="connsiteX1668" fmla="*/ 735966 w 4940931"/>
                <a:gd name="connsiteY1668" fmla="*/ 89535 h 138429"/>
                <a:gd name="connsiteX1669" fmla="*/ 735966 w 4940931"/>
                <a:gd name="connsiteY1669" fmla="*/ 44450 h 138429"/>
                <a:gd name="connsiteX1670" fmla="*/ 725171 w 4940931"/>
                <a:gd name="connsiteY1670" fmla="*/ 44450 h 138429"/>
                <a:gd name="connsiteX1671" fmla="*/ 725171 w 4940931"/>
                <a:gd name="connsiteY1671" fmla="*/ 30480 h 138429"/>
                <a:gd name="connsiteX1672" fmla="*/ 735966 w 4940931"/>
                <a:gd name="connsiteY1672" fmla="*/ 30480 h 138429"/>
                <a:gd name="connsiteX1673" fmla="*/ 735966 w 4940931"/>
                <a:gd name="connsiteY1673" fmla="*/ 8255 h 138429"/>
                <a:gd name="connsiteX1674" fmla="*/ 521335 w 4940931"/>
                <a:gd name="connsiteY1674" fmla="*/ 0 h 138429"/>
                <a:gd name="connsiteX1675" fmla="*/ 521335 w 4940931"/>
                <a:gd name="connsiteY1675" fmla="*/ 30480 h 138429"/>
                <a:gd name="connsiteX1676" fmla="*/ 540385 w 4940931"/>
                <a:gd name="connsiteY1676" fmla="*/ 30480 h 138429"/>
                <a:gd name="connsiteX1677" fmla="*/ 540385 w 4940931"/>
                <a:gd name="connsiteY1677" fmla="*/ 44450 h 138429"/>
                <a:gd name="connsiteX1678" fmla="*/ 521335 w 4940931"/>
                <a:gd name="connsiteY1678" fmla="*/ 44450 h 138429"/>
                <a:gd name="connsiteX1679" fmla="*/ 521335 w 4940931"/>
                <a:gd name="connsiteY1679" fmla="*/ 86995 h 138429"/>
                <a:gd name="connsiteX1680" fmla="*/ 521335 w 4940931"/>
                <a:gd name="connsiteY1680" fmla="*/ 91440 h 138429"/>
                <a:gd name="connsiteX1681" fmla="*/ 522605 w 4940931"/>
                <a:gd name="connsiteY1681" fmla="*/ 94615 h 138429"/>
                <a:gd name="connsiteX1682" fmla="*/ 525145 w 4940931"/>
                <a:gd name="connsiteY1682" fmla="*/ 95885 h 138429"/>
                <a:gd name="connsiteX1683" fmla="*/ 528955 w 4940931"/>
                <a:gd name="connsiteY1683" fmla="*/ 95885 h 138429"/>
                <a:gd name="connsiteX1684" fmla="*/ 535305 w 4940931"/>
                <a:gd name="connsiteY1684" fmla="*/ 95250 h 138429"/>
                <a:gd name="connsiteX1685" fmla="*/ 540385 w 4940931"/>
                <a:gd name="connsiteY1685" fmla="*/ 93345 h 138429"/>
                <a:gd name="connsiteX1686" fmla="*/ 538480 w 4940931"/>
                <a:gd name="connsiteY1686" fmla="*/ 106680 h 138429"/>
                <a:gd name="connsiteX1687" fmla="*/ 532130 w 4940931"/>
                <a:gd name="connsiteY1687" fmla="*/ 109220 h 138429"/>
                <a:gd name="connsiteX1688" fmla="*/ 523875 w 4940931"/>
                <a:gd name="connsiteY1688" fmla="*/ 110490 h 138429"/>
                <a:gd name="connsiteX1689" fmla="*/ 516890 w 4940931"/>
                <a:gd name="connsiteY1689" fmla="*/ 109220 h 138429"/>
                <a:gd name="connsiteX1690" fmla="*/ 511175 w 4940931"/>
                <a:gd name="connsiteY1690" fmla="*/ 105410 h 138429"/>
                <a:gd name="connsiteX1691" fmla="*/ 507365 w 4940931"/>
                <a:gd name="connsiteY1691" fmla="*/ 99060 h 138429"/>
                <a:gd name="connsiteX1692" fmla="*/ 506095 w 4940931"/>
                <a:gd name="connsiteY1692" fmla="*/ 89535 h 138429"/>
                <a:gd name="connsiteX1693" fmla="*/ 506095 w 4940931"/>
                <a:gd name="connsiteY1693" fmla="*/ 44450 h 138429"/>
                <a:gd name="connsiteX1694" fmla="*/ 495300 w 4940931"/>
                <a:gd name="connsiteY1694" fmla="*/ 44450 h 138429"/>
                <a:gd name="connsiteX1695" fmla="*/ 495300 w 4940931"/>
                <a:gd name="connsiteY1695" fmla="*/ 30480 h 138429"/>
                <a:gd name="connsiteX1696" fmla="*/ 506095 w 4940931"/>
                <a:gd name="connsiteY1696" fmla="*/ 30480 h 138429"/>
                <a:gd name="connsiteX1697" fmla="*/ 506095 w 4940931"/>
                <a:gd name="connsiteY1697" fmla="*/ 8255 h 138429"/>
                <a:gd name="connsiteX1698" fmla="*/ 466724 w 4940931"/>
                <a:gd name="connsiteY1698" fmla="*/ 0 h 138429"/>
                <a:gd name="connsiteX1699" fmla="*/ 466724 w 4940931"/>
                <a:gd name="connsiteY1699" fmla="*/ 30480 h 138429"/>
                <a:gd name="connsiteX1700" fmla="*/ 485774 w 4940931"/>
                <a:gd name="connsiteY1700" fmla="*/ 30480 h 138429"/>
                <a:gd name="connsiteX1701" fmla="*/ 485774 w 4940931"/>
                <a:gd name="connsiteY1701" fmla="*/ 44450 h 138429"/>
                <a:gd name="connsiteX1702" fmla="*/ 466724 w 4940931"/>
                <a:gd name="connsiteY1702" fmla="*/ 44450 h 138429"/>
                <a:gd name="connsiteX1703" fmla="*/ 466724 w 4940931"/>
                <a:gd name="connsiteY1703" fmla="*/ 86995 h 138429"/>
                <a:gd name="connsiteX1704" fmla="*/ 466724 w 4940931"/>
                <a:gd name="connsiteY1704" fmla="*/ 91440 h 138429"/>
                <a:gd name="connsiteX1705" fmla="*/ 467994 w 4940931"/>
                <a:gd name="connsiteY1705" fmla="*/ 94615 h 138429"/>
                <a:gd name="connsiteX1706" fmla="*/ 470534 w 4940931"/>
                <a:gd name="connsiteY1706" fmla="*/ 95885 h 138429"/>
                <a:gd name="connsiteX1707" fmla="*/ 474344 w 4940931"/>
                <a:gd name="connsiteY1707" fmla="*/ 95885 h 138429"/>
                <a:gd name="connsiteX1708" fmla="*/ 480694 w 4940931"/>
                <a:gd name="connsiteY1708" fmla="*/ 95250 h 138429"/>
                <a:gd name="connsiteX1709" fmla="*/ 485774 w 4940931"/>
                <a:gd name="connsiteY1709" fmla="*/ 93345 h 138429"/>
                <a:gd name="connsiteX1710" fmla="*/ 483869 w 4940931"/>
                <a:gd name="connsiteY1710" fmla="*/ 106680 h 138429"/>
                <a:gd name="connsiteX1711" fmla="*/ 477519 w 4940931"/>
                <a:gd name="connsiteY1711" fmla="*/ 109220 h 138429"/>
                <a:gd name="connsiteX1712" fmla="*/ 469264 w 4940931"/>
                <a:gd name="connsiteY1712" fmla="*/ 110490 h 138429"/>
                <a:gd name="connsiteX1713" fmla="*/ 462279 w 4940931"/>
                <a:gd name="connsiteY1713" fmla="*/ 109220 h 138429"/>
                <a:gd name="connsiteX1714" fmla="*/ 456564 w 4940931"/>
                <a:gd name="connsiteY1714" fmla="*/ 105410 h 138429"/>
                <a:gd name="connsiteX1715" fmla="*/ 452754 w 4940931"/>
                <a:gd name="connsiteY1715" fmla="*/ 99060 h 138429"/>
                <a:gd name="connsiteX1716" fmla="*/ 451484 w 4940931"/>
                <a:gd name="connsiteY1716" fmla="*/ 89535 h 138429"/>
                <a:gd name="connsiteX1717" fmla="*/ 451484 w 4940931"/>
                <a:gd name="connsiteY1717" fmla="*/ 44450 h 138429"/>
                <a:gd name="connsiteX1718" fmla="*/ 440689 w 4940931"/>
                <a:gd name="connsiteY1718" fmla="*/ 44450 h 138429"/>
                <a:gd name="connsiteX1719" fmla="*/ 440689 w 4940931"/>
                <a:gd name="connsiteY1719" fmla="*/ 30480 h 138429"/>
                <a:gd name="connsiteX1720" fmla="*/ 451484 w 4940931"/>
                <a:gd name="connsiteY1720" fmla="*/ 30480 h 138429"/>
                <a:gd name="connsiteX1721" fmla="*/ 451484 w 4940931"/>
                <a:gd name="connsiteY1721" fmla="*/ 8255 h 138429"/>
                <a:gd name="connsiteX1722" fmla="*/ 302259 w 4940931"/>
                <a:gd name="connsiteY1722" fmla="*/ 0 h 138429"/>
                <a:gd name="connsiteX1723" fmla="*/ 302259 w 4940931"/>
                <a:gd name="connsiteY1723" fmla="*/ 37465 h 138429"/>
                <a:gd name="connsiteX1724" fmla="*/ 306704 w 4940931"/>
                <a:gd name="connsiteY1724" fmla="*/ 33655 h 138429"/>
                <a:gd name="connsiteX1725" fmla="*/ 310514 w 4940931"/>
                <a:gd name="connsiteY1725" fmla="*/ 31115 h 138429"/>
                <a:gd name="connsiteX1726" fmla="*/ 315594 w 4940931"/>
                <a:gd name="connsiteY1726" fmla="*/ 29210 h 138429"/>
                <a:gd name="connsiteX1727" fmla="*/ 322579 w 4940931"/>
                <a:gd name="connsiteY1727" fmla="*/ 28575 h 138429"/>
                <a:gd name="connsiteX1728" fmla="*/ 334644 w 4940931"/>
                <a:gd name="connsiteY1728" fmla="*/ 31115 h 138429"/>
                <a:gd name="connsiteX1729" fmla="*/ 344169 w 4940931"/>
                <a:gd name="connsiteY1729" fmla="*/ 38735 h 138429"/>
                <a:gd name="connsiteX1730" fmla="*/ 350519 w 4940931"/>
                <a:gd name="connsiteY1730" fmla="*/ 51435 h 138429"/>
                <a:gd name="connsiteX1731" fmla="*/ 353059 w 4940931"/>
                <a:gd name="connsiteY1731" fmla="*/ 70485 h 138429"/>
                <a:gd name="connsiteX1732" fmla="*/ 352424 w 4940931"/>
                <a:gd name="connsiteY1732" fmla="*/ 71120 h 138429"/>
                <a:gd name="connsiteX1733" fmla="*/ 349884 w 4940931"/>
                <a:gd name="connsiteY1733" fmla="*/ 88265 h 138429"/>
                <a:gd name="connsiteX1734" fmla="*/ 342899 w 4940931"/>
                <a:gd name="connsiteY1734" fmla="*/ 100330 h 138429"/>
                <a:gd name="connsiteX1735" fmla="*/ 333374 w 4940931"/>
                <a:gd name="connsiteY1735" fmla="*/ 107315 h 138429"/>
                <a:gd name="connsiteX1736" fmla="*/ 321944 w 4940931"/>
                <a:gd name="connsiteY1736" fmla="*/ 109855 h 138429"/>
                <a:gd name="connsiteX1737" fmla="*/ 311149 w 4940931"/>
                <a:gd name="connsiteY1737" fmla="*/ 107315 h 138429"/>
                <a:gd name="connsiteX1738" fmla="*/ 302259 w 4940931"/>
                <a:gd name="connsiteY1738" fmla="*/ 100965 h 138429"/>
                <a:gd name="connsiteX1739" fmla="*/ 302259 w 4940931"/>
                <a:gd name="connsiteY1739" fmla="*/ 107950 h 138429"/>
                <a:gd name="connsiteX1740" fmla="*/ 287019 w 4940931"/>
                <a:gd name="connsiteY1740" fmla="*/ 107950 h 138429"/>
                <a:gd name="connsiteX1741" fmla="*/ 287019 w 4940931"/>
                <a:gd name="connsiteY1741" fmla="*/ 7620 h 138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Lst>
              <a:rect l="l" t="t" r="r" b="b"/>
              <a:pathLst>
                <a:path w="4940931" h="138429">
                  <a:moveTo>
                    <a:pt x="1032512" y="137477"/>
                  </a:moveTo>
                  <a:lnTo>
                    <a:pt x="1032512" y="137794"/>
                  </a:lnTo>
                  <a:lnTo>
                    <a:pt x="1030607" y="138429"/>
                  </a:lnTo>
                  <a:close/>
                  <a:moveTo>
                    <a:pt x="4929501" y="87629"/>
                  </a:moveTo>
                  <a:cubicBezTo>
                    <a:pt x="4930771" y="87629"/>
                    <a:pt x="4932676" y="87629"/>
                    <a:pt x="4933946" y="88264"/>
                  </a:cubicBezTo>
                  <a:cubicBezTo>
                    <a:pt x="4935216" y="88264"/>
                    <a:pt x="4936486" y="89534"/>
                    <a:pt x="4937756" y="90804"/>
                  </a:cubicBezTo>
                  <a:cubicBezTo>
                    <a:pt x="4939026" y="92074"/>
                    <a:pt x="4939661" y="93344"/>
                    <a:pt x="4940296" y="94614"/>
                  </a:cubicBezTo>
                  <a:cubicBezTo>
                    <a:pt x="4940296" y="95884"/>
                    <a:pt x="4940931" y="97789"/>
                    <a:pt x="4940931" y="99059"/>
                  </a:cubicBezTo>
                  <a:cubicBezTo>
                    <a:pt x="4940931" y="99059"/>
                    <a:pt x="4940931" y="102234"/>
                    <a:pt x="4940296" y="103504"/>
                  </a:cubicBezTo>
                  <a:cubicBezTo>
                    <a:pt x="4940296" y="104774"/>
                    <a:pt x="4939026" y="106044"/>
                    <a:pt x="4937756" y="107314"/>
                  </a:cubicBezTo>
                  <a:cubicBezTo>
                    <a:pt x="4936486" y="108584"/>
                    <a:pt x="4935216" y="109219"/>
                    <a:pt x="4933946" y="109854"/>
                  </a:cubicBezTo>
                  <a:cubicBezTo>
                    <a:pt x="4932676" y="109854"/>
                    <a:pt x="4930771" y="110489"/>
                    <a:pt x="4929501" y="110489"/>
                  </a:cubicBezTo>
                  <a:cubicBezTo>
                    <a:pt x="4928231" y="110489"/>
                    <a:pt x="4926326" y="110489"/>
                    <a:pt x="4925056" y="109854"/>
                  </a:cubicBezTo>
                  <a:cubicBezTo>
                    <a:pt x="4923786" y="109854"/>
                    <a:pt x="4922516" y="108584"/>
                    <a:pt x="4921246" y="107314"/>
                  </a:cubicBezTo>
                  <a:cubicBezTo>
                    <a:pt x="4919976" y="106044"/>
                    <a:pt x="4919341" y="104774"/>
                    <a:pt x="4918706" y="103504"/>
                  </a:cubicBezTo>
                  <a:cubicBezTo>
                    <a:pt x="4918706" y="102234"/>
                    <a:pt x="4918071" y="100329"/>
                    <a:pt x="4918071" y="99059"/>
                  </a:cubicBezTo>
                  <a:cubicBezTo>
                    <a:pt x="4918071" y="97789"/>
                    <a:pt x="4918071" y="95884"/>
                    <a:pt x="4918706" y="94614"/>
                  </a:cubicBezTo>
                  <a:cubicBezTo>
                    <a:pt x="4918706" y="93344"/>
                    <a:pt x="4919976" y="92074"/>
                    <a:pt x="4921246" y="90804"/>
                  </a:cubicBezTo>
                  <a:cubicBezTo>
                    <a:pt x="4922516" y="89534"/>
                    <a:pt x="4923786" y="88899"/>
                    <a:pt x="4925056" y="88264"/>
                  </a:cubicBezTo>
                  <a:cubicBezTo>
                    <a:pt x="4926326" y="88264"/>
                    <a:pt x="4928231" y="87629"/>
                    <a:pt x="4929501" y="87629"/>
                  </a:cubicBezTo>
                  <a:close/>
                  <a:moveTo>
                    <a:pt x="3079110" y="87629"/>
                  </a:moveTo>
                  <a:cubicBezTo>
                    <a:pt x="3080380" y="87629"/>
                    <a:pt x="3082285" y="87629"/>
                    <a:pt x="3083555" y="88264"/>
                  </a:cubicBezTo>
                  <a:cubicBezTo>
                    <a:pt x="3084825" y="88264"/>
                    <a:pt x="3086095" y="89534"/>
                    <a:pt x="3087365" y="90804"/>
                  </a:cubicBezTo>
                  <a:cubicBezTo>
                    <a:pt x="3088635" y="92074"/>
                    <a:pt x="3089270" y="93344"/>
                    <a:pt x="3089905" y="94614"/>
                  </a:cubicBezTo>
                  <a:cubicBezTo>
                    <a:pt x="3089905" y="95884"/>
                    <a:pt x="3090540" y="97789"/>
                    <a:pt x="3090540" y="99059"/>
                  </a:cubicBezTo>
                  <a:cubicBezTo>
                    <a:pt x="3090540" y="99059"/>
                    <a:pt x="3090540" y="102234"/>
                    <a:pt x="3089905" y="103504"/>
                  </a:cubicBezTo>
                  <a:cubicBezTo>
                    <a:pt x="3089905" y="104774"/>
                    <a:pt x="3088635" y="106044"/>
                    <a:pt x="3087365" y="107314"/>
                  </a:cubicBezTo>
                  <a:cubicBezTo>
                    <a:pt x="3086095" y="108584"/>
                    <a:pt x="3084825" y="109219"/>
                    <a:pt x="3083555" y="109854"/>
                  </a:cubicBezTo>
                  <a:cubicBezTo>
                    <a:pt x="3082285" y="109854"/>
                    <a:pt x="3080380" y="110489"/>
                    <a:pt x="3079110" y="110489"/>
                  </a:cubicBezTo>
                  <a:cubicBezTo>
                    <a:pt x="3077840" y="110489"/>
                    <a:pt x="3075935" y="110489"/>
                    <a:pt x="3074665" y="109854"/>
                  </a:cubicBezTo>
                  <a:cubicBezTo>
                    <a:pt x="3073395" y="109854"/>
                    <a:pt x="3072125" y="108584"/>
                    <a:pt x="3070855" y="107314"/>
                  </a:cubicBezTo>
                  <a:cubicBezTo>
                    <a:pt x="3069585" y="106044"/>
                    <a:pt x="3068950" y="104774"/>
                    <a:pt x="3068315" y="103504"/>
                  </a:cubicBezTo>
                  <a:cubicBezTo>
                    <a:pt x="3068315" y="102234"/>
                    <a:pt x="3067680" y="100329"/>
                    <a:pt x="3067680" y="99059"/>
                  </a:cubicBezTo>
                  <a:cubicBezTo>
                    <a:pt x="3067680" y="97789"/>
                    <a:pt x="3067680" y="95884"/>
                    <a:pt x="3068315" y="94614"/>
                  </a:cubicBezTo>
                  <a:cubicBezTo>
                    <a:pt x="3068315" y="93344"/>
                    <a:pt x="3069585" y="92074"/>
                    <a:pt x="3070855" y="90804"/>
                  </a:cubicBezTo>
                  <a:cubicBezTo>
                    <a:pt x="3072125" y="89534"/>
                    <a:pt x="3073395" y="88899"/>
                    <a:pt x="3074665" y="88264"/>
                  </a:cubicBezTo>
                  <a:cubicBezTo>
                    <a:pt x="3075935" y="88264"/>
                    <a:pt x="3077840" y="87629"/>
                    <a:pt x="3079110" y="87629"/>
                  </a:cubicBezTo>
                  <a:close/>
                  <a:moveTo>
                    <a:pt x="1565275" y="87629"/>
                  </a:moveTo>
                  <a:cubicBezTo>
                    <a:pt x="1566545" y="87629"/>
                    <a:pt x="1568450" y="87629"/>
                    <a:pt x="1569720" y="88264"/>
                  </a:cubicBezTo>
                  <a:cubicBezTo>
                    <a:pt x="1570990" y="88264"/>
                    <a:pt x="1572260" y="89534"/>
                    <a:pt x="1573529" y="90804"/>
                  </a:cubicBezTo>
                  <a:cubicBezTo>
                    <a:pt x="1574800" y="92074"/>
                    <a:pt x="1575435" y="93344"/>
                    <a:pt x="1576069" y="94614"/>
                  </a:cubicBezTo>
                  <a:cubicBezTo>
                    <a:pt x="1576069" y="95884"/>
                    <a:pt x="1576705" y="97789"/>
                    <a:pt x="1576705" y="99059"/>
                  </a:cubicBezTo>
                  <a:cubicBezTo>
                    <a:pt x="1576705" y="99059"/>
                    <a:pt x="1576705" y="102234"/>
                    <a:pt x="1576069" y="103504"/>
                  </a:cubicBezTo>
                  <a:cubicBezTo>
                    <a:pt x="1576069" y="104774"/>
                    <a:pt x="1574800" y="106044"/>
                    <a:pt x="1573529" y="107314"/>
                  </a:cubicBezTo>
                  <a:cubicBezTo>
                    <a:pt x="1572260" y="108584"/>
                    <a:pt x="1570990" y="109219"/>
                    <a:pt x="1569720" y="109854"/>
                  </a:cubicBezTo>
                  <a:cubicBezTo>
                    <a:pt x="1568450" y="109854"/>
                    <a:pt x="1566545" y="110489"/>
                    <a:pt x="1565275" y="110489"/>
                  </a:cubicBezTo>
                  <a:cubicBezTo>
                    <a:pt x="1564005" y="110489"/>
                    <a:pt x="1562099" y="110489"/>
                    <a:pt x="1560830" y="109854"/>
                  </a:cubicBezTo>
                  <a:cubicBezTo>
                    <a:pt x="1559559" y="109854"/>
                    <a:pt x="1558289" y="108584"/>
                    <a:pt x="1557020" y="107314"/>
                  </a:cubicBezTo>
                  <a:cubicBezTo>
                    <a:pt x="1555750" y="106044"/>
                    <a:pt x="1555114" y="104774"/>
                    <a:pt x="1554479" y="103504"/>
                  </a:cubicBezTo>
                  <a:cubicBezTo>
                    <a:pt x="1554479" y="102234"/>
                    <a:pt x="1553844" y="100329"/>
                    <a:pt x="1553844" y="99059"/>
                  </a:cubicBezTo>
                  <a:cubicBezTo>
                    <a:pt x="1553844" y="97789"/>
                    <a:pt x="1553844" y="95884"/>
                    <a:pt x="1554479" y="94614"/>
                  </a:cubicBezTo>
                  <a:cubicBezTo>
                    <a:pt x="1554479" y="93344"/>
                    <a:pt x="1555750" y="92074"/>
                    <a:pt x="1557020" y="90804"/>
                  </a:cubicBezTo>
                  <a:cubicBezTo>
                    <a:pt x="1558289" y="89534"/>
                    <a:pt x="1559559" y="88899"/>
                    <a:pt x="1560830" y="88264"/>
                  </a:cubicBezTo>
                  <a:cubicBezTo>
                    <a:pt x="1562099" y="88264"/>
                    <a:pt x="1564005" y="87629"/>
                    <a:pt x="1565275" y="87629"/>
                  </a:cubicBezTo>
                  <a:close/>
                  <a:moveTo>
                    <a:pt x="2642230" y="73024"/>
                  </a:moveTo>
                  <a:cubicBezTo>
                    <a:pt x="2637150" y="73024"/>
                    <a:pt x="2633340" y="74294"/>
                    <a:pt x="2630800" y="76199"/>
                  </a:cubicBezTo>
                  <a:cubicBezTo>
                    <a:pt x="2627625" y="78104"/>
                    <a:pt x="2626355" y="81279"/>
                    <a:pt x="2626355" y="84454"/>
                  </a:cubicBezTo>
                  <a:cubicBezTo>
                    <a:pt x="2626355" y="86994"/>
                    <a:pt x="2626355" y="88899"/>
                    <a:pt x="2627625" y="90169"/>
                  </a:cubicBezTo>
                  <a:cubicBezTo>
                    <a:pt x="2628260" y="92074"/>
                    <a:pt x="2629530" y="93344"/>
                    <a:pt x="2630800" y="93979"/>
                  </a:cubicBezTo>
                  <a:cubicBezTo>
                    <a:pt x="2632070" y="95249"/>
                    <a:pt x="2633340" y="95884"/>
                    <a:pt x="2635245" y="96519"/>
                  </a:cubicBezTo>
                  <a:cubicBezTo>
                    <a:pt x="2637150" y="96519"/>
                    <a:pt x="2639055" y="97154"/>
                    <a:pt x="2641595" y="97154"/>
                  </a:cubicBezTo>
                  <a:cubicBezTo>
                    <a:pt x="2643500" y="97154"/>
                    <a:pt x="2645405" y="97154"/>
                    <a:pt x="2647310" y="96519"/>
                  </a:cubicBezTo>
                  <a:cubicBezTo>
                    <a:pt x="2649215" y="96519"/>
                    <a:pt x="2651120" y="95249"/>
                    <a:pt x="2652390" y="93979"/>
                  </a:cubicBezTo>
                  <a:cubicBezTo>
                    <a:pt x="2654295" y="93344"/>
                    <a:pt x="2655565" y="92074"/>
                    <a:pt x="2656835" y="90804"/>
                  </a:cubicBezTo>
                  <a:cubicBezTo>
                    <a:pt x="2658105" y="89534"/>
                    <a:pt x="2659375" y="88264"/>
                    <a:pt x="2660010" y="86994"/>
                  </a:cubicBezTo>
                  <a:lnTo>
                    <a:pt x="2660010" y="75564"/>
                  </a:lnTo>
                  <a:cubicBezTo>
                    <a:pt x="2660010" y="75564"/>
                    <a:pt x="2657470" y="74294"/>
                    <a:pt x="2656200" y="74294"/>
                  </a:cubicBezTo>
                  <a:cubicBezTo>
                    <a:pt x="2654930" y="74294"/>
                    <a:pt x="2653660" y="73659"/>
                    <a:pt x="2652390" y="73659"/>
                  </a:cubicBezTo>
                  <a:cubicBezTo>
                    <a:pt x="2651120" y="73659"/>
                    <a:pt x="2649850" y="73659"/>
                    <a:pt x="2647945" y="73024"/>
                  </a:cubicBezTo>
                  <a:cubicBezTo>
                    <a:pt x="2646040" y="73024"/>
                    <a:pt x="2644135" y="73024"/>
                    <a:pt x="2642230" y="73024"/>
                  </a:cubicBezTo>
                  <a:close/>
                  <a:moveTo>
                    <a:pt x="4664706" y="43814"/>
                  </a:moveTo>
                  <a:cubicBezTo>
                    <a:pt x="4661531" y="43814"/>
                    <a:pt x="4658991" y="43814"/>
                    <a:pt x="4657086" y="45719"/>
                  </a:cubicBezTo>
                  <a:cubicBezTo>
                    <a:pt x="4654546" y="46989"/>
                    <a:pt x="4652641" y="48894"/>
                    <a:pt x="4651371" y="50799"/>
                  </a:cubicBezTo>
                  <a:cubicBezTo>
                    <a:pt x="4649466" y="53339"/>
                    <a:pt x="4648831" y="55879"/>
                    <a:pt x="4647561" y="59054"/>
                  </a:cubicBezTo>
                  <a:cubicBezTo>
                    <a:pt x="4646926" y="62229"/>
                    <a:pt x="4646291" y="65404"/>
                    <a:pt x="4646291" y="69849"/>
                  </a:cubicBezTo>
                  <a:cubicBezTo>
                    <a:pt x="4646291" y="74294"/>
                    <a:pt x="4646291" y="78104"/>
                    <a:pt x="4647561" y="81279"/>
                  </a:cubicBezTo>
                  <a:cubicBezTo>
                    <a:pt x="4648196" y="84454"/>
                    <a:pt x="4650101" y="87629"/>
                    <a:pt x="4651371" y="89534"/>
                  </a:cubicBezTo>
                  <a:cubicBezTo>
                    <a:pt x="4653276" y="92074"/>
                    <a:pt x="4655181" y="93344"/>
                    <a:pt x="4657721" y="94614"/>
                  </a:cubicBezTo>
                  <a:cubicBezTo>
                    <a:pt x="4660261" y="95884"/>
                    <a:pt x="4662801" y="96519"/>
                    <a:pt x="4665341" y="96519"/>
                  </a:cubicBezTo>
                  <a:cubicBezTo>
                    <a:pt x="4667881" y="96519"/>
                    <a:pt x="4671056" y="95884"/>
                    <a:pt x="4672961" y="94614"/>
                  </a:cubicBezTo>
                  <a:cubicBezTo>
                    <a:pt x="4675501" y="93344"/>
                    <a:pt x="4677406" y="91439"/>
                    <a:pt x="4678676" y="88899"/>
                  </a:cubicBezTo>
                  <a:cubicBezTo>
                    <a:pt x="4680581" y="86359"/>
                    <a:pt x="4681851" y="83819"/>
                    <a:pt x="4682486" y="80644"/>
                  </a:cubicBezTo>
                  <a:cubicBezTo>
                    <a:pt x="4683121" y="77469"/>
                    <a:pt x="4683756" y="74294"/>
                    <a:pt x="4683756" y="70484"/>
                  </a:cubicBezTo>
                  <a:lnTo>
                    <a:pt x="4684391" y="69849"/>
                  </a:lnTo>
                  <a:cubicBezTo>
                    <a:pt x="4684391" y="66039"/>
                    <a:pt x="4684391" y="62229"/>
                    <a:pt x="4683121" y="59054"/>
                  </a:cubicBezTo>
                  <a:cubicBezTo>
                    <a:pt x="4682486" y="55879"/>
                    <a:pt x="4680581" y="53339"/>
                    <a:pt x="4679311" y="50799"/>
                  </a:cubicBezTo>
                  <a:cubicBezTo>
                    <a:pt x="4677406" y="48259"/>
                    <a:pt x="4675501" y="46989"/>
                    <a:pt x="4672961" y="45719"/>
                  </a:cubicBezTo>
                  <a:cubicBezTo>
                    <a:pt x="4670421" y="44449"/>
                    <a:pt x="4667881" y="43814"/>
                    <a:pt x="4664706" y="43814"/>
                  </a:cubicBezTo>
                  <a:close/>
                  <a:moveTo>
                    <a:pt x="4264020" y="43814"/>
                  </a:moveTo>
                  <a:cubicBezTo>
                    <a:pt x="4260845" y="43814"/>
                    <a:pt x="4258305" y="43814"/>
                    <a:pt x="4256400" y="45719"/>
                  </a:cubicBezTo>
                  <a:cubicBezTo>
                    <a:pt x="4253860" y="46989"/>
                    <a:pt x="4251955" y="48894"/>
                    <a:pt x="4250685" y="50799"/>
                  </a:cubicBezTo>
                  <a:cubicBezTo>
                    <a:pt x="4248780" y="53339"/>
                    <a:pt x="4247510" y="55879"/>
                    <a:pt x="4246875" y="59054"/>
                  </a:cubicBezTo>
                  <a:cubicBezTo>
                    <a:pt x="4246240" y="62229"/>
                    <a:pt x="4245605" y="65404"/>
                    <a:pt x="4245605" y="69849"/>
                  </a:cubicBezTo>
                  <a:cubicBezTo>
                    <a:pt x="4245605" y="74294"/>
                    <a:pt x="4245605" y="78104"/>
                    <a:pt x="4246875" y="81279"/>
                  </a:cubicBezTo>
                  <a:cubicBezTo>
                    <a:pt x="4247510" y="84454"/>
                    <a:pt x="4249415" y="87629"/>
                    <a:pt x="4250685" y="89534"/>
                  </a:cubicBezTo>
                  <a:cubicBezTo>
                    <a:pt x="4252590" y="92074"/>
                    <a:pt x="4254495" y="93344"/>
                    <a:pt x="4257035" y="94614"/>
                  </a:cubicBezTo>
                  <a:cubicBezTo>
                    <a:pt x="4259575" y="95884"/>
                    <a:pt x="4262115" y="96519"/>
                    <a:pt x="4264655" y="96519"/>
                  </a:cubicBezTo>
                  <a:cubicBezTo>
                    <a:pt x="4267195" y="96519"/>
                    <a:pt x="4270370" y="95884"/>
                    <a:pt x="4272275" y="94614"/>
                  </a:cubicBezTo>
                  <a:cubicBezTo>
                    <a:pt x="4274815" y="93344"/>
                    <a:pt x="4276720" y="91439"/>
                    <a:pt x="4277990" y="88899"/>
                  </a:cubicBezTo>
                  <a:cubicBezTo>
                    <a:pt x="4279895" y="86359"/>
                    <a:pt x="4281165" y="83819"/>
                    <a:pt x="4281800" y="80644"/>
                  </a:cubicBezTo>
                  <a:cubicBezTo>
                    <a:pt x="4282435" y="77469"/>
                    <a:pt x="4283070" y="74294"/>
                    <a:pt x="4283070" y="70484"/>
                  </a:cubicBezTo>
                  <a:lnTo>
                    <a:pt x="4283705" y="69849"/>
                  </a:lnTo>
                  <a:cubicBezTo>
                    <a:pt x="4283705" y="66039"/>
                    <a:pt x="4283705" y="62229"/>
                    <a:pt x="4282435" y="59054"/>
                  </a:cubicBezTo>
                  <a:cubicBezTo>
                    <a:pt x="4281800" y="55879"/>
                    <a:pt x="4279895" y="53339"/>
                    <a:pt x="4278625" y="50799"/>
                  </a:cubicBezTo>
                  <a:cubicBezTo>
                    <a:pt x="4276720" y="48259"/>
                    <a:pt x="4274815" y="46989"/>
                    <a:pt x="4272275" y="45719"/>
                  </a:cubicBezTo>
                  <a:cubicBezTo>
                    <a:pt x="4269735" y="44449"/>
                    <a:pt x="4267195" y="43814"/>
                    <a:pt x="4264020" y="43814"/>
                  </a:cubicBezTo>
                  <a:close/>
                  <a:moveTo>
                    <a:pt x="1420495" y="43814"/>
                  </a:moveTo>
                  <a:cubicBezTo>
                    <a:pt x="1417320" y="43814"/>
                    <a:pt x="1414780" y="43814"/>
                    <a:pt x="1412875" y="45719"/>
                  </a:cubicBezTo>
                  <a:cubicBezTo>
                    <a:pt x="1410335" y="46989"/>
                    <a:pt x="1408430" y="48894"/>
                    <a:pt x="1407160" y="50799"/>
                  </a:cubicBezTo>
                  <a:cubicBezTo>
                    <a:pt x="1405255" y="53339"/>
                    <a:pt x="1403985" y="55879"/>
                    <a:pt x="1403350" y="59054"/>
                  </a:cubicBezTo>
                  <a:cubicBezTo>
                    <a:pt x="1402715" y="62229"/>
                    <a:pt x="1402080" y="65404"/>
                    <a:pt x="1402080" y="69849"/>
                  </a:cubicBezTo>
                  <a:cubicBezTo>
                    <a:pt x="1402080" y="74294"/>
                    <a:pt x="1402080" y="78104"/>
                    <a:pt x="1403350" y="81279"/>
                  </a:cubicBezTo>
                  <a:cubicBezTo>
                    <a:pt x="1403985" y="84454"/>
                    <a:pt x="1405890" y="87629"/>
                    <a:pt x="1407160" y="89534"/>
                  </a:cubicBezTo>
                  <a:cubicBezTo>
                    <a:pt x="1409065" y="92074"/>
                    <a:pt x="1410970" y="93344"/>
                    <a:pt x="1413510" y="94614"/>
                  </a:cubicBezTo>
                  <a:cubicBezTo>
                    <a:pt x="1416050" y="95884"/>
                    <a:pt x="1418590" y="96519"/>
                    <a:pt x="1421130" y="96519"/>
                  </a:cubicBezTo>
                  <a:cubicBezTo>
                    <a:pt x="1423670" y="96519"/>
                    <a:pt x="1426845" y="95884"/>
                    <a:pt x="1428750" y="94614"/>
                  </a:cubicBezTo>
                  <a:cubicBezTo>
                    <a:pt x="1431290" y="93344"/>
                    <a:pt x="1433195" y="91439"/>
                    <a:pt x="1434465" y="88899"/>
                  </a:cubicBezTo>
                  <a:cubicBezTo>
                    <a:pt x="1436370" y="86359"/>
                    <a:pt x="1437640" y="83819"/>
                    <a:pt x="1438275" y="80644"/>
                  </a:cubicBezTo>
                  <a:cubicBezTo>
                    <a:pt x="1438910" y="77469"/>
                    <a:pt x="1439545" y="74294"/>
                    <a:pt x="1439545" y="70484"/>
                  </a:cubicBezTo>
                  <a:lnTo>
                    <a:pt x="1440180" y="69849"/>
                  </a:lnTo>
                  <a:cubicBezTo>
                    <a:pt x="1440180" y="66039"/>
                    <a:pt x="1440180" y="62229"/>
                    <a:pt x="1438910" y="59054"/>
                  </a:cubicBezTo>
                  <a:cubicBezTo>
                    <a:pt x="1438275" y="55879"/>
                    <a:pt x="1436370" y="53339"/>
                    <a:pt x="1435100" y="50799"/>
                  </a:cubicBezTo>
                  <a:cubicBezTo>
                    <a:pt x="1433195" y="48259"/>
                    <a:pt x="1431290" y="46989"/>
                    <a:pt x="1428750" y="45719"/>
                  </a:cubicBezTo>
                  <a:cubicBezTo>
                    <a:pt x="1426210" y="44449"/>
                    <a:pt x="1423670" y="43814"/>
                    <a:pt x="1420495" y="43814"/>
                  </a:cubicBezTo>
                  <a:close/>
                  <a:moveTo>
                    <a:pt x="4041770" y="43180"/>
                  </a:moveTo>
                  <a:cubicBezTo>
                    <a:pt x="4039230" y="43180"/>
                    <a:pt x="4036690" y="43180"/>
                    <a:pt x="4034785" y="44450"/>
                  </a:cubicBezTo>
                  <a:cubicBezTo>
                    <a:pt x="4032880" y="45085"/>
                    <a:pt x="4030975" y="46355"/>
                    <a:pt x="4029705" y="48260"/>
                  </a:cubicBezTo>
                  <a:cubicBezTo>
                    <a:pt x="4028435" y="50165"/>
                    <a:pt x="4027165" y="52070"/>
                    <a:pt x="4025895" y="54610"/>
                  </a:cubicBezTo>
                  <a:cubicBezTo>
                    <a:pt x="4025260" y="57150"/>
                    <a:pt x="4023990" y="59690"/>
                    <a:pt x="4023990" y="62865"/>
                  </a:cubicBezTo>
                  <a:lnTo>
                    <a:pt x="4060185" y="62865"/>
                  </a:lnTo>
                  <a:cubicBezTo>
                    <a:pt x="4060185" y="62865"/>
                    <a:pt x="4059550" y="57785"/>
                    <a:pt x="4058915" y="55245"/>
                  </a:cubicBezTo>
                  <a:cubicBezTo>
                    <a:pt x="4058280" y="52705"/>
                    <a:pt x="4057010" y="50800"/>
                    <a:pt x="4055740" y="48895"/>
                  </a:cubicBezTo>
                  <a:cubicBezTo>
                    <a:pt x="4054470" y="46990"/>
                    <a:pt x="4052565" y="45720"/>
                    <a:pt x="4050025" y="44450"/>
                  </a:cubicBezTo>
                  <a:cubicBezTo>
                    <a:pt x="4047485" y="43180"/>
                    <a:pt x="4044945" y="43180"/>
                    <a:pt x="4041770" y="43180"/>
                  </a:cubicBezTo>
                  <a:close/>
                  <a:moveTo>
                    <a:pt x="3728081" y="43180"/>
                  </a:moveTo>
                  <a:cubicBezTo>
                    <a:pt x="3725541" y="43180"/>
                    <a:pt x="3723001" y="43180"/>
                    <a:pt x="3721096" y="44450"/>
                  </a:cubicBezTo>
                  <a:cubicBezTo>
                    <a:pt x="3719191" y="45085"/>
                    <a:pt x="3717286" y="46355"/>
                    <a:pt x="3716016" y="48260"/>
                  </a:cubicBezTo>
                  <a:cubicBezTo>
                    <a:pt x="3714746" y="50165"/>
                    <a:pt x="3713476" y="52070"/>
                    <a:pt x="3712206" y="54610"/>
                  </a:cubicBezTo>
                  <a:cubicBezTo>
                    <a:pt x="3711571" y="57150"/>
                    <a:pt x="3710301" y="59690"/>
                    <a:pt x="3710301" y="62865"/>
                  </a:cubicBezTo>
                  <a:lnTo>
                    <a:pt x="3746496" y="62865"/>
                  </a:lnTo>
                  <a:cubicBezTo>
                    <a:pt x="3746496" y="62865"/>
                    <a:pt x="3745861" y="57785"/>
                    <a:pt x="3745226" y="55245"/>
                  </a:cubicBezTo>
                  <a:cubicBezTo>
                    <a:pt x="3744591" y="52705"/>
                    <a:pt x="3743321" y="50800"/>
                    <a:pt x="3742051" y="48895"/>
                  </a:cubicBezTo>
                  <a:cubicBezTo>
                    <a:pt x="3740781" y="46990"/>
                    <a:pt x="3738876" y="45720"/>
                    <a:pt x="3736336" y="44450"/>
                  </a:cubicBezTo>
                  <a:cubicBezTo>
                    <a:pt x="3733796" y="43180"/>
                    <a:pt x="3731256" y="43180"/>
                    <a:pt x="3728081" y="43180"/>
                  </a:cubicBezTo>
                  <a:close/>
                  <a:moveTo>
                    <a:pt x="3541391" y="43180"/>
                  </a:moveTo>
                  <a:cubicBezTo>
                    <a:pt x="3538851" y="43180"/>
                    <a:pt x="3536311" y="43180"/>
                    <a:pt x="3534406" y="44450"/>
                  </a:cubicBezTo>
                  <a:cubicBezTo>
                    <a:pt x="3532501" y="45085"/>
                    <a:pt x="3530596" y="46355"/>
                    <a:pt x="3529326" y="48260"/>
                  </a:cubicBezTo>
                  <a:cubicBezTo>
                    <a:pt x="3528056" y="50165"/>
                    <a:pt x="3526786" y="52070"/>
                    <a:pt x="3525516" y="54610"/>
                  </a:cubicBezTo>
                  <a:cubicBezTo>
                    <a:pt x="3524881" y="57150"/>
                    <a:pt x="3524246" y="59690"/>
                    <a:pt x="3523611" y="62865"/>
                  </a:cubicBezTo>
                  <a:lnTo>
                    <a:pt x="3559806" y="62865"/>
                  </a:lnTo>
                  <a:cubicBezTo>
                    <a:pt x="3559806" y="62865"/>
                    <a:pt x="3559171" y="57785"/>
                    <a:pt x="3558536" y="55245"/>
                  </a:cubicBezTo>
                  <a:cubicBezTo>
                    <a:pt x="3557901" y="52705"/>
                    <a:pt x="3556631" y="50800"/>
                    <a:pt x="3555361" y="48895"/>
                  </a:cubicBezTo>
                  <a:cubicBezTo>
                    <a:pt x="3554091" y="46990"/>
                    <a:pt x="3552186" y="45720"/>
                    <a:pt x="3549646" y="44450"/>
                  </a:cubicBezTo>
                  <a:cubicBezTo>
                    <a:pt x="3547106" y="43180"/>
                    <a:pt x="3544566" y="43180"/>
                    <a:pt x="3541391" y="43180"/>
                  </a:cubicBezTo>
                  <a:close/>
                  <a:moveTo>
                    <a:pt x="3463285" y="43180"/>
                  </a:moveTo>
                  <a:cubicBezTo>
                    <a:pt x="3461380" y="43180"/>
                    <a:pt x="3459475" y="43180"/>
                    <a:pt x="3458205" y="43815"/>
                  </a:cubicBezTo>
                  <a:cubicBezTo>
                    <a:pt x="3456300" y="43815"/>
                    <a:pt x="3455030" y="45085"/>
                    <a:pt x="3453125" y="45720"/>
                  </a:cubicBezTo>
                  <a:cubicBezTo>
                    <a:pt x="3451855" y="46355"/>
                    <a:pt x="3449950" y="47625"/>
                    <a:pt x="3448680" y="48895"/>
                  </a:cubicBezTo>
                  <a:cubicBezTo>
                    <a:pt x="3447410" y="50165"/>
                    <a:pt x="3446140" y="51435"/>
                    <a:pt x="3445505" y="52705"/>
                  </a:cubicBezTo>
                  <a:lnTo>
                    <a:pt x="3445505" y="85725"/>
                  </a:lnTo>
                  <a:cubicBezTo>
                    <a:pt x="3445505" y="85725"/>
                    <a:pt x="3447410" y="88265"/>
                    <a:pt x="3448680" y="89535"/>
                  </a:cubicBezTo>
                  <a:cubicBezTo>
                    <a:pt x="3449950" y="90805"/>
                    <a:pt x="3451220" y="92075"/>
                    <a:pt x="3453125" y="92710"/>
                  </a:cubicBezTo>
                  <a:cubicBezTo>
                    <a:pt x="3455030" y="93980"/>
                    <a:pt x="3456300" y="94615"/>
                    <a:pt x="3458205" y="95250"/>
                  </a:cubicBezTo>
                  <a:cubicBezTo>
                    <a:pt x="3460110" y="95250"/>
                    <a:pt x="3462015" y="95885"/>
                    <a:pt x="3463920" y="95885"/>
                  </a:cubicBezTo>
                  <a:cubicBezTo>
                    <a:pt x="3469635" y="95885"/>
                    <a:pt x="3473445" y="93980"/>
                    <a:pt x="3476620" y="89535"/>
                  </a:cubicBezTo>
                  <a:cubicBezTo>
                    <a:pt x="3479795" y="85090"/>
                    <a:pt x="3481065" y="79375"/>
                    <a:pt x="3481065" y="71120"/>
                  </a:cubicBezTo>
                  <a:lnTo>
                    <a:pt x="3480430" y="71755"/>
                  </a:lnTo>
                  <a:cubicBezTo>
                    <a:pt x="3480430" y="62230"/>
                    <a:pt x="3479160" y="54610"/>
                    <a:pt x="3475985" y="50165"/>
                  </a:cubicBezTo>
                  <a:cubicBezTo>
                    <a:pt x="3472810" y="45720"/>
                    <a:pt x="3468365" y="43180"/>
                    <a:pt x="3463285" y="43180"/>
                  </a:cubicBezTo>
                  <a:close/>
                  <a:moveTo>
                    <a:pt x="3343271" y="43180"/>
                  </a:moveTo>
                  <a:cubicBezTo>
                    <a:pt x="3340731" y="43180"/>
                    <a:pt x="3338191" y="43180"/>
                    <a:pt x="3336286" y="44450"/>
                  </a:cubicBezTo>
                  <a:cubicBezTo>
                    <a:pt x="3334381" y="45085"/>
                    <a:pt x="3332476" y="46355"/>
                    <a:pt x="3331206" y="48260"/>
                  </a:cubicBezTo>
                  <a:cubicBezTo>
                    <a:pt x="3329936" y="50165"/>
                    <a:pt x="3328666" y="52070"/>
                    <a:pt x="3327396" y="54610"/>
                  </a:cubicBezTo>
                  <a:cubicBezTo>
                    <a:pt x="3326761" y="57150"/>
                    <a:pt x="3326126" y="59690"/>
                    <a:pt x="3325491" y="62865"/>
                  </a:cubicBezTo>
                  <a:lnTo>
                    <a:pt x="3361686" y="62865"/>
                  </a:lnTo>
                  <a:cubicBezTo>
                    <a:pt x="3361686" y="62865"/>
                    <a:pt x="3361051" y="57785"/>
                    <a:pt x="3360416" y="55245"/>
                  </a:cubicBezTo>
                  <a:cubicBezTo>
                    <a:pt x="3359781" y="52705"/>
                    <a:pt x="3358511" y="50800"/>
                    <a:pt x="3357241" y="48895"/>
                  </a:cubicBezTo>
                  <a:cubicBezTo>
                    <a:pt x="3355971" y="46990"/>
                    <a:pt x="3354066" y="45720"/>
                    <a:pt x="3351526" y="44450"/>
                  </a:cubicBezTo>
                  <a:cubicBezTo>
                    <a:pt x="3348986" y="43180"/>
                    <a:pt x="3346446" y="43180"/>
                    <a:pt x="3343271" y="43180"/>
                  </a:cubicBezTo>
                  <a:close/>
                  <a:moveTo>
                    <a:pt x="2976876" y="43180"/>
                  </a:moveTo>
                  <a:cubicBezTo>
                    <a:pt x="2974336" y="43180"/>
                    <a:pt x="2971796" y="43180"/>
                    <a:pt x="2969891" y="44450"/>
                  </a:cubicBezTo>
                  <a:cubicBezTo>
                    <a:pt x="2967986" y="45085"/>
                    <a:pt x="2966081" y="46355"/>
                    <a:pt x="2964811" y="48260"/>
                  </a:cubicBezTo>
                  <a:cubicBezTo>
                    <a:pt x="2963541" y="50165"/>
                    <a:pt x="2962271" y="52070"/>
                    <a:pt x="2961001" y="54610"/>
                  </a:cubicBezTo>
                  <a:cubicBezTo>
                    <a:pt x="2960366" y="57150"/>
                    <a:pt x="2959731" y="59690"/>
                    <a:pt x="2959096" y="62865"/>
                  </a:cubicBezTo>
                  <a:lnTo>
                    <a:pt x="2995291" y="62865"/>
                  </a:lnTo>
                  <a:cubicBezTo>
                    <a:pt x="2995291" y="62865"/>
                    <a:pt x="2994656" y="57785"/>
                    <a:pt x="2994021" y="55245"/>
                  </a:cubicBezTo>
                  <a:cubicBezTo>
                    <a:pt x="2993386" y="52705"/>
                    <a:pt x="2992116" y="50800"/>
                    <a:pt x="2990846" y="48895"/>
                  </a:cubicBezTo>
                  <a:cubicBezTo>
                    <a:pt x="2989576" y="46990"/>
                    <a:pt x="2987671" y="45720"/>
                    <a:pt x="2985131" y="44450"/>
                  </a:cubicBezTo>
                  <a:cubicBezTo>
                    <a:pt x="2982591" y="43180"/>
                    <a:pt x="2980051" y="43180"/>
                    <a:pt x="2976876" y="43180"/>
                  </a:cubicBezTo>
                  <a:close/>
                  <a:moveTo>
                    <a:pt x="2527930" y="43180"/>
                  </a:moveTo>
                  <a:cubicBezTo>
                    <a:pt x="2525390" y="43180"/>
                    <a:pt x="2522850" y="43180"/>
                    <a:pt x="2520945" y="44450"/>
                  </a:cubicBezTo>
                  <a:cubicBezTo>
                    <a:pt x="2519040" y="45085"/>
                    <a:pt x="2517135" y="46355"/>
                    <a:pt x="2515865" y="48260"/>
                  </a:cubicBezTo>
                  <a:cubicBezTo>
                    <a:pt x="2514595" y="50165"/>
                    <a:pt x="2513325" y="52070"/>
                    <a:pt x="2512055" y="54610"/>
                  </a:cubicBezTo>
                  <a:cubicBezTo>
                    <a:pt x="2511420" y="57150"/>
                    <a:pt x="2510150" y="59690"/>
                    <a:pt x="2510150" y="62865"/>
                  </a:cubicBezTo>
                  <a:lnTo>
                    <a:pt x="2546345" y="62865"/>
                  </a:lnTo>
                  <a:cubicBezTo>
                    <a:pt x="2546345" y="62865"/>
                    <a:pt x="2545710" y="57785"/>
                    <a:pt x="2545075" y="55245"/>
                  </a:cubicBezTo>
                  <a:cubicBezTo>
                    <a:pt x="2544440" y="52705"/>
                    <a:pt x="2543170" y="50800"/>
                    <a:pt x="2541900" y="48895"/>
                  </a:cubicBezTo>
                  <a:cubicBezTo>
                    <a:pt x="2540630" y="46990"/>
                    <a:pt x="2538725" y="45720"/>
                    <a:pt x="2536185" y="44450"/>
                  </a:cubicBezTo>
                  <a:cubicBezTo>
                    <a:pt x="2533645" y="43180"/>
                    <a:pt x="2531105" y="43180"/>
                    <a:pt x="2527930" y="43180"/>
                  </a:cubicBezTo>
                  <a:close/>
                  <a:moveTo>
                    <a:pt x="2214240" y="43180"/>
                  </a:moveTo>
                  <a:cubicBezTo>
                    <a:pt x="2211700" y="43180"/>
                    <a:pt x="2209160" y="43180"/>
                    <a:pt x="2207255" y="44450"/>
                  </a:cubicBezTo>
                  <a:cubicBezTo>
                    <a:pt x="2205350" y="45085"/>
                    <a:pt x="2203445" y="46355"/>
                    <a:pt x="2202175" y="48260"/>
                  </a:cubicBezTo>
                  <a:cubicBezTo>
                    <a:pt x="2200905" y="50165"/>
                    <a:pt x="2199635" y="52070"/>
                    <a:pt x="2198365" y="54610"/>
                  </a:cubicBezTo>
                  <a:cubicBezTo>
                    <a:pt x="2197730" y="57150"/>
                    <a:pt x="2196460" y="59690"/>
                    <a:pt x="2196460" y="62865"/>
                  </a:cubicBezTo>
                  <a:lnTo>
                    <a:pt x="2232655" y="62865"/>
                  </a:lnTo>
                  <a:cubicBezTo>
                    <a:pt x="2232655" y="62865"/>
                    <a:pt x="2232020" y="57785"/>
                    <a:pt x="2231385" y="55245"/>
                  </a:cubicBezTo>
                  <a:cubicBezTo>
                    <a:pt x="2230750" y="52705"/>
                    <a:pt x="2229480" y="50800"/>
                    <a:pt x="2228210" y="48895"/>
                  </a:cubicBezTo>
                  <a:cubicBezTo>
                    <a:pt x="2226940" y="46990"/>
                    <a:pt x="2225035" y="45720"/>
                    <a:pt x="2222495" y="44450"/>
                  </a:cubicBezTo>
                  <a:cubicBezTo>
                    <a:pt x="2219955" y="43180"/>
                    <a:pt x="2217415" y="43180"/>
                    <a:pt x="2214240" y="43180"/>
                  </a:cubicBezTo>
                  <a:close/>
                  <a:moveTo>
                    <a:pt x="2027551" y="43180"/>
                  </a:moveTo>
                  <a:cubicBezTo>
                    <a:pt x="2025011" y="43180"/>
                    <a:pt x="2022471" y="43180"/>
                    <a:pt x="2020566" y="44450"/>
                  </a:cubicBezTo>
                  <a:cubicBezTo>
                    <a:pt x="2018661" y="45085"/>
                    <a:pt x="2016756" y="46355"/>
                    <a:pt x="2015486" y="48260"/>
                  </a:cubicBezTo>
                  <a:cubicBezTo>
                    <a:pt x="2014216" y="50165"/>
                    <a:pt x="2012946" y="52070"/>
                    <a:pt x="2011676" y="54610"/>
                  </a:cubicBezTo>
                  <a:cubicBezTo>
                    <a:pt x="2011041" y="57150"/>
                    <a:pt x="2010406" y="59690"/>
                    <a:pt x="2009771" y="62865"/>
                  </a:cubicBezTo>
                  <a:lnTo>
                    <a:pt x="2045966" y="62865"/>
                  </a:lnTo>
                  <a:cubicBezTo>
                    <a:pt x="2045966" y="62865"/>
                    <a:pt x="2045331" y="57785"/>
                    <a:pt x="2044696" y="55245"/>
                  </a:cubicBezTo>
                  <a:cubicBezTo>
                    <a:pt x="2044061" y="52705"/>
                    <a:pt x="2042791" y="50800"/>
                    <a:pt x="2041521" y="48895"/>
                  </a:cubicBezTo>
                  <a:cubicBezTo>
                    <a:pt x="2040251" y="46990"/>
                    <a:pt x="2038346" y="45720"/>
                    <a:pt x="2035806" y="44450"/>
                  </a:cubicBezTo>
                  <a:cubicBezTo>
                    <a:pt x="2033266" y="43180"/>
                    <a:pt x="2030726" y="43180"/>
                    <a:pt x="2027551" y="43180"/>
                  </a:cubicBezTo>
                  <a:close/>
                  <a:moveTo>
                    <a:pt x="1949445" y="43180"/>
                  </a:moveTo>
                  <a:cubicBezTo>
                    <a:pt x="1947540" y="43180"/>
                    <a:pt x="1945635" y="43180"/>
                    <a:pt x="1944365" y="43815"/>
                  </a:cubicBezTo>
                  <a:cubicBezTo>
                    <a:pt x="1942460" y="43815"/>
                    <a:pt x="1941190" y="45085"/>
                    <a:pt x="1939285" y="45720"/>
                  </a:cubicBezTo>
                  <a:cubicBezTo>
                    <a:pt x="1938015" y="46355"/>
                    <a:pt x="1936110" y="47625"/>
                    <a:pt x="1934840" y="48895"/>
                  </a:cubicBezTo>
                  <a:cubicBezTo>
                    <a:pt x="1933570" y="50165"/>
                    <a:pt x="1932300" y="51435"/>
                    <a:pt x="1931665" y="52705"/>
                  </a:cubicBezTo>
                  <a:lnTo>
                    <a:pt x="1931665" y="85725"/>
                  </a:lnTo>
                  <a:cubicBezTo>
                    <a:pt x="1931665" y="85725"/>
                    <a:pt x="1933570" y="88265"/>
                    <a:pt x="1934840" y="89535"/>
                  </a:cubicBezTo>
                  <a:cubicBezTo>
                    <a:pt x="1936110" y="90805"/>
                    <a:pt x="1937380" y="92075"/>
                    <a:pt x="1939285" y="92710"/>
                  </a:cubicBezTo>
                  <a:cubicBezTo>
                    <a:pt x="1941190" y="93980"/>
                    <a:pt x="1942460" y="94615"/>
                    <a:pt x="1944365" y="95250"/>
                  </a:cubicBezTo>
                  <a:cubicBezTo>
                    <a:pt x="1946270" y="95250"/>
                    <a:pt x="1948175" y="95885"/>
                    <a:pt x="1950080" y="95885"/>
                  </a:cubicBezTo>
                  <a:cubicBezTo>
                    <a:pt x="1955795" y="95885"/>
                    <a:pt x="1959605" y="93980"/>
                    <a:pt x="1962780" y="89535"/>
                  </a:cubicBezTo>
                  <a:cubicBezTo>
                    <a:pt x="1965955" y="85090"/>
                    <a:pt x="1967225" y="79375"/>
                    <a:pt x="1967225" y="71120"/>
                  </a:cubicBezTo>
                  <a:lnTo>
                    <a:pt x="1966590" y="71755"/>
                  </a:lnTo>
                  <a:cubicBezTo>
                    <a:pt x="1966590" y="62230"/>
                    <a:pt x="1965320" y="54610"/>
                    <a:pt x="1962145" y="50165"/>
                  </a:cubicBezTo>
                  <a:cubicBezTo>
                    <a:pt x="1958970" y="45720"/>
                    <a:pt x="1954525" y="43180"/>
                    <a:pt x="1949445" y="43180"/>
                  </a:cubicBezTo>
                  <a:close/>
                  <a:moveTo>
                    <a:pt x="1829431" y="43180"/>
                  </a:moveTo>
                  <a:cubicBezTo>
                    <a:pt x="1826891" y="43180"/>
                    <a:pt x="1824351" y="43180"/>
                    <a:pt x="1822446" y="44450"/>
                  </a:cubicBezTo>
                  <a:cubicBezTo>
                    <a:pt x="1820541" y="45085"/>
                    <a:pt x="1818636" y="46355"/>
                    <a:pt x="1817366" y="48260"/>
                  </a:cubicBezTo>
                  <a:cubicBezTo>
                    <a:pt x="1816096" y="50165"/>
                    <a:pt x="1814826" y="52070"/>
                    <a:pt x="1813556" y="54610"/>
                  </a:cubicBezTo>
                  <a:cubicBezTo>
                    <a:pt x="1812921" y="57150"/>
                    <a:pt x="1811651" y="59690"/>
                    <a:pt x="1811651" y="62865"/>
                  </a:cubicBezTo>
                  <a:lnTo>
                    <a:pt x="1847846" y="62865"/>
                  </a:lnTo>
                  <a:cubicBezTo>
                    <a:pt x="1847846" y="62865"/>
                    <a:pt x="1847211" y="57785"/>
                    <a:pt x="1846576" y="55245"/>
                  </a:cubicBezTo>
                  <a:cubicBezTo>
                    <a:pt x="1845941" y="52705"/>
                    <a:pt x="1844671" y="50800"/>
                    <a:pt x="1843401" y="48895"/>
                  </a:cubicBezTo>
                  <a:cubicBezTo>
                    <a:pt x="1842131" y="46990"/>
                    <a:pt x="1840226" y="45720"/>
                    <a:pt x="1837686" y="44450"/>
                  </a:cubicBezTo>
                  <a:cubicBezTo>
                    <a:pt x="1835146" y="43180"/>
                    <a:pt x="1832606" y="43180"/>
                    <a:pt x="1829431" y="43180"/>
                  </a:cubicBezTo>
                  <a:close/>
                  <a:moveTo>
                    <a:pt x="1178561" y="43180"/>
                  </a:moveTo>
                  <a:cubicBezTo>
                    <a:pt x="1176021" y="43180"/>
                    <a:pt x="1173481" y="43180"/>
                    <a:pt x="1171576" y="44450"/>
                  </a:cubicBezTo>
                  <a:cubicBezTo>
                    <a:pt x="1169671" y="45085"/>
                    <a:pt x="1167766" y="46355"/>
                    <a:pt x="1166496" y="48260"/>
                  </a:cubicBezTo>
                  <a:cubicBezTo>
                    <a:pt x="1165226" y="50165"/>
                    <a:pt x="1163956" y="52070"/>
                    <a:pt x="1162686" y="54610"/>
                  </a:cubicBezTo>
                  <a:cubicBezTo>
                    <a:pt x="1162051" y="57150"/>
                    <a:pt x="1160781" y="59690"/>
                    <a:pt x="1160781" y="62865"/>
                  </a:cubicBezTo>
                  <a:lnTo>
                    <a:pt x="1196976" y="62865"/>
                  </a:lnTo>
                  <a:cubicBezTo>
                    <a:pt x="1196976" y="62865"/>
                    <a:pt x="1196341" y="57785"/>
                    <a:pt x="1195706" y="55245"/>
                  </a:cubicBezTo>
                  <a:cubicBezTo>
                    <a:pt x="1195071" y="52705"/>
                    <a:pt x="1193801" y="50800"/>
                    <a:pt x="1192531" y="48895"/>
                  </a:cubicBezTo>
                  <a:cubicBezTo>
                    <a:pt x="1191261" y="46990"/>
                    <a:pt x="1189356" y="45720"/>
                    <a:pt x="1186816" y="44450"/>
                  </a:cubicBezTo>
                  <a:cubicBezTo>
                    <a:pt x="1184276" y="43180"/>
                    <a:pt x="1181736" y="43180"/>
                    <a:pt x="1178561" y="43180"/>
                  </a:cubicBezTo>
                  <a:close/>
                  <a:moveTo>
                    <a:pt x="898525" y="43180"/>
                  </a:moveTo>
                  <a:cubicBezTo>
                    <a:pt x="895985" y="43180"/>
                    <a:pt x="893445" y="43180"/>
                    <a:pt x="891540" y="44450"/>
                  </a:cubicBezTo>
                  <a:cubicBezTo>
                    <a:pt x="889635" y="45085"/>
                    <a:pt x="887730" y="46355"/>
                    <a:pt x="886460" y="48260"/>
                  </a:cubicBezTo>
                  <a:cubicBezTo>
                    <a:pt x="885190" y="50165"/>
                    <a:pt x="883920" y="52070"/>
                    <a:pt x="882650" y="54610"/>
                  </a:cubicBezTo>
                  <a:cubicBezTo>
                    <a:pt x="882015" y="57150"/>
                    <a:pt x="881380" y="59690"/>
                    <a:pt x="880745" y="62865"/>
                  </a:cubicBezTo>
                  <a:lnTo>
                    <a:pt x="916940" y="62865"/>
                  </a:lnTo>
                  <a:cubicBezTo>
                    <a:pt x="916940" y="62865"/>
                    <a:pt x="916305" y="57785"/>
                    <a:pt x="915670" y="55245"/>
                  </a:cubicBezTo>
                  <a:cubicBezTo>
                    <a:pt x="915035" y="52705"/>
                    <a:pt x="913765" y="50800"/>
                    <a:pt x="912495" y="48895"/>
                  </a:cubicBezTo>
                  <a:cubicBezTo>
                    <a:pt x="911225" y="46990"/>
                    <a:pt x="909320" y="45720"/>
                    <a:pt x="906780" y="44450"/>
                  </a:cubicBezTo>
                  <a:cubicBezTo>
                    <a:pt x="904240" y="43180"/>
                    <a:pt x="901700" y="43180"/>
                    <a:pt x="898525" y="43180"/>
                  </a:cubicBezTo>
                  <a:close/>
                  <a:moveTo>
                    <a:pt x="584834" y="43180"/>
                  </a:moveTo>
                  <a:cubicBezTo>
                    <a:pt x="582294" y="43180"/>
                    <a:pt x="579754" y="43180"/>
                    <a:pt x="577849" y="44450"/>
                  </a:cubicBezTo>
                  <a:cubicBezTo>
                    <a:pt x="575944" y="45085"/>
                    <a:pt x="574039" y="46355"/>
                    <a:pt x="572769" y="48260"/>
                  </a:cubicBezTo>
                  <a:cubicBezTo>
                    <a:pt x="571499" y="50165"/>
                    <a:pt x="570229" y="52070"/>
                    <a:pt x="568959" y="54610"/>
                  </a:cubicBezTo>
                  <a:cubicBezTo>
                    <a:pt x="568324" y="57150"/>
                    <a:pt x="567689" y="59690"/>
                    <a:pt x="567054" y="62865"/>
                  </a:cubicBezTo>
                  <a:lnTo>
                    <a:pt x="603249" y="62865"/>
                  </a:lnTo>
                  <a:cubicBezTo>
                    <a:pt x="603249" y="62865"/>
                    <a:pt x="602614" y="57785"/>
                    <a:pt x="601979" y="55245"/>
                  </a:cubicBezTo>
                  <a:cubicBezTo>
                    <a:pt x="601344" y="52705"/>
                    <a:pt x="600074" y="50800"/>
                    <a:pt x="598804" y="48895"/>
                  </a:cubicBezTo>
                  <a:cubicBezTo>
                    <a:pt x="597534" y="46990"/>
                    <a:pt x="595629" y="45720"/>
                    <a:pt x="593089" y="44450"/>
                  </a:cubicBezTo>
                  <a:cubicBezTo>
                    <a:pt x="590549" y="43180"/>
                    <a:pt x="588009" y="43180"/>
                    <a:pt x="584834" y="43180"/>
                  </a:cubicBezTo>
                  <a:close/>
                  <a:moveTo>
                    <a:pt x="398145" y="43180"/>
                  </a:moveTo>
                  <a:cubicBezTo>
                    <a:pt x="395605" y="43180"/>
                    <a:pt x="393065" y="43180"/>
                    <a:pt x="391160" y="44450"/>
                  </a:cubicBezTo>
                  <a:cubicBezTo>
                    <a:pt x="389255" y="45085"/>
                    <a:pt x="387350" y="46355"/>
                    <a:pt x="386080" y="48260"/>
                  </a:cubicBezTo>
                  <a:cubicBezTo>
                    <a:pt x="384810" y="50165"/>
                    <a:pt x="383540" y="52070"/>
                    <a:pt x="382270" y="54610"/>
                  </a:cubicBezTo>
                  <a:cubicBezTo>
                    <a:pt x="381635" y="57150"/>
                    <a:pt x="380365" y="59690"/>
                    <a:pt x="380365" y="62865"/>
                  </a:cubicBezTo>
                  <a:lnTo>
                    <a:pt x="416560" y="62865"/>
                  </a:lnTo>
                  <a:cubicBezTo>
                    <a:pt x="416560" y="62865"/>
                    <a:pt x="415925" y="57785"/>
                    <a:pt x="415290" y="55245"/>
                  </a:cubicBezTo>
                  <a:cubicBezTo>
                    <a:pt x="414655" y="52705"/>
                    <a:pt x="413385" y="50800"/>
                    <a:pt x="412115" y="48895"/>
                  </a:cubicBezTo>
                  <a:cubicBezTo>
                    <a:pt x="410845" y="46990"/>
                    <a:pt x="408940" y="45720"/>
                    <a:pt x="406400" y="44450"/>
                  </a:cubicBezTo>
                  <a:cubicBezTo>
                    <a:pt x="403860" y="43180"/>
                    <a:pt x="401320" y="43180"/>
                    <a:pt x="398145" y="43180"/>
                  </a:cubicBezTo>
                  <a:close/>
                  <a:moveTo>
                    <a:pt x="320039" y="43180"/>
                  </a:moveTo>
                  <a:cubicBezTo>
                    <a:pt x="318134" y="43180"/>
                    <a:pt x="316229" y="43180"/>
                    <a:pt x="314959" y="43815"/>
                  </a:cubicBezTo>
                  <a:cubicBezTo>
                    <a:pt x="313054" y="43815"/>
                    <a:pt x="311784" y="45085"/>
                    <a:pt x="309879" y="45720"/>
                  </a:cubicBezTo>
                  <a:cubicBezTo>
                    <a:pt x="308609" y="46355"/>
                    <a:pt x="306704" y="47625"/>
                    <a:pt x="305434" y="48895"/>
                  </a:cubicBezTo>
                  <a:cubicBezTo>
                    <a:pt x="304164" y="50165"/>
                    <a:pt x="302894" y="51435"/>
                    <a:pt x="302259" y="52705"/>
                  </a:cubicBezTo>
                  <a:lnTo>
                    <a:pt x="302259" y="85725"/>
                  </a:lnTo>
                  <a:cubicBezTo>
                    <a:pt x="302259" y="85725"/>
                    <a:pt x="304164" y="88265"/>
                    <a:pt x="305434" y="89535"/>
                  </a:cubicBezTo>
                  <a:cubicBezTo>
                    <a:pt x="306704" y="90805"/>
                    <a:pt x="307974" y="92075"/>
                    <a:pt x="309879" y="92710"/>
                  </a:cubicBezTo>
                  <a:cubicBezTo>
                    <a:pt x="311784" y="93980"/>
                    <a:pt x="313054" y="94615"/>
                    <a:pt x="314959" y="95250"/>
                  </a:cubicBezTo>
                  <a:cubicBezTo>
                    <a:pt x="316864" y="95250"/>
                    <a:pt x="318769" y="95885"/>
                    <a:pt x="320674" y="95885"/>
                  </a:cubicBezTo>
                  <a:cubicBezTo>
                    <a:pt x="326389" y="95885"/>
                    <a:pt x="330199" y="93980"/>
                    <a:pt x="333374" y="89535"/>
                  </a:cubicBezTo>
                  <a:cubicBezTo>
                    <a:pt x="336549" y="85090"/>
                    <a:pt x="337819" y="79375"/>
                    <a:pt x="337819" y="71120"/>
                  </a:cubicBezTo>
                  <a:lnTo>
                    <a:pt x="337184" y="71755"/>
                  </a:lnTo>
                  <a:cubicBezTo>
                    <a:pt x="337184" y="62230"/>
                    <a:pt x="335914" y="54610"/>
                    <a:pt x="332739" y="50165"/>
                  </a:cubicBezTo>
                  <a:cubicBezTo>
                    <a:pt x="329564" y="45720"/>
                    <a:pt x="325119" y="43180"/>
                    <a:pt x="320039" y="43180"/>
                  </a:cubicBezTo>
                  <a:close/>
                  <a:moveTo>
                    <a:pt x="200025" y="43180"/>
                  </a:moveTo>
                  <a:cubicBezTo>
                    <a:pt x="197485" y="43180"/>
                    <a:pt x="194945" y="43180"/>
                    <a:pt x="193040" y="44450"/>
                  </a:cubicBezTo>
                  <a:cubicBezTo>
                    <a:pt x="191135" y="45085"/>
                    <a:pt x="189230" y="46355"/>
                    <a:pt x="187960" y="48260"/>
                  </a:cubicBezTo>
                  <a:cubicBezTo>
                    <a:pt x="186690" y="50165"/>
                    <a:pt x="185420" y="52070"/>
                    <a:pt x="184150" y="54610"/>
                  </a:cubicBezTo>
                  <a:cubicBezTo>
                    <a:pt x="183515" y="57150"/>
                    <a:pt x="182880" y="59690"/>
                    <a:pt x="182245" y="62865"/>
                  </a:cubicBezTo>
                  <a:lnTo>
                    <a:pt x="218440" y="62865"/>
                  </a:lnTo>
                  <a:cubicBezTo>
                    <a:pt x="218440" y="62865"/>
                    <a:pt x="217805" y="57785"/>
                    <a:pt x="217170" y="55245"/>
                  </a:cubicBezTo>
                  <a:cubicBezTo>
                    <a:pt x="216535" y="52705"/>
                    <a:pt x="215265" y="50800"/>
                    <a:pt x="213995" y="48895"/>
                  </a:cubicBezTo>
                  <a:cubicBezTo>
                    <a:pt x="212725" y="46990"/>
                    <a:pt x="210820" y="45720"/>
                    <a:pt x="208280" y="44450"/>
                  </a:cubicBezTo>
                  <a:cubicBezTo>
                    <a:pt x="205740" y="43180"/>
                    <a:pt x="203200" y="43180"/>
                    <a:pt x="200025" y="43180"/>
                  </a:cubicBezTo>
                  <a:close/>
                  <a:moveTo>
                    <a:pt x="4439281" y="43179"/>
                  </a:moveTo>
                  <a:cubicBezTo>
                    <a:pt x="4433566" y="43179"/>
                    <a:pt x="4429756" y="45084"/>
                    <a:pt x="4426581" y="49529"/>
                  </a:cubicBezTo>
                  <a:cubicBezTo>
                    <a:pt x="4423406" y="53974"/>
                    <a:pt x="4422136" y="59689"/>
                    <a:pt x="4422136" y="67944"/>
                  </a:cubicBezTo>
                  <a:cubicBezTo>
                    <a:pt x="4422136" y="73024"/>
                    <a:pt x="4422136" y="76834"/>
                    <a:pt x="4423406" y="80644"/>
                  </a:cubicBezTo>
                  <a:cubicBezTo>
                    <a:pt x="4424041" y="84454"/>
                    <a:pt x="4425311" y="86994"/>
                    <a:pt x="4426581" y="89534"/>
                  </a:cubicBezTo>
                  <a:cubicBezTo>
                    <a:pt x="4427851" y="92074"/>
                    <a:pt x="4429756" y="93344"/>
                    <a:pt x="4432296" y="94614"/>
                  </a:cubicBezTo>
                  <a:cubicBezTo>
                    <a:pt x="4434201" y="95884"/>
                    <a:pt x="4436741" y="96519"/>
                    <a:pt x="4439916" y="96519"/>
                  </a:cubicBezTo>
                  <a:cubicBezTo>
                    <a:pt x="4441821" y="96519"/>
                    <a:pt x="4443726" y="96519"/>
                    <a:pt x="4444996" y="95884"/>
                  </a:cubicBezTo>
                  <a:cubicBezTo>
                    <a:pt x="4446901" y="95884"/>
                    <a:pt x="4448171" y="94614"/>
                    <a:pt x="4450076" y="93344"/>
                  </a:cubicBezTo>
                  <a:cubicBezTo>
                    <a:pt x="4451346" y="92709"/>
                    <a:pt x="4453251" y="91439"/>
                    <a:pt x="4454521" y="90169"/>
                  </a:cubicBezTo>
                  <a:cubicBezTo>
                    <a:pt x="4455791" y="88899"/>
                    <a:pt x="4457061" y="87629"/>
                    <a:pt x="4457696" y="86359"/>
                  </a:cubicBezTo>
                  <a:lnTo>
                    <a:pt x="4457696" y="53339"/>
                  </a:lnTo>
                  <a:cubicBezTo>
                    <a:pt x="4457696" y="53339"/>
                    <a:pt x="4455791" y="50799"/>
                    <a:pt x="4454521" y="49529"/>
                  </a:cubicBezTo>
                  <a:cubicBezTo>
                    <a:pt x="4453251" y="48259"/>
                    <a:pt x="4451981" y="46989"/>
                    <a:pt x="4450076" y="46354"/>
                  </a:cubicBezTo>
                  <a:cubicBezTo>
                    <a:pt x="4448806" y="45084"/>
                    <a:pt x="4446901" y="44449"/>
                    <a:pt x="4444996" y="43814"/>
                  </a:cubicBezTo>
                  <a:cubicBezTo>
                    <a:pt x="4443091" y="43814"/>
                    <a:pt x="4441186" y="43179"/>
                    <a:pt x="4439281" y="43179"/>
                  </a:cubicBezTo>
                  <a:close/>
                  <a:moveTo>
                    <a:pt x="1014731" y="43179"/>
                  </a:moveTo>
                  <a:cubicBezTo>
                    <a:pt x="1009016" y="43179"/>
                    <a:pt x="1005206" y="45084"/>
                    <a:pt x="1002032" y="49529"/>
                  </a:cubicBezTo>
                  <a:cubicBezTo>
                    <a:pt x="998856" y="53974"/>
                    <a:pt x="997587" y="59689"/>
                    <a:pt x="997587" y="67944"/>
                  </a:cubicBezTo>
                  <a:cubicBezTo>
                    <a:pt x="997587" y="77469"/>
                    <a:pt x="998856" y="84454"/>
                    <a:pt x="1002032" y="88899"/>
                  </a:cubicBezTo>
                  <a:cubicBezTo>
                    <a:pt x="1005206" y="93979"/>
                    <a:pt x="1009016" y="95884"/>
                    <a:pt x="1015367" y="95884"/>
                  </a:cubicBezTo>
                  <a:cubicBezTo>
                    <a:pt x="1018541" y="95884"/>
                    <a:pt x="1022352" y="95249"/>
                    <a:pt x="1024891" y="93344"/>
                  </a:cubicBezTo>
                  <a:cubicBezTo>
                    <a:pt x="1028067" y="91439"/>
                    <a:pt x="1030607" y="88899"/>
                    <a:pt x="1033147" y="86359"/>
                  </a:cubicBezTo>
                  <a:lnTo>
                    <a:pt x="1033147" y="53339"/>
                  </a:lnTo>
                  <a:cubicBezTo>
                    <a:pt x="1033147" y="53339"/>
                    <a:pt x="1031242" y="50799"/>
                    <a:pt x="1029971" y="49529"/>
                  </a:cubicBezTo>
                  <a:cubicBezTo>
                    <a:pt x="1028702" y="48259"/>
                    <a:pt x="1027431" y="46989"/>
                    <a:pt x="1025526" y="46354"/>
                  </a:cubicBezTo>
                  <a:cubicBezTo>
                    <a:pt x="1023621" y="45084"/>
                    <a:pt x="1022352" y="44449"/>
                    <a:pt x="1020446" y="43814"/>
                  </a:cubicBezTo>
                  <a:cubicBezTo>
                    <a:pt x="1018541" y="43179"/>
                    <a:pt x="1016636" y="43179"/>
                    <a:pt x="1014731" y="43179"/>
                  </a:cubicBezTo>
                  <a:close/>
                  <a:moveTo>
                    <a:pt x="4524370" y="31114"/>
                  </a:moveTo>
                  <a:lnTo>
                    <a:pt x="4538975" y="31114"/>
                  </a:lnTo>
                  <a:lnTo>
                    <a:pt x="4552310" y="84454"/>
                  </a:lnTo>
                  <a:lnTo>
                    <a:pt x="4566915" y="31114"/>
                  </a:lnTo>
                  <a:lnTo>
                    <a:pt x="4579615" y="31114"/>
                  </a:lnTo>
                  <a:lnTo>
                    <a:pt x="4594220" y="84454"/>
                  </a:lnTo>
                  <a:lnTo>
                    <a:pt x="4606920" y="31114"/>
                  </a:lnTo>
                  <a:lnTo>
                    <a:pt x="4622160" y="31114"/>
                  </a:lnTo>
                  <a:lnTo>
                    <a:pt x="4600570" y="108584"/>
                  </a:lnTo>
                  <a:lnTo>
                    <a:pt x="4587235" y="108584"/>
                  </a:lnTo>
                  <a:lnTo>
                    <a:pt x="4572630" y="54609"/>
                  </a:lnTo>
                  <a:lnTo>
                    <a:pt x="4558660" y="108584"/>
                  </a:lnTo>
                  <a:lnTo>
                    <a:pt x="4545325" y="108584"/>
                  </a:lnTo>
                  <a:close/>
                  <a:moveTo>
                    <a:pt x="4123686" y="31114"/>
                  </a:moveTo>
                  <a:lnTo>
                    <a:pt x="4138926" y="31114"/>
                  </a:lnTo>
                  <a:lnTo>
                    <a:pt x="4152261" y="84454"/>
                  </a:lnTo>
                  <a:lnTo>
                    <a:pt x="4166866" y="31114"/>
                  </a:lnTo>
                  <a:lnTo>
                    <a:pt x="4178931" y="31114"/>
                  </a:lnTo>
                  <a:lnTo>
                    <a:pt x="4193536" y="84454"/>
                  </a:lnTo>
                  <a:lnTo>
                    <a:pt x="4206871" y="31114"/>
                  </a:lnTo>
                  <a:lnTo>
                    <a:pt x="4222111" y="31114"/>
                  </a:lnTo>
                  <a:lnTo>
                    <a:pt x="4200521" y="108584"/>
                  </a:lnTo>
                  <a:lnTo>
                    <a:pt x="4187186" y="108584"/>
                  </a:lnTo>
                  <a:lnTo>
                    <a:pt x="4172581" y="54609"/>
                  </a:lnTo>
                  <a:lnTo>
                    <a:pt x="4157976" y="108584"/>
                  </a:lnTo>
                  <a:lnTo>
                    <a:pt x="4145276" y="108584"/>
                  </a:lnTo>
                  <a:close/>
                  <a:moveTo>
                    <a:pt x="2837811" y="31114"/>
                  </a:moveTo>
                  <a:lnTo>
                    <a:pt x="2852416" y="31114"/>
                  </a:lnTo>
                  <a:lnTo>
                    <a:pt x="2865751" y="84454"/>
                  </a:lnTo>
                  <a:lnTo>
                    <a:pt x="2880356" y="31114"/>
                  </a:lnTo>
                  <a:lnTo>
                    <a:pt x="2893056" y="31114"/>
                  </a:lnTo>
                  <a:lnTo>
                    <a:pt x="2907661" y="84454"/>
                  </a:lnTo>
                  <a:lnTo>
                    <a:pt x="2920361" y="31114"/>
                  </a:lnTo>
                  <a:lnTo>
                    <a:pt x="2935601" y="31114"/>
                  </a:lnTo>
                  <a:lnTo>
                    <a:pt x="2914011" y="108584"/>
                  </a:lnTo>
                  <a:lnTo>
                    <a:pt x="2900676" y="108584"/>
                  </a:lnTo>
                  <a:lnTo>
                    <a:pt x="2886706" y="54609"/>
                  </a:lnTo>
                  <a:lnTo>
                    <a:pt x="2872101" y="108584"/>
                  </a:lnTo>
                  <a:lnTo>
                    <a:pt x="2858766" y="108584"/>
                  </a:lnTo>
                  <a:close/>
                  <a:moveTo>
                    <a:pt x="1354455" y="31114"/>
                  </a:moveTo>
                  <a:lnTo>
                    <a:pt x="1369695" y="31114"/>
                  </a:lnTo>
                  <a:lnTo>
                    <a:pt x="1369695" y="109219"/>
                  </a:lnTo>
                  <a:lnTo>
                    <a:pt x="1354455" y="109219"/>
                  </a:lnTo>
                  <a:close/>
                  <a:moveTo>
                    <a:pt x="2646040" y="29844"/>
                  </a:moveTo>
                  <a:cubicBezTo>
                    <a:pt x="2650485" y="29844"/>
                    <a:pt x="2654295" y="29844"/>
                    <a:pt x="2658105" y="31749"/>
                  </a:cubicBezTo>
                  <a:cubicBezTo>
                    <a:pt x="2661915" y="33019"/>
                    <a:pt x="2665090" y="34289"/>
                    <a:pt x="2667630" y="36829"/>
                  </a:cubicBezTo>
                  <a:cubicBezTo>
                    <a:pt x="2670170" y="38734"/>
                    <a:pt x="2672075" y="41909"/>
                    <a:pt x="2673345" y="45084"/>
                  </a:cubicBezTo>
                  <a:cubicBezTo>
                    <a:pt x="2674615" y="48259"/>
                    <a:pt x="2675250" y="52069"/>
                    <a:pt x="2675250" y="56514"/>
                  </a:cubicBezTo>
                  <a:lnTo>
                    <a:pt x="2675250" y="109854"/>
                  </a:lnTo>
                  <a:lnTo>
                    <a:pt x="2660010" y="109854"/>
                  </a:lnTo>
                  <a:lnTo>
                    <a:pt x="2660010" y="108584"/>
                  </a:lnTo>
                  <a:lnTo>
                    <a:pt x="2660010" y="100964"/>
                  </a:lnTo>
                  <a:cubicBezTo>
                    <a:pt x="2660010" y="100964"/>
                    <a:pt x="2656200" y="104139"/>
                    <a:pt x="2654930" y="104774"/>
                  </a:cubicBezTo>
                  <a:cubicBezTo>
                    <a:pt x="2653660" y="105409"/>
                    <a:pt x="2652390" y="106679"/>
                    <a:pt x="2651120" y="107314"/>
                  </a:cubicBezTo>
                  <a:cubicBezTo>
                    <a:pt x="2649850" y="107949"/>
                    <a:pt x="2647945" y="108584"/>
                    <a:pt x="2646040" y="109219"/>
                  </a:cubicBezTo>
                  <a:cubicBezTo>
                    <a:pt x="2644135" y="109219"/>
                    <a:pt x="2641595" y="109854"/>
                    <a:pt x="2639055" y="109854"/>
                  </a:cubicBezTo>
                  <a:cubicBezTo>
                    <a:pt x="2635880" y="109854"/>
                    <a:pt x="2632705" y="109854"/>
                    <a:pt x="2629530" y="108584"/>
                  </a:cubicBezTo>
                  <a:cubicBezTo>
                    <a:pt x="2626355" y="107949"/>
                    <a:pt x="2623180" y="106044"/>
                    <a:pt x="2620640" y="104139"/>
                  </a:cubicBezTo>
                  <a:cubicBezTo>
                    <a:pt x="2618100" y="102234"/>
                    <a:pt x="2616195" y="99059"/>
                    <a:pt x="2614290" y="95884"/>
                  </a:cubicBezTo>
                  <a:cubicBezTo>
                    <a:pt x="2612385" y="92709"/>
                    <a:pt x="2611750" y="88264"/>
                    <a:pt x="2611750" y="83819"/>
                  </a:cubicBezTo>
                  <a:cubicBezTo>
                    <a:pt x="2611750" y="79374"/>
                    <a:pt x="2612385" y="75564"/>
                    <a:pt x="2614290" y="72389"/>
                  </a:cubicBezTo>
                  <a:cubicBezTo>
                    <a:pt x="2615560" y="69214"/>
                    <a:pt x="2618100" y="66674"/>
                    <a:pt x="2620640" y="64769"/>
                  </a:cubicBezTo>
                  <a:cubicBezTo>
                    <a:pt x="2623180" y="62864"/>
                    <a:pt x="2626990" y="60959"/>
                    <a:pt x="2630800" y="60324"/>
                  </a:cubicBezTo>
                  <a:cubicBezTo>
                    <a:pt x="2634610" y="59054"/>
                    <a:pt x="2638420" y="59054"/>
                    <a:pt x="2642865" y="59054"/>
                  </a:cubicBezTo>
                  <a:cubicBezTo>
                    <a:pt x="2646675" y="59054"/>
                    <a:pt x="2650485" y="59054"/>
                    <a:pt x="2653025" y="59689"/>
                  </a:cubicBezTo>
                  <a:cubicBezTo>
                    <a:pt x="2655565" y="59689"/>
                    <a:pt x="2658105" y="60959"/>
                    <a:pt x="2660010" y="61594"/>
                  </a:cubicBezTo>
                  <a:lnTo>
                    <a:pt x="2660010" y="55879"/>
                  </a:lnTo>
                  <a:cubicBezTo>
                    <a:pt x="2660010" y="51434"/>
                    <a:pt x="2658740" y="48259"/>
                    <a:pt x="2656200" y="46354"/>
                  </a:cubicBezTo>
                  <a:cubicBezTo>
                    <a:pt x="2653660" y="43814"/>
                    <a:pt x="2649850" y="43179"/>
                    <a:pt x="2645405" y="43179"/>
                  </a:cubicBezTo>
                  <a:cubicBezTo>
                    <a:pt x="2641595" y="43179"/>
                    <a:pt x="2637785" y="43179"/>
                    <a:pt x="2634610" y="44449"/>
                  </a:cubicBezTo>
                  <a:cubicBezTo>
                    <a:pt x="2631435" y="45084"/>
                    <a:pt x="2628260" y="46354"/>
                    <a:pt x="2625085" y="48259"/>
                  </a:cubicBezTo>
                  <a:lnTo>
                    <a:pt x="2619370" y="36829"/>
                  </a:lnTo>
                  <a:cubicBezTo>
                    <a:pt x="2623180" y="34289"/>
                    <a:pt x="2626990" y="33019"/>
                    <a:pt x="2631435" y="31749"/>
                  </a:cubicBezTo>
                  <a:cubicBezTo>
                    <a:pt x="2635880" y="30479"/>
                    <a:pt x="2640325" y="29844"/>
                    <a:pt x="2646040" y="29844"/>
                  </a:cubicBezTo>
                  <a:close/>
                  <a:moveTo>
                    <a:pt x="1114426" y="29844"/>
                  </a:moveTo>
                  <a:lnTo>
                    <a:pt x="1129666" y="29844"/>
                  </a:lnTo>
                  <a:lnTo>
                    <a:pt x="1129666" y="107949"/>
                  </a:lnTo>
                  <a:lnTo>
                    <a:pt x="1114426" y="107949"/>
                  </a:lnTo>
                  <a:lnTo>
                    <a:pt x="1114426" y="100964"/>
                  </a:lnTo>
                  <a:cubicBezTo>
                    <a:pt x="1114426" y="100964"/>
                    <a:pt x="1109981" y="106044"/>
                    <a:pt x="1106171" y="107314"/>
                  </a:cubicBezTo>
                  <a:cubicBezTo>
                    <a:pt x="1102996" y="109219"/>
                    <a:pt x="1098551" y="109854"/>
                    <a:pt x="1094741" y="109854"/>
                  </a:cubicBezTo>
                  <a:cubicBezTo>
                    <a:pt x="1085851" y="109854"/>
                    <a:pt x="1078866" y="106679"/>
                    <a:pt x="1073786" y="100964"/>
                  </a:cubicBezTo>
                  <a:cubicBezTo>
                    <a:pt x="1069341" y="95249"/>
                    <a:pt x="1066800" y="86359"/>
                    <a:pt x="1066800" y="74929"/>
                  </a:cubicBezTo>
                  <a:lnTo>
                    <a:pt x="1066800" y="30479"/>
                  </a:lnTo>
                  <a:lnTo>
                    <a:pt x="1082040" y="30479"/>
                  </a:lnTo>
                  <a:lnTo>
                    <a:pt x="1082040" y="74294"/>
                  </a:lnTo>
                  <a:cubicBezTo>
                    <a:pt x="1082040" y="81279"/>
                    <a:pt x="1083311" y="86994"/>
                    <a:pt x="1085851" y="90169"/>
                  </a:cubicBezTo>
                  <a:cubicBezTo>
                    <a:pt x="1088390" y="93979"/>
                    <a:pt x="1092201" y="95249"/>
                    <a:pt x="1097916" y="95249"/>
                  </a:cubicBezTo>
                  <a:cubicBezTo>
                    <a:pt x="1102996" y="95249"/>
                    <a:pt x="1106806" y="93344"/>
                    <a:pt x="1109981" y="90169"/>
                  </a:cubicBezTo>
                  <a:cubicBezTo>
                    <a:pt x="1112521" y="86994"/>
                    <a:pt x="1114426" y="81914"/>
                    <a:pt x="1114426" y="75564"/>
                  </a:cubicBezTo>
                  <a:close/>
                  <a:moveTo>
                    <a:pt x="1011556" y="29844"/>
                  </a:moveTo>
                  <a:cubicBezTo>
                    <a:pt x="1013461" y="29844"/>
                    <a:pt x="1015367" y="29844"/>
                    <a:pt x="1017272" y="30479"/>
                  </a:cubicBezTo>
                  <a:cubicBezTo>
                    <a:pt x="1019176" y="30479"/>
                    <a:pt x="1021081" y="31749"/>
                    <a:pt x="1022352" y="32384"/>
                  </a:cubicBezTo>
                  <a:cubicBezTo>
                    <a:pt x="1024257" y="33019"/>
                    <a:pt x="1025526" y="34289"/>
                    <a:pt x="1026797" y="35559"/>
                  </a:cubicBezTo>
                  <a:cubicBezTo>
                    <a:pt x="1028067" y="36829"/>
                    <a:pt x="1029336" y="37464"/>
                    <a:pt x="1030607" y="38734"/>
                  </a:cubicBezTo>
                  <a:lnTo>
                    <a:pt x="1030607" y="31749"/>
                  </a:lnTo>
                  <a:lnTo>
                    <a:pt x="1045847" y="31749"/>
                  </a:lnTo>
                  <a:lnTo>
                    <a:pt x="1045847" y="130809"/>
                  </a:lnTo>
                  <a:lnTo>
                    <a:pt x="1032512" y="137477"/>
                  </a:lnTo>
                  <a:lnTo>
                    <a:pt x="1032512" y="101599"/>
                  </a:lnTo>
                  <a:cubicBezTo>
                    <a:pt x="1032512" y="101599"/>
                    <a:pt x="1026797" y="106679"/>
                    <a:pt x="1022986" y="107949"/>
                  </a:cubicBezTo>
                  <a:cubicBezTo>
                    <a:pt x="1019812" y="109854"/>
                    <a:pt x="1016001" y="110489"/>
                    <a:pt x="1011556" y="110489"/>
                  </a:cubicBezTo>
                  <a:cubicBezTo>
                    <a:pt x="1007111" y="110489"/>
                    <a:pt x="1003301" y="109854"/>
                    <a:pt x="999491" y="107949"/>
                  </a:cubicBezTo>
                  <a:cubicBezTo>
                    <a:pt x="995681" y="106679"/>
                    <a:pt x="992506" y="104139"/>
                    <a:pt x="989966" y="100329"/>
                  </a:cubicBezTo>
                  <a:cubicBezTo>
                    <a:pt x="987426" y="97154"/>
                    <a:pt x="984886" y="92709"/>
                    <a:pt x="983616" y="87629"/>
                  </a:cubicBezTo>
                  <a:cubicBezTo>
                    <a:pt x="982346" y="82549"/>
                    <a:pt x="981076" y="76199"/>
                    <a:pt x="981076" y="68579"/>
                  </a:cubicBezTo>
                  <a:cubicBezTo>
                    <a:pt x="981076" y="61594"/>
                    <a:pt x="981711" y="55879"/>
                    <a:pt x="983616" y="51434"/>
                  </a:cubicBezTo>
                  <a:cubicBezTo>
                    <a:pt x="985521" y="46354"/>
                    <a:pt x="987426" y="42544"/>
                    <a:pt x="990601" y="39369"/>
                  </a:cubicBezTo>
                  <a:cubicBezTo>
                    <a:pt x="993142" y="36194"/>
                    <a:pt x="996951" y="33654"/>
                    <a:pt x="1000126" y="32384"/>
                  </a:cubicBezTo>
                  <a:cubicBezTo>
                    <a:pt x="1003937" y="31114"/>
                    <a:pt x="1007746" y="29844"/>
                    <a:pt x="1011556" y="29844"/>
                  </a:cubicBezTo>
                  <a:close/>
                  <a:moveTo>
                    <a:pt x="4871716" y="29210"/>
                  </a:moveTo>
                  <a:cubicBezTo>
                    <a:pt x="4876796" y="29210"/>
                    <a:pt x="4881241" y="29845"/>
                    <a:pt x="4885686" y="31750"/>
                  </a:cubicBezTo>
                  <a:cubicBezTo>
                    <a:pt x="4890131" y="33655"/>
                    <a:pt x="4894576" y="35560"/>
                    <a:pt x="4897751" y="38100"/>
                  </a:cubicBezTo>
                  <a:lnTo>
                    <a:pt x="4899021" y="38100"/>
                  </a:lnTo>
                  <a:lnTo>
                    <a:pt x="4892036" y="50165"/>
                  </a:lnTo>
                  <a:cubicBezTo>
                    <a:pt x="4888861" y="47625"/>
                    <a:pt x="4885686" y="46355"/>
                    <a:pt x="4882511" y="45085"/>
                  </a:cubicBezTo>
                  <a:cubicBezTo>
                    <a:pt x="4879336" y="43815"/>
                    <a:pt x="4875526" y="43180"/>
                    <a:pt x="4872351" y="43180"/>
                  </a:cubicBezTo>
                  <a:cubicBezTo>
                    <a:pt x="4869176" y="43180"/>
                    <a:pt x="4866001" y="43815"/>
                    <a:pt x="4864096" y="45085"/>
                  </a:cubicBezTo>
                  <a:cubicBezTo>
                    <a:pt x="4862191" y="46355"/>
                    <a:pt x="4861556" y="48260"/>
                    <a:pt x="4861556" y="50165"/>
                  </a:cubicBezTo>
                  <a:cubicBezTo>
                    <a:pt x="4861556" y="51435"/>
                    <a:pt x="4861556" y="52070"/>
                    <a:pt x="4861556" y="52705"/>
                  </a:cubicBezTo>
                  <a:cubicBezTo>
                    <a:pt x="4861556" y="53340"/>
                    <a:pt x="4862826" y="54610"/>
                    <a:pt x="4863461" y="55245"/>
                  </a:cubicBezTo>
                  <a:cubicBezTo>
                    <a:pt x="4864731" y="55880"/>
                    <a:pt x="4866001" y="57150"/>
                    <a:pt x="4867906" y="57785"/>
                  </a:cubicBezTo>
                  <a:cubicBezTo>
                    <a:pt x="4869811" y="59055"/>
                    <a:pt x="4872351" y="59690"/>
                    <a:pt x="4874891" y="60960"/>
                  </a:cubicBezTo>
                  <a:cubicBezTo>
                    <a:pt x="4879336" y="62865"/>
                    <a:pt x="4883146" y="64135"/>
                    <a:pt x="4886321" y="66040"/>
                  </a:cubicBezTo>
                  <a:cubicBezTo>
                    <a:pt x="4889496" y="67310"/>
                    <a:pt x="4892036" y="69215"/>
                    <a:pt x="4894576" y="71120"/>
                  </a:cubicBezTo>
                  <a:cubicBezTo>
                    <a:pt x="4896481" y="73025"/>
                    <a:pt x="4898386" y="75565"/>
                    <a:pt x="4899656" y="78105"/>
                  </a:cubicBezTo>
                  <a:cubicBezTo>
                    <a:pt x="4900926" y="80645"/>
                    <a:pt x="4901561" y="83820"/>
                    <a:pt x="4901561" y="87630"/>
                  </a:cubicBezTo>
                  <a:cubicBezTo>
                    <a:pt x="4901561" y="92075"/>
                    <a:pt x="4900926" y="95250"/>
                    <a:pt x="4899021" y="98425"/>
                  </a:cubicBezTo>
                  <a:cubicBezTo>
                    <a:pt x="4897116" y="101600"/>
                    <a:pt x="4895211" y="103505"/>
                    <a:pt x="4892671" y="105410"/>
                  </a:cubicBezTo>
                  <a:cubicBezTo>
                    <a:pt x="4890131" y="107315"/>
                    <a:pt x="4886956" y="108585"/>
                    <a:pt x="4883146" y="109220"/>
                  </a:cubicBezTo>
                  <a:cubicBezTo>
                    <a:pt x="4879336" y="109855"/>
                    <a:pt x="4876161" y="110490"/>
                    <a:pt x="4872351" y="110490"/>
                  </a:cubicBezTo>
                  <a:cubicBezTo>
                    <a:pt x="4867271" y="110490"/>
                    <a:pt x="4862191" y="109855"/>
                    <a:pt x="4857111" y="107950"/>
                  </a:cubicBezTo>
                  <a:cubicBezTo>
                    <a:pt x="4851396" y="106045"/>
                    <a:pt x="4846951" y="103505"/>
                    <a:pt x="4842506" y="100965"/>
                  </a:cubicBezTo>
                  <a:lnTo>
                    <a:pt x="4849491" y="89535"/>
                  </a:lnTo>
                  <a:cubicBezTo>
                    <a:pt x="4853301" y="92075"/>
                    <a:pt x="4857111" y="93980"/>
                    <a:pt x="4860921" y="95250"/>
                  </a:cubicBezTo>
                  <a:cubicBezTo>
                    <a:pt x="4864731" y="96520"/>
                    <a:pt x="4868541" y="97155"/>
                    <a:pt x="4872351" y="97155"/>
                  </a:cubicBezTo>
                  <a:cubicBezTo>
                    <a:pt x="4877431" y="97155"/>
                    <a:pt x="4880606" y="96520"/>
                    <a:pt x="4883146" y="94615"/>
                  </a:cubicBezTo>
                  <a:cubicBezTo>
                    <a:pt x="4885686" y="93345"/>
                    <a:pt x="4886321" y="90805"/>
                    <a:pt x="4886321" y="88265"/>
                  </a:cubicBezTo>
                  <a:cubicBezTo>
                    <a:pt x="4886321" y="86995"/>
                    <a:pt x="4886321" y="85725"/>
                    <a:pt x="4885051" y="84455"/>
                  </a:cubicBezTo>
                  <a:cubicBezTo>
                    <a:pt x="4884416" y="83185"/>
                    <a:pt x="4883146" y="82550"/>
                    <a:pt x="4881241" y="81280"/>
                  </a:cubicBezTo>
                  <a:cubicBezTo>
                    <a:pt x="4879971" y="80010"/>
                    <a:pt x="4878066" y="79375"/>
                    <a:pt x="4875526" y="78105"/>
                  </a:cubicBezTo>
                  <a:cubicBezTo>
                    <a:pt x="4872986" y="77470"/>
                    <a:pt x="4871081" y="76200"/>
                    <a:pt x="4867906" y="74930"/>
                  </a:cubicBezTo>
                  <a:cubicBezTo>
                    <a:pt x="4863461" y="73025"/>
                    <a:pt x="4860286" y="71755"/>
                    <a:pt x="4857111" y="69850"/>
                  </a:cubicBezTo>
                  <a:cubicBezTo>
                    <a:pt x="4853936" y="67945"/>
                    <a:pt x="4852031" y="66675"/>
                    <a:pt x="4850126" y="64770"/>
                  </a:cubicBezTo>
                  <a:cubicBezTo>
                    <a:pt x="4848221" y="62865"/>
                    <a:pt x="4846951" y="60960"/>
                    <a:pt x="4846316" y="58420"/>
                  </a:cubicBezTo>
                  <a:cubicBezTo>
                    <a:pt x="4845681" y="55880"/>
                    <a:pt x="4845046" y="53340"/>
                    <a:pt x="4845046" y="50165"/>
                  </a:cubicBezTo>
                  <a:cubicBezTo>
                    <a:pt x="4845046" y="46990"/>
                    <a:pt x="4845681" y="43815"/>
                    <a:pt x="4846951" y="40640"/>
                  </a:cubicBezTo>
                  <a:cubicBezTo>
                    <a:pt x="4848221" y="38100"/>
                    <a:pt x="4850126" y="35560"/>
                    <a:pt x="4852666" y="34290"/>
                  </a:cubicBezTo>
                  <a:cubicBezTo>
                    <a:pt x="4855206" y="32385"/>
                    <a:pt x="4857746" y="31115"/>
                    <a:pt x="4860921" y="30480"/>
                  </a:cubicBezTo>
                  <a:cubicBezTo>
                    <a:pt x="4864096" y="29845"/>
                    <a:pt x="4867906" y="29210"/>
                    <a:pt x="4871716" y="29210"/>
                  </a:cubicBezTo>
                  <a:close/>
                  <a:moveTo>
                    <a:pt x="4749796" y="29210"/>
                  </a:moveTo>
                  <a:cubicBezTo>
                    <a:pt x="4752971" y="29210"/>
                    <a:pt x="4755511" y="29210"/>
                    <a:pt x="4757416" y="29845"/>
                  </a:cubicBezTo>
                  <a:cubicBezTo>
                    <a:pt x="4759321" y="30480"/>
                    <a:pt x="4761226" y="31115"/>
                    <a:pt x="4763131" y="32385"/>
                  </a:cubicBezTo>
                  <a:lnTo>
                    <a:pt x="4759321" y="46990"/>
                  </a:lnTo>
                  <a:lnTo>
                    <a:pt x="4758051" y="46990"/>
                  </a:lnTo>
                  <a:cubicBezTo>
                    <a:pt x="4758051" y="46990"/>
                    <a:pt x="4754876" y="45085"/>
                    <a:pt x="4752971" y="45085"/>
                  </a:cubicBezTo>
                  <a:cubicBezTo>
                    <a:pt x="4751066" y="45085"/>
                    <a:pt x="4749161" y="44450"/>
                    <a:pt x="4746621" y="44450"/>
                  </a:cubicBezTo>
                  <a:cubicBezTo>
                    <a:pt x="4741541" y="44450"/>
                    <a:pt x="4737731" y="46355"/>
                    <a:pt x="4735191" y="49530"/>
                  </a:cubicBezTo>
                  <a:cubicBezTo>
                    <a:pt x="4732651" y="52705"/>
                    <a:pt x="4731381" y="57785"/>
                    <a:pt x="4731381" y="64770"/>
                  </a:cubicBezTo>
                  <a:lnTo>
                    <a:pt x="4731381" y="109220"/>
                  </a:lnTo>
                  <a:lnTo>
                    <a:pt x="4716141" y="109220"/>
                  </a:lnTo>
                  <a:lnTo>
                    <a:pt x="4716141" y="31115"/>
                  </a:lnTo>
                  <a:lnTo>
                    <a:pt x="4731381" y="31115"/>
                  </a:lnTo>
                  <a:lnTo>
                    <a:pt x="4731381" y="38735"/>
                  </a:lnTo>
                  <a:cubicBezTo>
                    <a:pt x="4731381" y="38735"/>
                    <a:pt x="4733286" y="36195"/>
                    <a:pt x="4734556" y="34925"/>
                  </a:cubicBezTo>
                  <a:cubicBezTo>
                    <a:pt x="4735826" y="33655"/>
                    <a:pt x="4737096" y="33020"/>
                    <a:pt x="4739001" y="31750"/>
                  </a:cubicBezTo>
                  <a:cubicBezTo>
                    <a:pt x="4740271" y="31115"/>
                    <a:pt x="4742176" y="30480"/>
                    <a:pt x="4744081" y="29845"/>
                  </a:cubicBezTo>
                  <a:cubicBezTo>
                    <a:pt x="4745986" y="29845"/>
                    <a:pt x="4747891" y="29210"/>
                    <a:pt x="4749796" y="29210"/>
                  </a:cubicBezTo>
                  <a:close/>
                  <a:moveTo>
                    <a:pt x="4349110" y="29210"/>
                  </a:moveTo>
                  <a:cubicBezTo>
                    <a:pt x="4352285" y="29210"/>
                    <a:pt x="4354825" y="29210"/>
                    <a:pt x="4356730" y="29845"/>
                  </a:cubicBezTo>
                  <a:cubicBezTo>
                    <a:pt x="4358635" y="29845"/>
                    <a:pt x="4360540" y="31115"/>
                    <a:pt x="4362445" y="32385"/>
                  </a:cubicBezTo>
                  <a:lnTo>
                    <a:pt x="4358635" y="46990"/>
                  </a:lnTo>
                  <a:lnTo>
                    <a:pt x="4357365" y="46990"/>
                  </a:lnTo>
                  <a:cubicBezTo>
                    <a:pt x="4357365" y="46990"/>
                    <a:pt x="4354190" y="45085"/>
                    <a:pt x="4352285" y="45085"/>
                  </a:cubicBezTo>
                  <a:cubicBezTo>
                    <a:pt x="4350380" y="45085"/>
                    <a:pt x="4348475" y="44450"/>
                    <a:pt x="4345935" y="44450"/>
                  </a:cubicBezTo>
                  <a:cubicBezTo>
                    <a:pt x="4340855" y="44450"/>
                    <a:pt x="4337045" y="46355"/>
                    <a:pt x="4334505" y="49530"/>
                  </a:cubicBezTo>
                  <a:cubicBezTo>
                    <a:pt x="4331965" y="52705"/>
                    <a:pt x="4330695" y="57785"/>
                    <a:pt x="4330695" y="64770"/>
                  </a:cubicBezTo>
                  <a:lnTo>
                    <a:pt x="4330695" y="109220"/>
                  </a:lnTo>
                  <a:lnTo>
                    <a:pt x="4315455" y="109220"/>
                  </a:lnTo>
                  <a:lnTo>
                    <a:pt x="4315455" y="31115"/>
                  </a:lnTo>
                  <a:lnTo>
                    <a:pt x="4330695" y="31115"/>
                  </a:lnTo>
                  <a:lnTo>
                    <a:pt x="4330695" y="38735"/>
                  </a:lnTo>
                  <a:cubicBezTo>
                    <a:pt x="4330695" y="38735"/>
                    <a:pt x="4332600" y="36195"/>
                    <a:pt x="4333870" y="34925"/>
                  </a:cubicBezTo>
                  <a:cubicBezTo>
                    <a:pt x="4335140" y="33655"/>
                    <a:pt x="4336410" y="33020"/>
                    <a:pt x="4338315" y="31750"/>
                  </a:cubicBezTo>
                  <a:cubicBezTo>
                    <a:pt x="4339585" y="31115"/>
                    <a:pt x="4341490" y="30480"/>
                    <a:pt x="4343395" y="29845"/>
                  </a:cubicBezTo>
                  <a:cubicBezTo>
                    <a:pt x="4345300" y="29845"/>
                    <a:pt x="4347205" y="29210"/>
                    <a:pt x="4349110" y="29210"/>
                  </a:cubicBezTo>
                  <a:close/>
                  <a:moveTo>
                    <a:pt x="4044310" y="29210"/>
                  </a:moveTo>
                  <a:cubicBezTo>
                    <a:pt x="4050025" y="29210"/>
                    <a:pt x="4054470" y="30480"/>
                    <a:pt x="4058915" y="32385"/>
                  </a:cubicBezTo>
                  <a:cubicBezTo>
                    <a:pt x="4062725" y="34290"/>
                    <a:pt x="4066535" y="37465"/>
                    <a:pt x="4069075" y="40640"/>
                  </a:cubicBezTo>
                  <a:cubicBezTo>
                    <a:pt x="4071615" y="44450"/>
                    <a:pt x="4073520" y="48260"/>
                    <a:pt x="4075425" y="53340"/>
                  </a:cubicBezTo>
                  <a:cubicBezTo>
                    <a:pt x="4076695" y="57785"/>
                    <a:pt x="4077330" y="62865"/>
                    <a:pt x="4077330" y="68580"/>
                  </a:cubicBezTo>
                  <a:lnTo>
                    <a:pt x="4076060" y="68580"/>
                  </a:lnTo>
                  <a:cubicBezTo>
                    <a:pt x="4076060" y="68580"/>
                    <a:pt x="4076060" y="71120"/>
                    <a:pt x="4076060" y="72390"/>
                  </a:cubicBezTo>
                  <a:cubicBezTo>
                    <a:pt x="4076060" y="73660"/>
                    <a:pt x="4076060" y="74295"/>
                    <a:pt x="4076060" y="75565"/>
                  </a:cubicBezTo>
                  <a:lnTo>
                    <a:pt x="4024625" y="75565"/>
                  </a:lnTo>
                  <a:cubicBezTo>
                    <a:pt x="4024625" y="79375"/>
                    <a:pt x="4025895" y="82550"/>
                    <a:pt x="4027165" y="85090"/>
                  </a:cubicBezTo>
                  <a:cubicBezTo>
                    <a:pt x="4028435" y="87630"/>
                    <a:pt x="4029705" y="90170"/>
                    <a:pt x="4031610" y="91440"/>
                  </a:cubicBezTo>
                  <a:cubicBezTo>
                    <a:pt x="4033515" y="93345"/>
                    <a:pt x="4035420" y="94615"/>
                    <a:pt x="4037325" y="95250"/>
                  </a:cubicBezTo>
                  <a:cubicBezTo>
                    <a:pt x="4039230" y="95885"/>
                    <a:pt x="4041770" y="96520"/>
                    <a:pt x="4044310" y="96520"/>
                  </a:cubicBezTo>
                  <a:cubicBezTo>
                    <a:pt x="4046215" y="96520"/>
                    <a:pt x="4047485" y="96520"/>
                    <a:pt x="4049390" y="96520"/>
                  </a:cubicBezTo>
                  <a:cubicBezTo>
                    <a:pt x="4050660" y="96520"/>
                    <a:pt x="4052565" y="95885"/>
                    <a:pt x="4053835" y="95250"/>
                  </a:cubicBezTo>
                  <a:cubicBezTo>
                    <a:pt x="4055105" y="95250"/>
                    <a:pt x="4056375" y="93980"/>
                    <a:pt x="4057645" y="93345"/>
                  </a:cubicBezTo>
                  <a:cubicBezTo>
                    <a:pt x="4058915" y="93345"/>
                    <a:pt x="4060185" y="92075"/>
                    <a:pt x="4062090" y="90805"/>
                  </a:cubicBezTo>
                  <a:lnTo>
                    <a:pt x="4070980" y="100330"/>
                  </a:lnTo>
                  <a:cubicBezTo>
                    <a:pt x="4070980" y="100330"/>
                    <a:pt x="4067170" y="103505"/>
                    <a:pt x="4065265" y="104775"/>
                  </a:cubicBezTo>
                  <a:cubicBezTo>
                    <a:pt x="4063360" y="106045"/>
                    <a:pt x="4061455" y="106680"/>
                    <a:pt x="4059550" y="107950"/>
                  </a:cubicBezTo>
                  <a:cubicBezTo>
                    <a:pt x="4057645" y="108585"/>
                    <a:pt x="4055105" y="109855"/>
                    <a:pt x="4052565" y="109855"/>
                  </a:cubicBezTo>
                  <a:cubicBezTo>
                    <a:pt x="4050025" y="109855"/>
                    <a:pt x="4046850" y="110490"/>
                    <a:pt x="4043675" y="110490"/>
                  </a:cubicBezTo>
                  <a:cubicBezTo>
                    <a:pt x="4040500" y="110490"/>
                    <a:pt x="4037325" y="110490"/>
                    <a:pt x="4034150" y="109220"/>
                  </a:cubicBezTo>
                  <a:cubicBezTo>
                    <a:pt x="4030975" y="108585"/>
                    <a:pt x="4028435" y="107315"/>
                    <a:pt x="4026530" y="105410"/>
                  </a:cubicBezTo>
                  <a:cubicBezTo>
                    <a:pt x="4023990" y="104140"/>
                    <a:pt x="4022085" y="102235"/>
                    <a:pt x="4020180" y="100330"/>
                  </a:cubicBezTo>
                  <a:cubicBezTo>
                    <a:pt x="4018275" y="98425"/>
                    <a:pt x="4016370" y="95885"/>
                    <a:pt x="4015100" y="92710"/>
                  </a:cubicBezTo>
                  <a:cubicBezTo>
                    <a:pt x="4013195" y="89535"/>
                    <a:pt x="4011925" y="86360"/>
                    <a:pt x="4011290" y="82550"/>
                  </a:cubicBezTo>
                  <a:cubicBezTo>
                    <a:pt x="4010655" y="78740"/>
                    <a:pt x="4010020" y="74295"/>
                    <a:pt x="4010020" y="69850"/>
                  </a:cubicBezTo>
                  <a:cubicBezTo>
                    <a:pt x="4010020" y="63500"/>
                    <a:pt x="4010655" y="57150"/>
                    <a:pt x="4012560" y="52070"/>
                  </a:cubicBezTo>
                  <a:cubicBezTo>
                    <a:pt x="4014465" y="46990"/>
                    <a:pt x="4016370" y="42545"/>
                    <a:pt x="4019545" y="39370"/>
                  </a:cubicBezTo>
                  <a:cubicBezTo>
                    <a:pt x="4022720" y="36195"/>
                    <a:pt x="4025895" y="33020"/>
                    <a:pt x="4030340" y="31750"/>
                  </a:cubicBezTo>
                  <a:cubicBezTo>
                    <a:pt x="4034785" y="29845"/>
                    <a:pt x="4039230" y="29210"/>
                    <a:pt x="4044310" y="29210"/>
                  </a:cubicBezTo>
                  <a:close/>
                  <a:moveTo>
                    <a:pt x="3811900" y="29210"/>
                  </a:moveTo>
                  <a:cubicBezTo>
                    <a:pt x="3815075" y="29210"/>
                    <a:pt x="3817615" y="29210"/>
                    <a:pt x="3819520" y="29845"/>
                  </a:cubicBezTo>
                  <a:cubicBezTo>
                    <a:pt x="3821425" y="29845"/>
                    <a:pt x="3823330" y="31115"/>
                    <a:pt x="3825235" y="32385"/>
                  </a:cubicBezTo>
                  <a:lnTo>
                    <a:pt x="3821425" y="46990"/>
                  </a:lnTo>
                  <a:lnTo>
                    <a:pt x="3820155" y="46990"/>
                  </a:lnTo>
                  <a:cubicBezTo>
                    <a:pt x="3820155" y="46990"/>
                    <a:pt x="3816980" y="45085"/>
                    <a:pt x="3815075" y="45085"/>
                  </a:cubicBezTo>
                  <a:cubicBezTo>
                    <a:pt x="3813170" y="45085"/>
                    <a:pt x="3811265" y="44450"/>
                    <a:pt x="3808725" y="44450"/>
                  </a:cubicBezTo>
                  <a:cubicBezTo>
                    <a:pt x="3803645" y="44450"/>
                    <a:pt x="3799835" y="46355"/>
                    <a:pt x="3797295" y="49530"/>
                  </a:cubicBezTo>
                  <a:cubicBezTo>
                    <a:pt x="3794755" y="52705"/>
                    <a:pt x="3793485" y="57785"/>
                    <a:pt x="3793485" y="64770"/>
                  </a:cubicBezTo>
                  <a:lnTo>
                    <a:pt x="3793485" y="109220"/>
                  </a:lnTo>
                  <a:lnTo>
                    <a:pt x="3778245" y="109220"/>
                  </a:lnTo>
                  <a:lnTo>
                    <a:pt x="3778245" y="31115"/>
                  </a:lnTo>
                  <a:lnTo>
                    <a:pt x="3793485" y="31115"/>
                  </a:lnTo>
                  <a:lnTo>
                    <a:pt x="3793485" y="38735"/>
                  </a:lnTo>
                  <a:cubicBezTo>
                    <a:pt x="3793485" y="38735"/>
                    <a:pt x="3795390" y="36195"/>
                    <a:pt x="3796660" y="34925"/>
                  </a:cubicBezTo>
                  <a:cubicBezTo>
                    <a:pt x="3797930" y="33655"/>
                    <a:pt x="3799200" y="33020"/>
                    <a:pt x="3801105" y="31750"/>
                  </a:cubicBezTo>
                  <a:cubicBezTo>
                    <a:pt x="3802375" y="31115"/>
                    <a:pt x="3804280" y="30480"/>
                    <a:pt x="3806185" y="29845"/>
                  </a:cubicBezTo>
                  <a:cubicBezTo>
                    <a:pt x="3808090" y="29845"/>
                    <a:pt x="3809995" y="29210"/>
                    <a:pt x="3811900" y="29210"/>
                  </a:cubicBezTo>
                  <a:close/>
                  <a:moveTo>
                    <a:pt x="3729986" y="29210"/>
                  </a:moveTo>
                  <a:cubicBezTo>
                    <a:pt x="3735701" y="29210"/>
                    <a:pt x="3740146" y="30480"/>
                    <a:pt x="3744591" y="32385"/>
                  </a:cubicBezTo>
                  <a:cubicBezTo>
                    <a:pt x="3748401" y="34290"/>
                    <a:pt x="3752211" y="37465"/>
                    <a:pt x="3754751" y="40640"/>
                  </a:cubicBezTo>
                  <a:cubicBezTo>
                    <a:pt x="3757291" y="44450"/>
                    <a:pt x="3759196" y="48260"/>
                    <a:pt x="3761101" y="53340"/>
                  </a:cubicBezTo>
                  <a:cubicBezTo>
                    <a:pt x="3762371" y="57785"/>
                    <a:pt x="3763006" y="62865"/>
                    <a:pt x="3763006" y="68580"/>
                  </a:cubicBezTo>
                  <a:lnTo>
                    <a:pt x="3761736" y="68580"/>
                  </a:lnTo>
                  <a:cubicBezTo>
                    <a:pt x="3761736" y="68580"/>
                    <a:pt x="3761736" y="71120"/>
                    <a:pt x="3761736" y="72390"/>
                  </a:cubicBezTo>
                  <a:cubicBezTo>
                    <a:pt x="3761736" y="73660"/>
                    <a:pt x="3761736" y="74295"/>
                    <a:pt x="3761736" y="75565"/>
                  </a:cubicBezTo>
                  <a:lnTo>
                    <a:pt x="3710301" y="75565"/>
                  </a:lnTo>
                  <a:cubicBezTo>
                    <a:pt x="3710301" y="79375"/>
                    <a:pt x="3711571" y="82550"/>
                    <a:pt x="3712841" y="85090"/>
                  </a:cubicBezTo>
                  <a:cubicBezTo>
                    <a:pt x="3714111" y="87630"/>
                    <a:pt x="3715381" y="90170"/>
                    <a:pt x="3717286" y="91440"/>
                  </a:cubicBezTo>
                  <a:cubicBezTo>
                    <a:pt x="3719191" y="93345"/>
                    <a:pt x="3721096" y="94615"/>
                    <a:pt x="3723001" y="95250"/>
                  </a:cubicBezTo>
                  <a:cubicBezTo>
                    <a:pt x="3724906" y="95885"/>
                    <a:pt x="3727446" y="96520"/>
                    <a:pt x="3729986" y="96520"/>
                  </a:cubicBezTo>
                  <a:cubicBezTo>
                    <a:pt x="3731891" y="96520"/>
                    <a:pt x="3733161" y="96520"/>
                    <a:pt x="3735066" y="96520"/>
                  </a:cubicBezTo>
                  <a:cubicBezTo>
                    <a:pt x="3736336" y="96520"/>
                    <a:pt x="3738241" y="95885"/>
                    <a:pt x="3739511" y="95250"/>
                  </a:cubicBezTo>
                  <a:cubicBezTo>
                    <a:pt x="3740781" y="95250"/>
                    <a:pt x="3742051" y="93980"/>
                    <a:pt x="3743321" y="93345"/>
                  </a:cubicBezTo>
                  <a:cubicBezTo>
                    <a:pt x="3744591" y="93345"/>
                    <a:pt x="3745861" y="92075"/>
                    <a:pt x="3747766" y="90805"/>
                  </a:cubicBezTo>
                  <a:lnTo>
                    <a:pt x="3756656" y="100330"/>
                  </a:lnTo>
                  <a:cubicBezTo>
                    <a:pt x="3756656" y="100330"/>
                    <a:pt x="3752846" y="103505"/>
                    <a:pt x="3750941" y="104775"/>
                  </a:cubicBezTo>
                  <a:cubicBezTo>
                    <a:pt x="3749036" y="106045"/>
                    <a:pt x="3747131" y="106680"/>
                    <a:pt x="3745226" y="107950"/>
                  </a:cubicBezTo>
                  <a:cubicBezTo>
                    <a:pt x="3743321" y="108585"/>
                    <a:pt x="3740781" y="109855"/>
                    <a:pt x="3738241" y="109855"/>
                  </a:cubicBezTo>
                  <a:cubicBezTo>
                    <a:pt x="3735701" y="109855"/>
                    <a:pt x="3732526" y="110490"/>
                    <a:pt x="3729351" y="110490"/>
                  </a:cubicBezTo>
                  <a:cubicBezTo>
                    <a:pt x="3726176" y="110490"/>
                    <a:pt x="3723001" y="110490"/>
                    <a:pt x="3719826" y="109220"/>
                  </a:cubicBezTo>
                  <a:cubicBezTo>
                    <a:pt x="3716651" y="108585"/>
                    <a:pt x="3714111" y="107315"/>
                    <a:pt x="3712206" y="105410"/>
                  </a:cubicBezTo>
                  <a:cubicBezTo>
                    <a:pt x="3709666" y="104140"/>
                    <a:pt x="3707761" y="102235"/>
                    <a:pt x="3705856" y="100330"/>
                  </a:cubicBezTo>
                  <a:cubicBezTo>
                    <a:pt x="3703951" y="98425"/>
                    <a:pt x="3702046" y="95885"/>
                    <a:pt x="3700776" y="92710"/>
                  </a:cubicBezTo>
                  <a:cubicBezTo>
                    <a:pt x="3698871" y="89535"/>
                    <a:pt x="3697601" y="86360"/>
                    <a:pt x="3696966" y="82550"/>
                  </a:cubicBezTo>
                  <a:cubicBezTo>
                    <a:pt x="3696331" y="78740"/>
                    <a:pt x="3695696" y="74295"/>
                    <a:pt x="3695696" y="69850"/>
                  </a:cubicBezTo>
                  <a:cubicBezTo>
                    <a:pt x="3695696" y="63500"/>
                    <a:pt x="3696331" y="57150"/>
                    <a:pt x="3698236" y="52070"/>
                  </a:cubicBezTo>
                  <a:cubicBezTo>
                    <a:pt x="3700141" y="46990"/>
                    <a:pt x="3702046" y="42545"/>
                    <a:pt x="3705221" y="39370"/>
                  </a:cubicBezTo>
                  <a:cubicBezTo>
                    <a:pt x="3708396" y="36195"/>
                    <a:pt x="3711571" y="33020"/>
                    <a:pt x="3716016" y="31750"/>
                  </a:cubicBezTo>
                  <a:cubicBezTo>
                    <a:pt x="3720461" y="29845"/>
                    <a:pt x="3724906" y="29210"/>
                    <a:pt x="3729986" y="29210"/>
                  </a:cubicBezTo>
                  <a:close/>
                  <a:moveTo>
                    <a:pt x="3543296" y="29210"/>
                  </a:moveTo>
                  <a:cubicBezTo>
                    <a:pt x="3549011" y="29210"/>
                    <a:pt x="3553456" y="30480"/>
                    <a:pt x="3557901" y="32385"/>
                  </a:cubicBezTo>
                  <a:cubicBezTo>
                    <a:pt x="3561711" y="34290"/>
                    <a:pt x="3565521" y="37465"/>
                    <a:pt x="3568061" y="40640"/>
                  </a:cubicBezTo>
                  <a:cubicBezTo>
                    <a:pt x="3570601" y="44450"/>
                    <a:pt x="3572506" y="48260"/>
                    <a:pt x="3574411" y="53340"/>
                  </a:cubicBezTo>
                  <a:cubicBezTo>
                    <a:pt x="3575681" y="57785"/>
                    <a:pt x="3576316" y="62865"/>
                    <a:pt x="3576316" y="68580"/>
                  </a:cubicBezTo>
                  <a:lnTo>
                    <a:pt x="3575046" y="68580"/>
                  </a:lnTo>
                  <a:cubicBezTo>
                    <a:pt x="3575046" y="68580"/>
                    <a:pt x="3575046" y="71120"/>
                    <a:pt x="3575046" y="72390"/>
                  </a:cubicBezTo>
                  <a:cubicBezTo>
                    <a:pt x="3575046" y="73660"/>
                    <a:pt x="3575046" y="74295"/>
                    <a:pt x="3575046" y="75565"/>
                  </a:cubicBezTo>
                  <a:lnTo>
                    <a:pt x="3523611" y="75565"/>
                  </a:lnTo>
                  <a:cubicBezTo>
                    <a:pt x="3523611" y="79375"/>
                    <a:pt x="3524881" y="82550"/>
                    <a:pt x="3526151" y="85090"/>
                  </a:cubicBezTo>
                  <a:cubicBezTo>
                    <a:pt x="3527421" y="87630"/>
                    <a:pt x="3528691" y="90170"/>
                    <a:pt x="3530596" y="91440"/>
                  </a:cubicBezTo>
                  <a:cubicBezTo>
                    <a:pt x="3532501" y="93345"/>
                    <a:pt x="3534406" y="94615"/>
                    <a:pt x="3536311" y="95250"/>
                  </a:cubicBezTo>
                  <a:cubicBezTo>
                    <a:pt x="3538216" y="95885"/>
                    <a:pt x="3540756" y="96520"/>
                    <a:pt x="3543296" y="96520"/>
                  </a:cubicBezTo>
                  <a:cubicBezTo>
                    <a:pt x="3545201" y="96520"/>
                    <a:pt x="3546471" y="96520"/>
                    <a:pt x="3548376" y="96520"/>
                  </a:cubicBezTo>
                  <a:cubicBezTo>
                    <a:pt x="3549646" y="96520"/>
                    <a:pt x="3551551" y="95885"/>
                    <a:pt x="3552821" y="95250"/>
                  </a:cubicBezTo>
                  <a:cubicBezTo>
                    <a:pt x="3554091" y="95250"/>
                    <a:pt x="3555361" y="93980"/>
                    <a:pt x="3556631" y="93345"/>
                  </a:cubicBezTo>
                  <a:cubicBezTo>
                    <a:pt x="3557901" y="93345"/>
                    <a:pt x="3559171" y="92075"/>
                    <a:pt x="3561076" y="90805"/>
                  </a:cubicBezTo>
                  <a:lnTo>
                    <a:pt x="3569966" y="100330"/>
                  </a:lnTo>
                  <a:cubicBezTo>
                    <a:pt x="3569966" y="100330"/>
                    <a:pt x="3566156" y="103505"/>
                    <a:pt x="3564251" y="104775"/>
                  </a:cubicBezTo>
                  <a:cubicBezTo>
                    <a:pt x="3562346" y="106045"/>
                    <a:pt x="3560441" y="106680"/>
                    <a:pt x="3558536" y="107950"/>
                  </a:cubicBezTo>
                  <a:cubicBezTo>
                    <a:pt x="3556631" y="108585"/>
                    <a:pt x="3554091" y="109855"/>
                    <a:pt x="3551551" y="109855"/>
                  </a:cubicBezTo>
                  <a:cubicBezTo>
                    <a:pt x="3549011" y="109855"/>
                    <a:pt x="3545836" y="110490"/>
                    <a:pt x="3542661" y="110490"/>
                  </a:cubicBezTo>
                  <a:cubicBezTo>
                    <a:pt x="3539486" y="110490"/>
                    <a:pt x="3536311" y="110490"/>
                    <a:pt x="3533136" y="109220"/>
                  </a:cubicBezTo>
                  <a:cubicBezTo>
                    <a:pt x="3529961" y="108585"/>
                    <a:pt x="3527421" y="107315"/>
                    <a:pt x="3525516" y="105410"/>
                  </a:cubicBezTo>
                  <a:cubicBezTo>
                    <a:pt x="3522976" y="104140"/>
                    <a:pt x="3521071" y="102235"/>
                    <a:pt x="3519166" y="100330"/>
                  </a:cubicBezTo>
                  <a:cubicBezTo>
                    <a:pt x="3517261" y="98425"/>
                    <a:pt x="3515356" y="95885"/>
                    <a:pt x="3514086" y="92710"/>
                  </a:cubicBezTo>
                  <a:cubicBezTo>
                    <a:pt x="3512181" y="89535"/>
                    <a:pt x="3510911" y="86360"/>
                    <a:pt x="3510276" y="82550"/>
                  </a:cubicBezTo>
                  <a:cubicBezTo>
                    <a:pt x="3509641" y="78740"/>
                    <a:pt x="3509006" y="74295"/>
                    <a:pt x="3509006" y="69850"/>
                  </a:cubicBezTo>
                  <a:cubicBezTo>
                    <a:pt x="3509006" y="63500"/>
                    <a:pt x="3509641" y="57150"/>
                    <a:pt x="3511546" y="52070"/>
                  </a:cubicBezTo>
                  <a:cubicBezTo>
                    <a:pt x="3513451" y="46990"/>
                    <a:pt x="3515356" y="42545"/>
                    <a:pt x="3518531" y="39370"/>
                  </a:cubicBezTo>
                  <a:cubicBezTo>
                    <a:pt x="3521706" y="36195"/>
                    <a:pt x="3524881" y="33020"/>
                    <a:pt x="3529326" y="31750"/>
                  </a:cubicBezTo>
                  <a:cubicBezTo>
                    <a:pt x="3533771" y="29845"/>
                    <a:pt x="3538216" y="29210"/>
                    <a:pt x="3543296" y="29210"/>
                  </a:cubicBezTo>
                  <a:close/>
                  <a:moveTo>
                    <a:pt x="3345176" y="29210"/>
                  </a:moveTo>
                  <a:cubicBezTo>
                    <a:pt x="3350891" y="29210"/>
                    <a:pt x="3355336" y="30480"/>
                    <a:pt x="3359781" y="32385"/>
                  </a:cubicBezTo>
                  <a:cubicBezTo>
                    <a:pt x="3363591" y="34290"/>
                    <a:pt x="3367401" y="37465"/>
                    <a:pt x="3369941" y="40640"/>
                  </a:cubicBezTo>
                  <a:cubicBezTo>
                    <a:pt x="3372481" y="44450"/>
                    <a:pt x="3374386" y="48260"/>
                    <a:pt x="3376291" y="53340"/>
                  </a:cubicBezTo>
                  <a:cubicBezTo>
                    <a:pt x="3377561" y="57785"/>
                    <a:pt x="3378196" y="62865"/>
                    <a:pt x="3378196" y="68580"/>
                  </a:cubicBezTo>
                  <a:lnTo>
                    <a:pt x="3376926" y="68580"/>
                  </a:lnTo>
                  <a:cubicBezTo>
                    <a:pt x="3376926" y="68580"/>
                    <a:pt x="3376926" y="71120"/>
                    <a:pt x="3376926" y="72390"/>
                  </a:cubicBezTo>
                  <a:cubicBezTo>
                    <a:pt x="3376926" y="73660"/>
                    <a:pt x="3376926" y="74295"/>
                    <a:pt x="3376926" y="75565"/>
                  </a:cubicBezTo>
                  <a:lnTo>
                    <a:pt x="3325491" y="75565"/>
                  </a:lnTo>
                  <a:cubicBezTo>
                    <a:pt x="3325491" y="79375"/>
                    <a:pt x="3326761" y="82550"/>
                    <a:pt x="3328031" y="85090"/>
                  </a:cubicBezTo>
                  <a:cubicBezTo>
                    <a:pt x="3329301" y="87630"/>
                    <a:pt x="3330571" y="90170"/>
                    <a:pt x="3332476" y="91440"/>
                  </a:cubicBezTo>
                  <a:cubicBezTo>
                    <a:pt x="3334381" y="93345"/>
                    <a:pt x="3336286" y="94615"/>
                    <a:pt x="3338191" y="95250"/>
                  </a:cubicBezTo>
                  <a:cubicBezTo>
                    <a:pt x="3340096" y="95885"/>
                    <a:pt x="3342636" y="96520"/>
                    <a:pt x="3345176" y="96520"/>
                  </a:cubicBezTo>
                  <a:cubicBezTo>
                    <a:pt x="3347081" y="96520"/>
                    <a:pt x="3348351" y="96520"/>
                    <a:pt x="3350256" y="96520"/>
                  </a:cubicBezTo>
                  <a:cubicBezTo>
                    <a:pt x="3351526" y="96520"/>
                    <a:pt x="3353431" y="95885"/>
                    <a:pt x="3354701" y="95250"/>
                  </a:cubicBezTo>
                  <a:cubicBezTo>
                    <a:pt x="3355971" y="95250"/>
                    <a:pt x="3357241" y="93980"/>
                    <a:pt x="3358511" y="93345"/>
                  </a:cubicBezTo>
                  <a:cubicBezTo>
                    <a:pt x="3359781" y="93345"/>
                    <a:pt x="3361051" y="92075"/>
                    <a:pt x="3362956" y="90805"/>
                  </a:cubicBezTo>
                  <a:lnTo>
                    <a:pt x="3371846" y="100330"/>
                  </a:lnTo>
                  <a:cubicBezTo>
                    <a:pt x="3371846" y="100330"/>
                    <a:pt x="3368036" y="103505"/>
                    <a:pt x="3366131" y="104775"/>
                  </a:cubicBezTo>
                  <a:cubicBezTo>
                    <a:pt x="3364226" y="106045"/>
                    <a:pt x="3362321" y="106680"/>
                    <a:pt x="3360416" y="107950"/>
                  </a:cubicBezTo>
                  <a:cubicBezTo>
                    <a:pt x="3358511" y="108585"/>
                    <a:pt x="3355971" y="109855"/>
                    <a:pt x="3353431" y="109855"/>
                  </a:cubicBezTo>
                  <a:cubicBezTo>
                    <a:pt x="3350891" y="109855"/>
                    <a:pt x="3347716" y="110490"/>
                    <a:pt x="3344541" y="110490"/>
                  </a:cubicBezTo>
                  <a:cubicBezTo>
                    <a:pt x="3341366" y="110490"/>
                    <a:pt x="3338191" y="110490"/>
                    <a:pt x="3335016" y="109220"/>
                  </a:cubicBezTo>
                  <a:cubicBezTo>
                    <a:pt x="3331841" y="108585"/>
                    <a:pt x="3329301" y="107315"/>
                    <a:pt x="3327396" y="105410"/>
                  </a:cubicBezTo>
                  <a:cubicBezTo>
                    <a:pt x="3324856" y="104140"/>
                    <a:pt x="3322951" y="102235"/>
                    <a:pt x="3321046" y="100330"/>
                  </a:cubicBezTo>
                  <a:cubicBezTo>
                    <a:pt x="3319141" y="98425"/>
                    <a:pt x="3317236" y="95885"/>
                    <a:pt x="3315966" y="92710"/>
                  </a:cubicBezTo>
                  <a:cubicBezTo>
                    <a:pt x="3314061" y="89535"/>
                    <a:pt x="3312791" y="86360"/>
                    <a:pt x="3312156" y="82550"/>
                  </a:cubicBezTo>
                  <a:cubicBezTo>
                    <a:pt x="3311521" y="78740"/>
                    <a:pt x="3310886" y="74295"/>
                    <a:pt x="3310886" y="69850"/>
                  </a:cubicBezTo>
                  <a:cubicBezTo>
                    <a:pt x="3310886" y="63500"/>
                    <a:pt x="3311521" y="57150"/>
                    <a:pt x="3313426" y="52070"/>
                  </a:cubicBezTo>
                  <a:cubicBezTo>
                    <a:pt x="3315331" y="46990"/>
                    <a:pt x="3317236" y="42545"/>
                    <a:pt x="3320411" y="39370"/>
                  </a:cubicBezTo>
                  <a:cubicBezTo>
                    <a:pt x="3323586" y="36195"/>
                    <a:pt x="3326761" y="33020"/>
                    <a:pt x="3331206" y="31750"/>
                  </a:cubicBezTo>
                  <a:cubicBezTo>
                    <a:pt x="3335651" y="29845"/>
                    <a:pt x="3340096" y="29210"/>
                    <a:pt x="3345176" y="29210"/>
                  </a:cubicBezTo>
                  <a:close/>
                  <a:moveTo>
                    <a:pt x="3060696" y="29210"/>
                  </a:moveTo>
                  <a:cubicBezTo>
                    <a:pt x="3063871" y="29210"/>
                    <a:pt x="3066411" y="29210"/>
                    <a:pt x="3068316" y="29845"/>
                  </a:cubicBezTo>
                  <a:cubicBezTo>
                    <a:pt x="3070221" y="29845"/>
                    <a:pt x="3072126" y="31115"/>
                    <a:pt x="3074031" y="32385"/>
                  </a:cubicBezTo>
                  <a:lnTo>
                    <a:pt x="3070221" y="46990"/>
                  </a:lnTo>
                  <a:lnTo>
                    <a:pt x="3068951" y="46990"/>
                  </a:lnTo>
                  <a:cubicBezTo>
                    <a:pt x="3068951" y="46990"/>
                    <a:pt x="3065776" y="45085"/>
                    <a:pt x="3063871" y="45085"/>
                  </a:cubicBezTo>
                  <a:cubicBezTo>
                    <a:pt x="3061966" y="45085"/>
                    <a:pt x="3060061" y="44450"/>
                    <a:pt x="3057521" y="44450"/>
                  </a:cubicBezTo>
                  <a:cubicBezTo>
                    <a:pt x="3052441" y="44450"/>
                    <a:pt x="3048631" y="46355"/>
                    <a:pt x="3046091" y="49530"/>
                  </a:cubicBezTo>
                  <a:cubicBezTo>
                    <a:pt x="3043551" y="52705"/>
                    <a:pt x="3042281" y="57785"/>
                    <a:pt x="3042281" y="64770"/>
                  </a:cubicBezTo>
                  <a:lnTo>
                    <a:pt x="3042281" y="109220"/>
                  </a:lnTo>
                  <a:lnTo>
                    <a:pt x="3027041" y="109220"/>
                  </a:lnTo>
                  <a:lnTo>
                    <a:pt x="3027041" y="31115"/>
                  </a:lnTo>
                  <a:lnTo>
                    <a:pt x="3042281" y="31115"/>
                  </a:lnTo>
                  <a:lnTo>
                    <a:pt x="3042281" y="38735"/>
                  </a:lnTo>
                  <a:cubicBezTo>
                    <a:pt x="3042281" y="38735"/>
                    <a:pt x="3044186" y="36195"/>
                    <a:pt x="3045456" y="34925"/>
                  </a:cubicBezTo>
                  <a:cubicBezTo>
                    <a:pt x="3046726" y="33655"/>
                    <a:pt x="3047996" y="33020"/>
                    <a:pt x="3049901" y="31750"/>
                  </a:cubicBezTo>
                  <a:cubicBezTo>
                    <a:pt x="3051171" y="31115"/>
                    <a:pt x="3053076" y="30480"/>
                    <a:pt x="3054981" y="29845"/>
                  </a:cubicBezTo>
                  <a:cubicBezTo>
                    <a:pt x="3056886" y="29845"/>
                    <a:pt x="3058791" y="29210"/>
                    <a:pt x="3060696" y="29210"/>
                  </a:cubicBezTo>
                  <a:close/>
                  <a:moveTo>
                    <a:pt x="2978781" y="29210"/>
                  </a:moveTo>
                  <a:cubicBezTo>
                    <a:pt x="2984496" y="29210"/>
                    <a:pt x="2988941" y="30480"/>
                    <a:pt x="2993386" y="32385"/>
                  </a:cubicBezTo>
                  <a:cubicBezTo>
                    <a:pt x="2997196" y="34290"/>
                    <a:pt x="3001006" y="37465"/>
                    <a:pt x="3003546" y="40640"/>
                  </a:cubicBezTo>
                  <a:cubicBezTo>
                    <a:pt x="3006086" y="44450"/>
                    <a:pt x="3007991" y="48260"/>
                    <a:pt x="3009896" y="53340"/>
                  </a:cubicBezTo>
                  <a:cubicBezTo>
                    <a:pt x="3011166" y="57785"/>
                    <a:pt x="3011801" y="62865"/>
                    <a:pt x="3011801" y="68580"/>
                  </a:cubicBezTo>
                  <a:lnTo>
                    <a:pt x="3010531" y="68580"/>
                  </a:lnTo>
                  <a:cubicBezTo>
                    <a:pt x="3010531" y="68580"/>
                    <a:pt x="3010531" y="71120"/>
                    <a:pt x="3010531" y="72390"/>
                  </a:cubicBezTo>
                  <a:cubicBezTo>
                    <a:pt x="3010531" y="73660"/>
                    <a:pt x="3010531" y="74295"/>
                    <a:pt x="3010531" y="75565"/>
                  </a:cubicBezTo>
                  <a:lnTo>
                    <a:pt x="2959096" y="75565"/>
                  </a:lnTo>
                  <a:cubicBezTo>
                    <a:pt x="2959096" y="79375"/>
                    <a:pt x="2960366" y="82550"/>
                    <a:pt x="2961636" y="85090"/>
                  </a:cubicBezTo>
                  <a:cubicBezTo>
                    <a:pt x="2962906" y="87630"/>
                    <a:pt x="2964176" y="90170"/>
                    <a:pt x="2966081" y="91440"/>
                  </a:cubicBezTo>
                  <a:cubicBezTo>
                    <a:pt x="2967986" y="93345"/>
                    <a:pt x="2969891" y="94615"/>
                    <a:pt x="2971796" y="95250"/>
                  </a:cubicBezTo>
                  <a:cubicBezTo>
                    <a:pt x="2974336" y="95885"/>
                    <a:pt x="2976241" y="96520"/>
                    <a:pt x="2978781" y="96520"/>
                  </a:cubicBezTo>
                  <a:cubicBezTo>
                    <a:pt x="2980686" y="96520"/>
                    <a:pt x="2981956" y="96520"/>
                    <a:pt x="2983861" y="96520"/>
                  </a:cubicBezTo>
                  <a:cubicBezTo>
                    <a:pt x="2985131" y="96520"/>
                    <a:pt x="2987036" y="95885"/>
                    <a:pt x="2988306" y="95250"/>
                  </a:cubicBezTo>
                  <a:cubicBezTo>
                    <a:pt x="2989576" y="95250"/>
                    <a:pt x="2990846" y="93980"/>
                    <a:pt x="2992116" y="93345"/>
                  </a:cubicBezTo>
                  <a:cubicBezTo>
                    <a:pt x="2993386" y="93345"/>
                    <a:pt x="2994656" y="92075"/>
                    <a:pt x="2996561" y="90805"/>
                  </a:cubicBezTo>
                  <a:lnTo>
                    <a:pt x="3005451" y="100330"/>
                  </a:lnTo>
                  <a:cubicBezTo>
                    <a:pt x="3005451" y="100330"/>
                    <a:pt x="3001641" y="103505"/>
                    <a:pt x="2999736" y="104775"/>
                  </a:cubicBezTo>
                  <a:cubicBezTo>
                    <a:pt x="2997831" y="106045"/>
                    <a:pt x="2995926" y="106680"/>
                    <a:pt x="2994021" y="107950"/>
                  </a:cubicBezTo>
                  <a:cubicBezTo>
                    <a:pt x="2992116" y="108585"/>
                    <a:pt x="2989576" y="109855"/>
                    <a:pt x="2987036" y="109855"/>
                  </a:cubicBezTo>
                  <a:cubicBezTo>
                    <a:pt x="2984496" y="109855"/>
                    <a:pt x="2981321" y="110490"/>
                    <a:pt x="2978146" y="110490"/>
                  </a:cubicBezTo>
                  <a:cubicBezTo>
                    <a:pt x="2974971" y="110490"/>
                    <a:pt x="2971796" y="110490"/>
                    <a:pt x="2968621" y="109220"/>
                  </a:cubicBezTo>
                  <a:cubicBezTo>
                    <a:pt x="2965446" y="108585"/>
                    <a:pt x="2962906" y="107315"/>
                    <a:pt x="2961001" y="105410"/>
                  </a:cubicBezTo>
                  <a:cubicBezTo>
                    <a:pt x="2958461" y="104140"/>
                    <a:pt x="2956556" y="102235"/>
                    <a:pt x="2954651" y="100330"/>
                  </a:cubicBezTo>
                  <a:cubicBezTo>
                    <a:pt x="2952746" y="98425"/>
                    <a:pt x="2950841" y="95885"/>
                    <a:pt x="2949571" y="92710"/>
                  </a:cubicBezTo>
                  <a:cubicBezTo>
                    <a:pt x="2947666" y="89535"/>
                    <a:pt x="2946396" y="86360"/>
                    <a:pt x="2945761" y="82550"/>
                  </a:cubicBezTo>
                  <a:cubicBezTo>
                    <a:pt x="2945126" y="78740"/>
                    <a:pt x="2944491" y="74295"/>
                    <a:pt x="2944491" y="69850"/>
                  </a:cubicBezTo>
                  <a:cubicBezTo>
                    <a:pt x="2944491" y="63500"/>
                    <a:pt x="2945126" y="57150"/>
                    <a:pt x="2947031" y="52070"/>
                  </a:cubicBezTo>
                  <a:cubicBezTo>
                    <a:pt x="2948936" y="46990"/>
                    <a:pt x="2950841" y="42545"/>
                    <a:pt x="2954016" y="39370"/>
                  </a:cubicBezTo>
                  <a:cubicBezTo>
                    <a:pt x="2957191" y="36195"/>
                    <a:pt x="2960366" y="33020"/>
                    <a:pt x="2964811" y="31750"/>
                  </a:cubicBezTo>
                  <a:cubicBezTo>
                    <a:pt x="2969256" y="29845"/>
                    <a:pt x="2973701" y="29210"/>
                    <a:pt x="2978781" y="29210"/>
                  </a:cubicBezTo>
                  <a:close/>
                  <a:moveTo>
                    <a:pt x="2798440" y="29210"/>
                  </a:moveTo>
                  <a:cubicBezTo>
                    <a:pt x="2803520" y="29210"/>
                    <a:pt x="2807965" y="29845"/>
                    <a:pt x="2813045" y="31750"/>
                  </a:cubicBezTo>
                  <a:cubicBezTo>
                    <a:pt x="2817490" y="33655"/>
                    <a:pt x="2821935" y="35560"/>
                    <a:pt x="2825110" y="38100"/>
                  </a:cubicBezTo>
                  <a:lnTo>
                    <a:pt x="2827015" y="38100"/>
                  </a:lnTo>
                  <a:lnTo>
                    <a:pt x="2820030" y="50165"/>
                  </a:lnTo>
                  <a:cubicBezTo>
                    <a:pt x="2816855" y="47625"/>
                    <a:pt x="2813680" y="46355"/>
                    <a:pt x="2810505" y="45085"/>
                  </a:cubicBezTo>
                  <a:cubicBezTo>
                    <a:pt x="2807330" y="43815"/>
                    <a:pt x="2803520" y="43180"/>
                    <a:pt x="2799710" y="43180"/>
                  </a:cubicBezTo>
                  <a:cubicBezTo>
                    <a:pt x="2795900" y="43180"/>
                    <a:pt x="2793360" y="43815"/>
                    <a:pt x="2791455" y="45085"/>
                  </a:cubicBezTo>
                  <a:cubicBezTo>
                    <a:pt x="2789550" y="46355"/>
                    <a:pt x="2788915" y="48260"/>
                    <a:pt x="2788915" y="50165"/>
                  </a:cubicBezTo>
                  <a:cubicBezTo>
                    <a:pt x="2788915" y="51435"/>
                    <a:pt x="2788915" y="52070"/>
                    <a:pt x="2788915" y="52705"/>
                  </a:cubicBezTo>
                  <a:cubicBezTo>
                    <a:pt x="2788915" y="53340"/>
                    <a:pt x="2790185" y="54610"/>
                    <a:pt x="2790820" y="55245"/>
                  </a:cubicBezTo>
                  <a:cubicBezTo>
                    <a:pt x="2792090" y="55880"/>
                    <a:pt x="2793360" y="57150"/>
                    <a:pt x="2795265" y="57785"/>
                  </a:cubicBezTo>
                  <a:cubicBezTo>
                    <a:pt x="2797170" y="59055"/>
                    <a:pt x="2799710" y="59690"/>
                    <a:pt x="2802250" y="60960"/>
                  </a:cubicBezTo>
                  <a:cubicBezTo>
                    <a:pt x="2806695" y="62865"/>
                    <a:pt x="2810505" y="64135"/>
                    <a:pt x="2813680" y="66040"/>
                  </a:cubicBezTo>
                  <a:cubicBezTo>
                    <a:pt x="2816855" y="67310"/>
                    <a:pt x="2819395" y="69215"/>
                    <a:pt x="2821935" y="71120"/>
                  </a:cubicBezTo>
                  <a:cubicBezTo>
                    <a:pt x="2823840" y="73025"/>
                    <a:pt x="2825745" y="75565"/>
                    <a:pt x="2827015" y="78105"/>
                  </a:cubicBezTo>
                  <a:cubicBezTo>
                    <a:pt x="2828285" y="80645"/>
                    <a:pt x="2828920" y="83820"/>
                    <a:pt x="2828920" y="87630"/>
                  </a:cubicBezTo>
                  <a:cubicBezTo>
                    <a:pt x="2828920" y="92075"/>
                    <a:pt x="2828285" y="95250"/>
                    <a:pt x="2826380" y="98425"/>
                  </a:cubicBezTo>
                  <a:cubicBezTo>
                    <a:pt x="2824475" y="101600"/>
                    <a:pt x="2822570" y="103505"/>
                    <a:pt x="2820030" y="105410"/>
                  </a:cubicBezTo>
                  <a:cubicBezTo>
                    <a:pt x="2817490" y="107315"/>
                    <a:pt x="2814315" y="108585"/>
                    <a:pt x="2810505" y="109220"/>
                  </a:cubicBezTo>
                  <a:cubicBezTo>
                    <a:pt x="2806695" y="109855"/>
                    <a:pt x="2803520" y="110490"/>
                    <a:pt x="2799710" y="110490"/>
                  </a:cubicBezTo>
                  <a:cubicBezTo>
                    <a:pt x="2794630" y="110490"/>
                    <a:pt x="2789550" y="109855"/>
                    <a:pt x="2783835" y="107950"/>
                  </a:cubicBezTo>
                  <a:cubicBezTo>
                    <a:pt x="2778120" y="106045"/>
                    <a:pt x="2773675" y="103505"/>
                    <a:pt x="2769230" y="100965"/>
                  </a:cubicBezTo>
                  <a:lnTo>
                    <a:pt x="2776215" y="89535"/>
                  </a:lnTo>
                  <a:cubicBezTo>
                    <a:pt x="2780025" y="92075"/>
                    <a:pt x="2783835" y="93980"/>
                    <a:pt x="2787645" y="95250"/>
                  </a:cubicBezTo>
                  <a:cubicBezTo>
                    <a:pt x="2791455" y="96520"/>
                    <a:pt x="2795265" y="97155"/>
                    <a:pt x="2799075" y="97155"/>
                  </a:cubicBezTo>
                  <a:cubicBezTo>
                    <a:pt x="2804155" y="97155"/>
                    <a:pt x="2807330" y="96520"/>
                    <a:pt x="2809870" y="94615"/>
                  </a:cubicBezTo>
                  <a:cubicBezTo>
                    <a:pt x="2812410" y="93345"/>
                    <a:pt x="2813045" y="90805"/>
                    <a:pt x="2813045" y="88265"/>
                  </a:cubicBezTo>
                  <a:cubicBezTo>
                    <a:pt x="2813045" y="86995"/>
                    <a:pt x="2813045" y="85725"/>
                    <a:pt x="2811775" y="84455"/>
                  </a:cubicBezTo>
                  <a:cubicBezTo>
                    <a:pt x="2811140" y="83185"/>
                    <a:pt x="2809870" y="82550"/>
                    <a:pt x="2807965" y="81280"/>
                  </a:cubicBezTo>
                  <a:cubicBezTo>
                    <a:pt x="2806695" y="80010"/>
                    <a:pt x="2804790" y="79375"/>
                    <a:pt x="2802250" y="78105"/>
                  </a:cubicBezTo>
                  <a:cubicBezTo>
                    <a:pt x="2800345" y="77470"/>
                    <a:pt x="2797805" y="76200"/>
                    <a:pt x="2794630" y="74930"/>
                  </a:cubicBezTo>
                  <a:cubicBezTo>
                    <a:pt x="2790185" y="73025"/>
                    <a:pt x="2787010" y="71755"/>
                    <a:pt x="2783835" y="69850"/>
                  </a:cubicBezTo>
                  <a:cubicBezTo>
                    <a:pt x="2780660" y="67945"/>
                    <a:pt x="2778755" y="66675"/>
                    <a:pt x="2776850" y="64770"/>
                  </a:cubicBezTo>
                  <a:cubicBezTo>
                    <a:pt x="2774945" y="62865"/>
                    <a:pt x="2773675" y="60960"/>
                    <a:pt x="2773040" y="58420"/>
                  </a:cubicBezTo>
                  <a:cubicBezTo>
                    <a:pt x="2772405" y="55880"/>
                    <a:pt x="2771770" y="53340"/>
                    <a:pt x="2771770" y="50165"/>
                  </a:cubicBezTo>
                  <a:cubicBezTo>
                    <a:pt x="2771770" y="46990"/>
                    <a:pt x="2772405" y="43815"/>
                    <a:pt x="2773675" y="40640"/>
                  </a:cubicBezTo>
                  <a:cubicBezTo>
                    <a:pt x="2774945" y="38100"/>
                    <a:pt x="2776850" y="35560"/>
                    <a:pt x="2779390" y="34290"/>
                  </a:cubicBezTo>
                  <a:cubicBezTo>
                    <a:pt x="2781930" y="32385"/>
                    <a:pt x="2784470" y="31115"/>
                    <a:pt x="2787645" y="30480"/>
                  </a:cubicBezTo>
                  <a:cubicBezTo>
                    <a:pt x="2790820" y="29845"/>
                    <a:pt x="2794630" y="29210"/>
                    <a:pt x="2798440" y="29210"/>
                  </a:cubicBezTo>
                  <a:close/>
                  <a:moveTo>
                    <a:pt x="2723510" y="29210"/>
                  </a:moveTo>
                  <a:cubicBezTo>
                    <a:pt x="2725415" y="29210"/>
                    <a:pt x="2727320" y="29210"/>
                    <a:pt x="2729225" y="29210"/>
                  </a:cubicBezTo>
                  <a:cubicBezTo>
                    <a:pt x="2733670" y="29210"/>
                    <a:pt x="2738115" y="29845"/>
                    <a:pt x="2741290" y="31750"/>
                  </a:cubicBezTo>
                  <a:cubicBezTo>
                    <a:pt x="2744465" y="33020"/>
                    <a:pt x="2747640" y="35560"/>
                    <a:pt x="2750180" y="38100"/>
                  </a:cubicBezTo>
                  <a:cubicBezTo>
                    <a:pt x="2752720" y="41275"/>
                    <a:pt x="2753990" y="44450"/>
                    <a:pt x="2755260" y="48895"/>
                  </a:cubicBezTo>
                  <a:cubicBezTo>
                    <a:pt x="2756530" y="53340"/>
                    <a:pt x="2757165" y="58420"/>
                    <a:pt x="2757165" y="64135"/>
                  </a:cubicBezTo>
                  <a:lnTo>
                    <a:pt x="2757165" y="108585"/>
                  </a:lnTo>
                  <a:lnTo>
                    <a:pt x="2741925" y="108585"/>
                  </a:lnTo>
                  <a:lnTo>
                    <a:pt x="2741290" y="108585"/>
                  </a:lnTo>
                  <a:lnTo>
                    <a:pt x="2741290" y="64770"/>
                  </a:lnTo>
                  <a:cubicBezTo>
                    <a:pt x="2741290" y="57785"/>
                    <a:pt x="2740020" y="52070"/>
                    <a:pt x="2737480" y="48895"/>
                  </a:cubicBezTo>
                  <a:cubicBezTo>
                    <a:pt x="2734940" y="45085"/>
                    <a:pt x="2731130" y="43180"/>
                    <a:pt x="2725415" y="43180"/>
                  </a:cubicBezTo>
                  <a:cubicBezTo>
                    <a:pt x="2722875" y="43180"/>
                    <a:pt x="2720970" y="43180"/>
                    <a:pt x="2718430" y="44450"/>
                  </a:cubicBezTo>
                  <a:cubicBezTo>
                    <a:pt x="2716525" y="45085"/>
                    <a:pt x="2714620" y="46990"/>
                    <a:pt x="2713350" y="48260"/>
                  </a:cubicBezTo>
                  <a:cubicBezTo>
                    <a:pt x="2712080" y="50165"/>
                    <a:pt x="2710810" y="52070"/>
                    <a:pt x="2710175" y="54610"/>
                  </a:cubicBezTo>
                  <a:cubicBezTo>
                    <a:pt x="2710175" y="57150"/>
                    <a:pt x="2709540" y="59690"/>
                    <a:pt x="2709540" y="62865"/>
                  </a:cubicBezTo>
                  <a:lnTo>
                    <a:pt x="2709540" y="108585"/>
                  </a:lnTo>
                  <a:lnTo>
                    <a:pt x="2694300" y="108585"/>
                  </a:lnTo>
                  <a:lnTo>
                    <a:pt x="2694300" y="30480"/>
                  </a:lnTo>
                  <a:lnTo>
                    <a:pt x="2709540" y="30480"/>
                  </a:lnTo>
                  <a:lnTo>
                    <a:pt x="2709540" y="38100"/>
                  </a:lnTo>
                  <a:cubicBezTo>
                    <a:pt x="2709540" y="38100"/>
                    <a:pt x="2711445" y="35560"/>
                    <a:pt x="2713350" y="34290"/>
                  </a:cubicBezTo>
                  <a:cubicBezTo>
                    <a:pt x="2714620" y="33020"/>
                    <a:pt x="2716525" y="32385"/>
                    <a:pt x="2717795" y="31115"/>
                  </a:cubicBezTo>
                  <a:cubicBezTo>
                    <a:pt x="2719700" y="30480"/>
                    <a:pt x="2721605" y="29845"/>
                    <a:pt x="2723510" y="29210"/>
                  </a:cubicBezTo>
                  <a:close/>
                  <a:moveTo>
                    <a:pt x="2530470" y="29210"/>
                  </a:moveTo>
                  <a:cubicBezTo>
                    <a:pt x="2536185" y="29210"/>
                    <a:pt x="2540630" y="30480"/>
                    <a:pt x="2545075" y="32385"/>
                  </a:cubicBezTo>
                  <a:cubicBezTo>
                    <a:pt x="2548885" y="34290"/>
                    <a:pt x="2552695" y="37465"/>
                    <a:pt x="2555235" y="40640"/>
                  </a:cubicBezTo>
                  <a:cubicBezTo>
                    <a:pt x="2557775" y="44450"/>
                    <a:pt x="2559680" y="48260"/>
                    <a:pt x="2561585" y="53340"/>
                  </a:cubicBezTo>
                  <a:cubicBezTo>
                    <a:pt x="2562855" y="57785"/>
                    <a:pt x="2563490" y="62865"/>
                    <a:pt x="2563490" y="68580"/>
                  </a:cubicBezTo>
                  <a:lnTo>
                    <a:pt x="2562220" y="68580"/>
                  </a:lnTo>
                  <a:cubicBezTo>
                    <a:pt x="2562220" y="68580"/>
                    <a:pt x="2562220" y="71120"/>
                    <a:pt x="2562220" y="72390"/>
                  </a:cubicBezTo>
                  <a:cubicBezTo>
                    <a:pt x="2562220" y="73660"/>
                    <a:pt x="2562220" y="74295"/>
                    <a:pt x="2562220" y="75565"/>
                  </a:cubicBezTo>
                  <a:lnTo>
                    <a:pt x="2510785" y="75565"/>
                  </a:lnTo>
                  <a:cubicBezTo>
                    <a:pt x="2510785" y="79375"/>
                    <a:pt x="2512055" y="82550"/>
                    <a:pt x="2513325" y="85090"/>
                  </a:cubicBezTo>
                  <a:cubicBezTo>
                    <a:pt x="2514595" y="87630"/>
                    <a:pt x="2515865" y="90170"/>
                    <a:pt x="2517770" y="91440"/>
                  </a:cubicBezTo>
                  <a:cubicBezTo>
                    <a:pt x="2519675" y="93345"/>
                    <a:pt x="2521580" y="94615"/>
                    <a:pt x="2523485" y="95250"/>
                  </a:cubicBezTo>
                  <a:cubicBezTo>
                    <a:pt x="2525390" y="95885"/>
                    <a:pt x="2527930" y="96520"/>
                    <a:pt x="2530470" y="96520"/>
                  </a:cubicBezTo>
                  <a:cubicBezTo>
                    <a:pt x="2532375" y="96520"/>
                    <a:pt x="2533645" y="96520"/>
                    <a:pt x="2535550" y="96520"/>
                  </a:cubicBezTo>
                  <a:cubicBezTo>
                    <a:pt x="2536820" y="96520"/>
                    <a:pt x="2538725" y="95885"/>
                    <a:pt x="2539995" y="95250"/>
                  </a:cubicBezTo>
                  <a:cubicBezTo>
                    <a:pt x="2541265" y="95250"/>
                    <a:pt x="2542535" y="93980"/>
                    <a:pt x="2543805" y="93345"/>
                  </a:cubicBezTo>
                  <a:cubicBezTo>
                    <a:pt x="2545075" y="93345"/>
                    <a:pt x="2546345" y="92075"/>
                    <a:pt x="2548250" y="90805"/>
                  </a:cubicBezTo>
                  <a:lnTo>
                    <a:pt x="2557140" y="100330"/>
                  </a:lnTo>
                  <a:cubicBezTo>
                    <a:pt x="2557140" y="100330"/>
                    <a:pt x="2553330" y="103505"/>
                    <a:pt x="2551425" y="104775"/>
                  </a:cubicBezTo>
                  <a:cubicBezTo>
                    <a:pt x="2549520" y="106045"/>
                    <a:pt x="2547615" y="106680"/>
                    <a:pt x="2545710" y="107950"/>
                  </a:cubicBezTo>
                  <a:cubicBezTo>
                    <a:pt x="2543805" y="108585"/>
                    <a:pt x="2541265" y="109855"/>
                    <a:pt x="2538725" y="109855"/>
                  </a:cubicBezTo>
                  <a:cubicBezTo>
                    <a:pt x="2536185" y="109855"/>
                    <a:pt x="2533010" y="110490"/>
                    <a:pt x="2529835" y="110490"/>
                  </a:cubicBezTo>
                  <a:cubicBezTo>
                    <a:pt x="2526660" y="110490"/>
                    <a:pt x="2523485" y="110490"/>
                    <a:pt x="2520310" y="109220"/>
                  </a:cubicBezTo>
                  <a:cubicBezTo>
                    <a:pt x="2517135" y="108585"/>
                    <a:pt x="2514595" y="107315"/>
                    <a:pt x="2512690" y="105410"/>
                  </a:cubicBezTo>
                  <a:cubicBezTo>
                    <a:pt x="2510785" y="103505"/>
                    <a:pt x="2508245" y="102235"/>
                    <a:pt x="2506340" y="100330"/>
                  </a:cubicBezTo>
                  <a:cubicBezTo>
                    <a:pt x="2504435" y="98425"/>
                    <a:pt x="2502530" y="95885"/>
                    <a:pt x="2501260" y="92710"/>
                  </a:cubicBezTo>
                  <a:cubicBezTo>
                    <a:pt x="2499355" y="89535"/>
                    <a:pt x="2498085" y="86360"/>
                    <a:pt x="2497450" y="82550"/>
                  </a:cubicBezTo>
                  <a:cubicBezTo>
                    <a:pt x="2496815" y="78740"/>
                    <a:pt x="2496180" y="74295"/>
                    <a:pt x="2496180" y="69850"/>
                  </a:cubicBezTo>
                  <a:cubicBezTo>
                    <a:pt x="2496180" y="63500"/>
                    <a:pt x="2496815" y="57150"/>
                    <a:pt x="2498720" y="52070"/>
                  </a:cubicBezTo>
                  <a:cubicBezTo>
                    <a:pt x="2500625" y="46990"/>
                    <a:pt x="2502530" y="42545"/>
                    <a:pt x="2505705" y="39370"/>
                  </a:cubicBezTo>
                  <a:cubicBezTo>
                    <a:pt x="2508880" y="36195"/>
                    <a:pt x="2512055" y="33020"/>
                    <a:pt x="2516500" y="31750"/>
                  </a:cubicBezTo>
                  <a:cubicBezTo>
                    <a:pt x="2520945" y="29845"/>
                    <a:pt x="2525390" y="29210"/>
                    <a:pt x="2530470" y="29210"/>
                  </a:cubicBezTo>
                  <a:close/>
                  <a:moveTo>
                    <a:pt x="2298061" y="29210"/>
                  </a:moveTo>
                  <a:cubicBezTo>
                    <a:pt x="2301236" y="29210"/>
                    <a:pt x="2303776" y="29210"/>
                    <a:pt x="2305681" y="29845"/>
                  </a:cubicBezTo>
                  <a:cubicBezTo>
                    <a:pt x="2307586" y="29845"/>
                    <a:pt x="2309491" y="31115"/>
                    <a:pt x="2311396" y="32385"/>
                  </a:cubicBezTo>
                  <a:lnTo>
                    <a:pt x="2307586" y="46990"/>
                  </a:lnTo>
                  <a:lnTo>
                    <a:pt x="2306316" y="46990"/>
                  </a:lnTo>
                  <a:cubicBezTo>
                    <a:pt x="2306316" y="46990"/>
                    <a:pt x="2303141" y="45085"/>
                    <a:pt x="2301236" y="45085"/>
                  </a:cubicBezTo>
                  <a:cubicBezTo>
                    <a:pt x="2299331" y="45085"/>
                    <a:pt x="2297426" y="44450"/>
                    <a:pt x="2294886" y="44450"/>
                  </a:cubicBezTo>
                  <a:cubicBezTo>
                    <a:pt x="2289806" y="44450"/>
                    <a:pt x="2285996" y="46355"/>
                    <a:pt x="2283456" y="49530"/>
                  </a:cubicBezTo>
                  <a:cubicBezTo>
                    <a:pt x="2280916" y="52705"/>
                    <a:pt x="2279646" y="57785"/>
                    <a:pt x="2279646" y="64770"/>
                  </a:cubicBezTo>
                  <a:lnTo>
                    <a:pt x="2279646" y="109220"/>
                  </a:lnTo>
                  <a:lnTo>
                    <a:pt x="2264406" y="109220"/>
                  </a:lnTo>
                  <a:lnTo>
                    <a:pt x="2264406" y="31115"/>
                  </a:lnTo>
                  <a:lnTo>
                    <a:pt x="2279646" y="31115"/>
                  </a:lnTo>
                  <a:lnTo>
                    <a:pt x="2279646" y="38735"/>
                  </a:lnTo>
                  <a:cubicBezTo>
                    <a:pt x="2279646" y="38735"/>
                    <a:pt x="2281551" y="36195"/>
                    <a:pt x="2282821" y="34925"/>
                  </a:cubicBezTo>
                  <a:cubicBezTo>
                    <a:pt x="2284091" y="33655"/>
                    <a:pt x="2285361" y="33020"/>
                    <a:pt x="2287266" y="31750"/>
                  </a:cubicBezTo>
                  <a:cubicBezTo>
                    <a:pt x="2288536" y="31115"/>
                    <a:pt x="2290441" y="30480"/>
                    <a:pt x="2292346" y="29845"/>
                  </a:cubicBezTo>
                  <a:cubicBezTo>
                    <a:pt x="2294251" y="29845"/>
                    <a:pt x="2296156" y="29210"/>
                    <a:pt x="2298061" y="29210"/>
                  </a:cubicBezTo>
                  <a:close/>
                  <a:moveTo>
                    <a:pt x="2216145" y="29210"/>
                  </a:moveTo>
                  <a:cubicBezTo>
                    <a:pt x="2221860" y="29210"/>
                    <a:pt x="2226305" y="30480"/>
                    <a:pt x="2230750" y="32385"/>
                  </a:cubicBezTo>
                  <a:cubicBezTo>
                    <a:pt x="2234560" y="34290"/>
                    <a:pt x="2238370" y="37465"/>
                    <a:pt x="2240910" y="40640"/>
                  </a:cubicBezTo>
                  <a:cubicBezTo>
                    <a:pt x="2243450" y="44450"/>
                    <a:pt x="2245355" y="48260"/>
                    <a:pt x="2247260" y="53340"/>
                  </a:cubicBezTo>
                  <a:cubicBezTo>
                    <a:pt x="2248530" y="57785"/>
                    <a:pt x="2249165" y="62865"/>
                    <a:pt x="2249165" y="68580"/>
                  </a:cubicBezTo>
                  <a:lnTo>
                    <a:pt x="2247895" y="68580"/>
                  </a:lnTo>
                  <a:cubicBezTo>
                    <a:pt x="2247895" y="68580"/>
                    <a:pt x="2247895" y="71120"/>
                    <a:pt x="2247895" y="72390"/>
                  </a:cubicBezTo>
                  <a:cubicBezTo>
                    <a:pt x="2247895" y="73660"/>
                    <a:pt x="2247895" y="74295"/>
                    <a:pt x="2247895" y="75565"/>
                  </a:cubicBezTo>
                  <a:lnTo>
                    <a:pt x="2196460" y="75565"/>
                  </a:lnTo>
                  <a:cubicBezTo>
                    <a:pt x="2196460" y="79375"/>
                    <a:pt x="2197730" y="82550"/>
                    <a:pt x="2199000" y="85090"/>
                  </a:cubicBezTo>
                  <a:cubicBezTo>
                    <a:pt x="2200270" y="87630"/>
                    <a:pt x="2201540" y="90170"/>
                    <a:pt x="2203445" y="91440"/>
                  </a:cubicBezTo>
                  <a:cubicBezTo>
                    <a:pt x="2205350" y="93345"/>
                    <a:pt x="2207255" y="94615"/>
                    <a:pt x="2209160" y="95250"/>
                  </a:cubicBezTo>
                  <a:cubicBezTo>
                    <a:pt x="2211065" y="95885"/>
                    <a:pt x="2213605" y="96520"/>
                    <a:pt x="2216145" y="96520"/>
                  </a:cubicBezTo>
                  <a:cubicBezTo>
                    <a:pt x="2218050" y="96520"/>
                    <a:pt x="2219320" y="96520"/>
                    <a:pt x="2221225" y="96520"/>
                  </a:cubicBezTo>
                  <a:cubicBezTo>
                    <a:pt x="2222495" y="96520"/>
                    <a:pt x="2224400" y="95885"/>
                    <a:pt x="2225670" y="95250"/>
                  </a:cubicBezTo>
                  <a:cubicBezTo>
                    <a:pt x="2226940" y="95250"/>
                    <a:pt x="2228210" y="93980"/>
                    <a:pt x="2229480" y="93345"/>
                  </a:cubicBezTo>
                  <a:cubicBezTo>
                    <a:pt x="2230750" y="93345"/>
                    <a:pt x="2232020" y="92075"/>
                    <a:pt x="2233925" y="90805"/>
                  </a:cubicBezTo>
                  <a:lnTo>
                    <a:pt x="2242815" y="100330"/>
                  </a:lnTo>
                  <a:cubicBezTo>
                    <a:pt x="2242815" y="100330"/>
                    <a:pt x="2239005" y="103505"/>
                    <a:pt x="2237100" y="104775"/>
                  </a:cubicBezTo>
                  <a:cubicBezTo>
                    <a:pt x="2235195" y="106045"/>
                    <a:pt x="2233290" y="106680"/>
                    <a:pt x="2231385" y="107950"/>
                  </a:cubicBezTo>
                  <a:cubicBezTo>
                    <a:pt x="2229480" y="108585"/>
                    <a:pt x="2226940" y="109855"/>
                    <a:pt x="2224400" y="109855"/>
                  </a:cubicBezTo>
                  <a:cubicBezTo>
                    <a:pt x="2221860" y="109855"/>
                    <a:pt x="2218685" y="110490"/>
                    <a:pt x="2215510" y="110490"/>
                  </a:cubicBezTo>
                  <a:cubicBezTo>
                    <a:pt x="2212335" y="110490"/>
                    <a:pt x="2209160" y="110490"/>
                    <a:pt x="2205985" y="109220"/>
                  </a:cubicBezTo>
                  <a:cubicBezTo>
                    <a:pt x="2202810" y="108585"/>
                    <a:pt x="2200270" y="107315"/>
                    <a:pt x="2198365" y="105410"/>
                  </a:cubicBezTo>
                  <a:cubicBezTo>
                    <a:pt x="2195825" y="104140"/>
                    <a:pt x="2193920" y="102235"/>
                    <a:pt x="2192015" y="100330"/>
                  </a:cubicBezTo>
                  <a:cubicBezTo>
                    <a:pt x="2190110" y="98425"/>
                    <a:pt x="2188205" y="95885"/>
                    <a:pt x="2186935" y="92710"/>
                  </a:cubicBezTo>
                  <a:cubicBezTo>
                    <a:pt x="2185030" y="89535"/>
                    <a:pt x="2183760" y="86360"/>
                    <a:pt x="2183125" y="82550"/>
                  </a:cubicBezTo>
                  <a:cubicBezTo>
                    <a:pt x="2182490" y="78740"/>
                    <a:pt x="2181855" y="74295"/>
                    <a:pt x="2181855" y="69850"/>
                  </a:cubicBezTo>
                  <a:cubicBezTo>
                    <a:pt x="2181855" y="63500"/>
                    <a:pt x="2182490" y="57150"/>
                    <a:pt x="2184395" y="52070"/>
                  </a:cubicBezTo>
                  <a:cubicBezTo>
                    <a:pt x="2186300" y="46990"/>
                    <a:pt x="2188205" y="42545"/>
                    <a:pt x="2191380" y="39370"/>
                  </a:cubicBezTo>
                  <a:cubicBezTo>
                    <a:pt x="2194555" y="36195"/>
                    <a:pt x="2197730" y="33020"/>
                    <a:pt x="2202175" y="31750"/>
                  </a:cubicBezTo>
                  <a:cubicBezTo>
                    <a:pt x="2206620" y="29845"/>
                    <a:pt x="2211065" y="29210"/>
                    <a:pt x="2216145" y="29210"/>
                  </a:cubicBezTo>
                  <a:close/>
                  <a:moveTo>
                    <a:pt x="2029456" y="29210"/>
                  </a:moveTo>
                  <a:cubicBezTo>
                    <a:pt x="2035171" y="29210"/>
                    <a:pt x="2039616" y="30480"/>
                    <a:pt x="2044061" y="32385"/>
                  </a:cubicBezTo>
                  <a:cubicBezTo>
                    <a:pt x="2047871" y="34290"/>
                    <a:pt x="2051681" y="37465"/>
                    <a:pt x="2054221" y="40640"/>
                  </a:cubicBezTo>
                  <a:cubicBezTo>
                    <a:pt x="2056761" y="44450"/>
                    <a:pt x="2058666" y="48260"/>
                    <a:pt x="2060571" y="53340"/>
                  </a:cubicBezTo>
                  <a:cubicBezTo>
                    <a:pt x="2061841" y="57785"/>
                    <a:pt x="2062476" y="62865"/>
                    <a:pt x="2062476" y="68580"/>
                  </a:cubicBezTo>
                  <a:lnTo>
                    <a:pt x="2061206" y="68580"/>
                  </a:lnTo>
                  <a:cubicBezTo>
                    <a:pt x="2061206" y="68580"/>
                    <a:pt x="2061206" y="71120"/>
                    <a:pt x="2061206" y="72390"/>
                  </a:cubicBezTo>
                  <a:cubicBezTo>
                    <a:pt x="2061206" y="73660"/>
                    <a:pt x="2061206" y="74295"/>
                    <a:pt x="2061206" y="75565"/>
                  </a:cubicBezTo>
                  <a:lnTo>
                    <a:pt x="2009771" y="75565"/>
                  </a:lnTo>
                  <a:cubicBezTo>
                    <a:pt x="2009771" y="79375"/>
                    <a:pt x="2011041" y="82550"/>
                    <a:pt x="2012311" y="85090"/>
                  </a:cubicBezTo>
                  <a:cubicBezTo>
                    <a:pt x="2013581" y="87630"/>
                    <a:pt x="2014851" y="90170"/>
                    <a:pt x="2016756" y="91440"/>
                  </a:cubicBezTo>
                  <a:cubicBezTo>
                    <a:pt x="2018661" y="93345"/>
                    <a:pt x="2020566" y="94615"/>
                    <a:pt x="2022471" y="95250"/>
                  </a:cubicBezTo>
                  <a:cubicBezTo>
                    <a:pt x="2024376" y="95885"/>
                    <a:pt x="2026916" y="96520"/>
                    <a:pt x="2029456" y="96520"/>
                  </a:cubicBezTo>
                  <a:cubicBezTo>
                    <a:pt x="2031361" y="96520"/>
                    <a:pt x="2032631" y="96520"/>
                    <a:pt x="2034536" y="96520"/>
                  </a:cubicBezTo>
                  <a:cubicBezTo>
                    <a:pt x="2035806" y="96520"/>
                    <a:pt x="2037711" y="95885"/>
                    <a:pt x="2038981" y="95250"/>
                  </a:cubicBezTo>
                  <a:cubicBezTo>
                    <a:pt x="2040251" y="95250"/>
                    <a:pt x="2041521" y="93980"/>
                    <a:pt x="2042791" y="93345"/>
                  </a:cubicBezTo>
                  <a:cubicBezTo>
                    <a:pt x="2044061" y="93345"/>
                    <a:pt x="2045331" y="92075"/>
                    <a:pt x="2047236" y="90805"/>
                  </a:cubicBezTo>
                  <a:lnTo>
                    <a:pt x="2056126" y="100330"/>
                  </a:lnTo>
                  <a:cubicBezTo>
                    <a:pt x="2056126" y="100330"/>
                    <a:pt x="2052316" y="103505"/>
                    <a:pt x="2050411" y="104775"/>
                  </a:cubicBezTo>
                  <a:cubicBezTo>
                    <a:pt x="2048506" y="106045"/>
                    <a:pt x="2046601" y="106680"/>
                    <a:pt x="2044696" y="107950"/>
                  </a:cubicBezTo>
                  <a:cubicBezTo>
                    <a:pt x="2042791" y="108585"/>
                    <a:pt x="2040251" y="109855"/>
                    <a:pt x="2037711" y="109855"/>
                  </a:cubicBezTo>
                  <a:cubicBezTo>
                    <a:pt x="2035171" y="109855"/>
                    <a:pt x="2031996" y="110490"/>
                    <a:pt x="2028821" y="110490"/>
                  </a:cubicBezTo>
                  <a:cubicBezTo>
                    <a:pt x="2025646" y="110490"/>
                    <a:pt x="2022471" y="110490"/>
                    <a:pt x="2019296" y="109220"/>
                  </a:cubicBezTo>
                  <a:cubicBezTo>
                    <a:pt x="2016121" y="108585"/>
                    <a:pt x="2013581" y="107315"/>
                    <a:pt x="2011676" y="105410"/>
                  </a:cubicBezTo>
                  <a:cubicBezTo>
                    <a:pt x="2009136" y="104140"/>
                    <a:pt x="2007231" y="102235"/>
                    <a:pt x="2005326" y="100330"/>
                  </a:cubicBezTo>
                  <a:cubicBezTo>
                    <a:pt x="2003421" y="98425"/>
                    <a:pt x="2001516" y="95885"/>
                    <a:pt x="2000246" y="92710"/>
                  </a:cubicBezTo>
                  <a:cubicBezTo>
                    <a:pt x="1998341" y="89535"/>
                    <a:pt x="1997071" y="86360"/>
                    <a:pt x="1996436" y="82550"/>
                  </a:cubicBezTo>
                  <a:cubicBezTo>
                    <a:pt x="1995801" y="78740"/>
                    <a:pt x="1995166" y="74295"/>
                    <a:pt x="1995166" y="69850"/>
                  </a:cubicBezTo>
                  <a:cubicBezTo>
                    <a:pt x="1995166" y="63500"/>
                    <a:pt x="1995801" y="57150"/>
                    <a:pt x="1997706" y="52070"/>
                  </a:cubicBezTo>
                  <a:cubicBezTo>
                    <a:pt x="1999611" y="46990"/>
                    <a:pt x="2001516" y="42545"/>
                    <a:pt x="2004691" y="39370"/>
                  </a:cubicBezTo>
                  <a:cubicBezTo>
                    <a:pt x="2007866" y="36195"/>
                    <a:pt x="2011041" y="33020"/>
                    <a:pt x="2015486" y="31750"/>
                  </a:cubicBezTo>
                  <a:cubicBezTo>
                    <a:pt x="2019931" y="29845"/>
                    <a:pt x="2024376" y="29210"/>
                    <a:pt x="2029456" y="29210"/>
                  </a:cubicBezTo>
                  <a:close/>
                  <a:moveTo>
                    <a:pt x="1831336" y="29210"/>
                  </a:moveTo>
                  <a:cubicBezTo>
                    <a:pt x="1837051" y="29210"/>
                    <a:pt x="1841496" y="30480"/>
                    <a:pt x="1845941" y="32385"/>
                  </a:cubicBezTo>
                  <a:cubicBezTo>
                    <a:pt x="1849751" y="34290"/>
                    <a:pt x="1853561" y="37465"/>
                    <a:pt x="1856101" y="40640"/>
                  </a:cubicBezTo>
                  <a:cubicBezTo>
                    <a:pt x="1858641" y="44450"/>
                    <a:pt x="1860546" y="48260"/>
                    <a:pt x="1862451" y="53340"/>
                  </a:cubicBezTo>
                  <a:cubicBezTo>
                    <a:pt x="1863721" y="57785"/>
                    <a:pt x="1864356" y="62865"/>
                    <a:pt x="1864356" y="68580"/>
                  </a:cubicBezTo>
                  <a:lnTo>
                    <a:pt x="1863086" y="68580"/>
                  </a:lnTo>
                  <a:cubicBezTo>
                    <a:pt x="1863086" y="68580"/>
                    <a:pt x="1863086" y="71120"/>
                    <a:pt x="1863086" y="72390"/>
                  </a:cubicBezTo>
                  <a:cubicBezTo>
                    <a:pt x="1863086" y="73660"/>
                    <a:pt x="1863086" y="74295"/>
                    <a:pt x="1863086" y="75565"/>
                  </a:cubicBezTo>
                  <a:lnTo>
                    <a:pt x="1811651" y="75565"/>
                  </a:lnTo>
                  <a:cubicBezTo>
                    <a:pt x="1811651" y="79375"/>
                    <a:pt x="1812921" y="82550"/>
                    <a:pt x="1814191" y="85090"/>
                  </a:cubicBezTo>
                  <a:cubicBezTo>
                    <a:pt x="1815461" y="87630"/>
                    <a:pt x="1816731" y="90170"/>
                    <a:pt x="1818636" y="91440"/>
                  </a:cubicBezTo>
                  <a:cubicBezTo>
                    <a:pt x="1820541" y="93345"/>
                    <a:pt x="1822446" y="94615"/>
                    <a:pt x="1824351" y="95250"/>
                  </a:cubicBezTo>
                  <a:cubicBezTo>
                    <a:pt x="1826256" y="95885"/>
                    <a:pt x="1828796" y="96520"/>
                    <a:pt x="1831336" y="96520"/>
                  </a:cubicBezTo>
                  <a:cubicBezTo>
                    <a:pt x="1833241" y="96520"/>
                    <a:pt x="1834511" y="96520"/>
                    <a:pt x="1836416" y="96520"/>
                  </a:cubicBezTo>
                  <a:cubicBezTo>
                    <a:pt x="1837686" y="96520"/>
                    <a:pt x="1839591" y="95885"/>
                    <a:pt x="1840861" y="95250"/>
                  </a:cubicBezTo>
                  <a:cubicBezTo>
                    <a:pt x="1842131" y="95250"/>
                    <a:pt x="1843401" y="93980"/>
                    <a:pt x="1844671" y="93345"/>
                  </a:cubicBezTo>
                  <a:cubicBezTo>
                    <a:pt x="1845941" y="93345"/>
                    <a:pt x="1847211" y="92075"/>
                    <a:pt x="1849116" y="90805"/>
                  </a:cubicBezTo>
                  <a:lnTo>
                    <a:pt x="1858006" y="100330"/>
                  </a:lnTo>
                  <a:cubicBezTo>
                    <a:pt x="1858006" y="100330"/>
                    <a:pt x="1854196" y="103505"/>
                    <a:pt x="1852291" y="104775"/>
                  </a:cubicBezTo>
                  <a:cubicBezTo>
                    <a:pt x="1850386" y="106045"/>
                    <a:pt x="1848481" y="106680"/>
                    <a:pt x="1846576" y="107950"/>
                  </a:cubicBezTo>
                  <a:cubicBezTo>
                    <a:pt x="1844671" y="108585"/>
                    <a:pt x="1842131" y="109855"/>
                    <a:pt x="1839591" y="109855"/>
                  </a:cubicBezTo>
                  <a:cubicBezTo>
                    <a:pt x="1837051" y="109855"/>
                    <a:pt x="1833876" y="110490"/>
                    <a:pt x="1830701" y="110490"/>
                  </a:cubicBezTo>
                  <a:cubicBezTo>
                    <a:pt x="1827526" y="110490"/>
                    <a:pt x="1824351" y="110490"/>
                    <a:pt x="1821176" y="109220"/>
                  </a:cubicBezTo>
                  <a:cubicBezTo>
                    <a:pt x="1818001" y="108585"/>
                    <a:pt x="1815461" y="107315"/>
                    <a:pt x="1813556" y="105410"/>
                  </a:cubicBezTo>
                  <a:cubicBezTo>
                    <a:pt x="1811016" y="104140"/>
                    <a:pt x="1809111" y="102235"/>
                    <a:pt x="1807206" y="100330"/>
                  </a:cubicBezTo>
                  <a:cubicBezTo>
                    <a:pt x="1805301" y="98425"/>
                    <a:pt x="1803396" y="95885"/>
                    <a:pt x="1802126" y="92710"/>
                  </a:cubicBezTo>
                  <a:cubicBezTo>
                    <a:pt x="1800221" y="89535"/>
                    <a:pt x="1798951" y="86360"/>
                    <a:pt x="1798316" y="82550"/>
                  </a:cubicBezTo>
                  <a:cubicBezTo>
                    <a:pt x="1797681" y="78740"/>
                    <a:pt x="1797046" y="74295"/>
                    <a:pt x="1797046" y="69850"/>
                  </a:cubicBezTo>
                  <a:cubicBezTo>
                    <a:pt x="1797046" y="63500"/>
                    <a:pt x="1797681" y="57150"/>
                    <a:pt x="1799586" y="52070"/>
                  </a:cubicBezTo>
                  <a:cubicBezTo>
                    <a:pt x="1801491" y="46990"/>
                    <a:pt x="1803396" y="42545"/>
                    <a:pt x="1806571" y="39370"/>
                  </a:cubicBezTo>
                  <a:cubicBezTo>
                    <a:pt x="1809746" y="36195"/>
                    <a:pt x="1812921" y="33020"/>
                    <a:pt x="1817366" y="31750"/>
                  </a:cubicBezTo>
                  <a:cubicBezTo>
                    <a:pt x="1821811" y="29845"/>
                    <a:pt x="1826256" y="29210"/>
                    <a:pt x="1831336" y="29210"/>
                  </a:cubicBezTo>
                  <a:close/>
                  <a:moveTo>
                    <a:pt x="1501140" y="29210"/>
                  </a:moveTo>
                  <a:cubicBezTo>
                    <a:pt x="1503046" y="29210"/>
                    <a:pt x="1504951" y="29210"/>
                    <a:pt x="1506856" y="29210"/>
                  </a:cubicBezTo>
                  <a:cubicBezTo>
                    <a:pt x="1511301" y="29210"/>
                    <a:pt x="1515746" y="29845"/>
                    <a:pt x="1518920" y="31750"/>
                  </a:cubicBezTo>
                  <a:cubicBezTo>
                    <a:pt x="1522096" y="33020"/>
                    <a:pt x="1525271" y="35560"/>
                    <a:pt x="1527811" y="38100"/>
                  </a:cubicBezTo>
                  <a:cubicBezTo>
                    <a:pt x="1530351" y="41275"/>
                    <a:pt x="1531621" y="44450"/>
                    <a:pt x="1532891" y="48895"/>
                  </a:cubicBezTo>
                  <a:cubicBezTo>
                    <a:pt x="1534161" y="53340"/>
                    <a:pt x="1534796" y="58420"/>
                    <a:pt x="1534796" y="64135"/>
                  </a:cubicBezTo>
                  <a:lnTo>
                    <a:pt x="1534796" y="108585"/>
                  </a:lnTo>
                  <a:lnTo>
                    <a:pt x="1519556" y="108585"/>
                  </a:lnTo>
                  <a:lnTo>
                    <a:pt x="1518920" y="108585"/>
                  </a:lnTo>
                  <a:lnTo>
                    <a:pt x="1518920" y="64770"/>
                  </a:lnTo>
                  <a:cubicBezTo>
                    <a:pt x="1518920" y="57785"/>
                    <a:pt x="1517651" y="52070"/>
                    <a:pt x="1515111" y="48895"/>
                  </a:cubicBezTo>
                  <a:cubicBezTo>
                    <a:pt x="1512571" y="45085"/>
                    <a:pt x="1508761" y="43180"/>
                    <a:pt x="1503046" y="43180"/>
                  </a:cubicBezTo>
                  <a:cubicBezTo>
                    <a:pt x="1500506" y="43180"/>
                    <a:pt x="1498601" y="43180"/>
                    <a:pt x="1496061" y="44450"/>
                  </a:cubicBezTo>
                  <a:cubicBezTo>
                    <a:pt x="1494156" y="45085"/>
                    <a:pt x="1492250" y="46990"/>
                    <a:pt x="1490981" y="48260"/>
                  </a:cubicBezTo>
                  <a:cubicBezTo>
                    <a:pt x="1489711" y="50165"/>
                    <a:pt x="1488441" y="52070"/>
                    <a:pt x="1487806" y="54610"/>
                  </a:cubicBezTo>
                  <a:cubicBezTo>
                    <a:pt x="1487806" y="57150"/>
                    <a:pt x="1487170" y="59690"/>
                    <a:pt x="1487170" y="62865"/>
                  </a:cubicBezTo>
                  <a:lnTo>
                    <a:pt x="1487170" y="108585"/>
                  </a:lnTo>
                  <a:lnTo>
                    <a:pt x="1471931" y="108585"/>
                  </a:lnTo>
                  <a:lnTo>
                    <a:pt x="1471931" y="30480"/>
                  </a:lnTo>
                  <a:lnTo>
                    <a:pt x="1487170" y="30480"/>
                  </a:lnTo>
                  <a:lnTo>
                    <a:pt x="1487170" y="38100"/>
                  </a:lnTo>
                  <a:cubicBezTo>
                    <a:pt x="1487170" y="38100"/>
                    <a:pt x="1489076" y="35560"/>
                    <a:pt x="1490981" y="34290"/>
                  </a:cubicBezTo>
                  <a:cubicBezTo>
                    <a:pt x="1492250" y="33020"/>
                    <a:pt x="1494156" y="32385"/>
                    <a:pt x="1495426" y="31115"/>
                  </a:cubicBezTo>
                  <a:cubicBezTo>
                    <a:pt x="1497331" y="30480"/>
                    <a:pt x="1499236" y="29845"/>
                    <a:pt x="1501140" y="29210"/>
                  </a:cubicBezTo>
                  <a:close/>
                  <a:moveTo>
                    <a:pt x="1250316" y="29210"/>
                  </a:moveTo>
                  <a:cubicBezTo>
                    <a:pt x="1255396" y="29210"/>
                    <a:pt x="1259841" y="29845"/>
                    <a:pt x="1264286" y="31750"/>
                  </a:cubicBezTo>
                  <a:cubicBezTo>
                    <a:pt x="1268731" y="33655"/>
                    <a:pt x="1273176" y="35560"/>
                    <a:pt x="1276350" y="38100"/>
                  </a:cubicBezTo>
                  <a:lnTo>
                    <a:pt x="1278256" y="38100"/>
                  </a:lnTo>
                  <a:lnTo>
                    <a:pt x="1271271" y="50165"/>
                  </a:lnTo>
                  <a:cubicBezTo>
                    <a:pt x="1268095" y="47625"/>
                    <a:pt x="1264921" y="46355"/>
                    <a:pt x="1261746" y="45085"/>
                  </a:cubicBezTo>
                  <a:cubicBezTo>
                    <a:pt x="1258570" y="43815"/>
                    <a:pt x="1254761" y="43180"/>
                    <a:pt x="1250951" y="43180"/>
                  </a:cubicBezTo>
                  <a:cubicBezTo>
                    <a:pt x="1247141" y="43180"/>
                    <a:pt x="1244601" y="43815"/>
                    <a:pt x="1242696" y="45085"/>
                  </a:cubicBezTo>
                  <a:cubicBezTo>
                    <a:pt x="1240791" y="46355"/>
                    <a:pt x="1240156" y="48260"/>
                    <a:pt x="1240156" y="50165"/>
                  </a:cubicBezTo>
                  <a:cubicBezTo>
                    <a:pt x="1240156" y="51435"/>
                    <a:pt x="1240156" y="52070"/>
                    <a:pt x="1240156" y="52705"/>
                  </a:cubicBezTo>
                  <a:cubicBezTo>
                    <a:pt x="1240156" y="53340"/>
                    <a:pt x="1241426" y="54610"/>
                    <a:pt x="1242061" y="55245"/>
                  </a:cubicBezTo>
                  <a:cubicBezTo>
                    <a:pt x="1243331" y="55880"/>
                    <a:pt x="1244601" y="57150"/>
                    <a:pt x="1246506" y="57785"/>
                  </a:cubicBezTo>
                  <a:cubicBezTo>
                    <a:pt x="1248411" y="59055"/>
                    <a:pt x="1250951" y="59690"/>
                    <a:pt x="1253491" y="60960"/>
                  </a:cubicBezTo>
                  <a:cubicBezTo>
                    <a:pt x="1257936" y="62865"/>
                    <a:pt x="1261746" y="64135"/>
                    <a:pt x="1264921" y="66040"/>
                  </a:cubicBezTo>
                  <a:cubicBezTo>
                    <a:pt x="1268095" y="67310"/>
                    <a:pt x="1270635" y="69215"/>
                    <a:pt x="1273176" y="71120"/>
                  </a:cubicBezTo>
                  <a:cubicBezTo>
                    <a:pt x="1275080" y="73025"/>
                    <a:pt x="1276985" y="75565"/>
                    <a:pt x="1278256" y="78105"/>
                  </a:cubicBezTo>
                  <a:cubicBezTo>
                    <a:pt x="1279525" y="80645"/>
                    <a:pt x="1280161" y="83820"/>
                    <a:pt x="1280161" y="87630"/>
                  </a:cubicBezTo>
                  <a:cubicBezTo>
                    <a:pt x="1280161" y="92075"/>
                    <a:pt x="1279525" y="95250"/>
                    <a:pt x="1277621" y="98425"/>
                  </a:cubicBezTo>
                  <a:cubicBezTo>
                    <a:pt x="1275716" y="101600"/>
                    <a:pt x="1273811" y="103505"/>
                    <a:pt x="1271271" y="105410"/>
                  </a:cubicBezTo>
                  <a:cubicBezTo>
                    <a:pt x="1268731" y="107315"/>
                    <a:pt x="1265556" y="108585"/>
                    <a:pt x="1261746" y="109220"/>
                  </a:cubicBezTo>
                  <a:cubicBezTo>
                    <a:pt x="1257936" y="109855"/>
                    <a:pt x="1254761" y="110490"/>
                    <a:pt x="1250951" y="110490"/>
                  </a:cubicBezTo>
                  <a:cubicBezTo>
                    <a:pt x="1245871" y="110490"/>
                    <a:pt x="1240791" y="109855"/>
                    <a:pt x="1235711" y="107950"/>
                  </a:cubicBezTo>
                  <a:cubicBezTo>
                    <a:pt x="1229996" y="106045"/>
                    <a:pt x="1225551" y="103505"/>
                    <a:pt x="1221106" y="100965"/>
                  </a:cubicBezTo>
                  <a:lnTo>
                    <a:pt x="1228091" y="89535"/>
                  </a:lnTo>
                  <a:cubicBezTo>
                    <a:pt x="1231901" y="92075"/>
                    <a:pt x="1235711" y="93980"/>
                    <a:pt x="1239521" y="95250"/>
                  </a:cubicBezTo>
                  <a:cubicBezTo>
                    <a:pt x="1243331" y="96520"/>
                    <a:pt x="1247141" y="97155"/>
                    <a:pt x="1250951" y="97155"/>
                  </a:cubicBezTo>
                  <a:cubicBezTo>
                    <a:pt x="1256031" y="97155"/>
                    <a:pt x="1259205" y="96520"/>
                    <a:pt x="1261746" y="94615"/>
                  </a:cubicBezTo>
                  <a:cubicBezTo>
                    <a:pt x="1264286" y="93345"/>
                    <a:pt x="1264921" y="90805"/>
                    <a:pt x="1264921" y="88265"/>
                  </a:cubicBezTo>
                  <a:cubicBezTo>
                    <a:pt x="1264921" y="86995"/>
                    <a:pt x="1264921" y="85725"/>
                    <a:pt x="1263650" y="84455"/>
                  </a:cubicBezTo>
                  <a:cubicBezTo>
                    <a:pt x="1263015" y="83185"/>
                    <a:pt x="1261746" y="82550"/>
                    <a:pt x="1259841" y="81280"/>
                  </a:cubicBezTo>
                  <a:cubicBezTo>
                    <a:pt x="1258570" y="80010"/>
                    <a:pt x="1256666" y="79375"/>
                    <a:pt x="1254125" y="78105"/>
                  </a:cubicBezTo>
                  <a:cubicBezTo>
                    <a:pt x="1252221" y="77470"/>
                    <a:pt x="1249681" y="76200"/>
                    <a:pt x="1246506" y="74930"/>
                  </a:cubicBezTo>
                  <a:cubicBezTo>
                    <a:pt x="1242061" y="73025"/>
                    <a:pt x="1238886" y="71755"/>
                    <a:pt x="1235711" y="69850"/>
                  </a:cubicBezTo>
                  <a:cubicBezTo>
                    <a:pt x="1232536" y="67945"/>
                    <a:pt x="1230631" y="66675"/>
                    <a:pt x="1228726" y="64770"/>
                  </a:cubicBezTo>
                  <a:cubicBezTo>
                    <a:pt x="1226821" y="62865"/>
                    <a:pt x="1225551" y="60960"/>
                    <a:pt x="1224916" y="58420"/>
                  </a:cubicBezTo>
                  <a:cubicBezTo>
                    <a:pt x="1224281" y="55880"/>
                    <a:pt x="1223646" y="53340"/>
                    <a:pt x="1223646" y="50165"/>
                  </a:cubicBezTo>
                  <a:cubicBezTo>
                    <a:pt x="1223646" y="46990"/>
                    <a:pt x="1224281" y="43815"/>
                    <a:pt x="1225551" y="40640"/>
                  </a:cubicBezTo>
                  <a:cubicBezTo>
                    <a:pt x="1226821" y="38100"/>
                    <a:pt x="1228726" y="35560"/>
                    <a:pt x="1231266" y="34290"/>
                  </a:cubicBezTo>
                  <a:cubicBezTo>
                    <a:pt x="1233806" y="32385"/>
                    <a:pt x="1236346" y="31115"/>
                    <a:pt x="1239521" y="30480"/>
                  </a:cubicBezTo>
                  <a:cubicBezTo>
                    <a:pt x="1242696" y="29845"/>
                    <a:pt x="1246506" y="29210"/>
                    <a:pt x="1250316" y="29210"/>
                  </a:cubicBezTo>
                  <a:close/>
                  <a:moveTo>
                    <a:pt x="1180466" y="29210"/>
                  </a:moveTo>
                  <a:cubicBezTo>
                    <a:pt x="1186181" y="29210"/>
                    <a:pt x="1190626" y="30480"/>
                    <a:pt x="1195071" y="32385"/>
                  </a:cubicBezTo>
                  <a:cubicBezTo>
                    <a:pt x="1198881" y="34290"/>
                    <a:pt x="1202691" y="37465"/>
                    <a:pt x="1205231" y="40640"/>
                  </a:cubicBezTo>
                  <a:cubicBezTo>
                    <a:pt x="1207771" y="44450"/>
                    <a:pt x="1209676" y="48260"/>
                    <a:pt x="1211581" y="53340"/>
                  </a:cubicBezTo>
                  <a:cubicBezTo>
                    <a:pt x="1212851" y="57785"/>
                    <a:pt x="1213486" y="62865"/>
                    <a:pt x="1213486" y="68580"/>
                  </a:cubicBezTo>
                  <a:lnTo>
                    <a:pt x="1212216" y="68580"/>
                  </a:lnTo>
                  <a:cubicBezTo>
                    <a:pt x="1212216" y="68580"/>
                    <a:pt x="1212216" y="71120"/>
                    <a:pt x="1212216" y="72390"/>
                  </a:cubicBezTo>
                  <a:cubicBezTo>
                    <a:pt x="1212216" y="73660"/>
                    <a:pt x="1212216" y="74295"/>
                    <a:pt x="1212216" y="75565"/>
                  </a:cubicBezTo>
                  <a:lnTo>
                    <a:pt x="1160781" y="75565"/>
                  </a:lnTo>
                  <a:cubicBezTo>
                    <a:pt x="1160781" y="79375"/>
                    <a:pt x="1162051" y="82550"/>
                    <a:pt x="1163321" y="85090"/>
                  </a:cubicBezTo>
                  <a:cubicBezTo>
                    <a:pt x="1164591" y="87630"/>
                    <a:pt x="1165861" y="90170"/>
                    <a:pt x="1167766" y="91440"/>
                  </a:cubicBezTo>
                  <a:cubicBezTo>
                    <a:pt x="1169671" y="93345"/>
                    <a:pt x="1171576" y="94615"/>
                    <a:pt x="1173481" y="95250"/>
                  </a:cubicBezTo>
                  <a:cubicBezTo>
                    <a:pt x="1175386" y="95885"/>
                    <a:pt x="1177926" y="96520"/>
                    <a:pt x="1180466" y="96520"/>
                  </a:cubicBezTo>
                  <a:cubicBezTo>
                    <a:pt x="1182371" y="96520"/>
                    <a:pt x="1183641" y="96520"/>
                    <a:pt x="1185546" y="96520"/>
                  </a:cubicBezTo>
                  <a:cubicBezTo>
                    <a:pt x="1186816" y="96520"/>
                    <a:pt x="1188721" y="95885"/>
                    <a:pt x="1189991" y="95250"/>
                  </a:cubicBezTo>
                  <a:cubicBezTo>
                    <a:pt x="1191261" y="95250"/>
                    <a:pt x="1192531" y="93980"/>
                    <a:pt x="1193801" y="93345"/>
                  </a:cubicBezTo>
                  <a:cubicBezTo>
                    <a:pt x="1195071" y="93345"/>
                    <a:pt x="1196341" y="92075"/>
                    <a:pt x="1198246" y="90805"/>
                  </a:cubicBezTo>
                  <a:lnTo>
                    <a:pt x="1207136" y="100330"/>
                  </a:lnTo>
                  <a:cubicBezTo>
                    <a:pt x="1207136" y="100330"/>
                    <a:pt x="1203326" y="103505"/>
                    <a:pt x="1201421" y="104775"/>
                  </a:cubicBezTo>
                  <a:cubicBezTo>
                    <a:pt x="1199516" y="106045"/>
                    <a:pt x="1197611" y="106680"/>
                    <a:pt x="1195706" y="107950"/>
                  </a:cubicBezTo>
                  <a:cubicBezTo>
                    <a:pt x="1193801" y="108585"/>
                    <a:pt x="1191261" y="109855"/>
                    <a:pt x="1188721" y="109855"/>
                  </a:cubicBezTo>
                  <a:cubicBezTo>
                    <a:pt x="1186181" y="109855"/>
                    <a:pt x="1183006" y="110490"/>
                    <a:pt x="1179831" y="110490"/>
                  </a:cubicBezTo>
                  <a:cubicBezTo>
                    <a:pt x="1176656" y="110490"/>
                    <a:pt x="1173481" y="110490"/>
                    <a:pt x="1170306" y="109220"/>
                  </a:cubicBezTo>
                  <a:cubicBezTo>
                    <a:pt x="1167131" y="108585"/>
                    <a:pt x="1164591" y="107315"/>
                    <a:pt x="1162686" y="105410"/>
                  </a:cubicBezTo>
                  <a:cubicBezTo>
                    <a:pt x="1160781" y="103505"/>
                    <a:pt x="1158241" y="102235"/>
                    <a:pt x="1156336" y="100330"/>
                  </a:cubicBezTo>
                  <a:cubicBezTo>
                    <a:pt x="1154431" y="98425"/>
                    <a:pt x="1152526" y="95885"/>
                    <a:pt x="1151256" y="92710"/>
                  </a:cubicBezTo>
                  <a:cubicBezTo>
                    <a:pt x="1149351" y="89535"/>
                    <a:pt x="1148081" y="86360"/>
                    <a:pt x="1147446" y="82550"/>
                  </a:cubicBezTo>
                  <a:cubicBezTo>
                    <a:pt x="1146811" y="78740"/>
                    <a:pt x="1146176" y="74295"/>
                    <a:pt x="1146176" y="69850"/>
                  </a:cubicBezTo>
                  <a:cubicBezTo>
                    <a:pt x="1146176" y="63500"/>
                    <a:pt x="1146811" y="57150"/>
                    <a:pt x="1148716" y="52070"/>
                  </a:cubicBezTo>
                  <a:cubicBezTo>
                    <a:pt x="1150621" y="46990"/>
                    <a:pt x="1152526" y="42545"/>
                    <a:pt x="1155701" y="39370"/>
                  </a:cubicBezTo>
                  <a:cubicBezTo>
                    <a:pt x="1158876" y="36195"/>
                    <a:pt x="1162051" y="33020"/>
                    <a:pt x="1166496" y="31750"/>
                  </a:cubicBezTo>
                  <a:cubicBezTo>
                    <a:pt x="1170941" y="29845"/>
                    <a:pt x="1175386" y="29210"/>
                    <a:pt x="1180466" y="29210"/>
                  </a:cubicBezTo>
                  <a:close/>
                  <a:moveTo>
                    <a:pt x="901065" y="29210"/>
                  </a:moveTo>
                  <a:cubicBezTo>
                    <a:pt x="906780" y="29210"/>
                    <a:pt x="911225" y="30480"/>
                    <a:pt x="915670" y="32385"/>
                  </a:cubicBezTo>
                  <a:cubicBezTo>
                    <a:pt x="919480" y="34290"/>
                    <a:pt x="923290" y="37465"/>
                    <a:pt x="925830" y="40640"/>
                  </a:cubicBezTo>
                  <a:cubicBezTo>
                    <a:pt x="928370" y="44450"/>
                    <a:pt x="930275" y="48260"/>
                    <a:pt x="932180" y="53340"/>
                  </a:cubicBezTo>
                  <a:cubicBezTo>
                    <a:pt x="933450" y="57785"/>
                    <a:pt x="934085" y="62865"/>
                    <a:pt x="934085" y="68580"/>
                  </a:cubicBezTo>
                  <a:lnTo>
                    <a:pt x="932815" y="68580"/>
                  </a:lnTo>
                  <a:cubicBezTo>
                    <a:pt x="932815" y="68580"/>
                    <a:pt x="932815" y="71120"/>
                    <a:pt x="932815" y="72390"/>
                  </a:cubicBezTo>
                  <a:cubicBezTo>
                    <a:pt x="932815" y="73660"/>
                    <a:pt x="932815" y="74295"/>
                    <a:pt x="932815" y="75565"/>
                  </a:cubicBezTo>
                  <a:lnTo>
                    <a:pt x="881380" y="75565"/>
                  </a:lnTo>
                  <a:cubicBezTo>
                    <a:pt x="881380" y="79375"/>
                    <a:pt x="882650" y="82550"/>
                    <a:pt x="883920" y="85090"/>
                  </a:cubicBezTo>
                  <a:cubicBezTo>
                    <a:pt x="885190" y="87630"/>
                    <a:pt x="886460" y="90170"/>
                    <a:pt x="888365" y="91440"/>
                  </a:cubicBezTo>
                  <a:cubicBezTo>
                    <a:pt x="890270" y="93345"/>
                    <a:pt x="892175" y="94615"/>
                    <a:pt x="894080" y="95250"/>
                  </a:cubicBezTo>
                  <a:cubicBezTo>
                    <a:pt x="895985" y="95885"/>
                    <a:pt x="898525" y="96520"/>
                    <a:pt x="901065" y="96520"/>
                  </a:cubicBezTo>
                  <a:cubicBezTo>
                    <a:pt x="902970" y="96520"/>
                    <a:pt x="904240" y="96520"/>
                    <a:pt x="906145" y="96520"/>
                  </a:cubicBezTo>
                  <a:cubicBezTo>
                    <a:pt x="907415" y="96520"/>
                    <a:pt x="909320" y="95885"/>
                    <a:pt x="910590" y="95250"/>
                  </a:cubicBezTo>
                  <a:cubicBezTo>
                    <a:pt x="911860" y="95250"/>
                    <a:pt x="913130" y="93980"/>
                    <a:pt x="914400" y="93345"/>
                  </a:cubicBezTo>
                  <a:cubicBezTo>
                    <a:pt x="915670" y="93345"/>
                    <a:pt x="916940" y="92075"/>
                    <a:pt x="918845" y="90805"/>
                  </a:cubicBezTo>
                  <a:lnTo>
                    <a:pt x="927735" y="100330"/>
                  </a:lnTo>
                  <a:cubicBezTo>
                    <a:pt x="927735" y="100330"/>
                    <a:pt x="923925" y="103505"/>
                    <a:pt x="922020" y="104775"/>
                  </a:cubicBezTo>
                  <a:cubicBezTo>
                    <a:pt x="920115" y="106045"/>
                    <a:pt x="918210" y="106680"/>
                    <a:pt x="916305" y="107950"/>
                  </a:cubicBezTo>
                  <a:cubicBezTo>
                    <a:pt x="914400" y="108585"/>
                    <a:pt x="911860" y="109855"/>
                    <a:pt x="909320" y="109855"/>
                  </a:cubicBezTo>
                  <a:cubicBezTo>
                    <a:pt x="906780" y="109855"/>
                    <a:pt x="903605" y="110490"/>
                    <a:pt x="900430" y="110490"/>
                  </a:cubicBezTo>
                  <a:cubicBezTo>
                    <a:pt x="897255" y="110490"/>
                    <a:pt x="894080" y="110490"/>
                    <a:pt x="890905" y="109220"/>
                  </a:cubicBezTo>
                  <a:cubicBezTo>
                    <a:pt x="887730" y="108585"/>
                    <a:pt x="885190" y="107315"/>
                    <a:pt x="883285" y="105410"/>
                  </a:cubicBezTo>
                  <a:cubicBezTo>
                    <a:pt x="881380" y="103505"/>
                    <a:pt x="878840" y="102235"/>
                    <a:pt x="876935" y="100330"/>
                  </a:cubicBezTo>
                  <a:cubicBezTo>
                    <a:pt x="875030" y="98425"/>
                    <a:pt x="873125" y="95885"/>
                    <a:pt x="871855" y="92710"/>
                  </a:cubicBezTo>
                  <a:cubicBezTo>
                    <a:pt x="869950" y="89535"/>
                    <a:pt x="868680" y="86360"/>
                    <a:pt x="868045" y="82550"/>
                  </a:cubicBezTo>
                  <a:cubicBezTo>
                    <a:pt x="867410" y="78740"/>
                    <a:pt x="866775" y="74295"/>
                    <a:pt x="866775" y="69850"/>
                  </a:cubicBezTo>
                  <a:cubicBezTo>
                    <a:pt x="866775" y="63500"/>
                    <a:pt x="867410" y="57150"/>
                    <a:pt x="869315" y="52070"/>
                  </a:cubicBezTo>
                  <a:cubicBezTo>
                    <a:pt x="871220" y="46990"/>
                    <a:pt x="873125" y="42545"/>
                    <a:pt x="876300" y="39370"/>
                  </a:cubicBezTo>
                  <a:cubicBezTo>
                    <a:pt x="879475" y="36195"/>
                    <a:pt x="882650" y="33020"/>
                    <a:pt x="887095" y="31750"/>
                  </a:cubicBezTo>
                  <a:cubicBezTo>
                    <a:pt x="891540" y="29845"/>
                    <a:pt x="895985" y="29210"/>
                    <a:pt x="901065" y="29210"/>
                  </a:cubicBezTo>
                  <a:close/>
                  <a:moveTo>
                    <a:pt x="668656" y="29210"/>
                  </a:moveTo>
                  <a:cubicBezTo>
                    <a:pt x="671830" y="29210"/>
                    <a:pt x="674370" y="29210"/>
                    <a:pt x="676275" y="29845"/>
                  </a:cubicBezTo>
                  <a:cubicBezTo>
                    <a:pt x="678181" y="29845"/>
                    <a:pt x="680086" y="31115"/>
                    <a:pt x="681991" y="32385"/>
                  </a:cubicBezTo>
                  <a:lnTo>
                    <a:pt x="678181" y="46990"/>
                  </a:lnTo>
                  <a:lnTo>
                    <a:pt x="676910" y="46990"/>
                  </a:lnTo>
                  <a:cubicBezTo>
                    <a:pt x="676910" y="46990"/>
                    <a:pt x="673736" y="45085"/>
                    <a:pt x="671830" y="45085"/>
                  </a:cubicBezTo>
                  <a:cubicBezTo>
                    <a:pt x="669925" y="45085"/>
                    <a:pt x="668020" y="44450"/>
                    <a:pt x="665480" y="44450"/>
                  </a:cubicBezTo>
                  <a:cubicBezTo>
                    <a:pt x="660400" y="44450"/>
                    <a:pt x="656590" y="46355"/>
                    <a:pt x="654050" y="49530"/>
                  </a:cubicBezTo>
                  <a:cubicBezTo>
                    <a:pt x="651510" y="52705"/>
                    <a:pt x="650240" y="57785"/>
                    <a:pt x="650240" y="64770"/>
                  </a:cubicBezTo>
                  <a:lnTo>
                    <a:pt x="650240" y="109220"/>
                  </a:lnTo>
                  <a:lnTo>
                    <a:pt x="635000" y="109220"/>
                  </a:lnTo>
                  <a:lnTo>
                    <a:pt x="635000" y="31115"/>
                  </a:lnTo>
                  <a:lnTo>
                    <a:pt x="650240" y="31115"/>
                  </a:lnTo>
                  <a:lnTo>
                    <a:pt x="650240" y="38735"/>
                  </a:lnTo>
                  <a:cubicBezTo>
                    <a:pt x="650240" y="38735"/>
                    <a:pt x="652145" y="36195"/>
                    <a:pt x="653416" y="34925"/>
                  </a:cubicBezTo>
                  <a:cubicBezTo>
                    <a:pt x="654685" y="33655"/>
                    <a:pt x="655955" y="33020"/>
                    <a:pt x="657861" y="31750"/>
                  </a:cubicBezTo>
                  <a:cubicBezTo>
                    <a:pt x="659130" y="31115"/>
                    <a:pt x="661035" y="30480"/>
                    <a:pt x="662940" y="29845"/>
                  </a:cubicBezTo>
                  <a:cubicBezTo>
                    <a:pt x="664845" y="29845"/>
                    <a:pt x="666751" y="29210"/>
                    <a:pt x="668656" y="29210"/>
                  </a:cubicBezTo>
                  <a:close/>
                  <a:moveTo>
                    <a:pt x="586739" y="29210"/>
                  </a:moveTo>
                  <a:cubicBezTo>
                    <a:pt x="592454" y="29210"/>
                    <a:pt x="596899" y="30480"/>
                    <a:pt x="601344" y="32385"/>
                  </a:cubicBezTo>
                  <a:cubicBezTo>
                    <a:pt x="605154" y="34290"/>
                    <a:pt x="608964" y="37465"/>
                    <a:pt x="611504" y="40640"/>
                  </a:cubicBezTo>
                  <a:cubicBezTo>
                    <a:pt x="614044" y="44450"/>
                    <a:pt x="615949" y="48260"/>
                    <a:pt x="617854" y="53340"/>
                  </a:cubicBezTo>
                  <a:cubicBezTo>
                    <a:pt x="619124" y="57785"/>
                    <a:pt x="619759" y="62865"/>
                    <a:pt x="619759" y="68580"/>
                  </a:cubicBezTo>
                  <a:lnTo>
                    <a:pt x="618489" y="68580"/>
                  </a:lnTo>
                  <a:cubicBezTo>
                    <a:pt x="618489" y="68580"/>
                    <a:pt x="618489" y="71120"/>
                    <a:pt x="618489" y="72390"/>
                  </a:cubicBezTo>
                  <a:cubicBezTo>
                    <a:pt x="618489" y="73660"/>
                    <a:pt x="618489" y="74295"/>
                    <a:pt x="618489" y="75565"/>
                  </a:cubicBezTo>
                  <a:lnTo>
                    <a:pt x="567054" y="75565"/>
                  </a:lnTo>
                  <a:cubicBezTo>
                    <a:pt x="567054" y="79375"/>
                    <a:pt x="568324" y="82550"/>
                    <a:pt x="569594" y="85090"/>
                  </a:cubicBezTo>
                  <a:cubicBezTo>
                    <a:pt x="570864" y="87630"/>
                    <a:pt x="572134" y="90170"/>
                    <a:pt x="574039" y="91440"/>
                  </a:cubicBezTo>
                  <a:cubicBezTo>
                    <a:pt x="575944" y="93345"/>
                    <a:pt x="577849" y="94615"/>
                    <a:pt x="579754" y="95250"/>
                  </a:cubicBezTo>
                  <a:cubicBezTo>
                    <a:pt x="581659" y="95885"/>
                    <a:pt x="584199" y="96520"/>
                    <a:pt x="586739" y="96520"/>
                  </a:cubicBezTo>
                  <a:cubicBezTo>
                    <a:pt x="588644" y="96520"/>
                    <a:pt x="589914" y="96520"/>
                    <a:pt x="591819" y="96520"/>
                  </a:cubicBezTo>
                  <a:cubicBezTo>
                    <a:pt x="593089" y="96520"/>
                    <a:pt x="594994" y="95885"/>
                    <a:pt x="596264" y="95250"/>
                  </a:cubicBezTo>
                  <a:cubicBezTo>
                    <a:pt x="597534" y="95250"/>
                    <a:pt x="598804" y="93980"/>
                    <a:pt x="600074" y="93345"/>
                  </a:cubicBezTo>
                  <a:cubicBezTo>
                    <a:pt x="601344" y="93345"/>
                    <a:pt x="602614" y="92075"/>
                    <a:pt x="604519" y="90805"/>
                  </a:cubicBezTo>
                  <a:lnTo>
                    <a:pt x="613409" y="100330"/>
                  </a:lnTo>
                  <a:cubicBezTo>
                    <a:pt x="613409" y="100330"/>
                    <a:pt x="609599" y="103505"/>
                    <a:pt x="607694" y="104775"/>
                  </a:cubicBezTo>
                  <a:cubicBezTo>
                    <a:pt x="605789" y="106045"/>
                    <a:pt x="603884" y="106680"/>
                    <a:pt x="601979" y="107950"/>
                  </a:cubicBezTo>
                  <a:cubicBezTo>
                    <a:pt x="600074" y="108585"/>
                    <a:pt x="597534" y="109855"/>
                    <a:pt x="594994" y="109855"/>
                  </a:cubicBezTo>
                  <a:cubicBezTo>
                    <a:pt x="592454" y="109855"/>
                    <a:pt x="589279" y="110490"/>
                    <a:pt x="586104" y="110490"/>
                  </a:cubicBezTo>
                  <a:cubicBezTo>
                    <a:pt x="582929" y="110490"/>
                    <a:pt x="579754" y="110490"/>
                    <a:pt x="576579" y="109220"/>
                  </a:cubicBezTo>
                  <a:cubicBezTo>
                    <a:pt x="573404" y="108585"/>
                    <a:pt x="570864" y="107315"/>
                    <a:pt x="568959" y="105410"/>
                  </a:cubicBezTo>
                  <a:cubicBezTo>
                    <a:pt x="566419" y="104140"/>
                    <a:pt x="564514" y="102235"/>
                    <a:pt x="562609" y="100330"/>
                  </a:cubicBezTo>
                  <a:cubicBezTo>
                    <a:pt x="560704" y="98425"/>
                    <a:pt x="558799" y="95885"/>
                    <a:pt x="557529" y="92710"/>
                  </a:cubicBezTo>
                  <a:cubicBezTo>
                    <a:pt x="555624" y="89535"/>
                    <a:pt x="554354" y="86360"/>
                    <a:pt x="553719" y="82550"/>
                  </a:cubicBezTo>
                  <a:cubicBezTo>
                    <a:pt x="553084" y="78740"/>
                    <a:pt x="552449" y="74295"/>
                    <a:pt x="552449" y="69850"/>
                  </a:cubicBezTo>
                  <a:cubicBezTo>
                    <a:pt x="552449" y="63500"/>
                    <a:pt x="553084" y="57150"/>
                    <a:pt x="554989" y="52070"/>
                  </a:cubicBezTo>
                  <a:cubicBezTo>
                    <a:pt x="556894" y="46990"/>
                    <a:pt x="558799" y="42545"/>
                    <a:pt x="561974" y="39370"/>
                  </a:cubicBezTo>
                  <a:cubicBezTo>
                    <a:pt x="565149" y="36195"/>
                    <a:pt x="568324" y="33020"/>
                    <a:pt x="572769" y="31750"/>
                  </a:cubicBezTo>
                  <a:cubicBezTo>
                    <a:pt x="577214" y="29845"/>
                    <a:pt x="581659" y="29210"/>
                    <a:pt x="586739" y="29210"/>
                  </a:cubicBezTo>
                  <a:close/>
                  <a:moveTo>
                    <a:pt x="400050" y="29210"/>
                  </a:moveTo>
                  <a:cubicBezTo>
                    <a:pt x="405765" y="29210"/>
                    <a:pt x="410210" y="30480"/>
                    <a:pt x="414655" y="32385"/>
                  </a:cubicBezTo>
                  <a:cubicBezTo>
                    <a:pt x="418465" y="34290"/>
                    <a:pt x="422275" y="37465"/>
                    <a:pt x="424815" y="40640"/>
                  </a:cubicBezTo>
                  <a:cubicBezTo>
                    <a:pt x="427355" y="44450"/>
                    <a:pt x="429260" y="48260"/>
                    <a:pt x="431165" y="53340"/>
                  </a:cubicBezTo>
                  <a:cubicBezTo>
                    <a:pt x="432435" y="57785"/>
                    <a:pt x="433070" y="62865"/>
                    <a:pt x="433070" y="68580"/>
                  </a:cubicBezTo>
                  <a:lnTo>
                    <a:pt x="431800" y="68580"/>
                  </a:lnTo>
                  <a:cubicBezTo>
                    <a:pt x="431800" y="68580"/>
                    <a:pt x="431800" y="71120"/>
                    <a:pt x="431800" y="72390"/>
                  </a:cubicBezTo>
                  <a:cubicBezTo>
                    <a:pt x="431800" y="73660"/>
                    <a:pt x="431800" y="74295"/>
                    <a:pt x="431800" y="75565"/>
                  </a:cubicBezTo>
                  <a:lnTo>
                    <a:pt x="380365" y="75565"/>
                  </a:lnTo>
                  <a:cubicBezTo>
                    <a:pt x="380365" y="79375"/>
                    <a:pt x="381635" y="82550"/>
                    <a:pt x="382905" y="85090"/>
                  </a:cubicBezTo>
                  <a:cubicBezTo>
                    <a:pt x="384175" y="87630"/>
                    <a:pt x="385445" y="90170"/>
                    <a:pt x="387350" y="91440"/>
                  </a:cubicBezTo>
                  <a:cubicBezTo>
                    <a:pt x="389255" y="93345"/>
                    <a:pt x="391160" y="94615"/>
                    <a:pt x="393065" y="95250"/>
                  </a:cubicBezTo>
                  <a:cubicBezTo>
                    <a:pt x="394970" y="95885"/>
                    <a:pt x="397510" y="96520"/>
                    <a:pt x="400050" y="96520"/>
                  </a:cubicBezTo>
                  <a:cubicBezTo>
                    <a:pt x="401955" y="96520"/>
                    <a:pt x="403225" y="96520"/>
                    <a:pt x="405130" y="96520"/>
                  </a:cubicBezTo>
                  <a:cubicBezTo>
                    <a:pt x="406400" y="96520"/>
                    <a:pt x="408305" y="95885"/>
                    <a:pt x="409575" y="95250"/>
                  </a:cubicBezTo>
                  <a:cubicBezTo>
                    <a:pt x="410845" y="95250"/>
                    <a:pt x="412115" y="93980"/>
                    <a:pt x="413385" y="93345"/>
                  </a:cubicBezTo>
                  <a:cubicBezTo>
                    <a:pt x="414655" y="93345"/>
                    <a:pt x="415925" y="92075"/>
                    <a:pt x="417830" y="90805"/>
                  </a:cubicBezTo>
                  <a:lnTo>
                    <a:pt x="426720" y="100330"/>
                  </a:lnTo>
                  <a:cubicBezTo>
                    <a:pt x="426720" y="100330"/>
                    <a:pt x="422910" y="103505"/>
                    <a:pt x="421005" y="104775"/>
                  </a:cubicBezTo>
                  <a:cubicBezTo>
                    <a:pt x="419100" y="106045"/>
                    <a:pt x="417195" y="106680"/>
                    <a:pt x="415290" y="107950"/>
                  </a:cubicBezTo>
                  <a:cubicBezTo>
                    <a:pt x="413385" y="108585"/>
                    <a:pt x="410845" y="109855"/>
                    <a:pt x="408305" y="109855"/>
                  </a:cubicBezTo>
                  <a:cubicBezTo>
                    <a:pt x="405765" y="109855"/>
                    <a:pt x="402590" y="110490"/>
                    <a:pt x="399415" y="110490"/>
                  </a:cubicBezTo>
                  <a:cubicBezTo>
                    <a:pt x="396240" y="110490"/>
                    <a:pt x="393065" y="110490"/>
                    <a:pt x="389890" y="109220"/>
                  </a:cubicBezTo>
                  <a:cubicBezTo>
                    <a:pt x="386715" y="108585"/>
                    <a:pt x="384175" y="107315"/>
                    <a:pt x="382270" y="105410"/>
                  </a:cubicBezTo>
                  <a:cubicBezTo>
                    <a:pt x="380365" y="103505"/>
                    <a:pt x="377825" y="102235"/>
                    <a:pt x="375920" y="100330"/>
                  </a:cubicBezTo>
                  <a:cubicBezTo>
                    <a:pt x="374015" y="98425"/>
                    <a:pt x="372110" y="95885"/>
                    <a:pt x="370840" y="92710"/>
                  </a:cubicBezTo>
                  <a:cubicBezTo>
                    <a:pt x="368935" y="89535"/>
                    <a:pt x="367665" y="86360"/>
                    <a:pt x="367030" y="82550"/>
                  </a:cubicBezTo>
                  <a:cubicBezTo>
                    <a:pt x="366395" y="78740"/>
                    <a:pt x="365760" y="74295"/>
                    <a:pt x="365760" y="69850"/>
                  </a:cubicBezTo>
                  <a:cubicBezTo>
                    <a:pt x="365760" y="63500"/>
                    <a:pt x="366395" y="57150"/>
                    <a:pt x="368300" y="52070"/>
                  </a:cubicBezTo>
                  <a:cubicBezTo>
                    <a:pt x="370205" y="46990"/>
                    <a:pt x="372110" y="42545"/>
                    <a:pt x="375285" y="39370"/>
                  </a:cubicBezTo>
                  <a:cubicBezTo>
                    <a:pt x="378460" y="36195"/>
                    <a:pt x="381635" y="33020"/>
                    <a:pt x="386080" y="31750"/>
                  </a:cubicBezTo>
                  <a:cubicBezTo>
                    <a:pt x="390525" y="29845"/>
                    <a:pt x="394970" y="29210"/>
                    <a:pt x="400050" y="29210"/>
                  </a:cubicBezTo>
                  <a:close/>
                  <a:moveTo>
                    <a:pt x="201930" y="29210"/>
                  </a:moveTo>
                  <a:cubicBezTo>
                    <a:pt x="207645" y="29210"/>
                    <a:pt x="212090" y="30480"/>
                    <a:pt x="216535" y="32385"/>
                  </a:cubicBezTo>
                  <a:cubicBezTo>
                    <a:pt x="220345" y="34290"/>
                    <a:pt x="224155" y="37465"/>
                    <a:pt x="226695" y="40640"/>
                  </a:cubicBezTo>
                  <a:cubicBezTo>
                    <a:pt x="229235" y="44450"/>
                    <a:pt x="231140" y="48260"/>
                    <a:pt x="233045" y="53340"/>
                  </a:cubicBezTo>
                  <a:cubicBezTo>
                    <a:pt x="234315" y="57785"/>
                    <a:pt x="234950" y="62865"/>
                    <a:pt x="234950" y="68580"/>
                  </a:cubicBezTo>
                  <a:lnTo>
                    <a:pt x="233680" y="68580"/>
                  </a:lnTo>
                  <a:cubicBezTo>
                    <a:pt x="233680" y="68580"/>
                    <a:pt x="233680" y="71120"/>
                    <a:pt x="233680" y="72390"/>
                  </a:cubicBezTo>
                  <a:cubicBezTo>
                    <a:pt x="233680" y="73660"/>
                    <a:pt x="233680" y="74295"/>
                    <a:pt x="233680" y="75565"/>
                  </a:cubicBezTo>
                  <a:lnTo>
                    <a:pt x="182245" y="75565"/>
                  </a:lnTo>
                  <a:cubicBezTo>
                    <a:pt x="182245" y="79375"/>
                    <a:pt x="183515" y="82550"/>
                    <a:pt x="184785" y="85090"/>
                  </a:cubicBezTo>
                  <a:cubicBezTo>
                    <a:pt x="186055" y="87630"/>
                    <a:pt x="187325" y="90170"/>
                    <a:pt x="189230" y="91440"/>
                  </a:cubicBezTo>
                  <a:cubicBezTo>
                    <a:pt x="191135" y="93345"/>
                    <a:pt x="193040" y="94615"/>
                    <a:pt x="194945" y="95250"/>
                  </a:cubicBezTo>
                  <a:cubicBezTo>
                    <a:pt x="196850" y="95885"/>
                    <a:pt x="199390" y="96520"/>
                    <a:pt x="201930" y="96520"/>
                  </a:cubicBezTo>
                  <a:cubicBezTo>
                    <a:pt x="203835" y="96520"/>
                    <a:pt x="205105" y="96520"/>
                    <a:pt x="207010" y="96520"/>
                  </a:cubicBezTo>
                  <a:cubicBezTo>
                    <a:pt x="208280" y="96520"/>
                    <a:pt x="210185" y="95885"/>
                    <a:pt x="211455" y="95250"/>
                  </a:cubicBezTo>
                  <a:cubicBezTo>
                    <a:pt x="212725" y="95250"/>
                    <a:pt x="213995" y="93980"/>
                    <a:pt x="215265" y="93345"/>
                  </a:cubicBezTo>
                  <a:cubicBezTo>
                    <a:pt x="216535" y="93345"/>
                    <a:pt x="217805" y="92075"/>
                    <a:pt x="219710" y="90805"/>
                  </a:cubicBezTo>
                  <a:lnTo>
                    <a:pt x="228600" y="100330"/>
                  </a:lnTo>
                  <a:cubicBezTo>
                    <a:pt x="228600" y="100330"/>
                    <a:pt x="224790" y="103505"/>
                    <a:pt x="222885" y="104775"/>
                  </a:cubicBezTo>
                  <a:cubicBezTo>
                    <a:pt x="220980" y="106045"/>
                    <a:pt x="219075" y="106680"/>
                    <a:pt x="217170" y="107950"/>
                  </a:cubicBezTo>
                  <a:cubicBezTo>
                    <a:pt x="215265" y="108585"/>
                    <a:pt x="212725" y="109855"/>
                    <a:pt x="210185" y="109855"/>
                  </a:cubicBezTo>
                  <a:cubicBezTo>
                    <a:pt x="207645" y="109855"/>
                    <a:pt x="204470" y="110490"/>
                    <a:pt x="201295" y="110490"/>
                  </a:cubicBezTo>
                  <a:cubicBezTo>
                    <a:pt x="198120" y="110490"/>
                    <a:pt x="194945" y="110490"/>
                    <a:pt x="191770" y="109220"/>
                  </a:cubicBezTo>
                  <a:cubicBezTo>
                    <a:pt x="188595" y="108585"/>
                    <a:pt x="186055" y="107315"/>
                    <a:pt x="184150" y="105410"/>
                  </a:cubicBezTo>
                  <a:cubicBezTo>
                    <a:pt x="181610" y="104140"/>
                    <a:pt x="179705" y="102235"/>
                    <a:pt x="177800" y="100330"/>
                  </a:cubicBezTo>
                  <a:cubicBezTo>
                    <a:pt x="175895" y="98425"/>
                    <a:pt x="173990" y="95885"/>
                    <a:pt x="172720" y="92710"/>
                  </a:cubicBezTo>
                  <a:cubicBezTo>
                    <a:pt x="170815" y="89535"/>
                    <a:pt x="169545" y="86360"/>
                    <a:pt x="168910" y="82550"/>
                  </a:cubicBezTo>
                  <a:cubicBezTo>
                    <a:pt x="168275" y="78740"/>
                    <a:pt x="167640" y="74295"/>
                    <a:pt x="167640" y="69850"/>
                  </a:cubicBezTo>
                  <a:cubicBezTo>
                    <a:pt x="167640" y="63500"/>
                    <a:pt x="168275" y="57150"/>
                    <a:pt x="170180" y="52070"/>
                  </a:cubicBezTo>
                  <a:cubicBezTo>
                    <a:pt x="172085" y="46990"/>
                    <a:pt x="173990" y="42545"/>
                    <a:pt x="177165" y="39370"/>
                  </a:cubicBezTo>
                  <a:cubicBezTo>
                    <a:pt x="180340" y="36195"/>
                    <a:pt x="183515" y="33020"/>
                    <a:pt x="187960" y="31750"/>
                  </a:cubicBezTo>
                  <a:cubicBezTo>
                    <a:pt x="192405" y="29845"/>
                    <a:pt x="196850" y="29210"/>
                    <a:pt x="201930" y="29210"/>
                  </a:cubicBezTo>
                  <a:close/>
                  <a:moveTo>
                    <a:pt x="4664706" y="28574"/>
                  </a:moveTo>
                  <a:cubicBezTo>
                    <a:pt x="4669786" y="28574"/>
                    <a:pt x="4674231" y="29209"/>
                    <a:pt x="4678676" y="31749"/>
                  </a:cubicBezTo>
                  <a:cubicBezTo>
                    <a:pt x="4683121" y="33654"/>
                    <a:pt x="4686296" y="36194"/>
                    <a:pt x="4689471" y="40004"/>
                  </a:cubicBezTo>
                  <a:cubicBezTo>
                    <a:pt x="4692646" y="43814"/>
                    <a:pt x="4695186" y="47624"/>
                    <a:pt x="4696456" y="52704"/>
                  </a:cubicBezTo>
                  <a:cubicBezTo>
                    <a:pt x="4698361" y="57784"/>
                    <a:pt x="4698996" y="63499"/>
                    <a:pt x="4698996" y="69214"/>
                  </a:cubicBezTo>
                  <a:lnTo>
                    <a:pt x="4699631" y="69214"/>
                  </a:lnTo>
                  <a:cubicBezTo>
                    <a:pt x="4699631" y="75564"/>
                    <a:pt x="4698996" y="81279"/>
                    <a:pt x="4697091" y="86359"/>
                  </a:cubicBezTo>
                  <a:cubicBezTo>
                    <a:pt x="4695186" y="91439"/>
                    <a:pt x="4692646" y="95884"/>
                    <a:pt x="4689471" y="99059"/>
                  </a:cubicBezTo>
                  <a:cubicBezTo>
                    <a:pt x="4686296" y="102869"/>
                    <a:pt x="4682486" y="105409"/>
                    <a:pt x="4678041" y="107314"/>
                  </a:cubicBezTo>
                  <a:cubicBezTo>
                    <a:pt x="4673596" y="109219"/>
                    <a:pt x="4669151" y="109854"/>
                    <a:pt x="4664071" y="109854"/>
                  </a:cubicBezTo>
                  <a:cubicBezTo>
                    <a:pt x="4658991" y="109854"/>
                    <a:pt x="4654546" y="108584"/>
                    <a:pt x="4650101" y="106679"/>
                  </a:cubicBezTo>
                  <a:cubicBezTo>
                    <a:pt x="4645656" y="104774"/>
                    <a:pt x="4642481" y="102234"/>
                    <a:pt x="4639306" y="98424"/>
                  </a:cubicBezTo>
                  <a:cubicBezTo>
                    <a:pt x="4636131" y="94614"/>
                    <a:pt x="4633591" y="90804"/>
                    <a:pt x="4632321" y="85724"/>
                  </a:cubicBezTo>
                  <a:cubicBezTo>
                    <a:pt x="4630416" y="80644"/>
                    <a:pt x="4629781" y="74929"/>
                    <a:pt x="4629781" y="69214"/>
                  </a:cubicBezTo>
                  <a:cubicBezTo>
                    <a:pt x="4629781" y="63499"/>
                    <a:pt x="4630416" y="57149"/>
                    <a:pt x="4632321" y="52069"/>
                  </a:cubicBezTo>
                  <a:cubicBezTo>
                    <a:pt x="4634226" y="46989"/>
                    <a:pt x="4636766" y="42544"/>
                    <a:pt x="4639941" y="39369"/>
                  </a:cubicBezTo>
                  <a:cubicBezTo>
                    <a:pt x="4643116" y="35559"/>
                    <a:pt x="4646926" y="33019"/>
                    <a:pt x="4650736" y="31114"/>
                  </a:cubicBezTo>
                  <a:cubicBezTo>
                    <a:pt x="4655181" y="29209"/>
                    <a:pt x="4659626" y="28574"/>
                    <a:pt x="4664706" y="28574"/>
                  </a:cubicBezTo>
                  <a:close/>
                  <a:moveTo>
                    <a:pt x="4264655" y="28574"/>
                  </a:moveTo>
                  <a:cubicBezTo>
                    <a:pt x="4269735" y="28574"/>
                    <a:pt x="4274180" y="29209"/>
                    <a:pt x="4278625" y="31749"/>
                  </a:cubicBezTo>
                  <a:cubicBezTo>
                    <a:pt x="4283070" y="33654"/>
                    <a:pt x="4286245" y="36194"/>
                    <a:pt x="4289420" y="40004"/>
                  </a:cubicBezTo>
                  <a:cubicBezTo>
                    <a:pt x="4292595" y="43814"/>
                    <a:pt x="4295135" y="47624"/>
                    <a:pt x="4296405" y="52704"/>
                  </a:cubicBezTo>
                  <a:cubicBezTo>
                    <a:pt x="4298310" y="57784"/>
                    <a:pt x="4298945" y="63499"/>
                    <a:pt x="4298945" y="69214"/>
                  </a:cubicBezTo>
                  <a:lnTo>
                    <a:pt x="4299580" y="69214"/>
                  </a:lnTo>
                  <a:cubicBezTo>
                    <a:pt x="4299580" y="75564"/>
                    <a:pt x="4298945" y="81279"/>
                    <a:pt x="4297040" y="86359"/>
                  </a:cubicBezTo>
                  <a:cubicBezTo>
                    <a:pt x="4295135" y="91439"/>
                    <a:pt x="4292595" y="95884"/>
                    <a:pt x="4289420" y="99059"/>
                  </a:cubicBezTo>
                  <a:cubicBezTo>
                    <a:pt x="4286245" y="102869"/>
                    <a:pt x="4282435" y="105409"/>
                    <a:pt x="4277990" y="107314"/>
                  </a:cubicBezTo>
                  <a:cubicBezTo>
                    <a:pt x="4273545" y="109219"/>
                    <a:pt x="4269100" y="109854"/>
                    <a:pt x="4264020" y="109854"/>
                  </a:cubicBezTo>
                  <a:cubicBezTo>
                    <a:pt x="4258940" y="109854"/>
                    <a:pt x="4254495" y="108584"/>
                    <a:pt x="4250050" y="106679"/>
                  </a:cubicBezTo>
                  <a:cubicBezTo>
                    <a:pt x="4245605" y="104774"/>
                    <a:pt x="4242430" y="102234"/>
                    <a:pt x="4239255" y="98424"/>
                  </a:cubicBezTo>
                  <a:cubicBezTo>
                    <a:pt x="4236080" y="94614"/>
                    <a:pt x="4233540" y="90804"/>
                    <a:pt x="4232270" y="85724"/>
                  </a:cubicBezTo>
                  <a:cubicBezTo>
                    <a:pt x="4230365" y="80644"/>
                    <a:pt x="4229730" y="74929"/>
                    <a:pt x="4229730" y="69214"/>
                  </a:cubicBezTo>
                  <a:cubicBezTo>
                    <a:pt x="4229730" y="63499"/>
                    <a:pt x="4230365" y="57149"/>
                    <a:pt x="4232270" y="52069"/>
                  </a:cubicBezTo>
                  <a:cubicBezTo>
                    <a:pt x="4234175" y="46989"/>
                    <a:pt x="4236715" y="42544"/>
                    <a:pt x="4239890" y="39369"/>
                  </a:cubicBezTo>
                  <a:cubicBezTo>
                    <a:pt x="4243065" y="35559"/>
                    <a:pt x="4246875" y="33019"/>
                    <a:pt x="4250685" y="31114"/>
                  </a:cubicBezTo>
                  <a:cubicBezTo>
                    <a:pt x="4255130" y="29209"/>
                    <a:pt x="4259575" y="28574"/>
                    <a:pt x="4264655" y="28574"/>
                  </a:cubicBezTo>
                  <a:close/>
                  <a:moveTo>
                    <a:pt x="1420495" y="28574"/>
                  </a:moveTo>
                  <a:cubicBezTo>
                    <a:pt x="1425575" y="28574"/>
                    <a:pt x="1430020" y="29209"/>
                    <a:pt x="1434465" y="31749"/>
                  </a:cubicBezTo>
                  <a:cubicBezTo>
                    <a:pt x="1438910" y="33654"/>
                    <a:pt x="1442085" y="36194"/>
                    <a:pt x="1445260" y="40004"/>
                  </a:cubicBezTo>
                  <a:cubicBezTo>
                    <a:pt x="1448435" y="43814"/>
                    <a:pt x="1450975" y="47624"/>
                    <a:pt x="1452245" y="52704"/>
                  </a:cubicBezTo>
                  <a:cubicBezTo>
                    <a:pt x="1454150" y="57784"/>
                    <a:pt x="1454785" y="63499"/>
                    <a:pt x="1454785" y="69214"/>
                  </a:cubicBezTo>
                  <a:lnTo>
                    <a:pt x="1455420" y="69214"/>
                  </a:lnTo>
                  <a:cubicBezTo>
                    <a:pt x="1455420" y="75564"/>
                    <a:pt x="1454785" y="81279"/>
                    <a:pt x="1452880" y="86359"/>
                  </a:cubicBezTo>
                  <a:cubicBezTo>
                    <a:pt x="1450975" y="91439"/>
                    <a:pt x="1448435" y="95884"/>
                    <a:pt x="1445260" y="99059"/>
                  </a:cubicBezTo>
                  <a:cubicBezTo>
                    <a:pt x="1442085" y="102869"/>
                    <a:pt x="1438275" y="105409"/>
                    <a:pt x="1433830" y="107314"/>
                  </a:cubicBezTo>
                  <a:cubicBezTo>
                    <a:pt x="1429385" y="109219"/>
                    <a:pt x="1424940" y="109854"/>
                    <a:pt x="1419860" y="109854"/>
                  </a:cubicBezTo>
                  <a:cubicBezTo>
                    <a:pt x="1414780" y="109854"/>
                    <a:pt x="1410335" y="108584"/>
                    <a:pt x="1405890" y="106679"/>
                  </a:cubicBezTo>
                  <a:cubicBezTo>
                    <a:pt x="1401444" y="104774"/>
                    <a:pt x="1398270" y="102234"/>
                    <a:pt x="1395095" y="98424"/>
                  </a:cubicBezTo>
                  <a:cubicBezTo>
                    <a:pt x="1391920" y="94614"/>
                    <a:pt x="1389380" y="90804"/>
                    <a:pt x="1388110" y="85724"/>
                  </a:cubicBezTo>
                  <a:cubicBezTo>
                    <a:pt x="1386205" y="80644"/>
                    <a:pt x="1385570" y="74929"/>
                    <a:pt x="1385570" y="69214"/>
                  </a:cubicBezTo>
                  <a:cubicBezTo>
                    <a:pt x="1385570" y="63499"/>
                    <a:pt x="1386205" y="57149"/>
                    <a:pt x="1388110" y="52069"/>
                  </a:cubicBezTo>
                  <a:cubicBezTo>
                    <a:pt x="1390015" y="46989"/>
                    <a:pt x="1392555" y="42544"/>
                    <a:pt x="1395730" y="39369"/>
                  </a:cubicBezTo>
                  <a:cubicBezTo>
                    <a:pt x="1398905" y="35559"/>
                    <a:pt x="1402715" y="33019"/>
                    <a:pt x="1406525" y="31114"/>
                  </a:cubicBezTo>
                  <a:cubicBezTo>
                    <a:pt x="1410970" y="29209"/>
                    <a:pt x="1415415" y="28574"/>
                    <a:pt x="1420495" y="28574"/>
                  </a:cubicBezTo>
                  <a:close/>
                  <a:moveTo>
                    <a:pt x="3143245" y="5079"/>
                  </a:moveTo>
                  <a:lnTo>
                    <a:pt x="3219445" y="5079"/>
                  </a:lnTo>
                  <a:lnTo>
                    <a:pt x="3219445" y="20319"/>
                  </a:lnTo>
                  <a:lnTo>
                    <a:pt x="3188965" y="20319"/>
                  </a:lnTo>
                  <a:lnTo>
                    <a:pt x="3188965" y="108584"/>
                  </a:lnTo>
                  <a:lnTo>
                    <a:pt x="3173090" y="108584"/>
                  </a:lnTo>
                  <a:lnTo>
                    <a:pt x="3173090" y="20319"/>
                  </a:lnTo>
                  <a:lnTo>
                    <a:pt x="3143245" y="20319"/>
                  </a:lnTo>
                  <a:close/>
                  <a:moveTo>
                    <a:pt x="1628774" y="5079"/>
                  </a:moveTo>
                  <a:lnTo>
                    <a:pt x="1704970" y="5079"/>
                  </a:lnTo>
                  <a:lnTo>
                    <a:pt x="1704970" y="20319"/>
                  </a:lnTo>
                  <a:lnTo>
                    <a:pt x="1675129" y="20319"/>
                  </a:lnTo>
                  <a:lnTo>
                    <a:pt x="1675129" y="108584"/>
                  </a:lnTo>
                  <a:lnTo>
                    <a:pt x="1659255" y="108584"/>
                  </a:lnTo>
                  <a:lnTo>
                    <a:pt x="1659255" y="20319"/>
                  </a:lnTo>
                  <a:lnTo>
                    <a:pt x="1628774" y="20319"/>
                  </a:lnTo>
                  <a:close/>
                  <a:moveTo>
                    <a:pt x="0" y="5079"/>
                  </a:moveTo>
                  <a:lnTo>
                    <a:pt x="76200" y="5079"/>
                  </a:lnTo>
                  <a:lnTo>
                    <a:pt x="76200" y="20319"/>
                  </a:lnTo>
                  <a:lnTo>
                    <a:pt x="45720" y="20319"/>
                  </a:lnTo>
                  <a:lnTo>
                    <a:pt x="45720" y="108584"/>
                  </a:lnTo>
                  <a:lnTo>
                    <a:pt x="29845" y="108584"/>
                  </a:lnTo>
                  <a:lnTo>
                    <a:pt x="29845" y="20319"/>
                  </a:lnTo>
                  <a:lnTo>
                    <a:pt x="0" y="20319"/>
                  </a:lnTo>
                  <a:close/>
                  <a:moveTo>
                    <a:pt x="1362075" y="1269"/>
                  </a:moveTo>
                  <a:cubicBezTo>
                    <a:pt x="1363345" y="1269"/>
                    <a:pt x="1364615" y="1269"/>
                    <a:pt x="1365885" y="1904"/>
                  </a:cubicBezTo>
                  <a:cubicBezTo>
                    <a:pt x="1367155" y="1904"/>
                    <a:pt x="1367790" y="3174"/>
                    <a:pt x="1369060" y="3809"/>
                  </a:cubicBezTo>
                  <a:cubicBezTo>
                    <a:pt x="1369695" y="4444"/>
                    <a:pt x="1370965" y="5714"/>
                    <a:pt x="1370965" y="6984"/>
                  </a:cubicBezTo>
                  <a:cubicBezTo>
                    <a:pt x="1370965" y="8254"/>
                    <a:pt x="1371600" y="9524"/>
                    <a:pt x="1371600" y="10794"/>
                  </a:cubicBezTo>
                  <a:cubicBezTo>
                    <a:pt x="1371600" y="10794"/>
                    <a:pt x="1371600" y="13334"/>
                    <a:pt x="1370965" y="14604"/>
                  </a:cubicBezTo>
                  <a:cubicBezTo>
                    <a:pt x="1370965" y="15874"/>
                    <a:pt x="1369695" y="17144"/>
                    <a:pt x="1369060" y="17779"/>
                  </a:cubicBezTo>
                  <a:cubicBezTo>
                    <a:pt x="1368425" y="18414"/>
                    <a:pt x="1367155" y="19684"/>
                    <a:pt x="1365885" y="19684"/>
                  </a:cubicBezTo>
                  <a:cubicBezTo>
                    <a:pt x="1364615" y="19684"/>
                    <a:pt x="1363345" y="20319"/>
                    <a:pt x="1362075" y="20319"/>
                  </a:cubicBezTo>
                  <a:cubicBezTo>
                    <a:pt x="1360805" y="20319"/>
                    <a:pt x="1359535" y="20319"/>
                    <a:pt x="1358265" y="19684"/>
                  </a:cubicBezTo>
                  <a:cubicBezTo>
                    <a:pt x="1356995" y="19684"/>
                    <a:pt x="1355725" y="18414"/>
                    <a:pt x="1355090" y="17779"/>
                  </a:cubicBezTo>
                  <a:cubicBezTo>
                    <a:pt x="1354455" y="17144"/>
                    <a:pt x="1353185" y="15874"/>
                    <a:pt x="1353185" y="14604"/>
                  </a:cubicBezTo>
                  <a:cubicBezTo>
                    <a:pt x="1353185" y="13334"/>
                    <a:pt x="1352550" y="12064"/>
                    <a:pt x="1352550" y="10794"/>
                  </a:cubicBezTo>
                  <a:cubicBezTo>
                    <a:pt x="1352550" y="9524"/>
                    <a:pt x="1352550" y="8254"/>
                    <a:pt x="1353185" y="6984"/>
                  </a:cubicBezTo>
                  <a:cubicBezTo>
                    <a:pt x="1353185" y="5714"/>
                    <a:pt x="1354455" y="4444"/>
                    <a:pt x="1355090" y="3809"/>
                  </a:cubicBezTo>
                  <a:cubicBezTo>
                    <a:pt x="1355725" y="3174"/>
                    <a:pt x="1356995" y="1904"/>
                    <a:pt x="1358265" y="1904"/>
                  </a:cubicBezTo>
                  <a:cubicBezTo>
                    <a:pt x="1359535" y="1904"/>
                    <a:pt x="1360805" y="1269"/>
                    <a:pt x="1362075" y="1269"/>
                  </a:cubicBezTo>
                  <a:close/>
                  <a:moveTo>
                    <a:pt x="4789801" y="634"/>
                  </a:moveTo>
                  <a:lnTo>
                    <a:pt x="4789801" y="65404"/>
                  </a:lnTo>
                  <a:lnTo>
                    <a:pt x="4814566" y="31114"/>
                  </a:lnTo>
                  <a:lnTo>
                    <a:pt x="4831711" y="31114"/>
                  </a:lnTo>
                  <a:lnTo>
                    <a:pt x="4812026" y="57149"/>
                  </a:lnTo>
                  <a:lnTo>
                    <a:pt x="4835521" y="108584"/>
                  </a:lnTo>
                  <a:lnTo>
                    <a:pt x="4819011" y="108584"/>
                  </a:lnTo>
                  <a:lnTo>
                    <a:pt x="4801866" y="69849"/>
                  </a:lnTo>
                  <a:lnTo>
                    <a:pt x="4789801" y="85724"/>
                  </a:lnTo>
                  <a:lnTo>
                    <a:pt x="4789801" y="108584"/>
                  </a:lnTo>
                  <a:lnTo>
                    <a:pt x="4774561" y="108584"/>
                  </a:lnTo>
                  <a:lnTo>
                    <a:pt x="4774561" y="8889"/>
                  </a:lnTo>
                  <a:close/>
                  <a:moveTo>
                    <a:pt x="4472301" y="634"/>
                  </a:moveTo>
                  <a:lnTo>
                    <a:pt x="4472301" y="109219"/>
                  </a:lnTo>
                  <a:lnTo>
                    <a:pt x="4457061" y="109219"/>
                  </a:lnTo>
                  <a:lnTo>
                    <a:pt x="4457696" y="108584"/>
                  </a:lnTo>
                  <a:lnTo>
                    <a:pt x="4457696" y="100964"/>
                  </a:lnTo>
                  <a:cubicBezTo>
                    <a:pt x="4457696" y="100964"/>
                    <a:pt x="4454521" y="103504"/>
                    <a:pt x="4453251" y="104774"/>
                  </a:cubicBezTo>
                  <a:cubicBezTo>
                    <a:pt x="4451981" y="106044"/>
                    <a:pt x="4450076" y="106679"/>
                    <a:pt x="4448171" y="107949"/>
                  </a:cubicBezTo>
                  <a:cubicBezTo>
                    <a:pt x="4446266" y="108584"/>
                    <a:pt x="4444361" y="109219"/>
                    <a:pt x="4443091" y="109854"/>
                  </a:cubicBezTo>
                  <a:cubicBezTo>
                    <a:pt x="4441186" y="109854"/>
                    <a:pt x="4439281" y="109854"/>
                    <a:pt x="4437376" y="109854"/>
                  </a:cubicBezTo>
                  <a:cubicBezTo>
                    <a:pt x="4432931" y="109854"/>
                    <a:pt x="4429121" y="109219"/>
                    <a:pt x="4425946" y="107314"/>
                  </a:cubicBezTo>
                  <a:cubicBezTo>
                    <a:pt x="4422136" y="106044"/>
                    <a:pt x="4418961" y="103504"/>
                    <a:pt x="4416421" y="99694"/>
                  </a:cubicBezTo>
                  <a:cubicBezTo>
                    <a:pt x="4413881" y="96519"/>
                    <a:pt x="4411341" y="92074"/>
                    <a:pt x="4410071" y="86994"/>
                  </a:cubicBezTo>
                  <a:cubicBezTo>
                    <a:pt x="4408801" y="81914"/>
                    <a:pt x="4407531" y="75564"/>
                    <a:pt x="4407531" y="67944"/>
                  </a:cubicBezTo>
                  <a:cubicBezTo>
                    <a:pt x="4407531" y="61594"/>
                    <a:pt x="4408166" y="55244"/>
                    <a:pt x="4410071" y="50799"/>
                  </a:cubicBezTo>
                  <a:cubicBezTo>
                    <a:pt x="4411976" y="45719"/>
                    <a:pt x="4413881" y="41909"/>
                    <a:pt x="4417056" y="38734"/>
                  </a:cubicBezTo>
                  <a:cubicBezTo>
                    <a:pt x="4419596" y="35559"/>
                    <a:pt x="4423406" y="33019"/>
                    <a:pt x="4426581" y="31749"/>
                  </a:cubicBezTo>
                  <a:cubicBezTo>
                    <a:pt x="4430391" y="29844"/>
                    <a:pt x="4434201" y="29209"/>
                    <a:pt x="4438011" y="29209"/>
                  </a:cubicBezTo>
                  <a:cubicBezTo>
                    <a:pt x="4439916" y="29209"/>
                    <a:pt x="4441821" y="29209"/>
                    <a:pt x="4443726" y="29844"/>
                  </a:cubicBezTo>
                  <a:cubicBezTo>
                    <a:pt x="4445631" y="29844"/>
                    <a:pt x="4447536" y="31114"/>
                    <a:pt x="4448806" y="31749"/>
                  </a:cubicBezTo>
                  <a:cubicBezTo>
                    <a:pt x="4450711" y="32384"/>
                    <a:pt x="4451981" y="33654"/>
                    <a:pt x="4453251" y="34924"/>
                  </a:cubicBezTo>
                  <a:cubicBezTo>
                    <a:pt x="4454521" y="36194"/>
                    <a:pt x="4455791" y="36829"/>
                    <a:pt x="4457061" y="38099"/>
                  </a:cubicBezTo>
                  <a:lnTo>
                    <a:pt x="4457061" y="8254"/>
                  </a:lnTo>
                  <a:close/>
                  <a:moveTo>
                    <a:pt x="4390385" y="634"/>
                  </a:moveTo>
                  <a:lnTo>
                    <a:pt x="4390385" y="108584"/>
                  </a:lnTo>
                  <a:lnTo>
                    <a:pt x="4375145" y="108584"/>
                  </a:lnTo>
                  <a:lnTo>
                    <a:pt x="4375145" y="8889"/>
                  </a:lnTo>
                  <a:close/>
                  <a:moveTo>
                    <a:pt x="3946521" y="634"/>
                  </a:moveTo>
                  <a:lnTo>
                    <a:pt x="3946521" y="38099"/>
                  </a:lnTo>
                  <a:cubicBezTo>
                    <a:pt x="3946521" y="38099"/>
                    <a:pt x="3948426" y="35559"/>
                    <a:pt x="3950331" y="34289"/>
                  </a:cubicBezTo>
                  <a:cubicBezTo>
                    <a:pt x="3951601" y="33019"/>
                    <a:pt x="3953506" y="32384"/>
                    <a:pt x="3954776" y="31114"/>
                  </a:cubicBezTo>
                  <a:cubicBezTo>
                    <a:pt x="3956681" y="30479"/>
                    <a:pt x="3958586" y="29844"/>
                    <a:pt x="3960491" y="29209"/>
                  </a:cubicBezTo>
                  <a:cubicBezTo>
                    <a:pt x="3962396" y="29209"/>
                    <a:pt x="3964301" y="29209"/>
                    <a:pt x="3966206" y="29209"/>
                  </a:cubicBezTo>
                  <a:cubicBezTo>
                    <a:pt x="3970651" y="29209"/>
                    <a:pt x="3975096" y="29844"/>
                    <a:pt x="3978271" y="31749"/>
                  </a:cubicBezTo>
                  <a:cubicBezTo>
                    <a:pt x="3981446" y="33019"/>
                    <a:pt x="3984621" y="35559"/>
                    <a:pt x="3987161" y="38099"/>
                  </a:cubicBezTo>
                  <a:cubicBezTo>
                    <a:pt x="3989701" y="41274"/>
                    <a:pt x="3990971" y="44449"/>
                    <a:pt x="3992241" y="49529"/>
                  </a:cubicBezTo>
                  <a:cubicBezTo>
                    <a:pt x="3993511" y="53974"/>
                    <a:pt x="3994146" y="59054"/>
                    <a:pt x="3994146" y="64134"/>
                  </a:cubicBezTo>
                  <a:lnTo>
                    <a:pt x="3994146" y="108584"/>
                  </a:lnTo>
                  <a:lnTo>
                    <a:pt x="3978906" y="108584"/>
                  </a:lnTo>
                  <a:lnTo>
                    <a:pt x="3978271" y="108584"/>
                  </a:lnTo>
                  <a:lnTo>
                    <a:pt x="3978271" y="64769"/>
                  </a:lnTo>
                  <a:cubicBezTo>
                    <a:pt x="3978271" y="57784"/>
                    <a:pt x="3977001" y="52069"/>
                    <a:pt x="3974461" y="48894"/>
                  </a:cubicBezTo>
                  <a:cubicBezTo>
                    <a:pt x="3971921" y="45084"/>
                    <a:pt x="3968111" y="43814"/>
                    <a:pt x="3962396" y="43814"/>
                  </a:cubicBezTo>
                  <a:cubicBezTo>
                    <a:pt x="3959856" y="43814"/>
                    <a:pt x="3957951" y="43814"/>
                    <a:pt x="3956046" y="45084"/>
                  </a:cubicBezTo>
                  <a:cubicBezTo>
                    <a:pt x="3954141" y="45719"/>
                    <a:pt x="3952236" y="46989"/>
                    <a:pt x="3950966" y="48894"/>
                  </a:cubicBezTo>
                  <a:cubicBezTo>
                    <a:pt x="3949696" y="50799"/>
                    <a:pt x="3948426" y="52704"/>
                    <a:pt x="3947791" y="55244"/>
                  </a:cubicBezTo>
                  <a:cubicBezTo>
                    <a:pt x="3947156" y="57784"/>
                    <a:pt x="3946521" y="60324"/>
                    <a:pt x="3946521" y="63499"/>
                  </a:cubicBezTo>
                  <a:lnTo>
                    <a:pt x="3946521" y="109219"/>
                  </a:lnTo>
                  <a:lnTo>
                    <a:pt x="3931281" y="109219"/>
                  </a:lnTo>
                  <a:lnTo>
                    <a:pt x="3931281" y="8889"/>
                  </a:lnTo>
                  <a:close/>
                  <a:moveTo>
                    <a:pt x="3248021" y="634"/>
                  </a:moveTo>
                  <a:lnTo>
                    <a:pt x="3248021" y="38099"/>
                  </a:lnTo>
                  <a:cubicBezTo>
                    <a:pt x="3248021" y="38099"/>
                    <a:pt x="3249926" y="35559"/>
                    <a:pt x="3251831" y="34289"/>
                  </a:cubicBezTo>
                  <a:cubicBezTo>
                    <a:pt x="3253101" y="33019"/>
                    <a:pt x="3255006" y="32384"/>
                    <a:pt x="3256276" y="31114"/>
                  </a:cubicBezTo>
                  <a:cubicBezTo>
                    <a:pt x="3258181" y="30479"/>
                    <a:pt x="3260086" y="29844"/>
                    <a:pt x="3261991" y="29209"/>
                  </a:cubicBezTo>
                  <a:cubicBezTo>
                    <a:pt x="3263896" y="29209"/>
                    <a:pt x="3265801" y="29209"/>
                    <a:pt x="3267706" y="29209"/>
                  </a:cubicBezTo>
                  <a:cubicBezTo>
                    <a:pt x="3272151" y="29209"/>
                    <a:pt x="3276596" y="29844"/>
                    <a:pt x="3279771" y="31749"/>
                  </a:cubicBezTo>
                  <a:cubicBezTo>
                    <a:pt x="3282946" y="33019"/>
                    <a:pt x="3286121" y="35559"/>
                    <a:pt x="3288661" y="38099"/>
                  </a:cubicBezTo>
                  <a:cubicBezTo>
                    <a:pt x="3291201" y="41274"/>
                    <a:pt x="3292471" y="44449"/>
                    <a:pt x="3293741" y="49529"/>
                  </a:cubicBezTo>
                  <a:cubicBezTo>
                    <a:pt x="3295011" y="53974"/>
                    <a:pt x="3295646" y="59054"/>
                    <a:pt x="3295646" y="64134"/>
                  </a:cubicBezTo>
                  <a:lnTo>
                    <a:pt x="3295646" y="108584"/>
                  </a:lnTo>
                  <a:lnTo>
                    <a:pt x="3280406" y="108584"/>
                  </a:lnTo>
                  <a:lnTo>
                    <a:pt x="3279771" y="108584"/>
                  </a:lnTo>
                  <a:lnTo>
                    <a:pt x="3279771" y="64769"/>
                  </a:lnTo>
                  <a:cubicBezTo>
                    <a:pt x="3279771" y="57784"/>
                    <a:pt x="3278501" y="52069"/>
                    <a:pt x="3275961" y="48894"/>
                  </a:cubicBezTo>
                  <a:cubicBezTo>
                    <a:pt x="3273421" y="45084"/>
                    <a:pt x="3269611" y="43814"/>
                    <a:pt x="3263896" y="43814"/>
                  </a:cubicBezTo>
                  <a:cubicBezTo>
                    <a:pt x="3261356" y="43814"/>
                    <a:pt x="3259451" y="43814"/>
                    <a:pt x="3257546" y="45084"/>
                  </a:cubicBezTo>
                  <a:cubicBezTo>
                    <a:pt x="3255641" y="45719"/>
                    <a:pt x="3253736" y="46989"/>
                    <a:pt x="3252466" y="48894"/>
                  </a:cubicBezTo>
                  <a:cubicBezTo>
                    <a:pt x="3251196" y="50799"/>
                    <a:pt x="3249926" y="52704"/>
                    <a:pt x="3249291" y="55244"/>
                  </a:cubicBezTo>
                  <a:cubicBezTo>
                    <a:pt x="3248656" y="57784"/>
                    <a:pt x="3248021" y="60324"/>
                    <a:pt x="3248021" y="63499"/>
                  </a:cubicBezTo>
                  <a:lnTo>
                    <a:pt x="3248021" y="109219"/>
                  </a:lnTo>
                  <a:lnTo>
                    <a:pt x="3232781" y="109219"/>
                  </a:lnTo>
                  <a:lnTo>
                    <a:pt x="3232781" y="8889"/>
                  </a:lnTo>
                  <a:close/>
                  <a:moveTo>
                    <a:pt x="2432681" y="634"/>
                  </a:moveTo>
                  <a:lnTo>
                    <a:pt x="2432681" y="38099"/>
                  </a:lnTo>
                  <a:cubicBezTo>
                    <a:pt x="2432681" y="38099"/>
                    <a:pt x="2434586" y="35559"/>
                    <a:pt x="2436491" y="34289"/>
                  </a:cubicBezTo>
                  <a:cubicBezTo>
                    <a:pt x="2437761" y="33019"/>
                    <a:pt x="2439666" y="32384"/>
                    <a:pt x="2440936" y="31114"/>
                  </a:cubicBezTo>
                  <a:cubicBezTo>
                    <a:pt x="2442841" y="30479"/>
                    <a:pt x="2444746" y="29844"/>
                    <a:pt x="2446651" y="29209"/>
                  </a:cubicBezTo>
                  <a:cubicBezTo>
                    <a:pt x="2448556" y="29209"/>
                    <a:pt x="2450461" y="29209"/>
                    <a:pt x="2452366" y="29209"/>
                  </a:cubicBezTo>
                  <a:cubicBezTo>
                    <a:pt x="2456811" y="29209"/>
                    <a:pt x="2461256" y="29844"/>
                    <a:pt x="2464431" y="31749"/>
                  </a:cubicBezTo>
                  <a:cubicBezTo>
                    <a:pt x="2467606" y="33019"/>
                    <a:pt x="2470781" y="35559"/>
                    <a:pt x="2473321" y="38099"/>
                  </a:cubicBezTo>
                  <a:cubicBezTo>
                    <a:pt x="2475861" y="41274"/>
                    <a:pt x="2477131" y="44449"/>
                    <a:pt x="2478401" y="49529"/>
                  </a:cubicBezTo>
                  <a:cubicBezTo>
                    <a:pt x="2479671" y="53974"/>
                    <a:pt x="2480306" y="59054"/>
                    <a:pt x="2480306" y="64134"/>
                  </a:cubicBezTo>
                  <a:lnTo>
                    <a:pt x="2480306" y="108584"/>
                  </a:lnTo>
                  <a:lnTo>
                    <a:pt x="2465066" y="108584"/>
                  </a:lnTo>
                  <a:lnTo>
                    <a:pt x="2464431" y="108584"/>
                  </a:lnTo>
                  <a:lnTo>
                    <a:pt x="2464431" y="64769"/>
                  </a:lnTo>
                  <a:cubicBezTo>
                    <a:pt x="2464431" y="57784"/>
                    <a:pt x="2463161" y="52069"/>
                    <a:pt x="2460621" y="48894"/>
                  </a:cubicBezTo>
                  <a:cubicBezTo>
                    <a:pt x="2458081" y="45084"/>
                    <a:pt x="2454271" y="43814"/>
                    <a:pt x="2448556" y="43814"/>
                  </a:cubicBezTo>
                  <a:cubicBezTo>
                    <a:pt x="2446016" y="43814"/>
                    <a:pt x="2444111" y="43814"/>
                    <a:pt x="2442206" y="45084"/>
                  </a:cubicBezTo>
                  <a:cubicBezTo>
                    <a:pt x="2440301" y="45719"/>
                    <a:pt x="2438396" y="46989"/>
                    <a:pt x="2437126" y="48894"/>
                  </a:cubicBezTo>
                  <a:cubicBezTo>
                    <a:pt x="2435856" y="50799"/>
                    <a:pt x="2434586" y="52704"/>
                    <a:pt x="2433951" y="55244"/>
                  </a:cubicBezTo>
                  <a:cubicBezTo>
                    <a:pt x="2433316" y="57784"/>
                    <a:pt x="2432681" y="60324"/>
                    <a:pt x="2432681" y="63499"/>
                  </a:cubicBezTo>
                  <a:lnTo>
                    <a:pt x="2432681" y="109219"/>
                  </a:lnTo>
                  <a:lnTo>
                    <a:pt x="2417441" y="109219"/>
                  </a:lnTo>
                  <a:lnTo>
                    <a:pt x="2417441" y="8889"/>
                  </a:lnTo>
                  <a:close/>
                  <a:moveTo>
                    <a:pt x="1734181" y="634"/>
                  </a:moveTo>
                  <a:lnTo>
                    <a:pt x="1734181" y="38099"/>
                  </a:lnTo>
                  <a:cubicBezTo>
                    <a:pt x="1734181" y="38099"/>
                    <a:pt x="1736086" y="35559"/>
                    <a:pt x="1737991" y="34289"/>
                  </a:cubicBezTo>
                  <a:cubicBezTo>
                    <a:pt x="1739261" y="33019"/>
                    <a:pt x="1741166" y="32384"/>
                    <a:pt x="1742436" y="31114"/>
                  </a:cubicBezTo>
                  <a:cubicBezTo>
                    <a:pt x="1744341" y="30479"/>
                    <a:pt x="1746246" y="29844"/>
                    <a:pt x="1748151" y="29209"/>
                  </a:cubicBezTo>
                  <a:cubicBezTo>
                    <a:pt x="1750056" y="29209"/>
                    <a:pt x="1751961" y="29209"/>
                    <a:pt x="1753866" y="29209"/>
                  </a:cubicBezTo>
                  <a:cubicBezTo>
                    <a:pt x="1758311" y="29209"/>
                    <a:pt x="1762756" y="29844"/>
                    <a:pt x="1765931" y="31749"/>
                  </a:cubicBezTo>
                  <a:cubicBezTo>
                    <a:pt x="1769106" y="33019"/>
                    <a:pt x="1772281" y="35559"/>
                    <a:pt x="1774821" y="38099"/>
                  </a:cubicBezTo>
                  <a:cubicBezTo>
                    <a:pt x="1777361" y="41274"/>
                    <a:pt x="1778631" y="44449"/>
                    <a:pt x="1779901" y="49529"/>
                  </a:cubicBezTo>
                  <a:cubicBezTo>
                    <a:pt x="1781171" y="53974"/>
                    <a:pt x="1781806" y="59054"/>
                    <a:pt x="1781806" y="64134"/>
                  </a:cubicBezTo>
                  <a:lnTo>
                    <a:pt x="1781806" y="108584"/>
                  </a:lnTo>
                  <a:lnTo>
                    <a:pt x="1766566" y="108584"/>
                  </a:lnTo>
                  <a:lnTo>
                    <a:pt x="1765931" y="108584"/>
                  </a:lnTo>
                  <a:lnTo>
                    <a:pt x="1765931" y="64769"/>
                  </a:lnTo>
                  <a:cubicBezTo>
                    <a:pt x="1765931" y="57784"/>
                    <a:pt x="1764661" y="52069"/>
                    <a:pt x="1762121" y="48894"/>
                  </a:cubicBezTo>
                  <a:cubicBezTo>
                    <a:pt x="1759581" y="45084"/>
                    <a:pt x="1755771" y="43814"/>
                    <a:pt x="1750056" y="43814"/>
                  </a:cubicBezTo>
                  <a:cubicBezTo>
                    <a:pt x="1747516" y="43814"/>
                    <a:pt x="1745611" y="43814"/>
                    <a:pt x="1743706" y="45084"/>
                  </a:cubicBezTo>
                  <a:cubicBezTo>
                    <a:pt x="1741801" y="45719"/>
                    <a:pt x="1739896" y="46989"/>
                    <a:pt x="1738626" y="48894"/>
                  </a:cubicBezTo>
                  <a:cubicBezTo>
                    <a:pt x="1737356" y="50799"/>
                    <a:pt x="1736086" y="52704"/>
                    <a:pt x="1735451" y="55244"/>
                  </a:cubicBezTo>
                  <a:cubicBezTo>
                    <a:pt x="1734816" y="57784"/>
                    <a:pt x="1734181" y="60324"/>
                    <a:pt x="1734181" y="63499"/>
                  </a:cubicBezTo>
                  <a:lnTo>
                    <a:pt x="1734181" y="109219"/>
                  </a:lnTo>
                  <a:lnTo>
                    <a:pt x="1718941" y="109219"/>
                  </a:lnTo>
                  <a:lnTo>
                    <a:pt x="1718941" y="8889"/>
                  </a:lnTo>
                  <a:close/>
                  <a:moveTo>
                    <a:pt x="803275" y="634"/>
                  </a:moveTo>
                  <a:lnTo>
                    <a:pt x="803275" y="38099"/>
                  </a:lnTo>
                  <a:cubicBezTo>
                    <a:pt x="803275" y="38099"/>
                    <a:pt x="805180" y="35559"/>
                    <a:pt x="807085" y="34289"/>
                  </a:cubicBezTo>
                  <a:cubicBezTo>
                    <a:pt x="808355" y="33019"/>
                    <a:pt x="810260" y="32384"/>
                    <a:pt x="811530" y="31114"/>
                  </a:cubicBezTo>
                  <a:cubicBezTo>
                    <a:pt x="813435" y="30479"/>
                    <a:pt x="815340" y="29844"/>
                    <a:pt x="817245" y="29209"/>
                  </a:cubicBezTo>
                  <a:cubicBezTo>
                    <a:pt x="819150" y="29209"/>
                    <a:pt x="821055" y="29209"/>
                    <a:pt x="822960" y="29209"/>
                  </a:cubicBezTo>
                  <a:cubicBezTo>
                    <a:pt x="827405" y="29209"/>
                    <a:pt x="831850" y="29844"/>
                    <a:pt x="835025" y="31749"/>
                  </a:cubicBezTo>
                  <a:cubicBezTo>
                    <a:pt x="838200" y="33019"/>
                    <a:pt x="841375" y="35559"/>
                    <a:pt x="843915" y="38099"/>
                  </a:cubicBezTo>
                  <a:cubicBezTo>
                    <a:pt x="846455" y="41274"/>
                    <a:pt x="847725" y="44449"/>
                    <a:pt x="848995" y="49529"/>
                  </a:cubicBezTo>
                  <a:cubicBezTo>
                    <a:pt x="850265" y="53974"/>
                    <a:pt x="850900" y="59054"/>
                    <a:pt x="850900" y="64134"/>
                  </a:cubicBezTo>
                  <a:lnTo>
                    <a:pt x="850900" y="108584"/>
                  </a:lnTo>
                  <a:lnTo>
                    <a:pt x="835660" y="108584"/>
                  </a:lnTo>
                  <a:lnTo>
                    <a:pt x="835025" y="108584"/>
                  </a:lnTo>
                  <a:lnTo>
                    <a:pt x="835025" y="64769"/>
                  </a:lnTo>
                  <a:cubicBezTo>
                    <a:pt x="835025" y="57784"/>
                    <a:pt x="833755" y="52069"/>
                    <a:pt x="831215" y="48894"/>
                  </a:cubicBezTo>
                  <a:cubicBezTo>
                    <a:pt x="828675" y="45084"/>
                    <a:pt x="824865" y="43814"/>
                    <a:pt x="819150" y="43814"/>
                  </a:cubicBezTo>
                  <a:cubicBezTo>
                    <a:pt x="816610" y="43814"/>
                    <a:pt x="814705" y="43814"/>
                    <a:pt x="812800" y="45084"/>
                  </a:cubicBezTo>
                  <a:cubicBezTo>
                    <a:pt x="810895" y="45719"/>
                    <a:pt x="808990" y="46989"/>
                    <a:pt x="807720" y="48894"/>
                  </a:cubicBezTo>
                  <a:cubicBezTo>
                    <a:pt x="806450" y="50799"/>
                    <a:pt x="805180" y="52704"/>
                    <a:pt x="804545" y="55244"/>
                  </a:cubicBezTo>
                  <a:cubicBezTo>
                    <a:pt x="803910" y="57784"/>
                    <a:pt x="803275" y="60324"/>
                    <a:pt x="803275" y="63499"/>
                  </a:cubicBezTo>
                  <a:lnTo>
                    <a:pt x="803275" y="109219"/>
                  </a:lnTo>
                  <a:lnTo>
                    <a:pt x="788035" y="109219"/>
                  </a:lnTo>
                  <a:lnTo>
                    <a:pt x="788035" y="8889"/>
                  </a:lnTo>
                  <a:close/>
                  <a:moveTo>
                    <a:pt x="104774" y="634"/>
                  </a:moveTo>
                  <a:lnTo>
                    <a:pt x="104774" y="38099"/>
                  </a:lnTo>
                  <a:cubicBezTo>
                    <a:pt x="104774" y="38099"/>
                    <a:pt x="106679" y="35559"/>
                    <a:pt x="108584" y="34289"/>
                  </a:cubicBezTo>
                  <a:cubicBezTo>
                    <a:pt x="109854" y="33019"/>
                    <a:pt x="111759" y="32384"/>
                    <a:pt x="113029" y="31114"/>
                  </a:cubicBezTo>
                  <a:cubicBezTo>
                    <a:pt x="114934" y="30479"/>
                    <a:pt x="116839" y="29844"/>
                    <a:pt x="118744" y="29209"/>
                  </a:cubicBezTo>
                  <a:cubicBezTo>
                    <a:pt x="120649" y="29209"/>
                    <a:pt x="122554" y="29209"/>
                    <a:pt x="124459" y="29209"/>
                  </a:cubicBezTo>
                  <a:cubicBezTo>
                    <a:pt x="128904" y="29209"/>
                    <a:pt x="133349" y="29844"/>
                    <a:pt x="136524" y="31749"/>
                  </a:cubicBezTo>
                  <a:cubicBezTo>
                    <a:pt x="139699" y="33019"/>
                    <a:pt x="142874" y="35559"/>
                    <a:pt x="145414" y="38099"/>
                  </a:cubicBezTo>
                  <a:cubicBezTo>
                    <a:pt x="147954" y="41274"/>
                    <a:pt x="149224" y="44449"/>
                    <a:pt x="150494" y="49529"/>
                  </a:cubicBezTo>
                  <a:cubicBezTo>
                    <a:pt x="151764" y="53974"/>
                    <a:pt x="152399" y="59054"/>
                    <a:pt x="152399" y="64134"/>
                  </a:cubicBezTo>
                  <a:lnTo>
                    <a:pt x="152399" y="108584"/>
                  </a:lnTo>
                  <a:lnTo>
                    <a:pt x="137159" y="108584"/>
                  </a:lnTo>
                  <a:lnTo>
                    <a:pt x="136524" y="108584"/>
                  </a:lnTo>
                  <a:lnTo>
                    <a:pt x="136524" y="64769"/>
                  </a:lnTo>
                  <a:cubicBezTo>
                    <a:pt x="136524" y="57784"/>
                    <a:pt x="135254" y="52069"/>
                    <a:pt x="132714" y="48894"/>
                  </a:cubicBezTo>
                  <a:cubicBezTo>
                    <a:pt x="130174" y="45084"/>
                    <a:pt x="126364" y="43814"/>
                    <a:pt x="120649" y="43814"/>
                  </a:cubicBezTo>
                  <a:cubicBezTo>
                    <a:pt x="118109" y="43814"/>
                    <a:pt x="116204" y="43814"/>
                    <a:pt x="114299" y="45084"/>
                  </a:cubicBezTo>
                  <a:cubicBezTo>
                    <a:pt x="112394" y="45719"/>
                    <a:pt x="110489" y="46989"/>
                    <a:pt x="109219" y="48894"/>
                  </a:cubicBezTo>
                  <a:cubicBezTo>
                    <a:pt x="107949" y="50799"/>
                    <a:pt x="106679" y="52704"/>
                    <a:pt x="106044" y="55244"/>
                  </a:cubicBezTo>
                  <a:cubicBezTo>
                    <a:pt x="105409" y="57784"/>
                    <a:pt x="104774" y="60324"/>
                    <a:pt x="104774" y="63499"/>
                  </a:cubicBezTo>
                  <a:lnTo>
                    <a:pt x="104774" y="109219"/>
                  </a:lnTo>
                  <a:lnTo>
                    <a:pt x="89534" y="109219"/>
                  </a:lnTo>
                  <a:lnTo>
                    <a:pt x="89534" y="8889"/>
                  </a:lnTo>
                  <a:close/>
                  <a:moveTo>
                    <a:pt x="3894450" y="0"/>
                  </a:moveTo>
                  <a:lnTo>
                    <a:pt x="3894450" y="30480"/>
                  </a:lnTo>
                  <a:lnTo>
                    <a:pt x="3913500" y="30480"/>
                  </a:lnTo>
                  <a:lnTo>
                    <a:pt x="3913500" y="44450"/>
                  </a:lnTo>
                  <a:lnTo>
                    <a:pt x="3894450" y="44450"/>
                  </a:lnTo>
                  <a:lnTo>
                    <a:pt x="3894450" y="86995"/>
                  </a:lnTo>
                  <a:cubicBezTo>
                    <a:pt x="3894450" y="86995"/>
                    <a:pt x="3894450" y="90170"/>
                    <a:pt x="3894450" y="91440"/>
                  </a:cubicBezTo>
                  <a:cubicBezTo>
                    <a:pt x="3894450" y="92710"/>
                    <a:pt x="3895085" y="93345"/>
                    <a:pt x="3895720" y="94615"/>
                  </a:cubicBezTo>
                  <a:cubicBezTo>
                    <a:pt x="3896355" y="95250"/>
                    <a:pt x="3896990" y="95885"/>
                    <a:pt x="3898260" y="95885"/>
                  </a:cubicBezTo>
                  <a:cubicBezTo>
                    <a:pt x="3899530" y="95885"/>
                    <a:pt x="3900800" y="95885"/>
                    <a:pt x="3902070" y="95885"/>
                  </a:cubicBezTo>
                  <a:cubicBezTo>
                    <a:pt x="3903975" y="95885"/>
                    <a:pt x="3905880" y="95885"/>
                    <a:pt x="3908420" y="95250"/>
                  </a:cubicBezTo>
                  <a:cubicBezTo>
                    <a:pt x="3910325" y="94615"/>
                    <a:pt x="3912230" y="93980"/>
                    <a:pt x="3913500" y="93345"/>
                  </a:cubicBezTo>
                  <a:lnTo>
                    <a:pt x="3911595" y="106680"/>
                  </a:lnTo>
                  <a:cubicBezTo>
                    <a:pt x="3911595" y="106680"/>
                    <a:pt x="3907785" y="108585"/>
                    <a:pt x="3905245" y="109220"/>
                  </a:cubicBezTo>
                  <a:cubicBezTo>
                    <a:pt x="3902705" y="109855"/>
                    <a:pt x="3900165" y="110490"/>
                    <a:pt x="3896990" y="110490"/>
                  </a:cubicBezTo>
                  <a:cubicBezTo>
                    <a:pt x="3894450" y="110490"/>
                    <a:pt x="3891910" y="110490"/>
                    <a:pt x="3890005" y="109220"/>
                  </a:cubicBezTo>
                  <a:cubicBezTo>
                    <a:pt x="3888100" y="108585"/>
                    <a:pt x="3886195" y="107315"/>
                    <a:pt x="3884290" y="105410"/>
                  </a:cubicBezTo>
                  <a:cubicBezTo>
                    <a:pt x="3882385" y="103505"/>
                    <a:pt x="3881115" y="101600"/>
                    <a:pt x="3880480" y="99060"/>
                  </a:cubicBezTo>
                  <a:cubicBezTo>
                    <a:pt x="3879845" y="96520"/>
                    <a:pt x="3879210" y="93345"/>
                    <a:pt x="3879210" y="89535"/>
                  </a:cubicBezTo>
                  <a:lnTo>
                    <a:pt x="3879210" y="44450"/>
                  </a:lnTo>
                  <a:lnTo>
                    <a:pt x="3868415" y="44450"/>
                  </a:lnTo>
                  <a:lnTo>
                    <a:pt x="3868415" y="30480"/>
                  </a:lnTo>
                  <a:lnTo>
                    <a:pt x="3879210" y="30480"/>
                  </a:lnTo>
                  <a:lnTo>
                    <a:pt x="3879210" y="8255"/>
                  </a:lnTo>
                  <a:close/>
                  <a:moveTo>
                    <a:pt x="3664581" y="0"/>
                  </a:moveTo>
                  <a:lnTo>
                    <a:pt x="3664581" y="30480"/>
                  </a:lnTo>
                  <a:lnTo>
                    <a:pt x="3683631" y="30480"/>
                  </a:lnTo>
                  <a:lnTo>
                    <a:pt x="3683631" y="44450"/>
                  </a:lnTo>
                  <a:lnTo>
                    <a:pt x="3664581" y="44450"/>
                  </a:lnTo>
                  <a:lnTo>
                    <a:pt x="3664581" y="86995"/>
                  </a:lnTo>
                  <a:cubicBezTo>
                    <a:pt x="3664581" y="86995"/>
                    <a:pt x="3664581" y="90170"/>
                    <a:pt x="3664581" y="91440"/>
                  </a:cubicBezTo>
                  <a:cubicBezTo>
                    <a:pt x="3664581" y="92710"/>
                    <a:pt x="3665216" y="93345"/>
                    <a:pt x="3665851" y="94615"/>
                  </a:cubicBezTo>
                  <a:cubicBezTo>
                    <a:pt x="3666486" y="95250"/>
                    <a:pt x="3667121" y="95885"/>
                    <a:pt x="3668391" y="95885"/>
                  </a:cubicBezTo>
                  <a:cubicBezTo>
                    <a:pt x="3669661" y="95885"/>
                    <a:pt x="3670931" y="95885"/>
                    <a:pt x="3672201" y="95885"/>
                  </a:cubicBezTo>
                  <a:cubicBezTo>
                    <a:pt x="3674106" y="95885"/>
                    <a:pt x="3676011" y="95885"/>
                    <a:pt x="3678551" y="95250"/>
                  </a:cubicBezTo>
                  <a:cubicBezTo>
                    <a:pt x="3680456" y="94615"/>
                    <a:pt x="3682361" y="93980"/>
                    <a:pt x="3683631" y="93345"/>
                  </a:cubicBezTo>
                  <a:lnTo>
                    <a:pt x="3681726" y="106680"/>
                  </a:lnTo>
                  <a:cubicBezTo>
                    <a:pt x="3681726" y="106680"/>
                    <a:pt x="3677916" y="108585"/>
                    <a:pt x="3675376" y="109220"/>
                  </a:cubicBezTo>
                  <a:cubicBezTo>
                    <a:pt x="3672836" y="109855"/>
                    <a:pt x="3670296" y="110490"/>
                    <a:pt x="3667121" y="110490"/>
                  </a:cubicBezTo>
                  <a:cubicBezTo>
                    <a:pt x="3664581" y="110490"/>
                    <a:pt x="3662041" y="110490"/>
                    <a:pt x="3660136" y="109220"/>
                  </a:cubicBezTo>
                  <a:cubicBezTo>
                    <a:pt x="3658231" y="108585"/>
                    <a:pt x="3656326" y="107315"/>
                    <a:pt x="3654421" y="105410"/>
                  </a:cubicBezTo>
                  <a:cubicBezTo>
                    <a:pt x="3652516" y="103505"/>
                    <a:pt x="3651246" y="101600"/>
                    <a:pt x="3650611" y="99060"/>
                  </a:cubicBezTo>
                  <a:cubicBezTo>
                    <a:pt x="3649976" y="96520"/>
                    <a:pt x="3649341" y="93345"/>
                    <a:pt x="3649341" y="89535"/>
                  </a:cubicBezTo>
                  <a:lnTo>
                    <a:pt x="3649341" y="44450"/>
                  </a:lnTo>
                  <a:lnTo>
                    <a:pt x="3638546" y="44450"/>
                  </a:lnTo>
                  <a:lnTo>
                    <a:pt x="3638546" y="30480"/>
                  </a:lnTo>
                  <a:lnTo>
                    <a:pt x="3649341" y="30480"/>
                  </a:lnTo>
                  <a:lnTo>
                    <a:pt x="3649341" y="8255"/>
                  </a:lnTo>
                  <a:close/>
                  <a:moveTo>
                    <a:pt x="3610605" y="0"/>
                  </a:moveTo>
                  <a:lnTo>
                    <a:pt x="3610605" y="30480"/>
                  </a:lnTo>
                  <a:lnTo>
                    <a:pt x="3629655" y="30480"/>
                  </a:lnTo>
                  <a:lnTo>
                    <a:pt x="3629655" y="44450"/>
                  </a:lnTo>
                  <a:lnTo>
                    <a:pt x="3610605" y="44450"/>
                  </a:lnTo>
                  <a:lnTo>
                    <a:pt x="3610605" y="86995"/>
                  </a:lnTo>
                  <a:cubicBezTo>
                    <a:pt x="3610605" y="86995"/>
                    <a:pt x="3610605" y="90170"/>
                    <a:pt x="3610605" y="91440"/>
                  </a:cubicBezTo>
                  <a:cubicBezTo>
                    <a:pt x="3610605" y="92710"/>
                    <a:pt x="3611240" y="93345"/>
                    <a:pt x="3611875" y="94615"/>
                  </a:cubicBezTo>
                  <a:cubicBezTo>
                    <a:pt x="3612510" y="95250"/>
                    <a:pt x="3613145" y="95885"/>
                    <a:pt x="3614415" y="95885"/>
                  </a:cubicBezTo>
                  <a:cubicBezTo>
                    <a:pt x="3615685" y="95885"/>
                    <a:pt x="3616955" y="95885"/>
                    <a:pt x="3618225" y="95885"/>
                  </a:cubicBezTo>
                  <a:cubicBezTo>
                    <a:pt x="3620130" y="95885"/>
                    <a:pt x="3622035" y="95885"/>
                    <a:pt x="3624575" y="95250"/>
                  </a:cubicBezTo>
                  <a:cubicBezTo>
                    <a:pt x="3626480" y="94615"/>
                    <a:pt x="3628385" y="93980"/>
                    <a:pt x="3629655" y="93345"/>
                  </a:cubicBezTo>
                  <a:lnTo>
                    <a:pt x="3627750" y="106680"/>
                  </a:lnTo>
                  <a:cubicBezTo>
                    <a:pt x="3627750" y="106680"/>
                    <a:pt x="3623940" y="108585"/>
                    <a:pt x="3621400" y="109220"/>
                  </a:cubicBezTo>
                  <a:cubicBezTo>
                    <a:pt x="3618860" y="109855"/>
                    <a:pt x="3616320" y="110490"/>
                    <a:pt x="3613145" y="110490"/>
                  </a:cubicBezTo>
                  <a:cubicBezTo>
                    <a:pt x="3610605" y="110490"/>
                    <a:pt x="3608065" y="110490"/>
                    <a:pt x="3606160" y="109220"/>
                  </a:cubicBezTo>
                  <a:cubicBezTo>
                    <a:pt x="3604255" y="108585"/>
                    <a:pt x="3602350" y="107315"/>
                    <a:pt x="3600445" y="105410"/>
                  </a:cubicBezTo>
                  <a:cubicBezTo>
                    <a:pt x="3598540" y="103505"/>
                    <a:pt x="3597270" y="101600"/>
                    <a:pt x="3596635" y="99060"/>
                  </a:cubicBezTo>
                  <a:cubicBezTo>
                    <a:pt x="3596000" y="96520"/>
                    <a:pt x="3595365" y="93345"/>
                    <a:pt x="3595365" y="89535"/>
                  </a:cubicBezTo>
                  <a:lnTo>
                    <a:pt x="3595365" y="44450"/>
                  </a:lnTo>
                  <a:lnTo>
                    <a:pt x="3584570" y="44450"/>
                  </a:lnTo>
                  <a:lnTo>
                    <a:pt x="3584570" y="30480"/>
                  </a:lnTo>
                  <a:lnTo>
                    <a:pt x="3595365" y="30480"/>
                  </a:lnTo>
                  <a:lnTo>
                    <a:pt x="3595365" y="8255"/>
                  </a:lnTo>
                  <a:close/>
                  <a:moveTo>
                    <a:pt x="3445505" y="0"/>
                  </a:moveTo>
                  <a:lnTo>
                    <a:pt x="3445505" y="37465"/>
                  </a:lnTo>
                  <a:cubicBezTo>
                    <a:pt x="3445505" y="37465"/>
                    <a:pt x="3448680" y="34925"/>
                    <a:pt x="3449950" y="33655"/>
                  </a:cubicBezTo>
                  <a:cubicBezTo>
                    <a:pt x="3451220" y="33020"/>
                    <a:pt x="3452490" y="31750"/>
                    <a:pt x="3453760" y="31115"/>
                  </a:cubicBezTo>
                  <a:cubicBezTo>
                    <a:pt x="3455030" y="30480"/>
                    <a:pt x="3456935" y="29845"/>
                    <a:pt x="3458840" y="29210"/>
                  </a:cubicBezTo>
                  <a:cubicBezTo>
                    <a:pt x="3460745" y="29210"/>
                    <a:pt x="3463285" y="28575"/>
                    <a:pt x="3465825" y="28575"/>
                  </a:cubicBezTo>
                  <a:cubicBezTo>
                    <a:pt x="3470270" y="28575"/>
                    <a:pt x="3474080" y="29210"/>
                    <a:pt x="3477890" y="31115"/>
                  </a:cubicBezTo>
                  <a:cubicBezTo>
                    <a:pt x="3481700" y="32385"/>
                    <a:pt x="3484875" y="34925"/>
                    <a:pt x="3487415" y="38735"/>
                  </a:cubicBezTo>
                  <a:cubicBezTo>
                    <a:pt x="3489955" y="41910"/>
                    <a:pt x="3492495" y="46355"/>
                    <a:pt x="3493765" y="51435"/>
                  </a:cubicBezTo>
                  <a:cubicBezTo>
                    <a:pt x="3495035" y="56515"/>
                    <a:pt x="3496305" y="62865"/>
                    <a:pt x="3496305" y="70485"/>
                  </a:cubicBezTo>
                  <a:lnTo>
                    <a:pt x="3495670" y="71120"/>
                  </a:lnTo>
                  <a:cubicBezTo>
                    <a:pt x="3495670" y="77470"/>
                    <a:pt x="3495035" y="83820"/>
                    <a:pt x="3493130" y="88265"/>
                  </a:cubicBezTo>
                  <a:cubicBezTo>
                    <a:pt x="3491225" y="93345"/>
                    <a:pt x="3489320" y="97155"/>
                    <a:pt x="3486145" y="100330"/>
                  </a:cubicBezTo>
                  <a:cubicBezTo>
                    <a:pt x="3483605" y="103505"/>
                    <a:pt x="3479795" y="106045"/>
                    <a:pt x="3476620" y="107315"/>
                  </a:cubicBezTo>
                  <a:cubicBezTo>
                    <a:pt x="3472810" y="109220"/>
                    <a:pt x="3469000" y="109855"/>
                    <a:pt x="3465190" y="109855"/>
                  </a:cubicBezTo>
                  <a:cubicBezTo>
                    <a:pt x="3461380" y="109855"/>
                    <a:pt x="3457570" y="109220"/>
                    <a:pt x="3454395" y="107315"/>
                  </a:cubicBezTo>
                  <a:cubicBezTo>
                    <a:pt x="3450585" y="105410"/>
                    <a:pt x="3448045" y="103505"/>
                    <a:pt x="3445505" y="100965"/>
                  </a:cubicBezTo>
                  <a:lnTo>
                    <a:pt x="3445505" y="107950"/>
                  </a:lnTo>
                  <a:lnTo>
                    <a:pt x="3430265" y="107950"/>
                  </a:lnTo>
                  <a:lnTo>
                    <a:pt x="3430265" y="7620"/>
                  </a:lnTo>
                  <a:close/>
                  <a:moveTo>
                    <a:pt x="2380611" y="0"/>
                  </a:moveTo>
                  <a:lnTo>
                    <a:pt x="2380611" y="30480"/>
                  </a:lnTo>
                  <a:lnTo>
                    <a:pt x="2399661" y="30480"/>
                  </a:lnTo>
                  <a:lnTo>
                    <a:pt x="2399661" y="44450"/>
                  </a:lnTo>
                  <a:lnTo>
                    <a:pt x="2380611" y="44450"/>
                  </a:lnTo>
                  <a:lnTo>
                    <a:pt x="2380611" y="86995"/>
                  </a:lnTo>
                  <a:cubicBezTo>
                    <a:pt x="2380611" y="86995"/>
                    <a:pt x="2380611" y="90170"/>
                    <a:pt x="2380611" y="91440"/>
                  </a:cubicBezTo>
                  <a:cubicBezTo>
                    <a:pt x="2380611" y="92710"/>
                    <a:pt x="2381246" y="93345"/>
                    <a:pt x="2381881" y="94615"/>
                  </a:cubicBezTo>
                  <a:cubicBezTo>
                    <a:pt x="2382516" y="95250"/>
                    <a:pt x="2383151" y="95885"/>
                    <a:pt x="2384421" y="95885"/>
                  </a:cubicBezTo>
                  <a:cubicBezTo>
                    <a:pt x="2385691" y="95885"/>
                    <a:pt x="2386961" y="95885"/>
                    <a:pt x="2388231" y="95885"/>
                  </a:cubicBezTo>
                  <a:cubicBezTo>
                    <a:pt x="2390136" y="95885"/>
                    <a:pt x="2392041" y="95885"/>
                    <a:pt x="2394581" y="95250"/>
                  </a:cubicBezTo>
                  <a:cubicBezTo>
                    <a:pt x="2396486" y="94615"/>
                    <a:pt x="2398391" y="93980"/>
                    <a:pt x="2399661" y="93345"/>
                  </a:cubicBezTo>
                  <a:lnTo>
                    <a:pt x="2397756" y="106680"/>
                  </a:lnTo>
                  <a:cubicBezTo>
                    <a:pt x="2397756" y="106680"/>
                    <a:pt x="2393946" y="108585"/>
                    <a:pt x="2391406" y="109220"/>
                  </a:cubicBezTo>
                  <a:cubicBezTo>
                    <a:pt x="2388866" y="109855"/>
                    <a:pt x="2386326" y="110490"/>
                    <a:pt x="2383151" y="110490"/>
                  </a:cubicBezTo>
                  <a:cubicBezTo>
                    <a:pt x="2380611" y="110490"/>
                    <a:pt x="2378071" y="110490"/>
                    <a:pt x="2376166" y="109220"/>
                  </a:cubicBezTo>
                  <a:cubicBezTo>
                    <a:pt x="2374261" y="108585"/>
                    <a:pt x="2372356" y="107315"/>
                    <a:pt x="2370451" y="105410"/>
                  </a:cubicBezTo>
                  <a:cubicBezTo>
                    <a:pt x="2368546" y="103505"/>
                    <a:pt x="2367276" y="101600"/>
                    <a:pt x="2366641" y="99060"/>
                  </a:cubicBezTo>
                  <a:cubicBezTo>
                    <a:pt x="2366006" y="96520"/>
                    <a:pt x="2365371" y="93345"/>
                    <a:pt x="2365371" y="89535"/>
                  </a:cubicBezTo>
                  <a:lnTo>
                    <a:pt x="2365371" y="44450"/>
                  </a:lnTo>
                  <a:lnTo>
                    <a:pt x="2354576" y="44450"/>
                  </a:lnTo>
                  <a:lnTo>
                    <a:pt x="2354576" y="30480"/>
                  </a:lnTo>
                  <a:lnTo>
                    <a:pt x="2365371" y="30480"/>
                  </a:lnTo>
                  <a:lnTo>
                    <a:pt x="2365371" y="8255"/>
                  </a:lnTo>
                  <a:close/>
                  <a:moveTo>
                    <a:pt x="2150741" y="0"/>
                  </a:moveTo>
                  <a:lnTo>
                    <a:pt x="2150741" y="30480"/>
                  </a:lnTo>
                  <a:lnTo>
                    <a:pt x="2169791" y="30480"/>
                  </a:lnTo>
                  <a:lnTo>
                    <a:pt x="2169791" y="44450"/>
                  </a:lnTo>
                  <a:lnTo>
                    <a:pt x="2150741" y="44450"/>
                  </a:lnTo>
                  <a:lnTo>
                    <a:pt x="2150741" y="86995"/>
                  </a:lnTo>
                  <a:cubicBezTo>
                    <a:pt x="2150741" y="86995"/>
                    <a:pt x="2150741" y="90170"/>
                    <a:pt x="2150741" y="91440"/>
                  </a:cubicBezTo>
                  <a:cubicBezTo>
                    <a:pt x="2150741" y="92710"/>
                    <a:pt x="2151376" y="93345"/>
                    <a:pt x="2152011" y="94615"/>
                  </a:cubicBezTo>
                  <a:cubicBezTo>
                    <a:pt x="2152646" y="95250"/>
                    <a:pt x="2153281" y="95885"/>
                    <a:pt x="2154551" y="95885"/>
                  </a:cubicBezTo>
                  <a:cubicBezTo>
                    <a:pt x="2155821" y="95885"/>
                    <a:pt x="2157091" y="95885"/>
                    <a:pt x="2158361" y="95885"/>
                  </a:cubicBezTo>
                  <a:cubicBezTo>
                    <a:pt x="2160266" y="95885"/>
                    <a:pt x="2162171" y="95885"/>
                    <a:pt x="2164711" y="95250"/>
                  </a:cubicBezTo>
                  <a:cubicBezTo>
                    <a:pt x="2166616" y="94615"/>
                    <a:pt x="2168521" y="93980"/>
                    <a:pt x="2169791" y="93345"/>
                  </a:cubicBezTo>
                  <a:lnTo>
                    <a:pt x="2167886" y="106680"/>
                  </a:lnTo>
                  <a:cubicBezTo>
                    <a:pt x="2167886" y="106680"/>
                    <a:pt x="2164076" y="108585"/>
                    <a:pt x="2161536" y="109220"/>
                  </a:cubicBezTo>
                  <a:cubicBezTo>
                    <a:pt x="2158996" y="109855"/>
                    <a:pt x="2156456" y="110490"/>
                    <a:pt x="2153281" y="110490"/>
                  </a:cubicBezTo>
                  <a:cubicBezTo>
                    <a:pt x="2150741" y="110490"/>
                    <a:pt x="2148201" y="110490"/>
                    <a:pt x="2146296" y="109220"/>
                  </a:cubicBezTo>
                  <a:cubicBezTo>
                    <a:pt x="2144391" y="108585"/>
                    <a:pt x="2142486" y="107315"/>
                    <a:pt x="2140581" y="105410"/>
                  </a:cubicBezTo>
                  <a:cubicBezTo>
                    <a:pt x="2138676" y="103505"/>
                    <a:pt x="2137406" y="101600"/>
                    <a:pt x="2136771" y="99060"/>
                  </a:cubicBezTo>
                  <a:cubicBezTo>
                    <a:pt x="2136136" y="96520"/>
                    <a:pt x="2135501" y="93345"/>
                    <a:pt x="2135501" y="89535"/>
                  </a:cubicBezTo>
                  <a:lnTo>
                    <a:pt x="2135501" y="44450"/>
                  </a:lnTo>
                  <a:lnTo>
                    <a:pt x="2124706" y="44450"/>
                  </a:lnTo>
                  <a:lnTo>
                    <a:pt x="2124706" y="30480"/>
                  </a:lnTo>
                  <a:lnTo>
                    <a:pt x="2135501" y="30480"/>
                  </a:lnTo>
                  <a:lnTo>
                    <a:pt x="2135501" y="8255"/>
                  </a:lnTo>
                  <a:close/>
                  <a:moveTo>
                    <a:pt x="2096131" y="0"/>
                  </a:moveTo>
                  <a:lnTo>
                    <a:pt x="2096131" y="30480"/>
                  </a:lnTo>
                  <a:lnTo>
                    <a:pt x="2115181" y="30480"/>
                  </a:lnTo>
                  <a:lnTo>
                    <a:pt x="2115181" y="44450"/>
                  </a:lnTo>
                  <a:lnTo>
                    <a:pt x="2096131" y="44450"/>
                  </a:lnTo>
                  <a:lnTo>
                    <a:pt x="2096131" y="86995"/>
                  </a:lnTo>
                  <a:cubicBezTo>
                    <a:pt x="2096131" y="86995"/>
                    <a:pt x="2096131" y="90170"/>
                    <a:pt x="2096131" y="91440"/>
                  </a:cubicBezTo>
                  <a:cubicBezTo>
                    <a:pt x="2096131" y="92710"/>
                    <a:pt x="2096766" y="93345"/>
                    <a:pt x="2097401" y="94615"/>
                  </a:cubicBezTo>
                  <a:cubicBezTo>
                    <a:pt x="2098036" y="95250"/>
                    <a:pt x="2098671" y="95885"/>
                    <a:pt x="2099941" y="95885"/>
                  </a:cubicBezTo>
                  <a:cubicBezTo>
                    <a:pt x="2101211" y="95885"/>
                    <a:pt x="2102481" y="95885"/>
                    <a:pt x="2103751" y="95885"/>
                  </a:cubicBezTo>
                  <a:cubicBezTo>
                    <a:pt x="2105656" y="95885"/>
                    <a:pt x="2107561" y="95885"/>
                    <a:pt x="2110101" y="95250"/>
                  </a:cubicBezTo>
                  <a:cubicBezTo>
                    <a:pt x="2112006" y="94615"/>
                    <a:pt x="2113911" y="93980"/>
                    <a:pt x="2115181" y="93345"/>
                  </a:cubicBezTo>
                  <a:lnTo>
                    <a:pt x="2113276" y="106680"/>
                  </a:lnTo>
                  <a:cubicBezTo>
                    <a:pt x="2113276" y="106680"/>
                    <a:pt x="2109466" y="108585"/>
                    <a:pt x="2106926" y="109220"/>
                  </a:cubicBezTo>
                  <a:cubicBezTo>
                    <a:pt x="2104386" y="109855"/>
                    <a:pt x="2101846" y="110490"/>
                    <a:pt x="2098671" y="110490"/>
                  </a:cubicBezTo>
                  <a:cubicBezTo>
                    <a:pt x="2096131" y="110490"/>
                    <a:pt x="2093591" y="110490"/>
                    <a:pt x="2091686" y="109220"/>
                  </a:cubicBezTo>
                  <a:cubicBezTo>
                    <a:pt x="2089781" y="108585"/>
                    <a:pt x="2087876" y="107315"/>
                    <a:pt x="2085971" y="105410"/>
                  </a:cubicBezTo>
                  <a:cubicBezTo>
                    <a:pt x="2084066" y="103505"/>
                    <a:pt x="2082796" y="101600"/>
                    <a:pt x="2082161" y="99060"/>
                  </a:cubicBezTo>
                  <a:cubicBezTo>
                    <a:pt x="2081526" y="96520"/>
                    <a:pt x="2080891" y="93345"/>
                    <a:pt x="2080891" y="89535"/>
                  </a:cubicBezTo>
                  <a:lnTo>
                    <a:pt x="2080891" y="44450"/>
                  </a:lnTo>
                  <a:lnTo>
                    <a:pt x="2070096" y="44450"/>
                  </a:lnTo>
                  <a:lnTo>
                    <a:pt x="2070096" y="30480"/>
                  </a:lnTo>
                  <a:lnTo>
                    <a:pt x="2080891" y="30480"/>
                  </a:lnTo>
                  <a:lnTo>
                    <a:pt x="2080891" y="8255"/>
                  </a:lnTo>
                  <a:close/>
                  <a:moveTo>
                    <a:pt x="1931665" y="0"/>
                  </a:moveTo>
                  <a:lnTo>
                    <a:pt x="1931665" y="37465"/>
                  </a:lnTo>
                  <a:cubicBezTo>
                    <a:pt x="1931665" y="37465"/>
                    <a:pt x="1934840" y="34925"/>
                    <a:pt x="1936110" y="33655"/>
                  </a:cubicBezTo>
                  <a:cubicBezTo>
                    <a:pt x="1937380" y="33020"/>
                    <a:pt x="1938650" y="31750"/>
                    <a:pt x="1939920" y="31115"/>
                  </a:cubicBezTo>
                  <a:cubicBezTo>
                    <a:pt x="1941190" y="30480"/>
                    <a:pt x="1943095" y="29845"/>
                    <a:pt x="1945000" y="29210"/>
                  </a:cubicBezTo>
                  <a:cubicBezTo>
                    <a:pt x="1946905" y="29210"/>
                    <a:pt x="1949445" y="28575"/>
                    <a:pt x="1951985" y="28575"/>
                  </a:cubicBezTo>
                  <a:cubicBezTo>
                    <a:pt x="1956430" y="28575"/>
                    <a:pt x="1960240" y="29210"/>
                    <a:pt x="1964050" y="31115"/>
                  </a:cubicBezTo>
                  <a:cubicBezTo>
                    <a:pt x="1967860" y="32385"/>
                    <a:pt x="1971035" y="34925"/>
                    <a:pt x="1973575" y="38735"/>
                  </a:cubicBezTo>
                  <a:cubicBezTo>
                    <a:pt x="1976115" y="41910"/>
                    <a:pt x="1978655" y="46355"/>
                    <a:pt x="1979925" y="51435"/>
                  </a:cubicBezTo>
                  <a:cubicBezTo>
                    <a:pt x="1981195" y="56515"/>
                    <a:pt x="1982465" y="62865"/>
                    <a:pt x="1982465" y="70485"/>
                  </a:cubicBezTo>
                  <a:lnTo>
                    <a:pt x="1981830" y="71120"/>
                  </a:lnTo>
                  <a:cubicBezTo>
                    <a:pt x="1981830" y="77470"/>
                    <a:pt x="1981195" y="83820"/>
                    <a:pt x="1979290" y="88265"/>
                  </a:cubicBezTo>
                  <a:cubicBezTo>
                    <a:pt x="1977385" y="93345"/>
                    <a:pt x="1975480" y="97155"/>
                    <a:pt x="1972305" y="100330"/>
                  </a:cubicBezTo>
                  <a:cubicBezTo>
                    <a:pt x="1969765" y="103505"/>
                    <a:pt x="1965955" y="106045"/>
                    <a:pt x="1962780" y="107315"/>
                  </a:cubicBezTo>
                  <a:cubicBezTo>
                    <a:pt x="1958970" y="109220"/>
                    <a:pt x="1955160" y="109855"/>
                    <a:pt x="1951350" y="109855"/>
                  </a:cubicBezTo>
                  <a:cubicBezTo>
                    <a:pt x="1947540" y="109855"/>
                    <a:pt x="1943730" y="109220"/>
                    <a:pt x="1940555" y="107315"/>
                  </a:cubicBezTo>
                  <a:cubicBezTo>
                    <a:pt x="1936745" y="105410"/>
                    <a:pt x="1934205" y="103505"/>
                    <a:pt x="1931665" y="100965"/>
                  </a:cubicBezTo>
                  <a:lnTo>
                    <a:pt x="1931665" y="107950"/>
                  </a:lnTo>
                  <a:lnTo>
                    <a:pt x="1916425" y="107950"/>
                  </a:lnTo>
                  <a:lnTo>
                    <a:pt x="1916425" y="7620"/>
                  </a:lnTo>
                  <a:close/>
                  <a:moveTo>
                    <a:pt x="1316991" y="0"/>
                  </a:moveTo>
                  <a:lnTo>
                    <a:pt x="1316991" y="30480"/>
                  </a:lnTo>
                  <a:lnTo>
                    <a:pt x="1336041" y="30480"/>
                  </a:lnTo>
                  <a:lnTo>
                    <a:pt x="1336041" y="44450"/>
                  </a:lnTo>
                  <a:lnTo>
                    <a:pt x="1316991" y="44450"/>
                  </a:lnTo>
                  <a:lnTo>
                    <a:pt x="1316991" y="86995"/>
                  </a:lnTo>
                  <a:cubicBezTo>
                    <a:pt x="1316991" y="86995"/>
                    <a:pt x="1316991" y="90170"/>
                    <a:pt x="1316991" y="91440"/>
                  </a:cubicBezTo>
                  <a:cubicBezTo>
                    <a:pt x="1316991" y="92710"/>
                    <a:pt x="1317627" y="93345"/>
                    <a:pt x="1318261" y="94615"/>
                  </a:cubicBezTo>
                  <a:cubicBezTo>
                    <a:pt x="1318896" y="95250"/>
                    <a:pt x="1319531" y="95885"/>
                    <a:pt x="1320801" y="95885"/>
                  </a:cubicBezTo>
                  <a:cubicBezTo>
                    <a:pt x="1322072" y="95885"/>
                    <a:pt x="1323341" y="95885"/>
                    <a:pt x="1324611" y="95885"/>
                  </a:cubicBezTo>
                  <a:cubicBezTo>
                    <a:pt x="1326516" y="95885"/>
                    <a:pt x="1328422" y="95885"/>
                    <a:pt x="1330961" y="95250"/>
                  </a:cubicBezTo>
                  <a:cubicBezTo>
                    <a:pt x="1332867" y="94615"/>
                    <a:pt x="1334772" y="93980"/>
                    <a:pt x="1336041" y="93345"/>
                  </a:cubicBezTo>
                  <a:lnTo>
                    <a:pt x="1334136" y="106680"/>
                  </a:lnTo>
                  <a:cubicBezTo>
                    <a:pt x="1334136" y="106680"/>
                    <a:pt x="1330326" y="108585"/>
                    <a:pt x="1327786" y="109220"/>
                  </a:cubicBezTo>
                  <a:cubicBezTo>
                    <a:pt x="1325246" y="109855"/>
                    <a:pt x="1322706" y="110490"/>
                    <a:pt x="1319531" y="110490"/>
                  </a:cubicBezTo>
                  <a:cubicBezTo>
                    <a:pt x="1316991" y="110490"/>
                    <a:pt x="1314451" y="110490"/>
                    <a:pt x="1312546" y="109220"/>
                  </a:cubicBezTo>
                  <a:cubicBezTo>
                    <a:pt x="1310641" y="108585"/>
                    <a:pt x="1308736" y="107315"/>
                    <a:pt x="1306831" y="105410"/>
                  </a:cubicBezTo>
                  <a:cubicBezTo>
                    <a:pt x="1304926" y="103505"/>
                    <a:pt x="1303656" y="101600"/>
                    <a:pt x="1303021" y="99060"/>
                  </a:cubicBezTo>
                  <a:cubicBezTo>
                    <a:pt x="1302386" y="96520"/>
                    <a:pt x="1301751" y="93345"/>
                    <a:pt x="1301751" y="89535"/>
                  </a:cubicBezTo>
                  <a:lnTo>
                    <a:pt x="1301751" y="44450"/>
                  </a:lnTo>
                  <a:lnTo>
                    <a:pt x="1290956" y="44450"/>
                  </a:lnTo>
                  <a:lnTo>
                    <a:pt x="1290956" y="30480"/>
                  </a:lnTo>
                  <a:lnTo>
                    <a:pt x="1301751" y="30480"/>
                  </a:lnTo>
                  <a:lnTo>
                    <a:pt x="1301751" y="8255"/>
                  </a:lnTo>
                  <a:close/>
                  <a:moveTo>
                    <a:pt x="751206" y="0"/>
                  </a:moveTo>
                  <a:lnTo>
                    <a:pt x="751206" y="30480"/>
                  </a:lnTo>
                  <a:lnTo>
                    <a:pt x="770256" y="30480"/>
                  </a:lnTo>
                  <a:lnTo>
                    <a:pt x="770256" y="44450"/>
                  </a:lnTo>
                  <a:lnTo>
                    <a:pt x="751206" y="44450"/>
                  </a:lnTo>
                  <a:lnTo>
                    <a:pt x="751206" y="86995"/>
                  </a:lnTo>
                  <a:cubicBezTo>
                    <a:pt x="751206" y="86995"/>
                    <a:pt x="751206" y="90170"/>
                    <a:pt x="751206" y="91440"/>
                  </a:cubicBezTo>
                  <a:cubicBezTo>
                    <a:pt x="751206" y="92710"/>
                    <a:pt x="751841" y="93345"/>
                    <a:pt x="752476" y="94615"/>
                  </a:cubicBezTo>
                  <a:cubicBezTo>
                    <a:pt x="753111" y="95250"/>
                    <a:pt x="753746" y="95885"/>
                    <a:pt x="755016" y="95885"/>
                  </a:cubicBezTo>
                  <a:cubicBezTo>
                    <a:pt x="756286" y="95885"/>
                    <a:pt x="757556" y="95885"/>
                    <a:pt x="758826" y="95885"/>
                  </a:cubicBezTo>
                  <a:cubicBezTo>
                    <a:pt x="760731" y="95885"/>
                    <a:pt x="762636" y="95885"/>
                    <a:pt x="765176" y="95250"/>
                  </a:cubicBezTo>
                  <a:cubicBezTo>
                    <a:pt x="767081" y="94615"/>
                    <a:pt x="768986" y="93980"/>
                    <a:pt x="770256" y="93345"/>
                  </a:cubicBezTo>
                  <a:lnTo>
                    <a:pt x="768351" y="106680"/>
                  </a:lnTo>
                  <a:cubicBezTo>
                    <a:pt x="768351" y="106680"/>
                    <a:pt x="764541" y="108585"/>
                    <a:pt x="762001" y="109220"/>
                  </a:cubicBezTo>
                  <a:cubicBezTo>
                    <a:pt x="759461" y="109855"/>
                    <a:pt x="756921" y="110490"/>
                    <a:pt x="753746" y="110490"/>
                  </a:cubicBezTo>
                  <a:cubicBezTo>
                    <a:pt x="751206" y="110490"/>
                    <a:pt x="748666" y="110490"/>
                    <a:pt x="746761" y="109220"/>
                  </a:cubicBezTo>
                  <a:cubicBezTo>
                    <a:pt x="744856" y="108585"/>
                    <a:pt x="742951" y="107315"/>
                    <a:pt x="741045" y="105410"/>
                  </a:cubicBezTo>
                  <a:cubicBezTo>
                    <a:pt x="739141" y="103505"/>
                    <a:pt x="737871" y="101600"/>
                    <a:pt x="737236" y="99060"/>
                  </a:cubicBezTo>
                  <a:cubicBezTo>
                    <a:pt x="736600" y="96520"/>
                    <a:pt x="735966" y="93345"/>
                    <a:pt x="735966" y="89535"/>
                  </a:cubicBezTo>
                  <a:lnTo>
                    <a:pt x="735966" y="44450"/>
                  </a:lnTo>
                  <a:lnTo>
                    <a:pt x="725171" y="44450"/>
                  </a:lnTo>
                  <a:lnTo>
                    <a:pt x="725171" y="30480"/>
                  </a:lnTo>
                  <a:lnTo>
                    <a:pt x="735966" y="30480"/>
                  </a:lnTo>
                  <a:lnTo>
                    <a:pt x="735966" y="8255"/>
                  </a:lnTo>
                  <a:close/>
                  <a:moveTo>
                    <a:pt x="521335" y="0"/>
                  </a:moveTo>
                  <a:lnTo>
                    <a:pt x="521335" y="30480"/>
                  </a:lnTo>
                  <a:lnTo>
                    <a:pt x="540385" y="30480"/>
                  </a:lnTo>
                  <a:lnTo>
                    <a:pt x="540385" y="44450"/>
                  </a:lnTo>
                  <a:lnTo>
                    <a:pt x="521335" y="44450"/>
                  </a:lnTo>
                  <a:lnTo>
                    <a:pt x="521335" y="86995"/>
                  </a:lnTo>
                  <a:cubicBezTo>
                    <a:pt x="521335" y="86995"/>
                    <a:pt x="521335" y="90170"/>
                    <a:pt x="521335" y="91440"/>
                  </a:cubicBezTo>
                  <a:cubicBezTo>
                    <a:pt x="521335" y="92710"/>
                    <a:pt x="521970" y="93345"/>
                    <a:pt x="522605" y="94615"/>
                  </a:cubicBezTo>
                  <a:cubicBezTo>
                    <a:pt x="523240" y="95250"/>
                    <a:pt x="523875" y="95885"/>
                    <a:pt x="525145" y="95885"/>
                  </a:cubicBezTo>
                  <a:cubicBezTo>
                    <a:pt x="526415" y="95885"/>
                    <a:pt x="527685" y="95885"/>
                    <a:pt x="528955" y="95885"/>
                  </a:cubicBezTo>
                  <a:cubicBezTo>
                    <a:pt x="530860" y="95885"/>
                    <a:pt x="532765" y="95885"/>
                    <a:pt x="535305" y="95250"/>
                  </a:cubicBezTo>
                  <a:cubicBezTo>
                    <a:pt x="537210" y="94615"/>
                    <a:pt x="539115" y="93980"/>
                    <a:pt x="540385" y="93345"/>
                  </a:cubicBezTo>
                  <a:lnTo>
                    <a:pt x="538480" y="106680"/>
                  </a:lnTo>
                  <a:cubicBezTo>
                    <a:pt x="538480" y="106680"/>
                    <a:pt x="534670" y="108585"/>
                    <a:pt x="532130" y="109220"/>
                  </a:cubicBezTo>
                  <a:cubicBezTo>
                    <a:pt x="529590" y="109855"/>
                    <a:pt x="527050" y="110490"/>
                    <a:pt x="523875" y="110490"/>
                  </a:cubicBezTo>
                  <a:cubicBezTo>
                    <a:pt x="521335" y="110490"/>
                    <a:pt x="518795" y="110490"/>
                    <a:pt x="516890" y="109220"/>
                  </a:cubicBezTo>
                  <a:cubicBezTo>
                    <a:pt x="514985" y="108585"/>
                    <a:pt x="513080" y="107315"/>
                    <a:pt x="511175" y="105410"/>
                  </a:cubicBezTo>
                  <a:cubicBezTo>
                    <a:pt x="509270" y="103505"/>
                    <a:pt x="508000" y="101600"/>
                    <a:pt x="507365" y="99060"/>
                  </a:cubicBezTo>
                  <a:cubicBezTo>
                    <a:pt x="506730" y="96520"/>
                    <a:pt x="506095" y="93345"/>
                    <a:pt x="506095" y="89535"/>
                  </a:cubicBezTo>
                  <a:lnTo>
                    <a:pt x="506095" y="44450"/>
                  </a:lnTo>
                  <a:lnTo>
                    <a:pt x="495300" y="44450"/>
                  </a:lnTo>
                  <a:lnTo>
                    <a:pt x="495300" y="30480"/>
                  </a:lnTo>
                  <a:lnTo>
                    <a:pt x="506095" y="30480"/>
                  </a:lnTo>
                  <a:lnTo>
                    <a:pt x="506095" y="8255"/>
                  </a:lnTo>
                  <a:close/>
                  <a:moveTo>
                    <a:pt x="466724" y="0"/>
                  </a:moveTo>
                  <a:lnTo>
                    <a:pt x="466724" y="30480"/>
                  </a:lnTo>
                  <a:lnTo>
                    <a:pt x="485774" y="30480"/>
                  </a:lnTo>
                  <a:lnTo>
                    <a:pt x="485774" y="44450"/>
                  </a:lnTo>
                  <a:lnTo>
                    <a:pt x="466724" y="44450"/>
                  </a:lnTo>
                  <a:lnTo>
                    <a:pt x="466724" y="86995"/>
                  </a:lnTo>
                  <a:cubicBezTo>
                    <a:pt x="466724" y="86995"/>
                    <a:pt x="466724" y="90170"/>
                    <a:pt x="466724" y="91440"/>
                  </a:cubicBezTo>
                  <a:cubicBezTo>
                    <a:pt x="466724" y="92710"/>
                    <a:pt x="467359" y="93345"/>
                    <a:pt x="467994" y="94615"/>
                  </a:cubicBezTo>
                  <a:cubicBezTo>
                    <a:pt x="468629" y="95250"/>
                    <a:pt x="469264" y="95885"/>
                    <a:pt x="470534" y="95885"/>
                  </a:cubicBezTo>
                  <a:cubicBezTo>
                    <a:pt x="471804" y="95885"/>
                    <a:pt x="473074" y="95885"/>
                    <a:pt x="474344" y="95885"/>
                  </a:cubicBezTo>
                  <a:cubicBezTo>
                    <a:pt x="476249" y="95885"/>
                    <a:pt x="478154" y="95885"/>
                    <a:pt x="480694" y="95250"/>
                  </a:cubicBezTo>
                  <a:cubicBezTo>
                    <a:pt x="482599" y="94615"/>
                    <a:pt x="484504" y="93980"/>
                    <a:pt x="485774" y="93345"/>
                  </a:cubicBezTo>
                  <a:lnTo>
                    <a:pt x="483869" y="106680"/>
                  </a:lnTo>
                  <a:cubicBezTo>
                    <a:pt x="483869" y="106680"/>
                    <a:pt x="480059" y="108585"/>
                    <a:pt x="477519" y="109220"/>
                  </a:cubicBezTo>
                  <a:cubicBezTo>
                    <a:pt x="474979" y="109855"/>
                    <a:pt x="472439" y="110490"/>
                    <a:pt x="469264" y="110490"/>
                  </a:cubicBezTo>
                  <a:cubicBezTo>
                    <a:pt x="466724" y="110490"/>
                    <a:pt x="464184" y="110490"/>
                    <a:pt x="462279" y="109220"/>
                  </a:cubicBezTo>
                  <a:cubicBezTo>
                    <a:pt x="460374" y="108585"/>
                    <a:pt x="458469" y="107315"/>
                    <a:pt x="456564" y="105410"/>
                  </a:cubicBezTo>
                  <a:cubicBezTo>
                    <a:pt x="454659" y="103505"/>
                    <a:pt x="453389" y="101600"/>
                    <a:pt x="452754" y="99060"/>
                  </a:cubicBezTo>
                  <a:cubicBezTo>
                    <a:pt x="452119" y="96520"/>
                    <a:pt x="451484" y="93345"/>
                    <a:pt x="451484" y="89535"/>
                  </a:cubicBezTo>
                  <a:lnTo>
                    <a:pt x="451484" y="44450"/>
                  </a:lnTo>
                  <a:lnTo>
                    <a:pt x="440689" y="44450"/>
                  </a:lnTo>
                  <a:lnTo>
                    <a:pt x="440689" y="30480"/>
                  </a:lnTo>
                  <a:lnTo>
                    <a:pt x="451484" y="30480"/>
                  </a:lnTo>
                  <a:lnTo>
                    <a:pt x="451484" y="8255"/>
                  </a:lnTo>
                  <a:close/>
                  <a:moveTo>
                    <a:pt x="302259" y="0"/>
                  </a:moveTo>
                  <a:lnTo>
                    <a:pt x="302259" y="37465"/>
                  </a:lnTo>
                  <a:cubicBezTo>
                    <a:pt x="302259" y="37465"/>
                    <a:pt x="305434" y="34925"/>
                    <a:pt x="306704" y="33655"/>
                  </a:cubicBezTo>
                  <a:cubicBezTo>
                    <a:pt x="307974" y="33020"/>
                    <a:pt x="309244" y="31750"/>
                    <a:pt x="310514" y="31115"/>
                  </a:cubicBezTo>
                  <a:cubicBezTo>
                    <a:pt x="311784" y="30480"/>
                    <a:pt x="313689" y="29845"/>
                    <a:pt x="315594" y="29210"/>
                  </a:cubicBezTo>
                  <a:cubicBezTo>
                    <a:pt x="317499" y="29210"/>
                    <a:pt x="320039" y="28575"/>
                    <a:pt x="322579" y="28575"/>
                  </a:cubicBezTo>
                  <a:cubicBezTo>
                    <a:pt x="327024" y="28575"/>
                    <a:pt x="330834" y="29210"/>
                    <a:pt x="334644" y="31115"/>
                  </a:cubicBezTo>
                  <a:cubicBezTo>
                    <a:pt x="338454" y="32385"/>
                    <a:pt x="341629" y="34925"/>
                    <a:pt x="344169" y="38735"/>
                  </a:cubicBezTo>
                  <a:cubicBezTo>
                    <a:pt x="346709" y="41910"/>
                    <a:pt x="349249" y="46355"/>
                    <a:pt x="350519" y="51435"/>
                  </a:cubicBezTo>
                  <a:cubicBezTo>
                    <a:pt x="351789" y="56515"/>
                    <a:pt x="353059" y="62865"/>
                    <a:pt x="353059" y="70485"/>
                  </a:cubicBezTo>
                  <a:lnTo>
                    <a:pt x="352424" y="71120"/>
                  </a:lnTo>
                  <a:cubicBezTo>
                    <a:pt x="352424" y="77470"/>
                    <a:pt x="351789" y="83820"/>
                    <a:pt x="349884" y="88265"/>
                  </a:cubicBezTo>
                  <a:cubicBezTo>
                    <a:pt x="347979" y="93345"/>
                    <a:pt x="346074" y="97155"/>
                    <a:pt x="342899" y="100330"/>
                  </a:cubicBezTo>
                  <a:cubicBezTo>
                    <a:pt x="340359" y="103505"/>
                    <a:pt x="336549" y="106045"/>
                    <a:pt x="333374" y="107315"/>
                  </a:cubicBezTo>
                  <a:cubicBezTo>
                    <a:pt x="329564" y="109220"/>
                    <a:pt x="325754" y="109855"/>
                    <a:pt x="321944" y="109855"/>
                  </a:cubicBezTo>
                  <a:cubicBezTo>
                    <a:pt x="318134" y="109855"/>
                    <a:pt x="314324" y="109220"/>
                    <a:pt x="311149" y="107315"/>
                  </a:cubicBezTo>
                  <a:cubicBezTo>
                    <a:pt x="307339" y="105410"/>
                    <a:pt x="304799" y="103505"/>
                    <a:pt x="302259" y="100965"/>
                  </a:cubicBezTo>
                  <a:lnTo>
                    <a:pt x="302259" y="107950"/>
                  </a:lnTo>
                  <a:lnTo>
                    <a:pt x="287019" y="107950"/>
                  </a:lnTo>
                  <a:lnTo>
                    <a:pt x="287019" y="7620"/>
                  </a:lnTo>
                  <a:close/>
                </a:path>
              </a:pathLst>
            </a:custGeom>
            <a:solidFill>
              <a:srgbClr val="FFFFFF"/>
            </a:solidFill>
            <a:ln w="63500" cap="flat">
              <a:noFill/>
              <a:prstDash val="solid"/>
              <a:miter/>
            </a:ln>
          </p:spPr>
          <p:txBody>
            <a:bodyPr rtlCol="0" anchor="ctr"/>
            <a:lstStyle/>
            <a:p>
              <a:endParaRPr lang="en-US"/>
            </a:p>
          </p:txBody>
        </p:sp>
      </p:grpSp>
      <p:sp>
        <p:nvSpPr>
          <p:cNvPr id="28" name="Subtitle 2">
            <a:extLst>
              <a:ext uri="{FF2B5EF4-FFF2-40B4-BE49-F238E27FC236}">
                <a16:creationId xmlns:a16="http://schemas.microsoft.com/office/drawing/2014/main" id="{632E76BF-46D5-8E94-88AA-4783DD302E89}"/>
              </a:ext>
            </a:extLst>
          </p:cNvPr>
          <p:cNvSpPr>
            <a:spLocks noGrp="1"/>
          </p:cNvSpPr>
          <p:nvPr>
            <p:ph type="subTitle" idx="1" hasCustomPrompt="1"/>
          </p:nvPr>
        </p:nvSpPr>
        <p:spPr>
          <a:xfrm>
            <a:off x="889762" y="4436485"/>
            <a:ext cx="4907628" cy="511939"/>
          </a:xfrm>
        </p:spPr>
        <p:txBody>
          <a:bodyPr wrap="square">
            <a:noAutofit/>
          </a:bodyPr>
          <a:lstStyle>
            <a:lvl1pPr marL="0" indent="0" algn="l">
              <a:buNone/>
              <a:defRPr lang="en-GB" sz="1600" kern="1200" dirty="0">
                <a:solidFill>
                  <a:schemeClr val="bg1"/>
                </a:solidFill>
                <a:latin typeface="EYInterstate Regular" panose="02000503020000020004" pitchFamily="2" charset="0"/>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29" name="Title 4">
            <a:extLst>
              <a:ext uri="{FF2B5EF4-FFF2-40B4-BE49-F238E27FC236}">
                <a16:creationId xmlns:a16="http://schemas.microsoft.com/office/drawing/2014/main" id="{1F7B1FDC-B90E-6693-A750-B9BA4B535E8A}"/>
              </a:ext>
            </a:extLst>
          </p:cNvPr>
          <p:cNvSpPr>
            <a:spLocks noGrp="1"/>
          </p:cNvSpPr>
          <p:nvPr>
            <p:ph type="title"/>
          </p:nvPr>
        </p:nvSpPr>
        <p:spPr>
          <a:xfrm>
            <a:off x="889762" y="2698751"/>
            <a:ext cx="4906009" cy="1654043"/>
          </a:xfrm>
        </p:spPr>
        <p:txBody>
          <a:bodyPr anchor="t">
            <a:noAutofit/>
          </a:bodyPr>
          <a:lstStyle>
            <a:lvl1pPr>
              <a:defRPr sz="4200" b="1" i="0">
                <a:solidFill>
                  <a:schemeClr val="bg1"/>
                </a:solidFill>
                <a:latin typeface="EYInterstate Regular" panose="02000503020000020004" pitchFamily="2" charset="0"/>
              </a:defRPr>
            </a:lvl1pPr>
          </a:lstStyle>
          <a:p>
            <a:r>
              <a:rPr lang="en-GB"/>
              <a:t>Click to edit Master title style</a:t>
            </a:r>
            <a:endParaRPr lang="en-US"/>
          </a:p>
        </p:txBody>
      </p:sp>
      <p:sp>
        <p:nvSpPr>
          <p:cNvPr id="30" name="Text Placeholder 288">
            <a:extLst>
              <a:ext uri="{FF2B5EF4-FFF2-40B4-BE49-F238E27FC236}">
                <a16:creationId xmlns:a16="http://schemas.microsoft.com/office/drawing/2014/main" id="{1673B89D-F206-B9D2-CDB7-BDE045C7447F}"/>
              </a:ext>
            </a:extLst>
          </p:cNvPr>
          <p:cNvSpPr>
            <a:spLocks noGrp="1"/>
          </p:cNvSpPr>
          <p:nvPr>
            <p:ph type="body" sz="quarter" idx="10"/>
          </p:nvPr>
        </p:nvSpPr>
        <p:spPr>
          <a:xfrm>
            <a:off x="889762" y="5047485"/>
            <a:ext cx="4906010" cy="246221"/>
          </a:xfrm>
        </p:spPr>
        <p:txBody>
          <a:bodyPr wrap="square">
            <a:spAutoFit/>
          </a:bodyPr>
          <a:lstStyle>
            <a:lvl1pPr marL="0" indent="0">
              <a:buNone/>
              <a:defRPr sz="1600" b="1">
                <a:latin typeface="EYInterstate Regular" panose="02000503020000020004" pitchFamily="2" charset="0"/>
              </a:defRPr>
            </a:lvl1pPr>
            <a:lvl2pPr marL="252000" indent="0">
              <a:buNone/>
              <a:defRPr sz="1600" b="1">
                <a:latin typeface="+mj-lt"/>
              </a:defRPr>
            </a:lvl2pPr>
            <a:lvl3pPr marL="504000" indent="0">
              <a:buNone/>
              <a:defRPr sz="1600" b="1">
                <a:latin typeface="+mj-lt"/>
              </a:defRPr>
            </a:lvl3pPr>
            <a:lvl4pPr marL="756000" indent="0">
              <a:buNone/>
              <a:defRPr sz="1600" b="1">
                <a:latin typeface="+mj-lt"/>
              </a:defRPr>
            </a:lvl4pPr>
            <a:lvl5pPr marL="1008000" indent="0">
              <a:buNone/>
              <a:defRPr sz="1600" b="1">
                <a:latin typeface="+mj-lt"/>
              </a:defRPr>
            </a:lvl5pPr>
          </a:lstStyle>
          <a:p>
            <a:pPr lvl="0"/>
            <a:r>
              <a:rPr lang="en-GB"/>
              <a:t>Click to edit Master text styles</a:t>
            </a:r>
          </a:p>
        </p:txBody>
      </p:sp>
      <p:grpSp>
        <p:nvGrpSpPr>
          <p:cNvPr id="2" name="Group 1">
            <a:extLst>
              <a:ext uri="{FF2B5EF4-FFF2-40B4-BE49-F238E27FC236}">
                <a16:creationId xmlns:a16="http://schemas.microsoft.com/office/drawing/2014/main" id="{166D7E4E-2A81-A5AB-16CA-DBCEFBD59141}"/>
              </a:ext>
            </a:extLst>
          </p:cNvPr>
          <p:cNvGrpSpPr/>
          <p:nvPr userDrawn="1"/>
        </p:nvGrpSpPr>
        <p:grpSpPr>
          <a:xfrm>
            <a:off x="485774" y="1291008"/>
            <a:ext cx="5706110" cy="4360545"/>
            <a:chOff x="485774" y="1291008"/>
            <a:chExt cx="5706110" cy="4360545"/>
          </a:xfrm>
        </p:grpSpPr>
        <p:sp>
          <p:nvSpPr>
            <p:cNvPr id="26" name="Freeform 25">
              <a:extLst>
                <a:ext uri="{FF2B5EF4-FFF2-40B4-BE49-F238E27FC236}">
                  <a16:creationId xmlns:a16="http://schemas.microsoft.com/office/drawing/2014/main" id="{F7E50E80-DFF0-E065-898F-1AFD970459B6}"/>
                </a:ext>
              </a:extLst>
            </p:cNvPr>
            <p:cNvSpPr/>
            <p:nvPr userDrawn="1"/>
          </p:nvSpPr>
          <p:spPr>
            <a:xfrm>
              <a:off x="485774" y="5549953"/>
              <a:ext cx="508000" cy="101600"/>
            </a:xfrm>
            <a:custGeom>
              <a:avLst/>
              <a:gdLst>
                <a:gd name="connsiteX0" fmla="*/ 406400 w 508000"/>
                <a:gd name="connsiteY0" fmla="*/ 0 h 101600"/>
                <a:gd name="connsiteX1" fmla="*/ 508000 w 508000"/>
                <a:gd name="connsiteY1" fmla="*/ 0 h 101600"/>
                <a:gd name="connsiteX2" fmla="*/ 508000 w 508000"/>
                <a:gd name="connsiteY2" fmla="*/ 101600 h 101600"/>
                <a:gd name="connsiteX3" fmla="*/ 406400 w 508000"/>
                <a:gd name="connsiteY3" fmla="*/ 101600 h 101600"/>
                <a:gd name="connsiteX4" fmla="*/ 203200 w 508000"/>
                <a:gd name="connsiteY4" fmla="*/ 0 h 101600"/>
                <a:gd name="connsiteX5" fmla="*/ 304800 w 508000"/>
                <a:gd name="connsiteY5" fmla="*/ 0 h 101600"/>
                <a:gd name="connsiteX6" fmla="*/ 304800 w 508000"/>
                <a:gd name="connsiteY6" fmla="*/ 101600 h 101600"/>
                <a:gd name="connsiteX7" fmla="*/ 203200 w 508000"/>
                <a:gd name="connsiteY7" fmla="*/ 101600 h 101600"/>
                <a:gd name="connsiteX8" fmla="*/ 0 w 508000"/>
                <a:gd name="connsiteY8" fmla="*/ 0 h 101600"/>
                <a:gd name="connsiteX9" fmla="*/ 101600 w 508000"/>
                <a:gd name="connsiteY9" fmla="*/ 0 h 101600"/>
                <a:gd name="connsiteX10" fmla="*/ 101600 w 508000"/>
                <a:gd name="connsiteY10" fmla="*/ 101600 h 101600"/>
                <a:gd name="connsiteX11" fmla="*/ 0 w 508000"/>
                <a:gd name="connsiteY11" fmla="*/ 101600 h 10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8000" h="101600">
                  <a:moveTo>
                    <a:pt x="406400" y="0"/>
                  </a:moveTo>
                  <a:lnTo>
                    <a:pt x="508000" y="0"/>
                  </a:lnTo>
                  <a:lnTo>
                    <a:pt x="508000" y="101600"/>
                  </a:lnTo>
                  <a:lnTo>
                    <a:pt x="406400" y="101600"/>
                  </a:lnTo>
                  <a:close/>
                  <a:moveTo>
                    <a:pt x="203200" y="0"/>
                  </a:moveTo>
                  <a:lnTo>
                    <a:pt x="304800" y="0"/>
                  </a:lnTo>
                  <a:lnTo>
                    <a:pt x="304800" y="101600"/>
                  </a:lnTo>
                  <a:lnTo>
                    <a:pt x="203200" y="101600"/>
                  </a:lnTo>
                  <a:close/>
                  <a:moveTo>
                    <a:pt x="0" y="0"/>
                  </a:moveTo>
                  <a:lnTo>
                    <a:pt x="101600" y="0"/>
                  </a:lnTo>
                  <a:lnTo>
                    <a:pt x="101600" y="101600"/>
                  </a:lnTo>
                  <a:lnTo>
                    <a:pt x="0" y="101600"/>
                  </a:lnTo>
                  <a:close/>
                </a:path>
              </a:pathLst>
            </a:custGeom>
            <a:solidFill>
              <a:schemeClr val="tx2"/>
            </a:solidFill>
            <a:ln w="63500" cap="flat">
              <a:noFill/>
              <a:prstDash val="solid"/>
              <a:miter/>
            </a:ln>
          </p:spPr>
          <p:txBody>
            <a:bodyPr rtlCol="0" anchor="ctr"/>
            <a:lstStyle/>
            <a:p>
              <a:endParaRPr lang="en-US"/>
            </a:p>
          </p:txBody>
        </p:sp>
        <p:sp>
          <p:nvSpPr>
            <p:cNvPr id="4" name="Freeform 3">
              <a:extLst>
                <a:ext uri="{FF2B5EF4-FFF2-40B4-BE49-F238E27FC236}">
                  <a16:creationId xmlns:a16="http://schemas.microsoft.com/office/drawing/2014/main" id="{7E9D0337-F340-664F-6A13-B03AA4BA4F82}"/>
                </a:ext>
              </a:extLst>
            </p:cNvPr>
            <p:cNvSpPr/>
            <p:nvPr userDrawn="1"/>
          </p:nvSpPr>
          <p:spPr>
            <a:xfrm>
              <a:off x="485775" y="1291008"/>
              <a:ext cx="5706109" cy="4359275"/>
            </a:xfrm>
            <a:custGeom>
              <a:avLst/>
              <a:gdLst>
                <a:gd name="connsiteX0" fmla="*/ 0 w 5706109"/>
                <a:gd name="connsiteY0" fmla="*/ 4157346 h 4359275"/>
                <a:gd name="connsiteX1" fmla="*/ 101600 w 5706109"/>
                <a:gd name="connsiteY1" fmla="*/ 4157346 h 4359275"/>
                <a:gd name="connsiteX2" fmla="*/ 101600 w 5706109"/>
                <a:gd name="connsiteY2" fmla="*/ 1075055 h 4359275"/>
                <a:gd name="connsiteX3" fmla="*/ 101600 w 5706109"/>
                <a:gd name="connsiteY3" fmla="*/ 1075055 h 4359275"/>
                <a:gd name="connsiteX4" fmla="*/ 191770 w 5706109"/>
                <a:gd name="connsiteY4" fmla="*/ 1059180 h 4359275"/>
                <a:gd name="connsiteX5" fmla="*/ 861060 w 5706109"/>
                <a:gd name="connsiteY5" fmla="*/ 942975 h 4359275"/>
                <a:gd name="connsiteX6" fmla="*/ 1195705 w 5706109"/>
                <a:gd name="connsiteY6" fmla="*/ 885190 h 4359275"/>
                <a:gd name="connsiteX7" fmla="*/ 1362710 w 5706109"/>
                <a:gd name="connsiteY7" fmla="*/ 855980 h 4359275"/>
                <a:gd name="connsiteX8" fmla="*/ 1529715 w 5706109"/>
                <a:gd name="connsiteY8" fmla="*/ 826770 h 4359275"/>
                <a:gd name="connsiteX9" fmla="*/ 1864360 w 5706109"/>
                <a:gd name="connsiteY9" fmla="*/ 768985 h 4359275"/>
                <a:gd name="connsiteX10" fmla="*/ 2031365 w 5706109"/>
                <a:gd name="connsiteY10" fmla="*/ 739775 h 4359275"/>
                <a:gd name="connsiteX11" fmla="*/ 2198370 w 5706109"/>
                <a:gd name="connsiteY11" fmla="*/ 710565 h 4359275"/>
                <a:gd name="connsiteX12" fmla="*/ 2365375 w 5706109"/>
                <a:gd name="connsiteY12" fmla="*/ 681355 h 4359275"/>
                <a:gd name="connsiteX13" fmla="*/ 2532380 w 5706109"/>
                <a:gd name="connsiteY13" fmla="*/ 652145 h 4359275"/>
                <a:gd name="connsiteX14" fmla="*/ 2699385 w 5706109"/>
                <a:gd name="connsiteY14" fmla="*/ 622935 h 4359275"/>
                <a:gd name="connsiteX15" fmla="*/ 2866390 w 5706109"/>
                <a:gd name="connsiteY15" fmla="*/ 593725 h 4359275"/>
                <a:gd name="connsiteX16" fmla="*/ 5461000 w 5706109"/>
                <a:gd name="connsiteY16" fmla="*/ 144145 h 4359275"/>
                <a:gd name="connsiteX17" fmla="*/ 5602605 w 5706109"/>
                <a:gd name="connsiteY17" fmla="*/ 119380 h 4359275"/>
                <a:gd name="connsiteX18" fmla="*/ 5602605 w 5706109"/>
                <a:gd name="connsiteY18" fmla="*/ 119380 h 4359275"/>
                <a:gd name="connsiteX19" fmla="*/ 5602605 w 5706109"/>
                <a:gd name="connsiteY19" fmla="*/ 4257676 h 4359275"/>
                <a:gd name="connsiteX20" fmla="*/ 609600 w 5706109"/>
                <a:gd name="connsiteY20" fmla="*/ 4257676 h 4359275"/>
                <a:gd name="connsiteX21" fmla="*/ 609600 w 5706109"/>
                <a:gd name="connsiteY21" fmla="*/ 4359276 h 4359275"/>
                <a:gd name="connsiteX22" fmla="*/ 5706110 w 5706109"/>
                <a:gd name="connsiteY22" fmla="*/ 4359276 h 4359275"/>
                <a:gd name="connsiteX23" fmla="*/ 5706110 w 5706109"/>
                <a:gd name="connsiteY23" fmla="*/ 0 h 4359275"/>
                <a:gd name="connsiteX24" fmla="*/ 5704840 w 5706109"/>
                <a:gd name="connsiteY24" fmla="*/ 0 h 4359275"/>
                <a:gd name="connsiteX25" fmla="*/ 5445760 w 5706109"/>
                <a:gd name="connsiteY25" fmla="*/ 45085 h 4359275"/>
                <a:gd name="connsiteX26" fmla="*/ 2851150 w 5706109"/>
                <a:gd name="connsiteY26" fmla="*/ 494665 h 4359275"/>
                <a:gd name="connsiteX27" fmla="*/ 2684145 w 5706109"/>
                <a:gd name="connsiteY27" fmla="*/ 523875 h 4359275"/>
                <a:gd name="connsiteX28" fmla="*/ 2517140 w 5706109"/>
                <a:gd name="connsiteY28" fmla="*/ 553085 h 4359275"/>
                <a:gd name="connsiteX29" fmla="*/ 2350135 w 5706109"/>
                <a:gd name="connsiteY29" fmla="*/ 582295 h 4359275"/>
                <a:gd name="connsiteX30" fmla="*/ 2183130 w 5706109"/>
                <a:gd name="connsiteY30" fmla="*/ 611505 h 4359275"/>
                <a:gd name="connsiteX31" fmla="*/ 2016125 w 5706109"/>
                <a:gd name="connsiteY31" fmla="*/ 640715 h 4359275"/>
                <a:gd name="connsiteX32" fmla="*/ 1849120 w 5706109"/>
                <a:gd name="connsiteY32" fmla="*/ 669925 h 4359275"/>
                <a:gd name="connsiteX33" fmla="*/ 1514475 w 5706109"/>
                <a:gd name="connsiteY33" fmla="*/ 727710 h 4359275"/>
                <a:gd name="connsiteX34" fmla="*/ 1347470 w 5706109"/>
                <a:gd name="connsiteY34" fmla="*/ 756920 h 4359275"/>
                <a:gd name="connsiteX35" fmla="*/ 1180465 w 5706109"/>
                <a:gd name="connsiteY35" fmla="*/ 786130 h 4359275"/>
                <a:gd name="connsiteX36" fmla="*/ 845820 w 5706109"/>
                <a:gd name="connsiteY36" fmla="*/ 843915 h 4359275"/>
                <a:gd name="connsiteX37" fmla="*/ 176530 w 5706109"/>
                <a:gd name="connsiteY37" fmla="*/ 960120 h 4359275"/>
                <a:gd name="connsiteX38" fmla="*/ 3175 w 5706109"/>
                <a:gd name="connsiteY38" fmla="*/ 989965 h 4359275"/>
                <a:gd name="connsiteX39" fmla="*/ 1905 w 5706109"/>
                <a:gd name="connsiteY39" fmla="*/ 989965 h 4359275"/>
                <a:gd name="connsiteX40" fmla="*/ 1905 w 5706109"/>
                <a:gd name="connsiteY40" fmla="*/ 4158616 h 4359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5706109" h="4359275">
                  <a:moveTo>
                    <a:pt x="0" y="4157346"/>
                  </a:moveTo>
                  <a:lnTo>
                    <a:pt x="101600" y="4157346"/>
                  </a:lnTo>
                  <a:lnTo>
                    <a:pt x="101600" y="1075055"/>
                  </a:lnTo>
                  <a:lnTo>
                    <a:pt x="101600" y="1075055"/>
                  </a:lnTo>
                  <a:lnTo>
                    <a:pt x="191770" y="1059180"/>
                  </a:lnTo>
                  <a:lnTo>
                    <a:pt x="861060" y="942975"/>
                  </a:lnTo>
                  <a:lnTo>
                    <a:pt x="1195705" y="885190"/>
                  </a:lnTo>
                  <a:lnTo>
                    <a:pt x="1362710" y="855980"/>
                  </a:lnTo>
                  <a:lnTo>
                    <a:pt x="1529715" y="826770"/>
                  </a:lnTo>
                  <a:lnTo>
                    <a:pt x="1864360" y="768985"/>
                  </a:lnTo>
                  <a:lnTo>
                    <a:pt x="2031365" y="739775"/>
                  </a:lnTo>
                  <a:lnTo>
                    <a:pt x="2198370" y="710565"/>
                  </a:lnTo>
                  <a:lnTo>
                    <a:pt x="2365375" y="681355"/>
                  </a:lnTo>
                  <a:lnTo>
                    <a:pt x="2532380" y="652145"/>
                  </a:lnTo>
                  <a:lnTo>
                    <a:pt x="2699385" y="622935"/>
                  </a:lnTo>
                  <a:lnTo>
                    <a:pt x="2866390" y="593725"/>
                  </a:lnTo>
                  <a:cubicBezTo>
                    <a:pt x="3731260" y="443865"/>
                    <a:pt x="4596130" y="294005"/>
                    <a:pt x="5461000" y="144145"/>
                  </a:cubicBezTo>
                  <a:lnTo>
                    <a:pt x="5602605" y="119380"/>
                  </a:lnTo>
                  <a:lnTo>
                    <a:pt x="5602605" y="119380"/>
                  </a:lnTo>
                  <a:lnTo>
                    <a:pt x="5602605" y="4257676"/>
                  </a:lnTo>
                  <a:lnTo>
                    <a:pt x="609600" y="4257676"/>
                  </a:lnTo>
                  <a:lnTo>
                    <a:pt x="609600" y="4359276"/>
                  </a:lnTo>
                  <a:lnTo>
                    <a:pt x="5706110" y="4359276"/>
                  </a:lnTo>
                  <a:lnTo>
                    <a:pt x="5706110" y="0"/>
                  </a:lnTo>
                  <a:lnTo>
                    <a:pt x="5704840" y="0"/>
                  </a:lnTo>
                  <a:cubicBezTo>
                    <a:pt x="5618480" y="15240"/>
                    <a:pt x="5532120" y="30480"/>
                    <a:pt x="5445760" y="45085"/>
                  </a:cubicBezTo>
                  <a:cubicBezTo>
                    <a:pt x="4580890" y="194945"/>
                    <a:pt x="3716020" y="344805"/>
                    <a:pt x="2851150" y="494665"/>
                  </a:cubicBezTo>
                  <a:lnTo>
                    <a:pt x="2684145" y="523875"/>
                  </a:lnTo>
                  <a:lnTo>
                    <a:pt x="2517140" y="553085"/>
                  </a:lnTo>
                  <a:lnTo>
                    <a:pt x="2350135" y="582295"/>
                  </a:lnTo>
                  <a:lnTo>
                    <a:pt x="2183130" y="611505"/>
                  </a:lnTo>
                  <a:lnTo>
                    <a:pt x="2016125" y="640715"/>
                  </a:lnTo>
                  <a:lnTo>
                    <a:pt x="1849120" y="669925"/>
                  </a:lnTo>
                  <a:lnTo>
                    <a:pt x="1514475" y="727710"/>
                  </a:lnTo>
                  <a:lnTo>
                    <a:pt x="1347470" y="756920"/>
                  </a:lnTo>
                  <a:lnTo>
                    <a:pt x="1180465" y="786130"/>
                  </a:lnTo>
                  <a:lnTo>
                    <a:pt x="845820" y="843915"/>
                  </a:lnTo>
                  <a:lnTo>
                    <a:pt x="176530" y="960120"/>
                  </a:lnTo>
                  <a:lnTo>
                    <a:pt x="3175" y="989965"/>
                  </a:lnTo>
                  <a:lnTo>
                    <a:pt x="1905" y="989965"/>
                  </a:lnTo>
                  <a:lnTo>
                    <a:pt x="1905" y="4158616"/>
                  </a:lnTo>
                  <a:close/>
                </a:path>
              </a:pathLst>
            </a:custGeom>
            <a:gradFill flip="none" rotWithShape="1">
              <a:gsLst>
                <a:gs pos="46000">
                  <a:srgbClr val="FFE600"/>
                </a:gs>
                <a:gs pos="66000">
                  <a:srgbClr val="FF32FF"/>
                </a:gs>
                <a:gs pos="100000">
                  <a:srgbClr val="32FFFF"/>
                </a:gs>
              </a:gsLst>
              <a:lin ang="18600000" scaled="0"/>
              <a:tileRect/>
            </a:gradFill>
            <a:ln w="8181" cap="flat">
              <a:noFill/>
              <a:prstDash val="solid"/>
              <a:miter/>
            </a:ln>
          </p:spPr>
          <p:txBody>
            <a:bodyPr rtlCol="0" anchor="ctr"/>
            <a:lstStyle/>
            <a:p>
              <a:pPr lvl="0"/>
              <a:endParaRPr lang="en-US"/>
            </a:p>
          </p:txBody>
        </p:sp>
      </p:grpSp>
      <p:pic>
        <p:nvPicPr>
          <p:cNvPr id="10" name="Graphic 9">
            <a:extLst>
              <a:ext uri="{FF2B5EF4-FFF2-40B4-BE49-F238E27FC236}">
                <a16:creationId xmlns:a16="http://schemas.microsoft.com/office/drawing/2014/main" id="{7CD4AFD2-1C5D-5DDF-E768-FBFF589B214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752931" y="5425071"/>
            <a:ext cx="2031701" cy="1034813"/>
          </a:xfrm>
          <a:prstGeom prst="rect">
            <a:avLst/>
          </a:prstGeom>
        </p:spPr>
      </p:pic>
    </p:spTree>
    <p:extLst>
      <p:ext uri="{BB962C8B-B14F-4D97-AF65-F5344CB8AC3E}">
        <p14:creationId xmlns:p14="http://schemas.microsoft.com/office/powerpoint/2010/main" val="138674905"/>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Title Slide Frame 2">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7B25F44-CAE3-AE0B-B97B-B0F6E4B43D50}"/>
              </a:ext>
              <a:ext uri="{C183D7F6-B498-43B3-948B-1728B52AA6E4}">
                <adec:decorative xmlns:adec="http://schemas.microsoft.com/office/drawing/2017/decorative" val="1"/>
              </a:ext>
            </a:extLst>
          </p:cNvPr>
          <p:cNvSpPr/>
          <p:nvPr userDrawn="1"/>
        </p:nvSpPr>
        <p:spPr>
          <a:xfrm>
            <a:off x="0" y="0"/>
            <a:ext cx="8386354" cy="6858000"/>
          </a:xfrm>
          <a:prstGeom prst="rect">
            <a:avLst/>
          </a:prstGeom>
          <a:gradFill flip="none" rotWithShape="1">
            <a:gsLst>
              <a:gs pos="0">
                <a:schemeClr val="tx1">
                  <a:lumMod val="0"/>
                  <a:alpha val="0"/>
                </a:schemeClr>
              </a:gs>
              <a:gs pos="95000">
                <a:srgbClr val="000000">
                  <a:alpha val="70000"/>
                </a:srgbClr>
              </a:gs>
            </a:gsLst>
            <a:lin ang="108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endParaRPr lang="en-US" sz="1200" b="1">
              <a:solidFill>
                <a:schemeClr val="tx1"/>
              </a:solidFill>
            </a:endParaRPr>
          </a:p>
        </p:txBody>
      </p:sp>
      <p:grpSp>
        <p:nvGrpSpPr>
          <p:cNvPr id="2" name="Group 1">
            <a:extLst>
              <a:ext uri="{FF2B5EF4-FFF2-40B4-BE49-F238E27FC236}">
                <a16:creationId xmlns:a16="http://schemas.microsoft.com/office/drawing/2014/main" id="{7E7E8938-439A-DB5B-B3DF-7EF202013D57}"/>
              </a:ext>
            </a:extLst>
          </p:cNvPr>
          <p:cNvGrpSpPr/>
          <p:nvPr userDrawn="1"/>
        </p:nvGrpSpPr>
        <p:grpSpPr>
          <a:xfrm>
            <a:off x="485775" y="6164633"/>
            <a:ext cx="4940935" cy="318770"/>
            <a:chOff x="485775" y="6164633"/>
            <a:chExt cx="4940935" cy="318770"/>
          </a:xfrm>
        </p:grpSpPr>
        <p:sp>
          <p:nvSpPr>
            <p:cNvPr id="24" name="Freeform 23">
              <a:extLst>
                <a:ext uri="{FF2B5EF4-FFF2-40B4-BE49-F238E27FC236}">
                  <a16:creationId xmlns:a16="http://schemas.microsoft.com/office/drawing/2014/main" id="{BDF3ED9A-57E4-25C5-BC4E-AC1C77798191}"/>
                </a:ext>
              </a:extLst>
            </p:cNvPr>
            <p:cNvSpPr/>
            <p:nvPr userDrawn="1"/>
          </p:nvSpPr>
          <p:spPr>
            <a:xfrm>
              <a:off x="485775" y="6164633"/>
              <a:ext cx="405765" cy="81280"/>
            </a:xfrm>
            <a:custGeom>
              <a:avLst/>
              <a:gdLst>
                <a:gd name="connsiteX0" fmla="*/ 324485 w 405765"/>
                <a:gd name="connsiteY0" fmla="*/ 0 h 81280"/>
                <a:gd name="connsiteX1" fmla="*/ 405765 w 405765"/>
                <a:gd name="connsiteY1" fmla="*/ 0 h 81280"/>
                <a:gd name="connsiteX2" fmla="*/ 405765 w 405765"/>
                <a:gd name="connsiteY2" fmla="*/ 81280 h 81280"/>
                <a:gd name="connsiteX3" fmla="*/ 324485 w 405765"/>
                <a:gd name="connsiteY3" fmla="*/ 81280 h 81280"/>
                <a:gd name="connsiteX4" fmla="*/ 161925 w 405765"/>
                <a:gd name="connsiteY4" fmla="*/ 0 h 81280"/>
                <a:gd name="connsiteX5" fmla="*/ 243205 w 405765"/>
                <a:gd name="connsiteY5" fmla="*/ 0 h 81280"/>
                <a:gd name="connsiteX6" fmla="*/ 243205 w 405765"/>
                <a:gd name="connsiteY6" fmla="*/ 81280 h 81280"/>
                <a:gd name="connsiteX7" fmla="*/ 161925 w 405765"/>
                <a:gd name="connsiteY7" fmla="*/ 81280 h 81280"/>
                <a:gd name="connsiteX8" fmla="*/ 0 w 405765"/>
                <a:gd name="connsiteY8" fmla="*/ 0 h 81280"/>
                <a:gd name="connsiteX9" fmla="*/ 81280 w 405765"/>
                <a:gd name="connsiteY9" fmla="*/ 0 h 81280"/>
                <a:gd name="connsiteX10" fmla="*/ 81280 w 405765"/>
                <a:gd name="connsiteY10" fmla="*/ 81280 h 81280"/>
                <a:gd name="connsiteX11" fmla="*/ 0 w 405765"/>
                <a:gd name="connsiteY11" fmla="*/ 81280 h 81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05765" h="81280">
                  <a:moveTo>
                    <a:pt x="324485" y="0"/>
                  </a:moveTo>
                  <a:lnTo>
                    <a:pt x="405765" y="0"/>
                  </a:lnTo>
                  <a:lnTo>
                    <a:pt x="405765" y="81280"/>
                  </a:lnTo>
                  <a:lnTo>
                    <a:pt x="324485" y="81280"/>
                  </a:lnTo>
                  <a:close/>
                  <a:moveTo>
                    <a:pt x="161925" y="0"/>
                  </a:moveTo>
                  <a:lnTo>
                    <a:pt x="243205" y="0"/>
                  </a:lnTo>
                  <a:lnTo>
                    <a:pt x="243205" y="81280"/>
                  </a:lnTo>
                  <a:lnTo>
                    <a:pt x="161925" y="81280"/>
                  </a:lnTo>
                  <a:close/>
                  <a:moveTo>
                    <a:pt x="0" y="0"/>
                  </a:moveTo>
                  <a:lnTo>
                    <a:pt x="81280" y="0"/>
                  </a:lnTo>
                  <a:lnTo>
                    <a:pt x="81280" y="81280"/>
                  </a:lnTo>
                  <a:lnTo>
                    <a:pt x="0" y="81280"/>
                  </a:lnTo>
                  <a:close/>
                </a:path>
              </a:pathLst>
            </a:custGeom>
            <a:solidFill>
              <a:srgbClr val="FFE600"/>
            </a:solidFill>
            <a:ln w="63500" cap="flat">
              <a:noFill/>
              <a:prstDash val="solid"/>
              <a:miter/>
            </a:ln>
          </p:spPr>
          <p:txBody>
            <a:bodyPr rtlCol="0" anchor="ctr"/>
            <a:lstStyle/>
            <a:p>
              <a:endParaRPr lang="en-US"/>
            </a:p>
          </p:txBody>
        </p:sp>
        <p:sp>
          <p:nvSpPr>
            <p:cNvPr id="25" name="Freeform 24">
              <a:extLst>
                <a:ext uri="{FF2B5EF4-FFF2-40B4-BE49-F238E27FC236}">
                  <a16:creationId xmlns:a16="http://schemas.microsoft.com/office/drawing/2014/main" id="{F8AD9B21-63CE-8D03-9802-DB2391C6BC13}"/>
                </a:ext>
              </a:extLst>
            </p:cNvPr>
            <p:cNvSpPr/>
            <p:nvPr userDrawn="1"/>
          </p:nvSpPr>
          <p:spPr bwMode="black">
            <a:xfrm>
              <a:off x="485779" y="6344974"/>
              <a:ext cx="4940931" cy="138429"/>
            </a:xfrm>
            <a:custGeom>
              <a:avLst/>
              <a:gdLst>
                <a:gd name="connsiteX0" fmla="*/ 1032512 w 4940931"/>
                <a:gd name="connsiteY0" fmla="*/ 137477 h 138429"/>
                <a:gd name="connsiteX1" fmla="*/ 1032512 w 4940931"/>
                <a:gd name="connsiteY1" fmla="*/ 137794 h 138429"/>
                <a:gd name="connsiteX2" fmla="*/ 1030607 w 4940931"/>
                <a:gd name="connsiteY2" fmla="*/ 138429 h 138429"/>
                <a:gd name="connsiteX3" fmla="*/ 4929501 w 4940931"/>
                <a:gd name="connsiteY3" fmla="*/ 87629 h 138429"/>
                <a:gd name="connsiteX4" fmla="*/ 4933946 w 4940931"/>
                <a:gd name="connsiteY4" fmla="*/ 88264 h 138429"/>
                <a:gd name="connsiteX5" fmla="*/ 4937756 w 4940931"/>
                <a:gd name="connsiteY5" fmla="*/ 90804 h 138429"/>
                <a:gd name="connsiteX6" fmla="*/ 4940296 w 4940931"/>
                <a:gd name="connsiteY6" fmla="*/ 94614 h 138429"/>
                <a:gd name="connsiteX7" fmla="*/ 4940931 w 4940931"/>
                <a:gd name="connsiteY7" fmla="*/ 99059 h 138429"/>
                <a:gd name="connsiteX8" fmla="*/ 4940296 w 4940931"/>
                <a:gd name="connsiteY8" fmla="*/ 103504 h 138429"/>
                <a:gd name="connsiteX9" fmla="*/ 4937756 w 4940931"/>
                <a:gd name="connsiteY9" fmla="*/ 107314 h 138429"/>
                <a:gd name="connsiteX10" fmla="*/ 4933946 w 4940931"/>
                <a:gd name="connsiteY10" fmla="*/ 109854 h 138429"/>
                <a:gd name="connsiteX11" fmla="*/ 4929501 w 4940931"/>
                <a:gd name="connsiteY11" fmla="*/ 110489 h 138429"/>
                <a:gd name="connsiteX12" fmla="*/ 4925056 w 4940931"/>
                <a:gd name="connsiteY12" fmla="*/ 109854 h 138429"/>
                <a:gd name="connsiteX13" fmla="*/ 4921246 w 4940931"/>
                <a:gd name="connsiteY13" fmla="*/ 107314 h 138429"/>
                <a:gd name="connsiteX14" fmla="*/ 4918706 w 4940931"/>
                <a:gd name="connsiteY14" fmla="*/ 103504 h 138429"/>
                <a:gd name="connsiteX15" fmla="*/ 4918071 w 4940931"/>
                <a:gd name="connsiteY15" fmla="*/ 99059 h 138429"/>
                <a:gd name="connsiteX16" fmla="*/ 4918706 w 4940931"/>
                <a:gd name="connsiteY16" fmla="*/ 94614 h 138429"/>
                <a:gd name="connsiteX17" fmla="*/ 4921246 w 4940931"/>
                <a:gd name="connsiteY17" fmla="*/ 90804 h 138429"/>
                <a:gd name="connsiteX18" fmla="*/ 4925056 w 4940931"/>
                <a:gd name="connsiteY18" fmla="*/ 88264 h 138429"/>
                <a:gd name="connsiteX19" fmla="*/ 4929501 w 4940931"/>
                <a:gd name="connsiteY19" fmla="*/ 87629 h 138429"/>
                <a:gd name="connsiteX20" fmla="*/ 3079110 w 4940931"/>
                <a:gd name="connsiteY20" fmla="*/ 87629 h 138429"/>
                <a:gd name="connsiteX21" fmla="*/ 3083555 w 4940931"/>
                <a:gd name="connsiteY21" fmla="*/ 88264 h 138429"/>
                <a:gd name="connsiteX22" fmla="*/ 3087365 w 4940931"/>
                <a:gd name="connsiteY22" fmla="*/ 90804 h 138429"/>
                <a:gd name="connsiteX23" fmla="*/ 3089905 w 4940931"/>
                <a:gd name="connsiteY23" fmla="*/ 94614 h 138429"/>
                <a:gd name="connsiteX24" fmla="*/ 3090540 w 4940931"/>
                <a:gd name="connsiteY24" fmla="*/ 99059 h 138429"/>
                <a:gd name="connsiteX25" fmla="*/ 3089905 w 4940931"/>
                <a:gd name="connsiteY25" fmla="*/ 103504 h 138429"/>
                <a:gd name="connsiteX26" fmla="*/ 3087365 w 4940931"/>
                <a:gd name="connsiteY26" fmla="*/ 107314 h 138429"/>
                <a:gd name="connsiteX27" fmla="*/ 3083555 w 4940931"/>
                <a:gd name="connsiteY27" fmla="*/ 109854 h 138429"/>
                <a:gd name="connsiteX28" fmla="*/ 3079110 w 4940931"/>
                <a:gd name="connsiteY28" fmla="*/ 110489 h 138429"/>
                <a:gd name="connsiteX29" fmla="*/ 3074665 w 4940931"/>
                <a:gd name="connsiteY29" fmla="*/ 109854 h 138429"/>
                <a:gd name="connsiteX30" fmla="*/ 3070855 w 4940931"/>
                <a:gd name="connsiteY30" fmla="*/ 107314 h 138429"/>
                <a:gd name="connsiteX31" fmla="*/ 3068315 w 4940931"/>
                <a:gd name="connsiteY31" fmla="*/ 103504 h 138429"/>
                <a:gd name="connsiteX32" fmla="*/ 3067680 w 4940931"/>
                <a:gd name="connsiteY32" fmla="*/ 99059 h 138429"/>
                <a:gd name="connsiteX33" fmla="*/ 3068315 w 4940931"/>
                <a:gd name="connsiteY33" fmla="*/ 94614 h 138429"/>
                <a:gd name="connsiteX34" fmla="*/ 3070855 w 4940931"/>
                <a:gd name="connsiteY34" fmla="*/ 90804 h 138429"/>
                <a:gd name="connsiteX35" fmla="*/ 3074665 w 4940931"/>
                <a:gd name="connsiteY35" fmla="*/ 88264 h 138429"/>
                <a:gd name="connsiteX36" fmla="*/ 3079110 w 4940931"/>
                <a:gd name="connsiteY36" fmla="*/ 87629 h 138429"/>
                <a:gd name="connsiteX37" fmla="*/ 1565275 w 4940931"/>
                <a:gd name="connsiteY37" fmla="*/ 87629 h 138429"/>
                <a:gd name="connsiteX38" fmla="*/ 1569720 w 4940931"/>
                <a:gd name="connsiteY38" fmla="*/ 88264 h 138429"/>
                <a:gd name="connsiteX39" fmla="*/ 1573529 w 4940931"/>
                <a:gd name="connsiteY39" fmla="*/ 90804 h 138429"/>
                <a:gd name="connsiteX40" fmla="*/ 1576069 w 4940931"/>
                <a:gd name="connsiteY40" fmla="*/ 94614 h 138429"/>
                <a:gd name="connsiteX41" fmla="*/ 1576705 w 4940931"/>
                <a:gd name="connsiteY41" fmla="*/ 99059 h 138429"/>
                <a:gd name="connsiteX42" fmla="*/ 1576069 w 4940931"/>
                <a:gd name="connsiteY42" fmla="*/ 103504 h 138429"/>
                <a:gd name="connsiteX43" fmla="*/ 1573529 w 4940931"/>
                <a:gd name="connsiteY43" fmla="*/ 107314 h 138429"/>
                <a:gd name="connsiteX44" fmla="*/ 1569720 w 4940931"/>
                <a:gd name="connsiteY44" fmla="*/ 109854 h 138429"/>
                <a:gd name="connsiteX45" fmla="*/ 1565275 w 4940931"/>
                <a:gd name="connsiteY45" fmla="*/ 110489 h 138429"/>
                <a:gd name="connsiteX46" fmla="*/ 1560830 w 4940931"/>
                <a:gd name="connsiteY46" fmla="*/ 109854 h 138429"/>
                <a:gd name="connsiteX47" fmla="*/ 1557020 w 4940931"/>
                <a:gd name="connsiteY47" fmla="*/ 107314 h 138429"/>
                <a:gd name="connsiteX48" fmla="*/ 1554479 w 4940931"/>
                <a:gd name="connsiteY48" fmla="*/ 103504 h 138429"/>
                <a:gd name="connsiteX49" fmla="*/ 1553844 w 4940931"/>
                <a:gd name="connsiteY49" fmla="*/ 99059 h 138429"/>
                <a:gd name="connsiteX50" fmla="*/ 1554479 w 4940931"/>
                <a:gd name="connsiteY50" fmla="*/ 94614 h 138429"/>
                <a:gd name="connsiteX51" fmla="*/ 1557020 w 4940931"/>
                <a:gd name="connsiteY51" fmla="*/ 90804 h 138429"/>
                <a:gd name="connsiteX52" fmla="*/ 1560830 w 4940931"/>
                <a:gd name="connsiteY52" fmla="*/ 88264 h 138429"/>
                <a:gd name="connsiteX53" fmla="*/ 1565275 w 4940931"/>
                <a:gd name="connsiteY53" fmla="*/ 87629 h 138429"/>
                <a:gd name="connsiteX54" fmla="*/ 2642230 w 4940931"/>
                <a:gd name="connsiteY54" fmla="*/ 73024 h 138429"/>
                <a:gd name="connsiteX55" fmla="*/ 2630800 w 4940931"/>
                <a:gd name="connsiteY55" fmla="*/ 76199 h 138429"/>
                <a:gd name="connsiteX56" fmla="*/ 2626355 w 4940931"/>
                <a:gd name="connsiteY56" fmla="*/ 84454 h 138429"/>
                <a:gd name="connsiteX57" fmla="*/ 2627625 w 4940931"/>
                <a:gd name="connsiteY57" fmla="*/ 90169 h 138429"/>
                <a:gd name="connsiteX58" fmla="*/ 2630800 w 4940931"/>
                <a:gd name="connsiteY58" fmla="*/ 93979 h 138429"/>
                <a:gd name="connsiteX59" fmla="*/ 2635245 w 4940931"/>
                <a:gd name="connsiteY59" fmla="*/ 96519 h 138429"/>
                <a:gd name="connsiteX60" fmla="*/ 2641595 w 4940931"/>
                <a:gd name="connsiteY60" fmla="*/ 97154 h 138429"/>
                <a:gd name="connsiteX61" fmla="*/ 2647310 w 4940931"/>
                <a:gd name="connsiteY61" fmla="*/ 96519 h 138429"/>
                <a:gd name="connsiteX62" fmla="*/ 2652390 w 4940931"/>
                <a:gd name="connsiteY62" fmla="*/ 93979 h 138429"/>
                <a:gd name="connsiteX63" fmla="*/ 2656835 w 4940931"/>
                <a:gd name="connsiteY63" fmla="*/ 90804 h 138429"/>
                <a:gd name="connsiteX64" fmla="*/ 2660010 w 4940931"/>
                <a:gd name="connsiteY64" fmla="*/ 86994 h 138429"/>
                <a:gd name="connsiteX65" fmla="*/ 2660010 w 4940931"/>
                <a:gd name="connsiteY65" fmla="*/ 75564 h 138429"/>
                <a:gd name="connsiteX66" fmla="*/ 2656200 w 4940931"/>
                <a:gd name="connsiteY66" fmla="*/ 74294 h 138429"/>
                <a:gd name="connsiteX67" fmla="*/ 2652390 w 4940931"/>
                <a:gd name="connsiteY67" fmla="*/ 73659 h 138429"/>
                <a:gd name="connsiteX68" fmla="*/ 2647945 w 4940931"/>
                <a:gd name="connsiteY68" fmla="*/ 73024 h 138429"/>
                <a:gd name="connsiteX69" fmla="*/ 2642230 w 4940931"/>
                <a:gd name="connsiteY69" fmla="*/ 73024 h 138429"/>
                <a:gd name="connsiteX70" fmla="*/ 4664706 w 4940931"/>
                <a:gd name="connsiteY70" fmla="*/ 43814 h 138429"/>
                <a:gd name="connsiteX71" fmla="*/ 4657086 w 4940931"/>
                <a:gd name="connsiteY71" fmla="*/ 45719 h 138429"/>
                <a:gd name="connsiteX72" fmla="*/ 4651371 w 4940931"/>
                <a:gd name="connsiteY72" fmla="*/ 50799 h 138429"/>
                <a:gd name="connsiteX73" fmla="*/ 4647561 w 4940931"/>
                <a:gd name="connsiteY73" fmla="*/ 59054 h 138429"/>
                <a:gd name="connsiteX74" fmla="*/ 4646291 w 4940931"/>
                <a:gd name="connsiteY74" fmla="*/ 69849 h 138429"/>
                <a:gd name="connsiteX75" fmla="*/ 4647561 w 4940931"/>
                <a:gd name="connsiteY75" fmla="*/ 81279 h 138429"/>
                <a:gd name="connsiteX76" fmla="*/ 4651371 w 4940931"/>
                <a:gd name="connsiteY76" fmla="*/ 89534 h 138429"/>
                <a:gd name="connsiteX77" fmla="*/ 4657721 w 4940931"/>
                <a:gd name="connsiteY77" fmla="*/ 94614 h 138429"/>
                <a:gd name="connsiteX78" fmla="*/ 4665341 w 4940931"/>
                <a:gd name="connsiteY78" fmla="*/ 96519 h 138429"/>
                <a:gd name="connsiteX79" fmla="*/ 4672961 w 4940931"/>
                <a:gd name="connsiteY79" fmla="*/ 94614 h 138429"/>
                <a:gd name="connsiteX80" fmla="*/ 4678676 w 4940931"/>
                <a:gd name="connsiteY80" fmla="*/ 88899 h 138429"/>
                <a:gd name="connsiteX81" fmla="*/ 4682486 w 4940931"/>
                <a:gd name="connsiteY81" fmla="*/ 80644 h 138429"/>
                <a:gd name="connsiteX82" fmla="*/ 4683756 w 4940931"/>
                <a:gd name="connsiteY82" fmla="*/ 70484 h 138429"/>
                <a:gd name="connsiteX83" fmla="*/ 4684391 w 4940931"/>
                <a:gd name="connsiteY83" fmla="*/ 69849 h 138429"/>
                <a:gd name="connsiteX84" fmla="*/ 4683121 w 4940931"/>
                <a:gd name="connsiteY84" fmla="*/ 59054 h 138429"/>
                <a:gd name="connsiteX85" fmla="*/ 4679311 w 4940931"/>
                <a:gd name="connsiteY85" fmla="*/ 50799 h 138429"/>
                <a:gd name="connsiteX86" fmla="*/ 4672961 w 4940931"/>
                <a:gd name="connsiteY86" fmla="*/ 45719 h 138429"/>
                <a:gd name="connsiteX87" fmla="*/ 4664706 w 4940931"/>
                <a:gd name="connsiteY87" fmla="*/ 43814 h 138429"/>
                <a:gd name="connsiteX88" fmla="*/ 4264020 w 4940931"/>
                <a:gd name="connsiteY88" fmla="*/ 43814 h 138429"/>
                <a:gd name="connsiteX89" fmla="*/ 4256400 w 4940931"/>
                <a:gd name="connsiteY89" fmla="*/ 45719 h 138429"/>
                <a:gd name="connsiteX90" fmla="*/ 4250685 w 4940931"/>
                <a:gd name="connsiteY90" fmla="*/ 50799 h 138429"/>
                <a:gd name="connsiteX91" fmla="*/ 4246875 w 4940931"/>
                <a:gd name="connsiteY91" fmla="*/ 59054 h 138429"/>
                <a:gd name="connsiteX92" fmla="*/ 4245605 w 4940931"/>
                <a:gd name="connsiteY92" fmla="*/ 69849 h 138429"/>
                <a:gd name="connsiteX93" fmla="*/ 4246875 w 4940931"/>
                <a:gd name="connsiteY93" fmla="*/ 81279 h 138429"/>
                <a:gd name="connsiteX94" fmla="*/ 4250685 w 4940931"/>
                <a:gd name="connsiteY94" fmla="*/ 89534 h 138429"/>
                <a:gd name="connsiteX95" fmla="*/ 4257035 w 4940931"/>
                <a:gd name="connsiteY95" fmla="*/ 94614 h 138429"/>
                <a:gd name="connsiteX96" fmla="*/ 4264655 w 4940931"/>
                <a:gd name="connsiteY96" fmla="*/ 96519 h 138429"/>
                <a:gd name="connsiteX97" fmla="*/ 4272275 w 4940931"/>
                <a:gd name="connsiteY97" fmla="*/ 94614 h 138429"/>
                <a:gd name="connsiteX98" fmla="*/ 4277990 w 4940931"/>
                <a:gd name="connsiteY98" fmla="*/ 88899 h 138429"/>
                <a:gd name="connsiteX99" fmla="*/ 4281800 w 4940931"/>
                <a:gd name="connsiteY99" fmla="*/ 80644 h 138429"/>
                <a:gd name="connsiteX100" fmla="*/ 4283070 w 4940931"/>
                <a:gd name="connsiteY100" fmla="*/ 70484 h 138429"/>
                <a:gd name="connsiteX101" fmla="*/ 4283705 w 4940931"/>
                <a:gd name="connsiteY101" fmla="*/ 69849 h 138429"/>
                <a:gd name="connsiteX102" fmla="*/ 4282435 w 4940931"/>
                <a:gd name="connsiteY102" fmla="*/ 59054 h 138429"/>
                <a:gd name="connsiteX103" fmla="*/ 4278625 w 4940931"/>
                <a:gd name="connsiteY103" fmla="*/ 50799 h 138429"/>
                <a:gd name="connsiteX104" fmla="*/ 4272275 w 4940931"/>
                <a:gd name="connsiteY104" fmla="*/ 45719 h 138429"/>
                <a:gd name="connsiteX105" fmla="*/ 4264020 w 4940931"/>
                <a:gd name="connsiteY105" fmla="*/ 43814 h 138429"/>
                <a:gd name="connsiteX106" fmla="*/ 1420495 w 4940931"/>
                <a:gd name="connsiteY106" fmla="*/ 43814 h 138429"/>
                <a:gd name="connsiteX107" fmla="*/ 1412875 w 4940931"/>
                <a:gd name="connsiteY107" fmla="*/ 45719 h 138429"/>
                <a:gd name="connsiteX108" fmla="*/ 1407160 w 4940931"/>
                <a:gd name="connsiteY108" fmla="*/ 50799 h 138429"/>
                <a:gd name="connsiteX109" fmla="*/ 1403350 w 4940931"/>
                <a:gd name="connsiteY109" fmla="*/ 59054 h 138429"/>
                <a:gd name="connsiteX110" fmla="*/ 1402080 w 4940931"/>
                <a:gd name="connsiteY110" fmla="*/ 69849 h 138429"/>
                <a:gd name="connsiteX111" fmla="*/ 1403350 w 4940931"/>
                <a:gd name="connsiteY111" fmla="*/ 81279 h 138429"/>
                <a:gd name="connsiteX112" fmla="*/ 1407160 w 4940931"/>
                <a:gd name="connsiteY112" fmla="*/ 89534 h 138429"/>
                <a:gd name="connsiteX113" fmla="*/ 1413510 w 4940931"/>
                <a:gd name="connsiteY113" fmla="*/ 94614 h 138429"/>
                <a:gd name="connsiteX114" fmla="*/ 1421130 w 4940931"/>
                <a:gd name="connsiteY114" fmla="*/ 96519 h 138429"/>
                <a:gd name="connsiteX115" fmla="*/ 1428750 w 4940931"/>
                <a:gd name="connsiteY115" fmla="*/ 94614 h 138429"/>
                <a:gd name="connsiteX116" fmla="*/ 1434465 w 4940931"/>
                <a:gd name="connsiteY116" fmla="*/ 88899 h 138429"/>
                <a:gd name="connsiteX117" fmla="*/ 1438275 w 4940931"/>
                <a:gd name="connsiteY117" fmla="*/ 80644 h 138429"/>
                <a:gd name="connsiteX118" fmla="*/ 1439545 w 4940931"/>
                <a:gd name="connsiteY118" fmla="*/ 70484 h 138429"/>
                <a:gd name="connsiteX119" fmla="*/ 1440180 w 4940931"/>
                <a:gd name="connsiteY119" fmla="*/ 69849 h 138429"/>
                <a:gd name="connsiteX120" fmla="*/ 1438910 w 4940931"/>
                <a:gd name="connsiteY120" fmla="*/ 59054 h 138429"/>
                <a:gd name="connsiteX121" fmla="*/ 1435100 w 4940931"/>
                <a:gd name="connsiteY121" fmla="*/ 50799 h 138429"/>
                <a:gd name="connsiteX122" fmla="*/ 1428750 w 4940931"/>
                <a:gd name="connsiteY122" fmla="*/ 45719 h 138429"/>
                <a:gd name="connsiteX123" fmla="*/ 1420495 w 4940931"/>
                <a:gd name="connsiteY123" fmla="*/ 43814 h 138429"/>
                <a:gd name="connsiteX124" fmla="*/ 4041770 w 4940931"/>
                <a:gd name="connsiteY124" fmla="*/ 43180 h 138429"/>
                <a:gd name="connsiteX125" fmla="*/ 4034785 w 4940931"/>
                <a:gd name="connsiteY125" fmla="*/ 44450 h 138429"/>
                <a:gd name="connsiteX126" fmla="*/ 4029705 w 4940931"/>
                <a:gd name="connsiteY126" fmla="*/ 48260 h 138429"/>
                <a:gd name="connsiteX127" fmla="*/ 4025895 w 4940931"/>
                <a:gd name="connsiteY127" fmla="*/ 54610 h 138429"/>
                <a:gd name="connsiteX128" fmla="*/ 4023990 w 4940931"/>
                <a:gd name="connsiteY128" fmla="*/ 62865 h 138429"/>
                <a:gd name="connsiteX129" fmla="*/ 4060185 w 4940931"/>
                <a:gd name="connsiteY129" fmla="*/ 62865 h 138429"/>
                <a:gd name="connsiteX130" fmla="*/ 4058915 w 4940931"/>
                <a:gd name="connsiteY130" fmla="*/ 55245 h 138429"/>
                <a:gd name="connsiteX131" fmla="*/ 4055740 w 4940931"/>
                <a:gd name="connsiteY131" fmla="*/ 48895 h 138429"/>
                <a:gd name="connsiteX132" fmla="*/ 4050025 w 4940931"/>
                <a:gd name="connsiteY132" fmla="*/ 44450 h 138429"/>
                <a:gd name="connsiteX133" fmla="*/ 4041770 w 4940931"/>
                <a:gd name="connsiteY133" fmla="*/ 43180 h 138429"/>
                <a:gd name="connsiteX134" fmla="*/ 3728081 w 4940931"/>
                <a:gd name="connsiteY134" fmla="*/ 43180 h 138429"/>
                <a:gd name="connsiteX135" fmla="*/ 3721096 w 4940931"/>
                <a:gd name="connsiteY135" fmla="*/ 44450 h 138429"/>
                <a:gd name="connsiteX136" fmla="*/ 3716016 w 4940931"/>
                <a:gd name="connsiteY136" fmla="*/ 48260 h 138429"/>
                <a:gd name="connsiteX137" fmla="*/ 3712206 w 4940931"/>
                <a:gd name="connsiteY137" fmla="*/ 54610 h 138429"/>
                <a:gd name="connsiteX138" fmla="*/ 3710301 w 4940931"/>
                <a:gd name="connsiteY138" fmla="*/ 62865 h 138429"/>
                <a:gd name="connsiteX139" fmla="*/ 3746496 w 4940931"/>
                <a:gd name="connsiteY139" fmla="*/ 62865 h 138429"/>
                <a:gd name="connsiteX140" fmla="*/ 3745226 w 4940931"/>
                <a:gd name="connsiteY140" fmla="*/ 55245 h 138429"/>
                <a:gd name="connsiteX141" fmla="*/ 3742051 w 4940931"/>
                <a:gd name="connsiteY141" fmla="*/ 48895 h 138429"/>
                <a:gd name="connsiteX142" fmla="*/ 3736336 w 4940931"/>
                <a:gd name="connsiteY142" fmla="*/ 44450 h 138429"/>
                <a:gd name="connsiteX143" fmla="*/ 3728081 w 4940931"/>
                <a:gd name="connsiteY143" fmla="*/ 43180 h 138429"/>
                <a:gd name="connsiteX144" fmla="*/ 3541391 w 4940931"/>
                <a:gd name="connsiteY144" fmla="*/ 43180 h 138429"/>
                <a:gd name="connsiteX145" fmla="*/ 3534406 w 4940931"/>
                <a:gd name="connsiteY145" fmla="*/ 44450 h 138429"/>
                <a:gd name="connsiteX146" fmla="*/ 3529326 w 4940931"/>
                <a:gd name="connsiteY146" fmla="*/ 48260 h 138429"/>
                <a:gd name="connsiteX147" fmla="*/ 3525516 w 4940931"/>
                <a:gd name="connsiteY147" fmla="*/ 54610 h 138429"/>
                <a:gd name="connsiteX148" fmla="*/ 3523611 w 4940931"/>
                <a:gd name="connsiteY148" fmla="*/ 62865 h 138429"/>
                <a:gd name="connsiteX149" fmla="*/ 3559806 w 4940931"/>
                <a:gd name="connsiteY149" fmla="*/ 62865 h 138429"/>
                <a:gd name="connsiteX150" fmla="*/ 3558536 w 4940931"/>
                <a:gd name="connsiteY150" fmla="*/ 55245 h 138429"/>
                <a:gd name="connsiteX151" fmla="*/ 3555361 w 4940931"/>
                <a:gd name="connsiteY151" fmla="*/ 48895 h 138429"/>
                <a:gd name="connsiteX152" fmla="*/ 3549646 w 4940931"/>
                <a:gd name="connsiteY152" fmla="*/ 44450 h 138429"/>
                <a:gd name="connsiteX153" fmla="*/ 3541391 w 4940931"/>
                <a:gd name="connsiteY153" fmla="*/ 43180 h 138429"/>
                <a:gd name="connsiteX154" fmla="*/ 3463285 w 4940931"/>
                <a:gd name="connsiteY154" fmla="*/ 43180 h 138429"/>
                <a:gd name="connsiteX155" fmla="*/ 3458205 w 4940931"/>
                <a:gd name="connsiteY155" fmla="*/ 43815 h 138429"/>
                <a:gd name="connsiteX156" fmla="*/ 3453125 w 4940931"/>
                <a:gd name="connsiteY156" fmla="*/ 45720 h 138429"/>
                <a:gd name="connsiteX157" fmla="*/ 3448680 w 4940931"/>
                <a:gd name="connsiteY157" fmla="*/ 48895 h 138429"/>
                <a:gd name="connsiteX158" fmla="*/ 3445505 w 4940931"/>
                <a:gd name="connsiteY158" fmla="*/ 52705 h 138429"/>
                <a:gd name="connsiteX159" fmla="*/ 3445505 w 4940931"/>
                <a:gd name="connsiteY159" fmla="*/ 85725 h 138429"/>
                <a:gd name="connsiteX160" fmla="*/ 3448680 w 4940931"/>
                <a:gd name="connsiteY160" fmla="*/ 89535 h 138429"/>
                <a:gd name="connsiteX161" fmla="*/ 3453125 w 4940931"/>
                <a:gd name="connsiteY161" fmla="*/ 92710 h 138429"/>
                <a:gd name="connsiteX162" fmla="*/ 3458205 w 4940931"/>
                <a:gd name="connsiteY162" fmla="*/ 95250 h 138429"/>
                <a:gd name="connsiteX163" fmla="*/ 3463920 w 4940931"/>
                <a:gd name="connsiteY163" fmla="*/ 95885 h 138429"/>
                <a:gd name="connsiteX164" fmla="*/ 3476620 w 4940931"/>
                <a:gd name="connsiteY164" fmla="*/ 89535 h 138429"/>
                <a:gd name="connsiteX165" fmla="*/ 3481065 w 4940931"/>
                <a:gd name="connsiteY165" fmla="*/ 71120 h 138429"/>
                <a:gd name="connsiteX166" fmla="*/ 3480430 w 4940931"/>
                <a:gd name="connsiteY166" fmla="*/ 71755 h 138429"/>
                <a:gd name="connsiteX167" fmla="*/ 3475985 w 4940931"/>
                <a:gd name="connsiteY167" fmla="*/ 50165 h 138429"/>
                <a:gd name="connsiteX168" fmla="*/ 3463285 w 4940931"/>
                <a:gd name="connsiteY168" fmla="*/ 43180 h 138429"/>
                <a:gd name="connsiteX169" fmla="*/ 3343271 w 4940931"/>
                <a:gd name="connsiteY169" fmla="*/ 43180 h 138429"/>
                <a:gd name="connsiteX170" fmla="*/ 3336286 w 4940931"/>
                <a:gd name="connsiteY170" fmla="*/ 44450 h 138429"/>
                <a:gd name="connsiteX171" fmla="*/ 3331206 w 4940931"/>
                <a:gd name="connsiteY171" fmla="*/ 48260 h 138429"/>
                <a:gd name="connsiteX172" fmla="*/ 3327396 w 4940931"/>
                <a:gd name="connsiteY172" fmla="*/ 54610 h 138429"/>
                <a:gd name="connsiteX173" fmla="*/ 3325491 w 4940931"/>
                <a:gd name="connsiteY173" fmla="*/ 62865 h 138429"/>
                <a:gd name="connsiteX174" fmla="*/ 3361686 w 4940931"/>
                <a:gd name="connsiteY174" fmla="*/ 62865 h 138429"/>
                <a:gd name="connsiteX175" fmla="*/ 3360416 w 4940931"/>
                <a:gd name="connsiteY175" fmla="*/ 55245 h 138429"/>
                <a:gd name="connsiteX176" fmla="*/ 3357241 w 4940931"/>
                <a:gd name="connsiteY176" fmla="*/ 48895 h 138429"/>
                <a:gd name="connsiteX177" fmla="*/ 3351526 w 4940931"/>
                <a:gd name="connsiteY177" fmla="*/ 44450 h 138429"/>
                <a:gd name="connsiteX178" fmla="*/ 3343271 w 4940931"/>
                <a:gd name="connsiteY178" fmla="*/ 43180 h 138429"/>
                <a:gd name="connsiteX179" fmla="*/ 2976876 w 4940931"/>
                <a:gd name="connsiteY179" fmla="*/ 43180 h 138429"/>
                <a:gd name="connsiteX180" fmla="*/ 2969891 w 4940931"/>
                <a:gd name="connsiteY180" fmla="*/ 44450 h 138429"/>
                <a:gd name="connsiteX181" fmla="*/ 2964811 w 4940931"/>
                <a:gd name="connsiteY181" fmla="*/ 48260 h 138429"/>
                <a:gd name="connsiteX182" fmla="*/ 2961001 w 4940931"/>
                <a:gd name="connsiteY182" fmla="*/ 54610 h 138429"/>
                <a:gd name="connsiteX183" fmla="*/ 2959096 w 4940931"/>
                <a:gd name="connsiteY183" fmla="*/ 62865 h 138429"/>
                <a:gd name="connsiteX184" fmla="*/ 2995291 w 4940931"/>
                <a:gd name="connsiteY184" fmla="*/ 62865 h 138429"/>
                <a:gd name="connsiteX185" fmla="*/ 2994021 w 4940931"/>
                <a:gd name="connsiteY185" fmla="*/ 55245 h 138429"/>
                <a:gd name="connsiteX186" fmla="*/ 2990846 w 4940931"/>
                <a:gd name="connsiteY186" fmla="*/ 48895 h 138429"/>
                <a:gd name="connsiteX187" fmla="*/ 2985131 w 4940931"/>
                <a:gd name="connsiteY187" fmla="*/ 44450 h 138429"/>
                <a:gd name="connsiteX188" fmla="*/ 2976876 w 4940931"/>
                <a:gd name="connsiteY188" fmla="*/ 43180 h 138429"/>
                <a:gd name="connsiteX189" fmla="*/ 2527930 w 4940931"/>
                <a:gd name="connsiteY189" fmla="*/ 43180 h 138429"/>
                <a:gd name="connsiteX190" fmla="*/ 2520945 w 4940931"/>
                <a:gd name="connsiteY190" fmla="*/ 44450 h 138429"/>
                <a:gd name="connsiteX191" fmla="*/ 2515865 w 4940931"/>
                <a:gd name="connsiteY191" fmla="*/ 48260 h 138429"/>
                <a:gd name="connsiteX192" fmla="*/ 2512055 w 4940931"/>
                <a:gd name="connsiteY192" fmla="*/ 54610 h 138429"/>
                <a:gd name="connsiteX193" fmla="*/ 2510150 w 4940931"/>
                <a:gd name="connsiteY193" fmla="*/ 62865 h 138429"/>
                <a:gd name="connsiteX194" fmla="*/ 2546345 w 4940931"/>
                <a:gd name="connsiteY194" fmla="*/ 62865 h 138429"/>
                <a:gd name="connsiteX195" fmla="*/ 2545075 w 4940931"/>
                <a:gd name="connsiteY195" fmla="*/ 55245 h 138429"/>
                <a:gd name="connsiteX196" fmla="*/ 2541900 w 4940931"/>
                <a:gd name="connsiteY196" fmla="*/ 48895 h 138429"/>
                <a:gd name="connsiteX197" fmla="*/ 2536185 w 4940931"/>
                <a:gd name="connsiteY197" fmla="*/ 44450 h 138429"/>
                <a:gd name="connsiteX198" fmla="*/ 2527930 w 4940931"/>
                <a:gd name="connsiteY198" fmla="*/ 43180 h 138429"/>
                <a:gd name="connsiteX199" fmla="*/ 2214240 w 4940931"/>
                <a:gd name="connsiteY199" fmla="*/ 43180 h 138429"/>
                <a:gd name="connsiteX200" fmla="*/ 2207255 w 4940931"/>
                <a:gd name="connsiteY200" fmla="*/ 44450 h 138429"/>
                <a:gd name="connsiteX201" fmla="*/ 2202175 w 4940931"/>
                <a:gd name="connsiteY201" fmla="*/ 48260 h 138429"/>
                <a:gd name="connsiteX202" fmla="*/ 2198365 w 4940931"/>
                <a:gd name="connsiteY202" fmla="*/ 54610 h 138429"/>
                <a:gd name="connsiteX203" fmla="*/ 2196460 w 4940931"/>
                <a:gd name="connsiteY203" fmla="*/ 62865 h 138429"/>
                <a:gd name="connsiteX204" fmla="*/ 2232655 w 4940931"/>
                <a:gd name="connsiteY204" fmla="*/ 62865 h 138429"/>
                <a:gd name="connsiteX205" fmla="*/ 2231385 w 4940931"/>
                <a:gd name="connsiteY205" fmla="*/ 55245 h 138429"/>
                <a:gd name="connsiteX206" fmla="*/ 2228210 w 4940931"/>
                <a:gd name="connsiteY206" fmla="*/ 48895 h 138429"/>
                <a:gd name="connsiteX207" fmla="*/ 2222495 w 4940931"/>
                <a:gd name="connsiteY207" fmla="*/ 44450 h 138429"/>
                <a:gd name="connsiteX208" fmla="*/ 2214240 w 4940931"/>
                <a:gd name="connsiteY208" fmla="*/ 43180 h 138429"/>
                <a:gd name="connsiteX209" fmla="*/ 2027551 w 4940931"/>
                <a:gd name="connsiteY209" fmla="*/ 43180 h 138429"/>
                <a:gd name="connsiteX210" fmla="*/ 2020566 w 4940931"/>
                <a:gd name="connsiteY210" fmla="*/ 44450 h 138429"/>
                <a:gd name="connsiteX211" fmla="*/ 2015486 w 4940931"/>
                <a:gd name="connsiteY211" fmla="*/ 48260 h 138429"/>
                <a:gd name="connsiteX212" fmla="*/ 2011676 w 4940931"/>
                <a:gd name="connsiteY212" fmla="*/ 54610 h 138429"/>
                <a:gd name="connsiteX213" fmla="*/ 2009771 w 4940931"/>
                <a:gd name="connsiteY213" fmla="*/ 62865 h 138429"/>
                <a:gd name="connsiteX214" fmla="*/ 2045966 w 4940931"/>
                <a:gd name="connsiteY214" fmla="*/ 62865 h 138429"/>
                <a:gd name="connsiteX215" fmla="*/ 2044696 w 4940931"/>
                <a:gd name="connsiteY215" fmla="*/ 55245 h 138429"/>
                <a:gd name="connsiteX216" fmla="*/ 2041521 w 4940931"/>
                <a:gd name="connsiteY216" fmla="*/ 48895 h 138429"/>
                <a:gd name="connsiteX217" fmla="*/ 2035806 w 4940931"/>
                <a:gd name="connsiteY217" fmla="*/ 44450 h 138429"/>
                <a:gd name="connsiteX218" fmla="*/ 2027551 w 4940931"/>
                <a:gd name="connsiteY218" fmla="*/ 43180 h 138429"/>
                <a:gd name="connsiteX219" fmla="*/ 1949445 w 4940931"/>
                <a:gd name="connsiteY219" fmla="*/ 43180 h 138429"/>
                <a:gd name="connsiteX220" fmla="*/ 1944365 w 4940931"/>
                <a:gd name="connsiteY220" fmla="*/ 43815 h 138429"/>
                <a:gd name="connsiteX221" fmla="*/ 1939285 w 4940931"/>
                <a:gd name="connsiteY221" fmla="*/ 45720 h 138429"/>
                <a:gd name="connsiteX222" fmla="*/ 1934840 w 4940931"/>
                <a:gd name="connsiteY222" fmla="*/ 48895 h 138429"/>
                <a:gd name="connsiteX223" fmla="*/ 1931665 w 4940931"/>
                <a:gd name="connsiteY223" fmla="*/ 52705 h 138429"/>
                <a:gd name="connsiteX224" fmla="*/ 1931665 w 4940931"/>
                <a:gd name="connsiteY224" fmla="*/ 85725 h 138429"/>
                <a:gd name="connsiteX225" fmla="*/ 1934840 w 4940931"/>
                <a:gd name="connsiteY225" fmla="*/ 89535 h 138429"/>
                <a:gd name="connsiteX226" fmla="*/ 1939285 w 4940931"/>
                <a:gd name="connsiteY226" fmla="*/ 92710 h 138429"/>
                <a:gd name="connsiteX227" fmla="*/ 1944365 w 4940931"/>
                <a:gd name="connsiteY227" fmla="*/ 95250 h 138429"/>
                <a:gd name="connsiteX228" fmla="*/ 1950080 w 4940931"/>
                <a:gd name="connsiteY228" fmla="*/ 95885 h 138429"/>
                <a:gd name="connsiteX229" fmla="*/ 1962780 w 4940931"/>
                <a:gd name="connsiteY229" fmla="*/ 89535 h 138429"/>
                <a:gd name="connsiteX230" fmla="*/ 1967225 w 4940931"/>
                <a:gd name="connsiteY230" fmla="*/ 71120 h 138429"/>
                <a:gd name="connsiteX231" fmla="*/ 1966590 w 4940931"/>
                <a:gd name="connsiteY231" fmla="*/ 71755 h 138429"/>
                <a:gd name="connsiteX232" fmla="*/ 1962145 w 4940931"/>
                <a:gd name="connsiteY232" fmla="*/ 50165 h 138429"/>
                <a:gd name="connsiteX233" fmla="*/ 1949445 w 4940931"/>
                <a:gd name="connsiteY233" fmla="*/ 43180 h 138429"/>
                <a:gd name="connsiteX234" fmla="*/ 1829431 w 4940931"/>
                <a:gd name="connsiteY234" fmla="*/ 43180 h 138429"/>
                <a:gd name="connsiteX235" fmla="*/ 1822446 w 4940931"/>
                <a:gd name="connsiteY235" fmla="*/ 44450 h 138429"/>
                <a:gd name="connsiteX236" fmla="*/ 1817366 w 4940931"/>
                <a:gd name="connsiteY236" fmla="*/ 48260 h 138429"/>
                <a:gd name="connsiteX237" fmla="*/ 1813556 w 4940931"/>
                <a:gd name="connsiteY237" fmla="*/ 54610 h 138429"/>
                <a:gd name="connsiteX238" fmla="*/ 1811651 w 4940931"/>
                <a:gd name="connsiteY238" fmla="*/ 62865 h 138429"/>
                <a:gd name="connsiteX239" fmla="*/ 1847846 w 4940931"/>
                <a:gd name="connsiteY239" fmla="*/ 62865 h 138429"/>
                <a:gd name="connsiteX240" fmla="*/ 1846576 w 4940931"/>
                <a:gd name="connsiteY240" fmla="*/ 55245 h 138429"/>
                <a:gd name="connsiteX241" fmla="*/ 1843401 w 4940931"/>
                <a:gd name="connsiteY241" fmla="*/ 48895 h 138429"/>
                <a:gd name="connsiteX242" fmla="*/ 1837686 w 4940931"/>
                <a:gd name="connsiteY242" fmla="*/ 44450 h 138429"/>
                <a:gd name="connsiteX243" fmla="*/ 1829431 w 4940931"/>
                <a:gd name="connsiteY243" fmla="*/ 43180 h 138429"/>
                <a:gd name="connsiteX244" fmla="*/ 1178561 w 4940931"/>
                <a:gd name="connsiteY244" fmla="*/ 43180 h 138429"/>
                <a:gd name="connsiteX245" fmla="*/ 1171576 w 4940931"/>
                <a:gd name="connsiteY245" fmla="*/ 44450 h 138429"/>
                <a:gd name="connsiteX246" fmla="*/ 1166496 w 4940931"/>
                <a:gd name="connsiteY246" fmla="*/ 48260 h 138429"/>
                <a:gd name="connsiteX247" fmla="*/ 1162686 w 4940931"/>
                <a:gd name="connsiteY247" fmla="*/ 54610 h 138429"/>
                <a:gd name="connsiteX248" fmla="*/ 1160781 w 4940931"/>
                <a:gd name="connsiteY248" fmla="*/ 62865 h 138429"/>
                <a:gd name="connsiteX249" fmla="*/ 1196976 w 4940931"/>
                <a:gd name="connsiteY249" fmla="*/ 62865 h 138429"/>
                <a:gd name="connsiteX250" fmla="*/ 1195706 w 4940931"/>
                <a:gd name="connsiteY250" fmla="*/ 55245 h 138429"/>
                <a:gd name="connsiteX251" fmla="*/ 1192531 w 4940931"/>
                <a:gd name="connsiteY251" fmla="*/ 48895 h 138429"/>
                <a:gd name="connsiteX252" fmla="*/ 1186816 w 4940931"/>
                <a:gd name="connsiteY252" fmla="*/ 44450 h 138429"/>
                <a:gd name="connsiteX253" fmla="*/ 1178561 w 4940931"/>
                <a:gd name="connsiteY253" fmla="*/ 43180 h 138429"/>
                <a:gd name="connsiteX254" fmla="*/ 898525 w 4940931"/>
                <a:gd name="connsiteY254" fmla="*/ 43180 h 138429"/>
                <a:gd name="connsiteX255" fmla="*/ 891540 w 4940931"/>
                <a:gd name="connsiteY255" fmla="*/ 44450 h 138429"/>
                <a:gd name="connsiteX256" fmla="*/ 886460 w 4940931"/>
                <a:gd name="connsiteY256" fmla="*/ 48260 h 138429"/>
                <a:gd name="connsiteX257" fmla="*/ 882650 w 4940931"/>
                <a:gd name="connsiteY257" fmla="*/ 54610 h 138429"/>
                <a:gd name="connsiteX258" fmla="*/ 880745 w 4940931"/>
                <a:gd name="connsiteY258" fmla="*/ 62865 h 138429"/>
                <a:gd name="connsiteX259" fmla="*/ 916940 w 4940931"/>
                <a:gd name="connsiteY259" fmla="*/ 62865 h 138429"/>
                <a:gd name="connsiteX260" fmla="*/ 915670 w 4940931"/>
                <a:gd name="connsiteY260" fmla="*/ 55245 h 138429"/>
                <a:gd name="connsiteX261" fmla="*/ 912495 w 4940931"/>
                <a:gd name="connsiteY261" fmla="*/ 48895 h 138429"/>
                <a:gd name="connsiteX262" fmla="*/ 906780 w 4940931"/>
                <a:gd name="connsiteY262" fmla="*/ 44450 h 138429"/>
                <a:gd name="connsiteX263" fmla="*/ 898525 w 4940931"/>
                <a:gd name="connsiteY263" fmla="*/ 43180 h 138429"/>
                <a:gd name="connsiteX264" fmla="*/ 584834 w 4940931"/>
                <a:gd name="connsiteY264" fmla="*/ 43180 h 138429"/>
                <a:gd name="connsiteX265" fmla="*/ 577849 w 4940931"/>
                <a:gd name="connsiteY265" fmla="*/ 44450 h 138429"/>
                <a:gd name="connsiteX266" fmla="*/ 572769 w 4940931"/>
                <a:gd name="connsiteY266" fmla="*/ 48260 h 138429"/>
                <a:gd name="connsiteX267" fmla="*/ 568959 w 4940931"/>
                <a:gd name="connsiteY267" fmla="*/ 54610 h 138429"/>
                <a:gd name="connsiteX268" fmla="*/ 567054 w 4940931"/>
                <a:gd name="connsiteY268" fmla="*/ 62865 h 138429"/>
                <a:gd name="connsiteX269" fmla="*/ 603249 w 4940931"/>
                <a:gd name="connsiteY269" fmla="*/ 62865 h 138429"/>
                <a:gd name="connsiteX270" fmla="*/ 601979 w 4940931"/>
                <a:gd name="connsiteY270" fmla="*/ 55245 h 138429"/>
                <a:gd name="connsiteX271" fmla="*/ 598804 w 4940931"/>
                <a:gd name="connsiteY271" fmla="*/ 48895 h 138429"/>
                <a:gd name="connsiteX272" fmla="*/ 593089 w 4940931"/>
                <a:gd name="connsiteY272" fmla="*/ 44450 h 138429"/>
                <a:gd name="connsiteX273" fmla="*/ 584834 w 4940931"/>
                <a:gd name="connsiteY273" fmla="*/ 43180 h 138429"/>
                <a:gd name="connsiteX274" fmla="*/ 398145 w 4940931"/>
                <a:gd name="connsiteY274" fmla="*/ 43180 h 138429"/>
                <a:gd name="connsiteX275" fmla="*/ 391160 w 4940931"/>
                <a:gd name="connsiteY275" fmla="*/ 44450 h 138429"/>
                <a:gd name="connsiteX276" fmla="*/ 386080 w 4940931"/>
                <a:gd name="connsiteY276" fmla="*/ 48260 h 138429"/>
                <a:gd name="connsiteX277" fmla="*/ 382270 w 4940931"/>
                <a:gd name="connsiteY277" fmla="*/ 54610 h 138429"/>
                <a:gd name="connsiteX278" fmla="*/ 380365 w 4940931"/>
                <a:gd name="connsiteY278" fmla="*/ 62865 h 138429"/>
                <a:gd name="connsiteX279" fmla="*/ 416560 w 4940931"/>
                <a:gd name="connsiteY279" fmla="*/ 62865 h 138429"/>
                <a:gd name="connsiteX280" fmla="*/ 415290 w 4940931"/>
                <a:gd name="connsiteY280" fmla="*/ 55245 h 138429"/>
                <a:gd name="connsiteX281" fmla="*/ 412115 w 4940931"/>
                <a:gd name="connsiteY281" fmla="*/ 48895 h 138429"/>
                <a:gd name="connsiteX282" fmla="*/ 406400 w 4940931"/>
                <a:gd name="connsiteY282" fmla="*/ 44450 h 138429"/>
                <a:gd name="connsiteX283" fmla="*/ 398145 w 4940931"/>
                <a:gd name="connsiteY283" fmla="*/ 43180 h 138429"/>
                <a:gd name="connsiteX284" fmla="*/ 320039 w 4940931"/>
                <a:gd name="connsiteY284" fmla="*/ 43180 h 138429"/>
                <a:gd name="connsiteX285" fmla="*/ 314959 w 4940931"/>
                <a:gd name="connsiteY285" fmla="*/ 43815 h 138429"/>
                <a:gd name="connsiteX286" fmla="*/ 309879 w 4940931"/>
                <a:gd name="connsiteY286" fmla="*/ 45720 h 138429"/>
                <a:gd name="connsiteX287" fmla="*/ 305434 w 4940931"/>
                <a:gd name="connsiteY287" fmla="*/ 48895 h 138429"/>
                <a:gd name="connsiteX288" fmla="*/ 302259 w 4940931"/>
                <a:gd name="connsiteY288" fmla="*/ 52705 h 138429"/>
                <a:gd name="connsiteX289" fmla="*/ 302259 w 4940931"/>
                <a:gd name="connsiteY289" fmla="*/ 85725 h 138429"/>
                <a:gd name="connsiteX290" fmla="*/ 305434 w 4940931"/>
                <a:gd name="connsiteY290" fmla="*/ 89535 h 138429"/>
                <a:gd name="connsiteX291" fmla="*/ 309879 w 4940931"/>
                <a:gd name="connsiteY291" fmla="*/ 92710 h 138429"/>
                <a:gd name="connsiteX292" fmla="*/ 314959 w 4940931"/>
                <a:gd name="connsiteY292" fmla="*/ 95250 h 138429"/>
                <a:gd name="connsiteX293" fmla="*/ 320674 w 4940931"/>
                <a:gd name="connsiteY293" fmla="*/ 95885 h 138429"/>
                <a:gd name="connsiteX294" fmla="*/ 333374 w 4940931"/>
                <a:gd name="connsiteY294" fmla="*/ 89535 h 138429"/>
                <a:gd name="connsiteX295" fmla="*/ 337819 w 4940931"/>
                <a:gd name="connsiteY295" fmla="*/ 71120 h 138429"/>
                <a:gd name="connsiteX296" fmla="*/ 337184 w 4940931"/>
                <a:gd name="connsiteY296" fmla="*/ 71755 h 138429"/>
                <a:gd name="connsiteX297" fmla="*/ 332739 w 4940931"/>
                <a:gd name="connsiteY297" fmla="*/ 50165 h 138429"/>
                <a:gd name="connsiteX298" fmla="*/ 320039 w 4940931"/>
                <a:gd name="connsiteY298" fmla="*/ 43180 h 138429"/>
                <a:gd name="connsiteX299" fmla="*/ 200025 w 4940931"/>
                <a:gd name="connsiteY299" fmla="*/ 43180 h 138429"/>
                <a:gd name="connsiteX300" fmla="*/ 193040 w 4940931"/>
                <a:gd name="connsiteY300" fmla="*/ 44450 h 138429"/>
                <a:gd name="connsiteX301" fmla="*/ 187960 w 4940931"/>
                <a:gd name="connsiteY301" fmla="*/ 48260 h 138429"/>
                <a:gd name="connsiteX302" fmla="*/ 184150 w 4940931"/>
                <a:gd name="connsiteY302" fmla="*/ 54610 h 138429"/>
                <a:gd name="connsiteX303" fmla="*/ 182245 w 4940931"/>
                <a:gd name="connsiteY303" fmla="*/ 62865 h 138429"/>
                <a:gd name="connsiteX304" fmla="*/ 218440 w 4940931"/>
                <a:gd name="connsiteY304" fmla="*/ 62865 h 138429"/>
                <a:gd name="connsiteX305" fmla="*/ 217170 w 4940931"/>
                <a:gd name="connsiteY305" fmla="*/ 55245 h 138429"/>
                <a:gd name="connsiteX306" fmla="*/ 213995 w 4940931"/>
                <a:gd name="connsiteY306" fmla="*/ 48895 h 138429"/>
                <a:gd name="connsiteX307" fmla="*/ 208280 w 4940931"/>
                <a:gd name="connsiteY307" fmla="*/ 44450 h 138429"/>
                <a:gd name="connsiteX308" fmla="*/ 200025 w 4940931"/>
                <a:gd name="connsiteY308" fmla="*/ 43180 h 138429"/>
                <a:gd name="connsiteX309" fmla="*/ 4439281 w 4940931"/>
                <a:gd name="connsiteY309" fmla="*/ 43179 h 138429"/>
                <a:gd name="connsiteX310" fmla="*/ 4426581 w 4940931"/>
                <a:gd name="connsiteY310" fmla="*/ 49529 h 138429"/>
                <a:gd name="connsiteX311" fmla="*/ 4422136 w 4940931"/>
                <a:gd name="connsiteY311" fmla="*/ 67944 h 138429"/>
                <a:gd name="connsiteX312" fmla="*/ 4423406 w 4940931"/>
                <a:gd name="connsiteY312" fmla="*/ 80644 h 138429"/>
                <a:gd name="connsiteX313" fmla="*/ 4426581 w 4940931"/>
                <a:gd name="connsiteY313" fmla="*/ 89534 h 138429"/>
                <a:gd name="connsiteX314" fmla="*/ 4432296 w 4940931"/>
                <a:gd name="connsiteY314" fmla="*/ 94614 h 138429"/>
                <a:gd name="connsiteX315" fmla="*/ 4439916 w 4940931"/>
                <a:gd name="connsiteY315" fmla="*/ 96519 h 138429"/>
                <a:gd name="connsiteX316" fmla="*/ 4444996 w 4940931"/>
                <a:gd name="connsiteY316" fmla="*/ 95884 h 138429"/>
                <a:gd name="connsiteX317" fmla="*/ 4450076 w 4940931"/>
                <a:gd name="connsiteY317" fmla="*/ 93344 h 138429"/>
                <a:gd name="connsiteX318" fmla="*/ 4454521 w 4940931"/>
                <a:gd name="connsiteY318" fmla="*/ 90169 h 138429"/>
                <a:gd name="connsiteX319" fmla="*/ 4457696 w 4940931"/>
                <a:gd name="connsiteY319" fmla="*/ 86359 h 138429"/>
                <a:gd name="connsiteX320" fmla="*/ 4457696 w 4940931"/>
                <a:gd name="connsiteY320" fmla="*/ 53339 h 138429"/>
                <a:gd name="connsiteX321" fmla="*/ 4454521 w 4940931"/>
                <a:gd name="connsiteY321" fmla="*/ 49529 h 138429"/>
                <a:gd name="connsiteX322" fmla="*/ 4450076 w 4940931"/>
                <a:gd name="connsiteY322" fmla="*/ 46354 h 138429"/>
                <a:gd name="connsiteX323" fmla="*/ 4444996 w 4940931"/>
                <a:gd name="connsiteY323" fmla="*/ 43814 h 138429"/>
                <a:gd name="connsiteX324" fmla="*/ 4439281 w 4940931"/>
                <a:gd name="connsiteY324" fmla="*/ 43179 h 138429"/>
                <a:gd name="connsiteX325" fmla="*/ 1014731 w 4940931"/>
                <a:gd name="connsiteY325" fmla="*/ 43179 h 138429"/>
                <a:gd name="connsiteX326" fmla="*/ 1002032 w 4940931"/>
                <a:gd name="connsiteY326" fmla="*/ 49529 h 138429"/>
                <a:gd name="connsiteX327" fmla="*/ 997587 w 4940931"/>
                <a:gd name="connsiteY327" fmla="*/ 67944 h 138429"/>
                <a:gd name="connsiteX328" fmla="*/ 1002032 w 4940931"/>
                <a:gd name="connsiteY328" fmla="*/ 88899 h 138429"/>
                <a:gd name="connsiteX329" fmla="*/ 1015367 w 4940931"/>
                <a:gd name="connsiteY329" fmla="*/ 95884 h 138429"/>
                <a:gd name="connsiteX330" fmla="*/ 1024891 w 4940931"/>
                <a:gd name="connsiteY330" fmla="*/ 93344 h 138429"/>
                <a:gd name="connsiteX331" fmla="*/ 1033147 w 4940931"/>
                <a:gd name="connsiteY331" fmla="*/ 86359 h 138429"/>
                <a:gd name="connsiteX332" fmla="*/ 1033147 w 4940931"/>
                <a:gd name="connsiteY332" fmla="*/ 53339 h 138429"/>
                <a:gd name="connsiteX333" fmla="*/ 1029971 w 4940931"/>
                <a:gd name="connsiteY333" fmla="*/ 49529 h 138429"/>
                <a:gd name="connsiteX334" fmla="*/ 1025526 w 4940931"/>
                <a:gd name="connsiteY334" fmla="*/ 46354 h 138429"/>
                <a:gd name="connsiteX335" fmla="*/ 1020446 w 4940931"/>
                <a:gd name="connsiteY335" fmla="*/ 43814 h 138429"/>
                <a:gd name="connsiteX336" fmla="*/ 1014731 w 4940931"/>
                <a:gd name="connsiteY336" fmla="*/ 43179 h 138429"/>
                <a:gd name="connsiteX337" fmla="*/ 4524370 w 4940931"/>
                <a:gd name="connsiteY337" fmla="*/ 31114 h 138429"/>
                <a:gd name="connsiteX338" fmla="*/ 4538975 w 4940931"/>
                <a:gd name="connsiteY338" fmla="*/ 31114 h 138429"/>
                <a:gd name="connsiteX339" fmla="*/ 4552310 w 4940931"/>
                <a:gd name="connsiteY339" fmla="*/ 84454 h 138429"/>
                <a:gd name="connsiteX340" fmla="*/ 4566915 w 4940931"/>
                <a:gd name="connsiteY340" fmla="*/ 31114 h 138429"/>
                <a:gd name="connsiteX341" fmla="*/ 4579615 w 4940931"/>
                <a:gd name="connsiteY341" fmla="*/ 31114 h 138429"/>
                <a:gd name="connsiteX342" fmla="*/ 4594220 w 4940931"/>
                <a:gd name="connsiteY342" fmla="*/ 84454 h 138429"/>
                <a:gd name="connsiteX343" fmla="*/ 4606920 w 4940931"/>
                <a:gd name="connsiteY343" fmla="*/ 31114 h 138429"/>
                <a:gd name="connsiteX344" fmla="*/ 4622160 w 4940931"/>
                <a:gd name="connsiteY344" fmla="*/ 31114 h 138429"/>
                <a:gd name="connsiteX345" fmla="*/ 4600570 w 4940931"/>
                <a:gd name="connsiteY345" fmla="*/ 108584 h 138429"/>
                <a:gd name="connsiteX346" fmla="*/ 4587235 w 4940931"/>
                <a:gd name="connsiteY346" fmla="*/ 108584 h 138429"/>
                <a:gd name="connsiteX347" fmla="*/ 4572630 w 4940931"/>
                <a:gd name="connsiteY347" fmla="*/ 54609 h 138429"/>
                <a:gd name="connsiteX348" fmla="*/ 4558660 w 4940931"/>
                <a:gd name="connsiteY348" fmla="*/ 108584 h 138429"/>
                <a:gd name="connsiteX349" fmla="*/ 4545325 w 4940931"/>
                <a:gd name="connsiteY349" fmla="*/ 108584 h 138429"/>
                <a:gd name="connsiteX350" fmla="*/ 4123686 w 4940931"/>
                <a:gd name="connsiteY350" fmla="*/ 31114 h 138429"/>
                <a:gd name="connsiteX351" fmla="*/ 4138926 w 4940931"/>
                <a:gd name="connsiteY351" fmla="*/ 31114 h 138429"/>
                <a:gd name="connsiteX352" fmla="*/ 4152261 w 4940931"/>
                <a:gd name="connsiteY352" fmla="*/ 84454 h 138429"/>
                <a:gd name="connsiteX353" fmla="*/ 4166866 w 4940931"/>
                <a:gd name="connsiteY353" fmla="*/ 31114 h 138429"/>
                <a:gd name="connsiteX354" fmla="*/ 4178931 w 4940931"/>
                <a:gd name="connsiteY354" fmla="*/ 31114 h 138429"/>
                <a:gd name="connsiteX355" fmla="*/ 4193536 w 4940931"/>
                <a:gd name="connsiteY355" fmla="*/ 84454 h 138429"/>
                <a:gd name="connsiteX356" fmla="*/ 4206871 w 4940931"/>
                <a:gd name="connsiteY356" fmla="*/ 31114 h 138429"/>
                <a:gd name="connsiteX357" fmla="*/ 4222111 w 4940931"/>
                <a:gd name="connsiteY357" fmla="*/ 31114 h 138429"/>
                <a:gd name="connsiteX358" fmla="*/ 4200521 w 4940931"/>
                <a:gd name="connsiteY358" fmla="*/ 108584 h 138429"/>
                <a:gd name="connsiteX359" fmla="*/ 4187186 w 4940931"/>
                <a:gd name="connsiteY359" fmla="*/ 108584 h 138429"/>
                <a:gd name="connsiteX360" fmla="*/ 4172581 w 4940931"/>
                <a:gd name="connsiteY360" fmla="*/ 54609 h 138429"/>
                <a:gd name="connsiteX361" fmla="*/ 4157976 w 4940931"/>
                <a:gd name="connsiteY361" fmla="*/ 108584 h 138429"/>
                <a:gd name="connsiteX362" fmla="*/ 4145276 w 4940931"/>
                <a:gd name="connsiteY362" fmla="*/ 108584 h 138429"/>
                <a:gd name="connsiteX363" fmla="*/ 2837811 w 4940931"/>
                <a:gd name="connsiteY363" fmla="*/ 31114 h 138429"/>
                <a:gd name="connsiteX364" fmla="*/ 2852416 w 4940931"/>
                <a:gd name="connsiteY364" fmla="*/ 31114 h 138429"/>
                <a:gd name="connsiteX365" fmla="*/ 2865751 w 4940931"/>
                <a:gd name="connsiteY365" fmla="*/ 84454 h 138429"/>
                <a:gd name="connsiteX366" fmla="*/ 2880356 w 4940931"/>
                <a:gd name="connsiteY366" fmla="*/ 31114 h 138429"/>
                <a:gd name="connsiteX367" fmla="*/ 2893056 w 4940931"/>
                <a:gd name="connsiteY367" fmla="*/ 31114 h 138429"/>
                <a:gd name="connsiteX368" fmla="*/ 2907661 w 4940931"/>
                <a:gd name="connsiteY368" fmla="*/ 84454 h 138429"/>
                <a:gd name="connsiteX369" fmla="*/ 2920361 w 4940931"/>
                <a:gd name="connsiteY369" fmla="*/ 31114 h 138429"/>
                <a:gd name="connsiteX370" fmla="*/ 2935601 w 4940931"/>
                <a:gd name="connsiteY370" fmla="*/ 31114 h 138429"/>
                <a:gd name="connsiteX371" fmla="*/ 2914011 w 4940931"/>
                <a:gd name="connsiteY371" fmla="*/ 108584 h 138429"/>
                <a:gd name="connsiteX372" fmla="*/ 2900676 w 4940931"/>
                <a:gd name="connsiteY372" fmla="*/ 108584 h 138429"/>
                <a:gd name="connsiteX373" fmla="*/ 2886706 w 4940931"/>
                <a:gd name="connsiteY373" fmla="*/ 54609 h 138429"/>
                <a:gd name="connsiteX374" fmla="*/ 2872101 w 4940931"/>
                <a:gd name="connsiteY374" fmla="*/ 108584 h 138429"/>
                <a:gd name="connsiteX375" fmla="*/ 2858766 w 4940931"/>
                <a:gd name="connsiteY375" fmla="*/ 108584 h 138429"/>
                <a:gd name="connsiteX376" fmla="*/ 1354455 w 4940931"/>
                <a:gd name="connsiteY376" fmla="*/ 31114 h 138429"/>
                <a:gd name="connsiteX377" fmla="*/ 1369695 w 4940931"/>
                <a:gd name="connsiteY377" fmla="*/ 31114 h 138429"/>
                <a:gd name="connsiteX378" fmla="*/ 1369695 w 4940931"/>
                <a:gd name="connsiteY378" fmla="*/ 109219 h 138429"/>
                <a:gd name="connsiteX379" fmla="*/ 1354455 w 4940931"/>
                <a:gd name="connsiteY379" fmla="*/ 109219 h 138429"/>
                <a:gd name="connsiteX380" fmla="*/ 2646040 w 4940931"/>
                <a:gd name="connsiteY380" fmla="*/ 29844 h 138429"/>
                <a:gd name="connsiteX381" fmla="*/ 2658105 w 4940931"/>
                <a:gd name="connsiteY381" fmla="*/ 31749 h 138429"/>
                <a:gd name="connsiteX382" fmla="*/ 2667630 w 4940931"/>
                <a:gd name="connsiteY382" fmla="*/ 36829 h 138429"/>
                <a:gd name="connsiteX383" fmla="*/ 2673345 w 4940931"/>
                <a:gd name="connsiteY383" fmla="*/ 45084 h 138429"/>
                <a:gd name="connsiteX384" fmla="*/ 2675250 w 4940931"/>
                <a:gd name="connsiteY384" fmla="*/ 56514 h 138429"/>
                <a:gd name="connsiteX385" fmla="*/ 2675250 w 4940931"/>
                <a:gd name="connsiteY385" fmla="*/ 109854 h 138429"/>
                <a:gd name="connsiteX386" fmla="*/ 2660010 w 4940931"/>
                <a:gd name="connsiteY386" fmla="*/ 109854 h 138429"/>
                <a:gd name="connsiteX387" fmla="*/ 2660010 w 4940931"/>
                <a:gd name="connsiteY387" fmla="*/ 108584 h 138429"/>
                <a:gd name="connsiteX388" fmla="*/ 2660010 w 4940931"/>
                <a:gd name="connsiteY388" fmla="*/ 100964 h 138429"/>
                <a:gd name="connsiteX389" fmla="*/ 2654930 w 4940931"/>
                <a:gd name="connsiteY389" fmla="*/ 104774 h 138429"/>
                <a:gd name="connsiteX390" fmla="*/ 2651120 w 4940931"/>
                <a:gd name="connsiteY390" fmla="*/ 107314 h 138429"/>
                <a:gd name="connsiteX391" fmla="*/ 2646040 w 4940931"/>
                <a:gd name="connsiteY391" fmla="*/ 109219 h 138429"/>
                <a:gd name="connsiteX392" fmla="*/ 2639055 w 4940931"/>
                <a:gd name="connsiteY392" fmla="*/ 109854 h 138429"/>
                <a:gd name="connsiteX393" fmla="*/ 2629530 w 4940931"/>
                <a:gd name="connsiteY393" fmla="*/ 108584 h 138429"/>
                <a:gd name="connsiteX394" fmla="*/ 2620640 w 4940931"/>
                <a:gd name="connsiteY394" fmla="*/ 104139 h 138429"/>
                <a:gd name="connsiteX395" fmla="*/ 2614290 w 4940931"/>
                <a:gd name="connsiteY395" fmla="*/ 95884 h 138429"/>
                <a:gd name="connsiteX396" fmla="*/ 2611750 w 4940931"/>
                <a:gd name="connsiteY396" fmla="*/ 83819 h 138429"/>
                <a:gd name="connsiteX397" fmla="*/ 2614290 w 4940931"/>
                <a:gd name="connsiteY397" fmla="*/ 72389 h 138429"/>
                <a:gd name="connsiteX398" fmla="*/ 2620640 w 4940931"/>
                <a:gd name="connsiteY398" fmla="*/ 64769 h 138429"/>
                <a:gd name="connsiteX399" fmla="*/ 2630800 w 4940931"/>
                <a:gd name="connsiteY399" fmla="*/ 60324 h 138429"/>
                <a:gd name="connsiteX400" fmla="*/ 2642865 w 4940931"/>
                <a:gd name="connsiteY400" fmla="*/ 59054 h 138429"/>
                <a:gd name="connsiteX401" fmla="*/ 2653025 w 4940931"/>
                <a:gd name="connsiteY401" fmla="*/ 59689 h 138429"/>
                <a:gd name="connsiteX402" fmla="*/ 2660010 w 4940931"/>
                <a:gd name="connsiteY402" fmla="*/ 61594 h 138429"/>
                <a:gd name="connsiteX403" fmla="*/ 2660010 w 4940931"/>
                <a:gd name="connsiteY403" fmla="*/ 55879 h 138429"/>
                <a:gd name="connsiteX404" fmla="*/ 2656200 w 4940931"/>
                <a:gd name="connsiteY404" fmla="*/ 46354 h 138429"/>
                <a:gd name="connsiteX405" fmla="*/ 2645405 w 4940931"/>
                <a:gd name="connsiteY405" fmla="*/ 43179 h 138429"/>
                <a:gd name="connsiteX406" fmla="*/ 2634610 w 4940931"/>
                <a:gd name="connsiteY406" fmla="*/ 44449 h 138429"/>
                <a:gd name="connsiteX407" fmla="*/ 2625085 w 4940931"/>
                <a:gd name="connsiteY407" fmla="*/ 48259 h 138429"/>
                <a:gd name="connsiteX408" fmla="*/ 2619370 w 4940931"/>
                <a:gd name="connsiteY408" fmla="*/ 36829 h 138429"/>
                <a:gd name="connsiteX409" fmla="*/ 2631435 w 4940931"/>
                <a:gd name="connsiteY409" fmla="*/ 31749 h 138429"/>
                <a:gd name="connsiteX410" fmla="*/ 2646040 w 4940931"/>
                <a:gd name="connsiteY410" fmla="*/ 29844 h 138429"/>
                <a:gd name="connsiteX411" fmla="*/ 1114426 w 4940931"/>
                <a:gd name="connsiteY411" fmla="*/ 29844 h 138429"/>
                <a:gd name="connsiteX412" fmla="*/ 1129666 w 4940931"/>
                <a:gd name="connsiteY412" fmla="*/ 29844 h 138429"/>
                <a:gd name="connsiteX413" fmla="*/ 1129666 w 4940931"/>
                <a:gd name="connsiteY413" fmla="*/ 107949 h 138429"/>
                <a:gd name="connsiteX414" fmla="*/ 1114426 w 4940931"/>
                <a:gd name="connsiteY414" fmla="*/ 107949 h 138429"/>
                <a:gd name="connsiteX415" fmla="*/ 1114426 w 4940931"/>
                <a:gd name="connsiteY415" fmla="*/ 100964 h 138429"/>
                <a:gd name="connsiteX416" fmla="*/ 1106171 w 4940931"/>
                <a:gd name="connsiteY416" fmla="*/ 107314 h 138429"/>
                <a:gd name="connsiteX417" fmla="*/ 1094741 w 4940931"/>
                <a:gd name="connsiteY417" fmla="*/ 109854 h 138429"/>
                <a:gd name="connsiteX418" fmla="*/ 1073786 w 4940931"/>
                <a:gd name="connsiteY418" fmla="*/ 100964 h 138429"/>
                <a:gd name="connsiteX419" fmla="*/ 1066800 w 4940931"/>
                <a:gd name="connsiteY419" fmla="*/ 74929 h 138429"/>
                <a:gd name="connsiteX420" fmla="*/ 1066800 w 4940931"/>
                <a:gd name="connsiteY420" fmla="*/ 30479 h 138429"/>
                <a:gd name="connsiteX421" fmla="*/ 1082040 w 4940931"/>
                <a:gd name="connsiteY421" fmla="*/ 30479 h 138429"/>
                <a:gd name="connsiteX422" fmla="*/ 1082040 w 4940931"/>
                <a:gd name="connsiteY422" fmla="*/ 74294 h 138429"/>
                <a:gd name="connsiteX423" fmla="*/ 1085851 w 4940931"/>
                <a:gd name="connsiteY423" fmla="*/ 90169 h 138429"/>
                <a:gd name="connsiteX424" fmla="*/ 1097916 w 4940931"/>
                <a:gd name="connsiteY424" fmla="*/ 95249 h 138429"/>
                <a:gd name="connsiteX425" fmla="*/ 1109981 w 4940931"/>
                <a:gd name="connsiteY425" fmla="*/ 90169 h 138429"/>
                <a:gd name="connsiteX426" fmla="*/ 1114426 w 4940931"/>
                <a:gd name="connsiteY426" fmla="*/ 75564 h 138429"/>
                <a:gd name="connsiteX427" fmla="*/ 1011556 w 4940931"/>
                <a:gd name="connsiteY427" fmla="*/ 29844 h 138429"/>
                <a:gd name="connsiteX428" fmla="*/ 1017272 w 4940931"/>
                <a:gd name="connsiteY428" fmla="*/ 30479 h 138429"/>
                <a:gd name="connsiteX429" fmla="*/ 1022352 w 4940931"/>
                <a:gd name="connsiteY429" fmla="*/ 32384 h 138429"/>
                <a:gd name="connsiteX430" fmla="*/ 1026797 w 4940931"/>
                <a:gd name="connsiteY430" fmla="*/ 35559 h 138429"/>
                <a:gd name="connsiteX431" fmla="*/ 1030607 w 4940931"/>
                <a:gd name="connsiteY431" fmla="*/ 38734 h 138429"/>
                <a:gd name="connsiteX432" fmla="*/ 1030607 w 4940931"/>
                <a:gd name="connsiteY432" fmla="*/ 31749 h 138429"/>
                <a:gd name="connsiteX433" fmla="*/ 1045847 w 4940931"/>
                <a:gd name="connsiteY433" fmla="*/ 31749 h 138429"/>
                <a:gd name="connsiteX434" fmla="*/ 1045847 w 4940931"/>
                <a:gd name="connsiteY434" fmla="*/ 130809 h 138429"/>
                <a:gd name="connsiteX435" fmla="*/ 1032512 w 4940931"/>
                <a:gd name="connsiteY435" fmla="*/ 137477 h 138429"/>
                <a:gd name="connsiteX436" fmla="*/ 1032512 w 4940931"/>
                <a:gd name="connsiteY436" fmla="*/ 101599 h 138429"/>
                <a:gd name="connsiteX437" fmla="*/ 1022986 w 4940931"/>
                <a:gd name="connsiteY437" fmla="*/ 107949 h 138429"/>
                <a:gd name="connsiteX438" fmla="*/ 1011556 w 4940931"/>
                <a:gd name="connsiteY438" fmla="*/ 110489 h 138429"/>
                <a:gd name="connsiteX439" fmla="*/ 999491 w 4940931"/>
                <a:gd name="connsiteY439" fmla="*/ 107949 h 138429"/>
                <a:gd name="connsiteX440" fmla="*/ 989966 w 4940931"/>
                <a:gd name="connsiteY440" fmla="*/ 100329 h 138429"/>
                <a:gd name="connsiteX441" fmla="*/ 983616 w 4940931"/>
                <a:gd name="connsiteY441" fmla="*/ 87629 h 138429"/>
                <a:gd name="connsiteX442" fmla="*/ 981076 w 4940931"/>
                <a:gd name="connsiteY442" fmla="*/ 68579 h 138429"/>
                <a:gd name="connsiteX443" fmla="*/ 983616 w 4940931"/>
                <a:gd name="connsiteY443" fmla="*/ 51434 h 138429"/>
                <a:gd name="connsiteX444" fmla="*/ 990601 w 4940931"/>
                <a:gd name="connsiteY444" fmla="*/ 39369 h 138429"/>
                <a:gd name="connsiteX445" fmla="*/ 1000126 w 4940931"/>
                <a:gd name="connsiteY445" fmla="*/ 32384 h 138429"/>
                <a:gd name="connsiteX446" fmla="*/ 1011556 w 4940931"/>
                <a:gd name="connsiteY446" fmla="*/ 29844 h 138429"/>
                <a:gd name="connsiteX447" fmla="*/ 4871716 w 4940931"/>
                <a:gd name="connsiteY447" fmla="*/ 29210 h 138429"/>
                <a:gd name="connsiteX448" fmla="*/ 4885686 w 4940931"/>
                <a:gd name="connsiteY448" fmla="*/ 31750 h 138429"/>
                <a:gd name="connsiteX449" fmla="*/ 4897751 w 4940931"/>
                <a:gd name="connsiteY449" fmla="*/ 38100 h 138429"/>
                <a:gd name="connsiteX450" fmla="*/ 4899021 w 4940931"/>
                <a:gd name="connsiteY450" fmla="*/ 38100 h 138429"/>
                <a:gd name="connsiteX451" fmla="*/ 4892036 w 4940931"/>
                <a:gd name="connsiteY451" fmla="*/ 50165 h 138429"/>
                <a:gd name="connsiteX452" fmla="*/ 4882511 w 4940931"/>
                <a:gd name="connsiteY452" fmla="*/ 45085 h 138429"/>
                <a:gd name="connsiteX453" fmla="*/ 4872351 w 4940931"/>
                <a:gd name="connsiteY453" fmla="*/ 43180 h 138429"/>
                <a:gd name="connsiteX454" fmla="*/ 4864096 w 4940931"/>
                <a:gd name="connsiteY454" fmla="*/ 45085 h 138429"/>
                <a:gd name="connsiteX455" fmla="*/ 4861556 w 4940931"/>
                <a:gd name="connsiteY455" fmla="*/ 50165 h 138429"/>
                <a:gd name="connsiteX456" fmla="*/ 4861556 w 4940931"/>
                <a:gd name="connsiteY456" fmla="*/ 52705 h 138429"/>
                <a:gd name="connsiteX457" fmla="*/ 4863461 w 4940931"/>
                <a:gd name="connsiteY457" fmla="*/ 55245 h 138429"/>
                <a:gd name="connsiteX458" fmla="*/ 4867906 w 4940931"/>
                <a:gd name="connsiteY458" fmla="*/ 57785 h 138429"/>
                <a:gd name="connsiteX459" fmla="*/ 4874891 w 4940931"/>
                <a:gd name="connsiteY459" fmla="*/ 60960 h 138429"/>
                <a:gd name="connsiteX460" fmla="*/ 4886321 w 4940931"/>
                <a:gd name="connsiteY460" fmla="*/ 66040 h 138429"/>
                <a:gd name="connsiteX461" fmla="*/ 4894576 w 4940931"/>
                <a:gd name="connsiteY461" fmla="*/ 71120 h 138429"/>
                <a:gd name="connsiteX462" fmla="*/ 4899656 w 4940931"/>
                <a:gd name="connsiteY462" fmla="*/ 78105 h 138429"/>
                <a:gd name="connsiteX463" fmla="*/ 4901561 w 4940931"/>
                <a:gd name="connsiteY463" fmla="*/ 87630 h 138429"/>
                <a:gd name="connsiteX464" fmla="*/ 4899021 w 4940931"/>
                <a:gd name="connsiteY464" fmla="*/ 98425 h 138429"/>
                <a:gd name="connsiteX465" fmla="*/ 4892671 w 4940931"/>
                <a:gd name="connsiteY465" fmla="*/ 105410 h 138429"/>
                <a:gd name="connsiteX466" fmla="*/ 4883146 w 4940931"/>
                <a:gd name="connsiteY466" fmla="*/ 109220 h 138429"/>
                <a:gd name="connsiteX467" fmla="*/ 4872351 w 4940931"/>
                <a:gd name="connsiteY467" fmla="*/ 110490 h 138429"/>
                <a:gd name="connsiteX468" fmla="*/ 4857111 w 4940931"/>
                <a:gd name="connsiteY468" fmla="*/ 107950 h 138429"/>
                <a:gd name="connsiteX469" fmla="*/ 4842506 w 4940931"/>
                <a:gd name="connsiteY469" fmla="*/ 100965 h 138429"/>
                <a:gd name="connsiteX470" fmla="*/ 4849491 w 4940931"/>
                <a:gd name="connsiteY470" fmla="*/ 89535 h 138429"/>
                <a:gd name="connsiteX471" fmla="*/ 4860921 w 4940931"/>
                <a:gd name="connsiteY471" fmla="*/ 95250 h 138429"/>
                <a:gd name="connsiteX472" fmla="*/ 4872351 w 4940931"/>
                <a:gd name="connsiteY472" fmla="*/ 97155 h 138429"/>
                <a:gd name="connsiteX473" fmla="*/ 4883146 w 4940931"/>
                <a:gd name="connsiteY473" fmla="*/ 94615 h 138429"/>
                <a:gd name="connsiteX474" fmla="*/ 4886321 w 4940931"/>
                <a:gd name="connsiteY474" fmla="*/ 88265 h 138429"/>
                <a:gd name="connsiteX475" fmla="*/ 4885051 w 4940931"/>
                <a:gd name="connsiteY475" fmla="*/ 84455 h 138429"/>
                <a:gd name="connsiteX476" fmla="*/ 4881241 w 4940931"/>
                <a:gd name="connsiteY476" fmla="*/ 81280 h 138429"/>
                <a:gd name="connsiteX477" fmla="*/ 4875526 w 4940931"/>
                <a:gd name="connsiteY477" fmla="*/ 78105 h 138429"/>
                <a:gd name="connsiteX478" fmla="*/ 4867906 w 4940931"/>
                <a:gd name="connsiteY478" fmla="*/ 74930 h 138429"/>
                <a:gd name="connsiteX479" fmla="*/ 4857111 w 4940931"/>
                <a:gd name="connsiteY479" fmla="*/ 69850 h 138429"/>
                <a:gd name="connsiteX480" fmla="*/ 4850126 w 4940931"/>
                <a:gd name="connsiteY480" fmla="*/ 64770 h 138429"/>
                <a:gd name="connsiteX481" fmla="*/ 4846316 w 4940931"/>
                <a:gd name="connsiteY481" fmla="*/ 58420 h 138429"/>
                <a:gd name="connsiteX482" fmla="*/ 4845046 w 4940931"/>
                <a:gd name="connsiteY482" fmla="*/ 50165 h 138429"/>
                <a:gd name="connsiteX483" fmla="*/ 4846951 w 4940931"/>
                <a:gd name="connsiteY483" fmla="*/ 40640 h 138429"/>
                <a:gd name="connsiteX484" fmla="*/ 4852666 w 4940931"/>
                <a:gd name="connsiteY484" fmla="*/ 34290 h 138429"/>
                <a:gd name="connsiteX485" fmla="*/ 4860921 w 4940931"/>
                <a:gd name="connsiteY485" fmla="*/ 30480 h 138429"/>
                <a:gd name="connsiteX486" fmla="*/ 4871716 w 4940931"/>
                <a:gd name="connsiteY486" fmla="*/ 29210 h 138429"/>
                <a:gd name="connsiteX487" fmla="*/ 4749796 w 4940931"/>
                <a:gd name="connsiteY487" fmla="*/ 29210 h 138429"/>
                <a:gd name="connsiteX488" fmla="*/ 4757416 w 4940931"/>
                <a:gd name="connsiteY488" fmla="*/ 29845 h 138429"/>
                <a:gd name="connsiteX489" fmla="*/ 4763131 w 4940931"/>
                <a:gd name="connsiteY489" fmla="*/ 32385 h 138429"/>
                <a:gd name="connsiteX490" fmla="*/ 4759321 w 4940931"/>
                <a:gd name="connsiteY490" fmla="*/ 46990 h 138429"/>
                <a:gd name="connsiteX491" fmla="*/ 4758051 w 4940931"/>
                <a:gd name="connsiteY491" fmla="*/ 46990 h 138429"/>
                <a:gd name="connsiteX492" fmla="*/ 4752971 w 4940931"/>
                <a:gd name="connsiteY492" fmla="*/ 45085 h 138429"/>
                <a:gd name="connsiteX493" fmla="*/ 4746621 w 4940931"/>
                <a:gd name="connsiteY493" fmla="*/ 44450 h 138429"/>
                <a:gd name="connsiteX494" fmla="*/ 4735191 w 4940931"/>
                <a:gd name="connsiteY494" fmla="*/ 49530 h 138429"/>
                <a:gd name="connsiteX495" fmla="*/ 4731381 w 4940931"/>
                <a:gd name="connsiteY495" fmla="*/ 64770 h 138429"/>
                <a:gd name="connsiteX496" fmla="*/ 4731381 w 4940931"/>
                <a:gd name="connsiteY496" fmla="*/ 109220 h 138429"/>
                <a:gd name="connsiteX497" fmla="*/ 4716141 w 4940931"/>
                <a:gd name="connsiteY497" fmla="*/ 109220 h 138429"/>
                <a:gd name="connsiteX498" fmla="*/ 4716141 w 4940931"/>
                <a:gd name="connsiteY498" fmla="*/ 31115 h 138429"/>
                <a:gd name="connsiteX499" fmla="*/ 4731381 w 4940931"/>
                <a:gd name="connsiteY499" fmla="*/ 31115 h 138429"/>
                <a:gd name="connsiteX500" fmla="*/ 4731381 w 4940931"/>
                <a:gd name="connsiteY500" fmla="*/ 38735 h 138429"/>
                <a:gd name="connsiteX501" fmla="*/ 4734556 w 4940931"/>
                <a:gd name="connsiteY501" fmla="*/ 34925 h 138429"/>
                <a:gd name="connsiteX502" fmla="*/ 4739001 w 4940931"/>
                <a:gd name="connsiteY502" fmla="*/ 31750 h 138429"/>
                <a:gd name="connsiteX503" fmla="*/ 4744081 w 4940931"/>
                <a:gd name="connsiteY503" fmla="*/ 29845 h 138429"/>
                <a:gd name="connsiteX504" fmla="*/ 4749796 w 4940931"/>
                <a:gd name="connsiteY504" fmla="*/ 29210 h 138429"/>
                <a:gd name="connsiteX505" fmla="*/ 4349110 w 4940931"/>
                <a:gd name="connsiteY505" fmla="*/ 29210 h 138429"/>
                <a:gd name="connsiteX506" fmla="*/ 4356730 w 4940931"/>
                <a:gd name="connsiteY506" fmla="*/ 29845 h 138429"/>
                <a:gd name="connsiteX507" fmla="*/ 4362445 w 4940931"/>
                <a:gd name="connsiteY507" fmla="*/ 32385 h 138429"/>
                <a:gd name="connsiteX508" fmla="*/ 4358635 w 4940931"/>
                <a:gd name="connsiteY508" fmla="*/ 46990 h 138429"/>
                <a:gd name="connsiteX509" fmla="*/ 4357365 w 4940931"/>
                <a:gd name="connsiteY509" fmla="*/ 46990 h 138429"/>
                <a:gd name="connsiteX510" fmla="*/ 4352285 w 4940931"/>
                <a:gd name="connsiteY510" fmla="*/ 45085 h 138429"/>
                <a:gd name="connsiteX511" fmla="*/ 4345935 w 4940931"/>
                <a:gd name="connsiteY511" fmla="*/ 44450 h 138429"/>
                <a:gd name="connsiteX512" fmla="*/ 4334505 w 4940931"/>
                <a:gd name="connsiteY512" fmla="*/ 49530 h 138429"/>
                <a:gd name="connsiteX513" fmla="*/ 4330695 w 4940931"/>
                <a:gd name="connsiteY513" fmla="*/ 64770 h 138429"/>
                <a:gd name="connsiteX514" fmla="*/ 4330695 w 4940931"/>
                <a:gd name="connsiteY514" fmla="*/ 109220 h 138429"/>
                <a:gd name="connsiteX515" fmla="*/ 4315455 w 4940931"/>
                <a:gd name="connsiteY515" fmla="*/ 109220 h 138429"/>
                <a:gd name="connsiteX516" fmla="*/ 4315455 w 4940931"/>
                <a:gd name="connsiteY516" fmla="*/ 31115 h 138429"/>
                <a:gd name="connsiteX517" fmla="*/ 4330695 w 4940931"/>
                <a:gd name="connsiteY517" fmla="*/ 31115 h 138429"/>
                <a:gd name="connsiteX518" fmla="*/ 4330695 w 4940931"/>
                <a:gd name="connsiteY518" fmla="*/ 38735 h 138429"/>
                <a:gd name="connsiteX519" fmla="*/ 4333870 w 4940931"/>
                <a:gd name="connsiteY519" fmla="*/ 34925 h 138429"/>
                <a:gd name="connsiteX520" fmla="*/ 4338315 w 4940931"/>
                <a:gd name="connsiteY520" fmla="*/ 31750 h 138429"/>
                <a:gd name="connsiteX521" fmla="*/ 4343395 w 4940931"/>
                <a:gd name="connsiteY521" fmla="*/ 29845 h 138429"/>
                <a:gd name="connsiteX522" fmla="*/ 4349110 w 4940931"/>
                <a:gd name="connsiteY522" fmla="*/ 29210 h 138429"/>
                <a:gd name="connsiteX523" fmla="*/ 4044310 w 4940931"/>
                <a:gd name="connsiteY523" fmla="*/ 29210 h 138429"/>
                <a:gd name="connsiteX524" fmla="*/ 4058915 w 4940931"/>
                <a:gd name="connsiteY524" fmla="*/ 32385 h 138429"/>
                <a:gd name="connsiteX525" fmla="*/ 4069075 w 4940931"/>
                <a:gd name="connsiteY525" fmla="*/ 40640 h 138429"/>
                <a:gd name="connsiteX526" fmla="*/ 4075425 w 4940931"/>
                <a:gd name="connsiteY526" fmla="*/ 53340 h 138429"/>
                <a:gd name="connsiteX527" fmla="*/ 4077330 w 4940931"/>
                <a:gd name="connsiteY527" fmla="*/ 68580 h 138429"/>
                <a:gd name="connsiteX528" fmla="*/ 4076060 w 4940931"/>
                <a:gd name="connsiteY528" fmla="*/ 68580 h 138429"/>
                <a:gd name="connsiteX529" fmla="*/ 4076060 w 4940931"/>
                <a:gd name="connsiteY529" fmla="*/ 72390 h 138429"/>
                <a:gd name="connsiteX530" fmla="*/ 4076060 w 4940931"/>
                <a:gd name="connsiteY530" fmla="*/ 75565 h 138429"/>
                <a:gd name="connsiteX531" fmla="*/ 4024625 w 4940931"/>
                <a:gd name="connsiteY531" fmla="*/ 75565 h 138429"/>
                <a:gd name="connsiteX532" fmla="*/ 4027165 w 4940931"/>
                <a:gd name="connsiteY532" fmla="*/ 85090 h 138429"/>
                <a:gd name="connsiteX533" fmla="*/ 4031610 w 4940931"/>
                <a:gd name="connsiteY533" fmla="*/ 91440 h 138429"/>
                <a:gd name="connsiteX534" fmla="*/ 4037325 w 4940931"/>
                <a:gd name="connsiteY534" fmla="*/ 95250 h 138429"/>
                <a:gd name="connsiteX535" fmla="*/ 4044310 w 4940931"/>
                <a:gd name="connsiteY535" fmla="*/ 96520 h 138429"/>
                <a:gd name="connsiteX536" fmla="*/ 4049390 w 4940931"/>
                <a:gd name="connsiteY536" fmla="*/ 96520 h 138429"/>
                <a:gd name="connsiteX537" fmla="*/ 4053835 w 4940931"/>
                <a:gd name="connsiteY537" fmla="*/ 95250 h 138429"/>
                <a:gd name="connsiteX538" fmla="*/ 4057645 w 4940931"/>
                <a:gd name="connsiteY538" fmla="*/ 93345 h 138429"/>
                <a:gd name="connsiteX539" fmla="*/ 4062090 w 4940931"/>
                <a:gd name="connsiteY539" fmla="*/ 90805 h 138429"/>
                <a:gd name="connsiteX540" fmla="*/ 4070980 w 4940931"/>
                <a:gd name="connsiteY540" fmla="*/ 100330 h 138429"/>
                <a:gd name="connsiteX541" fmla="*/ 4065265 w 4940931"/>
                <a:gd name="connsiteY541" fmla="*/ 104775 h 138429"/>
                <a:gd name="connsiteX542" fmla="*/ 4059550 w 4940931"/>
                <a:gd name="connsiteY542" fmla="*/ 107950 h 138429"/>
                <a:gd name="connsiteX543" fmla="*/ 4052565 w 4940931"/>
                <a:gd name="connsiteY543" fmla="*/ 109855 h 138429"/>
                <a:gd name="connsiteX544" fmla="*/ 4043675 w 4940931"/>
                <a:gd name="connsiteY544" fmla="*/ 110490 h 138429"/>
                <a:gd name="connsiteX545" fmla="*/ 4034150 w 4940931"/>
                <a:gd name="connsiteY545" fmla="*/ 109220 h 138429"/>
                <a:gd name="connsiteX546" fmla="*/ 4026530 w 4940931"/>
                <a:gd name="connsiteY546" fmla="*/ 105410 h 138429"/>
                <a:gd name="connsiteX547" fmla="*/ 4020180 w 4940931"/>
                <a:gd name="connsiteY547" fmla="*/ 100330 h 138429"/>
                <a:gd name="connsiteX548" fmla="*/ 4015100 w 4940931"/>
                <a:gd name="connsiteY548" fmla="*/ 92710 h 138429"/>
                <a:gd name="connsiteX549" fmla="*/ 4011290 w 4940931"/>
                <a:gd name="connsiteY549" fmla="*/ 82550 h 138429"/>
                <a:gd name="connsiteX550" fmla="*/ 4010020 w 4940931"/>
                <a:gd name="connsiteY550" fmla="*/ 69850 h 138429"/>
                <a:gd name="connsiteX551" fmla="*/ 4012560 w 4940931"/>
                <a:gd name="connsiteY551" fmla="*/ 52070 h 138429"/>
                <a:gd name="connsiteX552" fmla="*/ 4019545 w 4940931"/>
                <a:gd name="connsiteY552" fmla="*/ 39370 h 138429"/>
                <a:gd name="connsiteX553" fmla="*/ 4030340 w 4940931"/>
                <a:gd name="connsiteY553" fmla="*/ 31750 h 138429"/>
                <a:gd name="connsiteX554" fmla="*/ 4044310 w 4940931"/>
                <a:gd name="connsiteY554" fmla="*/ 29210 h 138429"/>
                <a:gd name="connsiteX555" fmla="*/ 3811900 w 4940931"/>
                <a:gd name="connsiteY555" fmla="*/ 29210 h 138429"/>
                <a:gd name="connsiteX556" fmla="*/ 3819520 w 4940931"/>
                <a:gd name="connsiteY556" fmla="*/ 29845 h 138429"/>
                <a:gd name="connsiteX557" fmla="*/ 3825235 w 4940931"/>
                <a:gd name="connsiteY557" fmla="*/ 32385 h 138429"/>
                <a:gd name="connsiteX558" fmla="*/ 3821425 w 4940931"/>
                <a:gd name="connsiteY558" fmla="*/ 46990 h 138429"/>
                <a:gd name="connsiteX559" fmla="*/ 3820155 w 4940931"/>
                <a:gd name="connsiteY559" fmla="*/ 46990 h 138429"/>
                <a:gd name="connsiteX560" fmla="*/ 3815075 w 4940931"/>
                <a:gd name="connsiteY560" fmla="*/ 45085 h 138429"/>
                <a:gd name="connsiteX561" fmla="*/ 3808725 w 4940931"/>
                <a:gd name="connsiteY561" fmla="*/ 44450 h 138429"/>
                <a:gd name="connsiteX562" fmla="*/ 3797295 w 4940931"/>
                <a:gd name="connsiteY562" fmla="*/ 49530 h 138429"/>
                <a:gd name="connsiteX563" fmla="*/ 3793485 w 4940931"/>
                <a:gd name="connsiteY563" fmla="*/ 64770 h 138429"/>
                <a:gd name="connsiteX564" fmla="*/ 3793485 w 4940931"/>
                <a:gd name="connsiteY564" fmla="*/ 109220 h 138429"/>
                <a:gd name="connsiteX565" fmla="*/ 3778245 w 4940931"/>
                <a:gd name="connsiteY565" fmla="*/ 109220 h 138429"/>
                <a:gd name="connsiteX566" fmla="*/ 3778245 w 4940931"/>
                <a:gd name="connsiteY566" fmla="*/ 31115 h 138429"/>
                <a:gd name="connsiteX567" fmla="*/ 3793485 w 4940931"/>
                <a:gd name="connsiteY567" fmla="*/ 31115 h 138429"/>
                <a:gd name="connsiteX568" fmla="*/ 3793485 w 4940931"/>
                <a:gd name="connsiteY568" fmla="*/ 38735 h 138429"/>
                <a:gd name="connsiteX569" fmla="*/ 3796660 w 4940931"/>
                <a:gd name="connsiteY569" fmla="*/ 34925 h 138429"/>
                <a:gd name="connsiteX570" fmla="*/ 3801105 w 4940931"/>
                <a:gd name="connsiteY570" fmla="*/ 31750 h 138429"/>
                <a:gd name="connsiteX571" fmla="*/ 3806185 w 4940931"/>
                <a:gd name="connsiteY571" fmla="*/ 29845 h 138429"/>
                <a:gd name="connsiteX572" fmla="*/ 3811900 w 4940931"/>
                <a:gd name="connsiteY572" fmla="*/ 29210 h 138429"/>
                <a:gd name="connsiteX573" fmla="*/ 3729986 w 4940931"/>
                <a:gd name="connsiteY573" fmla="*/ 29210 h 138429"/>
                <a:gd name="connsiteX574" fmla="*/ 3744591 w 4940931"/>
                <a:gd name="connsiteY574" fmla="*/ 32385 h 138429"/>
                <a:gd name="connsiteX575" fmla="*/ 3754751 w 4940931"/>
                <a:gd name="connsiteY575" fmla="*/ 40640 h 138429"/>
                <a:gd name="connsiteX576" fmla="*/ 3761101 w 4940931"/>
                <a:gd name="connsiteY576" fmla="*/ 53340 h 138429"/>
                <a:gd name="connsiteX577" fmla="*/ 3763006 w 4940931"/>
                <a:gd name="connsiteY577" fmla="*/ 68580 h 138429"/>
                <a:gd name="connsiteX578" fmla="*/ 3761736 w 4940931"/>
                <a:gd name="connsiteY578" fmla="*/ 68580 h 138429"/>
                <a:gd name="connsiteX579" fmla="*/ 3761736 w 4940931"/>
                <a:gd name="connsiteY579" fmla="*/ 72390 h 138429"/>
                <a:gd name="connsiteX580" fmla="*/ 3761736 w 4940931"/>
                <a:gd name="connsiteY580" fmla="*/ 75565 h 138429"/>
                <a:gd name="connsiteX581" fmla="*/ 3710301 w 4940931"/>
                <a:gd name="connsiteY581" fmla="*/ 75565 h 138429"/>
                <a:gd name="connsiteX582" fmla="*/ 3712841 w 4940931"/>
                <a:gd name="connsiteY582" fmla="*/ 85090 h 138429"/>
                <a:gd name="connsiteX583" fmla="*/ 3717286 w 4940931"/>
                <a:gd name="connsiteY583" fmla="*/ 91440 h 138429"/>
                <a:gd name="connsiteX584" fmla="*/ 3723001 w 4940931"/>
                <a:gd name="connsiteY584" fmla="*/ 95250 h 138429"/>
                <a:gd name="connsiteX585" fmla="*/ 3729986 w 4940931"/>
                <a:gd name="connsiteY585" fmla="*/ 96520 h 138429"/>
                <a:gd name="connsiteX586" fmla="*/ 3735066 w 4940931"/>
                <a:gd name="connsiteY586" fmla="*/ 96520 h 138429"/>
                <a:gd name="connsiteX587" fmla="*/ 3739511 w 4940931"/>
                <a:gd name="connsiteY587" fmla="*/ 95250 h 138429"/>
                <a:gd name="connsiteX588" fmla="*/ 3743321 w 4940931"/>
                <a:gd name="connsiteY588" fmla="*/ 93345 h 138429"/>
                <a:gd name="connsiteX589" fmla="*/ 3747766 w 4940931"/>
                <a:gd name="connsiteY589" fmla="*/ 90805 h 138429"/>
                <a:gd name="connsiteX590" fmla="*/ 3756656 w 4940931"/>
                <a:gd name="connsiteY590" fmla="*/ 100330 h 138429"/>
                <a:gd name="connsiteX591" fmla="*/ 3750941 w 4940931"/>
                <a:gd name="connsiteY591" fmla="*/ 104775 h 138429"/>
                <a:gd name="connsiteX592" fmla="*/ 3745226 w 4940931"/>
                <a:gd name="connsiteY592" fmla="*/ 107950 h 138429"/>
                <a:gd name="connsiteX593" fmla="*/ 3738241 w 4940931"/>
                <a:gd name="connsiteY593" fmla="*/ 109855 h 138429"/>
                <a:gd name="connsiteX594" fmla="*/ 3729351 w 4940931"/>
                <a:gd name="connsiteY594" fmla="*/ 110490 h 138429"/>
                <a:gd name="connsiteX595" fmla="*/ 3719826 w 4940931"/>
                <a:gd name="connsiteY595" fmla="*/ 109220 h 138429"/>
                <a:gd name="connsiteX596" fmla="*/ 3712206 w 4940931"/>
                <a:gd name="connsiteY596" fmla="*/ 105410 h 138429"/>
                <a:gd name="connsiteX597" fmla="*/ 3705856 w 4940931"/>
                <a:gd name="connsiteY597" fmla="*/ 100330 h 138429"/>
                <a:gd name="connsiteX598" fmla="*/ 3700776 w 4940931"/>
                <a:gd name="connsiteY598" fmla="*/ 92710 h 138429"/>
                <a:gd name="connsiteX599" fmla="*/ 3696966 w 4940931"/>
                <a:gd name="connsiteY599" fmla="*/ 82550 h 138429"/>
                <a:gd name="connsiteX600" fmla="*/ 3695696 w 4940931"/>
                <a:gd name="connsiteY600" fmla="*/ 69850 h 138429"/>
                <a:gd name="connsiteX601" fmla="*/ 3698236 w 4940931"/>
                <a:gd name="connsiteY601" fmla="*/ 52070 h 138429"/>
                <a:gd name="connsiteX602" fmla="*/ 3705221 w 4940931"/>
                <a:gd name="connsiteY602" fmla="*/ 39370 h 138429"/>
                <a:gd name="connsiteX603" fmla="*/ 3716016 w 4940931"/>
                <a:gd name="connsiteY603" fmla="*/ 31750 h 138429"/>
                <a:gd name="connsiteX604" fmla="*/ 3729986 w 4940931"/>
                <a:gd name="connsiteY604" fmla="*/ 29210 h 138429"/>
                <a:gd name="connsiteX605" fmla="*/ 3543296 w 4940931"/>
                <a:gd name="connsiteY605" fmla="*/ 29210 h 138429"/>
                <a:gd name="connsiteX606" fmla="*/ 3557901 w 4940931"/>
                <a:gd name="connsiteY606" fmla="*/ 32385 h 138429"/>
                <a:gd name="connsiteX607" fmla="*/ 3568061 w 4940931"/>
                <a:gd name="connsiteY607" fmla="*/ 40640 h 138429"/>
                <a:gd name="connsiteX608" fmla="*/ 3574411 w 4940931"/>
                <a:gd name="connsiteY608" fmla="*/ 53340 h 138429"/>
                <a:gd name="connsiteX609" fmla="*/ 3576316 w 4940931"/>
                <a:gd name="connsiteY609" fmla="*/ 68580 h 138429"/>
                <a:gd name="connsiteX610" fmla="*/ 3575046 w 4940931"/>
                <a:gd name="connsiteY610" fmla="*/ 68580 h 138429"/>
                <a:gd name="connsiteX611" fmla="*/ 3575046 w 4940931"/>
                <a:gd name="connsiteY611" fmla="*/ 72390 h 138429"/>
                <a:gd name="connsiteX612" fmla="*/ 3575046 w 4940931"/>
                <a:gd name="connsiteY612" fmla="*/ 75565 h 138429"/>
                <a:gd name="connsiteX613" fmla="*/ 3523611 w 4940931"/>
                <a:gd name="connsiteY613" fmla="*/ 75565 h 138429"/>
                <a:gd name="connsiteX614" fmla="*/ 3526151 w 4940931"/>
                <a:gd name="connsiteY614" fmla="*/ 85090 h 138429"/>
                <a:gd name="connsiteX615" fmla="*/ 3530596 w 4940931"/>
                <a:gd name="connsiteY615" fmla="*/ 91440 h 138429"/>
                <a:gd name="connsiteX616" fmla="*/ 3536311 w 4940931"/>
                <a:gd name="connsiteY616" fmla="*/ 95250 h 138429"/>
                <a:gd name="connsiteX617" fmla="*/ 3543296 w 4940931"/>
                <a:gd name="connsiteY617" fmla="*/ 96520 h 138429"/>
                <a:gd name="connsiteX618" fmla="*/ 3548376 w 4940931"/>
                <a:gd name="connsiteY618" fmla="*/ 96520 h 138429"/>
                <a:gd name="connsiteX619" fmla="*/ 3552821 w 4940931"/>
                <a:gd name="connsiteY619" fmla="*/ 95250 h 138429"/>
                <a:gd name="connsiteX620" fmla="*/ 3556631 w 4940931"/>
                <a:gd name="connsiteY620" fmla="*/ 93345 h 138429"/>
                <a:gd name="connsiteX621" fmla="*/ 3561076 w 4940931"/>
                <a:gd name="connsiteY621" fmla="*/ 90805 h 138429"/>
                <a:gd name="connsiteX622" fmla="*/ 3569966 w 4940931"/>
                <a:gd name="connsiteY622" fmla="*/ 100330 h 138429"/>
                <a:gd name="connsiteX623" fmla="*/ 3564251 w 4940931"/>
                <a:gd name="connsiteY623" fmla="*/ 104775 h 138429"/>
                <a:gd name="connsiteX624" fmla="*/ 3558536 w 4940931"/>
                <a:gd name="connsiteY624" fmla="*/ 107950 h 138429"/>
                <a:gd name="connsiteX625" fmla="*/ 3551551 w 4940931"/>
                <a:gd name="connsiteY625" fmla="*/ 109855 h 138429"/>
                <a:gd name="connsiteX626" fmla="*/ 3542661 w 4940931"/>
                <a:gd name="connsiteY626" fmla="*/ 110490 h 138429"/>
                <a:gd name="connsiteX627" fmla="*/ 3533136 w 4940931"/>
                <a:gd name="connsiteY627" fmla="*/ 109220 h 138429"/>
                <a:gd name="connsiteX628" fmla="*/ 3525516 w 4940931"/>
                <a:gd name="connsiteY628" fmla="*/ 105410 h 138429"/>
                <a:gd name="connsiteX629" fmla="*/ 3519166 w 4940931"/>
                <a:gd name="connsiteY629" fmla="*/ 100330 h 138429"/>
                <a:gd name="connsiteX630" fmla="*/ 3514086 w 4940931"/>
                <a:gd name="connsiteY630" fmla="*/ 92710 h 138429"/>
                <a:gd name="connsiteX631" fmla="*/ 3510276 w 4940931"/>
                <a:gd name="connsiteY631" fmla="*/ 82550 h 138429"/>
                <a:gd name="connsiteX632" fmla="*/ 3509006 w 4940931"/>
                <a:gd name="connsiteY632" fmla="*/ 69850 h 138429"/>
                <a:gd name="connsiteX633" fmla="*/ 3511546 w 4940931"/>
                <a:gd name="connsiteY633" fmla="*/ 52070 h 138429"/>
                <a:gd name="connsiteX634" fmla="*/ 3518531 w 4940931"/>
                <a:gd name="connsiteY634" fmla="*/ 39370 h 138429"/>
                <a:gd name="connsiteX635" fmla="*/ 3529326 w 4940931"/>
                <a:gd name="connsiteY635" fmla="*/ 31750 h 138429"/>
                <a:gd name="connsiteX636" fmla="*/ 3543296 w 4940931"/>
                <a:gd name="connsiteY636" fmla="*/ 29210 h 138429"/>
                <a:gd name="connsiteX637" fmla="*/ 3345176 w 4940931"/>
                <a:gd name="connsiteY637" fmla="*/ 29210 h 138429"/>
                <a:gd name="connsiteX638" fmla="*/ 3359781 w 4940931"/>
                <a:gd name="connsiteY638" fmla="*/ 32385 h 138429"/>
                <a:gd name="connsiteX639" fmla="*/ 3369941 w 4940931"/>
                <a:gd name="connsiteY639" fmla="*/ 40640 h 138429"/>
                <a:gd name="connsiteX640" fmla="*/ 3376291 w 4940931"/>
                <a:gd name="connsiteY640" fmla="*/ 53340 h 138429"/>
                <a:gd name="connsiteX641" fmla="*/ 3378196 w 4940931"/>
                <a:gd name="connsiteY641" fmla="*/ 68580 h 138429"/>
                <a:gd name="connsiteX642" fmla="*/ 3376926 w 4940931"/>
                <a:gd name="connsiteY642" fmla="*/ 68580 h 138429"/>
                <a:gd name="connsiteX643" fmla="*/ 3376926 w 4940931"/>
                <a:gd name="connsiteY643" fmla="*/ 72390 h 138429"/>
                <a:gd name="connsiteX644" fmla="*/ 3376926 w 4940931"/>
                <a:gd name="connsiteY644" fmla="*/ 75565 h 138429"/>
                <a:gd name="connsiteX645" fmla="*/ 3325491 w 4940931"/>
                <a:gd name="connsiteY645" fmla="*/ 75565 h 138429"/>
                <a:gd name="connsiteX646" fmla="*/ 3328031 w 4940931"/>
                <a:gd name="connsiteY646" fmla="*/ 85090 h 138429"/>
                <a:gd name="connsiteX647" fmla="*/ 3332476 w 4940931"/>
                <a:gd name="connsiteY647" fmla="*/ 91440 h 138429"/>
                <a:gd name="connsiteX648" fmla="*/ 3338191 w 4940931"/>
                <a:gd name="connsiteY648" fmla="*/ 95250 h 138429"/>
                <a:gd name="connsiteX649" fmla="*/ 3345176 w 4940931"/>
                <a:gd name="connsiteY649" fmla="*/ 96520 h 138429"/>
                <a:gd name="connsiteX650" fmla="*/ 3350256 w 4940931"/>
                <a:gd name="connsiteY650" fmla="*/ 96520 h 138429"/>
                <a:gd name="connsiteX651" fmla="*/ 3354701 w 4940931"/>
                <a:gd name="connsiteY651" fmla="*/ 95250 h 138429"/>
                <a:gd name="connsiteX652" fmla="*/ 3358511 w 4940931"/>
                <a:gd name="connsiteY652" fmla="*/ 93345 h 138429"/>
                <a:gd name="connsiteX653" fmla="*/ 3362956 w 4940931"/>
                <a:gd name="connsiteY653" fmla="*/ 90805 h 138429"/>
                <a:gd name="connsiteX654" fmla="*/ 3371846 w 4940931"/>
                <a:gd name="connsiteY654" fmla="*/ 100330 h 138429"/>
                <a:gd name="connsiteX655" fmla="*/ 3366131 w 4940931"/>
                <a:gd name="connsiteY655" fmla="*/ 104775 h 138429"/>
                <a:gd name="connsiteX656" fmla="*/ 3360416 w 4940931"/>
                <a:gd name="connsiteY656" fmla="*/ 107950 h 138429"/>
                <a:gd name="connsiteX657" fmla="*/ 3353431 w 4940931"/>
                <a:gd name="connsiteY657" fmla="*/ 109855 h 138429"/>
                <a:gd name="connsiteX658" fmla="*/ 3344541 w 4940931"/>
                <a:gd name="connsiteY658" fmla="*/ 110490 h 138429"/>
                <a:gd name="connsiteX659" fmla="*/ 3335016 w 4940931"/>
                <a:gd name="connsiteY659" fmla="*/ 109220 h 138429"/>
                <a:gd name="connsiteX660" fmla="*/ 3327396 w 4940931"/>
                <a:gd name="connsiteY660" fmla="*/ 105410 h 138429"/>
                <a:gd name="connsiteX661" fmla="*/ 3321046 w 4940931"/>
                <a:gd name="connsiteY661" fmla="*/ 100330 h 138429"/>
                <a:gd name="connsiteX662" fmla="*/ 3315966 w 4940931"/>
                <a:gd name="connsiteY662" fmla="*/ 92710 h 138429"/>
                <a:gd name="connsiteX663" fmla="*/ 3312156 w 4940931"/>
                <a:gd name="connsiteY663" fmla="*/ 82550 h 138429"/>
                <a:gd name="connsiteX664" fmla="*/ 3310886 w 4940931"/>
                <a:gd name="connsiteY664" fmla="*/ 69850 h 138429"/>
                <a:gd name="connsiteX665" fmla="*/ 3313426 w 4940931"/>
                <a:gd name="connsiteY665" fmla="*/ 52070 h 138429"/>
                <a:gd name="connsiteX666" fmla="*/ 3320411 w 4940931"/>
                <a:gd name="connsiteY666" fmla="*/ 39370 h 138429"/>
                <a:gd name="connsiteX667" fmla="*/ 3331206 w 4940931"/>
                <a:gd name="connsiteY667" fmla="*/ 31750 h 138429"/>
                <a:gd name="connsiteX668" fmla="*/ 3345176 w 4940931"/>
                <a:gd name="connsiteY668" fmla="*/ 29210 h 138429"/>
                <a:gd name="connsiteX669" fmla="*/ 3060696 w 4940931"/>
                <a:gd name="connsiteY669" fmla="*/ 29210 h 138429"/>
                <a:gd name="connsiteX670" fmla="*/ 3068316 w 4940931"/>
                <a:gd name="connsiteY670" fmla="*/ 29845 h 138429"/>
                <a:gd name="connsiteX671" fmla="*/ 3074031 w 4940931"/>
                <a:gd name="connsiteY671" fmla="*/ 32385 h 138429"/>
                <a:gd name="connsiteX672" fmla="*/ 3070221 w 4940931"/>
                <a:gd name="connsiteY672" fmla="*/ 46990 h 138429"/>
                <a:gd name="connsiteX673" fmla="*/ 3068951 w 4940931"/>
                <a:gd name="connsiteY673" fmla="*/ 46990 h 138429"/>
                <a:gd name="connsiteX674" fmla="*/ 3063871 w 4940931"/>
                <a:gd name="connsiteY674" fmla="*/ 45085 h 138429"/>
                <a:gd name="connsiteX675" fmla="*/ 3057521 w 4940931"/>
                <a:gd name="connsiteY675" fmla="*/ 44450 h 138429"/>
                <a:gd name="connsiteX676" fmla="*/ 3046091 w 4940931"/>
                <a:gd name="connsiteY676" fmla="*/ 49530 h 138429"/>
                <a:gd name="connsiteX677" fmla="*/ 3042281 w 4940931"/>
                <a:gd name="connsiteY677" fmla="*/ 64770 h 138429"/>
                <a:gd name="connsiteX678" fmla="*/ 3042281 w 4940931"/>
                <a:gd name="connsiteY678" fmla="*/ 109220 h 138429"/>
                <a:gd name="connsiteX679" fmla="*/ 3027041 w 4940931"/>
                <a:gd name="connsiteY679" fmla="*/ 109220 h 138429"/>
                <a:gd name="connsiteX680" fmla="*/ 3027041 w 4940931"/>
                <a:gd name="connsiteY680" fmla="*/ 31115 h 138429"/>
                <a:gd name="connsiteX681" fmla="*/ 3042281 w 4940931"/>
                <a:gd name="connsiteY681" fmla="*/ 31115 h 138429"/>
                <a:gd name="connsiteX682" fmla="*/ 3042281 w 4940931"/>
                <a:gd name="connsiteY682" fmla="*/ 38735 h 138429"/>
                <a:gd name="connsiteX683" fmla="*/ 3045456 w 4940931"/>
                <a:gd name="connsiteY683" fmla="*/ 34925 h 138429"/>
                <a:gd name="connsiteX684" fmla="*/ 3049901 w 4940931"/>
                <a:gd name="connsiteY684" fmla="*/ 31750 h 138429"/>
                <a:gd name="connsiteX685" fmla="*/ 3054981 w 4940931"/>
                <a:gd name="connsiteY685" fmla="*/ 29845 h 138429"/>
                <a:gd name="connsiteX686" fmla="*/ 3060696 w 4940931"/>
                <a:gd name="connsiteY686" fmla="*/ 29210 h 138429"/>
                <a:gd name="connsiteX687" fmla="*/ 2978781 w 4940931"/>
                <a:gd name="connsiteY687" fmla="*/ 29210 h 138429"/>
                <a:gd name="connsiteX688" fmla="*/ 2993386 w 4940931"/>
                <a:gd name="connsiteY688" fmla="*/ 32385 h 138429"/>
                <a:gd name="connsiteX689" fmla="*/ 3003546 w 4940931"/>
                <a:gd name="connsiteY689" fmla="*/ 40640 h 138429"/>
                <a:gd name="connsiteX690" fmla="*/ 3009896 w 4940931"/>
                <a:gd name="connsiteY690" fmla="*/ 53340 h 138429"/>
                <a:gd name="connsiteX691" fmla="*/ 3011801 w 4940931"/>
                <a:gd name="connsiteY691" fmla="*/ 68580 h 138429"/>
                <a:gd name="connsiteX692" fmla="*/ 3010531 w 4940931"/>
                <a:gd name="connsiteY692" fmla="*/ 68580 h 138429"/>
                <a:gd name="connsiteX693" fmla="*/ 3010531 w 4940931"/>
                <a:gd name="connsiteY693" fmla="*/ 72390 h 138429"/>
                <a:gd name="connsiteX694" fmla="*/ 3010531 w 4940931"/>
                <a:gd name="connsiteY694" fmla="*/ 75565 h 138429"/>
                <a:gd name="connsiteX695" fmla="*/ 2959096 w 4940931"/>
                <a:gd name="connsiteY695" fmla="*/ 75565 h 138429"/>
                <a:gd name="connsiteX696" fmla="*/ 2961636 w 4940931"/>
                <a:gd name="connsiteY696" fmla="*/ 85090 h 138429"/>
                <a:gd name="connsiteX697" fmla="*/ 2966081 w 4940931"/>
                <a:gd name="connsiteY697" fmla="*/ 91440 h 138429"/>
                <a:gd name="connsiteX698" fmla="*/ 2971796 w 4940931"/>
                <a:gd name="connsiteY698" fmla="*/ 95250 h 138429"/>
                <a:gd name="connsiteX699" fmla="*/ 2978781 w 4940931"/>
                <a:gd name="connsiteY699" fmla="*/ 96520 h 138429"/>
                <a:gd name="connsiteX700" fmla="*/ 2983861 w 4940931"/>
                <a:gd name="connsiteY700" fmla="*/ 96520 h 138429"/>
                <a:gd name="connsiteX701" fmla="*/ 2988306 w 4940931"/>
                <a:gd name="connsiteY701" fmla="*/ 95250 h 138429"/>
                <a:gd name="connsiteX702" fmla="*/ 2992116 w 4940931"/>
                <a:gd name="connsiteY702" fmla="*/ 93345 h 138429"/>
                <a:gd name="connsiteX703" fmla="*/ 2996561 w 4940931"/>
                <a:gd name="connsiteY703" fmla="*/ 90805 h 138429"/>
                <a:gd name="connsiteX704" fmla="*/ 3005451 w 4940931"/>
                <a:gd name="connsiteY704" fmla="*/ 100330 h 138429"/>
                <a:gd name="connsiteX705" fmla="*/ 2999736 w 4940931"/>
                <a:gd name="connsiteY705" fmla="*/ 104775 h 138429"/>
                <a:gd name="connsiteX706" fmla="*/ 2994021 w 4940931"/>
                <a:gd name="connsiteY706" fmla="*/ 107950 h 138429"/>
                <a:gd name="connsiteX707" fmla="*/ 2987036 w 4940931"/>
                <a:gd name="connsiteY707" fmla="*/ 109855 h 138429"/>
                <a:gd name="connsiteX708" fmla="*/ 2978146 w 4940931"/>
                <a:gd name="connsiteY708" fmla="*/ 110490 h 138429"/>
                <a:gd name="connsiteX709" fmla="*/ 2968621 w 4940931"/>
                <a:gd name="connsiteY709" fmla="*/ 109220 h 138429"/>
                <a:gd name="connsiteX710" fmla="*/ 2961001 w 4940931"/>
                <a:gd name="connsiteY710" fmla="*/ 105410 h 138429"/>
                <a:gd name="connsiteX711" fmla="*/ 2954651 w 4940931"/>
                <a:gd name="connsiteY711" fmla="*/ 100330 h 138429"/>
                <a:gd name="connsiteX712" fmla="*/ 2949571 w 4940931"/>
                <a:gd name="connsiteY712" fmla="*/ 92710 h 138429"/>
                <a:gd name="connsiteX713" fmla="*/ 2945761 w 4940931"/>
                <a:gd name="connsiteY713" fmla="*/ 82550 h 138429"/>
                <a:gd name="connsiteX714" fmla="*/ 2944491 w 4940931"/>
                <a:gd name="connsiteY714" fmla="*/ 69850 h 138429"/>
                <a:gd name="connsiteX715" fmla="*/ 2947031 w 4940931"/>
                <a:gd name="connsiteY715" fmla="*/ 52070 h 138429"/>
                <a:gd name="connsiteX716" fmla="*/ 2954016 w 4940931"/>
                <a:gd name="connsiteY716" fmla="*/ 39370 h 138429"/>
                <a:gd name="connsiteX717" fmla="*/ 2964811 w 4940931"/>
                <a:gd name="connsiteY717" fmla="*/ 31750 h 138429"/>
                <a:gd name="connsiteX718" fmla="*/ 2978781 w 4940931"/>
                <a:gd name="connsiteY718" fmla="*/ 29210 h 138429"/>
                <a:gd name="connsiteX719" fmla="*/ 2798440 w 4940931"/>
                <a:gd name="connsiteY719" fmla="*/ 29210 h 138429"/>
                <a:gd name="connsiteX720" fmla="*/ 2813045 w 4940931"/>
                <a:gd name="connsiteY720" fmla="*/ 31750 h 138429"/>
                <a:gd name="connsiteX721" fmla="*/ 2825110 w 4940931"/>
                <a:gd name="connsiteY721" fmla="*/ 38100 h 138429"/>
                <a:gd name="connsiteX722" fmla="*/ 2827015 w 4940931"/>
                <a:gd name="connsiteY722" fmla="*/ 38100 h 138429"/>
                <a:gd name="connsiteX723" fmla="*/ 2820030 w 4940931"/>
                <a:gd name="connsiteY723" fmla="*/ 50165 h 138429"/>
                <a:gd name="connsiteX724" fmla="*/ 2810505 w 4940931"/>
                <a:gd name="connsiteY724" fmla="*/ 45085 h 138429"/>
                <a:gd name="connsiteX725" fmla="*/ 2799710 w 4940931"/>
                <a:gd name="connsiteY725" fmla="*/ 43180 h 138429"/>
                <a:gd name="connsiteX726" fmla="*/ 2791455 w 4940931"/>
                <a:gd name="connsiteY726" fmla="*/ 45085 h 138429"/>
                <a:gd name="connsiteX727" fmla="*/ 2788915 w 4940931"/>
                <a:gd name="connsiteY727" fmla="*/ 50165 h 138429"/>
                <a:gd name="connsiteX728" fmla="*/ 2788915 w 4940931"/>
                <a:gd name="connsiteY728" fmla="*/ 52705 h 138429"/>
                <a:gd name="connsiteX729" fmla="*/ 2790820 w 4940931"/>
                <a:gd name="connsiteY729" fmla="*/ 55245 h 138429"/>
                <a:gd name="connsiteX730" fmla="*/ 2795265 w 4940931"/>
                <a:gd name="connsiteY730" fmla="*/ 57785 h 138429"/>
                <a:gd name="connsiteX731" fmla="*/ 2802250 w 4940931"/>
                <a:gd name="connsiteY731" fmla="*/ 60960 h 138429"/>
                <a:gd name="connsiteX732" fmla="*/ 2813680 w 4940931"/>
                <a:gd name="connsiteY732" fmla="*/ 66040 h 138429"/>
                <a:gd name="connsiteX733" fmla="*/ 2821935 w 4940931"/>
                <a:gd name="connsiteY733" fmla="*/ 71120 h 138429"/>
                <a:gd name="connsiteX734" fmla="*/ 2827015 w 4940931"/>
                <a:gd name="connsiteY734" fmla="*/ 78105 h 138429"/>
                <a:gd name="connsiteX735" fmla="*/ 2828920 w 4940931"/>
                <a:gd name="connsiteY735" fmla="*/ 87630 h 138429"/>
                <a:gd name="connsiteX736" fmla="*/ 2826380 w 4940931"/>
                <a:gd name="connsiteY736" fmla="*/ 98425 h 138429"/>
                <a:gd name="connsiteX737" fmla="*/ 2820030 w 4940931"/>
                <a:gd name="connsiteY737" fmla="*/ 105410 h 138429"/>
                <a:gd name="connsiteX738" fmla="*/ 2810505 w 4940931"/>
                <a:gd name="connsiteY738" fmla="*/ 109220 h 138429"/>
                <a:gd name="connsiteX739" fmla="*/ 2799710 w 4940931"/>
                <a:gd name="connsiteY739" fmla="*/ 110490 h 138429"/>
                <a:gd name="connsiteX740" fmla="*/ 2783835 w 4940931"/>
                <a:gd name="connsiteY740" fmla="*/ 107950 h 138429"/>
                <a:gd name="connsiteX741" fmla="*/ 2769230 w 4940931"/>
                <a:gd name="connsiteY741" fmla="*/ 100965 h 138429"/>
                <a:gd name="connsiteX742" fmla="*/ 2776215 w 4940931"/>
                <a:gd name="connsiteY742" fmla="*/ 89535 h 138429"/>
                <a:gd name="connsiteX743" fmla="*/ 2787645 w 4940931"/>
                <a:gd name="connsiteY743" fmla="*/ 95250 h 138429"/>
                <a:gd name="connsiteX744" fmla="*/ 2799075 w 4940931"/>
                <a:gd name="connsiteY744" fmla="*/ 97155 h 138429"/>
                <a:gd name="connsiteX745" fmla="*/ 2809870 w 4940931"/>
                <a:gd name="connsiteY745" fmla="*/ 94615 h 138429"/>
                <a:gd name="connsiteX746" fmla="*/ 2813045 w 4940931"/>
                <a:gd name="connsiteY746" fmla="*/ 88265 h 138429"/>
                <a:gd name="connsiteX747" fmla="*/ 2811775 w 4940931"/>
                <a:gd name="connsiteY747" fmla="*/ 84455 h 138429"/>
                <a:gd name="connsiteX748" fmla="*/ 2807965 w 4940931"/>
                <a:gd name="connsiteY748" fmla="*/ 81280 h 138429"/>
                <a:gd name="connsiteX749" fmla="*/ 2802250 w 4940931"/>
                <a:gd name="connsiteY749" fmla="*/ 78105 h 138429"/>
                <a:gd name="connsiteX750" fmla="*/ 2794630 w 4940931"/>
                <a:gd name="connsiteY750" fmla="*/ 74930 h 138429"/>
                <a:gd name="connsiteX751" fmla="*/ 2783835 w 4940931"/>
                <a:gd name="connsiteY751" fmla="*/ 69850 h 138429"/>
                <a:gd name="connsiteX752" fmla="*/ 2776850 w 4940931"/>
                <a:gd name="connsiteY752" fmla="*/ 64770 h 138429"/>
                <a:gd name="connsiteX753" fmla="*/ 2773040 w 4940931"/>
                <a:gd name="connsiteY753" fmla="*/ 58420 h 138429"/>
                <a:gd name="connsiteX754" fmla="*/ 2771770 w 4940931"/>
                <a:gd name="connsiteY754" fmla="*/ 50165 h 138429"/>
                <a:gd name="connsiteX755" fmla="*/ 2773675 w 4940931"/>
                <a:gd name="connsiteY755" fmla="*/ 40640 h 138429"/>
                <a:gd name="connsiteX756" fmla="*/ 2779390 w 4940931"/>
                <a:gd name="connsiteY756" fmla="*/ 34290 h 138429"/>
                <a:gd name="connsiteX757" fmla="*/ 2787645 w 4940931"/>
                <a:gd name="connsiteY757" fmla="*/ 30480 h 138429"/>
                <a:gd name="connsiteX758" fmla="*/ 2798440 w 4940931"/>
                <a:gd name="connsiteY758" fmla="*/ 29210 h 138429"/>
                <a:gd name="connsiteX759" fmla="*/ 2723510 w 4940931"/>
                <a:gd name="connsiteY759" fmla="*/ 29210 h 138429"/>
                <a:gd name="connsiteX760" fmla="*/ 2729225 w 4940931"/>
                <a:gd name="connsiteY760" fmla="*/ 29210 h 138429"/>
                <a:gd name="connsiteX761" fmla="*/ 2741290 w 4940931"/>
                <a:gd name="connsiteY761" fmla="*/ 31750 h 138429"/>
                <a:gd name="connsiteX762" fmla="*/ 2750180 w 4940931"/>
                <a:gd name="connsiteY762" fmla="*/ 38100 h 138429"/>
                <a:gd name="connsiteX763" fmla="*/ 2755260 w 4940931"/>
                <a:gd name="connsiteY763" fmla="*/ 48895 h 138429"/>
                <a:gd name="connsiteX764" fmla="*/ 2757165 w 4940931"/>
                <a:gd name="connsiteY764" fmla="*/ 64135 h 138429"/>
                <a:gd name="connsiteX765" fmla="*/ 2757165 w 4940931"/>
                <a:gd name="connsiteY765" fmla="*/ 108585 h 138429"/>
                <a:gd name="connsiteX766" fmla="*/ 2741925 w 4940931"/>
                <a:gd name="connsiteY766" fmla="*/ 108585 h 138429"/>
                <a:gd name="connsiteX767" fmla="*/ 2741290 w 4940931"/>
                <a:gd name="connsiteY767" fmla="*/ 108585 h 138429"/>
                <a:gd name="connsiteX768" fmla="*/ 2741290 w 4940931"/>
                <a:gd name="connsiteY768" fmla="*/ 64770 h 138429"/>
                <a:gd name="connsiteX769" fmla="*/ 2737480 w 4940931"/>
                <a:gd name="connsiteY769" fmla="*/ 48895 h 138429"/>
                <a:gd name="connsiteX770" fmla="*/ 2725415 w 4940931"/>
                <a:gd name="connsiteY770" fmla="*/ 43180 h 138429"/>
                <a:gd name="connsiteX771" fmla="*/ 2718430 w 4940931"/>
                <a:gd name="connsiteY771" fmla="*/ 44450 h 138429"/>
                <a:gd name="connsiteX772" fmla="*/ 2713350 w 4940931"/>
                <a:gd name="connsiteY772" fmla="*/ 48260 h 138429"/>
                <a:gd name="connsiteX773" fmla="*/ 2710175 w 4940931"/>
                <a:gd name="connsiteY773" fmla="*/ 54610 h 138429"/>
                <a:gd name="connsiteX774" fmla="*/ 2709540 w 4940931"/>
                <a:gd name="connsiteY774" fmla="*/ 62865 h 138429"/>
                <a:gd name="connsiteX775" fmla="*/ 2709540 w 4940931"/>
                <a:gd name="connsiteY775" fmla="*/ 108585 h 138429"/>
                <a:gd name="connsiteX776" fmla="*/ 2694300 w 4940931"/>
                <a:gd name="connsiteY776" fmla="*/ 108585 h 138429"/>
                <a:gd name="connsiteX777" fmla="*/ 2694300 w 4940931"/>
                <a:gd name="connsiteY777" fmla="*/ 30480 h 138429"/>
                <a:gd name="connsiteX778" fmla="*/ 2709540 w 4940931"/>
                <a:gd name="connsiteY778" fmla="*/ 30480 h 138429"/>
                <a:gd name="connsiteX779" fmla="*/ 2709540 w 4940931"/>
                <a:gd name="connsiteY779" fmla="*/ 38100 h 138429"/>
                <a:gd name="connsiteX780" fmla="*/ 2713350 w 4940931"/>
                <a:gd name="connsiteY780" fmla="*/ 34290 h 138429"/>
                <a:gd name="connsiteX781" fmla="*/ 2717795 w 4940931"/>
                <a:gd name="connsiteY781" fmla="*/ 31115 h 138429"/>
                <a:gd name="connsiteX782" fmla="*/ 2723510 w 4940931"/>
                <a:gd name="connsiteY782" fmla="*/ 29210 h 138429"/>
                <a:gd name="connsiteX783" fmla="*/ 2530470 w 4940931"/>
                <a:gd name="connsiteY783" fmla="*/ 29210 h 138429"/>
                <a:gd name="connsiteX784" fmla="*/ 2545075 w 4940931"/>
                <a:gd name="connsiteY784" fmla="*/ 32385 h 138429"/>
                <a:gd name="connsiteX785" fmla="*/ 2555235 w 4940931"/>
                <a:gd name="connsiteY785" fmla="*/ 40640 h 138429"/>
                <a:gd name="connsiteX786" fmla="*/ 2561585 w 4940931"/>
                <a:gd name="connsiteY786" fmla="*/ 53340 h 138429"/>
                <a:gd name="connsiteX787" fmla="*/ 2563490 w 4940931"/>
                <a:gd name="connsiteY787" fmla="*/ 68580 h 138429"/>
                <a:gd name="connsiteX788" fmla="*/ 2562220 w 4940931"/>
                <a:gd name="connsiteY788" fmla="*/ 68580 h 138429"/>
                <a:gd name="connsiteX789" fmla="*/ 2562220 w 4940931"/>
                <a:gd name="connsiteY789" fmla="*/ 72390 h 138429"/>
                <a:gd name="connsiteX790" fmla="*/ 2562220 w 4940931"/>
                <a:gd name="connsiteY790" fmla="*/ 75565 h 138429"/>
                <a:gd name="connsiteX791" fmla="*/ 2510785 w 4940931"/>
                <a:gd name="connsiteY791" fmla="*/ 75565 h 138429"/>
                <a:gd name="connsiteX792" fmla="*/ 2513325 w 4940931"/>
                <a:gd name="connsiteY792" fmla="*/ 85090 h 138429"/>
                <a:gd name="connsiteX793" fmla="*/ 2517770 w 4940931"/>
                <a:gd name="connsiteY793" fmla="*/ 91440 h 138429"/>
                <a:gd name="connsiteX794" fmla="*/ 2523485 w 4940931"/>
                <a:gd name="connsiteY794" fmla="*/ 95250 h 138429"/>
                <a:gd name="connsiteX795" fmla="*/ 2530470 w 4940931"/>
                <a:gd name="connsiteY795" fmla="*/ 96520 h 138429"/>
                <a:gd name="connsiteX796" fmla="*/ 2535550 w 4940931"/>
                <a:gd name="connsiteY796" fmla="*/ 96520 h 138429"/>
                <a:gd name="connsiteX797" fmla="*/ 2539995 w 4940931"/>
                <a:gd name="connsiteY797" fmla="*/ 95250 h 138429"/>
                <a:gd name="connsiteX798" fmla="*/ 2543805 w 4940931"/>
                <a:gd name="connsiteY798" fmla="*/ 93345 h 138429"/>
                <a:gd name="connsiteX799" fmla="*/ 2548250 w 4940931"/>
                <a:gd name="connsiteY799" fmla="*/ 90805 h 138429"/>
                <a:gd name="connsiteX800" fmla="*/ 2557140 w 4940931"/>
                <a:gd name="connsiteY800" fmla="*/ 100330 h 138429"/>
                <a:gd name="connsiteX801" fmla="*/ 2551425 w 4940931"/>
                <a:gd name="connsiteY801" fmla="*/ 104775 h 138429"/>
                <a:gd name="connsiteX802" fmla="*/ 2545710 w 4940931"/>
                <a:gd name="connsiteY802" fmla="*/ 107950 h 138429"/>
                <a:gd name="connsiteX803" fmla="*/ 2538725 w 4940931"/>
                <a:gd name="connsiteY803" fmla="*/ 109855 h 138429"/>
                <a:gd name="connsiteX804" fmla="*/ 2529835 w 4940931"/>
                <a:gd name="connsiteY804" fmla="*/ 110490 h 138429"/>
                <a:gd name="connsiteX805" fmla="*/ 2520310 w 4940931"/>
                <a:gd name="connsiteY805" fmla="*/ 109220 h 138429"/>
                <a:gd name="connsiteX806" fmla="*/ 2512690 w 4940931"/>
                <a:gd name="connsiteY806" fmla="*/ 105410 h 138429"/>
                <a:gd name="connsiteX807" fmla="*/ 2506340 w 4940931"/>
                <a:gd name="connsiteY807" fmla="*/ 100330 h 138429"/>
                <a:gd name="connsiteX808" fmla="*/ 2501260 w 4940931"/>
                <a:gd name="connsiteY808" fmla="*/ 92710 h 138429"/>
                <a:gd name="connsiteX809" fmla="*/ 2497450 w 4940931"/>
                <a:gd name="connsiteY809" fmla="*/ 82550 h 138429"/>
                <a:gd name="connsiteX810" fmla="*/ 2496180 w 4940931"/>
                <a:gd name="connsiteY810" fmla="*/ 69850 h 138429"/>
                <a:gd name="connsiteX811" fmla="*/ 2498720 w 4940931"/>
                <a:gd name="connsiteY811" fmla="*/ 52070 h 138429"/>
                <a:gd name="connsiteX812" fmla="*/ 2505705 w 4940931"/>
                <a:gd name="connsiteY812" fmla="*/ 39370 h 138429"/>
                <a:gd name="connsiteX813" fmla="*/ 2516500 w 4940931"/>
                <a:gd name="connsiteY813" fmla="*/ 31750 h 138429"/>
                <a:gd name="connsiteX814" fmla="*/ 2530470 w 4940931"/>
                <a:gd name="connsiteY814" fmla="*/ 29210 h 138429"/>
                <a:gd name="connsiteX815" fmla="*/ 2298061 w 4940931"/>
                <a:gd name="connsiteY815" fmla="*/ 29210 h 138429"/>
                <a:gd name="connsiteX816" fmla="*/ 2305681 w 4940931"/>
                <a:gd name="connsiteY816" fmla="*/ 29845 h 138429"/>
                <a:gd name="connsiteX817" fmla="*/ 2311396 w 4940931"/>
                <a:gd name="connsiteY817" fmla="*/ 32385 h 138429"/>
                <a:gd name="connsiteX818" fmla="*/ 2307586 w 4940931"/>
                <a:gd name="connsiteY818" fmla="*/ 46990 h 138429"/>
                <a:gd name="connsiteX819" fmla="*/ 2306316 w 4940931"/>
                <a:gd name="connsiteY819" fmla="*/ 46990 h 138429"/>
                <a:gd name="connsiteX820" fmla="*/ 2301236 w 4940931"/>
                <a:gd name="connsiteY820" fmla="*/ 45085 h 138429"/>
                <a:gd name="connsiteX821" fmla="*/ 2294886 w 4940931"/>
                <a:gd name="connsiteY821" fmla="*/ 44450 h 138429"/>
                <a:gd name="connsiteX822" fmla="*/ 2283456 w 4940931"/>
                <a:gd name="connsiteY822" fmla="*/ 49530 h 138429"/>
                <a:gd name="connsiteX823" fmla="*/ 2279646 w 4940931"/>
                <a:gd name="connsiteY823" fmla="*/ 64770 h 138429"/>
                <a:gd name="connsiteX824" fmla="*/ 2279646 w 4940931"/>
                <a:gd name="connsiteY824" fmla="*/ 109220 h 138429"/>
                <a:gd name="connsiteX825" fmla="*/ 2264406 w 4940931"/>
                <a:gd name="connsiteY825" fmla="*/ 109220 h 138429"/>
                <a:gd name="connsiteX826" fmla="*/ 2264406 w 4940931"/>
                <a:gd name="connsiteY826" fmla="*/ 31115 h 138429"/>
                <a:gd name="connsiteX827" fmla="*/ 2279646 w 4940931"/>
                <a:gd name="connsiteY827" fmla="*/ 31115 h 138429"/>
                <a:gd name="connsiteX828" fmla="*/ 2279646 w 4940931"/>
                <a:gd name="connsiteY828" fmla="*/ 38735 h 138429"/>
                <a:gd name="connsiteX829" fmla="*/ 2282821 w 4940931"/>
                <a:gd name="connsiteY829" fmla="*/ 34925 h 138429"/>
                <a:gd name="connsiteX830" fmla="*/ 2287266 w 4940931"/>
                <a:gd name="connsiteY830" fmla="*/ 31750 h 138429"/>
                <a:gd name="connsiteX831" fmla="*/ 2292346 w 4940931"/>
                <a:gd name="connsiteY831" fmla="*/ 29845 h 138429"/>
                <a:gd name="connsiteX832" fmla="*/ 2298061 w 4940931"/>
                <a:gd name="connsiteY832" fmla="*/ 29210 h 138429"/>
                <a:gd name="connsiteX833" fmla="*/ 2216145 w 4940931"/>
                <a:gd name="connsiteY833" fmla="*/ 29210 h 138429"/>
                <a:gd name="connsiteX834" fmla="*/ 2230750 w 4940931"/>
                <a:gd name="connsiteY834" fmla="*/ 32385 h 138429"/>
                <a:gd name="connsiteX835" fmla="*/ 2240910 w 4940931"/>
                <a:gd name="connsiteY835" fmla="*/ 40640 h 138429"/>
                <a:gd name="connsiteX836" fmla="*/ 2247260 w 4940931"/>
                <a:gd name="connsiteY836" fmla="*/ 53340 h 138429"/>
                <a:gd name="connsiteX837" fmla="*/ 2249165 w 4940931"/>
                <a:gd name="connsiteY837" fmla="*/ 68580 h 138429"/>
                <a:gd name="connsiteX838" fmla="*/ 2247895 w 4940931"/>
                <a:gd name="connsiteY838" fmla="*/ 68580 h 138429"/>
                <a:gd name="connsiteX839" fmla="*/ 2247895 w 4940931"/>
                <a:gd name="connsiteY839" fmla="*/ 72390 h 138429"/>
                <a:gd name="connsiteX840" fmla="*/ 2247895 w 4940931"/>
                <a:gd name="connsiteY840" fmla="*/ 75565 h 138429"/>
                <a:gd name="connsiteX841" fmla="*/ 2196460 w 4940931"/>
                <a:gd name="connsiteY841" fmla="*/ 75565 h 138429"/>
                <a:gd name="connsiteX842" fmla="*/ 2199000 w 4940931"/>
                <a:gd name="connsiteY842" fmla="*/ 85090 h 138429"/>
                <a:gd name="connsiteX843" fmla="*/ 2203445 w 4940931"/>
                <a:gd name="connsiteY843" fmla="*/ 91440 h 138429"/>
                <a:gd name="connsiteX844" fmla="*/ 2209160 w 4940931"/>
                <a:gd name="connsiteY844" fmla="*/ 95250 h 138429"/>
                <a:gd name="connsiteX845" fmla="*/ 2216145 w 4940931"/>
                <a:gd name="connsiteY845" fmla="*/ 96520 h 138429"/>
                <a:gd name="connsiteX846" fmla="*/ 2221225 w 4940931"/>
                <a:gd name="connsiteY846" fmla="*/ 96520 h 138429"/>
                <a:gd name="connsiteX847" fmla="*/ 2225670 w 4940931"/>
                <a:gd name="connsiteY847" fmla="*/ 95250 h 138429"/>
                <a:gd name="connsiteX848" fmla="*/ 2229480 w 4940931"/>
                <a:gd name="connsiteY848" fmla="*/ 93345 h 138429"/>
                <a:gd name="connsiteX849" fmla="*/ 2233925 w 4940931"/>
                <a:gd name="connsiteY849" fmla="*/ 90805 h 138429"/>
                <a:gd name="connsiteX850" fmla="*/ 2242815 w 4940931"/>
                <a:gd name="connsiteY850" fmla="*/ 100330 h 138429"/>
                <a:gd name="connsiteX851" fmla="*/ 2237100 w 4940931"/>
                <a:gd name="connsiteY851" fmla="*/ 104775 h 138429"/>
                <a:gd name="connsiteX852" fmla="*/ 2231385 w 4940931"/>
                <a:gd name="connsiteY852" fmla="*/ 107950 h 138429"/>
                <a:gd name="connsiteX853" fmla="*/ 2224400 w 4940931"/>
                <a:gd name="connsiteY853" fmla="*/ 109855 h 138429"/>
                <a:gd name="connsiteX854" fmla="*/ 2215510 w 4940931"/>
                <a:gd name="connsiteY854" fmla="*/ 110490 h 138429"/>
                <a:gd name="connsiteX855" fmla="*/ 2205985 w 4940931"/>
                <a:gd name="connsiteY855" fmla="*/ 109220 h 138429"/>
                <a:gd name="connsiteX856" fmla="*/ 2198365 w 4940931"/>
                <a:gd name="connsiteY856" fmla="*/ 105410 h 138429"/>
                <a:gd name="connsiteX857" fmla="*/ 2192015 w 4940931"/>
                <a:gd name="connsiteY857" fmla="*/ 100330 h 138429"/>
                <a:gd name="connsiteX858" fmla="*/ 2186935 w 4940931"/>
                <a:gd name="connsiteY858" fmla="*/ 92710 h 138429"/>
                <a:gd name="connsiteX859" fmla="*/ 2183125 w 4940931"/>
                <a:gd name="connsiteY859" fmla="*/ 82550 h 138429"/>
                <a:gd name="connsiteX860" fmla="*/ 2181855 w 4940931"/>
                <a:gd name="connsiteY860" fmla="*/ 69850 h 138429"/>
                <a:gd name="connsiteX861" fmla="*/ 2184395 w 4940931"/>
                <a:gd name="connsiteY861" fmla="*/ 52070 h 138429"/>
                <a:gd name="connsiteX862" fmla="*/ 2191380 w 4940931"/>
                <a:gd name="connsiteY862" fmla="*/ 39370 h 138429"/>
                <a:gd name="connsiteX863" fmla="*/ 2202175 w 4940931"/>
                <a:gd name="connsiteY863" fmla="*/ 31750 h 138429"/>
                <a:gd name="connsiteX864" fmla="*/ 2216145 w 4940931"/>
                <a:gd name="connsiteY864" fmla="*/ 29210 h 138429"/>
                <a:gd name="connsiteX865" fmla="*/ 2029456 w 4940931"/>
                <a:gd name="connsiteY865" fmla="*/ 29210 h 138429"/>
                <a:gd name="connsiteX866" fmla="*/ 2044061 w 4940931"/>
                <a:gd name="connsiteY866" fmla="*/ 32385 h 138429"/>
                <a:gd name="connsiteX867" fmla="*/ 2054221 w 4940931"/>
                <a:gd name="connsiteY867" fmla="*/ 40640 h 138429"/>
                <a:gd name="connsiteX868" fmla="*/ 2060571 w 4940931"/>
                <a:gd name="connsiteY868" fmla="*/ 53340 h 138429"/>
                <a:gd name="connsiteX869" fmla="*/ 2062476 w 4940931"/>
                <a:gd name="connsiteY869" fmla="*/ 68580 h 138429"/>
                <a:gd name="connsiteX870" fmla="*/ 2061206 w 4940931"/>
                <a:gd name="connsiteY870" fmla="*/ 68580 h 138429"/>
                <a:gd name="connsiteX871" fmla="*/ 2061206 w 4940931"/>
                <a:gd name="connsiteY871" fmla="*/ 72390 h 138429"/>
                <a:gd name="connsiteX872" fmla="*/ 2061206 w 4940931"/>
                <a:gd name="connsiteY872" fmla="*/ 75565 h 138429"/>
                <a:gd name="connsiteX873" fmla="*/ 2009771 w 4940931"/>
                <a:gd name="connsiteY873" fmla="*/ 75565 h 138429"/>
                <a:gd name="connsiteX874" fmla="*/ 2012311 w 4940931"/>
                <a:gd name="connsiteY874" fmla="*/ 85090 h 138429"/>
                <a:gd name="connsiteX875" fmla="*/ 2016756 w 4940931"/>
                <a:gd name="connsiteY875" fmla="*/ 91440 h 138429"/>
                <a:gd name="connsiteX876" fmla="*/ 2022471 w 4940931"/>
                <a:gd name="connsiteY876" fmla="*/ 95250 h 138429"/>
                <a:gd name="connsiteX877" fmla="*/ 2029456 w 4940931"/>
                <a:gd name="connsiteY877" fmla="*/ 96520 h 138429"/>
                <a:gd name="connsiteX878" fmla="*/ 2034536 w 4940931"/>
                <a:gd name="connsiteY878" fmla="*/ 96520 h 138429"/>
                <a:gd name="connsiteX879" fmla="*/ 2038981 w 4940931"/>
                <a:gd name="connsiteY879" fmla="*/ 95250 h 138429"/>
                <a:gd name="connsiteX880" fmla="*/ 2042791 w 4940931"/>
                <a:gd name="connsiteY880" fmla="*/ 93345 h 138429"/>
                <a:gd name="connsiteX881" fmla="*/ 2047236 w 4940931"/>
                <a:gd name="connsiteY881" fmla="*/ 90805 h 138429"/>
                <a:gd name="connsiteX882" fmla="*/ 2056126 w 4940931"/>
                <a:gd name="connsiteY882" fmla="*/ 100330 h 138429"/>
                <a:gd name="connsiteX883" fmla="*/ 2050411 w 4940931"/>
                <a:gd name="connsiteY883" fmla="*/ 104775 h 138429"/>
                <a:gd name="connsiteX884" fmla="*/ 2044696 w 4940931"/>
                <a:gd name="connsiteY884" fmla="*/ 107950 h 138429"/>
                <a:gd name="connsiteX885" fmla="*/ 2037711 w 4940931"/>
                <a:gd name="connsiteY885" fmla="*/ 109855 h 138429"/>
                <a:gd name="connsiteX886" fmla="*/ 2028821 w 4940931"/>
                <a:gd name="connsiteY886" fmla="*/ 110490 h 138429"/>
                <a:gd name="connsiteX887" fmla="*/ 2019296 w 4940931"/>
                <a:gd name="connsiteY887" fmla="*/ 109220 h 138429"/>
                <a:gd name="connsiteX888" fmla="*/ 2011676 w 4940931"/>
                <a:gd name="connsiteY888" fmla="*/ 105410 h 138429"/>
                <a:gd name="connsiteX889" fmla="*/ 2005326 w 4940931"/>
                <a:gd name="connsiteY889" fmla="*/ 100330 h 138429"/>
                <a:gd name="connsiteX890" fmla="*/ 2000246 w 4940931"/>
                <a:gd name="connsiteY890" fmla="*/ 92710 h 138429"/>
                <a:gd name="connsiteX891" fmla="*/ 1996436 w 4940931"/>
                <a:gd name="connsiteY891" fmla="*/ 82550 h 138429"/>
                <a:gd name="connsiteX892" fmla="*/ 1995166 w 4940931"/>
                <a:gd name="connsiteY892" fmla="*/ 69850 h 138429"/>
                <a:gd name="connsiteX893" fmla="*/ 1997706 w 4940931"/>
                <a:gd name="connsiteY893" fmla="*/ 52070 h 138429"/>
                <a:gd name="connsiteX894" fmla="*/ 2004691 w 4940931"/>
                <a:gd name="connsiteY894" fmla="*/ 39370 h 138429"/>
                <a:gd name="connsiteX895" fmla="*/ 2015486 w 4940931"/>
                <a:gd name="connsiteY895" fmla="*/ 31750 h 138429"/>
                <a:gd name="connsiteX896" fmla="*/ 2029456 w 4940931"/>
                <a:gd name="connsiteY896" fmla="*/ 29210 h 138429"/>
                <a:gd name="connsiteX897" fmla="*/ 1831336 w 4940931"/>
                <a:gd name="connsiteY897" fmla="*/ 29210 h 138429"/>
                <a:gd name="connsiteX898" fmla="*/ 1845941 w 4940931"/>
                <a:gd name="connsiteY898" fmla="*/ 32385 h 138429"/>
                <a:gd name="connsiteX899" fmla="*/ 1856101 w 4940931"/>
                <a:gd name="connsiteY899" fmla="*/ 40640 h 138429"/>
                <a:gd name="connsiteX900" fmla="*/ 1862451 w 4940931"/>
                <a:gd name="connsiteY900" fmla="*/ 53340 h 138429"/>
                <a:gd name="connsiteX901" fmla="*/ 1864356 w 4940931"/>
                <a:gd name="connsiteY901" fmla="*/ 68580 h 138429"/>
                <a:gd name="connsiteX902" fmla="*/ 1863086 w 4940931"/>
                <a:gd name="connsiteY902" fmla="*/ 68580 h 138429"/>
                <a:gd name="connsiteX903" fmla="*/ 1863086 w 4940931"/>
                <a:gd name="connsiteY903" fmla="*/ 72390 h 138429"/>
                <a:gd name="connsiteX904" fmla="*/ 1863086 w 4940931"/>
                <a:gd name="connsiteY904" fmla="*/ 75565 h 138429"/>
                <a:gd name="connsiteX905" fmla="*/ 1811651 w 4940931"/>
                <a:gd name="connsiteY905" fmla="*/ 75565 h 138429"/>
                <a:gd name="connsiteX906" fmla="*/ 1814191 w 4940931"/>
                <a:gd name="connsiteY906" fmla="*/ 85090 h 138429"/>
                <a:gd name="connsiteX907" fmla="*/ 1818636 w 4940931"/>
                <a:gd name="connsiteY907" fmla="*/ 91440 h 138429"/>
                <a:gd name="connsiteX908" fmla="*/ 1824351 w 4940931"/>
                <a:gd name="connsiteY908" fmla="*/ 95250 h 138429"/>
                <a:gd name="connsiteX909" fmla="*/ 1831336 w 4940931"/>
                <a:gd name="connsiteY909" fmla="*/ 96520 h 138429"/>
                <a:gd name="connsiteX910" fmla="*/ 1836416 w 4940931"/>
                <a:gd name="connsiteY910" fmla="*/ 96520 h 138429"/>
                <a:gd name="connsiteX911" fmla="*/ 1840861 w 4940931"/>
                <a:gd name="connsiteY911" fmla="*/ 95250 h 138429"/>
                <a:gd name="connsiteX912" fmla="*/ 1844671 w 4940931"/>
                <a:gd name="connsiteY912" fmla="*/ 93345 h 138429"/>
                <a:gd name="connsiteX913" fmla="*/ 1849116 w 4940931"/>
                <a:gd name="connsiteY913" fmla="*/ 90805 h 138429"/>
                <a:gd name="connsiteX914" fmla="*/ 1858006 w 4940931"/>
                <a:gd name="connsiteY914" fmla="*/ 100330 h 138429"/>
                <a:gd name="connsiteX915" fmla="*/ 1852291 w 4940931"/>
                <a:gd name="connsiteY915" fmla="*/ 104775 h 138429"/>
                <a:gd name="connsiteX916" fmla="*/ 1846576 w 4940931"/>
                <a:gd name="connsiteY916" fmla="*/ 107950 h 138429"/>
                <a:gd name="connsiteX917" fmla="*/ 1839591 w 4940931"/>
                <a:gd name="connsiteY917" fmla="*/ 109855 h 138429"/>
                <a:gd name="connsiteX918" fmla="*/ 1830701 w 4940931"/>
                <a:gd name="connsiteY918" fmla="*/ 110490 h 138429"/>
                <a:gd name="connsiteX919" fmla="*/ 1821176 w 4940931"/>
                <a:gd name="connsiteY919" fmla="*/ 109220 h 138429"/>
                <a:gd name="connsiteX920" fmla="*/ 1813556 w 4940931"/>
                <a:gd name="connsiteY920" fmla="*/ 105410 h 138429"/>
                <a:gd name="connsiteX921" fmla="*/ 1807206 w 4940931"/>
                <a:gd name="connsiteY921" fmla="*/ 100330 h 138429"/>
                <a:gd name="connsiteX922" fmla="*/ 1802126 w 4940931"/>
                <a:gd name="connsiteY922" fmla="*/ 92710 h 138429"/>
                <a:gd name="connsiteX923" fmla="*/ 1798316 w 4940931"/>
                <a:gd name="connsiteY923" fmla="*/ 82550 h 138429"/>
                <a:gd name="connsiteX924" fmla="*/ 1797046 w 4940931"/>
                <a:gd name="connsiteY924" fmla="*/ 69850 h 138429"/>
                <a:gd name="connsiteX925" fmla="*/ 1799586 w 4940931"/>
                <a:gd name="connsiteY925" fmla="*/ 52070 h 138429"/>
                <a:gd name="connsiteX926" fmla="*/ 1806571 w 4940931"/>
                <a:gd name="connsiteY926" fmla="*/ 39370 h 138429"/>
                <a:gd name="connsiteX927" fmla="*/ 1817366 w 4940931"/>
                <a:gd name="connsiteY927" fmla="*/ 31750 h 138429"/>
                <a:gd name="connsiteX928" fmla="*/ 1831336 w 4940931"/>
                <a:gd name="connsiteY928" fmla="*/ 29210 h 138429"/>
                <a:gd name="connsiteX929" fmla="*/ 1501140 w 4940931"/>
                <a:gd name="connsiteY929" fmla="*/ 29210 h 138429"/>
                <a:gd name="connsiteX930" fmla="*/ 1506856 w 4940931"/>
                <a:gd name="connsiteY930" fmla="*/ 29210 h 138429"/>
                <a:gd name="connsiteX931" fmla="*/ 1518920 w 4940931"/>
                <a:gd name="connsiteY931" fmla="*/ 31750 h 138429"/>
                <a:gd name="connsiteX932" fmla="*/ 1527811 w 4940931"/>
                <a:gd name="connsiteY932" fmla="*/ 38100 h 138429"/>
                <a:gd name="connsiteX933" fmla="*/ 1532891 w 4940931"/>
                <a:gd name="connsiteY933" fmla="*/ 48895 h 138429"/>
                <a:gd name="connsiteX934" fmla="*/ 1534796 w 4940931"/>
                <a:gd name="connsiteY934" fmla="*/ 64135 h 138429"/>
                <a:gd name="connsiteX935" fmla="*/ 1534796 w 4940931"/>
                <a:gd name="connsiteY935" fmla="*/ 108585 h 138429"/>
                <a:gd name="connsiteX936" fmla="*/ 1519556 w 4940931"/>
                <a:gd name="connsiteY936" fmla="*/ 108585 h 138429"/>
                <a:gd name="connsiteX937" fmla="*/ 1518920 w 4940931"/>
                <a:gd name="connsiteY937" fmla="*/ 108585 h 138429"/>
                <a:gd name="connsiteX938" fmla="*/ 1518920 w 4940931"/>
                <a:gd name="connsiteY938" fmla="*/ 64770 h 138429"/>
                <a:gd name="connsiteX939" fmla="*/ 1515111 w 4940931"/>
                <a:gd name="connsiteY939" fmla="*/ 48895 h 138429"/>
                <a:gd name="connsiteX940" fmla="*/ 1503046 w 4940931"/>
                <a:gd name="connsiteY940" fmla="*/ 43180 h 138429"/>
                <a:gd name="connsiteX941" fmla="*/ 1496061 w 4940931"/>
                <a:gd name="connsiteY941" fmla="*/ 44450 h 138429"/>
                <a:gd name="connsiteX942" fmla="*/ 1490981 w 4940931"/>
                <a:gd name="connsiteY942" fmla="*/ 48260 h 138429"/>
                <a:gd name="connsiteX943" fmla="*/ 1487806 w 4940931"/>
                <a:gd name="connsiteY943" fmla="*/ 54610 h 138429"/>
                <a:gd name="connsiteX944" fmla="*/ 1487170 w 4940931"/>
                <a:gd name="connsiteY944" fmla="*/ 62865 h 138429"/>
                <a:gd name="connsiteX945" fmla="*/ 1487170 w 4940931"/>
                <a:gd name="connsiteY945" fmla="*/ 108585 h 138429"/>
                <a:gd name="connsiteX946" fmla="*/ 1471931 w 4940931"/>
                <a:gd name="connsiteY946" fmla="*/ 108585 h 138429"/>
                <a:gd name="connsiteX947" fmla="*/ 1471931 w 4940931"/>
                <a:gd name="connsiteY947" fmla="*/ 30480 h 138429"/>
                <a:gd name="connsiteX948" fmla="*/ 1487170 w 4940931"/>
                <a:gd name="connsiteY948" fmla="*/ 30480 h 138429"/>
                <a:gd name="connsiteX949" fmla="*/ 1487170 w 4940931"/>
                <a:gd name="connsiteY949" fmla="*/ 38100 h 138429"/>
                <a:gd name="connsiteX950" fmla="*/ 1490981 w 4940931"/>
                <a:gd name="connsiteY950" fmla="*/ 34290 h 138429"/>
                <a:gd name="connsiteX951" fmla="*/ 1495426 w 4940931"/>
                <a:gd name="connsiteY951" fmla="*/ 31115 h 138429"/>
                <a:gd name="connsiteX952" fmla="*/ 1501140 w 4940931"/>
                <a:gd name="connsiteY952" fmla="*/ 29210 h 138429"/>
                <a:gd name="connsiteX953" fmla="*/ 1250316 w 4940931"/>
                <a:gd name="connsiteY953" fmla="*/ 29210 h 138429"/>
                <a:gd name="connsiteX954" fmla="*/ 1264286 w 4940931"/>
                <a:gd name="connsiteY954" fmla="*/ 31750 h 138429"/>
                <a:gd name="connsiteX955" fmla="*/ 1276350 w 4940931"/>
                <a:gd name="connsiteY955" fmla="*/ 38100 h 138429"/>
                <a:gd name="connsiteX956" fmla="*/ 1278256 w 4940931"/>
                <a:gd name="connsiteY956" fmla="*/ 38100 h 138429"/>
                <a:gd name="connsiteX957" fmla="*/ 1271271 w 4940931"/>
                <a:gd name="connsiteY957" fmla="*/ 50165 h 138429"/>
                <a:gd name="connsiteX958" fmla="*/ 1261746 w 4940931"/>
                <a:gd name="connsiteY958" fmla="*/ 45085 h 138429"/>
                <a:gd name="connsiteX959" fmla="*/ 1250951 w 4940931"/>
                <a:gd name="connsiteY959" fmla="*/ 43180 h 138429"/>
                <a:gd name="connsiteX960" fmla="*/ 1242696 w 4940931"/>
                <a:gd name="connsiteY960" fmla="*/ 45085 h 138429"/>
                <a:gd name="connsiteX961" fmla="*/ 1240156 w 4940931"/>
                <a:gd name="connsiteY961" fmla="*/ 50165 h 138429"/>
                <a:gd name="connsiteX962" fmla="*/ 1240156 w 4940931"/>
                <a:gd name="connsiteY962" fmla="*/ 52705 h 138429"/>
                <a:gd name="connsiteX963" fmla="*/ 1242061 w 4940931"/>
                <a:gd name="connsiteY963" fmla="*/ 55245 h 138429"/>
                <a:gd name="connsiteX964" fmla="*/ 1246506 w 4940931"/>
                <a:gd name="connsiteY964" fmla="*/ 57785 h 138429"/>
                <a:gd name="connsiteX965" fmla="*/ 1253491 w 4940931"/>
                <a:gd name="connsiteY965" fmla="*/ 60960 h 138429"/>
                <a:gd name="connsiteX966" fmla="*/ 1264921 w 4940931"/>
                <a:gd name="connsiteY966" fmla="*/ 66040 h 138429"/>
                <a:gd name="connsiteX967" fmla="*/ 1273176 w 4940931"/>
                <a:gd name="connsiteY967" fmla="*/ 71120 h 138429"/>
                <a:gd name="connsiteX968" fmla="*/ 1278256 w 4940931"/>
                <a:gd name="connsiteY968" fmla="*/ 78105 h 138429"/>
                <a:gd name="connsiteX969" fmla="*/ 1280161 w 4940931"/>
                <a:gd name="connsiteY969" fmla="*/ 87630 h 138429"/>
                <a:gd name="connsiteX970" fmla="*/ 1277621 w 4940931"/>
                <a:gd name="connsiteY970" fmla="*/ 98425 h 138429"/>
                <a:gd name="connsiteX971" fmla="*/ 1271271 w 4940931"/>
                <a:gd name="connsiteY971" fmla="*/ 105410 h 138429"/>
                <a:gd name="connsiteX972" fmla="*/ 1261746 w 4940931"/>
                <a:gd name="connsiteY972" fmla="*/ 109220 h 138429"/>
                <a:gd name="connsiteX973" fmla="*/ 1250951 w 4940931"/>
                <a:gd name="connsiteY973" fmla="*/ 110490 h 138429"/>
                <a:gd name="connsiteX974" fmla="*/ 1235711 w 4940931"/>
                <a:gd name="connsiteY974" fmla="*/ 107950 h 138429"/>
                <a:gd name="connsiteX975" fmla="*/ 1221106 w 4940931"/>
                <a:gd name="connsiteY975" fmla="*/ 100965 h 138429"/>
                <a:gd name="connsiteX976" fmla="*/ 1228091 w 4940931"/>
                <a:gd name="connsiteY976" fmla="*/ 89535 h 138429"/>
                <a:gd name="connsiteX977" fmla="*/ 1239521 w 4940931"/>
                <a:gd name="connsiteY977" fmla="*/ 95250 h 138429"/>
                <a:gd name="connsiteX978" fmla="*/ 1250951 w 4940931"/>
                <a:gd name="connsiteY978" fmla="*/ 97155 h 138429"/>
                <a:gd name="connsiteX979" fmla="*/ 1261746 w 4940931"/>
                <a:gd name="connsiteY979" fmla="*/ 94615 h 138429"/>
                <a:gd name="connsiteX980" fmla="*/ 1264921 w 4940931"/>
                <a:gd name="connsiteY980" fmla="*/ 88265 h 138429"/>
                <a:gd name="connsiteX981" fmla="*/ 1263650 w 4940931"/>
                <a:gd name="connsiteY981" fmla="*/ 84455 h 138429"/>
                <a:gd name="connsiteX982" fmla="*/ 1259841 w 4940931"/>
                <a:gd name="connsiteY982" fmla="*/ 81280 h 138429"/>
                <a:gd name="connsiteX983" fmla="*/ 1254125 w 4940931"/>
                <a:gd name="connsiteY983" fmla="*/ 78105 h 138429"/>
                <a:gd name="connsiteX984" fmla="*/ 1246506 w 4940931"/>
                <a:gd name="connsiteY984" fmla="*/ 74930 h 138429"/>
                <a:gd name="connsiteX985" fmla="*/ 1235711 w 4940931"/>
                <a:gd name="connsiteY985" fmla="*/ 69850 h 138429"/>
                <a:gd name="connsiteX986" fmla="*/ 1228726 w 4940931"/>
                <a:gd name="connsiteY986" fmla="*/ 64770 h 138429"/>
                <a:gd name="connsiteX987" fmla="*/ 1224916 w 4940931"/>
                <a:gd name="connsiteY987" fmla="*/ 58420 h 138429"/>
                <a:gd name="connsiteX988" fmla="*/ 1223646 w 4940931"/>
                <a:gd name="connsiteY988" fmla="*/ 50165 h 138429"/>
                <a:gd name="connsiteX989" fmla="*/ 1225551 w 4940931"/>
                <a:gd name="connsiteY989" fmla="*/ 40640 h 138429"/>
                <a:gd name="connsiteX990" fmla="*/ 1231266 w 4940931"/>
                <a:gd name="connsiteY990" fmla="*/ 34290 h 138429"/>
                <a:gd name="connsiteX991" fmla="*/ 1239521 w 4940931"/>
                <a:gd name="connsiteY991" fmla="*/ 30480 h 138429"/>
                <a:gd name="connsiteX992" fmla="*/ 1250316 w 4940931"/>
                <a:gd name="connsiteY992" fmla="*/ 29210 h 138429"/>
                <a:gd name="connsiteX993" fmla="*/ 1180466 w 4940931"/>
                <a:gd name="connsiteY993" fmla="*/ 29210 h 138429"/>
                <a:gd name="connsiteX994" fmla="*/ 1195071 w 4940931"/>
                <a:gd name="connsiteY994" fmla="*/ 32385 h 138429"/>
                <a:gd name="connsiteX995" fmla="*/ 1205231 w 4940931"/>
                <a:gd name="connsiteY995" fmla="*/ 40640 h 138429"/>
                <a:gd name="connsiteX996" fmla="*/ 1211581 w 4940931"/>
                <a:gd name="connsiteY996" fmla="*/ 53340 h 138429"/>
                <a:gd name="connsiteX997" fmla="*/ 1213486 w 4940931"/>
                <a:gd name="connsiteY997" fmla="*/ 68580 h 138429"/>
                <a:gd name="connsiteX998" fmla="*/ 1212216 w 4940931"/>
                <a:gd name="connsiteY998" fmla="*/ 68580 h 138429"/>
                <a:gd name="connsiteX999" fmla="*/ 1212216 w 4940931"/>
                <a:gd name="connsiteY999" fmla="*/ 72390 h 138429"/>
                <a:gd name="connsiteX1000" fmla="*/ 1212216 w 4940931"/>
                <a:gd name="connsiteY1000" fmla="*/ 75565 h 138429"/>
                <a:gd name="connsiteX1001" fmla="*/ 1160781 w 4940931"/>
                <a:gd name="connsiteY1001" fmla="*/ 75565 h 138429"/>
                <a:gd name="connsiteX1002" fmla="*/ 1163321 w 4940931"/>
                <a:gd name="connsiteY1002" fmla="*/ 85090 h 138429"/>
                <a:gd name="connsiteX1003" fmla="*/ 1167766 w 4940931"/>
                <a:gd name="connsiteY1003" fmla="*/ 91440 h 138429"/>
                <a:gd name="connsiteX1004" fmla="*/ 1173481 w 4940931"/>
                <a:gd name="connsiteY1004" fmla="*/ 95250 h 138429"/>
                <a:gd name="connsiteX1005" fmla="*/ 1180466 w 4940931"/>
                <a:gd name="connsiteY1005" fmla="*/ 96520 h 138429"/>
                <a:gd name="connsiteX1006" fmla="*/ 1185546 w 4940931"/>
                <a:gd name="connsiteY1006" fmla="*/ 96520 h 138429"/>
                <a:gd name="connsiteX1007" fmla="*/ 1189991 w 4940931"/>
                <a:gd name="connsiteY1007" fmla="*/ 95250 h 138429"/>
                <a:gd name="connsiteX1008" fmla="*/ 1193801 w 4940931"/>
                <a:gd name="connsiteY1008" fmla="*/ 93345 h 138429"/>
                <a:gd name="connsiteX1009" fmla="*/ 1198246 w 4940931"/>
                <a:gd name="connsiteY1009" fmla="*/ 90805 h 138429"/>
                <a:gd name="connsiteX1010" fmla="*/ 1207136 w 4940931"/>
                <a:gd name="connsiteY1010" fmla="*/ 100330 h 138429"/>
                <a:gd name="connsiteX1011" fmla="*/ 1201421 w 4940931"/>
                <a:gd name="connsiteY1011" fmla="*/ 104775 h 138429"/>
                <a:gd name="connsiteX1012" fmla="*/ 1195706 w 4940931"/>
                <a:gd name="connsiteY1012" fmla="*/ 107950 h 138429"/>
                <a:gd name="connsiteX1013" fmla="*/ 1188721 w 4940931"/>
                <a:gd name="connsiteY1013" fmla="*/ 109855 h 138429"/>
                <a:gd name="connsiteX1014" fmla="*/ 1179831 w 4940931"/>
                <a:gd name="connsiteY1014" fmla="*/ 110490 h 138429"/>
                <a:gd name="connsiteX1015" fmla="*/ 1170306 w 4940931"/>
                <a:gd name="connsiteY1015" fmla="*/ 109220 h 138429"/>
                <a:gd name="connsiteX1016" fmla="*/ 1162686 w 4940931"/>
                <a:gd name="connsiteY1016" fmla="*/ 105410 h 138429"/>
                <a:gd name="connsiteX1017" fmla="*/ 1156336 w 4940931"/>
                <a:gd name="connsiteY1017" fmla="*/ 100330 h 138429"/>
                <a:gd name="connsiteX1018" fmla="*/ 1151256 w 4940931"/>
                <a:gd name="connsiteY1018" fmla="*/ 92710 h 138429"/>
                <a:gd name="connsiteX1019" fmla="*/ 1147446 w 4940931"/>
                <a:gd name="connsiteY1019" fmla="*/ 82550 h 138429"/>
                <a:gd name="connsiteX1020" fmla="*/ 1146176 w 4940931"/>
                <a:gd name="connsiteY1020" fmla="*/ 69850 h 138429"/>
                <a:gd name="connsiteX1021" fmla="*/ 1148716 w 4940931"/>
                <a:gd name="connsiteY1021" fmla="*/ 52070 h 138429"/>
                <a:gd name="connsiteX1022" fmla="*/ 1155701 w 4940931"/>
                <a:gd name="connsiteY1022" fmla="*/ 39370 h 138429"/>
                <a:gd name="connsiteX1023" fmla="*/ 1166496 w 4940931"/>
                <a:gd name="connsiteY1023" fmla="*/ 31750 h 138429"/>
                <a:gd name="connsiteX1024" fmla="*/ 1180466 w 4940931"/>
                <a:gd name="connsiteY1024" fmla="*/ 29210 h 138429"/>
                <a:gd name="connsiteX1025" fmla="*/ 901065 w 4940931"/>
                <a:gd name="connsiteY1025" fmla="*/ 29210 h 138429"/>
                <a:gd name="connsiteX1026" fmla="*/ 915670 w 4940931"/>
                <a:gd name="connsiteY1026" fmla="*/ 32385 h 138429"/>
                <a:gd name="connsiteX1027" fmla="*/ 925830 w 4940931"/>
                <a:gd name="connsiteY1027" fmla="*/ 40640 h 138429"/>
                <a:gd name="connsiteX1028" fmla="*/ 932180 w 4940931"/>
                <a:gd name="connsiteY1028" fmla="*/ 53340 h 138429"/>
                <a:gd name="connsiteX1029" fmla="*/ 934085 w 4940931"/>
                <a:gd name="connsiteY1029" fmla="*/ 68580 h 138429"/>
                <a:gd name="connsiteX1030" fmla="*/ 932815 w 4940931"/>
                <a:gd name="connsiteY1030" fmla="*/ 68580 h 138429"/>
                <a:gd name="connsiteX1031" fmla="*/ 932815 w 4940931"/>
                <a:gd name="connsiteY1031" fmla="*/ 72390 h 138429"/>
                <a:gd name="connsiteX1032" fmla="*/ 932815 w 4940931"/>
                <a:gd name="connsiteY1032" fmla="*/ 75565 h 138429"/>
                <a:gd name="connsiteX1033" fmla="*/ 881380 w 4940931"/>
                <a:gd name="connsiteY1033" fmla="*/ 75565 h 138429"/>
                <a:gd name="connsiteX1034" fmla="*/ 883920 w 4940931"/>
                <a:gd name="connsiteY1034" fmla="*/ 85090 h 138429"/>
                <a:gd name="connsiteX1035" fmla="*/ 888365 w 4940931"/>
                <a:gd name="connsiteY1035" fmla="*/ 91440 h 138429"/>
                <a:gd name="connsiteX1036" fmla="*/ 894080 w 4940931"/>
                <a:gd name="connsiteY1036" fmla="*/ 95250 h 138429"/>
                <a:gd name="connsiteX1037" fmla="*/ 901065 w 4940931"/>
                <a:gd name="connsiteY1037" fmla="*/ 96520 h 138429"/>
                <a:gd name="connsiteX1038" fmla="*/ 906145 w 4940931"/>
                <a:gd name="connsiteY1038" fmla="*/ 96520 h 138429"/>
                <a:gd name="connsiteX1039" fmla="*/ 910590 w 4940931"/>
                <a:gd name="connsiteY1039" fmla="*/ 95250 h 138429"/>
                <a:gd name="connsiteX1040" fmla="*/ 914400 w 4940931"/>
                <a:gd name="connsiteY1040" fmla="*/ 93345 h 138429"/>
                <a:gd name="connsiteX1041" fmla="*/ 918845 w 4940931"/>
                <a:gd name="connsiteY1041" fmla="*/ 90805 h 138429"/>
                <a:gd name="connsiteX1042" fmla="*/ 927735 w 4940931"/>
                <a:gd name="connsiteY1042" fmla="*/ 100330 h 138429"/>
                <a:gd name="connsiteX1043" fmla="*/ 922020 w 4940931"/>
                <a:gd name="connsiteY1043" fmla="*/ 104775 h 138429"/>
                <a:gd name="connsiteX1044" fmla="*/ 916305 w 4940931"/>
                <a:gd name="connsiteY1044" fmla="*/ 107950 h 138429"/>
                <a:gd name="connsiteX1045" fmla="*/ 909320 w 4940931"/>
                <a:gd name="connsiteY1045" fmla="*/ 109855 h 138429"/>
                <a:gd name="connsiteX1046" fmla="*/ 900430 w 4940931"/>
                <a:gd name="connsiteY1046" fmla="*/ 110490 h 138429"/>
                <a:gd name="connsiteX1047" fmla="*/ 890905 w 4940931"/>
                <a:gd name="connsiteY1047" fmla="*/ 109220 h 138429"/>
                <a:gd name="connsiteX1048" fmla="*/ 883285 w 4940931"/>
                <a:gd name="connsiteY1048" fmla="*/ 105410 h 138429"/>
                <a:gd name="connsiteX1049" fmla="*/ 876935 w 4940931"/>
                <a:gd name="connsiteY1049" fmla="*/ 100330 h 138429"/>
                <a:gd name="connsiteX1050" fmla="*/ 871855 w 4940931"/>
                <a:gd name="connsiteY1050" fmla="*/ 92710 h 138429"/>
                <a:gd name="connsiteX1051" fmla="*/ 868045 w 4940931"/>
                <a:gd name="connsiteY1051" fmla="*/ 82550 h 138429"/>
                <a:gd name="connsiteX1052" fmla="*/ 866775 w 4940931"/>
                <a:gd name="connsiteY1052" fmla="*/ 69850 h 138429"/>
                <a:gd name="connsiteX1053" fmla="*/ 869315 w 4940931"/>
                <a:gd name="connsiteY1053" fmla="*/ 52070 h 138429"/>
                <a:gd name="connsiteX1054" fmla="*/ 876300 w 4940931"/>
                <a:gd name="connsiteY1054" fmla="*/ 39370 h 138429"/>
                <a:gd name="connsiteX1055" fmla="*/ 887095 w 4940931"/>
                <a:gd name="connsiteY1055" fmla="*/ 31750 h 138429"/>
                <a:gd name="connsiteX1056" fmla="*/ 901065 w 4940931"/>
                <a:gd name="connsiteY1056" fmla="*/ 29210 h 138429"/>
                <a:gd name="connsiteX1057" fmla="*/ 668656 w 4940931"/>
                <a:gd name="connsiteY1057" fmla="*/ 29210 h 138429"/>
                <a:gd name="connsiteX1058" fmla="*/ 676275 w 4940931"/>
                <a:gd name="connsiteY1058" fmla="*/ 29845 h 138429"/>
                <a:gd name="connsiteX1059" fmla="*/ 681991 w 4940931"/>
                <a:gd name="connsiteY1059" fmla="*/ 32385 h 138429"/>
                <a:gd name="connsiteX1060" fmla="*/ 678181 w 4940931"/>
                <a:gd name="connsiteY1060" fmla="*/ 46990 h 138429"/>
                <a:gd name="connsiteX1061" fmla="*/ 676910 w 4940931"/>
                <a:gd name="connsiteY1061" fmla="*/ 46990 h 138429"/>
                <a:gd name="connsiteX1062" fmla="*/ 671830 w 4940931"/>
                <a:gd name="connsiteY1062" fmla="*/ 45085 h 138429"/>
                <a:gd name="connsiteX1063" fmla="*/ 665480 w 4940931"/>
                <a:gd name="connsiteY1063" fmla="*/ 44450 h 138429"/>
                <a:gd name="connsiteX1064" fmla="*/ 654050 w 4940931"/>
                <a:gd name="connsiteY1064" fmla="*/ 49530 h 138429"/>
                <a:gd name="connsiteX1065" fmla="*/ 650240 w 4940931"/>
                <a:gd name="connsiteY1065" fmla="*/ 64770 h 138429"/>
                <a:gd name="connsiteX1066" fmla="*/ 650240 w 4940931"/>
                <a:gd name="connsiteY1066" fmla="*/ 109220 h 138429"/>
                <a:gd name="connsiteX1067" fmla="*/ 635000 w 4940931"/>
                <a:gd name="connsiteY1067" fmla="*/ 109220 h 138429"/>
                <a:gd name="connsiteX1068" fmla="*/ 635000 w 4940931"/>
                <a:gd name="connsiteY1068" fmla="*/ 31115 h 138429"/>
                <a:gd name="connsiteX1069" fmla="*/ 650240 w 4940931"/>
                <a:gd name="connsiteY1069" fmla="*/ 31115 h 138429"/>
                <a:gd name="connsiteX1070" fmla="*/ 650240 w 4940931"/>
                <a:gd name="connsiteY1070" fmla="*/ 38735 h 138429"/>
                <a:gd name="connsiteX1071" fmla="*/ 653416 w 4940931"/>
                <a:gd name="connsiteY1071" fmla="*/ 34925 h 138429"/>
                <a:gd name="connsiteX1072" fmla="*/ 657861 w 4940931"/>
                <a:gd name="connsiteY1072" fmla="*/ 31750 h 138429"/>
                <a:gd name="connsiteX1073" fmla="*/ 662940 w 4940931"/>
                <a:gd name="connsiteY1073" fmla="*/ 29845 h 138429"/>
                <a:gd name="connsiteX1074" fmla="*/ 668656 w 4940931"/>
                <a:gd name="connsiteY1074" fmla="*/ 29210 h 138429"/>
                <a:gd name="connsiteX1075" fmla="*/ 586739 w 4940931"/>
                <a:gd name="connsiteY1075" fmla="*/ 29210 h 138429"/>
                <a:gd name="connsiteX1076" fmla="*/ 601344 w 4940931"/>
                <a:gd name="connsiteY1076" fmla="*/ 32385 h 138429"/>
                <a:gd name="connsiteX1077" fmla="*/ 611504 w 4940931"/>
                <a:gd name="connsiteY1077" fmla="*/ 40640 h 138429"/>
                <a:gd name="connsiteX1078" fmla="*/ 617854 w 4940931"/>
                <a:gd name="connsiteY1078" fmla="*/ 53340 h 138429"/>
                <a:gd name="connsiteX1079" fmla="*/ 619759 w 4940931"/>
                <a:gd name="connsiteY1079" fmla="*/ 68580 h 138429"/>
                <a:gd name="connsiteX1080" fmla="*/ 618489 w 4940931"/>
                <a:gd name="connsiteY1080" fmla="*/ 68580 h 138429"/>
                <a:gd name="connsiteX1081" fmla="*/ 618489 w 4940931"/>
                <a:gd name="connsiteY1081" fmla="*/ 72390 h 138429"/>
                <a:gd name="connsiteX1082" fmla="*/ 618489 w 4940931"/>
                <a:gd name="connsiteY1082" fmla="*/ 75565 h 138429"/>
                <a:gd name="connsiteX1083" fmla="*/ 567054 w 4940931"/>
                <a:gd name="connsiteY1083" fmla="*/ 75565 h 138429"/>
                <a:gd name="connsiteX1084" fmla="*/ 569594 w 4940931"/>
                <a:gd name="connsiteY1084" fmla="*/ 85090 h 138429"/>
                <a:gd name="connsiteX1085" fmla="*/ 574039 w 4940931"/>
                <a:gd name="connsiteY1085" fmla="*/ 91440 h 138429"/>
                <a:gd name="connsiteX1086" fmla="*/ 579754 w 4940931"/>
                <a:gd name="connsiteY1086" fmla="*/ 95250 h 138429"/>
                <a:gd name="connsiteX1087" fmla="*/ 586739 w 4940931"/>
                <a:gd name="connsiteY1087" fmla="*/ 96520 h 138429"/>
                <a:gd name="connsiteX1088" fmla="*/ 591819 w 4940931"/>
                <a:gd name="connsiteY1088" fmla="*/ 96520 h 138429"/>
                <a:gd name="connsiteX1089" fmla="*/ 596264 w 4940931"/>
                <a:gd name="connsiteY1089" fmla="*/ 95250 h 138429"/>
                <a:gd name="connsiteX1090" fmla="*/ 600074 w 4940931"/>
                <a:gd name="connsiteY1090" fmla="*/ 93345 h 138429"/>
                <a:gd name="connsiteX1091" fmla="*/ 604519 w 4940931"/>
                <a:gd name="connsiteY1091" fmla="*/ 90805 h 138429"/>
                <a:gd name="connsiteX1092" fmla="*/ 613409 w 4940931"/>
                <a:gd name="connsiteY1092" fmla="*/ 100330 h 138429"/>
                <a:gd name="connsiteX1093" fmla="*/ 607694 w 4940931"/>
                <a:gd name="connsiteY1093" fmla="*/ 104775 h 138429"/>
                <a:gd name="connsiteX1094" fmla="*/ 601979 w 4940931"/>
                <a:gd name="connsiteY1094" fmla="*/ 107950 h 138429"/>
                <a:gd name="connsiteX1095" fmla="*/ 594994 w 4940931"/>
                <a:gd name="connsiteY1095" fmla="*/ 109855 h 138429"/>
                <a:gd name="connsiteX1096" fmla="*/ 586104 w 4940931"/>
                <a:gd name="connsiteY1096" fmla="*/ 110490 h 138429"/>
                <a:gd name="connsiteX1097" fmla="*/ 576579 w 4940931"/>
                <a:gd name="connsiteY1097" fmla="*/ 109220 h 138429"/>
                <a:gd name="connsiteX1098" fmla="*/ 568959 w 4940931"/>
                <a:gd name="connsiteY1098" fmla="*/ 105410 h 138429"/>
                <a:gd name="connsiteX1099" fmla="*/ 562609 w 4940931"/>
                <a:gd name="connsiteY1099" fmla="*/ 100330 h 138429"/>
                <a:gd name="connsiteX1100" fmla="*/ 557529 w 4940931"/>
                <a:gd name="connsiteY1100" fmla="*/ 92710 h 138429"/>
                <a:gd name="connsiteX1101" fmla="*/ 553719 w 4940931"/>
                <a:gd name="connsiteY1101" fmla="*/ 82550 h 138429"/>
                <a:gd name="connsiteX1102" fmla="*/ 552449 w 4940931"/>
                <a:gd name="connsiteY1102" fmla="*/ 69850 h 138429"/>
                <a:gd name="connsiteX1103" fmla="*/ 554989 w 4940931"/>
                <a:gd name="connsiteY1103" fmla="*/ 52070 h 138429"/>
                <a:gd name="connsiteX1104" fmla="*/ 561974 w 4940931"/>
                <a:gd name="connsiteY1104" fmla="*/ 39370 h 138429"/>
                <a:gd name="connsiteX1105" fmla="*/ 572769 w 4940931"/>
                <a:gd name="connsiteY1105" fmla="*/ 31750 h 138429"/>
                <a:gd name="connsiteX1106" fmla="*/ 586739 w 4940931"/>
                <a:gd name="connsiteY1106" fmla="*/ 29210 h 138429"/>
                <a:gd name="connsiteX1107" fmla="*/ 400050 w 4940931"/>
                <a:gd name="connsiteY1107" fmla="*/ 29210 h 138429"/>
                <a:gd name="connsiteX1108" fmla="*/ 414655 w 4940931"/>
                <a:gd name="connsiteY1108" fmla="*/ 32385 h 138429"/>
                <a:gd name="connsiteX1109" fmla="*/ 424815 w 4940931"/>
                <a:gd name="connsiteY1109" fmla="*/ 40640 h 138429"/>
                <a:gd name="connsiteX1110" fmla="*/ 431165 w 4940931"/>
                <a:gd name="connsiteY1110" fmla="*/ 53340 h 138429"/>
                <a:gd name="connsiteX1111" fmla="*/ 433070 w 4940931"/>
                <a:gd name="connsiteY1111" fmla="*/ 68580 h 138429"/>
                <a:gd name="connsiteX1112" fmla="*/ 431800 w 4940931"/>
                <a:gd name="connsiteY1112" fmla="*/ 68580 h 138429"/>
                <a:gd name="connsiteX1113" fmla="*/ 431800 w 4940931"/>
                <a:gd name="connsiteY1113" fmla="*/ 72390 h 138429"/>
                <a:gd name="connsiteX1114" fmla="*/ 431800 w 4940931"/>
                <a:gd name="connsiteY1114" fmla="*/ 75565 h 138429"/>
                <a:gd name="connsiteX1115" fmla="*/ 380365 w 4940931"/>
                <a:gd name="connsiteY1115" fmla="*/ 75565 h 138429"/>
                <a:gd name="connsiteX1116" fmla="*/ 382905 w 4940931"/>
                <a:gd name="connsiteY1116" fmla="*/ 85090 h 138429"/>
                <a:gd name="connsiteX1117" fmla="*/ 387350 w 4940931"/>
                <a:gd name="connsiteY1117" fmla="*/ 91440 h 138429"/>
                <a:gd name="connsiteX1118" fmla="*/ 393065 w 4940931"/>
                <a:gd name="connsiteY1118" fmla="*/ 95250 h 138429"/>
                <a:gd name="connsiteX1119" fmla="*/ 400050 w 4940931"/>
                <a:gd name="connsiteY1119" fmla="*/ 96520 h 138429"/>
                <a:gd name="connsiteX1120" fmla="*/ 405130 w 4940931"/>
                <a:gd name="connsiteY1120" fmla="*/ 96520 h 138429"/>
                <a:gd name="connsiteX1121" fmla="*/ 409575 w 4940931"/>
                <a:gd name="connsiteY1121" fmla="*/ 95250 h 138429"/>
                <a:gd name="connsiteX1122" fmla="*/ 413385 w 4940931"/>
                <a:gd name="connsiteY1122" fmla="*/ 93345 h 138429"/>
                <a:gd name="connsiteX1123" fmla="*/ 417830 w 4940931"/>
                <a:gd name="connsiteY1123" fmla="*/ 90805 h 138429"/>
                <a:gd name="connsiteX1124" fmla="*/ 426720 w 4940931"/>
                <a:gd name="connsiteY1124" fmla="*/ 100330 h 138429"/>
                <a:gd name="connsiteX1125" fmla="*/ 421005 w 4940931"/>
                <a:gd name="connsiteY1125" fmla="*/ 104775 h 138429"/>
                <a:gd name="connsiteX1126" fmla="*/ 415290 w 4940931"/>
                <a:gd name="connsiteY1126" fmla="*/ 107950 h 138429"/>
                <a:gd name="connsiteX1127" fmla="*/ 408305 w 4940931"/>
                <a:gd name="connsiteY1127" fmla="*/ 109855 h 138429"/>
                <a:gd name="connsiteX1128" fmla="*/ 399415 w 4940931"/>
                <a:gd name="connsiteY1128" fmla="*/ 110490 h 138429"/>
                <a:gd name="connsiteX1129" fmla="*/ 389890 w 4940931"/>
                <a:gd name="connsiteY1129" fmla="*/ 109220 h 138429"/>
                <a:gd name="connsiteX1130" fmla="*/ 382270 w 4940931"/>
                <a:gd name="connsiteY1130" fmla="*/ 105410 h 138429"/>
                <a:gd name="connsiteX1131" fmla="*/ 375920 w 4940931"/>
                <a:gd name="connsiteY1131" fmla="*/ 100330 h 138429"/>
                <a:gd name="connsiteX1132" fmla="*/ 370840 w 4940931"/>
                <a:gd name="connsiteY1132" fmla="*/ 92710 h 138429"/>
                <a:gd name="connsiteX1133" fmla="*/ 367030 w 4940931"/>
                <a:gd name="connsiteY1133" fmla="*/ 82550 h 138429"/>
                <a:gd name="connsiteX1134" fmla="*/ 365760 w 4940931"/>
                <a:gd name="connsiteY1134" fmla="*/ 69850 h 138429"/>
                <a:gd name="connsiteX1135" fmla="*/ 368300 w 4940931"/>
                <a:gd name="connsiteY1135" fmla="*/ 52070 h 138429"/>
                <a:gd name="connsiteX1136" fmla="*/ 375285 w 4940931"/>
                <a:gd name="connsiteY1136" fmla="*/ 39370 h 138429"/>
                <a:gd name="connsiteX1137" fmla="*/ 386080 w 4940931"/>
                <a:gd name="connsiteY1137" fmla="*/ 31750 h 138429"/>
                <a:gd name="connsiteX1138" fmla="*/ 400050 w 4940931"/>
                <a:gd name="connsiteY1138" fmla="*/ 29210 h 138429"/>
                <a:gd name="connsiteX1139" fmla="*/ 201930 w 4940931"/>
                <a:gd name="connsiteY1139" fmla="*/ 29210 h 138429"/>
                <a:gd name="connsiteX1140" fmla="*/ 216535 w 4940931"/>
                <a:gd name="connsiteY1140" fmla="*/ 32385 h 138429"/>
                <a:gd name="connsiteX1141" fmla="*/ 226695 w 4940931"/>
                <a:gd name="connsiteY1141" fmla="*/ 40640 h 138429"/>
                <a:gd name="connsiteX1142" fmla="*/ 233045 w 4940931"/>
                <a:gd name="connsiteY1142" fmla="*/ 53340 h 138429"/>
                <a:gd name="connsiteX1143" fmla="*/ 234950 w 4940931"/>
                <a:gd name="connsiteY1143" fmla="*/ 68580 h 138429"/>
                <a:gd name="connsiteX1144" fmla="*/ 233680 w 4940931"/>
                <a:gd name="connsiteY1144" fmla="*/ 68580 h 138429"/>
                <a:gd name="connsiteX1145" fmla="*/ 233680 w 4940931"/>
                <a:gd name="connsiteY1145" fmla="*/ 72390 h 138429"/>
                <a:gd name="connsiteX1146" fmla="*/ 233680 w 4940931"/>
                <a:gd name="connsiteY1146" fmla="*/ 75565 h 138429"/>
                <a:gd name="connsiteX1147" fmla="*/ 182245 w 4940931"/>
                <a:gd name="connsiteY1147" fmla="*/ 75565 h 138429"/>
                <a:gd name="connsiteX1148" fmla="*/ 184785 w 4940931"/>
                <a:gd name="connsiteY1148" fmla="*/ 85090 h 138429"/>
                <a:gd name="connsiteX1149" fmla="*/ 189230 w 4940931"/>
                <a:gd name="connsiteY1149" fmla="*/ 91440 h 138429"/>
                <a:gd name="connsiteX1150" fmla="*/ 194945 w 4940931"/>
                <a:gd name="connsiteY1150" fmla="*/ 95250 h 138429"/>
                <a:gd name="connsiteX1151" fmla="*/ 201930 w 4940931"/>
                <a:gd name="connsiteY1151" fmla="*/ 96520 h 138429"/>
                <a:gd name="connsiteX1152" fmla="*/ 207010 w 4940931"/>
                <a:gd name="connsiteY1152" fmla="*/ 96520 h 138429"/>
                <a:gd name="connsiteX1153" fmla="*/ 211455 w 4940931"/>
                <a:gd name="connsiteY1153" fmla="*/ 95250 h 138429"/>
                <a:gd name="connsiteX1154" fmla="*/ 215265 w 4940931"/>
                <a:gd name="connsiteY1154" fmla="*/ 93345 h 138429"/>
                <a:gd name="connsiteX1155" fmla="*/ 219710 w 4940931"/>
                <a:gd name="connsiteY1155" fmla="*/ 90805 h 138429"/>
                <a:gd name="connsiteX1156" fmla="*/ 228600 w 4940931"/>
                <a:gd name="connsiteY1156" fmla="*/ 100330 h 138429"/>
                <a:gd name="connsiteX1157" fmla="*/ 222885 w 4940931"/>
                <a:gd name="connsiteY1157" fmla="*/ 104775 h 138429"/>
                <a:gd name="connsiteX1158" fmla="*/ 217170 w 4940931"/>
                <a:gd name="connsiteY1158" fmla="*/ 107950 h 138429"/>
                <a:gd name="connsiteX1159" fmla="*/ 210185 w 4940931"/>
                <a:gd name="connsiteY1159" fmla="*/ 109855 h 138429"/>
                <a:gd name="connsiteX1160" fmla="*/ 201295 w 4940931"/>
                <a:gd name="connsiteY1160" fmla="*/ 110490 h 138429"/>
                <a:gd name="connsiteX1161" fmla="*/ 191770 w 4940931"/>
                <a:gd name="connsiteY1161" fmla="*/ 109220 h 138429"/>
                <a:gd name="connsiteX1162" fmla="*/ 184150 w 4940931"/>
                <a:gd name="connsiteY1162" fmla="*/ 105410 h 138429"/>
                <a:gd name="connsiteX1163" fmla="*/ 177800 w 4940931"/>
                <a:gd name="connsiteY1163" fmla="*/ 100330 h 138429"/>
                <a:gd name="connsiteX1164" fmla="*/ 172720 w 4940931"/>
                <a:gd name="connsiteY1164" fmla="*/ 92710 h 138429"/>
                <a:gd name="connsiteX1165" fmla="*/ 168910 w 4940931"/>
                <a:gd name="connsiteY1165" fmla="*/ 82550 h 138429"/>
                <a:gd name="connsiteX1166" fmla="*/ 167640 w 4940931"/>
                <a:gd name="connsiteY1166" fmla="*/ 69850 h 138429"/>
                <a:gd name="connsiteX1167" fmla="*/ 170180 w 4940931"/>
                <a:gd name="connsiteY1167" fmla="*/ 52070 h 138429"/>
                <a:gd name="connsiteX1168" fmla="*/ 177165 w 4940931"/>
                <a:gd name="connsiteY1168" fmla="*/ 39370 h 138429"/>
                <a:gd name="connsiteX1169" fmla="*/ 187960 w 4940931"/>
                <a:gd name="connsiteY1169" fmla="*/ 31750 h 138429"/>
                <a:gd name="connsiteX1170" fmla="*/ 201930 w 4940931"/>
                <a:gd name="connsiteY1170" fmla="*/ 29210 h 138429"/>
                <a:gd name="connsiteX1171" fmla="*/ 4664706 w 4940931"/>
                <a:gd name="connsiteY1171" fmla="*/ 28574 h 138429"/>
                <a:gd name="connsiteX1172" fmla="*/ 4678676 w 4940931"/>
                <a:gd name="connsiteY1172" fmla="*/ 31749 h 138429"/>
                <a:gd name="connsiteX1173" fmla="*/ 4689471 w 4940931"/>
                <a:gd name="connsiteY1173" fmla="*/ 40004 h 138429"/>
                <a:gd name="connsiteX1174" fmla="*/ 4696456 w 4940931"/>
                <a:gd name="connsiteY1174" fmla="*/ 52704 h 138429"/>
                <a:gd name="connsiteX1175" fmla="*/ 4698996 w 4940931"/>
                <a:gd name="connsiteY1175" fmla="*/ 69214 h 138429"/>
                <a:gd name="connsiteX1176" fmla="*/ 4699631 w 4940931"/>
                <a:gd name="connsiteY1176" fmla="*/ 69214 h 138429"/>
                <a:gd name="connsiteX1177" fmla="*/ 4697091 w 4940931"/>
                <a:gd name="connsiteY1177" fmla="*/ 86359 h 138429"/>
                <a:gd name="connsiteX1178" fmla="*/ 4689471 w 4940931"/>
                <a:gd name="connsiteY1178" fmla="*/ 99059 h 138429"/>
                <a:gd name="connsiteX1179" fmla="*/ 4678041 w 4940931"/>
                <a:gd name="connsiteY1179" fmla="*/ 107314 h 138429"/>
                <a:gd name="connsiteX1180" fmla="*/ 4664071 w 4940931"/>
                <a:gd name="connsiteY1180" fmla="*/ 109854 h 138429"/>
                <a:gd name="connsiteX1181" fmla="*/ 4650101 w 4940931"/>
                <a:gd name="connsiteY1181" fmla="*/ 106679 h 138429"/>
                <a:gd name="connsiteX1182" fmla="*/ 4639306 w 4940931"/>
                <a:gd name="connsiteY1182" fmla="*/ 98424 h 138429"/>
                <a:gd name="connsiteX1183" fmla="*/ 4632321 w 4940931"/>
                <a:gd name="connsiteY1183" fmla="*/ 85724 h 138429"/>
                <a:gd name="connsiteX1184" fmla="*/ 4629781 w 4940931"/>
                <a:gd name="connsiteY1184" fmla="*/ 69214 h 138429"/>
                <a:gd name="connsiteX1185" fmla="*/ 4632321 w 4940931"/>
                <a:gd name="connsiteY1185" fmla="*/ 52069 h 138429"/>
                <a:gd name="connsiteX1186" fmla="*/ 4639941 w 4940931"/>
                <a:gd name="connsiteY1186" fmla="*/ 39369 h 138429"/>
                <a:gd name="connsiteX1187" fmla="*/ 4650736 w 4940931"/>
                <a:gd name="connsiteY1187" fmla="*/ 31114 h 138429"/>
                <a:gd name="connsiteX1188" fmla="*/ 4664706 w 4940931"/>
                <a:gd name="connsiteY1188" fmla="*/ 28574 h 138429"/>
                <a:gd name="connsiteX1189" fmla="*/ 4264655 w 4940931"/>
                <a:gd name="connsiteY1189" fmla="*/ 28574 h 138429"/>
                <a:gd name="connsiteX1190" fmla="*/ 4278625 w 4940931"/>
                <a:gd name="connsiteY1190" fmla="*/ 31749 h 138429"/>
                <a:gd name="connsiteX1191" fmla="*/ 4289420 w 4940931"/>
                <a:gd name="connsiteY1191" fmla="*/ 40004 h 138429"/>
                <a:gd name="connsiteX1192" fmla="*/ 4296405 w 4940931"/>
                <a:gd name="connsiteY1192" fmla="*/ 52704 h 138429"/>
                <a:gd name="connsiteX1193" fmla="*/ 4298945 w 4940931"/>
                <a:gd name="connsiteY1193" fmla="*/ 69214 h 138429"/>
                <a:gd name="connsiteX1194" fmla="*/ 4299580 w 4940931"/>
                <a:gd name="connsiteY1194" fmla="*/ 69214 h 138429"/>
                <a:gd name="connsiteX1195" fmla="*/ 4297040 w 4940931"/>
                <a:gd name="connsiteY1195" fmla="*/ 86359 h 138429"/>
                <a:gd name="connsiteX1196" fmla="*/ 4289420 w 4940931"/>
                <a:gd name="connsiteY1196" fmla="*/ 99059 h 138429"/>
                <a:gd name="connsiteX1197" fmla="*/ 4277990 w 4940931"/>
                <a:gd name="connsiteY1197" fmla="*/ 107314 h 138429"/>
                <a:gd name="connsiteX1198" fmla="*/ 4264020 w 4940931"/>
                <a:gd name="connsiteY1198" fmla="*/ 109854 h 138429"/>
                <a:gd name="connsiteX1199" fmla="*/ 4250050 w 4940931"/>
                <a:gd name="connsiteY1199" fmla="*/ 106679 h 138429"/>
                <a:gd name="connsiteX1200" fmla="*/ 4239255 w 4940931"/>
                <a:gd name="connsiteY1200" fmla="*/ 98424 h 138429"/>
                <a:gd name="connsiteX1201" fmla="*/ 4232270 w 4940931"/>
                <a:gd name="connsiteY1201" fmla="*/ 85724 h 138429"/>
                <a:gd name="connsiteX1202" fmla="*/ 4229730 w 4940931"/>
                <a:gd name="connsiteY1202" fmla="*/ 69214 h 138429"/>
                <a:gd name="connsiteX1203" fmla="*/ 4232270 w 4940931"/>
                <a:gd name="connsiteY1203" fmla="*/ 52069 h 138429"/>
                <a:gd name="connsiteX1204" fmla="*/ 4239890 w 4940931"/>
                <a:gd name="connsiteY1204" fmla="*/ 39369 h 138429"/>
                <a:gd name="connsiteX1205" fmla="*/ 4250685 w 4940931"/>
                <a:gd name="connsiteY1205" fmla="*/ 31114 h 138429"/>
                <a:gd name="connsiteX1206" fmla="*/ 4264655 w 4940931"/>
                <a:gd name="connsiteY1206" fmla="*/ 28574 h 138429"/>
                <a:gd name="connsiteX1207" fmla="*/ 1420495 w 4940931"/>
                <a:gd name="connsiteY1207" fmla="*/ 28574 h 138429"/>
                <a:gd name="connsiteX1208" fmla="*/ 1434465 w 4940931"/>
                <a:gd name="connsiteY1208" fmla="*/ 31749 h 138429"/>
                <a:gd name="connsiteX1209" fmla="*/ 1445260 w 4940931"/>
                <a:gd name="connsiteY1209" fmla="*/ 40004 h 138429"/>
                <a:gd name="connsiteX1210" fmla="*/ 1452245 w 4940931"/>
                <a:gd name="connsiteY1210" fmla="*/ 52704 h 138429"/>
                <a:gd name="connsiteX1211" fmla="*/ 1454785 w 4940931"/>
                <a:gd name="connsiteY1211" fmla="*/ 69214 h 138429"/>
                <a:gd name="connsiteX1212" fmla="*/ 1455420 w 4940931"/>
                <a:gd name="connsiteY1212" fmla="*/ 69214 h 138429"/>
                <a:gd name="connsiteX1213" fmla="*/ 1452880 w 4940931"/>
                <a:gd name="connsiteY1213" fmla="*/ 86359 h 138429"/>
                <a:gd name="connsiteX1214" fmla="*/ 1445260 w 4940931"/>
                <a:gd name="connsiteY1214" fmla="*/ 99059 h 138429"/>
                <a:gd name="connsiteX1215" fmla="*/ 1433830 w 4940931"/>
                <a:gd name="connsiteY1215" fmla="*/ 107314 h 138429"/>
                <a:gd name="connsiteX1216" fmla="*/ 1419860 w 4940931"/>
                <a:gd name="connsiteY1216" fmla="*/ 109854 h 138429"/>
                <a:gd name="connsiteX1217" fmla="*/ 1405890 w 4940931"/>
                <a:gd name="connsiteY1217" fmla="*/ 106679 h 138429"/>
                <a:gd name="connsiteX1218" fmla="*/ 1395095 w 4940931"/>
                <a:gd name="connsiteY1218" fmla="*/ 98424 h 138429"/>
                <a:gd name="connsiteX1219" fmla="*/ 1388110 w 4940931"/>
                <a:gd name="connsiteY1219" fmla="*/ 85724 h 138429"/>
                <a:gd name="connsiteX1220" fmla="*/ 1385570 w 4940931"/>
                <a:gd name="connsiteY1220" fmla="*/ 69214 h 138429"/>
                <a:gd name="connsiteX1221" fmla="*/ 1388110 w 4940931"/>
                <a:gd name="connsiteY1221" fmla="*/ 52069 h 138429"/>
                <a:gd name="connsiteX1222" fmla="*/ 1395730 w 4940931"/>
                <a:gd name="connsiteY1222" fmla="*/ 39369 h 138429"/>
                <a:gd name="connsiteX1223" fmla="*/ 1406525 w 4940931"/>
                <a:gd name="connsiteY1223" fmla="*/ 31114 h 138429"/>
                <a:gd name="connsiteX1224" fmla="*/ 1420495 w 4940931"/>
                <a:gd name="connsiteY1224" fmla="*/ 28574 h 138429"/>
                <a:gd name="connsiteX1225" fmla="*/ 3143245 w 4940931"/>
                <a:gd name="connsiteY1225" fmla="*/ 5079 h 138429"/>
                <a:gd name="connsiteX1226" fmla="*/ 3219445 w 4940931"/>
                <a:gd name="connsiteY1226" fmla="*/ 5079 h 138429"/>
                <a:gd name="connsiteX1227" fmla="*/ 3219445 w 4940931"/>
                <a:gd name="connsiteY1227" fmla="*/ 20319 h 138429"/>
                <a:gd name="connsiteX1228" fmla="*/ 3188965 w 4940931"/>
                <a:gd name="connsiteY1228" fmla="*/ 20319 h 138429"/>
                <a:gd name="connsiteX1229" fmla="*/ 3188965 w 4940931"/>
                <a:gd name="connsiteY1229" fmla="*/ 108584 h 138429"/>
                <a:gd name="connsiteX1230" fmla="*/ 3173090 w 4940931"/>
                <a:gd name="connsiteY1230" fmla="*/ 108584 h 138429"/>
                <a:gd name="connsiteX1231" fmla="*/ 3173090 w 4940931"/>
                <a:gd name="connsiteY1231" fmla="*/ 20319 h 138429"/>
                <a:gd name="connsiteX1232" fmla="*/ 3143245 w 4940931"/>
                <a:gd name="connsiteY1232" fmla="*/ 20319 h 138429"/>
                <a:gd name="connsiteX1233" fmla="*/ 1628774 w 4940931"/>
                <a:gd name="connsiteY1233" fmla="*/ 5079 h 138429"/>
                <a:gd name="connsiteX1234" fmla="*/ 1704970 w 4940931"/>
                <a:gd name="connsiteY1234" fmla="*/ 5079 h 138429"/>
                <a:gd name="connsiteX1235" fmla="*/ 1704970 w 4940931"/>
                <a:gd name="connsiteY1235" fmla="*/ 20319 h 138429"/>
                <a:gd name="connsiteX1236" fmla="*/ 1675129 w 4940931"/>
                <a:gd name="connsiteY1236" fmla="*/ 20319 h 138429"/>
                <a:gd name="connsiteX1237" fmla="*/ 1675129 w 4940931"/>
                <a:gd name="connsiteY1237" fmla="*/ 108584 h 138429"/>
                <a:gd name="connsiteX1238" fmla="*/ 1659255 w 4940931"/>
                <a:gd name="connsiteY1238" fmla="*/ 108584 h 138429"/>
                <a:gd name="connsiteX1239" fmla="*/ 1659255 w 4940931"/>
                <a:gd name="connsiteY1239" fmla="*/ 20319 h 138429"/>
                <a:gd name="connsiteX1240" fmla="*/ 1628774 w 4940931"/>
                <a:gd name="connsiteY1240" fmla="*/ 20319 h 138429"/>
                <a:gd name="connsiteX1241" fmla="*/ 0 w 4940931"/>
                <a:gd name="connsiteY1241" fmla="*/ 5079 h 138429"/>
                <a:gd name="connsiteX1242" fmla="*/ 76200 w 4940931"/>
                <a:gd name="connsiteY1242" fmla="*/ 5079 h 138429"/>
                <a:gd name="connsiteX1243" fmla="*/ 76200 w 4940931"/>
                <a:gd name="connsiteY1243" fmla="*/ 20319 h 138429"/>
                <a:gd name="connsiteX1244" fmla="*/ 45720 w 4940931"/>
                <a:gd name="connsiteY1244" fmla="*/ 20319 h 138429"/>
                <a:gd name="connsiteX1245" fmla="*/ 45720 w 4940931"/>
                <a:gd name="connsiteY1245" fmla="*/ 108584 h 138429"/>
                <a:gd name="connsiteX1246" fmla="*/ 29845 w 4940931"/>
                <a:gd name="connsiteY1246" fmla="*/ 108584 h 138429"/>
                <a:gd name="connsiteX1247" fmla="*/ 29845 w 4940931"/>
                <a:gd name="connsiteY1247" fmla="*/ 20319 h 138429"/>
                <a:gd name="connsiteX1248" fmla="*/ 0 w 4940931"/>
                <a:gd name="connsiteY1248" fmla="*/ 20319 h 138429"/>
                <a:gd name="connsiteX1249" fmla="*/ 1362075 w 4940931"/>
                <a:gd name="connsiteY1249" fmla="*/ 1269 h 138429"/>
                <a:gd name="connsiteX1250" fmla="*/ 1365885 w 4940931"/>
                <a:gd name="connsiteY1250" fmla="*/ 1904 h 138429"/>
                <a:gd name="connsiteX1251" fmla="*/ 1369060 w 4940931"/>
                <a:gd name="connsiteY1251" fmla="*/ 3809 h 138429"/>
                <a:gd name="connsiteX1252" fmla="*/ 1370965 w 4940931"/>
                <a:gd name="connsiteY1252" fmla="*/ 6984 h 138429"/>
                <a:gd name="connsiteX1253" fmla="*/ 1371600 w 4940931"/>
                <a:gd name="connsiteY1253" fmla="*/ 10794 h 138429"/>
                <a:gd name="connsiteX1254" fmla="*/ 1370965 w 4940931"/>
                <a:gd name="connsiteY1254" fmla="*/ 14604 h 138429"/>
                <a:gd name="connsiteX1255" fmla="*/ 1369060 w 4940931"/>
                <a:gd name="connsiteY1255" fmla="*/ 17779 h 138429"/>
                <a:gd name="connsiteX1256" fmla="*/ 1365885 w 4940931"/>
                <a:gd name="connsiteY1256" fmla="*/ 19684 h 138429"/>
                <a:gd name="connsiteX1257" fmla="*/ 1362075 w 4940931"/>
                <a:gd name="connsiteY1257" fmla="*/ 20319 h 138429"/>
                <a:gd name="connsiteX1258" fmla="*/ 1358265 w 4940931"/>
                <a:gd name="connsiteY1258" fmla="*/ 19684 h 138429"/>
                <a:gd name="connsiteX1259" fmla="*/ 1355090 w 4940931"/>
                <a:gd name="connsiteY1259" fmla="*/ 17779 h 138429"/>
                <a:gd name="connsiteX1260" fmla="*/ 1353185 w 4940931"/>
                <a:gd name="connsiteY1260" fmla="*/ 14604 h 138429"/>
                <a:gd name="connsiteX1261" fmla="*/ 1352550 w 4940931"/>
                <a:gd name="connsiteY1261" fmla="*/ 10794 h 138429"/>
                <a:gd name="connsiteX1262" fmla="*/ 1353185 w 4940931"/>
                <a:gd name="connsiteY1262" fmla="*/ 6984 h 138429"/>
                <a:gd name="connsiteX1263" fmla="*/ 1355090 w 4940931"/>
                <a:gd name="connsiteY1263" fmla="*/ 3809 h 138429"/>
                <a:gd name="connsiteX1264" fmla="*/ 1358265 w 4940931"/>
                <a:gd name="connsiteY1264" fmla="*/ 1904 h 138429"/>
                <a:gd name="connsiteX1265" fmla="*/ 1362075 w 4940931"/>
                <a:gd name="connsiteY1265" fmla="*/ 1269 h 138429"/>
                <a:gd name="connsiteX1266" fmla="*/ 4789801 w 4940931"/>
                <a:gd name="connsiteY1266" fmla="*/ 634 h 138429"/>
                <a:gd name="connsiteX1267" fmla="*/ 4789801 w 4940931"/>
                <a:gd name="connsiteY1267" fmla="*/ 65404 h 138429"/>
                <a:gd name="connsiteX1268" fmla="*/ 4814566 w 4940931"/>
                <a:gd name="connsiteY1268" fmla="*/ 31114 h 138429"/>
                <a:gd name="connsiteX1269" fmla="*/ 4831711 w 4940931"/>
                <a:gd name="connsiteY1269" fmla="*/ 31114 h 138429"/>
                <a:gd name="connsiteX1270" fmla="*/ 4812026 w 4940931"/>
                <a:gd name="connsiteY1270" fmla="*/ 57149 h 138429"/>
                <a:gd name="connsiteX1271" fmla="*/ 4835521 w 4940931"/>
                <a:gd name="connsiteY1271" fmla="*/ 108584 h 138429"/>
                <a:gd name="connsiteX1272" fmla="*/ 4819011 w 4940931"/>
                <a:gd name="connsiteY1272" fmla="*/ 108584 h 138429"/>
                <a:gd name="connsiteX1273" fmla="*/ 4801866 w 4940931"/>
                <a:gd name="connsiteY1273" fmla="*/ 69849 h 138429"/>
                <a:gd name="connsiteX1274" fmla="*/ 4789801 w 4940931"/>
                <a:gd name="connsiteY1274" fmla="*/ 85724 h 138429"/>
                <a:gd name="connsiteX1275" fmla="*/ 4789801 w 4940931"/>
                <a:gd name="connsiteY1275" fmla="*/ 108584 h 138429"/>
                <a:gd name="connsiteX1276" fmla="*/ 4774561 w 4940931"/>
                <a:gd name="connsiteY1276" fmla="*/ 108584 h 138429"/>
                <a:gd name="connsiteX1277" fmla="*/ 4774561 w 4940931"/>
                <a:gd name="connsiteY1277" fmla="*/ 8889 h 138429"/>
                <a:gd name="connsiteX1278" fmla="*/ 4472301 w 4940931"/>
                <a:gd name="connsiteY1278" fmla="*/ 634 h 138429"/>
                <a:gd name="connsiteX1279" fmla="*/ 4472301 w 4940931"/>
                <a:gd name="connsiteY1279" fmla="*/ 109219 h 138429"/>
                <a:gd name="connsiteX1280" fmla="*/ 4457061 w 4940931"/>
                <a:gd name="connsiteY1280" fmla="*/ 109219 h 138429"/>
                <a:gd name="connsiteX1281" fmla="*/ 4457696 w 4940931"/>
                <a:gd name="connsiteY1281" fmla="*/ 108584 h 138429"/>
                <a:gd name="connsiteX1282" fmla="*/ 4457696 w 4940931"/>
                <a:gd name="connsiteY1282" fmla="*/ 100964 h 138429"/>
                <a:gd name="connsiteX1283" fmla="*/ 4453251 w 4940931"/>
                <a:gd name="connsiteY1283" fmla="*/ 104774 h 138429"/>
                <a:gd name="connsiteX1284" fmla="*/ 4448171 w 4940931"/>
                <a:gd name="connsiteY1284" fmla="*/ 107949 h 138429"/>
                <a:gd name="connsiteX1285" fmla="*/ 4443091 w 4940931"/>
                <a:gd name="connsiteY1285" fmla="*/ 109854 h 138429"/>
                <a:gd name="connsiteX1286" fmla="*/ 4437376 w 4940931"/>
                <a:gd name="connsiteY1286" fmla="*/ 109854 h 138429"/>
                <a:gd name="connsiteX1287" fmla="*/ 4425946 w 4940931"/>
                <a:gd name="connsiteY1287" fmla="*/ 107314 h 138429"/>
                <a:gd name="connsiteX1288" fmla="*/ 4416421 w 4940931"/>
                <a:gd name="connsiteY1288" fmla="*/ 99694 h 138429"/>
                <a:gd name="connsiteX1289" fmla="*/ 4410071 w 4940931"/>
                <a:gd name="connsiteY1289" fmla="*/ 86994 h 138429"/>
                <a:gd name="connsiteX1290" fmla="*/ 4407531 w 4940931"/>
                <a:gd name="connsiteY1290" fmla="*/ 67944 h 138429"/>
                <a:gd name="connsiteX1291" fmla="*/ 4410071 w 4940931"/>
                <a:gd name="connsiteY1291" fmla="*/ 50799 h 138429"/>
                <a:gd name="connsiteX1292" fmla="*/ 4417056 w 4940931"/>
                <a:gd name="connsiteY1292" fmla="*/ 38734 h 138429"/>
                <a:gd name="connsiteX1293" fmla="*/ 4426581 w 4940931"/>
                <a:gd name="connsiteY1293" fmla="*/ 31749 h 138429"/>
                <a:gd name="connsiteX1294" fmla="*/ 4438011 w 4940931"/>
                <a:gd name="connsiteY1294" fmla="*/ 29209 h 138429"/>
                <a:gd name="connsiteX1295" fmla="*/ 4443726 w 4940931"/>
                <a:gd name="connsiteY1295" fmla="*/ 29844 h 138429"/>
                <a:gd name="connsiteX1296" fmla="*/ 4448806 w 4940931"/>
                <a:gd name="connsiteY1296" fmla="*/ 31749 h 138429"/>
                <a:gd name="connsiteX1297" fmla="*/ 4453251 w 4940931"/>
                <a:gd name="connsiteY1297" fmla="*/ 34924 h 138429"/>
                <a:gd name="connsiteX1298" fmla="*/ 4457061 w 4940931"/>
                <a:gd name="connsiteY1298" fmla="*/ 38099 h 138429"/>
                <a:gd name="connsiteX1299" fmla="*/ 4457061 w 4940931"/>
                <a:gd name="connsiteY1299" fmla="*/ 8254 h 138429"/>
                <a:gd name="connsiteX1300" fmla="*/ 4390385 w 4940931"/>
                <a:gd name="connsiteY1300" fmla="*/ 634 h 138429"/>
                <a:gd name="connsiteX1301" fmla="*/ 4390385 w 4940931"/>
                <a:gd name="connsiteY1301" fmla="*/ 108584 h 138429"/>
                <a:gd name="connsiteX1302" fmla="*/ 4375145 w 4940931"/>
                <a:gd name="connsiteY1302" fmla="*/ 108584 h 138429"/>
                <a:gd name="connsiteX1303" fmla="*/ 4375145 w 4940931"/>
                <a:gd name="connsiteY1303" fmla="*/ 8889 h 138429"/>
                <a:gd name="connsiteX1304" fmla="*/ 3946521 w 4940931"/>
                <a:gd name="connsiteY1304" fmla="*/ 634 h 138429"/>
                <a:gd name="connsiteX1305" fmla="*/ 3946521 w 4940931"/>
                <a:gd name="connsiteY1305" fmla="*/ 38099 h 138429"/>
                <a:gd name="connsiteX1306" fmla="*/ 3950331 w 4940931"/>
                <a:gd name="connsiteY1306" fmla="*/ 34289 h 138429"/>
                <a:gd name="connsiteX1307" fmla="*/ 3954776 w 4940931"/>
                <a:gd name="connsiteY1307" fmla="*/ 31114 h 138429"/>
                <a:gd name="connsiteX1308" fmla="*/ 3960491 w 4940931"/>
                <a:gd name="connsiteY1308" fmla="*/ 29209 h 138429"/>
                <a:gd name="connsiteX1309" fmla="*/ 3966206 w 4940931"/>
                <a:gd name="connsiteY1309" fmla="*/ 29209 h 138429"/>
                <a:gd name="connsiteX1310" fmla="*/ 3978271 w 4940931"/>
                <a:gd name="connsiteY1310" fmla="*/ 31749 h 138429"/>
                <a:gd name="connsiteX1311" fmla="*/ 3987161 w 4940931"/>
                <a:gd name="connsiteY1311" fmla="*/ 38099 h 138429"/>
                <a:gd name="connsiteX1312" fmla="*/ 3992241 w 4940931"/>
                <a:gd name="connsiteY1312" fmla="*/ 49529 h 138429"/>
                <a:gd name="connsiteX1313" fmla="*/ 3994146 w 4940931"/>
                <a:gd name="connsiteY1313" fmla="*/ 64134 h 138429"/>
                <a:gd name="connsiteX1314" fmla="*/ 3994146 w 4940931"/>
                <a:gd name="connsiteY1314" fmla="*/ 108584 h 138429"/>
                <a:gd name="connsiteX1315" fmla="*/ 3978906 w 4940931"/>
                <a:gd name="connsiteY1315" fmla="*/ 108584 h 138429"/>
                <a:gd name="connsiteX1316" fmla="*/ 3978271 w 4940931"/>
                <a:gd name="connsiteY1316" fmla="*/ 108584 h 138429"/>
                <a:gd name="connsiteX1317" fmla="*/ 3978271 w 4940931"/>
                <a:gd name="connsiteY1317" fmla="*/ 64769 h 138429"/>
                <a:gd name="connsiteX1318" fmla="*/ 3974461 w 4940931"/>
                <a:gd name="connsiteY1318" fmla="*/ 48894 h 138429"/>
                <a:gd name="connsiteX1319" fmla="*/ 3962396 w 4940931"/>
                <a:gd name="connsiteY1319" fmla="*/ 43814 h 138429"/>
                <a:gd name="connsiteX1320" fmla="*/ 3956046 w 4940931"/>
                <a:gd name="connsiteY1320" fmla="*/ 45084 h 138429"/>
                <a:gd name="connsiteX1321" fmla="*/ 3950966 w 4940931"/>
                <a:gd name="connsiteY1321" fmla="*/ 48894 h 138429"/>
                <a:gd name="connsiteX1322" fmla="*/ 3947791 w 4940931"/>
                <a:gd name="connsiteY1322" fmla="*/ 55244 h 138429"/>
                <a:gd name="connsiteX1323" fmla="*/ 3946521 w 4940931"/>
                <a:gd name="connsiteY1323" fmla="*/ 63499 h 138429"/>
                <a:gd name="connsiteX1324" fmla="*/ 3946521 w 4940931"/>
                <a:gd name="connsiteY1324" fmla="*/ 109219 h 138429"/>
                <a:gd name="connsiteX1325" fmla="*/ 3931281 w 4940931"/>
                <a:gd name="connsiteY1325" fmla="*/ 109219 h 138429"/>
                <a:gd name="connsiteX1326" fmla="*/ 3931281 w 4940931"/>
                <a:gd name="connsiteY1326" fmla="*/ 8889 h 138429"/>
                <a:gd name="connsiteX1327" fmla="*/ 3248021 w 4940931"/>
                <a:gd name="connsiteY1327" fmla="*/ 634 h 138429"/>
                <a:gd name="connsiteX1328" fmla="*/ 3248021 w 4940931"/>
                <a:gd name="connsiteY1328" fmla="*/ 38099 h 138429"/>
                <a:gd name="connsiteX1329" fmla="*/ 3251831 w 4940931"/>
                <a:gd name="connsiteY1329" fmla="*/ 34289 h 138429"/>
                <a:gd name="connsiteX1330" fmla="*/ 3256276 w 4940931"/>
                <a:gd name="connsiteY1330" fmla="*/ 31114 h 138429"/>
                <a:gd name="connsiteX1331" fmla="*/ 3261991 w 4940931"/>
                <a:gd name="connsiteY1331" fmla="*/ 29209 h 138429"/>
                <a:gd name="connsiteX1332" fmla="*/ 3267706 w 4940931"/>
                <a:gd name="connsiteY1332" fmla="*/ 29209 h 138429"/>
                <a:gd name="connsiteX1333" fmla="*/ 3279771 w 4940931"/>
                <a:gd name="connsiteY1333" fmla="*/ 31749 h 138429"/>
                <a:gd name="connsiteX1334" fmla="*/ 3288661 w 4940931"/>
                <a:gd name="connsiteY1334" fmla="*/ 38099 h 138429"/>
                <a:gd name="connsiteX1335" fmla="*/ 3293741 w 4940931"/>
                <a:gd name="connsiteY1335" fmla="*/ 49529 h 138429"/>
                <a:gd name="connsiteX1336" fmla="*/ 3295646 w 4940931"/>
                <a:gd name="connsiteY1336" fmla="*/ 64134 h 138429"/>
                <a:gd name="connsiteX1337" fmla="*/ 3295646 w 4940931"/>
                <a:gd name="connsiteY1337" fmla="*/ 108584 h 138429"/>
                <a:gd name="connsiteX1338" fmla="*/ 3280406 w 4940931"/>
                <a:gd name="connsiteY1338" fmla="*/ 108584 h 138429"/>
                <a:gd name="connsiteX1339" fmla="*/ 3279771 w 4940931"/>
                <a:gd name="connsiteY1339" fmla="*/ 108584 h 138429"/>
                <a:gd name="connsiteX1340" fmla="*/ 3279771 w 4940931"/>
                <a:gd name="connsiteY1340" fmla="*/ 64769 h 138429"/>
                <a:gd name="connsiteX1341" fmla="*/ 3275961 w 4940931"/>
                <a:gd name="connsiteY1341" fmla="*/ 48894 h 138429"/>
                <a:gd name="connsiteX1342" fmla="*/ 3263896 w 4940931"/>
                <a:gd name="connsiteY1342" fmla="*/ 43814 h 138429"/>
                <a:gd name="connsiteX1343" fmla="*/ 3257546 w 4940931"/>
                <a:gd name="connsiteY1343" fmla="*/ 45084 h 138429"/>
                <a:gd name="connsiteX1344" fmla="*/ 3252466 w 4940931"/>
                <a:gd name="connsiteY1344" fmla="*/ 48894 h 138429"/>
                <a:gd name="connsiteX1345" fmla="*/ 3249291 w 4940931"/>
                <a:gd name="connsiteY1345" fmla="*/ 55244 h 138429"/>
                <a:gd name="connsiteX1346" fmla="*/ 3248021 w 4940931"/>
                <a:gd name="connsiteY1346" fmla="*/ 63499 h 138429"/>
                <a:gd name="connsiteX1347" fmla="*/ 3248021 w 4940931"/>
                <a:gd name="connsiteY1347" fmla="*/ 109219 h 138429"/>
                <a:gd name="connsiteX1348" fmla="*/ 3232781 w 4940931"/>
                <a:gd name="connsiteY1348" fmla="*/ 109219 h 138429"/>
                <a:gd name="connsiteX1349" fmla="*/ 3232781 w 4940931"/>
                <a:gd name="connsiteY1349" fmla="*/ 8889 h 138429"/>
                <a:gd name="connsiteX1350" fmla="*/ 2432681 w 4940931"/>
                <a:gd name="connsiteY1350" fmla="*/ 634 h 138429"/>
                <a:gd name="connsiteX1351" fmla="*/ 2432681 w 4940931"/>
                <a:gd name="connsiteY1351" fmla="*/ 38099 h 138429"/>
                <a:gd name="connsiteX1352" fmla="*/ 2436491 w 4940931"/>
                <a:gd name="connsiteY1352" fmla="*/ 34289 h 138429"/>
                <a:gd name="connsiteX1353" fmla="*/ 2440936 w 4940931"/>
                <a:gd name="connsiteY1353" fmla="*/ 31114 h 138429"/>
                <a:gd name="connsiteX1354" fmla="*/ 2446651 w 4940931"/>
                <a:gd name="connsiteY1354" fmla="*/ 29209 h 138429"/>
                <a:gd name="connsiteX1355" fmla="*/ 2452366 w 4940931"/>
                <a:gd name="connsiteY1355" fmla="*/ 29209 h 138429"/>
                <a:gd name="connsiteX1356" fmla="*/ 2464431 w 4940931"/>
                <a:gd name="connsiteY1356" fmla="*/ 31749 h 138429"/>
                <a:gd name="connsiteX1357" fmla="*/ 2473321 w 4940931"/>
                <a:gd name="connsiteY1357" fmla="*/ 38099 h 138429"/>
                <a:gd name="connsiteX1358" fmla="*/ 2478401 w 4940931"/>
                <a:gd name="connsiteY1358" fmla="*/ 49529 h 138429"/>
                <a:gd name="connsiteX1359" fmla="*/ 2480306 w 4940931"/>
                <a:gd name="connsiteY1359" fmla="*/ 64134 h 138429"/>
                <a:gd name="connsiteX1360" fmla="*/ 2480306 w 4940931"/>
                <a:gd name="connsiteY1360" fmla="*/ 108584 h 138429"/>
                <a:gd name="connsiteX1361" fmla="*/ 2465066 w 4940931"/>
                <a:gd name="connsiteY1361" fmla="*/ 108584 h 138429"/>
                <a:gd name="connsiteX1362" fmla="*/ 2464431 w 4940931"/>
                <a:gd name="connsiteY1362" fmla="*/ 108584 h 138429"/>
                <a:gd name="connsiteX1363" fmla="*/ 2464431 w 4940931"/>
                <a:gd name="connsiteY1363" fmla="*/ 64769 h 138429"/>
                <a:gd name="connsiteX1364" fmla="*/ 2460621 w 4940931"/>
                <a:gd name="connsiteY1364" fmla="*/ 48894 h 138429"/>
                <a:gd name="connsiteX1365" fmla="*/ 2448556 w 4940931"/>
                <a:gd name="connsiteY1365" fmla="*/ 43814 h 138429"/>
                <a:gd name="connsiteX1366" fmla="*/ 2442206 w 4940931"/>
                <a:gd name="connsiteY1366" fmla="*/ 45084 h 138429"/>
                <a:gd name="connsiteX1367" fmla="*/ 2437126 w 4940931"/>
                <a:gd name="connsiteY1367" fmla="*/ 48894 h 138429"/>
                <a:gd name="connsiteX1368" fmla="*/ 2433951 w 4940931"/>
                <a:gd name="connsiteY1368" fmla="*/ 55244 h 138429"/>
                <a:gd name="connsiteX1369" fmla="*/ 2432681 w 4940931"/>
                <a:gd name="connsiteY1369" fmla="*/ 63499 h 138429"/>
                <a:gd name="connsiteX1370" fmla="*/ 2432681 w 4940931"/>
                <a:gd name="connsiteY1370" fmla="*/ 109219 h 138429"/>
                <a:gd name="connsiteX1371" fmla="*/ 2417441 w 4940931"/>
                <a:gd name="connsiteY1371" fmla="*/ 109219 h 138429"/>
                <a:gd name="connsiteX1372" fmla="*/ 2417441 w 4940931"/>
                <a:gd name="connsiteY1372" fmla="*/ 8889 h 138429"/>
                <a:gd name="connsiteX1373" fmla="*/ 1734181 w 4940931"/>
                <a:gd name="connsiteY1373" fmla="*/ 634 h 138429"/>
                <a:gd name="connsiteX1374" fmla="*/ 1734181 w 4940931"/>
                <a:gd name="connsiteY1374" fmla="*/ 38099 h 138429"/>
                <a:gd name="connsiteX1375" fmla="*/ 1737991 w 4940931"/>
                <a:gd name="connsiteY1375" fmla="*/ 34289 h 138429"/>
                <a:gd name="connsiteX1376" fmla="*/ 1742436 w 4940931"/>
                <a:gd name="connsiteY1376" fmla="*/ 31114 h 138429"/>
                <a:gd name="connsiteX1377" fmla="*/ 1748151 w 4940931"/>
                <a:gd name="connsiteY1377" fmla="*/ 29209 h 138429"/>
                <a:gd name="connsiteX1378" fmla="*/ 1753866 w 4940931"/>
                <a:gd name="connsiteY1378" fmla="*/ 29209 h 138429"/>
                <a:gd name="connsiteX1379" fmla="*/ 1765931 w 4940931"/>
                <a:gd name="connsiteY1379" fmla="*/ 31749 h 138429"/>
                <a:gd name="connsiteX1380" fmla="*/ 1774821 w 4940931"/>
                <a:gd name="connsiteY1380" fmla="*/ 38099 h 138429"/>
                <a:gd name="connsiteX1381" fmla="*/ 1779901 w 4940931"/>
                <a:gd name="connsiteY1381" fmla="*/ 49529 h 138429"/>
                <a:gd name="connsiteX1382" fmla="*/ 1781806 w 4940931"/>
                <a:gd name="connsiteY1382" fmla="*/ 64134 h 138429"/>
                <a:gd name="connsiteX1383" fmla="*/ 1781806 w 4940931"/>
                <a:gd name="connsiteY1383" fmla="*/ 108584 h 138429"/>
                <a:gd name="connsiteX1384" fmla="*/ 1766566 w 4940931"/>
                <a:gd name="connsiteY1384" fmla="*/ 108584 h 138429"/>
                <a:gd name="connsiteX1385" fmla="*/ 1765931 w 4940931"/>
                <a:gd name="connsiteY1385" fmla="*/ 108584 h 138429"/>
                <a:gd name="connsiteX1386" fmla="*/ 1765931 w 4940931"/>
                <a:gd name="connsiteY1386" fmla="*/ 64769 h 138429"/>
                <a:gd name="connsiteX1387" fmla="*/ 1762121 w 4940931"/>
                <a:gd name="connsiteY1387" fmla="*/ 48894 h 138429"/>
                <a:gd name="connsiteX1388" fmla="*/ 1750056 w 4940931"/>
                <a:gd name="connsiteY1388" fmla="*/ 43814 h 138429"/>
                <a:gd name="connsiteX1389" fmla="*/ 1743706 w 4940931"/>
                <a:gd name="connsiteY1389" fmla="*/ 45084 h 138429"/>
                <a:gd name="connsiteX1390" fmla="*/ 1738626 w 4940931"/>
                <a:gd name="connsiteY1390" fmla="*/ 48894 h 138429"/>
                <a:gd name="connsiteX1391" fmla="*/ 1735451 w 4940931"/>
                <a:gd name="connsiteY1391" fmla="*/ 55244 h 138429"/>
                <a:gd name="connsiteX1392" fmla="*/ 1734181 w 4940931"/>
                <a:gd name="connsiteY1392" fmla="*/ 63499 h 138429"/>
                <a:gd name="connsiteX1393" fmla="*/ 1734181 w 4940931"/>
                <a:gd name="connsiteY1393" fmla="*/ 109219 h 138429"/>
                <a:gd name="connsiteX1394" fmla="*/ 1718941 w 4940931"/>
                <a:gd name="connsiteY1394" fmla="*/ 109219 h 138429"/>
                <a:gd name="connsiteX1395" fmla="*/ 1718941 w 4940931"/>
                <a:gd name="connsiteY1395" fmla="*/ 8889 h 138429"/>
                <a:gd name="connsiteX1396" fmla="*/ 803275 w 4940931"/>
                <a:gd name="connsiteY1396" fmla="*/ 634 h 138429"/>
                <a:gd name="connsiteX1397" fmla="*/ 803275 w 4940931"/>
                <a:gd name="connsiteY1397" fmla="*/ 38099 h 138429"/>
                <a:gd name="connsiteX1398" fmla="*/ 807085 w 4940931"/>
                <a:gd name="connsiteY1398" fmla="*/ 34289 h 138429"/>
                <a:gd name="connsiteX1399" fmla="*/ 811530 w 4940931"/>
                <a:gd name="connsiteY1399" fmla="*/ 31114 h 138429"/>
                <a:gd name="connsiteX1400" fmla="*/ 817245 w 4940931"/>
                <a:gd name="connsiteY1400" fmla="*/ 29209 h 138429"/>
                <a:gd name="connsiteX1401" fmla="*/ 822960 w 4940931"/>
                <a:gd name="connsiteY1401" fmla="*/ 29209 h 138429"/>
                <a:gd name="connsiteX1402" fmla="*/ 835025 w 4940931"/>
                <a:gd name="connsiteY1402" fmla="*/ 31749 h 138429"/>
                <a:gd name="connsiteX1403" fmla="*/ 843915 w 4940931"/>
                <a:gd name="connsiteY1403" fmla="*/ 38099 h 138429"/>
                <a:gd name="connsiteX1404" fmla="*/ 848995 w 4940931"/>
                <a:gd name="connsiteY1404" fmla="*/ 49529 h 138429"/>
                <a:gd name="connsiteX1405" fmla="*/ 850900 w 4940931"/>
                <a:gd name="connsiteY1405" fmla="*/ 64134 h 138429"/>
                <a:gd name="connsiteX1406" fmla="*/ 850900 w 4940931"/>
                <a:gd name="connsiteY1406" fmla="*/ 108584 h 138429"/>
                <a:gd name="connsiteX1407" fmla="*/ 835660 w 4940931"/>
                <a:gd name="connsiteY1407" fmla="*/ 108584 h 138429"/>
                <a:gd name="connsiteX1408" fmla="*/ 835025 w 4940931"/>
                <a:gd name="connsiteY1408" fmla="*/ 108584 h 138429"/>
                <a:gd name="connsiteX1409" fmla="*/ 835025 w 4940931"/>
                <a:gd name="connsiteY1409" fmla="*/ 64769 h 138429"/>
                <a:gd name="connsiteX1410" fmla="*/ 831215 w 4940931"/>
                <a:gd name="connsiteY1410" fmla="*/ 48894 h 138429"/>
                <a:gd name="connsiteX1411" fmla="*/ 819150 w 4940931"/>
                <a:gd name="connsiteY1411" fmla="*/ 43814 h 138429"/>
                <a:gd name="connsiteX1412" fmla="*/ 812800 w 4940931"/>
                <a:gd name="connsiteY1412" fmla="*/ 45084 h 138429"/>
                <a:gd name="connsiteX1413" fmla="*/ 807720 w 4940931"/>
                <a:gd name="connsiteY1413" fmla="*/ 48894 h 138429"/>
                <a:gd name="connsiteX1414" fmla="*/ 804545 w 4940931"/>
                <a:gd name="connsiteY1414" fmla="*/ 55244 h 138429"/>
                <a:gd name="connsiteX1415" fmla="*/ 803275 w 4940931"/>
                <a:gd name="connsiteY1415" fmla="*/ 63499 h 138429"/>
                <a:gd name="connsiteX1416" fmla="*/ 803275 w 4940931"/>
                <a:gd name="connsiteY1416" fmla="*/ 109219 h 138429"/>
                <a:gd name="connsiteX1417" fmla="*/ 788035 w 4940931"/>
                <a:gd name="connsiteY1417" fmla="*/ 109219 h 138429"/>
                <a:gd name="connsiteX1418" fmla="*/ 788035 w 4940931"/>
                <a:gd name="connsiteY1418" fmla="*/ 8889 h 138429"/>
                <a:gd name="connsiteX1419" fmla="*/ 104774 w 4940931"/>
                <a:gd name="connsiteY1419" fmla="*/ 634 h 138429"/>
                <a:gd name="connsiteX1420" fmla="*/ 104774 w 4940931"/>
                <a:gd name="connsiteY1420" fmla="*/ 38099 h 138429"/>
                <a:gd name="connsiteX1421" fmla="*/ 108584 w 4940931"/>
                <a:gd name="connsiteY1421" fmla="*/ 34289 h 138429"/>
                <a:gd name="connsiteX1422" fmla="*/ 113029 w 4940931"/>
                <a:gd name="connsiteY1422" fmla="*/ 31114 h 138429"/>
                <a:gd name="connsiteX1423" fmla="*/ 118744 w 4940931"/>
                <a:gd name="connsiteY1423" fmla="*/ 29209 h 138429"/>
                <a:gd name="connsiteX1424" fmla="*/ 124459 w 4940931"/>
                <a:gd name="connsiteY1424" fmla="*/ 29209 h 138429"/>
                <a:gd name="connsiteX1425" fmla="*/ 136524 w 4940931"/>
                <a:gd name="connsiteY1425" fmla="*/ 31749 h 138429"/>
                <a:gd name="connsiteX1426" fmla="*/ 145414 w 4940931"/>
                <a:gd name="connsiteY1426" fmla="*/ 38099 h 138429"/>
                <a:gd name="connsiteX1427" fmla="*/ 150494 w 4940931"/>
                <a:gd name="connsiteY1427" fmla="*/ 49529 h 138429"/>
                <a:gd name="connsiteX1428" fmla="*/ 152399 w 4940931"/>
                <a:gd name="connsiteY1428" fmla="*/ 64134 h 138429"/>
                <a:gd name="connsiteX1429" fmla="*/ 152399 w 4940931"/>
                <a:gd name="connsiteY1429" fmla="*/ 108584 h 138429"/>
                <a:gd name="connsiteX1430" fmla="*/ 137159 w 4940931"/>
                <a:gd name="connsiteY1430" fmla="*/ 108584 h 138429"/>
                <a:gd name="connsiteX1431" fmla="*/ 136524 w 4940931"/>
                <a:gd name="connsiteY1431" fmla="*/ 108584 h 138429"/>
                <a:gd name="connsiteX1432" fmla="*/ 136524 w 4940931"/>
                <a:gd name="connsiteY1432" fmla="*/ 64769 h 138429"/>
                <a:gd name="connsiteX1433" fmla="*/ 132714 w 4940931"/>
                <a:gd name="connsiteY1433" fmla="*/ 48894 h 138429"/>
                <a:gd name="connsiteX1434" fmla="*/ 120649 w 4940931"/>
                <a:gd name="connsiteY1434" fmla="*/ 43814 h 138429"/>
                <a:gd name="connsiteX1435" fmla="*/ 114299 w 4940931"/>
                <a:gd name="connsiteY1435" fmla="*/ 45084 h 138429"/>
                <a:gd name="connsiteX1436" fmla="*/ 109219 w 4940931"/>
                <a:gd name="connsiteY1436" fmla="*/ 48894 h 138429"/>
                <a:gd name="connsiteX1437" fmla="*/ 106044 w 4940931"/>
                <a:gd name="connsiteY1437" fmla="*/ 55244 h 138429"/>
                <a:gd name="connsiteX1438" fmla="*/ 104774 w 4940931"/>
                <a:gd name="connsiteY1438" fmla="*/ 63499 h 138429"/>
                <a:gd name="connsiteX1439" fmla="*/ 104774 w 4940931"/>
                <a:gd name="connsiteY1439" fmla="*/ 109219 h 138429"/>
                <a:gd name="connsiteX1440" fmla="*/ 89534 w 4940931"/>
                <a:gd name="connsiteY1440" fmla="*/ 109219 h 138429"/>
                <a:gd name="connsiteX1441" fmla="*/ 89534 w 4940931"/>
                <a:gd name="connsiteY1441" fmla="*/ 8889 h 138429"/>
                <a:gd name="connsiteX1442" fmla="*/ 3894450 w 4940931"/>
                <a:gd name="connsiteY1442" fmla="*/ 0 h 138429"/>
                <a:gd name="connsiteX1443" fmla="*/ 3894450 w 4940931"/>
                <a:gd name="connsiteY1443" fmla="*/ 30480 h 138429"/>
                <a:gd name="connsiteX1444" fmla="*/ 3913500 w 4940931"/>
                <a:gd name="connsiteY1444" fmla="*/ 30480 h 138429"/>
                <a:gd name="connsiteX1445" fmla="*/ 3913500 w 4940931"/>
                <a:gd name="connsiteY1445" fmla="*/ 44450 h 138429"/>
                <a:gd name="connsiteX1446" fmla="*/ 3894450 w 4940931"/>
                <a:gd name="connsiteY1446" fmla="*/ 44450 h 138429"/>
                <a:gd name="connsiteX1447" fmla="*/ 3894450 w 4940931"/>
                <a:gd name="connsiteY1447" fmla="*/ 86995 h 138429"/>
                <a:gd name="connsiteX1448" fmla="*/ 3894450 w 4940931"/>
                <a:gd name="connsiteY1448" fmla="*/ 91440 h 138429"/>
                <a:gd name="connsiteX1449" fmla="*/ 3895720 w 4940931"/>
                <a:gd name="connsiteY1449" fmla="*/ 94615 h 138429"/>
                <a:gd name="connsiteX1450" fmla="*/ 3898260 w 4940931"/>
                <a:gd name="connsiteY1450" fmla="*/ 95885 h 138429"/>
                <a:gd name="connsiteX1451" fmla="*/ 3902070 w 4940931"/>
                <a:gd name="connsiteY1451" fmla="*/ 95885 h 138429"/>
                <a:gd name="connsiteX1452" fmla="*/ 3908420 w 4940931"/>
                <a:gd name="connsiteY1452" fmla="*/ 95250 h 138429"/>
                <a:gd name="connsiteX1453" fmla="*/ 3913500 w 4940931"/>
                <a:gd name="connsiteY1453" fmla="*/ 93345 h 138429"/>
                <a:gd name="connsiteX1454" fmla="*/ 3911595 w 4940931"/>
                <a:gd name="connsiteY1454" fmla="*/ 106680 h 138429"/>
                <a:gd name="connsiteX1455" fmla="*/ 3905245 w 4940931"/>
                <a:gd name="connsiteY1455" fmla="*/ 109220 h 138429"/>
                <a:gd name="connsiteX1456" fmla="*/ 3896990 w 4940931"/>
                <a:gd name="connsiteY1456" fmla="*/ 110490 h 138429"/>
                <a:gd name="connsiteX1457" fmla="*/ 3890005 w 4940931"/>
                <a:gd name="connsiteY1457" fmla="*/ 109220 h 138429"/>
                <a:gd name="connsiteX1458" fmla="*/ 3884290 w 4940931"/>
                <a:gd name="connsiteY1458" fmla="*/ 105410 h 138429"/>
                <a:gd name="connsiteX1459" fmla="*/ 3880480 w 4940931"/>
                <a:gd name="connsiteY1459" fmla="*/ 99060 h 138429"/>
                <a:gd name="connsiteX1460" fmla="*/ 3879210 w 4940931"/>
                <a:gd name="connsiteY1460" fmla="*/ 89535 h 138429"/>
                <a:gd name="connsiteX1461" fmla="*/ 3879210 w 4940931"/>
                <a:gd name="connsiteY1461" fmla="*/ 44450 h 138429"/>
                <a:gd name="connsiteX1462" fmla="*/ 3868415 w 4940931"/>
                <a:gd name="connsiteY1462" fmla="*/ 44450 h 138429"/>
                <a:gd name="connsiteX1463" fmla="*/ 3868415 w 4940931"/>
                <a:gd name="connsiteY1463" fmla="*/ 30480 h 138429"/>
                <a:gd name="connsiteX1464" fmla="*/ 3879210 w 4940931"/>
                <a:gd name="connsiteY1464" fmla="*/ 30480 h 138429"/>
                <a:gd name="connsiteX1465" fmla="*/ 3879210 w 4940931"/>
                <a:gd name="connsiteY1465" fmla="*/ 8255 h 138429"/>
                <a:gd name="connsiteX1466" fmla="*/ 3664581 w 4940931"/>
                <a:gd name="connsiteY1466" fmla="*/ 0 h 138429"/>
                <a:gd name="connsiteX1467" fmla="*/ 3664581 w 4940931"/>
                <a:gd name="connsiteY1467" fmla="*/ 30480 h 138429"/>
                <a:gd name="connsiteX1468" fmla="*/ 3683631 w 4940931"/>
                <a:gd name="connsiteY1468" fmla="*/ 30480 h 138429"/>
                <a:gd name="connsiteX1469" fmla="*/ 3683631 w 4940931"/>
                <a:gd name="connsiteY1469" fmla="*/ 44450 h 138429"/>
                <a:gd name="connsiteX1470" fmla="*/ 3664581 w 4940931"/>
                <a:gd name="connsiteY1470" fmla="*/ 44450 h 138429"/>
                <a:gd name="connsiteX1471" fmla="*/ 3664581 w 4940931"/>
                <a:gd name="connsiteY1471" fmla="*/ 86995 h 138429"/>
                <a:gd name="connsiteX1472" fmla="*/ 3664581 w 4940931"/>
                <a:gd name="connsiteY1472" fmla="*/ 91440 h 138429"/>
                <a:gd name="connsiteX1473" fmla="*/ 3665851 w 4940931"/>
                <a:gd name="connsiteY1473" fmla="*/ 94615 h 138429"/>
                <a:gd name="connsiteX1474" fmla="*/ 3668391 w 4940931"/>
                <a:gd name="connsiteY1474" fmla="*/ 95885 h 138429"/>
                <a:gd name="connsiteX1475" fmla="*/ 3672201 w 4940931"/>
                <a:gd name="connsiteY1475" fmla="*/ 95885 h 138429"/>
                <a:gd name="connsiteX1476" fmla="*/ 3678551 w 4940931"/>
                <a:gd name="connsiteY1476" fmla="*/ 95250 h 138429"/>
                <a:gd name="connsiteX1477" fmla="*/ 3683631 w 4940931"/>
                <a:gd name="connsiteY1477" fmla="*/ 93345 h 138429"/>
                <a:gd name="connsiteX1478" fmla="*/ 3681726 w 4940931"/>
                <a:gd name="connsiteY1478" fmla="*/ 106680 h 138429"/>
                <a:gd name="connsiteX1479" fmla="*/ 3675376 w 4940931"/>
                <a:gd name="connsiteY1479" fmla="*/ 109220 h 138429"/>
                <a:gd name="connsiteX1480" fmla="*/ 3667121 w 4940931"/>
                <a:gd name="connsiteY1480" fmla="*/ 110490 h 138429"/>
                <a:gd name="connsiteX1481" fmla="*/ 3660136 w 4940931"/>
                <a:gd name="connsiteY1481" fmla="*/ 109220 h 138429"/>
                <a:gd name="connsiteX1482" fmla="*/ 3654421 w 4940931"/>
                <a:gd name="connsiteY1482" fmla="*/ 105410 h 138429"/>
                <a:gd name="connsiteX1483" fmla="*/ 3650611 w 4940931"/>
                <a:gd name="connsiteY1483" fmla="*/ 99060 h 138429"/>
                <a:gd name="connsiteX1484" fmla="*/ 3649341 w 4940931"/>
                <a:gd name="connsiteY1484" fmla="*/ 89535 h 138429"/>
                <a:gd name="connsiteX1485" fmla="*/ 3649341 w 4940931"/>
                <a:gd name="connsiteY1485" fmla="*/ 44450 h 138429"/>
                <a:gd name="connsiteX1486" fmla="*/ 3638546 w 4940931"/>
                <a:gd name="connsiteY1486" fmla="*/ 44450 h 138429"/>
                <a:gd name="connsiteX1487" fmla="*/ 3638546 w 4940931"/>
                <a:gd name="connsiteY1487" fmla="*/ 30480 h 138429"/>
                <a:gd name="connsiteX1488" fmla="*/ 3649341 w 4940931"/>
                <a:gd name="connsiteY1488" fmla="*/ 30480 h 138429"/>
                <a:gd name="connsiteX1489" fmla="*/ 3649341 w 4940931"/>
                <a:gd name="connsiteY1489" fmla="*/ 8255 h 138429"/>
                <a:gd name="connsiteX1490" fmla="*/ 3610605 w 4940931"/>
                <a:gd name="connsiteY1490" fmla="*/ 0 h 138429"/>
                <a:gd name="connsiteX1491" fmla="*/ 3610605 w 4940931"/>
                <a:gd name="connsiteY1491" fmla="*/ 30480 h 138429"/>
                <a:gd name="connsiteX1492" fmla="*/ 3629655 w 4940931"/>
                <a:gd name="connsiteY1492" fmla="*/ 30480 h 138429"/>
                <a:gd name="connsiteX1493" fmla="*/ 3629655 w 4940931"/>
                <a:gd name="connsiteY1493" fmla="*/ 44450 h 138429"/>
                <a:gd name="connsiteX1494" fmla="*/ 3610605 w 4940931"/>
                <a:gd name="connsiteY1494" fmla="*/ 44450 h 138429"/>
                <a:gd name="connsiteX1495" fmla="*/ 3610605 w 4940931"/>
                <a:gd name="connsiteY1495" fmla="*/ 86995 h 138429"/>
                <a:gd name="connsiteX1496" fmla="*/ 3610605 w 4940931"/>
                <a:gd name="connsiteY1496" fmla="*/ 91440 h 138429"/>
                <a:gd name="connsiteX1497" fmla="*/ 3611875 w 4940931"/>
                <a:gd name="connsiteY1497" fmla="*/ 94615 h 138429"/>
                <a:gd name="connsiteX1498" fmla="*/ 3614415 w 4940931"/>
                <a:gd name="connsiteY1498" fmla="*/ 95885 h 138429"/>
                <a:gd name="connsiteX1499" fmla="*/ 3618225 w 4940931"/>
                <a:gd name="connsiteY1499" fmla="*/ 95885 h 138429"/>
                <a:gd name="connsiteX1500" fmla="*/ 3624575 w 4940931"/>
                <a:gd name="connsiteY1500" fmla="*/ 95250 h 138429"/>
                <a:gd name="connsiteX1501" fmla="*/ 3629655 w 4940931"/>
                <a:gd name="connsiteY1501" fmla="*/ 93345 h 138429"/>
                <a:gd name="connsiteX1502" fmla="*/ 3627750 w 4940931"/>
                <a:gd name="connsiteY1502" fmla="*/ 106680 h 138429"/>
                <a:gd name="connsiteX1503" fmla="*/ 3621400 w 4940931"/>
                <a:gd name="connsiteY1503" fmla="*/ 109220 h 138429"/>
                <a:gd name="connsiteX1504" fmla="*/ 3613145 w 4940931"/>
                <a:gd name="connsiteY1504" fmla="*/ 110490 h 138429"/>
                <a:gd name="connsiteX1505" fmla="*/ 3606160 w 4940931"/>
                <a:gd name="connsiteY1505" fmla="*/ 109220 h 138429"/>
                <a:gd name="connsiteX1506" fmla="*/ 3600445 w 4940931"/>
                <a:gd name="connsiteY1506" fmla="*/ 105410 h 138429"/>
                <a:gd name="connsiteX1507" fmla="*/ 3596635 w 4940931"/>
                <a:gd name="connsiteY1507" fmla="*/ 99060 h 138429"/>
                <a:gd name="connsiteX1508" fmla="*/ 3595365 w 4940931"/>
                <a:gd name="connsiteY1508" fmla="*/ 89535 h 138429"/>
                <a:gd name="connsiteX1509" fmla="*/ 3595365 w 4940931"/>
                <a:gd name="connsiteY1509" fmla="*/ 44450 h 138429"/>
                <a:gd name="connsiteX1510" fmla="*/ 3584570 w 4940931"/>
                <a:gd name="connsiteY1510" fmla="*/ 44450 h 138429"/>
                <a:gd name="connsiteX1511" fmla="*/ 3584570 w 4940931"/>
                <a:gd name="connsiteY1511" fmla="*/ 30480 h 138429"/>
                <a:gd name="connsiteX1512" fmla="*/ 3595365 w 4940931"/>
                <a:gd name="connsiteY1512" fmla="*/ 30480 h 138429"/>
                <a:gd name="connsiteX1513" fmla="*/ 3595365 w 4940931"/>
                <a:gd name="connsiteY1513" fmla="*/ 8255 h 138429"/>
                <a:gd name="connsiteX1514" fmla="*/ 3445505 w 4940931"/>
                <a:gd name="connsiteY1514" fmla="*/ 0 h 138429"/>
                <a:gd name="connsiteX1515" fmla="*/ 3445505 w 4940931"/>
                <a:gd name="connsiteY1515" fmla="*/ 37465 h 138429"/>
                <a:gd name="connsiteX1516" fmla="*/ 3449950 w 4940931"/>
                <a:gd name="connsiteY1516" fmla="*/ 33655 h 138429"/>
                <a:gd name="connsiteX1517" fmla="*/ 3453760 w 4940931"/>
                <a:gd name="connsiteY1517" fmla="*/ 31115 h 138429"/>
                <a:gd name="connsiteX1518" fmla="*/ 3458840 w 4940931"/>
                <a:gd name="connsiteY1518" fmla="*/ 29210 h 138429"/>
                <a:gd name="connsiteX1519" fmla="*/ 3465825 w 4940931"/>
                <a:gd name="connsiteY1519" fmla="*/ 28575 h 138429"/>
                <a:gd name="connsiteX1520" fmla="*/ 3477890 w 4940931"/>
                <a:gd name="connsiteY1520" fmla="*/ 31115 h 138429"/>
                <a:gd name="connsiteX1521" fmla="*/ 3487415 w 4940931"/>
                <a:gd name="connsiteY1521" fmla="*/ 38735 h 138429"/>
                <a:gd name="connsiteX1522" fmla="*/ 3493765 w 4940931"/>
                <a:gd name="connsiteY1522" fmla="*/ 51435 h 138429"/>
                <a:gd name="connsiteX1523" fmla="*/ 3496305 w 4940931"/>
                <a:gd name="connsiteY1523" fmla="*/ 70485 h 138429"/>
                <a:gd name="connsiteX1524" fmla="*/ 3495670 w 4940931"/>
                <a:gd name="connsiteY1524" fmla="*/ 71120 h 138429"/>
                <a:gd name="connsiteX1525" fmla="*/ 3493130 w 4940931"/>
                <a:gd name="connsiteY1525" fmla="*/ 88265 h 138429"/>
                <a:gd name="connsiteX1526" fmla="*/ 3486145 w 4940931"/>
                <a:gd name="connsiteY1526" fmla="*/ 100330 h 138429"/>
                <a:gd name="connsiteX1527" fmla="*/ 3476620 w 4940931"/>
                <a:gd name="connsiteY1527" fmla="*/ 107315 h 138429"/>
                <a:gd name="connsiteX1528" fmla="*/ 3465190 w 4940931"/>
                <a:gd name="connsiteY1528" fmla="*/ 109855 h 138429"/>
                <a:gd name="connsiteX1529" fmla="*/ 3454395 w 4940931"/>
                <a:gd name="connsiteY1529" fmla="*/ 107315 h 138429"/>
                <a:gd name="connsiteX1530" fmla="*/ 3445505 w 4940931"/>
                <a:gd name="connsiteY1530" fmla="*/ 100965 h 138429"/>
                <a:gd name="connsiteX1531" fmla="*/ 3445505 w 4940931"/>
                <a:gd name="connsiteY1531" fmla="*/ 107950 h 138429"/>
                <a:gd name="connsiteX1532" fmla="*/ 3430265 w 4940931"/>
                <a:gd name="connsiteY1532" fmla="*/ 107950 h 138429"/>
                <a:gd name="connsiteX1533" fmla="*/ 3430265 w 4940931"/>
                <a:gd name="connsiteY1533" fmla="*/ 7620 h 138429"/>
                <a:gd name="connsiteX1534" fmla="*/ 2380611 w 4940931"/>
                <a:gd name="connsiteY1534" fmla="*/ 0 h 138429"/>
                <a:gd name="connsiteX1535" fmla="*/ 2380611 w 4940931"/>
                <a:gd name="connsiteY1535" fmla="*/ 30480 h 138429"/>
                <a:gd name="connsiteX1536" fmla="*/ 2399661 w 4940931"/>
                <a:gd name="connsiteY1536" fmla="*/ 30480 h 138429"/>
                <a:gd name="connsiteX1537" fmla="*/ 2399661 w 4940931"/>
                <a:gd name="connsiteY1537" fmla="*/ 44450 h 138429"/>
                <a:gd name="connsiteX1538" fmla="*/ 2380611 w 4940931"/>
                <a:gd name="connsiteY1538" fmla="*/ 44450 h 138429"/>
                <a:gd name="connsiteX1539" fmla="*/ 2380611 w 4940931"/>
                <a:gd name="connsiteY1539" fmla="*/ 86995 h 138429"/>
                <a:gd name="connsiteX1540" fmla="*/ 2380611 w 4940931"/>
                <a:gd name="connsiteY1540" fmla="*/ 91440 h 138429"/>
                <a:gd name="connsiteX1541" fmla="*/ 2381881 w 4940931"/>
                <a:gd name="connsiteY1541" fmla="*/ 94615 h 138429"/>
                <a:gd name="connsiteX1542" fmla="*/ 2384421 w 4940931"/>
                <a:gd name="connsiteY1542" fmla="*/ 95885 h 138429"/>
                <a:gd name="connsiteX1543" fmla="*/ 2388231 w 4940931"/>
                <a:gd name="connsiteY1543" fmla="*/ 95885 h 138429"/>
                <a:gd name="connsiteX1544" fmla="*/ 2394581 w 4940931"/>
                <a:gd name="connsiteY1544" fmla="*/ 95250 h 138429"/>
                <a:gd name="connsiteX1545" fmla="*/ 2399661 w 4940931"/>
                <a:gd name="connsiteY1545" fmla="*/ 93345 h 138429"/>
                <a:gd name="connsiteX1546" fmla="*/ 2397756 w 4940931"/>
                <a:gd name="connsiteY1546" fmla="*/ 106680 h 138429"/>
                <a:gd name="connsiteX1547" fmla="*/ 2391406 w 4940931"/>
                <a:gd name="connsiteY1547" fmla="*/ 109220 h 138429"/>
                <a:gd name="connsiteX1548" fmla="*/ 2383151 w 4940931"/>
                <a:gd name="connsiteY1548" fmla="*/ 110490 h 138429"/>
                <a:gd name="connsiteX1549" fmla="*/ 2376166 w 4940931"/>
                <a:gd name="connsiteY1549" fmla="*/ 109220 h 138429"/>
                <a:gd name="connsiteX1550" fmla="*/ 2370451 w 4940931"/>
                <a:gd name="connsiteY1550" fmla="*/ 105410 h 138429"/>
                <a:gd name="connsiteX1551" fmla="*/ 2366641 w 4940931"/>
                <a:gd name="connsiteY1551" fmla="*/ 99060 h 138429"/>
                <a:gd name="connsiteX1552" fmla="*/ 2365371 w 4940931"/>
                <a:gd name="connsiteY1552" fmla="*/ 89535 h 138429"/>
                <a:gd name="connsiteX1553" fmla="*/ 2365371 w 4940931"/>
                <a:gd name="connsiteY1553" fmla="*/ 44450 h 138429"/>
                <a:gd name="connsiteX1554" fmla="*/ 2354576 w 4940931"/>
                <a:gd name="connsiteY1554" fmla="*/ 44450 h 138429"/>
                <a:gd name="connsiteX1555" fmla="*/ 2354576 w 4940931"/>
                <a:gd name="connsiteY1555" fmla="*/ 30480 h 138429"/>
                <a:gd name="connsiteX1556" fmla="*/ 2365371 w 4940931"/>
                <a:gd name="connsiteY1556" fmla="*/ 30480 h 138429"/>
                <a:gd name="connsiteX1557" fmla="*/ 2365371 w 4940931"/>
                <a:gd name="connsiteY1557" fmla="*/ 8255 h 138429"/>
                <a:gd name="connsiteX1558" fmla="*/ 2150741 w 4940931"/>
                <a:gd name="connsiteY1558" fmla="*/ 0 h 138429"/>
                <a:gd name="connsiteX1559" fmla="*/ 2150741 w 4940931"/>
                <a:gd name="connsiteY1559" fmla="*/ 30480 h 138429"/>
                <a:gd name="connsiteX1560" fmla="*/ 2169791 w 4940931"/>
                <a:gd name="connsiteY1560" fmla="*/ 30480 h 138429"/>
                <a:gd name="connsiteX1561" fmla="*/ 2169791 w 4940931"/>
                <a:gd name="connsiteY1561" fmla="*/ 44450 h 138429"/>
                <a:gd name="connsiteX1562" fmla="*/ 2150741 w 4940931"/>
                <a:gd name="connsiteY1562" fmla="*/ 44450 h 138429"/>
                <a:gd name="connsiteX1563" fmla="*/ 2150741 w 4940931"/>
                <a:gd name="connsiteY1563" fmla="*/ 86995 h 138429"/>
                <a:gd name="connsiteX1564" fmla="*/ 2150741 w 4940931"/>
                <a:gd name="connsiteY1564" fmla="*/ 91440 h 138429"/>
                <a:gd name="connsiteX1565" fmla="*/ 2152011 w 4940931"/>
                <a:gd name="connsiteY1565" fmla="*/ 94615 h 138429"/>
                <a:gd name="connsiteX1566" fmla="*/ 2154551 w 4940931"/>
                <a:gd name="connsiteY1566" fmla="*/ 95885 h 138429"/>
                <a:gd name="connsiteX1567" fmla="*/ 2158361 w 4940931"/>
                <a:gd name="connsiteY1567" fmla="*/ 95885 h 138429"/>
                <a:gd name="connsiteX1568" fmla="*/ 2164711 w 4940931"/>
                <a:gd name="connsiteY1568" fmla="*/ 95250 h 138429"/>
                <a:gd name="connsiteX1569" fmla="*/ 2169791 w 4940931"/>
                <a:gd name="connsiteY1569" fmla="*/ 93345 h 138429"/>
                <a:gd name="connsiteX1570" fmla="*/ 2167886 w 4940931"/>
                <a:gd name="connsiteY1570" fmla="*/ 106680 h 138429"/>
                <a:gd name="connsiteX1571" fmla="*/ 2161536 w 4940931"/>
                <a:gd name="connsiteY1571" fmla="*/ 109220 h 138429"/>
                <a:gd name="connsiteX1572" fmla="*/ 2153281 w 4940931"/>
                <a:gd name="connsiteY1572" fmla="*/ 110490 h 138429"/>
                <a:gd name="connsiteX1573" fmla="*/ 2146296 w 4940931"/>
                <a:gd name="connsiteY1573" fmla="*/ 109220 h 138429"/>
                <a:gd name="connsiteX1574" fmla="*/ 2140581 w 4940931"/>
                <a:gd name="connsiteY1574" fmla="*/ 105410 h 138429"/>
                <a:gd name="connsiteX1575" fmla="*/ 2136771 w 4940931"/>
                <a:gd name="connsiteY1575" fmla="*/ 99060 h 138429"/>
                <a:gd name="connsiteX1576" fmla="*/ 2135501 w 4940931"/>
                <a:gd name="connsiteY1576" fmla="*/ 89535 h 138429"/>
                <a:gd name="connsiteX1577" fmla="*/ 2135501 w 4940931"/>
                <a:gd name="connsiteY1577" fmla="*/ 44450 h 138429"/>
                <a:gd name="connsiteX1578" fmla="*/ 2124706 w 4940931"/>
                <a:gd name="connsiteY1578" fmla="*/ 44450 h 138429"/>
                <a:gd name="connsiteX1579" fmla="*/ 2124706 w 4940931"/>
                <a:gd name="connsiteY1579" fmla="*/ 30480 h 138429"/>
                <a:gd name="connsiteX1580" fmla="*/ 2135501 w 4940931"/>
                <a:gd name="connsiteY1580" fmla="*/ 30480 h 138429"/>
                <a:gd name="connsiteX1581" fmla="*/ 2135501 w 4940931"/>
                <a:gd name="connsiteY1581" fmla="*/ 8255 h 138429"/>
                <a:gd name="connsiteX1582" fmla="*/ 2096131 w 4940931"/>
                <a:gd name="connsiteY1582" fmla="*/ 0 h 138429"/>
                <a:gd name="connsiteX1583" fmla="*/ 2096131 w 4940931"/>
                <a:gd name="connsiteY1583" fmla="*/ 30480 h 138429"/>
                <a:gd name="connsiteX1584" fmla="*/ 2115181 w 4940931"/>
                <a:gd name="connsiteY1584" fmla="*/ 30480 h 138429"/>
                <a:gd name="connsiteX1585" fmla="*/ 2115181 w 4940931"/>
                <a:gd name="connsiteY1585" fmla="*/ 44450 h 138429"/>
                <a:gd name="connsiteX1586" fmla="*/ 2096131 w 4940931"/>
                <a:gd name="connsiteY1586" fmla="*/ 44450 h 138429"/>
                <a:gd name="connsiteX1587" fmla="*/ 2096131 w 4940931"/>
                <a:gd name="connsiteY1587" fmla="*/ 86995 h 138429"/>
                <a:gd name="connsiteX1588" fmla="*/ 2096131 w 4940931"/>
                <a:gd name="connsiteY1588" fmla="*/ 91440 h 138429"/>
                <a:gd name="connsiteX1589" fmla="*/ 2097401 w 4940931"/>
                <a:gd name="connsiteY1589" fmla="*/ 94615 h 138429"/>
                <a:gd name="connsiteX1590" fmla="*/ 2099941 w 4940931"/>
                <a:gd name="connsiteY1590" fmla="*/ 95885 h 138429"/>
                <a:gd name="connsiteX1591" fmla="*/ 2103751 w 4940931"/>
                <a:gd name="connsiteY1591" fmla="*/ 95885 h 138429"/>
                <a:gd name="connsiteX1592" fmla="*/ 2110101 w 4940931"/>
                <a:gd name="connsiteY1592" fmla="*/ 95250 h 138429"/>
                <a:gd name="connsiteX1593" fmla="*/ 2115181 w 4940931"/>
                <a:gd name="connsiteY1593" fmla="*/ 93345 h 138429"/>
                <a:gd name="connsiteX1594" fmla="*/ 2113276 w 4940931"/>
                <a:gd name="connsiteY1594" fmla="*/ 106680 h 138429"/>
                <a:gd name="connsiteX1595" fmla="*/ 2106926 w 4940931"/>
                <a:gd name="connsiteY1595" fmla="*/ 109220 h 138429"/>
                <a:gd name="connsiteX1596" fmla="*/ 2098671 w 4940931"/>
                <a:gd name="connsiteY1596" fmla="*/ 110490 h 138429"/>
                <a:gd name="connsiteX1597" fmla="*/ 2091686 w 4940931"/>
                <a:gd name="connsiteY1597" fmla="*/ 109220 h 138429"/>
                <a:gd name="connsiteX1598" fmla="*/ 2085971 w 4940931"/>
                <a:gd name="connsiteY1598" fmla="*/ 105410 h 138429"/>
                <a:gd name="connsiteX1599" fmla="*/ 2082161 w 4940931"/>
                <a:gd name="connsiteY1599" fmla="*/ 99060 h 138429"/>
                <a:gd name="connsiteX1600" fmla="*/ 2080891 w 4940931"/>
                <a:gd name="connsiteY1600" fmla="*/ 89535 h 138429"/>
                <a:gd name="connsiteX1601" fmla="*/ 2080891 w 4940931"/>
                <a:gd name="connsiteY1601" fmla="*/ 44450 h 138429"/>
                <a:gd name="connsiteX1602" fmla="*/ 2070096 w 4940931"/>
                <a:gd name="connsiteY1602" fmla="*/ 44450 h 138429"/>
                <a:gd name="connsiteX1603" fmla="*/ 2070096 w 4940931"/>
                <a:gd name="connsiteY1603" fmla="*/ 30480 h 138429"/>
                <a:gd name="connsiteX1604" fmla="*/ 2080891 w 4940931"/>
                <a:gd name="connsiteY1604" fmla="*/ 30480 h 138429"/>
                <a:gd name="connsiteX1605" fmla="*/ 2080891 w 4940931"/>
                <a:gd name="connsiteY1605" fmla="*/ 8255 h 138429"/>
                <a:gd name="connsiteX1606" fmla="*/ 1931665 w 4940931"/>
                <a:gd name="connsiteY1606" fmla="*/ 0 h 138429"/>
                <a:gd name="connsiteX1607" fmla="*/ 1931665 w 4940931"/>
                <a:gd name="connsiteY1607" fmla="*/ 37465 h 138429"/>
                <a:gd name="connsiteX1608" fmla="*/ 1936110 w 4940931"/>
                <a:gd name="connsiteY1608" fmla="*/ 33655 h 138429"/>
                <a:gd name="connsiteX1609" fmla="*/ 1939920 w 4940931"/>
                <a:gd name="connsiteY1609" fmla="*/ 31115 h 138429"/>
                <a:gd name="connsiteX1610" fmla="*/ 1945000 w 4940931"/>
                <a:gd name="connsiteY1610" fmla="*/ 29210 h 138429"/>
                <a:gd name="connsiteX1611" fmla="*/ 1951985 w 4940931"/>
                <a:gd name="connsiteY1611" fmla="*/ 28575 h 138429"/>
                <a:gd name="connsiteX1612" fmla="*/ 1964050 w 4940931"/>
                <a:gd name="connsiteY1612" fmla="*/ 31115 h 138429"/>
                <a:gd name="connsiteX1613" fmla="*/ 1973575 w 4940931"/>
                <a:gd name="connsiteY1613" fmla="*/ 38735 h 138429"/>
                <a:gd name="connsiteX1614" fmla="*/ 1979925 w 4940931"/>
                <a:gd name="connsiteY1614" fmla="*/ 51435 h 138429"/>
                <a:gd name="connsiteX1615" fmla="*/ 1982465 w 4940931"/>
                <a:gd name="connsiteY1615" fmla="*/ 70485 h 138429"/>
                <a:gd name="connsiteX1616" fmla="*/ 1981830 w 4940931"/>
                <a:gd name="connsiteY1616" fmla="*/ 71120 h 138429"/>
                <a:gd name="connsiteX1617" fmla="*/ 1979290 w 4940931"/>
                <a:gd name="connsiteY1617" fmla="*/ 88265 h 138429"/>
                <a:gd name="connsiteX1618" fmla="*/ 1972305 w 4940931"/>
                <a:gd name="connsiteY1618" fmla="*/ 100330 h 138429"/>
                <a:gd name="connsiteX1619" fmla="*/ 1962780 w 4940931"/>
                <a:gd name="connsiteY1619" fmla="*/ 107315 h 138429"/>
                <a:gd name="connsiteX1620" fmla="*/ 1951350 w 4940931"/>
                <a:gd name="connsiteY1620" fmla="*/ 109855 h 138429"/>
                <a:gd name="connsiteX1621" fmla="*/ 1940555 w 4940931"/>
                <a:gd name="connsiteY1621" fmla="*/ 107315 h 138429"/>
                <a:gd name="connsiteX1622" fmla="*/ 1931665 w 4940931"/>
                <a:gd name="connsiteY1622" fmla="*/ 100965 h 138429"/>
                <a:gd name="connsiteX1623" fmla="*/ 1931665 w 4940931"/>
                <a:gd name="connsiteY1623" fmla="*/ 107950 h 138429"/>
                <a:gd name="connsiteX1624" fmla="*/ 1916425 w 4940931"/>
                <a:gd name="connsiteY1624" fmla="*/ 107950 h 138429"/>
                <a:gd name="connsiteX1625" fmla="*/ 1916425 w 4940931"/>
                <a:gd name="connsiteY1625" fmla="*/ 7620 h 138429"/>
                <a:gd name="connsiteX1626" fmla="*/ 1316991 w 4940931"/>
                <a:gd name="connsiteY1626" fmla="*/ 0 h 138429"/>
                <a:gd name="connsiteX1627" fmla="*/ 1316991 w 4940931"/>
                <a:gd name="connsiteY1627" fmla="*/ 30480 h 138429"/>
                <a:gd name="connsiteX1628" fmla="*/ 1336041 w 4940931"/>
                <a:gd name="connsiteY1628" fmla="*/ 30480 h 138429"/>
                <a:gd name="connsiteX1629" fmla="*/ 1336041 w 4940931"/>
                <a:gd name="connsiteY1629" fmla="*/ 44450 h 138429"/>
                <a:gd name="connsiteX1630" fmla="*/ 1316991 w 4940931"/>
                <a:gd name="connsiteY1630" fmla="*/ 44450 h 138429"/>
                <a:gd name="connsiteX1631" fmla="*/ 1316991 w 4940931"/>
                <a:gd name="connsiteY1631" fmla="*/ 86995 h 138429"/>
                <a:gd name="connsiteX1632" fmla="*/ 1316991 w 4940931"/>
                <a:gd name="connsiteY1632" fmla="*/ 91440 h 138429"/>
                <a:gd name="connsiteX1633" fmla="*/ 1318261 w 4940931"/>
                <a:gd name="connsiteY1633" fmla="*/ 94615 h 138429"/>
                <a:gd name="connsiteX1634" fmla="*/ 1320801 w 4940931"/>
                <a:gd name="connsiteY1634" fmla="*/ 95885 h 138429"/>
                <a:gd name="connsiteX1635" fmla="*/ 1324611 w 4940931"/>
                <a:gd name="connsiteY1635" fmla="*/ 95885 h 138429"/>
                <a:gd name="connsiteX1636" fmla="*/ 1330961 w 4940931"/>
                <a:gd name="connsiteY1636" fmla="*/ 95250 h 138429"/>
                <a:gd name="connsiteX1637" fmla="*/ 1336041 w 4940931"/>
                <a:gd name="connsiteY1637" fmla="*/ 93345 h 138429"/>
                <a:gd name="connsiteX1638" fmla="*/ 1334136 w 4940931"/>
                <a:gd name="connsiteY1638" fmla="*/ 106680 h 138429"/>
                <a:gd name="connsiteX1639" fmla="*/ 1327786 w 4940931"/>
                <a:gd name="connsiteY1639" fmla="*/ 109220 h 138429"/>
                <a:gd name="connsiteX1640" fmla="*/ 1319531 w 4940931"/>
                <a:gd name="connsiteY1640" fmla="*/ 110490 h 138429"/>
                <a:gd name="connsiteX1641" fmla="*/ 1312546 w 4940931"/>
                <a:gd name="connsiteY1641" fmla="*/ 109220 h 138429"/>
                <a:gd name="connsiteX1642" fmla="*/ 1306831 w 4940931"/>
                <a:gd name="connsiteY1642" fmla="*/ 105410 h 138429"/>
                <a:gd name="connsiteX1643" fmla="*/ 1303021 w 4940931"/>
                <a:gd name="connsiteY1643" fmla="*/ 99060 h 138429"/>
                <a:gd name="connsiteX1644" fmla="*/ 1301751 w 4940931"/>
                <a:gd name="connsiteY1644" fmla="*/ 89535 h 138429"/>
                <a:gd name="connsiteX1645" fmla="*/ 1301751 w 4940931"/>
                <a:gd name="connsiteY1645" fmla="*/ 44450 h 138429"/>
                <a:gd name="connsiteX1646" fmla="*/ 1290956 w 4940931"/>
                <a:gd name="connsiteY1646" fmla="*/ 44450 h 138429"/>
                <a:gd name="connsiteX1647" fmla="*/ 1290956 w 4940931"/>
                <a:gd name="connsiteY1647" fmla="*/ 30480 h 138429"/>
                <a:gd name="connsiteX1648" fmla="*/ 1301751 w 4940931"/>
                <a:gd name="connsiteY1648" fmla="*/ 30480 h 138429"/>
                <a:gd name="connsiteX1649" fmla="*/ 1301751 w 4940931"/>
                <a:gd name="connsiteY1649" fmla="*/ 8255 h 138429"/>
                <a:gd name="connsiteX1650" fmla="*/ 751206 w 4940931"/>
                <a:gd name="connsiteY1650" fmla="*/ 0 h 138429"/>
                <a:gd name="connsiteX1651" fmla="*/ 751206 w 4940931"/>
                <a:gd name="connsiteY1651" fmla="*/ 30480 h 138429"/>
                <a:gd name="connsiteX1652" fmla="*/ 770256 w 4940931"/>
                <a:gd name="connsiteY1652" fmla="*/ 30480 h 138429"/>
                <a:gd name="connsiteX1653" fmla="*/ 770256 w 4940931"/>
                <a:gd name="connsiteY1653" fmla="*/ 44450 h 138429"/>
                <a:gd name="connsiteX1654" fmla="*/ 751206 w 4940931"/>
                <a:gd name="connsiteY1654" fmla="*/ 44450 h 138429"/>
                <a:gd name="connsiteX1655" fmla="*/ 751206 w 4940931"/>
                <a:gd name="connsiteY1655" fmla="*/ 86995 h 138429"/>
                <a:gd name="connsiteX1656" fmla="*/ 751206 w 4940931"/>
                <a:gd name="connsiteY1656" fmla="*/ 91440 h 138429"/>
                <a:gd name="connsiteX1657" fmla="*/ 752476 w 4940931"/>
                <a:gd name="connsiteY1657" fmla="*/ 94615 h 138429"/>
                <a:gd name="connsiteX1658" fmla="*/ 755016 w 4940931"/>
                <a:gd name="connsiteY1658" fmla="*/ 95885 h 138429"/>
                <a:gd name="connsiteX1659" fmla="*/ 758826 w 4940931"/>
                <a:gd name="connsiteY1659" fmla="*/ 95885 h 138429"/>
                <a:gd name="connsiteX1660" fmla="*/ 765176 w 4940931"/>
                <a:gd name="connsiteY1660" fmla="*/ 95250 h 138429"/>
                <a:gd name="connsiteX1661" fmla="*/ 770256 w 4940931"/>
                <a:gd name="connsiteY1661" fmla="*/ 93345 h 138429"/>
                <a:gd name="connsiteX1662" fmla="*/ 768351 w 4940931"/>
                <a:gd name="connsiteY1662" fmla="*/ 106680 h 138429"/>
                <a:gd name="connsiteX1663" fmla="*/ 762001 w 4940931"/>
                <a:gd name="connsiteY1663" fmla="*/ 109220 h 138429"/>
                <a:gd name="connsiteX1664" fmla="*/ 753746 w 4940931"/>
                <a:gd name="connsiteY1664" fmla="*/ 110490 h 138429"/>
                <a:gd name="connsiteX1665" fmla="*/ 746761 w 4940931"/>
                <a:gd name="connsiteY1665" fmla="*/ 109220 h 138429"/>
                <a:gd name="connsiteX1666" fmla="*/ 741045 w 4940931"/>
                <a:gd name="connsiteY1666" fmla="*/ 105410 h 138429"/>
                <a:gd name="connsiteX1667" fmla="*/ 737236 w 4940931"/>
                <a:gd name="connsiteY1667" fmla="*/ 99060 h 138429"/>
                <a:gd name="connsiteX1668" fmla="*/ 735966 w 4940931"/>
                <a:gd name="connsiteY1668" fmla="*/ 89535 h 138429"/>
                <a:gd name="connsiteX1669" fmla="*/ 735966 w 4940931"/>
                <a:gd name="connsiteY1669" fmla="*/ 44450 h 138429"/>
                <a:gd name="connsiteX1670" fmla="*/ 725171 w 4940931"/>
                <a:gd name="connsiteY1670" fmla="*/ 44450 h 138429"/>
                <a:gd name="connsiteX1671" fmla="*/ 725171 w 4940931"/>
                <a:gd name="connsiteY1671" fmla="*/ 30480 h 138429"/>
                <a:gd name="connsiteX1672" fmla="*/ 735966 w 4940931"/>
                <a:gd name="connsiteY1672" fmla="*/ 30480 h 138429"/>
                <a:gd name="connsiteX1673" fmla="*/ 735966 w 4940931"/>
                <a:gd name="connsiteY1673" fmla="*/ 8255 h 138429"/>
                <a:gd name="connsiteX1674" fmla="*/ 521335 w 4940931"/>
                <a:gd name="connsiteY1674" fmla="*/ 0 h 138429"/>
                <a:gd name="connsiteX1675" fmla="*/ 521335 w 4940931"/>
                <a:gd name="connsiteY1675" fmla="*/ 30480 h 138429"/>
                <a:gd name="connsiteX1676" fmla="*/ 540385 w 4940931"/>
                <a:gd name="connsiteY1676" fmla="*/ 30480 h 138429"/>
                <a:gd name="connsiteX1677" fmla="*/ 540385 w 4940931"/>
                <a:gd name="connsiteY1677" fmla="*/ 44450 h 138429"/>
                <a:gd name="connsiteX1678" fmla="*/ 521335 w 4940931"/>
                <a:gd name="connsiteY1678" fmla="*/ 44450 h 138429"/>
                <a:gd name="connsiteX1679" fmla="*/ 521335 w 4940931"/>
                <a:gd name="connsiteY1679" fmla="*/ 86995 h 138429"/>
                <a:gd name="connsiteX1680" fmla="*/ 521335 w 4940931"/>
                <a:gd name="connsiteY1680" fmla="*/ 91440 h 138429"/>
                <a:gd name="connsiteX1681" fmla="*/ 522605 w 4940931"/>
                <a:gd name="connsiteY1681" fmla="*/ 94615 h 138429"/>
                <a:gd name="connsiteX1682" fmla="*/ 525145 w 4940931"/>
                <a:gd name="connsiteY1682" fmla="*/ 95885 h 138429"/>
                <a:gd name="connsiteX1683" fmla="*/ 528955 w 4940931"/>
                <a:gd name="connsiteY1683" fmla="*/ 95885 h 138429"/>
                <a:gd name="connsiteX1684" fmla="*/ 535305 w 4940931"/>
                <a:gd name="connsiteY1684" fmla="*/ 95250 h 138429"/>
                <a:gd name="connsiteX1685" fmla="*/ 540385 w 4940931"/>
                <a:gd name="connsiteY1685" fmla="*/ 93345 h 138429"/>
                <a:gd name="connsiteX1686" fmla="*/ 538480 w 4940931"/>
                <a:gd name="connsiteY1686" fmla="*/ 106680 h 138429"/>
                <a:gd name="connsiteX1687" fmla="*/ 532130 w 4940931"/>
                <a:gd name="connsiteY1687" fmla="*/ 109220 h 138429"/>
                <a:gd name="connsiteX1688" fmla="*/ 523875 w 4940931"/>
                <a:gd name="connsiteY1688" fmla="*/ 110490 h 138429"/>
                <a:gd name="connsiteX1689" fmla="*/ 516890 w 4940931"/>
                <a:gd name="connsiteY1689" fmla="*/ 109220 h 138429"/>
                <a:gd name="connsiteX1690" fmla="*/ 511175 w 4940931"/>
                <a:gd name="connsiteY1690" fmla="*/ 105410 h 138429"/>
                <a:gd name="connsiteX1691" fmla="*/ 507365 w 4940931"/>
                <a:gd name="connsiteY1691" fmla="*/ 99060 h 138429"/>
                <a:gd name="connsiteX1692" fmla="*/ 506095 w 4940931"/>
                <a:gd name="connsiteY1692" fmla="*/ 89535 h 138429"/>
                <a:gd name="connsiteX1693" fmla="*/ 506095 w 4940931"/>
                <a:gd name="connsiteY1693" fmla="*/ 44450 h 138429"/>
                <a:gd name="connsiteX1694" fmla="*/ 495300 w 4940931"/>
                <a:gd name="connsiteY1694" fmla="*/ 44450 h 138429"/>
                <a:gd name="connsiteX1695" fmla="*/ 495300 w 4940931"/>
                <a:gd name="connsiteY1695" fmla="*/ 30480 h 138429"/>
                <a:gd name="connsiteX1696" fmla="*/ 506095 w 4940931"/>
                <a:gd name="connsiteY1696" fmla="*/ 30480 h 138429"/>
                <a:gd name="connsiteX1697" fmla="*/ 506095 w 4940931"/>
                <a:gd name="connsiteY1697" fmla="*/ 8255 h 138429"/>
                <a:gd name="connsiteX1698" fmla="*/ 466724 w 4940931"/>
                <a:gd name="connsiteY1698" fmla="*/ 0 h 138429"/>
                <a:gd name="connsiteX1699" fmla="*/ 466724 w 4940931"/>
                <a:gd name="connsiteY1699" fmla="*/ 30480 h 138429"/>
                <a:gd name="connsiteX1700" fmla="*/ 485774 w 4940931"/>
                <a:gd name="connsiteY1700" fmla="*/ 30480 h 138429"/>
                <a:gd name="connsiteX1701" fmla="*/ 485774 w 4940931"/>
                <a:gd name="connsiteY1701" fmla="*/ 44450 h 138429"/>
                <a:gd name="connsiteX1702" fmla="*/ 466724 w 4940931"/>
                <a:gd name="connsiteY1702" fmla="*/ 44450 h 138429"/>
                <a:gd name="connsiteX1703" fmla="*/ 466724 w 4940931"/>
                <a:gd name="connsiteY1703" fmla="*/ 86995 h 138429"/>
                <a:gd name="connsiteX1704" fmla="*/ 466724 w 4940931"/>
                <a:gd name="connsiteY1704" fmla="*/ 91440 h 138429"/>
                <a:gd name="connsiteX1705" fmla="*/ 467994 w 4940931"/>
                <a:gd name="connsiteY1705" fmla="*/ 94615 h 138429"/>
                <a:gd name="connsiteX1706" fmla="*/ 470534 w 4940931"/>
                <a:gd name="connsiteY1706" fmla="*/ 95885 h 138429"/>
                <a:gd name="connsiteX1707" fmla="*/ 474344 w 4940931"/>
                <a:gd name="connsiteY1707" fmla="*/ 95885 h 138429"/>
                <a:gd name="connsiteX1708" fmla="*/ 480694 w 4940931"/>
                <a:gd name="connsiteY1708" fmla="*/ 95250 h 138429"/>
                <a:gd name="connsiteX1709" fmla="*/ 485774 w 4940931"/>
                <a:gd name="connsiteY1709" fmla="*/ 93345 h 138429"/>
                <a:gd name="connsiteX1710" fmla="*/ 483869 w 4940931"/>
                <a:gd name="connsiteY1710" fmla="*/ 106680 h 138429"/>
                <a:gd name="connsiteX1711" fmla="*/ 477519 w 4940931"/>
                <a:gd name="connsiteY1711" fmla="*/ 109220 h 138429"/>
                <a:gd name="connsiteX1712" fmla="*/ 469264 w 4940931"/>
                <a:gd name="connsiteY1712" fmla="*/ 110490 h 138429"/>
                <a:gd name="connsiteX1713" fmla="*/ 462279 w 4940931"/>
                <a:gd name="connsiteY1713" fmla="*/ 109220 h 138429"/>
                <a:gd name="connsiteX1714" fmla="*/ 456564 w 4940931"/>
                <a:gd name="connsiteY1714" fmla="*/ 105410 h 138429"/>
                <a:gd name="connsiteX1715" fmla="*/ 452754 w 4940931"/>
                <a:gd name="connsiteY1715" fmla="*/ 99060 h 138429"/>
                <a:gd name="connsiteX1716" fmla="*/ 451484 w 4940931"/>
                <a:gd name="connsiteY1716" fmla="*/ 89535 h 138429"/>
                <a:gd name="connsiteX1717" fmla="*/ 451484 w 4940931"/>
                <a:gd name="connsiteY1717" fmla="*/ 44450 h 138429"/>
                <a:gd name="connsiteX1718" fmla="*/ 440689 w 4940931"/>
                <a:gd name="connsiteY1718" fmla="*/ 44450 h 138429"/>
                <a:gd name="connsiteX1719" fmla="*/ 440689 w 4940931"/>
                <a:gd name="connsiteY1719" fmla="*/ 30480 h 138429"/>
                <a:gd name="connsiteX1720" fmla="*/ 451484 w 4940931"/>
                <a:gd name="connsiteY1720" fmla="*/ 30480 h 138429"/>
                <a:gd name="connsiteX1721" fmla="*/ 451484 w 4940931"/>
                <a:gd name="connsiteY1721" fmla="*/ 8255 h 138429"/>
                <a:gd name="connsiteX1722" fmla="*/ 302259 w 4940931"/>
                <a:gd name="connsiteY1722" fmla="*/ 0 h 138429"/>
                <a:gd name="connsiteX1723" fmla="*/ 302259 w 4940931"/>
                <a:gd name="connsiteY1723" fmla="*/ 37465 h 138429"/>
                <a:gd name="connsiteX1724" fmla="*/ 306704 w 4940931"/>
                <a:gd name="connsiteY1724" fmla="*/ 33655 h 138429"/>
                <a:gd name="connsiteX1725" fmla="*/ 310514 w 4940931"/>
                <a:gd name="connsiteY1725" fmla="*/ 31115 h 138429"/>
                <a:gd name="connsiteX1726" fmla="*/ 315594 w 4940931"/>
                <a:gd name="connsiteY1726" fmla="*/ 29210 h 138429"/>
                <a:gd name="connsiteX1727" fmla="*/ 322579 w 4940931"/>
                <a:gd name="connsiteY1727" fmla="*/ 28575 h 138429"/>
                <a:gd name="connsiteX1728" fmla="*/ 334644 w 4940931"/>
                <a:gd name="connsiteY1728" fmla="*/ 31115 h 138429"/>
                <a:gd name="connsiteX1729" fmla="*/ 344169 w 4940931"/>
                <a:gd name="connsiteY1729" fmla="*/ 38735 h 138429"/>
                <a:gd name="connsiteX1730" fmla="*/ 350519 w 4940931"/>
                <a:gd name="connsiteY1730" fmla="*/ 51435 h 138429"/>
                <a:gd name="connsiteX1731" fmla="*/ 353059 w 4940931"/>
                <a:gd name="connsiteY1731" fmla="*/ 70485 h 138429"/>
                <a:gd name="connsiteX1732" fmla="*/ 352424 w 4940931"/>
                <a:gd name="connsiteY1732" fmla="*/ 71120 h 138429"/>
                <a:gd name="connsiteX1733" fmla="*/ 349884 w 4940931"/>
                <a:gd name="connsiteY1733" fmla="*/ 88265 h 138429"/>
                <a:gd name="connsiteX1734" fmla="*/ 342899 w 4940931"/>
                <a:gd name="connsiteY1734" fmla="*/ 100330 h 138429"/>
                <a:gd name="connsiteX1735" fmla="*/ 333374 w 4940931"/>
                <a:gd name="connsiteY1735" fmla="*/ 107315 h 138429"/>
                <a:gd name="connsiteX1736" fmla="*/ 321944 w 4940931"/>
                <a:gd name="connsiteY1736" fmla="*/ 109855 h 138429"/>
                <a:gd name="connsiteX1737" fmla="*/ 311149 w 4940931"/>
                <a:gd name="connsiteY1737" fmla="*/ 107315 h 138429"/>
                <a:gd name="connsiteX1738" fmla="*/ 302259 w 4940931"/>
                <a:gd name="connsiteY1738" fmla="*/ 100965 h 138429"/>
                <a:gd name="connsiteX1739" fmla="*/ 302259 w 4940931"/>
                <a:gd name="connsiteY1739" fmla="*/ 107950 h 138429"/>
                <a:gd name="connsiteX1740" fmla="*/ 287019 w 4940931"/>
                <a:gd name="connsiteY1740" fmla="*/ 107950 h 138429"/>
                <a:gd name="connsiteX1741" fmla="*/ 287019 w 4940931"/>
                <a:gd name="connsiteY1741" fmla="*/ 7620 h 138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Lst>
              <a:rect l="l" t="t" r="r" b="b"/>
              <a:pathLst>
                <a:path w="4940931" h="138429">
                  <a:moveTo>
                    <a:pt x="1032512" y="137477"/>
                  </a:moveTo>
                  <a:lnTo>
                    <a:pt x="1032512" y="137794"/>
                  </a:lnTo>
                  <a:lnTo>
                    <a:pt x="1030607" y="138429"/>
                  </a:lnTo>
                  <a:close/>
                  <a:moveTo>
                    <a:pt x="4929501" y="87629"/>
                  </a:moveTo>
                  <a:cubicBezTo>
                    <a:pt x="4930771" y="87629"/>
                    <a:pt x="4932676" y="87629"/>
                    <a:pt x="4933946" y="88264"/>
                  </a:cubicBezTo>
                  <a:cubicBezTo>
                    <a:pt x="4935216" y="88264"/>
                    <a:pt x="4936486" y="89534"/>
                    <a:pt x="4937756" y="90804"/>
                  </a:cubicBezTo>
                  <a:cubicBezTo>
                    <a:pt x="4939026" y="92074"/>
                    <a:pt x="4939661" y="93344"/>
                    <a:pt x="4940296" y="94614"/>
                  </a:cubicBezTo>
                  <a:cubicBezTo>
                    <a:pt x="4940296" y="95884"/>
                    <a:pt x="4940931" y="97789"/>
                    <a:pt x="4940931" y="99059"/>
                  </a:cubicBezTo>
                  <a:cubicBezTo>
                    <a:pt x="4940931" y="99059"/>
                    <a:pt x="4940931" y="102234"/>
                    <a:pt x="4940296" y="103504"/>
                  </a:cubicBezTo>
                  <a:cubicBezTo>
                    <a:pt x="4940296" y="104774"/>
                    <a:pt x="4939026" y="106044"/>
                    <a:pt x="4937756" y="107314"/>
                  </a:cubicBezTo>
                  <a:cubicBezTo>
                    <a:pt x="4936486" y="108584"/>
                    <a:pt x="4935216" y="109219"/>
                    <a:pt x="4933946" y="109854"/>
                  </a:cubicBezTo>
                  <a:cubicBezTo>
                    <a:pt x="4932676" y="109854"/>
                    <a:pt x="4930771" y="110489"/>
                    <a:pt x="4929501" y="110489"/>
                  </a:cubicBezTo>
                  <a:cubicBezTo>
                    <a:pt x="4928231" y="110489"/>
                    <a:pt x="4926326" y="110489"/>
                    <a:pt x="4925056" y="109854"/>
                  </a:cubicBezTo>
                  <a:cubicBezTo>
                    <a:pt x="4923786" y="109854"/>
                    <a:pt x="4922516" y="108584"/>
                    <a:pt x="4921246" y="107314"/>
                  </a:cubicBezTo>
                  <a:cubicBezTo>
                    <a:pt x="4919976" y="106044"/>
                    <a:pt x="4919341" y="104774"/>
                    <a:pt x="4918706" y="103504"/>
                  </a:cubicBezTo>
                  <a:cubicBezTo>
                    <a:pt x="4918706" y="102234"/>
                    <a:pt x="4918071" y="100329"/>
                    <a:pt x="4918071" y="99059"/>
                  </a:cubicBezTo>
                  <a:cubicBezTo>
                    <a:pt x="4918071" y="97789"/>
                    <a:pt x="4918071" y="95884"/>
                    <a:pt x="4918706" y="94614"/>
                  </a:cubicBezTo>
                  <a:cubicBezTo>
                    <a:pt x="4918706" y="93344"/>
                    <a:pt x="4919976" y="92074"/>
                    <a:pt x="4921246" y="90804"/>
                  </a:cubicBezTo>
                  <a:cubicBezTo>
                    <a:pt x="4922516" y="89534"/>
                    <a:pt x="4923786" y="88899"/>
                    <a:pt x="4925056" y="88264"/>
                  </a:cubicBezTo>
                  <a:cubicBezTo>
                    <a:pt x="4926326" y="88264"/>
                    <a:pt x="4928231" y="87629"/>
                    <a:pt x="4929501" y="87629"/>
                  </a:cubicBezTo>
                  <a:close/>
                  <a:moveTo>
                    <a:pt x="3079110" y="87629"/>
                  </a:moveTo>
                  <a:cubicBezTo>
                    <a:pt x="3080380" y="87629"/>
                    <a:pt x="3082285" y="87629"/>
                    <a:pt x="3083555" y="88264"/>
                  </a:cubicBezTo>
                  <a:cubicBezTo>
                    <a:pt x="3084825" y="88264"/>
                    <a:pt x="3086095" y="89534"/>
                    <a:pt x="3087365" y="90804"/>
                  </a:cubicBezTo>
                  <a:cubicBezTo>
                    <a:pt x="3088635" y="92074"/>
                    <a:pt x="3089270" y="93344"/>
                    <a:pt x="3089905" y="94614"/>
                  </a:cubicBezTo>
                  <a:cubicBezTo>
                    <a:pt x="3089905" y="95884"/>
                    <a:pt x="3090540" y="97789"/>
                    <a:pt x="3090540" y="99059"/>
                  </a:cubicBezTo>
                  <a:cubicBezTo>
                    <a:pt x="3090540" y="99059"/>
                    <a:pt x="3090540" y="102234"/>
                    <a:pt x="3089905" y="103504"/>
                  </a:cubicBezTo>
                  <a:cubicBezTo>
                    <a:pt x="3089905" y="104774"/>
                    <a:pt x="3088635" y="106044"/>
                    <a:pt x="3087365" y="107314"/>
                  </a:cubicBezTo>
                  <a:cubicBezTo>
                    <a:pt x="3086095" y="108584"/>
                    <a:pt x="3084825" y="109219"/>
                    <a:pt x="3083555" y="109854"/>
                  </a:cubicBezTo>
                  <a:cubicBezTo>
                    <a:pt x="3082285" y="109854"/>
                    <a:pt x="3080380" y="110489"/>
                    <a:pt x="3079110" y="110489"/>
                  </a:cubicBezTo>
                  <a:cubicBezTo>
                    <a:pt x="3077840" y="110489"/>
                    <a:pt x="3075935" y="110489"/>
                    <a:pt x="3074665" y="109854"/>
                  </a:cubicBezTo>
                  <a:cubicBezTo>
                    <a:pt x="3073395" y="109854"/>
                    <a:pt x="3072125" y="108584"/>
                    <a:pt x="3070855" y="107314"/>
                  </a:cubicBezTo>
                  <a:cubicBezTo>
                    <a:pt x="3069585" y="106044"/>
                    <a:pt x="3068950" y="104774"/>
                    <a:pt x="3068315" y="103504"/>
                  </a:cubicBezTo>
                  <a:cubicBezTo>
                    <a:pt x="3068315" y="102234"/>
                    <a:pt x="3067680" y="100329"/>
                    <a:pt x="3067680" y="99059"/>
                  </a:cubicBezTo>
                  <a:cubicBezTo>
                    <a:pt x="3067680" y="97789"/>
                    <a:pt x="3067680" y="95884"/>
                    <a:pt x="3068315" y="94614"/>
                  </a:cubicBezTo>
                  <a:cubicBezTo>
                    <a:pt x="3068315" y="93344"/>
                    <a:pt x="3069585" y="92074"/>
                    <a:pt x="3070855" y="90804"/>
                  </a:cubicBezTo>
                  <a:cubicBezTo>
                    <a:pt x="3072125" y="89534"/>
                    <a:pt x="3073395" y="88899"/>
                    <a:pt x="3074665" y="88264"/>
                  </a:cubicBezTo>
                  <a:cubicBezTo>
                    <a:pt x="3075935" y="88264"/>
                    <a:pt x="3077840" y="87629"/>
                    <a:pt x="3079110" y="87629"/>
                  </a:cubicBezTo>
                  <a:close/>
                  <a:moveTo>
                    <a:pt x="1565275" y="87629"/>
                  </a:moveTo>
                  <a:cubicBezTo>
                    <a:pt x="1566545" y="87629"/>
                    <a:pt x="1568450" y="87629"/>
                    <a:pt x="1569720" y="88264"/>
                  </a:cubicBezTo>
                  <a:cubicBezTo>
                    <a:pt x="1570990" y="88264"/>
                    <a:pt x="1572260" y="89534"/>
                    <a:pt x="1573529" y="90804"/>
                  </a:cubicBezTo>
                  <a:cubicBezTo>
                    <a:pt x="1574800" y="92074"/>
                    <a:pt x="1575435" y="93344"/>
                    <a:pt x="1576069" y="94614"/>
                  </a:cubicBezTo>
                  <a:cubicBezTo>
                    <a:pt x="1576069" y="95884"/>
                    <a:pt x="1576705" y="97789"/>
                    <a:pt x="1576705" y="99059"/>
                  </a:cubicBezTo>
                  <a:cubicBezTo>
                    <a:pt x="1576705" y="99059"/>
                    <a:pt x="1576705" y="102234"/>
                    <a:pt x="1576069" y="103504"/>
                  </a:cubicBezTo>
                  <a:cubicBezTo>
                    <a:pt x="1576069" y="104774"/>
                    <a:pt x="1574800" y="106044"/>
                    <a:pt x="1573529" y="107314"/>
                  </a:cubicBezTo>
                  <a:cubicBezTo>
                    <a:pt x="1572260" y="108584"/>
                    <a:pt x="1570990" y="109219"/>
                    <a:pt x="1569720" y="109854"/>
                  </a:cubicBezTo>
                  <a:cubicBezTo>
                    <a:pt x="1568450" y="109854"/>
                    <a:pt x="1566545" y="110489"/>
                    <a:pt x="1565275" y="110489"/>
                  </a:cubicBezTo>
                  <a:cubicBezTo>
                    <a:pt x="1564005" y="110489"/>
                    <a:pt x="1562099" y="110489"/>
                    <a:pt x="1560830" y="109854"/>
                  </a:cubicBezTo>
                  <a:cubicBezTo>
                    <a:pt x="1559559" y="109854"/>
                    <a:pt x="1558289" y="108584"/>
                    <a:pt x="1557020" y="107314"/>
                  </a:cubicBezTo>
                  <a:cubicBezTo>
                    <a:pt x="1555750" y="106044"/>
                    <a:pt x="1555114" y="104774"/>
                    <a:pt x="1554479" y="103504"/>
                  </a:cubicBezTo>
                  <a:cubicBezTo>
                    <a:pt x="1554479" y="102234"/>
                    <a:pt x="1553844" y="100329"/>
                    <a:pt x="1553844" y="99059"/>
                  </a:cubicBezTo>
                  <a:cubicBezTo>
                    <a:pt x="1553844" y="97789"/>
                    <a:pt x="1553844" y="95884"/>
                    <a:pt x="1554479" y="94614"/>
                  </a:cubicBezTo>
                  <a:cubicBezTo>
                    <a:pt x="1554479" y="93344"/>
                    <a:pt x="1555750" y="92074"/>
                    <a:pt x="1557020" y="90804"/>
                  </a:cubicBezTo>
                  <a:cubicBezTo>
                    <a:pt x="1558289" y="89534"/>
                    <a:pt x="1559559" y="88899"/>
                    <a:pt x="1560830" y="88264"/>
                  </a:cubicBezTo>
                  <a:cubicBezTo>
                    <a:pt x="1562099" y="88264"/>
                    <a:pt x="1564005" y="87629"/>
                    <a:pt x="1565275" y="87629"/>
                  </a:cubicBezTo>
                  <a:close/>
                  <a:moveTo>
                    <a:pt x="2642230" y="73024"/>
                  </a:moveTo>
                  <a:cubicBezTo>
                    <a:pt x="2637150" y="73024"/>
                    <a:pt x="2633340" y="74294"/>
                    <a:pt x="2630800" y="76199"/>
                  </a:cubicBezTo>
                  <a:cubicBezTo>
                    <a:pt x="2627625" y="78104"/>
                    <a:pt x="2626355" y="81279"/>
                    <a:pt x="2626355" y="84454"/>
                  </a:cubicBezTo>
                  <a:cubicBezTo>
                    <a:pt x="2626355" y="86994"/>
                    <a:pt x="2626355" y="88899"/>
                    <a:pt x="2627625" y="90169"/>
                  </a:cubicBezTo>
                  <a:cubicBezTo>
                    <a:pt x="2628260" y="92074"/>
                    <a:pt x="2629530" y="93344"/>
                    <a:pt x="2630800" y="93979"/>
                  </a:cubicBezTo>
                  <a:cubicBezTo>
                    <a:pt x="2632070" y="95249"/>
                    <a:pt x="2633340" y="95884"/>
                    <a:pt x="2635245" y="96519"/>
                  </a:cubicBezTo>
                  <a:cubicBezTo>
                    <a:pt x="2637150" y="96519"/>
                    <a:pt x="2639055" y="97154"/>
                    <a:pt x="2641595" y="97154"/>
                  </a:cubicBezTo>
                  <a:cubicBezTo>
                    <a:pt x="2643500" y="97154"/>
                    <a:pt x="2645405" y="97154"/>
                    <a:pt x="2647310" y="96519"/>
                  </a:cubicBezTo>
                  <a:cubicBezTo>
                    <a:pt x="2649215" y="96519"/>
                    <a:pt x="2651120" y="95249"/>
                    <a:pt x="2652390" y="93979"/>
                  </a:cubicBezTo>
                  <a:cubicBezTo>
                    <a:pt x="2654295" y="93344"/>
                    <a:pt x="2655565" y="92074"/>
                    <a:pt x="2656835" y="90804"/>
                  </a:cubicBezTo>
                  <a:cubicBezTo>
                    <a:pt x="2658105" y="89534"/>
                    <a:pt x="2659375" y="88264"/>
                    <a:pt x="2660010" y="86994"/>
                  </a:cubicBezTo>
                  <a:lnTo>
                    <a:pt x="2660010" y="75564"/>
                  </a:lnTo>
                  <a:cubicBezTo>
                    <a:pt x="2660010" y="75564"/>
                    <a:pt x="2657470" y="74294"/>
                    <a:pt x="2656200" y="74294"/>
                  </a:cubicBezTo>
                  <a:cubicBezTo>
                    <a:pt x="2654930" y="74294"/>
                    <a:pt x="2653660" y="73659"/>
                    <a:pt x="2652390" y="73659"/>
                  </a:cubicBezTo>
                  <a:cubicBezTo>
                    <a:pt x="2651120" y="73659"/>
                    <a:pt x="2649850" y="73659"/>
                    <a:pt x="2647945" y="73024"/>
                  </a:cubicBezTo>
                  <a:cubicBezTo>
                    <a:pt x="2646040" y="73024"/>
                    <a:pt x="2644135" y="73024"/>
                    <a:pt x="2642230" y="73024"/>
                  </a:cubicBezTo>
                  <a:close/>
                  <a:moveTo>
                    <a:pt x="4664706" y="43814"/>
                  </a:moveTo>
                  <a:cubicBezTo>
                    <a:pt x="4661531" y="43814"/>
                    <a:pt x="4658991" y="43814"/>
                    <a:pt x="4657086" y="45719"/>
                  </a:cubicBezTo>
                  <a:cubicBezTo>
                    <a:pt x="4654546" y="46989"/>
                    <a:pt x="4652641" y="48894"/>
                    <a:pt x="4651371" y="50799"/>
                  </a:cubicBezTo>
                  <a:cubicBezTo>
                    <a:pt x="4649466" y="53339"/>
                    <a:pt x="4648831" y="55879"/>
                    <a:pt x="4647561" y="59054"/>
                  </a:cubicBezTo>
                  <a:cubicBezTo>
                    <a:pt x="4646926" y="62229"/>
                    <a:pt x="4646291" y="65404"/>
                    <a:pt x="4646291" y="69849"/>
                  </a:cubicBezTo>
                  <a:cubicBezTo>
                    <a:pt x="4646291" y="74294"/>
                    <a:pt x="4646291" y="78104"/>
                    <a:pt x="4647561" y="81279"/>
                  </a:cubicBezTo>
                  <a:cubicBezTo>
                    <a:pt x="4648196" y="84454"/>
                    <a:pt x="4650101" y="87629"/>
                    <a:pt x="4651371" y="89534"/>
                  </a:cubicBezTo>
                  <a:cubicBezTo>
                    <a:pt x="4653276" y="92074"/>
                    <a:pt x="4655181" y="93344"/>
                    <a:pt x="4657721" y="94614"/>
                  </a:cubicBezTo>
                  <a:cubicBezTo>
                    <a:pt x="4660261" y="95884"/>
                    <a:pt x="4662801" y="96519"/>
                    <a:pt x="4665341" y="96519"/>
                  </a:cubicBezTo>
                  <a:cubicBezTo>
                    <a:pt x="4667881" y="96519"/>
                    <a:pt x="4671056" y="95884"/>
                    <a:pt x="4672961" y="94614"/>
                  </a:cubicBezTo>
                  <a:cubicBezTo>
                    <a:pt x="4675501" y="93344"/>
                    <a:pt x="4677406" y="91439"/>
                    <a:pt x="4678676" y="88899"/>
                  </a:cubicBezTo>
                  <a:cubicBezTo>
                    <a:pt x="4680581" y="86359"/>
                    <a:pt x="4681851" y="83819"/>
                    <a:pt x="4682486" y="80644"/>
                  </a:cubicBezTo>
                  <a:cubicBezTo>
                    <a:pt x="4683121" y="77469"/>
                    <a:pt x="4683756" y="74294"/>
                    <a:pt x="4683756" y="70484"/>
                  </a:cubicBezTo>
                  <a:lnTo>
                    <a:pt x="4684391" y="69849"/>
                  </a:lnTo>
                  <a:cubicBezTo>
                    <a:pt x="4684391" y="66039"/>
                    <a:pt x="4684391" y="62229"/>
                    <a:pt x="4683121" y="59054"/>
                  </a:cubicBezTo>
                  <a:cubicBezTo>
                    <a:pt x="4682486" y="55879"/>
                    <a:pt x="4680581" y="53339"/>
                    <a:pt x="4679311" y="50799"/>
                  </a:cubicBezTo>
                  <a:cubicBezTo>
                    <a:pt x="4677406" y="48259"/>
                    <a:pt x="4675501" y="46989"/>
                    <a:pt x="4672961" y="45719"/>
                  </a:cubicBezTo>
                  <a:cubicBezTo>
                    <a:pt x="4670421" y="44449"/>
                    <a:pt x="4667881" y="43814"/>
                    <a:pt x="4664706" y="43814"/>
                  </a:cubicBezTo>
                  <a:close/>
                  <a:moveTo>
                    <a:pt x="4264020" y="43814"/>
                  </a:moveTo>
                  <a:cubicBezTo>
                    <a:pt x="4260845" y="43814"/>
                    <a:pt x="4258305" y="43814"/>
                    <a:pt x="4256400" y="45719"/>
                  </a:cubicBezTo>
                  <a:cubicBezTo>
                    <a:pt x="4253860" y="46989"/>
                    <a:pt x="4251955" y="48894"/>
                    <a:pt x="4250685" y="50799"/>
                  </a:cubicBezTo>
                  <a:cubicBezTo>
                    <a:pt x="4248780" y="53339"/>
                    <a:pt x="4247510" y="55879"/>
                    <a:pt x="4246875" y="59054"/>
                  </a:cubicBezTo>
                  <a:cubicBezTo>
                    <a:pt x="4246240" y="62229"/>
                    <a:pt x="4245605" y="65404"/>
                    <a:pt x="4245605" y="69849"/>
                  </a:cubicBezTo>
                  <a:cubicBezTo>
                    <a:pt x="4245605" y="74294"/>
                    <a:pt x="4245605" y="78104"/>
                    <a:pt x="4246875" y="81279"/>
                  </a:cubicBezTo>
                  <a:cubicBezTo>
                    <a:pt x="4247510" y="84454"/>
                    <a:pt x="4249415" y="87629"/>
                    <a:pt x="4250685" y="89534"/>
                  </a:cubicBezTo>
                  <a:cubicBezTo>
                    <a:pt x="4252590" y="92074"/>
                    <a:pt x="4254495" y="93344"/>
                    <a:pt x="4257035" y="94614"/>
                  </a:cubicBezTo>
                  <a:cubicBezTo>
                    <a:pt x="4259575" y="95884"/>
                    <a:pt x="4262115" y="96519"/>
                    <a:pt x="4264655" y="96519"/>
                  </a:cubicBezTo>
                  <a:cubicBezTo>
                    <a:pt x="4267195" y="96519"/>
                    <a:pt x="4270370" y="95884"/>
                    <a:pt x="4272275" y="94614"/>
                  </a:cubicBezTo>
                  <a:cubicBezTo>
                    <a:pt x="4274815" y="93344"/>
                    <a:pt x="4276720" y="91439"/>
                    <a:pt x="4277990" y="88899"/>
                  </a:cubicBezTo>
                  <a:cubicBezTo>
                    <a:pt x="4279895" y="86359"/>
                    <a:pt x="4281165" y="83819"/>
                    <a:pt x="4281800" y="80644"/>
                  </a:cubicBezTo>
                  <a:cubicBezTo>
                    <a:pt x="4282435" y="77469"/>
                    <a:pt x="4283070" y="74294"/>
                    <a:pt x="4283070" y="70484"/>
                  </a:cubicBezTo>
                  <a:lnTo>
                    <a:pt x="4283705" y="69849"/>
                  </a:lnTo>
                  <a:cubicBezTo>
                    <a:pt x="4283705" y="66039"/>
                    <a:pt x="4283705" y="62229"/>
                    <a:pt x="4282435" y="59054"/>
                  </a:cubicBezTo>
                  <a:cubicBezTo>
                    <a:pt x="4281800" y="55879"/>
                    <a:pt x="4279895" y="53339"/>
                    <a:pt x="4278625" y="50799"/>
                  </a:cubicBezTo>
                  <a:cubicBezTo>
                    <a:pt x="4276720" y="48259"/>
                    <a:pt x="4274815" y="46989"/>
                    <a:pt x="4272275" y="45719"/>
                  </a:cubicBezTo>
                  <a:cubicBezTo>
                    <a:pt x="4269735" y="44449"/>
                    <a:pt x="4267195" y="43814"/>
                    <a:pt x="4264020" y="43814"/>
                  </a:cubicBezTo>
                  <a:close/>
                  <a:moveTo>
                    <a:pt x="1420495" y="43814"/>
                  </a:moveTo>
                  <a:cubicBezTo>
                    <a:pt x="1417320" y="43814"/>
                    <a:pt x="1414780" y="43814"/>
                    <a:pt x="1412875" y="45719"/>
                  </a:cubicBezTo>
                  <a:cubicBezTo>
                    <a:pt x="1410335" y="46989"/>
                    <a:pt x="1408430" y="48894"/>
                    <a:pt x="1407160" y="50799"/>
                  </a:cubicBezTo>
                  <a:cubicBezTo>
                    <a:pt x="1405255" y="53339"/>
                    <a:pt x="1403985" y="55879"/>
                    <a:pt x="1403350" y="59054"/>
                  </a:cubicBezTo>
                  <a:cubicBezTo>
                    <a:pt x="1402715" y="62229"/>
                    <a:pt x="1402080" y="65404"/>
                    <a:pt x="1402080" y="69849"/>
                  </a:cubicBezTo>
                  <a:cubicBezTo>
                    <a:pt x="1402080" y="74294"/>
                    <a:pt x="1402080" y="78104"/>
                    <a:pt x="1403350" y="81279"/>
                  </a:cubicBezTo>
                  <a:cubicBezTo>
                    <a:pt x="1403985" y="84454"/>
                    <a:pt x="1405890" y="87629"/>
                    <a:pt x="1407160" y="89534"/>
                  </a:cubicBezTo>
                  <a:cubicBezTo>
                    <a:pt x="1409065" y="92074"/>
                    <a:pt x="1410970" y="93344"/>
                    <a:pt x="1413510" y="94614"/>
                  </a:cubicBezTo>
                  <a:cubicBezTo>
                    <a:pt x="1416050" y="95884"/>
                    <a:pt x="1418590" y="96519"/>
                    <a:pt x="1421130" y="96519"/>
                  </a:cubicBezTo>
                  <a:cubicBezTo>
                    <a:pt x="1423670" y="96519"/>
                    <a:pt x="1426845" y="95884"/>
                    <a:pt x="1428750" y="94614"/>
                  </a:cubicBezTo>
                  <a:cubicBezTo>
                    <a:pt x="1431290" y="93344"/>
                    <a:pt x="1433195" y="91439"/>
                    <a:pt x="1434465" y="88899"/>
                  </a:cubicBezTo>
                  <a:cubicBezTo>
                    <a:pt x="1436370" y="86359"/>
                    <a:pt x="1437640" y="83819"/>
                    <a:pt x="1438275" y="80644"/>
                  </a:cubicBezTo>
                  <a:cubicBezTo>
                    <a:pt x="1438910" y="77469"/>
                    <a:pt x="1439545" y="74294"/>
                    <a:pt x="1439545" y="70484"/>
                  </a:cubicBezTo>
                  <a:lnTo>
                    <a:pt x="1440180" y="69849"/>
                  </a:lnTo>
                  <a:cubicBezTo>
                    <a:pt x="1440180" y="66039"/>
                    <a:pt x="1440180" y="62229"/>
                    <a:pt x="1438910" y="59054"/>
                  </a:cubicBezTo>
                  <a:cubicBezTo>
                    <a:pt x="1438275" y="55879"/>
                    <a:pt x="1436370" y="53339"/>
                    <a:pt x="1435100" y="50799"/>
                  </a:cubicBezTo>
                  <a:cubicBezTo>
                    <a:pt x="1433195" y="48259"/>
                    <a:pt x="1431290" y="46989"/>
                    <a:pt x="1428750" y="45719"/>
                  </a:cubicBezTo>
                  <a:cubicBezTo>
                    <a:pt x="1426210" y="44449"/>
                    <a:pt x="1423670" y="43814"/>
                    <a:pt x="1420495" y="43814"/>
                  </a:cubicBezTo>
                  <a:close/>
                  <a:moveTo>
                    <a:pt x="4041770" y="43180"/>
                  </a:moveTo>
                  <a:cubicBezTo>
                    <a:pt x="4039230" y="43180"/>
                    <a:pt x="4036690" y="43180"/>
                    <a:pt x="4034785" y="44450"/>
                  </a:cubicBezTo>
                  <a:cubicBezTo>
                    <a:pt x="4032880" y="45085"/>
                    <a:pt x="4030975" y="46355"/>
                    <a:pt x="4029705" y="48260"/>
                  </a:cubicBezTo>
                  <a:cubicBezTo>
                    <a:pt x="4028435" y="50165"/>
                    <a:pt x="4027165" y="52070"/>
                    <a:pt x="4025895" y="54610"/>
                  </a:cubicBezTo>
                  <a:cubicBezTo>
                    <a:pt x="4025260" y="57150"/>
                    <a:pt x="4023990" y="59690"/>
                    <a:pt x="4023990" y="62865"/>
                  </a:cubicBezTo>
                  <a:lnTo>
                    <a:pt x="4060185" y="62865"/>
                  </a:lnTo>
                  <a:cubicBezTo>
                    <a:pt x="4060185" y="62865"/>
                    <a:pt x="4059550" y="57785"/>
                    <a:pt x="4058915" y="55245"/>
                  </a:cubicBezTo>
                  <a:cubicBezTo>
                    <a:pt x="4058280" y="52705"/>
                    <a:pt x="4057010" y="50800"/>
                    <a:pt x="4055740" y="48895"/>
                  </a:cubicBezTo>
                  <a:cubicBezTo>
                    <a:pt x="4054470" y="46990"/>
                    <a:pt x="4052565" y="45720"/>
                    <a:pt x="4050025" y="44450"/>
                  </a:cubicBezTo>
                  <a:cubicBezTo>
                    <a:pt x="4047485" y="43180"/>
                    <a:pt x="4044945" y="43180"/>
                    <a:pt x="4041770" y="43180"/>
                  </a:cubicBezTo>
                  <a:close/>
                  <a:moveTo>
                    <a:pt x="3728081" y="43180"/>
                  </a:moveTo>
                  <a:cubicBezTo>
                    <a:pt x="3725541" y="43180"/>
                    <a:pt x="3723001" y="43180"/>
                    <a:pt x="3721096" y="44450"/>
                  </a:cubicBezTo>
                  <a:cubicBezTo>
                    <a:pt x="3719191" y="45085"/>
                    <a:pt x="3717286" y="46355"/>
                    <a:pt x="3716016" y="48260"/>
                  </a:cubicBezTo>
                  <a:cubicBezTo>
                    <a:pt x="3714746" y="50165"/>
                    <a:pt x="3713476" y="52070"/>
                    <a:pt x="3712206" y="54610"/>
                  </a:cubicBezTo>
                  <a:cubicBezTo>
                    <a:pt x="3711571" y="57150"/>
                    <a:pt x="3710301" y="59690"/>
                    <a:pt x="3710301" y="62865"/>
                  </a:cubicBezTo>
                  <a:lnTo>
                    <a:pt x="3746496" y="62865"/>
                  </a:lnTo>
                  <a:cubicBezTo>
                    <a:pt x="3746496" y="62865"/>
                    <a:pt x="3745861" y="57785"/>
                    <a:pt x="3745226" y="55245"/>
                  </a:cubicBezTo>
                  <a:cubicBezTo>
                    <a:pt x="3744591" y="52705"/>
                    <a:pt x="3743321" y="50800"/>
                    <a:pt x="3742051" y="48895"/>
                  </a:cubicBezTo>
                  <a:cubicBezTo>
                    <a:pt x="3740781" y="46990"/>
                    <a:pt x="3738876" y="45720"/>
                    <a:pt x="3736336" y="44450"/>
                  </a:cubicBezTo>
                  <a:cubicBezTo>
                    <a:pt x="3733796" y="43180"/>
                    <a:pt x="3731256" y="43180"/>
                    <a:pt x="3728081" y="43180"/>
                  </a:cubicBezTo>
                  <a:close/>
                  <a:moveTo>
                    <a:pt x="3541391" y="43180"/>
                  </a:moveTo>
                  <a:cubicBezTo>
                    <a:pt x="3538851" y="43180"/>
                    <a:pt x="3536311" y="43180"/>
                    <a:pt x="3534406" y="44450"/>
                  </a:cubicBezTo>
                  <a:cubicBezTo>
                    <a:pt x="3532501" y="45085"/>
                    <a:pt x="3530596" y="46355"/>
                    <a:pt x="3529326" y="48260"/>
                  </a:cubicBezTo>
                  <a:cubicBezTo>
                    <a:pt x="3528056" y="50165"/>
                    <a:pt x="3526786" y="52070"/>
                    <a:pt x="3525516" y="54610"/>
                  </a:cubicBezTo>
                  <a:cubicBezTo>
                    <a:pt x="3524881" y="57150"/>
                    <a:pt x="3524246" y="59690"/>
                    <a:pt x="3523611" y="62865"/>
                  </a:cubicBezTo>
                  <a:lnTo>
                    <a:pt x="3559806" y="62865"/>
                  </a:lnTo>
                  <a:cubicBezTo>
                    <a:pt x="3559806" y="62865"/>
                    <a:pt x="3559171" y="57785"/>
                    <a:pt x="3558536" y="55245"/>
                  </a:cubicBezTo>
                  <a:cubicBezTo>
                    <a:pt x="3557901" y="52705"/>
                    <a:pt x="3556631" y="50800"/>
                    <a:pt x="3555361" y="48895"/>
                  </a:cubicBezTo>
                  <a:cubicBezTo>
                    <a:pt x="3554091" y="46990"/>
                    <a:pt x="3552186" y="45720"/>
                    <a:pt x="3549646" y="44450"/>
                  </a:cubicBezTo>
                  <a:cubicBezTo>
                    <a:pt x="3547106" y="43180"/>
                    <a:pt x="3544566" y="43180"/>
                    <a:pt x="3541391" y="43180"/>
                  </a:cubicBezTo>
                  <a:close/>
                  <a:moveTo>
                    <a:pt x="3463285" y="43180"/>
                  </a:moveTo>
                  <a:cubicBezTo>
                    <a:pt x="3461380" y="43180"/>
                    <a:pt x="3459475" y="43180"/>
                    <a:pt x="3458205" y="43815"/>
                  </a:cubicBezTo>
                  <a:cubicBezTo>
                    <a:pt x="3456300" y="43815"/>
                    <a:pt x="3455030" y="45085"/>
                    <a:pt x="3453125" y="45720"/>
                  </a:cubicBezTo>
                  <a:cubicBezTo>
                    <a:pt x="3451855" y="46355"/>
                    <a:pt x="3449950" y="47625"/>
                    <a:pt x="3448680" y="48895"/>
                  </a:cubicBezTo>
                  <a:cubicBezTo>
                    <a:pt x="3447410" y="50165"/>
                    <a:pt x="3446140" y="51435"/>
                    <a:pt x="3445505" y="52705"/>
                  </a:cubicBezTo>
                  <a:lnTo>
                    <a:pt x="3445505" y="85725"/>
                  </a:lnTo>
                  <a:cubicBezTo>
                    <a:pt x="3445505" y="85725"/>
                    <a:pt x="3447410" y="88265"/>
                    <a:pt x="3448680" y="89535"/>
                  </a:cubicBezTo>
                  <a:cubicBezTo>
                    <a:pt x="3449950" y="90805"/>
                    <a:pt x="3451220" y="92075"/>
                    <a:pt x="3453125" y="92710"/>
                  </a:cubicBezTo>
                  <a:cubicBezTo>
                    <a:pt x="3455030" y="93980"/>
                    <a:pt x="3456300" y="94615"/>
                    <a:pt x="3458205" y="95250"/>
                  </a:cubicBezTo>
                  <a:cubicBezTo>
                    <a:pt x="3460110" y="95250"/>
                    <a:pt x="3462015" y="95885"/>
                    <a:pt x="3463920" y="95885"/>
                  </a:cubicBezTo>
                  <a:cubicBezTo>
                    <a:pt x="3469635" y="95885"/>
                    <a:pt x="3473445" y="93980"/>
                    <a:pt x="3476620" y="89535"/>
                  </a:cubicBezTo>
                  <a:cubicBezTo>
                    <a:pt x="3479795" y="85090"/>
                    <a:pt x="3481065" y="79375"/>
                    <a:pt x="3481065" y="71120"/>
                  </a:cubicBezTo>
                  <a:lnTo>
                    <a:pt x="3480430" y="71755"/>
                  </a:lnTo>
                  <a:cubicBezTo>
                    <a:pt x="3480430" y="62230"/>
                    <a:pt x="3479160" y="54610"/>
                    <a:pt x="3475985" y="50165"/>
                  </a:cubicBezTo>
                  <a:cubicBezTo>
                    <a:pt x="3472810" y="45720"/>
                    <a:pt x="3468365" y="43180"/>
                    <a:pt x="3463285" y="43180"/>
                  </a:cubicBezTo>
                  <a:close/>
                  <a:moveTo>
                    <a:pt x="3343271" y="43180"/>
                  </a:moveTo>
                  <a:cubicBezTo>
                    <a:pt x="3340731" y="43180"/>
                    <a:pt x="3338191" y="43180"/>
                    <a:pt x="3336286" y="44450"/>
                  </a:cubicBezTo>
                  <a:cubicBezTo>
                    <a:pt x="3334381" y="45085"/>
                    <a:pt x="3332476" y="46355"/>
                    <a:pt x="3331206" y="48260"/>
                  </a:cubicBezTo>
                  <a:cubicBezTo>
                    <a:pt x="3329936" y="50165"/>
                    <a:pt x="3328666" y="52070"/>
                    <a:pt x="3327396" y="54610"/>
                  </a:cubicBezTo>
                  <a:cubicBezTo>
                    <a:pt x="3326761" y="57150"/>
                    <a:pt x="3326126" y="59690"/>
                    <a:pt x="3325491" y="62865"/>
                  </a:cubicBezTo>
                  <a:lnTo>
                    <a:pt x="3361686" y="62865"/>
                  </a:lnTo>
                  <a:cubicBezTo>
                    <a:pt x="3361686" y="62865"/>
                    <a:pt x="3361051" y="57785"/>
                    <a:pt x="3360416" y="55245"/>
                  </a:cubicBezTo>
                  <a:cubicBezTo>
                    <a:pt x="3359781" y="52705"/>
                    <a:pt x="3358511" y="50800"/>
                    <a:pt x="3357241" y="48895"/>
                  </a:cubicBezTo>
                  <a:cubicBezTo>
                    <a:pt x="3355971" y="46990"/>
                    <a:pt x="3354066" y="45720"/>
                    <a:pt x="3351526" y="44450"/>
                  </a:cubicBezTo>
                  <a:cubicBezTo>
                    <a:pt x="3348986" y="43180"/>
                    <a:pt x="3346446" y="43180"/>
                    <a:pt x="3343271" y="43180"/>
                  </a:cubicBezTo>
                  <a:close/>
                  <a:moveTo>
                    <a:pt x="2976876" y="43180"/>
                  </a:moveTo>
                  <a:cubicBezTo>
                    <a:pt x="2974336" y="43180"/>
                    <a:pt x="2971796" y="43180"/>
                    <a:pt x="2969891" y="44450"/>
                  </a:cubicBezTo>
                  <a:cubicBezTo>
                    <a:pt x="2967986" y="45085"/>
                    <a:pt x="2966081" y="46355"/>
                    <a:pt x="2964811" y="48260"/>
                  </a:cubicBezTo>
                  <a:cubicBezTo>
                    <a:pt x="2963541" y="50165"/>
                    <a:pt x="2962271" y="52070"/>
                    <a:pt x="2961001" y="54610"/>
                  </a:cubicBezTo>
                  <a:cubicBezTo>
                    <a:pt x="2960366" y="57150"/>
                    <a:pt x="2959731" y="59690"/>
                    <a:pt x="2959096" y="62865"/>
                  </a:cubicBezTo>
                  <a:lnTo>
                    <a:pt x="2995291" y="62865"/>
                  </a:lnTo>
                  <a:cubicBezTo>
                    <a:pt x="2995291" y="62865"/>
                    <a:pt x="2994656" y="57785"/>
                    <a:pt x="2994021" y="55245"/>
                  </a:cubicBezTo>
                  <a:cubicBezTo>
                    <a:pt x="2993386" y="52705"/>
                    <a:pt x="2992116" y="50800"/>
                    <a:pt x="2990846" y="48895"/>
                  </a:cubicBezTo>
                  <a:cubicBezTo>
                    <a:pt x="2989576" y="46990"/>
                    <a:pt x="2987671" y="45720"/>
                    <a:pt x="2985131" y="44450"/>
                  </a:cubicBezTo>
                  <a:cubicBezTo>
                    <a:pt x="2982591" y="43180"/>
                    <a:pt x="2980051" y="43180"/>
                    <a:pt x="2976876" y="43180"/>
                  </a:cubicBezTo>
                  <a:close/>
                  <a:moveTo>
                    <a:pt x="2527930" y="43180"/>
                  </a:moveTo>
                  <a:cubicBezTo>
                    <a:pt x="2525390" y="43180"/>
                    <a:pt x="2522850" y="43180"/>
                    <a:pt x="2520945" y="44450"/>
                  </a:cubicBezTo>
                  <a:cubicBezTo>
                    <a:pt x="2519040" y="45085"/>
                    <a:pt x="2517135" y="46355"/>
                    <a:pt x="2515865" y="48260"/>
                  </a:cubicBezTo>
                  <a:cubicBezTo>
                    <a:pt x="2514595" y="50165"/>
                    <a:pt x="2513325" y="52070"/>
                    <a:pt x="2512055" y="54610"/>
                  </a:cubicBezTo>
                  <a:cubicBezTo>
                    <a:pt x="2511420" y="57150"/>
                    <a:pt x="2510150" y="59690"/>
                    <a:pt x="2510150" y="62865"/>
                  </a:cubicBezTo>
                  <a:lnTo>
                    <a:pt x="2546345" y="62865"/>
                  </a:lnTo>
                  <a:cubicBezTo>
                    <a:pt x="2546345" y="62865"/>
                    <a:pt x="2545710" y="57785"/>
                    <a:pt x="2545075" y="55245"/>
                  </a:cubicBezTo>
                  <a:cubicBezTo>
                    <a:pt x="2544440" y="52705"/>
                    <a:pt x="2543170" y="50800"/>
                    <a:pt x="2541900" y="48895"/>
                  </a:cubicBezTo>
                  <a:cubicBezTo>
                    <a:pt x="2540630" y="46990"/>
                    <a:pt x="2538725" y="45720"/>
                    <a:pt x="2536185" y="44450"/>
                  </a:cubicBezTo>
                  <a:cubicBezTo>
                    <a:pt x="2533645" y="43180"/>
                    <a:pt x="2531105" y="43180"/>
                    <a:pt x="2527930" y="43180"/>
                  </a:cubicBezTo>
                  <a:close/>
                  <a:moveTo>
                    <a:pt x="2214240" y="43180"/>
                  </a:moveTo>
                  <a:cubicBezTo>
                    <a:pt x="2211700" y="43180"/>
                    <a:pt x="2209160" y="43180"/>
                    <a:pt x="2207255" y="44450"/>
                  </a:cubicBezTo>
                  <a:cubicBezTo>
                    <a:pt x="2205350" y="45085"/>
                    <a:pt x="2203445" y="46355"/>
                    <a:pt x="2202175" y="48260"/>
                  </a:cubicBezTo>
                  <a:cubicBezTo>
                    <a:pt x="2200905" y="50165"/>
                    <a:pt x="2199635" y="52070"/>
                    <a:pt x="2198365" y="54610"/>
                  </a:cubicBezTo>
                  <a:cubicBezTo>
                    <a:pt x="2197730" y="57150"/>
                    <a:pt x="2196460" y="59690"/>
                    <a:pt x="2196460" y="62865"/>
                  </a:cubicBezTo>
                  <a:lnTo>
                    <a:pt x="2232655" y="62865"/>
                  </a:lnTo>
                  <a:cubicBezTo>
                    <a:pt x="2232655" y="62865"/>
                    <a:pt x="2232020" y="57785"/>
                    <a:pt x="2231385" y="55245"/>
                  </a:cubicBezTo>
                  <a:cubicBezTo>
                    <a:pt x="2230750" y="52705"/>
                    <a:pt x="2229480" y="50800"/>
                    <a:pt x="2228210" y="48895"/>
                  </a:cubicBezTo>
                  <a:cubicBezTo>
                    <a:pt x="2226940" y="46990"/>
                    <a:pt x="2225035" y="45720"/>
                    <a:pt x="2222495" y="44450"/>
                  </a:cubicBezTo>
                  <a:cubicBezTo>
                    <a:pt x="2219955" y="43180"/>
                    <a:pt x="2217415" y="43180"/>
                    <a:pt x="2214240" y="43180"/>
                  </a:cubicBezTo>
                  <a:close/>
                  <a:moveTo>
                    <a:pt x="2027551" y="43180"/>
                  </a:moveTo>
                  <a:cubicBezTo>
                    <a:pt x="2025011" y="43180"/>
                    <a:pt x="2022471" y="43180"/>
                    <a:pt x="2020566" y="44450"/>
                  </a:cubicBezTo>
                  <a:cubicBezTo>
                    <a:pt x="2018661" y="45085"/>
                    <a:pt x="2016756" y="46355"/>
                    <a:pt x="2015486" y="48260"/>
                  </a:cubicBezTo>
                  <a:cubicBezTo>
                    <a:pt x="2014216" y="50165"/>
                    <a:pt x="2012946" y="52070"/>
                    <a:pt x="2011676" y="54610"/>
                  </a:cubicBezTo>
                  <a:cubicBezTo>
                    <a:pt x="2011041" y="57150"/>
                    <a:pt x="2010406" y="59690"/>
                    <a:pt x="2009771" y="62865"/>
                  </a:cubicBezTo>
                  <a:lnTo>
                    <a:pt x="2045966" y="62865"/>
                  </a:lnTo>
                  <a:cubicBezTo>
                    <a:pt x="2045966" y="62865"/>
                    <a:pt x="2045331" y="57785"/>
                    <a:pt x="2044696" y="55245"/>
                  </a:cubicBezTo>
                  <a:cubicBezTo>
                    <a:pt x="2044061" y="52705"/>
                    <a:pt x="2042791" y="50800"/>
                    <a:pt x="2041521" y="48895"/>
                  </a:cubicBezTo>
                  <a:cubicBezTo>
                    <a:pt x="2040251" y="46990"/>
                    <a:pt x="2038346" y="45720"/>
                    <a:pt x="2035806" y="44450"/>
                  </a:cubicBezTo>
                  <a:cubicBezTo>
                    <a:pt x="2033266" y="43180"/>
                    <a:pt x="2030726" y="43180"/>
                    <a:pt x="2027551" y="43180"/>
                  </a:cubicBezTo>
                  <a:close/>
                  <a:moveTo>
                    <a:pt x="1949445" y="43180"/>
                  </a:moveTo>
                  <a:cubicBezTo>
                    <a:pt x="1947540" y="43180"/>
                    <a:pt x="1945635" y="43180"/>
                    <a:pt x="1944365" y="43815"/>
                  </a:cubicBezTo>
                  <a:cubicBezTo>
                    <a:pt x="1942460" y="43815"/>
                    <a:pt x="1941190" y="45085"/>
                    <a:pt x="1939285" y="45720"/>
                  </a:cubicBezTo>
                  <a:cubicBezTo>
                    <a:pt x="1938015" y="46355"/>
                    <a:pt x="1936110" y="47625"/>
                    <a:pt x="1934840" y="48895"/>
                  </a:cubicBezTo>
                  <a:cubicBezTo>
                    <a:pt x="1933570" y="50165"/>
                    <a:pt x="1932300" y="51435"/>
                    <a:pt x="1931665" y="52705"/>
                  </a:cubicBezTo>
                  <a:lnTo>
                    <a:pt x="1931665" y="85725"/>
                  </a:lnTo>
                  <a:cubicBezTo>
                    <a:pt x="1931665" y="85725"/>
                    <a:pt x="1933570" y="88265"/>
                    <a:pt x="1934840" y="89535"/>
                  </a:cubicBezTo>
                  <a:cubicBezTo>
                    <a:pt x="1936110" y="90805"/>
                    <a:pt x="1937380" y="92075"/>
                    <a:pt x="1939285" y="92710"/>
                  </a:cubicBezTo>
                  <a:cubicBezTo>
                    <a:pt x="1941190" y="93980"/>
                    <a:pt x="1942460" y="94615"/>
                    <a:pt x="1944365" y="95250"/>
                  </a:cubicBezTo>
                  <a:cubicBezTo>
                    <a:pt x="1946270" y="95250"/>
                    <a:pt x="1948175" y="95885"/>
                    <a:pt x="1950080" y="95885"/>
                  </a:cubicBezTo>
                  <a:cubicBezTo>
                    <a:pt x="1955795" y="95885"/>
                    <a:pt x="1959605" y="93980"/>
                    <a:pt x="1962780" y="89535"/>
                  </a:cubicBezTo>
                  <a:cubicBezTo>
                    <a:pt x="1965955" y="85090"/>
                    <a:pt x="1967225" y="79375"/>
                    <a:pt x="1967225" y="71120"/>
                  </a:cubicBezTo>
                  <a:lnTo>
                    <a:pt x="1966590" y="71755"/>
                  </a:lnTo>
                  <a:cubicBezTo>
                    <a:pt x="1966590" y="62230"/>
                    <a:pt x="1965320" y="54610"/>
                    <a:pt x="1962145" y="50165"/>
                  </a:cubicBezTo>
                  <a:cubicBezTo>
                    <a:pt x="1958970" y="45720"/>
                    <a:pt x="1954525" y="43180"/>
                    <a:pt x="1949445" y="43180"/>
                  </a:cubicBezTo>
                  <a:close/>
                  <a:moveTo>
                    <a:pt x="1829431" y="43180"/>
                  </a:moveTo>
                  <a:cubicBezTo>
                    <a:pt x="1826891" y="43180"/>
                    <a:pt x="1824351" y="43180"/>
                    <a:pt x="1822446" y="44450"/>
                  </a:cubicBezTo>
                  <a:cubicBezTo>
                    <a:pt x="1820541" y="45085"/>
                    <a:pt x="1818636" y="46355"/>
                    <a:pt x="1817366" y="48260"/>
                  </a:cubicBezTo>
                  <a:cubicBezTo>
                    <a:pt x="1816096" y="50165"/>
                    <a:pt x="1814826" y="52070"/>
                    <a:pt x="1813556" y="54610"/>
                  </a:cubicBezTo>
                  <a:cubicBezTo>
                    <a:pt x="1812921" y="57150"/>
                    <a:pt x="1811651" y="59690"/>
                    <a:pt x="1811651" y="62865"/>
                  </a:cubicBezTo>
                  <a:lnTo>
                    <a:pt x="1847846" y="62865"/>
                  </a:lnTo>
                  <a:cubicBezTo>
                    <a:pt x="1847846" y="62865"/>
                    <a:pt x="1847211" y="57785"/>
                    <a:pt x="1846576" y="55245"/>
                  </a:cubicBezTo>
                  <a:cubicBezTo>
                    <a:pt x="1845941" y="52705"/>
                    <a:pt x="1844671" y="50800"/>
                    <a:pt x="1843401" y="48895"/>
                  </a:cubicBezTo>
                  <a:cubicBezTo>
                    <a:pt x="1842131" y="46990"/>
                    <a:pt x="1840226" y="45720"/>
                    <a:pt x="1837686" y="44450"/>
                  </a:cubicBezTo>
                  <a:cubicBezTo>
                    <a:pt x="1835146" y="43180"/>
                    <a:pt x="1832606" y="43180"/>
                    <a:pt x="1829431" y="43180"/>
                  </a:cubicBezTo>
                  <a:close/>
                  <a:moveTo>
                    <a:pt x="1178561" y="43180"/>
                  </a:moveTo>
                  <a:cubicBezTo>
                    <a:pt x="1176021" y="43180"/>
                    <a:pt x="1173481" y="43180"/>
                    <a:pt x="1171576" y="44450"/>
                  </a:cubicBezTo>
                  <a:cubicBezTo>
                    <a:pt x="1169671" y="45085"/>
                    <a:pt x="1167766" y="46355"/>
                    <a:pt x="1166496" y="48260"/>
                  </a:cubicBezTo>
                  <a:cubicBezTo>
                    <a:pt x="1165226" y="50165"/>
                    <a:pt x="1163956" y="52070"/>
                    <a:pt x="1162686" y="54610"/>
                  </a:cubicBezTo>
                  <a:cubicBezTo>
                    <a:pt x="1162051" y="57150"/>
                    <a:pt x="1160781" y="59690"/>
                    <a:pt x="1160781" y="62865"/>
                  </a:cubicBezTo>
                  <a:lnTo>
                    <a:pt x="1196976" y="62865"/>
                  </a:lnTo>
                  <a:cubicBezTo>
                    <a:pt x="1196976" y="62865"/>
                    <a:pt x="1196341" y="57785"/>
                    <a:pt x="1195706" y="55245"/>
                  </a:cubicBezTo>
                  <a:cubicBezTo>
                    <a:pt x="1195071" y="52705"/>
                    <a:pt x="1193801" y="50800"/>
                    <a:pt x="1192531" y="48895"/>
                  </a:cubicBezTo>
                  <a:cubicBezTo>
                    <a:pt x="1191261" y="46990"/>
                    <a:pt x="1189356" y="45720"/>
                    <a:pt x="1186816" y="44450"/>
                  </a:cubicBezTo>
                  <a:cubicBezTo>
                    <a:pt x="1184276" y="43180"/>
                    <a:pt x="1181736" y="43180"/>
                    <a:pt x="1178561" y="43180"/>
                  </a:cubicBezTo>
                  <a:close/>
                  <a:moveTo>
                    <a:pt x="898525" y="43180"/>
                  </a:moveTo>
                  <a:cubicBezTo>
                    <a:pt x="895985" y="43180"/>
                    <a:pt x="893445" y="43180"/>
                    <a:pt x="891540" y="44450"/>
                  </a:cubicBezTo>
                  <a:cubicBezTo>
                    <a:pt x="889635" y="45085"/>
                    <a:pt x="887730" y="46355"/>
                    <a:pt x="886460" y="48260"/>
                  </a:cubicBezTo>
                  <a:cubicBezTo>
                    <a:pt x="885190" y="50165"/>
                    <a:pt x="883920" y="52070"/>
                    <a:pt x="882650" y="54610"/>
                  </a:cubicBezTo>
                  <a:cubicBezTo>
                    <a:pt x="882015" y="57150"/>
                    <a:pt x="881380" y="59690"/>
                    <a:pt x="880745" y="62865"/>
                  </a:cubicBezTo>
                  <a:lnTo>
                    <a:pt x="916940" y="62865"/>
                  </a:lnTo>
                  <a:cubicBezTo>
                    <a:pt x="916940" y="62865"/>
                    <a:pt x="916305" y="57785"/>
                    <a:pt x="915670" y="55245"/>
                  </a:cubicBezTo>
                  <a:cubicBezTo>
                    <a:pt x="915035" y="52705"/>
                    <a:pt x="913765" y="50800"/>
                    <a:pt x="912495" y="48895"/>
                  </a:cubicBezTo>
                  <a:cubicBezTo>
                    <a:pt x="911225" y="46990"/>
                    <a:pt x="909320" y="45720"/>
                    <a:pt x="906780" y="44450"/>
                  </a:cubicBezTo>
                  <a:cubicBezTo>
                    <a:pt x="904240" y="43180"/>
                    <a:pt x="901700" y="43180"/>
                    <a:pt x="898525" y="43180"/>
                  </a:cubicBezTo>
                  <a:close/>
                  <a:moveTo>
                    <a:pt x="584834" y="43180"/>
                  </a:moveTo>
                  <a:cubicBezTo>
                    <a:pt x="582294" y="43180"/>
                    <a:pt x="579754" y="43180"/>
                    <a:pt x="577849" y="44450"/>
                  </a:cubicBezTo>
                  <a:cubicBezTo>
                    <a:pt x="575944" y="45085"/>
                    <a:pt x="574039" y="46355"/>
                    <a:pt x="572769" y="48260"/>
                  </a:cubicBezTo>
                  <a:cubicBezTo>
                    <a:pt x="571499" y="50165"/>
                    <a:pt x="570229" y="52070"/>
                    <a:pt x="568959" y="54610"/>
                  </a:cubicBezTo>
                  <a:cubicBezTo>
                    <a:pt x="568324" y="57150"/>
                    <a:pt x="567689" y="59690"/>
                    <a:pt x="567054" y="62865"/>
                  </a:cubicBezTo>
                  <a:lnTo>
                    <a:pt x="603249" y="62865"/>
                  </a:lnTo>
                  <a:cubicBezTo>
                    <a:pt x="603249" y="62865"/>
                    <a:pt x="602614" y="57785"/>
                    <a:pt x="601979" y="55245"/>
                  </a:cubicBezTo>
                  <a:cubicBezTo>
                    <a:pt x="601344" y="52705"/>
                    <a:pt x="600074" y="50800"/>
                    <a:pt x="598804" y="48895"/>
                  </a:cubicBezTo>
                  <a:cubicBezTo>
                    <a:pt x="597534" y="46990"/>
                    <a:pt x="595629" y="45720"/>
                    <a:pt x="593089" y="44450"/>
                  </a:cubicBezTo>
                  <a:cubicBezTo>
                    <a:pt x="590549" y="43180"/>
                    <a:pt x="588009" y="43180"/>
                    <a:pt x="584834" y="43180"/>
                  </a:cubicBezTo>
                  <a:close/>
                  <a:moveTo>
                    <a:pt x="398145" y="43180"/>
                  </a:moveTo>
                  <a:cubicBezTo>
                    <a:pt x="395605" y="43180"/>
                    <a:pt x="393065" y="43180"/>
                    <a:pt x="391160" y="44450"/>
                  </a:cubicBezTo>
                  <a:cubicBezTo>
                    <a:pt x="389255" y="45085"/>
                    <a:pt x="387350" y="46355"/>
                    <a:pt x="386080" y="48260"/>
                  </a:cubicBezTo>
                  <a:cubicBezTo>
                    <a:pt x="384810" y="50165"/>
                    <a:pt x="383540" y="52070"/>
                    <a:pt x="382270" y="54610"/>
                  </a:cubicBezTo>
                  <a:cubicBezTo>
                    <a:pt x="381635" y="57150"/>
                    <a:pt x="380365" y="59690"/>
                    <a:pt x="380365" y="62865"/>
                  </a:cubicBezTo>
                  <a:lnTo>
                    <a:pt x="416560" y="62865"/>
                  </a:lnTo>
                  <a:cubicBezTo>
                    <a:pt x="416560" y="62865"/>
                    <a:pt x="415925" y="57785"/>
                    <a:pt x="415290" y="55245"/>
                  </a:cubicBezTo>
                  <a:cubicBezTo>
                    <a:pt x="414655" y="52705"/>
                    <a:pt x="413385" y="50800"/>
                    <a:pt x="412115" y="48895"/>
                  </a:cubicBezTo>
                  <a:cubicBezTo>
                    <a:pt x="410845" y="46990"/>
                    <a:pt x="408940" y="45720"/>
                    <a:pt x="406400" y="44450"/>
                  </a:cubicBezTo>
                  <a:cubicBezTo>
                    <a:pt x="403860" y="43180"/>
                    <a:pt x="401320" y="43180"/>
                    <a:pt x="398145" y="43180"/>
                  </a:cubicBezTo>
                  <a:close/>
                  <a:moveTo>
                    <a:pt x="320039" y="43180"/>
                  </a:moveTo>
                  <a:cubicBezTo>
                    <a:pt x="318134" y="43180"/>
                    <a:pt x="316229" y="43180"/>
                    <a:pt x="314959" y="43815"/>
                  </a:cubicBezTo>
                  <a:cubicBezTo>
                    <a:pt x="313054" y="43815"/>
                    <a:pt x="311784" y="45085"/>
                    <a:pt x="309879" y="45720"/>
                  </a:cubicBezTo>
                  <a:cubicBezTo>
                    <a:pt x="308609" y="46355"/>
                    <a:pt x="306704" y="47625"/>
                    <a:pt x="305434" y="48895"/>
                  </a:cubicBezTo>
                  <a:cubicBezTo>
                    <a:pt x="304164" y="50165"/>
                    <a:pt x="302894" y="51435"/>
                    <a:pt x="302259" y="52705"/>
                  </a:cubicBezTo>
                  <a:lnTo>
                    <a:pt x="302259" y="85725"/>
                  </a:lnTo>
                  <a:cubicBezTo>
                    <a:pt x="302259" y="85725"/>
                    <a:pt x="304164" y="88265"/>
                    <a:pt x="305434" y="89535"/>
                  </a:cubicBezTo>
                  <a:cubicBezTo>
                    <a:pt x="306704" y="90805"/>
                    <a:pt x="307974" y="92075"/>
                    <a:pt x="309879" y="92710"/>
                  </a:cubicBezTo>
                  <a:cubicBezTo>
                    <a:pt x="311784" y="93980"/>
                    <a:pt x="313054" y="94615"/>
                    <a:pt x="314959" y="95250"/>
                  </a:cubicBezTo>
                  <a:cubicBezTo>
                    <a:pt x="316864" y="95250"/>
                    <a:pt x="318769" y="95885"/>
                    <a:pt x="320674" y="95885"/>
                  </a:cubicBezTo>
                  <a:cubicBezTo>
                    <a:pt x="326389" y="95885"/>
                    <a:pt x="330199" y="93980"/>
                    <a:pt x="333374" y="89535"/>
                  </a:cubicBezTo>
                  <a:cubicBezTo>
                    <a:pt x="336549" y="85090"/>
                    <a:pt x="337819" y="79375"/>
                    <a:pt x="337819" y="71120"/>
                  </a:cubicBezTo>
                  <a:lnTo>
                    <a:pt x="337184" y="71755"/>
                  </a:lnTo>
                  <a:cubicBezTo>
                    <a:pt x="337184" y="62230"/>
                    <a:pt x="335914" y="54610"/>
                    <a:pt x="332739" y="50165"/>
                  </a:cubicBezTo>
                  <a:cubicBezTo>
                    <a:pt x="329564" y="45720"/>
                    <a:pt x="325119" y="43180"/>
                    <a:pt x="320039" y="43180"/>
                  </a:cubicBezTo>
                  <a:close/>
                  <a:moveTo>
                    <a:pt x="200025" y="43180"/>
                  </a:moveTo>
                  <a:cubicBezTo>
                    <a:pt x="197485" y="43180"/>
                    <a:pt x="194945" y="43180"/>
                    <a:pt x="193040" y="44450"/>
                  </a:cubicBezTo>
                  <a:cubicBezTo>
                    <a:pt x="191135" y="45085"/>
                    <a:pt x="189230" y="46355"/>
                    <a:pt x="187960" y="48260"/>
                  </a:cubicBezTo>
                  <a:cubicBezTo>
                    <a:pt x="186690" y="50165"/>
                    <a:pt x="185420" y="52070"/>
                    <a:pt x="184150" y="54610"/>
                  </a:cubicBezTo>
                  <a:cubicBezTo>
                    <a:pt x="183515" y="57150"/>
                    <a:pt x="182880" y="59690"/>
                    <a:pt x="182245" y="62865"/>
                  </a:cubicBezTo>
                  <a:lnTo>
                    <a:pt x="218440" y="62865"/>
                  </a:lnTo>
                  <a:cubicBezTo>
                    <a:pt x="218440" y="62865"/>
                    <a:pt x="217805" y="57785"/>
                    <a:pt x="217170" y="55245"/>
                  </a:cubicBezTo>
                  <a:cubicBezTo>
                    <a:pt x="216535" y="52705"/>
                    <a:pt x="215265" y="50800"/>
                    <a:pt x="213995" y="48895"/>
                  </a:cubicBezTo>
                  <a:cubicBezTo>
                    <a:pt x="212725" y="46990"/>
                    <a:pt x="210820" y="45720"/>
                    <a:pt x="208280" y="44450"/>
                  </a:cubicBezTo>
                  <a:cubicBezTo>
                    <a:pt x="205740" y="43180"/>
                    <a:pt x="203200" y="43180"/>
                    <a:pt x="200025" y="43180"/>
                  </a:cubicBezTo>
                  <a:close/>
                  <a:moveTo>
                    <a:pt x="4439281" y="43179"/>
                  </a:moveTo>
                  <a:cubicBezTo>
                    <a:pt x="4433566" y="43179"/>
                    <a:pt x="4429756" y="45084"/>
                    <a:pt x="4426581" y="49529"/>
                  </a:cubicBezTo>
                  <a:cubicBezTo>
                    <a:pt x="4423406" y="53974"/>
                    <a:pt x="4422136" y="59689"/>
                    <a:pt x="4422136" y="67944"/>
                  </a:cubicBezTo>
                  <a:cubicBezTo>
                    <a:pt x="4422136" y="73024"/>
                    <a:pt x="4422136" y="76834"/>
                    <a:pt x="4423406" y="80644"/>
                  </a:cubicBezTo>
                  <a:cubicBezTo>
                    <a:pt x="4424041" y="84454"/>
                    <a:pt x="4425311" y="86994"/>
                    <a:pt x="4426581" y="89534"/>
                  </a:cubicBezTo>
                  <a:cubicBezTo>
                    <a:pt x="4427851" y="92074"/>
                    <a:pt x="4429756" y="93344"/>
                    <a:pt x="4432296" y="94614"/>
                  </a:cubicBezTo>
                  <a:cubicBezTo>
                    <a:pt x="4434201" y="95884"/>
                    <a:pt x="4436741" y="96519"/>
                    <a:pt x="4439916" y="96519"/>
                  </a:cubicBezTo>
                  <a:cubicBezTo>
                    <a:pt x="4441821" y="96519"/>
                    <a:pt x="4443726" y="96519"/>
                    <a:pt x="4444996" y="95884"/>
                  </a:cubicBezTo>
                  <a:cubicBezTo>
                    <a:pt x="4446901" y="95884"/>
                    <a:pt x="4448171" y="94614"/>
                    <a:pt x="4450076" y="93344"/>
                  </a:cubicBezTo>
                  <a:cubicBezTo>
                    <a:pt x="4451346" y="92709"/>
                    <a:pt x="4453251" y="91439"/>
                    <a:pt x="4454521" y="90169"/>
                  </a:cubicBezTo>
                  <a:cubicBezTo>
                    <a:pt x="4455791" y="88899"/>
                    <a:pt x="4457061" y="87629"/>
                    <a:pt x="4457696" y="86359"/>
                  </a:cubicBezTo>
                  <a:lnTo>
                    <a:pt x="4457696" y="53339"/>
                  </a:lnTo>
                  <a:cubicBezTo>
                    <a:pt x="4457696" y="53339"/>
                    <a:pt x="4455791" y="50799"/>
                    <a:pt x="4454521" y="49529"/>
                  </a:cubicBezTo>
                  <a:cubicBezTo>
                    <a:pt x="4453251" y="48259"/>
                    <a:pt x="4451981" y="46989"/>
                    <a:pt x="4450076" y="46354"/>
                  </a:cubicBezTo>
                  <a:cubicBezTo>
                    <a:pt x="4448806" y="45084"/>
                    <a:pt x="4446901" y="44449"/>
                    <a:pt x="4444996" y="43814"/>
                  </a:cubicBezTo>
                  <a:cubicBezTo>
                    <a:pt x="4443091" y="43814"/>
                    <a:pt x="4441186" y="43179"/>
                    <a:pt x="4439281" y="43179"/>
                  </a:cubicBezTo>
                  <a:close/>
                  <a:moveTo>
                    <a:pt x="1014731" y="43179"/>
                  </a:moveTo>
                  <a:cubicBezTo>
                    <a:pt x="1009016" y="43179"/>
                    <a:pt x="1005206" y="45084"/>
                    <a:pt x="1002032" y="49529"/>
                  </a:cubicBezTo>
                  <a:cubicBezTo>
                    <a:pt x="998856" y="53974"/>
                    <a:pt x="997587" y="59689"/>
                    <a:pt x="997587" y="67944"/>
                  </a:cubicBezTo>
                  <a:cubicBezTo>
                    <a:pt x="997587" y="77469"/>
                    <a:pt x="998856" y="84454"/>
                    <a:pt x="1002032" y="88899"/>
                  </a:cubicBezTo>
                  <a:cubicBezTo>
                    <a:pt x="1005206" y="93979"/>
                    <a:pt x="1009016" y="95884"/>
                    <a:pt x="1015367" y="95884"/>
                  </a:cubicBezTo>
                  <a:cubicBezTo>
                    <a:pt x="1018541" y="95884"/>
                    <a:pt x="1022352" y="95249"/>
                    <a:pt x="1024891" y="93344"/>
                  </a:cubicBezTo>
                  <a:cubicBezTo>
                    <a:pt x="1028067" y="91439"/>
                    <a:pt x="1030607" y="88899"/>
                    <a:pt x="1033147" y="86359"/>
                  </a:cubicBezTo>
                  <a:lnTo>
                    <a:pt x="1033147" y="53339"/>
                  </a:lnTo>
                  <a:cubicBezTo>
                    <a:pt x="1033147" y="53339"/>
                    <a:pt x="1031242" y="50799"/>
                    <a:pt x="1029971" y="49529"/>
                  </a:cubicBezTo>
                  <a:cubicBezTo>
                    <a:pt x="1028702" y="48259"/>
                    <a:pt x="1027431" y="46989"/>
                    <a:pt x="1025526" y="46354"/>
                  </a:cubicBezTo>
                  <a:cubicBezTo>
                    <a:pt x="1023621" y="45084"/>
                    <a:pt x="1022352" y="44449"/>
                    <a:pt x="1020446" y="43814"/>
                  </a:cubicBezTo>
                  <a:cubicBezTo>
                    <a:pt x="1018541" y="43179"/>
                    <a:pt x="1016636" y="43179"/>
                    <a:pt x="1014731" y="43179"/>
                  </a:cubicBezTo>
                  <a:close/>
                  <a:moveTo>
                    <a:pt x="4524370" y="31114"/>
                  </a:moveTo>
                  <a:lnTo>
                    <a:pt x="4538975" y="31114"/>
                  </a:lnTo>
                  <a:lnTo>
                    <a:pt x="4552310" y="84454"/>
                  </a:lnTo>
                  <a:lnTo>
                    <a:pt x="4566915" y="31114"/>
                  </a:lnTo>
                  <a:lnTo>
                    <a:pt x="4579615" y="31114"/>
                  </a:lnTo>
                  <a:lnTo>
                    <a:pt x="4594220" y="84454"/>
                  </a:lnTo>
                  <a:lnTo>
                    <a:pt x="4606920" y="31114"/>
                  </a:lnTo>
                  <a:lnTo>
                    <a:pt x="4622160" y="31114"/>
                  </a:lnTo>
                  <a:lnTo>
                    <a:pt x="4600570" y="108584"/>
                  </a:lnTo>
                  <a:lnTo>
                    <a:pt x="4587235" y="108584"/>
                  </a:lnTo>
                  <a:lnTo>
                    <a:pt x="4572630" y="54609"/>
                  </a:lnTo>
                  <a:lnTo>
                    <a:pt x="4558660" y="108584"/>
                  </a:lnTo>
                  <a:lnTo>
                    <a:pt x="4545325" y="108584"/>
                  </a:lnTo>
                  <a:close/>
                  <a:moveTo>
                    <a:pt x="4123686" y="31114"/>
                  </a:moveTo>
                  <a:lnTo>
                    <a:pt x="4138926" y="31114"/>
                  </a:lnTo>
                  <a:lnTo>
                    <a:pt x="4152261" y="84454"/>
                  </a:lnTo>
                  <a:lnTo>
                    <a:pt x="4166866" y="31114"/>
                  </a:lnTo>
                  <a:lnTo>
                    <a:pt x="4178931" y="31114"/>
                  </a:lnTo>
                  <a:lnTo>
                    <a:pt x="4193536" y="84454"/>
                  </a:lnTo>
                  <a:lnTo>
                    <a:pt x="4206871" y="31114"/>
                  </a:lnTo>
                  <a:lnTo>
                    <a:pt x="4222111" y="31114"/>
                  </a:lnTo>
                  <a:lnTo>
                    <a:pt x="4200521" y="108584"/>
                  </a:lnTo>
                  <a:lnTo>
                    <a:pt x="4187186" y="108584"/>
                  </a:lnTo>
                  <a:lnTo>
                    <a:pt x="4172581" y="54609"/>
                  </a:lnTo>
                  <a:lnTo>
                    <a:pt x="4157976" y="108584"/>
                  </a:lnTo>
                  <a:lnTo>
                    <a:pt x="4145276" y="108584"/>
                  </a:lnTo>
                  <a:close/>
                  <a:moveTo>
                    <a:pt x="2837811" y="31114"/>
                  </a:moveTo>
                  <a:lnTo>
                    <a:pt x="2852416" y="31114"/>
                  </a:lnTo>
                  <a:lnTo>
                    <a:pt x="2865751" y="84454"/>
                  </a:lnTo>
                  <a:lnTo>
                    <a:pt x="2880356" y="31114"/>
                  </a:lnTo>
                  <a:lnTo>
                    <a:pt x="2893056" y="31114"/>
                  </a:lnTo>
                  <a:lnTo>
                    <a:pt x="2907661" y="84454"/>
                  </a:lnTo>
                  <a:lnTo>
                    <a:pt x="2920361" y="31114"/>
                  </a:lnTo>
                  <a:lnTo>
                    <a:pt x="2935601" y="31114"/>
                  </a:lnTo>
                  <a:lnTo>
                    <a:pt x="2914011" y="108584"/>
                  </a:lnTo>
                  <a:lnTo>
                    <a:pt x="2900676" y="108584"/>
                  </a:lnTo>
                  <a:lnTo>
                    <a:pt x="2886706" y="54609"/>
                  </a:lnTo>
                  <a:lnTo>
                    <a:pt x="2872101" y="108584"/>
                  </a:lnTo>
                  <a:lnTo>
                    <a:pt x="2858766" y="108584"/>
                  </a:lnTo>
                  <a:close/>
                  <a:moveTo>
                    <a:pt x="1354455" y="31114"/>
                  </a:moveTo>
                  <a:lnTo>
                    <a:pt x="1369695" y="31114"/>
                  </a:lnTo>
                  <a:lnTo>
                    <a:pt x="1369695" y="109219"/>
                  </a:lnTo>
                  <a:lnTo>
                    <a:pt x="1354455" y="109219"/>
                  </a:lnTo>
                  <a:close/>
                  <a:moveTo>
                    <a:pt x="2646040" y="29844"/>
                  </a:moveTo>
                  <a:cubicBezTo>
                    <a:pt x="2650485" y="29844"/>
                    <a:pt x="2654295" y="29844"/>
                    <a:pt x="2658105" y="31749"/>
                  </a:cubicBezTo>
                  <a:cubicBezTo>
                    <a:pt x="2661915" y="33019"/>
                    <a:pt x="2665090" y="34289"/>
                    <a:pt x="2667630" y="36829"/>
                  </a:cubicBezTo>
                  <a:cubicBezTo>
                    <a:pt x="2670170" y="38734"/>
                    <a:pt x="2672075" y="41909"/>
                    <a:pt x="2673345" y="45084"/>
                  </a:cubicBezTo>
                  <a:cubicBezTo>
                    <a:pt x="2674615" y="48259"/>
                    <a:pt x="2675250" y="52069"/>
                    <a:pt x="2675250" y="56514"/>
                  </a:cubicBezTo>
                  <a:lnTo>
                    <a:pt x="2675250" y="109854"/>
                  </a:lnTo>
                  <a:lnTo>
                    <a:pt x="2660010" y="109854"/>
                  </a:lnTo>
                  <a:lnTo>
                    <a:pt x="2660010" y="108584"/>
                  </a:lnTo>
                  <a:lnTo>
                    <a:pt x="2660010" y="100964"/>
                  </a:lnTo>
                  <a:cubicBezTo>
                    <a:pt x="2660010" y="100964"/>
                    <a:pt x="2656200" y="104139"/>
                    <a:pt x="2654930" y="104774"/>
                  </a:cubicBezTo>
                  <a:cubicBezTo>
                    <a:pt x="2653660" y="105409"/>
                    <a:pt x="2652390" y="106679"/>
                    <a:pt x="2651120" y="107314"/>
                  </a:cubicBezTo>
                  <a:cubicBezTo>
                    <a:pt x="2649850" y="107949"/>
                    <a:pt x="2647945" y="108584"/>
                    <a:pt x="2646040" y="109219"/>
                  </a:cubicBezTo>
                  <a:cubicBezTo>
                    <a:pt x="2644135" y="109219"/>
                    <a:pt x="2641595" y="109854"/>
                    <a:pt x="2639055" y="109854"/>
                  </a:cubicBezTo>
                  <a:cubicBezTo>
                    <a:pt x="2635880" y="109854"/>
                    <a:pt x="2632705" y="109854"/>
                    <a:pt x="2629530" y="108584"/>
                  </a:cubicBezTo>
                  <a:cubicBezTo>
                    <a:pt x="2626355" y="107949"/>
                    <a:pt x="2623180" y="106044"/>
                    <a:pt x="2620640" y="104139"/>
                  </a:cubicBezTo>
                  <a:cubicBezTo>
                    <a:pt x="2618100" y="102234"/>
                    <a:pt x="2616195" y="99059"/>
                    <a:pt x="2614290" y="95884"/>
                  </a:cubicBezTo>
                  <a:cubicBezTo>
                    <a:pt x="2612385" y="92709"/>
                    <a:pt x="2611750" y="88264"/>
                    <a:pt x="2611750" y="83819"/>
                  </a:cubicBezTo>
                  <a:cubicBezTo>
                    <a:pt x="2611750" y="79374"/>
                    <a:pt x="2612385" y="75564"/>
                    <a:pt x="2614290" y="72389"/>
                  </a:cubicBezTo>
                  <a:cubicBezTo>
                    <a:pt x="2615560" y="69214"/>
                    <a:pt x="2618100" y="66674"/>
                    <a:pt x="2620640" y="64769"/>
                  </a:cubicBezTo>
                  <a:cubicBezTo>
                    <a:pt x="2623180" y="62864"/>
                    <a:pt x="2626990" y="60959"/>
                    <a:pt x="2630800" y="60324"/>
                  </a:cubicBezTo>
                  <a:cubicBezTo>
                    <a:pt x="2634610" y="59054"/>
                    <a:pt x="2638420" y="59054"/>
                    <a:pt x="2642865" y="59054"/>
                  </a:cubicBezTo>
                  <a:cubicBezTo>
                    <a:pt x="2646675" y="59054"/>
                    <a:pt x="2650485" y="59054"/>
                    <a:pt x="2653025" y="59689"/>
                  </a:cubicBezTo>
                  <a:cubicBezTo>
                    <a:pt x="2655565" y="59689"/>
                    <a:pt x="2658105" y="60959"/>
                    <a:pt x="2660010" y="61594"/>
                  </a:cubicBezTo>
                  <a:lnTo>
                    <a:pt x="2660010" y="55879"/>
                  </a:lnTo>
                  <a:cubicBezTo>
                    <a:pt x="2660010" y="51434"/>
                    <a:pt x="2658740" y="48259"/>
                    <a:pt x="2656200" y="46354"/>
                  </a:cubicBezTo>
                  <a:cubicBezTo>
                    <a:pt x="2653660" y="43814"/>
                    <a:pt x="2649850" y="43179"/>
                    <a:pt x="2645405" y="43179"/>
                  </a:cubicBezTo>
                  <a:cubicBezTo>
                    <a:pt x="2641595" y="43179"/>
                    <a:pt x="2637785" y="43179"/>
                    <a:pt x="2634610" y="44449"/>
                  </a:cubicBezTo>
                  <a:cubicBezTo>
                    <a:pt x="2631435" y="45084"/>
                    <a:pt x="2628260" y="46354"/>
                    <a:pt x="2625085" y="48259"/>
                  </a:cubicBezTo>
                  <a:lnTo>
                    <a:pt x="2619370" y="36829"/>
                  </a:lnTo>
                  <a:cubicBezTo>
                    <a:pt x="2623180" y="34289"/>
                    <a:pt x="2626990" y="33019"/>
                    <a:pt x="2631435" y="31749"/>
                  </a:cubicBezTo>
                  <a:cubicBezTo>
                    <a:pt x="2635880" y="30479"/>
                    <a:pt x="2640325" y="29844"/>
                    <a:pt x="2646040" y="29844"/>
                  </a:cubicBezTo>
                  <a:close/>
                  <a:moveTo>
                    <a:pt x="1114426" y="29844"/>
                  </a:moveTo>
                  <a:lnTo>
                    <a:pt x="1129666" y="29844"/>
                  </a:lnTo>
                  <a:lnTo>
                    <a:pt x="1129666" y="107949"/>
                  </a:lnTo>
                  <a:lnTo>
                    <a:pt x="1114426" y="107949"/>
                  </a:lnTo>
                  <a:lnTo>
                    <a:pt x="1114426" y="100964"/>
                  </a:lnTo>
                  <a:cubicBezTo>
                    <a:pt x="1114426" y="100964"/>
                    <a:pt x="1109981" y="106044"/>
                    <a:pt x="1106171" y="107314"/>
                  </a:cubicBezTo>
                  <a:cubicBezTo>
                    <a:pt x="1102996" y="109219"/>
                    <a:pt x="1098551" y="109854"/>
                    <a:pt x="1094741" y="109854"/>
                  </a:cubicBezTo>
                  <a:cubicBezTo>
                    <a:pt x="1085851" y="109854"/>
                    <a:pt x="1078866" y="106679"/>
                    <a:pt x="1073786" y="100964"/>
                  </a:cubicBezTo>
                  <a:cubicBezTo>
                    <a:pt x="1069341" y="95249"/>
                    <a:pt x="1066800" y="86359"/>
                    <a:pt x="1066800" y="74929"/>
                  </a:cubicBezTo>
                  <a:lnTo>
                    <a:pt x="1066800" y="30479"/>
                  </a:lnTo>
                  <a:lnTo>
                    <a:pt x="1082040" y="30479"/>
                  </a:lnTo>
                  <a:lnTo>
                    <a:pt x="1082040" y="74294"/>
                  </a:lnTo>
                  <a:cubicBezTo>
                    <a:pt x="1082040" y="81279"/>
                    <a:pt x="1083311" y="86994"/>
                    <a:pt x="1085851" y="90169"/>
                  </a:cubicBezTo>
                  <a:cubicBezTo>
                    <a:pt x="1088390" y="93979"/>
                    <a:pt x="1092201" y="95249"/>
                    <a:pt x="1097916" y="95249"/>
                  </a:cubicBezTo>
                  <a:cubicBezTo>
                    <a:pt x="1102996" y="95249"/>
                    <a:pt x="1106806" y="93344"/>
                    <a:pt x="1109981" y="90169"/>
                  </a:cubicBezTo>
                  <a:cubicBezTo>
                    <a:pt x="1112521" y="86994"/>
                    <a:pt x="1114426" y="81914"/>
                    <a:pt x="1114426" y="75564"/>
                  </a:cubicBezTo>
                  <a:close/>
                  <a:moveTo>
                    <a:pt x="1011556" y="29844"/>
                  </a:moveTo>
                  <a:cubicBezTo>
                    <a:pt x="1013461" y="29844"/>
                    <a:pt x="1015367" y="29844"/>
                    <a:pt x="1017272" y="30479"/>
                  </a:cubicBezTo>
                  <a:cubicBezTo>
                    <a:pt x="1019176" y="30479"/>
                    <a:pt x="1021081" y="31749"/>
                    <a:pt x="1022352" y="32384"/>
                  </a:cubicBezTo>
                  <a:cubicBezTo>
                    <a:pt x="1024257" y="33019"/>
                    <a:pt x="1025526" y="34289"/>
                    <a:pt x="1026797" y="35559"/>
                  </a:cubicBezTo>
                  <a:cubicBezTo>
                    <a:pt x="1028067" y="36829"/>
                    <a:pt x="1029336" y="37464"/>
                    <a:pt x="1030607" y="38734"/>
                  </a:cubicBezTo>
                  <a:lnTo>
                    <a:pt x="1030607" y="31749"/>
                  </a:lnTo>
                  <a:lnTo>
                    <a:pt x="1045847" y="31749"/>
                  </a:lnTo>
                  <a:lnTo>
                    <a:pt x="1045847" y="130809"/>
                  </a:lnTo>
                  <a:lnTo>
                    <a:pt x="1032512" y="137477"/>
                  </a:lnTo>
                  <a:lnTo>
                    <a:pt x="1032512" y="101599"/>
                  </a:lnTo>
                  <a:cubicBezTo>
                    <a:pt x="1032512" y="101599"/>
                    <a:pt x="1026797" y="106679"/>
                    <a:pt x="1022986" y="107949"/>
                  </a:cubicBezTo>
                  <a:cubicBezTo>
                    <a:pt x="1019812" y="109854"/>
                    <a:pt x="1016001" y="110489"/>
                    <a:pt x="1011556" y="110489"/>
                  </a:cubicBezTo>
                  <a:cubicBezTo>
                    <a:pt x="1007111" y="110489"/>
                    <a:pt x="1003301" y="109854"/>
                    <a:pt x="999491" y="107949"/>
                  </a:cubicBezTo>
                  <a:cubicBezTo>
                    <a:pt x="995681" y="106679"/>
                    <a:pt x="992506" y="104139"/>
                    <a:pt x="989966" y="100329"/>
                  </a:cubicBezTo>
                  <a:cubicBezTo>
                    <a:pt x="987426" y="97154"/>
                    <a:pt x="984886" y="92709"/>
                    <a:pt x="983616" y="87629"/>
                  </a:cubicBezTo>
                  <a:cubicBezTo>
                    <a:pt x="982346" y="82549"/>
                    <a:pt x="981076" y="76199"/>
                    <a:pt x="981076" y="68579"/>
                  </a:cubicBezTo>
                  <a:cubicBezTo>
                    <a:pt x="981076" y="61594"/>
                    <a:pt x="981711" y="55879"/>
                    <a:pt x="983616" y="51434"/>
                  </a:cubicBezTo>
                  <a:cubicBezTo>
                    <a:pt x="985521" y="46354"/>
                    <a:pt x="987426" y="42544"/>
                    <a:pt x="990601" y="39369"/>
                  </a:cubicBezTo>
                  <a:cubicBezTo>
                    <a:pt x="993142" y="36194"/>
                    <a:pt x="996951" y="33654"/>
                    <a:pt x="1000126" y="32384"/>
                  </a:cubicBezTo>
                  <a:cubicBezTo>
                    <a:pt x="1003937" y="31114"/>
                    <a:pt x="1007746" y="29844"/>
                    <a:pt x="1011556" y="29844"/>
                  </a:cubicBezTo>
                  <a:close/>
                  <a:moveTo>
                    <a:pt x="4871716" y="29210"/>
                  </a:moveTo>
                  <a:cubicBezTo>
                    <a:pt x="4876796" y="29210"/>
                    <a:pt x="4881241" y="29845"/>
                    <a:pt x="4885686" y="31750"/>
                  </a:cubicBezTo>
                  <a:cubicBezTo>
                    <a:pt x="4890131" y="33655"/>
                    <a:pt x="4894576" y="35560"/>
                    <a:pt x="4897751" y="38100"/>
                  </a:cubicBezTo>
                  <a:lnTo>
                    <a:pt x="4899021" y="38100"/>
                  </a:lnTo>
                  <a:lnTo>
                    <a:pt x="4892036" y="50165"/>
                  </a:lnTo>
                  <a:cubicBezTo>
                    <a:pt x="4888861" y="47625"/>
                    <a:pt x="4885686" y="46355"/>
                    <a:pt x="4882511" y="45085"/>
                  </a:cubicBezTo>
                  <a:cubicBezTo>
                    <a:pt x="4879336" y="43815"/>
                    <a:pt x="4875526" y="43180"/>
                    <a:pt x="4872351" y="43180"/>
                  </a:cubicBezTo>
                  <a:cubicBezTo>
                    <a:pt x="4869176" y="43180"/>
                    <a:pt x="4866001" y="43815"/>
                    <a:pt x="4864096" y="45085"/>
                  </a:cubicBezTo>
                  <a:cubicBezTo>
                    <a:pt x="4862191" y="46355"/>
                    <a:pt x="4861556" y="48260"/>
                    <a:pt x="4861556" y="50165"/>
                  </a:cubicBezTo>
                  <a:cubicBezTo>
                    <a:pt x="4861556" y="51435"/>
                    <a:pt x="4861556" y="52070"/>
                    <a:pt x="4861556" y="52705"/>
                  </a:cubicBezTo>
                  <a:cubicBezTo>
                    <a:pt x="4861556" y="53340"/>
                    <a:pt x="4862826" y="54610"/>
                    <a:pt x="4863461" y="55245"/>
                  </a:cubicBezTo>
                  <a:cubicBezTo>
                    <a:pt x="4864731" y="55880"/>
                    <a:pt x="4866001" y="57150"/>
                    <a:pt x="4867906" y="57785"/>
                  </a:cubicBezTo>
                  <a:cubicBezTo>
                    <a:pt x="4869811" y="59055"/>
                    <a:pt x="4872351" y="59690"/>
                    <a:pt x="4874891" y="60960"/>
                  </a:cubicBezTo>
                  <a:cubicBezTo>
                    <a:pt x="4879336" y="62865"/>
                    <a:pt x="4883146" y="64135"/>
                    <a:pt x="4886321" y="66040"/>
                  </a:cubicBezTo>
                  <a:cubicBezTo>
                    <a:pt x="4889496" y="67310"/>
                    <a:pt x="4892036" y="69215"/>
                    <a:pt x="4894576" y="71120"/>
                  </a:cubicBezTo>
                  <a:cubicBezTo>
                    <a:pt x="4896481" y="73025"/>
                    <a:pt x="4898386" y="75565"/>
                    <a:pt x="4899656" y="78105"/>
                  </a:cubicBezTo>
                  <a:cubicBezTo>
                    <a:pt x="4900926" y="80645"/>
                    <a:pt x="4901561" y="83820"/>
                    <a:pt x="4901561" y="87630"/>
                  </a:cubicBezTo>
                  <a:cubicBezTo>
                    <a:pt x="4901561" y="92075"/>
                    <a:pt x="4900926" y="95250"/>
                    <a:pt x="4899021" y="98425"/>
                  </a:cubicBezTo>
                  <a:cubicBezTo>
                    <a:pt x="4897116" y="101600"/>
                    <a:pt x="4895211" y="103505"/>
                    <a:pt x="4892671" y="105410"/>
                  </a:cubicBezTo>
                  <a:cubicBezTo>
                    <a:pt x="4890131" y="107315"/>
                    <a:pt x="4886956" y="108585"/>
                    <a:pt x="4883146" y="109220"/>
                  </a:cubicBezTo>
                  <a:cubicBezTo>
                    <a:pt x="4879336" y="109855"/>
                    <a:pt x="4876161" y="110490"/>
                    <a:pt x="4872351" y="110490"/>
                  </a:cubicBezTo>
                  <a:cubicBezTo>
                    <a:pt x="4867271" y="110490"/>
                    <a:pt x="4862191" y="109855"/>
                    <a:pt x="4857111" y="107950"/>
                  </a:cubicBezTo>
                  <a:cubicBezTo>
                    <a:pt x="4851396" y="106045"/>
                    <a:pt x="4846951" y="103505"/>
                    <a:pt x="4842506" y="100965"/>
                  </a:cubicBezTo>
                  <a:lnTo>
                    <a:pt x="4849491" y="89535"/>
                  </a:lnTo>
                  <a:cubicBezTo>
                    <a:pt x="4853301" y="92075"/>
                    <a:pt x="4857111" y="93980"/>
                    <a:pt x="4860921" y="95250"/>
                  </a:cubicBezTo>
                  <a:cubicBezTo>
                    <a:pt x="4864731" y="96520"/>
                    <a:pt x="4868541" y="97155"/>
                    <a:pt x="4872351" y="97155"/>
                  </a:cubicBezTo>
                  <a:cubicBezTo>
                    <a:pt x="4877431" y="97155"/>
                    <a:pt x="4880606" y="96520"/>
                    <a:pt x="4883146" y="94615"/>
                  </a:cubicBezTo>
                  <a:cubicBezTo>
                    <a:pt x="4885686" y="93345"/>
                    <a:pt x="4886321" y="90805"/>
                    <a:pt x="4886321" y="88265"/>
                  </a:cubicBezTo>
                  <a:cubicBezTo>
                    <a:pt x="4886321" y="86995"/>
                    <a:pt x="4886321" y="85725"/>
                    <a:pt x="4885051" y="84455"/>
                  </a:cubicBezTo>
                  <a:cubicBezTo>
                    <a:pt x="4884416" y="83185"/>
                    <a:pt x="4883146" y="82550"/>
                    <a:pt x="4881241" y="81280"/>
                  </a:cubicBezTo>
                  <a:cubicBezTo>
                    <a:pt x="4879971" y="80010"/>
                    <a:pt x="4878066" y="79375"/>
                    <a:pt x="4875526" y="78105"/>
                  </a:cubicBezTo>
                  <a:cubicBezTo>
                    <a:pt x="4872986" y="77470"/>
                    <a:pt x="4871081" y="76200"/>
                    <a:pt x="4867906" y="74930"/>
                  </a:cubicBezTo>
                  <a:cubicBezTo>
                    <a:pt x="4863461" y="73025"/>
                    <a:pt x="4860286" y="71755"/>
                    <a:pt x="4857111" y="69850"/>
                  </a:cubicBezTo>
                  <a:cubicBezTo>
                    <a:pt x="4853936" y="67945"/>
                    <a:pt x="4852031" y="66675"/>
                    <a:pt x="4850126" y="64770"/>
                  </a:cubicBezTo>
                  <a:cubicBezTo>
                    <a:pt x="4848221" y="62865"/>
                    <a:pt x="4846951" y="60960"/>
                    <a:pt x="4846316" y="58420"/>
                  </a:cubicBezTo>
                  <a:cubicBezTo>
                    <a:pt x="4845681" y="55880"/>
                    <a:pt x="4845046" y="53340"/>
                    <a:pt x="4845046" y="50165"/>
                  </a:cubicBezTo>
                  <a:cubicBezTo>
                    <a:pt x="4845046" y="46990"/>
                    <a:pt x="4845681" y="43815"/>
                    <a:pt x="4846951" y="40640"/>
                  </a:cubicBezTo>
                  <a:cubicBezTo>
                    <a:pt x="4848221" y="38100"/>
                    <a:pt x="4850126" y="35560"/>
                    <a:pt x="4852666" y="34290"/>
                  </a:cubicBezTo>
                  <a:cubicBezTo>
                    <a:pt x="4855206" y="32385"/>
                    <a:pt x="4857746" y="31115"/>
                    <a:pt x="4860921" y="30480"/>
                  </a:cubicBezTo>
                  <a:cubicBezTo>
                    <a:pt x="4864096" y="29845"/>
                    <a:pt x="4867906" y="29210"/>
                    <a:pt x="4871716" y="29210"/>
                  </a:cubicBezTo>
                  <a:close/>
                  <a:moveTo>
                    <a:pt x="4749796" y="29210"/>
                  </a:moveTo>
                  <a:cubicBezTo>
                    <a:pt x="4752971" y="29210"/>
                    <a:pt x="4755511" y="29210"/>
                    <a:pt x="4757416" y="29845"/>
                  </a:cubicBezTo>
                  <a:cubicBezTo>
                    <a:pt x="4759321" y="30480"/>
                    <a:pt x="4761226" y="31115"/>
                    <a:pt x="4763131" y="32385"/>
                  </a:cubicBezTo>
                  <a:lnTo>
                    <a:pt x="4759321" y="46990"/>
                  </a:lnTo>
                  <a:lnTo>
                    <a:pt x="4758051" y="46990"/>
                  </a:lnTo>
                  <a:cubicBezTo>
                    <a:pt x="4758051" y="46990"/>
                    <a:pt x="4754876" y="45085"/>
                    <a:pt x="4752971" y="45085"/>
                  </a:cubicBezTo>
                  <a:cubicBezTo>
                    <a:pt x="4751066" y="45085"/>
                    <a:pt x="4749161" y="44450"/>
                    <a:pt x="4746621" y="44450"/>
                  </a:cubicBezTo>
                  <a:cubicBezTo>
                    <a:pt x="4741541" y="44450"/>
                    <a:pt x="4737731" y="46355"/>
                    <a:pt x="4735191" y="49530"/>
                  </a:cubicBezTo>
                  <a:cubicBezTo>
                    <a:pt x="4732651" y="52705"/>
                    <a:pt x="4731381" y="57785"/>
                    <a:pt x="4731381" y="64770"/>
                  </a:cubicBezTo>
                  <a:lnTo>
                    <a:pt x="4731381" y="109220"/>
                  </a:lnTo>
                  <a:lnTo>
                    <a:pt x="4716141" y="109220"/>
                  </a:lnTo>
                  <a:lnTo>
                    <a:pt x="4716141" y="31115"/>
                  </a:lnTo>
                  <a:lnTo>
                    <a:pt x="4731381" y="31115"/>
                  </a:lnTo>
                  <a:lnTo>
                    <a:pt x="4731381" y="38735"/>
                  </a:lnTo>
                  <a:cubicBezTo>
                    <a:pt x="4731381" y="38735"/>
                    <a:pt x="4733286" y="36195"/>
                    <a:pt x="4734556" y="34925"/>
                  </a:cubicBezTo>
                  <a:cubicBezTo>
                    <a:pt x="4735826" y="33655"/>
                    <a:pt x="4737096" y="33020"/>
                    <a:pt x="4739001" y="31750"/>
                  </a:cubicBezTo>
                  <a:cubicBezTo>
                    <a:pt x="4740271" y="31115"/>
                    <a:pt x="4742176" y="30480"/>
                    <a:pt x="4744081" y="29845"/>
                  </a:cubicBezTo>
                  <a:cubicBezTo>
                    <a:pt x="4745986" y="29845"/>
                    <a:pt x="4747891" y="29210"/>
                    <a:pt x="4749796" y="29210"/>
                  </a:cubicBezTo>
                  <a:close/>
                  <a:moveTo>
                    <a:pt x="4349110" y="29210"/>
                  </a:moveTo>
                  <a:cubicBezTo>
                    <a:pt x="4352285" y="29210"/>
                    <a:pt x="4354825" y="29210"/>
                    <a:pt x="4356730" y="29845"/>
                  </a:cubicBezTo>
                  <a:cubicBezTo>
                    <a:pt x="4358635" y="29845"/>
                    <a:pt x="4360540" y="31115"/>
                    <a:pt x="4362445" y="32385"/>
                  </a:cubicBezTo>
                  <a:lnTo>
                    <a:pt x="4358635" y="46990"/>
                  </a:lnTo>
                  <a:lnTo>
                    <a:pt x="4357365" y="46990"/>
                  </a:lnTo>
                  <a:cubicBezTo>
                    <a:pt x="4357365" y="46990"/>
                    <a:pt x="4354190" y="45085"/>
                    <a:pt x="4352285" y="45085"/>
                  </a:cubicBezTo>
                  <a:cubicBezTo>
                    <a:pt x="4350380" y="45085"/>
                    <a:pt x="4348475" y="44450"/>
                    <a:pt x="4345935" y="44450"/>
                  </a:cubicBezTo>
                  <a:cubicBezTo>
                    <a:pt x="4340855" y="44450"/>
                    <a:pt x="4337045" y="46355"/>
                    <a:pt x="4334505" y="49530"/>
                  </a:cubicBezTo>
                  <a:cubicBezTo>
                    <a:pt x="4331965" y="52705"/>
                    <a:pt x="4330695" y="57785"/>
                    <a:pt x="4330695" y="64770"/>
                  </a:cubicBezTo>
                  <a:lnTo>
                    <a:pt x="4330695" y="109220"/>
                  </a:lnTo>
                  <a:lnTo>
                    <a:pt x="4315455" y="109220"/>
                  </a:lnTo>
                  <a:lnTo>
                    <a:pt x="4315455" y="31115"/>
                  </a:lnTo>
                  <a:lnTo>
                    <a:pt x="4330695" y="31115"/>
                  </a:lnTo>
                  <a:lnTo>
                    <a:pt x="4330695" y="38735"/>
                  </a:lnTo>
                  <a:cubicBezTo>
                    <a:pt x="4330695" y="38735"/>
                    <a:pt x="4332600" y="36195"/>
                    <a:pt x="4333870" y="34925"/>
                  </a:cubicBezTo>
                  <a:cubicBezTo>
                    <a:pt x="4335140" y="33655"/>
                    <a:pt x="4336410" y="33020"/>
                    <a:pt x="4338315" y="31750"/>
                  </a:cubicBezTo>
                  <a:cubicBezTo>
                    <a:pt x="4339585" y="31115"/>
                    <a:pt x="4341490" y="30480"/>
                    <a:pt x="4343395" y="29845"/>
                  </a:cubicBezTo>
                  <a:cubicBezTo>
                    <a:pt x="4345300" y="29845"/>
                    <a:pt x="4347205" y="29210"/>
                    <a:pt x="4349110" y="29210"/>
                  </a:cubicBezTo>
                  <a:close/>
                  <a:moveTo>
                    <a:pt x="4044310" y="29210"/>
                  </a:moveTo>
                  <a:cubicBezTo>
                    <a:pt x="4050025" y="29210"/>
                    <a:pt x="4054470" y="30480"/>
                    <a:pt x="4058915" y="32385"/>
                  </a:cubicBezTo>
                  <a:cubicBezTo>
                    <a:pt x="4062725" y="34290"/>
                    <a:pt x="4066535" y="37465"/>
                    <a:pt x="4069075" y="40640"/>
                  </a:cubicBezTo>
                  <a:cubicBezTo>
                    <a:pt x="4071615" y="44450"/>
                    <a:pt x="4073520" y="48260"/>
                    <a:pt x="4075425" y="53340"/>
                  </a:cubicBezTo>
                  <a:cubicBezTo>
                    <a:pt x="4076695" y="57785"/>
                    <a:pt x="4077330" y="62865"/>
                    <a:pt x="4077330" y="68580"/>
                  </a:cubicBezTo>
                  <a:lnTo>
                    <a:pt x="4076060" y="68580"/>
                  </a:lnTo>
                  <a:cubicBezTo>
                    <a:pt x="4076060" y="68580"/>
                    <a:pt x="4076060" y="71120"/>
                    <a:pt x="4076060" y="72390"/>
                  </a:cubicBezTo>
                  <a:cubicBezTo>
                    <a:pt x="4076060" y="73660"/>
                    <a:pt x="4076060" y="74295"/>
                    <a:pt x="4076060" y="75565"/>
                  </a:cubicBezTo>
                  <a:lnTo>
                    <a:pt x="4024625" y="75565"/>
                  </a:lnTo>
                  <a:cubicBezTo>
                    <a:pt x="4024625" y="79375"/>
                    <a:pt x="4025895" y="82550"/>
                    <a:pt x="4027165" y="85090"/>
                  </a:cubicBezTo>
                  <a:cubicBezTo>
                    <a:pt x="4028435" y="87630"/>
                    <a:pt x="4029705" y="90170"/>
                    <a:pt x="4031610" y="91440"/>
                  </a:cubicBezTo>
                  <a:cubicBezTo>
                    <a:pt x="4033515" y="93345"/>
                    <a:pt x="4035420" y="94615"/>
                    <a:pt x="4037325" y="95250"/>
                  </a:cubicBezTo>
                  <a:cubicBezTo>
                    <a:pt x="4039230" y="95885"/>
                    <a:pt x="4041770" y="96520"/>
                    <a:pt x="4044310" y="96520"/>
                  </a:cubicBezTo>
                  <a:cubicBezTo>
                    <a:pt x="4046215" y="96520"/>
                    <a:pt x="4047485" y="96520"/>
                    <a:pt x="4049390" y="96520"/>
                  </a:cubicBezTo>
                  <a:cubicBezTo>
                    <a:pt x="4050660" y="96520"/>
                    <a:pt x="4052565" y="95885"/>
                    <a:pt x="4053835" y="95250"/>
                  </a:cubicBezTo>
                  <a:cubicBezTo>
                    <a:pt x="4055105" y="95250"/>
                    <a:pt x="4056375" y="93980"/>
                    <a:pt x="4057645" y="93345"/>
                  </a:cubicBezTo>
                  <a:cubicBezTo>
                    <a:pt x="4058915" y="93345"/>
                    <a:pt x="4060185" y="92075"/>
                    <a:pt x="4062090" y="90805"/>
                  </a:cubicBezTo>
                  <a:lnTo>
                    <a:pt x="4070980" y="100330"/>
                  </a:lnTo>
                  <a:cubicBezTo>
                    <a:pt x="4070980" y="100330"/>
                    <a:pt x="4067170" y="103505"/>
                    <a:pt x="4065265" y="104775"/>
                  </a:cubicBezTo>
                  <a:cubicBezTo>
                    <a:pt x="4063360" y="106045"/>
                    <a:pt x="4061455" y="106680"/>
                    <a:pt x="4059550" y="107950"/>
                  </a:cubicBezTo>
                  <a:cubicBezTo>
                    <a:pt x="4057645" y="108585"/>
                    <a:pt x="4055105" y="109855"/>
                    <a:pt x="4052565" y="109855"/>
                  </a:cubicBezTo>
                  <a:cubicBezTo>
                    <a:pt x="4050025" y="109855"/>
                    <a:pt x="4046850" y="110490"/>
                    <a:pt x="4043675" y="110490"/>
                  </a:cubicBezTo>
                  <a:cubicBezTo>
                    <a:pt x="4040500" y="110490"/>
                    <a:pt x="4037325" y="110490"/>
                    <a:pt x="4034150" y="109220"/>
                  </a:cubicBezTo>
                  <a:cubicBezTo>
                    <a:pt x="4030975" y="108585"/>
                    <a:pt x="4028435" y="107315"/>
                    <a:pt x="4026530" y="105410"/>
                  </a:cubicBezTo>
                  <a:cubicBezTo>
                    <a:pt x="4023990" y="104140"/>
                    <a:pt x="4022085" y="102235"/>
                    <a:pt x="4020180" y="100330"/>
                  </a:cubicBezTo>
                  <a:cubicBezTo>
                    <a:pt x="4018275" y="98425"/>
                    <a:pt x="4016370" y="95885"/>
                    <a:pt x="4015100" y="92710"/>
                  </a:cubicBezTo>
                  <a:cubicBezTo>
                    <a:pt x="4013195" y="89535"/>
                    <a:pt x="4011925" y="86360"/>
                    <a:pt x="4011290" y="82550"/>
                  </a:cubicBezTo>
                  <a:cubicBezTo>
                    <a:pt x="4010655" y="78740"/>
                    <a:pt x="4010020" y="74295"/>
                    <a:pt x="4010020" y="69850"/>
                  </a:cubicBezTo>
                  <a:cubicBezTo>
                    <a:pt x="4010020" y="63500"/>
                    <a:pt x="4010655" y="57150"/>
                    <a:pt x="4012560" y="52070"/>
                  </a:cubicBezTo>
                  <a:cubicBezTo>
                    <a:pt x="4014465" y="46990"/>
                    <a:pt x="4016370" y="42545"/>
                    <a:pt x="4019545" y="39370"/>
                  </a:cubicBezTo>
                  <a:cubicBezTo>
                    <a:pt x="4022720" y="36195"/>
                    <a:pt x="4025895" y="33020"/>
                    <a:pt x="4030340" y="31750"/>
                  </a:cubicBezTo>
                  <a:cubicBezTo>
                    <a:pt x="4034785" y="29845"/>
                    <a:pt x="4039230" y="29210"/>
                    <a:pt x="4044310" y="29210"/>
                  </a:cubicBezTo>
                  <a:close/>
                  <a:moveTo>
                    <a:pt x="3811900" y="29210"/>
                  </a:moveTo>
                  <a:cubicBezTo>
                    <a:pt x="3815075" y="29210"/>
                    <a:pt x="3817615" y="29210"/>
                    <a:pt x="3819520" y="29845"/>
                  </a:cubicBezTo>
                  <a:cubicBezTo>
                    <a:pt x="3821425" y="29845"/>
                    <a:pt x="3823330" y="31115"/>
                    <a:pt x="3825235" y="32385"/>
                  </a:cubicBezTo>
                  <a:lnTo>
                    <a:pt x="3821425" y="46990"/>
                  </a:lnTo>
                  <a:lnTo>
                    <a:pt x="3820155" y="46990"/>
                  </a:lnTo>
                  <a:cubicBezTo>
                    <a:pt x="3820155" y="46990"/>
                    <a:pt x="3816980" y="45085"/>
                    <a:pt x="3815075" y="45085"/>
                  </a:cubicBezTo>
                  <a:cubicBezTo>
                    <a:pt x="3813170" y="45085"/>
                    <a:pt x="3811265" y="44450"/>
                    <a:pt x="3808725" y="44450"/>
                  </a:cubicBezTo>
                  <a:cubicBezTo>
                    <a:pt x="3803645" y="44450"/>
                    <a:pt x="3799835" y="46355"/>
                    <a:pt x="3797295" y="49530"/>
                  </a:cubicBezTo>
                  <a:cubicBezTo>
                    <a:pt x="3794755" y="52705"/>
                    <a:pt x="3793485" y="57785"/>
                    <a:pt x="3793485" y="64770"/>
                  </a:cubicBezTo>
                  <a:lnTo>
                    <a:pt x="3793485" y="109220"/>
                  </a:lnTo>
                  <a:lnTo>
                    <a:pt x="3778245" y="109220"/>
                  </a:lnTo>
                  <a:lnTo>
                    <a:pt x="3778245" y="31115"/>
                  </a:lnTo>
                  <a:lnTo>
                    <a:pt x="3793485" y="31115"/>
                  </a:lnTo>
                  <a:lnTo>
                    <a:pt x="3793485" y="38735"/>
                  </a:lnTo>
                  <a:cubicBezTo>
                    <a:pt x="3793485" y="38735"/>
                    <a:pt x="3795390" y="36195"/>
                    <a:pt x="3796660" y="34925"/>
                  </a:cubicBezTo>
                  <a:cubicBezTo>
                    <a:pt x="3797930" y="33655"/>
                    <a:pt x="3799200" y="33020"/>
                    <a:pt x="3801105" y="31750"/>
                  </a:cubicBezTo>
                  <a:cubicBezTo>
                    <a:pt x="3802375" y="31115"/>
                    <a:pt x="3804280" y="30480"/>
                    <a:pt x="3806185" y="29845"/>
                  </a:cubicBezTo>
                  <a:cubicBezTo>
                    <a:pt x="3808090" y="29845"/>
                    <a:pt x="3809995" y="29210"/>
                    <a:pt x="3811900" y="29210"/>
                  </a:cubicBezTo>
                  <a:close/>
                  <a:moveTo>
                    <a:pt x="3729986" y="29210"/>
                  </a:moveTo>
                  <a:cubicBezTo>
                    <a:pt x="3735701" y="29210"/>
                    <a:pt x="3740146" y="30480"/>
                    <a:pt x="3744591" y="32385"/>
                  </a:cubicBezTo>
                  <a:cubicBezTo>
                    <a:pt x="3748401" y="34290"/>
                    <a:pt x="3752211" y="37465"/>
                    <a:pt x="3754751" y="40640"/>
                  </a:cubicBezTo>
                  <a:cubicBezTo>
                    <a:pt x="3757291" y="44450"/>
                    <a:pt x="3759196" y="48260"/>
                    <a:pt x="3761101" y="53340"/>
                  </a:cubicBezTo>
                  <a:cubicBezTo>
                    <a:pt x="3762371" y="57785"/>
                    <a:pt x="3763006" y="62865"/>
                    <a:pt x="3763006" y="68580"/>
                  </a:cubicBezTo>
                  <a:lnTo>
                    <a:pt x="3761736" y="68580"/>
                  </a:lnTo>
                  <a:cubicBezTo>
                    <a:pt x="3761736" y="68580"/>
                    <a:pt x="3761736" y="71120"/>
                    <a:pt x="3761736" y="72390"/>
                  </a:cubicBezTo>
                  <a:cubicBezTo>
                    <a:pt x="3761736" y="73660"/>
                    <a:pt x="3761736" y="74295"/>
                    <a:pt x="3761736" y="75565"/>
                  </a:cubicBezTo>
                  <a:lnTo>
                    <a:pt x="3710301" y="75565"/>
                  </a:lnTo>
                  <a:cubicBezTo>
                    <a:pt x="3710301" y="79375"/>
                    <a:pt x="3711571" y="82550"/>
                    <a:pt x="3712841" y="85090"/>
                  </a:cubicBezTo>
                  <a:cubicBezTo>
                    <a:pt x="3714111" y="87630"/>
                    <a:pt x="3715381" y="90170"/>
                    <a:pt x="3717286" y="91440"/>
                  </a:cubicBezTo>
                  <a:cubicBezTo>
                    <a:pt x="3719191" y="93345"/>
                    <a:pt x="3721096" y="94615"/>
                    <a:pt x="3723001" y="95250"/>
                  </a:cubicBezTo>
                  <a:cubicBezTo>
                    <a:pt x="3724906" y="95885"/>
                    <a:pt x="3727446" y="96520"/>
                    <a:pt x="3729986" y="96520"/>
                  </a:cubicBezTo>
                  <a:cubicBezTo>
                    <a:pt x="3731891" y="96520"/>
                    <a:pt x="3733161" y="96520"/>
                    <a:pt x="3735066" y="96520"/>
                  </a:cubicBezTo>
                  <a:cubicBezTo>
                    <a:pt x="3736336" y="96520"/>
                    <a:pt x="3738241" y="95885"/>
                    <a:pt x="3739511" y="95250"/>
                  </a:cubicBezTo>
                  <a:cubicBezTo>
                    <a:pt x="3740781" y="95250"/>
                    <a:pt x="3742051" y="93980"/>
                    <a:pt x="3743321" y="93345"/>
                  </a:cubicBezTo>
                  <a:cubicBezTo>
                    <a:pt x="3744591" y="93345"/>
                    <a:pt x="3745861" y="92075"/>
                    <a:pt x="3747766" y="90805"/>
                  </a:cubicBezTo>
                  <a:lnTo>
                    <a:pt x="3756656" y="100330"/>
                  </a:lnTo>
                  <a:cubicBezTo>
                    <a:pt x="3756656" y="100330"/>
                    <a:pt x="3752846" y="103505"/>
                    <a:pt x="3750941" y="104775"/>
                  </a:cubicBezTo>
                  <a:cubicBezTo>
                    <a:pt x="3749036" y="106045"/>
                    <a:pt x="3747131" y="106680"/>
                    <a:pt x="3745226" y="107950"/>
                  </a:cubicBezTo>
                  <a:cubicBezTo>
                    <a:pt x="3743321" y="108585"/>
                    <a:pt x="3740781" y="109855"/>
                    <a:pt x="3738241" y="109855"/>
                  </a:cubicBezTo>
                  <a:cubicBezTo>
                    <a:pt x="3735701" y="109855"/>
                    <a:pt x="3732526" y="110490"/>
                    <a:pt x="3729351" y="110490"/>
                  </a:cubicBezTo>
                  <a:cubicBezTo>
                    <a:pt x="3726176" y="110490"/>
                    <a:pt x="3723001" y="110490"/>
                    <a:pt x="3719826" y="109220"/>
                  </a:cubicBezTo>
                  <a:cubicBezTo>
                    <a:pt x="3716651" y="108585"/>
                    <a:pt x="3714111" y="107315"/>
                    <a:pt x="3712206" y="105410"/>
                  </a:cubicBezTo>
                  <a:cubicBezTo>
                    <a:pt x="3709666" y="104140"/>
                    <a:pt x="3707761" y="102235"/>
                    <a:pt x="3705856" y="100330"/>
                  </a:cubicBezTo>
                  <a:cubicBezTo>
                    <a:pt x="3703951" y="98425"/>
                    <a:pt x="3702046" y="95885"/>
                    <a:pt x="3700776" y="92710"/>
                  </a:cubicBezTo>
                  <a:cubicBezTo>
                    <a:pt x="3698871" y="89535"/>
                    <a:pt x="3697601" y="86360"/>
                    <a:pt x="3696966" y="82550"/>
                  </a:cubicBezTo>
                  <a:cubicBezTo>
                    <a:pt x="3696331" y="78740"/>
                    <a:pt x="3695696" y="74295"/>
                    <a:pt x="3695696" y="69850"/>
                  </a:cubicBezTo>
                  <a:cubicBezTo>
                    <a:pt x="3695696" y="63500"/>
                    <a:pt x="3696331" y="57150"/>
                    <a:pt x="3698236" y="52070"/>
                  </a:cubicBezTo>
                  <a:cubicBezTo>
                    <a:pt x="3700141" y="46990"/>
                    <a:pt x="3702046" y="42545"/>
                    <a:pt x="3705221" y="39370"/>
                  </a:cubicBezTo>
                  <a:cubicBezTo>
                    <a:pt x="3708396" y="36195"/>
                    <a:pt x="3711571" y="33020"/>
                    <a:pt x="3716016" y="31750"/>
                  </a:cubicBezTo>
                  <a:cubicBezTo>
                    <a:pt x="3720461" y="29845"/>
                    <a:pt x="3724906" y="29210"/>
                    <a:pt x="3729986" y="29210"/>
                  </a:cubicBezTo>
                  <a:close/>
                  <a:moveTo>
                    <a:pt x="3543296" y="29210"/>
                  </a:moveTo>
                  <a:cubicBezTo>
                    <a:pt x="3549011" y="29210"/>
                    <a:pt x="3553456" y="30480"/>
                    <a:pt x="3557901" y="32385"/>
                  </a:cubicBezTo>
                  <a:cubicBezTo>
                    <a:pt x="3561711" y="34290"/>
                    <a:pt x="3565521" y="37465"/>
                    <a:pt x="3568061" y="40640"/>
                  </a:cubicBezTo>
                  <a:cubicBezTo>
                    <a:pt x="3570601" y="44450"/>
                    <a:pt x="3572506" y="48260"/>
                    <a:pt x="3574411" y="53340"/>
                  </a:cubicBezTo>
                  <a:cubicBezTo>
                    <a:pt x="3575681" y="57785"/>
                    <a:pt x="3576316" y="62865"/>
                    <a:pt x="3576316" y="68580"/>
                  </a:cubicBezTo>
                  <a:lnTo>
                    <a:pt x="3575046" y="68580"/>
                  </a:lnTo>
                  <a:cubicBezTo>
                    <a:pt x="3575046" y="68580"/>
                    <a:pt x="3575046" y="71120"/>
                    <a:pt x="3575046" y="72390"/>
                  </a:cubicBezTo>
                  <a:cubicBezTo>
                    <a:pt x="3575046" y="73660"/>
                    <a:pt x="3575046" y="74295"/>
                    <a:pt x="3575046" y="75565"/>
                  </a:cubicBezTo>
                  <a:lnTo>
                    <a:pt x="3523611" y="75565"/>
                  </a:lnTo>
                  <a:cubicBezTo>
                    <a:pt x="3523611" y="79375"/>
                    <a:pt x="3524881" y="82550"/>
                    <a:pt x="3526151" y="85090"/>
                  </a:cubicBezTo>
                  <a:cubicBezTo>
                    <a:pt x="3527421" y="87630"/>
                    <a:pt x="3528691" y="90170"/>
                    <a:pt x="3530596" y="91440"/>
                  </a:cubicBezTo>
                  <a:cubicBezTo>
                    <a:pt x="3532501" y="93345"/>
                    <a:pt x="3534406" y="94615"/>
                    <a:pt x="3536311" y="95250"/>
                  </a:cubicBezTo>
                  <a:cubicBezTo>
                    <a:pt x="3538216" y="95885"/>
                    <a:pt x="3540756" y="96520"/>
                    <a:pt x="3543296" y="96520"/>
                  </a:cubicBezTo>
                  <a:cubicBezTo>
                    <a:pt x="3545201" y="96520"/>
                    <a:pt x="3546471" y="96520"/>
                    <a:pt x="3548376" y="96520"/>
                  </a:cubicBezTo>
                  <a:cubicBezTo>
                    <a:pt x="3549646" y="96520"/>
                    <a:pt x="3551551" y="95885"/>
                    <a:pt x="3552821" y="95250"/>
                  </a:cubicBezTo>
                  <a:cubicBezTo>
                    <a:pt x="3554091" y="95250"/>
                    <a:pt x="3555361" y="93980"/>
                    <a:pt x="3556631" y="93345"/>
                  </a:cubicBezTo>
                  <a:cubicBezTo>
                    <a:pt x="3557901" y="93345"/>
                    <a:pt x="3559171" y="92075"/>
                    <a:pt x="3561076" y="90805"/>
                  </a:cubicBezTo>
                  <a:lnTo>
                    <a:pt x="3569966" y="100330"/>
                  </a:lnTo>
                  <a:cubicBezTo>
                    <a:pt x="3569966" y="100330"/>
                    <a:pt x="3566156" y="103505"/>
                    <a:pt x="3564251" y="104775"/>
                  </a:cubicBezTo>
                  <a:cubicBezTo>
                    <a:pt x="3562346" y="106045"/>
                    <a:pt x="3560441" y="106680"/>
                    <a:pt x="3558536" y="107950"/>
                  </a:cubicBezTo>
                  <a:cubicBezTo>
                    <a:pt x="3556631" y="108585"/>
                    <a:pt x="3554091" y="109855"/>
                    <a:pt x="3551551" y="109855"/>
                  </a:cubicBezTo>
                  <a:cubicBezTo>
                    <a:pt x="3549011" y="109855"/>
                    <a:pt x="3545836" y="110490"/>
                    <a:pt x="3542661" y="110490"/>
                  </a:cubicBezTo>
                  <a:cubicBezTo>
                    <a:pt x="3539486" y="110490"/>
                    <a:pt x="3536311" y="110490"/>
                    <a:pt x="3533136" y="109220"/>
                  </a:cubicBezTo>
                  <a:cubicBezTo>
                    <a:pt x="3529961" y="108585"/>
                    <a:pt x="3527421" y="107315"/>
                    <a:pt x="3525516" y="105410"/>
                  </a:cubicBezTo>
                  <a:cubicBezTo>
                    <a:pt x="3522976" y="104140"/>
                    <a:pt x="3521071" y="102235"/>
                    <a:pt x="3519166" y="100330"/>
                  </a:cubicBezTo>
                  <a:cubicBezTo>
                    <a:pt x="3517261" y="98425"/>
                    <a:pt x="3515356" y="95885"/>
                    <a:pt x="3514086" y="92710"/>
                  </a:cubicBezTo>
                  <a:cubicBezTo>
                    <a:pt x="3512181" y="89535"/>
                    <a:pt x="3510911" y="86360"/>
                    <a:pt x="3510276" y="82550"/>
                  </a:cubicBezTo>
                  <a:cubicBezTo>
                    <a:pt x="3509641" y="78740"/>
                    <a:pt x="3509006" y="74295"/>
                    <a:pt x="3509006" y="69850"/>
                  </a:cubicBezTo>
                  <a:cubicBezTo>
                    <a:pt x="3509006" y="63500"/>
                    <a:pt x="3509641" y="57150"/>
                    <a:pt x="3511546" y="52070"/>
                  </a:cubicBezTo>
                  <a:cubicBezTo>
                    <a:pt x="3513451" y="46990"/>
                    <a:pt x="3515356" y="42545"/>
                    <a:pt x="3518531" y="39370"/>
                  </a:cubicBezTo>
                  <a:cubicBezTo>
                    <a:pt x="3521706" y="36195"/>
                    <a:pt x="3524881" y="33020"/>
                    <a:pt x="3529326" y="31750"/>
                  </a:cubicBezTo>
                  <a:cubicBezTo>
                    <a:pt x="3533771" y="29845"/>
                    <a:pt x="3538216" y="29210"/>
                    <a:pt x="3543296" y="29210"/>
                  </a:cubicBezTo>
                  <a:close/>
                  <a:moveTo>
                    <a:pt x="3345176" y="29210"/>
                  </a:moveTo>
                  <a:cubicBezTo>
                    <a:pt x="3350891" y="29210"/>
                    <a:pt x="3355336" y="30480"/>
                    <a:pt x="3359781" y="32385"/>
                  </a:cubicBezTo>
                  <a:cubicBezTo>
                    <a:pt x="3363591" y="34290"/>
                    <a:pt x="3367401" y="37465"/>
                    <a:pt x="3369941" y="40640"/>
                  </a:cubicBezTo>
                  <a:cubicBezTo>
                    <a:pt x="3372481" y="44450"/>
                    <a:pt x="3374386" y="48260"/>
                    <a:pt x="3376291" y="53340"/>
                  </a:cubicBezTo>
                  <a:cubicBezTo>
                    <a:pt x="3377561" y="57785"/>
                    <a:pt x="3378196" y="62865"/>
                    <a:pt x="3378196" y="68580"/>
                  </a:cubicBezTo>
                  <a:lnTo>
                    <a:pt x="3376926" y="68580"/>
                  </a:lnTo>
                  <a:cubicBezTo>
                    <a:pt x="3376926" y="68580"/>
                    <a:pt x="3376926" y="71120"/>
                    <a:pt x="3376926" y="72390"/>
                  </a:cubicBezTo>
                  <a:cubicBezTo>
                    <a:pt x="3376926" y="73660"/>
                    <a:pt x="3376926" y="74295"/>
                    <a:pt x="3376926" y="75565"/>
                  </a:cubicBezTo>
                  <a:lnTo>
                    <a:pt x="3325491" y="75565"/>
                  </a:lnTo>
                  <a:cubicBezTo>
                    <a:pt x="3325491" y="79375"/>
                    <a:pt x="3326761" y="82550"/>
                    <a:pt x="3328031" y="85090"/>
                  </a:cubicBezTo>
                  <a:cubicBezTo>
                    <a:pt x="3329301" y="87630"/>
                    <a:pt x="3330571" y="90170"/>
                    <a:pt x="3332476" y="91440"/>
                  </a:cubicBezTo>
                  <a:cubicBezTo>
                    <a:pt x="3334381" y="93345"/>
                    <a:pt x="3336286" y="94615"/>
                    <a:pt x="3338191" y="95250"/>
                  </a:cubicBezTo>
                  <a:cubicBezTo>
                    <a:pt x="3340096" y="95885"/>
                    <a:pt x="3342636" y="96520"/>
                    <a:pt x="3345176" y="96520"/>
                  </a:cubicBezTo>
                  <a:cubicBezTo>
                    <a:pt x="3347081" y="96520"/>
                    <a:pt x="3348351" y="96520"/>
                    <a:pt x="3350256" y="96520"/>
                  </a:cubicBezTo>
                  <a:cubicBezTo>
                    <a:pt x="3351526" y="96520"/>
                    <a:pt x="3353431" y="95885"/>
                    <a:pt x="3354701" y="95250"/>
                  </a:cubicBezTo>
                  <a:cubicBezTo>
                    <a:pt x="3355971" y="95250"/>
                    <a:pt x="3357241" y="93980"/>
                    <a:pt x="3358511" y="93345"/>
                  </a:cubicBezTo>
                  <a:cubicBezTo>
                    <a:pt x="3359781" y="93345"/>
                    <a:pt x="3361051" y="92075"/>
                    <a:pt x="3362956" y="90805"/>
                  </a:cubicBezTo>
                  <a:lnTo>
                    <a:pt x="3371846" y="100330"/>
                  </a:lnTo>
                  <a:cubicBezTo>
                    <a:pt x="3371846" y="100330"/>
                    <a:pt x="3368036" y="103505"/>
                    <a:pt x="3366131" y="104775"/>
                  </a:cubicBezTo>
                  <a:cubicBezTo>
                    <a:pt x="3364226" y="106045"/>
                    <a:pt x="3362321" y="106680"/>
                    <a:pt x="3360416" y="107950"/>
                  </a:cubicBezTo>
                  <a:cubicBezTo>
                    <a:pt x="3358511" y="108585"/>
                    <a:pt x="3355971" y="109855"/>
                    <a:pt x="3353431" y="109855"/>
                  </a:cubicBezTo>
                  <a:cubicBezTo>
                    <a:pt x="3350891" y="109855"/>
                    <a:pt x="3347716" y="110490"/>
                    <a:pt x="3344541" y="110490"/>
                  </a:cubicBezTo>
                  <a:cubicBezTo>
                    <a:pt x="3341366" y="110490"/>
                    <a:pt x="3338191" y="110490"/>
                    <a:pt x="3335016" y="109220"/>
                  </a:cubicBezTo>
                  <a:cubicBezTo>
                    <a:pt x="3331841" y="108585"/>
                    <a:pt x="3329301" y="107315"/>
                    <a:pt x="3327396" y="105410"/>
                  </a:cubicBezTo>
                  <a:cubicBezTo>
                    <a:pt x="3324856" y="104140"/>
                    <a:pt x="3322951" y="102235"/>
                    <a:pt x="3321046" y="100330"/>
                  </a:cubicBezTo>
                  <a:cubicBezTo>
                    <a:pt x="3319141" y="98425"/>
                    <a:pt x="3317236" y="95885"/>
                    <a:pt x="3315966" y="92710"/>
                  </a:cubicBezTo>
                  <a:cubicBezTo>
                    <a:pt x="3314061" y="89535"/>
                    <a:pt x="3312791" y="86360"/>
                    <a:pt x="3312156" y="82550"/>
                  </a:cubicBezTo>
                  <a:cubicBezTo>
                    <a:pt x="3311521" y="78740"/>
                    <a:pt x="3310886" y="74295"/>
                    <a:pt x="3310886" y="69850"/>
                  </a:cubicBezTo>
                  <a:cubicBezTo>
                    <a:pt x="3310886" y="63500"/>
                    <a:pt x="3311521" y="57150"/>
                    <a:pt x="3313426" y="52070"/>
                  </a:cubicBezTo>
                  <a:cubicBezTo>
                    <a:pt x="3315331" y="46990"/>
                    <a:pt x="3317236" y="42545"/>
                    <a:pt x="3320411" y="39370"/>
                  </a:cubicBezTo>
                  <a:cubicBezTo>
                    <a:pt x="3323586" y="36195"/>
                    <a:pt x="3326761" y="33020"/>
                    <a:pt x="3331206" y="31750"/>
                  </a:cubicBezTo>
                  <a:cubicBezTo>
                    <a:pt x="3335651" y="29845"/>
                    <a:pt x="3340096" y="29210"/>
                    <a:pt x="3345176" y="29210"/>
                  </a:cubicBezTo>
                  <a:close/>
                  <a:moveTo>
                    <a:pt x="3060696" y="29210"/>
                  </a:moveTo>
                  <a:cubicBezTo>
                    <a:pt x="3063871" y="29210"/>
                    <a:pt x="3066411" y="29210"/>
                    <a:pt x="3068316" y="29845"/>
                  </a:cubicBezTo>
                  <a:cubicBezTo>
                    <a:pt x="3070221" y="29845"/>
                    <a:pt x="3072126" y="31115"/>
                    <a:pt x="3074031" y="32385"/>
                  </a:cubicBezTo>
                  <a:lnTo>
                    <a:pt x="3070221" y="46990"/>
                  </a:lnTo>
                  <a:lnTo>
                    <a:pt x="3068951" y="46990"/>
                  </a:lnTo>
                  <a:cubicBezTo>
                    <a:pt x="3068951" y="46990"/>
                    <a:pt x="3065776" y="45085"/>
                    <a:pt x="3063871" y="45085"/>
                  </a:cubicBezTo>
                  <a:cubicBezTo>
                    <a:pt x="3061966" y="45085"/>
                    <a:pt x="3060061" y="44450"/>
                    <a:pt x="3057521" y="44450"/>
                  </a:cubicBezTo>
                  <a:cubicBezTo>
                    <a:pt x="3052441" y="44450"/>
                    <a:pt x="3048631" y="46355"/>
                    <a:pt x="3046091" y="49530"/>
                  </a:cubicBezTo>
                  <a:cubicBezTo>
                    <a:pt x="3043551" y="52705"/>
                    <a:pt x="3042281" y="57785"/>
                    <a:pt x="3042281" y="64770"/>
                  </a:cubicBezTo>
                  <a:lnTo>
                    <a:pt x="3042281" y="109220"/>
                  </a:lnTo>
                  <a:lnTo>
                    <a:pt x="3027041" y="109220"/>
                  </a:lnTo>
                  <a:lnTo>
                    <a:pt x="3027041" y="31115"/>
                  </a:lnTo>
                  <a:lnTo>
                    <a:pt x="3042281" y="31115"/>
                  </a:lnTo>
                  <a:lnTo>
                    <a:pt x="3042281" y="38735"/>
                  </a:lnTo>
                  <a:cubicBezTo>
                    <a:pt x="3042281" y="38735"/>
                    <a:pt x="3044186" y="36195"/>
                    <a:pt x="3045456" y="34925"/>
                  </a:cubicBezTo>
                  <a:cubicBezTo>
                    <a:pt x="3046726" y="33655"/>
                    <a:pt x="3047996" y="33020"/>
                    <a:pt x="3049901" y="31750"/>
                  </a:cubicBezTo>
                  <a:cubicBezTo>
                    <a:pt x="3051171" y="31115"/>
                    <a:pt x="3053076" y="30480"/>
                    <a:pt x="3054981" y="29845"/>
                  </a:cubicBezTo>
                  <a:cubicBezTo>
                    <a:pt x="3056886" y="29845"/>
                    <a:pt x="3058791" y="29210"/>
                    <a:pt x="3060696" y="29210"/>
                  </a:cubicBezTo>
                  <a:close/>
                  <a:moveTo>
                    <a:pt x="2978781" y="29210"/>
                  </a:moveTo>
                  <a:cubicBezTo>
                    <a:pt x="2984496" y="29210"/>
                    <a:pt x="2988941" y="30480"/>
                    <a:pt x="2993386" y="32385"/>
                  </a:cubicBezTo>
                  <a:cubicBezTo>
                    <a:pt x="2997196" y="34290"/>
                    <a:pt x="3001006" y="37465"/>
                    <a:pt x="3003546" y="40640"/>
                  </a:cubicBezTo>
                  <a:cubicBezTo>
                    <a:pt x="3006086" y="44450"/>
                    <a:pt x="3007991" y="48260"/>
                    <a:pt x="3009896" y="53340"/>
                  </a:cubicBezTo>
                  <a:cubicBezTo>
                    <a:pt x="3011166" y="57785"/>
                    <a:pt x="3011801" y="62865"/>
                    <a:pt x="3011801" y="68580"/>
                  </a:cubicBezTo>
                  <a:lnTo>
                    <a:pt x="3010531" y="68580"/>
                  </a:lnTo>
                  <a:cubicBezTo>
                    <a:pt x="3010531" y="68580"/>
                    <a:pt x="3010531" y="71120"/>
                    <a:pt x="3010531" y="72390"/>
                  </a:cubicBezTo>
                  <a:cubicBezTo>
                    <a:pt x="3010531" y="73660"/>
                    <a:pt x="3010531" y="74295"/>
                    <a:pt x="3010531" y="75565"/>
                  </a:cubicBezTo>
                  <a:lnTo>
                    <a:pt x="2959096" y="75565"/>
                  </a:lnTo>
                  <a:cubicBezTo>
                    <a:pt x="2959096" y="79375"/>
                    <a:pt x="2960366" y="82550"/>
                    <a:pt x="2961636" y="85090"/>
                  </a:cubicBezTo>
                  <a:cubicBezTo>
                    <a:pt x="2962906" y="87630"/>
                    <a:pt x="2964176" y="90170"/>
                    <a:pt x="2966081" y="91440"/>
                  </a:cubicBezTo>
                  <a:cubicBezTo>
                    <a:pt x="2967986" y="93345"/>
                    <a:pt x="2969891" y="94615"/>
                    <a:pt x="2971796" y="95250"/>
                  </a:cubicBezTo>
                  <a:cubicBezTo>
                    <a:pt x="2974336" y="95885"/>
                    <a:pt x="2976241" y="96520"/>
                    <a:pt x="2978781" y="96520"/>
                  </a:cubicBezTo>
                  <a:cubicBezTo>
                    <a:pt x="2980686" y="96520"/>
                    <a:pt x="2981956" y="96520"/>
                    <a:pt x="2983861" y="96520"/>
                  </a:cubicBezTo>
                  <a:cubicBezTo>
                    <a:pt x="2985131" y="96520"/>
                    <a:pt x="2987036" y="95885"/>
                    <a:pt x="2988306" y="95250"/>
                  </a:cubicBezTo>
                  <a:cubicBezTo>
                    <a:pt x="2989576" y="95250"/>
                    <a:pt x="2990846" y="93980"/>
                    <a:pt x="2992116" y="93345"/>
                  </a:cubicBezTo>
                  <a:cubicBezTo>
                    <a:pt x="2993386" y="93345"/>
                    <a:pt x="2994656" y="92075"/>
                    <a:pt x="2996561" y="90805"/>
                  </a:cubicBezTo>
                  <a:lnTo>
                    <a:pt x="3005451" y="100330"/>
                  </a:lnTo>
                  <a:cubicBezTo>
                    <a:pt x="3005451" y="100330"/>
                    <a:pt x="3001641" y="103505"/>
                    <a:pt x="2999736" y="104775"/>
                  </a:cubicBezTo>
                  <a:cubicBezTo>
                    <a:pt x="2997831" y="106045"/>
                    <a:pt x="2995926" y="106680"/>
                    <a:pt x="2994021" y="107950"/>
                  </a:cubicBezTo>
                  <a:cubicBezTo>
                    <a:pt x="2992116" y="108585"/>
                    <a:pt x="2989576" y="109855"/>
                    <a:pt x="2987036" y="109855"/>
                  </a:cubicBezTo>
                  <a:cubicBezTo>
                    <a:pt x="2984496" y="109855"/>
                    <a:pt x="2981321" y="110490"/>
                    <a:pt x="2978146" y="110490"/>
                  </a:cubicBezTo>
                  <a:cubicBezTo>
                    <a:pt x="2974971" y="110490"/>
                    <a:pt x="2971796" y="110490"/>
                    <a:pt x="2968621" y="109220"/>
                  </a:cubicBezTo>
                  <a:cubicBezTo>
                    <a:pt x="2965446" y="108585"/>
                    <a:pt x="2962906" y="107315"/>
                    <a:pt x="2961001" y="105410"/>
                  </a:cubicBezTo>
                  <a:cubicBezTo>
                    <a:pt x="2958461" y="104140"/>
                    <a:pt x="2956556" y="102235"/>
                    <a:pt x="2954651" y="100330"/>
                  </a:cubicBezTo>
                  <a:cubicBezTo>
                    <a:pt x="2952746" y="98425"/>
                    <a:pt x="2950841" y="95885"/>
                    <a:pt x="2949571" y="92710"/>
                  </a:cubicBezTo>
                  <a:cubicBezTo>
                    <a:pt x="2947666" y="89535"/>
                    <a:pt x="2946396" y="86360"/>
                    <a:pt x="2945761" y="82550"/>
                  </a:cubicBezTo>
                  <a:cubicBezTo>
                    <a:pt x="2945126" y="78740"/>
                    <a:pt x="2944491" y="74295"/>
                    <a:pt x="2944491" y="69850"/>
                  </a:cubicBezTo>
                  <a:cubicBezTo>
                    <a:pt x="2944491" y="63500"/>
                    <a:pt x="2945126" y="57150"/>
                    <a:pt x="2947031" y="52070"/>
                  </a:cubicBezTo>
                  <a:cubicBezTo>
                    <a:pt x="2948936" y="46990"/>
                    <a:pt x="2950841" y="42545"/>
                    <a:pt x="2954016" y="39370"/>
                  </a:cubicBezTo>
                  <a:cubicBezTo>
                    <a:pt x="2957191" y="36195"/>
                    <a:pt x="2960366" y="33020"/>
                    <a:pt x="2964811" y="31750"/>
                  </a:cubicBezTo>
                  <a:cubicBezTo>
                    <a:pt x="2969256" y="29845"/>
                    <a:pt x="2973701" y="29210"/>
                    <a:pt x="2978781" y="29210"/>
                  </a:cubicBezTo>
                  <a:close/>
                  <a:moveTo>
                    <a:pt x="2798440" y="29210"/>
                  </a:moveTo>
                  <a:cubicBezTo>
                    <a:pt x="2803520" y="29210"/>
                    <a:pt x="2807965" y="29845"/>
                    <a:pt x="2813045" y="31750"/>
                  </a:cubicBezTo>
                  <a:cubicBezTo>
                    <a:pt x="2817490" y="33655"/>
                    <a:pt x="2821935" y="35560"/>
                    <a:pt x="2825110" y="38100"/>
                  </a:cubicBezTo>
                  <a:lnTo>
                    <a:pt x="2827015" y="38100"/>
                  </a:lnTo>
                  <a:lnTo>
                    <a:pt x="2820030" y="50165"/>
                  </a:lnTo>
                  <a:cubicBezTo>
                    <a:pt x="2816855" y="47625"/>
                    <a:pt x="2813680" y="46355"/>
                    <a:pt x="2810505" y="45085"/>
                  </a:cubicBezTo>
                  <a:cubicBezTo>
                    <a:pt x="2807330" y="43815"/>
                    <a:pt x="2803520" y="43180"/>
                    <a:pt x="2799710" y="43180"/>
                  </a:cubicBezTo>
                  <a:cubicBezTo>
                    <a:pt x="2795900" y="43180"/>
                    <a:pt x="2793360" y="43815"/>
                    <a:pt x="2791455" y="45085"/>
                  </a:cubicBezTo>
                  <a:cubicBezTo>
                    <a:pt x="2789550" y="46355"/>
                    <a:pt x="2788915" y="48260"/>
                    <a:pt x="2788915" y="50165"/>
                  </a:cubicBezTo>
                  <a:cubicBezTo>
                    <a:pt x="2788915" y="51435"/>
                    <a:pt x="2788915" y="52070"/>
                    <a:pt x="2788915" y="52705"/>
                  </a:cubicBezTo>
                  <a:cubicBezTo>
                    <a:pt x="2788915" y="53340"/>
                    <a:pt x="2790185" y="54610"/>
                    <a:pt x="2790820" y="55245"/>
                  </a:cubicBezTo>
                  <a:cubicBezTo>
                    <a:pt x="2792090" y="55880"/>
                    <a:pt x="2793360" y="57150"/>
                    <a:pt x="2795265" y="57785"/>
                  </a:cubicBezTo>
                  <a:cubicBezTo>
                    <a:pt x="2797170" y="59055"/>
                    <a:pt x="2799710" y="59690"/>
                    <a:pt x="2802250" y="60960"/>
                  </a:cubicBezTo>
                  <a:cubicBezTo>
                    <a:pt x="2806695" y="62865"/>
                    <a:pt x="2810505" y="64135"/>
                    <a:pt x="2813680" y="66040"/>
                  </a:cubicBezTo>
                  <a:cubicBezTo>
                    <a:pt x="2816855" y="67310"/>
                    <a:pt x="2819395" y="69215"/>
                    <a:pt x="2821935" y="71120"/>
                  </a:cubicBezTo>
                  <a:cubicBezTo>
                    <a:pt x="2823840" y="73025"/>
                    <a:pt x="2825745" y="75565"/>
                    <a:pt x="2827015" y="78105"/>
                  </a:cubicBezTo>
                  <a:cubicBezTo>
                    <a:pt x="2828285" y="80645"/>
                    <a:pt x="2828920" y="83820"/>
                    <a:pt x="2828920" y="87630"/>
                  </a:cubicBezTo>
                  <a:cubicBezTo>
                    <a:pt x="2828920" y="92075"/>
                    <a:pt x="2828285" y="95250"/>
                    <a:pt x="2826380" y="98425"/>
                  </a:cubicBezTo>
                  <a:cubicBezTo>
                    <a:pt x="2824475" y="101600"/>
                    <a:pt x="2822570" y="103505"/>
                    <a:pt x="2820030" y="105410"/>
                  </a:cubicBezTo>
                  <a:cubicBezTo>
                    <a:pt x="2817490" y="107315"/>
                    <a:pt x="2814315" y="108585"/>
                    <a:pt x="2810505" y="109220"/>
                  </a:cubicBezTo>
                  <a:cubicBezTo>
                    <a:pt x="2806695" y="109855"/>
                    <a:pt x="2803520" y="110490"/>
                    <a:pt x="2799710" y="110490"/>
                  </a:cubicBezTo>
                  <a:cubicBezTo>
                    <a:pt x="2794630" y="110490"/>
                    <a:pt x="2789550" y="109855"/>
                    <a:pt x="2783835" y="107950"/>
                  </a:cubicBezTo>
                  <a:cubicBezTo>
                    <a:pt x="2778120" y="106045"/>
                    <a:pt x="2773675" y="103505"/>
                    <a:pt x="2769230" y="100965"/>
                  </a:cubicBezTo>
                  <a:lnTo>
                    <a:pt x="2776215" y="89535"/>
                  </a:lnTo>
                  <a:cubicBezTo>
                    <a:pt x="2780025" y="92075"/>
                    <a:pt x="2783835" y="93980"/>
                    <a:pt x="2787645" y="95250"/>
                  </a:cubicBezTo>
                  <a:cubicBezTo>
                    <a:pt x="2791455" y="96520"/>
                    <a:pt x="2795265" y="97155"/>
                    <a:pt x="2799075" y="97155"/>
                  </a:cubicBezTo>
                  <a:cubicBezTo>
                    <a:pt x="2804155" y="97155"/>
                    <a:pt x="2807330" y="96520"/>
                    <a:pt x="2809870" y="94615"/>
                  </a:cubicBezTo>
                  <a:cubicBezTo>
                    <a:pt x="2812410" y="93345"/>
                    <a:pt x="2813045" y="90805"/>
                    <a:pt x="2813045" y="88265"/>
                  </a:cubicBezTo>
                  <a:cubicBezTo>
                    <a:pt x="2813045" y="86995"/>
                    <a:pt x="2813045" y="85725"/>
                    <a:pt x="2811775" y="84455"/>
                  </a:cubicBezTo>
                  <a:cubicBezTo>
                    <a:pt x="2811140" y="83185"/>
                    <a:pt x="2809870" y="82550"/>
                    <a:pt x="2807965" y="81280"/>
                  </a:cubicBezTo>
                  <a:cubicBezTo>
                    <a:pt x="2806695" y="80010"/>
                    <a:pt x="2804790" y="79375"/>
                    <a:pt x="2802250" y="78105"/>
                  </a:cubicBezTo>
                  <a:cubicBezTo>
                    <a:pt x="2800345" y="77470"/>
                    <a:pt x="2797805" y="76200"/>
                    <a:pt x="2794630" y="74930"/>
                  </a:cubicBezTo>
                  <a:cubicBezTo>
                    <a:pt x="2790185" y="73025"/>
                    <a:pt x="2787010" y="71755"/>
                    <a:pt x="2783835" y="69850"/>
                  </a:cubicBezTo>
                  <a:cubicBezTo>
                    <a:pt x="2780660" y="67945"/>
                    <a:pt x="2778755" y="66675"/>
                    <a:pt x="2776850" y="64770"/>
                  </a:cubicBezTo>
                  <a:cubicBezTo>
                    <a:pt x="2774945" y="62865"/>
                    <a:pt x="2773675" y="60960"/>
                    <a:pt x="2773040" y="58420"/>
                  </a:cubicBezTo>
                  <a:cubicBezTo>
                    <a:pt x="2772405" y="55880"/>
                    <a:pt x="2771770" y="53340"/>
                    <a:pt x="2771770" y="50165"/>
                  </a:cubicBezTo>
                  <a:cubicBezTo>
                    <a:pt x="2771770" y="46990"/>
                    <a:pt x="2772405" y="43815"/>
                    <a:pt x="2773675" y="40640"/>
                  </a:cubicBezTo>
                  <a:cubicBezTo>
                    <a:pt x="2774945" y="38100"/>
                    <a:pt x="2776850" y="35560"/>
                    <a:pt x="2779390" y="34290"/>
                  </a:cubicBezTo>
                  <a:cubicBezTo>
                    <a:pt x="2781930" y="32385"/>
                    <a:pt x="2784470" y="31115"/>
                    <a:pt x="2787645" y="30480"/>
                  </a:cubicBezTo>
                  <a:cubicBezTo>
                    <a:pt x="2790820" y="29845"/>
                    <a:pt x="2794630" y="29210"/>
                    <a:pt x="2798440" y="29210"/>
                  </a:cubicBezTo>
                  <a:close/>
                  <a:moveTo>
                    <a:pt x="2723510" y="29210"/>
                  </a:moveTo>
                  <a:cubicBezTo>
                    <a:pt x="2725415" y="29210"/>
                    <a:pt x="2727320" y="29210"/>
                    <a:pt x="2729225" y="29210"/>
                  </a:cubicBezTo>
                  <a:cubicBezTo>
                    <a:pt x="2733670" y="29210"/>
                    <a:pt x="2738115" y="29845"/>
                    <a:pt x="2741290" y="31750"/>
                  </a:cubicBezTo>
                  <a:cubicBezTo>
                    <a:pt x="2744465" y="33020"/>
                    <a:pt x="2747640" y="35560"/>
                    <a:pt x="2750180" y="38100"/>
                  </a:cubicBezTo>
                  <a:cubicBezTo>
                    <a:pt x="2752720" y="41275"/>
                    <a:pt x="2753990" y="44450"/>
                    <a:pt x="2755260" y="48895"/>
                  </a:cubicBezTo>
                  <a:cubicBezTo>
                    <a:pt x="2756530" y="53340"/>
                    <a:pt x="2757165" y="58420"/>
                    <a:pt x="2757165" y="64135"/>
                  </a:cubicBezTo>
                  <a:lnTo>
                    <a:pt x="2757165" y="108585"/>
                  </a:lnTo>
                  <a:lnTo>
                    <a:pt x="2741925" y="108585"/>
                  </a:lnTo>
                  <a:lnTo>
                    <a:pt x="2741290" y="108585"/>
                  </a:lnTo>
                  <a:lnTo>
                    <a:pt x="2741290" y="64770"/>
                  </a:lnTo>
                  <a:cubicBezTo>
                    <a:pt x="2741290" y="57785"/>
                    <a:pt x="2740020" y="52070"/>
                    <a:pt x="2737480" y="48895"/>
                  </a:cubicBezTo>
                  <a:cubicBezTo>
                    <a:pt x="2734940" y="45085"/>
                    <a:pt x="2731130" y="43180"/>
                    <a:pt x="2725415" y="43180"/>
                  </a:cubicBezTo>
                  <a:cubicBezTo>
                    <a:pt x="2722875" y="43180"/>
                    <a:pt x="2720970" y="43180"/>
                    <a:pt x="2718430" y="44450"/>
                  </a:cubicBezTo>
                  <a:cubicBezTo>
                    <a:pt x="2716525" y="45085"/>
                    <a:pt x="2714620" y="46990"/>
                    <a:pt x="2713350" y="48260"/>
                  </a:cubicBezTo>
                  <a:cubicBezTo>
                    <a:pt x="2712080" y="50165"/>
                    <a:pt x="2710810" y="52070"/>
                    <a:pt x="2710175" y="54610"/>
                  </a:cubicBezTo>
                  <a:cubicBezTo>
                    <a:pt x="2710175" y="57150"/>
                    <a:pt x="2709540" y="59690"/>
                    <a:pt x="2709540" y="62865"/>
                  </a:cubicBezTo>
                  <a:lnTo>
                    <a:pt x="2709540" y="108585"/>
                  </a:lnTo>
                  <a:lnTo>
                    <a:pt x="2694300" y="108585"/>
                  </a:lnTo>
                  <a:lnTo>
                    <a:pt x="2694300" y="30480"/>
                  </a:lnTo>
                  <a:lnTo>
                    <a:pt x="2709540" y="30480"/>
                  </a:lnTo>
                  <a:lnTo>
                    <a:pt x="2709540" y="38100"/>
                  </a:lnTo>
                  <a:cubicBezTo>
                    <a:pt x="2709540" y="38100"/>
                    <a:pt x="2711445" y="35560"/>
                    <a:pt x="2713350" y="34290"/>
                  </a:cubicBezTo>
                  <a:cubicBezTo>
                    <a:pt x="2714620" y="33020"/>
                    <a:pt x="2716525" y="32385"/>
                    <a:pt x="2717795" y="31115"/>
                  </a:cubicBezTo>
                  <a:cubicBezTo>
                    <a:pt x="2719700" y="30480"/>
                    <a:pt x="2721605" y="29845"/>
                    <a:pt x="2723510" y="29210"/>
                  </a:cubicBezTo>
                  <a:close/>
                  <a:moveTo>
                    <a:pt x="2530470" y="29210"/>
                  </a:moveTo>
                  <a:cubicBezTo>
                    <a:pt x="2536185" y="29210"/>
                    <a:pt x="2540630" y="30480"/>
                    <a:pt x="2545075" y="32385"/>
                  </a:cubicBezTo>
                  <a:cubicBezTo>
                    <a:pt x="2548885" y="34290"/>
                    <a:pt x="2552695" y="37465"/>
                    <a:pt x="2555235" y="40640"/>
                  </a:cubicBezTo>
                  <a:cubicBezTo>
                    <a:pt x="2557775" y="44450"/>
                    <a:pt x="2559680" y="48260"/>
                    <a:pt x="2561585" y="53340"/>
                  </a:cubicBezTo>
                  <a:cubicBezTo>
                    <a:pt x="2562855" y="57785"/>
                    <a:pt x="2563490" y="62865"/>
                    <a:pt x="2563490" y="68580"/>
                  </a:cubicBezTo>
                  <a:lnTo>
                    <a:pt x="2562220" y="68580"/>
                  </a:lnTo>
                  <a:cubicBezTo>
                    <a:pt x="2562220" y="68580"/>
                    <a:pt x="2562220" y="71120"/>
                    <a:pt x="2562220" y="72390"/>
                  </a:cubicBezTo>
                  <a:cubicBezTo>
                    <a:pt x="2562220" y="73660"/>
                    <a:pt x="2562220" y="74295"/>
                    <a:pt x="2562220" y="75565"/>
                  </a:cubicBezTo>
                  <a:lnTo>
                    <a:pt x="2510785" y="75565"/>
                  </a:lnTo>
                  <a:cubicBezTo>
                    <a:pt x="2510785" y="79375"/>
                    <a:pt x="2512055" y="82550"/>
                    <a:pt x="2513325" y="85090"/>
                  </a:cubicBezTo>
                  <a:cubicBezTo>
                    <a:pt x="2514595" y="87630"/>
                    <a:pt x="2515865" y="90170"/>
                    <a:pt x="2517770" y="91440"/>
                  </a:cubicBezTo>
                  <a:cubicBezTo>
                    <a:pt x="2519675" y="93345"/>
                    <a:pt x="2521580" y="94615"/>
                    <a:pt x="2523485" y="95250"/>
                  </a:cubicBezTo>
                  <a:cubicBezTo>
                    <a:pt x="2525390" y="95885"/>
                    <a:pt x="2527930" y="96520"/>
                    <a:pt x="2530470" y="96520"/>
                  </a:cubicBezTo>
                  <a:cubicBezTo>
                    <a:pt x="2532375" y="96520"/>
                    <a:pt x="2533645" y="96520"/>
                    <a:pt x="2535550" y="96520"/>
                  </a:cubicBezTo>
                  <a:cubicBezTo>
                    <a:pt x="2536820" y="96520"/>
                    <a:pt x="2538725" y="95885"/>
                    <a:pt x="2539995" y="95250"/>
                  </a:cubicBezTo>
                  <a:cubicBezTo>
                    <a:pt x="2541265" y="95250"/>
                    <a:pt x="2542535" y="93980"/>
                    <a:pt x="2543805" y="93345"/>
                  </a:cubicBezTo>
                  <a:cubicBezTo>
                    <a:pt x="2545075" y="93345"/>
                    <a:pt x="2546345" y="92075"/>
                    <a:pt x="2548250" y="90805"/>
                  </a:cubicBezTo>
                  <a:lnTo>
                    <a:pt x="2557140" y="100330"/>
                  </a:lnTo>
                  <a:cubicBezTo>
                    <a:pt x="2557140" y="100330"/>
                    <a:pt x="2553330" y="103505"/>
                    <a:pt x="2551425" y="104775"/>
                  </a:cubicBezTo>
                  <a:cubicBezTo>
                    <a:pt x="2549520" y="106045"/>
                    <a:pt x="2547615" y="106680"/>
                    <a:pt x="2545710" y="107950"/>
                  </a:cubicBezTo>
                  <a:cubicBezTo>
                    <a:pt x="2543805" y="108585"/>
                    <a:pt x="2541265" y="109855"/>
                    <a:pt x="2538725" y="109855"/>
                  </a:cubicBezTo>
                  <a:cubicBezTo>
                    <a:pt x="2536185" y="109855"/>
                    <a:pt x="2533010" y="110490"/>
                    <a:pt x="2529835" y="110490"/>
                  </a:cubicBezTo>
                  <a:cubicBezTo>
                    <a:pt x="2526660" y="110490"/>
                    <a:pt x="2523485" y="110490"/>
                    <a:pt x="2520310" y="109220"/>
                  </a:cubicBezTo>
                  <a:cubicBezTo>
                    <a:pt x="2517135" y="108585"/>
                    <a:pt x="2514595" y="107315"/>
                    <a:pt x="2512690" y="105410"/>
                  </a:cubicBezTo>
                  <a:cubicBezTo>
                    <a:pt x="2510785" y="103505"/>
                    <a:pt x="2508245" y="102235"/>
                    <a:pt x="2506340" y="100330"/>
                  </a:cubicBezTo>
                  <a:cubicBezTo>
                    <a:pt x="2504435" y="98425"/>
                    <a:pt x="2502530" y="95885"/>
                    <a:pt x="2501260" y="92710"/>
                  </a:cubicBezTo>
                  <a:cubicBezTo>
                    <a:pt x="2499355" y="89535"/>
                    <a:pt x="2498085" y="86360"/>
                    <a:pt x="2497450" y="82550"/>
                  </a:cubicBezTo>
                  <a:cubicBezTo>
                    <a:pt x="2496815" y="78740"/>
                    <a:pt x="2496180" y="74295"/>
                    <a:pt x="2496180" y="69850"/>
                  </a:cubicBezTo>
                  <a:cubicBezTo>
                    <a:pt x="2496180" y="63500"/>
                    <a:pt x="2496815" y="57150"/>
                    <a:pt x="2498720" y="52070"/>
                  </a:cubicBezTo>
                  <a:cubicBezTo>
                    <a:pt x="2500625" y="46990"/>
                    <a:pt x="2502530" y="42545"/>
                    <a:pt x="2505705" y="39370"/>
                  </a:cubicBezTo>
                  <a:cubicBezTo>
                    <a:pt x="2508880" y="36195"/>
                    <a:pt x="2512055" y="33020"/>
                    <a:pt x="2516500" y="31750"/>
                  </a:cubicBezTo>
                  <a:cubicBezTo>
                    <a:pt x="2520945" y="29845"/>
                    <a:pt x="2525390" y="29210"/>
                    <a:pt x="2530470" y="29210"/>
                  </a:cubicBezTo>
                  <a:close/>
                  <a:moveTo>
                    <a:pt x="2298061" y="29210"/>
                  </a:moveTo>
                  <a:cubicBezTo>
                    <a:pt x="2301236" y="29210"/>
                    <a:pt x="2303776" y="29210"/>
                    <a:pt x="2305681" y="29845"/>
                  </a:cubicBezTo>
                  <a:cubicBezTo>
                    <a:pt x="2307586" y="29845"/>
                    <a:pt x="2309491" y="31115"/>
                    <a:pt x="2311396" y="32385"/>
                  </a:cubicBezTo>
                  <a:lnTo>
                    <a:pt x="2307586" y="46990"/>
                  </a:lnTo>
                  <a:lnTo>
                    <a:pt x="2306316" y="46990"/>
                  </a:lnTo>
                  <a:cubicBezTo>
                    <a:pt x="2306316" y="46990"/>
                    <a:pt x="2303141" y="45085"/>
                    <a:pt x="2301236" y="45085"/>
                  </a:cubicBezTo>
                  <a:cubicBezTo>
                    <a:pt x="2299331" y="45085"/>
                    <a:pt x="2297426" y="44450"/>
                    <a:pt x="2294886" y="44450"/>
                  </a:cubicBezTo>
                  <a:cubicBezTo>
                    <a:pt x="2289806" y="44450"/>
                    <a:pt x="2285996" y="46355"/>
                    <a:pt x="2283456" y="49530"/>
                  </a:cubicBezTo>
                  <a:cubicBezTo>
                    <a:pt x="2280916" y="52705"/>
                    <a:pt x="2279646" y="57785"/>
                    <a:pt x="2279646" y="64770"/>
                  </a:cubicBezTo>
                  <a:lnTo>
                    <a:pt x="2279646" y="109220"/>
                  </a:lnTo>
                  <a:lnTo>
                    <a:pt x="2264406" y="109220"/>
                  </a:lnTo>
                  <a:lnTo>
                    <a:pt x="2264406" y="31115"/>
                  </a:lnTo>
                  <a:lnTo>
                    <a:pt x="2279646" y="31115"/>
                  </a:lnTo>
                  <a:lnTo>
                    <a:pt x="2279646" y="38735"/>
                  </a:lnTo>
                  <a:cubicBezTo>
                    <a:pt x="2279646" y="38735"/>
                    <a:pt x="2281551" y="36195"/>
                    <a:pt x="2282821" y="34925"/>
                  </a:cubicBezTo>
                  <a:cubicBezTo>
                    <a:pt x="2284091" y="33655"/>
                    <a:pt x="2285361" y="33020"/>
                    <a:pt x="2287266" y="31750"/>
                  </a:cubicBezTo>
                  <a:cubicBezTo>
                    <a:pt x="2288536" y="31115"/>
                    <a:pt x="2290441" y="30480"/>
                    <a:pt x="2292346" y="29845"/>
                  </a:cubicBezTo>
                  <a:cubicBezTo>
                    <a:pt x="2294251" y="29845"/>
                    <a:pt x="2296156" y="29210"/>
                    <a:pt x="2298061" y="29210"/>
                  </a:cubicBezTo>
                  <a:close/>
                  <a:moveTo>
                    <a:pt x="2216145" y="29210"/>
                  </a:moveTo>
                  <a:cubicBezTo>
                    <a:pt x="2221860" y="29210"/>
                    <a:pt x="2226305" y="30480"/>
                    <a:pt x="2230750" y="32385"/>
                  </a:cubicBezTo>
                  <a:cubicBezTo>
                    <a:pt x="2234560" y="34290"/>
                    <a:pt x="2238370" y="37465"/>
                    <a:pt x="2240910" y="40640"/>
                  </a:cubicBezTo>
                  <a:cubicBezTo>
                    <a:pt x="2243450" y="44450"/>
                    <a:pt x="2245355" y="48260"/>
                    <a:pt x="2247260" y="53340"/>
                  </a:cubicBezTo>
                  <a:cubicBezTo>
                    <a:pt x="2248530" y="57785"/>
                    <a:pt x="2249165" y="62865"/>
                    <a:pt x="2249165" y="68580"/>
                  </a:cubicBezTo>
                  <a:lnTo>
                    <a:pt x="2247895" y="68580"/>
                  </a:lnTo>
                  <a:cubicBezTo>
                    <a:pt x="2247895" y="68580"/>
                    <a:pt x="2247895" y="71120"/>
                    <a:pt x="2247895" y="72390"/>
                  </a:cubicBezTo>
                  <a:cubicBezTo>
                    <a:pt x="2247895" y="73660"/>
                    <a:pt x="2247895" y="74295"/>
                    <a:pt x="2247895" y="75565"/>
                  </a:cubicBezTo>
                  <a:lnTo>
                    <a:pt x="2196460" y="75565"/>
                  </a:lnTo>
                  <a:cubicBezTo>
                    <a:pt x="2196460" y="79375"/>
                    <a:pt x="2197730" y="82550"/>
                    <a:pt x="2199000" y="85090"/>
                  </a:cubicBezTo>
                  <a:cubicBezTo>
                    <a:pt x="2200270" y="87630"/>
                    <a:pt x="2201540" y="90170"/>
                    <a:pt x="2203445" y="91440"/>
                  </a:cubicBezTo>
                  <a:cubicBezTo>
                    <a:pt x="2205350" y="93345"/>
                    <a:pt x="2207255" y="94615"/>
                    <a:pt x="2209160" y="95250"/>
                  </a:cubicBezTo>
                  <a:cubicBezTo>
                    <a:pt x="2211065" y="95885"/>
                    <a:pt x="2213605" y="96520"/>
                    <a:pt x="2216145" y="96520"/>
                  </a:cubicBezTo>
                  <a:cubicBezTo>
                    <a:pt x="2218050" y="96520"/>
                    <a:pt x="2219320" y="96520"/>
                    <a:pt x="2221225" y="96520"/>
                  </a:cubicBezTo>
                  <a:cubicBezTo>
                    <a:pt x="2222495" y="96520"/>
                    <a:pt x="2224400" y="95885"/>
                    <a:pt x="2225670" y="95250"/>
                  </a:cubicBezTo>
                  <a:cubicBezTo>
                    <a:pt x="2226940" y="95250"/>
                    <a:pt x="2228210" y="93980"/>
                    <a:pt x="2229480" y="93345"/>
                  </a:cubicBezTo>
                  <a:cubicBezTo>
                    <a:pt x="2230750" y="93345"/>
                    <a:pt x="2232020" y="92075"/>
                    <a:pt x="2233925" y="90805"/>
                  </a:cubicBezTo>
                  <a:lnTo>
                    <a:pt x="2242815" y="100330"/>
                  </a:lnTo>
                  <a:cubicBezTo>
                    <a:pt x="2242815" y="100330"/>
                    <a:pt x="2239005" y="103505"/>
                    <a:pt x="2237100" y="104775"/>
                  </a:cubicBezTo>
                  <a:cubicBezTo>
                    <a:pt x="2235195" y="106045"/>
                    <a:pt x="2233290" y="106680"/>
                    <a:pt x="2231385" y="107950"/>
                  </a:cubicBezTo>
                  <a:cubicBezTo>
                    <a:pt x="2229480" y="108585"/>
                    <a:pt x="2226940" y="109855"/>
                    <a:pt x="2224400" y="109855"/>
                  </a:cubicBezTo>
                  <a:cubicBezTo>
                    <a:pt x="2221860" y="109855"/>
                    <a:pt x="2218685" y="110490"/>
                    <a:pt x="2215510" y="110490"/>
                  </a:cubicBezTo>
                  <a:cubicBezTo>
                    <a:pt x="2212335" y="110490"/>
                    <a:pt x="2209160" y="110490"/>
                    <a:pt x="2205985" y="109220"/>
                  </a:cubicBezTo>
                  <a:cubicBezTo>
                    <a:pt x="2202810" y="108585"/>
                    <a:pt x="2200270" y="107315"/>
                    <a:pt x="2198365" y="105410"/>
                  </a:cubicBezTo>
                  <a:cubicBezTo>
                    <a:pt x="2195825" y="104140"/>
                    <a:pt x="2193920" y="102235"/>
                    <a:pt x="2192015" y="100330"/>
                  </a:cubicBezTo>
                  <a:cubicBezTo>
                    <a:pt x="2190110" y="98425"/>
                    <a:pt x="2188205" y="95885"/>
                    <a:pt x="2186935" y="92710"/>
                  </a:cubicBezTo>
                  <a:cubicBezTo>
                    <a:pt x="2185030" y="89535"/>
                    <a:pt x="2183760" y="86360"/>
                    <a:pt x="2183125" y="82550"/>
                  </a:cubicBezTo>
                  <a:cubicBezTo>
                    <a:pt x="2182490" y="78740"/>
                    <a:pt x="2181855" y="74295"/>
                    <a:pt x="2181855" y="69850"/>
                  </a:cubicBezTo>
                  <a:cubicBezTo>
                    <a:pt x="2181855" y="63500"/>
                    <a:pt x="2182490" y="57150"/>
                    <a:pt x="2184395" y="52070"/>
                  </a:cubicBezTo>
                  <a:cubicBezTo>
                    <a:pt x="2186300" y="46990"/>
                    <a:pt x="2188205" y="42545"/>
                    <a:pt x="2191380" y="39370"/>
                  </a:cubicBezTo>
                  <a:cubicBezTo>
                    <a:pt x="2194555" y="36195"/>
                    <a:pt x="2197730" y="33020"/>
                    <a:pt x="2202175" y="31750"/>
                  </a:cubicBezTo>
                  <a:cubicBezTo>
                    <a:pt x="2206620" y="29845"/>
                    <a:pt x="2211065" y="29210"/>
                    <a:pt x="2216145" y="29210"/>
                  </a:cubicBezTo>
                  <a:close/>
                  <a:moveTo>
                    <a:pt x="2029456" y="29210"/>
                  </a:moveTo>
                  <a:cubicBezTo>
                    <a:pt x="2035171" y="29210"/>
                    <a:pt x="2039616" y="30480"/>
                    <a:pt x="2044061" y="32385"/>
                  </a:cubicBezTo>
                  <a:cubicBezTo>
                    <a:pt x="2047871" y="34290"/>
                    <a:pt x="2051681" y="37465"/>
                    <a:pt x="2054221" y="40640"/>
                  </a:cubicBezTo>
                  <a:cubicBezTo>
                    <a:pt x="2056761" y="44450"/>
                    <a:pt x="2058666" y="48260"/>
                    <a:pt x="2060571" y="53340"/>
                  </a:cubicBezTo>
                  <a:cubicBezTo>
                    <a:pt x="2061841" y="57785"/>
                    <a:pt x="2062476" y="62865"/>
                    <a:pt x="2062476" y="68580"/>
                  </a:cubicBezTo>
                  <a:lnTo>
                    <a:pt x="2061206" y="68580"/>
                  </a:lnTo>
                  <a:cubicBezTo>
                    <a:pt x="2061206" y="68580"/>
                    <a:pt x="2061206" y="71120"/>
                    <a:pt x="2061206" y="72390"/>
                  </a:cubicBezTo>
                  <a:cubicBezTo>
                    <a:pt x="2061206" y="73660"/>
                    <a:pt x="2061206" y="74295"/>
                    <a:pt x="2061206" y="75565"/>
                  </a:cubicBezTo>
                  <a:lnTo>
                    <a:pt x="2009771" y="75565"/>
                  </a:lnTo>
                  <a:cubicBezTo>
                    <a:pt x="2009771" y="79375"/>
                    <a:pt x="2011041" y="82550"/>
                    <a:pt x="2012311" y="85090"/>
                  </a:cubicBezTo>
                  <a:cubicBezTo>
                    <a:pt x="2013581" y="87630"/>
                    <a:pt x="2014851" y="90170"/>
                    <a:pt x="2016756" y="91440"/>
                  </a:cubicBezTo>
                  <a:cubicBezTo>
                    <a:pt x="2018661" y="93345"/>
                    <a:pt x="2020566" y="94615"/>
                    <a:pt x="2022471" y="95250"/>
                  </a:cubicBezTo>
                  <a:cubicBezTo>
                    <a:pt x="2024376" y="95885"/>
                    <a:pt x="2026916" y="96520"/>
                    <a:pt x="2029456" y="96520"/>
                  </a:cubicBezTo>
                  <a:cubicBezTo>
                    <a:pt x="2031361" y="96520"/>
                    <a:pt x="2032631" y="96520"/>
                    <a:pt x="2034536" y="96520"/>
                  </a:cubicBezTo>
                  <a:cubicBezTo>
                    <a:pt x="2035806" y="96520"/>
                    <a:pt x="2037711" y="95885"/>
                    <a:pt x="2038981" y="95250"/>
                  </a:cubicBezTo>
                  <a:cubicBezTo>
                    <a:pt x="2040251" y="95250"/>
                    <a:pt x="2041521" y="93980"/>
                    <a:pt x="2042791" y="93345"/>
                  </a:cubicBezTo>
                  <a:cubicBezTo>
                    <a:pt x="2044061" y="93345"/>
                    <a:pt x="2045331" y="92075"/>
                    <a:pt x="2047236" y="90805"/>
                  </a:cubicBezTo>
                  <a:lnTo>
                    <a:pt x="2056126" y="100330"/>
                  </a:lnTo>
                  <a:cubicBezTo>
                    <a:pt x="2056126" y="100330"/>
                    <a:pt x="2052316" y="103505"/>
                    <a:pt x="2050411" y="104775"/>
                  </a:cubicBezTo>
                  <a:cubicBezTo>
                    <a:pt x="2048506" y="106045"/>
                    <a:pt x="2046601" y="106680"/>
                    <a:pt x="2044696" y="107950"/>
                  </a:cubicBezTo>
                  <a:cubicBezTo>
                    <a:pt x="2042791" y="108585"/>
                    <a:pt x="2040251" y="109855"/>
                    <a:pt x="2037711" y="109855"/>
                  </a:cubicBezTo>
                  <a:cubicBezTo>
                    <a:pt x="2035171" y="109855"/>
                    <a:pt x="2031996" y="110490"/>
                    <a:pt x="2028821" y="110490"/>
                  </a:cubicBezTo>
                  <a:cubicBezTo>
                    <a:pt x="2025646" y="110490"/>
                    <a:pt x="2022471" y="110490"/>
                    <a:pt x="2019296" y="109220"/>
                  </a:cubicBezTo>
                  <a:cubicBezTo>
                    <a:pt x="2016121" y="108585"/>
                    <a:pt x="2013581" y="107315"/>
                    <a:pt x="2011676" y="105410"/>
                  </a:cubicBezTo>
                  <a:cubicBezTo>
                    <a:pt x="2009136" y="104140"/>
                    <a:pt x="2007231" y="102235"/>
                    <a:pt x="2005326" y="100330"/>
                  </a:cubicBezTo>
                  <a:cubicBezTo>
                    <a:pt x="2003421" y="98425"/>
                    <a:pt x="2001516" y="95885"/>
                    <a:pt x="2000246" y="92710"/>
                  </a:cubicBezTo>
                  <a:cubicBezTo>
                    <a:pt x="1998341" y="89535"/>
                    <a:pt x="1997071" y="86360"/>
                    <a:pt x="1996436" y="82550"/>
                  </a:cubicBezTo>
                  <a:cubicBezTo>
                    <a:pt x="1995801" y="78740"/>
                    <a:pt x="1995166" y="74295"/>
                    <a:pt x="1995166" y="69850"/>
                  </a:cubicBezTo>
                  <a:cubicBezTo>
                    <a:pt x="1995166" y="63500"/>
                    <a:pt x="1995801" y="57150"/>
                    <a:pt x="1997706" y="52070"/>
                  </a:cubicBezTo>
                  <a:cubicBezTo>
                    <a:pt x="1999611" y="46990"/>
                    <a:pt x="2001516" y="42545"/>
                    <a:pt x="2004691" y="39370"/>
                  </a:cubicBezTo>
                  <a:cubicBezTo>
                    <a:pt x="2007866" y="36195"/>
                    <a:pt x="2011041" y="33020"/>
                    <a:pt x="2015486" y="31750"/>
                  </a:cubicBezTo>
                  <a:cubicBezTo>
                    <a:pt x="2019931" y="29845"/>
                    <a:pt x="2024376" y="29210"/>
                    <a:pt x="2029456" y="29210"/>
                  </a:cubicBezTo>
                  <a:close/>
                  <a:moveTo>
                    <a:pt x="1831336" y="29210"/>
                  </a:moveTo>
                  <a:cubicBezTo>
                    <a:pt x="1837051" y="29210"/>
                    <a:pt x="1841496" y="30480"/>
                    <a:pt x="1845941" y="32385"/>
                  </a:cubicBezTo>
                  <a:cubicBezTo>
                    <a:pt x="1849751" y="34290"/>
                    <a:pt x="1853561" y="37465"/>
                    <a:pt x="1856101" y="40640"/>
                  </a:cubicBezTo>
                  <a:cubicBezTo>
                    <a:pt x="1858641" y="44450"/>
                    <a:pt x="1860546" y="48260"/>
                    <a:pt x="1862451" y="53340"/>
                  </a:cubicBezTo>
                  <a:cubicBezTo>
                    <a:pt x="1863721" y="57785"/>
                    <a:pt x="1864356" y="62865"/>
                    <a:pt x="1864356" y="68580"/>
                  </a:cubicBezTo>
                  <a:lnTo>
                    <a:pt x="1863086" y="68580"/>
                  </a:lnTo>
                  <a:cubicBezTo>
                    <a:pt x="1863086" y="68580"/>
                    <a:pt x="1863086" y="71120"/>
                    <a:pt x="1863086" y="72390"/>
                  </a:cubicBezTo>
                  <a:cubicBezTo>
                    <a:pt x="1863086" y="73660"/>
                    <a:pt x="1863086" y="74295"/>
                    <a:pt x="1863086" y="75565"/>
                  </a:cubicBezTo>
                  <a:lnTo>
                    <a:pt x="1811651" y="75565"/>
                  </a:lnTo>
                  <a:cubicBezTo>
                    <a:pt x="1811651" y="79375"/>
                    <a:pt x="1812921" y="82550"/>
                    <a:pt x="1814191" y="85090"/>
                  </a:cubicBezTo>
                  <a:cubicBezTo>
                    <a:pt x="1815461" y="87630"/>
                    <a:pt x="1816731" y="90170"/>
                    <a:pt x="1818636" y="91440"/>
                  </a:cubicBezTo>
                  <a:cubicBezTo>
                    <a:pt x="1820541" y="93345"/>
                    <a:pt x="1822446" y="94615"/>
                    <a:pt x="1824351" y="95250"/>
                  </a:cubicBezTo>
                  <a:cubicBezTo>
                    <a:pt x="1826256" y="95885"/>
                    <a:pt x="1828796" y="96520"/>
                    <a:pt x="1831336" y="96520"/>
                  </a:cubicBezTo>
                  <a:cubicBezTo>
                    <a:pt x="1833241" y="96520"/>
                    <a:pt x="1834511" y="96520"/>
                    <a:pt x="1836416" y="96520"/>
                  </a:cubicBezTo>
                  <a:cubicBezTo>
                    <a:pt x="1837686" y="96520"/>
                    <a:pt x="1839591" y="95885"/>
                    <a:pt x="1840861" y="95250"/>
                  </a:cubicBezTo>
                  <a:cubicBezTo>
                    <a:pt x="1842131" y="95250"/>
                    <a:pt x="1843401" y="93980"/>
                    <a:pt x="1844671" y="93345"/>
                  </a:cubicBezTo>
                  <a:cubicBezTo>
                    <a:pt x="1845941" y="93345"/>
                    <a:pt x="1847211" y="92075"/>
                    <a:pt x="1849116" y="90805"/>
                  </a:cubicBezTo>
                  <a:lnTo>
                    <a:pt x="1858006" y="100330"/>
                  </a:lnTo>
                  <a:cubicBezTo>
                    <a:pt x="1858006" y="100330"/>
                    <a:pt x="1854196" y="103505"/>
                    <a:pt x="1852291" y="104775"/>
                  </a:cubicBezTo>
                  <a:cubicBezTo>
                    <a:pt x="1850386" y="106045"/>
                    <a:pt x="1848481" y="106680"/>
                    <a:pt x="1846576" y="107950"/>
                  </a:cubicBezTo>
                  <a:cubicBezTo>
                    <a:pt x="1844671" y="108585"/>
                    <a:pt x="1842131" y="109855"/>
                    <a:pt x="1839591" y="109855"/>
                  </a:cubicBezTo>
                  <a:cubicBezTo>
                    <a:pt x="1837051" y="109855"/>
                    <a:pt x="1833876" y="110490"/>
                    <a:pt x="1830701" y="110490"/>
                  </a:cubicBezTo>
                  <a:cubicBezTo>
                    <a:pt x="1827526" y="110490"/>
                    <a:pt x="1824351" y="110490"/>
                    <a:pt x="1821176" y="109220"/>
                  </a:cubicBezTo>
                  <a:cubicBezTo>
                    <a:pt x="1818001" y="108585"/>
                    <a:pt x="1815461" y="107315"/>
                    <a:pt x="1813556" y="105410"/>
                  </a:cubicBezTo>
                  <a:cubicBezTo>
                    <a:pt x="1811016" y="104140"/>
                    <a:pt x="1809111" y="102235"/>
                    <a:pt x="1807206" y="100330"/>
                  </a:cubicBezTo>
                  <a:cubicBezTo>
                    <a:pt x="1805301" y="98425"/>
                    <a:pt x="1803396" y="95885"/>
                    <a:pt x="1802126" y="92710"/>
                  </a:cubicBezTo>
                  <a:cubicBezTo>
                    <a:pt x="1800221" y="89535"/>
                    <a:pt x="1798951" y="86360"/>
                    <a:pt x="1798316" y="82550"/>
                  </a:cubicBezTo>
                  <a:cubicBezTo>
                    <a:pt x="1797681" y="78740"/>
                    <a:pt x="1797046" y="74295"/>
                    <a:pt x="1797046" y="69850"/>
                  </a:cubicBezTo>
                  <a:cubicBezTo>
                    <a:pt x="1797046" y="63500"/>
                    <a:pt x="1797681" y="57150"/>
                    <a:pt x="1799586" y="52070"/>
                  </a:cubicBezTo>
                  <a:cubicBezTo>
                    <a:pt x="1801491" y="46990"/>
                    <a:pt x="1803396" y="42545"/>
                    <a:pt x="1806571" y="39370"/>
                  </a:cubicBezTo>
                  <a:cubicBezTo>
                    <a:pt x="1809746" y="36195"/>
                    <a:pt x="1812921" y="33020"/>
                    <a:pt x="1817366" y="31750"/>
                  </a:cubicBezTo>
                  <a:cubicBezTo>
                    <a:pt x="1821811" y="29845"/>
                    <a:pt x="1826256" y="29210"/>
                    <a:pt x="1831336" y="29210"/>
                  </a:cubicBezTo>
                  <a:close/>
                  <a:moveTo>
                    <a:pt x="1501140" y="29210"/>
                  </a:moveTo>
                  <a:cubicBezTo>
                    <a:pt x="1503046" y="29210"/>
                    <a:pt x="1504951" y="29210"/>
                    <a:pt x="1506856" y="29210"/>
                  </a:cubicBezTo>
                  <a:cubicBezTo>
                    <a:pt x="1511301" y="29210"/>
                    <a:pt x="1515746" y="29845"/>
                    <a:pt x="1518920" y="31750"/>
                  </a:cubicBezTo>
                  <a:cubicBezTo>
                    <a:pt x="1522096" y="33020"/>
                    <a:pt x="1525271" y="35560"/>
                    <a:pt x="1527811" y="38100"/>
                  </a:cubicBezTo>
                  <a:cubicBezTo>
                    <a:pt x="1530351" y="41275"/>
                    <a:pt x="1531621" y="44450"/>
                    <a:pt x="1532891" y="48895"/>
                  </a:cubicBezTo>
                  <a:cubicBezTo>
                    <a:pt x="1534161" y="53340"/>
                    <a:pt x="1534796" y="58420"/>
                    <a:pt x="1534796" y="64135"/>
                  </a:cubicBezTo>
                  <a:lnTo>
                    <a:pt x="1534796" y="108585"/>
                  </a:lnTo>
                  <a:lnTo>
                    <a:pt x="1519556" y="108585"/>
                  </a:lnTo>
                  <a:lnTo>
                    <a:pt x="1518920" y="108585"/>
                  </a:lnTo>
                  <a:lnTo>
                    <a:pt x="1518920" y="64770"/>
                  </a:lnTo>
                  <a:cubicBezTo>
                    <a:pt x="1518920" y="57785"/>
                    <a:pt x="1517651" y="52070"/>
                    <a:pt x="1515111" y="48895"/>
                  </a:cubicBezTo>
                  <a:cubicBezTo>
                    <a:pt x="1512571" y="45085"/>
                    <a:pt x="1508761" y="43180"/>
                    <a:pt x="1503046" y="43180"/>
                  </a:cubicBezTo>
                  <a:cubicBezTo>
                    <a:pt x="1500506" y="43180"/>
                    <a:pt x="1498601" y="43180"/>
                    <a:pt x="1496061" y="44450"/>
                  </a:cubicBezTo>
                  <a:cubicBezTo>
                    <a:pt x="1494156" y="45085"/>
                    <a:pt x="1492250" y="46990"/>
                    <a:pt x="1490981" y="48260"/>
                  </a:cubicBezTo>
                  <a:cubicBezTo>
                    <a:pt x="1489711" y="50165"/>
                    <a:pt x="1488441" y="52070"/>
                    <a:pt x="1487806" y="54610"/>
                  </a:cubicBezTo>
                  <a:cubicBezTo>
                    <a:pt x="1487806" y="57150"/>
                    <a:pt x="1487170" y="59690"/>
                    <a:pt x="1487170" y="62865"/>
                  </a:cubicBezTo>
                  <a:lnTo>
                    <a:pt x="1487170" y="108585"/>
                  </a:lnTo>
                  <a:lnTo>
                    <a:pt x="1471931" y="108585"/>
                  </a:lnTo>
                  <a:lnTo>
                    <a:pt x="1471931" y="30480"/>
                  </a:lnTo>
                  <a:lnTo>
                    <a:pt x="1487170" y="30480"/>
                  </a:lnTo>
                  <a:lnTo>
                    <a:pt x="1487170" y="38100"/>
                  </a:lnTo>
                  <a:cubicBezTo>
                    <a:pt x="1487170" y="38100"/>
                    <a:pt x="1489076" y="35560"/>
                    <a:pt x="1490981" y="34290"/>
                  </a:cubicBezTo>
                  <a:cubicBezTo>
                    <a:pt x="1492250" y="33020"/>
                    <a:pt x="1494156" y="32385"/>
                    <a:pt x="1495426" y="31115"/>
                  </a:cubicBezTo>
                  <a:cubicBezTo>
                    <a:pt x="1497331" y="30480"/>
                    <a:pt x="1499236" y="29845"/>
                    <a:pt x="1501140" y="29210"/>
                  </a:cubicBezTo>
                  <a:close/>
                  <a:moveTo>
                    <a:pt x="1250316" y="29210"/>
                  </a:moveTo>
                  <a:cubicBezTo>
                    <a:pt x="1255396" y="29210"/>
                    <a:pt x="1259841" y="29845"/>
                    <a:pt x="1264286" y="31750"/>
                  </a:cubicBezTo>
                  <a:cubicBezTo>
                    <a:pt x="1268731" y="33655"/>
                    <a:pt x="1273176" y="35560"/>
                    <a:pt x="1276350" y="38100"/>
                  </a:cubicBezTo>
                  <a:lnTo>
                    <a:pt x="1278256" y="38100"/>
                  </a:lnTo>
                  <a:lnTo>
                    <a:pt x="1271271" y="50165"/>
                  </a:lnTo>
                  <a:cubicBezTo>
                    <a:pt x="1268095" y="47625"/>
                    <a:pt x="1264921" y="46355"/>
                    <a:pt x="1261746" y="45085"/>
                  </a:cubicBezTo>
                  <a:cubicBezTo>
                    <a:pt x="1258570" y="43815"/>
                    <a:pt x="1254761" y="43180"/>
                    <a:pt x="1250951" y="43180"/>
                  </a:cubicBezTo>
                  <a:cubicBezTo>
                    <a:pt x="1247141" y="43180"/>
                    <a:pt x="1244601" y="43815"/>
                    <a:pt x="1242696" y="45085"/>
                  </a:cubicBezTo>
                  <a:cubicBezTo>
                    <a:pt x="1240791" y="46355"/>
                    <a:pt x="1240156" y="48260"/>
                    <a:pt x="1240156" y="50165"/>
                  </a:cubicBezTo>
                  <a:cubicBezTo>
                    <a:pt x="1240156" y="51435"/>
                    <a:pt x="1240156" y="52070"/>
                    <a:pt x="1240156" y="52705"/>
                  </a:cubicBezTo>
                  <a:cubicBezTo>
                    <a:pt x="1240156" y="53340"/>
                    <a:pt x="1241426" y="54610"/>
                    <a:pt x="1242061" y="55245"/>
                  </a:cubicBezTo>
                  <a:cubicBezTo>
                    <a:pt x="1243331" y="55880"/>
                    <a:pt x="1244601" y="57150"/>
                    <a:pt x="1246506" y="57785"/>
                  </a:cubicBezTo>
                  <a:cubicBezTo>
                    <a:pt x="1248411" y="59055"/>
                    <a:pt x="1250951" y="59690"/>
                    <a:pt x="1253491" y="60960"/>
                  </a:cubicBezTo>
                  <a:cubicBezTo>
                    <a:pt x="1257936" y="62865"/>
                    <a:pt x="1261746" y="64135"/>
                    <a:pt x="1264921" y="66040"/>
                  </a:cubicBezTo>
                  <a:cubicBezTo>
                    <a:pt x="1268095" y="67310"/>
                    <a:pt x="1270635" y="69215"/>
                    <a:pt x="1273176" y="71120"/>
                  </a:cubicBezTo>
                  <a:cubicBezTo>
                    <a:pt x="1275080" y="73025"/>
                    <a:pt x="1276985" y="75565"/>
                    <a:pt x="1278256" y="78105"/>
                  </a:cubicBezTo>
                  <a:cubicBezTo>
                    <a:pt x="1279525" y="80645"/>
                    <a:pt x="1280161" y="83820"/>
                    <a:pt x="1280161" y="87630"/>
                  </a:cubicBezTo>
                  <a:cubicBezTo>
                    <a:pt x="1280161" y="92075"/>
                    <a:pt x="1279525" y="95250"/>
                    <a:pt x="1277621" y="98425"/>
                  </a:cubicBezTo>
                  <a:cubicBezTo>
                    <a:pt x="1275716" y="101600"/>
                    <a:pt x="1273811" y="103505"/>
                    <a:pt x="1271271" y="105410"/>
                  </a:cubicBezTo>
                  <a:cubicBezTo>
                    <a:pt x="1268731" y="107315"/>
                    <a:pt x="1265556" y="108585"/>
                    <a:pt x="1261746" y="109220"/>
                  </a:cubicBezTo>
                  <a:cubicBezTo>
                    <a:pt x="1257936" y="109855"/>
                    <a:pt x="1254761" y="110490"/>
                    <a:pt x="1250951" y="110490"/>
                  </a:cubicBezTo>
                  <a:cubicBezTo>
                    <a:pt x="1245871" y="110490"/>
                    <a:pt x="1240791" y="109855"/>
                    <a:pt x="1235711" y="107950"/>
                  </a:cubicBezTo>
                  <a:cubicBezTo>
                    <a:pt x="1229996" y="106045"/>
                    <a:pt x="1225551" y="103505"/>
                    <a:pt x="1221106" y="100965"/>
                  </a:cubicBezTo>
                  <a:lnTo>
                    <a:pt x="1228091" y="89535"/>
                  </a:lnTo>
                  <a:cubicBezTo>
                    <a:pt x="1231901" y="92075"/>
                    <a:pt x="1235711" y="93980"/>
                    <a:pt x="1239521" y="95250"/>
                  </a:cubicBezTo>
                  <a:cubicBezTo>
                    <a:pt x="1243331" y="96520"/>
                    <a:pt x="1247141" y="97155"/>
                    <a:pt x="1250951" y="97155"/>
                  </a:cubicBezTo>
                  <a:cubicBezTo>
                    <a:pt x="1256031" y="97155"/>
                    <a:pt x="1259205" y="96520"/>
                    <a:pt x="1261746" y="94615"/>
                  </a:cubicBezTo>
                  <a:cubicBezTo>
                    <a:pt x="1264286" y="93345"/>
                    <a:pt x="1264921" y="90805"/>
                    <a:pt x="1264921" y="88265"/>
                  </a:cubicBezTo>
                  <a:cubicBezTo>
                    <a:pt x="1264921" y="86995"/>
                    <a:pt x="1264921" y="85725"/>
                    <a:pt x="1263650" y="84455"/>
                  </a:cubicBezTo>
                  <a:cubicBezTo>
                    <a:pt x="1263015" y="83185"/>
                    <a:pt x="1261746" y="82550"/>
                    <a:pt x="1259841" y="81280"/>
                  </a:cubicBezTo>
                  <a:cubicBezTo>
                    <a:pt x="1258570" y="80010"/>
                    <a:pt x="1256666" y="79375"/>
                    <a:pt x="1254125" y="78105"/>
                  </a:cubicBezTo>
                  <a:cubicBezTo>
                    <a:pt x="1252221" y="77470"/>
                    <a:pt x="1249681" y="76200"/>
                    <a:pt x="1246506" y="74930"/>
                  </a:cubicBezTo>
                  <a:cubicBezTo>
                    <a:pt x="1242061" y="73025"/>
                    <a:pt x="1238886" y="71755"/>
                    <a:pt x="1235711" y="69850"/>
                  </a:cubicBezTo>
                  <a:cubicBezTo>
                    <a:pt x="1232536" y="67945"/>
                    <a:pt x="1230631" y="66675"/>
                    <a:pt x="1228726" y="64770"/>
                  </a:cubicBezTo>
                  <a:cubicBezTo>
                    <a:pt x="1226821" y="62865"/>
                    <a:pt x="1225551" y="60960"/>
                    <a:pt x="1224916" y="58420"/>
                  </a:cubicBezTo>
                  <a:cubicBezTo>
                    <a:pt x="1224281" y="55880"/>
                    <a:pt x="1223646" y="53340"/>
                    <a:pt x="1223646" y="50165"/>
                  </a:cubicBezTo>
                  <a:cubicBezTo>
                    <a:pt x="1223646" y="46990"/>
                    <a:pt x="1224281" y="43815"/>
                    <a:pt x="1225551" y="40640"/>
                  </a:cubicBezTo>
                  <a:cubicBezTo>
                    <a:pt x="1226821" y="38100"/>
                    <a:pt x="1228726" y="35560"/>
                    <a:pt x="1231266" y="34290"/>
                  </a:cubicBezTo>
                  <a:cubicBezTo>
                    <a:pt x="1233806" y="32385"/>
                    <a:pt x="1236346" y="31115"/>
                    <a:pt x="1239521" y="30480"/>
                  </a:cubicBezTo>
                  <a:cubicBezTo>
                    <a:pt x="1242696" y="29845"/>
                    <a:pt x="1246506" y="29210"/>
                    <a:pt x="1250316" y="29210"/>
                  </a:cubicBezTo>
                  <a:close/>
                  <a:moveTo>
                    <a:pt x="1180466" y="29210"/>
                  </a:moveTo>
                  <a:cubicBezTo>
                    <a:pt x="1186181" y="29210"/>
                    <a:pt x="1190626" y="30480"/>
                    <a:pt x="1195071" y="32385"/>
                  </a:cubicBezTo>
                  <a:cubicBezTo>
                    <a:pt x="1198881" y="34290"/>
                    <a:pt x="1202691" y="37465"/>
                    <a:pt x="1205231" y="40640"/>
                  </a:cubicBezTo>
                  <a:cubicBezTo>
                    <a:pt x="1207771" y="44450"/>
                    <a:pt x="1209676" y="48260"/>
                    <a:pt x="1211581" y="53340"/>
                  </a:cubicBezTo>
                  <a:cubicBezTo>
                    <a:pt x="1212851" y="57785"/>
                    <a:pt x="1213486" y="62865"/>
                    <a:pt x="1213486" y="68580"/>
                  </a:cubicBezTo>
                  <a:lnTo>
                    <a:pt x="1212216" y="68580"/>
                  </a:lnTo>
                  <a:cubicBezTo>
                    <a:pt x="1212216" y="68580"/>
                    <a:pt x="1212216" y="71120"/>
                    <a:pt x="1212216" y="72390"/>
                  </a:cubicBezTo>
                  <a:cubicBezTo>
                    <a:pt x="1212216" y="73660"/>
                    <a:pt x="1212216" y="74295"/>
                    <a:pt x="1212216" y="75565"/>
                  </a:cubicBezTo>
                  <a:lnTo>
                    <a:pt x="1160781" y="75565"/>
                  </a:lnTo>
                  <a:cubicBezTo>
                    <a:pt x="1160781" y="79375"/>
                    <a:pt x="1162051" y="82550"/>
                    <a:pt x="1163321" y="85090"/>
                  </a:cubicBezTo>
                  <a:cubicBezTo>
                    <a:pt x="1164591" y="87630"/>
                    <a:pt x="1165861" y="90170"/>
                    <a:pt x="1167766" y="91440"/>
                  </a:cubicBezTo>
                  <a:cubicBezTo>
                    <a:pt x="1169671" y="93345"/>
                    <a:pt x="1171576" y="94615"/>
                    <a:pt x="1173481" y="95250"/>
                  </a:cubicBezTo>
                  <a:cubicBezTo>
                    <a:pt x="1175386" y="95885"/>
                    <a:pt x="1177926" y="96520"/>
                    <a:pt x="1180466" y="96520"/>
                  </a:cubicBezTo>
                  <a:cubicBezTo>
                    <a:pt x="1182371" y="96520"/>
                    <a:pt x="1183641" y="96520"/>
                    <a:pt x="1185546" y="96520"/>
                  </a:cubicBezTo>
                  <a:cubicBezTo>
                    <a:pt x="1186816" y="96520"/>
                    <a:pt x="1188721" y="95885"/>
                    <a:pt x="1189991" y="95250"/>
                  </a:cubicBezTo>
                  <a:cubicBezTo>
                    <a:pt x="1191261" y="95250"/>
                    <a:pt x="1192531" y="93980"/>
                    <a:pt x="1193801" y="93345"/>
                  </a:cubicBezTo>
                  <a:cubicBezTo>
                    <a:pt x="1195071" y="93345"/>
                    <a:pt x="1196341" y="92075"/>
                    <a:pt x="1198246" y="90805"/>
                  </a:cubicBezTo>
                  <a:lnTo>
                    <a:pt x="1207136" y="100330"/>
                  </a:lnTo>
                  <a:cubicBezTo>
                    <a:pt x="1207136" y="100330"/>
                    <a:pt x="1203326" y="103505"/>
                    <a:pt x="1201421" y="104775"/>
                  </a:cubicBezTo>
                  <a:cubicBezTo>
                    <a:pt x="1199516" y="106045"/>
                    <a:pt x="1197611" y="106680"/>
                    <a:pt x="1195706" y="107950"/>
                  </a:cubicBezTo>
                  <a:cubicBezTo>
                    <a:pt x="1193801" y="108585"/>
                    <a:pt x="1191261" y="109855"/>
                    <a:pt x="1188721" y="109855"/>
                  </a:cubicBezTo>
                  <a:cubicBezTo>
                    <a:pt x="1186181" y="109855"/>
                    <a:pt x="1183006" y="110490"/>
                    <a:pt x="1179831" y="110490"/>
                  </a:cubicBezTo>
                  <a:cubicBezTo>
                    <a:pt x="1176656" y="110490"/>
                    <a:pt x="1173481" y="110490"/>
                    <a:pt x="1170306" y="109220"/>
                  </a:cubicBezTo>
                  <a:cubicBezTo>
                    <a:pt x="1167131" y="108585"/>
                    <a:pt x="1164591" y="107315"/>
                    <a:pt x="1162686" y="105410"/>
                  </a:cubicBezTo>
                  <a:cubicBezTo>
                    <a:pt x="1160781" y="103505"/>
                    <a:pt x="1158241" y="102235"/>
                    <a:pt x="1156336" y="100330"/>
                  </a:cubicBezTo>
                  <a:cubicBezTo>
                    <a:pt x="1154431" y="98425"/>
                    <a:pt x="1152526" y="95885"/>
                    <a:pt x="1151256" y="92710"/>
                  </a:cubicBezTo>
                  <a:cubicBezTo>
                    <a:pt x="1149351" y="89535"/>
                    <a:pt x="1148081" y="86360"/>
                    <a:pt x="1147446" y="82550"/>
                  </a:cubicBezTo>
                  <a:cubicBezTo>
                    <a:pt x="1146811" y="78740"/>
                    <a:pt x="1146176" y="74295"/>
                    <a:pt x="1146176" y="69850"/>
                  </a:cubicBezTo>
                  <a:cubicBezTo>
                    <a:pt x="1146176" y="63500"/>
                    <a:pt x="1146811" y="57150"/>
                    <a:pt x="1148716" y="52070"/>
                  </a:cubicBezTo>
                  <a:cubicBezTo>
                    <a:pt x="1150621" y="46990"/>
                    <a:pt x="1152526" y="42545"/>
                    <a:pt x="1155701" y="39370"/>
                  </a:cubicBezTo>
                  <a:cubicBezTo>
                    <a:pt x="1158876" y="36195"/>
                    <a:pt x="1162051" y="33020"/>
                    <a:pt x="1166496" y="31750"/>
                  </a:cubicBezTo>
                  <a:cubicBezTo>
                    <a:pt x="1170941" y="29845"/>
                    <a:pt x="1175386" y="29210"/>
                    <a:pt x="1180466" y="29210"/>
                  </a:cubicBezTo>
                  <a:close/>
                  <a:moveTo>
                    <a:pt x="901065" y="29210"/>
                  </a:moveTo>
                  <a:cubicBezTo>
                    <a:pt x="906780" y="29210"/>
                    <a:pt x="911225" y="30480"/>
                    <a:pt x="915670" y="32385"/>
                  </a:cubicBezTo>
                  <a:cubicBezTo>
                    <a:pt x="919480" y="34290"/>
                    <a:pt x="923290" y="37465"/>
                    <a:pt x="925830" y="40640"/>
                  </a:cubicBezTo>
                  <a:cubicBezTo>
                    <a:pt x="928370" y="44450"/>
                    <a:pt x="930275" y="48260"/>
                    <a:pt x="932180" y="53340"/>
                  </a:cubicBezTo>
                  <a:cubicBezTo>
                    <a:pt x="933450" y="57785"/>
                    <a:pt x="934085" y="62865"/>
                    <a:pt x="934085" y="68580"/>
                  </a:cubicBezTo>
                  <a:lnTo>
                    <a:pt x="932815" y="68580"/>
                  </a:lnTo>
                  <a:cubicBezTo>
                    <a:pt x="932815" y="68580"/>
                    <a:pt x="932815" y="71120"/>
                    <a:pt x="932815" y="72390"/>
                  </a:cubicBezTo>
                  <a:cubicBezTo>
                    <a:pt x="932815" y="73660"/>
                    <a:pt x="932815" y="74295"/>
                    <a:pt x="932815" y="75565"/>
                  </a:cubicBezTo>
                  <a:lnTo>
                    <a:pt x="881380" y="75565"/>
                  </a:lnTo>
                  <a:cubicBezTo>
                    <a:pt x="881380" y="79375"/>
                    <a:pt x="882650" y="82550"/>
                    <a:pt x="883920" y="85090"/>
                  </a:cubicBezTo>
                  <a:cubicBezTo>
                    <a:pt x="885190" y="87630"/>
                    <a:pt x="886460" y="90170"/>
                    <a:pt x="888365" y="91440"/>
                  </a:cubicBezTo>
                  <a:cubicBezTo>
                    <a:pt x="890270" y="93345"/>
                    <a:pt x="892175" y="94615"/>
                    <a:pt x="894080" y="95250"/>
                  </a:cubicBezTo>
                  <a:cubicBezTo>
                    <a:pt x="895985" y="95885"/>
                    <a:pt x="898525" y="96520"/>
                    <a:pt x="901065" y="96520"/>
                  </a:cubicBezTo>
                  <a:cubicBezTo>
                    <a:pt x="902970" y="96520"/>
                    <a:pt x="904240" y="96520"/>
                    <a:pt x="906145" y="96520"/>
                  </a:cubicBezTo>
                  <a:cubicBezTo>
                    <a:pt x="907415" y="96520"/>
                    <a:pt x="909320" y="95885"/>
                    <a:pt x="910590" y="95250"/>
                  </a:cubicBezTo>
                  <a:cubicBezTo>
                    <a:pt x="911860" y="95250"/>
                    <a:pt x="913130" y="93980"/>
                    <a:pt x="914400" y="93345"/>
                  </a:cubicBezTo>
                  <a:cubicBezTo>
                    <a:pt x="915670" y="93345"/>
                    <a:pt x="916940" y="92075"/>
                    <a:pt x="918845" y="90805"/>
                  </a:cubicBezTo>
                  <a:lnTo>
                    <a:pt x="927735" y="100330"/>
                  </a:lnTo>
                  <a:cubicBezTo>
                    <a:pt x="927735" y="100330"/>
                    <a:pt x="923925" y="103505"/>
                    <a:pt x="922020" y="104775"/>
                  </a:cubicBezTo>
                  <a:cubicBezTo>
                    <a:pt x="920115" y="106045"/>
                    <a:pt x="918210" y="106680"/>
                    <a:pt x="916305" y="107950"/>
                  </a:cubicBezTo>
                  <a:cubicBezTo>
                    <a:pt x="914400" y="108585"/>
                    <a:pt x="911860" y="109855"/>
                    <a:pt x="909320" y="109855"/>
                  </a:cubicBezTo>
                  <a:cubicBezTo>
                    <a:pt x="906780" y="109855"/>
                    <a:pt x="903605" y="110490"/>
                    <a:pt x="900430" y="110490"/>
                  </a:cubicBezTo>
                  <a:cubicBezTo>
                    <a:pt x="897255" y="110490"/>
                    <a:pt x="894080" y="110490"/>
                    <a:pt x="890905" y="109220"/>
                  </a:cubicBezTo>
                  <a:cubicBezTo>
                    <a:pt x="887730" y="108585"/>
                    <a:pt x="885190" y="107315"/>
                    <a:pt x="883285" y="105410"/>
                  </a:cubicBezTo>
                  <a:cubicBezTo>
                    <a:pt x="881380" y="103505"/>
                    <a:pt x="878840" y="102235"/>
                    <a:pt x="876935" y="100330"/>
                  </a:cubicBezTo>
                  <a:cubicBezTo>
                    <a:pt x="875030" y="98425"/>
                    <a:pt x="873125" y="95885"/>
                    <a:pt x="871855" y="92710"/>
                  </a:cubicBezTo>
                  <a:cubicBezTo>
                    <a:pt x="869950" y="89535"/>
                    <a:pt x="868680" y="86360"/>
                    <a:pt x="868045" y="82550"/>
                  </a:cubicBezTo>
                  <a:cubicBezTo>
                    <a:pt x="867410" y="78740"/>
                    <a:pt x="866775" y="74295"/>
                    <a:pt x="866775" y="69850"/>
                  </a:cubicBezTo>
                  <a:cubicBezTo>
                    <a:pt x="866775" y="63500"/>
                    <a:pt x="867410" y="57150"/>
                    <a:pt x="869315" y="52070"/>
                  </a:cubicBezTo>
                  <a:cubicBezTo>
                    <a:pt x="871220" y="46990"/>
                    <a:pt x="873125" y="42545"/>
                    <a:pt x="876300" y="39370"/>
                  </a:cubicBezTo>
                  <a:cubicBezTo>
                    <a:pt x="879475" y="36195"/>
                    <a:pt x="882650" y="33020"/>
                    <a:pt x="887095" y="31750"/>
                  </a:cubicBezTo>
                  <a:cubicBezTo>
                    <a:pt x="891540" y="29845"/>
                    <a:pt x="895985" y="29210"/>
                    <a:pt x="901065" y="29210"/>
                  </a:cubicBezTo>
                  <a:close/>
                  <a:moveTo>
                    <a:pt x="668656" y="29210"/>
                  </a:moveTo>
                  <a:cubicBezTo>
                    <a:pt x="671830" y="29210"/>
                    <a:pt x="674370" y="29210"/>
                    <a:pt x="676275" y="29845"/>
                  </a:cubicBezTo>
                  <a:cubicBezTo>
                    <a:pt x="678181" y="29845"/>
                    <a:pt x="680086" y="31115"/>
                    <a:pt x="681991" y="32385"/>
                  </a:cubicBezTo>
                  <a:lnTo>
                    <a:pt x="678181" y="46990"/>
                  </a:lnTo>
                  <a:lnTo>
                    <a:pt x="676910" y="46990"/>
                  </a:lnTo>
                  <a:cubicBezTo>
                    <a:pt x="676910" y="46990"/>
                    <a:pt x="673736" y="45085"/>
                    <a:pt x="671830" y="45085"/>
                  </a:cubicBezTo>
                  <a:cubicBezTo>
                    <a:pt x="669925" y="45085"/>
                    <a:pt x="668020" y="44450"/>
                    <a:pt x="665480" y="44450"/>
                  </a:cubicBezTo>
                  <a:cubicBezTo>
                    <a:pt x="660400" y="44450"/>
                    <a:pt x="656590" y="46355"/>
                    <a:pt x="654050" y="49530"/>
                  </a:cubicBezTo>
                  <a:cubicBezTo>
                    <a:pt x="651510" y="52705"/>
                    <a:pt x="650240" y="57785"/>
                    <a:pt x="650240" y="64770"/>
                  </a:cubicBezTo>
                  <a:lnTo>
                    <a:pt x="650240" y="109220"/>
                  </a:lnTo>
                  <a:lnTo>
                    <a:pt x="635000" y="109220"/>
                  </a:lnTo>
                  <a:lnTo>
                    <a:pt x="635000" y="31115"/>
                  </a:lnTo>
                  <a:lnTo>
                    <a:pt x="650240" y="31115"/>
                  </a:lnTo>
                  <a:lnTo>
                    <a:pt x="650240" y="38735"/>
                  </a:lnTo>
                  <a:cubicBezTo>
                    <a:pt x="650240" y="38735"/>
                    <a:pt x="652145" y="36195"/>
                    <a:pt x="653416" y="34925"/>
                  </a:cubicBezTo>
                  <a:cubicBezTo>
                    <a:pt x="654685" y="33655"/>
                    <a:pt x="655955" y="33020"/>
                    <a:pt x="657861" y="31750"/>
                  </a:cubicBezTo>
                  <a:cubicBezTo>
                    <a:pt x="659130" y="31115"/>
                    <a:pt x="661035" y="30480"/>
                    <a:pt x="662940" y="29845"/>
                  </a:cubicBezTo>
                  <a:cubicBezTo>
                    <a:pt x="664845" y="29845"/>
                    <a:pt x="666751" y="29210"/>
                    <a:pt x="668656" y="29210"/>
                  </a:cubicBezTo>
                  <a:close/>
                  <a:moveTo>
                    <a:pt x="586739" y="29210"/>
                  </a:moveTo>
                  <a:cubicBezTo>
                    <a:pt x="592454" y="29210"/>
                    <a:pt x="596899" y="30480"/>
                    <a:pt x="601344" y="32385"/>
                  </a:cubicBezTo>
                  <a:cubicBezTo>
                    <a:pt x="605154" y="34290"/>
                    <a:pt x="608964" y="37465"/>
                    <a:pt x="611504" y="40640"/>
                  </a:cubicBezTo>
                  <a:cubicBezTo>
                    <a:pt x="614044" y="44450"/>
                    <a:pt x="615949" y="48260"/>
                    <a:pt x="617854" y="53340"/>
                  </a:cubicBezTo>
                  <a:cubicBezTo>
                    <a:pt x="619124" y="57785"/>
                    <a:pt x="619759" y="62865"/>
                    <a:pt x="619759" y="68580"/>
                  </a:cubicBezTo>
                  <a:lnTo>
                    <a:pt x="618489" y="68580"/>
                  </a:lnTo>
                  <a:cubicBezTo>
                    <a:pt x="618489" y="68580"/>
                    <a:pt x="618489" y="71120"/>
                    <a:pt x="618489" y="72390"/>
                  </a:cubicBezTo>
                  <a:cubicBezTo>
                    <a:pt x="618489" y="73660"/>
                    <a:pt x="618489" y="74295"/>
                    <a:pt x="618489" y="75565"/>
                  </a:cubicBezTo>
                  <a:lnTo>
                    <a:pt x="567054" y="75565"/>
                  </a:lnTo>
                  <a:cubicBezTo>
                    <a:pt x="567054" y="79375"/>
                    <a:pt x="568324" y="82550"/>
                    <a:pt x="569594" y="85090"/>
                  </a:cubicBezTo>
                  <a:cubicBezTo>
                    <a:pt x="570864" y="87630"/>
                    <a:pt x="572134" y="90170"/>
                    <a:pt x="574039" y="91440"/>
                  </a:cubicBezTo>
                  <a:cubicBezTo>
                    <a:pt x="575944" y="93345"/>
                    <a:pt x="577849" y="94615"/>
                    <a:pt x="579754" y="95250"/>
                  </a:cubicBezTo>
                  <a:cubicBezTo>
                    <a:pt x="581659" y="95885"/>
                    <a:pt x="584199" y="96520"/>
                    <a:pt x="586739" y="96520"/>
                  </a:cubicBezTo>
                  <a:cubicBezTo>
                    <a:pt x="588644" y="96520"/>
                    <a:pt x="589914" y="96520"/>
                    <a:pt x="591819" y="96520"/>
                  </a:cubicBezTo>
                  <a:cubicBezTo>
                    <a:pt x="593089" y="96520"/>
                    <a:pt x="594994" y="95885"/>
                    <a:pt x="596264" y="95250"/>
                  </a:cubicBezTo>
                  <a:cubicBezTo>
                    <a:pt x="597534" y="95250"/>
                    <a:pt x="598804" y="93980"/>
                    <a:pt x="600074" y="93345"/>
                  </a:cubicBezTo>
                  <a:cubicBezTo>
                    <a:pt x="601344" y="93345"/>
                    <a:pt x="602614" y="92075"/>
                    <a:pt x="604519" y="90805"/>
                  </a:cubicBezTo>
                  <a:lnTo>
                    <a:pt x="613409" y="100330"/>
                  </a:lnTo>
                  <a:cubicBezTo>
                    <a:pt x="613409" y="100330"/>
                    <a:pt x="609599" y="103505"/>
                    <a:pt x="607694" y="104775"/>
                  </a:cubicBezTo>
                  <a:cubicBezTo>
                    <a:pt x="605789" y="106045"/>
                    <a:pt x="603884" y="106680"/>
                    <a:pt x="601979" y="107950"/>
                  </a:cubicBezTo>
                  <a:cubicBezTo>
                    <a:pt x="600074" y="108585"/>
                    <a:pt x="597534" y="109855"/>
                    <a:pt x="594994" y="109855"/>
                  </a:cubicBezTo>
                  <a:cubicBezTo>
                    <a:pt x="592454" y="109855"/>
                    <a:pt x="589279" y="110490"/>
                    <a:pt x="586104" y="110490"/>
                  </a:cubicBezTo>
                  <a:cubicBezTo>
                    <a:pt x="582929" y="110490"/>
                    <a:pt x="579754" y="110490"/>
                    <a:pt x="576579" y="109220"/>
                  </a:cubicBezTo>
                  <a:cubicBezTo>
                    <a:pt x="573404" y="108585"/>
                    <a:pt x="570864" y="107315"/>
                    <a:pt x="568959" y="105410"/>
                  </a:cubicBezTo>
                  <a:cubicBezTo>
                    <a:pt x="566419" y="104140"/>
                    <a:pt x="564514" y="102235"/>
                    <a:pt x="562609" y="100330"/>
                  </a:cubicBezTo>
                  <a:cubicBezTo>
                    <a:pt x="560704" y="98425"/>
                    <a:pt x="558799" y="95885"/>
                    <a:pt x="557529" y="92710"/>
                  </a:cubicBezTo>
                  <a:cubicBezTo>
                    <a:pt x="555624" y="89535"/>
                    <a:pt x="554354" y="86360"/>
                    <a:pt x="553719" y="82550"/>
                  </a:cubicBezTo>
                  <a:cubicBezTo>
                    <a:pt x="553084" y="78740"/>
                    <a:pt x="552449" y="74295"/>
                    <a:pt x="552449" y="69850"/>
                  </a:cubicBezTo>
                  <a:cubicBezTo>
                    <a:pt x="552449" y="63500"/>
                    <a:pt x="553084" y="57150"/>
                    <a:pt x="554989" y="52070"/>
                  </a:cubicBezTo>
                  <a:cubicBezTo>
                    <a:pt x="556894" y="46990"/>
                    <a:pt x="558799" y="42545"/>
                    <a:pt x="561974" y="39370"/>
                  </a:cubicBezTo>
                  <a:cubicBezTo>
                    <a:pt x="565149" y="36195"/>
                    <a:pt x="568324" y="33020"/>
                    <a:pt x="572769" y="31750"/>
                  </a:cubicBezTo>
                  <a:cubicBezTo>
                    <a:pt x="577214" y="29845"/>
                    <a:pt x="581659" y="29210"/>
                    <a:pt x="586739" y="29210"/>
                  </a:cubicBezTo>
                  <a:close/>
                  <a:moveTo>
                    <a:pt x="400050" y="29210"/>
                  </a:moveTo>
                  <a:cubicBezTo>
                    <a:pt x="405765" y="29210"/>
                    <a:pt x="410210" y="30480"/>
                    <a:pt x="414655" y="32385"/>
                  </a:cubicBezTo>
                  <a:cubicBezTo>
                    <a:pt x="418465" y="34290"/>
                    <a:pt x="422275" y="37465"/>
                    <a:pt x="424815" y="40640"/>
                  </a:cubicBezTo>
                  <a:cubicBezTo>
                    <a:pt x="427355" y="44450"/>
                    <a:pt x="429260" y="48260"/>
                    <a:pt x="431165" y="53340"/>
                  </a:cubicBezTo>
                  <a:cubicBezTo>
                    <a:pt x="432435" y="57785"/>
                    <a:pt x="433070" y="62865"/>
                    <a:pt x="433070" y="68580"/>
                  </a:cubicBezTo>
                  <a:lnTo>
                    <a:pt x="431800" y="68580"/>
                  </a:lnTo>
                  <a:cubicBezTo>
                    <a:pt x="431800" y="68580"/>
                    <a:pt x="431800" y="71120"/>
                    <a:pt x="431800" y="72390"/>
                  </a:cubicBezTo>
                  <a:cubicBezTo>
                    <a:pt x="431800" y="73660"/>
                    <a:pt x="431800" y="74295"/>
                    <a:pt x="431800" y="75565"/>
                  </a:cubicBezTo>
                  <a:lnTo>
                    <a:pt x="380365" y="75565"/>
                  </a:lnTo>
                  <a:cubicBezTo>
                    <a:pt x="380365" y="79375"/>
                    <a:pt x="381635" y="82550"/>
                    <a:pt x="382905" y="85090"/>
                  </a:cubicBezTo>
                  <a:cubicBezTo>
                    <a:pt x="384175" y="87630"/>
                    <a:pt x="385445" y="90170"/>
                    <a:pt x="387350" y="91440"/>
                  </a:cubicBezTo>
                  <a:cubicBezTo>
                    <a:pt x="389255" y="93345"/>
                    <a:pt x="391160" y="94615"/>
                    <a:pt x="393065" y="95250"/>
                  </a:cubicBezTo>
                  <a:cubicBezTo>
                    <a:pt x="394970" y="95885"/>
                    <a:pt x="397510" y="96520"/>
                    <a:pt x="400050" y="96520"/>
                  </a:cubicBezTo>
                  <a:cubicBezTo>
                    <a:pt x="401955" y="96520"/>
                    <a:pt x="403225" y="96520"/>
                    <a:pt x="405130" y="96520"/>
                  </a:cubicBezTo>
                  <a:cubicBezTo>
                    <a:pt x="406400" y="96520"/>
                    <a:pt x="408305" y="95885"/>
                    <a:pt x="409575" y="95250"/>
                  </a:cubicBezTo>
                  <a:cubicBezTo>
                    <a:pt x="410845" y="95250"/>
                    <a:pt x="412115" y="93980"/>
                    <a:pt x="413385" y="93345"/>
                  </a:cubicBezTo>
                  <a:cubicBezTo>
                    <a:pt x="414655" y="93345"/>
                    <a:pt x="415925" y="92075"/>
                    <a:pt x="417830" y="90805"/>
                  </a:cubicBezTo>
                  <a:lnTo>
                    <a:pt x="426720" y="100330"/>
                  </a:lnTo>
                  <a:cubicBezTo>
                    <a:pt x="426720" y="100330"/>
                    <a:pt x="422910" y="103505"/>
                    <a:pt x="421005" y="104775"/>
                  </a:cubicBezTo>
                  <a:cubicBezTo>
                    <a:pt x="419100" y="106045"/>
                    <a:pt x="417195" y="106680"/>
                    <a:pt x="415290" y="107950"/>
                  </a:cubicBezTo>
                  <a:cubicBezTo>
                    <a:pt x="413385" y="108585"/>
                    <a:pt x="410845" y="109855"/>
                    <a:pt x="408305" y="109855"/>
                  </a:cubicBezTo>
                  <a:cubicBezTo>
                    <a:pt x="405765" y="109855"/>
                    <a:pt x="402590" y="110490"/>
                    <a:pt x="399415" y="110490"/>
                  </a:cubicBezTo>
                  <a:cubicBezTo>
                    <a:pt x="396240" y="110490"/>
                    <a:pt x="393065" y="110490"/>
                    <a:pt x="389890" y="109220"/>
                  </a:cubicBezTo>
                  <a:cubicBezTo>
                    <a:pt x="386715" y="108585"/>
                    <a:pt x="384175" y="107315"/>
                    <a:pt x="382270" y="105410"/>
                  </a:cubicBezTo>
                  <a:cubicBezTo>
                    <a:pt x="380365" y="103505"/>
                    <a:pt x="377825" y="102235"/>
                    <a:pt x="375920" y="100330"/>
                  </a:cubicBezTo>
                  <a:cubicBezTo>
                    <a:pt x="374015" y="98425"/>
                    <a:pt x="372110" y="95885"/>
                    <a:pt x="370840" y="92710"/>
                  </a:cubicBezTo>
                  <a:cubicBezTo>
                    <a:pt x="368935" y="89535"/>
                    <a:pt x="367665" y="86360"/>
                    <a:pt x="367030" y="82550"/>
                  </a:cubicBezTo>
                  <a:cubicBezTo>
                    <a:pt x="366395" y="78740"/>
                    <a:pt x="365760" y="74295"/>
                    <a:pt x="365760" y="69850"/>
                  </a:cubicBezTo>
                  <a:cubicBezTo>
                    <a:pt x="365760" y="63500"/>
                    <a:pt x="366395" y="57150"/>
                    <a:pt x="368300" y="52070"/>
                  </a:cubicBezTo>
                  <a:cubicBezTo>
                    <a:pt x="370205" y="46990"/>
                    <a:pt x="372110" y="42545"/>
                    <a:pt x="375285" y="39370"/>
                  </a:cubicBezTo>
                  <a:cubicBezTo>
                    <a:pt x="378460" y="36195"/>
                    <a:pt x="381635" y="33020"/>
                    <a:pt x="386080" y="31750"/>
                  </a:cubicBezTo>
                  <a:cubicBezTo>
                    <a:pt x="390525" y="29845"/>
                    <a:pt x="394970" y="29210"/>
                    <a:pt x="400050" y="29210"/>
                  </a:cubicBezTo>
                  <a:close/>
                  <a:moveTo>
                    <a:pt x="201930" y="29210"/>
                  </a:moveTo>
                  <a:cubicBezTo>
                    <a:pt x="207645" y="29210"/>
                    <a:pt x="212090" y="30480"/>
                    <a:pt x="216535" y="32385"/>
                  </a:cubicBezTo>
                  <a:cubicBezTo>
                    <a:pt x="220345" y="34290"/>
                    <a:pt x="224155" y="37465"/>
                    <a:pt x="226695" y="40640"/>
                  </a:cubicBezTo>
                  <a:cubicBezTo>
                    <a:pt x="229235" y="44450"/>
                    <a:pt x="231140" y="48260"/>
                    <a:pt x="233045" y="53340"/>
                  </a:cubicBezTo>
                  <a:cubicBezTo>
                    <a:pt x="234315" y="57785"/>
                    <a:pt x="234950" y="62865"/>
                    <a:pt x="234950" y="68580"/>
                  </a:cubicBezTo>
                  <a:lnTo>
                    <a:pt x="233680" y="68580"/>
                  </a:lnTo>
                  <a:cubicBezTo>
                    <a:pt x="233680" y="68580"/>
                    <a:pt x="233680" y="71120"/>
                    <a:pt x="233680" y="72390"/>
                  </a:cubicBezTo>
                  <a:cubicBezTo>
                    <a:pt x="233680" y="73660"/>
                    <a:pt x="233680" y="74295"/>
                    <a:pt x="233680" y="75565"/>
                  </a:cubicBezTo>
                  <a:lnTo>
                    <a:pt x="182245" y="75565"/>
                  </a:lnTo>
                  <a:cubicBezTo>
                    <a:pt x="182245" y="79375"/>
                    <a:pt x="183515" y="82550"/>
                    <a:pt x="184785" y="85090"/>
                  </a:cubicBezTo>
                  <a:cubicBezTo>
                    <a:pt x="186055" y="87630"/>
                    <a:pt x="187325" y="90170"/>
                    <a:pt x="189230" y="91440"/>
                  </a:cubicBezTo>
                  <a:cubicBezTo>
                    <a:pt x="191135" y="93345"/>
                    <a:pt x="193040" y="94615"/>
                    <a:pt x="194945" y="95250"/>
                  </a:cubicBezTo>
                  <a:cubicBezTo>
                    <a:pt x="196850" y="95885"/>
                    <a:pt x="199390" y="96520"/>
                    <a:pt x="201930" y="96520"/>
                  </a:cubicBezTo>
                  <a:cubicBezTo>
                    <a:pt x="203835" y="96520"/>
                    <a:pt x="205105" y="96520"/>
                    <a:pt x="207010" y="96520"/>
                  </a:cubicBezTo>
                  <a:cubicBezTo>
                    <a:pt x="208280" y="96520"/>
                    <a:pt x="210185" y="95885"/>
                    <a:pt x="211455" y="95250"/>
                  </a:cubicBezTo>
                  <a:cubicBezTo>
                    <a:pt x="212725" y="95250"/>
                    <a:pt x="213995" y="93980"/>
                    <a:pt x="215265" y="93345"/>
                  </a:cubicBezTo>
                  <a:cubicBezTo>
                    <a:pt x="216535" y="93345"/>
                    <a:pt x="217805" y="92075"/>
                    <a:pt x="219710" y="90805"/>
                  </a:cubicBezTo>
                  <a:lnTo>
                    <a:pt x="228600" y="100330"/>
                  </a:lnTo>
                  <a:cubicBezTo>
                    <a:pt x="228600" y="100330"/>
                    <a:pt x="224790" y="103505"/>
                    <a:pt x="222885" y="104775"/>
                  </a:cubicBezTo>
                  <a:cubicBezTo>
                    <a:pt x="220980" y="106045"/>
                    <a:pt x="219075" y="106680"/>
                    <a:pt x="217170" y="107950"/>
                  </a:cubicBezTo>
                  <a:cubicBezTo>
                    <a:pt x="215265" y="108585"/>
                    <a:pt x="212725" y="109855"/>
                    <a:pt x="210185" y="109855"/>
                  </a:cubicBezTo>
                  <a:cubicBezTo>
                    <a:pt x="207645" y="109855"/>
                    <a:pt x="204470" y="110490"/>
                    <a:pt x="201295" y="110490"/>
                  </a:cubicBezTo>
                  <a:cubicBezTo>
                    <a:pt x="198120" y="110490"/>
                    <a:pt x="194945" y="110490"/>
                    <a:pt x="191770" y="109220"/>
                  </a:cubicBezTo>
                  <a:cubicBezTo>
                    <a:pt x="188595" y="108585"/>
                    <a:pt x="186055" y="107315"/>
                    <a:pt x="184150" y="105410"/>
                  </a:cubicBezTo>
                  <a:cubicBezTo>
                    <a:pt x="181610" y="104140"/>
                    <a:pt x="179705" y="102235"/>
                    <a:pt x="177800" y="100330"/>
                  </a:cubicBezTo>
                  <a:cubicBezTo>
                    <a:pt x="175895" y="98425"/>
                    <a:pt x="173990" y="95885"/>
                    <a:pt x="172720" y="92710"/>
                  </a:cubicBezTo>
                  <a:cubicBezTo>
                    <a:pt x="170815" y="89535"/>
                    <a:pt x="169545" y="86360"/>
                    <a:pt x="168910" y="82550"/>
                  </a:cubicBezTo>
                  <a:cubicBezTo>
                    <a:pt x="168275" y="78740"/>
                    <a:pt x="167640" y="74295"/>
                    <a:pt x="167640" y="69850"/>
                  </a:cubicBezTo>
                  <a:cubicBezTo>
                    <a:pt x="167640" y="63500"/>
                    <a:pt x="168275" y="57150"/>
                    <a:pt x="170180" y="52070"/>
                  </a:cubicBezTo>
                  <a:cubicBezTo>
                    <a:pt x="172085" y="46990"/>
                    <a:pt x="173990" y="42545"/>
                    <a:pt x="177165" y="39370"/>
                  </a:cubicBezTo>
                  <a:cubicBezTo>
                    <a:pt x="180340" y="36195"/>
                    <a:pt x="183515" y="33020"/>
                    <a:pt x="187960" y="31750"/>
                  </a:cubicBezTo>
                  <a:cubicBezTo>
                    <a:pt x="192405" y="29845"/>
                    <a:pt x="196850" y="29210"/>
                    <a:pt x="201930" y="29210"/>
                  </a:cubicBezTo>
                  <a:close/>
                  <a:moveTo>
                    <a:pt x="4664706" y="28574"/>
                  </a:moveTo>
                  <a:cubicBezTo>
                    <a:pt x="4669786" y="28574"/>
                    <a:pt x="4674231" y="29209"/>
                    <a:pt x="4678676" y="31749"/>
                  </a:cubicBezTo>
                  <a:cubicBezTo>
                    <a:pt x="4683121" y="33654"/>
                    <a:pt x="4686296" y="36194"/>
                    <a:pt x="4689471" y="40004"/>
                  </a:cubicBezTo>
                  <a:cubicBezTo>
                    <a:pt x="4692646" y="43814"/>
                    <a:pt x="4695186" y="47624"/>
                    <a:pt x="4696456" y="52704"/>
                  </a:cubicBezTo>
                  <a:cubicBezTo>
                    <a:pt x="4698361" y="57784"/>
                    <a:pt x="4698996" y="63499"/>
                    <a:pt x="4698996" y="69214"/>
                  </a:cubicBezTo>
                  <a:lnTo>
                    <a:pt x="4699631" y="69214"/>
                  </a:lnTo>
                  <a:cubicBezTo>
                    <a:pt x="4699631" y="75564"/>
                    <a:pt x="4698996" y="81279"/>
                    <a:pt x="4697091" y="86359"/>
                  </a:cubicBezTo>
                  <a:cubicBezTo>
                    <a:pt x="4695186" y="91439"/>
                    <a:pt x="4692646" y="95884"/>
                    <a:pt x="4689471" y="99059"/>
                  </a:cubicBezTo>
                  <a:cubicBezTo>
                    <a:pt x="4686296" y="102869"/>
                    <a:pt x="4682486" y="105409"/>
                    <a:pt x="4678041" y="107314"/>
                  </a:cubicBezTo>
                  <a:cubicBezTo>
                    <a:pt x="4673596" y="109219"/>
                    <a:pt x="4669151" y="109854"/>
                    <a:pt x="4664071" y="109854"/>
                  </a:cubicBezTo>
                  <a:cubicBezTo>
                    <a:pt x="4658991" y="109854"/>
                    <a:pt x="4654546" y="108584"/>
                    <a:pt x="4650101" y="106679"/>
                  </a:cubicBezTo>
                  <a:cubicBezTo>
                    <a:pt x="4645656" y="104774"/>
                    <a:pt x="4642481" y="102234"/>
                    <a:pt x="4639306" y="98424"/>
                  </a:cubicBezTo>
                  <a:cubicBezTo>
                    <a:pt x="4636131" y="94614"/>
                    <a:pt x="4633591" y="90804"/>
                    <a:pt x="4632321" y="85724"/>
                  </a:cubicBezTo>
                  <a:cubicBezTo>
                    <a:pt x="4630416" y="80644"/>
                    <a:pt x="4629781" y="74929"/>
                    <a:pt x="4629781" y="69214"/>
                  </a:cubicBezTo>
                  <a:cubicBezTo>
                    <a:pt x="4629781" y="63499"/>
                    <a:pt x="4630416" y="57149"/>
                    <a:pt x="4632321" y="52069"/>
                  </a:cubicBezTo>
                  <a:cubicBezTo>
                    <a:pt x="4634226" y="46989"/>
                    <a:pt x="4636766" y="42544"/>
                    <a:pt x="4639941" y="39369"/>
                  </a:cubicBezTo>
                  <a:cubicBezTo>
                    <a:pt x="4643116" y="35559"/>
                    <a:pt x="4646926" y="33019"/>
                    <a:pt x="4650736" y="31114"/>
                  </a:cubicBezTo>
                  <a:cubicBezTo>
                    <a:pt x="4655181" y="29209"/>
                    <a:pt x="4659626" y="28574"/>
                    <a:pt x="4664706" y="28574"/>
                  </a:cubicBezTo>
                  <a:close/>
                  <a:moveTo>
                    <a:pt x="4264655" y="28574"/>
                  </a:moveTo>
                  <a:cubicBezTo>
                    <a:pt x="4269735" y="28574"/>
                    <a:pt x="4274180" y="29209"/>
                    <a:pt x="4278625" y="31749"/>
                  </a:cubicBezTo>
                  <a:cubicBezTo>
                    <a:pt x="4283070" y="33654"/>
                    <a:pt x="4286245" y="36194"/>
                    <a:pt x="4289420" y="40004"/>
                  </a:cubicBezTo>
                  <a:cubicBezTo>
                    <a:pt x="4292595" y="43814"/>
                    <a:pt x="4295135" y="47624"/>
                    <a:pt x="4296405" y="52704"/>
                  </a:cubicBezTo>
                  <a:cubicBezTo>
                    <a:pt x="4298310" y="57784"/>
                    <a:pt x="4298945" y="63499"/>
                    <a:pt x="4298945" y="69214"/>
                  </a:cubicBezTo>
                  <a:lnTo>
                    <a:pt x="4299580" y="69214"/>
                  </a:lnTo>
                  <a:cubicBezTo>
                    <a:pt x="4299580" y="75564"/>
                    <a:pt x="4298945" y="81279"/>
                    <a:pt x="4297040" y="86359"/>
                  </a:cubicBezTo>
                  <a:cubicBezTo>
                    <a:pt x="4295135" y="91439"/>
                    <a:pt x="4292595" y="95884"/>
                    <a:pt x="4289420" y="99059"/>
                  </a:cubicBezTo>
                  <a:cubicBezTo>
                    <a:pt x="4286245" y="102869"/>
                    <a:pt x="4282435" y="105409"/>
                    <a:pt x="4277990" y="107314"/>
                  </a:cubicBezTo>
                  <a:cubicBezTo>
                    <a:pt x="4273545" y="109219"/>
                    <a:pt x="4269100" y="109854"/>
                    <a:pt x="4264020" y="109854"/>
                  </a:cubicBezTo>
                  <a:cubicBezTo>
                    <a:pt x="4258940" y="109854"/>
                    <a:pt x="4254495" y="108584"/>
                    <a:pt x="4250050" y="106679"/>
                  </a:cubicBezTo>
                  <a:cubicBezTo>
                    <a:pt x="4245605" y="104774"/>
                    <a:pt x="4242430" y="102234"/>
                    <a:pt x="4239255" y="98424"/>
                  </a:cubicBezTo>
                  <a:cubicBezTo>
                    <a:pt x="4236080" y="94614"/>
                    <a:pt x="4233540" y="90804"/>
                    <a:pt x="4232270" y="85724"/>
                  </a:cubicBezTo>
                  <a:cubicBezTo>
                    <a:pt x="4230365" y="80644"/>
                    <a:pt x="4229730" y="74929"/>
                    <a:pt x="4229730" y="69214"/>
                  </a:cubicBezTo>
                  <a:cubicBezTo>
                    <a:pt x="4229730" y="63499"/>
                    <a:pt x="4230365" y="57149"/>
                    <a:pt x="4232270" y="52069"/>
                  </a:cubicBezTo>
                  <a:cubicBezTo>
                    <a:pt x="4234175" y="46989"/>
                    <a:pt x="4236715" y="42544"/>
                    <a:pt x="4239890" y="39369"/>
                  </a:cubicBezTo>
                  <a:cubicBezTo>
                    <a:pt x="4243065" y="35559"/>
                    <a:pt x="4246875" y="33019"/>
                    <a:pt x="4250685" y="31114"/>
                  </a:cubicBezTo>
                  <a:cubicBezTo>
                    <a:pt x="4255130" y="29209"/>
                    <a:pt x="4259575" y="28574"/>
                    <a:pt x="4264655" y="28574"/>
                  </a:cubicBezTo>
                  <a:close/>
                  <a:moveTo>
                    <a:pt x="1420495" y="28574"/>
                  </a:moveTo>
                  <a:cubicBezTo>
                    <a:pt x="1425575" y="28574"/>
                    <a:pt x="1430020" y="29209"/>
                    <a:pt x="1434465" y="31749"/>
                  </a:cubicBezTo>
                  <a:cubicBezTo>
                    <a:pt x="1438910" y="33654"/>
                    <a:pt x="1442085" y="36194"/>
                    <a:pt x="1445260" y="40004"/>
                  </a:cubicBezTo>
                  <a:cubicBezTo>
                    <a:pt x="1448435" y="43814"/>
                    <a:pt x="1450975" y="47624"/>
                    <a:pt x="1452245" y="52704"/>
                  </a:cubicBezTo>
                  <a:cubicBezTo>
                    <a:pt x="1454150" y="57784"/>
                    <a:pt x="1454785" y="63499"/>
                    <a:pt x="1454785" y="69214"/>
                  </a:cubicBezTo>
                  <a:lnTo>
                    <a:pt x="1455420" y="69214"/>
                  </a:lnTo>
                  <a:cubicBezTo>
                    <a:pt x="1455420" y="75564"/>
                    <a:pt x="1454785" y="81279"/>
                    <a:pt x="1452880" y="86359"/>
                  </a:cubicBezTo>
                  <a:cubicBezTo>
                    <a:pt x="1450975" y="91439"/>
                    <a:pt x="1448435" y="95884"/>
                    <a:pt x="1445260" y="99059"/>
                  </a:cubicBezTo>
                  <a:cubicBezTo>
                    <a:pt x="1442085" y="102869"/>
                    <a:pt x="1438275" y="105409"/>
                    <a:pt x="1433830" y="107314"/>
                  </a:cubicBezTo>
                  <a:cubicBezTo>
                    <a:pt x="1429385" y="109219"/>
                    <a:pt x="1424940" y="109854"/>
                    <a:pt x="1419860" y="109854"/>
                  </a:cubicBezTo>
                  <a:cubicBezTo>
                    <a:pt x="1414780" y="109854"/>
                    <a:pt x="1410335" y="108584"/>
                    <a:pt x="1405890" y="106679"/>
                  </a:cubicBezTo>
                  <a:cubicBezTo>
                    <a:pt x="1401444" y="104774"/>
                    <a:pt x="1398270" y="102234"/>
                    <a:pt x="1395095" y="98424"/>
                  </a:cubicBezTo>
                  <a:cubicBezTo>
                    <a:pt x="1391920" y="94614"/>
                    <a:pt x="1389380" y="90804"/>
                    <a:pt x="1388110" y="85724"/>
                  </a:cubicBezTo>
                  <a:cubicBezTo>
                    <a:pt x="1386205" y="80644"/>
                    <a:pt x="1385570" y="74929"/>
                    <a:pt x="1385570" y="69214"/>
                  </a:cubicBezTo>
                  <a:cubicBezTo>
                    <a:pt x="1385570" y="63499"/>
                    <a:pt x="1386205" y="57149"/>
                    <a:pt x="1388110" y="52069"/>
                  </a:cubicBezTo>
                  <a:cubicBezTo>
                    <a:pt x="1390015" y="46989"/>
                    <a:pt x="1392555" y="42544"/>
                    <a:pt x="1395730" y="39369"/>
                  </a:cubicBezTo>
                  <a:cubicBezTo>
                    <a:pt x="1398905" y="35559"/>
                    <a:pt x="1402715" y="33019"/>
                    <a:pt x="1406525" y="31114"/>
                  </a:cubicBezTo>
                  <a:cubicBezTo>
                    <a:pt x="1410970" y="29209"/>
                    <a:pt x="1415415" y="28574"/>
                    <a:pt x="1420495" y="28574"/>
                  </a:cubicBezTo>
                  <a:close/>
                  <a:moveTo>
                    <a:pt x="3143245" y="5079"/>
                  </a:moveTo>
                  <a:lnTo>
                    <a:pt x="3219445" y="5079"/>
                  </a:lnTo>
                  <a:lnTo>
                    <a:pt x="3219445" y="20319"/>
                  </a:lnTo>
                  <a:lnTo>
                    <a:pt x="3188965" y="20319"/>
                  </a:lnTo>
                  <a:lnTo>
                    <a:pt x="3188965" y="108584"/>
                  </a:lnTo>
                  <a:lnTo>
                    <a:pt x="3173090" y="108584"/>
                  </a:lnTo>
                  <a:lnTo>
                    <a:pt x="3173090" y="20319"/>
                  </a:lnTo>
                  <a:lnTo>
                    <a:pt x="3143245" y="20319"/>
                  </a:lnTo>
                  <a:close/>
                  <a:moveTo>
                    <a:pt x="1628774" y="5079"/>
                  </a:moveTo>
                  <a:lnTo>
                    <a:pt x="1704970" y="5079"/>
                  </a:lnTo>
                  <a:lnTo>
                    <a:pt x="1704970" y="20319"/>
                  </a:lnTo>
                  <a:lnTo>
                    <a:pt x="1675129" y="20319"/>
                  </a:lnTo>
                  <a:lnTo>
                    <a:pt x="1675129" y="108584"/>
                  </a:lnTo>
                  <a:lnTo>
                    <a:pt x="1659255" y="108584"/>
                  </a:lnTo>
                  <a:lnTo>
                    <a:pt x="1659255" y="20319"/>
                  </a:lnTo>
                  <a:lnTo>
                    <a:pt x="1628774" y="20319"/>
                  </a:lnTo>
                  <a:close/>
                  <a:moveTo>
                    <a:pt x="0" y="5079"/>
                  </a:moveTo>
                  <a:lnTo>
                    <a:pt x="76200" y="5079"/>
                  </a:lnTo>
                  <a:lnTo>
                    <a:pt x="76200" y="20319"/>
                  </a:lnTo>
                  <a:lnTo>
                    <a:pt x="45720" y="20319"/>
                  </a:lnTo>
                  <a:lnTo>
                    <a:pt x="45720" y="108584"/>
                  </a:lnTo>
                  <a:lnTo>
                    <a:pt x="29845" y="108584"/>
                  </a:lnTo>
                  <a:lnTo>
                    <a:pt x="29845" y="20319"/>
                  </a:lnTo>
                  <a:lnTo>
                    <a:pt x="0" y="20319"/>
                  </a:lnTo>
                  <a:close/>
                  <a:moveTo>
                    <a:pt x="1362075" y="1269"/>
                  </a:moveTo>
                  <a:cubicBezTo>
                    <a:pt x="1363345" y="1269"/>
                    <a:pt x="1364615" y="1269"/>
                    <a:pt x="1365885" y="1904"/>
                  </a:cubicBezTo>
                  <a:cubicBezTo>
                    <a:pt x="1367155" y="1904"/>
                    <a:pt x="1367790" y="3174"/>
                    <a:pt x="1369060" y="3809"/>
                  </a:cubicBezTo>
                  <a:cubicBezTo>
                    <a:pt x="1369695" y="4444"/>
                    <a:pt x="1370965" y="5714"/>
                    <a:pt x="1370965" y="6984"/>
                  </a:cubicBezTo>
                  <a:cubicBezTo>
                    <a:pt x="1370965" y="8254"/>
                    <a:pt x="1371600" y="9524"/>
                    <a:pt x="1371600" y="10794"/>
                  </a:cubicBezTo>
                  <a:cubicBezTo>
                    <a:pt x="1371600" y="10794"/>
                    <a:pt x="1371600" y="13334"/>
                    <a:pt x="1370965" y="14604"/>
                  </a:cubicBezTo>
                  <a:cubicBezTo>
                    <a:pt x="1370965" y="15874"/>
                    <a:pt x="1369695" y="17144"/>
                    <a:pt x="1369060" y="17779"/>
                  </a:cubicBezTo>
                  <a:cubicBezTo>
                    <a:pt x="1368425" y="18414"/>
                    <a:pt x="1367155" y="19684"/>
                    <a:pt x="1365885" y="19684"/>
                  </a:cubicBezTo>
                  <a:cubicBezTo>
                    <a:pt x="1364615" y="19684"/>
                    <a:pt x="1363345" y="20319"/>
                    <a:pt x="1362075" y="20319"/>
                  </a:cubicBezTo>
                  <a:cubicBezTo>
                    <a:pt x="1360805" y="20319"/>
                    <a:pt x="1359535" y="20319"/>
                    <a:pt x="1358265" y="19684"/>
                  </a:cubicBezTo>
                  <a:cubicBezTo>
                    <a:pt x="1356995" y="19684"/>
                    <a:pt x="1355725" y="18414"/>
                    <a:pt x="1355090" y="17779"/>
                  </a:cubicBezTo>
                  <a:cubicBezTo>
                    <a:pt x="1354455" y="17144"/>
                    <a:pt x="1353185" y="15874"/>
                    <a:pt x="1353185" y="14604"/>
                  </a:cubicBezTo>
                  <a:cubicBezTo>
                    <a:pt x="1353185" y="13334"/>
                    <a:pt x="1352550" y="12064"/>
                    <a:pt x="1352550" y="10794"/>
                  </a:cubicBezTo>
                  <a:cubicBezTo>
                    <a:pt x="1352550" y="9524"/>
                    <a:pt x="1352550" y="8254"/>
                    <a:pt x="1353185" y="6984"/>
                  </a:cubicBezTo>
                  <a:cubicBezTo>
                    <a:pt x="1353185" y="5714"/>
                    <a:pt x="1354455" y="4444"/>
                    <a:pt x="1355090" y="3809"/>
                  </a:cubicBezTo>
                  <a:cubicBezTo>
                    <a:pt x="1355725" y="3174"/>
                    <a:pt x="1356995" y="1904"/>
                    <a:pt x="1358265" y="1904"/>
                  </a:cubicBezTo>
                  <a:cubicBezTo>
                    <a:pt x="1359535" y="1904"/>
                    <a:pt x="1360805" y="1269"/>
                    <a:pt x="1362075" y="1269"/>
                  </a:cubicBezTo>
                  <a:close/>
                  <a:moveTo>
                    <a:pt x="4789801" y="634"/>
                  </a:moveTo>
                  <a:lnTo>
                    <a:pt x="4789801" y="65404"/>
                  </a:lnTo>
                  <a:lnTo>
                    <a:pt x="4814566" y="31114"/>
                  </a:lnTo>
                  <a:lnTo>
                    <a:pt x="4831711" y="31114"/>
                  </a:lnTo>
                  <a:lnTo>
                    <a:pt x="4812026" y="57149"/>
                  </a:lnTo>
                  <a:lnTo>
                    <a:pt x="4835521" y="108584"/>
                  </a:lnTo>
                  <a:lnTo>
                    <a:pt x="4819011" y="108584"/>
                  </a:lnTo>
                  <a:lnTo>
                    <a:pt x="4801866" y="69849"/>
                  </a:lnTo>
                  <a:lnTo>
                    <a:pt x="4789801" y="85724"/>
                  </a:lnTo>
                  <a:lnTo>
                    <a:pt x="4789801" y="108584"/>
                  </a:lnTo>
                  <a:lnTo>
                    <a:pt x="4774561" y="108584"/>
                  </a:lnTo>
                  <a:lnTo>
                    <a:pt x="4774561" y="8889"/>
                  </a:lnTo>
                  <a:close/>
                  <a:moveTo>
                    <a:pt x="4472301" y="634"/>
                  </a:moveTo>
                  <a:lnTo>
                    <a:pt x="4472301" y="109219"/>
                  </a:lnTo>
                  <a:lnTo>
                    <a:pt x="4457061" y="109219"/>
                  </a:lnTo>
                  <a:lnTo>
                    <a:pt x="4457696" y="108584"/>
                  </a:lnTo>
                  <a:lnTo>
                    <a:pt x="4457696" y="100964"/>
                  </a:lnTo>
                  <a:cubicBezTo>
                    <a:pt x="4457696" y="100964"/>
                    <a:pt x="4454521" y="103504"/>
                    <a:pt x="4453251" y="104774"/>
                  </a:cubicBezTo>
                  <a:cubicBezTo>
                    <a:pt x="4451981" y="106044"/>
                    <a:pt x="4450076" y="106679"/>
                    <a:pt x="4448171" y="107949"/>
                  </a:cubicBezTo>
                  <a:cubicBezTo>
                    <a:pt x="4446266" y="108584"/>
                    <a:pt x="4444361" y="109219"/>
                    <a:pt x="4443091" y="109854"/>
                  </a:cubicBezTo>
                  <a:cubicBezTo>
                    <a:pt x="4441186" y="109854"/>
                    <a:pt x="4439281" y="109854"/>
                    <a:pt x="4437376" y="109854"/>
                  </a:cubicBezTo>
                  <a:cubicBezTo>
                    <a:pt x="4432931" y="109854"/>
                    <a:pt x="4429121" y="109219"/>
                    <a:pt x="4425946" y="107314"/>
                  </a:cubicBezTo>
                  <a:cubicBezTo>
                    <a:pt x="4422136" y="106044"/>
                    <a:pt x="4418961" y="103504"/>
                    <a:pt x="4416421" y="99694"/>
                  </a:cubicBezTo>
                  <a:cubicBezTo>
                    <a:pt x="4413881" y="96519"/>
                    <a:pt x="4411341" y="92074"/>
                    <a:pt x="4410071" y="86994"/>
                  </a:cubicBezTo>
                  <a:cubicBezTo>
                    <a:pt x="4408801" y="81914"/>
                    <a:pt x="4407531" y="75564"/>
                    <a:pt x="4407531" y="67944"/>
                  </a:cubicBezTo>
                  <a:cubicBezTo>
                    <a:pt x="4407531" y="61594"/>
                    <a:pt x="4408166" y="55244"/>
                    <a:pt x="4410071" y="50799"/>
                  </a:cubicBezTo>
                  <a:cubicBezTo>
                    <a:pt x="4411976" y="45719"/>
                    <a:pt x="4413881" y="41909"/>
                    <a:pt x="4417056" y="38734"/>
                  </a:cubicBezTo>
                  <a:cubicBezTo>
                    <a:pt x="4419596" y="35559"/>
                    <a:pt x="4423406" y="33019"/>
                    <a:pt x="4426581" y="31749"/>
                  </a:cubicBezTo>
                  <a:cubicBezTo>
                    <a:pt x="4430391" y="29844"/>
                    <a:pt x="4434201" y="29209"/>
                    <a:pt x="4438011" y="29209"/>
                  </a:cubicBezTo>
                  <a:cubicBezTo>
                    <a:pt x="4439916" y="29209"/>
                    <a:pt x="4441821" y="29209"/>
                    <a:pt x="4443726" y="29844"/>
                  </a:cubicBezTo>
                  <a:cubicBezTo>
                    <a:pt x="4445631" y="29844"/>
                    <a:pt x="4447536" y="31114"/>
                    <a:pt x="4448806" y="31749"/>
                  </a:cubicBezTo>
                  <a:cubicBezTo>
                    <a:pt x="4450711" y="32384"/>
                    <a:pt x="4451981" y="33654"/>
                    <a:pt x="4453251" y="34924"/>
                  </a:cubicBezTo>
                  <a:cubicBezTo>
                    <a:pt x="4454521" y="36194"/>
                    <a:pt x="4455791" y="36829"/>
                    <a:pt x="4457061" y="38099"/>
                  </a:cubicBezTo>
                  <a:lnTo>
                    <a:pt x="4457061" y="8254"/>
                  </a:lnTo>
                  <a:close/>
                  <a:moveTo>
                    <a:pt x="4390385" y="634"/>
                  </a:moveTo>
                  <a:lnTo>
                    <a:pt x="4390385" y="108584"/>
                  </a:lnTo>
                  <a:lnTo>
                    <a:pt x="4375145" y="108584"/>
                  </a:lnTo>
                  <a:lnTo>
                    <a:pt x="4375145" y="8889"/>
                  </a:lnTo>
                  <a:close/>
                  <a:moveTo>
                    <a:pt x="3946521" y="634"/>
                  </a:moveTo>
                  <a:lnTo>
                    <a:pt x="3946521" y="38099"/>
                  </a:lnTo>
                  <a:cubicBezTo>
                    <a:pt x="3946521" y="38099"/>
                    <a:pt x="3948426" y="35559"/>
                    <a:pt x="3950331" y="34289"/>
                  </a:cubicBezTo>
                  <a:cubicBezTo>
                    <a:pt x="3951601" y="33019"/>
                    <a:pt x="3953506" y="32384"/>
                    <a:pt x="3954776" y="31114"/>
                  </a:cubicBezTo>
                  <a:cubicBezTo>
                    <a:pt x="3956681" y="30479"/>
                    <a:pt x="3958586" y="29844"/>
                    <a:pt x="3960491" y="29209"/>
                  </a:cubicBezTo>
                  <a:cubicBezTo>
                    <a:pt x="3962396" y="29209"/>
                    <a:pt x="3964301" y="29209"/>
                    <a:pt x="3966206" y="29209"/>
                  </a:cubicBezTo>
                  <a:cubicBezTo>
                    <a:pt x="3970651" y="29209"/>
                    <a:pt x="3975096" y="29844"/>
                    <a:pt x="3978271" y="31749"/>
                  </a:cubicBezTo>
                  <a:cubicBezTo>
                    <a:pt x="3981446" y="33019"/>
                    <a:pt x="3984621" y="35559"/>
                    <a:pt x="3987161" y="38099"/>
                  </a:cubicBezTo>
                  <a:cubicBezTo>
                    <a:pt x="3989701" y="41274"/>
                    <a:pt x="3990971" y="44449"/>
                    <a:pt x="3992241" y="49529"/>
                  </a:cubicBezTo>
                  <a:cubicBezTo>
                    <a:pt x="3993511" y="53974"/>
                    <a:pt x="3994146" y="59054"/>
                    <a:pt x="3994146" y="64134"/>
                  </a:cubicBezTo>
                  <a:lnTo>
                    <a:pt x="3994146" y="108584"/>
                  </a:lnTo>
                  <a:lnTo>
                    <a:pt x="3978906" y="108584"/>
                  </a:lnTo>
                  <a:lnTo>
                    <a:pt x="3978271" y="108584"/>
                  </a:lnTo>
                  <a:lnTo>
                    <a:pt x="3978271" y="64769"/>
                  </a:lnTo>
                  <a:cubicBezTo>
                    <a:pt x="3978271" y="57784"/>
                    <a:pt x="3977001" y="52069"/>
                    <a:pt x="3974461" y="48894"/>
                  </a:cubicBezTo>
                  <a:cubicBezTo>
                    <a:pt x="3971921" y="45084"/>
                    <a:pt x="3968111" y="43814"/>
                    <a:pt x="3962396" y="43814"/>
                  </a:cubicBezTo>
                  <a:cubicBezTo>
                    <a:pt x="3959856" y="43814"/>
                    <a:pt x="3957951" y="43814"/>
                    <a:pt x="3956046" y="45084"/>
                  </a:cubicBezTo>
                  <a:cubicBezTo>
                    <a:pt x="3954141" y="45719"/>
                    <a:pt x="3952236" y="46989"/>
                    <a:pt x="3950966" y="48894"/>
                  </a:cubicBezTo>
                  <a:cubicBezTo>
                    <a:pt x="3949696" y="50799"/>
                    <a:pt x="3948426" y="52704"/>
                    <a:pt x="3947791" y="55244"/>
                  </a:cubicBezTo>
                  <a:cubicBezTo>
                    <a:pt x="3947156" y="57784"/>
                    <a:pt x="3946521" y="60324"/>
                    <a:pt x="3946521" y="63499"/>
                  </a:cubicBezTo>
                  <a:lnTo>
                    <a:pt x="3946521" y="109219"/>
                  </a:lnTo>
                  <a:lnTo>
                    <a:pt x="3931281" y="109219"/>
                  </a:lnTo>
                  <a:lnTo>
                    <a:pt x="3931281" y="8889"/>
                  </a:lnTo>
                  <a:close/>
                  <a:moveTo>
                    <a:pt x="3248021" y="634"/>
                  </a:moveTo>
                  <a:lnTo>
                    <a:pt x="3248021" y="38099"/>
                  </a:lnTo>
                  <a:cubicBezTo>
                    <a:pt x="3248021" y="38099"/>
                    <a:pt x="3249926" y="35559"/>
                    <a:pt x="3251831" y="34289"/>
                  </a:cubicBezTo>
                  <a:cubicBezTo>
                    <a:pt x="3253101" y="33019"/>
                    <a:pt x="3255006" y="32384"/>
                    <a:pt x="3256276" y="31114"/>
                  </a:cubicBezTo>
                  <a:cubicBezTo>
                    <a:pt x="3258181" y="30479"/>
                    <a:pt x="3260086" y="29844"/>
                    <a:pt x="3261991" y="29209"/>
                  </a:cubicBezTo>
                  <a:cubicBezTo>
                    <a:pt x="3263896" y="29209"/>
                    <a:pt x="3265801" y="29209"/>
                    <a:pt x="3267706" y="29209"/>
                  </a:cubicBezTo>
                  <a:cubicBezTo>
                    <a:pt x="3272151" y="29209"/>
                    <a:pt x="3276596" y="29844"/>
                    <a:pt x="3279771" y="31749"/>
                  </a:cubicBezTo>
                  <a:cubicBezTo>
                    <a:pt x="3282946" y="33019"/>
                    <a:pt x="3286121" y="35559"/>
                    <a:pt x="3288661" y="38099"/>
                  </a:cubicBezTo>
                  <a:cubicBezTo>
                    <a:pt x="3291201" y="41274"/>
                    <a:pt x="3292471" y="44449"/>
                    <a:pt x="3293741" y="49529"/>
                  </a:cubicBezTo>
                  <a:cubicBezTo>
                    <a:pt x="3295011" y="53974"/>
                    <a:pt x="3295646" y="59054"/>
                    <a:pt x="3295646" y="64134"/>
                  </a:cubicBezTo>
                  <a:lnTo>
                    <a:pt x="3295646" y="108584"/>
                  </a:lnTo>
                  <a:lnTo>
                    <a:pt x="3280406" y="108584"/>
                  </a:lnTo>
                  <a:lnTo>
                    <a:pt x="3279771" y="108584"/>
                  </a:lnTo>
                  <a:lnTo>
                    <a:pt x="3279771" y="64769"/>
                  </a:lnTo>
                  <a:cubicBezTo>
                    <a:pt x="3279771" y="57784"/>
                    <a:pt x="3278501" y="52069"/>
                    <a:pt x="3275961" y="48894"/>
                  </a:cubicBezTo>
                  <a:cubicBezTo>
                    <a:pt x="3273421" y="45084"/>
                    <a:pt x="3269611" y="43814"/>
                    <a:pt x="3263896" y="43814"/>
                  </a:cubicBezTo>
                  <a:cubicBezTo>
                    <a:pt x="3261356" y="43814"/>
                    <a:pt x="3259451" y="43814"/>
                    <a:pt x="3257546" y="45084"/>
                  </a:cubicBezTo>
                  <a:cubicBezTo>
                    <a:pt x="3255641" y="45719"/>
                    <a:pt x="3253736" y="46989"/>
                    <a:pt x="3252466" y="48894"/>
                  </a:cubicBezTo>
                  <a:cubicBezTo>
                    <a:pt x="3251196" y="50799"/>
                    <a:pt x="3249926" y="52704"/>
                    <a:pt x="3249291" y="55244"/>
                  </a:cubicBezTo>
                  <a:cubicBezTo>
                    <a:pt x="3248656" y="57784"/>
                    <a:pt x="3248021" y="60324"/>
                    <a:pt x="3248021" y="63499"/>
                  </a:cubicBezTo>
                  <a:lnTo>
                    <a:pt x="3248021" y="109219"/>
                  </a:lnTo>
                  <a:lnTo>
                    <a:pt x="3232781" y="109219"/>
                  </a:lnTo>
                  <a:lnTo>
                    <a:pt x="3232781" y="8889"/>
                  </a:lnTo>
                  <a:close/>
                  <a:moveTo>
                    <a:pt x="2432681" y="634"/>
                  </a:moveTo>
                  <a:lnTo>
                    <a:pt x="2432681" y="38099"/>
                  </a:lnTo>
                  <a:cubicBezTo>
                    <a:pt x="2432681" y="38099"/>
                    <a:pt x="2434586" y="35559"/>
                    <a:pt x="2436491" y="34289"/>
                  </a:cubicBezTo>
                  <a:cubicBezTo>
                    <a:pt x="2437761" y="33019"/>
                    <a:pt x="2439666" y="32384"/>
                    <a:pt x="2440936" y="31114"/>
                  </a:cubicBezTo>
                  <a:cubicBezTo>
                    <a:pt x="2442841" y="30479"/>
                    <a:pt x="2444746" y="29844"/>
                    <a:pt x="2446651" y="29209"/>
                  </a:cubicBezTo>
                  <a:cubicBezTo>
                    <a:pt x="2448556" y="29209"/>
                    <a:pt x="2450461" y="29209"/>
                    <a:pt x="2452366" y="29209"/>
                  </a:cubicBezTo>
                  <a:cubicBezTo>
                    <a:pt x="2456811" y="29209"/>
                    <a:pt x="2461256" y="29844"/>
                    <a:pt x="2464431" y="31749"/>
                  </a:cubicBezTo>
                  <a:cubicBezTo>
                    <a:pt x="2467606" y="33019"/>
                    <a:pt x="2470781" y="35559"/>
                    <a:pt x="2473321" y="38099"/>
                  </a:cubicBezTo>
                  <a:cubicBezTo>
                    <a:pt x="2475861" y="41274"/>
                    <a:pt x="2477131" y="44449"/>
                    <a:pt x="2478401" y="49529"/>
                  </a:cubicBezTo>
                  <a:cubicBezTo>
                    <a:pt x="2479671" y="53974"/>
                    <a:pt x="2480306" y="59054"/>
                    <a:pt x="2480306" y="64134"/>
                  </a:cubicBezTo>
                  <a:lnTo>
                    <a:pt x="2480306" y="108584"/>
                  </a:lnTo>
                  <a:lnTo>
                    <a:pt x="2465066" y="108584"/>
                  </a:lnTo>
                  <a:lnTo>
                    <a:pt x="2464431" y="108584"/>
                  </a:lnTo>
                  <a:lnTo>
                    <a:pt x="2464431" y="64769"/>
                  </a:lnTo>
                  <a:cubicBezTo>
                    <a:pt x="2464431" y="57784"/>
                    <a:pt x="2463161" y="52069"/>
                    <a:pt x="2460621" y="48894"/>
                  </a:cubicBezTo>
                  <a:cubicBezTo>
                    <a:pt x="2458081" y="45084"/>
                    <a:pt x="2454271" y="43814"/>
                    <a:pt x="2448556" y="43814"/>
                  </a:cubicBezTo>
                  <a:cubicBezTo>
                    <a:pt x="2446016" y="43814"/>
                    <a:pt x="2444111" y="43814"/>
                    <a:pt x="2442206" y="45084"/>
                  </a:cubicBezTo>
                  <a:cubicBezTo>
                    <a:pt x="2440301" y="45719"/>
                    <a:pt x="2438396" y="46989"/>
                    <a:pt x="2437126" y="48894"/>
                  </a:cubicBezTo>
                  <a:cubicBezTo>
                    <a:pt x="2435856" y="50799"/>
                    <a:pt x="2434586" y="52704"/>
                    <a:pt x="2433951" y="55244"/>
                  </a:cubicBezTo>
                  <a:cubicBezTo>
                    <a:pt x="2433316" y="57784"/>
                    <a:pt x="2432681" y="60324"/>
                    <a:pt x="2432681" y="63499"/>
                  </a:cubicBezTo>
                  <a:lnTo>
                    <a:pt x="2432681" y="109219"/>
                  </a:lnTo>
                  <a:lnTo>
                    <a:pt x="2417441" y="109219"/>
                  </a:lnTo>
                  <a:lnTo>
                    <a:pt x="2417441" y="8889"/>
                  </a:lnTo>
                  <a:close/>
                  <a:moveTo>
                    <a:pt x="1734181" y="634"/>
                  </a:moveTo>
                  <a:lnTo>
                    <a:pt x="1734181" y="38099"/>
                  </a:lnTo>
                  <a:cubicBezTo>
                    <a:pt x="1734181" y="38099"/>
                    <a:pt x="1736086" y="35559"/>
                    <a:pt x="1737991" y="34289"/>
                  </a:cubicBezTo>
                  <a:cubicBezTo>
                    <a:pt x="1739261" y="33019"/>
                    <a:pt x="1741166" y="32384"/>
                    <a:pt x="1742436" y="31114"/>
                  </a:cubicBezTo>
                  <a:cubicBezTo>
                    <a:pt x="1744341" y="30479"/>
                    <a:pt x="1746246" y="29844"/>
                    <a:pt x="1748151" y="29209"/>
                  </a:cubicBezTo>
                  <a:cubicBezTo>
                    <a:pt x="1750056" y="29209"/>
                    <a:pt x="1751961" y="29209"/>
                    <a:pt x="1753866" y="29209"/>
                  </a:cubicBezTo>
                  <a:cubicBezTo>
                    <a:pt x="1758311" y="29209"/>
                    <a:pt x="1762756" y="29844"/>
                    <a:pt x="1765931" y="31749"/>
                  </a:cubicBezTo>
                  <a:cubicBezTo>
                    <a:pt x="1769106" y="33019"/>
                    <a:pt x="1772281" y="35559"/>
                    <a:pt x="1774821" y="38099"/>
                  </a:cubicBezTo>
                  <a:cubicBezTo>
                    <a:pt x="1777361" y="41274"/>
                    <a:pt x="1778631" y="44449"/>
                    <a:pt x="1779901" y="49529"/>
                  </a:cubicBezTo>
                  <a:cubicBezTo>
                    <a:pt x="1781171" y="53974"/>
                    <a:pt x="1781806" y="59054"/>
                    <a:pt x="1781806" y="64134"/>
                  </a:cubicBezTo>
                  <a:lnTo>
                    <a:pt x="1781806" y="108584"/>
                  </a:lnTo>
                  <a:lnTo>
                    <a:pt x="1766566" y="108584"/>
                  </a:lnTo>
                  <a:lnTo>
                    <a:pt x="1765931" y="108584"/>
                  </a:lnTo>
                  <a:lnTo>
                    <a:pt x="1765931" y="64769"/>
                  </a:lnTo>
                  <a:cubicBezTo>
                    <a:pt x="1765931" y="57784"/>
                    <a:pt x="1764661" y="52069"/>
                    <a:pt x="1762121" y="48894"/>
                  </a:cubicBezTo>
                  <a:cubicBezTo>
                    <a:pt x="1759581" y="45084"/>
                    <a:pt x="1755771" y="43814"/>
                    <a:pt x="1750056" y="43814"/>
                  </a:cubicBezTo>
                  <a:cubicBezTo>
                    <a:pt x="1747516" y="43814"/>
                    <a:pt x="1745611" y="43814"/>
                    <a:pt x="1743706" y="45084"/>
                  </a:cubicBezTo>
                  <a:cubicBezTo>
                    <a:pt x="1741801" y="45719"/>
                    <a:pt x="1739896" y="46989"/>
                    <a:pt x="1738626" y="48894"/>
                  </a:cubicBezTo>
                  <a:cubicBezTo>
                    <a:pt x="1737356" y="50799"/>
                    <a:pt x="1736086" y="52704"/>
                    <a:pt x="1735451" y="55244"/>
                  </a:cubicBezTo>
                  <a:cubicBezTo>
                    <a:pt x="1734816" y="57784"/>
                    <a:pt x="1734181" y="60324"/>
                    <a:pt x="1734181" y="63499"/>
                  </a:cubicBezTo>
                  <a:lnTo>
                    <a:pt x="1734181" y="109219"/>
                  </a:lnTo>
                  <a:lnTo>
                    <a:pt x="1718941" y="109219"/>
                  </a:lnTo>
                  <a:lnTo>
                    <a:pt x="1718941" y="8889"/>
                  </a:lnTo>
                  <a:close/>
                  <a:moveTo>
                    <a:pt x="803275" y="634"/>
                  </a:moveTo>
                  <a:lnTo>
                    <a:pt x="803275" y="38099"/>
                  </a:lnTo>
                  <a:cubicBezTo>
                    <a:pt x="803275" y="38099"/>
                    <a:pt x="805180" y="35559"/>
                    <a:pt x="807085" y="34289"/>
                  </a:cubicBezTo>
                  <a:cubicBezTo>
                    <a:pt x="808355" y="33019"/>
                    <a:pt x="810260" y="32384"/>
                    <a:pt x="811530" y="31114"/>
                  </a:cubicBezTo>
                  <a:cubicBezTo>
                    <a:pt x="813435" y="30479"/>
                    <a:pt x="815340" y="29844"/>
                    <a:pt x="817245" y="29209"/>
                  </a:cubicBezTo>
                  <a:cubicBezTo>
                    <a:pt x="819150" y="29209"/>
                    <a:pt x="821055" y="29209"/>
                    <a:pt x="822960" y="29209"/>
                  </a:cubicBezTo>
                  <a:cubicBezTo>
                    <a:pt x="827405" y="29209"/>
                    <a:pt x="831850" y="29844"/>
                    <a:pt x="835025" y="31749"/>
                  </a:cubicBezTo>
                  <a:cubicBezTo>
                    <a:pt x="838200" y="33019"/>
                    <a:pt x="841375" y="35559"/>
                    <a:pt x="843915" y="38099"/>
                  </a:cubicBezTo>
                  <a:cubicBezTo>
                    <a:pt x="846455" y="41274"/>
                    <a:pt x="847725" y="44449"/>
                    <a:pt x="848995" y="49529"/>
                  </a:cubicBezTo>
                  <a:cubicBezTo>
                    <a:pt x="850265" y="53974"/>
                    <a:pt x="850900" y="59054"/>
                    <a:pt x="850900" y="64134"/>
                  </a:cubicBezTo>
                  <a:lnTo>
                    <a:pt x="850900" y="108584"/>
                  </a:lnTo>
                  <a:lnTo>
                    <a:pt x="835660" y="108584"/>
                  </a:lnTo>
                  <a:lnTo>
                    <a:pt x="835025" y="108584"/>
                  </a:lnTo>
                  <a:lnTo>
                    <a:pt x="835025" y="64769"/>
                  </a:lnTo>
                  <a:cubicBezTo>
                    <a:pt x="835025" y="57784"/>
                    <a:pt x="833755" y="52069"/>
                    <a:pt x="831215" y="48894"/>
                  </a:cubicBezTo>
                  <a:cubicBezTo>
                    <a:pt x="828675" y="45084"/>
                    <a:pt x="824865" y="43814"/>
                    <a:pt x="819150" y="43814"/>
                  </a:cubicBezTo>
                  <a:cubicBezTo>
                    <a:pt x="816610" y="43814"/>
                    <a:pt x="814705" y="43814"/>
                    <a:pt x="812800" y="45084"/>
                  </a:cubicBezTo>
                  <a:cubicBezTo>
                    <a:pt x="810895" y="45719"/>
                    <a:pt x="808990" y="46989"/>
                    <a:pt x="807720" y="48894"/>
                  </a:cubicBezTo>
                  <a:cubicBezTo>
                    <a:pt x="806450" y="50799"/>
                    <a:pt x="805180" y="52704"/>
                    <a:pt x="804545" y="55244"/>
                  </a:cubicBezTo>
                  <a:cubicBezTo>
                    <a:pt x="803910" y="57784"/>
                    <a:pt x="803275" y="60324"/>
                    <a:pt x="803275" y="63499"/>
                  </a:cubicBezTo>
                  <a:lnTo>
                    <a:pt x="803275" y="109219"/>
                  </a:lnTo>
                  <a:lnTo>
                    <a:pt x="788035" y="109219"/>
                  </a:lnTo>
                  <a:lnTo>
                    <a:pt x="788035" y="8889"/>
                  </a:lnTo>
                  <a:close/>
                  <a:moveTo>
                    <a:pt x="104774" y="634"/>
                  </a:moveTo>
                  <a:lnTo>
                    <a:pt x="104774" y="38099"/>
                  </a:lnTo>
                  <a:cubicBezTo>
                    <a:pt x="104774" y="38099"/>
                    <a:pt x="106679" y="35559"/>
                    <a:pt x="108584" y="34289"/>
                  </a:cubicBezTo>
                  <a:cubicBezTo>
                    <a:pt x="109854" y="33019"/>
                    <a:pt x="111759" y="32384"/>
                    <a:pt x="113029" y="31114"/>
                  </a:cubicBezTo>
                  <a:cubicBezTo>
                    <a:pt x="114934" y="30479"/>
                    <a:pt x="116839" y="29844"/>
                    <a:pt x="118744" y="29209"/>
                  </a:cubicBezTo>
                  <a:cubicBezTo>
                    <a:pt x="120649" y="29209"/>
                    <a:pt x="122554" y="29209"/>
                    <a:pt x="124459" y="29209"/>
                  </a:cubicBezTo>
                  <a:cubicBezTo>
                    <a:pt x="128904" y="29209"/>
                    <a:pt x="133349" y="29844"/>
                    <a:pt x="136524" y="31749"/>
                  </a:cubicBezTo>
                  <a:cubicBezTo>
                    <a:pt x="139699" y="33019"/>
                    <a:pt x="142874" y="35559"/>
                    <a:pt x="145414" y="38099"/>
                  </a:cubicBezTo>
                  <a:cubicBezTo>
                    <a:pt x="147954" y="41274"/>
                    <a:pt x="149224" y="44449"/>
                    <a:pt x="150494" y="49529"/>
                  </a:cubicBezTo>
                  <a:cubicBezTo>
                    <a:pt x="151764" y="53974"/>
                    <a:pt x="152399" y="59054"/>
                    <a:pt x="152399" y="64134"/>
                  </a:cubicBezTo>
                  <a:lnTo>
                    <a:pt x="152399" y="108584"/>
                  </a:lnTo>
                  <a:lnTo>
                    <a:pt x="137159" y="108584"/>
                  </a:lnTo>
                  <a:lnTo>
                    <a:pt x="136524" y="108584"/>
                  </a:lnTo>
                  <a:lnTo>
                    <a:pt x="136524" y="64769"/>
                  </a:lnTo>
                  <a:cubicBezTo>
                    <a:pt x="136524" y="57784"/>
                    <a:pt x="135254" y="52069"/>
                    <a:pt x="132714" y="48894"/>
                  </a:cubicBezTo>
                  <a:cubicBezTo>
                    <a:pt x="130174" y="45084"/>
                    <a:pt x="126364" y="43814"/>
                    <a:pt x="120649" y="43814"/>
                  </a:cubicBezTo>
                  <a:cubicBezTo>
                    <a:pt x="118109" y="43814"/>
                    <a:pt x="116204" y="43814"/>
                    <a:pt x="114299" y="45084"/>
                  </a:cubicBezTo>
                  <a:cubicBezTo>
                    <a:pt x="112394" y="45719"/>
                    <a:pt x="110489" y="46989"/>
                    <a:pt x="109219" y="48894"/>
                  </a:cubicBezTo>
                  <a:cubicBezTo>
                    <a:pt x="107949" y="50799"/>
                    <a:pt x="106679" y="52704"/>
                    <a:pt x="106044" y="55244"/>
                  </a:cubicBezTo>
                  <a:cubicBezTo>
                    <a:pt x="105409" y="57784"/>
                    <a:pt x="104774" y="60324"/>
                    <a:pt x="104774" y="63499"/>
                  </a:cubicBezTo>
                  <a:lnTo>
                    <a:pt x="104774" y="109219"/>
                  </a:lnTo>
                  <a:lnTo>
                    <a:pt x="89534" y="109219"/>
                  </a:lnTo>
                  <a:lnTo>
                    <a:pt x="89534" y="8889"/>
                  </a:lnTo>
                  <a:close/>
                  <a:moveTo>
                    <a:pt x="3894450" y="0"/>
                  </a:moveTo>
                  <a:lnTo>
                    <a:pt x="3894450" y="30480"/>
                  </a:lnTo>
                  <a:lnTo>
                    <a:pt x="3913500" y="30480"/>
                  </a:lnTo>
                  <a:lnTo>
                    <a:pt x="3913500" y="44450"/>
                  </a:lnTo>
                  <a:lnTo>
                    <a:pt x="3894450" y="44450"/>
                  </a:lnTo>
                  <a:lnTo>
                    <a:pt x="3894450" y="86995"/>
                  </a:lnTo>
                  <a:cubicBezTo>
                    <a:pt x="3894450" y="86995"/>
                    <a:pt x="3894450" y="90170"/>
                    <a:pt x="3894450" y="91440"/>
                  </a:cubicBezTo>
                  <a:cubicBezTo>
                    <a:pt x="3894450" y="92710"/>
                    <a:pt x="3895085" y="93345"/>
                    <a:pt x="3895720" y="94615"/>
                  </a:cubicBezTo>
                  <a:cubicBezTo>
                    <a:pt x="3896355" y="95250"/>
                    <a:pt x="3896990" y="95885"/>
                    <a:pt x="3898260" y="95885"/>
                  </a:cubicBezTo>
                  <a:cubicBezTo>
                    <a:pt x="3899530" y="95885"/>
                    <a:pt x="3900800" y="95885"/>
                    <a:pt x="3902070" y="95885"/>
                  </a:cubicBezTo>
                  <a:cubicBezTo>
                    <a:pt x="3903975" y="95885"/>
                    <a:pt x="3905880" y="95885"/>
                    <a:pt x="3908420" y="95250"/>
                  </a:cubicBezTo>
                  <a:cubicBezTo>
                    <a:pt x="3910325" y="94615"/>
                    <a:pt x="3912230" y="93980"/>
                    <a:pt x="3913500" y="93345"/>
                  </a:cubicBezTo>
                  <a:lnTo>
                    <a:pt x="3911595" y="106680"/>
                  </a:lnTo>
                  <a:cubicBezTo>
                    <a:pt x="3911595" y="106680"/>
                    <a:pt x="3907785" y="108585"/>
                    <a:pt x="3905245" y="109220"/>
                  </a:cubicBezTo>
                  <a:cubicBezTo>
                    <a:pt x="3902705" y="109855"/>
                    <a:pt x="3900165" y="110490"/>
                    <a:pt x="3896990" y="110490"/>
                  </a:cubicBezTo>
                  <a:cubicBezTo>
                    <a:pt x="3894450" y="110490"/>
                    <a:pt x="3891910" y="110490"/>
                    <a:pt x="3890005" y="109220"/>
                  </a:cubicBezTo>
                  <a:cubicBezTo>
                    <a:pt x="3888100" y="108585"/>
                    <a:pt x="3886195" y="107315"/>
                    <a:pt x="3884290" y="105410"/>
                  </a:cubicBezTo>
                  <a:cubicBezTo>
                    <a:pt x="3882385" y="103505"/>
                    <a:pt x="3881115" y="101600"/>
                    <a:pt x="3880480" y="99060"/>
                  </a:cubicBezTo>
                  <a:cubicBezTo>
                    <a:pt x="3879845" y="96520"/>
                    <a:pt x="3879210" y="93345"/>
                    <a:pt x="3879210" y="89535"/>
                  </a:cubicBezTo>
                  <a:lnTo>
                    <a:pt x="3879210" y="44450"/>
                  </a:lnTo>
                  <a:lnTo>
                    <a:pt x="3868415" y="44450"/>
                  </a:lnTo>
                  <a:lnTo>
                    <a:pt x="3868415" y="30480"/>
                  </a:lnTo>
                  <a:lnTo>
                    <a:pt x="3879210" y="30480"/>
                  </a:lnTo>
                  <a:lnTo>
                    <a:pt x="3879210" y="8255"/>
                  </a:lnTo>
                  <a:close/>
                  <a:moveTo>
                    <a:pt x="3664581" y="0"/>
                  </a:moveTo>
                  <a:lnTo>
                    <a:pt x="3664581" y="30480"/>
                  </a:lnTo>
                  <a:lnTo>
                    <a:pt x="3683631" y="30480"/>
                  </a:lnTo>
                  <a:lnTo>
                    <a:pt x="3683631" y="44450"/>
                  </a:lnTo>
                  <a:lnTo>
                    <a:pt x="3664581" y="44450"/>
                  </a:lnTo>
                  <a:lnTo>
                    <a:pt x="3664581" y="86995"/>
                  </a:lnTo>
                  <a:cubicBezTo>
                    <a:pt x="3664581" y="86995"/>
                    <a:pt x="3664581" y="90170"/>
                    <a:pt x="3664581" y="91440"/>
                  </a:cubicBezTo>
                  <a:cubicBezTo>
                    <a:pt x="3664581" y="92710"/>
                    <a:pt x="3665216" y="93345"/>
                    <a:pt x="3665851" y="94615"/>
                  </a:cubicBezTo>
                  <a:cubicBezTo>
                    <a:pt x="3666486" y="95250"/>
                    <a:pt x="3667121" y="95885"/>
                    <a:pt x="3668391" y="95885"/>
                  </a:cubicBezTo>
                  <a:cubicBezTo>
                    <a:pt x="3669661" y="95885"/>
                    <a:pt x="3670931" y="95885"/>
                    <a:pt x="3672201" y="95885"/>
                  </a:cubicBezTo>
                  <a:cubicBezTo>
                    <a:pt x="3674106" y="95885"/>
                    <a:pt x="3676011" y="95885"/>
                    <a:pt x="3678551" y="95250"/>
                  </a:cubicBezTo>
                  <a:cubicBezTo>
                    <a:pt x="3680456" y="94615"/>
                    <a:pt x="3682361" y="93980"/>
                    <a:pt x="3683631" y="93345"/>
                  </a:cubicBezTo>
                  <a:lnTo>
                    <a:pt x="3681726" y="106680"/>
                  </a:lnTo>
                  <a:cubicBezTo>
                    <a:pt x="3681726" y="106680"/>
                    <a:pt x="3677916" y="108585"/>
                    <a:pt x="3675376" y="109220"/>
                  </a:cubicBezTo>
                  <a:cubicBezTo>
                    <a:pt x="3672836" y="109855"/>
                    <a:pt x="3670296" y="110490"/>
                    <a:pt x="3667121" y="110490"/>
                  </a:cubicBezTo>
                  <a:cubicBezTo>
                    <a:pt x="3664581" y="110490"/>
                    <a:pt x="3662041" y="110490"/>
                    <a:pt x="3660136" y="109220"/>
                  </a:cubicBezTo>
                  <a:cubicBezTo>
                    <a:pt x="3658231" y="108585"/>
                    <a:pt x="3656326" y="107315"/>
                    <a:pt x="3654421" y="105410"/>
                  </a:cubicBezTo>
                  <a:cubicBezTo>
                    <a:pt x="3652516" y="103505"/>
                    <a:pt x="3651246" y="101600"/>
                    <a:pt x="3650611" y="99060"/>
                  </a:cubicBezTo>
                  <a:cubicBezTo>
                    <a:pt x="3649976" y="96520"/>
                    <a:pt x="3649341" y="93345"/>
                    <a:pt x="3649341" y="89535"/>
                  </a:cubicBezTo>
                  <a:lnTo>
                    <a:pt x="3649341" y="44450"/>
                  </a:lnTo>
                  <a:lnTo>
                    <a:pt x="3638546" y="44450"/>
                  </a:lnTo>
                  <a:lnTo>
                    <a:pt x="3638546" y="30480"/>
                  </a:lnTo>
                  <a:lnTo>
                    <a:pt x="3649341" y="30480"/>
                  </a:lnTo>
                  <a:lnTo>
                    <a:pt x="3649341" y="8255"/>
                  </a:lnTo>
                  <a:close/>
                  <a:moveTo>
                    <a:pt x="3610605" y="0"/>
                  </a:moveTo>
                  <a:lnTo>
                    <a:pt x="3610605" y="30480"/>
                  </a:lnTo>
                  <a:lnTo>
                    <a:pt x="3629655" y="30480"/>
                  </a:lnTo>
                  <a:lnTo>
                    <a:pt x="3629655" y="44450"/>
                  </a:lnTo>
                  <a:lnTo>
                    <a:pt x="3610605" y="44450"/>
                  </a:lnTo>
                  <a:lnTo>
                    <a:pt x="3610605" y="86995"/>
                  </a:lnTo>
                  <a:cubicBezTo>
                    <a:pt x="3610605" y="86995"/>
                    <a:pt x="3610605" y="90170"/>
                    <a:pt x="3610605" y="91440"/>
                  </a:cubicBezTo>
                  <a:cubicBezTo>
                    <a:pt x="3610605" y="92710"/>
                    <a:pt x="3611240" y="93345"/>
                    <a:pt x="3611875" y="94615"/>
                  </a:cubicBezTo>
                  <a:cubicBezTo>
                    <a:pt x="3612510" y="95250"/>
                    <a:pt x="3613145" y="95885"/>
                    <a:pt x="3614415" y="95885"/>
                  </a:cubicBezTo>
                  <a:cubicBezTo>
                    <a:pt x="3615685" y="95885"/>
                    <a:pt x="3616955" y="95885"/>
                    <a:pt x="3618225" y="95885"/>
                  </a:cubicBezTo>
                  <a:cubicBezTo>
                    <a:pt x="3620130" y="95885"/>
                    <a:pt x="3622035" y="95885"/>
                    <a:pt x="3624575" y="95250"/>
                  </a:cubicBezTo>
                  <a:cubicBezTo>
                    <a:pt x="3626480" y="94615"/>
                    <a:pt x="3628385" y="93980"/>
                    <a:pt x="3629655" y="93345"/>
                  </a:cubicBezTo>
                  <a:lnTo>
                    <a:pt x="3627750" y="106680"/>
                  </a:lnTo>
                  <a:cubicBezTo>
                    <a:pt x="3627750" y="106680"/>
                    <a:pt x="3623940" y="108585"/>
                    <a:pt x="3621400" y="109220"/>
                  </a:cubicBezTo>
                  <a:cubicBezTo>
                    <a:pt x="3618860" y="109855"/>
                    <a:pt x="3616320" y="110490"/>
                    <a:pt x="3613145" y="110490"/>
                  </a:cubicBezTo>
                  <a:cubicBezTo>
                    <a:pt x="3610605" y="110490"/>
                    <a:pt x="3608065" y="110490"/>
                    <a:pt x="3606160" y="109220"/>
                  </a:cubicBezTo>
                  <a:cubicBezTo>
                    <a:pt x="3604255" y="108585"/>
                    <a:pt x="3602350" y="107315"/>
                    <a:pt x="3600445" y="105410"/>
                  </a:cubicBezTo>
                  <a:cubicBezTo>
                    <a:pt x="3598540" y="103505"/>
                    <a:pt x="3597270" y="101600"/>
                    <a:pt x="3596635" y="99060"/>
                  </a:cubicBezTo>
                  <a:cubicBezTo>
                    <a:pt x="3596000" y="96520"/>
                    <a:pt x="3595365" y="93345"/>
                    <a:pt x="3595365" y="89535"/>
                  </a:cubicBezTo>
                  <a:lnTo>
                    <a:pt x="3595365" y="44450"/>
                  </a:lnTo>
                  <a:lnTo>
                    <a:pt x="3584570" y="44450"/>
                  </a:lnTo>
                  <a:lnTo>
                    <a:pt x="3584570" y="30480"/>
                  </a:lnTo>
                  <a:lnTo>
                    <a:pt x="3595365" y="30480"/>
                  </a:lnTo>
                  <a:lnTo>
                    <a:pt x="3595365" y="8255"/>
                  </a:lnTo>
                  <a:close/>
                  <a:moveTo>
                    <a:pt x="3445505" y="0"/>
                  </a:moveTo>
                  <a:lnTo>
                    <a:pt x="3445505" y="37465"/>
                  </a:lnTo>
                  <a:cubicBezTo>
                    <a:pt x="3445505" y="37465"/>
                    <a:pt x="3448680" y="34925"/>
                    <a:pt x="3449950" y="33655"/>
                  </a:cubicBezTo>
                  <a:cubicBezTo>
                    <a:pt x="3451220" y="33020"/>
                    <a:pt x="3452490" y="31750"/>
                    <a:pt x="3453760" y="31115"/>
                  </a:cubicBezTo>
                  <a:cubicBezTo>
                    <a:pt x="3455030" y="30480"/>
                    <a:pt x="3456935" y="29845"/>
                    <a:pt x="3458840" y="29210"/>
                  </a:cubicBezTo>
                  <a:cubicBezTo>
                    <a:pt x="3460745" y="29210"/>
                    <a:pt x="3463285" y="28575"/>
                    <a:pt x="3465825" y="28575"/>
                  </a:cubicBezTo>
                  <a:cubicBezTo>
                    <a:pt x="3470270" y="28575"/>
                    <a:pt x="3474080" y="29210"/>
                    <a:pt x="3477890" y="31115"/>
                  </a:cubicBezTo>
                  <a:cubicBezTo>
                    <a:pt x="3481700" y="32385"/>
                    <a:pt x="3484875" y="34925"/>
                    <a:pt x="3487415" y="38735"/>
                  </a:cubicBezTo>
                  <a:cubicBezTo>
                    <a:pt x="3489955" y="41910"/>
                    <a:pt x="3492495" y="46355"/>
                    <a:pt x="3493765" y="51435"/>
                  </a:cubicBezTo>
                  <a:cubicBezTo>
                    <a:pt x="3495035" y="56515"/>
                    <a:pt x="3496305" y="62865"/>
                    <a:pt x="3496305" y="70485"/>
                  </a:cubicBezTo>
                  <a:lnTo>
                    <a:pt x="3495670" y="71120"/>
                  </a:lnTo>
                  <a:cubicBezTo>
                    <a:pt x="3495670" y="77470"/>
                    <a:pt x="3495035" y="83820"/>
                    <a:pt x="3493130" y="88265"/>
                  </a:cubicBezTo>
                  <a:cubicBezTo>
                    <a:pt x="3491225" y="93345"/>
                    <a:pt x="3489320" y="97155"/>
                    <a:pt x="3486145" y="100330"/>
                  </a:cubicBezTo>
                  <a:cubicBezTo>
                    <a:pt x="3483605" y="103505"/>
                    <a:pt x="3479795" y="106045"/>
                    <a:pt x="3476620" y="107315"/>
                  </a:cubicBezTo>
                  <a:cubicBezTo>
                    <a:pt x="3472810" y="109220"/>
                    <a:pt x="3469000" y="109855"/>
                    <a:pt x="3465190" y="109855"/>
                  </a:cubicBezTo>
                  <a:cubicBezTo>
                    <a:pt x="3461380" y="109855"/>
                    <a:pt x="3457570" y="109220"/>
                    <a:pt x="3454395" y="107315"/>
                  </a:cubicBezTo>
                  <a:cubicBezTo>
                    <a:pt x="3450585" y="105410"/>
                    <a:pt x="3448045" y="103505"/>
                    <a:pt x="3445505" y="100965"/>
                  </a:cubicBezTo>
                  <a:lnTo>
                    <a:pt x="3445505" y="107950"/>
                  </a:lnTo>
                  <a:lnTo>
                    <a:pt x="3430265" y="107950"/>
                  </a:lnTo>
                  <a:lnTo>
                    <a:pt x="3430265" y="7620"/>
                  </a:lnTo>
                  <a:close/>
                  <a:moveTo>
                    <a:pt x="2380611" y="0"/>
                  </a:moveTo>
                  <a:lnTo>
                    <a:pt x="2380611" y="30480"/>
                  </a:lnTo>
                  <a:lnTo>
                    <a:pt x="2399661" y="30480"/>
                  </a:lnTo>
                  <a:lnTo>
                    <a:pt x="2399661" y="44450"/>
                  </a:lnTo>
                  <a:lnTo>
                    <a:pt x="2380611" y="44450"/>
                  </a:lnTo>
                  <a:lnTo>
                    <a:pt x="2380611" y="86995"/>
                  </a:lnTo>
                  <a:cubicBezTo>
                    <a:pt x="2380611" y="86995"/>
                    <a:pt x="2380611" y="90170"/>
                    <a:pt x="2380611" y="91440"/>
                  </a:cubicBezTo>
                  <a:cubicBezTo>
                    <a:pt x="2380611" y="92710"/>
                    <a:pt x="2381246" y="93345"/>
                    <a:pt x="2381881" y="94615"/>
                  </a:cubicBezTo>
                  <a:cubicBezTo>
                    <a:pt x="2382516" y="95250"/>
                    <a:pt x="2383151" y="95885"/>
                    <a:pt x="2384421" y="95885"/>
                  </a:cubicBezTo>
                  <a:cubicBezTo>
                    <a:pt x="2385691" y="95885"/>
                    <a:pt x="2386961" y="95885"/>
                    <a:pt x="2388231" y="95885"/>
                  </a:cubicBezTo>
                  <a:cubicBezTo>
                    <a:pt x="2390136" y="95885"/>
                    <a:pt x="2392041" y="95885"/>
                    <a:pt x="2394581" y="95250"/>
                  </a:cubicBezTo>
                  <a:cubicBezTo>
                    <a:pt x="2396486" y="94615"/>
                    <a:pt x="2398391" y="93980"/>
                    <a:pt x="2399661" y="93345"/>
                  </a:cubicBezTo>
                  <a:lnTo>
                    <a:pt x="2397756" y="106680"/>
                  </a:lnTo>
                  <a:cubicBezTo>
                    <a:pt x="2397756" y="106680"/>
                    <a:pt x="2393946" y="108585"/>
                    <a:pt x="2391406" y="109220"/>
                  </a:cubicBezTo>
                  <a:cubicBezTo>
                    <a:pt x="2388866" y="109855"/>
                    <a:pt x="2386326" y="110490"/>
                    <a:pt x="2383151" y="110490"/>
                  </a:cubicBezTo>
                  <a:cubicBezTo>
                    <a:pt x="2380611" y="110490"/>
                    <a:pt x="2378071" y="110490"/>
                    <a:pt x="2376166" y="109220"/>
                  </a:cubicBezTo>
                  <a:cubicBezTo>
                    <a:pt x="2374261" y="108585"/>
                    <a:pt x="2372356" y="107315"/>
                    <a:pt x="2370451" y="105410"/>
                  </a:cubicBezTo>
                  <a:cubicBezTo>
                    <a:pt x="2368546" y="103505"/>
                    <a:pt x="2367276" y="101600"/>
                    <a:pt x="2366641" y="99060"/>
                  </a:cubicBezTo>
                  <a:cubicBezTo>
                    <a:pt x="2366006" y="96520"/>
                    <a:pt x="2365371" y="93345"/>
                    <a:pt x="2365371" y="89535"/>
                  </a:cubicBezTo>
                  <a:lnTo>
                    <a:pt x="2365371" y="44450"/>
                  </a:lnTo>
                  <a:lnTo>
                    <a:pt x="2354576" y="44450"/>
                  </a:lnTo>
                  <a:lnTo>
                    <a:pt x="2354576" y="30480"/>
                  </a:lnTo>
                  <a:lnTo>
                    <a:pt x="2365371" y="30480"/>
                  </a:lnTo>
                  <a:lnTo>
                    <a:pt x="2365371" y="8255"/>
                  </a:lnTo>
                  <a:close/>
                  <a:moveTo>
                    <a:pt x="2150741" y="0"/>
                  </a:moveTo>
                  <a:lnTo>
                    <a:pt x="2150741" y="30480"/>
                  </a:lnTo>
                  <a:lnTo>
                    <a:pt x="2169791" y="30480"/>
                  </a:lnTo>
                  <a:lnTo>
                    <a:pt x="2169791" y="44450"/>
                  </a:lnTo>
                  <a:lnTo>
                    <a:pt x="2150741" y="44450"/>
                  </a:lnTo>
                  <a:lnTo>
                    <a:pt x="2150741" y="86995"/>
                  </a:lnTo>
                  <a:cubicBezTo>
                    <a:pt x="2150741" y="86995"/>
                    <a:pt x="2150741" y="90170"/>
                    <a:pt x="2150741" y="91440"/>
                  </a:cubicBezTo>
                  <a:cubicBezTo>
                    <a:pt x="2150741" y="92710"/>
                    <a:pt x="2151376" y="93345"/>
                    <a:pt x="2152011" y="94615"/>
                  </a:cubicBezTo>
                  <a:cubicBezTo>
                    <a:pt x="2152646" y="95250"/>
                    <a:pt x="2153281" y="95885"/>
                    <a:pt x="2154551" y="95885"/>
                  </a:cubicBezTo>
                  <a:cubicBezTo>
                    <a:pt x="2155821" y="95885"/>
                    <a:pt x="2157091" y="95885"/>
                    <a:pt x="2158361" y="95885"/>
                  </a:cubicBezTo>
                  <a:cubicBezTo>
                    <a:pt x="2160266" y="95885"/>
                    <a:pt x="2162171" y="95885"/>
                    <a:pt x="2164711" y="95250"/>
                  </a:cubicBezTo>
                  <a:cubicBezTo>
                    <a:pt x="2166616" y="94615"/>
                    <a:pt x="2168521" y="93980"/>
                    <a:pt x="2169791" y="93345"/>
                  </a:cubicBezTo>
                  <a:lnTo>
                    <a:pt x="2167886" y="106680"/>
                  </a:lnTo>
                  <a:cubicBezTo>
                    <a:pt x="2167886" y="106680"/>
                    <a:pt x="2164076" y="108585"/>
                    <a:pt x="2161536" y="109220"/>
                  </a:cubicBezTo>
                  <a:cubicBezTo>
                    <a:pt x="2158996" y="109855"/>
                    <a:pt x="2156456" y="110490"/>
                    <a:pt x="2153281" y="110490"/>
                  </a:cubicBezTo>
                  <a:cubicBezTo>
                    <a:pt x="2150741" y="110490"/>
                    <a:pt x="2148201" y="110490"/>
                    <a:pt x="2146296" y="109220"/>
                  </a:cubicBezTo>
                  <a:cubicBezTo>
                    <a:pt x="2144391" y="108585"/>
                    <a:pt x="2142486" y="107315"/>
                    <a:pt x="2140581" y="105410"/>
                  </a:cubicBezTo>
                  <a:cubicBezTo>
                    <a:pt x="2138676" y="103505"/>
                    <a:pt x="2137406" y="101600"/>
                    <a:pt x="2136771" y="99060"/>
                  </a:cubicBezTo>
                  <a:cubicBezTo>
                    <a:pt x="2136136" y="96520"/>
                    <a:pt x="2135501" y="93345"/>
                    <a:pt x="2135501" y="89535"/>
                  </a:cubicBezTo>
                  <a:lnTo>
                    <a:pt x="2135501" y="44450"/>
                  </a:lnTo>
                  <a:lnTo>
                    <a:pt x="2124706" y="44450"/>
                  </a:lnTo>
                  <a:lnTo>
                    <a:pt x="2124706" y="30480"/>
                  </a:lnTo>
                  <a:lnTo>
                    <a:pt x="2135501" y="30480"/>
                  </a:lnTo>
                  <a:lnTo>
                    <a:pt x="2135501" y="8255"/>
                  </a:lnTo>
                  <a:close/>
                  <a:moveTo>
                    <a:pt x="2096131" y="0"/>
                  </a:moveTo>
                  <a:lnTo>
                    <a:pt x="2096131" y="30480"/>
                  </a:lnTo>
                  <a:lnTo>
                    <a:pt x="2115181" y="30480"/>
                  </a:lnTo>
                  <a:lnTo>
                    <a:pt x="2115181" y="44450"/>
                  </a:lnTo>
                  <a:lnTo>
                    <a:pt x="2096131" y="44450"/>
                  </a:lnTo>
                  <a:lnTo>
                    <a:pt x="2096131" y="86995"/>
                  </a:lnTo>
                  <a:cubicBezTo>
                    <a:pt x="2096131" y="86995"/>
                    <a:pt x="2096131" y="90170"/>
                    <a:pt x="2096131" y="91440"/>
                  </a:cubicBezTo>
                  <a:cubicBezTo>
                    <a:pt x="2096131" y="92710"/>
                    <a:pt x="2096766" y="93345"/>
                    <a:pt x="2097401" y="94615"/>
                  </a:cubicBezTo>
                  <a:cubicBezTo>
                    <a:pt x="2098036" y="95250"/>
                    <a:pt x="2098671" y="95885"/>
                    <a:pt x="2099941" y="95885"/>
                  </a:cubicBezTo>
                  <a:cubicBezTo>
                    <a:pt x="2101211" y="95885"/>
                    <a:pt x="2102481" y="95885"/>
                    <a:pt x="2103751" y="95885"/>
                  </a:cubicBezTo>
                  <a:cubicBezTo>
                    <a:pt x="2105656" y="95885"/>
                    <a:pt x="2107561" y="95885"/>
                    <a:pt x="2110101" y="95250"/>
                  </a:cubicBezTo>
                  <a:cubicBezTo>
                    <a:pt x="2112006" y="94615"/>
                    <a:pt x="2113911" y="93980"/>
                    <a:pt x="2115181" y="93345"/>
                  </a:cubicBezTo>
                  <a:lnTo>
                    <a:pt x="2113276" y="106680"/>
                  </a:lnTo>
                  <a:cubicBezTo>
                    <a:pt x="2113276" y="106680"/>
                    <a:pt x="2109466" y="108585"/>
                    <a:pt x="2106926" y="109220"/>
                  </a:cubicBezTo>
                  <a:cubicBezTo>
                    <a:pt x="2104386" y="109855"/>
                    <a:pt x="2101846" y="110490"/>
                    <a:pt x="2098671" y="110490"/>
                  </a:cubicBezTo>
                  <a:cubicBezTo>
                    <a:pt x="2096131" y="110490"/>
                    <a:pt x="2093591" y="110490"/>
                    <a:pt x="2091686" y="109220"/>
                  </a:cubicBezTo>
                  <a:cubicBezTo>
                    <a:pt x="2089781" y="108585"/>
                    <a:pt x="2087876" y="107315"/>
                    <a:pt x="2085971" y="105410"/>
                  </a:cubicBezTo>
                  <a:cubicBezTo>
                    <a:pt x="2084066" y="103505"/>
                    <a:pt x="2082796" y="101600"/>
                    <a:pt x="2082161" y="99060"/>
                  </a:cubicBezTo>
                  <a:cubicBezTo>
                    <a:pt x="2081526" y="96520"/>
                    <a:pt x="2080891" y="93345"/>
                    <a:pt x="2080891" y="89535"/>
                  </a:cubicBezTo>
                  <a:lnTo>
                    <a:pt x="2080891" y="44450"/>
                  </a:lnTo>
                  <a:lnTo>
                    <a:pt x="2070096" y="44450"/>
                  </a:lnTo>
                  <a:lnTo>
                    <a:pt x="2070096" y="30480"/>
                  </a:lnTo>
                  <a:lnTo>
                    <a:pt x="2080891" y="30480"/>
                  </a:lnTo>
                  <a:lnTo>
                    <a:pt x="2080891" y="8255"/>
                  </a:lnTo>
                  <a:close/>
                  <a:moveTo>
                    <a:pt x="1931665" y="0"/>
                  </a:moveTo>
                  <a:lnTo>
                    <a:pt x="1931665" y="37465"/>
                  </a:lnTo>
                  <a:cubicBezTo>
                    <a:pt x="1931665" y="37465"/>
                    <a:pt x="1934840" y="34925"/>
                    <a:pt x="1936110" y="33655"/>
                  </a:cubicBezTo>
                  <a:cubicBezTo>
                    <a:pt x="1937380" y="33020"/>
                    <a:pt x="1938650" y="31750"/>
                    <a:pt x="1939920" y="31115"/>
                  </a:cubicBezTo>
                  <a:cubicBezTo>
                    <a:pt x="1941190" y="30480"/>
                    <a:pt x="1943095" y="29845"/>
                    <a:pt x="1945000" y="29210"/>
                  </a:cubicBezTo>
                  <a:cubicBezTo>
                    <a:pt x="1946905" y="29210"/>
                    <a:pt x="1949445" y="28575"/>
                    <a:pt x="1951985" y="28575"/>
                  </a:cubicBezTo>
                  <a:cubicBezTo>
                    <a:pt x="1956430" y="28575"/>
                    <a:pt x="1960240" y="29210"/>
                    <a:pt x="1964050" y="31115"/>
                  </a:cubicBezTo>
                  <a:cubicBezTo>
                    <a:pt x="1967860" y="32385"/>
                    <a:pt x="1971035" y="34925"/>
                    <a:pt x="1973575" y="38735"/>
                  </a:cubicBezTo>
                  <a:cubicBezTo>
                    <a:pt x="1976115" y="41910"/>
                    <a:pt x="1978655" y="46355"/>
                    <a:pt x="1979925" y="51435"/>
                  </a:cubicBezTo>
                  <a:cubicBezTo>
                    <a:pt x="1981195" y="56515"/>
                    <a:pt x="1982465" y="62865"/>
                    <a:pt x="1982465" y="70485"/>
                  </a:cubicBezTo>
                  <a:lnTo>
                    <a:pt x="1981830" y="71120"/>
                  </a:lnTo>
                  <a:cubicBezTo>
                    <a:pt x="1981830" y="77470"/>
                    <a:pt x="1981195" y="83820"/>
                    <a:pt x="1979290" y="88265"/>
                  </a:cubicBezTo>
                  <a:cubicBezTo>
                    <a:pt x="1977385" y="93345"/>
                    <a:pt x="1975480" y="97155"/>
                    <a:pt x="1972305" y="100330"/>
                  </a:cubicBezTo>
                  <a:cubicBezTo>
                    <a:pt x="1969765" y="103505"/>
                    <a:pt x="1965955" y="106045"/>
                    <a:pt x="1962780" y="107315"/>
                  </a:cubicBezTo>
                  <a:cubicBezTo>
                    <a:pt x="1958970" y="109220"/>
                    <a:pt x="1955160" y="109855"/>
                    <a:pt x="1951350" y="109855"/>
                  </a:cubicBezTo>
                  <a:cubicBezTo>
                    <a:pt x="1947540" y="109855"/>
                    <a:pt x="1943730" y="109220"/>
                    <a:pt x="1940555" y="107315"/>
                  </a:cubicBezTo>
                  <a:cubicBezTo>
                    <a:pt x="1936745" y="105410"/>
                    <a:pt x="1934205" y="103505"/>
                    <a:pt x="1931665" y="100965"/>
                  </a:cubicBezTo>
                  <a:lnTo>
                    <a:pt x="1931665" y="107950"/>
                  </a:lnTo>
                  <a:lnTo>
                    <a:pt x="1916425" y="107950"/>
                  </a:lnTo>
                  <a:lnTo>
                    <a:pt x="1916425" y="7620"/>
                  </a:lnTo>
                  <a:close/>
                  <a:moveTo>
                    <a:pt x="1316991" y="0"/>
                  </a:moveTo>
                  <a:lnTo>
                    <a:pt x="1316991" y="30480"/>
                  </a:lnTo>
                  <a:lnTo>
                    <a:pt x="1336041" y="30480"/>
                  </a:lnTo>
                  <a:lnTo>
                    <a:pt x="1336041" y="44450"/>
                  </a:lnTo>
                  <a:lnTo>
                    <a:pt x="1316991" y="44450"/>
                  </a:lnTo>
                  <a:lnTo>
                    <a:pt x="1316991" y="86995"/>
                  </a:lnTo>
                  <a:cubicBezTo>
                    <a:pt x="1316991" y="86995"/>
                    <a:pt x="1316991" y="90170"/>
                    <a:pt x="1316991" y="91440"/>
                  </a:cubicBezTo>
                  <a:cubicBezTo>
                    <a:pt x="1316991" y="92710"/>
                    <a:pt x="1317627" y="93345"/>
                    <a:pt x="1318261" y="94615"/>
                  </a:cubicBezTo>
                  <a:cubicBezTo>
                    <a:pt x="1318896" y="95250"/>
                    <a:pt x="1319531" y="95885"/>
                    <a:pt x="1320801" y="95885"/>
                  </a:cubicBezTo>
                  <a:cubicBezTo>
                    <a:pt x="1322072" y="95885"/>
                    <a:pt x="1323341" y="95885"/>
                    <a:pt x="1324611" y="95885"/>
                  </a:cubicBezTo>
                  <a:cubicBezTo>
                    <a:pt x="1326516" y="95885"/>
                    <a:pt x="1328422" y="95885"/>
                    <a:pt x="1330961" y="95250"/>
                  </a:cubicBezTo>
                  <a:cubicBezTo>
                    <a:pt x="1332867" y="94615"/>
                    <a:pt x="1334772" y="93980"/>
                    <a:pt x="1336041" y="93345"/>
                  </a:cubicBezTo>
                  <a:lnTo>
                    <a:pt x="1334136" y="106680"/>
                  </a:lnTo>
                  <a:cubicBezTo>
                    <a:pt x="1334136" y="106680"/>
                    <a:pt x="1330326" y="108585"/>
                    <a:pt x="1327786" y="109220"/>
                  </a:cubicBezTo>
                  <a:cubicBezTo>
                    <a:pt x="1325246" y="109855"/>
                    <a:pt x="1322706" y="110490"/>
                    <a:pt x="1319531" y="110490"/>
                  </a:cubicBezTo>
                  <a:cubicBezTo>
                    <a:pt x="1316991" y="110490"/>
                    <a:pt x="1314451" y="110490"/>
                    <a:pt x="1312546" y="109220"/>
                  </a:cubicBezTo>
                  <a:cubicBezTo>
                    <a:pt x="1310641" y="108585"/>
                    <a:pt x="1308736" y="107315"/>
                    <a:pt x="1306831" y="105410"/>
                  </a:cubicBezTo>
                  <a:cubicBezTo>
                    <a:pt x="1304926" y="103505"/>
                    <a:pt x="1303656" y="101600"/>
                    <a:pt x="1303021" y="99060"/>
                  </a:cubicBezTo>
                  <a:cubicBezTo>
                    <a:pt x="1302386" y="96520"/>
                    <a:pt x="1301751" y="93345"/>
                    <a:pt x="1301751" y="89535"/>
                  </a:cubicBezTo>
                  <a:lnTo>
                    <a:pt x="1301751" y="44450"/>
                  </a:lnTo>
                  <a:lnTo>
                    <a:pt x="1290956" y="44450"/>
                  </a:lnTo>
                  <a:lnTo>
                    <a:pt x="1290956" y="30480"/>
                  </a:lnTo>
                  <a:lnTo>
                    <a:pt x="1301751" y="30480"/>
                  </a:lnTo>
                  <a:lnTo>
                    <a:pt x="1301751" y="8255"/>
                  </a:lnTo>
                  <a:close/>
                  <a:moveTo>
                    <a:pt x="751206" y="0"/>
                  </a:moveTo>
                  <a:lnTo>
                    <a:pt x="751206" y="30480"/>
                  </a:lnTo>
                  <a:lnTo>
                    <a:pt x="770256" y="30480"/>
                  </a:lnTo>
                  <a:lnTo>
                    <a:pt x="770256" y="44450"/>
                  </a:lnTo>
                  <a:lnTo>
                    <a:pt x="751206" y="44450"/>
                  </a:lnTo>
                  <a:lnTo>
                    <a:pt x="751206" y="86995"/>
                  </a:lnTo>
                  <a:cubicBezTo>
                    <a:pt x="751206" y="86995"/>
                    <a:pt x="751206" y="90170"/>
                    <a:pt x="751206" y="91440"/>
                  </a:cubicBezTo>
                  <a:cubicBezTo>
                    <a:pt x="751206" y="92710"/>
                    <a:pt x="751841" y="93345"/>
                    <a:pt x="752476" y="94615"/>
                  </a:cubicBezTo>
                  <a:cubicBezTo>
                    <a:pt x="753111" y="95250"/>
                    <a:pt x="753746" y="95885"/>
                    <a:pt x="755016" y="95885"/>
                  </a:cubicBezTo>
                  <a:cubicBezTo>
                    <a:pt x="756286" y="95885"/>
                    <a:pt x="757556" y="95885"/>
                    <a:pt x="758826" y="95885"/>
                  </a:cubicBezTo>
                  <a:cubicBezTo>
                    <a:pt x="760731" y="95885"/>
                    <a:pt x="762636" y="95885"/>
                    <a:pt x="765176" y="95250"/>
                  </a:cubicBezTo>
                  <a:cubicBezTo>
                    <a:pt x="767081" y="94615"/>
                    <a:pt x="768986" y="93980"/>
                    <a:pt x="770256" y="93345"/>
                  </a:cubicBezTo>
                  <a:lnTo>
                    <a:pt x="768351" y="106680"/>
                  </a:lnTo>
                  <a:cubicBezTo>
                    <a:pt x="768351" y="106680"/>
                    <a:pt x="764541" y="108585"/>
                    <a:pt x="762001" y="109220"/>
                  </a:cubicBezTo>
                  <a:cubicBezTo>
                    <a:pt x="759461" y="109855"/>
                    <a:pt x="756921" y="110490"/>
                    <a:pt x="753746" y="110490"/>
                  </a:cubicBezTo>
                  <a:cubicBezTo>
                    <a:pt x="751206" y="110490"/>
                    <a:pt x="748666" y="110490"/>
                    <a:pt x="746761" y="109220"/>
                  </a:cubicBezTo>
                  <a:cubicBezTo>
                    <a:pt x="744856" y="108585"/>
                    <a:pt x="742951" y="107315"/>
                    <a:pt x="741045" y="105410"/>
                  </a:cubicBezTo>
                  <a:cubicBezTo>
                    <a:pt x="739141" y="103505"/>
                    <a:pt x="737871" y="101600"/>
                    <a:pt x="737236" y="99060"/>
                  </a:cubicBezTo>
                  <a:cubicBezTo>
                    <a:pt x="736600" y="96520"/>
                    <a:pt x="735966" y="93345"/>
                    <a:pt x="735966" y="89535"/>
                  </a:cubicBezTo>
                  <a:lnTo>
                    <a:pt x="735966" y="44450"/>
                  </a:lnTo>
                  <a:lnTo>
                    <a:pt x="725171" y="44450"/>
                  </a:lnTo>
                  <a:lnTo>
                    <a:pt x="725171" y="30480"/>
                  </a:lnTo>
                  <a:lnTo>
                    <a:pt x="735966" y="30480"/>
                  </a:lnTo>
                  <a:lnTo>
                    <a:pt x="735966" y="8255"/>
                  </a:lnTo>
                  <a:close/>
                  <a:moveTo>
                    <a:pt x="521335" y="0"/>
                  </a:moveTo>
                  <a:lnTo>
                    <a:pt x="521335" y="30480"/>
                  </a:lnTo>
                  <a:lnTo>
                    <a:pt x="540385" y="30480"/>
                  </a:lnTo>
                  <a:lnTo>
                    <a:pt x="540385" y="44450"/>
                  </a:lnTo>
                  <a:lnTo>
                    <a:pt x="521335" y="44450"/>
                  </a:lnTo>
                  <a:lnTo>
                    <a:pt x="521335" y="86995"/>
                  </a:lnTo>
                  <a:cubicBezTo>
                    <a:pt x="521335" y="86995"/>
                    <a:pt x="521335" y="90170"/>
                    <a:pt x="521335" y="91440"/>
                  </a:cubicBezTo>
                  <a:cubicBezTo>
                    <a:pt x="521335" y="92710"/>
                    <a:pt x="521970" y="93345"/>
                    <a:pt x="522605" y="94615"/>
                  </a:cubicBezTo>
                  <a:cubicBezTo>
                    <a:pt x="523240" y="95250"/>
                    <a:pt x="523875" y="95885"/>
                    <a:pt x="525145" y="95885"/>
                  </a:cubicBezTo>
                  <a:cubicBezTo>
                    <a:pt x="526415" y="95885"/>
                    <a:pt x="527685" y="95885"/>
                    <a:pt x="528955" y="95885"/>
                  </a:cubicBezTo>
                  <a:cubicBezTo>
                    <a:pt x="530860" y="95885"/>
                    <a:pt x="532765" y="95885"/>
                    <a:pt x="535305" y="95250"/>
                  </a:cubicBezTo>
                  <a:cubicBezTo>
                    <a:pt x="537210" y="94615"/>
                    <a:pt x="539115" y="93980"/>
                    <a:pt x="540385" y="93345"/>
                  </a:cubicBezTo>
                  <a:lnTo>
                    <a:pt x="538480" y="106680"/>
                  </a:lnTo>
                  <a:cubicBezTo>
                    <a:pt x="538480" y="106680"/>
                    <a:pt x="534670" y="108585"/>
                    <a:pt x="532130" y="109220"/>
                  </a:cubicBezTo>
                  <a:cubicBezTo>
                    <a:pt x="529590" y="109855"/>
                    <a:pt x="527050" y="110490"/>
                    <a:pt x="523875" y="110490"/>
                  </a:cubicBezTo>
                  <a:cubicBezTo>
                    <a:pt x="521335" y="110490"/>
                    <a:pt x="518795" y="110490"/>
                    <a:pt x="516890" y="109220"/>
                  </a:cubicBezTo>
                  <a:cubicBezTo>
                    <a:pt x="514985" y="108585"/>
                    <a:pt x="513080" y="107315"/>
                    <a:pt x="511175" y="105410"/>
                  </a:cubicBezTo>
                  <a:cubicBezTo>
                    <a:pt x="509270" y="103505"/>
                    <a:pt x="508000" y="101600"/>
                    <a:pt x="507365" y="99060"/>
                  </a:cubicBezTo>
                  <a:cubicBezTo>
                    <a:pt x="506730" y="96520"/>
                    <a:pt x="506095" y="93345"/>
                    <a:pt x="506095" y="89535"/>
                  </a:cubicBezTo>
                  <a:lnTo>
                    <a:pt x="506095" y="44450"/>
                  </a:lnTo>
                  <a:lnTo>
                    <a:pt x="495300" y="44450"/>
                  </a:lnTo>
                  <a:lnTo>
                    <a:pt x="495300" y="30480"/>
                  </a:lnTo>
                  <a:lnTo>
                    <a:pt x="506095" y="30480"/>
                  </a:lnTo>
                  <a:lnTo>
                    <a:pt x="506095" y="8255"/>
                  </a:lnTo>
                  <a:close/>
                  <a:moveTo>
                    <a:pt x="466724" y="0"/>
                  </a:moveTo>
                  <a:lnTo>
                    <a:pt x="466724" y="30480"/>
                  </a:lnTo>
                  <a:lnTo>
                    <a:pt x="485774" y="30480"/>
                  </a:lnTo>
                  <a:lnTo>
                    <a:pt x="485774" y="44450"/>
                  </a:lnTo>
                  <a:lnTo>
                    <a:pt x="466724" y="44450"/>
                  </a:lnTo>
                  <a:lnTo>
                    <a:pt x="466724" y="86995"/>
                  </a:lnTo>
                  <a:cubicBezTo>
                    <a:pt x="466724" y="86995"/>
                    <a:pt x="466724" y="90170"/>
                    <a:pt x="466724" y="91440"/>
                  </a:cubicBezTo>
                  <a:cubicBezTo>
                    <a:pt x="466724" y="92710"/>
                    <a:pt x="467359" y="93345"/>
                    <a:pt x="467994" y="94615"/>
                  </a:cubicBezTo>
                  <a:cubicBezTo>
                    <a:pt x="468629" y="95250"/>
                    <a:pt x="469264" y="95885"/>
                    <a:pt x="470534" y="95885"/>
                  </a:cubicBezTo>
                  <a:cubicBezTo>
                    <a:pt x="471804" y="95885"/>
                    <a:pt x="473074" y="95885"/>
                    <a:pt x="474344" y="95885"/>
                  </a:cubicBezTo>
                  <a:cubicBezTo>
                    <a:pt x="476249" y="95885"/>
                    <a:pt x="478154" y="95885"/>
                    <a:pt x="480694" y="95250"/>
                  </a:cubicBezTo>
                  <a:cubicBezTo>
                    <a:pt x="482599" y="94615"/>
                    <a:pt x="484504" y="93980"/>
                    <a:pt x="485774" y="93345"/>
                  </a:cubicBezTo>
                  <a:lnTo>
                    <a:pt x="483869" y="106680"/>
                  </a:lnTo>
                  <a:cubicBezTo>
                    <a:pt x="483869" y="106680"/>
                    <a:pt x="480059" y="108585"/>
                    <a:pt x="477519" y="109220"/>
                  </a:cubicBezTo>
                  <a:cubicBezTo>
                    <a:pt x="474979" y="109855"/>
                    <a:pt x="472439" y="110490"/>
                    <a:pt x="469264" y="110490"/>
                  </a:cubicBezTo>
                  <a:cubicBezTo>
                    <a:pt x="466724" y="110490"/>
                    <a:pt x="464184" y="110490"/>
                    <a:pt x="462279" y="109220"/>
                  </a:cubicBezTo>
                  <a:cubicBezTo>
                    <a:pt x="460374" y="108585"/>
                    <a:pt x="458469" y="107315"/>
                    <a:pt x="456564" y="105410"/>
                  </a:cubicBezTo>
                  <a:cubicBezTo>
                    <a:pt x="454659" y="103505"/>
                    <a:pt x="453389" y="101600"/>
                    <a:pt x="452754" y="99060"/>
                  </a:cubicBezTo>
                  <a:cubicBezTo>
                    <a:pt x="452119" y="96520"/>
                    <a:pt x="451484" y="93345"/>
                    <a:pt x="451484" y="89535"/>
                  </a:cubicBezTo>
                  <a:lnTo>
                    <a:pt x="451484" y="44450"/>
                  </a:lnTo>
                  <a:lnTo>
                    <a:pt x="440689" y="44450"/>
                  </a:lnTo>
                  <a:lnTo>
                    <a:pt x="440689" y="30480"/>
                  </a:lnTo>
                  <a:lnTo>
                    <a:pt x="451484" y="30480"/>
                  </a:lnTo>
                  <a:lnTo>
                    <a:pt x="451484" y="8255"/>
                  </a:lnTo>
                  <a:close/>
                  <a:moveTo>
                    <a:pt x="302259" y="0"/>
                  </a:moveTo>
                  <a:lnTo>
                    <a:pt x="302259" y="37465"/>
                  </a:lnTo>
                  <a:cubicBezTo>
                    <a:pt x="302259" y="37465"/>
                    <a:pt x="305434" y="34925"/>
                    <a:pt x="306704" y="33655"/>
                  </a:cubicBezTo>
                  <a:cubicBezTo>
                    <a:pt x="307974" y="33020"/>
                    <a:pt x="309244" y="31750"/>
                    <a:pt x="310514" y="31115"/>
                  </a:cubicBezTo>
                  <a:cubicBezTo>
                    <a:pt x="311784" y="30480"/>
                    <a:pt x="313689" y="29845"/>
                    <a:pt x="315594" y="29210"/>
                  </a:cubicBezTo>
                  <a:cubicBezTo>
                    <a:pt x="317499" y="29210"/>
                    <a:pt x="320039" y="28575"/>
                    <a:pt x="322579" y="28575"/>
                  </a:cubicBezTo>
                  <a:cubicBezTo>
                    <a:pt x="327024" y="28575"/>
                    <a:pt x="330834" y="29210"/>
                    <a:pt x="334644" y="31115"/>
                  </a:cubicBezTo>
                  <a:cubicBezTo>
                    <a:pt x="338454" y="32385"/>
                    <a:pt x="341629" y="34925"/>
                    <a:pt x="344169" y="38735"/>
                  </a:cubicBezTo>
                  <a:cubicBezTo>
                    <a:pt x="346709" y="41910"/>
                    <a:pt x="349249" y="46355"/>
                    <a:pt x="350519" y="51435"/>
                  </a:cubicBezTo>
                  <a:cubicBezTo>
                    <a:pt x="351789" y="56515"/>
                    <a:pt x="353059" y="62865"/>
                    <a:pt x="353059" y="70485"/>
                  </a:cubicBezTo>
                  <a:lnTo>
                    <a:pt x="352424" y="71120"/>
                  </a:lnTo>
                  <a:cubicBezTo>
                    <a:pt x="352424" y="77470"/>
                    <a:pt x="351789" y="83820"/>
                    <a:pt x="349884" y="88265"/>
                  </a:cubicBezTo>
                  <a:cubicBezTo>
                    <a:pt x="347979" y="93345"/>
                    <a:pt x="346074" y="97155"/>
                    <a:pt x="342899" y="100330"/>
                  </a:cubicBezTo>
                  <a:cubicBezTo>
                    <a:pt x="340359" y="103505"/>
                    <a:pt x="336549" y="106045"/>
                    <a:pt x="333374" y="107315"/>
                  </a:cubicBezTo>
                  <a:cubicBezTo>
                    <a:pt x="329564" y="109220"/>
                    <a:pt x="325754" y="109855"/>
                    <a:pt x="321944" y="109855"/>
                  </a:cubicBezTo>
                  <a:cubicBezTo>
                    <a:pt x="318134" y="109855"/>
                    <a:pt x="314324" y="109220"/>
                    <a:pt x="311149" y="107315"/>
                  </a:cubicBezTo>
                  <a:cubicBezTo>
                    <a:pt x="307339" y="105410"/>
                    <a:pt x="304799" y="103505"/>
                    <a:pt x="302259" y="100965"/>
                  </a:cubicBezTo>
                  <a:lnTo>
                    <a:pt x="302259" y="107950"/>
                  </a:lnTo>
                  <a:lnTo>
                    <a:pt x="287019" y="107950"/>
                  </a:lnTo>
                  <a:lnTo>
                    <a:pt x="287019" y="7620"/>
                  </a:lnTo>
                  <a:close/>
                </a:path>
              </a:pathLst>
            </a:custGeom>
            <a:solidFill>
              <a:srgbClr val="FFFFFF"/>
            </a:solidFill>
            <a:ln w="63500" cap="flat">
              <a:noFill/>
              <a:prstDash val="solid"/>
              <a:miter/>
            </a:ln>
          </p:spPr>
          <p:txBody>
            <a:bodyPr rtlCol="0" anchor="ctr"/>
            <a:lstStyle/>
            <a:p>
              <a:endParaRPr lang="en-US"/>
            </a:p>
          </p:txBody>
        </p:sp>
      </p:grpSp>
      <p:sp>
        <p:nvSpPr>
          <p:cNvPr id="28" name="Subtitle 2">
            <a:extLst>
              <a:ext uri="{FF2B5EF4-FFF2-40B4-BE49-F238E27FC236}">
                <a16:creationId xmlns:a16="http://schemas.microsoft.com/office/drawing/2014/main" id="{632E76BF-46D5-8E94-88AA-4783DD302E89}"/>
              </a:ext>
            </a:extLst>
          </p:cNvPr>
          <p:cNvSpPr>
            <a:spLocks noGrp="1"/>
          </p:cNvSpPr>
          <p:nvPr>
            <p:ph type="subTitle" idx="1" hasCustomPrompt="1"/>
          </p:nvPr>
        </p:nvSpPr>
        <p:spPr>
          <a:xfrm>
            <a:off x="889762" y="4436485"/>
            <a:ext cx="4907628" cy="511939"/>
          </a:xfrm>
        </p:spPr>
        <p:txBody>
          <a:bodyPr wrap="square">
            <a:noAutofit/>
          </a:bodyPr>
          <a:lstStyle>
            <a:lvl1pPr marL="0" indent="0" algn="l">
              <a:buNone/>
              <a:defRPr lang="en-GB" sz="1600" kern="1200" dirty="0">
                <a:solidFill>
                  <a:schemeClr val="bg1"/>
                </a:solidFill>
                <a:latin typeface="EYInterstate Regular" panose="02000503020000020004" pitchFamily="2" charset="0"/>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29" name="Title 4">
            <a:extLst>
              <a:ext uri="{FF2B5EF4-FFF2-40B4-BE49-F238E27FC236}">
                <a16:creationId xmlns:a16="http://schemas.microsoft.com/office/drawing/2014/main" id="{1F7B1FDC-B90E-6693-A750-B9BA4B535E8A}"/>
              </a:ext>
            </a:extLst>
          </p:cNvPr>
          <p:cNvSpPr>
            <a:spLocks noGrp="1"/>
          </p:cNvSpPr>
          <p:nvPr>
            <p:ph type="title"/>
          </p:nvPr>
        </p:nvSpPr>
        <p:spPr>
          <a:xfrm>
            <a:off x="889762" y="2698751"/>
            <a:ext cx="4906009" cy="1654043"/>
          </a:xfrm>
        </p:spPr>
        <p:txBody>
          <a:bodyPr anchor="t">
            <a:noAutofit/>
          </a:bodyPr>
          <a:lstStyle>
            <a:lvl1pPr>
              <a:defRPr sz="4200" b="1" i="0">
                <a:solidFill>
                  <a:schemeClr val="bg1"/>
                </a:solidFill>
                <a:latin typeface="EYInterstate Regular" panose="02000503020000020004" pitchFamily="2" charset="0"/>
              </a:defRPr>
            </a:lvl1pPr>
          </a:lstStyle>
          <a:p>
            <a:r>
              <a:rPr lang="en-GB"/>
              <a:t>Click to edit Master title style</a:t>
            </a:r>
            <a:endParaRPr lang="en-US"/>
          </a:p>
        </p:txBody>
      </p:sp>
      <p:sp>
        <p:nvSpPr>
          <p:cNvPr id="30" name="Text Placeholder 288">
            <a:extLst>
              <a:ext uri="{FF2B5EF4-FFF2-40B4-BE49-F238E27FC236}">
                <a16:creationId xmlns:a16="http://schemas.microsoft.com/office/drawing/2014/main" id="{1673B89D-F206-B9D2-CDB7-BDE045C7447F}"/>
              </a:ext>
            </a:extLst>
          </p:cNvPr>
          <p:cNvSpPr>
            <a:spLocks noGrp="1"/>
          </p:cNvSpPr>
          <p:nvPr>
            <p:ph type="body" sz="quarter" idx="10"/>
          </p:nvPr>
        </p:nvSpPr>
        <p:spPr>
          <a:xfrm>
            <a:off x="889762" y="5047485"/>
            <a:ext cx="4906010" cy="246221"/>
          </a:xfrm>
        </p:spPr>
        <p:txBody>
          <a:bodyPr wrap="square">
            <a:spAutoFit/>
          </a:bodyPr>
          <a:lstStyle>
            <a:lvl1pPr marL="0" indent="0">
              <a:buNone/>
              <a:defRPr sz="1600" b="1">
                <a:latin typeface="EYInterstate Regular" panose="02000503020000020004" pitchFamily="2" charset="0"/>
              </a:defRPr>
            </a:lvl1pPr>
            <a:lvl2pPr marL="252000" indent="0">
              <a:buNone/>
              <a:defRPr sz="1600" b="1">
                <a:latin typeface="+mj-lt"/>
              </a:defRPr>
            </a:lvl2pPr>
            <a:lvl3pPr marL="504000" indent="0">
              <a:buNone/>
              <a:defRPr sz="1600" b="1">
                <a:latin typeface="+mj-lt"/>
              </a:defRPr>
            </a:lvl3pPr>
            <a:lvl4pPr marL="756000" indent="0">
              <a:buNone/>
              <a:defRPr sz="1600" b="1">
                <a:latin typeface="+mj-lt"/>
              </a:defRPr>
            </a:lvl4pPr>
            <a:lvl5pPr marL="1008000" indent="0">
              <a:buNone/>
              <a:defRPr sz="1600" b="1">
                <a:latin typeface="+mj-lt"/>
              </a:defRPr>
            </a:lvl5pPr>
          </a:lstStyle>
          <a:p>
            <a:pPr lvl="0"/>
            <a:r>
              <a:rPr lang="en-GB"/>
              <a:t>Click to edit Master text styles</a:t>
            </a:r>
          </a:p>
        </p:txBody>
      </p:sp>
      <p:grpSp>
        <p:nvGrpSpPr>
          <p:cNvPr id="4" name="Group 3">
            <a:extLst>
              <a:ext uri="{FF2B5EF4-FFF2-40B4-BE49-F238E27FC236}">
                <a16:creationId xmlns:a16="http://schemas.microsoft.com/office/drawing/2014/main" id="{1A067759-C6C3-3B7B-ABF5-859A6A63528E}"/>
              </a:ext>
            </a:extLst>
          </p:cNvPr>
          <p:cNvGrpSpPr/>
          <p:nvPr userDrawn="1"/>
        </p:nvGrpSpPr>
        <p:grpSpPr>
          <a:xfrm>
            <a:off x="485774" y="1291008"/>
            <a:ext cx="5706110" cy="4360545"/>
            <a:chOff x="485774" y="1291008"/>
            <a:chExt cx="5706110" cy="4360545"/>
          </a:xfrm>
        </p:grpSpPr>
        <p:sp>
          <p:nvSpPr>
            <p:cNvPr id="26" name="Freeform 25">
              <a:extLst>
                <a:ext uri="{FF2B5EF4-FFF2-40B4-BE49-F238E27FC236}">
                  <a16:creationId xmlns:a16="http://schemas.microsoft.com/office/drawing/2014/main" id="{F7E50E80-DFF0-E065-898F-1AFD970459B6}"/>
                </a:ext>
              </a:extLst>
            </p:cNvPr>
            <p:cNvSpPr/>
            <p:nvPr userDrawn="1"/>
          </p:nvSpPr>
          <p:spPr>
            <a:xfrm>
              <a:off x="485774" y="5549953"/>
              <a:ext cx="508000" cy="101600"/>
            </a:xfrm>
            <a:custGeom>
              <a:avLst/>
              <a:gdLst>
                <a:gd name="connsiteX0" fmla="*/ 406400 w 508000"/>
                <a:gd name="connsiteY0" fmla="*/ 0 h 101600"/>
                <a:gd name="connsiteX1" fmla="*/ 508000 w 508000"/>
                <a:gd name="connsiteY1" fmla="*/ 0 h 101600"/>
                <a:gd name="connsiteX2" fmla="*/ 508000 w 508000"/>
                <a:gd name="connsiteY2" fmla="*/ 101600 h 101600"/>
                <a:gd name="connsiteX3" fmla="*/ 406400 w 508000"/>
                <a:gd name="connsiteY3" fmla="*/ 101600 h 101600"/>
                <a:gd name="connsiteX4" fmla="*/ 203200 w 508000"/>
                <a:gd name="connsiteY4" fmla="*/ 0 h 101600"/>
                <a:gd name="connsiteX5" fmla="*/ 304800 w 508000"/>
                <a:gd name="connsiteY5" fmla="*/ 0 h 101600"/>
                <a:gd name="connsiteX6" fmla="*/ 304800 w 508000"/>
                <a:gd name="connsiteY6" fmla="*/ 101600 h 101600"/>
                <a:gd name="connsiteX7" fmla="*/ 203200 w 508000"/>
                <a:gd name="connsiteY7" fmla="*/ 101600 h 101600"/>
                <a:gd name="connsiteX8" fmla="*/ 0 w 508000"/>
                <a:gd name="connsiteY8" fmla="*/ 0 h 101600"/>
                <a:gd name="connsiteX9" fmla="*/ 101600 w 508000"/>
                <a:gd name="connsiteY9" fmla="*/ 0 h 101600"/>
                <a:gd name="connsiteX10" fmla="*/ 101600 w 508000"/>
                <a:gd name="connsiteY10" fmla="*/ 101600 h 101600"/>
                <a:gd name="connsiteX11" fmla="*/ 0 w 508000"/>
                <a:gd name="connsiteY11" fmla="*/ 101600 h 10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8000" h="101600">
                  <a:moveTo>
                    <a:pt x="406400" y="0"/>
                  </a:moveTo>
                  <a:lnTo>
                    <a:pt x="508000" y="0"/>
                  </a:lnTo>
                  <a:lnTo>
                    <a:pt x="508000" y="101600"/>
                  </a:lnTo>
                  <a:lnTo>
                    <a:pt x="406400" y="101600"/>
                  </a:lnTo>
                  <a:close/>
                  <a:moveTo>
                    <a:pt x="203200" y="0"/>
                  </a:moveTo>
                  <a:lnTo>
                    <a:pt x="304800" y="0"/>
                  </a:lnTo>
                  <a:lnTo>
                    <a:pt x="304800" y="101600"/>
                  </a:lnTo>
                  <a:lnTo>
                    <a:pt x="203200" y="101600"/>
                  </a:lnTo>
                  <a:close/>
                  <a:moveTo>
                    <a:pt x="0" y="0"/>
                  </a:moveTo>
                  <a:lnTo>
                    <a:pt x="101600" y="0"/>
                  </a:lnTo>
                  <a:lnTo>
                    <a:pt x="101600" y="101600"/>
                  </a:lnTo>
                  <a:lnTo>
                    <a:pt x="0" y="101600"/>
                  </a:lnTo>
                  <a:close/>
                </a:path>
              </a:pathLst>
            </a:custGeom>
            <a:solidFill>
              <a:schemeClr val="tx2"/>
            </a:solidFill>
            <a:ln w="63500" cap="flat">
              <a:noFill/>
              <a:prstDash val="solid"/>
              <a:miter/>
            </a:ln>
          </p:spPr>
          <p:txBody>
            <a:bodyPr rtlCol="0" anchor="ctr"/>
            <a:lstStyle/>
            <a:p>
              <a:endParaRPr lang="en-US"/>
            </a:p>
          </p:txBody>
        </p:sp>
        <p:sp>
          <p:nvSpPr>
            <p:cNvPr id="6" name="Freeform 5">
              <a:extLst>
                <a:ext uri="{FF2B5EF4-FFF2-40B4-BE49-F238E27FC236}">
                  <a16:creationId xmlns:a16="http://schemas.microsoft.com/office/drawing/2014/main" id="{CC99724B-50FD-5B78-B6B7-D645073026A7}"/>
                </a:ext>
              </a:extLst>
            </p:cNvPr>
            <p:cNvSpPr/>
            <p:nvPr userDrawn="1"/>
          </p:nvSpPr>
          <p:spPr>
            <a:xfrm>
              <a:off x="485775" y="1291008"/>
              <a:ext cx="5706109" cy="4359275"/>
            </a:xfrm>
            <a:custGeom>
              <a:avLst/>
              <a:gdLst>
                <a:gd name="connsiteX0" fmla="*/ 0 w 5706109"/>
                <a:gd name="connsiteY0" fmla="*/ 4157346 h 4359275"/>
                <a:gd name="connsiteX1" fmla="*/ 101600 w 5706109"/>
                <a:gd name="connsiteY1" fmla="*/ 4157346 h 4359275"/>
                <a:gd name="connsiteX2" fmla="*/ 101600 w 5706109"/>
                <a:gd name="connsiteY2" fmla="*/ 1075055 h 4359275"/>
                <a:gd name="connsiteX3" fmla="*/ 101600 w 5706109"/>
                <a:gd name="connsiteY3" fmla="*/ 1075055 h 4359275"/>
                <a:gd name="connsiteX4" fmla="*/ 191770 w 5706109"/>
                <a:gd name="connsiteY4" fmla="*/ 1059180 h 4359275"/>
                <a:gd name="connsiteX5" fmla="*/ 861060 w 5706109"/>
                <a:gd name="connsiteY5" fmla="*/ 942975 h 4359275"/>
                <a:gd name="connsiteX6" fmla="*/ 1195705 w 5706109"/>
                <a:gd name="connsiteY6" fmla="*/ 885190 h 4359275"/>
                <a:gd name="connsiteX7" fmla="*/ 1362710 w 5706109"/>
                <a:gd name="connsiteY7" fmla="*/ 855980 h 4359275"/>
                <a:gd name="connsiteX8" fmla="*/ 1529715 w 5706109"/>
                <a:gd name="connsiteY8" fmla="*/ 826770 h 4359275"/>
                <a:gd name="connsiteX9" fmla="*/ 1864360 w 5706109"/>
                <a:gd name="connsiteY9" fmla="*/ 768985 h 4359275"/>
                <a:gd name="connsiteX10" fmla="*/ 2031365 w 5706109"/>
                <a:gd name="connsiteY10" fmla="*/ 739775 h 4359275"/>
                <a:gd name="connsiteX11" fmla="*/ 2198370 w 5706109"/>
                <a:gd name="connsiteY11" fmla="*/ 710565 h 4359275"/>
                <a:gd name="connsiteX12" fmla="*/ 2365375 w 5706109"/>
                <a:gd name="connsiteY12" fmla="*/ 681355 h 4359275"/>
                <a:gd name="connsiteX13" fmla="*/ 2532380 w 5706109"/>
                <a:gd name="connsiteY13" fmla="*/ 652145 h 4359275"/>
                <a:gd name="connsiteX14" fmla="*/ 2699385 w 5706109"/>
                <a:gd name="connsiteY14" fmla="*/ 622935 h 4359275"/>
                <a:gd name="connsiteX15" fmla="*/ 2866390 w 5706109"/>
                <a:gd name="connsiteY15" fmla="*/ 593725 h 4359275"/>
                <a:gd name="connsiteX16" fmla="*/ 5461000 w 5706109"/>
                <a:gd name="connsiteY16" fmla="*/ 144145 h 4359275"/>
                <a:gd name="connsiteX17" fmla="*/ 5602605 w 5706109"/>
                <a:gd name="connsiteY17" fmla="*/ 119380 h 4359275"/>
                <a:gd name="connsiteX18" fmla="*/ 5602605 w 5706109"/>
                <a:gd name="connsiteY18" fmla="*/ 119380 h 4359275"/>
                <a:gd name="connsiteX19" fmla="*/ 5602605 w 5706109"/>
                <a:gd name="connsiteY19" fmla="*/ 4257676 h 4359275"/>
                <a:gd name="connsiteX20" fmla="*/ 609600 w 5706109"/>
                <a:gd name="connsiteY20" fmla="*/ 4257676 h 4359275"/>
                <a:gd name="connsiteX21" fmla="*/ 609600 w 5706109"/>
                <a:gd name="connsiteY21" fmla="*/ 4359276 h 4359275"/>
                <a:gd name="connsiteX22" fmla="*/ 5706110 w 5706109"/>
                <a:gd name="connsiteY22" fmla="*/ 4359276 h 4359275"/>
                <a:gd name="connsiteX23" fmla="*/ 5706110 w 5706109"/>
                <a:gd name="connsiteY23" fmla="*/ 0 h 4359275"/>
                <a:gd name="connsiteX24" fmla="*/ 5704840 w 5706109"/>
                <a:gd name="connsiteY24" fmla="*/ 0 h 4359275"/>
                <a:gd name="connsiteX25" fmla="*/ 5445760 w 5706109"/>
                <a:gd name="connsiteY25" fmla="*/ 45085 h 4359275"/>
                <a:gd name="connsiteX26" fmla="*/ 2851150 w 5706109"/>
                <a:gd name="connsiteY26" fmla="*/ 494665 h 4359275"/>
                <a:gd name="connsiteX27" fmla="*/ 2684145 w 5706109"/>
                <a:gd name="connsiteY27" fmla="*/ 523875 h 4359275"/>
                <a:gd name="connsiteX28" fmla="*/ 2517140 w 5706109"/>
                <a:gd name="connsiteY28" fmla="*/ 553085 h 4359275"/>
                <a:gd name="connsiteX29" fmla="*/ 2350135 w 5706109"/>
                <a:gd name="connsiteY29" fmla="*/ 582295 h 4359275"/>
                <a:gd name="connsiteX30" fmla="*/ 2183130 w 5706109"/>
                <a:gd name="connsiteY30" fmla="*/ 611505 h 4359275"/>
                <a:gd name="connsiteX31" fmla="*/ 2016125 w 5706109"/>
                <a:gd name="connsiteY31" fmla="*/ 640715 h 4359275"/>
                <a:gd name="connsiteX32" fmla="*/ 1849120 w 5706109"/>
                <a:gd name="connsiteY32" fmla="*/ 669925 h 4359275"/>
                <a:gd name="connsiteX33" fmla="*/ 1514475 w 5706109"/>
                <a:gd name="connsiteY33" fmla="*/ 727710 h 4359275"/>
                <a:gd name="connsiteX34" fmla="*/ 1347470 w 5706109"/>
                <a:gd name="connsiteY34" fmla="*/ 756920 h 4359275"/>
                <a:gd name="connsiteX35" fmla="*/ 1180465 w 5706109"/>
                <a:gd name="connsiteY35" fmla="*/ 786130 h 4359275"/>
                <a:gd name="connsiteX36" fmla="*/ 845820 w 5706109"/>
                <a:gd name="connsiteY36" fmla="*/ 843915 h 4359275"/>
                <a:gd name="connsiteX37" fmla="*/ 176530 w 5706109"/>
                <a:gd name="connsiteY37" fmla="*/ 960120 h 4359275"/>
                <a:gd name="connsiteX38" fmla="*/ 3175 w 5706109"/>
                <a:gd name="connsiteY38" fmla="*/ 989965 h 4359275"/>
                <a:gd name="connsiteX39" fmla="*/ 1905 w 5706109"/>
                <a:gd name="connsiteY39" fmla="*/ 989965 h 4359275"/>
                <a:gd name="connsiteX40" fmla="*/ 1905 w 5706109"/>
                <a:gd name="connsiteY40" fmla="*/ 4158616 h 4359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5706109" h="4359275">
                  <a:moveTo>
                    <a:pt x="0" y="4157346"/>
                  </a:moveTo>
                  <a:lnTo>
                    <a:pt x="101600" y="4157346"/>
                  </a:lnTo>
                  <a:lnTo>
                    <a:pt x="101600" y="1075055"/>
                  </a:lnTo>
                  <a:lnTo>
                    <a:pt x="101600" y="1075055"/>
                  </a:lnTo>
                  <a:lnTo>
                    <a:pt x="191770" y="1059180"/>
                  </a:lnTo>
                  <a:lnTo>
                    <a:pt x="861060" y="942975"/>
                  </a:lnTo>
                  <a:lnTo>
                    <a:pt x="1195705" y="885190"/>
                  </a:lnTo>
                  <a:lnTo>
                    <a:pt x="1362710" y="855980"/>
                  </a:lnTo>
                  <a:lnTo>
                    <a:pt x="1529715" y="826770"/>
                  </a:lnTo>
                  <a:lnTo>
                    <a:pt x="1864360" y="768985"/>
                  </a:lnTo>
                  <a:lnTo>
                    <a:pt x="2031365" y="739775"/>
                  </a:lnTo>
                  <a:lnTo>
                    <a:pt x="2198370" y="710565"/>
                  </a:lnTo>
                  <a:lnTo>
                    <a:pt x="2365375" y="681355"/>
                  </a:lnTo>
                  <a:lnTo>
                    <a:pt x="2532380" y="652145"/>
                  </a:lnTo>
                  <a:lnTo>
                    <a:pt x="2699385" y="622935"/>
                  </a:lnTo>
                  <a:lnTo>
                    <a:pt x="2866390" y="593725"/>
                  </a:lnTo>
                  <a:cubicBezTo>
                    <a:pt x="3731260" y="443865"/>
                    <a:pt x="4596130" y="294005"/>
                    <a:pt x="5461000" y="144145"/>
                  </a:cubicBezTo>
                  <a:lnTo>
                    <a:pt x="5602605" y="119380"/>
                  </a:lnTo>
                  <a:lnTo>
                    <a:pt x="5602605" y="119380"/>
                  </a:lnTo>
                  <a:lnTo>
                    <a:pt x="5602605" y="4257676"/>
                  </a:lnTo>
                  <a:lnTo>
                    <a:pt x="609600" y="4257676"/>
                  </a:lnTo>
                  <a:lnTo>
                    <a:pt x="609600" y="4359276"/>
                  </a:lnTo>
                  <a:lnTo>
                    <a:pt x="5706110" y="4359276"/>
                  </a:lnTo>
                  <a:lnTo>
                    <a:pt x="5706110" y="0"/>
                  </a:lnTo>
                  <a:lnTo>
                    <a:pt x="5704840" y="0"/>
                  </a:lnTo>
                  <a:cubicBezTo>
                    <a:pt x="5618480" y="15240"/>
                    <a:pt x="5532120" y="30480"/>
                    <a:pt x="5445760" y="45085"/>
                  </a:cubicBezTo>
                  <a:cubicBezTo>
                    <a:pt x="4580890" y="194945"/>
                    <a:pt x="3716020" y="344805"/>
                    <a:pt x="2851150" y="494665"/>
                  </a:cubicBezTo>
                  <a:lnTo>
                    <a:pt x="2684145" y="523875"/>
                  </a:lnTo>
                  <a:lnTo>
                    <a:pt x="2517140" y="553085"/>
                  </a:lnTo>
                  <a:lnTo>
                    <a:pt x="2350135" y="582295"/>
                  </a:lnTo>
                  <a:lnTo>
                    <a:pt x="2183130" y="611505"/>
                  </a:lnTo>
                  <a:lnTo>
                    <a:pt x="2016125" y="640715"/>
                  </a:lnTo>
                  <a:lnTo>
                    <a:pt x="1849120" y="669925"/>
                  </a:lnTo>
                  <a:lnTo>
                    <a:pt x="1514475" y="727710"/>
                  </a:lnTo>
                  <a:lnTo>
                    <a:pt x="1347470" y="756920"/>
                  </a:lnTo>
                  <a:lnTo>
                    <a:pt x="1180465" y="786130"/>
                  </a:lnTo>
                  <a:lnTo>
                    <a:pt x="845820" y="843915"/>
                  </a:lnTo>
                  <a:lnTo>
                    <a:pt x="176530" y="960120"/>
                  </a:lnTo>
                  <a:lnTo>
                    <a:pt x="3175" y="989965"/>
                  </a:lnTo>
                  <a:lnTo>
                    <a:pt x="1905" y="989965"/>
                  </a:lnTo>
                  <a:lnTo>
                    <a:pt x="1905" y="4158616"/>
                  </a:lnTo>
                  <a:close/>
                </a:path>
              </a:pathLst>
            </a:custGeom>
            <a:gradFill flip="none" rotWithShape="1">
              <a:gsLst>
                <a:gs pos="39000">
                  <a:srgbClr val="FFE600"/>
                </a:gs>
                <a:gs pos="68000">
                  <a:srgbClr val="A420F8"/>
                </a:gs>
                <a:gs pos="100000">
                  <a:srgbClr val="5C94F9"/>
                </a:gs>
              </a:gsLst>
              <a:lin ang="18720000" scaled="0"/>
              <a:tileRect/>
            </a:gradFill>
            <a:ln w="818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p>
          </p:txBody>
        </p:sp>
      </p:grpSp>
      <p:pic>
        <p:nvPicPr>
          <p:cNvPr id="10" name="Graphic 9">
            <a:extLst>
              <a:ext uri="{FF2B5EF4-FFF2-40B4-BE49-F238E27FC236}">
                <a16:creationId xmlns:a16="http://schemas.microsoft.com/office/drawing/2014/main" id="{63FBAD2C-E2EE-6B47-B6A1-5CA24DC26CD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752931" y="5425071"/>
            <a:ext cx="2031701" cy="1034813"/>
          </a:xfrm>
          <a:prstGeom prst="rect">
            <a:avLst/>
          </a:prstGeom>
        </p:spPr>
      </p:pic>
    </p:spTree>
    <p:extLst>
      <p:ext uri="{BB962C8B-B14F-4D97-AF65-F5344CB8AC3E}">
        <p14:creationId xmlns:p14="http://schemas.microsoft.com/office/powerpoint/2010/main" val="891528066"/>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Title Slide Frame 3">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D8D4830-1AF6-9C3D-EC53-70FC3C7CBE54}"/>
              </a:ext>
              <a:ext uri="{C183D7F6-B498-43B3-948B-1728B52AA6E4}">
                <adec:decorative xmlns:adec="http://schemas.microsoft.com/office/drawing/2017/decorative" val="1"/>
              </a:ext>
            </a:extLst>
          </p:cNvPr>
          <p:cNvSpPr/>
          <p:nvPr userDrawn="1"/>
        </p:nvSpPr>
        <p:spPr>
          <a:xfrm>
            <a:off x="0" y="0"/>
            <a:ext cx="8386354" cy="6858000"/>
          </a:xfrm>
          <a:prstGeom prst="rect">
            <a:avLst/>
          </a:prstGeom>
          <a:gradFill flip="none" rotWithShape="1">
            <a:gsLst>
              <a:gs pos="0">
                <a:schemeClr val="tx1">
                  <a:lumMod val="0"/>
                  <a:alpha val="0"/>
                </a:schemeClr>
              </a:gs>
              <a:gs pos="95000">
                <a:srgbClr val="000000">
                  <a:alpha val="70000"/>
                </a:srgbClr>
              </a:gs>
            </a:gsLst>
            <a:lin ang="108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endParaRPr lang="en-US" sz="1200" b="1">
              <a:solidFill>
                <a:schemeClr val="tx1"/>
              </a:solidFill>
            </a:endParaRPr>
          </a:p>
        </p:txBody>
      </p:sp>
      <p:grpSp>
        <p:nvGrpSpPr>
          <p:cNvPr id="5" name="Group 4">
            <a:extLst>
              <a:ext uri="{FF2B5EF4-FFF2-40B4-BE49-F238E27FC236}">
                <a16:creationId xmlns:a16="http://schemas.microsoft.com/office/drawing/2014/main" id="{E8BA944B-A631-ACF6-36AE-7C814C7A5C9A}"/>
              </a:ext>
            </a:extLst>
          </p:cNvPr>
          <p:cNvGrpSpPr/>
          <p:nvPr userDrawn="1"/>
        </p:nvGrpSpPr>
        <p:grpSpPr>
          <a:xfrm>
            <a:off x="485775" y="6164633"/>
            <a:ext cx="4940935" cy="318770"/>
            <a:chOff x="485775" y="6164633"/>
            <a:chExt cx="4940935" cy="318770"/>
          </a:xfrm>
        </p:grpSpPr>
        <p:sp>
          <p:nvSpPr>
            <p:cNvPr id="24" name="Freeform 23">
              <a:extLst>
                <a:ext uri="{FF2B5EF4-FFF2-40B4-BE49-F238E27FC236}">
                  <a16:creationId xmlns:a16="http://schemas.microsoft.com/office/drawing/2014/main" id="{BDF3ED9A-57E4-25C5-BC4E-AC1C77798191}"/>
                </a:ext>
              </a:extLst>
            </p:cNvPr>
            <p:cNvSpPr/>
            <p:nvPr userDrawn="1"/>
          </p:nvSpPr>
          <p:spPr>
            <a:xfrm>
              <a:off x="485775" y="6164633"/>
              <a:ext cx="405765" cy="81280"/>
            </a:xfrm>
            <a:custGeom>
              <a:avLst/>
              <a:gdLst>
                <a:gd name="connsiteX0" fmla="*/ 324485 w 405765"/>
                <a:gd name="connsiteY0" fmla="*/ 0 h 81280"/>
                <a:gd name="connsiteX1" fmla="*/ 405765 w 405765"/>
                <a:gd name="connsiteY1" fmla="*/ 0 h 81280"/>
                <a:gd name="connsiteX2" fmla="*/ 405765 w 405765"/>
                <a:gd name="connsiteY2" fmla="*/ 81280 h 81280"/>
                <a:gd name="connsiteX3" fmla="*/ 324485 w 405765"/>
                <a:gd name="connsiteY3" fmla="*/ 81280 h 81280"/>
                <a:gd name="connsiteX4" fmla="*/ 161925 w 405765"/>
                <a:gd name="connsiteY4" fmla="*/ 0 h 81280"/>
                <a:gd name="connsiteX5" fmla="*/ 243205 w 405765"/>
                <a:gd name="connsiteY5" fmla="*/ 0 h 81280"/>
                <a:gd name="connsiteX6" fmla="*/ 243205 w 405765"/>
                <a:gd name="connsiteY6" fmla="*/ 81280 h 81280"/>
                <a:gd name="connsiteX7" fmla="*/ 161925 w 405765"/>
                <a:gd name="connsiteY7" fmla="*/ 81280 h 81280"/>
                <a:gd name="connsiteX8" fmla="*/ 0 w 405765"/>
                <a:gd name="connsiteY8" fmla="*/ 0 h 81280"/>
                <a:gd name="connsiteX9" fmla="*/ 81280 w 405765"/>
                <a:gd name="connsiteY9" fmla="*/ 0 h 81280"/>
                <a:gd name="connsiteX10" fmla="*/ 81280 w 405765"/>
                <a:gd name="connsiteY10" fmla="*/ 81280 h 81280"/>
                <a:gd name="connsiteX11" fmla="*/ 0 w 405765"/>
                <a:gd name="connsiteY11" fmla="*/ 81280 h 81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05765" h="81280">
                  <a:moveTo>
                    <a:pt x="324485" y="0"/>
                  </a:moveTo>
                  <a:lnTo>
                    <a:pt x="405765" y="0"/>
                  </a:lnTo>
                  <a:lnTo>
                    <a:pt x="405765" y="81280"/>
                  </a:lnTo>
                  <a:lnTo>
                    <a:pt x="324485" y="81280"/>
                  </a:lnTo>
                  <a:close/>
                  <a:moveTo>
                    <a:pt x="161925" y="0"/>
                  </a:moveTo>
                  <a:lnTo>
                    <a:pt x="243205" y="0"/>
                  </a:lnTo>
                  <a:lnTo>
                    <a:pt x="243205" y="81280"/>
                  </a:lnTo>
                  <a:lnTo>
                    <a:pt x="161925" y="81280"/>
                  </a:lnTo>
                  <a:close/>
                  <a:moveTo>
                    <a:pt x="0" y="0"/>
                  </a:moveTo>
                  <a:lnTo>
                    <a:pt x="81280" y="0"/>
                  </a:lnTo>
                  <a:lnTo>
                    <a:pt x="81280" y="81280"/>
                  </a:lnTo>
                  <a:lnTo>
                    <a:pt x="0" y="81280"/>
                  </a:lnTo>
                  <a:close/>
                </a:path>
              </a:pathLst>
            </a:custGeom>
            <a:solidFill>
              <a:srgbClr val="FFE600"/>
            </a:solidFill>
            <a:ln w="63500" cap="flat">
              <a:noFill/>
              <a:prstDash val="solid"/>
              <a:miter/>
            </a:ln>
          </p:spPr>
          <p:txBody>
            <a:bodyPr rtlCol="0" anchor="ctr"/>
            <a:lstStyle/>
            <a:p>
              <a:endParaRPr lang="en-US"/>
            </a:p>
          </p:txBody>
        </p:sp>
        <p:sp>
          <p:nvSpPr>
            <p:cNvPr id="25" name="Freeform 24">
              <a:extLst>
                <a:ext uri="{FF2B5EF4-FFF2-40B4-BE49-F238E27FC236}">
                  <a16:creationId xmlns:a16="http://schemas.microsoft.com/office/drawing/2014/main" id="{F8AD9B21-63CE-8D03-9802-DB2391C6BC13}"/>
                </a:ext>
              </a:extLst>
            </p:cNvPr>
            <p:cNvSpPr/>
            <p:nvPr userDrawn="1"/>
          </p:nvSpPr>
          <p:spPr bwMode="black">
            <a:xfrm>
              <a:off x="485779" y="6344974"/>
              <a:ext cx="4940931" cy="138429"/>
            </a:xfrm>
            <a:custGeom>
              <a:avLst/>
              <a:gdLst>
                <a:gd name="connsiteX0" fmla="*/ 1032512 w 4940931"/>
                <a:gd name="connsiteY0" fmla="*/ 137477 h 138429"/>
                <a:gd name="connsiteX1" fmla="*/ 1032512 w 4940931"/>
                <a:gd name="connsiteY1" fmla="*/ 137794 h 138429"/>
                <a:gd name="connsiteX2" fmla="*/ 1030607 w 4940931"/>
                <a:gd name="connsiteY2" fmla="*/ 138429 h 138429"/>
                <a:gd name="connsiteX3" fmla="*/ 4929501 w 4940931"/>
                <a:gd name="connsiteY3" fmla="*/ 87629 h 138429"/>
                <a:gd name="connsiteX4" fmla="*/ 4933946 w 4940931"/>
                <a:gd name="connsiteY4" fmla="*/ 88264 h 138429"/>
                <a:gd name="connsiteX5" fmla="*/ 4937756 w 4940931"/>
                <a:gd name="connsiteY5" fmla="*/ 90804 h 138429"/>
                <a:gd name="connsiteX6" fmla="*/ 4940296 w 4940931"/>
                <a:gd name="connsiteY6" fmla="*/ 94614 h 138429"/>
                <a:gd name="connsiteX7" fmla="*/ 4940931 w 4940931"/>
                <a:gd name="connsiteY7" fmla="*/ 99059 h 138429"/>
                <a:gd name="connsiteX8" fmla="*/ 4940296 w 4940931"/>
                <a:gd name="connsiteY8" fmla="*/ 103504 h 138429"/>
                <a:gd name="connsiteX9" fmla="*/ 4937756 w 4940931"/>
                <a:gd name="connsiteY9" fmla="*/ 107314 h 138429"/>
                <a:gd name="connsiteX10" fmla="*/ 4933946 w 4940931"/>
                <a:gd name="connsiteY10" fmla="*/ 109854 h 138429"/>
                <a:gd name="connsiteX11" fmla="*/ 4929501 w 4940931"/>
                <a:gd name="connsiteY11" fmla="*/ 110489 h 138429"/>
                <a:gd name="connsiteX12" fmla="*/ 4925056 w 4940931"/>
                <a:gd name="connsiteY12" fmla="*/ 109854 h 138429"/>
                <a:gd name="connsiteX13" fmla="*/ 4921246 w 4940931"/>
                <a:gd name="connsiteY13" fmla="*/ 107314 h 138429"/>
                <a:gd name="connsiteX14" fmla="*/ 4918706 w 4940931"/>
                <a:gd name="connsiteY14" fmla="*/ 103504 h 138429"/>
                <a:gd name="connsiteX15" fmla="*/ 4918071 w 4940931"/>
                <a:gd name="connsiteY15" fmla="*/ 99059 h 138429"/>
                <a:gd name="connsiteX16" fmla="*/ 4918706 w 4940931"/>
                <a:gd name="connsiteY16" fmla="*/ 94614 h 138429"/>
                <a:gd name="connsiteX17" fmla="*/ 4921246 w 4940931"/>
                <a:gd name="connsiteY17" fmla="*/ 90804 h 138429"/>
                <a:gd name="connsiteX18" fmla="*/ 4925056 w 4940931"/>
                <a:gd name="connsiteY18" fmla="*/ 88264 h 138429"/>
                <a:gd name="connsiteX19" fmla="*/ 4929501 w 4940931"/>
                <a:gd name="connsiteY19" fmla="*/ 87629 h 138429"/>
                <a:gd name="connsiteX20" fmla="*/ 3079110 w 4940931"/>
                <a:gd name="connsiteY20" fmla="*/ 87629 h 138429"/>
                <a:gd name="connsiteX21" fmla="*/ 3083555 w 4940931"/>
                <a:gd name="connsiteY21" fmla="*/ 88264 h 138429"/>
                <a:gd name="connsiteX22" fmla="*/ 3087365 w 4940931"/>
                <a:gd name="connsiteY22" fmla="*/ 90804 h 138429"/>
                <a:gd name="connsiteX23" fmla="*/ 3089905 w 4940931"/>
                <a:gd name="connsiteY23" fmla="*/ 94614 h 138429"/>
                <a:gd name="connsiteX24" fmla="*/ 3090540 w 4940931"/>
                <a:gd name="connsiteY24" fmla="*/ 99059 h 138429"/>
                <a:gd name="connsiteX25" fmla="*/ 3089905 w 4940931"/>
                <a:gd name="connsiteY25" fmla="*/ 103504 h 138429"/>
                <a:gd name="connsiteX26" fmla="*/ 3087365 w 4940931"/>
                <a:gd name="connsiteY26" fmla="*/ 107314 h 138429"/>
                <a:gd name="connsiteX27" fmla="*/ 3083555 w 4940931"/>
                <a:gd name="connsiteY27" fmla="*/ 109854 h 138429"/>
                <a:gd name="connsiteX28" fmla="*/ 3079110 w 4940931"/>
                <a:gd name="connsiteY28" fmla="*/ 110489 h 138429"/>
                <a:gd name="connsiteX29" fmla="*/ 3074665 w 4940931"/>
                <a:gd name="connsiteY29" fmla="*/ 109854 h 138429"/>
                <a:gd name="connsiteX30" fmla="*/ 3070855 w 4940931"/>
                <a:gd name="connsiteY30" fmla="*/ 107314 h 138429"/>
                <a:gd name="connsiteX31" fmla="*/ 3068315 w 4940931"/>
                <a:gd name="connsiteY31" fmla="*/ 103504 h 138429"/>
                <a:gd name="connsiteX32" fmla="*/ 3067680 w 4940931"/>
                <a:gd name="connsiteY32" fmla="*/ 99059 h 138429"/>
                <a:gd name="connsiteX33" fmla="*/ 3068315 w 4940931"/>
                <a:gd name="connsiteY33" fmla="*/ 94614 h 138429"/>
                <a:gd name="connsiteX34" fmla="*/ 3070855 w 4940931"/>
                <a:gd name="connsiteY34" fmla="*/ 90804 h 138429"/>
                <a:gd name="connsiteX35" fmla="*/ 3074665 w 4940931"/>
                <a:gd name="connsiteY35" fmla="*/ 88264 h 138429"/>
                <a:gd name="connsiteX36" fmla="*/ 3079110 w 4940931"/>
                <a:gd name="connsiteY36" fmla="*/ 87629 h 138429"/>
                <a:gd name="connsiteX37" fmla="*/ 1565275 w 4940931"/>
                <a:gd name="connsiteY37" fmla="*/ 87629 h 138429"/>
                <a:gd name="connsiteX38" fmla="*/ 1569720 w 4940931"/>
                <a:gd name="connsiteY38" fmla="*/ 88264 h 138429"/>
                <a:gd name="connsiteX39" fmla="*/ 1573529 w 4940931"/>
                <a:gd name="connsiteY39" fmla="*/ 90804 h 138429"/>
                <a:gd name="connsiteX40" fmla="*/ 1576069 w 4940931"/>
                <a:gd name="connsiteY40" fmla="*/ 94614 h 138429"/>
                <a:gd name="connsiteX41" fmla="*/ 1576705 w 4940931"/>
                <a:gd name="connsiteY41" fmla="*/ 99059 h 138429"/>
                <a:gd name="connsiteX42" fmla="*/ 1576069 w 4940931"/>
                <a:gd name="connsiteY42" fmla="*/ 103504 h 138429"/>
                <a:gd name="connsiteX43" fmla="*/ 1573529 w 4940931"/>
                <a:gd name="connsiteY43" fmla="*/ 107314 h 138429"/>
                <a:gd name="connsiteX44" fmla="*/ 1569720 w 4940931"/>
                <a:gd name="connsiteY44" fmla="*/ 109854 h 138429"/>
                <a:gd name="connsiteX45" fmla="*/ 1565275 w 4940931"/>
                <a:gd name="connsiteY45" fmla="*/ 110489 h 138429"/>
                <a:gd name="connsiteX46" fmla="*/ 1560830 w 4940931"/>
                <a:gd name="connsiteY46" fmla="*/ 109854 h 138429"/>
                <a:gd name="connsiteX47" fmla="*/ 1557020 w 4940931"/>
                <a:gd name="connsiteY47" fmla="*/ 107314 h 138429"/>
                <a:gd name="connsiteX48" fmla="*/ 1554479 w 4940931"/>
                <a:gd name="connsiteY48" fmla="*/ 103504 h 138429"/>
                <a:gd name="connsiteX49" fmla="*/ 1553844 w 4940931"/>
                <a:gd name="connsiteY49" fmla="*/ 99059 h 138429"/>
                <a:gd name="connsiteX50" fmla="*/ 1554479 w 4940931"/>
                <a:gd name="connsiteY50" fmla="*/ 94614 h 138429"/>
                <a:gd name="connsiteX51" fmla="*/ 1557020 w 4940931"/>
                <a:gd name="connsiteY51" fmla="*/ 90804 h 138429"/>
                <a:gd name="connsiteX52" fmla="*/ 1560830 w 4940931"/>
                <a:gd name="connsiteY52" fmla="*/ 88264 h 138429"/>
                <a:gd name="connsiteX53" fmla="*/ 1565275 w 4940931"/>
                <a:gd name="connsiteY53" fmla="*/ 87629 h 138429"/>
                <a:gd name="connsiteX54" fmla="*/ 2642230 w 4940931"/>
                <a:gd name="connsiteY54" fmla="*/ 73024 h 138429"/>
                <a:gd name="connsiteX55" fmla="*/ 2630800 w 4940931"/>
                <a:gd name="connsiteY55" fmla="*/ 76199 h 138429"/>
                <a:gd name="connsiteX56" fmla="*/ 2626355 w 4940931"/>
                <a:gd name="connsiteY56" fmla="*/ 84454 h 138429"/>
                <a:gd name="connsiteX57" fmla="*/ 2627625 w 4940931"/>
                <a:gd name="connsiteY57" fmla="*/ 90169 h 138429"/>
                <a:gd name="connsiteX58" fmla="*/ 2630800 w 4940931"/>
                <a:gd name="connsiteY58" fmla="*/ 93979 h 138429"/>
                <a:gd name="connsiteX59" fmla="*/ 2635245 w 4940931"/>
                <a:gd name="connsiteY59" fmla="*/ 96519 h 138429"/>
                <a:gd name="connsiteX60" fmla="*/ 2641595 w 4940931"/>
                <a:gd name="connsiteY60" fmla="*/ 97154 h 138429"/>
                <a:gd name="connsiteX61" fmla="*/ 2647310 w 4940931"/>
                <a:gd name="connsiteY61" fmla="*/ 96519 h 138429"/>
                <a:gd name="connsiteX62" fmla="*/ 2652390 w 4940931"/>
                <a:gd name="connsiteY62" fmla="*/ 93979 h 138429"/>
                <a:gd name="connsiteX63" fmla="*/ 2656835 w 4940931"/>
                <a:gd name="connsiteY63" fmla="*/ 90804 h 138429"/>
                <a:gd name="connsiteX64" fmla="*/ 2660010 w 4940931"/>
                <a:gd name="connsiteY64" fmla="*/ 86994 h 138429"/>
                <a:gd name="connsiteX65" fmla="*/ 2660010 w 4940931"/>
                <a:gd name="connsiteY65" fmla="*/ 75564 h 138429"/>
                <a:gd name="connsiteX66" fmla="*/ 2656200 w 4940931"/>
                <a:gd name="connsiteY66" fmla="*/ 74294 h 138429"/>
                <a:gd name="connsiteX67" fmla="*/ 2652390 w 4940931"/>
                <a:gd name="connsiteY67" fmla="*/ 73659 h 138429"/>
                <a:gd name="connsiteX68" fmla="*/ 2647945 w 4940931"/>
                <a:gd name="connsiteY68" fmla="*/ 73024 h 138429"/>
                <a:gd name="connsiteX69" fmla="*/ 2642230 w 4940931"/>
                <a:gd name="connsiteY69" fmla="*/ 73024 h 138429"/>
                <a:gd name="connsiteX70" fmla="*/ 4664706 w 4940931"/>
                <a:gd name="connsiteY70" fmla="*/ 43814 h 138429"/>
                <a:gd name="connsiteX71" fmla="*/ 4657086 w 4940931"/>
                <a:gd name="connsiteY71" fmla="*/ 45719 h 138429"/>
                <a:gd name="connsiteX72" fmla="*/ 4651371 w 4940931"/>
                <a:gd name="connsiteY72" fmla="*/ 50799 h 138429"/>
                <a:gd name="connsiteX73" fmla="*/ 4647561 w 4940931"/>
                <a:gd name="connsiteY73" fmla="*/ 59054 h 138429"/>
                <a:gd name="connsiteX74" fmla="*/ 4646291 w 4940931"/>
                <a:gd name="connsiteY74" fmla="*/ 69849 h 138429"/>
                <a:gd name="connsiteX75" fmla="*/ 4647561 w 4940931"/>
                <a:gd name="connsiteY75" fmla="*/ 81279 h 138429"/>
                <a:gd name="connsiteX76" fmla="*/ 4651371 w 4940931"/>
                <a:gd name="connsiteY76" fmla="*/ 89534 h 138429"/>
                <a:gd name="connsiteX77" fmla="*/ 4657721 w 4940931"/>
                <a:gd name="connsiteY77" fmla="*/ 94614 h 138429"/>
                <a:gd name="connsiteX78" fmla="*/ 4665341 w 4940931"/>
                <a:gd name="connsiteY78" fmla="*/ 96519 h 138429"/>
                <a:gd name="connsiteX79" fmla="*/ 4672961 w 4940931"/>
                <a:gd name="connsiteY79" fmla="*/ 94614 h 138429"/>
                <a:gd name="connsiteX80" fmla="*/ 4678676 w 4940931"/>
                <a:gd name="connsiteY80" fmla="*/ 88899 h 138429"/>
                <a:gd name="connsiteX81" fmla="*/ 4682486 w 4940931"/>
                <a:gd name="connsiteY81" fmla="*/ 80644 h 138429"/>
                <a:gd name="connsiteX82" fmla="*/ 4683756 w 4940931"/>
                <a:gd name="connsiteY82" fmla="*/ 70484 h 138429"/>
                <a:gd name="connsiteX83" fmla="*/ 4684391 w 4940931"/>
                <a:gd name="connsiteY83" fmla="*/ 69849 h 138429"/>
                <a:gd name="connsiteX84" fmla="*/ 4683121 w 4940931"/>
                <a:gd name="connsiteY84" fmla="*/ 59054 h 138429"/>
                <a:gd name="connsiteX85" fmla="*/ 4679311 w 4940931"/>
                <a:gd name="connsiteY85" fmla="*/ 50799 h 138429"/>
                <a:gd name="connsiteX86" fmla="*/ 4672961 w 4940931"/>
                <a:gd name="connsiteY86" fmla="*/ 45719 h 138429"/>
                <a:gd name="connsiteX87" fmla="*/ 4664706 w 4940931"/>
                <a:gd name="connsiteY87" fmla="*/ 43814 h 138429"/>
                <a:gd name="connsiteX88" fmla="*/ 4264020 w 4940931"/>
                <a:gd name="connsiteY88" fmla="*/ 43814 h 138429"/>
                <a:gd name="connsiteX89" fmla="*/ 4256400 w 4940931"/>
                <a:gd name="connsiteY89" fmla="*/ 45719 h 138429"/>
                <a:gd name="connsiteX90" fmla="*/ 4250685 w 4940931"/>
                <a:gd name="connsiteY90" fmla="*/ 50799 h 138429"/>
                <a:gd name="connsiteX91" fmla="*/ 4246875 w 4940931"/>
                <a:gd name="connsiteY91" fmla="*/ 59054 h 138429"/>
                <a:gd name="connsiteX92" fmla="*/ 4245605 w 4940931"/>
                <a:gd name="connsiteY92" fmla="*/ 69849 h 138429"/>
                <a:gd name="connsiteX93" fmla="*/ 4246875 w 4940931"/>
                <a:gd name="connsiteY93" fmla="*/ 81279 h 138429"/>
                <a:gd name="connsiteX94" fmla="*/ 4250685 w 4940931"/>
                <a:gd name="connsiteY94" fmla="*/ 89534 h 138429"/>
                <a:gd name="connsiteX95" fmla="*/ 4257035 w 4940931"/>
                <a:gd name="connsiteY95" fmla="*/ 94614 h 138429"/>
                <a:gd name="connsiteX96" fmla="*/ 4264655 w 4940931"/>
                <a:gd name="connsiteY96" fmla="*/ 96519 h 138429"/>
                <a:gd name="connsiteX97" fmla="*/ 4272275 w 4940931"/>
                <a:gd name="connsiteY97" fmla="*/ 94614 h 138429"/>
                <a:gd name="connsiteX98" fmla="*/ 4277990 w 4940931"/>
                <a:gd name="connsiteY98" fmla="*/ 88899 h 138429"/>
                <a:gd name="connsiteX99" fmla="*/ 4281800 w 4940931"/>
                <a:gd name="connsiteY99" fmla="*/ 80644 h 138429"/>
                <a:gd name="connsiteX100" fmla="*/ 4283070 w 4940931"/>
                <a:gd name="connsiteY100" fmla="*/ 70484 h 138429"/>
                <a:gd name="connsiteX101" fmla="*/ 4283705 w 4940931"/>
                <a:gd name="connsiteY101" fmla="*/ 69849 h 138429"/>
                <a:gd name="connsiteX102" fmla="*/ 4282435 w 4940931"/>
                <a:gd name="connsiteY102" fmla="*/ 59054 h 138429"/>
                <a:gd name="connsiteX103" fmla="*/ 4278625 w 4940931"/>
                <a:gd name="connsiteY103" fmla="*/ 50799 h 138429"/>
                <a:gd name="connsiteX104" fmla="*/ 4272275 w 4940931"/>
                <a:gd name="connsiteY104" fmla="*/ 45719 h 138429"/>
                <a:gd name="connsiteX105" fmla="*/ 4264020 w 4940931"/>
                <a:gd name="connsiteY105" fmla="*/ 43814 h 138429"/>
                <a:gd name="connsiteX106" fmla="*/ 1420495 w 4940931"/>
                <a:gd name="connsiteY106" fmla="*/ 43814 h 138429"/>
                <a:gd name="connsiteX107" fmla="*/ 1412875 w 4940931"/>
                <a:gd name="connsiteY107" fmla="*/ 45719 h 138429"/>
                <a:gd name="connsiteX108" fmla="*/ 1407160 w 4940931"/>
                <a:gd name="connsiteY108" fmla="*/ 50799 h 138429"/>
                <a:gd name="connsiteX109" fmla="*/ 1403350 w 4940931"/>
                <a:gd name="connsiteY109" fmla="*/ 59054 h 138429"/>
                <a:gd name="connsiteX110" fmla="*/ 1402080 w 4940931"/>
                <a:gd name="connsiteY110" fmla="*/ 69849 h 138429"/>
                <a:gd name="connsiteX111" fmla="*/ 1403350 w 4940931"/>
                <a:gd name="connsiteY111" fmla="*/ 81279 h 138429"/>
                <a:gd name="connsiteX112" fmla="*/ 1407160 w 4940931"/>
                <a:gd name="connsiteY112" fmla="*/ 89534 h 138429"/>
                <a:gd name="connsiteX113" fmla="*/ 1413510 w 4940931"/>
                <a:gd name="connsiteY113" fmla="*/ 94614 h 138429"/>
                <a:gd name="connsiteX114" fmla="*/ 1421130 w 4940931"/>
                <a:gd name="connsiteY114" fmla="*/ 96519 h 138429"/>
                <a:gd name="connsiteX115" fmla="*/ 1428750 w 4940931"/>
                <a:gd name="connsiteY115" fmla="*/ 94614 h 138429"/>
                <a:gd name="connsiteX116" fmla="*/ 1434465 w 4940931"/>
                <a:gd name="connsiteY116" fmla="*/ 88899 h 138429"/>
                <a:gd name="connsiteX117" fmla="*/ 1438275 w 4940931"/>
                <a:gd name="connsiteY117" fmla="*/ 80644 h 138429"/>
                <a:gd name="connsiteX118" fmla="*/ 1439545 w 4940931"/>
                <a:gd name="connsiteY118" fmla="*/ 70484 h 138429"/>
                <a:gd name="connsiteX119" fmla="*/ 1440180 w 4940931"/>
                <a:gd name="connsiteY119" fmla="*/ 69849 h 138429"/>
                <a:gd name="connsiteX120" fmla="*/ 1438910 w 4940931"/>
                <a:gd name="connsiteY120" fmla="*/ 59054 h 138429"/>
                <a:gd name="connsiteX121" fmla="*/ 1435100 w 4940931"/>
                <a:gd name="connsiteY121" fmla="*/ 50799 h 138429"/>
                <a:gd name="connsiteX122" fmla="*/ 1428750 w 4940931"/>
                <a:gd name="connsiteY122" fmla="*/ 45719 h 138429"/>
                <a:gd name="connsiteX123" fmla="*/ 1420495 w 4940931"/>
                <a:gd name="connsiteY123" fmla="*/ 43814 h 138429"/>
                <a:gd name="connsiteX124" fmla="*/ 4041770 w 4940931"/>
                <a:gd name="connsiteY124" fmla="*/ 43180 h 138429"/>
                <a:gd name="connsiteX125" fmla="*/ 4034785 w 4940931"/>
                <a:gd name="connsiteY125" fmla="*/ 44450 h 138429"/>
                <a:gd name="connsiteX126" fmla="*/ 4029705 w 4940931"/>
                <a:gd name="connsiteY126" fmla="*/ 48260 h 138429"/>
                <a:gd name="connsiteX127" fmla="*/ 4025895 w 4940931"/>
                <a:gd name="connsiteY127" fmla="*/ 54610 h 138429"/>
                <a:gd name="connsiteX128" fmla="*/ 4023990 w 4940931"/>
                <a:gd name="connsiteY128" fmla="*/ 62865 h 138429"/>
                <a:gd name="connsiteX129" fmla="*/ 4060185 w 4940931"/>
                <a:gd name="connsiteY129" fmla="*/ 62865 h 138429"/>
                <a:gd name="connsiteX130" fmla="*/ 4058915 w 4940931"/>
                <a:gd name="connsiteY130" fmla="*/ 55245 h 138429"/>
                <a:gd name="connsiteX131" fmla="*/ 4055740 w 4940931"/>
                <a:gd name="connsiteY131" fmla="*/ 48895 h 138429"/>
                <a:gd name="connsiteX132" fmla="*/ 4050025 w 4940931"/>
                <a:gd name="connsiteY132" fmla="*/ 44450 h 138429"/>
                <a:gd name="connsiteX133" fmla="*/ 4041770 w 4940931"/>
                <a:gd name="connsiteY133" fmla="*/ 43180 h 138429"/>
                <a:gd name="connsiteX134" fmla="*/ 3728081 w 4940931"/>
                <a:gd name="connsiteY134" fmla="*/ 43180 h 138429"/>
                <a:gd name="connsiteX135" fmla="*/ 3721096 w 4940931"/>
                <a:gd name="connsiteY135" fmla="*/ 44450 h 138429"/>
                <a:gd name="connsiteX136" fmla="*/ 3716016 w 4940931"/>
                <a:gd name="connsiteY136" fmla="*/ 48260 h 138429"/>
                <a:gd name="connsiteX137" fmla="*/ 3712206 w 4940931"/>
                <a:gd name="connsiteY137" fmla="*/ 54610 h 138429"/>
                <a:gd name="connsiteX138" fmla="*/ 3710301 w 4940931"/>
                <a:gd name="connsiteY138" fmla="*/ 62865 h 138429"/>
                <a:gd name="connsiteX139" fmla="*/ 3746496 w 4940931"/>
                <a:gd name="connsiteY139" fmla="*/ 62865 h 138429"/>
                <a:gd name="connsiteX140" fmla="*/ 3745226 w 4940931"/>
                <a:gd name="connsiteY140" fmla="*/ 55245 h 138429"/>
                <a:gd name="connsiteX141" fmla="*/ 3742051 w 4940931"/>
                <a:gd name="connsiteY141" fmla="*/ 48895 h 138429"/>
                <a:gd name="connsiteX142" fmla="*/ 3736336 w 4940931"/>
                <a:gd name="connsiteY142" fmla="*/ 44450 h 138429"/>
                <a:gd name="connsiteX143" fmla="*/ 3728081 w 4940931"/>
                <a:gd name="connsiteY143" fmla="*/ 43180 h 138429"/>
                <a:gd name="connsiteX144" fmla="*/ 3541391 w 4940931"/>
                <a:gd name="connsiteY144" fmla="*/ 43180 h 138429"/>
                <a:gd name="connsiteX145" fmla="*/ 3534406 w 4940931"/>
                <a:gd name="connsiteY145" fmla="*/ 44450 h 138429"/>
                <a:gd name="connsiteX146" fmla="*/ 3529326 w 4940931"/>
                <a:gd name="connsiteY146" fmla="*/ 48260 h 138429"/>
                <a:gd name="connsiteX147" fmla="*/ 3525516 w 4940931"/>
                <a:gd name="connsiteY147" fmla="*/ 54610 h 138429"/>
                <a:gd name="connsiteX148" fmla="*/ 3523611 w 4940931"/>
                <a:gd name="connsiteY148" fmla="*/ 62865 h 138429"/>
                <a:gd name="connsiteX149" fmla="*/ 3559806 w 4940931"/>
                <a:gd name="connsiteY149" fmla="*/ 62865 h 138429"/>
                <a:gd name="connsiteX150" fmla="*/ 3558536 w 4940931"/>
                <a:gd name="connsiteY150" fmla="*/ 55245 h 138429"/>
                <a:gd name="connsiteX151" fmla="*/ 3555361 w 4940931"/>
                <a:gd name="connsiteY151" fmla="*/ 48895 h 138429"/>
                <a:gd name="connsiteX152" fmla="*/ 3549646 w 4940931"/>
                <a:gd name="connsiteY152" fmla="*/ 44450 h 138429"/>
                <a:gd name="connsiteX153" fmla="*/ 3541391 w 4940931"/>
                <a:gd name="connsiteY153" fmla="*/ 43180 h 138429"/>
                <a:gd name="connsiteX154" fmla="*/ 3463285 w 4940931"/>
                <a:gd name="connsiteY154" fmla="*/ 43180 h 138429"/>
                <a:gd name="connsiteX155" fmla="*/ 3458205 w 4940931"/>
                <a:gd name="connsiteY155" fmla="*/ 43815 h 138429"/>
                <a:gd name="connsiteX156" fmla="*/ 3453125 w 4940931"/>
                <a:gd name="connsiteY156" fmla="*/ 45720 h 138429"/>
                <a:gd name="connsiteX157" fmla="*/ 3448680 w 4940931"/>
                <a:gd name="connsiteY157" fmla="*/ 48895 h 138429"/>
                <a:gd name="connsiteX158" fmla="*/ 3445505 w 4940931"/>
                <a:gd name="connsiteY158" fmla="*/ 52705 h 138429"/>
                <a:gd name="connsiteX159" fmla="*/ 3445505 w 4940931"/>
                <a:gd name="connsiteY159" fmla="*/ 85725 h 138429"/>
                <a:gd name="connsiteX160" fmla="*/ 3448680 w 4940931"/>
                <a:gd name="connsiteY160" fmla="*/ 89535 h 138429"/>
                <a:gd name="connsiteX161" fmla="*/ 3453125 w 4940931"/>
                <a:gd name="connsiteY161" fmla="*/ 92710 h 138429"/>
                <a:gd name="connsiteX162" fmla="*/ 3458205 w 4940931"/>
                <a:gd name="connsiteY162" fmla="*/ 95250 h 138429"/>
                <a:gd name="connsiteX163" fmla="*/ 3463920 w 4940931"/>
                <a:gd name="connsiteY163" fmla="*/ 95885 h 138429"/>
                <a:gd name="connsiteX164" fmla="*/ 3476620 w 4940931"/>
                <a:gd name="connsiteY164" fmla="*/ 89535 h 138429"/>
                <a:gd name="connsiteX165" fmla="*/ 3481065 w 4940931"/>
                <a:gd name="connsiteY165" fmla="*/ 71120 h 138429"/>
                <a:gd name="connsiteX166" fmla="*/ 3480430 w 4940931"/>
                <a:gd name="connsiteY166" fmla="*/ 71755 h 138429"/>
                <a:gd name="connsiteX167" fmla="*/ 3475985 w 4940931"/>
                <a:gd name="connsiteY167" fmla="*/ 50165 h 138429"/>
                <a:gd name="connsiteX168" fmla="*/ 3463285 w 4940931"/>
                <a:gd name="connsiteY168" fmla="*/ 43180 h 138429"/>
                <a:gd name="connsiteX169" fmla="*/ 3343271 w 4940931"/>
                <a:gd name="connsiteY169" fmla="*/ 43180 h 138429"/>
                <a:gd name="connsiteX170" fmla="*/ 3336286 w 4940931"/>
                <a:gd name="connsiteY170" fmla="*/ 44450 h 138429"/>
                <a:gd name="connsiteX171" fmla="*/ 3331206 w 4940931"/>
                <a:gd name="connsiteY171" fmla="*/ 48260 h 138429"/>
                <a:gd name="connsiteX172" fmla="*/ 3327396 w 4940931"/>
                <a:gd name="connsiteY172" fmla="*/ 54610 h 138429"/>
                <a:gd name="connsiteX173" fmla="*/ 3325491 w 4940931"/>
                <a:gd name="connsiteY173" fmla="*/ 62865 h 138429"/>
                <a:gd name="connsiteX174" fmla="*/ 3361686 w 4940931"/>
                <a:gd name="connsiteY174" fmla="*/ 62865 h 138429"/>
                <a:gd name="connsiteX175" fmla="*/ 3360416 w 4940931"/>
                <a:gd name="connsiteY175" fmla="*/ 55245 h 138429"/>
                <a:gd name="connsiteX176" fmla="*/ 3357241 w 4940931"/>
                <a:gd name="connsiteY176" fmla="*/ 48895 h 138429"/>
                <a:gd name="connsiteX177" fmla="*/ 3351526 w 4940931"/>
                <a:gd name="connsiteY177" fmla="*/ 44450 h 138429"/>
                <a:gd name="connsiteX178" fmla="*/ 3343271 w 4940931"/>
                <a:gd name="connsiteY178" fmla="*/ 43180 h 138429"/>
                <a:gd name="connsiteX179" fmla="*/ 2976876 w 4940931"/>
                <a:gd name="connsiteY179" fmla="*/ 43180 h 138429"/>
                <a:gd name="connsiteX180" fmla="*/ 2969891 w 4940931"/>
                <a:gd name="connsiteY180" fmla="*/ 44450 h 138429"/>
                <a:gd name="connsiteX181" fmla="*/ 2964811 w 4940931"/>
                <a:gd name="connsiteY181" fmla="*/ 48260 h 138429"/>
                <a:gd name="connsiteX182" fmla="*/ 2961001 w 4940931"/>
                <a:gd name="connsiteY182" fmla="*/ 54610 h 138429"/>
                <a:gd name="connsiteX183" fmla="*/ 2959096 w 4940931"/>
                <a:gd name="connsiteY183" fmla="*/ 62865 h 138429"/>
                <a:gd name="connsiteX184" fmla="*/ 2995291 w 4940931"/>
                <a:gd name="connsiteY184" fmla="*/ 62865 h 138429"/>
                <a:gd name="connsiteX185" fmla="*/ 2994021 w 4940931"/>
                <a:gd name="connsiteY185" fmla="*/ 55245 h 138429"/>
                <a:gd name="connsiteX186" fmla="*/ 2990846 w 4940931"/>
                <a:gd name="connsiteY186" fmla="*/ 48895 h 138429"/>
                <a:gd name="connsiteX187" fmla="*/ 2985131 w 4940931"/>
                <a:gd name="connsiteY187" fmla="*/ 44450 h 138429"/>
                <a:gd name="connsiteX188" fmla="*/ 2976876 w 4940931"/>
                <a:gd name="connsiteY188" fmla="*/ 43180 h 138429"/>
                <a:gd name="connsiteX189" fmla="*/ 2527930 w 4940931"/>
                <a:gd name="connsiteY189" fmla="*/ 43180 h 138429"/>
                <a:gd name="connsiteX190" fmla="*/ 2520945 w 4940931"/>
                <a:gd name="connsiteY190" fmla="*/ 44450 h 138429"/>
                <a:gd name="connsiteX191" fmla="*/ 2515865 w 4940931"/>
                <a:gd name="connsiteY191" fmla="*/ 48260 h 138429"/>
                <a:gd name="connsiteX192" fmla="*/ 2512055 w 4940931"/>
                <a:gd name="connsiteY192" fmla="*/ 54610 h 138429"/>
                <a:gd name="connsiteX193" fmla="*/ 2510150 w 4940931"/>
                <a:gd name="connsiteY193" fmla="*/ 62865 h 138429"/>
                <a:gd name="connsiteX194" fmla="*/ 2546345 w 4940931"/>
                <a:gd name="connsiteY194" fmla="*/ 62865 h 138429"/>
                <a:gd name="connsiteX195" fmla="*/ 2545075 w 4940931"/>
                <a:gd name="connsiteY195" fmla="*/ 55245 h 138429"/>
                <a:gd name="connsiteX196" fmla="*/ 2541900 w 4940931"/>
                <a:gd name="connsiteY196" fmla="*/ 48895 h 138429"/>
                <a:gd name="connsiteX197" fmla="*/ 2536185 w 4940931"/>
                <a:gd name="connsiteY197" fmla="*/ 44450 h 138429"/>
                <a:gd name="connsiteX198" fmla="*/ 2527930 w 4940931"/>
                <a:gd name="connsiteY198" fmla="*/ 43180 h 138429"/>
                <a:gd name="connsiteX199" fmla="*/ 2214240 w 4940931"/>
                <a:gd name="connsiteY199" fmla="*/ 43180 h 138429"/>
                <a:gd name="connsiteX200" fmla="*/ 2207255 w 4940931"/>
                <a:gd name="connsiteY200" fmla="*/ 44450 h 138429"/>
                <a:gd name="connsiteX201" fmla="*/ 2202175 w 4940931"/>
                <a:gd name="connsiteY201" fmla="*/ 48260 h 138429"/>
                <a:gd name="connsiteX202" fmla="*/ 2198365 w 4940931"/>
                <a:gd name="connsiteY202" fmla="*/ 54610 h 138429"/>
                <a:gd name="connsiteX203" fmla="*/ 2196460 w 4940931"/>
                <a:gd name="connsiteY203" fmla="*/ 62865 h 138429"/>
                <a:gd name="connsiteX204" fmla="*/ 2232655 w 4940931"/>
                <a:gd name="connsiteY204" fmla="*/ 62865 h 138429"/>
                <a:gd name="connsiteX205" fmla="*/ 2231385 w 4940931"/>
                <a:gd name="connsiteY205" fmla="*/ 55245 h 138429"/>
                <a:gd name="connsiteX206" fmla="*/ 2228210 w 4940931"/>
                <a:gd name="connsiteY206" fmla="*/ 48895 h 138429"/>
                <a:gd name="connsiteX207" fmla="*/ 2222495 w 4940931"/>
                <a:gd name="connsiteY207" fmla="*/ 44450 h 138429"/>
                <a:gd name="connsiteX208" fmla="*/ 2214240 w 4940931"/>
                <a:gd name="connsiteY208" fmla="*/ 43180 h 138429"/>
                <a:gd name="connsiteX209" fmla="*/ 2027551 w 4940931"/>
                <a:gd name="connsiteY209" fmla="*/ 43180 h 138429"/>
                <a:gd name="connsiteX210" fmla="*/ 2020566 w 4940931"/>
                <a:gd name="connsiteY210" fmla="*/ 44450 h 138429"/>
                <a:gd name="connsiteX211" fmla="*/ 2015486 w 4940931"/>
                <a:gd name="connsiteY211" fmla="*/ 48260 h 138429"/>
                <a:gd name="connsiteX212" fmla="*/ 2011676 w 4940931"/>
                <a:gd name="connsiteY212" fmla="*/ 54610 h 138429"/>
                <a:gd name="connsiteX213" fmla="*/ 2009771 w 4940931"/>
                <a:gd name="connsiteY213" fmla="*/ 62865 h 138429"/>
                <a:gd name="connsiteX214" fmla="*/ 2045966 w 4940931"/>
                <a:gd name="connsiteY214" fmla="*/ 62865 h 138429"/>
                <a:gd name="connsiteX215" fmla="*/ 2044696 w 4940931"/>
                <a:gd name="connsiteY215" fmla="*/ 55245 h 138429"/>
                <a:gd name="connsiteX216" fmla="*/ 2041521 w 4940931"/>
                <a:gd name="connsiteY216" fmla="*/ 48895 h 138429"/>
                <a:gd name="connsiteX217" fmla="*/ 2035806 w 4940931"/>
                <a:gd name="connsiteY217" fmla="*/ 44450 h 138429"/>
                <a:gd name="connsiteX218" fmla="*/ 2027551 w 4940931"/>
                <a:gd name="connsiteY218" fmla="*/ 43180 h 138429"/>
                <a:gd name="connsiteX219" fmla="*/ 1949445 w 4940931"/>
                <a:gd name="connsiteY219" fmla="*/ 43180 h 138429"/>
                <a:gd name="connsiteX220" fmla="*/ 1944365 w 4940931"/>
                <a:gd name="connsiteY220" fmla="*/ 43815 h 138429"/>
                <a:gd name="connsiteX221" fmla="*/ 1939285 w 4940931"/>
                <a:gd name="connsiteY221" fmla="*/ 45720 h 138429"/>
                <a:gd name="connsiteX222" fmla="*/ 1934840 w 4940931"/>
                <a:gd name="connsiteY222" fmla="*/ 48895 h 138429"/>
                <a:gd name="connsiteX223" fmla="*/ 1931665 w 4940931"/>
                <a:gd name="connsiteY223" fmla="*/ 52705 h 138429"/>
                <a:gd name="connsiteX224" fmla="*/ 1931665 w 4940931"/>
                <a:gd name="connsiteY224" fmla="*/ 85725 h 138429"/>
                <a:gd name="connsiteX225" fmla="*/ 1934840 w 4940931"/>
                <a:gd name="connsiteY225" fmla="*/ 89535 h 138429"/>
                <a:gd name="connsiteX226" fmla="*/ 1939285 w 4940931"/>
                <a:gd name="connsiteY226" fmla="*/ 92710 h 138429"/>
                <a:gd name="connsiteX227" fmla="*/ 1944365 w 4940931"/>
                <a:gd name="connsiteY227" fmla="*/ 95250 h 138429"/>
                <a:gd name="connsiteX228" fmla="*/ 1950080 w 4940931"/>
                <a:gd name="connsiteY228" fmla="*/ 95885 h 138429"/>
                <a:gd name="connsiteX229" fmla="*/ 1962780 w 4940931"/>
                <a:gd name="connsiteY229" fmla="*/ 89535 h 138429"/>
                <a:gd name="connsiteX230" fmla="*/ 1967225 w 4940931"/>
                <a:gd name="connsiteY230" fmla="*/ 71120 h 138429"/>
                <a:gd name="connsiteX231" fmla="*/ 1966590 w 4940931"/>
                <a:gd name="connsiteY231" fmla="*/ 71755 h 138429"/>
                <a:gd name="connsiteX232" fmla="*/ 1962145 w 4940931"/>
                <a:gd name="connsiteY232" fmla="*/ 50165 h 138429"/>
                <a:gd name="connsiteX233" fmla="*/ 1949445 w 4940931"/>
                <a:gd name="connsiteY233" fmla="*/ 43180 h 138429"/>
                <a:gd name="connsiteX234" fmla="*/ 1829431 w 4940931"/>
                <a:gd name="connsiteY234" fmla="*/ 43180 h 138429"/>
                <a:gd name="connsiteX235" fmla="*/ 1822446 w 4940931"/>
                <a:gd name="connsiteY235" fmla="*/ 44450 h 138429"/>
                <a:gd name="connsiteX236" fmla="*/ 1817366 w 4940931"/>
                <a:gd name="connsiteY236" fmla="*/ 48260 h 138429"/>
                <a:gd name="connsiteX237" fmla="*/ 1813556 w 4940931"/>
                <a:gd name="connsiteY237" fmla="*/ 54610 h 138429"/>
                <a:gd name="connsiteX238" fmla="*/ 1811651 w 4940931"/>
                <a:gd name="connsiteY238" fmla="*/ 62865 h 138429"/>
                <a:gd name="connsiteX239" fmla="*/ 1847846 w 4940931"/>
                <a:gd name="connsiteY239" fmla="*/ 62865 h 138429"/>
                <a:gd name="connsiteX240" fmla="*/ 1846576 w 4940931"/>
                <a:gd name="connsiteY240" fmla="*/ 55245 h 138429"/>
                <a:gd name="connsiteX241" fmla="*/ 1843401 w 4940931"/>
                <a:gd name="connsiteY241" fmla="*/ 48895 h 138429"/>
                <a:gd name="connsiteX242" fmla="*/ 1837686 w 4940931"/>
                <a:gd name="connsiteY242" fmla="*/ 44450 h 138429"/>
                <a:gd name="connsiteX243" fmla="*/ 1829431 w 4940931"/>
                <a:gd name="connsiteY243" fmla="*/ 43180 h 138429"/>
                <a:gd name="connsiteX244" fmla="*/ 1178561 w 4940931"/>
                <a:gd name="connsiteY244" fmla="*/ 43180 h 138429"/>
                <a:gd name="connsiteX245" fmla="*/ 1171576 w 4940931"/>
                <a:gd name="connsiteY245" fmla="*/ 44450 h 138429"/>
                <a:gd name="connsiteX246" fmla="*/ 1166496 w 4940931"/>
                <a:gd name="connsiteY246" fmla="*/ 48260 h 138429"/>
                <a:gd name="connsiteX247" fmla="*/ 1162686 w 4940931"/>
                <a:gd name="connsiteY247" fmla="*/ 54610 h 138429"/>
                <a:gd name="connsiteX248" fmla="*/ 1160781 w 4940931"/>
                <a:gd name="connsiteY248" fmla="*/ 62865 h 138429"/>
                <a:gd name="connsiteX249" fmla="*/ 1196976 w 4940931"/>
                <a:gd name="connsiteY249" fmla="*/ 62865 h 138429"/>
                <a:gd name="connsiteX250" fmla="*/ 1195706 w 4940931"/>
                <a:gd name="connsiteY250" fmla="*/ 55245 h 138429"/>
                <a:gd name="connsiteX251" fmla="*/ 1192531 w 4940931"/>
                <a:gd name="connsiteY251" fmla="*/ 48895 h 138429"/>
                <a:gd name="connsiteX252" fmla="*/ 1186816 w 4940931"/>
                <a:gd name="connsiteY252" fmla="*/ 44450 h 138429"/>
                <a:gd name="connsiteX253" fmla="*/ 1178561 w 4940931"/>
                <a:gd name="connsiteY253" fmla="*/ 43180 h 138429"/>
                <a:gd name="connsiteX254" fmla="*/ 898525 w 4940931"/>
                <a:gd name="connsiteY254" fmla="*/ 43180 h 138429"/>
                <a:gd name="connsiteX255" fmla="*/ 891540 w 4940931"/>
                <a:gd name="connsiteY255" fmla="*/ 44450 h 138429"/>
                <a:gd name="connsiteX256" fmla="*/ 886460 w 4940931"/>
                <a:gd name="connsiteY256" fmla="*/ 48260 h 138429"/>
                <a:gd name="connsiteX257" fmla="*/ 882650 w 4940931"/>
                <a:gd name="connsiteY257" fmla="*/ 54610 h 138429"/>
                <a:gd name="connsiteX258" fmla="*/ 880745 w 4940931"/>
                <a:gd name="connsiteY258" fmla="*/ 62865 h 138429"/>
                <a:gd name="connsiteX259" fmla="*/ 916940 w 4940931"/>
                <a:gd name="connsiteY259" fmla="*/ 62865 h 138429"/>
                <a:gd name="connsiteX260" fmla="*/ 915670 w 4940931"/>
                <a:gd name="connsiteY260" fmla="*/ 55245 h 138429"/>
                <a:gd name="connsiteX261" fmla="*/ 912495 w 4940931"/>
                <a:gd name="connsiteY261" fmla="*/ 48895 h 138429"/>
                <a:gd name="connsiteX262" fmla="*/ 906780 w 4940931"/>
                <a:gd name="connsiteY262" fmla="*/ 44450 h 138429"/>
                <a:gd name="connsiteX263" fmla="*/ 898525 w 4940931"/>
                <a:gd name="connsiteY263" fmla="*/ 43180 h 138429"/>
                <a:gd name="connsiteX264" fmla="*/ 584834 w 4940931"/>
                <a:gd name="connsiteY264" fmla="*/ 43180 h 138429"/>
                <a:gd name="connsiteX265" fmla="*/ 577849 w 4940931"/>
                <a:gd name="connsiteY265" fmla="*/ 44450 h 138429"/>
                <a:gd name="connsiteX266" fmla="*/ 572769 w 4940931"/>
                <a:gd name="connsiteY266" fmla="*/ 48260 h 138429"/>
                <a:gd name="connsiteX267" fmla="*/ 568959 w 4940931"/>
                <a:gd name="connsiteY267" fmla="*/ 54610 h 138429"/>
                <a:gd name="connsiteX268" fmla="*/ 567054 w 4940931"/>
                <a:gd name="connsiteY268" fmla="*/ 62865 h 138429"/>
                <a:gd name="connsiteX269" fmla="*/ 603249 w 4940931"/>
                <a:gd name="connsiteY269" fmla="*/ 62865 h 138429"/>
                <a:gd name="connsiteX270" fmla="*/ 601979 w 4940931"/>
                <a:gd name="connsiteY270" fmla="*/ 55245 h 138429"/>
                <a:gd name="connsiteX271" fmla="*/ 598804 w 4940931"/>
                <a:gd name="connsiteY271" fmla="*/ 48895 h 138429"/>
                <a:gd name="connsiteX272" fmla="*/ 593089 w 4940931"/>
                <a:gd name="connsiteY272" fmla="*/ 44450 h 138429"/>
                <a:gd name="connsiteX273" fmla="*/ 584834 w 4940931"/>
                <a:gd name="connsiteY273" fmla="*/ 43180 h 138429"/>
                <a:gd name="connsiteX274" fmla="*/ 398145 w 4940931"/>
                <a:gd name="connsiteY274" fmla="*/ 43180 h 138429"/>
                <a:gd name="connsiteX275" fmla="*/ 391160 w 4940931"/>
                <a:gd name="connsiteY275" fmla="*/ 44450 h 138429"/>
                <a:gd name="connsiteX276" fmla="*/ 386080 w 4940931"/>
                <a:gd name="connsiteY276" fmla="*/ 48260 h 138429"/>
                <a:gd name="connsiteX277" fmla="*/ 382270 w 4940931"/>
                <a:gd name="connsiteY277" fmla="*/ 54610 h 138429"/>
                <a:gd name="connsiteX278" fmla="*/ 380365 w 4940931"/>
                <a:gd name="connsiteY278" fmla="*/ 62865 h 138429"/>
                <a:gd name="connsiteX279" fmla="*/ 416560 w 4940931"/>
                <a:gd name="connsiteY279" fmla="*/ 62865 h 138429"/>
                <a:gd name="connsiteX280" fmla="*/ 415290 w 4940931"/>
                <a:gd name="connsiteY280" fmla="*/ 55245 h 138429"/>
                <a:gd name="connsiteX281" fmla="*/ 412115 w 4940931"/>
                <a:gd name="connsiteY281" fmla="*/ 48895 h 138429"/>
                <a:gd name="connsiteX282" fmla="*/ 406400 w 4940931"/>
                <a:gd name="connsiteY282" fmla="*/ 44450 h 138429"/>
                <a:gd name="connsiteX283" fmla="*/ 398145 w 4940931"/>
                <a:gd name="connsiteY283" fmla="*/ 43180 h 138429"/>
                <a:gd name="connsiteX284" fmla="*/ 320039 w 4940931"/>
                <a:gd name="connsiteY284" fmla="*/ 43180 h 138429"/>
                <a:gd name="connsiteX285" fmla="*/ 314959 w 4940931"/>
                <a:gd name="connsiteY285" fmla="*/ 43815 h 138429"/>
                <a:gd name="connsiteX286" fmla="*/ 309879 w 4940931"/>
                <a:gd name="connsiteY286" fmla="*/ 45720 h 138429"/>
                <a:gd name="connsiteX287" fmla="*/ 305434 w 4940931"/>
                <a:gd name="connsiteY287" fmla="*/ 48895 h 138429"/>
                <a:gd name="connsiteX288" fmla="*/ 302259 w 4940931"/>
                <a:gd name="connsiteY288" fmla="*/ 52705 h 138429"/>
                <a:gd name="connsiteX289" fmla="*/ 302259 w 4940931"/>
                <a:gd name="connsiteY289" fmla="*/ 85725 h 138429"/>
                <a:gd name="connsiteX290" fmla="*/ 305434 w 4940931"/>
                <a:gd name="connsiteY290" fmla="*/ 89535 h 138429"/>
                <a:gd name="connsiteX291" fmla="*/ 309879 w 4940931"/>
                <a:gd name="connsiteY291" fmla="*/ 92710 h 138429"/>
                <a:gd name="connsiteX292" fmla="*/ 314959 w 4940931"/>
                <a:gd name="connsiteY292" fmla="*/ 95250 h 138429"/>
                <a:gd name="connsiteX293" fmla="*/ 320674 w 4940931"/>
                <a:gd name="connsiteY293" fmla="*/ 95885 h 138429"/>
                <a:gd name="connsiteX294" fmla="*/ 333374 w 4940931"/>
                <a:gd name="connsiteY294" fmla="*/ 89535 h 138429"/>
                <a:gd name="connsiteX295" fmla="*/ 337819 w 4940931"/>
                <a:gd name="connsiteY295" fmla="*/ 71120 h 138429"/>
                <a:gd name="connsiteX296" fmla="*/ 337184 w 4940931"/>
                <a:gd name="connsiteY296" fmla="*/ 71755 h 138429"/>
                <a:gd name="connsiteX297" fmla="*/ 332739 w 4940931"/>
                <a:gd name="connsiteY297" fmla="*/ 50165 h 138429"/>
                <a:gd name="connsiteX298" fmla="*/ 320039 w 4940931"/>
                <a:gd name="connsiteY298" fmla="*/ 43180 h 138429"/>
                <a:gd name="connsiteX299" fmla="*/ 200025 w 4940931"/>
                <a:gd name="connsiteY299" fmla="*/ 43180 h 138429"/>
                <a:gd name="connsiteX300" fmla="*/ 193040 w 4940931"/>
                <a:gd name="connsiteY300" fmla="*/ 44450 h 138429"/>
                <a:gd name="connsiteX301" fmla="*/ 187960 w 4940931"/>
                <a:gd name="connsiteY301" fmla="*/ 48260 h 138429"/>
                <a:gd name="connsiteX302" fmla="*/ 184150 w 4940931"/>
                <a:gd name="connsiteY302" fmla="*/ 54610 h 138429"/>
                <a:gd name="connsiteX303" fmla="*/ 182245 w 4940931"/>
                <a:gd name="connsiteY303" fmla="*/ 62865 h 138429"/>
                <a:gd name="connsiteX304" fmla="*/ 218440 w 4940931"/>
                <a:gd name="connsiteY304" fmla="*/ 62865 h 138429"/>
                <a:gd name="connsiteX305" fmla="*/ 217170 w 4940931"/>
                <a:gd name="connsiteY305" fmla="*/ 55245 h 138429"/>
                <a:gd name="connsiteX306" fmla="*/ 213995 w 4940931"/>
                <a:gd name="connsiteY306" fmla="*/ 48895 h 138429"/>
                <a:gd name="connsiteX307" fmla="*/ 208280 w 4940931"/>
                <a:gd name="connsiteY307" fmla="*/ 44450 h 138429"/>
                <a:gd name="connsiteX308" fmla="*/ 200025 w 4940931"/>
                <a:gd name="connsiteY308" fmla="*/ 43180 h 138429"/>
                <a:gd name="connsiteX309" fmla="*/ 4439281 w 4940931"/>
                <a:gd name="connsiteY309" fmla="*/ 43179 h 138429"/>
                <a:gd name="connsiteX310" fmla="*/ 4426581 w 4940931"/>
                <a:gd name="connsiteY310" fmla="*/ 49529 h 138429"/>
                <a:gd name="connsiteX311" fmla="*/ 4422136 w 4940931"/>
                <a:gd name="connsiteY311" fmla="*/ 67944 h 138429"/>
                <a:gd name="connsiteX312" fmla="*/ 4423406 w 4940931"/>
                <a:gd name="connsiteY312" fmla="*/ 80644 h 138429"/>
                <a:gd name="connsiteX313" fmla="*/ 4426581 w 4940931"/>
                <a:gd name="connsiteY313" fmla="*/ 89534 h 138429"/>
                <a:gd name="connsiteX314" fmla="*/ 4432296 w 4940931"/>
                <a:gd name="connsiteY314" fmla="*/ 94614 h 138429"/>
                <a:gd name="connsiteX315" fmla="*/ 4439916 w 4940931"/>
                <a:gd name="connsiteY315" fmla="*/ 96519 h 138429"/>
                <a:gd name="connsiteX316" fmla="*/ 4444996 w 4940931"/>
                <a:gd name="connsiteY316" fmla="*/ 95884 h 138429"/>
                <a:gd name="connsiteX317" fmla="*/ 4450076 w 4940931"/>
                <a:gd name="connsiteY317" fmla="*/ 93344 h 138429"/>
                <a:gd name="connsiteX318" fmla="*/ 4454521 w 4940931"/>
                <a:gd name="connsiteY318" fmla="*/ 90169 h 138429"/>
                <a:gd name="connsiteX319" fmla="*/ 4457696 w 4940931"/>
                <a:gd name="connsiteY319" fmla="*/ 86359 h 138429"/>
                <a:gd name="connsiteX320" fmla="*/ 4457696 w 4940931"/>
                <a:gd name="connsiteY320" fmla="*/ 53339 h 138429"/>
                <a:gd name="connsiteX321" fmla="*/ 4454521 w 4940931"/>
                <a:gd name="connsiteY321" fmla="*/ 49529 h 138429"/>
                <a:gd name="connsiteX322" fmla="*/ 4450076 w 4940931"/>
                <a:gd name="connsiteY322" fmla="*/ 46354 h 138429"/>
                <a:gd name="connsiteX323" fmla="*/ 4444996 w 4940931"/>
                <a:gd name="connsiteY323" fmla="*/ 43814 h 138429"/>
                <a:gd name="connsiteX324" fmla="*/ 4439281 w 4940931"/>
                <a:gd name="connsiteY324" fmla="*/ 43179 h 138429"/>
                <a:gd name="connsiteX325" fmla="*/ 1014731 w 4940931"/>
                <a:gd name="connsiteY325" fmla="*/ 43179 h 138429"/>
                <a:gd name="connsiteX326" fmla="*/ 1002032 w 4940931"/>
                <a:gd name="connsiteY326" fmla="*/ 49529 h 138429"/>
                <a:gd name="connsiteX327" fmla="*/ 997587 w 4940931"/>
                <a:gd name="connsiteY327" fmla="*/ 67944 h 138429"/>
                <a:gd name="connsiteX328" fmla="*/ 1002032 w 4940931"/>
                <a:gd name="connsiteY328" fmla="*/ 88899 h 138429"/>
                <a:gd name="connsiteX329" fmla="*/ 1015367 w 4940931"/>
                <a:gd name="connsiteY329" fmla="*/ 95884 h 138429"/>
                <a:gd name="connsiteX330" fmla="*/ 1024891 w 4940931"/>
                <a:gd name="connsiteY330" fmla="*/ 93344 h 138429"/>
                <a:gd name="connsiteX331" fmla="*/ 1033147 w 4940931"/>
                <a:gd name="connsiteY331" fmla="*/ 86359 h 138429"/>
                <a:gd name="connsiteX332" fmla="*/ 1033147 w 4940931"/>
                <a:gd name="connsiteY332" fmla="*/ 53339 h 138429"/>
                <a:gd name="connsiteX333" fmla="*/ 1029971 w 4940931"/>
                <a:gd name="connsiteY333" fmla="*/ 49529 h 138429"/>
                <a:gd name="connsiteX334" fmla="*/ 1025526 w 4940931"/>
                <a:gd name="connsiteY334" fmla="*/ 46354 h 138429"/>
                <a:gd name="connsiteX335" fmla="*/ 1020446 w 4940931"/>
                <a:gd name="connsiteY335" fmla="*/ 43814 h 138429"/>
                <a:gd name="connsiteX336" fmla="*/ 1014731 w 4940931"/>
                <a:gd name="connsiteY336" fmla="*/ 43179 h 138429"/>
                <a:gd name="connsiteX337" fmla="*/ 4524370 w 4940931"/>
                <a:gd name="connsiteY337" fmla="*/ 31114 h 138429"/>
                <a:gd name="connsiteX338" fmla="*/ 4538975 w 4940931"/>
                <a:gd name="connsiteY338" fmla="*/ 31114 h 138429"/>
                <a:gd name="connsiteX339" fmla="*/ 4552310 w 4940931"/>
                <a:gd name="connsiteY339" fmla="*/ 84454 h 138429"/>
                <a:gd name="connsiteX340" fmla="*/ 4566915 w 4940931"/>
                <a:gd name="connsiteY340" fmla="*/ 31114 h 138429"/>
                <a:gd name="connsiteX341" fmla="*/ 4579615 w 4940931"/>
                <a:gd name="connsiteY341" fmla="*/ 31114 h 138429"/>
                <a:gd name="connsiteX342" fmla="*/ 4594220 w 4940931"/>
                <a:gd name="connsiteY342" fmla="*/ 84454 h 138429"/>
                <a:gd name="connsiteX343" fmla="*/ 4606920 w 4940931"/>
                <a:gd name="connsiteY343" fmla="*/ 31114 h 138429"/>
                <a:gd name="connsiteX344" fmla="*/ 4622160 w 4940931"/>
                <a:gd name="connsiteY344" fmla="*/ 31114 h 138429"/>
                <a:gd name="connsiteX345" fmla="*/ 4600570 w 4940931"/>
                <a:gd name="connsiteY345" fmla="*/ 108584 h 138429"/>
                <a:gd name="connsiteX346" fmla="*/ 4587235 w 4940931"/>
                <a:gd name="connsiteY346" fmla="*/ 108584 h 138429"/>
                <a:gd name="connsiteX347" fmla="*/ 4572630 w 4940931"/>
                <a:gd name="connsiteY347" fmla="*/ 54609 h 138429"/>
                <a:gd name="connsiteX348" fmla="*/ 4558660 w 4940931"/>
                <a:gd name="connsiteY348" fmla="*/ 108584 h 138429"/>
                <a:gd name="connsiteX349" fmla="*/ 4545325 w 4940931"/>
                <a:gd name="connsiteY349" fmla="*/ 108584 h 138429"/>
                <a:gd name="connsiteX350" fmla="*/ 4123686 w 4940931"/>
                <a:gd name="connsiteY350" fmla="*/ 31114 h 138429"/>
                <a:gd name="connsiteX351" fmla="*/ 4138926 w 4940931"/>
                <a:gd name="connsiteY351" fmla="*/ 31114 h 138429"/>
                <a:gd name="connsiteX352" fmla="*/ 4152261 w 4940931"/>
                <a:gd name="connsiteY352" fmla="*/ 84454 h 138429"/>
                <a:gd name="connsiteX353" fmla="*/ 4166866 w 4940931"/>
                <a:gd name="connsiteY353" fmla="*/ 31114 h 138429"/>
                <a:gd name="connsiteX354" fmla="*/ 4178931 w 4940931"/>
                <a:gd name="connsiteY354" fmla="*/ 31114 h 138429"/>
                <a:gd name="connsiteX355" fmla="*/ 4193536 w 4940931"/>
                <a:gd name="connsiteY355" fmla="*/ 84454 h 138429"/>
                <a:gd name="connsiteX356" fmla="*/ 4206871 w 4940931"/>
                <a:gd name="connsiteY356" fmla="*/ 31114 h 138429"/>
                <a:gd name="connsiteX357" fmla="*/ 4222111 w 4940931"/>
                <a:gd name="connsiteY357" fmla="*/ 31114 h 138429"/>
                <a:gd name="connsiteX358" fmla="*/ 4200521 w 4940931"/>
                <a:gd name="connsiteY358" fmla="*/ 108584 h 138429"/>
                <a:gd name="connsiteX359" fmla="*/ 4187186 w 4940931"/>
                <a:gd name="connsiteY359" fmla="*/ 108584 h 138429"/>
                <a:gd name="connsiteX360" fmla="*/ 4172581 w 4940931"/>
                <a:gd name="connsiteY360" fmla="*/ 54609 h 138429"/>
                <a:gd name="connsiteX361" fmla="*/ 4157976 w 4940931"/>
                <a:gd name="connsiteY361" fmla="*/ 108584 h 138429"/>
                <a:gd name="connsiteX362" fmla="*/ 4145276 w 4940931"/>
                <a:gd name="connsiteY362" fmla="*/ 108584 h 138429"/>
                <a:gd name="connsiteX363" fmla="*/ 2837811 w 4940931"/>
                <a:gd name="connsiteY363" fmla="*/ 31114 h 138429"/>
                <a:gd name="connsiteX364" fmla="*/ 2852416 w 4940931"/>
                <a:gd name="connsiteY364" fmla="*/ 31114 h 138429"/>
                <a:gd name="connsiteX365" fmla="*/ 2865751 w 4940931"/>
                <a:gd name="connsiteY365" fmla="*/ 84454 h 138429"/>
                <a:gd name="connsiteX366" fmla="*/ 2880356 w 4940931"/>
                <a:gd name="connsiteY366" fmla="*/ 31114 h 138429"/>
                <a:gd name="connsiteX367" fmla="*/ 2893056 w 4940931"/>
                <a:gd name="connsiteY367" fmla="*/ 31114 h 138429"/>
                <a:gd name="connsiteX368" fmla="*/ 2907661 w 4940931"/>
                <a:gd name="connsiteY368" fmla="*/ 84454 h 138429"/>
                <a:gd name="connsiteX369" fmla="*/ 2920361 w 4940931"/>
                <a:gd name="connsiteY369" fmla="*/ 31114 h 138429"/>
                <a:gd name="connsiteX370" fmla="*/ 2935601 w 4940931"/>
                <a:gd name="connsiteY370" fmla="*/ 31114 h 138429"/>
                <a:gd name="connsiteX371" fmla="*/ 2914011 w 4940931"/>
                <a:gd name="connsiteY371" fmla="*/ 108584 h 138429"/>
                <a:gd name="connsiteX372" fmla="*/ 2900676 w 4940931"/>
                <a:gd name="connsiteY372" fmla="*/ 108584 h 138429"/>
                <a:gd name="connsiteX373" fmla="*/ 2886706 w 4940931"/>
                <a:gd name="connsiteY373" fmla="*/ 54609 h 138429"/>
                <a:gd name="connsiteX374" fmla="*/ 2872101 w 4940931"/>
                <a:gd name="connsiteY374" fmla="*/ 108584 h 138429"/>
                <a:gd name="connsiteX375" fmla="*/ 2858766 w 4940931"/>
                <a:gd name="connsiteY375" fmla="*/ 108584 h 138429"/>
                <a:gd name="connsiteX376" fmla="*/ 1354455 w 4940931"/>
                <a:gd name="connsiteY376" fmla="*/ 31114 h 138429"/>
                <a:gd name="connsiteX377" fmla="*/ 1369695 w 4940931"/>
                <a:gd name="connsiteY377" fmla="*/ 31114 h 138429"/>
                <a:gd name="connsiteX378" fmla="*/ 1369695 w 4940931"/>
                <a:gd name="connsiteY378" fmla="*/ 109219 h 138429"/>
                <a:gd name="connsiteX379" fmla="*/ 1354455 w 4940931"/>
                <a:gd name="connsiteY379" fmla="*/ 109219 h 138429"/>
                <a:gd name="connsiteX380" fmla="*/ 2646040 w 4940931"/>
                <a:gd name="connsiteY380" fmla="*/ 29844 h 138429"/>
                <a:gd name="connsiteX381" fmla="*/ 2658105 w 4940931"/>
                <a:gd name="connsiteY381" fmla="*/ 31749 h 138429"/>
                <a:gd name="connsiteX382" fmla="*/ 2667630 w 4940931"/>
                <a:gd name="connsiteY382" fmla="*/ 36829 h 138429"/>
                <a:gd name="connsiteX383" fmla="*/ 2673345 w 4940931"/>
                <a:gd name="connsiteY383" fmla="*/ 45084 h 138429"/>
                <a:gd name="connsiteX384" fmla="*/ 2675250 w 4940931"/>
                <a:gd name="connsiteY384" fmla="*/ 56514 h 138429"/>
                <a:gd name="connsiteX385" fmla="*/ 2675250 w 4940931"/>
                <a:gd name="connsiteY385" fmla="*/ 109854 h 138429"/>
                <a:gd name="connsiteX386" fmla="*/ 2660010 w 4940931"/>
                <a:gd name="connsiteY386" fmla="*/ 109854 h 138429"/>
                <a:gd name="connsiteX387" fmla="*/ 2660010 w 4940931"/>
                <a:gd name="connsiteY387" fmla="*/ 108584 h 138429"/>
                <a:gd name="connsiteX388" fmla="*/ 2660010 w 4940931"/>
                <a:gd name="connsiteY388" fmla="*/ 100964 h 138429"/>
                <a:gd name="connsiteX389" fmla="*/ 2654930 w 4940931"/>
                <a:gd name="connsiteY389" fmla="*/ 104774 h 138429"/>
                <a:gd name="connsiteX390" fmla="*/ 2651120 w 4940931"/>
                <a:gd name="connsiteY390" fmla="*/ 107314 h 138429"/>
                <a:gd name="connsiteX391" fmla="*/ 2646040 w 4940931"/>
                <a:gd name="connsiteY391" fmla="*/ 109219 h 138429"/>
                <a:gd name="connsiteX392" fmla="*/ 2639055 w 4940931"/>
                <a:gd name="connsiteY392" fmla="*/ 109854 h 138429"/>
                <a:gd name="connsiteX393" fmla="*/ 2629530 w 4940931"/>
                <a:gd name="connsiteY393" fmla="*/ 108584 h 138429"/>
                <a:gd name="connsiteX394" fmla="*/ 2620640 w 4940931"/>
                <a:gd name="connsiteY394" fmla="*/ 104139 h 138429"/>
                <a:gd name="connsiteX395" fmla="*/ 2614290 w 4940931"/>
                <a:gd name="connsiteY395" fmla="*/ 95884 h 138429"/>
                <a:gd name="connsiteX396" fmla="*/ 2611750 w 4940931"/>
                <a:gd name="connsiteY396" fmla="*/ 83819 h 138429"/>
                <a:gd name="connsiteX397" fmla="*/ 2614290 w 4940931"/>
                <a:gd name="connsiteY397" fmla="*/ 72389 h 138429"/>
                <a:gd name="connsiteX398" fmla="*/ 2620640 w 4940931"/>
                <a:gd name="connsiteY398" fmla="*/ 64769 h 138429"/>
                <a:gd name="connsiteX399" fmla="*/ 2630800 w 4940931"/>
                <a:gd name="connsiteY399" fmla="*/ 60324 h 138429"/>
                <a:gd name="connsiteX400" fmla="*/ 2642865 w 4940931"/>
                <a:gd name="connsiteY400" fmla="*/ 59054 h 138429"/>
                <a:gd name="connsiteX401" fmla="*/ 2653025 w 4940931"/>
                <a:gd name="connsiteY401" fmla="*/ 59689 h 138429"/>
                <a:gd name="connsiteX402" fmla="*/ 2660010 w 4940931"/>
                <a:gd name="connsiteY402" fmla="*/ 61594 h 138429"/>
                <a:gd name="connsiteX403" fmla="*/ 2660010 w 4940931"/>
                <a:gd name="connsiteY403" fmla="*/ 55879 h 138429"/>
                <a:gd name="connsiteX404" fmla="*/ 2656200 w 4940931"/>
                <a:gd name="connsiteY404" fmla="*/ 46354 h 138429"/>
                <a:gd name="connsiteX405" fmla="*/ 2645405 w 4940931"/>
                <a:gd name="connsiteY405" fmla="*/ 43179 h 138429"/>
                <a:gd name="connsiteX406" fmla="*/ 2634610 w 4940931"/>
                <a:gd name="connsiteY406" fmla="*/ 44449 h 138429"/>
                <a:gd name="connsiteX407" fmla="*/ 2625085 w 4940931"/>
                <a:gd name="connsiteY407" fmla="*/ 48259 h 138429"/>
                <a:gd name="connsiteX408" fmla="*/ 2619370 w 4940931"/>
                <a:gd name="connsiteY408" fmla="*/ 36829 h 138429"/>
                <a:gd name="connsiteX409" fmla="*/ 2631435 w 4940931"/>
                <a:gd name="connsiteY409" fmla="*/ 31749 h 138429"/>
                <a:gd name="connsiteX410" fmla="*/ 2646040 w 4940931"/>
                <a:gd name="connsiteY410" fmla="*/ 29844 h 138429"/>
                <a:gd name="connsiteX411" fmla="*/ 1114426 w 4940931"/>
                <a:gd name="connsiteY411" fmla="*/ 29844 h 138429"/>
                <a:gd name="connsiteX412" fmla="*/ 1129666 w 4940931"/>
                <a:gd name="connsiteY412" fmla="*/ 29844 h 138429"/>
                <a:gd name="connsiteX413" fmla="*/ 1129666 w 4940931"/>
                <a:gd name="connsiteY413" fmla="*/ 107949 h 138429"/>
                <a:gd name="connsiteX414" fmla="*/ 1114426 w 4940931"/>
                <a:gd name="connsiteY414" fmla="*/ 107949 h 138429"/>
                <a:gd name="connsiteX415" fmla="*/ 1114426 w 4940931"/>
                <a:gd name="connsiteY415" fmla="*/ 100964 h 138429"/>
                <a:gd name="connsiteX416" fmla="*/ 1106171 w 4940931"/>
                <a:gd name="connsiteY416" fmla="*/ 107314 h 138429"/>
                <a:gd name="connsiteX417" fmla="*/ 1094741 w 4940931"/>
                <a:gd name="connsiteY417" fmla="*/ 109854 h 138429"/>
                <a:gd name="connsiteX418" fmla="*/ 1073786 w 4940931"/>
                <a:gd name="connsiteY418" fmla="*/ 100964 h 138429"/>
                <a:gd name="connsiteX419" fmla="*/ 1066800 w 4940931"/>
                <a:gd name="connsiteY419" fmla="*/ 74929 h 138429"/>
                <a:gd name="connsiteX420" fmla="*/ 1066800 w 4940931"/>
                <a:gd name="connsiteY420" fmla="*/ 30479 h 138429"/>
                <a:gd name="connsiteX421" fmla="*/ 1082040 w 4940931"/>
                <a:gd name="connsiteY421" fmla="*/ 30479 h 138429"/>
                <a:gd name="connsiteX422" fmla="*/ 1082040 w 4940931"/>
                <a:gd name="connsiteY422" fmla="*/ 74294 h 138429"/>
                <a:gd name="connsiteX423" fmla="*/ 1085851 w 4940931"/>
                <a:gd name="connsiteY423" fmla="*/ 90169 h 138429"/>
                <a:gd name="connsiteX424" fmla="*/ 1097916 w 4940931"/>
                <a:gd name="connsiteY424" fmla="*/ 95249 h 138429"/>
                <a:gd name="connsiteX425" fmla="*/ 1109981 w 4940931"/>
                <a:gd name="connsiteY425" fmla="*/ 90169 h 138429"/>
                <a:gd name="connsiteX426" fmla="*/ 1114426 w 4940931"/>
                <a:gd name="connsiteY426" fmla="*/ 75564 h 138429"/>
                <a:gd name="connsiteX427" fmla="*/ 1011556 w 4940931"/>
                <a:gd name="connsiteY427" fmla="*/ 29844 h 138429"/>
                <a:gd name="connsiteX428" fmla="*/ 1017272 w 4940931"/>
                <a:gd name="connsiteY428" fmla="*/ 30479 h 138429"/>
                <a:gd name="connsiteX429" fmla="*/ 1022352 w 4940931"/>
                <a:gd name="connsiteY429" fmla="*/ 32384 h 138429"/>
                <a:gd name="connsiteX430" fmla="*/ 1026797 w 4940931"/>
                <a:gd name="connsiteY430" fmla="*/ 35559 h 138429"/>
                <a:gd name="connsiteX431" fmla="*/ 1030607 w 4940931"/>
                <a:gd name="connsiteY431" fmla="*/ 38734 h 138429"/>
                <a:gd name="connsiteX432" fmla="*/ 1030607 w 4940931"/>
                <a:gd name="connsiteY432" fmla="*/ 31749 h 138429"/>
                <a:gd name="connsiteX433" fmla="*/ 1045847 w 4940931"/>
                <a:gd name="connsiteY433" fmla="*/ 31749 h 138429"/>
                <a:gd name="connsiteX434" fmla="*/ 1045847 w 4940931"/>
                <a:gd name="connsiteY434" fmla="*/ 130809 h 138429"/>
                <a:gd name="connsiteX435" fmla="*/ 1032512 w 4940931"/>
                <a:gd name="connsiteY435" fmla="*/ 137477 h 138429"/>
                <a:gd name="connsiteX436" fmla="*/ 1032512 w 4940931"/>
                <a:gd name="connsiteY436" fmla="*/ 101599 h 138429"/>
                <a:gd name="connsiteX437" fmla="*/ 1022986 w 4940931"/>
                <a:gd name="connsiteY437" fmla="*/ 107949 h 138429"/>
                <a:gd name="connsiteX438" fmla="*/ 1011556 w 4940931"/>
                <a:gd name="connsiteY438" fmla="*/ 110489 h 138429"/>
                <a:gd name="connsiteX439" fmla="*/ 999491 w 4940931"/>
                <a:gd name="connsiteY439" fmla="*/ 107949 h 138429"/>
                <a:gd name="connsiteX440" fmla="*/ 989966 w 4940931"/>
                <a:gd name="connsiteY440" fmla="*/ 100329 h 138429"/>
                <a:gd name="connsiteX441" fmla="*/ 983616 w 4940931"/>
                <a:gd name="connsiteY441" fmla="*/ 87629 h 138429"/>
                <a:gd name="connsiteX442" fmla="*/ 981076 w 4940931"/>
                <a:gd name="connsiteY442" fmla="*/ 68579 h 138429"/>
                <a:gd name="connsiteX443" fmla="*/ 983616 w 4940931"/>
                <a:gd name="connsiteY443" fmla="*/ 51434 h 138429"/>
                <a:gd name="connsiteX444" fmla="*/ 990601 w 4940931"/>
                <a:gd name="connsiteY444" fmla="*/ 39369 h 138429"/>
                <a:gd name="connsiteX445" fmla="*/ 1000126 w 4940931"/>
                <a:gd name="connsiteY445" fmla="*/ 32384 h 138429"/>
                <a:gd name="connsiteX446" fmla="*/ 1011556 w 4940931"/>
                <a:gd name="connsiteY446" fmla="*/ 29844 h 138429"/>
                <a:gd name="connsiteX447" fmla="*/ 4871716 w 4940931"/>
                <a:gd name="connsiteY447" fmla="*/ 29210 h 138429"/>
                <a:gd name="connsiteX448" fmla="*/ 4885686 w 4940931"/>
                <a:gd name="connsiteY448" fmla="*/ 31750 h 138429"/>
                <a:gd name="connsiteX449" fmla="*/ 4897751 w 4940931"/>
                <a:gd name="connsiteY449" fmla="*/ 38100 h 138429"/>
                <a:gd name="connsiteX450" fmla="*/ 4899021 w 4940931"/>
                <a:gd name="connsiteY450" fmla="*/ 38100 h 138429"/>
                <a:gd name="connsiteX451" fmla="*/ 4892036 w 4940931"/>
                <a:gd name="connsiteY451" fmla="*/ 50165 h 138429"/>
                <a:gd name="connsiteX452" fmla="*/ 4882511 w 4940931"/>
                <a:gd name="connsiteY452" fmla="*/ 45085 h 138429"/>
                <a:gd name="connsiteX453" fmla="*/ 4872351 w 4940931"/>
                <a:gd name="connsiteY453" fmla="*/ 43180 h 138429"/>
                <a:gd name="connsiteX454" fmla="*/ 4864096 w 4940931"/>
                <a:gd name="connsiteY454" fmla="*/ 45085 h 138429"/>
                <a:gd name="connsiteX455" fmla="*/ 4861556 w 4940931"/>
                <a:gd name="connsiteY455" fmla="*/ 50165 h 138429"/>
                <a:gd name="connsiteX456" fmla="*/ 4861556 w 4940931"/>
                <a:gd name="connsiteY456" fmla="*/ 52705 h 138429"/>
                <a:gd name="connsiteX457" fmla="*/ 4863461 w 4940931"/>
                <a:gd name="connsiteY457" fmla="*/ 55245 h 138429"/>
                <a:gd name="connsiteX458" fmla="*/ 4867906 w 4940931"/>
                <a:gd name="connsiteY458" fmla="*/ 57785 h 138429"/>
                <a:gd name="connsiteX459" fmla="*/ 4874891 w 4940931"/>
                <a:gd name="connsiteY459" fmla="*/ 60960 h 138429"/>
                <a:gd name="connsiteX460" fmla="*/ 4886321 w 4940931"/>
                <a:gd name="connsiteY460" fmla="*/ 66040 h 138429"/>
                <a:gd name="connsiteX461" fmla="*/ 4894576 w 4940931"/>
                <a:gd name="connsiteY461" fmla="*/ 71120 h 138429"/>
                <a:gd name="connsiteX462" fmla="*/ 4899656 w 4940931"/>
                <a:gd name="connsiteY462" fmla="*/ 78105 h 138429"/>
                <a:gd name="connsiteX463" fmla="*/ 4901561 w 4940931"/>
                <a:gd name="connsiteY463" fmla="*/ 87630 h 138429"/>
                <a:gd name="connsiteX464" fmla="*/ 4899021 w 4940931"/>
                <a:gd name="connsiteY464" fmla="*/ 98425 h 138429"/>
                <a:gd name="connsiteX465" fmla="*/ 4892671 w 4940931"/>
                <a:gd name="connsiteY465" fmla="*/ 105410 h 138429"/>
                <a:gd name="connsiteX466" fmla="*/ 4883146 w 4940931"/>
                <a:gd name="connsiteY466" fmla="*/ 109220 h 138429"/>
                <a:gd name="connsiteX467" fmla="*/ 4872351 w 4940931"/>
                <a:gd name="connsiteY467" fmla="*/ 110490 h 138429"/>
                <a:gd name="connsiteX468" fmla="*/ 4857111 w 4940931"/>
                <a:gd name="connsiteY468" fmla="*/ 107950 h 138429"/>
                <a:gd name="connsiteX469" fmla="*/ 4842506 w 4940931"/>
                <a:gd name="connsiteY469" fmla="*/ 100965 h 138429"/>
                <a:gd name="connsiteX470" fmla="*/ 4849491 w 4940931"/>
                <a:gd name="connsiteY470" fmla="*/ 89535 h 138429"/>
                <a:gd name="connsiteX471" fmla="*/ 4860921 w 4940931"/>
                <a:gd name="connsiteY471" fmla="*/ 95250 h 138429"/>
                <a:gd name="connsiteX472" fmla="*/ 4872351 w 4940931"/>
                <a:gd name="connsiteY472" fmla="*/ 97155 h 138429"/>
                <a:gd name="connsiteX473" fmla="*/ 4883146 w 4940931"/>
                <a:gd name="connsiteY473" fmla="*/ 94615 h 138429"/>
                <a:gd name="connsiteX474" fmla="*/ 4886321 w 4940931"/>
                <a:gd name="connsiteY474" fmla="*/ 88265 h 138429"/>
                <a:gd name="connsiteX475" fmla="*/ 4885051 w 4940931"/>
                <a:gd name="connsiteY475" fmla="*/ 84455 h 138429"/>
                <a:gd name="connsiteX476" fmla="*/ 4881241 w 4940931"/>
                <a:gd name="connsiteY476" fmla="*/ 81280 h 138429"/>
                <a:gd name="connsiteX477" fmla="*/ 4875526 w 4940931"/>
                <a:gd name="connsiteY477" fmla="*/ 78105 h 138429"/>
                <a:gd name="connsiteX478" fmla="*/ 4867906 w 4940931"/>
                <a:gd name="connsiteY478" fmla="*/ 74930 h 138429"/>
                <a:gd name="connsiteX479" fmla="*/ 4857111 w 4940931"/>
                <a:gd name="connsiteY479" fmla="*/ 69850 h 138429"/>
                <a:gd name="connsiteX480" fmla="*/ 4850126 w 4940931"/>
                <a:gd name="connsiteY480" fmla="*/ 64770 h 138429"/>
                <a:gd name="connsiteX481" fmla="*/ 4846316 w 4940931"/>
                <a:gd name="connsiteY481" fmla="*/ 58420 h 138429"/>
                <a:gd name="connsiteX482" fmla="*/ 4845046 w 4940931"/>
                <a:gd name="connsiteY482" fmla="*/ 50165 h 138429"/>
                <a:gd name="connsiteX483" fmla="*/ 4846951 w 4940931"/>
                <a:gd name="connsiteY483" fmla="*/ 40640 h 138429"/>
                <a:gd name="connsiteX484" fmla="*/ 4852666 w 4940931"/>
                <a:gd name="connsiteY484" fmla="*/ 34290 h 138429"/>
                <a:gd name="connsiteX485" fmla="*/ 4860921 w 4940931"/>
                <a:gd name="connsiteY485" fmla="*/ 30480 h 138429"/>
                <a:gd name="connsiteX486" fmla="*/ 4871716 w 4940931"/>
                <a:gd name="connsiteY486" fmla="*/ 29210 h 138429"/>
                <a:gd name="connsiteX487" fmla="*/ 4749796 w 4940931"/>
                <a:gd name="connsiteY487" fmla="*/ 29210 h 138429"/>
                <a:gd name="connsiteX488" fmla="*/ 4757416 w 4940931"/>
                <a:gd name="connsiteY488" fmla="*/ 29845 h 138429"/>
                <a:gd name="connsiteX489" fmla="*/ 4763131 w 4940931"/>
                <a:gd name="connsiteY489" fmla="*/ 32385 h 138429"/>
                <a:gd name="connsiteX490" fmla="*/ 4759321 w 4940931"/>
                <a:gd name="connsiteY490" fmla="*/ 46990 h 138429"/>
                <a:gd name="connsiteX491" fmla="*/ 4758051 w 4940931"/>
                <a:gd name="connsiteY491" fmla="*/ 46990 h 138429"/>
                <a:gd name="connsiteX492" fmla="*/ 4752971 w 4940931"/>
                <a:gd name="connsiteY492" fmla="*/ 45085 h 138429"/>
                <a:gd name="connsiteX493" fmla="*/ 4746621 w 4940931"/>
                <a:gd name="connsiteY493" fmla="*/ 44450 h 138429"/>
                <a:gd name="connsiteX494" fmla="*/ 4735191 w 4940931"/>
                <a:gd name="connsiteY494" fmla="*/ 49530 h 138429"/>
                <a:gd name="connsiteX495" fmla="*/ 4731381 w 4940931"/>
                <a:gd name="connsiteY495" fmla="*/ 64770 h 138429"/>
                <a:gd name="connsiteX496" fmla="*/ 4731381 w 4940931"/>
                <a:gd name="connsiteY496" fmla="*/ 109220 h 138429"/>
                <a:gd name="connsiteX497" fmla="*/ 4716141 w 4940931"/>
                <a:gd name="connsiteY497" fmla="*/ 109220 h 138429"/>
                <a:gd name="connsiteX498" fmla="*/ 4716141 w 4940931"/>
                <a:gd name="connsiteY498" fmla="*/ 31115 h 138429"/>
                <a:gd name="connsiteX499" fmla="*/ 4731381 w 4940931"/>
                <a:gd name="connsiteY499" fmla="*/ 31115 h 138429"/>
                <a:gd name="connsiteX500" fmla="*/ 4731381 w 4940931"/>
                <a:gd name="connsiteY500" fmla="*/ 38735 h 138429"/>
                <a:gd name="connsiteX501" fmla="*/ 4734556 w 4940931"/>
                <a:gd name="connsiteY501" fmla="*/ 34925 h 138429"/>
                <a:gd name="connsiteX502" fmla="*/ 4739001 w 4940931"/>
                <a:gd name="connsiteY502" fmla="*/ 31750 h 138429"/>
                <a:gd name="connsiteX503" fmla="*/ 4744081 w 4940931"/>
                <a:gd name="connsiteY503" fmla="*/ 29845 h 138429"/>
                <a:gd name="connsiteX504" fmla="*/ 4749796 w 4940931"/>
                <a:gd name="connsiteY504" fmla="*/ 29210 h 138429"/>
                <a:gd name="connsiteX505" fmla="*/ 4349110 w 4940931"/>
                <a:gd name="connsiteY505" fmla="*/ 29210 h 138429"/>
                <a:gd name="connsiteX506" fmla="*/ 4356730 w 4940931"/>
                <a:gd name="connsiteY506" fmla="*/ 29845 h 138429"/>
                <a:gd name="connsiteX507" fmla="*/ 4362445 w 4940931"/>
                <a:gd name="connsiteY507" fmla="*/ 32385 h 138429"/>
                <a:gd name="connsiteX508" fmla="*/ 4358635 w 4940931"/>
                <a:gd name="connsiteY508" fmla="*/ 46990 h 138429"/>
                <a:gd name="connsiteX509" fmla="*/ 4357365 w 4940931"/>
                <a:gd name="connsiteY509" fmla="*/ 46990 h 138429"/>
                <a:gd name="connsiteX510" fmla="*/ 4352285 w 4940931"/>
                <a:gd name="connsiteY510" fmla="*/ 45085 h 138429"/>
                <a:gd name="connsiteX511" fmla="*/ 4345935 w 4940931"/>
                <a:gd name="connsiteY511" fmla="*/ 44450 h 138429"/>
                <a:gd name="connsiteX512" fmla="*/ 4334505 w 4940931"/>
                <a:gd name="connsiteY512" fmla="*/ 49530 h 138429"/>
                <a:gd name="connsiteX513" fmla="*/ 4330695 w 4940931"/>
                <a:gd name="connsiteY513" fmla="*/ 64770 h 138429"/>
                <a:gd name="connsiteX514" fmla="*/ 4330695 w 4940931"/>
                <a:gd name="connsiteY514" fmla="*/ 109220 h 138429"/>
                <a:gd name="connsiteX515" fmla="*/ 4315455 w 4940931"/>
                <a:gd name="connsiteY515" fmla="*/ 109220 h 138429"/>
                <a:gd name="connsiteX516" fmla="*/ 4315455 w 4940931"/>
                <a:gd name="connsiteY516" fmla="*/ 31115 h 138429"/>
                <a:gd name="connsiteX517" fmla="*/ 4330695 w 4940931"/>
                <a:gd name="connsiteY517" fmla="*/ 31115 h 138429"/>
                <a:gd name="connsiteX518" fmla="*/ 4330695 w 4940931"/>
                <a:gd name="connsiteY518" fmla="*/ 38735 h 138429"/>
                <a:gd name="connsiteX519" fmla="*/ 4333870 w 4940931"/>
                <a:gd name="connsiteY519" fmla="*/ 34925 h 138429"/>
                <a:gd name="connsiteX520" fmla="*/ 4338315 w 4940931"/>
                <a:gd name="connsiteY520" fmla="*/ 31750 h 138429"/>
                <a:gd name="connsiteX521" fmla="*/ 4343395 w 4940931"/>
                <a:gd name="connsiteY521" fmla="*/ 29845 h 138429"/>
                <a:gd name="connsiteX522" fmla="*/ 4349110 w 4940931"/>
                <a:gd name="connsiteY522" fmla="*/ 29210 h 138429"/>
                <a:gd name="connsiteX523" fmla="*/ 4044310 w 4940931"/>
                <a:gd name="connsiteY523" fmla="*/ 29210 h 138429"/>
                <a:gd name="connsiteX524" fmla="*/ 4058915 w 4940931"/>
                <a:gd name="connsiteY524" fmla="*/ 32385 h 138429"/>
                <a:gd name="connsiteX525" fmla="*/ 4069075 w 4940931"/>
                <a:gd name="connsiteY525" fmla="*/ 40640 h 138429"/>
                <a:gd name="connsiteX526" fmla="*/ 4075425 w 4940931"/>
                <a:gd name="connsiteY526" fmla="*/ 53340 h 138429"/>
                <a:gd name="connsiteX527" fmla="*/ 4077330 w 4940931"/>
                <a:gd name="connsiteY527" fmla="*/ 68580 h 138429"/>
                <a:gd name="connsiteX528" fmla="*/ 4076060 w 4940931"/>
                <a:gd name="connsiteY528" fmla="*/ 68580 h 138429"/>
                <a:gd name="connsiteX529" fmla="*/ 4076060 w 4940931"/>
                <a:gd name="connsiteY529" fmla="*/ 72390 h 138429"/>
                <a:gd name="connsiteX530" fmla="*/ 4076060 w 4940931"/>
                <a:gd name="connsiteY530" fmla="*/ 75565 h 138429"/>
                <a:gd name="connsiteX531" fmla="*/ 4024625 w 4940931"/>
                <a:gd name="connsiteY531" fmla="*/ 75565 h 138429"/>
                <a:gd name="connsiteX532" fmla="*/ 4027165 w 4940931"/>
                <a:gd name="connsiteY532" fmla="*/ 85090 h 138429"/>
                <a:gd name="connsiteX533" fmla="*/ 4031610 w 4940931"/>
                <a:gd name="connsiteY533" fmla="*/ 91440 h 138429"/>
                <a:gd name="connsiteX534" fmla="*/ 4037325 w 4940931"/>
                <a:gd name="connsiteY534" fmla="*/ 95250 h 138429"/>
                <a:gd name="connsiteX535" fmla="*/ 4044310 w 4940931"/>
                <a:gd name="connsiteY535" fmla="*/ 96520 h 138429"/>
                <a:gd name="connsiteX536" fmla="*/ 4049390 w 4940931"/>
                <a:gd name="connsiteY536" fmla="*/ 96520 h 138429"/>
                <a:gd name="connsiteX537" fmla="*/ 4053835 w 4940931"/>
                <a:gd name="connsiteY537" fmla="*/ 95250 h 138429"/>
                <a:gd name="connsiteX538" fmla="*/ 4057645 w 4940931"/>
                <a:gd name="connsiteY538" fmla="*/ 93345 h 138429"/>
                <a:gd name="connsiteX539" fmla="*/ 4062090 w 4940931"/>
                <a:gd name="connsiteY539" fmla="*/ 90805 h 138429"/>
                <a:gd name="connsiteX540" fmla="*/ 4070980 w 4940931"/>
                <a:gd name="connsiteY540" fmla="*/ 100330 h 138429"/>
                <a:gd name="connsiteX541" fmla="*/ 4065265 w 4940931"/>
                <a:gd name="connsiteY541" fmla="*/ 104775 h 138429"/>
                <a:gd name="connsiteX542" fmla="*/ 4059550 w 4940931"/>
                <a:gd name="connsiteY542" fmla="*/ 107950 h 138429"/>
                <a:gd name="connsiteX543" fmla="*/ 4052565 w 4940931"/>
                <a:gd name="connsiteY543" fmla="*/ 109855 h 138429"/>
                <a:gd name="connsiteX544" fmla="*/ 4043675 w 4940931"/>
                <a:gd name="connsiteY544" fmla="*/ 110490 h 138429"/>
                <a:gd name="connsiteX545" fmla="*/ 4034150 w 4940931"/>
                <a:gd name="connsiteY545" fmla="*/ 109220 h 138429"/>
                <a:gd name="connsiteX546" fmla="*/ 4026530 w 4940931"/>
                <a:gd name="connsiteY546" fmla="*/ 105410 h 138429"/>
                <a:gd name="connsiteX547" fmla="*/ 4020180 w 4940931"/>
                <a:gd name="connsiteY547" fmla="*/ 100330 h 138429"/>
                <a:gd name="connsiteX548" fmla="*/ 4015100 w 4940931"/>
                <a:gd name="connsiteY548" fmla="*/ 92710 h 138429"/>
                <a:gd name="connsiteX549" fmla="*/ 4011290 w 4940931"/>
                <a:gd name="connsiteY549" fmla="*/ 82550 h 138429"/>
                <a:gd name="connsiteX550" fmla="*/ 4010020 w 4940931"/>
                <a:gd name="connsiteY550" fmla="*/ 69850 h 138429"/>
                <a:gd name="connsiteX551" fmla="*/ 4012560 w 4940931"/>
                <a:gd name="connsiteY551" fmla="*/ 52070 h 138429"/>
                <a:gd name="connsiteX552" fmla="*/ 4019545 w 4940931"/>
                <a:gd name="connsiteY552" fmla="*/ 39370 h 138429"/>
                <a:gd name="connsiteX553" fmla="*/ 4030340 w 4940931"/>
                <a:gd name="connsiteY553" fmla="*/ 31750 h 138429"/>
                <a:gd name="connsiteX554" fmla="*/ 4044310 w 4940931"/>
                <a:gd name="connsiteY554" fmla="*/ 29210 h 138429"/>
                <a:gd name="connsiteX555" fmla="*/ 3811900 w 4940931"/>
                <a:gd name="connsiteY555" fmla="*/ 29210 h 138429"/>
                <a:gd name="connsiteX556" fmla="*/ 3819520 w 4940931"/>
                <a:gd name="connsiteY556" fmla="*/ 29845 h 138429"/>
                <a:gd name="connsiteX557" fmla="*/ 3825235 w 4940931"/>
                <a:gd name="connsiteY557" fmla="*/ 32385 h 138429"/>
                <a:gd name="connsiteX558" fmla="*/ 3821425 w 4940931"/>
                <a:gd name="connsiteY558" fmla="*/ 46990 h 138429"/>
                <a:gd name="connsiteX559" fmla="*/ 3820155 w 4940931"/>
                <a:gd name="connsiteY559" fmla="*/ 46990 h 138429"/>
                <a:gd name="connsiteX560" fmla="*/ 3815075 w 4940931"/>
                <a:gd name="connsiteY560" fmla="*/ 45085 h 138429"/>
                <a:gd name="connsiteX561" fmla="*/ 3808725 w 4940931"/>
                <a:gd name="connsiteY561" fmla="*/ 44450 h 138429"/>
                <a:gd name="connsiteX562" fmla="*/ 3797295 w 4940931"/>
                <a:gd name="connsiteY562" fmla="*/ 49530 h 138429"/>
                <a:gd name="connsiteX563" fmla="*/ 3793485 w 4940931"/>
                <a:gd name="connsiteY563" fmla="*/ 64770 h 138429"/>
                <a:gd name="connsiteX564" fmla="*/ 3793485 w 4940931"/>
                <a:gd name="connsiteY564" fmla="*/ 109220 h 138429"/>
                <a:gd name="connsiteX565" fmla="*/ 3778245 w 4940931"/>
                <a:gd name="connsiteY565" fmla="*/ 109220 h 138429"/>
                <a:gd name="connsiteX566" fmla="*/ 3778245 w 4940931"/>
                <a:gd name="connsiteY566" fmla="*/ 31115 h 138429"/>
                <a:gd name="connsiteX567" fmla="*/ 3793485 w 4940931"/>
                <a:gd name="connsiteY567" fmla="*/ 31115 h 138429"/>
                <a:gd name="connsiteX568" fmla="*/ 3793485 w 4940931"/>
                <a:gd name="connsiteY568" fmla="*/ 38735 h 138429"/>
                <a:gd name="connsiteX569" fmla="*/ 3796660 w 4940931"/>
                <a:gd name="connsiteY569" fmla="*/ 34925 h 138429"/>
                <a:gd name="connsiteX570" fmla="*/ 3801105 w 4940931"/>
                <a:gd name="connsiteY570" fmla="*/ 31750 h 138429"/>
                <a:gd name="connsiteX571" fmla="*/ 3806185 w 4940931"/>
                <a:gd name="connsiteY571" fmla="*/ 29845 h 138429"/>
                <a:gd name="connsiteX572" fmla="*/ 3811900 w 4940931"/>
                <a:gd name="connsiteY572" fmla="*/ 29210 h 138429"/>
                <a:gd name="connsiteX573" fmla="*/ 3729986 w 4940931"/>
                <a:gd name="connsiteY573" fmla="*/ 29210 h 138429"/>
                <a:gd name="connsiteX574" fmla="*/ 3744591 w 4940931"/>
                <a:gd name="connsiteY574" fmla="*/ 32385 h 138429"/>
                <a:gd name="connsiteX575" fmla="*/ 3754751 w 4940931"/>
                <a:gd name="connsiteY575" fmla="*/ 40640 h 138429"/>
                <a:gd name="connsiteX576" fmla="*/ 3761101 w 4940931"/>
                <a:gd name="connsiteY576" fmla="*/ 53340 h 138429"/>
                <a:gd name="connsiteX577" fmla="*/ 3763006 w 4940931"/>
                <a:gd name="connsiteY577" fmla="*/ 68580 h 138429"/>
                <a:gd name="connsiteX578" fmla="*/ 3761736 w 4940931"/>
                <a:gd name="connsiteY578" fmla="*/ 68580 h 138429"/>
                <a:gd name="connsiteX579" fmla="*/ 3761736 w 4940931"/>
                <a:gd name="connsiteY579" fmla="*/ 72390 h 138429"/>
                <a:gd name="connsiteX580" fmla="*/ 3761736 w 4940931"/>
                <a:gd name="connsiteY580" fmla="*/ 75565 h 138429"/>
                <a:gd name="connsiteX581" fmla="*/ 3710301 w 4940931"/>
                <a:gd name="connsiteY581" fmla="*/ 75565 h 138429"/>
                <a:gd name="connsiteX582" fmla="*/ 3712841 w 4940931"/>
                <a:gd name="connsiteY582" fmla="*/ 85090 h 138429"/>
                <a:gd name="connsiteX583" fmla="*/ 3717286 w 4940931"/>
                <a:gd name="connsiteY583" fmla="*/ 91440 h 138429"/>
                <a:gd name="connsiteX584" fmla="*/ 3723001 w 4940931"/>
                <a:gd name="connsiteY584" fmla="*/ 95250 h 138429"/>
                <a:gd name="connsiteX585" fmla="*/ 3729986 w 4940931"/>
                <a:gd name="connsiteY585" fmla="*/ 96520 h 138429"/>
                <a:gd name="connsiteX586" fmla="*/ 3735066 w 4940931"/>
                <a:gd name="connsiteY586" fmla="*/ 96520 h 138429"/>
                <a:gd name="connsiteX587" fmla="*/ 3739511 w 4940931"/>
                <a:gd name="connsiteY587" fmla="*/ 95250 h 138429"/>
                <a:gd name="connsiteX588" fmla="*/ 3743321 w 4940931"/>
                <a:gd name="connsiteY588" fmla="*/ 93345 h 138429"/>
                <a:gd name="connsiteX589" fmla="*/ 3747766 w 4940931"/>
                <a:gd name="connsiteY589" fmla="*/ 90805 h 138429"/>
                <a:gd name="connsiteX590" fmla="*/ 3756656 w 4940931"/>
                <a:gd name="connsiteY590" fmla="*/ 100330 h 138429"/>
                <a:gd name="connsiteX591" fmla="*/ 3750941 w 4940931"/>
                <a:gd name="connsiteY591" fmla="*/ 104775 h 138429"/>
                <a:gd name="connsiteX592" fmla="*/ 3745226 w 4940931"/>
                <a:gd name="connsiteY592" fmla="*/ 107950 h 138429"/>
                <a:gd name="connsiteX593" fmla="*/ 3738241 w 4940931"/>
                <a:gd name="connsiteY593" fmla="*/ 109855 h 138429"/>
                <a:gd name="connsiteX594" fmla="*/ 3729351 w 4940931"/>
                <a:gd name="connsiteY594" fmla="*/ 110490 h 138429"/>
                <a:gd name="connsiteX595" fmla="*/ 3719826 w 4940931"/>
                <a:gd name="connsiteY595" fmla="*/ 109220 h 138429"/>
                <a:gd name="connsiteX596" fmla="*/ 3712206 w 4940931"/>
                <a:gd name="connsiteY596" fmla="*/ 105410 h 138429"/>
                <a:gd name="connsiteX597" fmla="*/ 3705856 w 4940931"/>
                <a:gd name="connsiteY597" fmla="*/ 100330 h 138429"/>
                <a:gd name="connsiteX598" fmla="*/ 3700776 w 4940931"/>
                <a:gd name="connsiteY598" fmla="*/ 92710 h 138429"/>
                <a:gd name="connsiteX599" fmla="*/ 3696966 w 4940931"/>
                <a:gd name="connsiteY599" fmla="*/ 82550 h 138429"/>
                <a:gd name="connsiteX600" fmla="*/ 3695696 w 4940931"/>
                <a:gd name="connsiteY600" fmla="*/ 69850 h 138429"/>
                <a:gd name="connsiteX601" fmla="*/ 3698236 w 4940931"/>
                <a:gd name="connsiteY601" fmla="*/ 52070 h 138429"/>
                <a:gd name="connsiteX602" fmla="*/ 3705221 w 4940931"/>
                <a:gd name="connsiteY602" fmla="*/ 39370 h 138429"/>
                <a:gd name="connsiteX603" fmla="*/ 3716016 w 4940931"/>
                <a:gd name="connsiteY603" fmla="*/ 31750 h 138429"/>
                <a:gd name="connsiteX604" fmla="*/ 3729986 w 4940931"/>
                <a:gd name="connsiteY604" fmla="*/ 29210 h 138429"/>
                <a:gd name="connsiteX605" fmla="*/ 3543296 w 4940931"/>
                <a:gd name="connsiteY605" fmla="*/ 29210 h 138429"/>
                <a:gd name="connsiteX606" fmla="*/ 3557901 w 4940931"/>
                <a:gd name="connsiteY606" fmla="*/ 32385 h 138429"/>
                <a:gd name="connsiteX607" fmla="*/ 3568061 w 4940931"/>
                <a:gd name="connsiteY607" fmla="*/ 40640 h 138429"/>
                <a:gd name="connsiteX608" fmla="*/ 3574411 w 4940931"/>
                <a:gd name="connsiteY608" fmla="*/ 53340 h 138429"/>
                <a:gd name="connsiteX609" fmla="*/ 3576316 w 4940931"/>
                <a:gd name="connsiteY609" fmla="*/ 68580 h 138429"/>
                <a:gd name="connsiteX610" fmla="*/ 3575046 w 4940931"/>
                <a:gd name="connsiteY610" fmla="*/ 68580 h 138429"/>
                <a:gd name="connsiteX611" fmla="*/ 3575046 w 4940931"/>
                <a:gd name="connsiteY611" fmla="*/ 72390 h 138429"/>
                <a:gd name="connsiteX612" fmla="*/ 3575046 w 4940931"/>
                <a:gd name="connsiteY612" fmla="*/ 75565 h 138429"/>
                <a:gd name="connsiteX613" fmla="*/ 3523611 w 4940931"/>
                <a:gd name="connsiteY613" fmla="*/ 75565 h 138429"/>
                <a:gd name="connsiteX614" fmla="*/ 3526151 w 4940931"/>
                <a:gd name="connsiteY614" fmla="*/ 85090 h 138429"/>
                <a:gd name="connsiteX615" fmla="*/ 3530596 w 4940931"/>
                <a:gd name="connsiteY615" fmla="*/ 91440 h 138429"/>
                <a:gd name="connsiteX616" fmla="*/ 3536311 w 4940931"/>
                <a:gd name="connsiteY616" fmla="*/ 95250 h 138429"/>
                <a:gd name="connsiteX617" fmla="*/ 3543296 w 4940931"/>
                <a:gd name="connsiteY617" fmla="*/ 96520 h 138429"/>
                <a:gd name="connsiteX618" fmla="*/ 3548376 w 4940931"/>
                <a:gd name="connsiteY618" fmla="*/ 96520 h 138429"/>
                <a:gd name="connsiteX619" fmla="*/ 3552821 w 4940931"/>
                <a:gd name="connsiteY619" fmla="*/ 95250 h 138429"/>
                <a:gd name="connsiteX620" fmla="*/ 3556631 w 4940931"/>
                <a:gd name="connsiteY620" fmla="*/ 93345 h 138429"/>
                <a:gd name="connsiteX621" fmla="*/ 3561076 w 4940931"/>
                <a:gd name="connsiteY621" fmla="*/ 90805 h 138429"/>
                <a:gd name="connsiteX622" fmla="*/ 3569966 w 4940931"/>
                <a:gd name="connsiteY622" fmla="*/ 100330 h 138429"/>
                <a:gd name="connsiteX623" fmla="*/ 3564251 w 4940931"/>
                <a:gd name="connsiteY623" fmla="*/ 104775 h 138429"/>
                <a:gd name="connsiteX624" fmla="*/ 3558536 w 4940931"/>
                <a:gd name="connsiteY624" fmla="*/ 107950 h 138429"/>
                <a:gd name="connsiteX625" fmla="*/ 3551551 w 4940931"/>
                <a:gd name="connsiteY625" fmla="*/ 109855 h 138429"/>
                <a:gd name="connsiteX626" fmla="*/ 3542661 w 4940931"/>
                <a:gd name="connsiteY626" fmla="*/ 110490 h 138429"/>
                <a:gd name="connsiteX627" fmla="*/ 3533136 w 4940931"/>
                <a:gd name="connsiteY627" fmla="*/ 109220 h 138429"/>
                <a:gd name="connsiteX628" fmla="*/ 3525516 w 4940931"/>
                <a:gd name="connsiteY628" fmla="*/ 105410 h 138429"/>
                <a:gd name="connsiteX629" fmla="*/ 3519166 w 4940931"/>
                <a:gd name="connsiteY629" fmla="*/ 100330 h 138429"/>
                <a:gd name="connsiteX630" fmla="*/ 3514086 w 4940931"/>
                <a:gd name="connsiteY630" fmla="*/ 92710 h 138429"/>
                <a:gd name="connsiteX631" fmla="*/ 3510276 w 4940931"/>
                <a:gd name="connsiteY631" fmla="*/ 82550 h 138429"/>
                <a:gd name="connsiteX632" fmla="*/ 3509006 w 4940931"/>
                <a:gd name="connsiteY632" fmla="*/ 69850 h 138429"/>
                <a:gd name="connsiteX633" fmla="*/ 3511546 w 4940931"/>
                <a:gd name="connsiteY633" fmla="*/ 52070 h 138429"/>
                <a:gd name="connsiteX634" fmla="*/ 3518531 w 4940931"/>
                <a:gd name="connsiteY634" fmla="*/ 39370 h 138429"/>
                <a:gd name="connsiteX635" fmla="*/ 3529326 w 4940931"/>
                <a:gd name="connsiteY635" fmla="*/ 31750 h 138429"/>
                <a:gd name="connsiteX636" fmla="*/ 3543296 w 4940931"/>
                <a:gd name="connsiteY636" fmla="*/ 29210 h 138429"/>
                <a:gd name="connsiteX637" fmla="*/ 3345176 w 4940931"/>
                <a:gd name="connsiteY637" fmla="*/ 29210 h 138429"/>
                <a:gd name="connsiteX638" fmla="*/ 3359781 w 4940931"/>
                <a:gd name="connsiteY638" fmla="*/ 32385 h 138429"/>
                <a:gd name="connsiteX639" fmla="*/ 3369941 w 4940931"/>
                <a:gd name="connsiteY639" fmla="*/ 40640 h 138429"/>
                <a:gd name="connsiteX640" fmla="*/ 3376291 w 4940931"/>
                <a:gd name="connsiteY640" fmla="*/ 53340 h 138429"/>
                <a:gd name="connsiteX641" fmla="*/ 3378196 w 4940931"/>
                <a:gd name="connsiteY641" fmla="*/ 68580 h 138429"/>
                <a:gd name="connsiteX642" fmla="*/ 3376926 w 4940931"/>
                <a:gd name="connsiteY642" fmla="*/ 68580 h 138429"/>
                <a:gd name="connsiteX643" fmla="*/ 3376926 w 4940931"/>
                <a:gd name="connsiteY643" fmla="*/ 72390 h 138429"/>
                <a:gd name="connsiteX644" fmla="*/ 3376926 w 4940931"/>
                <a:gd name="connsiteY644" fmla="*/ 75565 h 138429"/>
                <a:gd name="connsiteX645" fmla="*/ 3325491 w 4940931"/>
                <a:gd name="connsiteY645" fmla="*/ 75565 h 138429"/>
                <a:gd name="connsiteX646" fmla="*/ 3328031 w 4940931"/>
                <a:gd name="connsiteY646" fmla="*/ 85090 h 138429"/>
                <a:gd name="connsiteX647" fmla="*/ 3332476 w 4940931"/>
                <a:gd name="connsiteY647" fmla="*/ 91440 h 138429"/>
                <a:gd name="connsiteX648" fmla="*/ 3338191 w 4940931"/>
                <a:gd name="connsiteY648" fmla="*/ 95250 h 138429"/>
                <a:gd name="connsiteX649" fmla="*/ 3345176 w 4940931"/>
                <a:gd name="connsiteY649" fmla="*/ 96520 h 138429"/>
                <a:gd name="connsiteX650" fmla="*/ 3350256 w 4940931"/>
                <a:gd name="connsiteY650" fmla="*/ 96520 h 138429"/>
                <a:gd name="connsiteX651" fmla="*/ 3354701 w 4940931"/>
                <a:gd name="connsiteY651" fmla="*/ 95250 h 138429"/>
                <a:gd name="connsiteX652" fmla="*/ 3358511 w 4940931"/>
                <a:gd name="connsiteY652" fmla="*/ 93345 h 138429"/>
                <a:gd name="connsiteX653" fmla="*/ 3362956 w 4940931"/>
                <a:gd name="connsiteY653" fmla="*/ 90805 h 138429"/>
                <a:gd name="connsiteX654" fmla="*/ 3371846 w 4940931"/>
                <a:gd name="connsiteY654" fmla="*/ 100330 h 138429"/>
                <a:gd name="connsiteX655" fmla="*/ 3366131 w 4940931"/>
                <a:gd name="connsiteY655" fmla="*/ 104775 h 138429"/>
                <a:gd name="connsiteX656" fmla="*/ 3360416 w 4940931"/>
                <a:gd name="connsiteY656" fmla="*/ 107950 h 138429"/>
                <a:gd name="connsiteX657" fmla="*/ 3353431 w 4940931"/>
                <a:gd name="connsiteY657" fmla="*/ 109855 h 138429"/>
                <a:gd name="connsiteX658" fmla="*/ 3344541 w 4940931"/>
                <a:gd name="connsiteY658" fmla="*/ 110490 h 138429"/>
                <a:gd name="connsiteX659" fmla="*/ 3335016 w 4940931"/>
                <a:gd name="connsiteY659" fmla="*/ 109220 h 138429"/>
                <a:gd name="connsiteX660" fmla="*/ 3327396 w 4940931"/>
                <a:gd name="connsiteY660" fmla="*/ 105410 h 138429"/>
                <a:gd name="connsiteX661" fmla="*/ 3321046 w 4940931"/>
                <a:gd name="connsiteY661" fmla="*/ 100330 h 138429"/>
                <a:gd name="connsiteX662" fmla="*/ 3315966 w 4940931"/>
                <a:gd name="connsiteY662" fmla="*/ 92710 h 138429"/>
                <a:gd name="connsiteX663" fmla="*/ 3312156 w 4940931"/>
                <a:gd name="connsiteY663" fmla="*/ 82550 h 138429"/>
                <a:gd name="connsiteX664" fmla="*/ 3310886 w 4940931"/>
                <a:gd name="connsiteY664" fmla="*/ 69850 h 138429"/>
                <a:gd name="connsiteX665" fmla="*/ 3313426 w 4940931"/>
                <a:gd name="connsiteY665" fmla="*/ 52070 h 138429"/>
                <a:gd name="connsiteX666" fmla="*/ 3320411 w 4940931"/>
                <a:gd name="connsiteY666" fmla="*/ 39370 h 138429"/>
                <a:gd name="connsiteX667" fmla="*/ 3331206 w 4940931"/>
                <a:gd name="connsiteY667" fmla="*/ 31750 h 138429"/>
                <a:gd name="connsiteX668" fmla="*/ 3345176 w 4940931"/>
                <a:gd name="connsiteY668" fmla="*/ 29210 h 138429"/>
                <a:gd name="connsiteX669" fmla="*/ 3060696 w 4940931"/>
                <a:gd name="connsiteY669" fmla="*/ 29210 h 138429"/>
                <a:gd name="connsiteX670" fmla="*/ 3068316 w 4940931"/>
                <a:gd name="connsiteY670" fmla="*/ 29845 h 138429"/>
                <a:gd name="connsiteX671" fmla="*/ 3074031 w 4940931"/>
                <a:gd name="connsiteY671" fmla="*/ 32385 h 138429"/>
                <a:gd name="connsiteX672" fmla="*/ 3070221 w 4940931"/>
                <a:gd name="connsiteY672" fmla="*/ 46990 h 138429"/>
                <a:gd name="connsiteX673" fmla="*/ 3068951 w 4940931"/>
                <a:gd name="connsiteY673" fmla="*/ 46990 h 138429"/>
                <a:gd name="connsiteX674" fmla="*/ 3063871 w 4940931"/>
                <a:gd name="connsiteY674" fmla="*/ 45085 h 138429"/>
                <a:gd name="connsiteX675" fmla="*/ 3057521 w 4940931"/>
                <a:gd name="connsiteY675" fmla="*/ 44450 h 138429"/>
                <a:gd name="connsiteX676" fmla="*/ 3046091 w 4940931"/>
                <a:gd name="connsiteY676" fmla="*/ 49530 h 138429"/>
                <a:gd name="connsiteX677" fmla="*/ 3042281 w 4940931"/>
                <a:gd name="connsiteY677" fmla="*/ 64770 h 138429"/>
                <a:gd name="connsiteX678" fmla="*/ 3042281 w 4940931"/>
                <a:gd name="connsiteY678" fmla="*/ 109220 h 138429"/>
                <a:gd name="connsiteX679" fmla="*/ 3027041 w 4940931"/>
                <a:gd name="connsiteY679" fmla="*/ 109220 h 138429"/>
                <a:gd name="connsiteX680" fmla="*/ 3027041 w 4940931"/>
                <a:gd name="connsiteY680" fmla="*/ 31115 h 138429"/>
                <a:gd name="connsiteX681" fmla="*/ 3042281 w 4940931"/>
                <a:gd name="connsiteY681" fmla="*/ 31115 h 138429"/>
                <a:gd name="connsiteX682" fmla="*/ 3042281 w 4940931"/>
                <a:gd name="connsiteY682" fmla="*/ 38735 h 138429"/>
                <a:gd name="connsiteX683" fmla="*/ 3045456 w 4940931"/>
                <a:gd name="connsiteY683" fmla="*/ 34925 h 138429"/>
                <a:gd name="connsiteX684" fmla="*/ 3049901 w 4940931"/>
                <a:gd name="connsiteY684" fmla="*/ 31750 h 138429"/>
                <a:gd name="connsiteX685" fmla="*/ 3054981 w 4940931"/>
                <a:gd name="connsiteY685" fmla="*/ 29845 h 138429"/>
                <a:gd name="connsiteX686" fmla="*/ 3060696 w 4940931"/>
                <a:gd name="connsiteY686" fmla="*/ 29210 h 138429"/>
                <a:gd name="connsiteX687" fmla="*/ 2978781 w 4940931"/>
                <a:gd name="connsiteY687" fmla="*/ 29210 h 138429"/>
                <a:gd name="connsiteX688" fmla="*/ 2993386 w 4940931"/>
                <a:gd name="connsiteY688" fmla="*/ 32385 h 138429"/>
                <a:gd name="connsiteX689" fmla="*/ 3003546 w 4940931"/>
                <a:gd name="connsiteY689" fmla="*/ 40640 h 138429"/>
                <a:gd name="connsiteX690" fmla="*/ 3009896 w 4940931"/>
                <a:gd name="connsiteY690" fmla="*/ 53340 h 138429"/>
                <a:gd name="connsiteX691" fmla="*/ 3011801 w 4940931"/>
                <a:gd name="connsiteY691" fmla="*/ 68580 h 138429"/>
                <a:gd name="connsiteX692" fmla="*/ 3010531 w 4940931"/>
                <a:gd name="connsiteY692" fmla="*/ 68580 h 138429"/>
                <a:gd name="connsiteX693" fmla="*/ 3010531 w 4940931"/>
                <a:gd name="connsiteY693" fmla="*/ 72390 h 138429"/>
                <a:gd name="connsiteX694" fmla="*/ 3010531 w 4940931"/>
                <a:gd name="connsiteY694" fmla="*/ 75565 h 138429"/>
                <a:gd name="connsiteX695" fmla="*/ 2959096 w 4940931"/>
                <a:gd name="connsiteY695" fmla="*/ 75565 h 138429"/>
                <a:gd name="connsiteX696" fmla="*/ 2961636 w 4940931"/>
                <a:gd name="connsiteY696" fmla="*/ 85090 h 138429"/>
                <a:gd name="connsiteX697" fmla="*/ 2966081 w 4940931"/>
                <a:gd name="connsiteY697" fmla="*/ 91440 h 138429"/>
                <a:gd name="connsiteX698" fmla="*/ 2971796 w 4940931"/>
                <a:gd name="connsiteY698" fmla="*/ 95250 h 138429"/>
                <a:gd name="connsiteX699" fmla="*/ 2978781 w 4940931"/>
                <a:gd name="connsiteY699" fmla="*/ 96520 h 138429"/>
                <a:gd name="connsiteX700" fmla="*/ 2983861 w 4940931"/>
                <a:gd name="connsiteY700" fmla="*/ 96520 h 138429"/>
                <a:gd name="connsiteX701" fmla="*/ 2988306 w 4940931"/>
                <a:gd name="connsiteY701" fmla="*/ 95250 h 138429"/>
                <a:gd name="connsiteX702" fmla="*/ 2992116 w 4940931"/>
                <a:gd name="connsiteY702" fmla="*/ 93345 h 138429"/>
                <a:gd name="connsiteX703" fmla="*/ 2996561 w 4940931"/>
                <a:gd name="connsiteY703" fmla="*/ 90805 h 138429"/>
                <a:gd name="connsiteX704" fmla="*/ 3005451 w 4940931"/>
                <a:gd name="connsiteY704" fmla="*/ 100330 h 138429"/>
                <a:gd name="connsiteX705" fmla="*/ 2999736 w 4940931"/>
                <a:gd name="connsiteY705" fmla="*/ 104775 h 138429"/>
                <a:gd name="connsiteX706" fmla="*/ 2994021 w 4940931"/>
                <a:gd name="connsiteY706" fmla="*/ 107950 h 138429"/>
                <a:gd name="connsiteX707" fmla="*/ 2987036 w 4940931"/>
                <a:gd name="connsiteY707" fmla="*/ 109855 h 138429"/>
                <a:gd name="connsiteX708" fmla="*/ 2978146 w 4940931"/>
                <a:gd name="connsiteY708" fmla="*/ 110490 h 138429"/>
                <a:gd name="connsiteX709" fmla="*/ 2968621 w 4940931"/>
                <a:gd name="connsiteY709" fmla="*/ 109220 h 138429"/>
                <a:gd name="connsiteX710" fmla="*/ 2961001 w 4940931"/>
                <a:gd name="connsiteY710" fmla="*/ 105410 h 138429"/>
                <a:gd name="connsiteX711" fmla="*/ 2954651 w 4940931"/>
                <a:gd name="connsiteY711" fmla="*/ 100330 h 138429"/>
                <a:gd name="connsiteX712" fmla="*/ 2949571 w 4940931"/>
                <a:gd name="connsiteY712" fmla="*/ 92710 h 138429"/>
                <a:gd name="connsiteX713" fmla="*/ 2945761 w 4940931"/>
                <a:gd name="connsiteY713" fmla="*/ 82550 h 138429"/>
                <a:gd name="connsiteX714" fmla="*/ 2944491 w 4940931"/>
                <a:gd name="connsiteY714" fmla="*/ 69850 h 138429"/>
                <a:gd name="connsiteX715" fmla="*/ 2947031 w 4940931"/>
                <a:gd name="connsiteY715" fmla="*/ 52070 h 138429"/>
                <a:gd name="connsiteX716" fmla="*/ 2954016 w 4940931"/>
                <a:gd name="connsiteY716" fmla="*/ 39370 h 138429"/>
                <a:gd name="connsiteX717" fmla="*/ 2964811 w 4940931"/>
                <a:gd name="connsiteY717" fmla="*/ 31750 h 138429"/>
                <a:gd name="connsiteX718" fmla="*/ 2978781 w 4940931"/>
                <a:gd name="connsiteY718" fmla="*/ 29210 h 138429"/>
                <a:gd name="connsiteX719" fmla="*/ 2798440 w 4940931"/>
                <a:gd name="connsiteY719" fmla="*/ 29210 h 138429"/>
                <a:gd name="connsiteX720" fmla="*/ 2813045 w 4940931"/>
                <a:gd name="connsiteY720" fmla="*/ 31750 h 138429"/>
                <a:gd name="connsiteX721" fmla="*/ 2825110 w 4940931"/>
                <a:gd name="connsiteY721" fmla="*/ 38100 h 138429"/>
                <a:gd name="connsiteX722" fmla="*/ 2827015 w 4940931"/>
                <a:gd name="connsiteY722" fmla="*/ 38100 h 138429"/>
                <a:gd name="connsiteX723" fmla="*/ 2820030 w 4940931"/>
                <a:gd name="connsiteY723" fmla="*/ 50165 h 138429"/>
                <a:gd name="connsiteX724" fmla="*/ 2810505 w 4940931"/>
                <a:gd name="connsiteY724" fmla="*/ 45085 h 138429"/>
                <a:gd name="connsiteX725" fmla="*/ 2799710 w 4940931"/>
                <a:gd name="connsiteY725" fmla="*/ 43180 h 138429"/>
                <a:gd name="connsiteX726" fmla="*/ 2791455 w 4940931"/>
                <a:gd name="connsiteY726" fmla="*/ 45085 h 138429"/>
                <a:gd name="connsiteX727" fmla="*/ 2788915 w 4940931"/>
                <a:gd name="connsiteY727" fmla="*/ 50165 h 138429"/>
                <a:gd name="connsiteX728" fmla="*/ 2788915 w 4940931"/>
                <a:gd name="connsiteY728" fmla="*/ 52705 h 138429"/>
                <a:gd name="connsiteX729" fmla="*/ 2790820 w 4940931"/>
                <a:gd name="connsiteY729" fmla="*/ 55245 h 138429"/>
                <a:gd name="connsiteX730" fmla="*/ 2795265 w 4940931"/>
                <a:gd name="connsiteY730" fmla="*/ 57785 h 138429"/>
                <a:gd name="connsiteX731" fmla="*/ 2802250 w 4940931"/>
                <a:gd name="connsiteY731" fmla="*/ 60960 h 138429"/>
                <a:gd name="connsiteX732" fmla="*/ 2813680 w 4940931"/>
                <a:gd name="connsiteY732" fmla="*/ 66040 h 138429"/>
                <a:gd name="connsiteX733" fmla="*/ 2821935 w 4940931"/>
                <a:gd name="connsiteY733" fmla="*/ 71120 h 138429"/>
                <a:gd name="connsiteX734" fmla="*/ 2827015 w 4940931"/>
                <a:gd name="connsiteY734" fmla="*/ 78105 h 138429"/>
                <a:gd name="connsiteX735" fmla="*/ 2828920 w 4940931"/>
                <a:gd name="connsiteY735" fmla="*/ 87630 h 138429"/>
                <a:gd name="connsiteX736" fmla="*/ 2826380 w 4940931"/>
                <a:gd name="connsiteY736" fmla="*/ 98425 h 138429"/>
                <a:gd name="connsiteX737" fmla="*/ 2820030 w 4940931"/>
                <a:gd name="connsiteY737" fmla="*/ 105410 h 138429"/>
                <a:gd name="connsiteX738" fmla="*/ 2810505 w 4940931"/>
                <a:gd name="connsiteY738" fmla="*/ 109220 h 138429"/>
                <a:gd name="connsiteX739" fmla="*/ 2799710 w 4940931"/>
                <a:gd name="connsiteY739" fmla="*/ 110490 h 138429"/>
                <a:gd name="connsiteX740" fmla="*/ 2783835 w 4940931"/>
                <a:gd name="connsiteY740" fmla="*/ 107950 h 138429"/>
                <a:gd name="connsiteX741" fmla="*/ 2769230 w 4940931"/>
                <a:gd name="connsiteY741" fmla="*/ 100965 h 138429"/>
                <a:gd name="connsiteX742" fmla="*/ 2776215 w 4940931"/>
                <a:gd name="connsiteY742" fmla="*/ 89535 h 138429"/>
                <a:gd name="connsiteX743" fmla="*/ 2787645 w 4940931"/>
                <a:gd name="connsiteY743" fmla="*/ 95250 h 138429"/>
                <a:gd name="connsiteX744" fmla="*/ 2799075 w 4940931"/>
                <a:gd name="connsiteY744" fmla="*/ 97155 h 138429"/>
                <a:gd name="connsiteX745" fmla="*/ 2809870 w 4940931"/>
                <a:gd name="connsiteY745" fmla="*/ 94615 h 138429"/>
                <a:gd name="connsiteX746" fmla="*/ 2813045 w 4940931"/>
                <a:gd name="connsiteY746" fmla="*/ 88265 h 138429"/>
                <a:gd name="connsiteX747" fmla="*/ 2811775 w 4940931"/>
                <a:gd name="connsiteY747" fmla="*/ 84455 h 138429"/>
                <a:gd name="connsiteX748" fmla="*/ 2807965 w 4940931"/>
                <a:gd name="connsiteY748" fmla="*/ 81280 h 138429"/>
                <a:gd name="connsiteX749" fmla="*/ 2802250 w 4940931"/>
                <a:gd name="connsiteY749" fmla="*/ 78105 h 138429"/>
                <a:gd name="connsiteX750" fmla="*/ 2794630 w 4940931"/>
                <a:gd name="connsiteY750" fmla="*/ 74930 h 138429"/>
                <a:gd name="connsiteX751" fmla="*/ 2783835 w 4940931"/>
                <a:gd name="connsiteY751" fmla="*/ 69850 h 138429"/>
                <a:gd name="connsiteX752" fmla="*/ 2776850 w 4940931"/>
                <a:gd name="connsiteY752" fmla="*/ 64770 h 138429"/>
                <a:gd name="connsiteX753" fmla="*/ 2773040 w 4940931"/>
                <a:gd name="connsiteY753" fmla="*/ 58420 h 138429"/>
                <a:gd name="connsiteX754" fmla="*/ 2771770 w 4940931"/>
                <a:gd name="connsiteY754" fmla="*/ 50165 h 138429"/>
                <a:gd name="connsiteX755" fmla="*/ 2773675 w 4940931"/>
                <a:gd name="connsiteY755" fmla="*/ 40640 h 138429"/>
                <a:gd name="connsiteX756" fmla="*/ 2779390 w 4940931"/>
                <a:gd name="connsiteY756" fmla="*/ 34290 h 138429"/>
                <a:gd name="connsiteX757" fmla="*/ 2787645 w 4940931"/>
                <a:gd name="connsiteY757" fmla="*/ 30480 h 138429"/>
                <a:gd name="connsiteX758" fmla="*/ 2798440 w 4940931"/>
                <a:gd name="connsiteY758" fmla="*/ 29210 h 138429"/>
                <a:gd name="connsiteX759" fmla="*/ 2723510 w 4940931"/>
                <a:gd name="connsiteY759" fmla="*/ 29210 h 138429"/>
                <a:gd name="connsiteX760" fmla="*/ 2729225 w 4940931"/>
                <a:gd name="connsiteY760" fmla="*/ 29210 h 138429"/>
                <a:gd name="connsiteX761" fmla="*/ 2741290 w 4940931"/>
                <a:gd name="connsiteY761" fmla="*/ 31750 h 138429"/>
                <a:gd name="connsiteX762" fmla="*/ 2750180 w 4940931"/>
                <a:gd name="connsiteY762" fmla="*/ 38100 h 138429"/>
                <a:gd name="connsiteX763" fmla="*/ 2755260 w 4940931"/>
                <a:gd name="connsiteY763" fmla="*/ 48895 h 138429"/>
                <a:gd name="connsiteX764" fmla="*/ 2757165 w 4940931"/>
                <a:gd name="connsiteY764" fmla="*/ 64135 h 138429"/>
                <a:gd name="connsiteX765" fmla="*/ 2757165 w 4940931"/>
                <a:gd name="connsiteY765" fmla="*/ 108585 h 138429"/>
                <a:gd name="connsiteX766" fmla="*/ 2741925 w 4940931"/>
                <a:gd name="connsiteY766" fmla="*/ 108585 h 138429"/>
                <a:gd name="connsiteX767" fmla="*/ 2741290 w 4940931"/>
                <a:gd name="connsiteY767" fmla="*/ 108585 h 138429"/>
                <a:gd name="connsiteX768" fmla="*/ 2741290 w 4940931"/>
                <a:gd name="connsiteY768" fmla="*/ 64770 h 138429"/>
                <a:gd name="connsiteX769" fmla="*/ 2737480 w 4940931"/>
                <a:gd name="connsiteY769" fmla="*/ 48895 h 138429"/>
                <a:gd name="connsiteX770" fmla="*/ 2725415 w 4940931"/>
                <a:gd name="connsiteY770" fmla="*/ 43180 h 138429"/>
                <a:gd name="connsiteX771" fmla="*/ 2718430 w 4940931"/>
                <a:gd name="connsiteY771" fmla="*/ 44450 h 138429"/>
                <a:gd name="connsiteX772" fmla="*/ 2713350 w 4940931"/>
                <a:gd name="connsiteY772" fmla="*/ 48260 h 138429"/>
                <a:gd name="connsiteX773" fmla="*/ 2710175 w 4940931"/>
                <a:gd name="connsiteY773" fmla="*/ 54610 h 138429"/>
                <a:gd name="connsiteX774" fmla="*/ 2709540 w 4940931"/>
                <a:gd name="connsiteY774" fmla="*/ 62865 h 138429"/>
                <a:gd name="connsiteX775" fmla="*/ 2709540 w 4940931"/>
                <a:gd name="connsiteY775" fmla="*/ 108585 h 138429"/>
                <a:gd name="connsiteX776" fmla="*/ 2694300 w 4940931"/>
                <a:gd name="connsiteY776" fmla="*/ 108585 h 138429"/>
                <a:gd name="connsiteX777" fmla="*/ 2694300 w 4940931"/>
                <a:gd name="connsiteY777" fmla="*/ 30480 h 138429"/>
                <a:gd name="connsiteX778" fmla="*/ 2709540 w 4940931"/>
                <a:gd name="connsiteY778" fmla="*/ 30480 h 138429"/>
                <a:gd name="connsiteX779" fmla="*/ 2709540 w 4940931"/>
                <a:gd name="connsiteY779" fmla="*/ 38100 h 138429"/>
                <a:gd name="connsiteX780" fmla="*/ 2713350 w 4940931"/>
                <a:gd name="connsiteY780" fmla="*/ 34290 h 138429"/>
                <a:gd name="connsiteX781" fmla="*/ 2717795 w 4940931"/>
                <a:gd name="connsiteY781" fmla="*/ 31115 h 138429"/>
                <a:gd name="connsiteX782" fmla="*/ 2723510 w 4940931"/>
                <a:gd name="connsiteY782" fmla="*/ 29210 h 138429"/>
                <a:gd name="connsiteX783" fmla="*/ 2530470 w 4940931"/>
                <a:gd name="connsiteY783" fmla="*/ 29210 h 138429"/>
                <a:gd name="connsiteX784" fmla="*/ 2545075 w 4940931"/>
                <a:gd name="connsiteY784" fmla="*/ 32385 h 138429"/>
                <a:gd name="connsiteX785" fmla="*/ 2555235 w 4940931"/>
                <a:gd name="connsiteY785" fmla="*/ 40640 h 138429"/>
                <a:gd name="connsiteX786" fmla="*/ 2561585 w 4940931"/>
                <a:gd name="connsiteY786" fmla="*/ 53340 h 138429"/>
                <a:gd name="connsiteX787" fmla="*/ 2563490 w 4940931"/>
                <a:gd name="connsiteY787" fmla="*/ 68580 h 138429"/>
                <a:gd name="connsiteX788" fmla="*/ 2562220 w 4940931"/>
                <a:gd name="connsiteY788" fmla="*/ 68580 h 138429"/>
                <a:gd name="connsiteX789" fmla="*/ 2562220 w 4940931"/>
                <a:gd name="connsiteY789" fmla="*/ 72390 h 138429"/>
                <a:gd name="connsiteX790" fmla="*/ 2562220 w 4940931"/>
                <a:gd name="connsiteY790" fmla="*/ 75565 h 138429"/>
                <a:gd name="connsiteX791" fmla="*/ 2510785 w 4940931"/>
                <a:gd name="connsiteY791" fmla="*/ 75565 h 138429"/>
                <a:gd name="connsiteX792" fmla="*/ 2513325 w 4940931"/>
                <a:gd name="connsiteY792" fmla="*/ 85090 h 138429"/>
                <a:gd name="connsiteX793" fmla="*/ 2517770 w 4940931"/>
                <a:gd name="connsiteY793" fmla="*/ 91440 h 138429"/>
                <a:gd name="connsiteX794" fmla="*/ 2523485 w 4940931"/>
                <a:gd name="connsiteY794" fmla="*/ 95250 h 138429"/>
                <a:gd name="connsiteX795" fmla="*/ 2530470 w 4940931"/>
                <a:gd name="connsiteY795" fmla="*/ 96520 h 138429"/>
                <a:gd name="connsiteX796" fmla="*/ 2535550 w 4940931"/>
                <a:gd name="connsiteY796" fmla="*/ 96520 h 138429"/>
                <a:gd name="connsiteX797" fmla="*/ 2539995 w 4940931"/>
                <a:gd name="connsiteY797" fmla="*/ 95250 h 138429"/>
                <a:gd name="connsiteX798" fmla="*/ 2543805 w 4940931"/>
                <a:gd name="connsiteY798" fmla="*/ 93345 h 138429"/>
                <a:gd name="connsiteX799" fmla="*/ 2548250 w 4940931"/>
                <a:gd name="connsiteY799" fmla="*/ 90805 h 138429"/>
                <a:gd name="connsiteX800" fmla="*/ 2557140 w 4940931"/>
                <a:gd name="connsiteY800" fmla="*/ 100330 h 138429"/>
                <a:gd name="connsiteX801" fmla="*/ 2551425 w 4940931"/>
                <a:gd name="connsiteY801" fmla="*/ 104775 h 138429"/>
                <a:gd name="connsiteX802" fmla="*/ 2545710 w 4940931"/>
                <a:gd name="connsiteY802" fmla="*/ 107950 h 138429"/>
                <a:gd name="connsiteX803" fmla="*/ 2538725 w 4940931"/>
                <a:gd name="connsiteY803" fmla="*/ 109855 h 138429"/>
                <a:gd name="connsiteX804" fmla="*/ 2529835 w 4940931"/>
                <a:gd name="connsiteY804" fmla="*/ 110490 h 138429"/>
                <a:gd name="connsiteX805" fmla="*/ 2520310 w 4940931"/>
                <a:gd name="connsiteY805" fmla="*/ 109220 h 138429"/>
                <a:gd name="connsiteX806" fmla="*/ 2512690 w 4940931"/>
                <a:gd name="connsiteY806" fmla="*/ 105410 h 138429"/>
                <a:gd name="connsiteX807" fmla="*/ 2506340 w 4940931"/>
                <a:gd name="connsiteY807" fmla="*/ 100330 h 138429"/>
                <a:gd name="connsiteX808" fmla="*/ 2501260 w 4940931"/>
                <a:gd name="connsiteY808" fmla="*/ 92710 h 138429"/>
                <a:gd name="connsiteX809" fmla="*/ 2497450 w 4940931"/>
                <a:gd name="connsiteY809" fmla="*/ 82550 h 138429"/>
                <a:gd name="connsiteX810" fmla="*/ 2496180 w 4940931"/>
                <a:gd name="connsiteY810" fmla="*/ 69850 h 138429"/>
                <a:gd name="connsiteX811" fmla="*/ 2498720 w 4940931"/>
                <a:gd name="connsiteY811" fmla="*/ 52070 h 138429"/>
                <a:gd name="connsiteX812" fmla="*/ 2505705 w 4940931"/>
                <a:gd name="connsiteY812" fmla="*/ 39370 h 138429"/>
                <a:gd name="connsiteX813" fmla="*/ 2516500 w 4940931"/>
                <a:gd name="connsiteY813" fmla="*/ 31750 h 138429"/>
                <a:gd name="connsiteX814" fmla="*/ 2530470 w 4940931"/>
                <a:gd name="connsiteY814" fmla="*/ 29210 h 138429"/>
                <a:gd name="connsiteX815" fmla="*/ 2298061 w 4940931"/>
                <a:gd name="connsiteY815" fmla="*/ 29210 h 138429"/>
                <a:gd name="connsiteX816" fmla="*/ 2305681 w 4940931"/>
                <a:gd name="connsiteY816" fmla="*/ 29845 h 138429"/>
                <a:gd name="connsiteX817" fmla="*/ 2311396 w 4940931"/>
                <a:gd name="connsiteY817" fmla="*/ 32385 h 138429"/>
                <a:gd name="connsiteX818" fmla="*/ 2307586 w 4940931"/>
                <a:gd name="connsiteY818" fmla="*/ 46990 h 138429"/>
                <a:gd name="connsiteX819" fmla="*/ 2306316 w 4940931"/>
                <a:gd name="connsiteY819" fmla="*/ 46990 h 138429"/>
                <a:gd name="connsiteX820" fmla="*/ 2301236 w 4940931"/>
                <a:gd name="connsiteY820" fmla="*/ 45085 h 138429"/>
                <a:gd name="connsiteX821" fmla="*/ 2294886 w 4940931"/>
                <a:gd name="connsiteY821" fmla="*/ 44450 h 138429"/>
                <a:gd name="connsiteX822" fmla="*/ 2283456 w 4940931"/>
                <a:gd name="connsiteY822" fmla="*/ 49530 h 138429"/>
                <a:gd name="connsiteX823" fmla="*/ 2279646 w 4940931"/>
                <a:gd name="connsiteY823" fmla="*/ 64770 h 138429"/>
                <a:gd name="connsiteX824" fmla="*/ 2279646 w 4940931"/>
                <a:gd name="connsiteY824" fmla="*/ 109220 h 138429"/>
                <a:gd name="connsiteX825" fmla="*/ 2264406 w 4940931"/>
                <a:gd name="connsiteY825" fmla="*/ 109220 h 138429"/>
                <a:gd name="connsiteX826" fmla="*/ 2264406 w 4940931"/>
                <a:gd name="connsiteY826" fmla="*/ 31115 h 138429"/>
                <a:gd name="connsiteX827" fmla="*/ 2279646 w 4940931"/>
                <a:gd name="connsiteY827" fmla="*/ 31115 h 138429"/>
                <a:gd name="connsiteX828" fmla="*/ 2279646 w 4940931"/>
                <a:gd name="connsiteY828" fmla="*/ 38735 h 138429"/>
                <a:gd name="connsiteX829" fmla="*/ 2282821 w 4940931"/>
                <a:gd name="connsiteY829" fmla="*/ 34925 h 138429"/>
                <a:gd name="connsiteX830" fmla="*/ 2287266 w 4940931"/>
                <a:gd name="connsiteY830" fmla="*/ 31750 h 138429"/>
                <a:gd name="connsiteX831" fmla="*/ 2292346 w 4940931"/>
                <a:gd name="connsiteY831" fmla="*/ 29845 h 138429"/>
                <a:gd name="connsiteX832" fmla="*/ 2298061 w 4940931"/>
                <a:gd name="connsiteY832" fmla="*/ 29210 h 138429"/>
                <a:gd name="connsiteX833" fmla="*/ 2216145 w 4940931"/>
                <a:gd name="connsiteY833" fmla="*/ 29210 h 138429"/>
                <a:gd name="connsiteX834" fmla="*/ 2230750 w 4940931"/>
                <a:gd name="connsiteY834" fmla="*/ 32385 h 138429"/>
                <a:gd name="connsiteX835" fmla="*/ 2240910 w 4940931"/>
                <a:gd name="connsiteY835" fmla="*/ 40640 h 138429"/>
                <a:gd name="connsiteX836" fmla="*/ 2247260 w 4940931"/>
                <a:gd name="connsiteY836" fmla="*/ 53340 h 138429"/>
                <a:gd name="connsiteX837" fmla="*/ 2249165 w 4940931"/>
                <a:gd name="connsiteY837" fmla="*/ 68580 h 138429"/>
                <a:gd name="connsiteX838" fmla="*/ 2247895 w 4940931"/>
                <a:gd name="connsiteY838" fmla="*/ 68580 h 138429"/>
                <a:gd name="connsiteX839" fmla="*/ 2247895 w 4940931"/>
                <a:gd name="connsiteY839" fmla="*/ 72390 h 138429"/>
                <a:gd name="connsiteX840" fmla="*/ 2247895 w 4940931"/>
                <a:gd name="connsiteY840" fmla="*/ 75565 h 138429"/>
                <a:gd name="connsiteX841" fmla="*/ 2196460 w 4940931"/>
                <a:gd name="connsiteY841" fmla="*/ 75565 h 138429"/>
                <a:gd name="connsiteX842" fmla="*/ 2199000 w 4940931"/>
                <a:gd name="connsiteY842" fmla="*/ 85090 h 138429"/>
                <a:gd name="connsiteX843" fmla="*/ 2203445 w 4940931"/>
                <a:gd name="connsiteY843" fmla="*/ 91440 h 138429"/>
                <a:gd name="connsiteX844" fmla="*/ 2209160 w 4940931"/>
                <a:gd name="connsiteY844" fmla="*/ 95250 h 138429"/>
                <a:gd name="connsiteX845" fmla="*/ 2216145 w 4940931"/>
                <a:gd name="connsiteY845" fmla="*/ 96520 h 138429"/>
                <a:gd name="connsiteX846" fmla="*/ 2221225 w 4940931"/>
                <a:gd name="connsiteY846" fmla="*/ 96520 h 138429"/>
                <a:gd name="connsiteX847" fmla="*/ 2225670 w 4940931"/>
                <a:gd name="connsiteY847" fmla="*/ 95250 h 138429"/>
                <a:gd name="connsiteX848" fmla="*/ 2229480 w 4940931"/>
                <a:gd name="connsiteY848" fmla="*/ 93345 h 138429"/>
                <a:gd name="connsiteX849" fmla="*/ 2233925 w 4940931"/>
                <a:gd name="connsiteY849" fmla="*/ 90805 h 138429"/>
                <a:gd name="connsiteX850" fmla="*/ 2242815 w 4940931"/>
                <a:gd name="connsiteY850" fmla="*/ 100330 h 138429"/>
                <a:gd name="connsiteX851" fmla="*/ 2237100 w 4940931"/>
                <a:gd name="connsiteY851" fmla="*/ 104775 h 138429"/>
                <a:gd name="connsiteX852" fmla="*/ 2231385 w 4940931"/>
                <a:gd name="connsiteY852" fmla="*/ 107950 h 138429"/>
                <a:gd name="connsiteX853" fmla="*/ 2224400 w 4940931"/>
                <a:gd name="connsiteY853" fmla="*/ 109855 h 138429"/>
                <a:gd name="connsiteX854" fmla="*/ 2215510 w 4940931"/>
                <a:gd name="connsiteY854" fmla="*/ 110490 h 138429"/>
                <a:gd name="connsiteX855" fmla="*/ 2205985 w 4940931"/>
                <a:gd name="connsiteY855" fmla="*/ 109220 h 138429"/>
                <a:gd name="connsiteX856" fmla="*/ 2198365 w 4940931"/>
                <a:gd name="connsiteY856" fmla="*/ 105410 h 138429"/>
                <a:gd name="connsiteX857" fmla="*/ 2192015 w 4940931"/>
                <a:gd name="connsiteY857" fmla="*/ 100330 h 138429"/>
                <a:gd name="connsiteX858" fmla="*/ 2186935 w 4940931"/>
                <a:gd name="connsiteY858" fmla="*/ 92710 h 138429"/>
                <a:gd name="connsiteX859" fmla="*/ 2183125 w 4940931"/>
                <a:gd name="connsiteY859" fmla="*/ 82550 h 138429"/>
                <a:gd name="connsiteX860" fmla="*/ 2181855 w 4940931"/>
                <a:gd name="connsiteY860" fmla="*/ 69850 h 138429"/>
                <a:gd name="connsiteX861" fmla="*/ 2184395 w 4940931"/>
                <a:gd name="connsiteY861" fmla="*/ 52070 h 138429"/>
                <a:gd name="connsiteX862" fmla="*/ 2191380 w 4940931"/>
                <a:gd name="connsiteY862" fmla="*/ 39370 h 138429"/>
                <a:gd name="connsiteX863" fmla="*/ 2202175 w 4940931"/>
                <a:gd name="connsiteY863" fmla="*/ 31750 h 138429"/>
                <a:gd name="connsiteX864" fmla="*/ 2216145 w 4940931"/>
                <a:gd name="connsiteY864" fmla="*/ 29210 h 138429"/>
                <a:gd name="connsiteX865" fmla="*/ 2029456 w 4940931"/>
                <a:gd name="connsiteY865" fmla="*/ 29210 h 138429"/>
                <a:gd name="connsiteX866" fmla="*/ 2044061 w 4940931"/>
                <a:gd name="connsiteY866" fmla="*/ 32385 h 138429"/>
                <a:gd name="connsiteX867" fmla="*/ 2054221 w 4940931"/>
                <a:gd name="connsiteY867" fmla="*/ 40640 h 138429"/>
                <a:gd name="connsiteX868" fmla="*/ 2060571 w 4940931"/>
                <a:gd name="connsiteY868" fmla="*/ 53340 h 138429"/>
                <a:gd name="connsiteX869" fmla="*/ 2062476 w 4940931"/>
                <a:gd name="connsiteY869" fmla="*/ 68580 h 138429"/>
                <a:gd name="connsiteX870" fmla="*/ 2061206 w 4940931"/>
                <a:gd name="connsiteY870" fmla="*/ 68580 h 138429"/>
                <a:gd name="connsiteX871" fmla="*/ 2061206 w 4940931"/>
                <a:gd name="connsiteY871" fmla="*/ 72390 h 138429"/>
                <a:gd name="connsiteX872" fmla="*/ 2061206 w 4940931"/>
                <a:gd name="connsiteY872" fmla="*/ 75565 h 138429"/>
                <a:gd name="connsiteX873" fmla="*/ 2009771 w 4940931"/>
                <a:gd name="connsiteY873" fmla="*/ 75565 h 138429"/>
                <a:gd name="connsiteX874" fmla="*/ 2012311 w 4940931"/>
                <a:gd name="connsiteY874" fmla="*/ 85090 h 138429"/>
                <a:gd name="connsiteX875" fmla="*/ 2016756 w 4940931"/>
                <a:gd name="connsiteY875" fmla="*/ 91440 h 138429"/>
                <a:gd name="connsiteX876" fmla="*/ 2022471 w 4940931"/>
                <a:gd name="connsiteY876" fmla="*/ 95250 h 138429"/>
                <a:gd name="connsiteX877" fmla="*/ 2029456 w 4940931"/>
                <a:gd name="connsiteY877" fmla="*/ 96520 h 138429"/>
                <a:gd name="connsiteX878" fmla="*/ 2034536 w 4940931"/>
                <a:gd name="connsiteY878" fmla="*/ 96520 h 138429"/>
                <a:gd name="connsiteX879" fmla="*/ 2038981 w 4940931"/>
                <a:gd name="connsiteY879" fmla="*/ 95250 h 138429"/>
                <a:gd name="connsiteX880" fmla="*/ 2042791 w 4940931"/>
                <a:gd name="connsiteY880" fmla="*/ 93345 h 138429"/>
                <a:gd name="connsiteX881" fmla="*/ 2047236 w 4940931"/>
                <a:gd name="connsiteY881" fmla="*/ 90805 h 138429"/>
                <a:gd name="connsiteX882" fmla="*/ 2056126 w 4940931"/>
                <a:gd name="connsiteY882" fmla="*/ 100330 h 138429"/>
                <a:gd name="connsiteX883" fmla="*/ 2050411 w 4940931"/>
                <a:gd name="connsiteY883" fmla="*/ 104775 h 138429"/>
                <a:gd name="connsiteX884" fmla="*/ 2044696 w 4940931"/>
                <a:gd name="connsiteY884" fmla="*/ 107950 h 138429"/>
                <a:gd name="connsiteX885" fmla="*/ 2037711 w 4940931"/>
                <a:gd name="connsiteY885" fmla="*/ 109855 h 138429"/>
                <a:gd name="connsiteX886" fmla="*/ 2028821 w 4940931"/>
                <a:gd name="connsiteY886" fmla="*/ 110490 h 138429"/>
                <a:gd name="connsiteX887" fmla="*/ 2019296 w 4940931"/>
                <a:gd name="connsiteY887" fmla="*/ 109220 h 138429"/>
                <a:gd name="connsiteX888" fmla="*/ 2011676 w 4940931"/>
                <a:gd name="connsiteY888" fmla="*/ 105410 h 138429"/>
                <a:gd name="connsiteX889" fmla="*/ 2005326 w 4940931"/>
                <a:gd name="connsiteY889" fmla="*/ 100330 h 138429"/>
                <a:gd name="connsiteX890" fmla="*/ 2000246 w 4940931"/>
                <a:gd name="connsiteY890" fmla="*/ 92710 h 138429"/>
                <a:gd name="connsiteX891" fmla="*/ 1996436 w 4940931"/>
                <a:gd name="connsiteY891" fmla="*/ 82550 h 138429"/>
                <a:gd name="connsiteX892" fmla="*/ 1995166 w 4940931"/>
                <a:gd name="connsiteY892" fmla="*/ 69850 h 138429"/>
                <a:gd name="connsiteX893" fmla="*/ 1997706 w 4940931"/>
                <a:gd name="connsiteY893" fmla="*/ 52070 h 138429"/>
                <a:gd name="connsiteX894" fmla="*/ 2004691 w 4940931"/>
                <a:gd name="connsiteY894" fmla="*/ 39370 h 138429"/>
                <a:gd name="connsiteX895" fmla="*/ 2015486 w 4940931"/>
                <a:gd name="connsiteY895" fmla="*/ 31750 h 138429"/>
                <a:gd name="connsiteX896" fmla="*/ 2029456 w 4940931"/>
                <a:gd name="connsiteY896" fmla="*/ 29210 h 138429"/>
                <a:gd name="connsiteX897" fmla="*/ 1831336 w 4940931"/>
                <a:gd name="connsiteY897" fmla="*/ 29210 h 138429"/>
                <a:gd name="connsiteX898" fmla="*/ 1845941 w 4940931"/>
                <a:gd name="connsiteY898" fmla="*/ 32385 h 138429"/>
                <a:gd name="connsiteX899" fmla="*/ 1856101 w 4940931"/>
                <a:gd name="connsiteY899" fmla="*/ 40640 h 138429"/>
                <a:gd name="connsiteX900" fmla="*/ 1862451 w 4940931"/>
                <a:gd name="connsiteY900" fmla="*/ 53340 h 138429"/>
                <a:gd name="connsiteX901" fmla="*/ 1864356 w 4940931"/>
                <a:gd name="connsiteY901" fmla="*/ 68580 h 138429"/>
                <a:gd name="connsiteX902" fmla="*/ 1863086 w 4940931"/>
                <a:gd name="connsiteY902" fmla="*/ 68580 h 138429"/>
                <a:gd name="connsiteX903" fmla="*/ 1863086 w 4940931"/>
                <a:gd name="connsiteY903" fmla="*/ 72390 h 138429"/>
                <a:gd name="connsiteX904" fmla="*/ 1863086 w 4940931"/>
                <a:gd name="connsiteY904" fmla="*/ 75565 h 138429"/>
                <a:gd name="connsiteX905" fmla="*/ 1811651 w 4940931"/>
                <a:gd name="connsiteY905" fmla="*/ 75565 h 138429"/>
                <a:gd name="connsiteX906" fmla="*/ 1814191 w 4940931"/>
                <a:gd name="connsiteY906" fmla="*/ 85090 h 138429"/>
                <a:gd name="connsiteX907" fmla="*/ 1818636 w 4940931"/>
                <a:gd name="connsiteY907" fmla="*/ 91440 h 138429"/>
                <a:gd name="connsiteX908" fmla="*/ 1824351 w 4940931"/>
                <a:gd name="connsiteY908" fmla="*/ 95250 h 138429"/>
                <a:gd name="connsiteX909" fmla="*/ 1831336 w 4940931"/>
                <a:gd name="connsiteY909" fmla="*/ 96520 h 138429"/>
                <a:gd name="connsiteX910" fmla="*/ 1836416 w 4940931"/>
                <a:gd name="connsiteY910" fmla="*/ 96520 h 138429"/>
                <a:gd name="connsiteX911" fmla="*/ 1840861 w 4940931"/>
                <a:gd name="connsiteY911" fmla="*/ 95250 h 138429"/>
                <a:gd name="connsiteX912" fmla="*/ 1844671 w 4940931"/>
                <a:gd name="connsiteY912" fmla="*/ 93345 h 138429"/>
                <a:gd name="connsiteX913" fmla="*/ 1849116 w 4940931"/>
                <a:gd name="connsiteY913" fmla="*/ 90805 h 138429"/>
                <a:gd name="connsiteX914" fmla="*/ 1858006 w 4940931"/>
                <a:gd name="connsiteY914" fmla="*/ 100330 h 138429"/>
                <a:gd name="connsiteX915" fmla="*/ 1852291 w 4940931"/>
                <a:gd name="connsiteY915" fmla="*/ 104775 h 138429"/>
                <a:gd name="connsiteX916" fmla="*/ 1846576 w 4940931"/>
                <a:gd name="connsiteY916" fmla="*/ 107950 h 138429"/>
                <a:gd name="connsiteX917" fmla="*/ 1839591 w 4940931"/>
                <a:gd name="connsiteY917" fmla="*/ 109855 h 138429"/>
                <a:gd name="connsiteX918" fmla="*/ 1830701 w 4940931"/>
                <a:gd name="connsiteY918" fmla="*/ 110490 h 138429"/>
                <a:gd name="connsiteX919" fmla="*/ 1821176 w 4940931"/>
                <a:gd name="connsiteY919" fmla="*/ 109220 h 138429"/>
                <a:gd name="connsiteX920" fmla="*/ 1813556 w 4940931"/>
                <a:gd name="connsiteY920" fmla="*/ 105410 h 138429"/>
                <a:gd name="connsiteX921" fmla="*/ 1807206 w 4940931"/>
                <a:gd name="connsiteY921" fmla="*/ 100330 h 138429"/>
                <a:gd name="connsiteX922" fmla="*/ 1802126 w 4940931"/>
                <a:gd name="connsiteY922" fmla="*/ 92710 h 138429"/>
                <a:gd name="connsiteX923" fmla="*/ 1798316 w 4940931"/>
                <a:gd name="connsiteY923" fmla="*/ 82550 h 138429"/>
                <a:gd name="connsiteX924" fmla="*/ 1797046 w 4940931"/>
                <a:gd name="connsiteY924" fmla="*/ 69850 h 138429"/>
                <a:gd name="connsiteX925" fmla="*/ 1799586 w 4940931"/>
                <a:gd name="connsiteY925" fmla="*/ 52070 h 138429"/>
                <a:gd name="connsiteX926" fmla="*/ 1806571 w 4940931"/>
                <a:gd name="connsiteY926" fmla="*/ 39370 h 138429"/>
                <a:gd name="connsiteX927" fmla="*/ 1817366 w 4940931"/>
                <a:gd name="connsiteY927" fmla="*/ 31750 h 138429"/>
                <a:gd name="connsiteX928" fmla="*/ 1831336 w 4940931"/>
                <a:gd name="connsiteY928" fmla="*/ 29210 h 138429"/>
                <a:gd name="connsiteX929" fmla="*/ 1501140 w 4940931"/>
                <a:gd name="connsiteY929" fmla="*/ 29210 h 138429"/>
                <a:gd name="connsiteX930" fmla="*/ 1506856 w 4940931"/>
                <a:gd name="connsiteY930" fmla="*/ 29210 h 138429"/>
                <a:gd name="connsiteX931" fmla="*/ 1518920 w 4940931"/>
                <a:gd name="connsiteY931" fmla="*/ 31750 h 138429"/>
                <a:gd name="connsiteX932" fmla="*/ 1527811 w 4940931"/>
                <a:gd name="connsiteY932" fmla="*/ 38100 h 138429"/>
                <a:gd name="connsiteX933" fmla="*/ 1532891 w 4940931"/>
                <a:gd name="connsiteY933" fmla="*/ 48895 h 138429"/>
                <a:gd name="connsiteX934" fmla="*/ 1534796 w 4940931"/>
                <a:gd name="connsiteY934" fmla="*/ 64135 h 138429"/>
                <a:gd name="connsiteX935" fmla="*/ 1534796 w 4940931"/>
                <a:gd name="connsiteY935" fmla="*/ 108585 h 138429"/>
                <a:gd name="connsiteX936" fmla="*/ 1519556 w 4940931"/>
                <a:gd name="connsiteY936" fmla="*/ 108585 h 138429"/>
                <a:gd name="connsiteX937" fmla="*/ 1518920 w 4940931"/>
                <a:gd name="connsiteY937" fmla="*/ 108585 h 138429"/>
                <a:gd name="connsiteX938" fmla="*/ 1518920 w 4940931"/>
                <a:gd name="connsiteY938" fmla="*/ 64770 h 138429"/>
                <a:gd name="connsiteX939" fmla="*/ 1515111 w 4940931"/>
                <a:gd name="connsiteY939" fmla="*/ 48895 h 138429"/>
                <a:gd name="connsiteX940" fmla="*/ 1503046 w 4940931"/>
                <a:gd name="connsiteY940" fmla="*/ 43180 h 138429"/>
                <a:gd name="connsiteX941" fmla="*/ 1496061 w 4940931"/>
                <a:gd name="connsiteY941" fmla="*/ 44450 h 138429"/>
                <a:gd name="connsiteX942" fmla="*/ 1490981 w 4940931"/>
                <a:gd name="connsiteY942" fmla="*/ 48260 h 138429"/>
                <a:gd name="connsiteX943" fmla="*/ 1487806 w 4940931"/>
                <a:gd name="connsiteY943" fmla="*/ 54610 h 138429"/>
                <a:gd name="connsiteX944" fmla="*/ 1487170 w 4940931"/>
                <a:gd name="connsiteY944" fmla="*/ 62865 h 138429"/>
                <a:gd name="connsiteX945" fmla="*/ 1487170 w 4940931"/>
                <a:gd name="connsiteY945" fmla="*/ 108585 h 138429"/>
                <a:gd name="connsiteX946" fmla="*/ 1471931 w 4940931"/>
                <a:gd name="connsiteY946" fmla="*/ 108585 h 138429"/>
                <a:gd name="connsiteX947" fmla="*/ 1471931 w 4940931"/>
                <a:gd name="connsiteY947" fmla="*/ 30480 h 138429"/>
                <a:gd name="connsiteX948" fmla="*/ 1487170 w 4940931"/>
                <a:gd name="connsiteY948" fmla="*/ 30480 h 138429"/>
                <a:gd name="connsiteX949" fmla="*/ 1487170 w 4940931"/>
                <a:gd name="connsiteY949" fmla="*/ 38100 h 138429"/>
                <a:gd name="connsiteX950" fmla="*/ 1490981 w 4940931"/>
                <a:gd name="connsiteY950" fmla="*/ 34290 h 138429"/>
                <a:gd name="connsiteX951" fmla="*/ 1495426 w 4940931"/>
                <a:gd name="connsiteY951" fmla="*/ 31115 h 138429"/>
                <a:gd name="connsiteX952" fmla="*/ 1501140 w 4940931"/>
                <a:gd name="connsiteY952" fmla="*/ 29210 h 138429"/>
                <a:gd name="connsiteX953" fmla="*/ 1250316 w 4940931"/>
                <a:gd name="connsiteY953" fmla="*/ 29210 h 138429"/>
                <a:gd name="connsiteX954" fmla="*/ 1264286 w 4940931"/>
                <a:gd name="connsiteY954" fmla="*/ 31750 h 138429"/>
                <a:gd name="connsiteX955" fmla="*/ 1276350 w 4940931"/>
                <a:gd name="connsiteY955" fmla="*/ 38100 h 138429"/>
                <a:gd name="connsiteX956" fmla="*/ 1278256 w 4940931"/>
                <a:gd name="connsiteY956" fmla="*/ 38100 h 138429"/>
                <a:gd name="connsiteX957" fmla="*/ 1271271 w 4940931"/>
                <a:gd name="connsiteY957" fmla="*/ 50165 h 138429"/>
                <a:gd name="connsiteX958" fmla="*/ 1261746 w 4940931"/>
                <a:gd name="connsiteY958" fmla="*/ 45085 h 138429"/>
                <a:gd name="connsiteX959" fmla="*/ 1250951 w 4940931"/>
                <a:gd name="connsiteY959" fmla="*/ 43180 h 138429"/>
                <a:gd name="connsiteX960" fmla="*/ 1242696 w 4940931"/>
                <a:gd name="connsiteY960" fmla="*/ 45085 h 138429"/>
                <a:gd name="connsiteX961" fmla="*/ 1240156 w 4940931"/>
                <a:gd name="connsiteY961" fmla="*/ 50165 h 138429"/>
                <a:gd name="connsiteX962" fmla="*/ 1240156 w 4940931"/>
                <a:gd name="connsiteY962" fmla="*/ 52705 h 138429"/>
                <a:gd name="connsiteX963" fmla="*/ 1242061 w 4940931"/>
                <a:gd name="connsiteY963" fmla="*/ 55245 h 138429"/>
                <a:gd name="connsiteX964" fmla="*/ 1246506 w 4940931"/>
                <a:gd name="connsiteY964" fmla="*/ 57785 h 138429"/>
                <a:gd name="connsiteX965" fmla="*/ 1253491 w 4940931"/>
                <a:gd name="connsiteY965" fmla="*/ 60960 h 138429"/>
                <a:gd name="connsiteX966" fmla="*/ 1264921 w 4940931"/>
                <a:gd name="connsiteY966" fmla="*/ 66040 h 138429"/>
                <a:gd name="connsiteX967" fmla="*/ 1273176 w 4940931"/>
                <a:gd name="connsiteY967" fmla="*/ 71120 h 138429"/>
                <a:gd name="connsiteX968" fmla="*/ 1278256 w 4940931"/>
                <a:gd name="connsiteY968" fmla="*/ 78105 h 138429"/>
                <a:gd name="connsiteX969" fmla="*/ 1280161 w 4940931"/>
                <a:gd name="connsiteY969" fmla="*/ 87630 h 138429"/>
                <a:gd name="connsiteX970" fmla="*/ 1277621 w 4940931"/>
                <a:gd name="connsiteY970" fmla="*/ 98425 h 138429"/>
                <a:gd name="connsiteX971" fmla="*/ 1271271 w 4940931"/>
                <a:gd name="connsiteY971" fmla="*/ 105410 h 138429"/>
                <a:gd name="connsiteX972" fmla="*/ 1261746 w 4940931"/>
                <a:gd name="connsiteY972" fmla="*/ 109220 h 138429"/>
                <a:gd name="connsiteX973" fmla="*/ 1250951 w 4940931"/>
                <a:gd name="connsiteY973" fmla="*/ 110490 h 138429"/>
                <a:gd name="connsiteX974" fmla="*/ 1235711 w 4940931"/>
                <a:gd name="connsiteY974" fmla="*/ 107950 h 138429"/>
                <a:gd name="connsiteX975" fmla="*/ 1221106 w 4940931"/>
                <a:gd name="connsiteY975" fmla="*/ 100965 h 138429"/>
                <a:gd name="connsiteX976" fmla="*/ 1228091 w 4940931"/>
                <a:gd name="connsiteY976" fmla="*/ 89535 h 138429"/>
                <a:gd name="connsiteX977" fmla="*/ 1239521 w 4940931"/>
                <a:gd name="connsiteY977" fmla="*/ 95250 h 138429"/>
                <a:gd name="connsiteX978" fmla="*/ 1250951 w 4940931"/>
                <a:gd name="connsiteY978" fmla="*/ 97155 h 138429"/>
                <a:gd name="connsiteX979" fmla="*/ 1261746 w 4940931"/>
                <a:gd name="connsiteY979" fmla="*/ 94615 h 138429"/>
                <a:gd name="connsiteX980" fmla="*/ 1264921 w 4940931"/>
                <a:gd name="connsiteY980" fmla="*/ 88265 h 138429"/>
                <a:gd name="connsiteX981" fmla="*/ 1263650 w 4940931"/>
                <a:gd name="connsiteY981" fmla="*/ 84455 h 138429"/>
                <a:gd name="connsiteX982" fmla="*/ 1259841 w 4940931"/>
                <a:gd name="connsiteY982" fmla="*/ 81280 h 138429"/>
                <a:gd name="connsiteX983" fmla="*/ 1254125 w 4940931"/>
                <a:gd name="connsiteY983" fmla="*/ 78105 h 138429"/>
                <a:gd name="connsiteX984" fmla="*/ 1246506 w 4940931"/>
                <a:gd name="connsiteY984" fmla="*/ 74930 h 138429"/>
                <a:gd name="connsiteX985" fmla="*/ 1235711 w 4940931"/>
                <a:gd name="connsiteY985" fmla="*/ 69850 h 138429"/>
                <a:gd name="connsiteX986" fmla="*/ 1228726 w 4940931"/>
                <a:gd name="connsiteY986" fmla="*/ 64770 h 138429"/>
                <a:gd name="connsiteX987" fmla="*/ 1224916 w 4940931"/>
                <a:gd name="connsiteY987" fmla="*/ 58420 h 138429"/>
                <a:gd name="connsiteX988" fmla="*/ 1223646 w 4940931"/>
                <a:gd name="connsiteY988" fmla="*/ 50165 h 138429"/>
                <a:gd name="connsiteX989" fmla="*/ 1225551 w 4940931"/>
                <a:gd name="connsiteY989" fmla="*/ 40640 h 138429"/>
                <a:gd name="connsiteX990" fmla="*/ 1231266 w 4940931"/>
                <a:gd name="connsiteY990" fmla="*/ 34290 h 138429"/>
                <a:gd name="connsiteX991" fmla="*/ 1239521 w 4940931"/>
                <a:gd name="connsiteY991" fmla="*/ 30480 h 138429"/>
                <a:gd name="connsiteX992" fmla="*/ 1250316 w 4940931"/>
                <a:gd name="connsiteY992" fmla="*/ 29210 h 138429"/>
                <a:gd name="connsiteX993" fmla="*/ 1180466 w 4940931"/>
                <a:gd name="connsiteY993" fmla="*/ 29210 h 138429"/>
                <a:gd name="connsiteX994" fmla="*/ 1195071 w 4940931"/>
                <a:gd name="connsiteY994" fmla="*/ 32385 h 138429"/>
                <a:gd name="connsiteX995" fmla="*/ 1205231 w 4940931"/>
                <a:gd name="connsiteY995" fmla="*/ 40640 h 138429"/>
                <a:gd name="connsiteX996" fmla="*/ 1211581 w 4940931"/>
                <a:gd name="connsiteY996" fmla="*/ 53340 h 138429"/>
                <a:gd name="connsiteX997" fmla="*/ 1213486 w 4940931"/>
                <a:gd name="connsiteY997" fmla="*/ 68580 h 138429"/>
                <a:gd name="connsiteX998" fmla="*/ 1212216 w 4940931"/>
                <a:gd name="connsiteY998" fmla="*/ 68580 h 138429"/>
                <a:gd name="connsiteX999" fmla="*/ 1212216 w 4940931"/>
                <a:gd name="connsiteY999" fmla="*/ 72390 h 138429"/>
                <a:gd name="connsiteX1000" fmla="*/ 1212216 w 4940931"/>
                <a:gd name="connsiteY1000" fmla="*/ 75565 h 138429"/>
                <a:gd name="connsiteX1001" fmla="*/ 1160781 w 4940931"/>
                <a:gd name="connsiteY1001" fmla="*/ 75565 h 138429"/>
                <a:gd name="connsiteX1002" fmla="*/ 1163321 w 4940931"/>
                <a:gd name="connsiteY1002" fmla="*/ 85090 h 138429"/>
                <a:gd name="connsiteX1003" fmla="*/ 1167766 w 4940931"/>
                <a:gd name="connsiteY1003" fmla="*/ 91440 h 138429"/>
                <a:gd name="connsiteX1004" fmla="*/ 1173481 w 4940931"/>
                <a:gd name="connsiteY1004" fmla="*/ 95250 h 138429"/>
                <a:gd name="connsiteX1005" fmla="*/ 1180466 w 4940931"/>
                <a:gd name="connsiteY1005" fmla="*/ 96520 h 138429"/>
                <a:gd name="connsiteX1006" fmla="*/ 1185546 w 4940931"/>
                <a:gd name="connsiteY1006" fmla="*/ 96520 h 138429"/>
                <a:gd name="connsiteX1007" fmla="*/ 1189991 w 4940931"/>
                <a:gd name="connsiteY1007" fmla="*/ 95250 h 138429"/>
                <a:gd name="connsiteX1008" fmla="*/ 1193801 w 4940931"/>
                <a:gd name="connsiteY1008" fmla="*/ 93345 h 138429"/>
                <a:gd name="connsiteX1009" fmla="*/ 1198246 w 4940931"/>
                <a:gd name="connsiteY1009" fmla="*/ 90805 h 138429"/>
                <a:gd name="connsiteX1010" fmla="*/ 1207136 w 4940931"/>
                <a:gd name="connsiteY1010" fmla="*/ 100330 h 138429"/>
                <a:gd name="connsiteX1011" fmla="*/ 1201421 w 4940931"/>
                <a:gd name="connsiteY1011" fmla="*/ 104775 h 138429"/>
                <a:gd name="connsiteX1012" fmla="*/ 1195706 w 4940931"/>
                <a:gd name="connsiteY1012" fmla="*/ 107950 h 138429"/>
                <a:gd name="connsiteX1013" fmla="*/ 1188721 w 4940931"/>
                <a:gd name="connsiteY1013" fmla="*/ 109855 h 138429"/>
                <a:gd name="connsiteX1014" fmla="*/ 1179831 w 4940931"/>
                <a:gd name="connsiteY1014" fmla="*/ 110490 h 138429"/>
                <a:gd name="connsiteX1015" fmla="*/ 1170306 w 4940931"/>
                <a:gd name="connsiteY1015" fmla="*/ 109220 h 138429"/>
                <a:gd name="connsiteX1016" fmla="*/ 1162686 w 4940931"/>
                <a:gd name="connsiteY1016" fmla="*/ 105410 h 138429"/>
                <a:gd name="connsiteX1017" fmla="*/ 1156336 w 4940931"/>
                <a:gd name="connsiteY1017" fmla="*/ 100330 h 138429"/>
                <a:gd name="connsiteX1018" fmla="*/ 1151256 w 4940931"/>
                <a:gd name="connsiteY1018" fmla="*/ 92710 h 138429"/>
                <a:gd name="connsiteX1019" fmla="*/ 1147446 w 4940931"/>
                <a:gd name="connsiteY1019" fmla="*/ 82550 h 138429"/>
                <a:gd name="connsiteX1020" fmla="*/ 1146176 w 4940931"/>
                <a:gd name="connsiteY1020" fmla="*/ 69850 h 138429"/>
                <a:gd name="connsiteX1021" fmla="*/ 1148716 w 4940931"/>
                <a:gd name="connsiteY1021" fmla="*/ 52070 h 138429"/>
                <a:gd name="connsiteX1022" fmla="*/ 1155701 w 4940931"/>
                <a:gd name="connsiteY1022" fmla="*/ 39370 h 138429"/>
                <a:gd name="connsiteX1023" fmla="*/ 1166496 w 4940931"/>
                <a:gd name="connsiteY1023" fmla="*/ 31750 h 138429"/>
                <a:gd name="connsiteX1024" fmla="*/ 1180466 w 4940931"/>
                <a:gd name="connsiteY1024" fmla="*/ 29210 h 138429"/>
                <a:gd name="connsiteX1025" fmla="*/ 901065 w 4940931"/>
                <a:gd name="connsiteY1025" fmla="*/ 29210 h 138429"/>
                <a:gd name="connsiteX1026" fmla="*/ 915670 w 4940931"/>
                <a:gd name="connsiteY1026" fmla="*/ 32385 h 138429"/>
                <a:gd name="connsiteX1027" fmla="*/ 925830 w 4940931"/>
                <a:gd name="connsiteY1027" fmla="*/ 40640 h 138429"/>
                <a:gd name="connsiteX1028" fmla="*/ 932180 w 4940931"/>
                <a:gd name="connsiteY1028" fmla="*/ 53340 h 138429"/>
                <a:gd name="connsiteX1029" fmla="*/ 934085 w 4940931"/>
                <a:gd name="connsiteY1029" fmla="*/ 68580 h 138429"/>
                <a:gd name="connsiteX1030" fmla="*/ 932815 w 4940931"/>
                <a:gd name="connsiteY1030" fmla="*/ 68580 h 138429"/>
                <a:gd name="connsiteX1031" fmla="*/ 932815 w 4940931"/>
                <a:gd name="connsiteY1031" fmla="*/ 72390 h 138429"/>
                <a:gd name="connsiteX1032" fmla="*/ 932815 w 4940931"/>
                <a:gd name="connsiteY1032" fmla="*/ 75565 h 138429"/>
                <a:gd name="connsiteX1033" fmla="*/ 881380 w 4940931"/>
                <a:gd name="connsiteY1033" fmla="*/ 75565 h 138429"/>
                <a:gd name="connsiteX1034" fmla="*/ 883920 w 4940931"/>
                <a:gd name="connsiteY1034" fmla="*/ 85090 h 138429"/>
                <a:gd name="connsiteX1035" fmla="*/ 888365 w 4940931"/>
                <a:gd name="connsiteY1035" fmla="*/ 91440 h 138429"/>
                <a:gd name="connsiteX1036" fmla="*/ 894080 w 4940931"/>
                <a:gd name="connsiteY1036" fmla="*/ 95250 h 138429"/>
                <a:gd name="connsiteX1037" fmla="*/ 901065 w 4940931"/>
                <a:gd name="connsiteY1037" fmla="*/ 96520 h 138429"/>
                <a:gd name="connsiteX1038" fmla="*/ 906145 w 4940931"/>
                <a:gd name="connsiteY1038" fmla="*/ 96520 h 138429"/>
                <a:gd name="connsiteX1039" fmla="*/ 910590 w 4940931"/>
                <a:gd name="connsiteY1039" fmla="*/ 95250 h 138429"/>
                <a:gd name="connsiteX1040" fmla="*/ 914400 w 4940931"/>
                <a:gd name="connsiteY1040" fmla="*/ 93345 h 138429"/>
                <a:gd name="connsiteX1041" fmla="*/ 918845 w 4940931"/>
                <a:gd name="connsiteY1041" fmla="*/ 90805 h 138429"/>
                <a:gd name="connsiteX1042" fmla="*/ 927735 w 4940931"/>
                <a:gd name="connsiteY1042" fmla="*/ 100330 h 138429"/>
                <a:gd name="connsiteX1043" fmla="*/ 922020 w 4940931"/>
                <a:gd name="connsiteY1043" fmla="*/ 104775 h 138429"/>
                <a:gd name="connsiteX1044" fmla="*/ 916305 w 4940931"/>
                <a:gd name="connsiteY1044" fmla="*/ 107950 h 138429"/>
                <a:gd name="connsiteX1045" fmla="*/ 909320 w 4940931"/>
                <a:gd name="connsiteY1045" fmla="*/ 109855 h 138429"/>
                <a:gd name="connsiteX1046" fmla="*/ 900430 w 4940931"/>
                <a:gd name="connsiteY1046" fmla="*/ 110490 h 138429"/>
                <a:gd name="connsiteX1047" fmla="*/ 890905 w 4940931"/>
                <a:gd name="connsiteY1047" fmla="*/ 109220 h 138429"/>
                <a:gd name="connsiteX1048" fmla="*/ 883285 w 4940931"/>
                <a:gd name="connsiteY1048" fmla="*/ 105410 h 138429"/>
                <a:gd name="connsiteX1049" fmla="*/ 876935 w 4940931"/>
                <a:gd name="connsiteY1049" fmla="*/ 100330 h 138429"/>
                <a:gd name="connsiteX1050" fmla="*/ 871855 w 4940931"/>
                <a:gd name="connsiteY1050" fmla="*/ 92710 h 138429"/>
                <a:gd name="connsiteX1051" fmla="*/ 868045 w 4940931"/>
                <a:gd name="connsiteY1051" fmla="*/ 82550 h 138429"/>
                <a:gd name="connsiteX1052" fmla="*/ 866775 w 4940931"/>
                <a:gd name="connsiteY1052" fmla="*/ 69850 h 138429"/>
                <a:gd name="connsiteX1053" fmla="*/ 869315 w 4940931"/>
                <a:gd name="connsiteY1053" fmla="*/ 52070 h 138429"/>
                <a:gd name="connsiteX1054" fmla="*/ 876300 w 4940931"/>
                <a:gd name="connsiteY1054" fmla="*/ 39370 h 138429"/>
                <a:gd name="connsiteX1055" fmla="*/ 887095 w 4940931"/>
                <a:gd name="connsiteY1055" fmla="*/ 31750 h 138429"/>
                <a:gd name="connsiteX1056" fmla="*/ 901065 w 4940931"/>
                <a:gd name="connsiteY1056" fmla="*/ 29210 h 138429"/>
                <a:gd name="connsiteX1057" fmla="*/ 668656 w 4940931"/>
                <a:gd name="connsiteY1057" fmla="*/ 29210 h 138429"/>
                <a:gd name="connsiteX1058" fmla="*/ 676275 w 4940931"/>
                <a:gd name="connsiteY1058" fmla="*/ 29845 h 138429"/>
                <a:gd name="connsiteX1059" fmla="*/ 681991 w 4940931"/>
                <a:gd name="connsiteY1059" fmla="*/ 32385 h 138429"/>
                <a:gd name="connsiteX1060" fmla="*/ 678181 w 4940931"/>
                <a:gd name="connsiteY1060" fmla="*/ 46990 h 138429"/>
                <a:gd name="connsiteX1061" fmla="*/ 676910 w 4940931"/>
                <a:gd name="connsiteY1061" fmla="*/ 46990 h 138429"/>
                <a:gd name="connsiteX1062" fmla="*/ 671830 w 4940931"/>
                <a:gd name="connsiteY1062" fmla="*/ 45085 h 138429"/>
                <a:gd name="connsiteX1063" fmla="*/ 665480 w 4940931"/>
                <a:gd name="connsiteY1063" fmla="*/ 44450 h 138429"/>
                <a:gd name="connsiteX1064" fmla="*/ 654050 w 4940931"/>
                <a:gd name="connsiteY1064" fmla="*/ 49530 h 138429"/>
                <a:gd name="connsiteX1065" fmla="*/ 650240 w 4940931"/>
                <a:gd name="connsiteY1065" fmla="*/ 64770 h 138429"/>
                <a:gd name="connsiteX1066" fmla="*/ 650240 w 4940931"/>
                <a:gd name="connsiteY1066" fmla="*/ 109220 h 138429"/>
                <a:gd name="connsiteX1067" fmla="*/ 635000 w 4940931"/>
                <a:gd name="connsiteY1067" fmla="*/ 109220 h 138429"/>
                <a:gd name="connsiteX1068" fmla="*/ 635000 w 4940931"/>
                <a:gd name="connsiteY1068" fmla="*/ 31115 h 138429"/>
                <a:gd name="connsiteX1069" fmla="*/ 650240 w 4940931"/>
                <a:gd name="connsiteY1069" fmla="*/ 31115 h 138429"/>
                <a:gd name="connsiteX1070" fmla="*/ 650240 w 4940931"/>
                <a:gd name="connsiteY1070" fmla="*/ 38735 h 138429"/>
                <a:gd name="connsiteX1071" fmla="*/ 653416 w 4940931"/>
                <a:gd name="connsiteY1071" fmla="*/ 34925 h 138429"/>
                <a:gd name="connsiteX1072" fmla="*/ 657861 w 4940931"/>
                <a:gd name="connsiteY1072" fmla="*/ 31750 h 138429"/>
                <a:gd name="connsiteX1073" fmla="*/ 662940 w 4940931"/>
                <a:gd name="connsiteY1073" fmla="*/ 29845 h 138429"/>
                <a:gd name="connsiteX1074" fmla="*/ 668656 w 4940931"/>
                <a:gd name="connsiteY1074" fmla="*/ 29210 h 138429"/>
                <a:gd name="connsiteX1075" fmla="*/ 586739 w 4940931"/>
                <a:gd name="connsiteY1075" fmla="*/ 29210 h 138429"/>
                <a:gd name="connsiteX1076" fmla="*/ 601344 w 4940931"/>
                <a:gd name="connsiteY1076" fmla="*/ 32385 h 138429"/>
                <a:gd name="connsiteX1077" fmla="*/ 611504 w 4940931"/>
                <a:gd name="connsiteY1077" fmla="*/ 40640 h 138429"/>
                <a:gd name="connsiteX1078" fmla="*/ 617854 w 4940931"/>
                <a:gd name="connsiteY1078" fmla="*/ 53340 h 138429"/>
                <a:gd name="connsiteX1079" fmla="*/ 619759 w 4940931"/>
                <a:gd name="connsiteY1079" fmla="*/ 68580 h 138429"/>
                <a:gd name="connsiteX1080" fmla="*/ 618489 w 4940931"/>
                <a:gd name="connsiteY1080" fmla="*/ 68580 h 138429"/>
                <a:gd name="connsiteX1081" fmla="*/ 618489 w 4940931"/>
                <a:gd name="connsiteY1081" fmla="*/ 72390 h 138429"/>
                <a:gd name="connsiteX1082" fmla="*/ 618489 w 4940931"/>
                <a:gd name="connsiteY1082" fmla="*/ 75565 h 138429"/>
                <a:gd name="connsiteX1083" fmla="*/ 567054 w 4940931"/>
                <a:gd name="connsiteY1083" fmla="*/ 75565 h 138429"/>
                <a:gd name="connsiteX1084" fmla="*/ 569594 w 4940931"/>
                <a:gd name="connsiteY1084" fmla="*/ 85090 h 138429"/>
                <a:gd name="connsiteX1085" fmla="*/ 574039 w 4940931"/>
                <a:gd name="connsiteY1085" fmla="*/ 91440 h 138429"/>
                <a:gd name="connsiteX1086" fmla="*/ 579754 w 4940931"/>
                <a:gd name="connsiteY1086" fmla="*/ 95250 h 138429"/>
                <a:gd name="connsiteX1087" fmla="*/ 586739 w 4940931"/>
                <a:gd name="connsiteY1087" fmla="*/ 96520 h 138429"/>
                <a:gd name="connsiteX1088" fmla="*/ 591819 w 4940931"/>
                <a:gd name="connsiteY1088" fmla="*/ 96520 h 138429"/>
                <a:gd name="connsiteX1089" fmla="*/ 596264 w 4940931"/>
                <a:gd name="connsiteY1089" fmla="*/ 95250 h 138429"/>
                <a:gd name="connsiteX1090" fmla="*/ 600074 w 4940931"/>
                <a:gd name="connsiteY1090" fmla="*/ 93345 h 138429"/>
                <a:gd name="connsiteX1091" fmla="*/ 604519 w 4940931"/>
                <a:gd name="connsiteY1091" fmla="*/ 90805 h 138429"/>
                <a:gd name="connsiteX1092" fmla="*/ 613409 w 4940931"/>
                <a:gd name="connsiteY1092" fmla="*/ 100330 h 138429"/>
                <a:gd name="connsiteX1093" fmla="*/ 607694 w 4940931"/>
                <a:gd name="connsiteY1093" fmla="*/ 104775 h 138429"/>
                <a:gd name="connsiteX1094" fmla="*/ 601979 w 4940931"/>
                <a:gd name="connsiteY1094" fmla="*/ 107950 h 138429"/>
                <a:gd name="connsiteX1095" fmla="*/ 594994 w 4940931"/>
                <a:gd name="connsiteY1095" fmla="*/ 109855 h 138429"/>
                <a:gd name="connsiteX1096" fmla="*/ 586104 w 4940931"/>
                <a:gd name="connsiteY1096" fmla="*/ 110490 h 138429"/>
                <a:gd name="connsiteX1097" fmla="*/ 576579 w 4940931"/>
                <a:gd name="connsiteY1097" fmla="*/ 109220 h 138429"/>
                <a:gd name="connsiteX1098" fmla="*/ 568959 w 4940931"/>
                <a:gd name="connsiteY1098" fmla="*/ 105410 h 138429"/>
                <a:gd name="connsiteX1099" fmla="*/ 562609 w 4940931"/>
                <a:gd name="connsiteY1099" fmla="*/ 100330 h 138429"/>
                <a:gd name="connsiteX1100" fmla="*/ 557529 w 4940931"/>
                <a:gd name="connsiteY1100" fmla="*/ 92710 h 138429"/>
                <a:gd name="connsiteX1101" fmla="*/ 553719 w 4940931"/>
                <a:gd name="connsiteY1101" fmla="*/ 82550 h 138429"/>
                <a:gd name="connsiteX1102" fmla="*/ 552449 w 4940931"/>
                <a:gd name="connsiteY1102" fmla="*/ 69850 h 138429"/>
                <a:gd name="connsiteX1103" fmla="*/ 554989 w 4940931"/>
                <a:gd name="connsiteY1103" fmla="*/ 52070 h 138429"/>
                <a:gd name="connsiteX1104" fmla="*/ 561974 w 4940931"/>
                <a:gd name="connsiteY1104" fmla="*/ 39370 h 138429"/>
                <a:gd name="connsiteX1105" fmla="*/ 572769 w 4940931"/>
                <a:gd name="connsiteY1105" fmla="*/ 31750 h 138429"/>
                <a:gd name="connsiteX1106" fmla="*/ 586739 w 4940931"/>
                <a:gd name="connsiteY1106" fmla="*/ 29210 h 138429"/>
                <a:gd name="connsiteX1107" fmla="*/ 400050 w 4940931"/>
                <a:gd name="connsiteY1107" fmla="*/ 29210 h 138429"/>
                <a:gd name="connsiteX1108" fmla="*/ 414655 w 4940931"/>
                <a:gd name="connsiteY1108" fmla="*/ 32385 h 138429"/>
                <a:gd name="connsiteX1109" fmla="*/ 424815 w 4940931"/>
                <a:gd name="connsiteY1109" fmla="*/ 40640 h 138429"/>
                <a:gd name="connsiteX1110" fmla="*/ 431165 w 4940931"/>
                <a:gd name="connsiteY1110" fmla="*/ 53340 h 138429"/>
                <a:gd name="connsiteX1111" fmla="*/ 433070 w 4940931"/>
                <a:gd name="connsiteY1111" fmla="*/ 68580 h 138429"/>
                <a:gd name="connsiteX1112" fmla="*/ 431800 w 4940931"/>
                <a:gd name="connsiteY1112" fmla="*/ 68580 h 138429"/>
                <a:gd name="connsiteX1113" fmla="*/ 431800 w 4940931"/>
                <a:gd name="connsiteY1113" fmla="*/ 72390 h 138429"/>
                <a:gd name="connsiteX1114" fmla="*/ 431800 w 4940931"/>
                <a:gd name="connsiteY1114" fmla="*/ 75565 h 138429"/>
                <a:gd name="connsiteX1115" fmla="*/ 380365 w 4940931"/>
                <a:gd name="connsiteY1115" fmla="*/ 75565 h 138429"/>
                <a:gd name="connsiteX1116" fmla="*/ 382905 w 4940931"/>
                <a:gd name="connsiteY1116" fmla="*/ 85090 h 138429"/>
                <a:gd name="connsiteX1117" fmla="*/ 387350 w 4940931"/>
                <a:gd name="connsiteY1117" fmla="*/ 91440 h 138429"/>
                <a:gd name="connsiteX1118" fmla="*/ 393065 w 4940931"/>
                <a:gd name="connsiteY1118" fmla="*/ 95250 h 138429"/>
                <a:gd name="connsiteX1119" fmla="*/ 400050 w 4940931"/>
                <a:gd name="connsiteY1119" fmla="*/ 96520 h 138429"/>
                <a:gd name="connsiteX1120" fmla="*/ 405130 w 4940931"/>
                <a:gd name="connsiteY1120" fmla="*/ 96520 h 138429"/>
                <a:gd name="connsiteX1121" fmla="*/ 409575 w 4940931"/>
                <a:gd name="connsiteY1121" fmla="*/ 95250 h 138429"/>
                <a:gd name="connsiteX1122" fmla="*/ 413385 w 4940931"/>
                <a:gd name="connsiteY1122" fmla="*/ 93345 h 138429"/>
                <a:gd name="connsiteX1123" fmla="*/ 417830 w 4940931"/>
                <a:gd name="connsiteY1123" fmla="*/ 90805 h 138429"/>
                <a:gd name="connsiteX1124" fmla="*/ 426720 w 4940931"/>
                <a:gd name="connsiteY1124" fmla="*/ 100330 h 138429"/>
                <a:gd name="connsiteX1125" fmla="*/ 421005 w 4940931"/>
                <a:gd name="connsiteY1125" fmla="*/ 104775 h 138429"/>
                <a:gd name="connsiteX1126" fmla="*/ 415290 w 4940931"/>
                <a:gd name="connsiteY1126" fmla="*/ 107950 h 138429"/>
                <a:gd name="connsiteX1127" fmla="*/ 408305 w 4940931"/>
                <a:gd name="connsiteY1127" fmla="*/ 109855 h 138429"/>
                <a:gd name="connsiteX1128" fmla="*/ 399415 w 4940931"/>
                <a:gd name="connsiteY1128" fmla="*/ 110490 h 138429"/>
                <a:gd name="connsiteX1129" fmla="*/ 389890 w 4940931"/>
                <a:gd name="connsiteY1129" fmla="*/ 109220 h 138429"/>
                <a:gd name="connsiteX1130" fmla="*/ 382270 w 4940931"/>
                <a:gd name="connsiteY1130" fmla="*/ 105410 h 138429"/>
                <a:gd name="connsiteX1131" fmla="*/ 375920 w 4940931"/>
                <a:gd name="connsiteY1131" fmla="*/ 100330 h 138429"/>
                <a:gd name="connsiteX1132" fmla="*/ 370840 w 4940931"/>
                <a:gd name="connsiteY1132" fmla="*/ 92710 h 138429"/>
                <a:gd name="connsiteX1133" fmla="*/ 367030 w 4940931"/>
                <a:gd name="connsiteY1133" fmla="*/ 82550 h 138429"/>
                <a:gd name="connsiteX1134" fmla="*/ 365760 w 4940931"/>
                <a:gd name="connsiteY1134" fmla="*/ 69850 h 138429"/>
                <a:gd name="connsiteX1135" fmla="*/ 368300 w 4940931"/>
                <a:gd name="connsiteY1135" fmla="*/ 52070 h 138429"/>
                <a:gd name="connsiteX1136" fmla="*/ 375285 w 4940931"/>
                <a:gd name="connsiteY1136" fmla="*/ 39370 h 138429"/>
                <a:gd name="connsiteX1137" fmla="*/ 386080 w 4940931"/>
                <a:gd name="connsiteY1137" fmla="*/ 31750 h 138429"/>
                <a:gd name="connsiteX1138" fmla="*/ 400050 w 4940931"/>
                <a:gd name="connsiteY1138" fmla="*/ 29210 h 138429"/>
                <a:gd name="connsiteX1139" fmla="*/ 201930 w 4940931"/>
                <a:gd name="connsiteY1139" fmla="*/ 29210 h 138429"/>
                <a:gd name="connsiteX1140" fmla="*/ 216535 w 4940931"/>
                <a:gd name="connsiteY1140" fmla="*/ 32385 h 138429"/>
                <a:gd name="connsiteX1141" fmla="*/ 226695 w 4940931"/>
                <a:gd name="connsiteY1141" fmla="*/ 40640 h 138429"/>
                <a:gd name="connsiteX1142" fmla="*/ 233045 w 4940931"/>
                <a:gd name="connsiteY1142" fmla="*/ 53340 h 138429"/>
                <a:gd name="connsiteX1143" fmla="*/ 234950 w 4940931"/>
                <a:gd name="connsiteY1143" fmla="*/ 68580 h 138429"/>
                <a:gd name="connsiteX1144" fmla="*/ 233680 w 4940931"/>
                <a:gd name="connsiteY1144" fmla="*/ 68580 h 138429"/>
                <a:gd name="connsiteX1145" fmla="*/ 233680 w 4940931"/>
                <a:gd name="connsiteY1145" fmla="*/ 72390 h 138429"/>
                <a:gd name="connsiteX1146" fmla="*/ 233680 w 4940931"/>
                <a:gd name="connsiteY1146" fmla="*/ 75565 h 138429"/>
                <a:gd name="connsiteX1147" fmla="*/ 182245 w 4940931"/>
                <a:gd name="connsiteY1147" fmla="*/ 75565 h 138429"/>
                <a:gd name="connsiteX1148" fmla="*/ 184785 w 4940931"/>
                <a:gd name="connsiteY1148" fmla="*/ 85090 h 138429"/>
                <a:gd name="connsiteX1149" fmla="*/ 189230 w 4940931"/>
                <a:gd name="connsiteY1149" fmla="*/ 91440 h 138429"/>
                <a:gd name="connsiteX1150" fmla="*/ 194945 w 4940931"/>
                <a:gd name="connsiteY1150" fmla="*/ 95250 h 138429"/>
                <a:gd name="connsiteX1151" fmla="*/ 201930 w 4940931"/>
                <a:gd name="connsiteY1151" fmla="*/ 96520 h 138429"/>
                <a:gd name="connsiteX1152" fmla="*/ 207010 w 4940931"/>
                <a:gd name="connsiteY1152" fmla="*/ 96520 h 138429"/>
                <a:gd name="connsiteX1153" fmla="*/ 211455 w 4940931"/>
                <a:gd name="connsiteY1153" fmla="*/ 95250 h 138429"/>
                <a:gd name="connsiteX1154" fmla="*/ 215265 w 4940931"/>
                <a:gd name="connsiteY1154" fmla="*/ 93345 h 138429"/>
                <a:gd name="connsiteX1155" fmla="*/ 219710 w 4940931"/>
                <a:gd name="connsiteY1155" fmla="*/ 90805 h 138429"/>
                <a:gd name="connsiteX1156" fmla="*/ 228600 w 4940931"/>
                <a:gd name="connsiteY1156" fmla="*/ 100330 h 138429"/>
                <a:gd name="connsiteX1157" fmla="*/ 222885 w 4940931"/>
                <a:gd name="connsiteY1157" fmla="*/ 104775 h 138429"/>
                <a:gd name="connsiteX1158" fmla="*/ 217170 w 4940931"/>
                <a:gd name="connsiteY1158" fmla="*/ 107950 h 138429"/>
                <a:gd name="connsiteX1159" fmla="*/ 210185 w 4940931"/>
                <a:gd name="connsiteY1159" fmla="*/ 109855 h 138429"/>
                <a:gd name="connsiteX1160" fmla="*/ 201295 w 4940931"/>
                <a:gd name="connsiteY1160" fmla="*/ 110490 h 138429"/>
                <a:gd name="connsiteX1161" fmla="*/ 191770 w 4940931"/>
                <a:gd name="connsiteY1161" fmla="*/ 109220 h 138429"/>
                <a:gd name="connsiteX1162" fmla="*/ 184150 w 4940931"/>
                <a:gd name="connsiteY1162" fmla="*/ 105410 h 138429"/>
                <a:gd name="connsiteX1163" fmla="*/ 177800 w 4940931"/>
                <a:gd name="connsiteY1163" fmla="*/ 100330 h 138429"/>
                <a:gd name="connsiteX1164" fmla="*/ 172720 w 4940931"/>
                <a:gd name="connsiteY1164" fmla="*/ 92710 h 138429"/>
                <a:gd name="connsiteX1165" fmla="*/ 168910 w 4940931"/>
                <a:gd name="connsiteY1165" fmla="*/ 82550 h 138429"/>
                <a:gd name="connsiteX1166" fmla="*/ 167640 w 4940931"/>
                <a:gd name="connsiteY1166" fmla="*/ 69850 h 138429"/>
                <a:gd name="connsiteX1167" fmla="*/ 170180 w 4940931"/>
                <a:gd name="connsiteY1167" fmla="*/ 52070 h 138429"/>
                <a:gd name="connsiteX1168" fmla="*/ 177165 w 4940931"/>
                <a:gd name="connsiteY1168" fmla="*/ 39370 h 138429"/>
                <a:gd name="connsiteX1169" fmla="*/ 187960 w 4940931"/>
                <a:gd name="connsiteY1169" fmla="*/ 31750 h 138429"/>
                <a:gd name="connsiteX1170" fmla="*/ 201930 w 4940931"/>
                <a:gd name="connsiteY1170" fmla="*/ 29210 h 138429"/>
                <a:gd name="connsiteX1171" fmla="*/ 4664706 w 4940931"/>
                <a:gd name="connsiteY1171" fmla="*/ 28574 h 138429"/>
                <a:gd name="connsiteX1172" fmla="*/ 4678676 w 4940931"/>
                <a:gd name="connsiteY1172" fmla="*/ 31749 h 138429"/>
                <a:gd name="connsiteX1173" fmla="*/ 4689471 w 4940931"/>
                <a:gd name="connsiteY1173" fmla="*/ 40004 h 138429"/>
                <a:gd name="connsiteX1174" fmla="*/ 4696456 w 4940931"/>
                <a:gd name="connsiteY1174" fmla="*/ 52704 h 138429"/>
                <a:gd name="connsiteX1175" fmla="*/ 4698996 w 4940931"/>
                <a:gd name="connsiteY1175" fmla="*/ 69214 h 138429"/>
                <a:gd name="connsiteX1176" fmla="*/ 4699631 w 4940931"/>
                <a:gd name="connsiteY1176" fmla="*/ 69214 h 138429"/>
                <a:gd name="connsiteX1177" fmla="*/ 4697091 w 4940931"/>
                <a:gd name="connsiteY1177" fmla="*/ 86359 h 138429"/>
                <a:gd name="connsiteX1178" fmla="*/ 4689471 w 4940931"/>
                <a:gd name="connsiteY1178" fmla="*/ 99059 h 138429"/>
                <a:gd name="connsiteX1179" fmla="*/ 4678041 w 4940931"/>
                <a:gd name="connsiteY1179" fmla="*/ 107314 h 138429"/>
                <a:gd name="connsiteX1180" fmla="*/ 4664071 w 4940931"/>
                <a:gd name="connsiteY1180" fmla="*/ 109854 h 138429"/>
                <a:gd name="connsiteX1181" fmla="*/ 4650101 w 4940931"/>
                <a:gd name="connsiteY1181" fmla="*/ 106679 h 138429"/>
                <a:gd name="connsiteX1182" fmla="*/ 4639306 w 4940931"/>
                <a:gd name="connsiteY1182" fmla="*/ 98424 h 138429"/>
                <a:gd name="connsiteX1183" fmla="*/ 4632321 w 4940931"/>
                <a:gd name="connsiteY1183" fmla="*/ 85724 h 138429"/>
                <a:gd name="connsiteX1184" fmla="*/ 4629781 w 4940931"/>
                <a:gd name="connsiteY1184" fmla="*/ 69214 h 138429"/>
                <a:gd name="connsiteX1185" fmla="*/ 4632321 w 4940931"/>
                <a:gd name="connsiteY1185" fmla="*/ 52069 h 138429"/>
                <a:gd name="connsiteX1186" fmla="*/ 4639941 w 4940931"/>
                <a:gd name="connsiteY1186" fmla="*/ 39369 h 138429"/>
                <a:gd name="connsiteX1187" fmla="*/ 4650736 w 4940931"/>
                <a:gd name="connsiteY1187" fmla="*/ 31114 h 138429"/>
                <a:gd name="connsiteX1188" fmla="*/ 4664706 w 4940931"/>
                <a:gd name="connsiteY1188" fmla="*/ 28574 h 138429"/>
                <a:gd name="connsiteX1189" fmla="*/ 4264655 w 4940931"/>
                <a:gd name="connsiteY1189" fmla="*/ 28574 h 138429"/>
                <a:gd name="connsiteX1190" fmla="*/ 4278625 w 4940931"/>
                <a:gd name="connsiteY1190" fmla="*/ 31749 h 138429"/>
                <a:gd name="connsiteX1191" fmla="*/ 4289420 w 4940931"/>
                <a:gd name="connsiteY1191" fmla="*/ 40004 h 138429"/>
                <a:gd name="connsiteX1192" fmla="*/ 4296405 w 4940931"/>
                <a:gd name="connsiteY1192" fmla="*/ 52704 h 138429"/>
                <a:gd name="connsiteX1193" fmla="*/ 4298945 w 4940931"/>
                <a:gd name="connsiteY1193" fmla="*/ 69214 h 138429"/>
                <a:gd name="connsiteX1194" fmla="*/ 4299580 w 4940931"/>
                <a:gd name="connsiteY1194" fmla="*/ 69214 h 138429"/>
                <a:gd name="connsiteX1195" fmla="*/ 4297040 w 4940931"/>
                <a:gd name="connsiteY1195" fmla="*/ 86359 h 138429"/>
                <a:gd name="connsiteX1196" fmla="*/ 4289420 w 4940931"/>
                <a:gd name="connsiteY1196" fmla="*/ 99059 h 138429"/>
                <a:gd name="connsiteX1197" fmla="*/ 4277990 w 4940931"/>
                <a:gd name="connsiteY1197" fmla="*/ 107314 h 138429"/>
                <a:gd name="connsiteX1198" fmla="*/ 4264020 w 4940931"/>
                <a:gd name="connsiteY1198" fmla="*/ 109854 h 138429"/>
                <a:gd name="connsiteX1199" fmla="*/ 4250050 w 4940931"/>
                <a:gd name="connsiteY1199" fmla="*/ 106679 h 138429"/>
                <a:gd name="connsiteX1200" fmla="*/ 4239255 w 4940931"/>
                <a:gd name="connsiteY1200" fmla="*/ 98424 h 138429"/>
                <a:gd name="connsiteX1201" fmla="*/ 4232270 w 4940931"/>
                <a:gd name="connsiteY1201" fmla="*/ 85724 h 138429"/>
                <a:gd name="connsiteX1202" fmla="*/ 4229730 w 4940931"/>
                <a:gd name="connsiteY1202" fmla="*/ 69214 h 138429"/>
                <a:gd name="connsiteX1203" fmla="*/ 4232270 w 4940931"/>
                <a:gd name="connsiteY1203" fmla="*/ 52069 h 138429"/>
                <a:gd name="connsiteX1204" fmla="*/ 4239890 w 4940931"/>
                <a:gd name="connsiteY1204" fmla="*/ 39369 h 138429"/>
                <a:gd name="connsiteX1205" fmla="*/ 4250685 w 4940931"/>
                <a:gd name="connsiteY1205" fmla="*/ 31114 h 138429"/>
                <a:gd name="connsiteX1206" fmla="*/ 4264655 w 4940931"/>
                <a:gd name="connsiteY1206" fmla="*/ 28574 h 138429"/>
                <a:gd name="connsiteX1207" fmla="*/ 1420495 w 4940931"/>
                <a:gd name="connsiteY1207" fmla="*/ 28574 h 138429"/>
                <a:gd name="connsiteX1208" fmla="*/ 1434465 w 4940931"/>
                <a:gd name="connsiteY1208" fmla="*/ 31749 h 138429"/>
                <a:gd name="connsiteX1209" fmla="*/ 1445260 w 4940931"/>
                <a:gd name="connsiteY1209" fmla="*/ 40004 h 138429"/>
                <a:gd name="connsiteX1210" fmla="*/ 1452245 w 4940931"/>
                <a:gd name="connsiteY1210" fmla="*/ 52704 h 138429"/>
                <a:gd name="connsiteX1211" fmla="*/ 1454785 w 4940931"/>
                <a:gd name="connsiteY1211" fmla="*/ 69214 h 138429"/>
                <a:gd name="connsiteX1212" fmla="*/ 1455420 w 4940931"/>
                <a:gd name="connsiteY1212" fmla="*/ 69214 h 138429"/>
                <a:gd name="connsiteX1213" fmla="*/ 1452880 w 4940931"/>
                <a:gd name="connsiteY1213" fmla="*/ 86359 h 138429"/>
                <a:gd name="connsiteX1214" fmla="*/ 1445260 w 4940931"/>
                <a:gd name="connsiteY1214" fmla="*/ 99059 h 138429"/>
                <a:gd name="connsiteX1215" fmla="*/ 1433830 w 4940931"/>
                <a:gd name="connsiteY1215" fmla="*/ 107314 h 138429"/>
                <a:gd name="connsiteX1216" fmla="*/ 1419860 w 4940931"/>
                <a:gd name="connsiteY1216" fmla="*/ 109854 h 138429"/>
                <a:gd name="connsiteX1217" fmla="*/ 1405890 w 4940931"/>
                <a:gd name="connsiteY1217" fmla="*/ 106679 h 138429"/>
                <a:gd name="connsiteX1218" fmla="*/ 1395095 w 4940931"/>
                <a:gd name="connsiteY1218" fmla="*/ 98424 h 138429"/>
                <a:gd name="connsiteX1219" fmla="*/ 1388110 w 4940931"/>
                <a:gd name="connsiteY1219" fmla="*/ 85724 h 138429"/>
                <a:gd name="connsiteX1220" fmla="*/ 1385570 w 4940931"/>
                <a:gd name="connsiteY1220" fmla="*/ 69214 h 138429"/>
                <a:gd name="connsiteX1221" fmla="*/ 1388110 w 4940931"/>
                <a:gd name="connsiteY1221" fmla="*/ 52069 h 138429"/>
                <a:gd name="connsiteX1222" fmla="*/ 1395730 w 4940931"/>
                <a:gd name="connsiteY1222" fmla="*/ 39369 h 138429"/>
                <a:gd name="connsiteX1223" fmla="*/ 1406525 w 4940931"/>
                <a:gd name="connsiteY1223" fmla="*/ 31114 h 138429"/>
                <a:gd name="connsiteX1224" fmla="*/ 1420495 w 4940931"/>
                <a:gd name="connsiteY1224" fmla="*/ 28574 h 138429"/>
                <a:gd name="connsiteX1225" fmla="*/ 3143245 w 4940931"/>
                <a:gd name="connsiteY1225" fmla="*/ 5079 h 138429"/>
                <a:gd name="connsiteX1226" fmla="*/ 3219445 w 4940931"/>
                <a:gd name="connsiteY1226" fmla="*/ 5079 h 138429"/>
                <a:gd name="connsiteX1227" fmla="*/ 3219445 w 4940931"/>
                <a:gd name="connsiteY1227" fmla="*/ 20319 h 138429"/>
                <a:gd name="connsiteX1228" fmla="*/ 3188965 w 4940931"/>
                <a:gd name="connsiteY1228" fmla="*/ 20319 h 138429"/>
                <a:gd name="connsiteX1229" fmla="*/ 3188965 w 4940931"/>
                <a:gd name="connsiteY1229" fmla="*/ 108584 h 138429"/>
                <a:gd name="connsiteX1230" fmla="*/ 3173090 w 4940931"/>
                <a:gd name="connsiteY1230" fmla="*/ 108584 h 138429"/>
                <a:gd name="connsiteX1231" fmla="*/ 3173090 w 4940931"/>
                <a:gd name="connsiteY1231" fmla="*/ 20319 h 138429"/>
                <a:gd name="connsiteX1232" fmla="*/ 3143245 w 4940931"/>
                <a:gd name="connsiteY1232" fmla="*/ 20319 h 138429"/>
                <a:gd name="connsiteX1233" fmla="*/ 1628774 w 4940931"/>
                <a:gd name="connsiteY1233" fmla="*/ 5079 h 138429"/>
                <a:gd name="connsiteX1234" fmla="*/ 1704970 w 4940931"/>
                <a:gd name="connsiteY1234" fmla="*/ 5079 h 138429"/>
                <a:gd name="connsiteX1235" fmla="*/ 1704970 w 4940931"/>
                <a:gd name="connsiteY1235" fmla="*/ 20319 h 138429"/>
                <a:gd name="connsiteX1236" fmla="*/ 1675129 w 4940931"/>
                <a:gd name="connsiteY1236" fmla="*/ 20319 h 138429"/>
                <a:gd name="connsiteX1237" fmla="*/ 1675129 w 4940931"/>
                <a:gd name="connsiteY1237" fmla="*/ 108584 h 138429"/>
                <a:gd name="connsiteX1238" fmla="*/ 1659255 w 4940931"/>
                <a:gd name="connsiteY1238" fmla="*/ 108584 h 138429"/>
                <a:gd name="connsiteX1239" fmla="*/ 1659255 w 4940931"/>
                <a:gd name="connsiteY1239" fmla="*/ 20319 h 138429"/>
                <a:gd name="connsiteX1240" fmla="*/ 1628774 w 4940931"/>
                <a:gd name="connsiteY1240" fmla="*/ 20319 h 138429"/>
                <a:gd name="connsiteX1241" fmla="*/ 0 w 4940931"/>
                <a:gd name="connsiteY1241" fmla="*/ 5079 h 138429"/>
                <a:gd name="connsiteX1242" fmla="*/ 76200 w 4940931"/>
                <a:gd name="connsiteY1242" fmla="*/ 5079 h 138429"/>
                <a:gd name="connsiteX1243" fmla="*/ 76200 w 4940931"/>
                <a:gd name="connsiteY1243" fmla="*/ 20319 h 138429"/>
                <a:gd name="connsiteX1244" fmla="*/ 45720 w 4940931"/>
                <a:gd name="connsiteY1244" fmla="*/ 20319 h 138429"/>
                <a:gd name="connsiteX1245" fmla="*/ 45720 w 4940931"/>
                <a:gd name="connsiteY1245" fmla="*/ 108584 h 138429"/>
                <a:gd name="connsiteX1246" fmla="*/ 29845 w 4940931"/>
                <a:gd name="connsiteY1246" fmla="*/ 108584 h 138429"/>
                <a:gd name="connsiteX1247" fmla="*/ 29845 w 4940931"/>
                <a:gd name="connsiteY1247" fmla="*/ 20319 h 138429"/>
                <a:gd name="connsiteX1248" fmla="*/ 0 w 4940931"/>
                <a:gd name="connsiteY1248" fmla="*/ 20319 h 138429"/>
                <a:gd name="connsiteX1249" fmla="*/ 1362075 w 4940931"/>
                <a:gd name="connsiteY1249" fmla="*/ 1269 h 138429"/>
                <a:gd name="connsiteX1250" fmla="*/ 1365885 w 4940931"/>
                <a:gd name="connsiteY1250" fmla="*/ 1904 h 138429"/>
                <a:gd name="connsiteX1251" fmla="*/ 1369060 w 4940931"/>
                <a:gd name="connsiteY1251" fmla="*/ 3809 h 138429"/>
                <a:gd name="connsiteX1252" fmla="*/ 1370965 w 4940931"/>
                <a:gd name="connsiteY1252" fmla="*/ 6984 h 138429"/>
                <a:gd name="connsiteX1253" fmla="*/ 1371600 w 4940931"/>
                <a:gd name="connsiteY1253" fmla="*/ 10794 h 138429"/>
                <a:gd name="connsiteX1254" fmla="*/ 1370965 w 4940931"/>
                <a:gd name="connsiteY1254" fmla="*/ 14604 h 138429"/>
                <a:gd name="connsiteX1255" fmla="*/ 1369060 w 4940931"/>
                <a:gd name="connsiteY1255" fmla="*/ 17779 h 138429"/>
                <a:gd name="connsiteX1256" fmla="*/ 1365885 w 4940931"/>
                <a:gd name="connsiteY1256" fmla="*/ 19684 h 138429"/>
                <a:gd name="connsiteX1257" fmla="*/ 1362075 w 4940931"/>
                <a:gd name="connsiteY1257" fmla="*/ 20319 h 138429"/>
                <a:gd name="connsiteX1258" fmla="*/ 1358265 w 4940931"/>
                <a:gd name="connsiteY1258" fmla="*/ 19684 h 138429"/>
                <a:gd name="connsiteX1259" fmla="*/ 1355090 w 4940931"/>
                <a:gd name="connsiteY1259" fmla="*/ 17779 h 138429"/>
                <a:gd name="connsiteX1260" fmla="*/ 1353185 w 4940931"/>
                <a:gd name="connsiteY1260" fmla="*/ 14604 h 138429"/>
                <a:gd name="connsiteX1261" fmla="*/ 1352550 w 4940931"/>
                <a:gd name="connsiteY1261" fmla="*/ 10794 h 138429"/>
                <a:gd name="connsiteX1262" fmla="*/ 1353185 w 4940931"/>
                <a:gd name="connsiteY1262" fmla="*/ 6984 h 138429"/>
                <a:gd name="connsiteX1263" fmla="*/ 1355090 w 4940931"/>
                <a:gd name="connsiteY1263" fmla="*/ 3809 h 138429"/>
                <a:gd name="connsiteX1264" fmla="*/ 1358265 w 4940931"/>
                <a:gd name="connsiteY1264" fmla="*/ 1904 h 138429"/>
                <a:gd name="connsiteX1265" fmla="*/ 1362075 w 4940931"/>
                <a:gd name="connsiteY1265" fmla="*/ 1269 h 138429"/>
                <a:gd name="connsiteX1266" fmla="*/ 4789801 w 4940931"/>
                <a:gd name="connsiteY1266" fmla="*/ 634 h 138429"/>
                <a:gd name="connsiteX1267" fmla="*/ 4789801 w 4940931"/>
                <a:gd name="connsiteY1267" fmla="*/ 65404 h 138429"/>
                <a:gd name="connsiteX1268" fmla="*/ 4814566 w 4940931"/>
                <a:gd name="connsiteY1268" fmla="*/ 31114 h 138429"/>
                <a:gd name="connsiteX1269" fmla="*/ 4831711 w 4940931"/>
                <a:gd name="connsiteY1269" fmla="*/ 31114 h 138429"/>
                <a:gd name="connsiteX1270" fmla="*/ 4812026 w 4940931"/>
                <a:gd name="connsiteY1270" fmla="*/ 57149 h 138429"/>
                <a:gd name="connsiteX1271" fmla="*/ 4835521 w 4940931"/>
                <a:gd name="connsiteY1271" fmla="*/ 108584 h 138429"/>
                <a:gd name="connsiteX1272" fmla="*/ 4819011 w 4940931"/>
                <a:gd name="connsiteY1272" fmla="*/ 108584 h 138429"/>
                <a:gd name="connsiteX1273" fmla="*/ 4801866 w 4940931"/>
                <a:gd name="connsiteY1273" fmla="*/ 69849 h 138429"/>
                <a:gd name="connsiteX1274" fmla="*/ 4789801 w 4940931"/>
                <a:gd name="connsiteY1274" fmla="*/ 85724 h 138429"/>
                <a:gd name="connsiteX1275" fmla="*/ 4789801 w 4940931"/>
                <a:gd name="connsiteY1275" fmla="*/ 108584 h 138429"/>
                <a:gd name="connsiteX1276" fmla="*/ 4774561 w 4940931"/>
                <a:gd name="connsiteY1276" fmla="*/ 108584 h 138429"/>
                <a:gd name="connsiteX1277" fmla="*/ 4774561 w 4940931"/>
                <a:gd name="connsiteY1277" fmla="*/ 8889 h 138429"/>
                <a:gd name="connsiteX1278" fmla="*/ 4472301 w 4940931"/>
                <a:gd name="connsiteY1278" fmla="*/ 634 h 138429"/>
                <a:gd name="connsiteX1279" fmla="*/ 4472301 w 4940931"/>
                <a:gd name="connsiteY1279" fmla="*/ 109219 h 138429"/>
                <a:gd name="connsiteX1280" fmla="*/ 4457061 w 4940931"/>
                <a:gd name="connsiteY1280" fmla="*/ 109219 h 138429"/>
                <a:gd name="connsiteX1281" fmla="*/ 4457696 w 4940931"/>
                <a:gd name="connsiteY1281" fmla="*/ 108584 h 138429"/>
                <a:gd name="connsiteX1282" fmla="*/ 4457696 w 4940931"/>
                <a:gd name="connsiteY1282" fmla="*/ 100964 h 138429"/>
                <a:gd name="connsiteX1283" fmla="*/ 4453251 w 4940931"/>
                <a:gd name="connsiteY1283" fmla="*/ 104774 h 138429"/>
                <a:gd name="connsiteX1284" fmla="*/ 4448171 w 4940931"/>
                <a:gd name="connsiteY1284" fmla="*/ 107949 h 138429"/>
                <a:gd name="connsiteX1285" fmla="*/ 4443091 w 4940931"/>
                <a:gd name="connsiteY1285" fmla="*/ 109854 h 138429"/>
                <a:gd name="connsiteX1286" fmla="*/ 4437376 w 4940931"/>
                <a:gd name="connsiteY1286" fmla="*/ 109854 h 138429"/>
                <a:gd name="connsiteX1287" fmla="*/ 4425946 w 4940931"/>
                <a:gd name="connsiteY1287" fmla="*/ 107314 h 138429"/>
                <a:gd name="connsiteX1288" fmla="*/ 4416421 w 4940931"/>
                <a:gd name="connsiteY1288" fmla="*/ 99694 h 138429"/>
                <a:gd name="connsiteX1289" fmla="*/ 4410071 w 4940931"/>
                <a:gd name="connsiteY1289" fmla="*/ 86994 h 138429"/>
                <a:gd name="connsiteX1290" fmla="*/ 4407531 w 4940931"/>
                <a:gd name="connsiteY1290" fmla="*/ 67944 h 138429"/>
                <a:gd name="connsiteX1291" fmla="*/ 4410071 w 4940931"/>
                <a:gd name="connsiteY1291" fmla="*/ 50799 h 138429"/>
                <a:gd name="connsiteX1292" fmla="*/ 4417056 w 4940931"/>
                <a:gd name="connsiteY1292" fmla="*/ 38734 h 138429"/>
                <a:gd name="connsiteX1293" fmla="*/ 4426581 w 4940931"/>
                <a:gd name="connsiteY1293" fmla="*/ 31749 h 138429"/>
                <a:gd name="connsiteX1294" fmla="*/ 4438011 w 4940931"/>
                <a:gd name="connsiteY1294" fmla="*/ 29209 h 138429"/>
                <a:gd name="connsiteX1295" fmla="*/ 4443726 w 4940931"/>
                <a:gd name="connsiteY1295" fmla="*/ 29844 h 138429"/>
                <a:gd name="connsiteX1296" fmla="*/ 4448806 w 4940931"/>
                <a:gd name="connsiteY1296" fmla="*/ 31749 h 138429"/>
                <a:gd name="connsiteX1297" fmla="*/ 4453251 w 4940931"/>
                <a:gd name="connsiteY1297" fmla="*/ 34924 h 138429"/>
                <a:gd name="connsiteX1298" fmla="*/ 4457061 w 4940931"/>
                <a:gd name="connsiteY1298" fmla="*/ 38099 h 138429"/>
                <a:gd name="connsiteX1299" fmla="*/ 4457061 w 4940931"/>
                <a:gd name="connsiteY1299" fmla="*/ 8254 h 138429"/>
                <a:gd name="connsiteX1300" fmla="*/ 4390385 w 4940931"/>
                <a:gd name="connsiteY1300" fmla="*/ 634 h 138429"/>
                <a:gd name="connsiteX1301" fmla="*/ 4390385 w 4940931"/>
                <a:gd name="connsiteY1301" fmla="*/ 108584 h 138429"/>
                <a:gd name="connsiteX1302" fmla="*/ 4375145 w 4940931"/>
                <a:gd name="connsiteY1302" fmla="*/ 108584 h 138429"/>
                <a:gd name="connsiteX1303" fmla="*/ 4375145 w 4940931"/>
                <a:gd name="connsiteY1303" fmla="*/ 8889 h 138429"/>
                <a:gd name="connsiteX1304" fmla="*/ 3946521 w 4940931"/>
                <a:gd name="connsiteY1304" fmla="*/ 634 h 138429"/>
                <a:gd name="connsiteX1305" fmla="*/ 3946521 w 4940931"/>
                <a:gd name="connsiteY1305" fmla="*/ 38099 h 138429"/>
                <a:gd name="connsiteX1306" fmla="*/ 3950331 w 4940931"/>
                <a:gd name="connsiteY1306" fmla="*/ 34289 h 138429"/>
                <a:gd name="connsiteX1307" fmla="*/ 3954776 w 4940931"/>
                <a:gd name="connsiteY1307" fmla="*/ 31114 h 138429"/>
                <a:gd name="connsiteX1308" fmla="*/ 3960491 w 4940931"/>
                <a:gd name="connsiteY1308" fmla="*/ 29209 h 138429"/>
                <a:gd name="connsiteX1309" fmla="*/ 3966206 w 4940931"/>
                <a:gd name="connsiteY1309" fmla="*/ 29209 h 138429"/>
                <a:gd name="connsiteX1310" fmla="*/ 3978271 w 4940931"/>
                <a:gd name="connsiteY1310" fmla="*/ 31749 h 138429"/>
                <a:gd name="connsiteX1311" fmla="*/ 3987161 w 4940931"/>
                <a:gd name="connsiteY1311" fmla="*/ 38099 h 138429"/>
                <a:gd name="connsiteX1312" fmla="*/ 3992241 w 4940931"/>
                <a:gd name="connsiteY1312" fmla="*/ 49529 h 138429"/>
                <a:gd name="connsiteX1313" fmla="*/ 3994146 w 4940931"/>
                <a:gd name="connsiteY1313" fmla="*/ 64134 h 138429"/>
                <a:gd name="connsiteX1314" fmla="*/ 3994146 w 4940931"/>
                <a:gd name="connsiteY1314" fmla="*/ 108584 h 138429"/>
                <a:gd name="connsiteX1315" fmla="*/ 3978906 w 4940931"/>
                <a:gd name="connsiteY1315" fmla="*/ 108584 h 138429"/>
                <a:gd name="connsiteX1316" fmla="*/ 3978271 w 4940931"/>
                <a:gd name="connsiteY1316" fmla="*/ 108584 h 138429"/>
                <a:gd name="connsiteX1317" fmla="*/ 3978271 w 4940931"/>
                <a:gd name="connsiteY1317" fmla="*/ 64769 h 138429"/>
                <a:gd name="connsiteX1318" fmla="*/ 3974461 w 4940931"/>
                <a:gd name="connsiteY1318" fmla="*/ 48894 h 138429"/>
                <a:gd name="connsiteX1319" fmla="*/ 3962396 w 4940931"/>
                <a:gd name="connsiteY1319" fmla="*/ 43814 h 138429"/>
                <a:gd name="connsiteX1320" fmla="*/ 3956046 w 4940931"/>
                <a:gd name="connsiteY1320" fmla="*/ 45084 h 138429"/>
                <a:gd name="connsiteX1321" fmla="*/ 3950966 w 4940931"/>
                <a:gd name="connsiteY1321" fmla="*/ 48894 h 138429"/>
                <a:gd name="connsiteX1322" fmla="*/ 3947791 w 4940931"/>
                <a:gd name="connsiteY1322" fmla="*/ 55244 h 138429"/>
                <a:gd name="connsiteX1323" fmla="*/ 3946521 w 4940931"/>
                <a:gd name="connsiteY1323" fmla="*/ 63499 h 138429"/>
                <a:gd name="connsiteX1324" fmla="*/ 3946521 w 4940931"/>
                <a:gd name="connsiteY1324" fmla="*/ 109219 h 138429"/>
                <a:gd name="connsiteX1325" fmla="*/ 3931281 w 4940931"/>
                <a:gd name="connsiteY1325" fmla="*/ 109219 h 138429"/>
                <a:gd name="connsiteX1326" fmla="*/ 3931281 w 4940931"/>
                <a:gd name="connsiteY1326" fmla="*/ 8889 h 138429"/>
                <a:gd name="connsiteX1327" fmla="*/ 3248021 w 4940931"/>
                <a:gd name="connsiteY1327" fmla="*/ 634 h 138429"/>
                <a:gd name="connsiteX1328" fmla="*/ 3248021 w 4940931"/>
                <a:gd name="connsiteY1328" fmla="*/ 38099 h 138429"/>
                <a:gd name="connsiteX1329" fmla="*/ 3251831 w 4940931"/>
                <a:gd name="connsiteY1329" fmla="*/ 34289 h 138429"/>
                <a:gd name="connsiteX1330" fmla="*/ 3256276 w 4940931"/>
                <a:gd name="connsiteY1330" fmla="*/ 31114 h 138429"/>
                <a:gd name="connsiteX1331" fmla="*/ 3261991 w 4940931"/>
                <a:gd name="connsiteY1331" fmla="*/ 29209 h 138429"/>
                <a:gd name="connsiteX1332" fmla="*/ 3267706 w 4940931"/>
                <a:gd name="connsiteY1332" fmla="*/ 29209 h 138429"/>
                <a:gd name="connsiteX1333" fmla="*/ 3279771 w 4940931"/>
                <a:gd name="connsiteY1333" fmla="*/ 31749 h 138429"/>
                <a:gd name="connsiteX1334" fmla="*/ 3288661 w 4940931"/>
                <a:gd name="connsiteY1334" fmla="*/ 38099 h 138429"/>
                <a:gd name="connsiteX1335" fmla="*/ 3293741 w 4940931"/>
                <a:gd name="connsiteY1335" fmla="*/ 49529 h 138429"/>
                <a:gd name="connsiteX1336" fmla="*/ 3295646 w 4940931"/>
                <a:gd name="connsiteY1336" fmla="*/ 64134 h 138429"/>
                <a:gd name="connsiteX1337" fmla="*/ 3295646 w 4940931"/>
                <a:gd name="connsiteY1337" fmla="*/ 108584 h 138429"/>
                <a:gd name="connsiteX1338" fmla="*/ 3280406 w 4940931"/>
                <a:gd name="connsiteY1338" fmla="*/ 108584 h 138429"/>
                <a:gd name="connsiteX1339" fmla="*/ 3279771 w 4940931"/>
                <a:gd name="connsiteY1339" fmla="*/ 108584 h 138429"/>
                <a:gd name="connsiteX1340" fmla="*/ 3279771 w 4940931"/>
                <a:gd name="connsiteY1340" fmla="*/ 64769 h 138429"/>
                <a:gd name="connsiteX1341" fmla="*/ 3275961 w 4940931"/>
                <a:gd name="connsiteY1341" fmla="*/ 48894 h 138429"/>
                <a:gd name="connsiteX1342" fmla="*/ 3263896 w 4940931"/>
                <a:gd name="connsiteY1342" fmla="*/ 43814 h 138429"/>
                <a:gd name="connsiteX1343" fmla="*/ 3257546 w 4940931"/>
                <a:gd name="connsiteY1343" fmla="*/ 45084 h 138429"/>
                <a:gd name="connsiteX1344" fmla="*/ 3252466 w 4940931"/>
                <a:gd name="connsiteY1344" fmla="*/ 48894 h 138429"/>
                <a:gd name="connsiteX1345" fmla="*/ 3249291 w 4940931"/>
                <a:gd name="connsiteY1345" fmla="*/ 55244 h 138429"/>
                <a:gd name="connsiteX1346" fmla="*/ 3248021 w 4940931"/>
                <a:gd name="connsiteY1346" fmla="*/ 63499 h 138429"/>
                <a:gd name="connsiteX1347" fmla="*/ 3248021 w 4940931"/>
                <a:gd name="connsiteY1347" fmla="*/ 109219 h 138429"/>
                <a:gd name="connsiteX1348" fmla="*/ 3232781 w 4940931"/>
                <a:gd name="connsiteY1348" fmla="*/ 109219 h 138429"/>
                <a:gd name="connsiteX1349" fmla="*/ 3232781 w 4940931"/>
                <a:gd name="connsiteY1349" fmla="*/ 8889 h 138429"/>
                <a:gd name="connsiteX1350" fmla="*/ 2432681 w 4940931"/>
                <a:gd name="connsiteY1350" fmla="*/ 634 h 138429"/>
                <a:gd name="connsiteX1351" fmla="*/ 2432681 w 4940931"/>
                <a:gd name="connsiteY1351" fmla="*/ 38099 h 138429"/>
                <a:gd name="connsiteX1352" fmla="*/ 2436491 w 4940931"/>
                <a:gd name="connsiteY1352" fmla="*/ 34289 h 138429"/>
                <a:gd name="connsiteX1353" fmla="*/ 2440936 w 4940931"/>
                <a:gd name="connsiteY1353" fmla="*/ 31114 h 138429"/>
                <a:gd name="connsiteX1354" fmla="*/ 2446651 w 4940931"/>
                <a:gd name="connsiteY1354" fmla="*/ 29209 h 138429"/>
                <a:gd name="connsiteX1355" fmla="*/ 2452366 w 4940931"/>
                <a:gd name="connsiteY1355" fmla="*/ 29209 h 138429"/>
                <a:gd name="connsiteX1356" fmla="*/ 2464431 w 4940931"/>
                <a:gd name="connsiteY1356" fmla="*/ 31749 h 138429"/>
                <a:gd name="connsiteX1357" fmla="*/ 2473321 w 4940931"/>
                <a:gd name="connsiteY1357" fmla="*/ 38099 h 138429"/>
                <a:gd name="connsiteX1358" fmla="*/ 2478401 w 4940931"/>
                <a:gd name="connsiteY1358" fmla="*/ 49529 h 138429"/>
                <a:gd name="connsiteX1359" fmla="*/ 2480306 w 4940931"/>
                <a:gd name="connsiteY1359" fmla="*/ 64134 h 138429"/>
                <a:gd name="connsiteX1360" fmla="*/ 2480306 w 4940931"/>
                <a:gd name="connsiteY1360" fmla="*/ 108584 h 138429"/>
                <a:gd name="connsiteX1361" fmla="*/ 2465066 w 4940931"/>
                <a:gd name="connsiteY1361" fmla="*/ 108584 h 138429"/>
                <a:gd name="connsiteX1362" fmla="*/ 2464431 w 4940931"/>
                <a:gd name="connsiteY1362" fmla="*/ 108584 h 138429"/>
                <a:gd name="connsiteX1363" fmla="*/ 2464431 w 4940931"/>
                <a:gd name="connsiteY1363" fmla="*/ 64769 h 138429"/>
                <a:gd name="connsiteX1364" fmla="*/ 2460621 w 4940931"/>
                <a:gd name="connsiteY1364" fmla="*/ 48894 h 138429"/>
                <a:gd name="connsiteX1365" fmla="*/ 2448556 w 4940931"/>
                <a:gd name="connsiteY1365" fmla="*/ 43814 h 138429"/>
                <a:gd name="connsiteX1366" fmla="*/ 2442206 w 4940931"/>
                <a:gd name="connsiteY1366" fmla="*/ 45084 h 138429"/>
                <a:gd name="connsiteX1367" fmla="*/ 2437126 w 4940931"/>
                <a:gd name="connsiteY1367" fmla="*/ 48894 h 138429"/>
                <a:gd name="connsiteX1368" fmla="*/ 2433951 w 4940931"/>
                <a:gd name="connsiteY1368" fmla="*/ 55244 h 138429"/>
                <a:gd name="connsiteX1369" fmla="*/ 2432681 w 4940931"/>
                <a:gd name="connsiteY1369" fmla="*/ 63499 h 138429"/>
                <a:gd name="connsiteX1370" fmla="*/ 2432681 w 4940931"/>
                <a:gd name="connsiteY1370" fmla="*/ 109219 h 138429"/>
                <a:gd name="connsiteX1371" fmla="*/ 2417441 w 4940931"/>
                <a:gd name="connsiteY1371" fmla="*/ 109219 h 138429"/>
                <a:gd name="connsiteX1372" fmla="*/ 2417441 w 4940931"/>
                <a:gd name="connsiteY1372" fmla="*/ 8889 h 138429"/>
                <a:gd name="connsiteX1373" fmla="*/ 1734181 w 4940931"/>
                <a:gd name="connsiteY1373" fmla="*/ 634 h 138429"/>
                <a:gd name="connsiteX1374" fmla="*/ 1734181 w 4940931"/>
                <a:gd name="connsiteY1374" fmla="*/ 38099 h 138429"/>
                <a:gd name="connsiteX1375" fmla="*/ 1737991 w 4940931"/>
                <a:gd name="connsiteY1375" fmla="*/ 34289 h 138429"/>
                <a:gd name="connsiteX1376" fmla="*/ 1742436 w 4940931"/>
                <a:gd name="connsiteY1376" fmla="*/ 31114 h 138429"/>
                <a:gd name="connsiteX1377" fmla="*/ 1748151 w 4940931"/>
                <a:gd name="connsiteY1377" fmla="*/ 29209 h 138429"/>
                <a:gd name="connsiteX1378" fmla="*/ 1753866 w 4940931"/>
                <a:gd name="connsiteY1378" fmla="*/ 29209 h 138429"/>
                <a:gd name="connsiteX1379" fmla="*/ 1765931 w 4940931"/>
                <a:gd name="connsiteY1379" fmla="*/ 31749 h 138429"/>
                <a:gd name="connsiteX1380" fmla="*/ 1774821 w 4940931"/>
                <a:gd name="connsiteY1380" fmla="*/ 38099 h 138429"/>
                <a:gd name="connsiteX1381" fmla="*/ 1779901 w 4940931"/>
                <a:gd name="connsiteY1381" fmla="*/ 49529 h 138429"/>
                <a:gd name="connsiteX1382" fmla="*/ 1781806 w 4940931"/>
                <a:gd name="connsiteY1382" fmla="*/ 64134 h 138429"/>
                <a:gd name="connsiteX1383" fmla="*/ 1781806 w 4940931"/>
                <a:gd name="connsiteY1383" fmla="*/ 108584 h 138429"/>
                <a:gd name="connsiteX1384" fmla="*/ 1766566 w 4940931"/>
                <a:gd name="connsiteY1384" fmla="*/ 108584 h 138429"/>
                <a:gd name="connsiteX1385" fmla="*/ 1765931 w 4940931"/>
                <a:gd name="connsiteY1385" fmla="*/ 108584 h 138429"/>
                <a:gd name="connsiteX1386" fmla="*/ 1765931 w 4940931"/>
                <a:gd name="connsiteY1386" fmla="*/ 64769 h 138429"/>
                <a:gd name="connsiteX1387" fmla="*/ 1762121 w 4940931"/>
                <a:gd name="connsiteY1387" fmla="*/ 48894 h 138429"/>
                <a:gd name="connsiteX1388" fmla="*/ 1750056 w 4940931"/>
                <a:gd name="connsiteY1388" fmla="*/ 43814 h 138429"/>
                <a:gd name="connsiteX1389" fmla="*/ 1743706 w 4940931"/>
                <a:gd name="connsiteY1389" fmla="*/ 45084 h 138429"/>
                <a:gd name="connsiteX1390" fmla="*/ 1738626 w 4940931"/>
                <a:gd name="connsiteY1390" fmla="*/ 48894 h 138429"/>
                <a:gd name="connsiteX1391" fmla="*/ 1735451 w 4940931"/>
                <a:gd name="connsiteY1391" fmla="*/ 55244 h 138429"/>
                <a:gd name="connsiteX1392" fmla="*/ 1734181 w 4940931"/>
                <a:gd name="connsiteY1392" fmla="*/ 63499 h 138429"/>
                <a:gd name="connsiteX1393" fmla="*/ 1734181 w 4940931"/>
                <a:gd name="connsiteY1393" fmla="*/ 109219 h 138429"/>
                <a:gd name="connsiteX1394" fmla="*/ 1718941 w 4940931"/>
                <a:gd name="connsiteY1394" fmla="*/ 109219 h 138429"/>
                <a:gd name="connsiteX1395" fmla="*/ 1718941 w 4940931"/>
                <a:gd name="connsiteY1395" fmla="*/ 8889 h 138429"/>
                <a:gd name="connsiteX1396" fmla="*/ 803275 w 4940931"/>
                <a:gd name="connsiteY1396" fmla="*/ 634 h 138429"/>
                <a:gd name="connsiteX1397" fmla="*/ 803275 w 4940931"/>
                <a:gd name="connsiteY1397" fmla="*/ 38099 h 138429"/>
                <a:gd name="connsiteX1398" fmla="*/ 807085 w 4940931"/>
                <a:gd name="connsiteY1398" fmla="*/ 34289 h 138429"/>
                <a:gd name="connsiteX1399" fmla="*/ 811530 w 4940931"/>
                <a:gd name="connsiteY1399" fmla="*/ 31114 h 138429"/>
                <a:gd name="connsiteX1400" fmla="*/ 817245 w 4940931"/>
                <a:gd name="connsiteY1400" fmla="*/ 29209 h 138429"/>
                <a:gd name="connsiteX1401" fmla="*/ 822960 w 4940931"/>
                <a:gd name="connsiteY1401" fmla="*/ 29209 h 138429"/>
                <a:gd name="connsiteX1402" fmla="*/ 835025 w 4940931"/>
                <a:gd name="connsiteY1402" fmla="*/ 31749 h 138429"/>
                <a:gd name="connsiteX1403" fmla="*/ 843915 w 4940931"/>
                <a:gd name="connsiteY1403" fmla="*/ 38099 h 138429"/>
                <a:gd name="connsiteX1404" fmla="*/ 848995 w 4940931"/>
                <a:gd name="connsiteY1404" fmla="*/ 49529 h 138429"/>
                <a:gd name="connsiteX1405" fmla="*/ 850900 w 4940931"/>
                <a:gd name="connsiteY1405" fmla="*/ 64134 h 138429"/>
                <a:gd name="connsiteX1406" fmla="*/ 850900 w 4940931"/>
                <a:gd name="connsiteY1406" fmla="*/ 108584 h 138429"/>
                <a:gd name="connsiteX1407" fmla="*/ 835660 w 4940931"/>
                <a:gd name="connsiteY1407" fmla="*/ 108584 h 138429"/>
                <a:gd name="connsiteX1408" fmla="*/ 835025 w 4940931"/>
                <a:gd name="connsiteY1408" fmla="*/ 108584 h 138429"/>
                <a:gd name="connsiteX1409" fmla="*/ 835025 w 4940931"/>
                <a:gd name="connsiteY1409" fmla="*/ 64769 h 138429"/>
                <a:gd name="connsiteX1410" fmla="*/ 831215 w 4940931"/>
                <a:gd name="connsiteY1410" fmla="*/ 48894 h 138429"/>
                <a:gd name="connsiteX1411" fmla="*/ 819150 w 4940931"/>
                <a:gd name="connsiteY1411" fmla="*/ 43814 h 138429"/>
                <a:gd name="connsiteX1412" fmla="*/ 812800 w 4940931"/>
                <a:gd name="connsiteY1412" fmla="*/ 45084 h 138429"/>
                <a:gd name="connsiteX1413" fmla="*/ 807720 w 4940931"/>
                <a:gd name="connsiteY1413" fmla="*/ 48894 h 138429"/>
                <a:gd name="connsiteX1414" fmla="*/ 804545 w 4940931"/>
                <a:gd name="connsiteY1414" fmla="*/ 55244 h 138429"/>
                <a:gd name="connsiteX1415" fmla="*/ 803275 w 4940931"/>
                <a:gd name="connsiteY1415" fmla="*/ 63499 h 138429"/>
                <a:gd name="connsiteX1416" fmla="*/ 803275 w 4940931"/>
                <a:gd name="connsiteY1416" fmla="*/ 109219 h 138429"/>
                <a:gd name="connsiteX1417" fmla="*/ 788035 w 4940931"/>
                <a:gd name="connsiteY1417" fmla="*/ 109219 h 138429"/>
                <a:gd name="connsiteX1418" fmla="*/ 788035 w 4940931"/>
                <a:gd name="connsiteY1418" fmla="*/ 8889 h 138429"/>
                <a:gd name="connsiteX1419" fmla="*/ 104774 w 4940931"/>
                <a:gd name="connsiteY1419" fmla="*/ 634 h 138429"/>
                <a:gd name="connsiteX1420" fmla="*/ 104774 w 4940931"/>
                <a:gd name="connsiteY1420" fmla="*/ 38099 h 138429"/>
                <a:gd name="connsiteX1421" fmla="*/ 108584 w 4940931"/>
                <a:gd name="connsiteY1421" fmla="*/ 34289 h 138429"/>
                <a:gd name="connsiteX1422" fmla="*/ 113029 w 4940931"/>
                <a:gd name="connsiteY1422" fmla="*/ 31114 h 138429"/>
                <a:gd name="connsiteX1423" fmla="*/ 118744 w 4940931"/>
                <a:gd name="connsiteY1423" fmla="*/ 29209 h 138429"/>
                <a:gd name="connsiteX1424" fmla="*/ 124459 w 4940931"/>
                <a:gd name="connsiteY1424" fmla="*/ 29209 h 138429"/>
                <a:gd name="connsiteX1425" fmla="*/ 136524 w 4940931"/>
                <a:gd name="connsiteY1425" fmla="*/ 31749 h 138429"/>
                <a:gd name="connsiteX1426" fmla="*/ 145414 w 4940931"/>
                <a:gd name="connsiteY1426" fmla="*/ 38099 h 138429"/>
                <a:gd name="connsiteX1427" fmla="*/ 150494 w 4940931"/>
                <a:gd name="connsiteY1427" fmla="*/ 49529 h 138429"/>
                <a:gd name="connsiteX1428" fmla="*/ 152399 w 4940931"/>
                <a:gd name="connsiteY1428" fmla="*/ 64134 h 138429"/>
                <a:gd name="connsiteX1429" fmla="*/ 152399 w 4940931"/>
                <a:gd name="connsiteY1429" fmla="*/ 108584 h 138429"/>
                <a:gd name="connsiteX1430" fmla="*/ 137159 w 4940931"/>
                <a:gd name="connsiteY1430" fmla="*/ 108584 h 138429"/>
                <a:gd name="connsiteX1431" fmla="*/ 136524 w 4940931"/>
                <a:gd name="connsiteY1431" fmla="*/ 108584 h 138429"/>
                <a:gd name="connsiteX1432" fmla="*/ 136524 w 4940931"/>
                <a:gd name="connsiteY1432" fmla="*/ 64769 h 138429"/>
                <a:gd name="connsiteX1433" fmla="*/ 132714 w 4940931"/>
                <a:gd name="connsiteY1433" fmla="*/ 48894 h 138429"/>
                <a:gd name="connsiteX1434" fmla="*/ 120649 w 4940931"/>
                <a:gd name="connsiteY1434" fmla="*/ 43814 h 138429"/>
                <a:gd name="connsiteX1435" fmla="*/ 114299 w 4940931"/>
                <a:gd name="connsiteY1435" fmla="*/ 45084 h 138429"/>
                <a:gd name="connsiteX1436" fmla="*/ 109219 w 4940931"/>
                <a:gd name="connsiteY1436" fmla="*/ 48894 h 138429"/>
                <a:gd name="connsiteX1437" fmla="*/ 106044 w 4940931"/>
                <a:gd name="connsiteY1437" fmla="*/ 55244 h 138429"/>
                <a:gd name="connsiteX1438" fmla="*/ 104774 w 4940931"/>
                <a:gd name="connsiteY1438" fmla="*/ 63499 h 138429"/>
                <a:gd name="connsiteX1439" fmla="*/ 104774 w 4940931"/>
                <a:gd name="connsiteY1439" fmla="*/ 109219 h 138429"/>
                <a:gd name="connsiteX1440" fmla="*/ 89534 w 4940931"/>
                <a:gd name="connsiteY1440" fmla="*/ 109219 h 138429"/>
                <a:gd name="connsiteX1441" fmla="*/ 89534 w 4940931"/>
                <a:gd name="connsiteY1441" fmla="*/ 8889 h 138429"/>
                <a:gd name="connsiteX1442" fmla="*/ 3894450 w 4940931"/>
                <a:gd name="connsiteY1442" fmla="*/ 0 h 138429"/>
                <a:gd name="connsiteX1443" fmla="*/ 3894450 w 4940931"/>
                <a:gd name="connsiteY1443" fmla="*/ 30480 h 138429"/>
                <a:gd name="connsiteX1444" fmla="*/ 3913500 w 4940931"/>
                <a:gd name="connsiteY1444" fmla="*/ 30480 h 138429"/>
                <a:gd name="connsiteX1445" fmla="*/ 3913500 w 4940931"/>
                <a:gd name="connsiteY1445" fmla="*/ 44450 h 138429"/>
                <a:gd name="connsiteX1446" fmla="*/ 3894450 w 4940931"/>
                <a:gd name="connsiteY1446" fmla="*/ 44450 h 138429"/>
                <a:gd name="connsiteX1447" fmla="*/ 3894450 w 4940931"/>
                <a:gd name="connsiteY1447" fmla="*/ 86995 h 138429"/>
                <a:gd name="connsiteX1448" fmla="*/ 3894450 w 4940931"/>
                <a:gd name="connsiteY1448" fmla="*/ 91440 h 138429"/>
                <a:gd name="connsiteX1449" fmla="*/ 3895720 w 4940931"/>
                <a:gd name="connsiteY1449" fmla="*/ 94615 h 138429"/>
                <a:gd name="connsiteX1450" fmla="*/ 3898260 w 4940931"/>
                <a:gd name="connsiteY1450" fmla="*/ 95885 h 138429"/>
                <a:gd name="connsiteX1451" fmla="*/ 3902070 w 4940931"/>
                <a:gd name="connsiteY1451" fmla="*/ 95885 h 138429"/>
                <a:gd name="connsiteX1452" fmla="*/ 3908420 w 4940931"/>
                <a:gd name="connsiteY1452" fmla="*/ 95250 h 138429"/>
                <a:gd name="connsiteX1453" fmla="*/ 3913500 w 4940931"/>
                <a:gd name="connsiteY1453" fmla="*/ 93345 h 138429"/>
                <a:gd name="connsiteX1454" fmla="*/ 3911595 w 4940931"/>
                <a:gd name="connsiteY1454" fmla="*/ 106680 h 138429"/>
                <a:gd name="connsiteX1455" fmla="*/ 3905245 w 4940931"/>
                <a:gd name="connsiteY1455" fmla="*/ 109220 h 138429"/>
                <a:gd name="connsiteX1456" fmla="*/ 3896990 w 4940931"/>
                <a:gd name="connsiteY1456" fmla="*/ 110490 h 138429"/>
                <a:gd name="connsiteX1457" fmla="*/ 3890005 w 4940931"/>
                <a:gd name="connsiteY1457" fmla="*/ 109220 h 138429"/>
                <a:gd name="connsiteX1458" fmla="*/ 3884290 w 4940931"/>
                <a:gd name="connsiteY1458" fmla="*/ 105410 h 138429"/>
                <a:gd name="connsiteX1459" fmla="*/ 3880480 w 4940931"/>
                <a:gd name="connsiteY1459" fmla="*/ 99060 h 138429"/>
                <a:gd name="connsiteX1460" fmla="*/ 3879210 w 4940931"/>
                <a:gd name="connsiteY1460" fmla="*/ 89535 h 138429"/>
                <a:gd name="connsiteX1461" fmla="*/ 3879210 w 4940931"/>
                <a:gd name="connsiteY1461" fmla="*/ 44450 h 138429"/>
                <a:gd name="connsiteX1462" fmla="*/ 3868415 w 4940931"/>
                <a:gd name="connsiteY1462" fmla="*/ 44450 h 138429"/>
                <a:gd name="connsiteX1463" fmla="*/ 3868415 w 4940931"/>
                <a:gd name="connsiteY1463" fmla="*/ 30480 h 138429"/>
                <a:gd name="connsiteX1464" fmla="*/ 3879210 w 4940931"/>
                <a:gd name="connsiteY1464" fmla="*/ 30480 h 138429"/>
                <a:gd name="connsiteX1465" fmla="*/ 3879210 w 4940931"/>
                <a:gd name="connsiteY1465" fmla="*/ 8255 h 138429"/>
                <a:gd name="connsiteX1466" fmla="*/ 3664581 w 4940931"/>
                <a:gd name="connsiteY1466" fmla="*/ 0 h 138429"/>
                <a:gd name="connsiteX1467" fmla="*/ 3664581 w 4940931"/>
                <a:gd name="connsiteY1467" fmla="*/ 30480 h 138429"/>
                <a:gd name="connsiteX1468" fmla="*/ 3683631 w 4940931"/>
                <a:gd name="connsiteY1468" fmla="*/ 30480 h 138429"/>
                <a:gd name="connsiteX1469" fmla="*/ 3683631 w 4940931"/>
                <a:gd name="connsiteY1469" fmla="*/ 44450 h 138429"/>
                <a:gd name="connsiteX1470" fmla="*/ 3664581 w 4940931"/>
                <a:gd name="connsiteY1470" fmla="*/ 44450 h 138429"/>
                <a:gd name="connsiteX1471" fmla="*/ 3664581 w 4940931"/>
                <a:gd name="connsiteY1471" fmla="*/ 86995 h 138429"/>
                <a:gd name="connsiteX1472" fmla="*/ 3664581 w 4940931"/>
                <a:gd name="connsiteY1472" fmla="*/ 91440 h 138429"/>
                <a:gd name="connsiteX1473" fmla="*/ 3665851 w 4940931"/>
                <a:gd name="connsiteY1473" fmla="*/ 94615 h 138429"/>
                <a:gd name="connsiteX1474" fmla="*/ 3668391 w 4940931"/>
                <a:gd name="connsiteY1474" fmla="*/ 95885 h 138429"/>
                <a:gd name="connsiteX1475" fmla="*/ 3672201 w 4940931"/>
                <a:gd name="connsiteY1475" fmla="*/ 95885 h 138429"/>
                <a:gd name="connsiteX1476" fmla="*/ 3678551 w 4940931"/>
                <a:gd name="connsiteY1476" fmla="*/ 95250 h 138429"/>
                <a:gd name="connsiteX1477" fmla="*/ 3683631 w 4940931"/>
                <a:gd name="connsiteY1477" fmla="*/ 93345 h 138429"/>
                <a:gd name="connsiteX1478" fmla="*/ 3681726 w 4940931"/>
                <a:gd name="connsiteY1478" fmla="*/ 106680 h 138429"/>
                <a:gd name="connsiteX1479" fmla="*/ 3675376 w 4940931"/>
                <a:gd name="connsiteY1479" fmla="*/ 109220 h 138429"/>
                <a:gd name="connsiteX1480" fmla="*/ 3667121 w 4940931"/>
                <a:gd name="connsiteY1480" fmla="*/ 110490 h 138429"/>
                <a:gd name="connsiteX1481" fmla="*/ 3660136 w 4940931"/>
                <a:gd name="connsiteY1481" fmla="*/ 109220 h 138429"/>
                <a:gd name="connsiteX1482" fmla="*/ 3654421 w 4940931"/>
                <a:gd name="connsiteY1482" fmla="*/ 105410 h 138429"/>
                <a:gd name="connsiteX1483" fmla="*/ 3650611 w 4940931"/>
                <a:gd name="connsiteY1483" fmla="*/ 99060 h 138429"/>
                <a:gd name="connsiteX1484" fmla="*/ 3649341 w 4940931"/>
                <a:gd name="connsiteY1484" fmla="*/ 89535 h 138429"/>
                <a:gd name="connsiteX1485" fmla="*/ 3649341 w 4940931"/>
                <a:gd name="connsiteY1485" fmla="*/ 44450 h 138429"/>
                <a:gd name="connsiteX1486" fmla="*/ 3638546 w 4940931"/>
                <a:gd name="connsiteY1486" fmla="*/ 44450 h 138429"/>
                <a:gd name="connsiteX1487" fmla="*/ 3638546 w 4940931"/>
                <a:gd name="connsiteY1487" fmla="*/ 30480 h 138429"/>
                <a:gd name="connsiteX1488" fmla="*/ 3649341 w 4940931"/>
                <a:gd name="connsiteY1488" fmla="*/ 30480 h 138429"/>
                <a:gd name="connsiteX1489" fmla="*/ 3649341 w 4940931"/>
                <a:gd name="connsiteY1489" fmla="*/ 8255 h 138429"/>
                <a:gd name="connsiteX1490" fmla="*/ 3610605 w 4940931"/>
                <a:gd name="connsiteY1490" fmla="*/ 0 h 138429"/>
                <a:gd name="connsiteX1491" fmla="*/ 3610605 w 4940931"/>
                <a:gd name="connsiteY1491" fmla="*/ 30480 h 138429"/>
                <a:gd name="connsiteX1492" fmla="*/ 3629655 w 4940931"/>
                <a:gd name="connsiteY1492" fmla="*/ 30480 h 138429"/>
                <a:gd name="connsiteX1493" fmla="*/ 3629655 w 4940931"/>
                <a:gd name="connsiteY1493" fmla="*/ 44450 h 138429"/>
                <a:gd name="connsiteX1494" fmla="*/ 3610605 w 4940931"/>
                <a:gd name="connsiteY1494" fmla="*/ 44450 h 138429"/>
                <a:gd name="connsiteX1495" fmla="*/ 3610605 w 4940931"/>
                <a:gd name="connsiteY1495" fmla="*/ 86995 h 138429"/>
                <a:gd name="connsiteX1496" fmla="*/ 3610605 w 4940931"/>
                <a:gd name="connsiteY1496" fmla="*/ 91440 h 138429"/>
                <a:gd name="connsiteX1497" fmla="*/ 3611875 w 4940931"/>
                <a:gd name="connsiteY1497" fmla="*/ 94615 h 138429"/>
                <a:gd name="connsiteX1498" fmla="*/ 3614415 w 4940931"/>
                <a:gd name="connsiteY1498" fmla="*/ 95885 h 138429"/>
                <a:gd name="connsiteX1499" fmla="*/ 3618225 w 4940931"/>
                <a:gd name="connsiteY1499" fmla="*/ 95885 h 138429"/>
                <a:gd name="connsiteX1500" fmla="*/ 3624575 w 4940931"/>
                <a:gd name="connsiteY1500" fmla="*/ 95250 h 138429"/>
                <a:gd name="connsiteX1501" fmla="*/ 3629655 w 4940931"/>
                <a:gd name="connsiteY1501" fmla="*/ 93345 h 138429"/>
                <a:gd name="connsiteX1502" fmla="*/ 3627750 w 4940931"/>
                <a:gd name="connsiteY1502" fmla="*/ 106680 h 138429"/>
                <a:gd name="connsiteX1503" fmla="*/ 3621400 w 4940931"/>
                <a:gd name="connsiteY1503" fmla="*/ 109220 h 138429"/>
                <a:gd name="connsiteX1504" fmla="*/ 3613145 w 4940931"/>
                <a:gd name="connsiteY1504" fmla="*/ 110490 h 138429"/>
                <a:gd name="connsiteX1505" fmla="*/ 3606160 w 4940931"/>
                <a:gd name="connsiteY1505" fmla="*/ 109220 h 138429"/>
                <a:gd name="connsiteX1506" fmla="*/ 3600445 w 4940931"/>
                <a:gd name="connsiteY1506" fmla="*/ 105410 h 138429"/>
                <a:gd name="connsiteX1507" fmla="*/ 3596635 w 4940931"/>
                <a:gd name="connsiteY1507" fmla="*/ 99060 h 138429"/>
                <a:gd name="connsiteX1508" fmla="*/ 3595365 w 4940931"/>
                <a:gd name="connsiteY1508" fmla="*/ 89535 h 138429"/>
                <a:gd name="connsiteX1509" fmla="*/ 3595365 w 4940931"/>
                <a:gd name="connsiteY1509" fmla="*/ 44450 h 138429"/>
                <a:gd name="connsiteX1510" fmla="*/ 3584570 w 4940931"/>
                <a:gd name="connsiteY1510" fmla="*/ 44450 h 138429"/>
                <a:gd name="connsiteX1511" fmla="*/ 3584570 w 4940931"/>
                <a:gd name="connsiteY1511" fmla="*/ 30480 h 138429"/>
                <a:gd name="connsiteX1512" fmla="*/ 3595365 w 4940931"/>
                <a:gd name="connsiteY1512" fmla="*/ 30480 h 138429"/>
                <a:gd name="connsiteX1513" fmla="*/ 3595365 w 4940931"/>
                <a:gd name="connsiteY1513" fmla="*/ 8255 h 138429"/>
                <a:gd name="connsiteX1514" fmla="*/ 3445505 w 4940931"/>
                <a:gd name="connsiteY1514" fmla="*/ 0 h 138429"/>
                <a:gd name="connsiteX1515" fmla="*/ 3445505 w 4940931"/>
                <a:gd name="connsiteY1515" fmla="*/ 37465 h 138429"/>
                <a:gd name="connsiteX1516" fmla="*/ 3449950 w 4940931"/>
                <a:gd name="connsiteY1516" fmla="*/ 33655 h 138429"/>
                <a:gd name="connsiteX1517" fmla="*/ 3453760 w 4940931"/>
                <a:gd name="connsiteY1517" fmla="*/ 31115 h 138429"/>
                <a:gd name="connsiteX1518" fmla="*/ 3458840 w 4940931"/>
                <a:gd name="connsiteY1518" fmla="*/ 29210 h 138429"/>
                <a:gd name="connsiteX1519" fmla="*/ 3465825 w 4940931"/>
                <a:gd name="connsiteY1519" fmla="*/ 28575 h 138429"/>
                <a:gd name="connsiteX1520" fmla="*/ 3477890 w 4940931"/>
                <a:gd name="connsiteY1520" fmla="*/ 31115 h 138429"/>
                <a:gd name="connsiteX1521" fmla="*/ 3487415 w 4940931"/>
                <a:gd name="connsiteY1521" fmla="*/ 38735 h 138429"/>
                <a:gd name="connsiteX1522" fmla="*/ 3493765 w 4940931"/>
                <a:gd name="connsiteY1522" fmla="*/ 51435 h 138429"/>
                <a:gd name="connsiteX1523" fmla="*/ 3496305 w 4940931"/>
                <a:gd name="connsiteY1523" fmla="*/ 70485 h 138429"/>
                <a:gd name="connsiteX1524" fmla="*/ 3495670 w 4940931"/>
                <a:gd name="connsiteY1524" fmla="*/ 71120 h 138429"/>
                <a:gd name="connsiteX1525" fmla="*/ 3493130 w 4940931"/>
                <a:gd name="connsiteY1525" fmla="*/ 88265 h 138429"/>
                <a:gd name="connsiteX1526" fmla="*/ 3486145 w 4940931"/>
                <a:gd name="connsiteY1526" fmla="*/ 100330 h 138429"/>
                <a:gd name="connsiteX1527" fmla="*/ 3476620 w 4940931"/>
                <a:gd name="connsiteY1527" fmla="*/ 107315 h 138429"/>
                <a:gd name="connsiteX1528" fmla="*/ 3465190 w 4940931"/>
                <a:gd name="connsiteY1528" fmla="*/ 109855 h 138429"/>
                <a:gd name="connsiteX1529" fmla="*/ 3454395 w 4940931"/>
                <a:gd name="connsiteY1529" fmla="*/ 107315 h 138429"/>
                <a:gd name="connsiteX1530" fmla="*/ 3445505 w 4940931"/>
                <a:gd name="connsiteY1530" fmla="*/ 100965 h 138429"/>
                <a:gd name="connsiteX1531" fmla="*/ 3445505 w 4940931"/>
                <a:gd name="connsiteY1531" fmla="*/ 107950 h 138429"/>
                <a:gd name="connsiteX1532" fmla="*/ 3430265 w 4940931"/>
                <a:gd name="connsiteY1532" fmla="*/ 107950 h 138429"/>
                <a:gd name="connsiteX1533" fmla="*/ 3430265 w 4940931"/>
                <a:gd name="connsiteY1533" fmla="*/ 7620 h 138429"/>
                <a:gd name="connsiteX1534" fmla="*/ 2380611 w 4940931"/>
                <a:gd name="connsiteY1534" fmla="*/ 0 h 138429"/>
                <a:gd name="connsiteX1535" fmla="*/ 2380611 w 4940931"/>
                <a:gd name="connsiteY1535" fmla="*/ 30480 h 138429"/>
                <a:gd name="connsiteX1536" fmla="*/ 2399661 w 4940931"/>
                <a:gd name="connsiteY1536" fmla="*/ 30480 h 138429"/>
                <a:gd name="connsiteX1537" fmla="*/ 2399661 w 4940931"/>
                <a:gd name="connsiteY1537" fmla="*/ 44450 h 138429"/>
                <a:gd name="connsiteX1538" fmla="*/ 2380611 w 4940931"/>
                <a:gd name="connsiteY1538" fmla="*/ 44450 h 138429"/>
                <a:gd name="connsiteX1539" fmla="*/ 2380611 w 4940931"/>
                <a:gd name="connsiteY1539" fmla="*/ 86995 h 138429"/>
                <a:gd name="connsiteX1540" fmla="*/ 2380611 w 4940931"/>
                <a:gd name="connsiteY1540" fmla="*/ 91440 h 138429"/>
                <a:gd name="connsiteX1541" fmla="*/ 2381881 w 4940931"/>
                <a:gd name="connsiteY1541" fmla="*/ 94615 h 138429"/>
                <a:gd name="connsiteX1542" fmla="*/ 2384421 w 4940931"/>
                <a:gd name="connsiteY1542" fmla="*/ 95885 h 138429"/>
                <a:gd name="connsiteX1543" fmla="*/ 2388231 w 4940931"/>
                <a:gd name="connsiteY1543" fmla="*/ 95885 h 138429"/>
                <a:gd name="connsiteX1544" fmla="*/ 2394581 w 4940931"/>
                <a:gd name="connsiteY1544" fmla="*/ 95250 h 138429"/>
                <a:gd name="connsiteX1545" fmla="*/ 2399661 w 4940931"/>
                <a:gd name="connsiteY1545" fmla="*/ 93345 h 138429"/>
                <a:gd name="connsiteX1546" fmla="*/ 2397756 w 4940931"/>
                <a:gd name="connsiteY1546" fmla="*/ 106680 h 138429"/>
                <a:gd name="connsiteX1547" fmla="*/ 2391406 w 4940931"/>
                <a:gd name="connsiteY1547" fmla="*/ 109220 h 138429"/>
                <a:gd name="connsiteX1548" fmla="*/ 2383151 w 4940931"/>
                <a:gd name="connsiteY1548" fmla="*/ 110490 h 138429"/>
                <a:gd name="connsiteX1549" fmla="*/ 2376166 w 4940931"/>
                <a:gd name="connsiteY1549" fmla="*/ 109220 h 138429"/>
                <a:gd name="connsiteX1550" fmla="*/ 2370451 w 4940931"/>
                <a:gd name="connsiteY1550" fmla="*/ 105410 h 138429"/>
                <a:gd name="connsiteX1551" fmla="*/ 2366641 w 4940931"/>
                <a:gd name="connsiteY1551" fmla="*/ 99060 h 138429"/>
                <a:gd name="connsiteX1552" fmla="*/ 2365371 w 4940931"/>
                <a:gd name="connsiteY1552" fmla="*/ 89535 h 138429"/>
                <a:gd name="connsiteX1553" fmla="*/ 2365371 w 4940931"/>
                <a:gd name="connsiteY1553" fmla="*/ 44450 h 138429"/>
                <a:gd name="connsiteX1554" fmla="*/ 2354576 w 4940931"/>
                <a:gd name="connsiteY1554" fmla="*/ 44450 h 138429"/>
                <a:gd name="connsiteX1555" fmla="*/ 2354576 w 4940931"/>
                <a:gd name="connsiteY1555" fmla="*/ 30480 h 138429"/>
                <a:gd name="connsiteX1556" fmla="*/ 2365371 w 4940931"/>
                <a:gd name="connsiteY1556" fmla="*/ 30480 h 138429"/>
                <a:gd name="connsiteX1557" fmla="*/ 2365371 w 4940931"/>
                <a:gd name="connsiteY1557" fmla="*/ 8255 h 138429"/>
                <a:gd name="connsiteX1558" fmla="*/ 2150741 w 4940931"/>
                <a:gd name="connsiteY1558" fmla="*/ 0 h 138429"/>
                <a:gd name="connsiteX1559" fmla="*/ 2150741 w 4940931"/>
                <a:gd name="connsiteY1559" fmla="*/ 30480 h 138429"/>
                <a:gd name="connsiteX1560" fmla="*/ 2169791 w 4940931"/>
                <a:gd name="connsiteY1560" fmla="*/ 30480 h 138429"/>
                <a:gd name="connsiteX1561" fmla="*/ 2169791 w 4940931"/>
                <a:gd name="connsiteY1561" fmla="*/ 44450 h 138429"/>
                <a:gd name="connsiteX1562" fmla="*/ 2150741 w 4940931"/>
                <a:gd name="connsiteY1562" fmla="*/ 44450 h 138429"/>
                <a:gd name="connsiteX1563" fmla="*/ 2150741 w 4940931"/>
                <a:gd name="connsiteY1563" fmla="*/ 86995 h 138429"/>
                <a:gd name="connsiteX1564" fmla="*/ 2150741 w 4940931"/>
                <a:gd name="connsiteY1564" fmla="*/ 91440 h 138429"/>
                <a:gd name="connsiteX1565" fmla="*/ 2152011 w 4940931"/>
                <a:gd name="connsiteY1565" fmla="*/ 94615 h 138429"/>
                <a:gd name="connsiteX1566" fmla="*/ 2154551 w 4940931"/>
                <a:gd name="connsiteY1566" fmla="*/ 95885 h 138429"/>
                <a:gd name="connsiteX1567" fmla="*/ 2158361 w 4940931"/>
                <a:gd name="connsiteY1567" fmla="*/ 95885 h 138429"/>
                <a:gd name="connsiteX1568" fmla="*/ 2164711 w 4940931"/>
                <a:gd name="connsiteY1568" fmla="*/ 95250 h 138429"/>
                <a:gd name="connsiteX1569" fmla="*/ 2169791 w 4940931"/>
                <a:gd name="connsiteY1569" fmla="*/ 93345 h 138429"/>
                <a:gd name="connsiteX1570" fmla="*/ 2167886 w 4940931"/>
                <a:gd name="connsiteY1570" fmla="*/ 106680 h 138429"/>
                <a:gd name="connsiteX1571" fmla="*/ 2161536 w 4940931"/>
                <a:gd name="connsiteY1571" fmla="*/ 109220 h 138429"/>
                <a:gd name="connsiteX1572" fmla="*/ 2153281 w 4940931"/>
                <a:gd name="connsiteY1572" fmla="*/ 110490 h 138429"/>
                <a:gd name="connsiteX1573" fmla="*/ 2146296 w 4940931"/>
                <a:gd name="connsiteY1573" fmla="*/ 109220 h 138429"/>
                <a:gd name="connsiteX1574" fmla="*/ 2140581 w 4940931"/>
                <a:gd name="connsiteY1574" fmla="*/ 105410 h 138429"/>
                <a:gd name="connsiteX1575" fmla="*/ 2136771 w 4940931"/>
                <a:gd name="connsiteY1575" fmla="*/ 99060 h 138429"/>
                <a:gd name="connsiteX1576" fmla="*/ 2135501 w 4940931"/>
                <a:gd name="connsiteY1576" fmla="*/ 89535 h 138429"/>
                <a:gd name="connsiteX1577" fmla="*/ 2135501 w 4940931"/>
                <a:gd name="connsiteY1577" fmla="*/ 44450 h 138429"/>
                <a:gd name="connsiteX1578" fmla="*/ 2124706 w 4940931"/>
                <a:gd name="connsiteY1578" fmla="*/ 44450 h 138429"/>
                <a:gd name="connsiteX1579" fmla="*/ 2124706 w 4940931"/>
                <a:gd name="connsiteY1579" fmla="*/ 30480 h 138429"/>
                <a:gd name="connsiteX1580" fmla="*/ 2135501 w 4940931"/>
                <a:gd name="connsiteY1580" fmla="*/ 30480 h 138429"/>
                <a:gd name="connsiteX1581" fmla="*/ 2135501 w 4940931"/>
                <a:gd name="connsiteY1581" fmla="*/ 8255 h 138429"/>
                <a:gd name="connsiteX1582" fmla="*/ 2096131 w 4940931"/>
                <a:gd name="connsiteY1582" fmla="*/ 0 h 138429"/>
                <a:gd name="connsiteX1583" fmla="*/ 2096131 w 4940931"/>
                <a:gd name="connsiteY1583" fmla="*/ 30480 h 138429"/>
                <a:gd name="connsiteX1584" fmla="*/ 2115181 w 4940931"/>
                <a:gd name="connsiteY1584" fmla="*/ 30480 h 138429"/>
                <a:gd name="connsiteX1585" fmla="*/ 2115181 w 4940931"/>
                <a:gd name="connsiteY1585" fmla="*/ 44450 h 138429"/>
                <a:gd name="connsiteX1586" fmla="*/ 2096131 w 4940931"/>
                <a:gd name="connsiteY1586" fmla="*/ 44450 h 138429"/>
                <a:gd name="connsiteX1587" fmla="*/ 2096131 w 4940931"/>
                <a:gd name="connsiteY1587" fmla="*/ 86995 h 138429"/>
                <a:gd name="connsiteX1588" fmla="*/ 2096131 w 4940931"/>
                <a:gd name="connsiteY1588" fmla="*/ 91440 h 138429"/>
                <a:gd name="connsiteX1589" fmla="*/ 2097401 w 4940931"/>
                <a:gd name="connsiteY1589" fmla="*/ 94615 h 138429"/>
                <a:gd name="connsiteX1590" fmla="*/ 2099941 w 4940931"/>
                <a:gd name="connsiteY1590" fmla="*/ 95885 h 138429"/>
                <a:gd name="connsiteX1591" fmla="*/ 2103751 w 4940931"/>
                <a:gd name="connsiteY1591" fmla="*/ 95885 h 138429"/>
                <a:gd name="connsiteX1592" fmla="*/ 2110101 w 4940931"/>
                <a:gd name="connsiteY1592" fmla="*/ 95250 h 138429"/>
                <a:gd name="connsiteX1593" fmla="*/ 2115181 w 4940931"/>
                <a:gd name="connsiteY1593" fmla="*/ 93345 h 138429"/>
                <a:gd name="connsiteX1594" fmla="*/ 2113276 w 4940931"/>
                <a:gd name="connsiteY1594" fmla="*/ 106680 h 138429"/>
                <a:gd name="connsiteX1595" fmla="*/ 2106926 w 4940931"/>
                <a:gd name="connsiteY1595" fmla="*/ 109220 h 138429"/>
                <a:gd name="connsiteX1596" fmla="*/ 2098671 w 4940931"/>
                <a:gd name="connsiteY1596" fmla="*/ 110490 h 138429"/>
                <a:gd name="connsiteX1597" fmla="*/ 2091686 w 4940931"/>
                <a:gd name="connsiteY1597" fmla="*/ 109220 h 138429"/>
                <a:gd name="connsiteX1598" fmla="*/ 2085971 w 4940931"/>
                <a:gd name="connsiteY1598" fmla="*/ 105410 h 138429"/>
                <a:gd name="connsiteX1599" fmla="*/ 2082161 w 4940931"/>
                <a:gd name="connsiteY1599" fmla="*/ 99060 h 138429"/>
                <a:gd name="connsiteX1600" fmla="*/ 2080891 w 4940931"/>
                <a:gd name="connsiteY1600" fmla="*/ 89535 h 138429"/>
                <a:gd name="connsiteX1601" fmla="*/ 2080891 w 4940931"/>
                <a:gd name="connsiteY1601" fmla="*/ 44450 h 138429"/>
                <a:gd name="connsiteX1602" fmla="*/ 2070096 w 4940931"/>
                <a:gd name="connsiteY1602" fmla="*/ 44450 h 138429"/>
                <a:gd name="connsiteX1603" fmla="*/ 2070096 w 4940931"/>
                <a:gd name="connsiteY1603" fmla="*/ 30480 h 138429"/>
                <a:gd name="connsiteX1604" fmla="*/ 2080891 w 4940931"/>
                <a:gd name="connsiteY1604" fmla="*/ 30480 h 138429"/>
                <a:gd name="connsiteX1605" fmla="*/ 2080891 w 4940931"/>
                <a:gd name="connsiteY1605" fmla="*/ 8255 h 138429"/>
                <a:gd name="connsiteX1606" fmla="*/ 1931665 w 4940931"/>
                <a:gd name="connsiteY1606" fmla="*/ 0 h 138429"/>
                <a:gd name="connsiteX1607" fmla="*/ 1931665 w 4940931"/>
                <a:gd name="connsiteY1607" fmla="*/ 37465 h 138429"/>
                <a:gd name="connsiteX1608" fmla="*/ 1936110 w 4940931"/>
                <a:gd name="connsiteY1608" fmla="*/ 33655 h 138429"/>
                <a:gd name="connsiteX1609" fmla="*/ 1939920 w 4940931"/>
                <a:gd name="connsiteY1609" fmla="*/ 31115 h 138429"/>
                <a:gd name="connsiteX1610" fmla="*/ 1945000 w 4940931"/>
                <a:gd name="connsiteY1610" fmla="*/ 29210 h 138429"/>
                <a:gd name="connsiteX1611" fmla="*/ 1951985 w 4940931"/>
                <a:gd name="connsiteY1611" fmla="*/ 28575 h 138429"/>
                <a:gd name="connsiteX1612" fmla="*/ 1964050 w 4940931"/>
                <a:gd name="connsiteY1612" fmla="*/ 31115 h 138429"/>
                <a:gd name="connsiteX1613" fmla="*/ 1973575 w 4940931"/>
                <a:gd name="connsiteY1613" fmla="*/ 38735 h 138429"/>
                <a:gd name="connsiteX1614" fmla="*/ 1979925 w 4940931"/>
                <a:gd name="connsiteY1614" fmla="*/ 51435 h 138429"/>
                <a:gd name="connsiteX1615" fmla="*/ 1982465 w 4940931"/>
                <a:gd name="connsiteY1615" fmla="*/ 70485 h 138429"/>
                <a:gd name="connsiteX1616" fmla="*/ 1981830 w 4940931"/>
                <a:gd name="connsiteY1616" fmla="*/ 71120 h 138429"/>
                <a:gd name="connsiteX1617" fmla="*/ 1979290 w 4940931"/>
                <a:gd name="connsiteY1617" fmla="*/ 88265 h 138429"/>
                <a:gd name="connsiteX1618" fmla="*/ 1972305 w 4940931"/>
                <a:gd name="connsiteY1618" fmla="*/ 100330 h 138429"/>
                <a:gd name="connsiteX1619" fmla="*/ 1962780 w 4940931"/>
                <a:gd name="connsiteY1619" fmla="*/ 107315 h 138429"/>
                <a:gd name="connsiteX1620" fmla="*/ 1951350 w 4940931"/>
                <a:gd name="connsiteY1620" fmla="*/ 109855 h 138429"/>
                <a:gd name="connsiteX1621" fmla="*/ 1940555 w 4940931"/>
                <a:gd name="connsiteY1621" fmla="*/ 107315 h 138429"/>
                <a:gd name="connsiteX1622" fmla="*/ 1931665 w 4940931"/>
                <a:gd name="connsiteY1622" fmla="*/ 100965 h 138429"/>
                <a:gd name="connsiteX1623" fmla="*/ 1931665 w 4940931"/>
                <a:gd name="connsiteY1623" fmla="*/ 107950 h 138429"/>
                <a:gd name="connsiteX1624" fmla="*/ 1916425 w 4940931"/>
                <a:gd name="connsiteY1624" fmla="*/ 107950 h 138429"/>
                <a:gd name="connsiteX1625" fmla="*/ 1916425 w 4940931"/>
                <a:gd name="connsiteY1625" fmla="*/ 7620 h 138429"/>
                <a:gd name="connsiteX1626" fmla="*/ 1316991 w 4940931"/>
                <a:gd name="connsiteY1626" fmla="*/ 0 h 138429"/>
                <a:gd name="connsiteX1627" fmla="*/ 1316991 w 4940931"/>
                <a:gd name="connsiteY1627" fmla="*/ 30480 h 138429"/>
                <a:gd name="connsiteX1628" fmla="*/ 1336041 w 4940931"/>
                <a:gd name="connsiteY1628" fmla="*/ 30480 h 138429"/>
                <a:gd name="connsiteX1629" fmla="*/ 1336041 w 4940931"/>
                <a:gd name="connsiteY1629" fmla="*/ 44450 h 138429"/>
                <a:gd name="connsiteX1630" fmla="*/ 1316991 w 4940931"/>
                <a:gd name="connsiteY1630" fmla="*/ 44450 h 138429"/>
                <a:gd name="connsiteX1631" fmla="*/ 1316991 w 4940931"/>
                <a:gd name="connsiteY1631" fmla="*/ 86995 h 138429"/>
                <a:gd name="connsiteX1632" fmla="*/ 1316991 w 4940931"/>
                <a:gd name="connsiteY1632" fmla="*/ 91440 h 138429"/>
                <a:gd name="connsiteX1633" fmla="*/ 1318261 w 4940931"/>
                <a:gd name="connsiteY1633" fmla="*/ 94615 h 138429"/>
                <a:gd name="connsiteX1634" fmla="*/ 1320801 w 4940931"/>
                <a:gd name="connsiteY1634" fmla="*/ 95885 h 138429"/>
                <a:gd name="connsiteX1635" fmla="*/ 1324611 w 4940931"/>
                <a:gd name="connsiteY1635" fmla="*/ 95885 h 138429"/>
                <a:gd name="connsiteX1636" fmla="*/ 1330961 w 4940931"/>
                <a:gd name="connsiteY1636" fmla="*/ 95250 h 138429"/>
                <a:gd name="connsiteX1637" fmla="*/ 1336041 w 4940931"/>
                <a:gd name="connsiteY1637" fmla="*/ 93345 h 138429"/>
                <a:gd name="connsiteX1638" fmla="*/ 1334136 w 4940931"/>
                <a:gd name="connsiteY1638" fmla="*/ 106680 h 138429"/>
                <a:gd name="connsiteX1639" fmla="*/ 1327786 w 4940931"/>
                <a:gd name="connsiteY1639" fmla="*/ 109220 h 138429"/>
                <a:gd name="connsiteX1640" fmla="*/ 1319531 w 4940931"/>
                <a:gd name="connsiteY1640" fmla="*/ 110490 h 138429"/>
                <a:gd name="connsiteX1641" fmla="*/ 1312546 w 4940931"/>
                <a:gd name="connsiteY1641" fmla="*/ 109220 h 138429"/>
                <a:gd name="connsiteX1642" fmla="*/ 1306831 w 4940931"/>
                <a:gd name="connsiteY1642" fmla="*/ 105410 h 138429"/>
                <a:gd name="connsiteX1643" fmla="*/ 1303021 w 4940931"/>
                <a:gd name="connsiteY1643" fmla="*/ 99060 h 138429"/>
                <a:gd name="connsiteX1644" fmla="*/ 1301751 w 4940931"/>
                <a:gd name="connsiteY1644" fmla="*/ 89535 h 138429"/>
                <a:gd name="connsiteX1645" fmla="*/ 1301751 w 4940931"/>
                <a:gd name="connsiteY1645" fmla="*/ 44450 h 138429"/>
                <a:gd name="connsiteX1646" fmla="*/ 1290956 w 4940931"/>
                <a:gd name="connsiteY1646" fmla="*/ 44450 h 138429"/>
                <a:gd name="connsiteX1647" fmla="*/ 1290956 w 4940931"/>
                <a:gd name="connsiteY1647" fmla="*/ 30480 h 138429"/>
                <a:gd name="connsiteX1648" fmla="*/ 1301751 w 4940931"/>
                <a:gd name="connsiteY1648" fmla="*/ 30480 h 138429"/>
                <a:gd name="connsiteX1649" fmla="*/ 1301751 w 4940931"/>
                <a:gd name="connsiteY1649" fmla="*/ 8255 h 138429"/>
                <a:gd name="connsiteX1650" fmla="*/ 751206 w 4940931"/>
                <a:gd name="connsiteY1650" fmla="*/ 0 h 138429"/>
                <a:gd name="connsiteX1651" fmla="*/ 751206 w 4940931"/>
                <a:gd name="connsiteY1651" fmla="*/ 30480 h 138429"/>
                <a:gd name="connsiteX1652" fmla="*/ 770256 w 4940931"/>
                <a:gd name="connsiteY1652" fmla="*/ 30480 h 138429"/>
                <a:gd name="connsiteX1653" fmla="*/ 770256 w 4940931"/>
                <a:gd name="connsiteY1653" fmla="*/ 44450 h 138429"/>
                <a:gd name="connsiteX1654" fmla="*/ 751206 w 4940931"/>
                <a:gd name="connsiteY1654" fmla="*/ 44450 h 138429"/>
                <a:gd name="connsiteX1655" fmla="*/ 751206 w 4940931"/>
                <a:gd name="connsiteY1655" fmla="*/ 86995 h 138429"/>
                <a:gd name="connsiteX1656" fmla="*/ 751206 w 4940931"/>
                <a:gd name="connsiteY1656" fmla="*/ 91440 h 138429"/>
                <a:gd name="connsiteX1657" fmla="*/ 752476 w 4940931"/>
                <a:gd name="connsiteY1657" fmla="*/ 94615 h 138429"/>
                <a:gd name="connsiteX1658" fmla="*/ 755016 w 4940931"/>
                <a:gd name="connsiteY1658" fmla="*/ 95885 h 138429"/>
                <a:gd name="connsiteX1659" fmla="*/ 758826 w 4940931"/>
                <a:gd name="connsiteY1659" fmla="*/ 95885 h 138429"/>
                <a:gd name="connsiteX1660" fmla="*/ 765176 w 4940931"/>
                <a:gd name="connsiteY1660" fmla="*/ 95250 h 138429"/>
                <a:gd name="connsiteX1661" fmla="*/ 770256 w 4940931"/>
                <a:gd name="connsiteY1661" fmla="*/ 93345 h 138429"/>
                <a:gd name="connsiteX1662" fmla="*/ 768351 w 4940931"/>
                <a:gd name="connsiteY1662" fmla="*/ 106680 h 138429"/>
                <a:gd name="connsiteX1663" fmla="*/ 762001 w 4940931"/>
                <a:gd name="connsiteY1663" fmla="*/ 109220 h 138429"/>
                <a:gd name="connsiteX1664" fmla="*/ 753746 w 4940931"/>
                <a:gd name="connsiteY1664" fmla="*/ 110490 h 138429"/>
                <a:gd name="connsiteX1665" fmla="*/ 746761 w 4940931"/>
                <a:gd name="connsiteY1665" fmla="*/ 109220 h 138429"/>
                <a:gd name="connsiteX1666" fmla="*/ 741045 w 4940931"/>
                <a:gd name="connsiteY1666" fmla="*/ 105410 h 138429"/>
                <a:gd name="connsiteX1667" fmla="*/ 737236 w 4940931"/>
                <a:gd name="connsiteY1667" fmla="*/ 99060 h 138429"/>
                <a:gd name="connsiteX1668" fmla="*/ 735966 w 4940931"/>
                <a:gd name="connsiteY1668" fmla="*/ 89535 h 138429"/>
                <a:gd name="connsiteX1669" fmla="*/ 735966 w 4940931"/>
                <a:gd name="connsiteY1669" fmla="*/ 44450 h 138429"/>
                <a:gd name="connsiteX1670" fmla="*/ 725171 w 4940931"/>
                <a:gd name="connsiteY1670" fmla="*/ 44450 h 138429"/>
                <a:gd name="connsiteX1671" fmla="*/ 725171 w 4940931"/>
                <a:gd name="connsiteY1671" fmla="*/ 30480 h 138429"/>
                <a:gd name="connsiteX1672" fmla="*/ 735966 w 4940931"/>
                <a:gd name="connsiteY1672" fmla="*/ 30480 h 138429"/>
                <a:gd name="connsiteX1673" fmla="*/ 735966 w 4940931"/>
                <a:gd name="connsiteY1673" fmla="*/ 8255 h 138429"/>
                <a:gd name="connsiteX1674" fmla="*/ 521335 w 4940931"/>
                <a:gd name="connsiteY1674" fmla="*/ 0 h 138429"/>
                <a:gd name="connsiteX1675" fmla="*/ 521335 w 4940931"/>
                <a:gd name="connsiteY1675" fmla="*/ 30480 h 138429"/>
                <a:gd name="connsiteX1676" fmla="*/ 540385 w 4940931"/>
                <a:gd name="connsiteY1676" fmla="*/ 30480 h 138429"/>
                <a:gd name="connsiteX1677" fmla="*/ 540385 w 4940931"/>
                <a:gd name="connsiteY1677" fmla="*/ 44450 h 138429"/>
                <a:gd name="connsiteX1678" fmla="*/ 521335 w 4940931"/>
                <a:gd name="connsiteY1678" fmla="*/ 44450 h 138429"/>
                <a:gd name="connsiteX1679" fmla="*/ 521335 w 4940931"/>
                <a:gd name="connsiteY1679" fmla="*/ 86995 h 138429"/>
                <a:gd name="connsiteX1680" fmla="*/ 521335 w 4940931"/>
                <a:gd name="connsiteY1680" fmla="*/ 91440 h 138429"/>
                <a:gd name="connsiteX1681" fmla="*/ 522605 w 4940931"/>
                <a:gd name="connsiteY1681" fmla="*/ 94615 h 138429"/>
                <a:gd name="connsiteX1682" fmla="*/ 525145 w 4940931"/>
                <a:gd name="connsiteY1682" fmla="*/ 95885 h 138429"/>
                <a:gd name="connsiteX1683" fmla="*/ 528955 w 4940931"/>
                <a:gd name="connsiteY1683" fmla="*/ 95885 h 138429"/>
                <a:gd name="connsiteX1684" fmla="*/ 535305 w 4940931"/>
                <a:gd name="connsiteY1684" fmla="*/ 95250 h 138429"/>
                <a:gd name="connsiteX1685" fmla="*/ 540385 w 4940931"/>
                <a:gd name="connsiteY1685" fmla="*/ 93345 h 138429"/>
                <a:gd name="connsiteX1686" fmla="*/ 538480 w 4940931"/>
                <a:gd name="connsiteY1686" fmla="*/ 106680 h 138429"/>
                <a:gd name="connsiteX1687" fmla="*/ 532130 w 4940931"/>
                <a:gd name="connsiteY1687" fmla="*/ 109220 h 138429"/>
                <a:gd name="connsiteX1688" fmla="*/ 523875 w 4940931"/>
                <a:gd name="connsiteY1688" fmla="*/ 110490 h 138429"/>
                <a:gd name="connsiteX1689" fmla="*/ 516890 w 4940931"/>
                <a:gd name="connsiteY1689" fmla="*/ 109220 h 138429"/>
                <a:gd name="connsiteX1690" fmla="*/ 511175 w 4940931"/>
                <a:gd name="connsiteY1690" fmla="*/ 105410 h 138429"/>
                <a:gd name="connsiteX1691" fmla="*/ 507365 w 4940931"/>
                <a:gd name="connsiteY1691" fmla="*/ 99060 h 138429"/>
                <a:gd name="connsiteX1692" fmla="*/ 506095 w 4940931"/>
                <a:gd name="connsiteY1692" fmla="*/ 89535 h 138429"/>
                <a:gd name="connsiteX1693" fmla="*/ 506095 w 4940931"/>
                <a:gd name="connsiteY1693" fmla="*/ 44450 h 138429"/>
                <a:gd name="connsiteX1694" fmla="*/ 495300 w 4940931"/>
                <a:gd name="connsiteY1694" fmla="*/ 44450 h 138429"/>
                <a:gd name="connsiteX1695" fmla="*/ 495300 w 4940931"/>
                <a:gd name="connsiteY1695" fmla="*/ 30480 h 138429"/>
                <a:gd name="connsiteX1696" fmla="*/ 506095 w 4940931"/>
                <a:gd name="connsiteY1696" fmla="*/ 30480 h 138429"/>
                <a:gd name="connsiteX1697" fmla="*/ 506095 w 4940931"/>
                <a:gd name="connsiteY1697" fmla="*/ 8255 h 138429"/>
                <a:gd name="connsiteX1698" fmla="*/ 466724 w 4940931"/>
                <a:gd name="connsiteY1698" fmla="*/ 0 h 138429"/>
                <a:gd name="connsiteX1699" fmla="*/ 466724 w 4940931"/>
                <a:gd name="connsiteY1699" fmla="*/ 30480 h 138429"/>
                <a:gd name="connsiteX1700" fmla="*/ 485774 w 4940931"/>
                <a:gd name="connsiteY1700" fmla="*/ 30480 h 138429"/>
                <a:gd name="connsiteX1701" fmla="*/ 485774 w 4940931"/>
                <a:gd name="connsiteY1701" fmla="*/ 44450 h 138429"/>
                <a:gd name="connsiteX1702" fmla="*/ 466724 w 4940931"/>
                <a:gd name="connsiteY1702" fmla="*/ 44450 h 138429"/>
                <a:gd name="connsiteX1703" fmla="*/ 466724 w 4940931"/>
                <a:gd name="connsiteY1703" fmla="*/ 86995 h 138429"/>
                <a:gd name="connsiteX1704" fmla="*/ 466724 w 4940931"/>
                <a:gd name="connsiteY1704" fmla="*/ 91440 h 138429"/>
                <a:gd name="connsiteX1705" fmla="*/ 467994 w 4940931"/>
                <a:gd name="connsiteY1705" fmla="*/ 94615 h 138429"/>
                <a:gd name="connsiteX1706" fmla="*/ 470534 w 4940931"/>
                <a:gd name="connsiteY1706" fmla="*/ 95885 h 138429"/>
                <a:gd name="connsiteX1707" fmla="*/ 474344 w 4940931"/>
                <a:gd name="connsiteY1707" fmla="*/ 95885 h 138429"/>
                <a:gd name="connsiteX1708" fmla="*/ 480694 w 4940931"/>
                <a:gd name="connsiteY1708" fmla="*/ 95250 h 138429"/>
                <a:gd name="connsiteX1709" fmla="*/ 485774 w 4940931"/>
                <a:gd name="connsiteY1709" fmla="*/ 93345 h 138429"/>
                <a:gd name="connsiteX1710" fmla="*/ 483869 w 4940931"/>
                <a:gd name="connsiteY1710" fmla="*/ 106680 h 138429"/>
                <a:gd name="connsiteX1711" fmla="*/ 477519 w 4940931"/>
                <a:gd name="connsiteY1711" fmla="*/ 109220 h 138429"/>
                <a:gd name="connsiteX1712" fmla="*/ 469264 w 4940931"/>
                <a:gd name="connsiteY1712" fmla="*/ 110490 h 138429"/>
                <a:gd name="connsiteX1713" fmla="*/ 462279 w 4940931"/>
                <a:gd name="connsiteY1713" fmla="*/ 109220 h 138429"/>
                <a:gd name="connsiteX1714" fmla="*/ 456564 w 4940931"/>
                <a:gd name="connsiteY1714" fmla="*/ 105410 h 138429"/>
                <a:gd name="connsiteX1715" fmla="*/ 452754 w 4940931"/>
                <a:gd name="connsiteY1715" fmla="*/ 99060 h 138429"/>
                <a:gd name="connsiteX1716" fmla="*/ 451484 w 4940931"/>
                <a:gd name="connsiteY1716" fmla="*/ 89535 h 138429"/>
                <a:gd name="connsiteX1717" fmla="*/ 451484 w 4940931"/>
                <a:gd name="connsiteY1717" fmla="*/ 44450 h 138429"/>
                <a:gd name="connsiteX1718" fmla="*/ 440689 w 4940931"/>
                <a:gd name="connsiteY1718" fmla="*/ 44450 h 138429"/>
                <a:gd name="connsiteX1719" fmla="*/ 440689 w 4940931"/>
                <a:gd name="connsiteY1719" fmla="*/ 30480 h 138429"/>
                <a:gd name="connsiteX1720" fmla="*/ 451484 w 4940931"/>
                <a:gd name="connsiteY1720" fmla="*/ 30480 h 138429"/>
                <a:gd name="connsiteX1721" fmla="*/ 451484 w 4940931"/>
                <a:gd name="connsiteY1721" fmla="*/ 8255 h 138429"/>
                <a:gd name="connsiteX1722" fmla="*/ 302259 w 4940931"/>
                <a:gd name="connsiteY1722" fmla="*/ 0 h 138429"/>
                <a:gd name="connsiteX1723" fmla="*/ 302259 w 4940931"/>
                <a:gd name="connsiteY1723" fmla="*/ 37465 h 138429"/>
                <a:gd name="connsiteX1724" fmla="*/ 306704 w 4940931"/>
                <a:gd name="connsiteY1724" fmla="*/ 33655 h 138429"/>
                <a:gd name="connsiteX1725" fmla="*/ 310514 w 4940931"/>
                <a:gd name="connsiteY1725" fmla="*/ 31115 h 138429"/>
                <a:gd name="connsiteX1726" fmla="*/ 315594 w 4940931"/>
                <a:gd name="connsiteY1726" fmla="*/ 29210 h 138429"/>
                <a:gd name="connsiteX1727" fmla="*/ 322579 w 4940931"/>
                <a:gd name="connsiteY1727" fmla="*/ 28575 h 138429"/>
                <a:gd name="connsiteX1728" fmla="*/ 334644 w 4940931"/>
                <a:gd name="connsiteY1728" fmla="*/ 31115 h 138429"/>
                <a:gd name="connsiteX1729" fmla="*/ 344169 w 4940931"/>
                <a:gd name="connsiteY1729" fmla="*/ 38735 h 138429"/>
                <a:gd name="connsiteX1730" fmla="*/ 350519 w 4940931"/>
                <a:gd name="connsiteY1730" fmla="*/ 51435 h 138429"/>
                <a:gd name="connsiteX1731" fmla="*/ 353059 w 4940931"/>
                <a:gd name="connsiteY1731" fmla="*/ 70485 h 138429"/>
                <a:gd name="connsiteX1732" fmla="*/ 352424 w 4940931"/>
                <a:gd name="connsiteY1732" fmla="*/ 71120 h 138429"/>
                <a:gd name="connsiteX1733" fmla="*/ 349884 w 4940931"/>
                <a:gd name="connsiteY1733" fmla="*/ 88265 h 138429"/>
                <a:gd name="connsiteX1734" fmla="*/ 342899 w 4940931"/>
                <a:gd name="connsiteY1734" fmla="*/ 100330 h 138429"/>
                <a:gd name="connsiteX1735" fmla="*/ 333374 w 4940931"/>
                <a:gd name="connsiteY1735" fmla="*/ 107315 h 138429"/>
                <a:gd name="connsiteX1736" fmla="*/ 321944 w 4940931"/>
                <a:gd name="connsiteY1736" fmla="*/ 109855 h 138429"/>
                <a:gd name="connsiteX1737" fmla="*/ 311149 w 4940931"/>
                <a:gd name="connsiteY1737" fmla="*/ 107315 h 138429"/>
                <a:gd name="connsiteX1738" fmla="*/ 302259 w 4940931"/>
                <a:gd name="connsiteY1738" fmla="*/ 100965 h 138429"/>
                <a:gd name="connsiteX1739" fmla="*/ 302259 w 4940931"/>
                <a:gd name="connsiteY1739" fmla="*/ 107950 h 138429"/>
                <a:gd name="connsiteX1740" fmla="*/ 287019 w 4940931"/>
                <a:gd name="connsiteY1740" fmla="*/ 107950 h 138429"/>
                <a:gd name="connsiteX1741" fmla="*/ 287019 w 4940931"/>
                <a:gd name="connsiteY1741" fmla="*/ 7620 h 138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Lst>
              <a:rect l="l" t="t" r="r" b="b"/>
              <a:pathLst>
                <a:path w="4940931" h="138429">
                  <a:moveTo>
                    <a:pt x="1032512" y="137477"/>
                  </a:moveTo>
                  <a:lnTo>
                    <a:pt x="1032512" y="137794"/>
                  </a:lnTo>
                  <a:lnTo>
                    <a:pt x="1030607" y="138429"/>
                  </a:lnTo>
                  <a:close/>
                  <a:moveTo>
                    <a:pt x="4929501" y="87629"/>
                  </a:moveTo>
                  <a:cubicBezTo>
                    <a:pt x="4930771" y="87629"/>
                    <a:pt x="4932676" y="87629"/>
                    <a:pt x="4933946" y="88264"/>
                  </a:cubicBezTo>
                  <a:cubicBezTo>
                    <a:pt x="4935216" y="88264"/>
                    <a:pt x="4936486" y="89534"/>
                    <a:pt x="4937756" y="90804"/>
                  </a:cubicBezTo>
                  <a:cubicBezTo>
                    <a:pt x="4939026" y="92074"/>
                    <a:pt x="4939661" y="93344"/>
                    <a:pt x="4940296" y="94614"/>
                  </a:cubicBezTo>
                  <a:cubicBezTo>
                    <a:pt x="4940296" y="95884"/>
                    <a:pt x="4940931" y="97789"/>
                    <a:pt x="4940931" y="99059"/>
                  </a:cubicBezTo>
                  <a:cubicBezTo>
                    <a:pt x="4940931" y="99059"/>
                    <a:pt x="4940931" y="102234"/>
                    <a:pt x="4940296" y="103504"/>
                  </a:cubicBezTo>
                  <a:cubicBezTo>
                    <a:pt x="4940296" y="104774"/>
                    <a:pt x="4939026" y="106044"/>
                    <a:pt x="4937756" y="107314"/>
                  </a:cubicBezTo>
                  <a:cubicBezTo>
                    <a:pt x="4936486" y="108584"/>
                    <a:pt x="4935216" y="109219"/>
                    <a:pt x="4933946" y="109854"/>
                  </a:cubicBezTo>
                  <a:cubicBezTo>
                    <a:pt x="4932676" y="109854"/>
                    <a:pt x="4930771" y="110489"/>
                    <a:pt x="4929501" y="110489"/>
                  </a:cubicBezTo>
                  <a:cubicBezTo>
                    <a:pt x="4928231" y="110489"/>
                    <a:pt x="4926326" y="110489"/>
                    <a:pt x="4925056" y="109854"/>
                  </a:cubicBezTo>
                  <a:cubicBezTo>
                    <a:pt x="4923786" y="109854"/>
                    <a:pt x="4922516" y="108584"/>
                    <a:pt x="4921246" y="107314"/>
                  </a:cubicBezTo>
                  <a:cubicBezTo>
                    <a:pt x="4919976" y="106044"/>
                    <a:pt x="4919341" y="104774"/>
                    <a:pt x="4918706" y="103504"/>
                  </a:cubicBezTo>
                  <a:cubicBezTo>
                    <a:pt x="4918706" y="102234"/>
                    <a:pt x="4918071" y="100329"/>
                    <a:pt x="4918071" y="99059"/>
                  </a:cubicBezTo>
                  <a:cubicBezTo>
                    <a:pt x="4918071" y="97789"/>
                    <a:pt x="4918071" y="95884"/>
                    <a:pt x="4918706" y="94614"/>
                  </a:cubicBezTo>
                  <a:cubicBezTo>
                    <a:pt x="4918706" y="93344"/>
                    <a:pt x="4919976" y="92074"/>
                    <a:pt x="4921246" y="90804"/>
                  </a:cubicBezTo>
                  <a:cubicBezTo>
                    <a:pt x="4922516" y="89534"/>
                    <a:pt x="4923786" y="88899"/>
                    <a:pt x="4925056" y="88264"/>
                  </a:cubicBezTo>
                  <a:cubicBezTo>
                    <a:pt x="4926326" y="88264"/>
                    <a:pt x="4928231" y="87629"/>
                    <a:pt x="4929501" y="87629"/>
                  </a:cubicBezTo>
                  <a:close/>
                  <a:moveTo>
                    <a:pt x="3079110" y="87629"/>
                  </a:moveTo>
                  <a:cubicBezTo>
                    <a:pt x="3080380" y="87629"/>
                    <a:pt x="3082285" y="87629"/>
                    <a:pt x="3083555" y="88264"/>
                  </a:cubicBezTo>
                  <a:cubicBezTo>
                    <a:pt x="3084825" y="88264"/>
                    <a:pt x="3086095" y="89534"/>
                    <a:pt x="3087365" y="90804"/>
                  </a:cubicBezTo>
                  <a:cubicBezTo>
                    <a:pt x="3088635" y="92074"/>
                    <a:pt x="3089270" y="93344"/>
                    <a:pt x="3089905" y="94614"/>
                  </a:cubicBezTo>
                  <a:cubicBezTo>
                    <a:pt x="3089905" y="95884"/>
                    <a:pt x="3090540" y="97789"/>
                    <a:pt x="3090540" y="99059"/>
                  </a:cubicBezTo>
                  <a:cubicBezTo>
                    <a:pt x="3090540" y="99059"/>
                    <a:pt x="3090540" y="102234"/>
                    <a:pt x="3089905" y="103504"/>
                  </a:cubicBezTo>
                  <a:cubicBezTo>
                    <a:pt x="3089905" y="104774"/>
                    <a:pt x="3088635" y="106044"/>
                    <a:pt x="3087365" y="107314"/>
                  </a:cubicBezTo>
                  <a:cubicBezTo>
                    <a:pt x="3086095" y="108584"/>
                    <a:pt x="3084825" y="109219"/>
                    <a:pt x="3083555" y="109854"/>
                  </a:cubicBezTo>
                  <a:cubicBezTo>
                    <a:pt x="3082285" y="109854"/>
                    <a:pt x="3080380" y="110489"/>
                    <a:pt x="3079110" y="110489"/>
                  </a:cubicBezTo>
                  <a:cubicBezTo>
                    <a:pt x="3077840" y="110489"/>
                    <a:pt x="3075935" y="110489"/>
                    <a:pt x="3074665" y="109854"/>
                  </a:cubicBezTo>
                  <a:cubicBezTo>
                    <a:pt x="3073395" y="109854"/>
                    <a:pt x="3072125" y="108584"/>
                    <a:pt x="3070855" y="107314"/>
                  </a:cubicBezTo>
                  <a:cubicBezTo>
                    <a:pt x="3069585" y="106044"/>
                    <a:pt x="3068950" y="104774"/>
                    <a:pt x="3068315" y="103504"/>
                  </a:cubicBezTo>
                  <a:cubicBezTo>
                    <a:pt x="3068315" y="102234"/>
                    <a:pt x="3067680" y="100329"/>
                    <a:pt x="3067680" y="99059"/>
                  </a:cubicBezTo>
                  <a:cubicBezTo>
                    <a:pt x="3067680" y="97789"/>
                    <a:pt x="3067680" y="95884"/>
                    <a:pt x="3068315" y="94614"/>
                  </a:cubicBezTo>
                  <a:cubicBezTo>
                    <a:pt x="3068315" y="93344"/>
                    <a:pt x="3069585" y="92074"/>
                    <a:pt x="3070855" y="90804"/>
                  </a:cubicBezTo>
                  <a:cubicBezTo>
                    <a:pt x="3072125" y="89534"/>
                    <a:pt x="3073395" y="88899"/>
                    <a:pt x="3074665" y="88264"/>
                  </a:cubicBezTo>
                  <a:cubicBezTo>
                    <a:pt x="3075935" y="88264"/>
                    <a:pt x="3077840" y="87629"/>
                    <a:pt x="3079110" y="87629"/>
                  </a:cubicBezTo>
                  <a:close/>
                  <a:moveTo>
                    <a:pt x="1565275" y="87629"/>
                  </a:moveTo>
                  <a:cubicBezTo>
                    <a:pt x="1566545" y="87629"/>
                    <a:pt x="1568450" y="87629"/>
                    <a:pt x="1569720" y="88264"/>
                  </a:cubicBezTo>
                  <a:cubicBezTo>
                    <a:pt x="1570990" y="88264"/>
                    <a:pt x="1572260" y="89534"/>
                    <a:pt x="1573529" y="90804"/>
                  </a:cubicBezTo>
                  <a:cubicBezTo>
                    <a:pt x="1574800" y="92074"/>
                    <a:pt x="1575435" y="93344"/>
                    <a:pt x="1576069" y="94614"/>
                  </a:cubicBezTo>
                  <a:cubicBezTo>
                    <a:pt x="1576069" y="95884"/>
                    <a:pt x="1576705" y="97789"/>
                    <a:pt x="1576705" y="99059"/>
                  </a:cubicBezTo>
                  <a:cubicBezTo>
                    <a:pt x="1576705" y="99059"/>
                    <a:pt x="1576705" y="102234"/>
                    <a:pt x="1576069" y="103504"/>
                  </a:cubicBezTo>
                  <a:cubicBezTo>
                    <a:pt x="1576069" y="104774"/>
                    <a:pt x="1574800" y="106044"/>
                    <a:pt x="1573529" y="107314"/>
                  </a:cubicBezTo>
                  <a:cubicBezTo>
                    <a:pt x="1572260" y="108584"/>
                    <a:pt x="1570990" y="109219"/>
                    <a:pt x="1569720" y="109854"/>
                  </a:cubicBezTo>
                  <a:cubicBezTo>
                    <a:pt x="1568450" y="109854"/>
                    <a:pt x="1566545" y="110489"/>
                    <a:pt x="1565275" y="110489"/>
                  </a:cubicBezTo>
                  <a:cubicBezTo>
                    <a:pt x="1564005" y="110489"/>
                    <a:pt x="1562099" y="110489"/>
                    <a:pt x="1560830" y="109854"/>
                  </a:cubicBezTo>
                  <a:cubicBezTo>
                    <a:pt x="1559559" y="109854"/>
                    <a:pt x="1558289" y="108584"/>
                    <a:pt x="1557020" y="107314"/>
                  </a:cubicBezTo>
                  <a:cubicBezTo>
                    <a:pt x="1555750" y="106044"/>
                    <a:pt x="1555114" y="104774"/>
                    <a:pt x="1554479" y="103504"/>
                  </a:cubicBezTo>
                  <a:cubicBezTo>
                    <a:pt x="1554479" y="102234"/>
                    <a:pt x="1553844" y="100329"/>
                    <a:pt x="1553844" y="99059"/>
                  </a:cubicBezTo>
                  <a:cubicBezTo>
                    <a:pt x="1553844" y="97789"/>
                    <a:pt x="1553844" y="95884"/>
                    <a:pt x="1554479" y="94614"/>
                  </a:cubicBezTo>
                  <a:cubicBezTo>
                    <a:pt x="1554479" y="93344"/>
                    <a:pt x="1555750" y="92074"/>
                    <a:pt x="1557020" y="90804"/>
                  </a:cubicBezTo>
                  <a:cubicBezTo>
                    <a:pt x="1558289" y="89534"/>
                    <a:pt x="1559559" y="88899"/>
                    <a:pt x="1560830" y="88264"/>
                  </a:cubicBezTo>
                  <a:cubicBezTo>
                    <a:pt x="1562099" y="88264"/>
                    <a:pt x="1564005" y="87629"/>
                    <a:pt x="1565275" y="87629"/>
                  </a:cubicBezTo>
                  <a:close/>
                  <a:moveTo>
                    <a:pt x="2642230" y="73024"/>
                  </a:moveTo>
                  <a:cubicBezTo>
                    <a:pt x="2637150" y="73024"/>
                    <a:pt x="2633340" y="74294"/>
                    <a:pt x="2630800" y="76199"/>
                  </a:cubicBezTo>
                  <a:cubicBezTo>
                    <a:pt x="2627625" y="78104"/>
                    <a:pt x="2626355" y="81279"/>
                    <a:pt x="2626355" y="84454"/>
                  </a:cubicBezTo>
                  <a:cubicBezTo>
                    <a:pt x="2626355" y="86994"/>
                    <a:pt x="2626355" y="88899"/>
                    <a:pt x="2627625" y="90169"/>
                  </a:cubicBezTo>
                  <a:cubicBezTo>
                    <a:pt x="2628260" y="92074"/>
                    <a:pt x="2629530" y="93344"/>
                    <a:pt x="2630800" y="93979"/>
                  </a:cubicBezTo>
                  <a:cubicBezTo>
                    <a:pt x="2632070" y="95249"/>
                    <a:pt x="2633340" y="95884"/>
                    <a:pt x="2635245" y="96519"/>
                  </a:cubicBezTo>
                  <a:cubicBezTo>
                    <a:pt x="2637150" y="96519"/>
                    <a:pt x="2639055" y="97154"/>
                    <a:pt x="2641595" y="97154"/>
                  </a:cubicBezTo>
                  <a:cubicBezTo>
                    <a:pt x="2643500" y="97154"/>
                    <a:pt x="2645405" y="97154"/>
                    <a:pt x="2647310" y="96519"/>
                  </a:cubicBezTo>
                  <a:cubicBezTo>
                    <a:pt x="2649215" y="96519"/>
                    <a:pt x="2651120" y="95249"/>
                    <a:pt x="2652390" y="93979"/>
                  </a:cubicBezTo>
                  <a:cubicBezTo>
                    <a:pt x="2654295" y="93344"/>
                    <a:pt x="2655565" y="92074"/>
                    <a:pt x="2656835" y="90804"/>
                  </a:cubicBezTo>
                  <a:cubicBezTo>
                    <a:pt x="2658105" y="89534"/>
                    <a:pt x="2659375" y="88264"/>
                    <a:pt x="2660010" y="86994"/>
                  </a:cubicBezTo>
                  <a:lnTo>
                    <a:pt x="2660010" y="75564"/>
                  </a:lnTo>
                  <a:cubicBezTo>
                    <a:pt x="2660010" y="75564"/>
                    <a:pt x="2657470" y="74294"/>
                    <a:pt x="2656200" y="74294"/>
                  </a:cubicBezTo>
                  <a:cubicBezTo>
                    <a:pt x="2654930" y="74294"/>
                    <a:pt x="2653660" y="73659"/>
                    <a:pt x="2652390" y="73659"/>
                  </a:cubicBezTo>
                  <a:cubicBezTo>
                    <a:pt x="2651120" y="73659"/>
                    <a:pt x="2649850" y="73659"/>
                    <a:pt x="2647945" y="73024"/>
                  </a:cubicBezTo>
                  <a:cubicBezTo>
                    <a:pt x="2646040" y="73024"/>
                    <a:pt x="2644135" y="73024"/>
                    <a:pt x="2642230" y="73024"/>
                  </a:cubicBezTo>
                  <a:close/>
                  <a:moveTo>
                    <a:pt x="4664706" y="43814"/>
                  </a:moveTo>
                  <a:cubicBezTo>
                    <a:pt x="4661531" y="43814"/>
                    <a:pt x="4658991" y="43814"/>
                    <a:pt x="4657086" y="45719"/>
                  </a:cubicBezTo>
                  <a:cubicBezTo>
                    <a:pt x="4654546" y="46989"/>
                    <a:pt x="4652641" y="48894"/>
                    <a:pt x="4651371" y="50799"/>
                  </a:cubicBezTo>
                  <a:cubicBezTo>
                    <a:pt x="4649466" y="53339"/>
                    <a:pt x="4648831" y="55879"/>
                    <a:pt x="4647561" y="59054"/>
                  </a:cubicBezTo>
                  <a:cubicBezTo>
                    <a:pt x="4646926" y="62229"/>
                    <a:pt x="4646291" y="65404"/>
                    <a:pt x="4646291" y="69849"/>
                  </a:cubicBezTo>
                  <a:cubicBezTo>
                    <a:pt x="4646291" y="74294"/>
                    <a:pt x="4646291" y="78104"/>
                    <a:pt x="4647561" y="81279"/>
                  </a:cubicBezTo>
                  <a:cubicBezTo>
                    <a:pt x="4648196" y="84454"/>
                    <a:pt x="4650101" y="87629"/>
                    <a:pt x="4651371" y="89534"/>
                  </a:cubicBezTo>
                  <a:cubicBezTo>
                    <a:pt x="4653276" y="92074"/>
                    <a:pt x="4655181" y="93344"/>
                    <a:pt x="4657721" y="94614"/>
                  </a:cubicBezTo>
                  <a:cubicBezTo>
                    <a:pt x="4660261" y="95884"/>
                    <a:pt x="4662801" y="96519"/>
                    <a:pt x="4665341" y="96519"/>
                  </a:cubicBezTo>
                  <a:cubicBezTo>
                    <a:pt x="4667881" y="96519"/>
                    <a:pt x="4671056" y="95884"/>
                    <a:pt x="4672961" y="94614"/>
                  </a:cubicBezTo>
                  <a:cubicBezTo>
                    <a:pt x="4675501" y="93344"/>
                    <a:pt x="4677406" y="91439"/>
                    <a:pt x="4678676" y="88899"/>
                  </a:cubicBezTo>
                  <a:cubicBezTo>
                    <a:pt x="4680581" y="86359"/>
                    <a:pt x="4681851" y="83819"/>
                    <a:pt x="4682486" y="80644"/>
                  </a:cubicBezTo>
                  <a:cubicBezTo>
                    <a:pt x="4683121" y="77469"/>
                    <a:pt x="4683756" y="74294"/>
                    <a:pt x="4683756" y="70484"/>
                  </a:cubicBezTo>
                  <a:lnTo>
                    <a:pt x="4684391" y="69849"/>
                  </a:lnTo>
                  <a:cubicBezTo>
                    <a:pt x="4684391" y="66039"/>
                    <a:pt x="4684391" y="62229"/>
                    <a:pt x="4683121" y="59054"/>
                  </a:cubicBezTo>
                  <a:cubicBezTo>
                    <a:pt x="4682486" y="55879"/>
                    <a:pt x="4680581" y="53339"/>
                    <a:pt x="4679311" y="50799"/>
                  </a:cubicBezTo>
                  <a:cubicBezTo>
                    <a:pt x="4677406" y="48259"/>
                    <a:pt x="4675501" y="46989"/>
                    <a:pt x="4672961" y="45719"/>
                  </a:cubicBezTo>
                  <a:cubicBezTo>
                    <a:pt x="4670421" y="44449"/>
                    <a:pt x="4667881" y="43814"/>
                    <a:pt x="4664706" y="43814"/>
                  </a:cubicBezTo>
                  <a:close/>
                  <a:moveTo>
                    <a:pt x="4264020" y="43814"/>
                  </a:moveTo>
                  <a:cubicBezTo>
                    <a:pt x="4260845" y="43814"/>
                    <a:pt x="4258305" y="43814"/>
                    <a:pt x="4256400" y="45719"/>
                  </a:cubicBezTo>
                  <a:cubicBezTo>
                    <a:pt x="4253860" y="46989"/>
                    <a:pt x="4251955" y="48894"/>
                    <a:pt x="4250685" y="50799"/>
                  </a:cubicBezTo>
                  <a:cubicBezTo>
                    <a:pt x="4248780" y="53339"/>
                    <a:pt x="4247510" y="55879"/>
                    <a:pt x="4246875" y="59054"/>
                  </a:cubicBezTo>
                  <a:cubicBezTo>
                    <a:pt x="4246240" y="62229"/>
                    <a:pt x="4245605" y="65404"/>
                    <a:pt x="4245605" y="69849"/>
                  </a:cubicBezTo>
                  <a:cubicBezTo>
                    <a:pt x="4245605" y="74294"/>
                    <a:pt x="4245605" y="78104"/>
                    <a:pt x="4246875" y="81279"/>
                  </a:cubicBezTo>
                  <a:cubicBezTo>
                    <a:pt x="4247510" y="84454"/>
                    <a:pt x="4249415" y="87629"/>
                    <a:pt x="4250685" y="89534"/>
                  </a:cubicBezTo>
                  <a:cubicBezTo>
                    <a:pt x="4252590" y="92074"/>
                    <a:pt x="4254495" y="93344"/>
                    <a:pt x="4257035" y="94614"/>
                  </a:cubicBezTo>
                  <a:cubicBezTo>
                    <a:pt x="4259575" y="95884"/>
                    <a:pt x="4262115" y="96519"/>
                    <a:pt x="4264655" y="96519"/>
                  </a:cubicBezTo>
                  <a:cubicBezTo>
                    <a:pt x="4267195" y="96519"/>
                    <a:pt x="4270370" y="95884"/>
                    <a:pt x="4272275" y="94614"/>
                  </a:cubicBezTo>
                  <a:cubicBezTo>
                    <a:pt x="4274815" y="93344"/>
                    <a:pt x="4276720" y="91439"/>
                    <a:pt x="4277990" y="88899"/>
                  </a:cubicBezTo>
                  <a:cubicBezTo>
                    <a:pt x="4279895" y="86359"/>
                    <a:pt x="4281165" y="83819"/>
                    <a:pt x="4281800" y="80644"/>
                  </a:cubicBezTo>
                  <a:cubicBezTo>
                    <a:pt x="4282435" y="77469"/>
                    <a:pt x="4283070" y="74294"/>
                    <a:pt x="4283070" y="70484"/>
                  </a:cubicBezTo>
                  <a:lnTo>
                    <a:pt x="4283705" y="69849"/>
                  </a:lnTo>
                  <a:cubicBezTo>
                    <a:pt x="4283705" y="66039"/>
                    <a:pt x="4283705" y="62229"/>
                    <a:pt x="4282435" y="59054"/>
                  </a:cubicBezTo>
                  <a:cubicBezTo>
                    <a:pt x="4281800" y="55879"/>
                    <a:pt x="4279895" y="53339"/>
                    <a:pt x="4278625" y="50799"/>
                  </a:cubicBezTo>
                  <a:cubicBezTo>
                    <a:pt x="4276720" y="48259"/>
                    <a:pt x="4274815" y="46989"/>
                    <a:pt x="4272275" y="45719"/>
                  </a:cubicBezTo>
                  <a:cubicBezTo>
                    <a:pt x="4269735" y="44449"/>
                    <a:pt x="4267195" y="43814"/>
                    <a:pt x="4264020" y="43814"/>
                  </a:cubicBezTo>
                  <a:close/>
                  <a:moveTo>
                    <a:pt x="1420495" y="43814"/>
                  </a:moveTo>
                  <a:cubicBezTo>
                    <a:pt x="1417320" y="43814"/>
                    <a:pt x="1414780" y="43814"/>
                    <a:pt x="1412875" y="45719"/>
                  </a:cubicBezTo>
                  <a:cubicBezTo>
                    <a:pt x="1410335" y="46989"/>
                    <a:pt x="1408430" y="48894"/>
                    <a:pt x="1407160" y="50799"/>
                  </a:cubicBezTo>
                  <a:cubicBezTo>
                    <a:pt x="1405255" y="53339"/>
                    <a:pt x="1403985" y="55879"/>
                    <a:pt x="1403350" y="59054"/>
                  </a:cubicBezTo>
                  <a:cubicBezTo>
                    <a:pt x="1402715" y="62229"/>
                    <a:pt x="1402080" y="65404"/>
                    <a:pt x="1402080" y="69849"/>
                  </a:cubicBezTo>
                  <a:cubicBezTo>
                    <a:pt x="1402080" y="74294"/>
                    <a:pt x="1402080" y="78104"/>
                    <a:pt x="1403350" y="81279"/>
                  </a:cubicBezTo>
                  <a:cubicBezTo>
                    <a:pt x="1403985" y="84454"/>
                    <a:pt x="1405890" y="87629"/>
                    <a:pt x="1407160" y="89534"/>
                  </a:cubicBezTo>
                  <a:cubicBezTo>
                    <a:pt x="1409065" y="92074"/>
                    <a:pt x="1410970" y="93344"/>
                    <a:pt x="1413510" y="94614"/>
                  </a:cubicBezTo>
                  <a:cubicBezTo>
                    <a:pt x="1416050" y="95884"/>
                    <a:pt x="1418590" y="96519"/>
                    <a:pt x="1421130" y="96519"/>
                  </a:cubicBezTo>
                  <a:cubicBezTo>
                    <a:pt x="1423670" y="96519"/>
                    <a:pt x="1426845" y="95884"/>
                    <a:pt x="1428750" y="94614"/>
                  </a:cubicBezTo>
                  <a:cubicBezTo>
                    <a:pt x="1431290" y="93344"/>
                    <a:pt x="1433195" y="91439"/>
                    <a:pt x="1434465" y="88899"/>
                  </a:cubicBezTo>
                  <a:cubicBezTo>
                    <a:pt x="1436370" y="86359"/>
                    <a:pt x="1437640" y="83819"/>
                    <a:pt x="1438275" y="80644"/>
                  </a:cubicBezTo>
                  <a:cubicBezTo>
                    <a:pt x="1438910" y="77469"/>
                    <a:pt x="1439545" y="74294"/>
                    <a:pt x="1439545" y="70484"/>
                  </a:cubicBezTo>
                  <a:lnTo>
                    <a:pt x="1440180" y="69849"/>
                  </a:lnTo>
                  <a:cubicBezTo>
                    <a:pt x="1440180" y="66039"/>
                    <a:pt x="1440180" y="62229"/>
                    <a:pt x="1438910" y="59054"/>
                  </a:cubicBezTo>
                  <a:cubicBezTo>
                    <a:pt x="1438275" y="55879"/>
                    <a:pt x="1436370" y="53339"/>
                    <a:pt x="1435100" y="50799"/>
                  </a:cubicBezTo>
                  <a:cubicBezTo>
                    <a:pt x="1433195" y="48259"/>
                    <a:pt x="1431290" y="46989"/>
                    <a:pt x="1428750" y="45719"/>
                  </a:cubicBezTo>
                  <a:cubicBezTo>
                    <a:pt x="1426210" y="44449"/>
                    <a:pt x="1423670" y="43814"/>
                    <a:pt x="1420495" y="43814"/>
                  </a:cubicBezTo>
                  <a:close/>
                  <a:moveTo>
                    <a:pt x="4041770" y="43180"/>
                  </a:moveTo>
                  <a:cubicBezTo>
                    <a:pt x="4039230" y="43180"/>
                    <a:pt x="4036690" y="43180"/>
                    <a:pt x="4034785" y="44450"/>
                  </a:cubicBezTo>
                  <a:cubicBezTo>
                    <a:pt x="4032880" y="45085"/>
                    <a:pt x="4030975" y="46355"/>
                    <a:pt x="4029705" y="48260"/>
                  </a:cubicBezTo>
                  <a:cubicBezTo>
                    <a:pt x="4028435" y="50165"/>
                    <a:pt x="4027165" y="52070"/>
                    <a:pt x="4025895" y="54610"/>
                  </a:cubicBezTo>
                  <a:cubicBezTo>
                    <a:pt x="4025260" y="57150"/>
                    <a:pt x="4023990" y="59690"/>
                    <a:pt x="4023990" y="62865"/>
                  </a:cubicBezTo>
                  <a:lnTo>
                    <a:pt x="4060185" y="62865"/>
                  </a:lnTo>
                  <a:cubicBezTo>
                    <a:pt x="4060185" y="62865"/>
                    <a:pt x="4059550" y="57785"/>
                    <a:pt x="4058915" y="55245"/>
                  </a:cubicBezTo>
                  <a:cubicBezTo>
                    <a:pt x="4058280" y="52705"/>
                    <a:pt x="4057010" y="50800"/>
                    <a:pt x="4055740" y="48895"/>
                  </a:cubicBezTo>
                  <a:cubicBezTo>
                    <a:pt x="4054470" y="46990"/>
                    <a:pt x="4052565" y="45720"/>
                    <a:pt x="4050025" y="44450"/>
                  </a:cubicBezTo>
                  <a:cubicBezTo>
                    <a:pt x="4047485" y="43180"/>
                    <a:pt x="4044945" y="43180"/>
                    <a:pt x="4041770" y="43180"/>
                  </a:cubicBezTo>
                  <a:close/>
                  <a:moveTo>
                    <a:pt x="3728081" y="43180"/>
                  </a:moveTo>
                  <a:cubicBezTo>
                    <a:pt x="3725541" y="43180"/>
                    <a:pt x="3723001" y="43180"/>
                    <a:pt x="3721096" y="44450"/>
                  </a:cubicBezTo>
                  <a:cubicBezTo>
                    <a:pt x="3719191" y="45085"/>
                    <a:pt x="3717286" y="46355"/>
                    <a:pt x="3716016" y="48260"/>
                  </a:cubicBezTo>
                  <a:cubicBezTo>
                    <a:pt x="3714746" y="50165"/>
                    <a:pt x="3713476" y="52070"/>
                    <a:pt x="3712206" y="54610"/>
                  </a:cubicBezTo>
                  <a:cubicBezTo>
                    <a:pt x="3711571" y="57150"/>
                    <a:pt x="3710301" y="59690"/>
                    <a:pt x="3710301" y="62865"/>
                  </a:cubicBezTo>
                  <a:lnTo>
                    <a:pt x="3746496" y="62865"/>
                  </a:lnTo>
                  <a:cubicBezTo>
                    <a:pt x="3746496" y="62865"/>
                    <a:pt x="3745861" y="57785"/>
                    <a:pt x="3745226" y="55245"/>
                  </a:cubicBezTo>
                  <a:cubicBezTo>
                    <a:pt x="3744591" y="52705"/>
                    <a:pt x="3743321" y="50800"/>
                    <a:pt x="3742051" y="48895"/>
                  </a:cubicBezTo>
                  <a:cubicBezTo>
                    <a:pt x="3740781" y="46990"/>
                    <a:pt x="3738876" y="45720"/>
                    <a:pt x="3736336" y="44450"/>
                  </a:cubicBezTo>
                  <a:cubicBezTo>
                    <a:pt x="3733796" y="43180"/>
                    <a:pt x="3731256" y="43180"/>
                    <a:pt x="3728081" y="43180"/>
                  </a:cubicBezTo>
                  <a:close/>
                  <a:moveTo>
                    <a:pt x="3541391" y="43180"/>
                  </a:moveTo>
                  <a:cubicBezTo>
                    <a:pt x="3538851" y="43180"/>
                    <a:pt x="3536311" y="43180"/>
                    <a:pt x="3534406" y="44450"/>
                  </a:cubicBezTo>
                  <a:cubicBezTo>
                    <a:pt x="3532501" y="45085"/>
                    <a:pt x="3530596" y="46355"/>
                    <a:pt x="3529326" y="48260"/>
                  </a:cubicBezTo>
                  <a:cubicBezTo>
                    <a:pt x="3528056" y="50165"/>
                    <a:pt x="3526786" y="52070"/>
                    <a:pt x="3525516" y="54610"/>
                  </a:cubicBezTo>
                  <a:cubicBezTo>
                    <a:pt x="3524881" y="57150"/>
                    <a:pt x="3524246" y="59690"/>
                    <a:pt x="3523611" y="62865"/>
                  </a:cubicBezTo>
                  <a:lnTo>
                    <a:pt x="3559806" y="62865"/>
                  </a:lnTo>
                  <a:cubicBezTo>
                    <a:pt x="3559806" y="62865"/>
                    <a:pt x="3559171" y="57785"/>
                    <a:pt x="3558536" y="55245"/>
                  </a:cubicBezTo>
                  <a:cubicBezTo>
                    <a:pt x="3557901" y="52705"/>
                    <a:pt x="3556631" y="50800"/>
                    <a:pt x="3555361" y="48895"/>
                  </a:cubicBezTo>
                  <a:cubicBezTo>
                    <a:pt x="3554091" y="46990"/>
                    <a:pt x="3552186" y="45720"/>
                    <a:pt x="3549646" y="44450"/>
                  </a:cubicBezTo>
                  <a:cubicBezTo>
                    <a:pt x="3547106" y="43180"/>
                    <a:pt x="3544566" y="43180"/>
                    <a:pt x="3541391" y="43180"/>
                  </a:cubicBezTo>
                  <a:close/>
                  <a:moveTo>
                    <a:pt x="3463285" y="43180"/>
                  </a:moveTo>
                  <a:cubicBezTo>
                    <a:pt x="3461380" y="43180"/>
                    <a:pt x="3459475" y="43180"/>
                    <a:pt x="3458205" y="43815"/>
                  </a:cubicBezTo>
                  <a:cubicBezTo>
                    <a:pt x="3456300" y="43815"/>
                    <a:pt x="3455030" y="45085"/>
                    <a:pt x="3453125" y="45720"/>
                  </a:cubicBezTo>
                  <a:cubicBezTo>
                    <a:pt x="3451855" y="46355"/>
                    <a:pt x="3449950" y="47625"/>
                    <a:pt x="3448680" y="48895"/>
                  </a:cubicBezTo>
                  <a:cubicBezTo>
                    <a:pt x="3447410" y="50165"/>
                    <a:pt x="3446140" y="51435"/>
                    <a:pt x="3445505" y="52705"/>
                  </a:cubicBezTo>
                  <a:lnTo>
                    <a:pt x="3445505" y="85725"/>
                  </a:lnTo>
                  <a:cubicBezTo>
                    <a:pt x="3445505" y="85725"/>
                    <a:pt x="3447410" y="88265"/>
                    <a:pt x="3448680" y="89535"/>
                  </a:cubicBezTo>
                  <a:cubicBezTo>
                    <a:pt x="3449950" y="90805"/>
                    <a:pt x="3451220" y="92075"/>
                    <a:pt x="3453125" y="92710"/>
                  </a:cubicBezTo>
                  <a:cubicBezTo>
                    <a:pt x="3455030" y="93980"/>
                    <a:pt x="3456300" y="94615"/>
                    <a:pt x="3458205" y="95250"/>
                  </a:cubicBezTo>
                  <a:cubicBezTo>
                    <a:pt x="3460110" y="95250"/>
                    <a:pt x="3462015" y="95885"/>
                    <a:pt x="3463920" y="95885"/>
                  </a:cubicBezTo>
                  <a:cubicBezTo>
                    <a:pt x="3469635" y="95885"/>
                    <a:pt x="3473445" y="93980"/>
                    <a:pt x="3476620" y="89535"/>
                  </a:cubicBezTo>
                  <a:cubicBezTo>
                    <a:pt x="3479795" y="85090"/>
                    <a:pt x="3481065" y="79375"/>
                    <a:pt x="3481065" y="71120"/>
                  </a:cubicBezTo>
                  <a:lnTo>
                    <a:pt x="3480430" y="71755"/>
                  </a:lnTo>
                  <a:cubicBezTo>
                    <a:pt x="3480430" y="62230"/>
                    <a:pt x="3479160" y="54610"/>
                    <a:pt x="3475985" y="50165"/>
                  </a:cubicBezTo>
                  <a:cubicBezTo>
                    <a:pt x="3472810" y="45720"/>
                    <a:pt x="3468365" y="43180"/>
                    <a:pt x="3463285" y="43180"/>
                  </a:cubicBezTo>
                  <a:close/>
                  <a:moveTo>
                    <a:pt x="3343271" y="43180"/>
                  </a:moveTo>
                  <a:cubicBezTo>
                    <a:pt x="3340731" y="43180"/>
                    <a:pt x="3338191" y="43180"/>
                    <a:pt x="3336286" y="44450"/>
                  </a:cubicBezTo>
                  <a:cubicBezTo>
                    <a:pt x="3334381" y="45085"/>
                    <a:pt x="3332476" y="46355"/>
                    <a:pt x="3331206" y="48260"/>
                  </a:cubicBezTo>
                  <a:cubicBezTo>
                    <a:pt x="3329936" y="50165"/>
                    <a:pt x="3328666" y="52070"/>
                    <a:pt x="3327396" y="54610"/>
                  </a:cubicBezTo>
                  <a:cubicBezTo>
                    <a:pt x="3326761" y="57150"/>
                    <a:pt x="3326126" y="59690"/>
                    <a:pt x="3325491" y="62865"/>
                  </a:cubicBezTo>
                  <a:lnTo>
                    <a:pt x="3361686" y="62865"/>
                  </a:lnTo>
                  <a:cubicBezTo>
                    <a:pt x="3361686" y="62865"/>
                    <a:pt x="3361051" y="57785"/>
                    <a:pt x="3360416" y="55245"/>
                  </a:cubicBezTo>
                  <a:cubicBezTo>
                    <a:pt x="3359781" y="52705"/>
                    <a:pt x="3358511" y="50800"/>
                    <a:pt x="3357241" y="48895"/>
                  </a:cubicBezTo>
                  <a:cubicBezTo>
                    <a:pt x="3355971" y="46990"/>
                    <a:pt x="3354066" y="45720"/>
                    <a:pt x="3351526" y="44450"/>
                  </a:cubicBezTo>
                  <a:cubicBezTo>
                    <a:pt x="3348986" y="43180"/>
                    <a:pt x="3346446" y="43180"/>
                    <a:pt x="3343271" y="43180"/>
                  </a:cubicBezTo>
                  <a:close/>
                  <a:moveTo>
                    <a:pt x="2976876" y="43180"/>
                  </a:moveTo>
                  <a:cubicBezTo>
                    <a:pt x="2974336" y="43180"/>
                    <a:pt x="2971796" y="43180"/>
                    <a:pt x="2969891" y="44450"/>
                  </a:cubicBezTo>
                  <a:cubicBezTo>
                    <a:pt x="2967986" y="45085"/>
                    <a:pt x="2966081" y="46355"/>
                    <a:pt x="2964811" y="48260"/>
                  </a:cubicBezTo>
                  <a:cubicBezTo>
                    <a:pt x="2963541" y="50165"/>
                    <a:pt x="2962271" y="52070"/>
                    <a:pt x="2961001" y="54610"/>
                  </a:cubicBezTo>
                  <a:cubicBezTo>
                    <a:pt x="2960366" y="57150"/>
                    <a:pt x="2959731" y="59690"/>
                    <a:pt x="2959096" y="62865"/>
                  </a:cubicBezTo>
                  <a:lnTo>
                    <a:pt x="2995291" y="62865"/>
                  </a:lnTo>
                  <a:cubicBezTo>
                    <a:pt x="2995291" y="62865"/>
                    <a:pt x="2994656" y="57785"/>
                    <a:pt x="2994021" y="55245"/>
                  </a:cubicBezTo>
                  <a:cubicBezTo>
                    <a:pt x="2993386" y="52705"/>
                    <a:pt x="2992116" y="50800"/>
                    <a:pt x="2990846" y="48895"/>
                  </a:cubicBezTo>
                  <a:cubicBezTo>
                    <a:pt x="2989576" y="46990"/>
                    <a:pt x="2987671" y="45720"/>
                    <a:pt x="2985131" y="44450"/>
                  </a:cubicBezTo>
                  <a:cubicBezTo>
                    <a:pt x="2982591" y="43180"/>
                    <a:pt x="2980051" y="43180"/>
                    <a:pt x="2976876" y="43180"/>
                  </a:cubicBezTo>
                  <a:close/>
                  <a:moveTo>
                    <a:pt x="2527930" y="43180"/>
                  </a:moveTo>
                  <a:cubicBezTo>
                    <a:pt x="2525390" y="43180"/>
                    <a:pt x="2522850" y="43180"/>
                    <a:pt x="2520945" y="44450"/>
                  </a:cubicBezTo>
                  <a:cubicBezTo>
                    <a:pt x="2519040" y="45085"/>
                    <a:pt x="2517135" y="46355"/>
                    <a:pt x="2515865" y="48260"/>
                  </a:cubicBezTo>
                  <a:cubicBezTo>
                    <a:pt x="2514595" y="50165"/>
                    <a:pt x="2513325" y="52070"/>
                    <a:pt x="2512055" y="54610"/>
                  </a:cubicBezTo>
                  <a:cubicBezTo>
                    <a:pt x="2511420" y="57150"/>
                    <a:pt x="2510150" y="59690"/>
                    <a:pt x="2510150" y="62865"/>
                  </a:cubicBezTo>
                  <a:lnTo>
                    <a:pt x="2546345" y="62865"/>
                  </a:lnTo>
                  <a:cubicBezTo>
                    <a:pt x="2546345" y="62865"/>
                    <a:pt x="2545710" y="57785"/>
                    <a:pt x="2545075" y="55245"/>
                  </a:cubicBezTo>
                  <a:cubicBezTo>
                    <a:pt x="2544440" y="52705"/>
                    <a:pt x="2543170" y="50800"/>
                    <a:pt x="2541900" y="48895"/>
                  </a:cubicBezTo>
                  <a:cubicBezTo>
                    <a:pt x="2540630" y="46990"/>
                    <a:pt x="2538725" y="45720"/>
                    <a:pt x="2536185" y="44450"/>
                  </a:cubicBezTo>
                  <a:cubicBezTo>
                    <a:pt x="2533645" y="43180"/>
                    <a:pt x="2531105" y="43180"/>
                    <a:pt x="2527930" y="43180"/>
                  </a:cubicBezTo>
                  <a:close/>
                  <a:moveTo>
                    <a:pt x="2214240" y="43180"/>
                  </a:moveTo>
                  <a:cubicBezTo>
                    <a:pt x="2211700" y="43180"/>
                    <a:pt x="2209160" y="43180"/>
                    <a:pt x="2207255" y="44450"/>
                  </a:cubicBezTo>
                  <a:cubicBezTo>
                    <a:pt x="2205350" y="45085"/>
                    <a:pt x="2203445" y="46355"/>
                    <a:pt x="2202175" y="48260"/>
                  </a:cubicBezTo>
                  <a:cubicBezTo>
                    <a:pt x="2200905" y="50165"/>
                    <a:pt x="2199635" y="52070"/>
                    <a:pt x="2198365" y="54610"/>
                  </a:cubicBezTo>
                  <a:cubicBezTo>
                    <a:pt x="2197730" y="57150"/>
                    <a:pt x="2196460" y="59690"/>
                    <a:pt x="2196460" y="62865"/>
                  </a:cubicBezTo>
                  <a:lnTo>
                    <a:pt x="2232655" y="62865"/>
                  </a:lnTo>
                  <a:cubicBezTo>
                    <a:pt x="2232655" y="62865"/>
                    <a:pt x="2232020" y="57785"/>
                    <a:pt x="2231385" y="55245"/>
                  </a:cubicBezTo>
                  <a:cubicBezTo>
                    <a:pt x="2230750" y="52705"/>
                    <a:pt x="2229480" y="50800"/>
                    <a:pt x="2228210" y="48895"/>
                  </a:cubicBezTo>
                  <a:cubicBezTo>
                    <a:pt x="2226940" y="46990"/>
                    <a:pt x="2225035" y="45720"/>
                    <a:pt x="2222495" y="44450"/>
                  </a:cubicBezTo>
                  <a:cubicBezTo>
                    <a:pt x="2219955" y="43180"/>
                    <a:pt x="2217415" y="43180"/>
                    <a:pt x="2214240" y="43180"/>
                  </a:cubicBezTo>
                  <a:close/>
                  <a:moveTo>
                    <a:pt x="2027551" y="43180"/>
                  </a:moveTo>
                  <a:cubicBezTo>
                    <a:pt x="2025011" y="43180"/>
                    <a:pt x="2022471" y="43180"/>
                    <a:pt x="2020566" y="44450"/>
                  </a:cubicBezTo>
                  <a:cubicBezTo>
                    <a:pt x="2018661" y="45085"/>
                    <a:pt x="2016756" y="46355"/>
                    <a:pt x="2015486" y="48260"/>
                  </a:cubicBezTo>
                  <a:cubicBezTo>
                    <a:pt x="2014216" y="50165"/>
                    <a:pt x="2012946" y="52070"/>
                    <a:pt x="2011676" y="54610"/>
                  </a:cubicBezTo>
                  <a:cubicBezTo>
                    <a:pt x="2011041" y="57150"/>
                    <a:pt x="2010406" y="59690"/>
                    <a:pt x="2009771" y="62865"/>
                  </a:cubicBezTo>
                  <a:lnTo>
                    <a:pt x="2045966" y="62865"/>
                  </a:lnTo>
                  <a:cubicBezTo>
                    <a:pt x="2045966" y="62865"/>
                    <a:pt x="2045331" y="57785"/>
                    <a:pt x="2044696" y="55245"/>
                  </a:cubicBezTo>
                  <a:cubicBezTo>
                    <a:pt x="2044061" y="52705"/>
                    <a:pt x="2042791" y="50800"/>
                    <a:pt x="2041521" y="48895"/>
                  </a:cubicBezTo>
                  <a:cubicBezTo>
                    <a:pt x="2040251" y="46990"/>
                    <a:pt x="2038346" y="45720"/>
                    <a:pt x="2035806" y="44450"/>
                  </a:cubicBezTo>
                  <a:cubicBezTo>
                    <a:pt x="2033266" y="43180"/>
                    <a:pt x="2030726" y="43180"/>
                    <a:pt x="2027551" y="43180"/>
                  </a:cubicBezTo>
                  <a:close/>
                  <a:moveTo>
                    <a:pt x="1949445" y="43180"/>
                  </a:moveTo>
                  <a:cubicBezTo>
                    <a:pt x="1947540" y="43180"/>
                    <a:pt x="1945635" y="43180"/>
                    <a:pt x="1944365" y="43815"/>
                  </a:cubicBezTo>
                  <a:cubicBezTo>
                    <a:pt x="1942460" y="43815"/>
                    <a:pt x="1941190" y="45085"/>
                    <a:pt x="1939285" y="45720"/>
                  </a:cubicBezTo>
                  <a:cubicBezTo>
                    <a:pt x="1938015" y="46355"/>
                    <a:pt x="1936110" y="47625"/>
                    <a:pt x="1934840" y="48895"/>
                  </a:cubicBezTo>
                  <a:cubicBezTo>
                    <a:pt x="1933570" y="50165"/>
                    <a:pt x="1932300" y="51435"/>
                    <a:pt x="1931665" y="52705"/>
                  </a:cubicBezTo>
                  <a:lnTo>
                    <a:pt x="1931665" y="85725"/>
                  </a:lnTo>
                  <a:cubicBezTo>
                    <a:pt x="1931665" y="85725"/>
                    <a:pt x="1933570" y="88265"/>
                    <a:pt x="1934840" y="89535"/>
                  </a:cubicBezTo>
                  <a:cubicBezTo>
                    <a:pt x="1936110" y="90805"/>
                    <a:pt x="1937380" y="92075"/>
                    <a:pt x="1939285" y="92710"/>
                  </a:cubicBezTo>
                  <a:cubicBezTo>
                    <a:pt x="1941190" y="93980"/>
                    <a:pt x="1942460" y="94615"/>
                    <a:pt x="1944365" y="95250"/>
                  </a:cubicBezTo>
                  <a:cubicBezTo>
                    <a:pt x="1946270" y="95250"/>
                    <a:pt x="1948175" y="95885"/>
                    <a:pt x="1950080" y="95885"/>
                  </a:cubicBezTo>
                  <a:cubicBezTo>
                    <a:pt x="1955795" y="95885"/>
                    <a:pt x="1959605" y="93980"/>
                    <a:pt x="1962780" y="89535"/>
                  </a:cubicBezTo>
                  <a:cubicBezTo>
                    <a:pt x="1965955" y="85090"/>
                    <a:pt x="1967225" y="79375"/>
                    <a:pt x="1967225" y="71120"/>
                  </a:cubicBezTo>
                  <a:lnTo>
                    <a:pt x="1966590" y="71755"/>
                  </a:lnTo>
                  <a:cubicBezTo>
                    <a:pt x="1966590" y="62230"/>
                    <a:pt x="1965320" y="54610"/>
                    <a:pt x="1962145" y="50165"/>
                  </a:cubicBezTo>
                  <a:cubicBezTo>
                    <a:pt x="1958970" y="45720"/>
                    <a:pt x="1954525" y="43180"/>
                    <a:pt x="1949445" y="43180"/>
                  </a:cubicBezTo>
                  <a:close/>
                  <a:moveTo>
                    <a:pt x="1829431" y="43180"/>
                  </a:moveTo>
                  <a:cubicBezTo>
                    <a:pt x="1826891" y="43180"/>
                    <a:pt x="1824351" y="43180"/>
                    <a:pt x="1822446" y="44450"/>
                  </a:cubicBezTo>
                  <a:cubicBezTo>
                    <a:pt x="1820541" y="45085"/>
                    <a:pt x="1818636" y="46355"/>
                    <a:pt x="1817366" y="48260"/>
                  </a:cubicBezTo>
                  <a:cubicBezTo>
                    <a:pt x="1816096" y="50165"/>
                    <a:pt x="1814826" y="52070"/>
                    <a:pt x="1813556" y="54610"/>
                  </a:cubicBezTo>
                  <a:cubicBezTo>
                    <a:pt x="1812921" y="57150"/>
                    <a:pt x="1811651" y="59690"/>
                    <a:pt x="1811651" y="62865"/>
                  </a:cubicBezTo>
                  <a:lnTo>
                    <a:pt x="1847846" y="62865"/>
                  </a:lnTo>
                  <a:cubicBezTo>
                    <a:pt x="1847846" y="62865"/>
                    <a:pt x="1847211" y="57785"/>
                    <a:pt x="1846576" y="55245"/>
                  </a:cubicBezTo>
                  <a:cubicBezTo>
                    <a:pt x="1845941" y="52705"/>
                    <a:pt x="1844671" y="50800"/>
                    <a:pt x="1843401" y="48895"/>
                  </a:cubicBezTo>
                  <a:cubicBezTo>
                    <a:pt x="1842131" y="46990"/>
                    <a:pt x="1840226" y="45720"/>
                    <a:pt x="1837686" y="44450"/>
                  </a:cubicBezTo>
                  <a:cubicBezTo>
                    <a:pt x="1835146" y="43180"/>
                    <a:pt x="1832606" y="43180"/>
                    <a:pt x="1829431" y="43180"/>
                  </a:cubicBezTo>
                  <a:close/>
                  <a:moveTo>
                    <a:pt x="1178561" y="43180"/>
                  </a:moveTo>
                  <a:cubicBezTo>
                    <a:pt x="1176021" y="43180"/>
                    <a:pt x="1173481" y="43180"/>
                    <a:pt x="1171576" y="44450"/>
                  </a:cubicBezTo>
                  <a:cubicBezTo>
                    <a:pt x="1169671" y="45085"/>
                    <a:pt x="1167766" y="46355"/>
                    <a:pt x="1166496" y="48260"/>
                  </a:cubicBezTo>
                  <a:cubicBezTo>
                    <a:pt x="1165226" y="50165"/>
                    <a:pt x="1163956" y="52070"/>
                    <a:pt x="1162686" y="54610"/>
                  </a:cubicBezTo>
                  <a:cubicBezTo>
                    <a:pt x="1162051" y="57150"/>
                    <a:pt x="1160781" y="59690"/>
                    <a:pt x="1160781" y="62865"/>
                  </a:cubicBezTo>
                  <a:lnTo>
                    <a:pt x="1196976" y="62865"/>
                  </a:lnTo>
                  <a:cubicBezTo>
                    <a:pt x="1196976" y="62865"/>
                    <a:pt x="1196341" y="57785"/>
                    <a:pt x="1195706" y="55245"/>
                  </a:cubicBezTo>
                  <a:cubicBezTo>
                    <a:pt x="1195071" y="52705"/>
                    <a:pt x="1193801" y="50800"/>
                    <a:pt x="1192531" y="48895"/>
                  </a:cubicBezTo>
                  <a:cubicBezTo>
                    <a:pt x="1191261" y="46990"/>
                    <a:pt x="1189356" y="45720"/>
                    <a:pt x="1186816" y="44450"/>
                  </a:cubicBezTo>
                  <a:cubicBezTo>
                    <a:pt x="1184276" y="43180"/>
                    <a:pt x="1181736" y="43180"/>
                    <a:pt x="1178561" y="43180"/>
                  </a:cubicBezTo>
                  <a:close/>
                  <a:moveTo>
                    <a:pt x="898525" y="43180"/>
                  </a:moveTo>
                  <a:cubicBezTo>
                    <a:pt x="895985" y="43180"/>
                    <a:pt x="893445" y="43180"/>
                    <a:pt x="891540" y="44450"/>
                  </a:cubicBezTo>
                  <a:cubicBezTo>
                    <a:pt x="889635" y="45085"/>
                    <a:pt x="887730" y="46355"/>
                    <a:pt x="886460" y="48260"/>
                  </a:cubicBezTo>
                  <a:cubicBezTo>
                    <a:pt x="885190" y="50165"/>
                    <a:pt x="883920" y="52070"/>
                    <a:pt x="882650" y="54610"/>
                  </a:cubicBezTo>
                  <a:cubicBezTo>
                    <a:pt x="882015" y="57150"/>
                    <a:pt x="881380" y="59690"/>
                    <a:pt x="880745" y="62865"/>
                  </a:cubicBezTo>
                  <a:lnTo>
                    <a:pt x="916940" y="62865"/>
                  </a:lnTo>
                  <a:cubicBezTo>
                    <a:pt x="916940" y="62865"/>
                    <a:pt x="916305" y="57785"/>
                    <a:pt x="915670" y="55245"/>
                  </a:cubicBezTo>
                  <a:cubicBezTo>
                    <a:pt x="915035" y="52705"/>
                    <a:pt x="913765" y="50800"/>
                    <a:pt x="912495" y="48895"/>
                  </a:cubicBezTo>
                  <a:cubicBezTo>
                    <a:pt x="911225" y="46990"/>
                    <a:pt x="909320" y="45720"/>
                    <a:pt x="906780" y="44450"/>
                  </a:cubicBezTo>
                  <a:cubicBezTo>
                    <a:pt x="904240" y="43180"/>
                    <a:pt x="901700" y="43180"/>
                    <a:pt x="898525" y="43180"/>
                  </a:cubicBezTo>
                  <a:close/>
                  <a:moveTo>
                    <a:pt x="584834" y="43180"/>
                  </a:moveTo>
                  <a:cubicBezTo>
                    <a:pt x="582294" y="43180"/>
                    <a:pt x="579754" y="43180"/>
                    <a:pt x="577849" y="44450"/>
                  </a:cubicBezTo>
                  <a:cubicBezTo>
                    <a:pt x="575944" y="45085"/>
                    <a:pt x="574039" y="46355"/>
                    <a:pt x="572769" y="48260"/>
                  </a:cubicBezTo>
                  <a:cubicBezTo>
                    <a:pt x="571499" y="50165"/>
                    <a:pt x="570229" y="52070"/>
                    <a:pt x="568959" y="54610"/>
                  </a:cubicBezTo>
                  <a:cubicBezTo>
                    <a:pt x="568324" y="57150"/>
                    <a:pt x="567689" y="59690"/>
                    <a:pt x="567054" y="62865"/>
                  </a:cubicBezTo>
                  <a:lnTo>
                    <a:pt x="603249" y="62865"/>
                  </a:lnTo>
                  <a:cubicBezTo>
                    <a:pt x="603249" y="62865"/>
                    <a:pt x="602614" y="57785"/>
                    <a:pt x="601979" y="55245"/>
                  </a:cubicBezTo>
                  <a:cubicBezTo>
                    <a:pt x="601344" y="52705"/>
                    <a:pt x="600074" y="50800"/>
                    <a:pt x="598804" y="48895"/>
                  </a:cubicBezTo>
                  <a:cubicBezTo>
                    <a:pt x="597534" y="46990"/>
                    <a:pt x="595629" y="45720"/>
                    <a:pt x="593089" y="44450"/>
                  </a:cubicBezTo>
                  <a:cubicBezTo>
                    <a:pt x="590549" y="43180"/>
                    <a:pt x="588009" y="43180"/>
                    <a:pt x="584834" y="43180"/>
                  </a:cubicBezTo>
                  <a:close/>
                  <a:moveTo>
                    <a:pt x="398145" y="43180"/>
                  </a:moveTo>
                  <a:cubicBezTo>
                    <a:pt x="395605" y="43180"/>
                    <a:pt x="393065" y="43180"/>
                    <a:pt x="391160" y="44450"/>
                  </a:cubicBezTo>
                  <a:cubicBezTo>
                    <a:pt x="389255" y="45085"/>
                    <a:pt x="387350" y="46355"/>
                    <a:pt x="386080" y="48260"/>
                  </a:cubicBezTo>
                  <a:cubicBezTo>
                    <a:pt x="384810" y="50165"/>
                    <a:pt x="383540" y="52070"/>
                    <a:pt x="382270" y="54610"/>
                  </a:cubicBezTo>
                  <a:cubicBezTo>
                    <a:pt x="381635" y="57150"/>
                    <a:pt x="380365" y="59690"/>
                    <a:pt x="380365" y="62865"/>
                  </a:cubicBezTo>
                  <a:lnTo>
                    <a:pt x="416560" y="62865"/>
                  </a:lnTo>
                  <a:cubicBezTo>
                    <a:pt x="416560" y="62865"/>
                    <a:pt x="415925" y="57785"/>
                    <a:pt x="415290" y="55245"/>
                  </a:cubicBezTo>
                  <a:cubicBezTo>
                    <a:pt x="414655" y="52705"/>
                    <a:pt x="413385" y="50800"/>
                    <a:pt x="412115" y="48895"/>
                  </a:cubicBezTo>
                  <a:cubicBezTo>
                    <a:pt x="410845" y="46990"/>
                    <a:pt x="408940" y="45720"/>
                    <a:pt x="406400" y="44450"/>
                  </a:cubicBezTo>
                  <a:cubicBezTo>
                    <a:pt x="403860" y="43180"/>
                    <a:pt x="401320" y="43180"/>
                    <a:pt x="398145" y="43180"/>
                  </a:cubicBezTo>
                  <a:close/>
                  <a:moveTo>
                    <a:pt x="320039" y="43180"/>
                  </a:moveTo>
                  <a:cubicBezTo>
                    <a:pt x="318134" y="43180"/>
                    <a:pt x="316229" y="43180"/>
                    <a:pt x="314959" y="43815"/>
                  </a:cubicBezTo>
                  <a:cubicBezTo>
                    <a:pt x="313054" y="43815"/>
                    <a:pt x="311784" y="45085"/>
                    <a:pt x="309879" y="45720"/>
                  </a:cubicBezTo>
                  <a:cubicBezTo>
                    <a:pt x="308609" y="46355"/>
                    <a:pt x="306704" y="47625"/>
                    <a:pt x="305434" y="48895"/>
                  </a:cubicBezTo>
                  <a:cubicBezTo>
                    <a:pt x="304164" y="50165"/>
                    <a:pt x="302894" y="51435"/>
                    <a:pt x="302259" y="52705"/>
                  </a:cubicBezTo>
                  <a:lnTo>
                    <a:pt x="302259" y="85725"/>
                  </a:lnTo>
                  <a:cubicBezTo>
                    <a:pt x="302259" y="85725"/>
                    <a:pt x="304164" y="88265"/>
                    <a:pt x="305434" y="89535"/>
                  </a:cubicBezTo>
                  <a:cubicBezTo>
                    <a:pt x="306704" y="90805"/>
                    <a:pt x="307974" y="92075"/>
                    <a:pt x="309879" y="92710"/>
                  </a:cubicBezTo>
                  <a:cubicBezTo>
                    <a:pt x="311784" y="93980"/>
                    <a:pt x="313054" y="94615"/>
                    <a:pt x="314959" y="95250"/>
                  </a:cubicBezTo>
                  <a:cubicBezTo>
                    <a:pt x="316864" y="95250"/>
                    <a:pt x="318769" y="95885"/>
                    <a:pt x="320674" y="95885"/>
                  </a:cubicBezTo>
                  <a:cubicBezTo>
                    <a:pt x="326389" y="95885"/>
                    <a:pt x="330199" y="93980"/>
                    <a:pt x="333374" y="89535"/>
                  </a:cubicBezTo>
                  <a:cubicBezTo>
                    <a:pt x="336549" y="85090"/>
                    <a:pt x="337819" y="79375"/>
                    <a:pt x="337819" y="71120"/>
                  </a:cubicBezTo>
                  <a:lnTo>
                    <a:pt x="337184" y="71755"/>
                  </a:lnTo>
                  <a:cubicBezTo>
                    <a:pt x="337184" y="62230"/>
                    <a:pt x="335914" y="54610"/>
                    <a:pt x="332739" y="50165"/>
                  </a:cubicBezTo>
                  <a:cubicBezTo>
                    <a:pt x="329564" y="45720"/>
                    <a:pt x="325119" y="43180"/>
                    <a:pt x="320039" y="43180"/>
                  </a:cubicBezTo>
                  <a:close/>
                  <a:moveTo>
                    <a:pt x="200025" y="43180"/>
                  </a:moveTo>
                  <a:cubicBezTo>
                    <a:pt x="197485" y="43180"/>
                    <a:pt x="194945" y="43180"/>
                    <a:pt x="193040" y="44450"/>
                  </a:cubicBezTo>
                  <a:cubicBezTo>
                    <a:pt x="191135" y="45085"/>
                    <a:pt x="189230" y="46355"/>
                    <a:pt x="187960" y="48260"/>
                  </a:cubicBezTo>
                  <a:cubicBezTo>
                    <a:pt x="186690" y="50165"/>
                    <a:pt x="185420" y="52070"/>
                    <a:pt x="184150" y="54610"/>
                  </a:cubicBezTo>
                  <a:cubicBezTo>
                    <a:pt x="183515" y="57150"/>
                    <a:pt x="182880" y="59690"/>
                    <a:pt x="182245" y="62865"/>
                  </a:cubicBezTo>
                  <a:lnTo>
                    <a:pt x="218440" y="62865"/>
                  </a:lnTo>
                  <a:cubicBezTo>
                    <a:pt x="218440" y="62865"/>
                    <a:pt x="217805" y="57785"/>
                    <a:pt x="217170" y="55245"/>
                  </a:cubicBezTo>
                  <a:cubicBezTo>
                    <a:pt x="216535" y="52705"/>
                    <a:pt x="215265" y="50800"/>
                    <a:pt x="213995" y="48895"/>
                  </a:cubicBezTo>
                  <a:cubicBezTo>
                    <a:pt x="212725" y="46990"/>
                    <a:pt x="210820" y="45720"/>
                    <a:pt x="208280" y="44450"/>
                  </a:cubicBezTo>
                  <a:cubicBezTo>
                    <a:pt x="205740" y="43180"/>
                    <a:pt x="203200" y="43180"/>
                    <a:pt x="200025" y="43180"/>
                  </a:cubicBezTo>
                  <a:close/>
                  <a:moveTo>
                    <a:pt x="4439281" y="43179"/>
                  </a:moveTo>
                  <a:cubicBezTo>
                    <a:pt x="4433566" y="43179"/>
                    <a:pt x="4429756" y="45084"/>
                    <a:pt x="4426581" y="49529"/>
                  </a:cubicBezTo>
                  <a:cubicBezTo>
                    <a:pt x="4423406" y="53974"/>
                    <a:pt x="4422136" y="59689"/>
                    <a:pt x="4422136" y="67944"/>
                  </a:cubicBezTo>
                  <a:cubicBezTo>
                    <a:pt x="4422136" y="73024"/>
                    <a:pt x="4422136" y="76834"/>
                    <a:pt x="4423406" y="80644"/>
                  </a:cubicBezTo>
                  <a:cubicBezTo>
                    <a:pt x="4424041" y="84454"/>
                    <a:pt x="4425311" y="86994"/>
                    <a:pt x="4426581" y="89534"/>
                  </a:cubicBezTo>
                  <a:cubicBezTo>
                    <a:pt x="4427851" y="92074"/>
                    <a:pt x="4429756" y="93344"/>
                    <a:pt x="4432296" y="94614"/>
                  </a:cubicBezTo>
                  <a:cubicBezTo>
                    <a:pt x="4434201" y="95884"/>
                    <a:pt x="4436741" y="96519"/>
                    <a:pt x="4439916" y="96519"/>
                  </a:cubicBezTo>
                  <a:cubicBezTo>
                    <a:pt x="4441821" y="96519"/>
                    <a:pt x="4443726" y="96519"/>
                    <a:pt x="4444996" y="95884"/>
                  </a:cubicBezTo>
                  <a:cubicBezTo>
                    <a:pt x="4446901" y="95884"/>
                    <a:pt x="4448171" y="94614"/>
                    <a:pt x="4450076" y="93344"/>
                  </a:cubicBezTo>
                  <a:cubicBezTo>
                    <a:pt x="4451346" y="92709"/>
                    <a:pt x="4453251" y="91439"/>
                    <a:pt x="4454521" y="90169"/>
                  </a:cubicBezTo>
                  <a:cubicBezTo>
                    <a:pt x="4455791" y="88899"/>
                    <a:pt x="4457061" y="87629"/>
                    <a:pt x="4457696" y="86359"/>
                  </a:cubicBezTo>
                  <a:lnTo>
                    <a:pt x="4457696" y="53339"/>
                  </a:lnTo>
                  <a:cubicBezTo>
                    <a:pt x="4457696" y="53339"/>
                    <a:pt x="4455791" y="50799"/>
                    <a:pt x="4454521" y="49529"/>
                  </a:cubicBezTo>
                  <a:cubicBezTo>
                    <a:pt x="4453251" y="48259"/>
                    <a:pt x="4451981" y="46989"/>
                    <a:pt x="4450076" y="46354"/>
                  </a:cubicBezTo>
                  <a:cubicBezTo>
                    <a:pt x="4448806" y="45084"/>
                    <a:pt x="4446901" y="44449"/>
                    <a:pt x="4444996" y="43814"/>
                  </a:cubicBezTo>
                  <a:cubicBezTo>
                    <a:pt x="4443091" y="43814"/>
                    <a:pt x="4441186" y="43179"/>
                    <a:pt x="4439281" y="43179"/>
                  </a:cubicBezTo>
                  <a:close/>
                  <a:moveTo>
                    <a:pt x="1014731" y="43179"/>
                  </a:moveTo>
                  <a:cubicBezTo>
                    <a:pt x="1009016" y="43179"/>
                    <a:pt x="1005206" y="45084"/>
                    <a:pt x="1002032" y="49529"/>
                  </a:cubicBezTo>
                  <a:cubicBezTo>
                    <a:pt x="998856" y="53974"/>
                    <a:pt x="997587" y="59689"/>
                    <a:pt x="997587" y="67944"/>
                  </a:cubicBezTo>
                  <a:cubicBezTo>
                    <a:pt x="997587" y="77469"/>
                    <a:pt x="998856" y="84454"/>
                    <a:pt x="1002032" y="88899"/>
                  </a:cubicBezTo>
                  <a:cubicBezTo>
                    <a:pt x="1005206" y="93979"/>
                    <a:pt x="1009016" y="95884"/>
                    <a:pt x="1015367" y="95884"/>
                  </a:cubicBezTo>
                  <a:cubicBezTo>
                    <a:pt x="1018541" y="95884"/>
                    <a:pt x="1022352" y="95249"/>
                    <a:pt x="1024891" y="93344"/>
                  </a:cubicBezTo>
                  <a:cubicBezTo>
                    <a:pt x="1028067" y="91439"/>
                    <a:pt x="1030607" y="88899"/>
                    <a:pt x="1033147" y="86359"/>
                  </a:cubicBezTo>
                  <a:lnTo>
                    <a:pt x="1033147" y="53339"/>
                  </a:lnTo>
                  <a:cubicBezTo>
                    <a:pt x="1033147" y="53339"/>
                    <a:pt x="1031242" y="50799"/>
                    <a:pt x="1029971" y="49529"/>
                  </a:cubicBezTo>
                  <a:cubicBezTo>
                    <a:pt x="1028702" y="48259"/>
                    <a:pt x="1027431" y="46989"/>
                    <a:pt x="1025526" y="46354"/>
                  </a:cubicBezTo>
                  <a:cubicBezTo>
                    <a:pt x="1023621" y="45084"/>
                    <a:pt x="1022352" y="44449"/>
                    <a:pt x="1020446" y="43814"/>
                  </a:cubicBezTo>
                  <a:cubicBezTo>
                    <a:pt x="1018541" y="43179"/>
                    <a:pt x="1016636" y="43179"/>
                    <a:pt x="1014731" y="43179"/>
                  </a:cubicBezTo>
                  <a:close/>
                  <a:moveTo>
                    <a:pt x="4524370" y="31114"/>
                  </a:moveTo>
                  <a:lnTo>
                    <a:pt x="4538975" y="31114"/>
                  </a:lnTo>
                  <a:lnTo>
                    <a:pt x="4552310" y="84454"/>
                  </a:lnTo>
                  <a:lnTo>
                    <a:pt x="4566915" y="31114"/>
                  </a:lnTo>
                  <a:lnTo>
                    <a:pt x="4579615" y="31114"/>
                  </a:lnTo>
                  <a:lnTo>
                    <a:pt x="4594220" y="84454"/>
                  </a:lnTo>
                  <a:lnTo>
                    <a:pt x="4606920" y="31114"/>
                  </a:lnTo>
                  <a:lnTo>
                    <a:pt x="4622160" y="31114"/>
                  </a:lnTo>
                  <a:lnTo>
                    <a:pt x="4600570" y="108584"/>
                  </a:lnTo>
                  <a:lnTo>
                    <a:pt x="4587235" y="108584"/>
                  </a:lnTo>
                  <a:lnTo>
                    <a:pt x="4572630" y="54609"/>
                  </a:lnTo>
                  <a:lnTo>
                    <a:pt x="4558660" y="108584"/>
                  </a:lnTo>
                  <a:lnTo>
                    <a:pt x="4545325" y="108584"/>
                  </a:lnTo>
                  <a:close/>
                  <a:moveTo>
                    <a:pt x="4123686" y="31114"/>
                  </a:moveTo>
                  <a:lnTo>
                    <a:pt x="4138926" y="31114"/>
                  </a:lnTo>
                  <a:lnTo>
                    <a:pt x="4152261" y="84454"/>
                  </a:lnTo>
                  <a:lnTo>
                    <a:pt x="4166866" y="31114"/>
                  </a:lnTo>
                  <a:lnTo>
                    <a:pt x="4178931" y="31114"/>
                  </a:lnTo>
                  <a:lnTo>
                    <a:pt x="4193536" y="84454"/>
                  </a:lnTo>
                  <a:lnTo>
                    <a:pt x="4206871" y="31114"/>
                  </a:lnTo>
                  <a:lnTo>
                    <a:pt x="4222111" y="31114"/>
                  </a:lnTo>
                  <a:lnTo>
                    <a:pt x="4200521" y="108584"/>
                  </a:lnTo>
                  <a:lnTo>
                    <a:pt x="4187186" y="108584"/>
                  </a:lnTo>
                  <a:lnTo>
                    <a:pt x="4172581" y="54609"/>
                  </a:lnTo>
                  <a:lnTo>
                    <a:pt x="4157976" y="108584"/>
                  </a:lnTo>
                  <a:lnTo>
                    <a:pt x="4145276" y="108584"/>
                  </a:lnTo>
                  <a:close/>
                  <a:moveTo>
                    <a:pt x="2837811" y="31114"/>
                  </a:moveTo>
                  <a:lnTo>
                    <a:pt x="2852416" y="31114"/>
                  </a:lnTo>
                  <a:lnTo>
                    <a:pt x="2865751" y="84454"/>
                  </a:lnTo>
                  <a:lnTo>
                    <a:pt x="2880356" y="31114"/>
                  </a:lnTo>
                  <a:lnTo>
                    <a:pt x="2893056" y="31114"/>
                  </a:lnTo>
                  <a:lnTo>
                    <a:pt x="2907661" y="84454"/>
                  </a:lnTo>
                  <a:lnTo>
                    <a:pt x="2920361" y="31114"/>
                  </a:lnTo>
                  <a:lnTo>
                    <a:pt x="2935601" y="31114"/>
                  </a:lnTo>
                  <a:lnTo>
                    <a:pt x="2914011" y="108584"/>
                  </a:lnTo>
                  <a:lnTo>
                    <a:pt x="2900676" y="108584"/>
                  </a:lnTo>
                  <a:lnTo>
                    <a:pt x="2886706" y="54609"/>
                  </a:lnTo>
                  <a:lnTo>
                    <a:pt x="2872101" y="108584"/>
                  </a:lnTo>
                  <a:lnTo>
                    <a:pt x="2858766" y="108584"/>
                  </a:lnTo>
                  <a:close/>
                  <a:moveTo>
                    <a:pt x="1354455" y="31114"/>
                  </a:moveTo>
                  <a:lnTo>
                    <a:pt x="1369695" y="31114"/>
                  </a:lnTo>
                  <a:lnTo>
                    <a:pt x="1369695" y="109219"/>
                  </a:lnTo>
                  <a:lnTo>
                    <a:pt x="1354455" y="109219"/>
                  </a:lnTo>
                  <a:close/>
                  <a:moveTo>
                    <a:pt x="2646040" y="29844"/>
                  </a:moveTo>
                  <a:cubicBezTo>
                    <a:pt x="2650485" y="29844"/>
                    <a:pt x="2654295" y="29844"/>
                    <a:pt x="2658105" y="31749"/>
                  </a:cubicBezTo>
                  <a:cubicBezTo>
                    <a:pt x="2661915" y="33019"/>
                    <a:pt x="2665090" y="34289"/>
                    <a:pt x="2667630" y="36829"/>
                  </a:cubicBezTo>
                  <a:cubicBezTo>
                    <a:pt x="2670170" y="38734"/>
                    <a:pt x="2672075" y="41909"/>
                    <a:pt x="2673345" y="45084"/>
                  </a:cubicBezTo>
                  <a:cubicBezTo>
                    <a:pt x="2674615" y="48259"/>
                    <a:pt x="2675250" y="52069"/>
                    <a:pt x="2675250" y="56514"/>
                  </a:cubicBezTo>
                  <a:lnTo>
                    <a:pt x="2675250" y="109854"/>
                  </a:lnTo>
                  <a:lnTo>
                    <a:pt x="2660010" y="109854"/>
                  </a:lnTo>
                  <a:lnTo>
                    <a:pt x="2660010" y="108584"/>
                  </a:lnTo>
                  <a:lnTo>
                    <a:pt x="2660010" y="100964"/>
                  </a:lnTo>
                  <a:cubicBezTo>
                    <a:pt x="2660010" y="100964"/>
                    <a:pt x="2656200" y="104139"/>
                    <a:pt x="2654930" y="104774"/>
                  </a:cubicBezTo>
                  <a:cubicBezTo>
                    <a:pt x="2653660" y="105409"/>
                    <a:pt x="2652390" y="106679"/>
                    <a:pt x="2651120" y="107314"/>
                  </a:cubicBezTo>
                  <a:cubicBezTo>
                    <a:pt x="2649850" y="107949"/>
                    <a:pt x="2647945" y="108584"/>
                    <a:pt x="2646040" y="109219"/>
                  </a:cubicBezTo>
                  <a:cubicBezTo>
                    <a:pt x="2644135" y="109219"/>
                    <a:pt x="2641595" y="109854"/>
                    <a:pt x="2639055" y="109854"/>
                  </a:cubicBezTo>
                  <a:cubicBezTo>
                    <a:pt x="2635880" y="109854"/>
                    <a:pt x="2632705" y="109854"/>
                    <a:pt x="2629530" y="108584"/>
                  </a:cubicBezTo>
                  <a:cubicBezTo>
                    <a:pt x="2626355" y="107949"/>
                    <a:pt x="2623180" y="106044"/>
                    <a:pt x="2620640" y="104139"/>
                  </a:cubicBezTo>
                  <a:cubicBezTo>
                    <a:pt x="2618100" y="102234"/>
                    <a:pt x="2616195" y="99059"/>
                    <a:pt x="2614290" y="95884"/>
                  </a:cubicBezTo>
                  <a:cubicBezTo>
                    <a:pt x="2612385" y="92709"/>
                    <a:pt x="2611750" y="88264"/>
                    <a:pt x="2611750" y="83819"/>
                  </a:cubicBezTo>
                  <a:cubicBezTo>
                    <a:pt x="2611750" y="79374"/>
                    <a:pt x="2612385" y="75564"/>
                    <a:pt x="2614290" y="72389"/>
                  </a:cubicBezTo>
                  <a:cubicBezTo>
                    <a:pt x="2615560" y="69214"/>
                    <a:pt x="2618100" y="66674"/>
                    <a:pt x="2620640" y="64769"/>
                  </a:cubicBezTo>
                  <a:cubicBezTo>
                    <a:pt x="2623180" y="62864"/>
                    <a:pt x="2626990" y="60959"/>
                    <a:pt x="2630800" y="60324"/>
                  </a:cubicBezTo>
                  <a:cubicBezTo>
                    <a:pt x="2634610" y="59054"/>
                    <a:pt x="2638420" y="59054"/>
                    <a:pt x="2642865" y="59054"/>
                  </a:cubicBezTo>
                  <a:cubicBezTo>
                    <a:pt x="2646675" y="59054"/>
                    <a:pt x="2650485" y="59054"/>
                    <a:pt x="2653025" y="59689"/>
                  </a:cubicBezTo>
                  <a:cubicBezTo>
                    <a:pt x="2655565" y="59689"/>
                    <a:pt x="2658105" y="60959"/>
                    <a:pt x="2660010" y="61594"/>
                  </a:cubicBezTo>
                  <a:lnTo>
                    <a:pt x="2660010" y="55879"/>
                  </a:lnTo>
                  <a:cubicBezTo>
                    <a:pt x="2660010" y="51434"/>
                    <a:pt x="2658740" y="48259"/>
                    <a:pt x="2656200" y="46354"/>
                  </a:cubicBezTo>
                  <a:cubicBezTo>
                    <a:pt x="2653660" y="43814"/>
                    <a:pt x="2649850" y="43179"/>
                    <a:pt x="2645405" y="43179"/>
                  </a:cubicBezTo>
                  <a:cubicBezTo>
                    <a:pt x="2641595" y="43179"/>
                    <a:pt x="2637785" y="43179"/>
                    <a:pt x="2634610" y="44449"/>
                  </a:cubicBezTo>
                  <a:cubicBezTo>
                    <a:pt x="2631435" y="45084"/>
                    <a:pt x="2628260" y="46354"/>
                    <a:pt x="2625085" y="48259"/>
                  </a:cubicBezTo>
                  <a:lnTo>
                    <a:pt x="2619370" y="36829"/>
                  </a:lnTo>
                  <a:cubicBezTo>
                    <a:pt x="2623180" y="34289"/>
                    <a:pt x="2626990" y="33019"/>
                    <a:pt x="2631435" y="31749"/>
                  </a:cubicBezTo>
                  <a:cubicBezTo>
                    <a:pt x="2635880" y="30479"/>
                    <a:pt x="2640325" y="29844"/>
                    <a:pt x="2646040" y="29844"/>
                  </a:cubicBezTo>
                  <a:close/>
                  <a:moveTo>
                    <a:pt x="1114426" y="29844"/>
                  </a:moveTo>
                  <a:lnTo>
                    <a:pt x="1129666" y="29844"/>
                  </a:lnTo>
                  <a:lnTo>
                    <a:pt x="1129666" y="107949"/>
                  </a:lnTo>
                  <a:lnTo>
                    <a:pt x="1114426" y="107949"/>
                  </a:lnTo>
                  <a:lnTo>
                    <a:pt x="1114426" y="100964"/>
                  </a:lnTo>
                  <a:cubicBezTo>
                    <a:pt x="1114426" y="100964"/>
                    <a:pt x="1109981" y="106044"/>
                    <a:pt x="1106171" y="107314"/>
                  </a:cubicBezTo>
                  <a:cubicBezTo>
                    <a:pt x="1102996" y="109219"/>
                    <a:pt x="1098551" y="109854"/>
                    <a:pt x="1094741" y="109854"/>
                  </a:cubicBezTo>
                  <a:cubicBezTo>
                    <a:pt x="1085851" y="109854"/>
                    <a:pt x="1078866" y="106679"/>
                    <a:pt x="1073786" y="100964"/>
                  </a:cubicBezTo>
                  <a:cubicBezTo>
                    <a:pt x="1069341" y="95249"/>
                    <a:pt x="1066800" y="86359"/>
                    <a:pt x="1066800" y="74929"/>
                  </a:cubicBezTo>
                  <a:lnTo>
                    <a:pt x="1066800" y="30479"/>
                  </a:lnTo>
                  <a:lnTo>
                    <a:pt x="1082040" y="30479"/>
                  </a:lnTo>
                  <a:lnTo>
                    <a:pt x="1082040" y="74294"/>
                  </a:lnTo>
                  <a:cubicBezTo>
                    <a:pt x="1082040" y="81279"/>
                    <a:pt x="1083311" y="86994"/>
                    <a:pt x="1085851" y="90169"/>
                  </a:cubicBezTo>
                  <a:cubicBezTo>
                    <a:pt x="1088390" y="93979"/>
                    <a:pt x="1092201" y="95249"/>
                    <a:pt x="1097916" y="95249"/>
                  </a:cubicBezTo>
                  <a:cubicBezTo>
                    <a:pt x="1102996" y="95249"/>
                    <a:pt x="1106806" y="93344"/>
                    <a:pt x="1109981" y="90169"/>
                  </a:cubicBezTo>
                  <a:cubicBezTo>
                    <a:pt x="1112521" y="86994"/>
                    <a:pt x="1114426" y="81914"/>
                    <a:pt x="1114426" y="75564"/>
                  </a:cubicBezTo>
                  <a:close/>
                  <a:moveTo>
                    <a:pt x="1011556" y="29844"/>
                  </a:moveTo>
                  <a:cubicBezTo>
                    <a:pt x="1013461" y="29844"/>
                    <a:pt x="1015367" y="29844"/>
                    <a:pt x="1017272" y="30479"/>
                  </a:cubicBezTo>
                  <a:cubicBezTo>
                    <a:pt x="1019176" y="30479"/>
                    <a:pt x="1021081" y="31749"/>
                    <a:pt x="1022352" y="32384"/>
                  </a:cubicBezTo>
                  <a:cubicBezTo>
                    <a:pt x="1024257" y="33019"/>
                    <a:pt x="1025526" y="34289"/>
                    <a:pt x="1026797" y="35559"/>
                  </a:cubicBezTo>
                  <a:cubicBezTo>
                    <a:pt x="1028067" y="36829"/>
                    <a:pt x="1029336" y="37464"/>
                    <a:pt x="1030607" y="38734"/>
                  </a:cubicBezTo>
                  <a:lnTo>
                    <a:pt x="1030607" y="31749"/>
                  </a:lnTo>
                  <a:lnTo>
                    <a:pt x="1045847" y="31749"/>
                  </a:lnTo>
                  <a:lnTo>
                    <a:pt x="1045847" y="130809"/>
                  </a:lnTo>
                  <a:lnTo>
                    <a:pt x="1032512" y="137477"/>
                  </a:lnTo>
                  <a:lnTo>
                    <a:pt x="1032512" y="101599"/>
                  </a:lnTo>
                  <a:cubicBezTo>
                    <a:pt x="1032512" y="101599"/>
                    <a:pt x="1026797" y="106679"/>
                    <a:pt x="1022986" y="107949"/>
                  </a:cubicBezTo>
                  <a:cubicBezTo>
                    <a:pt x="1019812" y="109854"/>
                    <a:pt x="1016001" y="110489"/>
                    <a:pt x="1011556" y="110489"/>
                  </a:cubicBezTo>
                  <a:cubicBezTo>
                    <a:pt x="1007111" y="110489"/>
                    <a:pt x="1003301" y="109854"/>
                    <a:pt x="999491" y="107949"/>
                  </a:cubicBezTo>
                  <a:cubicBezTo>
                    <a:pt x="995681" y="106679"/>
                    <a:pt x="992506" y="104139"/>
                    <a:pt x="989966" y="100329"/>
                  </a:cubicBezTo>
                  <a:cubicBezTo>
                    <a:pt x="987426" y="97154"/>
                    <a:pt x="984886" y="92709"/>
                    <a:pt x="983616" y="87629"/>
                  </a:cubicBezTo>
                  <a:cubicBezTo>
                    <a:pt x="982346" y="82549"/>
                    <a:pt x="981076" y="76199"/>
                    <a:pt x="981076" y="68579"/>
                  </a:cubicBezTo>
                  <a:cubicBezTo>
                    <a:pt x="981076" y="61594"/>
                    <a:pt x="981711" y="55879"/>
                    <a:pt x="983616" y="51434"/>
                  </a:cubicBezTo>
                  <a:cubicBezTo>
                    <a:pt x="985521" y="46354"/>
                    <a:pt x="987426" y="42544"/>
                    <a:pt x="990601" y="39369"/>
                  </a:cubicBezTo>
                  <a:cubicBezTo>
                    <a:pt x="993142" y="36194"/>
                    <a:pt x="996951" y="33654"/>
                    <a:pt x="1000126" y="32384"/>
                  </a:cubicBezTo>
                  <a:cubicBezTo>
                    <a:pt x="1003937" y="31114"/>
                    <a:pt x="1007746" y="29844"/>
                    <a:pt x="1011556" y="29844"/>
                  </a:cubicBezTo>
                  <a:close/>
                  <a:moveTo>
                    <a:pt x="4871716" y="29210"/>
                  </a:moveTo>
                  <a:cubicBezTo>
                    <a:pt x="4876796" y="29210"/>
                    <a:pt x="4881241" y="29845"/>
                    <a:pt x="4885686" y="31750"/>
                  </a:cubicBezTo>
                  <a:cubicBezTo>
                    <a:pt x="4890131" y="33655"/>
                    <a:pt x="4894576" y="35560"/>
                    <a:pt x="4897751" y="38100"/>
                  </a:cubicBezTo>
                  <a:lnTo>
                    <a:pt x="4899021" y="38100"/>
                  </a:lnTo>
                  <a:lnTo>
                    <a:pt x="4892036" y="50165"/>
                  </a:lnTo>
                  <a:cubicBezTo>
                    <a:pt x="4888861" y="47625"/>
                    <a:pt x="4885686" y="46355"/>
                    <a:pt x="4882511" y="45085"/>
                  </a:cubicBezTo>
                  <a:cubicBezTo>
                    <a:pt x="4879336" y="43815"/>
                    <a:pt x="4875526" y="43180"/>
                    <a:pt x="4872351" y="43180"/>
                  </a:cubicBezTo>
                  <a:cubicBezTo>
                    <a:pt x="4869176" y="43180"/>
                    <a:pt x="4866001" y="43815"/>
                    <a:pt x="4864096" y="45085"/>
                  </a:cubicBezTo>
                  <a:cubicBezTo>
                    <a:pt x="4862191" y="46355"/>
                    <a:pt x="4861556" y="48260"/>
                    <a:pt x="4861556" y="50165"/>
                  </a:cubicBezTo>
                  <a:cubicBezTo>
                    <a:pt x="4861556" y="51435"/>
                    <a:pt x="4861556" y="52070"/>
                    <a:pt x="4861556" y="52705"/>
                  </a:cubicBezTo>
                  <a:cubicBezTo>
                    <a:pt x="4861556" y="53340"/>
                    <a:pt x="4862826" y="54610"/>
                    <a:pt x="4863461" y="55245"/>
                  </a:cubicBezTo>
                  <a:cubicBezTo>
                    <a:pt x="4864731" y="55880"/>
                    <a:pt x="4866001" y="57150"/>
                    <a:pt x="4867906" y="57785"/>
                  </a:cubicBezTo>
                  <a:cubicBezTo>
                    <a:pt x="4869811" y="59055"/>
                    <a:pt x="4872351" y="59690"/>
                    <a:pt x="4874891" y="60960"/>
                  </a:cubicBezTo>
                  <a:cubicBezTo>
                    <a:pt x="4879336" y="62865"/>
                    <a:pt x="4883146" y="64135"/>
                    <a:pt x="4886321" y="66040"/>
                  </a:cubicBezTo>
                  <a:cubicBezTo>
                    <a:pt x="4889496" y="67310"/>
                    <a:pt x="4892036" y="69215"/>
                    <a:pt x="4894576" y="71120"/>
                  </a:cubicBezTo>
                  <a:cubicBezTo>
                    <a:pt x="4896481" y="73025"/>
                    <a:pt x="4898386" y="75565"/>
                    <a:pt x="4899656" y="78105"/>
                  </a:cubicBezTo>
                  <a:cubicBezTo>
                    <a:pt x="4900926" y="80645"/>
                    <a:pt x="4901561" y="83820"/>
                    <a:pt x="4901561" y="87630"/>
                  </a:cubicBezTo>
                  <a:cubicBezTo>
                    <a:pt x="4901561" y="92075"/>
                    <a:pt x="4900926" y="95250"/>
                    <a:pt x="4899021" y="98425"/>
                  </a:cubicBezTo>
                  <a:cubicBezTo>
                    <a:pt x="4897116" y="101600"/>
                    <a:pt x="4895211" y="103505"/>
                    <a:pt x="4892671" y="105410"/>
                  </a:cubicBezTo>
                  <a:cubicBezTo>
                    <a:pt x="4890131" y="107315"/>
                    <a:pt x="4886956" y="108585"/>
                    <a:pt x="4883146" y="109220"/>
                  </a:cubicBezTo>
                  <a:cubicBezTo>
                    <a:pt x="4879336" y="109855"/>
                    <a:pt x="4876161" y="110490"/>
                    <a:pt x="4872351" y="110490"/>
                  </a:cubicBezTo>
                  <a:cubicBezTo>
                    <a:pt x="4867271" y="110490"/>
                    <a:pt x="4862191" y="109855"/>
                    <a:pt x="4857111" y="107950"/>
                  </a:cubicBezTo>
                  <a:cubicBezTo>
                    <a:pt x="4851396" y="106045"/>
                    <a:pt x="4846951" y="103505"/>
                    <a:pt x="4842506" y="100965"/>
                  </a:cubicBezTo>
                  <a:lnTo>
                    <a:pt x="4849491" y="89535"/>
                  </a:lnTo>
                  <a:cubicBezTo>
                    <a:pt x="4853301" y="92075"/>
                    <a:pt x="4857111" y="93980"/>
                    <a:pt x="4860921" y="95250"/>
                  </a:cubicBezTo>
                  <a:cubicBezTo>
                    <a:pt x="4864731" y="96520"/>
                    <a:pt x="4868541" y="97155"/>
                    <a:pt x="4872351" y="97155"/>
                  </a:cubicBezTo>
                  <a:cubicBezTo>
                    <a:pt x="4877431" y="97155"/>
                    <a:pt x="4880606" y="96520"/>
                    <a:pt x="4883146" y="94615"/>
                  </a:cubicBezTo>
                  <a:cubicBezTo>
                    <a:pt x="4885686" y="93345"/>
                    <a:pt x="4886321" y="90805"/>
                    <a:pt x="4886321" y="88265"/>
                  </a:cubicBezTo>
                  <a:cubicBezTo>
                    <a:pt x="4886321" y="86995"/>
                    <a:pt x="4886321" y="85725"/>
                    <a:pt x="4885051" y="84455"/>
                  </a:cubicBezTo>
                  <a:cubicBezTo>
                    <a:pt x="4884416" y="83185"/>
                    <a:pt x="4883146" y="82550"/>
                    <a:pt x="4881241" y="81280"/>
                  </a:cubicBezTo>
                  <a:cubicBezTo>
                    <a:pt x="4879971" y="80010"/>
                    <a:pt x="4878066" y="79375"/>
                    <a:pt x="4875526" y="78105"/>
                  </a:cubicBezTo>
                  <a:cubicBezTo>
                    <a:pt x="4872986" y="77470"/>
                    <a:pt x="4871081" y="76200"/>
                    <a:pt x="4867906" y="74930"/>
                  </a:cubicBezTo>
                  <a:cubicBezTo>
                    <a:pt x="4863461" y="73025"/>
                    <a:pt x="4860286" y="71755"/>
                    <a:pt x="4857111" y="69850"/>
                  </a:cubicBezTo>
                  <a:cubicBezTo>
                    <a:pt x="4853936" y="67945"/>
                    <a:pt x="4852031" y="66675"/>
                    <a:pt x="4850126" y="64770"/>
                  </a:cubicBezTo>
                  <a:cubicBezTo>
                    <a:pt x="4848221" y="62865"/>
                    <a:pt x="4846951" y="60960"/>
                    <a:pt x="4846316" y="58420"/>
                  </a:cubicBezTo>
                  <a:cubicBezTo>
                    <a:pt x="4845681" y="55880"/>
                    <a:pt x="4845046" y="53340"/>
                    <a:pt x="4845046" y="50165"/>
                  </a:cubicBezTo>
                  <a:cubicBezTo>
                    <a:pt x="4845046" y="46990"/>
                    <a:pt x="4845681" y="43815"/>
                    <a:pt x="4846951" y="40640"/>
                  </a:cubicBezTo>
                  <a:cubicBezTo>
                    <a:pt x="4848221" y="38100"/>
                    <a:pt x="4850126" y="35560"/>
                    <a:pt x="4852666" y="34290"/>
                  </a:cubicBezTo>
                  <a:cubicBezTo>
                    <a:pt x="4855206" y="32385"/>
                    <a:pt x="4857746" y="31115"/>
                    <a:pt x="4860921" y="30480"/>
                  </a:cubicBezTo>
                  <a:cubicBezTo>
                    <a:pt x="4864096" y="29845"/>
                    <a:pt x="4867906" y="29210"/>
                    <a:pt x="4871716" y="29210"/>
                  </a:cubicBezTo>
                  <a:close/>
                  <a:moveTo>
                    <a:pt x="4749796" y="29210"/>
                  </a:moveTo>
                  <a:cubicBezTo>
                    <a:pt x="4752971" y="29210"/>
                    <a:pt x="4755511" y="29210"/>
                    <a:pt x="4757416" y="29845"/>
                  </a:cubicBezTo>
                  <a:cubicBezTo>
                    <a:pt x="4759321" y="30480"/>
                    <a:pt x="4761226" y="31115"/>
                    <a:pt x="4763131" y="32385"/>
                  </a:cubicBezTo>
                  <a:lnTo>
                    <a:pt x="4759321" y="46990"/>
                  </a:lnTo>
                  <a:lnTo>
                    <a:pt x="4758051" y="46990"/>
                  </a:lnTo>
                  <a:cubicBezTo>
                    <a:pt x="4758051" y="46990"/>
                    <a:pt x="4754876" y="45085"/>
                    <a:pt x="4752971" y="45085"/>
                  </a:cubicBezTo>
                  <a:cubicBezTo>
                    <a:pt x="4751066" y="45085"/>
                    <a:pt x="4749161" y="44450"/>
                    <a:pt x="4746621" y="44450"/>
                  </a:cubicBezTo>
                  <a:cubicBezTo>
                    <a:pt x="4741541" y="44450"/>
                    <a:pt x="4737731" y="46355"/>
                    <a:pt x="4735191" y="49530"/>
                  </a:cubicBezTo>
                  <a:cubicBezTo>
                    <a:pt x="4732651" y="52705"/>
                    <a:pt x="4731381" y="57785"/>
                    <a:pt x="4731381" y="64770"/>
                  </a:cubicBezTo>
                  <a:lnTo>
                    <a:pt x="4731381" y="109220"/>
                  </a:lnTo>
                  <a:lnTo>
                    <a:pt x="4716141" y="109220"/>
                  </a:lnTo>
                  <a:lnTo>
                    <a:pt x="4716141" y="31115"/>
                  </a:lnTo>
                  <a:lnTo>
                    <a:pt x="4731381" y="31115"/>
                  </a:lnTo>
                  <a:lnTo>
                    <a:pt x="4731381" y="38735"/>
                  </a:lnTo>
                  <a:cubicBezTo>
                    <a:pt x="4731381" y="38735"/>
                    <a:pt x="4733286" y="36195"/>
                    <a:pt x="4734556" y="34925"/>
                  </a:cubicBezTo>
                  <a:cubicBezTo>
                    <a:pt x="4735826" y="33655"/>
                    <a:pt x="4737096" y="33020"/>
                    <a:pt x="4739001" y="31750"/>
                  </a:cubicBezTo>
                  <a:cubicBezTo>
                    <a:pt x="4740271" y="31115"/>
                    <a:pt x="4742176" y="30480"/>
                    <a:pt x="4744081" y="29845"/>
                  </a:cubicBezTo>
                  <a:cubicBezTo>
                    <a:pt x="4745986" y="29845"/>
                    <a:pt x="4747891" y="29210"/>
                    <a:pt x="4749796" y="29210"/>
                  </a:cubicBezTo>
                  <a:close/>
                  <a:moveTo>
                    <a:pt x="4349110" y="29210"/>
                  </a:moveTo>
                  <a:cubicBezTo>
                    <a:pt x="4352285" y="29210"/>
                    <a:pt x="4354825" y="29210"/>
                    <a:pt x="4356730" y="29845"/>
                  </a:cubicBezTo>
                  <a:cubicBezTo>
                    <a:pt x="4358635" y="29845"/>
                    <a:pt x="4360540" y="31115"/>
                    <a:pt x="4362445" y="32385"/>
                  </a:cubicBezTo>
                  <a:lnTo>
                    <a:pt x="4358635" y="46990"/>
                  </a:lnTo>
                  <a:lnTo>
                    <a:pt x="4357365" y="46990"/>
                  </a:lnTo>
                  <a:cubicBezTo>
                    <a:pt x="4357365" y="46990"/>
                    <a:pt x="4354190" y="45085"/>
                    <a:pt x="4352285" y="45085"/>
                  </a:cubicBezTo>
                  <a:cubicBezTo>
                    <a:pt x="4350380" y="45085"/>
                    <a:pt x="4348475" y="44450"/>
                    <a:pt x="4345935" y="44450"/>
                  </a:cubicBezTo>
                  <a:cubicBezTo>
                    <a:pt x="4340855" y="44450"/>
                    <a:pt x="4337045" y="46355"/>
                    <a:pt x="4334505" y="49530"/>
                  </a:cubicBezTo>
                  <a:cubicBezTo>
                    <a:pt x="4331965" y="52705"/>
                    <a:pt x="4330695" y="57785"/>
                    <a:pt x="4330695" y="64770"/>
                  </a:cubicBezTo>
                  <a:lnTo>
                    <a:pt x="4330695" y="109220"/>
                  </a:lnTo>
                  <a:lnTo>
                    <a:pt x="4315455" y="109220"/>
                  </a:lnTo>
                  <a:lnTo>
                    <a:pt x="4315455" y="31115"/>
                  </a:lnTo>
                  <a:lnTo>
                    <a:pt x="4330695" y="31115"/>
                  </a:lnTo>
                  <a:lnTo>
                    <a:pt x="4330695" y="38735"/>
                  </a:lnTo>
                  <a:cubicBezTo>
                    <a:pt x="4330695" y="38735"/>
                    <a:pt x="4332600" y="36195"/>
                    <a:pt x="4333870" y="34925"/>
                  </a:cubicBezTo>
                  <a:cubicBezTo>
                    <a:pt x="4335140" y="33655"/>
                    <a:pt x="4336410" y="33020"/>
                    <a:pt x="4338315" y="31750"/>
                  </a:cubicBezTo>
                  <a:cubicBezTo>
                    <a:pt x="4339585" y="31115"/>
                    <a:pt x="4341490" y="30480"/>
                    <a:pt x="4343395" y="29845"/>
                  </a:cubicBezTo>
                  <a:cubicBezTo>
                    <a:pt x="4345300" y="29845"/>
                    <a:pt x="4347205" y="29210"/>
                    <a:pt x="4349110" y="29210"/>
                  </a:cubicBezTo>
                  <a:close/>
                  <a:moveTo>
                    <a:pt x="4044310" y="29210"/>
                  </a:moveTo>
                  <a:cubicBezTo>
                    <a:pt x="4050025" y="29210"/>
                    <a:pt x="4054470" y="30480"/>
                    <a:pt x="4058915" y="32385"/>
                  </a:cubicBezTo>
                  <a:cubicBezTo>
                    <a:pt x="4062725" y="34290"/>
                    <a:pt x="4066535" y="37465"/>
                    <a:pt x="4069075" y="40640"/>
                  </a:cubicBezTo>
                  <a:cubicBezTo>
                    <a:pt x="4071615" y="44450"/>
                    <a:pt x="4073520" y="48260"/>
                    <a:pt x="4075425" y="53340"/>
                  </a:cubicBezTo>
                  <a:cubicBezTo>
                    <a:pt x="4076695" y="57785"/>
                    <a:pt x="4077330" y="62865"/>
                    <a:pt x="4077330" y="68580"/>
                  </a:cubicBezTo>
                  <a:lnTo>
                    <a:pt x="4076060" y="68580"/>
                  </a:lnTo>
                  <a:cubicBezTo>
                    <a:pt x="4076060" y="68580"/>
                    <a:pt x="4076060" y="71120"/>
                    <a:pt x="4076060" y="72390"/>
                  </a:cubicBezTo>
                  <a:cubicBezTo>
                    <a:pt x="4076060" y="73660"/>
                    <a:pt x="4076060" y="74295"/>
                    <a:pt x="4076060" y="75565"/>
                  </a:cubicBezTo>
                  <a:lnTo>
                    <a:pt x="4024625" y="75565"/>
                  </a:lnTo>
                  <a:cubicBezTo>
                    <a:pt x="4024625" y="79375"/>
                    <a:pt x="4025895" y="82550"/>
                    <a:pt x="4027165" y="85090"/>
                  </a:cubicBezTo>
                  <a:cubicBezTo>
                    <a:pt x="4028435" y="87630"/>
                    <a:pt x="4029705" y="90170"/>
                    <a:pt x="4031610" y="91440"/>
                  </a:cubicBezTo>
                  <a:cubicBezTo>
                    <a:pt x="4033515" y="93345"/>
                    <a:pt x="4035420" y="94615"/>
                    <a:pt x="4037325" y="95250"/>
                  </a:cubicBezTo>
                  <a:cubicBezTo>
                    <a:pt x="4039230" y="95885"/>
                    <a:pt x="4041770" y="96520"/>
                    <a:pt x="4044310" y="96520"/>
                  </a:cubicBezTo>
                  <a:cubicBezTo>
                    <a:pt x="4046215" y="96520"/>
                    <a:pt x="4047485" y="96520"/>
                    <a:pt x="4049390" y="96520"/>
                  </a:cubicBezTo>
                  <a:cubicBezTo>
                    <a:pt x="4050660" y="96520"/>
                    <a:pt x="4052565" y="95885"/>
                    <a:pt x="4053835" y="95250"/>
                  </a:cubicBezTo>
                  <a:cubicBezTo>
                    <a:pt x="4055105" y="95250"/>
                    <a:pt x="4056375" y="93980"/>
                    <a:pt x="4057645" y="93345"/>
                  </a:cubicBezTo>
                  <a:cubicBezTo>
                    <a:pt x="4058915" y="93345"/>
                    <a:pt x="4060185" y="92075"/>
                    <a:pt x="4062090" y="90805"/>
                  </a:cubicBezTo>
                  <a:lnTo>
                    <a:pt x="4070980" y="100330"/>
                  </a:lnTo>
                  <a:cubicBezTo>
                    <a:pt x="4070980" y="100330"/>
                    <a:pt x="4067170" y="103505"/>
                    <a:pt x="4065265" y="104775"/>
                  </a:cubicBezTo>
                  <a:cubicBezTo>
                    <a:pt x="4063360" y="106045"/>
                    <a:pt x="4061455" y="106680"/>
                    <a:pt x="4059550" y="107950"/>
                  </a:cubicBezTo>
                  <a:cubicBezTo>
                    <a:pt x="4057645" y="108585"/>
                    <a:pt x="4055105" y="109855"/>
                    <a:pt x="4052565" y="109855"/>
                  </a:cubicBezTo>
                  <a:cubicBezTo>
                    <a:pt x="4050025" y="109855"/>
                    <a:pt x="4046850" y="110490"/>
                    <a:pt x="4043675" y="110490"/>
                  </a:cubicBezTo>
                  <a:cubicBezTo>
                    <a:pt x="4040500" y="110490"/>
                    <a:pt x="4037325" y="110490"/>
                    <a:pt x="4034150" y="109220"/>
                  </a:cubicBezTo>
                  <a:cubicBezTo>
                    <a:pt x="4030975" y="108585"/>
                    <a:pt x="4028435" y="107315"/>
                    <a:pt x="4026530" y="105410"/>
                  </a:cubicBezTo>
                  <a:cubicBezTo>
                    <a:pt x="4023990" y="104140"/>
                    <a:pt x="4022085" y="102235"/>
                    <a:pt x="4020180" y="100330"/>
                  </a:cubicBezTo>
                  <a:cubicBezTo>
                    <a:pt x="4018275" y="98425"/>
                    <a:pt x="4016370" y="95885"/>
                    <a:pt x="4015100" y="92710"/>
                  </a:cubicBezTo>
                  <a:cubicBezTo>
                    <a:pt x="4013195" y="89535"/>
                    <a:pt x="4011925" y="86360"/>
                    <a:pt x="4011290" y="82550"/>
                  </a:cubicBezTo>
                  <a:cubicBezTo>
                    <a:pt x="4010655" y="78740"/>
                    <a:pt x="4010020" y="74295"/>
                    <a:pt x="4010020" y="69850"/>
                  </a:cubicBezTo>
                  <a:cubicBezTo>
                    <a:pt x="4010020" y="63500"/>
                    <a:pt x="4010655" y="57150"/>
                    <a:pt x="4012560" y="52070"/>
                  </a:cubicBezTo>
                  <a:cubicBezTo>
                    <a:pt x="4014465" y="46990"/>
                    <a:pt x="4016370" y="42545"/>
                    <a:pt x="4019545" y="39370"/>
                  </a:cubicBezTo>
                  <a:cubicBezTo>
                    <a:pt x="4022720" y="36195"/>
                    <a:pt x="4025895" y="33020"/>
                    <a:pt x="4030340" y="31750"/>
                  </a:cubicBezTo>
                  <a:cubicBezTo>
                    <a:pt x="4034785" y="29845"/>
                    <a:pt x="4039230" y="29210"/>
                    <a:pt x="4044310" y="29210"/>
                  </a:cubicBezTo>
                  <a:close/>
                  <a:moveTo>
                    <a:pt x="3811900" y="29210"/>
                  </a:moveTo>
                  <a:cubicBezTo>
                    <a:pt x="3815075" y="29210"/>
                    <a:pt x="3817615" y="29210"/>
                    <a:pt x="3819520" y="29845"/>
                  </a:cubicBezTo>
                  <a:cubicBezTo>
                    <a:pt x="3821425" y="29845"/>
                    <a:pt x="3823330" y="31115"/>
                    <a:pt x="3825235" y="32385"/>
                  </a:cubicBezTo>
                  <a:lnTo>
                    <a:pt x="3821425" y="46990"/>
                  </a:lnTo>
                  <a:lnTo>
                    <a:pt x="3820155" y="46990"/>
                  </a:lnTo>
                  <a:cubicBezTo>
                    <a:pt x="3820155" y="46990"/>
                    <a:pt x="3816980" y="45085"/>
                    <a:pt x="3815075" y="45085"/>
                  </a:cubicBezTo>
                  <a:cubicBezTo>
                    <a:pt x="3813170" y="45085"/>
                    <a:pt x="3811265" y="44450"/>
                    <a:pt x="3808725" y="44450"/>
                  </a:cubicBezTo>
                  <a:cubicBezTo>
                    <a:pt x="3803645" y="44450"/>
                    <a:pt x="3799835" y="46355"/>
                    <a:pt x="3797295" y="49530"/>
                  </a:cubicBezTo>
                  <a:cubicBezTo>
                    <a:pt x="3794755" y="52705"/>
                    <a:pt x="3793485" y="57785"/>
                    <a:pt x="3793485" y="64770"/>
                  </a:cubicBezTo>
                  <a:lnTo>
                    <a:pt x="3793485" y="109220"/>
                  </a:lnTo>
                  <a:lnTo>
                    <a:pt x="3778245" y="109220"/>
                  </a:lnTo>
                  <a:lnTo>
                    <a:pt x="3778245" y="31115"/>
                  </a:lnTo>
                  <a:lnTo>
                    <a:pt x="3793485" y="31115"/>
                  </a:lnTo>
                  <a:lnTo>
                    <a:pt x="3793485" y="38735"/>
                  </a:lnTo>
                  <a:cubicBezTo>
                    <a:pt x="3793485" y="38735"/>
                    <a:pt x="3795390" y="36195"/>
                    <a:pt x="3796660" y="34925"/>
                  </a:cubicBezTo>
                  <a:cubicBezTo>
                    <a:pt x="3797930" y="33655"/>
                    <a:pt x="3799200" y="33020"/>
                    <a:pt x="3801105" y="31750"/>
                  </a:cubicBezTo>
                  <a:cubicBezTo>
                    <a:pt x="3802375" y="31115"/>
                    <a:pt x="3804280" y="30480"/>
                    <a:pt x="3806185" y="29845"/>
                  </a:cubicBezTo>
                  <a:cubicBezTo>
                    <a:pt x="3808090" y="29845"/>
                    <a:pt x="3809995" y="29210"/>
                    <a:pt x="3811900" y="29210"/>
                  </a:cubicBezTo>
                  <a:close/>
                  <a:moveTo>
                    <a:pt x="3729986" y="29210"/>
                  </a:moveTo>
                  <a:cubicBezTo>
                    <a:pt x="3735701" y="29210"/>
                    <a:pt x="3740146" y="30480"/>
                    <a:pt x="3744591" y="32385"/>
                  </a:cubicBezTo>
                  <a:cubicBezTo>
                    <a:pt x="3748401" y="34290"/>
                    <a:pt x="3752211" y="37465"/>
                    <a:pt x="3754751" y="40640"/>
                  </a:cubicBezTo>
                  <a:cubicBezTo>
                    <a:pt x="3757291" y="44450"/>
                    <a:pt x="3759196" y="48260"/>
                    <a:pt x="3761101" y="53340"/>
                  </a:cubicBezTo>
                  <a:cubicBezTo>
                    <a:pt x="3762371" y="57785"/>
                    <a:pt x="3763006" y="62865"/>
                    <a:pt x="3763006" y="68580"/>
                  </a:cubicBezTo>
                  <a:lnTo>
                    <a:pt x="3761736" y="68580"/>
                  </a:lnTo>
                  <a:cubicBezTo>
                    <a:pt x="3761736" y="68580"/>
                    <a:pt x="3761736" y="71120"/>
                    <a:pt x="3761736" y="72390"/>
                  </a:cubicBezTo>
                  <a:cubicBezTo>
                    <a:pt x="3761736" y="73660"/>
                    <a:pt x="3761736" y="74295"/>
                    <a:pt x="3761736" y="75565"/>
                  </a:cubicBezTo>
                  <a:lnTo>
                    <a:pt x="3710301" y="75565"/>
                  </a:lnTo>
                  <a:cubicBezTo>
                    <a:pt x="3710301" y="79375"/>
                    <a:pt x="3711571" y="82550"/>
                    <a:pt x="3712841" y="85090"/>
                  </a:cubicBezTo>
                  <a:cubicBezTo>
                    <a:pt x="3714111" y="87630"/>
                    <a:pt x="3715381" y="90170"/>
                    <a:pt x="3717286" y="91440"/>
                  </a:cubicBezTo>
                  <a:cubicBezTo>
                    <a:pt x="3719191" y="93345"/>
                    <a:pt x="3721096" y="94615"/>
                    <a:pt x="3723001" y="95250"/>
                  </a:cubicBezTo>
                  <a:cubicBezTo>
                    <a:pt x="3724906" y="95885"/>
                    <a:pt x="3727446" y="96520"/>
                    <a:pt x="3729986" y="96520"/>
                  </a:cubicBezTo>
                  <a:cubicBezTo>
                    <a:pt x="3731891" y="96520"/>
                    <a:pt x="3733161" y="96520"/>
                    <a:pt x="3735066" y="96520"/>
                  </a:cubicBezTo>
                  <a:cubicBezTo>
                    <a:pt x="3736336" y="96520"/>
                    <a:pt x="3738241" y="95885"/>
                    <a:pt x="3739511" y="95250"/>
                  </a:cubicBezTo>
                  <a:cubicBezTo>
                    <a:pt x="3740781" y="95250"/>
                    <a:pt x="3742051" y="93980"/>
                    <a:pt x="3743321" y="93345"/>
                  </a:cubicBezTo>
                  <a:cubicBezTo>
                    <a:pt x="3744591" y="93345"/>
                    <a:pt x="3745861" y="92075"/>
                    <a:pt x="3747766" y="90805"/>
                  </a:cubicBezTo>
                  <a:lnTo>
                    <a:pt x="3756656" y="100330"/>
                  </a:lnTo>
                  <a:cubicBezTo>
                    <a:pt x="3756656" y="100330"/>
                    <a:pt x="3752846" y="103505"/>
                    <a:pt x="3750941" y="104775"/>
                  </a:cubicBezTo>
                  <a:cubicBezTo>
                    <a:pt x="3749036" y="106045"/>
                    <a:pt x="3747131" y="106680"/>
                    <a:pt x="3745226" y="107950"/>
                  </a:cubicBezTo>
                  <a:cubicBezTo>
                    <a:pt x="3743321" y="108585"/>
                    <a:pt x="3740781" y="109855"/>
                    <a:pt x="3738241" y="109855"/>
                  </a:cubicBezTo>
                  <a:cubicBezTo>
                    <a:pt x="3735701" y="109855"/>
                    <a:pt x="3732526" y="110490"/>
                    <a:pt x="3729351" y="110490"/>
                  </a:cubicBezTo>
                  <a:cubicBezTo>
                    <a:pt x="3726176" y="110490"/>
                    <a:pt x="3723001" y="110490"/>
                    <a:pt x="3719826" y="109220"/>
                  </a:cubicBezTo>
                  <a:cubicBezTo>
                    <a:pt x="3716651" y="108585"/>
                    <a:pt x="3714111" y="107315"/>
                    <a:pt x="3712206" y="105410"/>
                  </a:cubicBezTo>
                  <a:cubicBezTo>
                    <a:pt x="3709666" y="104140"/>
                    <a:pt x="3707761" y="102235"/>
                    <a:pt x="3705856" y="100330"/>
                  </a:cubicBezTo>
                  <a:cubicBezTo>
                    <a:pt x="3703951" y="98425"/>
                    <a:pt x="3702046" y="95885"/>
                    <a:pt x="3700776" y="92710"/>
                  </a:cubicBezTo>
                  <a:cubicBezTo>
                    <a:pt x="3698871" y="89535"/>
                    <a:pt x="3697601" y="86360"/>
                    <a:pt x="3696966" y="82550"/>
                  </a:cubicBezTo>
                  <a:cubicBezTo>
                    <a:pt x="3696331" y="78740"/>
                    <a:pt x="3695696" y="74295"/>
                    <a:pt x="3695696" y="69850"/>
                  </a:cubicBezTo>
                  <a:cubicBezTo>
                    <a:pt x="3695696" y="63500"/>
                    <a:pt x="3696331" y="57150"/>
                    <a:pt x="3698236" y="52070"/>
                  </a:cubicBezTo>
                  <a:cubicBezTo>
                    <a:pt x="3700141" y="46990"/>
                    <a:pt x="3702046" y="42545"/>
                    <a:pt x="3705221" y="39370"/>
                  </a:cubicBezTo>
                  <a:cubicBezTo>
                    <a:pt x="3708396" y="36195"/>
                    <a:pt x="3711571" y="33020"/>
                    <a:pt x="3716016" y="31750"/>
                  </a:cubicBezTo>
                  <a:cubicBezTo>
                    <a:pt x="3720461" y="29845"/>
                    <a:pt x="3724906" y="29210"/>
                    <a:pt x="3729986" y="29210"/>
                  </a:cubicBezTo>
                  <a:close/>
                  <a:moveTo>
                    <a:pt x="3543296" y="29210"/>
                  </a:moveTo>
                  <a:cubicBezTo>
                    <a:pt x="3549011" y="29210"/>
                    <a:pt x="3553456" y="30480"/>
                    <a:pt x="3557901" y="32385"/>
                  </a:cubicBezTo>
                  <a:cubicBezTo>
                    <a:pt x="3561711" y="34290"/>
                    <a:pt x="3565521" y="37465"/>
                    <a:pt x="3568061" y="40640"/>
                  </a:cubicBezTo>
                  <a:cubicBezTo>
                    <a:pt x="3570601" y="44450"/>
                    <a:pt x="3572506" y="48260"/>
                    <a:pt x="3574411" y="53340"/>
                  </a:cubicBezTo>
                  <a:cubicBezTo>
                    <a:pt x="3575681" y="57785"/>
                    <a:pt x="3576316" y="62865"/>
                    <a:pt x="3576316" y="68580"/>
                  </a:cubicBezTo>
                  <a:lnTo>
                    <a:pt x="3575046" y="68580"/>
                  </a:lnTo>
                  <a:cubicBezTo>
                    <a:pt x="3575046" y="68580"/>
                    <a:pt x="3575046" y="71120"/>
                    <a:pt x="3575046" y="72390"/>
                  </a:cubicBezTo>
                  <a:cubicBezTo>
                    <a:pt x="3575046" y="73660"/>
                    <a:pt x="3575046" y="74295"/>
                    <a:pt x="3575046" y="75565"/>
                  </a:cubicBezTo>
                  <a:lnTo>
                    <a:pt x="3523611" y="75565"/>
                  </a:lnTo>
                  <a:cubicBezTo>
                    <a:pt x="3523611" y="79375"/>
                    <a:pt x="3524881" y="82550"/>
                    <a:pt x="3526151" y="85090"/>
                  </a:cubicBezTo>
                  <a:cubicBezTo>
                    <a:pt x="3527421" y="87630"/>
                    <a:pt x="3528691" y="90170"/>
                    <a:pt x="3530596" y="91440"/>
                  </a:cubicBezTo>
                  <a:cubicBezTo>
                    <a:pt x="3532501" y="93345"/>
                    <a:pt x="3534406" y="94615"/>
                    <a:pt x="3536311" y="95250"/>
                  </a:cubicBezTo>
                  <a:cubicBezTo>
                    <a:pt x="3538216" y="95885"/>
                    <a:pt x="3540756" y="96520"/>
                    <a:pt x="3543296" y="96520"/>
                  </a:cubicBezTo>
                  <a:cubicBezTo>
                    <a:pt x="3545201" y="96520"/>
                    <a:pt x="3546471" y="96520"/>
                    <a:pt x="3548376" y="96520"/>
                  </a:cubicBezTo>
                  <a:cubicBezTo>
                    <a:pt x="3549646" y="96520"/>
                    <a:pt x="3551551" y="95885"/>
                    <a:pt x="3552821" y="95250"/>
                  </a:cubicBezTo>
                  <a:cubicBezTo>
                    <a:pt x="3554091" y="95250"/>
                    <a:pt x="3555361" y="93980"/>
                    <a:pt x="3556631" y="93345"/>
                  </a:cubicBezTo>
                  <a:cubicBezTo>
                    <a:pt x="3557901" y="93345"/>
                    <a:pt x="3559171" y="92075"/>
                    <a:pt x="3561076" y="90805"/>
                  </a:cubicBezTo>
                  <a:lnTo>
                    <a:pt x="3569966" y="100330"/>
                  </a:lnTo>
                  <a:cubicBezTo>
                    <a:pt x="3569966" y="100330"/>
                    <a:pt x="3566156" y="103505"/>
                    <a:pt x="3564251" y="104775"/>
                  </a:cubicBezTo>
                  <a:cubicBezTo>
                    <a:pt x="3562346" y="106045"/>
                    <a:pt x="3560441" y="106680"/>
                    <a:pt x="3558536" y="107950"/>
                  </a:cubicBezTo>
                  <a:cubicBezTo>
                    <a:pt x="3556631" y="108585"/>
                    <a:pt x="3554091" y="109855"/>
                    <a:pt x="3551551" y="109855"/>
                  </a:cubicBezTo>
                  <a:cubicBezTo>
                    <a:pt x="3549011" y="109855"/>
                    <a:pt x="3545836" y="110490"/>
                    <a:pt x="3542661" y="110490"/>
                  </a:cubicBezTo>
                  <a:cubicBezTo>
                    <a:pt x="3539486" y="110490"/>
                    <a:pt x="3536311" y="110490"/>
                    <a:pt x="3533136" y="109220"/>
                  </a:cubicBezTo>
                  <a:cubicBezTo>
                    <a:pt x="3529961" y="108585"/>
                    <a:pt x="3527421" y="107315"/>
                    <a:pt x="3525516" y="105410"/>
                  </a:cubicBezTo>
                  <a:cubicBezTo>
                    <a:pt x="3522976" y="104140"/>
                    <a:pt x="3521071" y="102235"/>
                    <a:pt x="3519166" y="100330"/>
                  </a:cubicBezTo>
                  <a:cubicBezTo>
                    <a:pt x="3517261" y="98425"/>
                    <a:pt x="3515356" y="95885"/>
                    <a:pt x="3514086" y="92710"/>
                  </a:cubicBezTo>
                  <a:cubicBezTo>
                    <a:pt x="3512181" y="89535"/>
                    <a:pt x="3510911" y="86360"/>
                    <a:pt x="3510276" y="82550"/>
                  </a:cubicBezTo>
                  <a:cubicBezTo>
                    <a:pt x="3509641" y="78740"/>
                    <a:pt x="3509006" y="74295"/>
                    <a:pt x="3509006" y="69850"/>
                  </a:cubicBezTo>
                  <a:cubicBezTo>
                    <a:pt x="3509006" y="63500"/>
                    <a:pt x="3509641" y="57150"/>
                    <a:pt x="3511546" y="52070"/>
                  </a:cubicBezTo>
                  <a:cubicBezTo>
                    <a:pt x="3513451" y="46990"/>
                    <a:pt x="3515356" y="42545"/>
                    <a:pt x="3518531" y="39370"/>
                  </a:cubicBezTo>
                  <a:cubicBezTo>
                    <a:pt x="3521706" y="36195"/>
                    <a:pt x="3524881" y="33020"/>
                    <a:pt x="3529326" y="31750"/>
                  </a:cubicBezTo>
                  <a:cubicBezTo>
                    <a:pt x="3533771" y="29845"/>
                    <a:pt x="3538216" y="29210"/>
                    <a:pt x="3543296" y="29210"/>
                  </a:cubicBezTo>
                  <a:close/>
                  <a:moveTo>
                    <a:pt x="3345176" y="29210"/>
                  </a:moveTo>
                  <a:cubicBezTo>
                    <a:pt x="3350891" y="29210"/>
                    <a:pt x="3355336" y="30480"/>
                    <a:pt x="3359781" y="32385"/>
                  </a:cubicBezTo>
                  <a:cubicBezTo>
                    <a:pt x="3363591" y="34290"/>
                    <a:pt x="3367401" y="37465"/>
                    <a:pt x="3369941" y="40640"/>
                  </a:cubicBezTo>
                  <a:cubicBezTo>
                    <a:pt x="3372481" y="44450"/>
                    <a:pt x="3374386" y="48260"/>
                    <a:pt x="3376291" y="53340"/>
                  </a:cubicBezTo>
                  <a:cubicBezTo>
                    <a:pt x="3377561" y="57785"/>
                    <a:pt x="3378196" y="62865"/>
                    <a:pt x="3378196" y="68580"/>
                  </a:cubicBezTo>
                  <a:lnTo>
                    <a:pt x="3376926" y="68580"/>
                  </a:lnTo>
                  <a:cubicBezTo>
                    <a:pt x="3376926" y="68580"/>
                    <a:pt x="3376926" y="71120"/>
                    <a:pt x="3376926" y="72390"/>
                  </a:cubicBezTo>
                  <a:cubicBezTo>
                    <a:pt x="3376926" y="73660"/>
                    <a:pt x="3376926" y="74295"/>
                    <a:pt x="3376926" y="75565"/>
                  </a:cubicBezTo>
                  <a:lnTo>
                    <a:pt x="3325491" y="75565"/>
                  </a:lnTo>
                  <a:cubicBezTo>
                    <a:pt x="3325491" y="79375"/>
                    <a:pt x="3326761" y="82550"/>
                    <a:pt x="3328031" y="85090"/>
                  </a:cubicBezTo>
                  <a:cubicBezTo>
                    <a:pt x="3329301" y="87630"/>
                    <a:pt x="3330571" y="90170"/>
                    <a:pt x="3332476" y="91440"/>
                  </a:cubicBezTo>
                  <a:cubicBezTo>
                    <a:pt x="3334381" y="93345"/>
                    <a:pt x="3336286" y="94615"/>
                    <a:pt x="3338191" y="95250"/>
                  </a:cubicBezTo>
                  <a:cubicBezTo>
                    <a:pt x="3340096" y="95885"/>
                    <a:pt x="3342636" y="96520"/>
                    <a:pt x="3345176" y="96520"/>
                  </a:cubicBezTo>
                  <a:cubicBezTo>
                    <a:pt x="3347081" y="96520"/>
                    <a:pt x="3348351" y="96520"/>
                    <a:pt x="3350256" y="96520"/>
                  </a:cubicBezTo>
                  <a:cubicBezTo>
                    <a:pt x="3351526" y="96520"/>
                    <a:pt x="3353431" y="95885"/>
                    <a:pt x="3354701" y="95250"/>
                  </a:cubicBezTo>
                  <a:cubicBezTo>
                    <a:pt x="3355971" y="95250"/>
                    <a:pt x="3357241" y="93980"/>
                    <a:pt x="3358511" y="93345"/>
                  </a:cubicBezTo>
                  <a:cubicBezTo>
                    <a:pt x="3359781" y="93345"/>
                    <a:pt x="3361051" y="92075"/>
                    <a:pt x="3362956" y="90805"/>
                  </a:cubicBezTo>
                  <a:lnTo>
                    <a:pt x="3371846" y="100330"/>
                  </a:lnTo>
                  <a:cubicBezTo>
                    <a:pt x="3371846" y="100330"/>
                    <a:pt x="3368036" y="103505"/>
                    <a:pt x="3366131" y="104775"/>
                  </a:cubicBezTo>
                  <a:cubicBezTo>
                    <a:pt x="3364226" y="106045"/>
                    <a:pt x="3362321" y="106680"/>
                    <a:pt x="3360416" y="107950"/>
                  </a:cubicBezTo>
                  <a:cubicBezTo>
                    <a:pt x="3358511" y="108585"/>
                    <a:pt x="3355971" y="109855"/>
                    <a:pt x="3353431" y="109855"/>
                  </a:cubicBezTo>
                  <a:cubicBezTo>
                    <a:pt x="3350891" y="109855"/>
                    <a:pt x="3347716" y="110490"/>
                    <a:pt x="3344541" y="110490"/>
                  </a:cubicBezTo>
                  <a:cubicBezTo>
                    <a:pt x="3341366" y="110490"/>
                    <a:pt x="3338191" y="110490"/>
                    <a:pt x="3335016" y="109220"/>
                  </a:cubicBezTo>
                  <a:cubicBezTo>
                    <a:pt x="3331841" y="108585"/>
                    <a:pt x="3329301" y="107315"/>
                    <a:pt x="3327396" y="105410"/>
                  </a:cubicBezTo>
                  <a:cubicBezTo>
                    <a:pt x="3324856" y="104140"/>
                    <a:pt x="3322951" y="102235"/>
                    <a:pt x="3321046" y="100330"/>
                  </a:cubicBezTo>
                  <a:cubicBezTo>
                    <a:pt x="3319141" y="98425"/>
                    <a:pt x="3317236" y="95885"/>
                    <a:pt x="3315966" y="92710"/>
                  </a:cubicBezTo>
                  <a:cubicBezTo>
                    <a:pt x="3314061" y="89535"/>
                    <a:pt x="3312791" y="86360"/>
                    <a:pt x="3312156" y="82550"/>
                  </a:cubicBezTo>
                  <a:cubicBezTo>
                    <a:pt x="3311521" y="78740"/>
                    <a:pt x="3310886" y="74295"/>
                    <a:pt x="3310886" y="69850"/>
                  </a:cubicBezTo>
                  <a:cubicBezTo>
                    <a:pt x="3310886" y="63500"/>
                    <a:pt x="3311521" y="57150"/>
                    <a:pt x="3313426" y="52070"/>
                  </a:cubicBezTo>
                  <a:cubicBezTo>
                    <a:pt x="3315331" y="46990"/>
                    <a:pt x="3317236" y="42545"/>
                    <a:pt x="3320411" y="39370"/>
                  </a:cubicBezTo>
                  <a:cubicBezTo>
                    <a:pt x="3323586" y="36195"/>
                    <a:pt x="3326761" y="33020"/>
                    <a:pt x="3331206" y="31750"/>
                  </a:cubicBezTo>
                  <a:cubicBezTo>
                    <a:pt x="3335651" y="29845"/>
                    <a:pt x="3340096" y="29210"/>
                    <a:pt x="3345176" y="29210"/>
                  </a:cubicBezTo>
                  <a:close/>
                  <a:moveTo>
                    <a:pt x="3060696" y="29210"/>
                  </a:moveTo>
                  <a:cubicBezTo>
                    <a:pt x="3063871" y="29210"/>
                    <a:pt x="3066411" y="29210"/>
                    <a:pt x="3068316" y="29845"/>
                  </a:cubicBezTo>
                  <a:cubicBezTo>
                    <a:pt x="3070221" y="29845"/>
                    <a:pt x="3072126" y="31115"/>
                    <a:pt x="3074031" y="32385"/>
                  </a:cubicBezTo>
                  <a:lnTo>
                    <a:pt x="3070221" y="46990"/>
                  </a:lnTo>
                  <a:lnTo>
                    <a:pt x="3068951" y="46990"/>
                  </a:lnTo>
                  <a:cubicBezTo>
                    <a:pt x="3068951" y="46990"/>
                    <a:pt x="3065776" y="45085"/>
                    <a:pt x="3063871" y="45085"/>
                  </a:cubicBezTo>
                  <a:cubicBezTo>
                    <a:pt x="3061966" y="45085"/>
                    <a:pt x="3060061" y="44450"/>
                    <a:pt x="3057521" y="44450"/>
                  </a:cubicBezTo>
                  <a:cubicBezTo>
                    <a:pt x="3052441" y="44450"/>
                    <a:pt x="3048631" y="46355"/>
                    <a:pt x="3046091" y="49530"/>
                  </a:cubicBezTo>
                  <a:cubicBezTo>
                    <a:pt x="3043551" y="52705"/>
                    <a:pt x="3042281" y="57785"/>
                    <a:pt x="3042281" y="64770"/>
                  </a:cubicBezTo>
                  <a:lnTo>
                    <a:pt x="3042281" y="109220"/>
                  </a:lnTo>
                  <a:lnTo>
                    <a:pt x="3027041" y="109220"/>
                  </a:lnTo>
                  <a:lnTo>
                    <a:pt x="3027041" y="31115"/>
                  </a:lnTo>
                  <a:lnTo>
                    <a:pt x="3042281" y="31115"/>
                  </a:lnTo>
                  <a:lnTo>
                    <a:pt x="3042281" y="38735"/>
                  </a:lnTo>
                  <a:cubicBezTo>
                    <a:pt x="3042281" y="38735"/>
                    <a:pt x="3044186" y="36195"/>
                    <a:pt x="3045456" y="34925"/>
                  </a:cubicBezTo>
                  <a:cubicBezTo>
                    <a:pt x="3046726" y="33655"/>
                    <a:pt x="3047996" y="33020"/>
                    <a:pt x="3049901" y="31750"/>
                  </a:cubicBezTo>
                  <a:cubicBezTo>
                    <a:pt x="3051171" y="31115"/>
                    <a:pt x="3053076" y="30480"/>
                    <a:pt x="3054981" y="29845"/>
                  </a:cubicBezTo>
                  <a:cubicBezTo>
                    <a:pt x="3056886" y="29845"/>
                    <a:pt x="3058791" y="29210"/>
                    <a:pt x="3060696" y="29210"/>
                  </a:cubicBezTo>
                  <a:close/>
                  <a:moveTo>
                    <a:pt x="2978781" y="29210"/>
                  </a:moveTo>
                  <a:cubicBezTo>
                    <a:pt x="2984496" y="29210"/>
                    <a:pt x="2988941" y="30480"/>
                    <a:pt x="2993386" y="32385"/>
                  </a:cubicBezTo>
                  <a:cubicBezTo>
                    <a:pt x="2997196" y="34290"/>
                    <a:pt x="3001006" y="37465"/>
                    <a:pt x="3003546" y="40640"/>
                  </a:cubicBezTo>
                  <a:cubicBezTo>
                    <a:pt x="3006086" y="44450"/>
                    <a:pt x="3007991" y="48260"/>
                    <a:pt x="3009896" y="53340"/>
                  </a:cubicBezTo>
                  <a:cubicBezTo>
                    <a:pt x="3011166" y="57785"/>
                    <a:pt x="3011801" y="62865"/>
                    <a:pt x="3011801" y="68580"/>
                  </a:cubicBezTo>
                  <a:lnTo>
                    <a:pt x="3010531" y="68580"/>
                  </a:lnTo>
                  <a:cubicBezTo>
                    <a:pt x="3010531" y="68580"/>
                    <a:pt x="3010531" y="71120"/>
                    <a:pt x="3010531" y="72390"/>
                  </a:cubicBezTo>
                  <a:cubicBezTo>
                    <a:pt x="3010531" y="73660"/>
                    <a:pt x="3010531" y="74295"/>
                    <a:pt x="3010531" y="75565"/>
                  </a:cubicBezTo>
                  <a:lnTo>
                    <a:pt x="2959096" y="75565"/>
                  </a:lnTo>
                  <a:cubicBezTo>
                    <a:pt x="2959096" y="79375"/>
                    <a:pt x="2960366" y="82550"/>
                    <a:pt x="2961636" y="85090"/>
                  </a:cubicBezTo>
                  <a:cubicBezTo>
                    <a:pt x="2962906" y="87630"/>
                    <a:pt x="2964176" y="90170"/>
                    <a:pt x="2966081" y="91440"/>
                  </a:cubicBezTo>
                  <a:cubicBezTo>
                    <a:pt x="2967986" y="93345"/>
                    <a:pt x="2969891" y="94615"/>
                    <a:pt x="2971796" y="95250"/>
                  </a:cubicBezTo>
                  <a:cubicBezTo>
                    <a:pt x="2974336" y="95885"/>
                    <a:pt x="2976241" y="96520"/>
                    <a:pt x="2978781" y="96520"/>
                  </a:cubicBezTo>
                  <a:cubicBezTo>
                    <a:pt x="2980686" y="96520"/>
                    <a:pt x="2981956" y="96520"/>
                    <a:pt x="2983861" y="96520"/>
                  </a:cubicBezTo>
                  <a:cubicBezTo>
                    <a:pt x="2985131" y="96520"/>
                    <a:pt x="2987036" y="95885"/>
                    <a:pt x="2988306" y="95250"/>
                  </a:cubicBezTo>
                  <a:cubicBezTo>
                    <a:pt x="2989576" y="95250"/>
                    <a:pt x="2990846" y="93980"/>
                    <a:pt x="2992116" y="93345"/>
                  </a:cubicBezTo>
                  <a:cubicBezTo>
                    <a:pt x="2993386" y="93345"/>
                    <a:pt x="2994656" y="92075"/>
                    <a:pt x="2996561" y="90805"/>
                  </a:cubicBezTo>
                  <a:lnTo>
                    <a:pt x="3005451" y="100330"/>
                  </a:lnTo>
                  <a:cubicBezTo>
                    <a:pt x="3005451" y="100330"/>
                    <a:pt x="3001641" y="103505"/>
                    <a:pt x="2999736" y="104775"/>
                  </a:cubicBezTo>
                  <a:cubicBezTo>
                    <a:pt x="2997831" y="106045"/>
                    <a:pt x="2995926" y="106680"/>
                    <a:pt x="2994021" y="107950"/>
                  </a:cubicBezTo>
                  <a:cubicBezTo>
                    <a:pt x="2992116" y="108585"/>
                    <a:pt x="2989576" y="109855"/>
                    <a:pt x="2987036" y="109855"/>
                  </a:cubicBezTo>
                  <a:cubicBezTo>
                    <a:pt x="2984496" y="109855"/>
                    <a:pt x="2981321" y="110490"/>
                    <a:pt x="2978146" y="110490"/>
                  </a:cubicBezTo>
                  <a:cubicBezTo>
                    <a:pt x="2974971" y="110490"/>
                    <a:pt x="2971796" y="110490"/>
                    <a:pt x="2968621" y="109220"/>
                  </a:cubicBezTo>
                  <a:cubicBezTo>
                    <a:pt x="2965446" y="108585"/>
                    <a:pt x="2962906" y="107315"/>
                    <a:pt x="2961001" y="105410"/>
                  </a:cubicBezTo>
                  <a:cubicBezTo>
                    <a:pt x="2958461" y="104140"/>
                    <a:pt x="2956556" y="102235"/>
                    <a:pt x="2954651" y="100330"/>
                  </a:cubicBezTo>
                  <a:cubicBezTo>
                    <a:pt x="2952746" y="98425"/>
                    <a:pt x="2950841" y="95885"/>
                    <a:pt x="2949571" y="92710"/>
                  </a:cubicBezTo>
                  <a:cubicBezTo>
                    <a:pt x="2947666" y="89535"/>
                    <a:pt x="2946396" y="86360"/>
                    <a:pt x="2945761" y="82550"/>
                  </a:cubicBezTo>
                  <a:cubicBezTo>
                    <a:pt x="2945126" y="78740"/>
                    <a:pt x="2944491" y="74295"/>
                    <a:pt x="2944491" y="69850"/>
                  </a:cubicBezTo>
                  <a:cubicBezTo>
                    <a:pt x="2944491" y="63500"/>
                    <a:pt x="2945126" y="57150"/>
                    <a:pt x="2947031" y="52070"/>
                  </a:cubicBezTo>
                  <a:cubicBezTo>
                    <a:pt x="2948936" y="46990"/>
                    <a:pt x="2950841" y="42545"/>
                    <a:pt x="2954016" y="39370"/>
                  </a:cubicBezTo>
                  <a:cubicBezTo>
                    <a:pt x="2957191" y="36195"/>
                    <a:pt x="2960366" y="33020"/>
                    <a:pt x="2964811" y="31750"/>
                  </a:cubicBezTo>
                  <a:cubicBezTo>
                    <a:pt x="2969256" y="29845"/>
                    <a:pt x="2973701" y="29210"/>
                    <a:pt x="2978781" y="29210"/>
                  </a:cubicBezTo>
                  <a:close/>
                  <a:moveTo>
                    <a:pt x="2798440" y="29210"/>
                  </a:moveTo>
                  <a:cubicBezTo>
                    <a:pt x="2803520" y="29210"/>
                    <a:pt x="2807965" y="29845"/>
                    <a:pt x="2813045" y="31750"/>
                  </a:cubicBezTo>
                  <a:cubicBezTo>
                    <a:pt x="2817490" y="33655"/>
                    <a:pt x="2821935" y="35560"/>
                    <a:pt x="2825110" y="38100"/>
                  </a:cubicBezTo>
                  <a:lnTo>
                    <a:pt x="2827015" y="38100"/>
                  </a:lnTo>
                  <a:lnTo>
                    <a:pt x="2820030" y="50165"/>
                  </a:lnTo>
                  <a:cubicBezTo>
                    <a:pt x="2816855" y="47625"/>
                    <a:pt x="2813680" y="46355"/>
                    <a:pt x="2810505" y="45085"/>
                  </a:cubicBezTo>
                  <a:cubicBezTo>
                    <a:pt x="2807330" y="43815"/>
                    <a:pt x="2803520" y="43180"/>
                    <a:pt x="2799710" y="43180"/>
                  </a:cubicBezTo>
                  <a:cubicBezTo>
                    <a:pt x="2795900" y="43180"/>
                    <a:pt x="2793360" y="43815"/>
                    <a:pt x="2791455" y="45085"/>
                  </a:cubicBezTo>
                  <a:cubicBezTo>
                    <a:pt x="2789550" y="46355"/>
                    <a:pt x="2788915" y="48260"/>
                    <a:pt x="2788915" y="50165"/>
                  </a:cubicBezTo>
                  <a:cubicBezTo>
                    <a:pt x="2788915" y="51435"/>
                    <a:pt x="2788915" y="52070"/>
                    <a:pt x="2788915" y="52705"/>
                  </a:cubicBezTo>
                  <a:cubicBezTo>
                    <a:pt x="2788915" y="53340"/>
                    <a:pt x="2790185" y="54610"/>
                    <a:pt x="2790820" y="55245"/>
                  </a:cubicBezTo>
                  <a:cubicBezTo>
                    <a:pt x="2792090" y="55880"/>
                    <a:pt x="2793360" y="57150"/>
                    <a:pt x="2795265" y="57785"/>
                  </a:cubicBezTo>
                  <a:cubicBezTo>
                    <a:pt x="2797170" y="59055"/>
                    <a:pt x="2799710" y="59690"/>
                    <a:pt x="2802250" y="60960"/>
                  </a:cubicBezTo>
                  <a:cubicBezTo>
                    <a:pt x="2806695" y="62865"/>
                    <a:pt x="2810505" y="64135"/>
                    <a:pt x="2813680" y="66040"/>
                  </a:cubicBezTo>
                  <a:cubicBezTo>
                    <a:pt x="2816855" y="67310"/>
                    <a:pt x="2819395" y="69215"/>
                    <a:pt x="2821935" y="71120"/>
                  </a:cubicBezTo>
                  <a:cubicBezTo>
                    <a:pt x="2823840" y="73025"/>
                    <a:pt x="2825745" y="75565"/>
                    <a:pt x="2827015" y="78105"/>
                  </a:cubicBezTo>
                  <a:cubicBezTo>
                    <a:pt x="2828285" y="80645"/>
                    <a:pt x="2828920" y="83820"/>
                    <a:pt x="2828920" y="87630"/>
                  </a:cubicBezTo>
                  <a:cubicBezTo>
                    <a:pt x="2828920" y="92075"/>
                    <a:pt x="2828285" y="95250"/>
                    <a:pt x="2826380" y="98425"/>
                  </a:cubicBezTo>
                  <a:cubicBezTo>
                    <a:pt x="2824475" y="101600"/>
                    <a:pt x="2822570" y="103505"/>
                    <a:pt x="2820030" y="105410"/>
                  </a:cubicBezTo>
                  <a:cubicBezTo>
                    <a:pt x="2817490" y="107315"/>
                    <a:pt x="2814315" y="108585"/>
                    <a:pt x="2810505" y="109220"/>
                  </a:cubicBezTo>
                  <a:cubicBezTo>
                    <a:pt x="2806695" y="109855"/>
                    <a:pt x="2803520" y="110490"/>
                    <a:pt x="2799710" y="110490"/>
                  </a:cubicBezTo>
                  <a:cubicBezTo>
                    <a:pt x="2794630" y="110490"/>
                    <a:pt x="2789550" y="109855"/>
                    <a:pt x="2783835" y="107950"/>
                  </a:cubicBezTo>
                  <a:cubicBezTo>
                    <a:pt x="2778120" y="106045"/>
                    <a:pt x="2773675" y="103505"/>
                    <a:pt x="2769230" y="100965"/>
                  </a:cubicBezTo>
                  <a:lnTo>
                    <a:pt x="2776215" y="89535"/>
                  </a:lnTo>
                  <a:cubicBezTo>
                    <a:pt x="2780025" y="92075"/>
                    <a:pt x="2783835" y="93980"/>
                    <a:pt x="2787645" y="95250"/>
                  </a:cubicBezTo>
                  <a:cubicBezTo>
                    <a:pt x="2791455" y="96520"/>
                    <a:pt x="2795265" y="97155"/>
                    <a:pt x="2799075" y="97155"/>
                  </a:cubicBezTo>
                  <a:cubicBezTo>
                    <a:pt x="2804155" y="97155"/>
                    <a:pt x="2807330" y="96520"/>
                    <a:pt x="2809870" y="94615"/>
                  </a:cubicBezTo>
                  <a:cubicBezTo>
                    <a:pt x="2812410" y="93345"/>
                    <a:pt x="2813045" y="90805"/>
                    <a:pt x="2813045" y="88265"/>
                  </a:cubicBezTo>
                  <a:cubicBezTo>
                    <a:pt x="2813045" y="86995"/>
                    <a:pt x="2813045" y="85725"/>
                    <a:pt x="2811775" y="84455"/>
                  </a:cubicBezTo>
                  <a:cubicBezTo>
                    <a:pt x="2811140" y="83185"/>
                    <a:pt x="2809870" y="82550"/>
                    <a:pt x="2807965" y="81280"/>
                  </a:cubicBezTo>
                  <a:cubicBezTo>
                    <a:pt x="2806695" y="80010"/>
                    <a:pt x="2804790" y="79375"/>
                    <a:pt x="2802250" y="78105"/>
                  </a:cubicBezTo>
                  <a:cubicBezTo>
                    <a:pt x="2800345" y="77470"/>
                    <a:pt x="2797805" y="76200"/>
                    <a:pt x="2794630" y="74930"/>
                  </a:cubicBezTo>
                  <a:cubicBezTo>
                    <a:pt x="2790185" y="73025"/>
                    <a:pt x="2787010" y="71755"/>
                    <a:pt x="2783835" y="69850"/>
                  </a:cubicBezTo>
                  <a:cubicBezTo>
                    <a:pt x="2780660" y="67945"/>
                    <a:pt x="2778755" y="66675"/>
                    <a:pt x="2776850" y="64770"/>
                  </a:cubicBezTo>
                  <a:cubicBezTo>
                    <a:pt x="2774945" y="62865"/>
                    <a:pt x="2773675" y="60960"/>
                    <a:pt x="2773040" y="58420"/>
                  </a:cubicBezTo>
                  <a:cubicBezTo>
                    <a:pt x="2772405" y="55880"/>
                    <a:pt x="2771770" y="53340"/>
                    <a:pt x="2771770" y="50165"/>
                  </a:cubicBezTo>
                  <a:cubicBezTo>
                    <a:pt x="2771770" y="46990"/>
                    <a:pt x="2772405" y="43815"/>
                    <a:pt x="2773675" y="40640"/>
                  </a:cubicBezTo>
                  <a:cubicBezTo>
                    <a:pt x="2774945" y="38100"/>
                    <a:pt x="2776850" y="35560"/>
                    <a:pt x="2779390" y="34290"/>
                  </a:cubicBezTo>
                  <a:cubicBezTo>
                    <a:pt x="2781930" y="32385"/>
                    <a:pt x="2784470" y="31115"/>
                    <a:pt x="2787645" y="30480"/>
                  </a:cubicBezTo>
                  <a:cubicBezTo>
                    <a:pt x="2790820" y="29845"/>
                    <a:pt x="2794630" y="29210"/>
                    <a:pt x="2798440" y="29210"/>
                  </a:cubicBezTo>
                  <a:close/>
                  <a:moveTo>
                    <a:pt x="2723510" y="29210"/>
                  </a:moveTo>
                  <a:cubicBezTo>
                    <a:pt x="2725415" y="29210"/>
                    <a:pt x="2727320" y="29210"/>
                    <a:pt x="2729225" y="29210"/>
                  </a:cubicBezTo>
                  <a:cubicBezTo>
                    <a:pt x="2733670" y="29210"/>
                    <a:pt x="2738115" y="29845"/>
                    <a:pt x="2741290" y="31750"/>
                  </a:cubicBezTo>
                  <a:cubicBezTo>
                    <a:pt x="2744465" y="33020"/>
                    <a:pt x="2747640" y="35560"/>
                    <a:pt x="2750180" y="38100"/>
                  </a:cubicBezTo>
                  <a:cubicBezTo>
                    <a:pt x="2752720" y="41275"/>
                    <a:pt x="2753990" y="44450"/>
                    <a:pt x="2755260" y="48895"/>
                  </a:cubicBezTo>
                  <a:cubicBezTo>
                    <a:pt x="2756530" y="53340"/>
                    <a:pt x="2757165" y="58420"/>
                    <a:pt x="2757165" y="64135"/>
                  </a:cubicBezTo>
                  <a:lnTo>
                    <a:pt x="2757165" y="108585"/>
                  </a:lnTo>
                  <a:lnTo>
                    <a:pt x="2741925" y="108585"/>
                  </a:lnTo>
                  <a:lnTo>
                    <a:pt x="2741290" y="108585"/>
                  </a:lnTo>
                  <a:lnTo>
                    <a:pt x="2741290" y="64770"/>
                  </a:lnTo>
                  <a:cubicBezTo>
                    <a:pt x="2741290" y="57785"/>
                    <a:pt x="2740020" y="52070"/>
                    <a:pt x="2737480" y="48895"/>
                  </a:cubicBezTo>
                  <a:cubicBezTo>
                    <a:pt x="2734940" y="45085"/>
                    <a:pt x="2731130" y="43180"/>
                    <a:pt x="2725415" y="43180"/>
                  </a:cubicBezTo>
                  <a:cubicBezTo>
                    <a:pt x="2722875" y="43180"/>
                    <a:pt x="2720970" y="43180"/>
                    <a:pt x="2718430" y="44450"/>
                  </a:cubicBezTo>
                  <a:cubicBezTo>
                    <a:pt x="2716525" y="45085"/>
                    <a:pt x="2714620" y="46990"/>
                    <a:pt x="2713350" y="48260"/>
                  </a:cubicBezTo>
                  <a:cubicBezTo>
                    <a:pt x="2712080" y="50165"/>
                    <a:pt x="2710810" y="52070"/>
                    <a:pt x="2710175" y="54610"/>
                  </a:cubicBezTo>
                  <a:cubicBezTo>
                    <a:pt x="2710175" y="57150"/>
                    <a:pt x="2709540" y="59690"/>
                    <a:pt x="2709540" y="62865"/>
                  </a:cubicBezTo>
                  <a:lnTo>
                    <a:pt x="2709540" y="108585"/>
                  </a:lnTo>
                  <a:lnTo>
                    <a:pt x="2694300" y="108585"/>
                  </a:lnTo>
                  <a:lnTo>
                    <a:pt x="2694300" y="30480"/>
                  </a:lnTo>
                  <a:lnTo>
                    <a:pt x="2709540" y="30480"/>
                  </a:lnTo>
                  <a:lnTo>
                    <a:pt x="2709540" y="38100"/>
                  </a:lnTo>
                  <a:cubicBezTo>
                    <a:pt x="2709540" y="38100"/>
                    <a:pt x="2711445" y="35560"/>
                    <a:pt x="2713350" y="34290"/>
                  </a:cubicBezTo>
                  <a:cubicBezTo>
                    <a:pt x="2714620" y="33020"/>
                    <a:pt x="2716525" y="32385"/>
                    <a:pt x="2717795" y="31115"/>
                  </a:cubicBezTo>
                  <a:cubicBezTo>
                    <a:pt x="2719700" y="30480"/>
                    <a:pt x="2721605" y="29845"/>
                    <a:pt x="2723510" y="29210"/>
                  </a:cubicBezTo>
                  <a:close/>
                  <a:moveTo>
                    <a:pt x="2530470" y="29210"/>
                  </a:moveTo>
                  <a:cubicBezTo>
                    <a:pt x="2536185" y="29210"/>
                    <a:pt x="2540630" y="30480"/>
                    <a:pt x="2545075" y="32385"/>
                  </a:cubicBezTo>
                  <a:cubicBezTo>
                    <a:pt x="2548885" y="34290"/>
                    <a:pt x="2552695" y="37465"/>
                    <a:pt x="2555235" y="40640"/>
                  </a:cubicBezTo>
                  <a:cubicBezTo>
                    <a:pt x="2557775" y="44450"/>
                    <a:pt x="2559680" y="48260"/>
                    <a:pt x="2561585" y="53340"/>
                  </a:cubicBezTo>
                  <a:cubicBezTo>
                    <a:pt x="2562855" y="57785"/>
                    <a:pt x="2563490" y="62865"/>
                    <a:pt x="2563490" y="68580"/>
                  </a:cubicBezTo>
                  <a:lnTo>
                    <a:pt x="2562220" y="68580"/>
                  </a:lnTo>
                  <a:cubicBezTo>
                    <a:pt x="2562220" y="68580"/>
                    <a:pt x="2562220" y="71120"/>
                    <a:pt x="2562220" y="72390"/>
                  </a:cubicBezTo>
                  <a:cubicBezTo>
                    <a:pt x="2562220" y="73660"/>
                    <a:pt x="2562220" y="74295"/>
                    <a:pt x="2562220" y="75565"/>
                  </a:cubicBezTo>
                  <a:lnTo>
                    <a:pt x="2510785" y="75565"/>
                  </a:lnTo>
                  <a:cubicBezTo>
                    <a:pt x="2510785" y="79375"/>
                    <a:pt x="2512055" y="82550"/>
                    <a:pt x="2513325" y="85090"/>
                  </a:cubicBezTo>
                  <a:cubicBezTo>
                    <a:pt x="2514595" y="87630"/>
                    <a:pt x="2515865" y="90170"/>
                    <a:pt x="2517770" y="91440"/>
                  </a:cubicBezTo>
                  <a:cubicBezTo>
                    <a:pt x="2519675" y="93345"/>
                    <a:pt x="2521580" y="94615"/>
                    <a:pt x="2523485" y="95250"/>
                  </a:cubicBezTo>
                  <a:cubicBezTo>
                    <a:pt x="2525390" y="95885"/>
                    <a:pt x="2527930" y="96520"/>
                    <a:pt x="2530470" y="96520"/>
                  </a:cubicBezTo>
                  <a:cubicBezTo>
                    <a:pt x="2532375" y="96520"/>
                    <a:pt x="2533645" y="96520"/>
                    <a:pt x="2535550" y="96520"/>
                  </a:cubicBezTo>
                  <a:cubicBezTo>
                    <a:pt x="2536820" y="96520"/>
                    <a:pt x="2538725" y="95885"/>
                    <a:pt x="2539995" y="95250"/>
                  </a:cubicBezTo>
                  <a:cubicBezTo>
                    <a:pt x="2541265" y="95250"/>
                    <a:pt x="2542535" y="93980"/>
                    <a:pt x="2543805" y="93345"/>
                  </a:cubicBezTo>
                  <a:cubicBezTo>
                    <a:pt x="2545075" y="93345"/>
                    <a:pt x="2546345" y="92075"/>
                    <a:pt x="2548250" y="90805"/>
                  </a:cubicBezTo>
                  <a:lnTo>
                    <a:pt x="2557140" y="100330"/>
                  </a:lnTo>
                  <a:cubicBezTo>
                    <a:pt x="2557140" y="100330"/>
                    <a:pt x="2553330" y="103505"/>
                    <a:pt x="2551425" y="104775"/>
                  </a:cubicBezTo>
                  <a:cubicBezTo>
                    <a:pt x="2549520" y="106045"/>
                    <a:pt x="2547615" y="106680"/>
                    <a:pt x="2545710" y="107950"/>
                  </a:cubicBezTo>
                  <a:cubicBezTo>
                    <a:pt x="2543805" y="108585"/>
                    <a:pt x="2541265" y="109855"/>
                    <a:pt x="2538725" y="109855"/>
                  </a:cubicBezTo>
                  <a:cubicBezTo>
                    <a:pt x="2536185" y="109855"/>
                    <a:pt x="2533010" y="110490"/>
                    <a:pt x="2529835" y="110490"/>
                  </a:cubicBezTo>
                  <a:cubicBezTo>
                    <a:pt x="2526660" y="110490"/>
                    <a:pt x="2523485" y="110490"/>
                    <a:pt x="2520310" y="109220"/>
                  </a:cubicBezTo>
                  <a:cubicBezTo>
                    <a:pt x="2517135" y="108585"/>
                    <a:pt x="2514595" y="107315"/>
                    <a:pt x="2512690" y="105410"/>
                  </a:cubicBezTo>
                  <a:cubicBezTo>
                    <a:pt x="2510785" y="103505"/>
                    <a:pt x="2508245" y="102235"/>
                    <a:pt x="2506340" y="100330"/>
                  </a:cubicBezTo>
                  <a:cubicBezTo>
                    <a:pt x="2504435" y="98425"/>
                    <a:pt x="2502530" y="95885"/>
                    <a:pt x="2501260" y="92710"/>
                  </a:cubicBezTo>
                  <a:cubicBezTo>
                    <a:pt x="2499355" y="89535"/>
                    <a:pt x="2498085" y="86360"/>
                    <a:pt x="2497450" y="82550"/>
                  </a:cubicBezTo>
                  <a:cubicBezTo>
                    <a:pt x="2496815" y="78740"/>
                    <a:pt x="2496180" y="74295"/>
                    <a:pt x="2496180" y="69850"/>
                  </a:cubicBezTo>
                  <a:cubicBezTo>
                    <a:pt x="2496180" y="63500"/>
                    <a:pt x="2496815" y="57150"/>
                    <a:pt x="2498720" y="52070"/>
                  </a:cubicBezTo>
                  <a:cubicBezTo>
                    <a:pt x="2500625" y="46990"/>
                    <a:pt x="2502530" y="42545"/>
                    <a:pt x="2505705" y="39370"/>
                  </a:cubicBezTo>
                  <a:cubicBezTo>
                    <a:pt x="2508880" y="36195"/>
                    <a:pt x="2512055" y="33020"/>
                    <a:pt x="2516500" y="31750"/>
                  </a:cubicBezTo>
                  <a:cubicBezTo>
                    <a:pt x="2520945" y="29845"/>
                    <a:pt x="2525390" y="29210"/>
                    <a:pt x="2530470" y="29210"/>
                  </a:cubicBezTo>
                  <a:close/>
                  <a:moveTo>
                    <a:pt x="2298061" y="29210"/>
                  </a:moveTo>
                  <a:cubicBezTo>
                    <a:pt x="2301236" y="29210"/>
                    <a:pt x="2303776" y="29210"/>
                    <a:pt x="2305681" y="29845"/>
                  </a:cubicBezTo>
                  <a:cubicBezTo>
                    <a:pt x="2307586" y="29845"/>
                    <a:pt x="2309491" y="31115"/>
                    <a:pt x="2311396" y="32385"/>
                  </a:cubicBezTo>
                  <a:lnTo>
                    <a:pt x="2307586" y="46990"/>
                  </a:lnTo>
                  <a:lnTo>
                    <a:pt x="2306316" y="46990"/>
                  </a:lnTo>
                  <a:cubicBezTo>
                    <a:pt x="2306316" y="46990"/>
                    <a:pt x="2303141" y="45085"/>
                    <a:pt x="2301236" y="45085"/>
                  </a:cubicBezTo>
                  <a:cubicBezTo>
                    <a:pt x="2299331" y="45085"/>
                    <a:pt x="2297426" y="44450"/>
                    <a:pt x="2294886" y="44450"/>
                  </a:cubicBezTo>
                  <a:cubicBezTo>
                    <a:pt x="2289806" y="44450"/>
                    <a:pt x="2285996" y="46355"/>
                    <a:pt x="2283456" y="49530"/>
                  </a:cubicBezTo>
                  <a:cubicBezTo>
                    <a:pt x="2280916" y="52705"/>
                    <a:pt x="2279646" y="57785"/>
                    <a:pt x="2279646" y="64770"/>
                  </a:cubicBezTo>
                  <a:lnTo>
                    <a:pt x="2279646" y="109220"/>
                  </a:lnTo>
                  <a:lnTo>
                    <a:pt x="2264406" y="109220"/>
                  </a:lnTo>
                  <a:lnTo>
                    <a:pt x="2264406" y="31115"/>
                  </a:lnTo>
                  <a:lnTo>
                    <a:pt x="2279646" y="31115"/>
                  </a:lnTo>
                  <a:lnTo>
                    <a:pt x="2279646" y="38735"/>
                  </a:lnTo>
                  <a:cubicBezTo>
                    <a:pt x="2279646" y="38735"/>
                    <a:pt x="2281551" y="36195"/>
                    <a:pt x="2282821" y="34925"/>
                  </a:cubicBezTo>
                  <a:cubicBezTo>
                    <a:pt x="2284091" y="33655"/>
                    <a:pt x="2285361" y="33020"/>
                    <a:pt x="2287266" y="31750"/>
                  </a:cubicBezTo>
                  <a:cubicBezTo>
                    <a:pt x="2288536" y="31115"/>
                    <a:pt x="2290441" y="30480"/>
                    <a:pt x="2292346" y="29845"/>
                  </a:cubicBezTo>
                  <a:cubicBezTo>
                    <a:pt x="2294251" y="29845"/>
                    <a:pt x="2296156" y="29210"/>
                    <a:pt x="2298061" y="29210"/>
                  </a:cubicBezTo>
                  <a:close/>
                  <a:moveTo>
                    <a:pt x="2216145" y="29210"/>
                  </a:moveTo>
                  <a:cubicBezTo>
                    <a:pt x="2221860" y="29210"/>
                    <a:pt x="2226305" y="30480"/>
                    <a:pt x="2230750" y="32385"/>
                  </a:cubicBezTo>
                  <a:cubicBezTo>
                    <a:pt x="2234560" y="34290"/>
                    <a:pt x="2238370" y="37465"/>
                    <a:pt x="2240910" y="40640"/>
                  </a:cubicBezTo>
                  <a:cubicBezTo>
                    <a:pt x="2243450" y="44450"/>
                    <a:pt x="2245355" y="48260"/>
                    <a:pt x="2247260" y="53340"/>
                  </a:cubicBezTo>
                  <a:cubicBezTo>
                    <a:pt x="2248530" y="57785"/>
                    <a:pt x="2249165" y="62865"/>
                    <a:pt x="2249165" y="68580"/>
                  </a:cubicBezTo>
                  <a:lnTo>
                    <a:pt x="2247895" y="68580"/>
                  </a:lnTo>
                  <a:cubicBezTo>
                    <a:pt x="2247895" y="68580"/>
                    <a:pt x="2247895" y="71120"/>
                    <a:pt x="2247895" y="72390"/>
                  </a:cubicBezTo>
                  <a:cubicBezTo>
                    <a:pt x="2247895" y="73660"/>
                    <a:pt x="2247895" y="74295"/>
                    <a:pt x="2247895" y="75565"/>
                  </a:cubicBezTo>
                  <a:lnTo>
                    <a:pt x="2196460" y="75565"/>
                  </a:lnTo>
                  <a:cubicBezTo>
                    <a:pt x="2196460" y="79375"/>
                    <a:pt x="2197730" y="82550"/>
                    <a:pt x="2199000" y="85090"/>
                  </a:cubicBezTo>
                  <a:cubicBezTo>
                    <a:pt x="2200270" y="87630"/>
                    <a:pt x="2201540" y="90170"/>
                    <a:pt x="2203445" y="91440"/>
                  </a:cubicBezTo>
                  <a:cubicBezTo>
                    <a:pt x="2205350" y="93345"/>
                    <a:pt x="2207255" y="94615"/>
                    <a:pt x="2209160" y="95250"/>
                  </a:cubicBezTo>
                  <a:cubicBezTo>
                    <a:pt x="2211065" y="95885"/>
                    <a:pt x="2213605" y="96520"/>
                    <a:pt x="2216145" y="96520"/>
                  </a:cubicBezTo>
                  <a:cubicBezTo>
                    <a:pt x="2218050" y="96520"/>
                    <a:pt x="2219320" y="96520"/>
                    <a:pt x="2221225" y="96520"/>
                  </a:cubicBezTo>
                  <a:cubicBezTo>
                    <a:pt x="2222495" y="96520"/>
                    <a:pt x="2224400" y="95885"/>
                    <a:pt x="2225670" y="95250"/>
                  </a:cubicBezTo>
                  <a:cubicBezTo>
                    <a:pt x="2226940" y="95250"/>
                    <a:pt x="2228210" y="93980"/>
                    <a:pt x="2229480" y="93345"/>
                  </a:cubicBezTo>
                  <a:cubicBezTo>
                    <a:pt x="2230750" y="93345"/>
                    <a:pt x="2232020" y="92075"/>
                    <a:pt x="2233925" y="90805"/>
                  </a:cubicBezTo>
                  <a:lnTo>
                    <a:pt x="2242815" y="100330"/>
                  </a:lnTo>
                  <a:cubicBezTo>
                    <a:pt x="2242815" y="100330"/>
                    <a:pt x="2239005" y="103505"/>
                    <a:pt x="2237100" y="104775"/>
                  </a:cubicBezTo>
                  <a:cubicBezTo>
                    <a:pt x="2235195" y="106045"/>
                    <a:pt x="2233290" y="106680"/>
                    <a:pt x="2231385" y="107950"/>
                  </a:cubicBezTo>
                  <a:cubicBezTo>
                    <a:pt x="2229480" y="108585"/>
                    <a:pt x="2226940" y="109855"/>
                    <a:pt x="2224400" y="109855"/>
                  </a:cubicBezTo>
                  <a:cubicBezTo>
                    <a:pt x="2221860" y="109855"/>
                    <a:pt x="2218685" y="110490"/>
                    <a:pt x="2215510" y="110490"/>
                  </a:cubicBezTo>
                  <a:cubicBezTo>
                    <a:pt x="2212335" y="110490"/>
                    <a:pt x="2209160" y="110490"/>
                    <a:pt x="2205985" y="109220"/>
                  </a:cubicBezTo>
                  <a:cubicBezTo>
                    <a:pt x="2202810" y="108585"/>
                    <a:pt x="2200270" y="107315"/>
                    <a:pt x="2198365" y="105410"/>
                  </a:cubicBezTo>
                  <a:cubicBezTo>
                    <a:pt x="2195825" y="104140"/>
                    <a:pt x="2193920" y="102235"/>
                    <a:pt x="2192015" y="100330"/>
                  </a:cubicBezTo>
                  <a:cubicBezTo>
                    <a:pt x="2190110" y="98425"/>
                    <a:pt x="2188205" y="95885"/>
                    <a:pt x="2186935" y="92710"/>
                  </a:cubicBezTo>
                  <a:cubicBezTo>
                    <a:pt x="2185030" y="89535"/>
                    <a:pt x="2183760" y="86360"/>
                    <a:pt x="2183125" y="82550"/>
                  </a:cubicBezTo>
                  <a:cubicBezTo>
                    <a:pt x="2182490" y="78740"/>
                    <a:pt x="2181855" y="74295"/>
                    <a:pt x="2181855" y="69850"/>
                  </a:cubicBezTo>
                  <a:cubicBezTo>
                    <a:pt x="2181855" y="63500"/>
                    <a:pt x="2182490" y="57150"/>
                    <a:pt x="2184395" y="52070"/>
                  </a:cubicBezTo>
                  <a:cubicBezTo>
                    <a:pt x="2186300" y="46990"/>
                    <a:pt x="2188205" y="42545"/>
                    <a:pt x="2191380" y="39370"/>
                  </a:cubicBezTo>
                  <a:cubicBezTo>
                    <a:pt x="2194555" y="36195"/>
                    <a:pt x="2197730" y="33020"/>
                    <a:pt x="2202175" y="31750"/>
                  </a:cubicBezTo>
                  <a:cubicBezTo>
                    <a:pt x="2206620" y="29845"/>
                    <a:pt x="2211065" y="29210"/>
                    <a:pt x="2216145" y="29210"/>
                  </a:cubicBezTo>
                  <a:close/>
                  <a:moveTo>
                    <a:pt x="2029456" y="29210"/>
                  </a:moveTo>
                  <a:cubicBezTo>
                    <a:pt x="2035171" y="29210"/>
                    <a:pt x="2039616" y="30480"/>
                    <a:pt x="2044061" y="32385"/>
                  </a:cubicBezTo>
                  <a:cubicBezTo>
                    <a:pt x="2047871" y="34290"/>
                    <a:pt x="2051681" y="37465"/>
                    <a:pt x="2054221" y="40640"/>
                  </a:cubicBezTo>
                  <a:cubicBezTo>
                    <a:pt x="2056761" y="44450"/>
                    <a:pt x="2058666" y="48260"/>
                    <a:pt x="2060571" y="53340"/>
                  </a:cubicBezTo>
                  <a:cubicBezTo>
                    <a:pt x="2061841" y="57785"/>
                    <a:pt x="2062476" y="62865"/>
                    <a:pt x="2062476" y="68580"/>
                  </a:cubicBezTo>
                  <a:lnTo>
                    <a:pt x="2061206" y="68580"/>
                  </a:lnTo>
                  <a:cubicBezTo>
                    <a:pt x="2061206" y="68580"/>
                    <a:pt x="2061206" y="71120"/>
                    <a:pt x="2061206" y="72390"/>
                  </a:cubicBezTo>
                  <a:cubicBezTo>
                    <a:pt x="2061206" y="73660"/>
                    <a:pt x="2061206" y="74295"/>
                    <a:pt x="2061206" y="75565"/>
                  </a:cubicBezTo>
                  <a:lnTo>
                    <a:pt x="2009771" y="75565"/>
                  </a:lnTo>
                  <a:cubicBezTo>
                    <a:pt x="2009771" y="79375"/>
                    <a:pt x="2011041" y="82550"/>
                    <a:pt x="2012311" y="85090"/>
                  </a:cubicBezTo>
                  <a:cubicBezTo>
                    <a:pt x="2013581" y="87630"/>
                    <a:pt x="2014851" y="90170"/>
                    <a:pt x="2016756" y="91440"/>
                  </a:cubicBezTo>
                  <a:cubicBezTo>
                    <a:pt x="2018661" y="93345"/>
                    <a:pt x="2020566" y="94615"/>
                    <a:pt x="2022471" y="95250"/>
                  </a:cubicBezTo>
                  <a:cubicBezTo>
                    <a:pt x="2024376" y="95885"/>
                    <a:pt x="2026916" y="96520"/>
                    <a:pt x="2029456" y="96520"/>
                  </a:cubicBezTo>
                  <a:cubicBezTo>
                    <a:pt x="2031361" y="96520"/>
                    <a:pt x="2032631" y="96520"/>
                    <a:pt x="2034536" y="96520"/>
                  </a:cubicBezTo>
                  <a:cubicBezTo>
                    <a:pt x="2035806" y="96520"/>
                    <a:pt x="2037711" y="95885"/>
                    <a:pt x="2038981" y="95250"/>
                  </a:cubicBezTo>
                  <a:cubicBezTo>
                    <a:pt x="2040251" y="95250"/>
                    <a:pt x="2041521" y="93980"/>
                    <a:pt x="2042791" y="93345"/>
                  </a:cubicBezTo>
                  <a:cubicBezTo>
                    <a:pt x="2044061" y="93345"/>
                    <a:pt x="2045331" y="92075"/>
                    <a:pt x="2047236" y="90805"/>
                  </a:cubicBezTo>
                  <a:lnTo>
                    <a:pt x="2056126" y="100330"/>
                  </a:lnTo>
                  <a:cubicBezTo>
                    <a:pt x="2056126" y="100330"/>
                    <a:pt x="2052316" y="103505"/>
                    <a:pt x="2050411" y="104775"/>
                  </a:cubicBezTo>
                  <a:cubicBezTo>
                    <a:pt x="2048506" y="106045"/>
                    <a:pt x="2046601" y="106680"/>
                    <a:pt x="2044696" y="107950"/>
                  </a:cubicBezTo>
                  <a:cubicBezTo>
                    <a:pt x="2042791" y="108585"/>
                    <a:pt x="2040251" y="109855"/>
                    <a:pt x="2037711" y="109855"/>
                  </a:cubicBezTo>
                  <a:cubicBezTo>
                    <a:pt x="2035171" y="109855"/>
                    <a:pt x="2031996" y="110490"/>
                    <a:pt x="2028821" y="110490"/>
                  </a:cubicBezTo>
                  <a:cubicBezTo>
                    <a:pt x="2025646" y="110490"/>
                    <a:pt x="2022471" y="110490"/>
                    <a:pt x="2019296" y="109220"/>
                  </a:cubicBezTo>
                  <a:cubicBezTo>
                    <a:pt x="2016121" y="108585"/>
                    <a:pt x="2013581" y="107315"/>
                    <a:pt x="2011676" y="105410"/>
                  </a:cubicBezTo>
                  <a:cubicBezTo>
                    <a:pt x="2009136" y="104140"/>
                    <a:pt x="2007231" y="102235"/>
                    <a:pt x="2005326" y="100330"/>
                  </a:cubicBezTo>
                  <a:cubicBezTo>
                    <a:pt x="2003421" y="98425"/>
                    <a:pt x="2001516" y="95885"/>
                    <a:pt x="2000246" y="92710"/>
                  </a:cubicBezTo>
                  <a:cubicBezTo>
                    <a:pt x="1998341" y="89535"/>
                    <a:pt x="1997071" y="86360"/>
                    <a:pt x="1996436" y="82550"/>
                  </a:cubicBezTo>
                  <a:cubicBezTo>
                    <a:pt x="1995801" y="78740"/>
                    <a:pt x="1995166" y="74295"/>
                    <a:pt x="1995166" y="69850"/>
                  </a:cubicBezTo>
                  <a:cubicBezTo>
                    <a:pt x="1995166" y="63500"/>
                    <a:pt x="1995801" y="57150"/>
                    <a:pt x="1997706" y="52070"/>
                  </a:cubicBezTo>
                  <a:cubicBezTo>
                    <a:pt x="1999611" y="46990"/>
                    <a:pt x="2001516" y="42545"/>
                    <a:pt x="2004691" y="39370"/>
                  </a:cubicBezTo>
                  <a:cubicBezTo>
                    <a:pt x="2007866" y="36195"/>
                    <a:pt x="2011041" y="33020"/>
                    <a:pt x="2015486" y="31750"/>
                  </a:cubicBezTo>
                  <a:cubicBezTo>
                    <a:pt x="2019931" y="29845"/>
                    <a:pt x="2024376" y="29210"/>
                    <a:pt x="2029456" y="29210"/>
                  </a:cubicBezTo>
                  <a:close/>
                  <a:moveTo>
                    <a:pt x="1831336" y="29210"/>
                  </a:moveTo>
                  <a:cubicBezTo>
                    <a:pt x="1837051" y="29210"/>
                    <a:pt x="1841496" y="30480"/>
                    <a:pt x="1845941" y="32385"/>
                  </a:cubicBezTo>
                  <a:cubicBezTo>
                    <a:pt x="1849751" y="34290"/>
                    <a:pt x="1853561" y="37465"/>
                    <a:pt x="1856101" y="40640"/>
                  </a:cubicBezTo>
                  <a:cubicBezTo>
                    <a:pt x="1858641" y="44450"/>
                    <a:pt x="1860546" y="48260"/>
                    <a:pt x="1862451" y="53340"/>
                  </a:cubicBezTo>
                  <a:cubicBezTo>
                    <a:pt x="1863721" y="57785"/>
                    <a:pt x="1864356" y="62865"/>
                    <a:pt x="1864356" y="68580"/>
                  </a:cubicBezTo>
                  <a:lnTo>
                    <a:pt x="1863086" y="68580"/>
                  </a:lnTo>
                  <a:cubicBezTo>
                    <a:pt x="1863086" y="68580"/>
                    <a:pt x="1863086" y="71120"/>
                    <a:pt x="1863086" y="72390"/>
                  </a:cubicBezTo>
                  <a:cubicBezTo>
                    <a:pt x="1863086" y="73660"/>
                    <a:pt x="1863086" y="74295"/>
                    <a:pt x="1863086" y="75565"/>
                  </a:cubicBezTo>
                  <a:lnTo>
                    <a:pt x="1811651" y="75565"/>
                  </a:lnTo>
                  <a:cubicBezTo>
                    <a:pt x="1811651" y="79375"/>
                    <a:pt x="1812921" y="82550"/>
                    <a:pt x="1814191" y="85090"/>
                  </a:cubicBezTo>
                  <a:cubicBezTo>
                    <a:pt x="1815461" y="87630"/>
                    <a:pt x="1816731" y="90170"/>
                    <a:pt x="1818636" y="91440"/>
                  </a:cubicBezTo>
                  <a:cubicBezTo>
                    <a:pt x="1820541" y="93345"/>
                    <a:pt x="1822446" y="94615"/>
                    <a:pt x="1824351" y="95250"/>
                  </a:cubicBezTo>
                  <a:cubicBezTo>
                    <a:pt x="1826256" y="95885"/>
                    <a:pt x="1828796" y="96520"/>
                    <a:pt x="1831336" y="96520"/>
                  </a:cubicBezTo>
                  <a:cubicBezTo>
                    <a:pt x="1833241" y="96520"/>
                    <a:pt x="1834511" y="96520"/>
                    <a:pt x="1836416" y="96520"/>
                  </a:cubicBezTo>
                  <a:cubicBezTo>
                    <a:pt x="1837686" y="96520"/>
                    <a:pt x="1839591" y="95885"/>
                    <a:pt x="1840861" y="95250"/>
                  </a:cubicBezTo>
                  <a:cubicBezTo>
                    <a:pt x="1842131" y="95250"/>
                    <a:pt x="1843401" y="93980"/>
                    <a:pt x="1844671" y="93345"/>
                  </a:cubicBezTo>
                  <a:cubicBezTo>
                    <a:pt x="1845941" y="93345"/>
                    <a:pt x="1847211" y="92075"/>
                    <a:pt x="1849116" y="90805"/>
                  </a:cubicBezTo>
                  <a:lnTo>
                    <a:pt x="1858006" y="100330"/>
                  </a:lnTo>
                  <a:cubicBezTo>
                    <a:pt x="1858006" y="100330"/>
                    <a:pt x="1854196" y="103505"/>
                    <a:pt x="1852291" y="104775"/>
                  </a:cubicBezTo>
                  <a:cubicBezTo>
                    <a:pt x="1850386" y="106045"/>
                    <a:pt x="1848481" y="106680"/>
                    <a:pt x="1846576" y="107950"/>
                  </a:cubicBezTo>
                  <a:cubicBezTo>
                    <a:pt x="1844671" y="108585"/>
                    <a:pt x="1842131" y="109855"/>
                    <a:pt x="1839591" y="109855"/>
                  </a:cubicBezTo>
                  <a:cubicBezTo>
                    <a:pt x="1837051" y="109855"/>
                    <a:pt x="1833876" y="110490"/>
                    <a:pt x="1830701" y="110490"/>
                  </a:cubicBezTo>
                  <a:cubicBezTo>
                    <a:pt x="1827526" y="110490"/>
                    <a:pt x="1824351" y="110490"/>
                    <a:pt x="1821176" y="109220"/>
                  </a:cubicBezTo>
                  <a:cubicBezTo>
                    <a:pt x="1818001" y="108585"/>
                    <a:pt x="1815461" y="107315"/>
                    <a:pt x="1813556" y="105410"/>
                  </a:cubicBezTo>
                  <a:cubicBezTo>
                    <a:pt x="1811016" y="104140"/>
                    <a:pt x="1809111" y="102235"/>
                    <a:pt x="1807206" y="100330"/>
                  </a:cubicBezTo>
                  <a:cubicBezTo>
                    <a:pt x="1805301" y="98425"/>
                    <a:pt x="1803396" y="95885"/>
                    <a:pt x="1802126" y="92710"/>
                  </a:cubicBezTo>
                  <a:cubicBezTo>
                    <a:pt x="1800221" y="89535"/>
                    <a:pt x="1798951" y="86360"/>
                    <a:pt x="1798316" y="82550"/>
                  </a:cubicBezTo>
                  <a:cubicBezTo>
                    <a:pt x="1797681" y="78740"/>
                    <a:pt x="1797046" y="74295"/>
                    <a:pt x="1797046" y="69850"/>
                  </a:cubicBezTo>
                  <a:cubicBezTo>
                    <a:pt x="1797046" y="63500"/>
                    <a:pt x="1797681" y="57150"/>
                    <a:pt x="1799586" y="52070"/>
                  </a:cubicBezTo>
                  <a:cubicBezTo>
                    <a:pt x="1801491" y="46990"/>
                    <a:pt x="1803396" y="42545"/>
                    <a:pt x="1806571" y="39370"/>
                  </a:cubicBezTo>
                  <a:cubicBezTo>
                    <a:pt x="1809746" y="36195"/>
                    <a:pt x="1812921" y="33020"/>
                    <a:pt x="1817366" y="31750"/>
                  </a:cubicBezTo>
                  <a:cubicBezTo>
                    <a:pt x="1821811" y="29845"/>
                    <a:pt x="1826256" y="29210"/>
                    <a:pt x="1831336" y="29210"/>
                  </a:cubicBezTo>
                  <a:close/>
                  <a:moveTo>
                    <a:pt x="1501140" y="29210"/>
                  </a:moveTo>
                  <a:cubicBezTo>
                    <a:pt x="1503046" y="29210"/>
                    <a:pt x="1504951" y="29210"/>
                    <a:pt x="1506856" y="29210"/>
                  </a:cubicBezTo>
                  <a:cubicBezTo>
                    <a:pt x="1511301" y="29210"/>
                    <a:pt x="1515746" y="29845"/>
                    <a:pt x="1518920" y="31750"/>
                  </a:cubicBezTo>
                  <a:cubicBezTo>
                    <a:pt x="1522096" y="33020"/>
                    <a:pt x="1525271" y="35560"/>
                    <a:pt x="1527811" y="38100"/>
                  </a:cubicBezTo>
                  <a:cubicBezTo>
                    <a:pt x="1530351" y="41275"/>
                    <a:pt x="1531621" y="44450"/>
                    <a:pt x="1532891" y="48895"/>
                  </a:cubicBezTo>
                  <a:cubicBezTo>
                    <a:pt x="1534161" y="53340"/>
                    <a:pt x="1534796" y="58420"/>
                    <a:pt x="1534796" y="64135"/>
                  </a:cubicBezTo>
                  <a:lnTo>
                    <a:pt x="1534796" y="108585"/>
                  </a:lnTo>
                  <a:lnTo>
                    <a:pt x="1519556" y="108585"/>
                  </a:lnTo>
                  <a:lnTo>
                    <a:pt x="1518920" y="108585"/>
                  </a:lnTo>
                  <a:lnTo>
                    <a:pt x="1518920" y="64770"/>
                  </a:lnTo>
                  <a:cubicBezTo>
                    <a:pt x="1518920" y="57785"/>
                    <a:pt x="1517651" y="52070"/>
                    <a:pt x="1515111" y="48895"/>
                  </a:cubicBezTo>
                  <a:cubicBezTo>
                    <a:pt x="1512571" y="45085"/>
                    <a:pt x="1508761" y="43180"/>
                    <a:pt x="1503046" y="43180"/>
                  </a:cubicBezTo>
                  <a:cubicBezTo>
                    <a:pt x="1500506" y="43180"/>
                    <a:pt x="1498601" y="43180"/>
                    <a:pt x="1496061" y="44450"/>
                  </a:cubicBezTo>
                  <a:cubicBezTo>
                    <a:pt x="1494156" y="45085"/>
                    <a:pt x="1492250" y="46990"/>
                    <a:pt x="1490981" y="48260"/>
                  </a:cubicBezTo>
                  <a:cubicBezTo>
                    <a:pt x="1489711" y="50165"/>
                    <a:pt x="1488441" y="52070"/>
                    <a:pt x="1487806" y="54610"/>
                  </a:cubicBezTo>
                  <a:cubicBezTo>
                    <a:pt x="1487806" y="57150"/>
                    <a:pt x="1487170" y="59690"/>
                    <a:pt x="1487170" y="62865"/>
                  </a:cubicBezTo>
                  <a:lnTo>
                    <a:pt x="1487170" y="108585"/>
                  </a:lnTo>
                  <a:lnTo>
                    <a:pt x="1471931" y="108585"/>
                  </a:lnTo>
                  <a:lnTo>
                    <a:pt x="1471931" y="30480"/>
                  </a:lnTo>
                  <a:lnTo>
                    <a:pt x="1487170" y="30480"/>
                  </a:lnTo>
                  <a:lnTo>
                    <a:pt x="1487170" y="38100"/>
                  </a:lnTo>
                  <a:cubicBezTo>
                    <a:pt x="1487170" y="38100"/>
                    <a:pt x="1489076" y="35560"/>
                    <a:pt x="1490981" y="34290"/>
                  </a:cubicBezTo>
                  <a:cubicBezTo>
                    <a:pt x="1492250" y="33020"/>
                    <a:pt x="1494156" y="32385"/>
                    <a:pt x="1495426" y="31115"/>
                  </a:cubicBezTo>
                  <a:cubicBezTo>
                    <a:pt x="1497331" y="30480"/>
                    <a:pt x="1499236" y="29845"/>
                    <a:pt x="1501140" y="29210"/>
                  </a:cubicBezTo>
                  <a:close/>
                  <a:moveTo>
                    <a:pt x="1250316" y="29210"/>
                  </a:moveTo>
                  <a:cubicBezTo>
                    <a:pt x="1255396" y="29210"/>
                    <a:pt x="1259841" y="29845"/>
                    <a:pt x="1264286" y="31750"/>
                  </a:cubicBezTo>
                  <a:cubicBezTo>
                    <a:pt x="1268731" y="33655"/>
                    <a:pt x="1273176" y="35560"/>
                    <a:pt x="1276350" y="38100"/>
                  </a:cubicBezTo>
                  <a:lnTo>
                    <a:pt x="1278256" y="38100"/>
                  </a:lnTo>
                  <a:lnTo>
                    <a:pt x="1271271" y="50165"/>
                  </a:lnTo>
                  <a:cubicBezTo>
                    <a:pt x="1268095" y="47625"/>
                    <a:pt x="1264921" y="46355"/>
                    <a:pt x="1261746" y="45085"/>
                  </a:cubicBezTo>
                  <a:cubicBezTo>
                    <a:pt x="1258570" y="43815"/>
                    <a:pt x="1254761" y="43180"/>
                    <a:pt x="1250951" y="43180"/>
                  </a:cubicBezTo>
                  <a:cubicBezTo>
                    <a:pt x="1247141" y="43180"/>
                    <a:pt x="1244601" y="43815"/>
                    <a:pt x="1242696" y="45085"/>
                  </a:cubicBezTo>
                  <a:cubicBezTo>
                    <a:pt x="1240791" y="46355"/>
                    <a:pt x="1240156" y="48260"/>
                    <a:pt x="1240156" y="50165"/>
                  </a:cubicBezTo>
                  <a:cubicBezTo>
                    <a:pt x="1240156" y="51435"/>
                    <a:pt x="1240156" y="52070"/>
                    <a:pt x="1240156" y="52705"/>
                  </a:cubicBezTo>
                  <a:cubicBezTo>
                    <a:pt x="1240156" y="53340"/>
                    <a:pt x="1241426" y="54610"/>
                    <a:pt x="1242061" y="55245"/>
                  </a:cubicBezTo>
                  <a:cubicBezTo>
                    <a:pt x="1243331" y="55880"/>
                    <a:pt x="1244601" y="57150"/>
                    <a:pt x="1246506" y="57785"/>
                  </a:cubicBezTo>
                  <a:cubicBezTo>
                    <a:pt x="1248411" y="59055"/>
                    <a:pt x="1250951" y="59690"/>
                    <a:pt x="1253491" y="60960"/>
                  </a:cubicBezTo>
                  <a:cubicBezTo>
                    <a:pt x="1257936" y="62865"/>
                    <a:pt x="1261746" y="64135"/>
                    <a:pt x="1264921" y="66040"/>
                  </a:cubicBezTo>
                  <a:cubicBezTo>
                    <a:pt x="1268095" y="67310"/>
                    <a:pt x="1270635" y="69215"/>
                    <a:pt x="1273176" y="71120"/>
                  </a:cubicBezTo>
                  <a:cubicBezTo>
                    <a:pt x="1275080" y="73025"/>
                    <a:pt x="1276985" y="75565"/>
                    <a:pt x="1278256" y="78105"/>
                  </a:cubicBezTo>
                  <a:cubicBezTo>
                    <a:pt x="1279525" y="80645"/>
                    <a:pt x="1280161" y="83820"/>
                    <a:pt x="1280161" y="87630"/>
                  </a:cubicBezTo>
                  <a:cubicBezTo>
                    <a:pt x="1280161" y="92075"/>
                    <a:pt x="1279525" y="95250"/>
                    <a:pt x="1277621" y="98425"/>
                  </a:cubicBezTo>
                  <a:cubicBezTo>
                    <a:pt x="1275716" y="101600"/>
                    <a:pt x="1273811" y="103505"/>
                    <a:pt x="1271271" y="105410"/>
                  </a:cubicBezTo>
                  <a:cubicBezTo>
                    <a:pt x="1268731" y="107315"/>
                    <a:pt x="1265556" y="108585"/>
                    <a:pt x="1261746" y="109220"/>
                  </a:cubicBezTo>
                  <a:cubicBezTo>
                    <a:pt x="1257936" y="109855"/>
                    <a:pt x="1254761" y="110490"/>
                    <a:pt x="1250951" y="110490"/>
                  </a:cubicBezTo>
                  <a:cubicBezTo>
                    <a:pt x="1245871" y="110490"/>
                    <a:pt x="1240791" y="109855"/>
                    <a:pt x="1235711" y="107950"/>
                  </a:cubicBezTo>
                  <a:cubicBezTo>
                    <a:pt x="1229996" y="106045"/>
                    <a:pt x="1225551" y="103505"/>
                    <a:pt x="1221106" y="100965"/>
                  </a:cubicBezTo>
                  <a:lnTo>
                    <a:pt x="1228091" y="89535"/>
                  </a:lnTo>
                  <a:cubicBezTo>
                    <a:pt x="1231901" y="92075"/>
                    <a:pt x="1235711" y="93980"/>
                    <a:pt x="1239521" y="95250"/>
                  </a:cubicBezTo>
                  <a:cubicBezTo>
                    <a:pt x="1243331" y="96520"/>
                    <a:pt x="1247141" y="97155"/>
                    <a:pt x="1250951" y="97155"/>
                  </a:cubicBezTo>
                  <a:cubicBezTo>
                    <a:pt x="1256031" y="97155"/>
                    <a:pt x="1259205" y="96520"/>
                    <a:pt x="1261746" y="94615"/>
                  </a:cubicBezTo>
                  <a:cubicBezTo>
                    <a:pt x="1264286" y="93345"/>
                    <a:pt x="1264921" y="90805"/>
                    <a:pt x="1264921" y="88265"/>
                  </a:cubicBezTo>
                  <a:cubicBezTo>
                    <a:pt x="1264921" y="86995"/>
                    <a:pt x="1264921" y="85725"/>
                    <a:pt x="1263650" y="84455"/>
                  </a:cubicBezTo>
                  <a:cubicBezTo>
                    <a:pt x="1263015" y="83185"/>
                    <a:pt x="1261746" y="82550"/>
                    <a:pt x="1259841" y="81280"/>
                  </a:cubicBezTo>
                  <a:cubicBezTo>
                    <a:pt x="1258570" y="80010"/>
                    <a:pt x="1256666" y="79375"/>
                    <a:pt x="1254125" y="78105"/>
                  </a:cubicBezTo>
                  <a:cubicBezTo>
                    <a:pt x="1252221" y="77470"/>
                    <a:pt x="1249681" y="76200"/>
                    <a:pt x="1246506" y="74930"/>
                  </a:cubicBezTo>
                  <a:cubicBezTo>
                    <a:pt x="1242061" y="73025"/>
                    <a:pt x="1238886" y="71755"/>
                    <a:pt x="1235711" y="69850"/>
                  </a:cubicBezTo>
                  <a:cubicBezTo>
                    <a:pt x="1232536" y="67945"/>
                    <a:pt x="1230631" y="66675"/>
                    <a:pt x="1228726" y="64770"/>
                  </a:cubicBezTo>
                  <a:cubicBezTo>
                    <a:pt x="1226821" y="62865"/>
                    <a:pt x="1225551" y="60960"/>
                    <a:pt x="1224916" y="58420"/>
                  </a:cubicBezTo>
                  <a:cubicBezTo>
                    <a:pt x="1224281" y="55880"/>
                    <a:pt x="1223646" y="53340"/>
                    <a:pt x="1223646" y="50165"/>
                  </a:cubicBezTo>
                  <a:cubicBezTo>
                    <a:pt x="1223646" y="46990"/>
                    <a:pt x="1224281" y="43815"/>
                    <a:pt x="1225551" y="40640"/>
                  </a:cubicBezTo>
                  <a:cubicBezTo>
                    <a:pt x="1226821" y="38100"/>
                    <a:pt x="1228726" y="35560"/>
                    <a:pt x="1231266" y="34290"/>
                  </a:cubicBezTo>
                  <a:cubicBezTo>
                    <a:pt x="1233806" y="32385"/>
                    <a:pt x="1236346" y="31115"/>
                    <a:pt x="1239521" y="30480"/>
                  </a:cubicBezTo>
                  <a:cubicBezTo>
                    <a:pt x="1242696" y="29845"/>
                    <a:pt x="1246506" y="29210"/>
                    <a:pt x="1250316" y="29210"/>
                  </a:cubicBezTo>
                  <a:close/>
                  <a:moveTo>
                    <a:pt x="1180466" y="29210"/>
                  </a:moveTo>
                  <a:cubicBezTo>
                    <a:pt x="1186181" y="29210"/>
                    <a:pt x="1190626" y="30480"/>
                    <a:pt x="1195071" y="32385"/>
                  </a:cubicBezTo>
                  <a:cubicBezTo>
                    <a:pt x="1198881" y="34290"/>
                    <a:pt x="1202691" y="37465"/>
                    <a:pt x="1205231" y="40640"/>
                  </a:cubicBezTo>
                  <a:cubicBezTo>
                    <a:pt x="1207771" y="44450"/>
                    <a:pt x="1209676" y="48260"/>
                    <a:pt x="1211581" y="53340"/>
                  </a:cubicBezTo>
                  <a:cubicBezTo>
                    <a:pt x="1212851" y="57785"/>
                    <a:pt x="1213486" y="62865"/>
                    <a:pt x="1213486" y="68580"/>
                  </a:cubicBezTo>
                  <a:lnTo>
                    <a:pt x="1212216" y="68580"/>
                  </a:lnTo>
                  <a:cubicBezTo>
                    <a:pt x="1212216" y="68580"/>
                    <a:pt x="1212216" y="71120"/>
                    <a:pt x="1212216" y="72390"/>
                  </a:cubicBezTo>
                  <a:cubicBezTo>
                    <a:pt x="1212216" y="73660"/>
                    <a:pt x="1212216" y="74295"/>
                    <a:pt x="1212216" y="75565"/>
                  </a:cubicBezTo>
                  <a:lnTo>
                    <a:pt x="1160781" y="75565"/>
                  </a:lnTo>
                  <a:cubicBezTo>
                    <a:pt x="1160781" y="79375"/>
                    <a:pt x="1162051" y="82550"/>
                    <a:pt x="1163321" y="85090"/>
                  </a:cubicBezTo>
                  <a:cubicBezTo>
                    <a:pt x="1164591" y="87630"/>
                    <a:pt x="1165861" y="90170"/>
                    <a:pt x="1167766" y="91440"/>
                  </a:cubicBezTo>
                  <a:cubicBezTo>
                    <a:pt x="1169671" y="93345"/>
                    <a:pt x="1171576" y="94615"/>
                    <a:pt x="1173481" y="95250"/>
                  </a:cubicBezTo>
                  <a:cubicBezTo>
                    <a:pt x="1175386" y="95885"/>
                    <a:pt x="1177926" y="96520"/>
                    <a:pt x="1180466" y="96520"/>
                  </a:cubicBezTo>
                  <a:cubicBezTo>
                    <a:pt x="1182371" y="96520"/>
                    <a:pt x="1183641" y="96520"/>
                    <a:pt x="1185546" y="96520"/>
                  </a:cubicBezTo>
                  <a:cubicBezTo>
                    <a:pt x="1186816" y="96520"/>
                    <a:pt x="1188721" y="95885"/>
                    <a:pt x="1189991" y="95250"/>
                  </a:cubicBezTo>
                  <a:cubicBezTo>
                    <a:pt x="1191261" y="95250"/>
                    <a:pt x="1192531" y="93980"/>
                    <a:pt x="1193801" y="93345"/>
                  </a:cubicBezTo>
                  <a:cubicBezTo>
                    <a:pt x="1195071" y="93345"/>
                    <a:pt x="1196341" y="92075"/>
                    <a:pt x="1198246" y="90805"/>
                  </a:cubicBezTo>
                  <a:lnTo>
                    <a:pt x="1207136" y="100330"/>
                  </a:lnTo>
                  <a:cubicBezTo>
                    <a:pt x="1207136" y="100330"/>
                    <a:pt x="1203326" y="103505"/>
                    <a:pt x="1201421" y="104775"/>
                  </a:cubicBezTo>
                  <a:cubicBezTo>
                    <a:pt x="1199516" y="106045"/>
                    <a:pt x="1197611" y="106680"/>
                    <a:pt x="1195706" y="107950"/>
                  </a:cubicBezTo>
                  <a:cubicBezTo>
                    <a:pt x="1193801" y="108585"/>
                    <a:pt x="1191261" y="109855"/>
                    <a:pt x="1188721" y="109855"/>
                  </a:cubicBezTo>
                  <a:cubicBezTo>
                    <a:pt x="1186181" y="109855"/>
                    <a:pt x="1183006" y="110490"/>
                    <a:pt x="1179831" y="110490"/>
                  </a:cubicBezTo>
                  <a:cubicBezTo>
                    <a:pt x="1176656" y="110490"/>
                    <a:pt x="1173481" y="110490"/>
                    <a:pt x="1170306" y="109220"/>
                  </a:cubicBezTo>
                  <a:cubicBezTo>
                    <a:pt x="1167131" y="108585"/>
                    <a:pt x="1164591" y="107315"/>
                    <a:pt x="1162686" y="105410"/>
                  </a:cubicBezTo>
                  <a:cubicBezTo>
                    <a:pt x="1160781" y="103505"/>
                    <a:pt x="1158241" y="102235"/>
                    <a:pt x="1156336" y="100330"/>
                  </a:cubicBezTo>
                  <a:cubicBezTo>
                    <a:pt x="1154431" y="98425"/>
                    <a:pt x="1152526" y="95885"/>
                    <a:pt x="1151256" y="92710"/>
                  </a:cubicBezTo>
                  <a:cubicBezTo>
                    <a:pt x="1149351" y="89535"/>
                    <a:pt x="1148081" y="86360"/>
                    <a:pt x="1147446" y="82550"/>
                  </a:cubicBezTo>
                  <a:cubicBezTo>
                    <a:pt x="1146811" y="78740"/>
                    <a:pt x="1146176" y="74295"/>
                    <a:pt x="1146176" y="69850"/>
                  </a:cubicBezTo>
                  <a:cubicBezTo>
                    <a:pt x="1146176" y="63500"/>
                    <a:pt x="1146811" y="57150"/>
                    <a:pt x="1148716" y="52070"/>
                  </a:cubicBezTo>
                  <a:cubicBezTo>
                    <a:pt x="1150621" y="46990"/>
                    <a:pt x="1152526" y="42545"/>
                    <a:pt x="1155701" y="39370"/>
                  </a:cubicBezTo>
                  <a:cubicBezTo>
                    <a:pt x="1158876" y="36195"/>
                    <a:pt x="1162051" y="33020"/>
                    <a:pt x="1166496" y="31750"/>
                  </a:cubicBezTo>
                  <a:cubicBezTo>
                    <a:pt x="1170941" y="29845"/>
                    <a:pt x="1175386" y="29210"/>
                    <a:pt x="1180466" y="29210"/>
                  </a:cubicBezTo>
                  <a:close/>
                  <a:moveTo>
                    <a:pt x="901065" y="29210"/>
                  </a:moveTo>
                  <a:cubicBezTo>
                    <a:pt x="906780" y="29210"/>
                    <a:pt x="911225" y="30480"/>
                    <a:pt x="915670" y="32385"/>
                  </a:cubicBezTo>
                  <a:cubicBezTo>
                    <a:pt x="919480" y="34290"/>
                    <a:pt x="923290" y="37465"/>
                    <a:pt x="925830" y="40640"/>
                  </a:cubicBezTo>
                  <a:cubicBezTo>
                    <a:pt x="928370" y="44450"/>
                    <a:pt x="930275" y="48260"/>
                    <a:pt x="932180" y="53340"/>
                  </a:cubicBezTo>
                  <a:cubicBezTo>
                    <a:pt x="933450" y="57785"/>
                    <a:pt x="934085" y="62865"/>
                    <a:pt x="934085" y="68580"/>
                  </a:cubicBezTo>
                  <a:lnTo>
                    <a:pt x="932815" y="68580"/>
                  </a:lnTo>
                  <a:cubicBezTo>
                    <a:pt x="932815" y="68580"/>
                    <a:pt x="932815" y="71120"/>
                    <a:pt x="932815" y="72390"/>
                  </a:cubicBezTo>
                  <a:cubicBezTo>
                    <a:pt x="932815" y="73660"/>
                    <a:pt x="932815" y="74295"/>
                    <a:pt x="932815" y="75565"/>
                  </a:cubicBezTo>
                  <a:lnTo>
                    <a:pt x="881380" y="75565"/>
                  </a:lnTo>
                  <a:cubicBezTo>
                    <a:pt x="881380" y="79375"/>
                    <a:pt x="882650" y="82550"/>
                    <a:pt x="883920" y="85090"/>
                  </a:cubicBezTo>
                  <a:cubicBezTo>
                    <a:pt x="885190" y="87630"/>
                    <a:pt x="886460" y="90170"/>
                    <a:pt x="888365" y="91440"/>
                  </a:cubicBezTo>
                  <a:cubicBezTo>
                    <a:pt x="890270" y="93345"/>
                    <a:pt x="892175" y="94615"/>
                    <a:pt x="894080" y="95250"/>
                  </a:cubicBezTo>
                  <a:cubicBezTo>
                    <a:pt x="895985" y="95885"/>
                    <a:pt x="898525" y="96520"/>
                    <a:pt x="901065" y="96520"/>
                  </a:cubicBezTo>
                  <a:cubicBezTo>
                    <a:pt x="902970" y="96520"/>
                    <a:pt x="904240" y="96520"/>
                    <a:pt x="906145" y="96520"/>
                  </a:cubicBezTo>
                  <a:cubicBezTo>
                    <a:pt x="907415" y="96520"/>
                    <a:pt x="909320" y="95885"/>
                    <a:pt x="910590" y="95250"/>
                  </a:cubicBezTo>
                  <a:cubicBezTo>
                    <a:pt x="911860" y="95250"/>
                    <a:pt x="913130" y="93980"/>
                    <a:pt x="914400" y="93345"/>
                  </a:cubicBezTo>
                  <a:cubicBezTo>
                    <a:pt x="915670" y="93345"/>
                    <a:pt x="916940" y="92075"/>
                    <a:pt x="918845" y="90805"/>
                  </a:cubicBezTo>
                  <a:lnTo>
                    <a:pt x="927735" y="100330"/>
                  </a:lnTo>
                  <a:cubicBezTo>
                    <a:pt x="927735" y="100330"/>
                    <a:pt x="923925" y="103505"/>
                    <a:pt x="922020" y="104775"/>
                  </a:cubicBezTo>
                  <a:cubicBezTo>
                    <a:pt x="920115" y="106045"/>
                    <a:pt x="918210" y="106680"/>
                    <a:pt x="916305" y="107950"/>
                  </a:cubicBezTo>
                  <a:cubicBezTo>
                    <a:pt x="914400" y="108585"/>
                    <a:pt x="911860" y="109855"/>
                    <a:pt x="909320" y="109855"/>
                  </a:cubicBezTo>
                  <a:cubicBezTo>
                    <a:pt x="906780" y="109855"/>
                    <a:pt x="903605" y="110490"/>
                    <a:pt x="900430" y="110490"/>
                  </a:cubicBezTo>
                  <a:cubicBezTo>
                    <a:pt x="897255" y="110490"/>
                    <a:pt x="894080" y="110490"/>
                    <a:pt x="890905" y="109220"/>
                  </a:cubicBezTo>
                  <a:cubicBezTo>
                    <a:pt x="887730" y="108585"/>
                    <a:pt x="885190" y="107315"/>
                    <a:pt x="883285" y="105410"/>
                  </a:cubicBezTo>
                  <a:cubicBezTo>
                    <a:pt x="881380" y="103505"/>
                    <a:pt x="878840" y="102235"/>
                    <a:pt x="876935" y="100330"/>
                  </a:cubicBezTo>
                  <a:cubicBezTo>
                    <a:pt x="875030" y="98425"/>
                    <a:pt x="873125" y="95885"/>
                    <a:pt x="871855" y="92710"/>
                  </a:cubicBezTo>
                  <a:cubicBezTo>
                    <a:pt x="869950" y="89535"/>
                    <a:pt x="868680" y="86360"/>
                    <a:pt x="868045" y="82550"/>
                  </a:cubicBezTo>
                  <a:cubicBezTo>
                    <a:pt x="867410" y="78740"/>
                    <a:pt x="866775" y="74295"/>
                    <a:pt x="866775" y="69850"/>
                  </a:cubicBezTo>
                  <a:cubicBezTo>
                    <a:pt x="866775" y="63500"/>
                    <a:pt x="867410" y="57150"/>
                    <a:pt x="869315" y="52070"/>
                  </a:cubicBezTo>
                  <a:cubicBezTo>
                    <a:pt x="871220" y="46990"/>
                    <a:pt x="873125" y="42545"/>
                    <a:pt x="876300" y="39370"/>
                  </a:cubicBezTo>
                  <a:cubicBezTo>
                    <a:pt x="879475" y="36195"/>
                    <a:pt x="882650" y="33020"/>
                    <a:pt x="887095" y="31750"/>
                  </a:cubicBezTo>
                  <a:cubicBezTo>
                    <a:pt x="891540" y="29845"/>
                    <a:pt x="895985" y="29210"/>
                    <a:pt x="901065" y="29210"/>
                  </a:cubicBezTo>
                  <a:close/>
                  <a:moveTo>
                    <a:pt x="668656" y="29210"/>
                  </a:moveTo>
                  <a:cubicBezTo>
                    <a:pt x="671830" y="29210"/>
                    <a:pt x="674370" y="29210"/>
                    <a:pt x="676275" y="29845"/>
                  </a:cubicBezTo>
                  <a:cubicBezTo>
                    <a:pt x="678181" y="29845"/>
                    <a:pt x="680086" y="31115"/>
                    <a:pt x="681991" y="32385"/>
                  </a:cubicBezTo>
                  <a:lnTo>
                    <a:pt x="678181" y="46990"/>
                  </a:lnTo>
                  <a:lnTo>
                    <a:pt x="676910" y="46990"/>
                  </a:lnTo>
                  <a:cubicBezTo>
                    <a:pt x="676910" y="46990"/>
                    <a:pt x="673736" y="45085"/>
                    <a:pt x="671830" y="45085"/>
                  </a:cubicBezTo>
                  <a:cubicBezTo>
                    <a:pt x="669925" y="45085"/>
                    <a:pt x="668020" y="44450"/>
                    <a:pt x="665480" y="44450"/>
                  </a:cubicBezTo>
                  <a:cubicBezTo>
                    <a:pt x="660400" y="44450"/>
                    <a:pt x="656590" y="46355"/>
                    <a:pt x="654050" y="49530"/>
                  </a:cubicBezTo>
                  <a:cubicBezTo>
                    <a:pt x="651510" y="52705"/>
                    <a:pt x="650240" y="57785"/>
                    <a:pt x="650240" y="64770"/>
                  </a:cubicBezTo>
                  <a:lnTo>
                    <a:pt x="650240" y="109220"/>
                  </a:lnTo>
                  <a:lnTo>
                    <a:pt x="635000" y="109220"/>
                  </a:lnTo>
                  <a:lnTo>
                    <a:pt x="635000" y="31115"/>
                  </a:lnTo>
                  <a:lnTo>
                    <a:pt x="650240" y="31115"/>
                  </a:lnTo>
                  <a:lnTo>
                    <a:pt x="650240" y="38735"/>
                  </a:lnTo>
                  <a:cubicBezTo>
                    <a:pt x="650240" y="38735"/>
                    <a:pt x="652145" y="36195"/>
                    <a:pt x="653416" y="34925"/>
                  </a:cubicBezTo>
                  <a:cubicBezTo>
                    <a:pt x="654685" y="33655"/>
                    <a:pt x="655955" y="33020"/>
                    <a:pt x="657861" y="31750"/>
                  </a:cubicBezTo>
                  <a:cubicBezTo>
                    <a:pt x="659130" y="31115"/>
                    <a:pt x="661035" y="30480"/>
                    <a:pt x="662940" y="29845"/>
                  </a:cubicBezTo>
                  <a:cubicBezTo>
                    <a:pt x="664845" y="29845"/>
                    <a:pt x="666751" y="29210"/>
                    <a:pt x="668656" y="29210"/>
                  </a:cubicBezTo>
                  <a:close/>
                  <a:moveTo>
                    <a:pt x="586739" y="29210"/>
                  </a:moveTo>
                  <a:cubicBezTo>
                    <a:pt x="592454" y="29210"/>
                    <a:pt x="596899" y="30480"/>
                    <a:pt x="601344" y="32385"/>
                  </a:cubicBezTo>
                  <a:cubicBezTo>
                    <a:pt x="605154" y="34290"/>
                    <a:pt x="608964" y="37465"/>
                    <a:pt x="611504" y="40640"/>
                  </a:cubicBezTo>
                  <a:cubicBezTo>
                    <a:pt x="614044" y="44450"/>
                    <a:pt x="615949" y="48260"/>
                    <a:pt x="617854" y="53340"/>
                  </a:cubicBezTo>
                  <a:cubicBezTo>
                    <a:pt x="619124" y="57785"/>
                    <a:pt x="619759" y="62865"/>
                    <a:pt x="619759" y="68580"/>
                  </a:cubicBezTo>
                  <a:lnTo>
                    <a:pt x="618489" y="68580"/>
                  </a:lnTo>
                  <a:cubicBezTo>
                    <a:pt x="618489" y="68580"/>
                    <a:pt x="618489" y="71120"/>
                    <a:pt x="618489" y="72390"/>
                  </a:cubicBezTo>
                  <a:cubicBezTo>
                    <a:pt x="618489" y="73660"/>
                    <a:pt x="618489" y="74295"/>
                    <a:pt x="618489" y="75565"/>
                  </a:cubicBezTo>
                  <a:lnTo>
                    <a:pt x="567054" y="75565"/>
                  </a:lnTo>
                  <a:cubicBezTo>
                    <a:pt x="567054" y="79375"/>
                    <a:pt x="568324" y="82550"/>
                    <a:pt x="569594" y="85090"/>
                  </a:cubicBezTo>
                  <a:cubicBezTo>
                    <a:pt x="570864" y="87630"/>
                    <a:pt x="572134" y="90170"/>
                    <a:pt x="574039" y="91440"/>
                  </a:cubicBezTo>
                  <a:cubicBezTo>
                    <a:pt x="575944" y="93345"/>
                    <a:pt x="577849" y="94615"/>
                    <a:pt x="579754" y="95250"/>
                  </a:cubicBezTo>
                  <a:cubicBezTo>
                    <a:pt x="581659" y="95885"/>
                    <a:pt x="584199" y="96520"/>
                    <a:pt x="586739" y="96520"/>
                  </a:cubicBezTo>
                  <a:cubicBezTo>
                    <a:pt x="588644" y="96520"/>
                    <a:pt x="589914" y="96520"/>
                    <a:pt x="591819" y="96520"/>
                  </a:cubicBezTo>
                  <a:cubicBezTo>
                    <a:pt x="593089" y="96520"/>
                    <a:pt x="594994" y="95885"/>
                    <a:pt x="596264" y="95250"/>
                  </a:cubicBezTo>
                  <a:cubicBezTo>
                    <a:pt x="597534" y="95250"/>
                    <a:pt x="598804" y="93980"/>
                    <a:pt x="600074" y="93345"/>
                  </a:cubicBezTo>
                  <a:cubicBezTo>
                    <a:pt x="601344" y="93345"/>
                    <a:pt x="602614" y="92075"/>
                    <a:pt x="604519" y="90805"/>
                  </a:cubicBezTo>
                  <a:lnTo>
                    <a:pt x="613409" y="100330"/>
                  </a:lnTo>
                  <a:cubicBezTo>
                    <a:pt x="613409" y="100330"/>
                    <a:pt x="609599" y="103505"/>
                    <a:pt x="607694" y="104775"/>
                  </a:cubicBezTo>
                  <a:cubicBezTo>
                    <a:pt x="605789" y="106045"/>
                    <a:pt x="603884" y="106680"/>
                    <a:pt x="601979" y="107950"/>
                  </a:cubicBezTo>
                  <a:cubicBezTo>
                    <a:pt x="600074" y="108585"/>
                    <a:pt x="597534" y="109855"/>
                    <a:pt x="594994" y="109855"/>
                  </a:cubicBezTo>
                  <a:cubicBezTo>
                    <a:pt x="592454" y="109855"/>
                    <a:pt x="589279" y="110490"/>
                    <a:pt x="586104" y="110490"/>
                  </a:cubicBezTo>
                  <a:cubicBezTo>
                    <a:pt x="582929" y="110490"/>
                    <a:pt x="579754" y="110490"/>
                    <a:pt x="576579" y="109220"/>
                  </a:cubicBezTo>
                  <a:cubicBezTo>
                    <a:pt x="573404" y="108585"/>
                    <a:pt x="570864" y="107315"/>
                    <a:pt x="568959" y="105410"/>
                  </a:cubicBezTo>
                  <a:cubicBezTo>
                    <a:pt x="566419" y="104140"/>
                    <a:pt x="564514" y="102235"/>
                    <a:pt x="562609" y="100330"/>
                  </a:cubicBezTo>
                  <a:cubicBezTo>
                    <a:pt x="560704" y="98425"/>
                    <a:pt x="558799" y="95885"/>
                    <a:pt x="557529" y="92710"/>
                  </a:cubicBezTo>
                  <a:cubicBezTo>
                    <a:pt x="555624" y="89535"/>
                    <a:pt x="554354" y="86360"/>
                    <a:pt x="553719" y="82550"/>
                  </a:cubicBezTo>
                  <a:cubicBezTo>
                    <a:pt x="553084" y="78740"/>
                    <a:pt x="552449" y="74295"/>
                    <a:pt x="552449" y="69850"/>
                  </a:cubicBezTo>
                  <a:cubicBezTo>
                    <a:pt x="552449" y="63500"/>
                    <a:pt x="553084" y="57150"/>
                    <a:pt x="554989" y="52070"/>
                  </a:cubicBezTo>
                  <a:cubicBezTo>
                    <a:pt x="556894" y="46990"/>
                    <a:pt x="558799" y="42545"/>
                    <a:pt x="561974" y="39370"/>
                  </a:cubicBezTo>
                  <a:cubicBezTo>
                    <a:pt x="565149" y="36195"/>
                    <a:pt x="568324" y="33020"/>
                    <a:pt x="572769" y="31750"/>
                  </a:cubicBezTo>
                  <a:cubicBezTo>
                    <a:pt x="577214" y="29845"/>
                    <a:pt x="581659" y="29210"/>
                    <a:pt x="586739" y="29210"/>
                  </a:cubicBezTo>
                  <a:close/>
                  <a:moveTo>
                    <a:pt x="400050" y="29210"/>
                  </a:moveTo>
                  <a:cubicBezTo>
                    <a:pt x="405765" y="29210"/>
                    <a:pt x="410210" y="30480"/>
                    <a:pt x="414655" y="32385"/>
                  </a:cubicBezTo>
                  <a:cubicBezTo>
                    <a:pt x="418465" y="34290"/>
                    <a:pt x="422275" y="37465"/>
                    <a:pt x="424815" y="40640"/>
                  </a:cubicBezTo>
                  <a:cubicBezTo>
                    <a:pt x="427355" y="44450"/>
                    <a:pt x="429260" y="48260"/>
                    <a:pt x="431165" y="53340"/>
                  </a:cubicBezTo>
                  <a:cubicBezTo>
                    <a:pt x="432435" y="57785"/>
                    <a:pt x="433070" y="62865"/>
                    <a:pt x="433070" y="68580"/>
                  </a:cubicBezTo>
                  <a:lnTo>
                    <a:pt x="431800" y="68580"/>
                  </a:lnTo>
                  <a:cubicBezTo>
                    <a:pt x="431800" y="68580"/>
                    <a:pt x="431800" y="71120"/>
                    <a:pt x="431800" y="72390"/>
                  </a:cubicBezTo>
                  <a:cubicBezTo>
                    <a:pt x="431800" y="73660"/>
                    <a:pt x="431800" y="74295"/>
                    <a:pt x="431800" y="75565"/>
                  </a:cubicBezTo>
                  <a:lnTo>
                    <a:pt x="380365" y="75565"/>
                  </a:lnTo>
                  <a:cubicBezTo>
                    <a:pt x="380365" y="79375"/>
                    <a:pt x="381635" y="82550"/>
                    <a:pt x="382905" y="85090"/>
                  </a:cubicBezTo>
                  <a:cubicBezTo>
                    <a:pt x="384175" y="87630"/>
                    <a:pt x="385445" y="90170"/>
                    <a:pt x="387350" y="91440"/>
                  </a:cubicBezTo>
                  <a:cubicBezTo>
                    <a:pt x="389255" y="93345"/>
                    <a:pt x="391160" y="94615"/>
                    <a:pt x="393065" y="95250"/>
                  </a:cubicBezTo>
                  <a:cubicBezTo>
                    <a:pt x="394970" y="95885"/>
                    <a:pt x="397510" y="96520"/>
                    <a:pt x="400050" y="96520"/>
                  </a:cubicBezTo>
                  <a:cubicBezTo>
                    <a:pt x="401955" y="96520"/>
                    <a:pt x="403225" y="96520"/>
                    <a:pt x="405130" y="96520"/>
                  </a:cubicBezTo>
                  <a:cubicBezTo>
                    <a:pt x="406400" y="96520"/>
                    <a:pt x="408305" y="95885"/>
                    <a:pt x="409575" y="95250"/>
                  </a:cubicBezTo>
                  <a:cubicBezTo>
                    <a:pt x="410845" y="95250"/>
                    <a:pt x="412115" y="93980"/>
                    <a:pt x="413385" y="93345"/>
                  </a:cubicBezTo>
                  <a:cubicBezTo>
                    <a:pt x="414655" y="93345"/>
                    <a:pt x="415925" y="92075"/>
                    <a:pt x="417830" y="90805"/>
                  </a:cubicBezTo>
                  <a:lnTo>
                    <a:pt x="426720" y="100330"/>
                  </a:lnTo>
                  <a:cubicBezTo>
                    <a:pt x="426720" y="100330"/>
                    <a:pt x="422910" y="103505"/>
                    <a:pt x="421005" y="104775"/>
                  </a:cubicBezTo>
                  <a:cubicBezTo>
                    <a:pt x="419100" y="106045"/>
                    <a:pt x="417195" y="106680"/>
                    <a:pt x="415290" y="107950"/>
                  </a:cubicBezTo>
                  <a:cubicBezTo>
                    <a:pt x="413385" y="108585"/>
                    <a:pt x="410845" y="109855"/>
                    <a:pt x="408305" y="109855"/>
                  </a:cubicBezTo>
                  <a:cubicBezTo>
                    <a:pt x="405765" y="109855"/>
                    <a:pt x="402590" y="110490"/>
                    <a:pt x="399415" y="110490"/>
                  </a:cubicBezTo>
                  <a:cubicBezTo>
                    <a:pt x="396240" y="110490"/>
                    <a:pt x="393065" y="110490"/>
                    <a:pt x="389890" y="109220"/>
                  </a:cubicBezTo>
                  <a:cubicBezTo>
                    <a:pt x="386715" y="108585"/>
                    <a:pt x="384175" y="107315"/>
                    <a:pt x="382270" y="105410"/>
                  </a:cubicBezTo>
                  <a:cubicBezTo>
                    <a:pt x="380365" y="103505"/>
                    <a:pt x="377825" y="102235"/>
                    <a:pt x="375920" y="100330"/>
                  </a:cubicBezTo>
                  <a:cubicBezTo>
                    <a:pt x="374015" y="98425"/>
                    <a:pt x="372110" y="95885"/>
                    <a:pt x="370840" y="92710"/>
                  </a:cubicBezTo>
                  <a:cubicBezTo>
                    <a:pt x="368935" y="89535"/>
                    <a:pt x="367665" y="86360"/>
                    <a:pt x="367030" y="82550"/>
                  </a:cubicBezTo>
                  <a:cubicBezTo>
                    <a:pt x="366395" y="78740"/>
                    <a:pt x="365760" y="74295"/>
                    <a:pt x="365760" y="69850"/>
                  </a:cubicBezTo>
                  <a:cubicBezTo>
                    <a:pt x="365760" y="63500"/>
                    <a:pt x="366395" y="57150"/>
                    <a:pt x="368300" y="52070"/>
                  </a:cubicBezTo>
                  <a:cubicBezTo>
                    <a:pt x="370205" y="46990"/>
                    <a:pt x="372110" y="42545"/>
                    <a:pt x="375285" y="39370"/>
                  </a:cubicBezTo>
                  <a:cubicBezTo>
                    <a:pt x="378460" y="36195"/>
                    <a:pt x="381635" y="33020"/>
                    <a:pt x="386080" y="31750"/>
                  </a:cubicBezTo>
                  <a:cubicBezTo>
                    <a:pt x="390525" y="29845"/>
                    <a:pt x="394970" y="29210"/>
                    <a:pt x="400050" y="29210"/>
                  </a:cubicBezTo>
                  <a:close/>
                  <a:moveTo>
                    <a:pt x="201930" y="29210"/>
                  </a:moveTo>
                  <a:cubicBezTo>
                    <a:pt x="207645" y="29210"/>
                    <a:pt x="212090" y="30480"/>
                    <a:pt x="216535" y="32385"/>
                  </a:cubicBezTo>
                  <a:cubicBezTo>
                    <a:pt x="220345" y="34290"/>
                    <a:pt x="224155" y="37465"/>
                    <a:pt x="226695" y="40640"/>
                  </a:cubicBezTo>
                  <a:cubicBezTo>
                    <a:pt x="229235" y="44450"/>
                    <a:pt x="231140" y="48260"/>
                    <a:pt x="233045" y="53340"/>
                  </a:cubicBezTo>
                  <a:cubicBezTo>
                    <a:pt x="234315" y="57785"/>
                    <a:pt x="234950" y="62865"/>
                    <a:pt x="234950" y="68580"/>
                  </a:cubicBezTo>
                  <a:lnTo>
                    <a:pt x="233680" y="68580"/>
                  </a:lnTo>
                  <a:cubicBezTo>
                    <a:pt x="233680" y="68580"/>
                    <a:pt x="233680" y="71120"/>
                    <a:pt x="233680" y="72390"/>
                  </a:cubicBezTo>
                  <a:cubicBezTo>
                    <a:pt x="233680" y="73660"/>
                    <a:pt x="233680" y="74295"/>
                    <a:pt x="233680" y="75565"/>
                  </a:cubicBezTo>
                  <a:lnTo>
                    <a:pt x="182245" y="75565"/>
                  </a:lnTo>
                  <a:cubicBezTo>
                    <a:pt x="182245" y="79375"/>
                    <a:pt x="183515" y="82550"/>
                    <a:pt x="184785" y="85090"/>
                  </a:cubicBezTo>
                  <a:cubicBezTo>
                    <a:pt x="186055" y="87630"/>
                    <a:pt x="187325" y="90170"/>
                    <a:pt x="189230" y="91440"/>
                  </a:cubicBezTo>
                  <a:cubicBezTo>
                    <a:pt x="191135" y="93345"/>
                    <a:pt x="193040" y="94615"/>
                    <a:pt x="194945" y="95250"/>
                  </a:cubicBezTo>
                  <a:cubicBezTo>
                    <a:pt x="196850" y="95885"/>
                    <a:pt x="199390" y="96520"/>
                    <a:pt x="201930" y="96520"/>
                  </a:cubicBezTo>
                  <a:cubicBezTo>
                    <a:pt x="203835" y="96520"/>
                    <a:pt x="205105" y="96520"/>
                    <a:pt x="207010" y="96520"/>
                  </a:cubicBezTo>
                  <a:cubicBezTo>
                    <a:pt x="208280" y="96520"/>
                    <a:pt x="210185" y="95885"/>
                    <a:pt x="211455" y="95250"/>
                  </a:cubicBezTo>
                  <a:cubicBezTo>
                    <a:pt x="212725" y="95250"/>
                    <a:pt x="213995" y="93980"/>
                    <a:pt x="215265" y="93345"/>
                  </a:cubicBezTo>
                  <a:cubicBezTo>
                    <a:pt x="216535" y="93345"/>
                    <a:pt x="217805" y="92075"/>
                    <a:pt x="219710" y="90805"/>
                  </a:cubicBezTo>
                  <a:lnTo>
                    <a:pt x="228600" y="100330"/>
                  </a:lnTo>
                  <a:cubicBezTo>
                    <a:pt x="228600" y="100330"/>
                    <a:pt x="224790" y="103505"/>
                    <a:pt x="222885" y="104775"/>
                  </a:cubicBezTo>
                  <a:cubicBezTo>
                    <a:pt x="220980" y="106045"/>
                    <a:pt x="219075" y="106680"/>
                    <a:pt x="217170" y="107950"/>
                  </a:cubicBezTo>
                  <a:cubicBezTo>
                    <a:pt x="215265" y="108585"/>
                    <a:pt x="212725" y="109855"/>
                    <a:pt x="210185" y="109855"/>
                  </a:cubicBezTo>
                  <a:cubicBezTo>
                    <a:pt x="207645" y="109855"/>
                    <a:pt x="204470" y="110490"/>
                    <a:pt x="201295" y="110490"/>
                  </a:cubicBezTo>
                  <a:cubicBezTo>
                    <a:pt x="198120" y="110490"/>
                    <a:pt x="194945" y="110490"/>
                    <a:pt x="191770" y="109220"/>
                  </a:cubicBezTo>
                  <a:cubicBezTo>
                    <a:pt x="188595" y="108585"/>
                    <a:pt x="186055" y="107315"/>
                    <a:pt x="184150" y="105410"/>
                  </a:cubicBezTo>
                  <a:cubicBezTo>
                    <a:pt x="181610" y="104140"/>
                    <a:pt x="179705" y="102235"/>
                    <a:pt x="177800" y="100330"/>
                  </a:cubicBezTo>
                  <a:cubicBezTo>
                    <a:pt x="175895" y="98425"/>
                    <a:pt x="173990" y="95885"/>
                    <a:pt x="172720" y="92710"/>
                  </a:cubicBezTo>
                  <a:cubicBezTo>
                    <a:pt x="170815" y="89535"/>
                    <a:pt x="169545" y="86360"/>
                    <a:pt x="168910" y="82550"/>
                  </a:cubicBezTo>
                  <a:cubicBezTo>
                    <a:pt x="168275" y="78740"/>
                    <a:pt x="167640" y="74295"/>
                    <a:pt x="167640" y="69850"/>
                  </a:cubicBezTo>
                  <a:cubicBezTo>
                    <a:pt x="167640" y="63500"/>
                    <a:pt x="168275" y="57150"/>
                    <a:pt x="170180" y="52070"/>
                  </a:cubicBezTo>
                  <a:cubicBezTo>
                    <a:pt x="172085" y="46990"/>
                    <a:pt x="173990" y="42545"/>
                    <a:pt x="177165" y="39370"/>
                  </a:cubicBezTo>
                  <a:cubicBezTo>
                    <a:pt x="180340" y="36195"/>
                    <a:pt x="183515" y="33020"/>
                    <a:pt x="187960" y="31750"/>
                  </a:cubicBezTo>
                  <a:cubicBezTo>
                    <a:pt x="192405" y="29845"/>
                    <a:pt x="196850" y="29210"/>
                    <a:pt x="201930" y="29210"/>
                  </a:cubicBezTo>
                  <a:close/>
                  <a:moveTo>
                    <a:pt x="4664706" y="28574"/>
                  </a:moveTo>
                  <a:cubicBezTo>
                    <a:pt x="4669786" y="28574"/>
                    <a:pt x="4674231" y="29209"/>
                    <a:pt x="4678676" y="31749"/>
                  </a:cubicBezTo>
                  <a:cubicBezTo>
                    <a:pt x="4683121" y="33654"/>
                    <a:pt x="4686296" y="36194"/>
                    <a:pt x="4689471" y="40004"/>
                  </a:cubicBezTo>
                  <a:cubicBezTo>
                    <a:pt x="4692646" y="43814"/>
                    <a:pt x="4695186" y="47624"/>
                    <a:pt x="4696456" y="52704"/>
                  </a:cubicBezTo>
                  <a:cubicBezTo>
                    <a:pt x="4698361" y="57784"/>
                    <a:pt x="4698996" y="63499"/>
                    <a:pt x="4698996" y="69214"/>
                  </a:cubicBezTo>
                  <a:lnTo>
                    <a:pt x="4699631" y="69214"/>
                  </a:lnTo>
                  <a:cubicBezTo>
                    <a:pt x="4699631" y="75564"/>
                    <a:pt x="4698996" y="81279"/>
                    <a:pt x="4697091" y="86359"/>
                  </a:cubicBezTo>
                  <a:cubicBezTo>
                    <a:pt x="4695186" y="91439"/>
                    <a:pt x="4692646" y="95884"/>
                    <a:pt x="4689471" y="99059"/>
                  </a:cubicBezTo>
                  <a:cubicBezTo>
                    <a:pt x="4686296" y="102869"/>
                    <a:pt x="4682486" y="105409"/>
                    <a:pt x="4678041" y="107314"/>
                  </a:cubicBezTo>
                  <a:cubicBezTo>
                    <a:pt x="4673596" y="109219"/>
                    <a:pt x="4669151" y="109854"/>
                    <a:pt x="4664071" y="109854"/>
                  </a:cubicBezTo>
                  <a:cubicBezTo>
                    <a:pt x="4658991" y="109854"/>
                    <a:pt x="4654546" y="108584"/>
                    <a:pt x="4650101" y="106679"/>
                  </a:cubicBezTo>
                  <a:cubicBezTo>
                    <a:pt x="4645656" y="104774"/>
                    <a:pt x="4642481" y="102234"/>
                    <a:pt x="4639306" y="98424"/>
                  </a:cubicBezTo>
                  <a:cubicBezTo>
                    <a:pt x="4636131" y="94614"/>
                    <a:pt x="4633591" y="90804"/>
                    <a:pt x="4632321" y="85724"/>
                  </a:cubicBezTo>
                  <a:cubicBezTo>
                    <a:pt x="4630416" y="80644"/>
                    <a:pt x="4629781" y="74929"/>
                    <a:pt x="4629781" y="69214"/>
                  </a:cubicBezTo>
                  <a:cubicBezTo>
                    <a:pt x="4629781" y="63499"/>
                    <a:pt x="4630416" y="57149"/>
                    <a:pt x="4632321" y="52069"/>
                  </a:cubicBezTo>
                  <a:cubicBezTo>
                    <a:pt x="4634226" y="46989"/>
                    <a:pt x="4636766" y="42544"/>
                    <a:pt x="4639941" y="39369"/>
                  </a:cubicBezTo>
                  <a:cubicBezTo>
                    <a:pt x="4643116" y="35559"/>
                    <a:pt x="4646926" y="33019"/>
                    <a:pt x="4650736" y="31114"/>
                  </a:cubicBezTo>
                  <a:cubicBezTo>
                    <a:pt x="4655181" y="29209"/>
                    <a:pt x="4659626" y="28574"/>
                    <a:pt x="4664706" y="28574"/>
                  </a:cubicBezTo>
                  <a:close/>
                  <a:moveTo>
                    <a:pt x="4264655" y="28574"/>
                  </a:moveTo>
                  <a:cubicBezTo>
                    <a:pt x="4269735" y="28574"/>
                    <a:pt x="4274180" y="29209"/>
                    <a:pt x="4278625" y="31749"/>
                  </a:cubicBezTo>
                  <a:cubicBezTo>
                    <a:pt x="4283070" y="33654"/>
                    <a:pt x="4286245" y="36194"/>
                    <a:pt x="4289420" y="40004"/>
                  </a:cubicBezTo>
                  <a:cubicBezTo>
                    <a:pt x="4292595" y="43814"/>
                    <a:pt x="4295135" y="47624"/>
                    <a:pt x="4296405" y="52704"/>
                  </a:cubicBezTo>
                  <a:cubicBezTo>
                    <a:pt x="4298310" y="57784"/>
                    <a:pt x="4298945" y="63499"/>
                    <a:pt x="4298945" y="69214"/>
                  </a:cubicBezTo>
                  <a:lnTo>
                    <a:pt x="4299580" y="69214"/>
                  </a:lnTo>
                  <a:cubicBezTo>
                    <a:pt x="4299580" y="75564"/>
                    <a:pt x="4298945" y="81279"/>
                    <a:pt x="4297040" y="86359"/>
                  </a:cubicBezTo>
                  <a:cubicBezTo>
                    <a:pt x="4295135" y="91439"/>
                    <a:pt x="4292595" y="95884"/>
                    <a:pt x="4289420" y="99059"/>
                  </a:cubicBezTo>
                  <a:cubicBezTo>
                    <a:pt x="4286245" y="102869"/>
                    <a:pt x="4282435" y="105409"/>
                    <a:pt x="4277990" y="107314"/>
                  </a:cubicBezTo>
                  <a:cubicBezTo>
                    <a:pt x="4273545" y="109219"/>
                    <a:pt x="4269100" y="109854"/>
                    <a:pt x="4264020" y="109854"/>
                  </a:cubicBezTo>
                  <a:cubicBezTo>
                    <a:pt x="4258940" y="109854"/>
                    <a:pt x="4254495" y="108584"/>
                    <a:pt x="4250050" y="106679"/>
                  </a:cubicBezTo>
                  <a:cubicBezTo>
                    <a:pt x="4245605" y="104774"/>
                    <a:pt x="4242430" y="102234"/>
                    <a:pt x="4239255" y="98424"/>
                  </a:cubicBezTo>
                  <a:cubicBezTo>
                    <a:pt x="4236080" y="94614"/>
                    <a:pt x="4233540" y="90804"/>
                    <a:pt x="4232270" y="85724"/>
                  </a:cubicBezTo>
                  <a:cubicBezTo>
                    <a:pt x="4230365" y="80644"/>
                    <a:pt x="4229730" y="74929"/>
                    <a:pt x="4229730" y="69214"/>
                  </a:cubicBezTo>
                  <a:cubicBezTo>
                    <a:pt x="4229730" y="63499"/>
                    <a:pt x="4230365" y="57149"/>
                    <a:pt x="4232270" y="52069"/>
                  </a:cubicBezTo>
                  <a:cubicBezTo>
                    <a:pt x="4234175" y="46989"/>
                    <a:pt x="4236715" y="42544"/>
                    <a:pt x="4239890" y="39369"/>
                  </a:cubicBezTo>
                  <a:cubicBezTo>
                    <a:pt x="4243065" y="35559"/>
                    <a:pt x="4246875" y="33019"/>
                    <a:pt x="4250685" y="31114"/>
                  </a:cubicBezTo>
                  <a:cubicBezTo>
                    <a:pt x="4255130" y="29209"/>
                    <a:pt x="4259575" y="28574"/>
                    <a:pt x="4264655" y="28574"/>
                  </a:cubicBezTo>
                  <a:close/>
                  <a:moveTo>
                    <a:pt x="1420495" y="28574"/>
                  </a:moveTo>
                  <a:cubicBezTo>
                    <a:pt x="1425575" y="28574"/>
                    <a:pt x="1430020" y="29209"/>
                    <a:pt x="1434465" y="31749"/>
                  </a:cubicBezTo>
                  <a:cubicBezTo>
                    <a:pt x="1438910" y="33654"/>
                    <a:pt x="1442085" y="36194"/>
                    <a:pt x="1445260" y="40004"/>
                  </a:cubicBezTo>
                  <a:cubicBezTo>
                    <a:pt x="1448435" y="43814"/>
                    <a:pt x="1450975" y="47624"/>
                    <a:pt x="1452245" y="52704"/>
                  </a:cubicBezTo>
                  <a:cubicBezTo>
                    <a:pt x="1454150" y="57784"/>
                    <a:pt x="1454785" y="63499"/>
                    <a:pt x="1454785" y="69214"/>
                  </a:cubicBezTo>
                  <a:lnTo>
                    <a:pt x="1455420" y="69214"/>
                  </a:lnTo>
                  <a:cubicBezTo>
                    <a:pt x="1455420" y="75564"/>
                    <a:pt x="1454785" y="81279"/>
                    <a:pt x="1452880" y="86359"/>
                  </a:cubicBezTo>
                  <a:cubicBezTo>
                    <a:pt x="1450975" y="91439"/>
                    <a:pt x="1448435" y="95884"/>
                    <a:pt x="1445260" y="99059"/>
                  </a:cubicBezTo>
                  <a:cubicBezTo>
                    <a:pt x="1442085" y="102869"/>
                    <a:pt x="1438275" y="105409"/>
                    <a:pt x="1433830" y="107314"/>
                  </a:cubicBezTo>
                  <a:cubicBezTo>
                    <a:pt x="1429385" y="109219"/>
                    <a:pt x="1424940" y="109854"/>
                    <a:pt x="1419860" y="109854"/>
                  </a:cubicBezTo>
                  <a:cubicBezTo>
                    <a:pt x="1414780" y="109854"/>
                    <a:pt x="1410335" y="108584"/>
                    <a:pt x="1405890" y="106679"/>
                  </a:cubicBezTo>
                  <a:cubicBezTo>
                    <a:pt x="1401444" y="104774"/>
                    <a:pt x="1398270" y="102234"/>
                    <a:pt x="1395095" y="98424"/>
                  </a:cubicBezTo>
                  <a:cubicBezTo>
                    <a:pt x="1391920" y="94614"/>
                    <a:pt x="1389380" y="90804"/>
                    <a:pt x="1388110" y="85724"/>
                  </a:cubicBezTo>
                  <a:cubicBezTo>
                    <a:pt x="1386205" y="80644"/>
                    <a:pt x="1385570" y="74929"/>
                    <a:pt x="1385570" y="69214"/>
                  </a:cubicBezTo>
                  <a:cubicBezTo>
                    <a:pt x="1385570" y="63499"/>
                    <a:pt x="1386205" y="57149"/>
                    <a:pt x="1388110" y="52069"/>
                  </a:cubicBezTo>
                  <a:cubicBezTo>
                    <a:pt x="1390015" y="46989"/>
                    <a:pt x="1392555" y="42544"/>
                    <a:pt x="1395730" y="39369"/>
                  </a:cubicBezTo>
                  <a:cubicBezTo>
                    <a:pt x="1398905" y="35559"/>
                    <a:pt x="1402715" y="33019"/>
                    <a:pt x="1406525" y="31114"/>
                  </a:cubicBezTo>
                  <a:cubicBezTo>
                    <a:pt x="1410970" y="29209"/>
                    <a:pt x="1415415" y="28574"/>
                    <a:pt x="1420495" y="28574"/>
                  </a:cubicBezTo>
                  <a:close/>
                  <a:moveTo>
                    <a:pt x="3143245" y="5079"/>
                  </a:moveTo>
                  <a:lnTo>
                    <a:pt x="3219445" y="5079"/>
                  </a:lnTo>
                  <a:lnTo>
                    <a:pt x="3219445" y="20319"/>
                  </a:lnTo>
                  <a:lnTo>
                    <a:pt x="3188965" y="20319"/>
                  </a:lnTo>
                  <a:lnTo>
                    <a:pt x="3188965" y="108584"/>
                  </a:lnTo>
                  <a:lnTo>
                    <a:pt x="3173090" y="108584"/>
                  </a:lnTo>
                  <a:lnTo>
                    <a:pt x="3173090" y="20319"/>
                  </a:lnTo>
                  <a:lnTo>
                    <a:pt x="3143245" y="20319"/>
                  </a:lnTo>
                  <a:close/>
                  <a:moveTo>
                    <a:pt x="1628774" y="5079"/>
                  </a:moveTo>
                  <a:lnTo>
                    <a:pt x="1704970" y="5079"/>
                  </a:lnTo>
                  <a:lnTo>
                    <a:pt x="1704970" y="20319"/>
                  </a:lnTo>
                  <a:lnTo>
                    <a:pt x="1675129" y="20319"/>
                  </a:lnTo>
                  <a:lnTo>
                    <a:pt x="1675129" y="108584"/>
                  </a:lnTo>
                  <a:lnTo>
                    <a:pt x="1659255" y="108584"/>
                  </a:lnTo>
                  <a:lnTo>
                    <a:pt x="1659255" y="20319"/>
                  </a:lnTo>
                  <a:lnTo>
                    <a:pt x="1628774" y="20319"/>
                  </a:lnTo>
                  <a:close/>
                  <a:moveTo>
                    <a:pt x="0" y="5079"/>
                  </a:moveTo>
                  <a:lnTo>
                    <a:pt x="76200" y="5079"/>
                  </a:lnTo>
                  <a:lnTo>
                    <a:pt x="76200" y="20319"/>
                  </a:lnTo>
                  <a:lnTo>
                    <a:pt x="45720" y="20319"/>
                  </a:lnTo>
                  <a:lnTo>
                    <a:pt x="45720" y="108584"/>
                  </a:lnTo>
                  <a:lnTo>
                    <a:pt x="29845" y="108584"/>
                  </a:lnTo>
                  <a:lnTo>
                    <a:pt x="29845" y="20319"/>
                  </a:lnTo>
                  <a:lnTo>
                    <a:pt x="0" y="20319"/>
                  </a:lnTo>
                  <a:close/>
                  <a:moveTo>
                    <a:pt x="1362075" y="1269"/>
                  </a:moveTo>
                  <a:cubicBezTo>
                    <a:pt x="1363345" y="1269"/>
                    <a:pt x="1364615" y="1269"/>
                    <a:pt x="1365885" y="1904"/>
                  </a:cubicBezTo>
                  <a:cubicBezTo>
                    <a:pt x="1367155" y="1904"/>
                    <a:pt x="1367790" y="3174"/>
                    <a:pt x="1369060" y="3809"/>
                  </a:cubicBezTo>
                  <a:cubicBezTo>
                    <a:pt x="1369695" y="4444"/>
                    <a:pt x="1370965" y="5714"/>
                    <a:pt x="1370965" y="6984"/>
                  </a:cubicBezTo>
                  <a:cubicBezTo>
                    <a:pt x="1370965" y="8254"/>
                    <a:pt x="1371600" y="9524"/>
                    <a:pt x="1371600" y="10794"/>
                  </a:cubicBezTo>
                  <a:cubicBezTo>
                    <a:pt x="1371600" y="10794"/>
                    <a:pt x="1371600" y="13334"/>
                    <a:pt x="1370965" y="14604"/>
                  </a:cubicBezTo>
                  <a:cubicBezTo>
                    <a:pt x="1370965" y="15874"/>
                    <a:pt x="1369695" y="17144"/>
                    <a:pt x="1369060" y="17779"/>
                  </a:cubicBezTo>
                  <a:cubicBezTo>
                    <a:pt x="1368425" y="18414"/>
                    <a:pt x="1367155" y="19684"/>
                    <a:pt x="1365885" y="19684"/>
                  </a:cubicBezTo>
                  <a:cubicBezTo>
                    <a:pt x="1364615" y="19684"/>
                    <a:pt x="1363345" y="20319"/>
                    <a:pt x="1362075" y="20319"/>
                  </a:cubicBezTo>
                  <a:cubicBezTo>
                    <a:pt x="1360805" y="20319"/>
                    <a:pt x="1359535" y="20319"/>
                    <a:pt x="1358265" y="19684"/>
                  </a:cubicBezTo>
                  <a:cubicBezTo>
                    <a:pt x="1356995" y="19684"/>
                    <a:pt x="1355725" y="18414"/>
                    <a:pt x="1355090" y="17779"/>
                  </a:cubicBezTo>
                  <a:cubicBezTo>
                    <a:pt x="1354455" y="17144"/>
                    <a:pt x="1353185" y="15874"/>
                    <a:pt x="1353185" y="14604"/>
                  </a:cubicBezTo>
                  <a:cubicBezTo>
                    <a:pt x="1353185" y="13334"/>
                    <a:pt x="1352550" y="12064"/>
                    <a:pt x="1352550" y="10794"/>
                  </a:cubicBezTo>
                  <a:cubicBezTo>
                    <a:pt x="1352550" y="9524"/>
                    <a:pt x="1352550" y="8254"/>
                    <a:pt x="1353185" y="6984"/>
                  </a:cubicBezTo>
                  <a:cubicBezTo>
                    <a:pt x="1353185" y="5714"/>
                    <a:pt x="1354455" y="4444"/>
                    <a:pt x="1355090" y="3809"/>
                  </a:cubicBezTo>
                  <a:cubicBezTo>
                    <a:pt x="1355725" y="3174"/>
                    <a:pt x="1356995" y="1904"/>
                    <a:pt x="1358265" y="1904"/>
                  </a:cubicBezTo>
                  <a:cubicBezTo>
                    <a:pt x="1359535" y="1904"/>
                    <a:pt x="1360805" y="1269"/>
                    <a:pt x="1362075" y="1269"/>
                  </a:cubicBezTo>
                  <a:close/>
                  <a:moveTo>
                    <a:pt x="4789801" y="634"/>
                  </a:moveTo>
                  <a:lnTo>
                    <a:pt x="4789801" y="65404"/>
                  </a:lnTo>
                  <a:lnTo>
                    <a:pt x="4814566" y="31114"/>
                  </a:lnTo>
                  <a:lnTo>
                    <a:pt x="4831711" y="31114"/>
                  </a:lnTo>
                  <a:lnTo>
                    <a:pt x="4812026" y="57149"/>
                  </a:lnTo>
                  <a:lnTo>
                    <a:pt x="4835521" y="108584"/>
                  </a:lnTo>
                  <a:lnTo>
                    <a:pt x="4819011" y="108584"/>
                  </a:lnTo>
                  <a:lnTo>
                    <a:pt x="4801866" y="69849"/>
                  </a:lnTo>
                  <a:lnTo>
                    <a:pt x="4789801" y="85724"/>
                  </a:lnTo>
                  <a:lnTo>
                    <a:pt x="4789801" y="108584"/>
                  </a:lnTo>
                  <a:lnTo>
                    <a:pt x="4774561" y="108584"/>
                  </a:lnTo>
                  <a:lnTo>
                    <a:pt x="4774561" y="8889"/>
                  </a:lnTo>
                  <a:close/>
                  <a:moveTo>
                    <a:pt x="4472301" y="634"/>
                  </a:moveTo>
                  <a:lnTo>
                    <a:pt x="4472301" y="109219"/>
                  </a:lnTo>
                  <a:lnTo>
                    <a:pt x="4457061" y="109219"/>
                  </a:lnTo>
                  <a:lnTo>
                    <a:pt x="4457696" y="108584"/>
                  </a:lnTo>
                  <a:lnTo>
                    <a:pt x="4457696" y="100964"/>
                  </a:lnTo>
                  <a:cubicBezTo>
                    <a:pt x="4457696" y="100964"/>
                    <a:pt x="4454521" y="103504"/>
                    <a:pt x="4453251" y="104774"/>
                  </a:cubicBezTo>
                  <a:cubicBezTo>
                    <a:pt x="4451981" y="106044"/>
                    <a:pt x="4450076" y="106679"/>
                    <a:pt x="4448171" y="107949"/>
                  </a:cubicBezTo>
                  <a:cubicBezTo>
                    <a:pt x="4446266" y="108584"/>
                    <a:pt x="4444361" y="109219"/>
                    <a:pt x="4443091" y="109854"/>
                  </a:cubicBezTo>
                  <a:cubicBezTo>
                    <a:pt x="4441186" y="109854"/>
                    <a:pt x="4439281" y="109854"/>
                    <a:pt x="4437376" y="109854"/>
                  </a:cubicBezTo>
                  <a:cubicBezTo>
                    <a:pt x="4432931" y="109854"/>
                    <a:pt x="4429121" y="109219"/>
                    <a:pt x="4425946" y="107314"/>
                  </a:cubicBezTo>
                  <a:cubicBezTo>
                    <a:pt x="4422136" y="106044"/>
                    <a:pt x="4418961" y="103504"/>
                    <a:pt x="4416421" y="99694"/>
                  </a:cubicBezTo>
                  <a:cubicBezTo>
                    <a:pt x="4413881" y="96519"/>
                    <a:pt x="4411341" y="92074"/>
                    <a:pt x="4410071" y="86994"/>
                  </a:cubicBezTo>
                  <a:cubicBezTo>
                    <a:pt x="4408801" y="81914"/>
                    <a:pt x="4407531" y="75564"/>
                    <a:pt x="4407531" y="67944"/>
                  </a:cubicBezTo>
                  <a:cubicBezTo>
                    <a:pt x="4407531" y="61594"/>
                    <a:pt x="4408166" y="55244"/>
                    <a:pt x="4410071" y="50799"/>
                  </a:cubicBezTo>
                  <a:cubicBezTo>
                    <a:pt x="4411976" y="45719"/>
                    <a:pt x="4413881" y="41909"/>
                    <a:pt x="4417056" y="38734"/>
                  </a:cubicBezTo>
                  <a:cubicBezTo>
                    <a:pt x="4419596" y="35559"/>
                    <a:pt x="4423406" y="33019"/>
                    <a:pt x="4426581" y="31749"/>
                  </a:cubicBezTo>
                  <a:cubicBezTo>
                    <a:pt x="4430391" y="29844"/>
                    <a:pt x="4434201" y="29209"/>
                    <a:pt x="4438011" y="29209"/>
                  </a:cubicBezTo>
                  <a:cubicBezTo>
                    <a:pt x="4439916" y="29209"/>
                    <a:pt x="4441821" y="29209"/>
                    <a:pt x="4443726" y="29844"/>
                  </a:cubicBezTo>
                  <a:cubicBezTo>
                    <a:pt x="4445631" y="29844"/>
                    <a:pt x="4447536" y="31114"/>
                    <a:pt x="4448806" y="31749"/>
                  </a:cubicBezTo>
                  <a:cubicBezTo>
                    <a:pt x="4450711" y="32384"/>
                    <a:pt x="4451981" y="33654"/>
                    <a:pt x="4453251" y="34924"/>
                  </a:cubicBezTo>
                  <a:cubicBezTo>
                    <a:pt x="4454521" y="36194"/>
                    <a:pt x="4455791" y="36829"/>
                    <a:pt x="4457061" y="38099"/>
                  </a:cubicBezTo>
                  <a:lnTo>
                    <a:pt x="4457061" y="8254"/>
                  </a:lnTo>
                  <a:close/>
                  <a:moveTo>
                    <a:pt x="4390385" y="634"/>
                  </a:moveTo>
                  <a:lnTo>
                    <a:pt x="4390385" y="108584"/>
                  </a:lnTo>
                  <a:lnTo>
                    <a:pt x="4375145" y="108584"/>
                  </a:lnTo>
                  <a:lnTo>
                    <a:pt x="4375145" y="8889"/>
                  </a:lnTo>
                  <a:close/>
                  <a:moveTo>
                    <a:pt x="3946521" y="634"/>
                  </a:moveTo>
                  <a:lnTo>
                    <a:pt x="3946521" y="38099"/>
                  </a:lnTo>
                  <a:cubicBezTo>
                    <a:pt x="3946521" y="38099"/>
                    <a:pt x="3948426" y="35559"/>
                    <a:pt x="3950331" y="34289"/>
                  </a:cubicBezTo>
                  <a:cubicBezTo>
                    <a:pt x="3951601" y="33019"/>
                    <a:pt x="3953506" y="32384"/>
                    <a:pt x="3954776" y="31114"/>
                  </a:cubicBezTo>
                  <a:cubicBezTo>
                    <a:pt x="3956681" y="30479"/>
                    <a:pt x="3958586" y="29844"/>
                    <a:pt x="3960491" y="29209"/>
                  </a:cubicBezTo>
                  <a:cubicBezTo>
                    <a:pt x="3962396" y="29209"/>
                    <a:pt x="3964301" y="29209"/>
                    <a:pt x="3966206" y="29209"/>
                  </a:cubicBezTo>
                  <a:cubicBezTo>
                    <a:pt x="3970651" y="29209"/>
                    <a:pt x="3975096" y="29844"/>
                    <a:pt x="3978271" y="31749"/>
                  </a:cubicBezTo>
                  <a:cubicBezTo>
                    <a:pt x="3981446" y="33019"/>
                    <a:pt x="3984621" y="35559"/>
                    <a:pt x="3987161" y="38099"/>
                  </a:cubicBezTo>
                  <a:cubicBezTo>
                    <a:pt x="3989701" y="41274"/>
                    <a:pt x="3990971" y="44449"/>
                    <a:pt x="3992241" y="49529"/>
                  </a:cubicBezTo>
                  <a:cubicBezTo>
                    <a:pt x="3993511" y="53974"/>
                    <a:pt x="3994146" y="59054"/>
                    <a:pt x="3994146" y="64134"/>
                  </a:cubicBezTo>
                  <a:lnTo>
                    <a:pt x="3994146" y="108584"/>
                  </a:lnTo>
                  <a:lnTo>
                    <a:pt x="3978906" y="108584"/>
                  </a:lnTo>
                  <a:lnTo>
                    <a:pt x="3978271" y="108584"/>
                  </a:lnTo>
                  <a:lnTo>
                    <a:pt x="3978271" y="64769"/>
                  </a:lnTo>
                  <a:cubicBezTo>
                    <a:pt x="3978271" y="57784"/>
                    <a:pt x="3977001" y="52069"/>
                    <a:pt x="3974461" y="48894"/>
                  </a:cubicBezTo>
                  <a:cubicBezTo>
                    <a:pt x="3971921" y="45084"/>
                    <a:pt x="3968111" y="43814"/>
                    <a:pt x="3962396" y="43814"/>
                  </a:cubicBezTo>
                  <a:cubicBezTo>
                    <a:pt x="3959856" y="43814"/>
                    <a:pt x="3957951" y="43814"/>
                    <a:pt x="3956046" y="45084"/>
                  </a:cubicBezTo>
                  <a:cubicBezTo>
                    <a:pt x="3954141" y="45719"/>
                    <a:pt x="3952236" y="46989"/>
                    <a:pt x="3950966" y="48894"/>
                  </a:cubicBezTo>
                  <a:cubicBezTo>
                    <a:pt x="3949696" y="50799"/>
                    <a:pt x="3948426" y="52704"/>
                    <a:pt x="3947791" y="55244"/>
                  </a:cubicBezTo>
                  <a:cubicBezTo>
                    <a:pt x="3947156" y="57784"/>
                    <a:pt x="3946521" y="60324"/>
                    <a:pt x="3946521" y="63499"/>
                  </a:cubicBezTo>
                  <a:lnTo>
                    <a:pt x="3946521" y="109219"/>
                  </a:lnTo>
                  <a:lnTo>
                    <a:pt x="3931281" y="109219"/>
                  </a:lnTo>
                  <a:lnTo>
                    <a:pt x="3931281" y="8889"/>
                  </a:lnTo>
                  <a:close/>
                  <a:moveTo>
                    <a:pt x="3248021" y="634"/>
                  </a:moveTo>
                  <a:lnTo>
                    <a:pt x="3248021" y="38099"/>
                  </a:lnTo>
                  <a:cubicBezTo>
                    <a:pt x="3248021" y="38099"/>
                    <a:pt x="3249926" y="35559"/>
                    <a:pt x="3251831" y="34289"/>
                  </a:cubicBezTo>
                  <a:cubicBezTo>
                    <a:pt x="3253101" y="33019"/>
                    <a:pt x="3255006" y="32384"/>
                    <a:pt x="3256276" y="31114"/>
                  </a:cubicBezTo>
                  <a:cubicBezTo>
                    <a:pt x="3258181" y="30479"/>
                    <a:pt x="3260086" y="29844"/>
                    <a:pt x="3261991" y="29209"/>
                  </a:cubicBezTo>
                  <a:cubicBezTo>
                    <a:pt x="3263896" y="29209"/>
                    <a:pt x="3265801" y="29209"/>
                    <a:pt x="3267706" y="29209"/>
                  </a:cubicBezTo>
                  <a:cubicBezTo>
                    <a:pt x="3272151" y="29209"/>
                    <a:pt x="3276596" y="29844"/>
                    <a:pt x="3279771" y="31749"/>
                  </a:cubicBezTo>
                  <a:cubicBezTo>
                    <a:pt x="3282946" y="33019"/>
                    <a:pt x="3286121" y="35559"/>
                    <a:pt x="3288661" y="38099"/>
                  </a:cubicBezTo>
                  <a:cubicBezTo>
                    <a:pt x="3291201" y="41274"/>
                    <a:pt x="3292471" y="44449"/>
                    <a:pt x="3293741" y="49529"/>
                  </a:cubicBezTo>
                  <a:cubicBezTo>
                    <a:pt x="3295011" y="53974"/>
                    <a:pt x="3295646" y="59054"/>
                    <a:pt x="3295646" y="64134"/>
                  </a:cubicBezTo>
                  <a:lnTo>
                    <a:pt x="3295646" y="108584"/>
                  </a:lnTo>
                  <a:lnTo>
                    <a:pt x="3280406" y="108584"/>
                  </a:lnTo>
                  <a:lnTo>
                    <a:pt x="3279771" y="108584"/>
                  </a:lnTo>
                  <a:lnTo>
                    <a:pt x="3279771" y="64769"/>
                  </a:lnTo>
                  <a:cubicBezTo>
                    <a:pt x="3279771" y="57784"/>
                    <a:pt x="3278501" y="52069"/>
                    <a:pt x="3275961" y="48894"/>
                  </a:cubicBezTo>
                  <a:cubicBezTo>
                    <a:pt x="3273421" y="45084"/>
                    <a:pt x="3269611" y="43814"/>
                    <a:pt x="3263896" y="43814"/>
                  </a:cubicBezTo>
                  <a:cubicBezTo>
                    <a:pt x="3261356" y="43814"/>
                    <a:pt x="3259451" y="43814"/>
                    <a:pt x="3257546" y="45084"/>
                  </a:cubicBezTo>
                  <a:cubicBezTo>
                    <a:pt x="3255641" y="45719"/>
                    <a:pt x="3253736" y="46989"/>
                    <a:pt x="3252466" y="48894"/>
                  </a:cubicBezTo>
                  <a:cubicBezTo>
                    <a:pt x="3251196" y="50799"/>
                    <a:pt x="3249926" y="52704"/>
                    <a:pt x="3249291" y="55244"/>
                  </a:cubicBezTo>
                  <a:cubicBezTo>
                    <a:pt x="3248656" y="57784"/>
                    <a:pt x="3248021" y="60324"/>
                    <a:pt x="3248021" y="63499"/>
                  </a:cubicBezTo>
                  <a:lnTo>
                    <a:pt x="3248021" y="109219"/>
                  </a:lnTo>
                  <a:lnTo>
                    <a:pt x="3232781" y="109219"/>
                  </a:lnTo>
                  <a:lnTo>
                    <a:pt x="3232781" y="8889"/>
                  </a:lnTo>
                  <a:close/>
                  <a:moveTo>
                    <a:pt x="2432681" y="634"/>
                  </a:moveTo>
                  <a:lnTo>
                    <a:pt x="2432681" y="38099"/>
                  </a:lnTo>
                  <a:cubicBezTo>
                    <a:pt x="2432681" y="38099"/>
                    <a:pt x="2434586" y="35559"/>
                    <a:pt x="2436491" y="34289"/>
                  </a:cubicBezTo>
                  <a:cubicBezTo>
                    <a:pt x="2437761" y="33019"/>
                    <a:pt x="2439666" y="32384"/>
                    <a:pt x="2440936" y="31114"/>
                  </a:cubicBezTo>
                  <a:cubicBezTo>
                    <a:pt x="2442841" y="30479"/>
                    <a:pt x="2444746" y="29844"/>
                    <a:pt x="2446651" y="29209"/>
                  </a:cubicBezTo>
                  <a:cubicBezTo>
                    <a:pt x="2448556" y="29209"/>
                    <a:pt x="2450461" y="29209"/>
                    <a:pt x="2452366" y="29209"/>
                  </a:cubicBezTo>
                  <a:cubicBezTo>
                    <a:pt x="2456811" y="29209"/>
                    <a:pt x="2461256" y="29844"/>
                    <a:pt x="2464431" y="31749"/>
                  </a:cubicBezTo>
                  <a:cubicBezTo>
                    <a:pt x="2467606" y="33019"/>
                    <a:pt x="2470781" y="35559"/>
                    <a:pt x="2473321" y="38099"/>
                  </a:cubicBezTo>
                  <a:cubicBezTo>
                    <a:pt x="2475861" y="41274"/>
                    <a:pt x="2477131" y="44449"/>
                    <a:pt x="2478401" y="49529"/>
                  </a:cubicBezTo>
                  <a:cubicBezTo>
                    <a:pt x="2479671" y="53974"/>
                    <a:pt x="2480306" y="59054"/>
                    <a:pt x="2480306" y="64134"/>
                  </a:cubicBezTo>
                  <a:lnTo>
                    <a:pt x="2480306" y="108584"/>
                  </a:lnTo>
                  <a:lnTo>
                    <a:pt x="2465066" y="108584"/>
                  </a:lnTo>
                  <a:lnTo>
                    <a:pt x="2464431" y="108584"/>
                  </a:lnTo>
                  <a:lnTo>
                    <a:pt x="2464431" y="64769"/>
                  </a:lnTo>
                  <a:cubicBezTo>
                    <a:pt x="2464431" y="57784"/>
                    <a:pt x="2463161" y="52069"/>
                    <a:pt x="2460621" y="48894"/>
                  </a:cubicBezTo>
                  <a:cubicBezTo>
                    <a:pt x="2458081" y="45084"/>
                    <a:pt x="2454271" y="43814"/>
                    <a:pt x="2448556" y="43814"/>
                  </a:cubicBezTo>
                  <a:cubicBezTo>
                    <a:pt x="2446016" y="43814"/>
                    <a:pt x="2444111" y="43814"/>
                    <a:pt x="2442206" y="45084"/>
                  </a:cubicBezTo>
                  <a:cubicBezTo>
                    <a:pt x="2440301" y="45719"/>
                    <a:pt x="2438396" y="46989"/>
                    <a:pt x="2437126" y="48894"/>
                  </a:cubicBezTo>
                  <a:cubicBezTo>
                    <a:pt x="2435856" y="50799"/>
                    <a:pt x="2434586" y="52704"/>
                    <a:pt x="2433951" y="55244"/>
                  </a:cubicBezTo>
                  <a:cubicBezTo>
                    <a:pt x="2433316" y="57784"/>
                    <a:pt x="2432681" y="60324"/>
                    <a:pt x="2432681" y="63499"/>
                  </a:cubicBezTo>
                  <a:lnTo>
                    <a:pt x="2432681" y="109219"/>
                  </a:lnTo>
                  <a:lnTo>
                    <a:pt x="2417441" y="109219"/>
                  </a:lnTo>
                  <a:lnTo>
                    <a:pt x="2417441" y="8889"/>
                  </a:lnTo>
                  <a:close/>
                  <a:moveTo>
                    <a:pt x="1734181" y="634"/>
                  </a:moveTo>
                  <a:lnTo>
                    <a:pt x="1734181" y="38099"/>
                  </a:lnTo>
                  <a:cubicBezTo>
                    <a:pt x="1734181" y="38099"/>
                    <a:pt x="1736086" y="35559"/>
                    <a:pt x="1737991" y="34289"/>
                  </a:cubicBezTo>
                  <a:cubicBezTo>
                    <a:pt x="1739261" y="33019"/>
                    <a:pt x="1741166" y="32384"/>
                    <a:pt x="1742436" y="31114"/>
                  </a:cubicBezTo>
                  <a:cubicBezTo>
                    <a:pt x="1744341" y="30479"/>
                    <a:pt x="1746246" y="29844"/>
                    <a:pt x="1748151" y="29209"/>
                  </a:cubicBezTo>
                  <a:cubicBezTo>
                    <a:pt x="1750056" y="29209"/>
                    <a:pt x="1751961" y="29209"/>
                    <a:pt x="1753866" y="29209"/>
                  </a:cubicBezTo>
                  <a:cubicBezTo>
                    <a:pt x="1758311" y="29209"/>
                    <a:pt x="1762756" y="29844"/>
                    <a:pt x="1765931" y="31749"/>
                  </a:cubicBezTo>
                  <a:cubicBezTo>
                    <a:pt x="1769106" y="33019"/>
                    <a:pt x="1772281" y="35559"/>
                    <a:pt x="1774821" y="38099"/>
                  </a:cubicBezTo>
                  <a:cubicBezTo>
                    <a:pt x="1777361" y="41274"/>
                    <a:pt x="1778631" y="44449"/>
                    <a:pt x="1779901" y="49529"/>
                  </a:cubicBezTo>
                  <a:cubicBezTo>
                    <a:pt x="1781171" y="53974"/>
                    <a:pt x="1781806" y="59054"/>
                    <a:pt x="1781806" y="64134"/>
                  </a:cubicBezTo>
                  <a:lnTo>
                    <a:pt x="1781806" y="108584"/>
                  </a:lnTo>
                  <a:lnTo>
                    <a:pt x="1766566" y="108584"/>
                  </a:lnTo>
                  <a:lnTo>
                    <a:pt x="1765931" y="108584"/>
                  </a:lnTo>
                  <a:lnTo>
                    <a:pt x="1765931" y="64769"/>
                  </a:lnTo>
                  <a:cubicBezTo>
                    <a:pt x="1765931" y="57784"/>
                    <a:pt x="1764661" y="52069"/>
                    <a:pt x="1762121" y="48894"/>
                  </a:cubicBezTo>
                  <a:cubicBezTo>
                    <a:pt x="1759581" y="45084"/>
                    <a:pt x="1755771" y="43814"/>
                    <a:pt x="1750056" y="43814"/>
                  </a:cubicBezTo>
                  <a:cubicBezTo>
                    <a:pt x="1747516" y="43814"/>
                    <a:pt x="1745611" y="43814"/>
                    <a:pt x="1743706" y="45084"/>
                  </a:cubicBezTo>
                  <a:cubicBezTo>
                    <a:pt x="1741801" y="45719"/>
                    <a:pt x="1739896" y="46989"/>
                    <a:pt x="1738626" y="48894"/>
                  </a:cubicBezTo>
                  <a:cubicBezTo>
                    <a:pt x="1737356" y="50799"/>
                    <a:pt x="1736086" y="52704"/>
                    <a:pt x="1735451" y="55244"/>
                  </a:cubicBezTo>
                  <a:cubicBezTo>
                    <a:pt x="1734816" y="57784"/>
                    <a:pt x="1734181" y="60324"/>
                    <a:pt x="1734181" y="63499"/>
                  </a:cubicBezTo>
                  <a:lnTo>
                    <a:pt x="1734181" y="109219"/>
                  </a:lnTo>
                  <a:lnTo>
                    <a:pt x="1718941" y="109219"/>
                  </a:lnTo>
                  <a:lnTo>
                    <a:pt x="1718941" y="8889"/>
                  </a:lnTo>
                  <a:close/>
                  <a:moveTo>
                    <a:pt x="803275" y="634"/>
                  </a:moveTo>
                  <a:lnTo>
                    <a:pt x="803275" y="38099"/>
                  </a:lnTo>
                  <a:cubicBezTo>
                    <a:pt x="803275" y="38099"/>
                    <a:pt x="805180" y="35559"/>
                    <a:pt x="807085" y="34289"/>
                  </a:cubicBezTo>
                  <a:cubicBezTo>
                    <a:pt x="808355" y="33019"/>
                    <a:pt x="810260" y="32384"/>
                    <a:pt x="811530" y="31114"/>
                  </a:cubicBezTo>
                  <a:cubicBezTo>
                    <a:pt x="813435" y="30479"/>
                    <a:pt x="815340" y="29844"/>
                    <a:pt x="817245" y="29209"/>
                  </a:cubicBezTo>
                  <a:cubicBezTo>
                    <a:pt x="819150" y="29209"/>
                    <a:pt x="821055" y="29209"/>
                    <a:pt x="822960" y="29209"/>
                  </a:cubicBezTo>
                  <a:cubicBezTo>
                    <a:pt x="827405" y="29209"/>
                    <a:pt x="831850" y="29844"/>
                    <a:pt x="835025" y="31749"/>
                  </a:cubicBezTo>
                  <a:cubicBezTo>
                    <a:pt x="838200" y="33019"/>
                    <a:pt x="841375" y="35559"/>
                    <a:pt x="843915" y="38099"/>
                  </a:cubicBezTo>
                  <a:cubicBezTo>
                    <a:pt x="846455" y="41274"/>
                    <a:pt x="847725" y="44449"/>
                    <a:pt x="848995" y="49529"/>
                  </a:cubicBezTo>
                  <a:cubicBezTo>
                    <a:pt x="850265" y="53974"/>
                    <a:pt x="850900" y="59054"/>
                    <a:pt x="850900" y="64134"/>
                  </a:cubicBezTo>
                  <a:lnTo>
                    <a:pt x="850900" y="108584"/>
                  </a:lnTo>
                  <a:lnTo>
                    <a:pt x="835660" y="108584"/>
                  </a:lnTo>
                  <a:lnTo>
                    <a:pt x="835025" y="108584"/>
                  </a:lnTo>
                  <a:lnTo>
                    <a:pt x="835025" y="64769"/>
                  </a:lnTo>
                  <a:cubicBezTo>
                    <a:pt x="835025" y="57784"/>
                    <a:pt x="833755" y="52069"/>
                    <a:pt x="831215" y="48894"/>
                  </a:cubicBezTo>
                  <a:cubicBezTo>
                    <a:pt x="828675" y="45084"/>
                    <a:pt x="824865" y="43814"/>
                    <a:pt x="819150" y="43814"/>
                  </a:cubicBezTo>
                  <a:cubicBezTo>
                    <a:pt x="816610" y="43814"/>
                    <a:pt x="814705" y="43814"/>
                    <a:pt x="812800" y="45084"/>
                  </a:cubicBezTo>
                  <a:cubicBezTo>
                    <a:pt x="810895" y="45719"/>
                    <a:pt x="808990" y="46989"/>
                    <a:pt x="807720" y="48894"/>
                  </a:cubicBezTo>
                  <a:cubicBezTo>
                    <a:pt x="806450" y="50799"/>
                    <a:pt x="805180" y="52704"/>
                    <a:pt x="804545" y="55244"/>
                  </a:cubicBezTo>
                  <a:cubicBezTo>
                    <a:pt x="803910" y="57784"/>
                    <a:pt x="803275" y="60324"/>
                    <a:pt x="803275" y="63499"/>
                  </a:cubicBezTo>
                  <a:lnTo>
                    <a:pt x="803275" y="109219"/>
                  </a:lnTo>
                  <a:lnTo>
                    <a:pt x="788035" y="109219"/>
                  </a:lnTo>
                  <a:lnTo>
                    <a:pt x="788035" y="8889"/>
                  </a:lnTo>
                  <a:close/>
                  <a:moveTo>
                    <a:pt x="104774" y="634"/>
                  </a:moveTo>
                  <a:lnTo>
                    <a:pt x="104774" y="38099"/>
                  </a:lnTo>
                  <a:cubicBezTo>
                    <a:pt x="104774" y="38099"/>
                    <a:pt x="106679" y="35559"/>
                    <a:pt x="108584" y="34289"/>
                  </a:cubicBezTo>
                  <a:cubicBezTo>
                    <a:pt x="109854" y="33019"/>
                    <a:pt x="111759" y="32384"/>
                    <a:pt x="113029" y="31114"/>
                  </a:cubicBezTo>
                  <a:cubicBezTo>
                    <a:pt x="114934" y="30479"/>
                    <a:pt x="116839" y="29844"/>
                    <a:pt x="118744" y="29209"/>
                  </a:cubicBezTo>
                  <a:cubicBezTo>
                    <a:pt x="120649" y="29209"/>
                    <a:pt x="122554" y="29209"/>
                    <a:pt x="124459" y="29209"/>
                  </a:cubicBezTo>
                  <a:cubicBezTo>
                    <a:pt x="128904" y="29209"/>
                    <a:pt x="133349" y="29844"/>
                    <a:pt x="136524" y="31749"/>
                  </a:cubicBezTo>
                  <a:cubicBezTo>
                    <a:pt x="139699" y="33019"/>
                    <a:pt x="142874" y="35559"/>
                    <a:pt x="145414" y="38099"/>
                  </a:cubicBezTo>
                  <a:cubicBezTo>
                    <a:pt x="147954" y="41274"/>
                    <a:pt x="149224" y="44449"/>
                    <a:pt x="150494" y="49529"/>
                  </a:cubicBezTo>
                  <a:cubicBezTo>
                    <a:pt x="151764" y="53974"/>
                    <a:pt x="152399" y="59054"/>
                    <a:pt x="152399" y="64134"/>
                  </a:cubicBezTo>
                  <a:lnTo>
                    <a:pt x="152399" y="108584"/>
                  </a:lnTo>
                  <a:lnTo>
                    <a:pt x="137159" y="108584"/>
                  </a:lnTo>
                  <a:lnTo>
                    <a:pt x="136524" y="108584"/>
                  </a:lnTo>
                  <a:lnTo>
                    <a:pt x="136524" y="64769"/>
                  </a:lnTo>
                  <a:cubicBezTo>
                    <a:pt x="136524" y="57784"/>
                    <a:pt x="135254" y="52069"/>
                    <a:pt x="132714" y="48894"/>
                  </a:cubicBezTo>
                  <a:cubicBezTo>
                    <a:pt x="130174" y="45084"/>
                    <a:pt x="126364" y="43814"/>
                    <a:pt x="120649" y="43814"/>
                  </a:cubicBezTo>
                  <a:cubicBezTo>
                    <a:pt x="118109" y="43814"/>
                    <a:pt x="116204" y="43814"/>
                    <a:pt x="114299" y="45084"/>
                  </a:cubicBezTo>
                  <a:cubicBezTo>
                    <a:pt x="112394" y="45719"/>
                    <a:pt x="110489" y="46989"/>
                    <a:pt x="109219" y="48894"/>
                  </a:cubicBezTo>
                  <a:cubicBezTo>
                    <a:pt x="107949" y="50799"/>
                    <a:pt x="106679" y="52704"/>
                    <a:pt x="106044" y="55244"/>
                  </a:cubicBezTo>
                  <a:cubicBezTo>
                    <a:pt x="105409" y="57784"/>
                    <a:pt x="104774" y="60324"/>
                    <a:pt x="104774" y="63499"/>
                  </a:cubicBezTo>
                  <a:lnTo>
                    <a:pt x="104774" y="109219"/>
                  </a:lnTo>
                  <a:lnTo>
                    <a:pt x="89534" y="109219"/>
                  </a:lnTo>
                  <a:lnTo>
                    <a:pt x="89534" y="8889"/>
                  </a:lnTo>
                  <a:close/>
                  <a:moveTo>
                    <a:pt x="3894450" y="0"/>
                  </a:moveTo>
                  <a:lnTo>
                    <a:pt x="3894450" y="30480"/>
                  </a:lnTo>
                  <a:lnTo>
                    <a:pt x="3913500" y="30480"/>
                  </a:lnTo>
                  <a:lnTo>
                    <a:pt x="3913500" y="44450"/>
                  </a:lnTo>
                  <a:lnTo>
                    <a:pt x="3894450" y="44450"/>
                  </a:lnTo>
                  <a:lnTo>
                    <a:pt x="3894450" y="86995"/>
                  </a:lnTo>
                  <a:cubicBezTo>
                    <a:pt x="3894450" y="86995"/>
                    <a:pt x="3894450" y="90170"/>
                    <a:pt x="3894450" y="91440"/>
                  </a:cubicBezTo>
                  <a:cubicBezTo>
                    <a:pt x="3894450" y="92710"/>
                    <a:pt x="3895085" y="93345"/>
                    <a:pt x="3895720" y="94615"/>
                  </a:cubicBezTo>
                  <a:cubicBezTo>
                    <a:pt x="3896355" y="95250"/>
                    <a:pt x="3896990" y="95885"/>
                    <a:pt x="3898260" y="95885"/>
                  </a:cubicBezTo>
                  <a:cubicBezTo>
                    <a:pt x="3899530" y="95885"/>
                    <a:pt x="3900800" y="95885"/>
                    <a:pt x="3902070" y="95885"/>
                  </a:cubicBezTo>
                  <a:cubicBezTo>
                    <a:pt x="3903975" y="95885"/>
                    <a:pt x="3905880" y="95885"/>
                    <a:pt x="3908420" y="95250"/>
                  </a:cubicBezTo>
                  <a:cubicBezTo>
                    <a:pt x="3910325" y="94615"/>
                    <a:pt x="3912230" y="93980"/>
                    <a:pt x="3913500" y="93345"/>
                  </a:cubicBezTo>
                  <a:lnTo>
                    <a:pt x="3911595" y="106680"/>
                  </a:lnTo>
                  <a:cubicBezTo>
                    <a:pt x="3911595" y="106680"/>
                    <a:pt x="3907785" y="108585"/>
                    <a:pt x="3905245" y="109220"/>
                  </a:cubicBezTo>
                  <a:cubicBezTo>
                    <a:pt x="3902705" y="109855"/>
                    <a:pt x="3900165" y="110490"/>
                    <a:pt x="3896990" y="110490"/>
                  </a:cubicBezTo>
                  <a:cubicBezTo>
                    <a:pt x="3894450" y="110490"/>
                    <a:pt x="3891910" y="110490"/>
                    <a:pt x="3890005" y="109220"/>
                  </a:cubicBezTo>
                  <a:cubicBezTo>
                    <a:pt x="3888100" y="108585"/>
                    <a:pt x="3886195" y="107315"/>
                    <a:pt x="3884290" y="105410"/>
                  </a:cubicBezTo>
                  <a:cubicBezTo>
                    <a:pt x="3882385" y="103505"/>
                    <a:pt x="3881115" y="101600"/>
                    <a:pt x="3880480" y="99060"/>
                  </a:cubicBezTo>
                  <a:cubicBezTo>
                    <a:pt x="3879845" y="96520"/>
                    <a:pt x="3879210" y="93345"/>
                    <a:pt x="3879210" y="89535"/>
                  </a:cubicBezTo>
                  <a:lnTo>
                    <a:pt x="3879210" y="44450"/>
                  </a:lnTo>
                  <a:lnTo>
                    <a:pt x="3868415" y="44450"/>
                  </a:lnTo>
                  <a:lnTo>
                    <a:pt x="3868415" y="30480"/>
                  </a:lnTo>
                  <a:lnTo>
                    <a:pt x="3879210" y="30480"/>
                  </a:lnTo>
                  <a:lnTo>
                    <a:pt x="3879210" y="8255"/>
                  </a:lnTo>
                  <a:close/>
                  <a:moveTo>
                    <a:pt x="3664581" y="0"/>
                  </a:moveTo>
                  <a:lnTo>
                    <a:pt x="3664581" y="30480"/>
                  </a:lnTo>
                  <a:lnTo>
                    <a:pt x="3683631" y="30480"/>
                  </a:lnTo>
                  <a:lnTo>
                    <a:pt x="3683631" y="44450"/>
                  </a:lnTo>
                  <a:lnTo>
                    <a:pt x="3664581" y="44450"/>
                  </a:lnTo>
                  <a:lnTo>
                    <a:pt x="3664581" y="86995"/>
                  </a:lnTo>
                  <a:cubicBezTo>
                    <a:pt x="3664581" y="86995"/>
                    <a:pt x="3664581" y="90170"/>
                    <a:pt x="3664581" y="91440"/>
                  </a:cubicBezTo>
                  <a:cubicBezTo>
                    <a:pt x="3664581" y="92710"/>
                    <a:pt x="3665216" y="93345"/>
                    <a:pt x="3665851" y="94615"/>
                  </a:cubicBezTo>
                  <a:cubicBezTo>
                    <a:pt x="3666486" y="95250"/>
                    <a:pt x="3667121" y="95885"/>
                    <a:pt x="3668391" y="95885"/>
                  </a:cubicBezTo>
                  <a:cubicBezTo>
                    <a:pt x="3669661" y="95885"/>
                    <a:pt x="3670931" y="95885"/>
                    <a:pt x="3672201" y="95885"/>
                  </a:cubicBezTo>
                  <a:cubicBezTo>
                    <a:pt x="3674106" y="95885"/>
                    <a:pt x="3676011" y="95885"/>
                    <a:pt x="3678551" y="95250"/>
                  </a:cubicBezTo>
                  <a:cubicBezTo>
                    <a:pt x="3680456" y="94615"/>
                    <a:pt x="3682361" y="93980"/>
                    <a:pt x="3683631" y="93345"/>
                  </a:cubicBezTo>
                  <a:lnTo>
                    <a:pt x="3681726" y="106680"/>
                  </a:lnTo>
                  <a:cubicBezTo>
                    <a:pt x="3681726" y="106680"/>
                    <a:pt x="3677916" y="108585"/>
                    <a:pt x="3675376" y="109220"/>
                  </a:cubicBezTo>
                  <a:cubicBezTo>
                    <a:pt x="3672836" y="109855"/>
                    <a:pt x="3670296" y="110490"/>
                    <a:pt x="3667121" y="110490"/>
                  </a:cubicBezTo>
                  <a:cubicBezTo>
                    <a:pt x="3664581" y="110490"/>
                    <a:pt x="3662041" y="110490"/>
                    <a:pt x="3660136" y="109220"/>
                  </a:cubicBezTo>
                  <a:cubicBezTo>
                    <a:pt x="3658231" y="108585"/>
                    <a:pt x="3656326" y="107315"/>
                    <a:pt x="3654421" y="105410"/>
                  </a:cubicBezTo>
                  <a:cubicBezTo>
                    <a:pt x="3652516" y="103505"/>
                    <a:pt x="3651246" y="101600"/>
                    <a:pt x="3650611" y="99060"/>
                  </a:cubicBezTo>
                  <a:cubicBezTo>
                    <a:pt x="3649976" y="96520"/>
                    <a:pt x="3649341" y="93345"/>
                    <a:pt x="3649341" y="89535"/>
                  </a:cubicBezTo>
                  <a:lnTo>
                    <a:pt x="3649341" y="44450"/>
                  </a:lnTo>
                  <a:lnTo>
                    <a:pt x="3638546" y="44450"/>
                  </a:lnTo>
                  <a:lnTo>
                    <a:pt x="3638546" y="30480"/>
                  </a:lnTo>
                  <a:lnTo>
                    <a:pt x="3649341" y="30480"/>
                  </a:lnTo>
                  <a:lnTo>
                    <a:pt x="3649341" y="8255"/>
                  </a:lnTo>
                  <a:close/>
                  <a:moveTo>
                    <a:pt x="3610605" y="0"/>
                  </a:moveTo>
                  <a:lnTo>
                    <a:pt x="3610605" y="30480"/>
                  </a:lnTo>
                  <a:lnTo>
                    <a:pt x="3629655" y="30480"/>
                  </a:lnTo>
                  <a:lnTo>
                    <a:pt x="3629655" y="44450"/>
                  </a:lnTo>
                  <a:lnTo>
                    <a:pt x="3610605" y="44450"/>
                  </a:lnTo>
                  <a:lnTo>
                    <a:pt x="3610605" y="86995"/>
                  </a:lnTo>
                  <a:cubicBezTo>
                    <a:pt x="3610605" y="86995"/>
                    <a:pt x="3610605" y="90170"/>
                    <a:pt x="3610605" y="91440"/>
                  </a:cubicBezTo>
                  <a:cubicBezTo>
                    <a:pt x="3610605" y="92710"/>
                    <a:pt x="3611240" y="93345"/>
                    <a:pt x="3611875" y="94615"/>
                  </a:cubicBezTo>
                  <a:cubicBezTo>
                    <a:pt x="3612510" y="95250"/>
                    <a:pt x="3613145" y="95885"/>
                    <a:pt x="3614415" y="95885"/>
                  </a:cubicBezTo>
                  <a:cubicBezTo>
                    <a:pt x="3615685" y="95885"/>
                    <a:pt x="3616955" y="95885"/>
                    <a:pt x="3618225" y="95885"/>
                  </a:cubicBezTo>
                  <a:cubicBezTo>
                    <a:pt x="3620130" y="95885"/>
                    <a:pt x="3622035" y="95885"/>
                    <a:pt x="3624575" y="95250"/>
                  </a:cubicBezTo>
                  <a:cubicBezTo>
                    <a:pt x="3626480" y="94615"/>
                    <a:pt x="3628385" y="93980"/>
                    <a:pt x="3629655" y="93345"/>
                  </a:cubicBezTo>
                  <a:lnTo>
                    <a:pt x="3627750" y="106680"/>
                  </a:lnTo>
                  <a:cubicBezTo>
                    <a:pt x="3627750" y="106680"/>
                    <a:pt x="3623940" y="108585"/>
                    <a:pt x="3621400" y="109220"/>
                  </a:cubicBezTo>
                  <a:cubicBezTo>
                    <a:pt x="3618860" y="109855"/>
                    <a:pt x="3616320" y="110490"/>
                    <a:pt x="3613145" y="110490"/>
                  </a:cubicBezTo>
                  <a:cubicBezTo>
                    <a:pt x="3610605" y="110490"/>
                    <a:pt x="3608065" y="110490"/>
                    <a:pt x="3606160" y="109220"/>
                  </a:cubicBezTo>
                  <a:cubicBezTo>
                    <a:pt x="3604255" y="108585"/>
                    <a:pt x="3602350" y="107315"/>
                    <a:pt x="3600445" y="105410"/>
                  </a:cubicBezTo>
                  <a:cubicBezTo>
                    <a:pt x="3598540" y="103505"/>
                    <a:pt x="3597270" y="101600"/>
                    <a:pt x="3596635" y="99060"/>
                  </a:cubicBezTo>
                  <a:cubicBezTo>
                    <a:pt x="3596000" y="96520"/>
                    <a:pt x="3595365" y="93345"/>
                    <a:pt x="3595365" y="89535"/>
                  </a:cubicBezTo>
                  <a:lnTo>
                    <a:pt x="3595365" y="44450"/>
                  </a:lnTo>
                  <a:lnTo>
                    <a:pt x="3584570" y="44450"/>
                  </a:lnTo>
                  <a:lnTo>
                    <a:pt x="3584570" y="30480"/>
                  </a:lnTo>
                  <a:lnTo>
                    <a:pt x="3595365" y="30480"/>
                  </a:lnTo>
                  <a:lnTo>
                    <a:pt x="3595365" y="8255"/>
                  </a:lnTo>
                  <a:close/>
                  <a:moveTo>
                    <a:pt x="3445505" y="0"/>
                  </a:moveTo>
                  <a:lnTo>
                    <a:pt x="3445505" y="37465"/>
                  </a:lnTo>
                  <a:cubicBezTo>
                    <a:pt x="3445505" y="37465"/>
                    <a:pt x="3448680" y="34925"/>
                    <a:pt x="3449950" y="33655"/>
                  </a:cubicBezTo>
                  <a:cubicBezTo>
                    <a:pt x="3451220" y="33020"/>
                    <a:pt x="3452490" y="31750"/>
                    <a:pt x="3453760" y="31115"/>
                  </a:cubicBezTo>
                  <a:cubicBezTo>
                    <a:pt x="3455030" y="30480"/>
                    <a:pt x="3456935" y="29845"/>
                    <a:pt x="3458840" y="29210"/>
                  </a:cubicBezTo>
                  <a:cubicBezTo>
                    <a:pt x="3460745" y="29210"/>
                    <a:pt x="3463285" y="28575"/>
                    <a:pt x="3465825" y="28575"/>
                  </a:cubicBezTo>
                  <a:cubicBezTo>
                    <a:pt x="3470270" y="28575"/>
                    <a:pt x="3474080" y="29210"/>
                    <a:pt x="3477890" y="31115"/>
                  </a:cubicBezTo>
                  <a:cubicBezTo>
                    <a:pt x="3481700" y="32385"/>
                    <a:pt x="3484875" y="34925"/>
                    <a:pt x="3487415" y="38735"/>
                  </a:cubicBezTo>
                  <a:cubicBezTo>
                    <a:pt x="3489955" y="41910"/>
                    <a:pt x="3492495" y="46355"/>
                    <a:pt x="3493765" y="51435"/>
                  </a:cubicBezTo>
                  <a:cubicBezTo>
                    <a:pt x="3495035" y="56515"/>
                    <a:pt x="3496305" y="62865"/>
                    <a:pt x="3496305" y="70485"/>
                  </a:cubicBezTo>
                  <a:lnTo>
                    <a:pt x="3495670" y="71120"/>
                  </a:lnTo>
                  <a:cubicBezTo>
                    <a:pt x="3495670" y="77470"/>
                    <a:pt x="3495035" y="83820"/>
                    <a:pt x="3493130" y="88265"/>
                  </a:cubicBezTo>
                  <a:cubicBezTo>
                    <a:pt x="3491225" y="93345"/>
                    <a:pt x="3489320" y="97155"/>
                    <a:pt x="3486145" y="100330"/>
                  </a:cubicBezTo>
                  <a:cubicBezTo>
                    <a:pt x="3483605" y="103505"/>
                    <a:pt x="3479795" y="106045"/>
                    <a:pt x="3476620" y="107315"/>
                  </a:cubicBezTo>
                  <a:cubicBezTo>
                    <a:pt x="3472810" y="109220"/>
                    <a:pt x="3469000" y="109855"/>
                    <a:pt x="3465190" y="109855"/>
                  </a:cubicBezTo>
                  <a:cubicBezTo>
                    <a:pt x="3461380" y="109855"/>
                    <a:pt x="3457570" y="109220"/>
                    <a:pt x="3454395" y="107315"/>
                  </a:cubicBezTo>
                  <a:cubicBezTo>
                    <a:pt x="3450585" y="105410"/>
                    <a:pt x="3448045" y="103505"/>
                    <a:pt x="3445505" y="100965"/>
                  </a:cubicBezTo>
                  <a:lnTo>
                    <a:pt x="3445505" y="107950"/>
                  </a:lnTo>
                  <a:lnTo>
                    <a:pt x="3430265" y="107950"/>
                  </a:lnTo>
                  <a:lnTo>
                    <a:pt x="3430265" y="7620"/>
                  </a:lnTo>
                  <a:close/>
                  <a:moveTo>
                    <a:pt x="2380611" y="0"/>
                  </a:moveTo>
                  <a:lnTo>
                    <a:pt x="2380611" y="30480"/>
                  </a:lnTo>
                  <a:lnTo>
                    <a:pt x="2399661" y="30480"/>
                  </a:lnTo>
                  <a:lnTo>
                    <a:pt x="2399661" y="44450"/>
                  </a:lnTo>
                  <a:lnTo>
                    <a:pt x="2380611" y="44450"/>
                  </a:lnTo>
                  <a:lnTo>
                    <a:pt x="2380611" y="86995"/>
                  </a:lnTo>
                  <a:cubicBezTo>
                    <a:pt x="2380611" y="86995"/>
                    <a:pt x="2380611" y="90170"/>
                    <a:pt x="2380611" y="91440"/>
                  </a:cubicBezTo>
                  <a:cubicBezTo>
                    <a:pt x="2380611" y="92710"/>
                    <a:pt x="2381246" y="93345"/>
                    <a:pt x="2381881" y="94615"/>
                  </a:cubicBezTo>
                  <a:cubicBezTo>
                    <a:pt x="2382516" y="95250"/>
                    <a:pt x="2383151" y="95885"/>
                    <a:pt x="2384421" y="95885"/>
                  </a:cubicBezTo>
                  <a:cubicBezTo>
                    <a:pt x="2385691" y="95885"/>
                    <a:pt x="2386961" y="95885"/>
                    <a:pt x="2388231" y="95885"/>
                  </a:cubicBezTo>
                  <a:cubicBezTo>
                    <a:pt x="2390136" y="95885"/>
                    <a:pt x="2392041" y="95885"/>
                    <a:pt x="2394581" y="95250"/>
                  </a:cubicBezTo>
                  <a:cubicBezTo>
                    <a:pt x="2396486" y="94615"/>
                    <a:pt x="2398391" y="93980"/>
                    <a:pt x="2399661" y="93345"/>
                  </a:cubicBezTo>
                  <a:lnTo>
                    <a:pt x="2397756" y="106680"/>
                  </a:lnTo>
                  <a:cubicBezTo>
                    <a:pt x="2397756" y="106680"/>
                    <a:pt x="2393946" y="108585"/>
                    <a:pt x="2391406" y="109220"/>
                  </a:cubicBezTo>
                  <a:cubicBezTo>
                    <a:pt x="2388866" y="109855"/>
                    <a:pt x="2386326" y="110490"/>
                    <a:pt x="2383151" y="110490"/>
                  </a:cubicBezTo>
                  <a:cubicBezTo>
                    <a:pt x="2380611" y="110490"/>
                    <a:pt x="2378071" y="110490"/>
                    <a:pt x="2376166" y="109220"/>
                  </a:cubicBezTo>
                  <a:cubicBezTo>
                    <a:pt x="2374261" y="108585"/>
                    <a:pt x="2372356" y="107315"/>
                    <a:pt x="2370451" y="105410"/>
                  </a:cubicBezTo>
                  <a:cubicBezTo>
                    <a:pt x="2368546" y="103505"/>
                    <a:pt x="2367276" y="101600"/>
                    <a:pt x="2366641" y="99060"/>
                  </a:cubicBezTo>
                  <a:cubicBezTo>
                    <a:pt x="2366006" y="96520"/>
                    <a:pt x="2365371" y="93345"/>
                    <a:pt x="2365371" y="89535"/>
                  </a:cubicBezTo>
                  <a:lnTo>
                    <a:pt x="2365371" y="44450"/>
                  </a:lnTo>
                  <a:lnTo>
                    <a:pt x="2354576" y="44450"/>
                  </a:lnTo>
                  <a:lnTo>
                    <a:pt x="2354576" y="30480"/>
                  </a:lnTo>
                  <a:lnTo>
                    <a:pt x="2365371" y="30480"/>
                  </a:lnTo>
                  <a:lnTo>
                    <a:pt x="2365371" y="8255"/>
                  </a:lnTo>
                  <a:close/>
                  <a:moveTo>
                    <a:pt x="2150741" y="0"/>
                  </a:moveTo>
                  <a:lnTo>
                    <a:pt x="2150741" y="30480"/>
                  </a:lnTo>
                  <a:lnTo>
                    <a:pt x="2169791" y="30480"/>
                  </a:lnTo>
                  <a:lnTo>
                    <a:pt x="2169791" y="44450"/>
                  </a:lnTo>
                  <a:lnTo>
                    <a:pt x="2150741" y="44450"/>
                  </a:lnTo>
                  <a:lnTo>
                    <a:pt x="2150741" y="86995"/>
                  </a:lnTo>
                  <a:cubicBezTo>
                    <a:pt x="2150741" y="86995"/>
                    <a:pt x="2150741" y="90170"/>
                    <a:pt x="2150741" y="91440"/>
                  </a:cubicBezTo>
                  <a:cubicBezTo>
                    <a:pt x="2150741" y="92710"/>
                    <a:pt x="2151376" y="93345"/>
                    <a:pt x="2152011" y="94615"/>
                  </a:cubicBezTo>
                  <a:cubicBezTo>
                    <a:pt x="2152646" y="95250"/>
                    <a:pt x="2153281" y="95885"/>
                    <a:pt x="2154551" y="95885"/>
                  </a:cubicBezTo>
                  <a:cubicBezTo>
                    <a:pt x="2155821" y="95885"/>
                    <a:pt x="2157091" y="95885"/>
                    <a:pt x="2158361" y="95885"/>
                  </a:cubicBezTo>
                  <a:cubicBezTo>
                    <a:pt x="2160266" y="95885"/>
                    <a:pt x="2162171" y="95885"/>
                    <a:pt x="2164711" y="95250"/>
                  </a:cubicBezTo>
                  <a:cubicBezTo>
                    <a:pt x="2166616" y="94615"/>
                    <a:pt x="2168521" y="93980"/>
                    <a:pt x="2169791" y="93345"/>
                  </a:cubicBezTo>
                  <a:lnTo>
                    <a:pt x="2167886" y="106680"/>
                  </a:lnTo>
                  <a:cubicBezTo>
                    <a:pt x="2167886" y="106680"/>
                    <a:pt x="2164076" y="108585"/>
                    <a:pt x="2161536" y="109220"/>
                  </a:cubicBezTo>
                  <a:cubicBezTo>
                    <a:pt x="2158996" y="109855"/>
                    <a:pt x="2156456" y="110490"/>
                    <a:pt x="2153281" y="110490"/>
                  </a:cubicBezTo>
                  <a:cubicBezTo>
                    <a:pt x="2150741" y="110490"/>
                    <a:pt x="2148201" y="110490"/>
                    <a:pt x="2146296" y="109220"/>
                  </a:cubicBezTo>
                  <a:cubicBezTo>
                    <a:pt x="2144391" y="108585"/>
                    <a:pt x="2142486" y="107315"/>
                    <a:pt x="2140581" y="105410"/>
                  </a:cubicBezTo>
                  <a:cubicBezTo>
                    <a:pt x="2138676" y="103505"/>
                    <a:pt x="2137406" y="101600"/>
                    <a:pt x="2136771" y="99060"/>
                  </a:cubicBezTo>
                  <a:cubicBezTo>
                    <a:pt x="2136136" y="96520"/>
                    <a:pt x="2135501" y="93345"/>
                    <a:pt x="2135501" y="89535"/>
                  </a:cubicBezTo>
                  <a:lnTo>
                    <a:pt x="2135501" y="44450"/>
                  </a:lnTo>
                  <a:lnTo>
                    <a:pt x="2124706" y="44450"/>
                  </a:lnTo>
                  <a:lnTo>
                    <a:pt x="2124706" y="30480"/>
                  </a:lnTo>
                  <a:lnTo>
                    <a:pt x="2135501" y="30480"/>
                  </a:lnTo>
                  <a:lnTo>
                    <a:pt x="2135501" y="8255"/>
                  </a:lnTo>
                  <a:close/>
                  <a:moveTo>
                    <a:pt x="2096131" y="0"/>
                  </a:moveTo>
                  <a:lnTo>
                    <a:pt x="2096131" y="30480"/>
                  </a:lnTo>
                  <a:lnTo>
                    <a:pt x="2115181" y="30480"/>
                  </a:lnTo>
                  <a:lnTo>
                    <a:pt x="2115181" y="44450"/>
                  </a:lnTo>
                  <a:lnTo>
                    <a:pt x="2096131" y="44450"/>
                  </a:lnTo>
                  <a:lnTo>
                    <a:pt x="2096131" y="86995"/>
                  </a:lnTo>
                  <a:cubicBezTo>
                    <a:pt x="2096131" y="86995"/>
                    <a:pt x="2096131" y="90170"/>
                    <a:pt x="2096131" y="91440"/>
                  </a:cubicBezTo>
                  <a:cubicBezTo>
                    <a:pt x="2096131" y="92710"/>
                    <a:pt x="2096766" y="93345"/>
                    <a:pt x="2097401" y="94615"/>
                  </a:cubicBezTo>
                  <a:cubicBezTo>
                    <a:pt x="2098036" y="95250"/>
                    <a:pt x="2098671" y="95885"/>
                    <a:pt x="2099941" y="95885"/>
                  </a:cubicBezTo>
                  <a:cubicBezTo>
                    <a:pt x="2101211" y="95885"/>
                    <a:pt x="2102481" y="95885"/>
                    <a:pt x="2103751" y="95885"/>
                  </a:cubicBezTo>
                  <a:cubicBezTo>
                    <a:pt x="2105656" y="95885"/>
                    <a:pt x="2107561" y="95885"/>
                    <a:pt x="2110101" y="95250"/>
                  </a:cubicBezTo>
                  <a:cubicBezTo>
                    <a:pt x="2112006" y="94615"/>
                    <a:pt x="2113911" y="93980"/>
                    <a:pt x="2115181" y="93345"/>
                  </a:cubicBezTo>
                  <a:lnTo>
                    <a:pt x="2113276" y="106680"/>
                  </a:lnTo>
                  <a:cubicBezTo>
                    <a:pt x="2113276" y="106680"/>
                    <a:pt x="2109466" y="108585"/>
                    <a:pt x="2106926" y="109220"/>
                  </a:cubicBezTo>
                  <a:cubicBezTo>
                    <a:pt x="2104386" y="109855"/>
                    <a:pt x="2101846" y="110490"/>
                    <a:pt x="2098671" y="110490"/>
                  </a:cubicBezTo>
                  <a:cubicBezTo>
                    <a:pt x="2096131" y="110490"/>
                    <a:pt x="2093591" y="110490"/>
                    <a:pt x="2091686" y="109220"/>
                  </a:cubicBezTo>
                  <a:cubicBezTo>
                    <a:pt x="2089781" y="108585"/>
                    <a:pt x="2087876" y="107315"/>
                    <a:pt x="2085971" y="105410"/>
                  </a:cubicBezTo>
                  <a:cubicBezTo>
                    <a:pt x="2084066" y="103505"/>
                    <a:pt x="2082796" y="101600"/>
                    <a:pt x="2082161" y="99060"/>
                  </a:cubicBezTo>
                  <a:cubicBezTo>
                    <a:pt x="2081526" y="96520"/>
                    <a:pt x="2080891" y="93345"/>
                    <a:pt x="2080891" y="89535"/>
                  </a:cubicBezTo>
                  <a:lnTo>
                    <a:pt x="2080891" y="44450"/>
                  </a:lnTo>
                  <a:lnTo>
                    <a:pt x="2070096" y="44450"/>
                  </a:lnTo>
                  <a:lnTo>
                    <a:pt x="2070096" y="30480"/>
                  </a:lnTo>
                  <a:lnTo>
                    <a:pt x="2080891" y="30480"/>
                  </a:lnTo>
                  <a:lnTo>
                    <a:pt x="2080891" y="8255"/>
                  </a:lnTo>
                  <a:close/>
                  <a:moveTo>
                    <a:pt x="1931665" y="0"/>
                  </a:moveTo>
                  <a:lnTo>
                    <a:pt x="1931665" y="37465"/>
                  </a:lnTo>
                  <a:cubicBezTo>
                    <a:pt x="1931665" y="37465"/>
                    <a:pt x="1934840" y="34925"/>
                    <a:pt x="1936110" y="33655"/>
                  </a:cubicBezTo>
                  <a:cubicBezTo>
                    <a:pt x="1937380" y="33020"/>
                    <a:pt x="1938650" y="31750"/>
                    <a:pt x="1939920" y="31115"/>
                  </a:cubicBezTo>
                  <a:cubicBezTo>
                    <a:pt x="1941190" y="30480"/>
                    <a:pt x="1943095" y="29845"/>
                    <a:pt x="1945000" y="29210"/>
                  </a:cubicBezTo>
                  <a:cubicBezTo>
                    <a:pt x="1946905" y="29210"/>
                    <a:pt x="1949445" y="28575"/>
                    <a:pt x="1951985" y="28575"/>
                  </a:cubicBezTo>
                  <a:cubicBezTo>
                    <a:pt x="1956430" y="28575"/>
                    <a:pt x="1960240" y="29210"/>
                    <a:pt x="1964050" y="31115"/>
                  </a:cubicBezTo>
                  <a:cubicBezTo>
                    <a:pt x="1967860" y="32385"/>
                    <a:pt x="1971035" y="34925"/>
                    <a:pt x="1973575" y="38735"/>
                  </a:cubicBezTo>
                  <a:cubicBezTo>
                    <a:pt x="1976115" y="41910"/>
                    <a:pt x="1978655" y="46355"/>
                    <a:pt x="1979925" y="51435"/>
                  </a:cubicBezTo>
                  <a:cubicBezTo>
                    <a:pt x="1981195" y="56515"/>
                    <a:pt x="1982465" y="62865"/>
                    <a:pt x="1982465" y="70485"/>
                  </a:cubicBezTo>
                  <a:lnTo>
                    <a:pt x="1981830" y="71120"/>
                  </a:lnTo>
                  <a:cubicBezTo>
                    <a:pt x="1981830" y="77470"/>
                    <a:pt x="1981195" y="83820"/>
                    <a:pt x="1979290" y="88265"/>
                  </a:cubicBezTo>
                  <a:cubicBezTo>
                    <a:pt x="1977385" y="93345"/>
                    <a:pt x="1975480" y="97155"/>
                    <a:pt x="1972305" y="100330"/>
                  </a:cubicBezTo>
                  <a:cubicBezTo>
                    <a:pt x="1969765" y="103505"/>
                    <a:pt x="1965955" y="106045"/>
                    <a:pt x="1962780" y="107315"/>
                  </a:cubicBezTo>
                  <a:cubicBezTo>
                    <a:pt x="1958970" y="109220"/>
                    <a:pt x="1955160" y="109855"/>
                    <a:pt x="1951350" y="109855"/>
                  </a:cubicBezTo>
                  <a:cubicBezTo>
                    <a:pt x="1947540" y="109855"/>
                    <a:pt x="1943730" y="109220"/>
                    <a:pt x="1940555" y="107315"/>
                  </a:cubicBezTo>
                  <a:cubicBezTo>
                    <a:pt x="1936745" y="105410"/>
                    <a:pt x="1934205" y="103505"/>
                    <a:pt x="1931665" y="100965"/>
                  </a:cubicBezTo>
                  <a:lnTo>
                    <a:pt x="1931665" y="107950"/>
                  </a:lnTo>
                  <a:lnTo>
                    <a:pt x="1916425" y="107950"/>
                  </a:lnTo>
                  <a:lnTo>
                    <a:pt x="1916425" y="7620"/>
                  </a:lnTo>
                  <a:close/>
                  <a:moveTo>
                    <a:pt x="1316991" y="0"/>
                  </a:moveTo>
                  <a:lnTo>
                    <a:pt x="1316991" y="30480"/>
                  </a:lnTo>
                  <a:lnTo>
                    <a:pt x="1336041" y="30480"/>
                  </a:lnTo>
                  <a:lnTo>
                    <a:pt x="1336041" y="44450"/>
                  </a:lnTo>
                  <a:lnTo>
                    <a:pt x="1316991" y="44450"/>
                  </a:lnTo>
                  <a:lnTo>
                    <a:pt x="1316991" y="86995"/>
                  </a:lnTo>
                  <a:cubicBezTo>
                    <a:pt x="1316991" y="86995"/>
                    <a:pt x="1316991" y="90170"/>
                    <a:pt x="1316991" y="91440"/>
                  </a:cubicBezTo>
                  <a:cubicBezTo>
                    <a:pt x="1316991" y="92710"/>
                    <a:pt x="1317627" y="93345"/>
                    <a:pt x="1318261" y="94615"/>
                  </a:cubicBezTo>
                  <a:cubicBezTo>
                    <a:pt x="1318896" y="95250"/>
                    <a:pt x="1319531" y="95885"/>
                    <a:pt x="1320801" y="95885"/>
                  </a:cubicBezTo>
                  <a:cubicBezTo>
                    <a:pt x="1322072" y="95885"/>
                    <a:pt x="1323341" y="95885"/>
                    <a:pt x="1324611" y="95885"/>
                  </a:cubicBezTo>
                  <a:cubicBezTo>
                    <a:pt x="1326516" y="95885"/>
                    <a:pt x="1328422" y="95885"/>
                    <a:pt x="1330961" y="95250"/>
                  </a:cubicBezTo>
                  <a:cubicBezTo>
                    <a:pt x="1332867" y="94615"/>
                    <a:pt x="1334772" y="93980"/>
                    <a:pt x="1336041" y="93345"/>
                  </a:cubicBezTo>
                  <a:lnTo>
                    <a:pt x="1334136" y="106680"/>
                  </a:lnTo>
                  <a:cubicBezTo>
                    <a:pt x="1334136" y="106680"/>
                    <a:pt x="1330326" y="108585"/>
                    <a:pt x="1327786" y="109220"/>
                  </a:cubicBezTo>
                  <a:cubicBezTo>
                    <a:pt x="1325246" y="109855"/>
                    <a:pt x="1322706" y="110490"/>
                    <a:pt x="1319531" y="110490"/>
                  </a:cubicBezTo>
                  <a:cubicBezTo>
                    <a:pt x="1316991" y="110490"/>
                    <a:pt x="1314451" y="110490"/>
                    <a:pt x="1312546" y="109220"/>
                  </a:cubicBezTo>
                  <a:cubicBezTo>
                    <a:pt x="1310641" y="108585"/>
                    <a:pt x="1308736" y="107315"/>
                    <a:pt x="1306831" y="105410"/>
                  </a:cubicBezTo>
                  <a:cubicBezTo>
                    <a:pt x="1304926" y="103505"/>
                    <a:pt x="1303656" y="101600"/>
                    <a:pt x="1303021" y="99060"/>
                  </a:cubicBezTo>
                  <a:cubicBezTo>
                    <a:pt x="1302386" y="96520"/>
                    <a:pt x="1301751" y="93345"/>
                    <a:pt x="1301751" y="89535"/>
                  </a:cubicBezTo>
                  <a:lnTo>
                    <a:pt x="1301751" y="44450"/>
                  </a:lnTo>
                  <a:lnTo>
                    <a:pt x="1290956" y="44450"/>
                  </a:lnTo>
                  <a:lnTo>
                    <a:pt x="1290956" y="30480"/>
                  </a:lnTo>
                  <a:lnTo>
                    <a:pt x="1301751" y="30480"/>
                  </a:lnTo>
                  <a:lnTo>
                    <a:pt x="1301751" y="8255"/>
                  </a:lnTo>
                  <a:close/>
                  <a:moveTo>
                    <a:pt x="751206" y="0"/>
                  </a:moveTo>
                  <a:lnTo>
                    <a:pt x="751206" y="30480"/>
                  </a:lnTo>
                  <a:lnTo>
                    <a:pt x="770256" y="30480"/>
                  </a:lnTo>
                  <a:lnTo>
                    <a:pt x="770256" y="44450"/>
                  </a:lnTo>
                  <a:lnTo>
                    <a:pt x="751206" y="44450"/>
                  </a:lnTo>
                  <a:lnTo>
                    <a:pt x="751206" y="86995"/>
                  </a:lnTo>
                  <a:cubicBezTo>
                    <a:pt x="751206" y="86995"/>
                    <a:pt x="751206" y="90170"/>
                    <a:pt x="751206" y="91440"/>
                  </a:cubicBezTo>
                  <a:cubicBezTo>
                    <a:pt x="751206" y="92710"/>
                    <a:pt x="751841" y="93345"/>
                    <a:pt x="752476" y="94615"/>
                  </a:cubicBezTo>
                  <a:cubicBezTo>
                    <a:pt x="753111" y="95250"/>
                    <a:pt x="753746" y="95885"/>
                    <a:pt x="755016" y="95885"/>
                  </a:cubicBezTo>
                  <a:cubicBezTo>
                    <a:pt x="756286" y="95885"/>
                    <a:pt x="757556" y="95885"/>
                    <a:pt x="758826" y="95885"/>
                  </a:cubicBezTo>
                  <a:cubicBezTo>
                    <a:pt x="760731" y="95885"/>
                    <a:pt x="762636" y="95885"/>
                    <a:pt x="765176" y="95250"/>
                  </a:cubicBezTo>
                  <a:cubicBezTo>
                    <a:pt x="767081" y="94615"/>
                    <a:pt x="768986" y="93980"/>
                    <a:pt x="770256" y="93345"/>
                  </a:cubicBezTo>
                  <a:lnTo>
                    <a:pt x="768351" y="106680"/>
                  </a:lnTo>
                  <a:cubicBezTo>
                    <a:pt x="768351" y="106680"/>
                    <a:pt x="764541" y="108585"/>
                    <a:pt x="762001" y="109220"/>
                  </a:cubicBezTo>
                  <a:cubicBezTo>
                    <a:pt x="759461" y="109855"/>
                    <a:pt x="756921" y="110490"/>
                    <a:pt x="753746" y="110490"/>
                  </a:cubicBezTo>
                  <a:cubicBezTo>
                    <a:pt x="751206" y="110490"/>
                    <a:pt x="748666" y="110490"/>
                    <a:pt x="746761" y="109220"/>
                  </a:cubicBezTo>
                  <a:cubicBezTo>
                    <a:pt x="744856" y="108585"/>
                    <a:pt x="742951" y="107315"/>
                    <a:pt x="741045" y="105410"/>
                  </a:cubicBezTo>
                  <a:cubicBezTo>
                    <a:pt x="739141" y="103505"/>
                    <a:pt x="737871" y="101600"/>
                    <a:pt x="737236" y="99060"/>
                  </a:cubicBezTo>
                  <a:cubicBezTo>
                    <a:pt x="736600" y="96520"/>
                    <a:pt x="735966" y="93345"/>
                    <a:pt x="735966" y="89535"/>
                  </a:cubicBezTo>
                  <a:lnTo>
                    <a:pt x="735966" y="44450"/>
                  </a:lnTo>
                  <a:lnTo>
                    <a:pt x="725171" y="44450"/>
                  </a:lnTo>
                  <a:lnTo>
                    <a:pt x="725171" y="30480"/>
                  </a:lnTo>
                  <a:lnTo>
                    <a:pt x="735966" y="30480"/>
                  </a:lnTo>
                  <a:lnTo>
                    <a:pt x="735966" y="8255"/>
                  </a:lnTo>
                  <a:close/>
                  <a:moveTo>
                    <a:pt x="521335" y="0"/>
                  </a:moveTo>
                  <a:lnTo>
                    <a:pt x="521335" y="30480"/>
                  </a:lnTo>
                  <a:lnTo>
                    <a:pt x="540385" y="30480"/>
                  </a:lnTo>
                  <a:lnTo>
                    <a:pt x="540385" y="44450"/>
                  </a:lnTo>
                  <a:lnTo>
                    <a:pt x="521335" y="44450"/>
                  </a:lnTo>
                  <a:lnTo>
                    <a:pt x="521335" y="86995"/>
                  </a:lnTo>
                  <a:cubicBezTo>
                    <a:pt x="521335" y="86995"/>
                    <a:pt x="521335" y="90170"/>
                    <a:pt x="521335" y="91440"/>
                  </a:cubicBezTo>
                  <a:cubicBezTo>
                    <a:pt x="521335" y="92710"/>
                    <a:pt x="521970" y="93345"/>
                    <a:pt x="522605" y="94615"/>
                  </a:cubicBezTo>
                  <a:cubicBezTo>
                    <a:pt x="523240" y="95250"/>
                    <a:pt x="523875" y="95885"/>
                    <a:pt x="525145" y="95885"/>
                  </a:cubicBezTo>
                  <a:cubicBezTo>
                    <a:pt x="526415" y="95885"/>
                    <a:pt x="527685" y="95885"/>
                    <a:pt x="528955" y="95885"/>
                  </a:cubicBezTo>
                  <a:cubicBezTo>
                    <a:pt x="530860" y="95885"/>
                    <a:pt x="532765" y="95885"/>
                    <a:pt x="535305" y="95250"/>
                  </a:cubicBezTo>
                  <a:cubicBezTo>
                    <a:pt x="537210" y="94615"/>
                    <a:pt x="539115" y="93980"/>
                    <a:pt x="540385" y="93345"/>
                  </a:cubicBezTo>
                  <a:lnTo>
                    <a:pt x="538480" y="106680"/>
                  </a:lnTo>
                  <a:cubicBezTo>
                    <a:pt x="538480" y="106680"/>
                    <a:pt x="534670" y="108585"/>
                    <a:pt x="532130" y="109220"/>
                  </a:cubicBezTo>
                  <a:cubicBezTo>
                    <a:pt x="529590" y="109855"/>
                    <a:pt x="527050" y="110490"/>
                    <a:pt x="523875" y="110490"/>
                  </a:cubicBezTo>
                  <a:cubicBezTo>
                    <a:pt x="521335" y="110490"/>
                    <a:pt x="518795" y="110490"/>
                    <a:pt x="516890" y="109220"/>
                  </a:cubicBezTo>
                  <a:cubicBezTo>
                    <a:pt x="514985" y="108585"/>
                    <a:pt x="513080" y="107315"/>
                    <a:pt x="511175" y="105410"/>
                  </a:cubicBezTo>
                  <a:cubicBezTo>
                    <a:pt x="509270" y="103505"/>
                    <a:pt x="508000" y="101600"/>
                    <a:pt x="507365" y="99060"/>
                  </a:cubicBezTo>
                  <a:cubicBezTo>
                    <a:pt x="506730" y="96520"/>
                    <a:pt x="506095" y="93345"/>
                    <a:pt x="506095" y="89535"/>
                  </a:cubicBezTo>
                  <a:lnTo>
                    <a:pt x="506095" y="44450"/>
                  </a:lnTo>
                  <a:lnTo>
                    <a:pt x="495300" y="44450"/>
                  </a:lnTo>
                  <a:lnTo>
                    <a:pt x="495300" y="30480"/>
                  </a:lnTo>
                  <a:lnTo>
                    <a:pt x="506095" y="30480"/>
                  </a:lnTo>
                  <a:lnTo>
                    <a:pt x="506095" y="8255"/>
                  </a:lnTo>
                  <a:close/>
                  <a:moveTo>
                    <a:pt x="466724" y="0"/>
                  </a:moveTo>
                  <a:lnTo>
                    <a:pt x="466724" y="30480"/>
                  </a:lnTo>
                  <a:lnTo>
                    <a:pt x="485774" y="30480"/>
                  </a:lnTo>
                  <a:lnTo>
                    <a:pt x="485774" y="44450"/>
                  </a:lnTo>
                  <a:lnTo>
                    <a:pt x="466724" y="44450"/>
                  </a:lnTo>
                  <a:lnTo>
                    <a:pt x="466724" y="86995"/>
                  </a:lnTo>
                  <a:cubicBezTo>
                    <a:pt x="466724" y="86995"/>
                    <a:pt x="466724" y="90170"/>
                    <a:pt x="466724" y="91440"/>
                  </a:cubicBezTo>
                  <a:cubicBezTo>
                    <a:pt x="466724" y="92710"/>
                    <a:pt x="467359" y="93345"/>
                    <a:pt x="467994" y="94615"/>
                  </a:cubicBezTo>
                  <a:cubicBezTo>
                    <a:pt x="468629" y="95250"/>
                    <a:pt x="469264" y="95885"/>
                    <a:pt x="470534" y="95885"/>
                  </a:cubicBezTo>
                  <a:cubicBezTo>
                    <a:pt x="471804" y="95885"/>
                    <a:pt x="473074" y="95885"/>
                    <a:pt x="474344" y="95885"/>
                  </a:cubicBezTo>
                  <a:cubicBezTo>
                    <a:pt x="476249" y="95885"/>
                    <a:pt x="478154" y="95885"/>
                    <a:pt x="480694" y="95250"/>
                  </a:cubicBezTo>
                  <a:cubicBezTo>
                    <a:pt x="482599" y="94615"/>
                    <a:pt x="484504" y="93980"/>
                    <a:pt x="485774" y="93345"/>
                  </a:cubicBezTo>
                  <a:lnTo>
                    <a:pt x="483869" y="106680"/>
                  </a:lnTo>
                  <a:cubicBezTo>
                    <a:pt x="483869" y="106680"/>
                    <a:pt x="480059" y="108585"/>
                    <a:pt x="477519" y="109220"/>
                  </a:cubicBezTo>
                  <a:cubicBezTo>
                    <a:pt x="474979" y="109855"/>
                    <a:pt x="472439" y="110490"/>
                    <a:pt x="469264" y="110490"/>
                  </a:cubicBezTo>
                  <a:cubicBezTo>
                    <a:pt x="466724" y="110490"/>
                    <a:pt x="464184" y="110490"/>
                    <a:pt x="462279" y="109220"/>
                  </a:cubicBezTo>
                  <a:cubicBezTo>
                    <a:pt x="460374" y="108585"/>
                    <a:pt x="458469" y="107315"/>
                    <a:pt x="456564" y="105410"/>
                  </a:cubicBezTo>
                  <a:cubicBezTo>
                    <a:pt x="454659" y="103505"/>
                    <a:pt x="453389" y="101600"/>
                    <a:pt x="452754" y="99060"/>
                  </a:cubicBezTo>
                  <a:cubicBezTo>
                    <a:pt x="452119" y="96520"/>
                    <a:pt x="451484" y="93345"/>
                    <a:pt x="451484" y="89535"/>
                  </a:cubicBezTo>
                  <a:lnTo>
                    <a:pt x="451484" y="44450"/>
                  </a:lnTo>
                  <a:lnTo>
                    <a:pt x="440689" y="44450"/>
                  </a:lnTo>
                  <a:lnTo>
                    <a:pt x="440689" y="30480"/>
                  </a:lnTo>
                  <a:lnTo>
                    <a:pt x="451484" y="30480"/>
                  </a:lnTo>
                  <a:lnTo>
                    <a:pt x="451484" y="8255"/>
                  </a:lnTo>
                  <a:close/>
                  <a:moveTo>
                    <a:pt x="302259" y="0"/>
                  </a:moveTo>
                  <a:lnTo>
                    <a:pt x="302259" y="37465"/>
                  </a:lnTo>
                  <a:cubicBezTo>
                    <a:pt x="302259" y="37465"/>
                    <a:pt x="305434" y="34925"/>
                    <a:pt x="306704" y="33655"/>
                  </a:cubicBezTo>
                  <a:cubicBezTo>
                    <a:pt x="307974" y="33020"/>
                    <a:pt x="309244" y="31750"/>
                    <a:pt x="310514" y="31115"/>
                  </a:cubicBezTo>
                  <a:cubicBezTo>
                    <a:pt x="311784" y="30480"/>
                    <a:pt x="313689" y="29845"/>
                    <a:pt x="315594" y="29210"/>
                  </a:cubicBezTo>
                  <a:cubicBezTo>
                    <a:pt x="317499" y="29210"/>
                    <a:pt x="320039" y="28575"/>
                    <a:pt x="322579" y="28575"/>
                  </a:cubicBezTo>
                  <a:cubicBezTo>
                    <a:pt x="327024" y="28575"/>
                    <a:pt x="330834" y="29210"/>
                    <a:pt x="334644" y="31115"/>
                  </a:cubicBezTo>
                  <a:cubicBezTo>
                    <a:pt x="338454" y="32385"/>
                    <a:pt x="341629" y="34925"/>
                    <a:pt x="344169" y="38735"/>
                  </a:cubicBezTo>
                  <a:cubicBezTo>
                    <a:pt x="346709" y="41910"/>
                    <a:pt x="349249" y="46355"/>
                    <a:pt x="350519" y="51435"/>
                  </a:cubicBezTo>
                  <a:cubicBezTo>
                    <a:pt x="351789" y="56515"/>
                    <a:pt x="353059" y="62865"/>
                    <a:pt x="353059" y="70485"/>
                  </a:cubicBezTo>
                  <a:lnTo>
                    <a:pt x="352424" y="71120"/>
                  </a:lnTo>
                  <a:cubicBezTo>
                    <a:pt x="352424" y="77470"/>
                    <a:pt x="351789" y="83820"/>
                    <a:pt x="349884" y="88265"/>
                  </a:cubicBezTo>
                  <a:cubicBezTo>
                    <a:pt x="347979" y="93345"/>
                    <a:pt x="346074" y="97155"/>
                    <a:pt x="342899" y="100330"/>
                  </a:cubicBezTo>
                  <a:cubicBezTo>
                    <a:pt x="340359" y="103505"/>
                    <a:pt x="336549" y="106045"/>
                    <a:pt x="333374" y="107315"/>
                  </a:cubicBezTo>
                  <a:cubicBezTo>
                    <a:pt x="329564" y="109220"/>
                    <a:pt x="325754" y="109855"/>
                    <a:pt x="321944" y="109855"/>
                  </a:cubicBezTo>
                  <a:cubicBezTo>
                    <a:pt x="318134" y="109855"/>
                    <a:pt x="314324" y="109220"/>
                    <a:pt x="311149" y="107315"/>
                  </a:cubicBezTo>
                  <a:cubicBezTo>
                    <a:pt x="307339" y="105410"/>
                    <a:pt x="304799" y="103505"/>
                    <a:pt x="302259" y="100965"/>
                  </a:cubicBezTo>
                  <a:lnTo>
                    <a:pt x="302259" y="107950"/>
                  </a:lnTo>
                  <a:lnTo>
                    <a:pt x="287019" y="107950"/>
                  </a:lnTo>
                  <a:lnTo>
                    <a:pt x="287019" y="7620"/>
                  </a:lnTo>
                  <a:close/>
                </a:path>
              </a:pathLst>
            </a:custGeom>
            <a:solidFill>
              <a:srgbClr val="FFFFFF"/>
            </a:solidFill>
            <a:ln w="63500" cap="flat">
              <a:noFill/>
              <a:prstDash val="solid"/>
              <a:miter/>
            </a:ln>
          </p:spPr>
          <p:txBody>
            <a:bodyPr rtlCol="0" anchor="ctr"/>
            <a:lstStyle/>
            <a:p>
              <a:endParaRPr lang="en-US"/>
            </a:p>
          </p:txBody>
        </p:sp>
      </p:grpSp>
      <p:sp>
        <p:nvSpPr>
          <p:cNvPr id="28" name="Subtitle 2">
            <a:extLst>
              <a:ext uri="{FF2B5EF4-FFF2-40B4-BE49-F238E27FC236}">
                <a16:creationId xmlns:a16="http://schemas.microsoft.com/office/drawing/2014/main" id="{632E76BF-46D5-8E94-88AA-4783DD302E89}"/>
              </a:ext>
            </a:extLst>
          </p:cNvPr>
          <p:cNvSpPr>
            <a:spLocks noGrp="1"/>
          </p:cNvSpPr>
          <p:nvPr>
            <p:ph type="subTitle" idx="1" hasCustomPrompt="1"/>
          </p:nvPr>
        </p:nvSpPr>
        <p:spPr>
          <a:xfrm>
            <a:off x="889762" y="4436485"/>
            <a:ext cx="4907628" cy="511939"/>
          </a:xfrm>
        </p:spPr>
        <p:txBody>
          <a:bodyPr wrap="square">
            <a:noAutofit/>
          </a:bodyPr>
          <a:lstStyle>
            <a:lvl1pPr marL="0" indent="0" algn="l">
              <a:buNone/>
              <a:defRPr lang="en-GB" sz="1600" kern="1200" dirty="0">
                <a:solidFill>
                  <a:schemeClr val="bg1"/>
                </a:solidFill>
                <a:latin typeface="EYInterstate Regular" panose="02000503020000020004" pitchFamily="2" charset="0"/>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29" name="Title 4">
            <a:extLst>
              <a:ext uri="{FF2B5EF4-FFF2-40B4-BE49-F238E27FC236}">
                <a16:creationId xmlns:a16="http://schemas.microsoft.com/office/drawing/2014/main" id="{1F7B1FDC-B90E-6693-A750-B9BA4B535E8A}"/>
              </a:ext>
            </a:extLst>
          </p:cNvPr>
          <p:cNvSpPr>
            <a:spLocks noGrp="1"/>
          </p:cNvSpPr>
          <p:nvPr>
            <p:ph type="title"/>
          </p:nvPr>
        </p:nvSpPr>
        <p:spPr>
          <a:xfrm>
            <a:off x="889762" y="2698751"/>
            <a:ext cx="4906009" cy="1654043"/>
          </a:xfrm>
        </p:spPr>
        <p:txBody>
          <a:bodyPr anchor="t">
            <a:noAutofit/>
          </a:bodyPr>
          <a:lstStyle>
            <a:lvl1pPr>
              <a:defRPr sz="4200" b="1" i="0">
                <a:solidFill>
                  <a:schemeClr val="bg1"/>
                </a:solidFill>
                <a:latin typeface="EYInterstate Regular" panose="02000503020000020004" pitchFamily="2" charset="0"/>
              </a:defRPr>
            </a:lvl1pPr>
          </a:lstStyle>
          <a:p>
            <a:r>
              <a:rPr lang="en-GB"/>
              <a:t>Click to edit Master title style</a:t>
            </a:r>
            <a:endParaRPr lang="en-US"/>
          </a:p>
        </p:txBody>
      </p:sp>
      <p:sp>
        <p:nvSpPr>
          <p:cNvPr id="30" name="Text Placeholder 288">
            <a:extLst>
              <a:ext uri="{FF2B5EF4-FFF2-40B4-BE49-F238E27FC236}">
                <a16:creationId xmlns:a16="http://schemas.microsoft.com/office/drawing/2014/main" id="{1673B89D-F206-B9D2-CDB7-BDE045C7447F}"/>
              </a:ext>
            </a:extLst>
          </p:cNvPr>
          <p:cNvSpPr>
            <a:spLocks noGrp="1"/>
          </p:cNvSpPr>
          <p:nvPr>
            <p:ph type="body" sz="quarter" idx="10"/>
          </p:nvPr>
        </p:nvSpPr>
        <p:spPr>
          <a:xfrm>
            <a:off x="889762" y="5047485"/>
            <a:ext cx="4906010" cy="246221"/>
          </a:xfrm>
        </p:spPr>
        <p:txBody>
          <a:bodyPr wrap="square">
            <a:spAutoFit/>
          </a:bodyPr>
          <a:lstStyle>
            <a:lvl1pPr marL="0" indent="0">
              <a:buNone/>
              <a:defRPr sz="1600" b="1">
                <a:latin typeface="EYInterstate Regular" panose="02000503020000020004" pitchFamily="2" charset="0"/>
              </a:defRPr>
            </a:lvl1pPr>
            <a:lvl2pPr marL="252000" indent="0">
              <a:buNone/>
              <a:defRPr sz="1600" b="1">
                <a:latin typeface="+mj-lt"/>
              </a:defRPr>
            </a:lvl2pPr>
            <a:lvl3pPr marL="504000" indent="0">
              <a:buNone/>
              <a:defRPr sz="1600" b="1">
                <a:latin typeface="+mj-lt"/>
              </a:defRPr>
            </a:lvl3pPr>
            <a:lvl4pPr marL="756000" indent="0">
              <a:buNone/>
              <a:defRPr sz="1600" b="1">
                <a:latin typeface="+mj-lt"/>
              </a:defRPr>
            </a:lvl4pPr>
            <a:lvl5pPr marL="1008000" indent="0">
              <a:buNone/>
              <a:defRPr sz="1600" b="1">
                <a:latin typeface="+mj-lt"/>
              </a:defRPr>
            </a:lvl5pPr>
          </a:lstStyle>
          <a:p>
            <a:pPr lvl="0"/>
            <a:r>
              <a:rPr lang="en-GB"/>
              <a:t>Click to edit Master text styles</a:t>
            </a:r>
          </a:p>
        </p:txBody>
      </p:sp>
      <p:grpSp>
        <p:nvGrpSpPr>
          <p:cNvPr id="3" name="Group 2">
            <a:extLst>
              <a:ext uri="{FF2B5EF4-FFF2-40B4-BE49-F238E27FC236}">
                <a16:creationId xmlns:a16="http://schemas.microsoft.com/office/drawing/2014/main" id="{B1B984E4-95BA-5123-1CFC-48CE97FD8196}"/>
              </a:ext>
            </a:extLst>
          </p:cNvPr>
          <p:cNvGrpSpPr/>
          <p:nvPr userDrawn="1"/>
        </p:nvGrpSpPr>
        <p:grpSpPr>
          <a:xfrm>
            <a:off x="485774" y="1291008"/>
            <a:ext cx="5706110" cy="4360545"/>
            <a:chOff x="485774" y="1291008"/>
            <a:chExt cx="5706110" cy="4360545"/>
          </a:xfrm>
        </p:grpSpPr>
        <p:sp>
          <p:nvSpPr>
            <p:cNvPr id="26" name="Freeform 25">
              <a:extLst>
                <a:ext uri="{FF2B5EF4-FFF2-40B4-BE49-F238E27FC236}">
                  <a16:creationId xmlns:a16="http://schemas.microsoft.com/office/drawing/2014/main" id="{F7E50E80-DFF0-E065-898F-1AFD970459B6}"/>
                </a:ext>
              </a:extLst>
            </p:cNvPr>
            <p:cNvSpPr/>
            <p:nvPr userDrawn="1"/>
          </p:nvSpPr>
          <p:spPr>
            <a:xfrm>
              <a:off x="485774" y="5549953"/>
              <a:ext cx="508000" cy="101600"/>
            </a:xfrm>
            <a:custGeom>
              <a:avLst/>
              <a:gdLst>
                <a:gd name="connsiteX0" fmla="*/ 406400 w 508000"/>
                <a:gd name="connsiteY0" fmla="*/ 0 h 101600"/>
                <a:gd name="connsiteX1" fmla="*/ 508000 w 508000"/>
                <a:gd name="connsiteY1" fmla="*/ 0 h 101600"/>
                <a:gd name="connsiteX2" fmla="*/ 508000 w 508000"/>
                <a:gd name="connsiteY2" fmla="*/ 101600 h 101600"/>
                <a:gd name="connsiteX3" fmla="*/ 406400 w 508000"/>
                <a:gd name="connsiteY3" fmla="*/ 101600 h 101600"/>
                <a:gd name="connsiteX4" fmla="*/ 203200 w 508000"/>
                <a:gd name="connsiteY4" fmla="*/ 0 h 101600"/>
                <a:gd name="connsiteX5" fmla="*/ 304800 w 508000"/>
                <a:gd name="connsiteY5" fmla="*/ 0 h 101600"/>
                <a:gd name="connsiteX6" fmla="*/ 304800 w 508000"/>
                <a:gd name="connsiteY6" fmla="*/ 101600 h 101600"/>
                <a:gd name="connsiteX7" fmla="*/ 203200 w 508000"/>
                <a:gd name="connsiteY7" fmla="*/ 101600 h 101600"/>
                <a:gd name="connsiteX8" fmla="*/ 0 w 508000"/>
                <a:gd name="connsiteY8" fmla="*/ 0 h 101600"/>
                <a:gd name="connsiteX9" fmla="*/ 101600 w 508000"/>
                <a:gd name="connsiteY9" fmla="*/ 0 h 101600"/>
                <a:gd name="connsiteX10" fmla="*/ 101600 w 508000"/>
                <a:gd name="connsiteY10" fmla="*/ 101600 h 101600"/>
                <a:gd name="connsiteX11" fmla="*/ 0 w 508000"/>
                <a:gd name="connsiteY11" fmla="*/ 101600 h 10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8000" h="101600">
                  <a:moveTo>
                    <a:pt x="406400" y="0"/>
                  </a:moveTo>
                  <a:lnTo>
                    <a:pt x="508000" y="0"/>
                  </a:lnTo>
                  <a:lnTo>
                    <a:pt x="508000" y="101600"/>
                  </a:lnTo>
                  <a:lnTo>
                    <a:pt x="406400" y="101600"/>
                  </a:lnTo>
                  <a:close/>
                  <a:moveTo>
                    <a:pt x="203200" y="0"/>
                  </a:moveTo>
                  <a:lnTo>
                    <a:pt x="304800" y="0"/>
                  </a:lnTo>
                  <a:lnTo>
                    <a:pt x="304800" y="101600"/>
                  </a:lnTo>
                  <a:lnTo>
                    <a:pt x="203200" y="101600"/>
                  </a:lnTo>
                  <a:close/>
                  <a:moveTo>
                    <a:pt x="0" y="0"/>
                  </a:moveTo>
                  <a:lnTo>
                    <a:pt x="101600" y="0"/>
                  </a:lnTo>
                  <a:lnTo>
                    <a:pt x="101600" y="101600"/>
                  </a:lnTo>
                  <a:lnTo>
                    <a:pt x="0" y="101600"/>
                  </a:lnTo>
                  <a:close/>
                </a:path>
              </a:pathLst>
            </a:custGeom>
            <a:solidFill>
              <a:schemeClr val="tx2"/>
            </a:solidFill>
            <a:ln w="63500" cap="flat">
              <a:noFill/>
              <a:prstDash val="solid"/>
              <a:miter/>
            </a:ln>
          </p:spPr>
          <p:txBody>
            <a:bodyPr rtlCol="0" anchor="ctr"/>
            <a:lstStyle/>
            <a:p>
              <a:endParaRPr lang="en-US"/>
            </a:p>
          </p:txBody>
        </p:sp>
        <p:sp>
          <p:nvSpPr>
            <p:cNvPr id="2" name="Freeform 1">
              <a:extLst>
                <a:ext uri="{FF2B5EF4-FFF2-40B4-BE49-F238E27FC236}">
                  <a16:creationId xmlns:a16="http://schemas.microsoft.com/office/drawing/2014/main" id="{63327741-8A1F-B922-5F7C-0313A67883A4}"/>
                </a:ext>
              </a:extLst>
            </p:cNvPr>
            <p:cNvSpPr/>
            <p:nvPr userDrawn="1"/>
          </p:nvSpPr>
          <p:spPr>
            <a:xfrm>
              <a:off x="485775" y="1291008"/>
              <a:ext cx="5706109" cy="4359275"/>
            </a:xfrm>
            <a:custGeom>
              <a:avLst/>
              <a:gdLst>
                <a:gd name="connsiteX0" fmla="*/ 0 w 5706109"/>
                <a:gd name="connsiteY0" fmla="*/ 4157346 h 4359275"/>
                <a:gd name="connsiteX1" fmla="*/ 101600 w 5706109"/>
                <a:gd name="connsiteY1" fmla="*/ 4157346 h 4359275"/>
                <a:gd name="connsiteX2" fmla="*/ 101600 w 5706109"/>
                <a:gd name="connsiteY2" fmla="*/ 1075055 h 4359275"/>
                <a:gd name="connsiteX3" fmla="*/ 101600 w 5706109"/>
                <a:gd name="connsiteY3" fmla="*/ 1075055 h 4359275"/>
                <a:gd name="connsiteX4" fmla="*/ 191770 w 5706109"/>
                <a:gd name="connsiteY4" fmla="*/ 1059180 h 4359275"/>
                <a:gd name="connsiteX5" fmla="*/ 861060 w 5706109"/>
                <a:gd name="connsiteY5" fmla="*/ 942975 h 4359275"/>
                <a:gd name="connsiteX6" fmla="*/ 1195705 w 5706109"/>
                <a:gd name="connsiteY6" fmla="*/ 885190 h 4359275"/>
                <a:gd name="connsiteX7" fmla="*/ 1362710 w 5706109"/>
                <a:gd name="connsiteY7" fmla="*/ 855980 h 4359275"/>
                <a:gd name="connsiteX8" fmla="*/ 1529715 w 5706109"/>
                <a:gd name="connsiteY8" fmla="*/ 826770 h 4359275"/>
                <a:gd name="connsiteX9" fmla="*/ 1864360 w 5706109"/>
                <a:gd name="connsiteY9" fmla="*/ 768985 h 4359275"/>
                <a:gd name="connsiteX10" fmla="*/ 2031365 w 5706109"/>
                <a:gd name="connsiteY10" fmla="*/ 739775 h 4359275"/>
                <a:gd name="connsiteX11" fmla="*/ 2198370 w 5706109"/>
                <a:gd name="connsiteY11" fmla="*/ 710565 h 4359275"/>
                <a:gd name="connsiteX12" fmla="*/ 2365375 w 5706109"/>
                <a:gd name="connsiteY12" fmla="*/ 681355 h 4359275"/>
                <a:gd name="connsiteX13" fmla="*/ 2532380 w 5706109"/>
                <a:gd name="connsiteY13" fmla="*/ 652145 h 4359275"/>
                <a:gd name="connsiteX14" fmla="*/ 2699385 w 5706109"/>
                <a:gd name="connsiteY14" fmla="*/ 622935 h 4359275"/>
                <a:gd name="connsiteX15" fmla="*/ 2866390 w 5706109"/>
                <a:gd name="connsiteY15" fmla="*/ 593725 h 4359275"/>
                <a:gd name="connsiteX16" fmla="*/ 5461000 w 5706109"/>
                <a:gd name="connsiteY16" fmla="*/ 144145 h 4359275"/>
                <a:gd name="connsiteX17" fmla="*/ 5602605 w 5706109"/>
                <a:gd name="connsiteY17" fmla="*/ 119380 h 4359275"/>
                <a:gd name="connsiteX18" fmla="*/ 5602605 w 5706109"/>
                <a:gd name="connsiteY18" fmla="*/ 119380 h 4359275"/>
                <a:gd name="connsiteX19" fmla="*/ 5602605 w 5706109"/>
                <a:gd name="connsiteY19" fmla="*/ 4257676 h 4359275"/>
                <a:gd name="connsiteX20" fmla="*/ 609600 w 5706109"/>
                <a:gd name="connsiteY20" fmla="*/ 4257676 h 4359275"/>
                <a:gd name="connsiteX21" fmla="*/ 609600 w 5706109"/>
                <a:gd name="connsiteY21" fmla="*/ 4359276 h 4359275"/>
                <a:gd name="connsiteX22" fmla="*/ 5706110 w 5706109"/>
                <a:gd name="connsiteY22" fmla="*/ 4359276 h 4359275"/>
                <a:gd name="connsiteX23" fmla="*/ 5706110 w 5706109"/>
                <a:gd name="connsiteY23" fmla="*/ 0 h 4359275"/>
                <a:gd name="connsiteX24" fmla="*/ 5704840 w 5706109"/>
                <a:gd name="connsiteY24" fmla="*/ 0 h 4359275"/>
                <a:gd name="connsiteX25" fmla="*/ 5445760 w 5706109"/>
                <a:gd name="connsiteY25" fmla="*/ 45085 h 4359275"/>
                <a:gd name="connsiteX26" fmla="*/ 2851150 w 5706109"/>
                <a:gd name="connsiteY26" fmla="*/ 494665 h 4359275"/>
                <a:gd name="connsiteX27" fmla="*/ 2684145 w 5706109"/>
                <a:gd name="connsiteY27" fmla="*/ 523875 h 4359275"/>
                <a:gd name="connsiteX28" fmla="*/ 2517140 w 5706109"/>
                <a:gd name="connsiteY28" fmla="*/ 553085 h 4359275"/>
                <a:gd name="connsiteX29" fmla="*/ 2350135 w 5706109"/>
                <a:gd name="connsiteY29" fmla="*/ 582295 h 4359275"/>
                <a:gd name="connsiteX30" fmla="*/ 2183130 w 5706109"/>
                <a:gd name="connsiteY30" fmla="*/ 611505 h 4359275"/>
                <a:gd name="connsiteX31" fmla="*/ 2016125 w 5706109"/>
                <a:gd name="connsiteY31" fmla="*/ 640715 h 4359275"/>
                <a:gd name="connsiteX32" fmla="*/ 1849120 w 5706109"/>
                <a:gd name="connsiteY32" fmla="*/ 669925 h 4359275"/>
                <a:gd name="connsiteX33" fmla="*/ 1514475 w 5706109"/>
                <a:gd name="connsiteY33" fmla="*/ 727710 h 4359275"/>
                <a:gd name="connsiteX34" fmla="*/ 1347470 w 5706109"/>
                <a:gd name="connsiteY34" fmla="*/ 756920 h 4359275"/>
                <a:gd name="connsiteX35" fmla="*/ 1180465 w 5706109"/>
                <a:gd name="connsiteY35" fmla="*/ 786130 h 4359275"/>
                <a:gd name="connsiteX36" fmla="*/ 845820 w 5706109"/>
                <a:gd name="connsiteY36" fmla="*/ 843915 h 4359275"/>
                <a:gd name="connsiteX37" fmla="*/ 176530 w 5706109"/>
                <a:gd name="connsiteY37" fmla="*/ 960120 h 4359275"/>
                <a:gd name="connsiteX38" fmla="*/ 3175 w 5706109"/>
                <a:gd name="connsiteY38" fmla="*/ 989965 h 4359275"/>
                <a:gd name="connsiteX39" fmla="*/ 1905 w 5706109"/>
                <a:gd name="connsiteY39" fmla="*/ 989965 h 4359275"/>
                <a:gd name="connsiteX40" fmla="*/ 1905 w 5706109"/>
                <a:gd name="connsiteY40" fmla="*/ 4158616 h 4359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5706109" h="4359275">
                  <a:moveTo>
                    <a:pt x="0" y="4157346"/>
                  </a:moveTo>
                  <a:lnTo>
                    <a:pt x="101600" y="4157346"/>
                  </a:lnTo>
                  <a:lnTo>
                    <a:pt x="101600" y="1075055"/>
                  </a:lnTo>
                  <a:lnTo>
                    <a:pt x="101600" y="1075055"/>
                  </a:lnTo>
                  <a:lnTo>
                    <a:pt x="191770" y="1059180"/>
                  </a:lnTo>
                  <a:lnTo>
                    <a:pt x="861060" y="942975"/>
                  </a:lnTo>
                  <a:lnTo>
                    <a:pt x="1195705" y="885190"/>
                  </a:lnTo>
                  <a:lnTo>
                    <a:pt x="1362710" y="855980"/>
                  </a:lnTo>
                  <a:lnTo>
                    <a:pt x="1529715" y="826770"/>
                  </a:lnTo>
                  <a:lnTo>
                    <a:pt x="1864360" y="768985"/>
                  </a:lnTo>
                  <a:lnTo>
                    <a:pt x="2031365" y="739775"/>
                  </a:lnTo>
                  <a:lnTo>
                    <a:pt x="2198370" y="710565"/>
                  </a:lnTo>
                  <a:lnTo>
                    <a:pt x="2365375" y="681355"/>
                  </a:lnTo>
                  <a:lnTo>
                    <a:pt x="2532380" y="652145"/>
                  </a:lnTo>
                  <a:lnTo>
                    <a:pt x="2699385" y="622935"/>
                  </a:lnTo>
                  <a:lnTo>
                    <a:pt x="2866390" y="593725"/>
                  </a:lnTo>
                  <a:cubicBezTo>
                    <a:pt x="3731260" y="443865"/>
                    <a:pt x="4596130" y="294005"/>
                    <a:pt x="5461000" y="144145"/>
                  </a:cubicBezTo>
                  <a:lnTo>
                    <a:pt x="5602605" y="119380"/>
                  </a:lnTo>
                  <a:lnTo>
                    <a:pt x="5602605" y="119380"/>
                  </a:lnTo>
                  <a:lnTo>
                    <a:pt x="5602605" y="4257676"/>
                  </a:lnTo>
                  <a:lnTo>
                    <a:pt x="609600" y="4257676"/>
                  </a:lnTo>
                  <a:lnTo>
                    <a:pt x="609600" y="4359276"/>
                  </a:lnTo>
                  <a:lnTo>
                    <a:pt x="5706110" y="4359276"/>
                  </a:lnTo>
                  <a:lnTo>
                    <a:pt x="5706110" y="0"/>
                  </a:lnTo>
                  <a:lnTo>
                    <a:pt x="5704840" y="0"/>
                  </a:lnTo>
                  <a:cubicBezTo>
                    <a:pt x="5618480" y="15240"/>
                    <a:pt x="5532120" y="30480"/>
                    <a:pt x="5445760" y="45085"/>
                  </a:cubicBezTo>
                  <a:cubicBezTo>
                    <a:pt x="4580890" y="194945"/>
                    <a:pt x="3716020" y="344805"/>
                    <a:pt x="2851150" y="494665"/>
                  </a:cubicBezTo>
                  <a:lnTo>
                    <a:pt x="2684145" y="523875"/>
                  </a:lnTo>
                  <a:lnTo>
                    <a:pt x="2517140" y="553085"/>
                  </a:lnTo>
                  <a:lnTo>
                    <a:pt x="2350135" y="582295"/>
                  </a:lnTo>
                  <a:lnTo>
                    <a:pt x="2183130" y="611505"/>
                  </a:lnTo>
                  <a:lnTo>
                    <a:pt x="2016125" y="640715"/>
                  </a:lnTo>
                  <a:lnTo>
                    <a:pt x="1849120" y="669925"/>
                  </a:lnTo>
                  <a:lnTo>
                    <a:pt x="1514475" y="727710"/>
                  </a:lnTo>
                  <a:lnTo>
                    <a:pt x="1347470" y="756920"/>
                  </a:lnTo>
                  <a:lnTo>
                    <a:pt x="1180465" y="786130"/>
                  </a:lnTo>
                  <a:lnTo>
                    <a:pt x="845820" y="843915"/>
                  </a:lnTo>
                  <a:lnTo>
                    <a:pt x="176530" y="960120"/>
                  </a:lnTo>
                  <a:lnTo>
                    <a:pt x="3175" y="989965"/>
                  </a:lnTo>
                  <a:lnTo>
                    <a:pt x="1905" y="989965"/>
                  </a:lnTo>
                  <a:lnTo>
                    <a:pt x="1905" y="4158616"/>
                  </a:lnTo>
                  <a:close/>
                </a:path>
              </a:pathLst>
            </a:custGeom>
            <a:gradFill flip="none" rotWithShape="1">
              <a:gsLst>
                <a:gs pos="39000">
                  <a:srgbClr val="FFE600"/>
                </a:gs>
                <a:gs pos="68000">
                  <a:srgbClr val="FF7D1E"/>
                </a:gs>
                <a:gs pos="100000">
                  <a:srgbClr val="FF32FF"/>
                </a:gs>
              </a:gsLst>
              <a:lin ang="18720000" scaled="0"/>
              <a:tileRect/>
            </a:gradFill>
            <a:ln w="8181" cap="flat">
              <a:noFill/>
              <a:prstDash val="solid"/>
              <a:miter/>
            </a:ln>
          </p:spPr>
          <p:txBody>
            <a:bodyPr rtlCol="0" anchor="ctr"/>
            <a:lstStyle/>
            <a:p>
              <a:pPr lvl="0"/>
              <a:endParaRPr lang="en-US"/>
            </a:p>
          </p:txBody>
        </p:sp>
      </p:grpSp>
      <p:pic>
        <p:nvPicPr>
          <p:cNvPr id="10" name="Graphic 9">
            <a:extLst>
              <a:ext uri="{FF2B5EF4-FFF2-40B4-BE49-F238E27FC236}">
                <a16:creationId xmlns:a16="http://schemas.microsoft.com/office/drawing/2014/main" id="{9EB8B1C9-99BF-0758-7BBF-91434C86FA5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752931" y="5425071"/>
            <a:ext cx="2031701" cy="1034813"/>
          </a:xfrm>
          <a:prstGeom prst="rect">
            <a:avLst/>
          </a:prstGeom>
        </p:spPr>
      </p:pic>
    </p:spTree>
    <p:extLst>
      <p:ext uri="{BB962C8B-B14F-4D97-AF65-F5344CB8AC3E}">
        <p14:creationId xmlns:p14="http://schemas.microsoft.com/office/powerpoint/2010/main" val="197820838"/>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Title Slide Frame 4">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2D7BB4A-5FCC-BE0E-4598-A4CBBA847A08}"/>
              </a:ext>
              <a:ext uri="{C183D7F6-B498-43B3-948B-1728B52AA6E4}">
                <adec:decorative xmlns:adec="http://schemas.microsoft.com/office/drawing/2017/decorative" val="1"/>
              </a:ext>
            </a:extLst>
          </p:cNvPr>
          <p:cNvSpPr/>
          <p:nvPr userDrawn="1"/>
        </p:nvSpPr>
        <p:spPr>
          <a:xfrm>
            <a:off x="0" y="0"/>
            <a:ext cx="8386354" cy="6858000"/>
          </a:xfrm>
          <a:prstGeom prst="rect">
            <a:avLst/>
          </a:prstGeom>
          <a:gradFill flip="none" rotWithShape="1">
            <a:gsLst>
              <a:gs pos="0">
                <a:schemeClr val="tx1">
                  <a:lumMod val="0"/>
                  <a:alpha val="0"/>
                </a:schemeClr>
              </a:gs>
              <a:gs pos="95000">
                <a:srgbClr val="000000">
                  <a:alpha val="70000"/>
                </a:srgbClr>
              </a:gs>
            </a:gsLst>
            <a:lin ang="108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endParaRPr lang="en-US" sz="1200" b="1">
              <a:solidFill>
                <a:schemeClr val="tx1"/>
              </a:solidFill>
            </a:endParaRPr>
          </a:p>
        </p:txBody>
      </p:sp>
      <p:grpSp>
        <p:nvGrpSpPr>
          <p:cNvPr id="5" name="Group 4">
            <a:extLst>
              <a:ext uri="{FF2B5EF4-FFF2-40B4-BE49-F238E27FC236}">
                <a16:creationId xmlns:a16="http://schemas.microsoft.com/office/drawing/2014/main" id="{6DE89320-B084-3AA1-F041-ECD9699F7EF4}"/>
              </a:ext>
            </a:extLst>
          </p:cNvPr>
          <p:cNvGrpSpPr/>
          <p:nvPr userDrawn="1"/>
        </p:nvGrpSpPr>
        <p:grpSpPr>
          <a:xfrm>
            <a:off x="485775" y="6164633"/>
            <a:ext cx="4940935" cy="318770"/>
            <a:chOff x="485775" y="6164633"/>
            <a:chExt cx="4940935" cy="318770"/>
          </a:xfrm>
        </p:grpSpPr>
        <p:sp>
          <p:nvSpPr>
            <p:cNvPr id="24" name="Freeform 23">
              <a:extLst>
                <a:ext uri="{FF2B5EF4-FFF2-40B4-BE49-F238E27FC236}">
                  <a16:creationId xmlns:a16="http://schemas.microsoft.com/office/drawing/2014/main" id="{BDF3ED9A-57E4-25C5-BC4E-AC1C77798191}"/>
                </a:ext>
              </a:extLst>
            </p:cNvPr>
            <p:cNvSpPr/>
            <p:nvPr userDrawn="1"/>
          </p:nvSpPr>
          <p:spPr>
            <a:xfrm>
              <a:off x="485775" y="6164633"/>
              <a:ext cx="405765" cy="81280"/>
            </a:xfrm>
            <a:custGeom>
              <a:avLst/>
              <a:gdLst>
                <a:gd name="connsiteX0" fmla="*/ 324485 w 405765"/>
                <a:gd name="connsiteY0" fmla="*/ 0 h 81280"/>
                <a:gd name="connsiteX1" fmla="*/ 405765 w 405765"/>
                <a:gd name="connsiteY1" fmla="*/ 0 h 81280"/>
                <a:gd name="connsiteX2" fmla="*/ 405765 w 405765"/>
                <a:gd name="connsiteY2" fmla="*/ 81280 h 81280"/>
                <a:gd name="connsiteX3" fmla="*/ 324485 w 405765"/>
                <a:gd name="connsiteY3" fmla="*/ 81280 h 81280"/>
                <a:gd name="connsiteX4" fmla="*/ 161925 w 405765"/>
                <a:gd name="connsiteY4" fmla="*/ 0 h 81280"/>
                <a:gd name="connsiteX5" fmla="*/ 243205 w 405765"/>
                <a:gd name="connsiteY5" fmla="*/ 0 h 81280"/>
                <a:gd name="connsiteX6" fmla="*/ 243205 w 405765"/>
                <a:gd name="connsiteY6" fmla="*/ 81280 h 81280"/>
                <a:gd name="connsiteX7" fmla="*/ 161925 w 405765"/>
                <a:gd name="connsiteY7" fmla="*/ 81280 h 81280"/>
                <a:gd name="connsiteX8" fmla="*/ 0 w 405765"/>
                <a:gd name="connsiteY8" fmla="*/ 0 h 81280"/>
                <a:gd name="connsiteX9" fmla="*/ 81280 w 405765"/>
                <a:gd name="connsiteY9" fmla="*/ 0 h 81280"/>
                <a:gd name="connsiteX10" fmla="*/ 81280 w 405765"/>
                <a:gd name="connsiteY10" fmla="*/ 81280 h 81280"/>
                <a:gd name="connsiteX11" fmla="*/ 0 w 405765"/>
                <a:gd name="connsiteY11" fmla="*/ 81280 h 81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05765" h="81280">
                  <a:moveTo>
                    <a:pt x="324485" y="0"/>
                  </a:moveTo>
                  <a:lnTo>
                    <a:pt x="405765" y="0"/>
                  </a:lnTo>
                  <a:lnTo>
                    <a:pt x="405765" y="81280"/>
                  </a:lnTo>
                  <a:lnTo>
                    <a:pt x="324485" y="81280"/>
                  </a:lnTo>
                  <a:close/>
                  <a:moveTo>
                    <a:pt x="161925" y="0"/>
                  </a:moveTo>
                  <a:lnTo>
                    <a:pt x="243205" y="0"/>
                  </a:lnTo>
                  <a:lnTo>
                    <a:pt x="243205" y="81280"/>
                  </a:lnTo>
                  <a:lnTo>
                    <a:pt x="161925" y="81280"/>
                  </a:lnTo>
                  <a:close/>
                  <a:moveTo>
                    <a:pt x="0" y="0"/>
                  </a:moveTo>
                  <a:lnTo>
                    <a:pt x="81280" y="0"/>
                  </a:lnTo>
                  <a:lnTo>
                    <a:pt x="81280" y="81280"/>
                  </a:lnTo>
                  <a:lnTo>
                    <a:pt x="0" y="81280"/>
                  </a:lnTo>
                  <a:close/>
                </a:path>
              </a:pathLst>
            </a:custGeom>
            <a:solidFill>
              <a:srgbClr val="FFE600"/>
            </a:solidFill>
            <a:ln w="63500" cap="flat">
              <a:noFill/>
              <a:prstDash val="solid"/>
              <a:miter/>
            </a:ln>
          </p:spPr>
          <p:txBody>
            <a:bodyPr rtlCol="0" anchor="ctr"/>
            <a:lstStyle/>
            <a:p>
              <a:endParaRPr lang="en-US"/>
            </a:p>
          </p:txBody>
        </p:sp>
        <p:sp>
          <p:nvSpPr>
            <p:cNvPr id="25" name="Freeform 24">
              <a:extLst>
                <a:ext uri="{FF2B5EF4-FFF2-40B4-BE49-F238E27FC236}">
                  <a16:creationId xmlns:a16="http://schemas.microsoft.com/office/drawing/2014/main" id="{F8AD9B21-63CE-8D03-9802-DB2391C6BC13}"/>
                </a:ext>
              </a:extLst>
            </p:cNvPr>
            <p:cNvSpPr/>
            <p:nvPr userDrawn="1"/>
          </p:nvSpPr>
          <p:spPr bwMode="black">
            <a:xfrm>
              <a:off x="485779" y="6344974"/>
              <a:ext cx="4940931" cy="138429"/>
            </a:xfrm>
            <a:custGeom>
              <a:avLst/>
              <a:gdLst>
                <a:gd name="connsiteX0" fmla="*/ 1032512 w 4940931"/>
                <a:gd name="connsiteY0" fmla="*/ 137477 h 138429"/>
                <a:gd name="connsiteX1" fmla="*/ 1032512 w 4940931"/>
                <a:gd name="connsiteY1" fmla="*/ 137794 h 138429"/>
                <a:gd name="connsiteX2" fmla="*/ 1030607 w 4940931"/>
                <a:gd name="connsiteY2" fmla="*/ 138429 h 138429"/>
                <a:gd name="connsiteX3" fmla="*/ 4929501 w 4940931"/>
                <a:gd name="connsiteY3" fmla="*/ 87629 h 138429"/>
                <a:gd name="connsiteX4" fmla="*/ 4933946 w 4940931"/>
                <a:gd name="connsiteY4" fmla="*/ 88264 h 138429"/>
                <a:gd name="connsiteX5" fmla="*/ 4937756 w 4940931"/>
                <a:gd name="connsiteY5" fmla="*/ 90804 h 138429"/>
                <a:gd name="connsiteX6" fmla="*/ 4940296 w 4940931"/>
                <a:gd name="connsiteY6" fmla="*/ 94614 h 138429"/>
                <a:gd name="connsiteX7" fmla="*/ 4940931 w 4940931"/>
                <a:gd name="connsiteY7" fmla="*/ 99059 h 138429"/>
                <a:gd name="connsiteX8" fmla="*/ 4940296 w 4940931"/>
                <a:gd name="connsiteY8" fmla="*/ 103504 h 138429"/>
                <a:gd name="connsiteX9" fmla="*/ 4937756 w 4940931"/>
                <a:gd name="connsiteY9" fmla="*/ 107314 h 138429"/>
                <a:gd name="connsiteX10" fmla="*/ 4933946 w 4940931"/>
                <a:gd name="connsiteY10" fmla="*/ 109854 h 138429"/>
                <a:gd name="connsiteX11" fmla="*/ 4929501 w 4940931"/>
                <a:gd name="connsiteY11" fmla="*/ 110489 h 138429"/>
                <a:gd name="connsiteX12" fmla="*/ 4925056 w 4940931"/>
                <a:gd name="connsiteY12" fmla="*/ 109854 h 138429"/>
                <a:gd name="connsiteX13" fmla="*/ 4921246 w 4940931"/>
                <a:gd name="connsiteY13" fmla="*/ 107314 h 138429"/>
                <a:gd name="connsiteX14" fmla="*/ 4918706 w 4940931"/>
                <a:gd name="connsiteY14" fmla="*/ 103504 h 138429"/>
                <a:gd name="connsiteX15" fmla="*/ 4918071 w 4940931"/>
                <a:gd name="connsiteY15" fmla="*/ 99059 h 138429"/>
                <a:gd name="connsiteX16" fmla="*/ 4918706 w 4940931"/>
                <a:gd name="connsiteY16" fmla="*/ 94614 h 138429"/>
                <a:gd name="connsiteX17" fmla="*/ 4921246 w 4940931"/>
                <a:gd name="connsiteY17" fmla="*/ 90804 h 138429"/>
                <a:gd name="connsiteX18" fmla="*/ 4925056 w 4940931"/>
                <a:gd name="connsiteY18" fmla="*/ 88264 h 138429"/>
                <a:gd name="connsiteX19" fmla="*/ 4929501 w 4940931"/>
                <a:gd name="connsiteY19" fmla="*/ 87629 h 138429"/>
                <a:gd name="connsiteX20" fmla="*/ 3079110 w 4940931"/>
                <a:gd name="connsiteY20" fmla="*/ 87629 h 138429"/>
                <a:gd name="connsiteX21" fmla="*/ 3083555 w 4940931"/>
                <a:gd name="connsiteY21" fmla="*/ 88264 h 138429"/>
                <a:gd name="connsiteX22" fmla="*/ 3087365 w 4940931"/>
                <a:gd name="connsiteY22" fmla="*/ 90804 h 138429"/>
                <a:gd name="connsiteX23" fmla="*/ 3089905 w 4940931"/>
                <a:gd name="connsiteY23" fmla="*/ 94614 h 138429"/>
                <a:gd name="connsiteX24" fmla="*/ 3090540 w 4940931"/>
                <a:gd name="connsiteY24" fmla="*/ 99059 h 138429"/>
                <a:gd name="connsiteX25" fmla="*/ 3089905 w 4940931"/>
                <a:gd name="connsiteY25" fmla="*/ 103504 h 138429"/>
                <a:gd name="connsiteX26" fmla="*/ 3087365 w 4940931"/>
                <a:gd name="connsiteY26" fmla="*/ 107314 h 138429"/>
                <a:gd name="connsiteX27" fmla="*/ 3083555 w 4940931"/>
                <a:gd name="connsiteY27" fmla="*/ 109854 h 138429"/>
                <a:gd name="connsiteX28" fmla="*/ 3079110 w 4940931"/>
                <a:gd name="connsiteY28" fmla="*/ 110489 h 138429"/>
                <a:gd name="connsiteX29" fmla="*/ 3074665 w 4940931"/>
                <a:gd name="connsiteY29" fmla="*/ 109854 h 138429"/>
                <a:gd name="connsiteX30" fmla="*/ 3070855 w 4940931"/>
                <a:gd name="connsiteY30" fmla="*/ 107314 h 138429"/>
                <a:gd name="connsiteX31" fmla="*/ 3068315 w 4940931"/>
                <a:gd name="connsiteY31" fmla="*/ 103504 h 138429"/>
                <a:gd name="connsiteX32" fmla="*/ 3067680 w 4940931"/>
                <a:gd name="connsiteY32" fmla="*/ 99059 h 138429"/>
                <a:gd name="connsiteX33" fmla="*/ 3068315 w 4940931"/>
                <a:gd name="connsiteY33" fmla="*/ 94614 h 138429"/>
                <a:gd name="connsiteX34" fmla="*/ 3070855 w 4940931"/>
                <a:gd name="connsiteY34" fmla="*/ 90804 h 138429"/>
                <a:gd name="connsiteX35" fmla="*/ 3074665 w 4940931"/>
                <a:gd name="connsiteY35" fmla="*/ 88264 h 138429"/>
                <a:gd name="connsiteX36" fmla="*/ 3079110 w 4940931"/>
                <a:gd name="connsiteY36" fmla="*/ 87629 h 138429"/>
                <a:gd name="connsiteX37" fmla="*/ 1565275 w 4940931"/>
                <a:gd name="connsiteY37" fmla="*/ 87629 h 138429"/>
                <a:gd name="connsiteX38" fmla="*/ 1569720 w 4940931"/>
                <a:gd name="connsiteY38" fmla="*/ 88264 h 138429"/>
                <a:gd name="connsiteX39" fmla="*/ 1573529 w 4940931"/>
                <a:gd name="connsiteY39" fmla="*/ 90804 h 138429"/>
                <a:gd name="connsiteX40" fmla="*/ 1576069 w 4940931"/>
                <a:gd name="connsiteY40" fmla="*/ 94614 h 138429"/>
                <a:gd name="connsiteX41" fmla="*/ 1576705 w 4940931"/>
                <a:gd name="connsiteY41" fmla="*/ 99059 h 138429"/>
                <a:gd name="connsiteX42" fmla="*/ 1576069 w 4940931"/>
                <a:gd name="connsiteY42" fmla="*/ 103504 h 138429"/>
                <a:gd name="connsiteX43" fmla="*/ 1573529 w 4940931"/>
                <a:gd name="connsiteY43" fmla="*/ 107314 h 138429"/>
                <a:gd name="connsiteX44" fmla="*/ 1569720 w 4940931"/>
                <a:gd name="connsiteY44" fmla="*/ 109854 h 138429"/>
                <a:gd name="connsiteX45" fmla="*/ 1565275 w 4940931"/>
                <a:gd name="connsiteY45" fmla="*/ 110489 h 138429"/>
                <a:gd name="connsiteX46" fmla="*/ 1560830 w 4940931"/>
                <a:gd name="connsiteY46" fmla="*/ 109854 h 138429"/>
                <a:gd name="connsiteX47" fmla="*/ 1557020 w 4940931"/>
                <a:gd name="connsiteY47" fmla="*/ 107314 h 138429"/>
                <a:gd name="connsiteX48" fmla="*/ 1554479 w 4940931"/>
                <a:gd name="connsiteY48" fmla="*/ 103504 h 138429"/>
                <a:gd name="connsiteX49" fmla="*/ 1553844 w 4940931"/>
                <a:gd name="connsiteY49" fmla="*/ 99059 h 138429"/>
                <a:gd name="connsiteX50" fmla="*/ 1554479 w 4940931"/>
                <a:gd name="connsiteY50" fmla="*/ 94614 h 138429"/>
                <a:gd name="connsiteX51" fmla="*/ 1557020 w 4940931"/>
                <a:gd name="connsiteY51" fmla="*/ 90804 h 138429"/>
                <a:gd name="connsiteX52" fmla="*/ 1560830 w 4940931"/>
                <a:gd name="connsiteY52" fmla="*/ 88264 h 138429"/>
                <a:gd name="connsiteX53" fmla="*/ 1565275 w 4940931"/>
                <a:gd name="connsiteY53" fmla="*/ 87629 h 138429"/>
                <a:gd name="connsiteX54" fmla="*/ 2642230 w 4940931"/>
                <a:gd name="connsiteY54" fmla="*/ 73024 h 138429"/>
                <a:gd name="connsiteX55" fmla="*/ 2630800 w 4940931"/>
                <a:gd name="connsiteY55" fmla="*/ 76199 h 138429"/>
                <a:gd name="connsiteX56" fmla="*/ 2626355 w 4940931"/>
                <a:gd name="connsiteY56" fmla="*/ 84454 h 138429"/>
                <a:gd name="connsiteX57" fmla="*/ 2627625 w 4940931"/>
                <a:gd name="connsiteY57" fmla="*/ 90169 h 138429"/>
                <a:gd name="connsiteX58" fmla="*/ 2630800 w 4940931"/>
                <a:gd name="connsiteY58" fmla="*/ 93979 h 138429"/>
                <a:gd name="connsiteX59" fmla="*/ 2635245 w 4940931"/>
                <a:gd name="connsiteY59" fmla="*/ 96519 h 138429"/>
                <a:gd name="connsiteX60" fmla="*/ 2641595 w 4940931"/>
                <a:gd name="connsiteY60" fmla="*/ 97154 h 138429"/>
                <a:gd name="connsiteX61" fmla="*/ 2647310 w 4940931"/>
                <a:gd name="connsiteY61" fmla="*/ 96519 h 138429"/>
                <a:gd name="connsiteX62" fmla="*/ 2652390 w 4940931"/>
                <a:gd name="connsiteY62" fmla="*/ 93979 h 138429"/>
                <a:gd name="connsiteX63" fmla="*/ 2656835 w 4940931"/>
                <a:gd name="connsiteY63" fmla="*/ 90804 h 138429"/>
                <a:gd name="connsiteX64" fmla="*/ 2660010 w 4940931"/>
                <a:gd name="connsiteY64" fmla="*/ 86994 h 138429"/>
                <a:gd name="connsiteX65" fmla="*/ 2660010 w 4940931"/>
                <a:gd name="connsiteY65" fmla="*/ 75564 h 138429"/>
                <a:gd name="connsiteX66" fmla="*/ 2656200 w 4940931"/>
                <a:gd name="connsiteY66" fmla="*/ 74294 h 138429"/>
                <a:gd name="connsiteX67" fmla="*/ 2652390 w 4940931"/>
                <a:gd name="connsiteY67" fmla="*/ 73659 h 138429"/>
                <a:gd name="connsiteX68" fmla="*/ 2647945 w 4940931"/>
                <a:gd name="connsiteY68" fmla="*/ 73024 h 138429"/>
                <a:gd name="connsiteX69" fmla="*/ 2642230 w 4940931"/>
                <a:gd name="connsiteY69" fmla="*/ 73024 h 138429"/>
                <a:gd name="connsiteX70" fmla="*/ 4664706 w 4940931"/>
                <a:gd name="connsiteY70" fmla="*/ 43814 h 138429"/>
                <a:gd name="connsiteX71" fmla="*/ 4657086 w 4940931"/>
                <a:gd name="connsiteY71" fmla="*/ 45719 h 138429"/>
                <a:gd name="connsiteX72" fmla="*/ 4651371 w 4940931"/>
                <a:gd name="connsiteY72" fmla="*/ 50799 h 138429"/>
                <a:gd name="connsiteX73" fmla="*/ 4647561 w 4940931"/>
                <a:gd name="connsiteY73" fmla="*/ 59054 h 138429"/>
                <a:gd name="connsiteX74" fmla="*/ 4646291 w 4940931"/>
                <a:gd name="connsiteY74" fmla="*/ 69849 h 138429"/>
                <a:gd name="connsiteX75" fmla="*/ 4647561 w 4940931"/>
                <a:gd name="connsiteY75" fmla="*/ 81279 h 138429"/>
                <a:gd name="connsiteX76" fmla="*/ 4651371 w 4940931"/>
                <a:gd name="connsiteY76" fmla="*/ 89534 h 138429"/>
                <a:gd name="connsiteX77" fmla="*/ 4657721 w 4940931"/>
                <a:gd name="connsiteY77" fmla="*/ 94614 h 138429"/>
                <a:gd name="connsiteX78" fmla="*/ 4665341 w 4940931"/>
                <a:gd name="connsiteY78" fmla="*/ 96519 h 138429"/>
                <a:gd name="connsiteX79" fmla="*/ 4672961 w 4940931"/>
                <a:gd name="connsiteY79" fmla="*/ 94614 h 138429"/>
                <a:gd name="connsiteX80" fmla="*/ 4678676 w 4940931"/>
                <a:gd name="connsiteY80" fmla="*/ 88899 h 138429"/>
                <a:gd name="connsiteX81" fmla="*/ 4682486 w 4940931"/>
                <a:gd name="connsiteY81" fmla="*/ 80644 h 138429"/>
                <a:gd name="connsiteX82" fmla="*/ 4683756 w 4940931"/>
                <a:gd name="connsiteY82" fmla="*/ 70484 h 138429"/>
                <a:gd name="connsiteX83" fmla="*/ 4684391 w 4940931"/>
                <a:gd name="connsiteY83" fmla="*/ 69849 h 138429"/>
                <a:gd name="connsiteX84" fmla="*/ 4683121 w 4940931"/>
                <a:gd name="connsiteY84" fmla="*/ 59054 h 138429"/>
                <a:gd name="connsiteX85" fmla="*/ 4679311 w 4940931"/>
                <a:gd name="connsiteY85" fmla="*/ 50799 h 138429"/>
                <a:gd name="connsiteX86" fmla="*/ 4672961 w 4940931"/>
                <a:gd name="connsiteY86" fmla="*/ 45719 h 138429"/>
                <a:gd name="connsiteX87" fmla="*/ 4664706 w 4940931"/>
                <a:gd name="connsiteY87" fmla="*/ 43814 h 138429"/>
                <a:gd name="connsiteX88" fmla="*/ 4264020 w 4940931"/>
                <a:gd name="connsiteY88" fmla="*/ 43814 h 138429"/>
                <a:gd name="connsiteX89" fmla="*/ 4256400 w 4940931"/>
                <a:gd name="connsiteY89" fmla="*/ 45719 h 138429"/>
                <a:gd name="connsiteX90" fmla="*/ 4250685 w 4940931"/>
                <a:gd name="connsiteY90" fmla="*/ 50799 h 138429"/>
                <a:gd name="connsiteX91" fmla="*/ 4246875 w 4940931"/>
                <a:gd name="connsiteY91" fmla="*/ 59054 h 138429"/>
                <a:gd name="connsiteX92" fmla="*/ 4245605 w 4940931"/>
                <a:gd name="connsiteY92" fmla="*/ 69849 h 138429"/>
                <a:gd name="connsiteX93" fmla="*/ 4246875 w 4940931"/>
                <a:gd name="connsiteY93" fmla="*/ 81279 h 138429"/>
                <a:gd name="connsiteX94" fmla="*/ 4250685 w 4940931"/>
                <a:gd name="connsiteY94" fmla="*/ 89534 h 138429"/>
                <a:gd name="connsiteX95" fmla="*/ 4257035 w 4940931"/>
                <a:gd name="connsiteY95" fmla="*/ 94614 h 138429"/>
                <a:gd name="connsiteX96" fmla="*/ 4264655 w 4940931"/>
                <a:gd name="connsiteY96" fmla="*/ 96519 h 138429"/>
                <a:gd name="connsiteX97" fmla="*/ 4272275 w 4940931"/>
                <a:gd name="connsiteY97" fmla="*/ 94614 h 138429"/>
                <a:gd name="connsiteX98" fmla="*/ 4277990 w 4940931"/>
                <a:gd name="connsiteY98" fmla="*/ 88899 h 138429"/>
                <a:gd name="connsiteX99" fmla="*/ 4281800 w 4940931"/>
                <a:gd name="connsiteY99" fmla="*/ 80644 h 138429"/>
                <a:gd name="connsiteX100" fmla="*/ 4283070 w 4940931"/>
                <a:gd name="connsiteY100" fmla="*/ 70484 h 138429"/>
                <a:gd name="connsiteX101" fmla="*/ 4283705 w 4940931"/>
                <a:gd name="connsiteY101" fmla="*/ 69849 h 138429"/>
                <a:gd name="connsiteX102" fmla="*/ 4282435 w 4940931"/>
                <a:gd name="connsiteY102" fmla="*/ 59054 h 138429"/>
                <a:gd name="connsiteX103" fmla="*/ 4278625 w 4940931"/>
                <a:gd name="connsiteY103" fmla="*/ 50799 h 138429"/>
                <a:gd name="connsiteX104" fmla="*/ 4272275 w 4940931"/>
                <a:gd name="connsiteY104" fmla="*/ 45719 h 138429"/>
                <a:gd name="connsiteX105" fmla="*/ 4264020 w 4940931"/>
                <a:gd name="connsiteY105" fmla="*/ 43814 h 138429"/>
                <a:gd name="connsiteX106" fmla="*/ 1420495 w 4940931"/>
                <a:gd name="connsiteY106" fmla="*/ 43814 h 138429"/>
                <a:gd name="connsiteX107" fmla="*/ 1412875 w 4940931"/>
                <a:gd name="connsiteY107" fmla="*/ 45719 h 138429"/>
                <a:gd name="connsiteX108" fmla="*/ 1407160 w 4940931"/>
                <a:gd name="connsiteY108" fmla="*/ 50799 h 138429"/>
                <a:gd name="connsiteX109" fmla="*/ 1403350 w 4940931"/>
                <a:gd name="connsiteY109" fmla="*/ 59054 h 138429"/>
                <a:gd name="connsiteX110" fmla="*/ 1402080 w 4940931"/>
                <a:gd name="connsiteY110" fmla="*/ 69849 h 138429"/>
                <a:gd name="connsiteX111" fmla="*/ 1403350 w 4940931"/>
                <a:gd name="connsiteY111" fmla="*/ 81279 h 138429"/>
                <a:gd name="connsiteX112" fmla="*/ 1407160 w 4940931"/>
                <a:gd name="connsiteY112" fmla="*/ 89534 h 138429"/>
                <a:gd name="connsiteX113" fmla="*/ 1413510 w 4940931"/>
                <a:gd name="connsiteY113" fmla="*/ 94614 h 138429"/>
                <a:gd name="connsiteX114" fmla="*/ 1421130 w 4940931"/>
                <a:gd name="connsiteY114" fmla="*/ 96519 h 138429"/>
                <a:gd name="connsiteX115" fmla="*/ 1428750 w 4940931"/>
                <a:gd name="connsiteY115" fmla="*/ 94614 h 138429"/>
                <a:gd name="connsiteX116" fmla="*/ 1434465 w 4940931"/>
                <a:gd name="connsiteY116" fmla="*/ 88899 h 138429"/>
                <a:gd name="connsiteX117" fmla="*/ 1438275 w 4940931"/>
                <a:gd name="connsiteY117" fmla="*/ 80644 h 138429"/>
                <a:gd name="connsiteX118" fmla="*/ 1439545 w 4940931"/>
                <a:gd name="connsiteY118" fmla="*/ 70484 h 138429"/>
                <a:gd name="connsiteX119" fmla="*/ 1440180 w 4940931"/>
                <a:gd name="connsiteY119" fmla="*/ 69849 h 138429"/>
                <a:gd name="connsiteX120" fmla="*/ 1438910 w 4940931"/>
                <a:gd name="connsiteY120" fmla="*/ 59054 h 138429"/>
                <a:gd name="connsiteX121" fmla="*/ 1435100 w 4940931"/>
                <a:gd name="connsiteY121" fmla="*/ 50799 h 138429"/>
                <a:gd name="connsiteX122" fmla="*/ 1428750 w 4940931"/>
                <a:gd name="connsiteY122" fmla="*/ 45719 h 138429"/>
                <a:gd name="connsiteX123" fmla="*/ 1420495 w 4940931"/>
                <a:gd name="connsiteY123" fmla="*/ 43814 h 138429"/>
                <a:gd name="connsiteX124" fmla="*/ 4041770 w 4940931"/>
                <a:gd name="connsiteY124" fmla="*/ 43180 h 138429"/>
                <a:gd name="connsiteX125" fmla="*/ 4034785 w 4940931"/>
                <a:gd name="connsiteY125" fmla="*/ 44450 h 138429"/>
                <a:gd name="connsiteX126" fmla="*/ 4029705 w 4940931"/>
                <a:gd name="connsiteY126" fmla="*/ 48260 h 138429"/>
                <a:gd name="connsiteX127" fmla="*/ 4025895 w 4940931"/>
                <a:gd name="connsiteY127" fmla="*/ 54610 h 138429"/>
                <a:gd name="connsiteX128" fmla="*/ 4023990 w 4940931"/>
                <a:gd name="connsiteY128" fmla="*/ 62865 h 138429"/>
                <a:gd name="connsiteX129" fmla="*/ 4060185 w 4940931"/>
                <a:gd name="connsiteY129" fmla="*/ 62865 h 138429"/>
                <a:gd name="connsiteX130" fmla="*/ 4058915 w 4940931"/>
                <a:gd name="connsiteY130" fmla="*/ 55245 h 138429"/>
                <a:gd name="connsiteX131" fmla="*/ 4055740 w 4940931"/>
                <a:gd name="connsiteY131" fmla="*/ 48895 h 138429"/>
                <a:gd name="connsiteX132" fmla="*/ 4050025 w 4940931"/>
                <a:gd name="connsiteY132" fmla="*/ 44450 h 138429"/>
                <a:gd name="connsiteX133" fmla="*/ 4041770 w 4940931"/>
                <a:gd name="connsiteY133" fmla="*/ 43180 h 138429"/>
                <a:gd name="connsiteX134" fmla="*/ 3728081 w 4940931"/>
                <a:gd name="connsiteY134" fmla="*/ 43180 h 138429"/>
                <a:gd name="connsiteX135" fmla="*/ 3721096 w 4940931"/>
                <a:gd name="connsiteY135" fmla="*/ 44450 h 138429"/>
                <a:gd name="connsiteX136" fmla="*/ 3716016 w 4940931"/>
                <a:gd name="connsiteY136" fmla="*/ 48260 h 138429"/>
                <a:gd name="connsiteX137" fmla="*/ 3712206 w 4940931"/>
                <a:gd name="connsiteY137" fmla="*/ 54610 h 138429"/>
                <a:gd name="connsiteX138" fmla="*/ 3710301 w 4940931"/>
                <a:gd name="connsiteY138" fmla="*/ 62865 h 138429"/>
                <a:gd name="connsiteX139" fmla="*/ 3746496 w 4940931"/>
                <a:gd name="connsiteY139" fmla="*/ 62865 h 138429"/>
                <a:gd name="connsiteX140" fmla="*/ 3745226 w 4940931"/>
                <a:gd name="connsiteY140" fmla="*/ 55245 h 138429"/>
                <a:gd name="connsiteX141" fmla="*/ 3742051 w 4940931"/>
                <a:gd name="connsiteY141" fmla="*/ 48895 h 138429"/>
                <a:gd name="connsiteX142" fmla="*/ 3736336 w 4940931"/>
                <a:gd name="connsiteY142" fmla="*/ 44450 h 138429"/>
                <a:gd name="connsiteX143" fmla="*/ 3728081 w 4940931"/>
                <a:gd name="connsiteY143" fmla="*/ 43180 h 138429"/>
                <a:gd name="connsiteX144" fmla="*/ 3541391 w 4940931"/>
                <a:gd name="connsiteY144" fmla="*/ 43180 h 138429"/>
                <a:gd name="connsiteX145" fmla="*/ 3534406 w 4940931"/>
                <a:gd name="connsiteY145" fmla="*/ 44450 h 138429"/>
                <a:gd name="connsiteX146" fmla="*/ 3529326 w 4940931"/>
                <a:gd name="connsiteY146" fmla="*/ 48260 h 138429"/>
                <a:gd name="connsiteX147" fmla="*/ 3525516 w 4940931"/>
                <a:gd name="connsiteY147" fmla="*/ 54610 h 138429"/>
                <a:gd name="connsiteX148" fmla="*/ 3523611 w 4940931"/>
                <a:gd name="connsiteY148" fmla="*/ 62865 h 138429"/>
                <a:gd name="connsiteX149" fmla="*/ 3559806 w 4940931"/>
                <a:gd name="connsiteY149" fmla="*/ 62865 h 138429"/>
                <a:gd name="connsiteX150" fmla="*/ 3558536 w 4940931"/>
                <a:gd name="connsiteY150" fmla="*/ 55245 h 138429"/>
                <a:gd name="connsiteX151" fmla="*/ 3555361 w 4940931"/>
                <a:gd name="connsiteY151" fmla="*/ 48895 h 138429"/>
                <a:gd name="connsiteX152" fmla="*/ 3549646 w 4940931"/>
                <a:gd name="connsiteY152" fmla="*/ 44450 h 138429"/>
                <a:gd name="connsiteX153" fmla="*/ 3541391 w 4940931"/>
                <a:gd name="connsiteY153" fmla="*/ 43180 h 138429"/>
                <a:gd name="connsiteX154" fmla="*/ 3463285 w 4940931"/>
                <a:gd name="connsiteY154" fmla="*/ 43180 h 138429"/>
                <a:gd name="connsiteX155" fmla="*/ 3458205 w 4940931"/>
                <a:gd name="connsiteY155" fmla="*/ 43815 h 138429"/>
                <a:gd name="connsiteX156" fmla="*/ 3453125 w 4940931"/>
                <a:gd name="connsiteY156" fmla="*/ 45720 h 138429"/>
                <a:gd name="connsiteX157" fmla="*/ 3448680 w 4940931"/>
                <a:gd name="connsiteY157" fmla="*/ 48895 h 138429"/>
                <a:gd name="connsiteX158" fmla="*/ 3445505 w 4940931"/>
                <a:gd name="connsiteY158" fmla="*/ 52705 h 138429"/>
                <a:gd name="connsiteX159" fmla="*/ 3445505 w 4940931"/>
                <a:gd name="connsiteY159" fmla="*/ 85725 h 138429"/>
                <a:gd name="connsiteX160" fmla="*/ 3448680 w 4940931"/>
                <a:gd name="connsiteY160" fmla="*/ 89535 h 138429"/>
                <a:gd name="connsiteX161" fmla="*/ 3453125 w 4940931"/>
                <a:gd name="connsiteY161" fmla="*/ 92710 h 138429"/>
                <a:gd name="connsiteX162" fmla="*/ 3458205 w 4940931"/>
                <a:gd name="connsiteY162" fmla="*/ 95250 h 138429"/>
                <a:gd name="connsiteX163" fmla="*/ 3463920 w 4940931"/>
                <a:gd name="connsiteY163" fmla="*/ 95885 h 138429"/>
                <a:gd name="connsiteX164" fmla="*/ 3476620 w 4940931"/>
                <a:gd name="connsiteY164" fmla="*/ 89535 h 138429"/>
                <a:gd name="connsiteX165" fmla="*/ 3481065 w 4940931"/>
                <a:gd name="connsiteY165" fmla="*/ 71120 h 138429"/>
                <a:gd name="connsiteX166" fmla="*/ 3480430 w 4940931"/>
                <a:gd name="connsiteY166" fmla="*/ 71755 h 138429"/>
                <a:gd name="connsiteX167" fmla="*/ 3475985 w 4940931"/>
                <a:gd name="connsiteY167" fmla="*/ 50165 h 138429"/>
                <a:gd name="connsiteX168" fmla="*/ 3463285 w 4940931"/>
                <a:gd name="connsiteY168" fmla="*/ 43180 h 138429"/>
                <a:gd name="connsiteX169" fmla="*/ 3343271 w 4940931"/>
                <a:gd name="connsiteY169" fmla="*/ 43180 h 138429"/>
                <a:gd name="connsiteX170" fmla="*/ 3336286 w 4940931"/>
                <a:gd name="connsiteY170" fmla="*/ 44450 h 138429"/>
                <a:gd name="connsiteX171" fmla="*/ 3331206 w 4940931"/>
                <a:gd name="connsiteY171" fmla="*/ 48260 h 138429"/>
                <a:gd name="connsiteX172" fmla="*/ 3327396 w 4940931"/>
                <a:gd name="connsiteY172" fmla="*/ 54610 h 138429"/>
                <a:gd name="connsiteX173" fmla="*/ 3325491 w 4940931"/>
                <a:gd name="connsiteY173" fmla="*/ 62865 h 138429"/>
                <a:gd name="connsiteX174" fmla="*/ 3361686 w 4940931"/>
                <a:gd name="connsiteY174" fmla="*/ 62865 h 138429"/>
                <a:gd name="connsiteX175" fmla="*/ 3360416 w 4940931"/>
                <a:gd name="connsiteY175" fmla="*/ 55245 h 138429"/>
                <a:gd name="connsiteX176" fmla="*/ 3357241 w 4940931"/>
                <a:gd name="connsiteY176" fmla="*/ 48895 h 138429"/>
                <a:gd name="connsiteX177" fmla="*/ 3351526 w 4940931"/>
                <a:gd name="connsiteY177" fmla="*/ 44450 h 138429"/>
                <a:gd name="connsiteX178" fmla="*/ 3343271 w 4940931"/>
                <a:gd name="connsiteY178" fmla="*/ 43180 h 138429"/>
                <a:gd name="connsiteX179" fmla="*/ 2976876 w 4940931"/>
                <a:gd name="connsiteY179" fmla="*/ 43180 h 138429"/>
                <a:gd name="connsiteX180" fmla="*/ 2969891 w 4940931"/>
                <a:gd name="connsiteY180" fmla="*/ 44450 h 138429"/>
                <a:gd name="connsiteX181" fmla="*/ 2964811 w 4940931"/>
                <a:gd name="connsiteY181" fmla="*/ 48260 h 138429"/>
                <a:gd name="connsiteX182" fmla="*/ 2961001 w 4940931"/>
                <a:gd name="connsiteY182" fmla="*/ 54610 h 138429"/>
                <a:gd name="connsiteX183" fmla="*/ 2959096 w 4940931"/>
                <a:gd name="connsiteY183" fmla="*/ 62865 h 138429"/>
                <a:gd name="connsiteX184" fmla="*/ 2995291 w 4940931"/>
                <a:gd name="connsiteY184" fmla="*/ 62865 h 138429"/>
                <a:gd name="connsiteX185" fmla="*/ 2994021 w 4940931"/>
                <a:gd name="connsiteY185" fmla="*/ 55245 h 138429"/>
                <a:gd name="connsiteX186" fmla="*/ 2990846 w 4940931"/>
                <a:gd name="connsiteY186" fmla="*/ 48895 h 138429"/>
                <a:gd name="connsiteX187" fmla="*/ 2985131 w 4940931"/>
                <a:gd name="connsiteY187" fmla="*/ 44450 h 138429"/>
                <a:gd name="connsiteX188" fmla="*/ 2976876 w 4940931"/>
                <a:gd name="connsiteY188" fmla="*/ 43180 h 138429"/>
                <a:gd name="connsiteX189" fmla="*/ 2527930 w 4940931"/>
                <a:gd name="connsiteY189" fmla="*/ 43180 h 138429"/>
                <a:gd name="connsiteX190" fmla="*/ 2520945 w 4940931"/>
                <a:gd name="connsiteY190" fmla="*/ 44450 h 138429"/>
                <a:gd name="connsiteX191" fmla="*/ 2515865 w 4940931"/>
                <a:gd name="connsiteY191" fmla="*/ 48260 h 138429"/>
                <a:gd name="connsiteX192" fmla="*/ 2512055 w 4940931"/>
                <a:gd name="connsiteY192" fmla="*/ 54610 h 138429"/>
                <a:gd name="connsiteX193" fmla="*/ 2510150 w 4940931"/>
                <a:gd name="connsiteY193" fmla="*/ 62865 h 138429"/>
                <a:gd name="connsiteX194" fmla="*/ 2546345 w 4940931"/>
                <a:gd name="connsiteY194" fmla="*/ 62865 h 138429"/>
                <a:gd name="connsiteX195" fmla="*/ 2545075 w 4940931"/>
                <a:gd name="connsiteY195" fmla="*/ 55245 h 138429"/>
                <a:gd name="connsiteX196" fmla="*/ 2541900 w 4940931"/>
                <a:gd name="connsiteY196" fmla="*/ 48895 h 138429"/>
                <a:gd name="connsiteX197" fmla="*/ 2536185 w 4940931"/>
                <a:gd name="connsiteY197" fmla="*/ 44450 h 138429"/>
                <a:gd name="connsiteX198" fmla="*/ 2527930 w 4940931"/>
                <a:gd name="connsiteY198" fmla="*/ 43180 h 138429"/>
                <a:gd name="connsiteX199" fmla="*/ 2214240 w 4940931"/>
                <a:gd name="connsiteY199" fmla="*/ 43180 h 138429"/>
                <a:gd name="connsiteX200" fmla="*/ 2207255 w 4940931"/>
                <a:gd name="connsiteY200" fmla="*/ 44450 h 138429"/>
                <a:gd name="connsiteX201" fmla="*/ 2202175 w 4940931"/>
                <a:gd name="connsiteY201" fmla="*/ 48260 h 138429"/>
                <a:gd name="connsiteX202" fmla="*/ 2198365 w 4940931"/>
                <a:gd name="connsiteY202" fmla="*/ 54610 h 138429"/>
                <a:gd name="connsiteX203" fmla="*/ 2196460 w 4940931"/>
                <a:gd name="connsiteY203" fmla="*/ 62865 h 138429"/>
                <a:gd name="connsiteX204" fmla="*/ 2232655 w 4940931"/>
                <a:gd name="connsiteY204" fmla="*/ 62865 h 138429"/>
                <a:gd name="connsiteX205" fmla="*/ 2231385 w 4940931"/>
                <a:gd name="connsiteY205" fmla="*/ 55245 h 138429"/>
                <a:gd name="connsiteX206" fmla="*/ 2228210 w 4940931"/>
                <a:gd name="connsiteY206" fmla="*/ 48895 h 138429"/>
                <a:gd name="connsiteX207" fmla="*/ 2222495 w 4940931"/>
                <a:gd name="connsiteY207" fmla="*/ 44450 h 138429"/>
                <a:gd name="connsiteX208" fmla="*/ 2214240 w 4940931"/>
                <a:gd name="connsiteY208" fmla="*/ 43180 h 138429"/>
                <a:gd name="connsiteX209" fmla="*/ 2027551 w 4940931"/>
                <a:gd name="connsiteY209" fmla="*/ 43180 h 138429"/>
                <a:gd name="connsiteX210" fmla="*/ 2020566 w 4940931"/>
                <a:gd name="connsiteY210" fmla="*/ 44450 h 138429"/>
                <a:gd name="connsiteX211" fmla="*/ 2015486 w 4940931"/>
                <a:gd name="connsiteY211" fmla="*/ 48260 h 138429"/>
                <a:gd name="connsiteX212" fmla="*/ 2011676 w 4940931"/>
                <a:gd name="connsiteY212" fmla="*/ 54610 h 138429"/>
                <a:gd name="connsiteX213" fmla="*/ 2009771 w 4940931"/>
                <a:gd name="connsiteY213" fmla="*/ 62865 h 138429"/>
                <a:gd name="connsiteX214" fmla="*/ 2045966 w 4940931"/>
                <a:gd name="connsiteY214" fmla="*/ 62865 h 138429"/>
                <a:gd name="connsiteX215" fmla="*/ 2044696 w 4940931"/>
                <a:gd name="connsiteY215" fmla="*/ 55245 h 138429"/>
                <a:gd name="connsiteX216" fmla="*/ 2041521 w 4940931"/>
                <a:gd name="connsiteY216" fmla="*/ 48895 h 138429"/>
                <a:gd name="connsiteX217" fmla="*/ 2035806 w 4940931"/>
                <a:gd name="connsiteY217" fmla="*/ 44450 h 138429"/>
                <a:gd name="connsiteX218" fmla="*/ 2027551 w 4940931"/>
                <a:gd name="connsiteY218" fmla="*/ 43180 h 138429"/>
                <a:gd name="connsiteX219" fmla="*/ 1949445 w 4940931"/>
                <a:gd name="connsiteY219" fmla="*/ 43180 h 138429"/>
                <a:gd name="connsiteX220" fmla="*/ 1944365 w 4940931"/>
                <a:gd name="connsiteY220" fmla="*/ 43815 h 138429"/>
                <a:gd name="connsiteX221" fmla="*/ 1939285 w 4940931"/>
                <a:gd name="connsiteY221" fmla="*/ 45720 h 138429"/>
                <a:gd name="connsiteX222" fmla="*/ 1934840 w 4940931"/>
                <a:gd name="connsiteY222" fmla="*/ 48895 h 138429"/>
                <a:gd name="connsiteX223" fmla="*/ 1931665 w 4940931"/>
                <a:gd name="connsiteY223" fmla="*/ 52705 h 138429"/>
                <a:gd name="connsiteX224" fmla="*/ 1931665 w 4940931"/>
                <a:gd name="connsiteY224" fmla="*/ 85725 h 138429"/>
                <a:gd name="connsiteX225" fmla="*/ 1934840 w 4940931"/>
                <a:gd name="connsiteY225" fmla="*/ 89535 h 138429"/>
                <a:gd name="connsiteX226" fmla="*/ 1939285 w 4940931"/>
                <a:gd name="connsiteY226" fmla="*/ 92710 h 138429"/>
                <a:gd name="connsiteX227" fmla="*/ 1944365 w 4940931"/>
                <a:gd name="connsiteY227" fmla="*/ 95250 h 138429"/>
                <a:gd name="connsiteX228" fmla="*/ 1950080 w 4940931"/>
                <a:gd name="connsiteY228" fmla="*/ 95885 h 138429"/>
                <a:gd name="connsiteX229" fmla="*/ 1962780 w 4940931"/>
                <a:gd name="connsiteY229" fmla="*/ 89535 h 138429"/>
                <a:gd name="connsiteX230" fmla="*/ 1967225 w 4940931"/>
                <a:gd name="connsiteY230" fmla="*/ 71120 h 138429"/>
                <a:gd name="connsiteX231" fmla="*/ 1966590 w 4940931"/>
                <a:gd name="connsiteY231" fmla="*/ 71755 h 138429"/>
                <a:gd name="connsiteX232" fmla="*/ 1962145 w 4940931"/>
                <a:gd name="connsiteY232" fmla="*/ 50165 h 138429"/>
                <a:gd name="connsiteX233" fmla="*/ 1949445 w 4940931"/>
                <a:gd name="connsiteY233" fmla="*/ 43180 h 138429"/>
                <a:gd name="connsiteX234" fmla="*/ 1829431 w 4940931"/>
                <a:gd name="connsiteY234" fmla="*/ 43180 h 138429"/>
                <a:gd name="connsiteX235" fmla="*/ 1822446 w 4940931"/>
                <a:gd name="connsiteY235" fmla="*/ 44450 h 138429"/>
                <a:gd name="connsiteX236" fmla="*/ 1817366 w 4940931"/>
                <a:gd name="connsiteY236" fmla="*/ 48260 h 138429"/>
                <a:gd name="connsiteX237" fmla="*/ 1813556 w 4940931"/>
                <a:gd name="connsiteY237" fmla="*/ 54610 h 138429"/>
                <a:gd name="connsiteX238" fmla="*/ 1811651 w 4940931"/>
                <a:gd name="connsiteY238" fmla="*/ 62865 h 138429"/>
                <a:gd name="connsiteX239" fmla="*/ 1847846 w 4940931"/>
                <a:gd name="connsiteY239" fmla="*/ 62865 h 138429"/>
                <a:gd name="connsiteX240" fmla="*/ 1846576 w 4940931"/>
                <a:gd name="connsiteY240" fmla="*/ 55245 h 138429"/>
                <a:gd name="connsiteX241" fmla="*/ 1843401 w 4940931"/>
                <a:gd name="connsiteY241" fmla="*/ 48895 h 138429"/>
                <a:gd name="connsiteX242" fmla="*/ 1837686 w 4940931"/>
                <a:gd name="connsiteY242" fmla="*/ 44450 h 138429"/>
                <a:gd name="connsiteX243" fmla="*/ 1829431 w 4940931"/>
                <a:gd name="connsiteY243" fmla="*/ 43180 h 138429"/>
                <a:gd name="connsiteX244" fmla="*/ 1178561 w 4940931"/>
                <a:gd name="connsiteY244" fmla="*/ 43180 h 138429"/>
                <a:gd name="connsiteX245" fmla="*/ 1171576 w 4940931"/>
                <a:gd name="connsiteY245" fmla="*/ 44450 h 138429"/>
                <a:gd name="connsiteX246" fmla="*/ 1166496 w 4940931"/>
                <a:gd name="connsiteY246" fmla="*/ 48260 h 138429"/>
                <a:gd name="connsiteX247" fmla="*/ 1162686 w 4940931"/>
                <a:gd name="connsiteY247" fmla="*/ 54610 h 138429"/>
                <a:gd name="connsiteX248" fmla="*/ 1160781 w 4940931"/>
                <a:gd name="connsiteY248" fmla="*/ 62865 h 138429"/>
                <a:gd name="connsiteX249" fmla="*/ 1196976 w 4940931"/>
                <a:gd name="connsiteY249" fmla="*/ 62865 h 138429"/>
                <a:gd name="connsiteX250" fmla="*/ 1195706 w 4940931"/>
                <a:gd name="connsiteY250" fmla="*/ 55245 h 138429"/>
                <a:gd name="connsiteX251" fmla="*/ 1192531 w 4940931"/>
                <a:gd name="connsiteY251" fmla="*/ 48895 h 138429"/>
                <a:gd name="connsiteX252" fmla="*/ 1186816 w 4940931"/>
                <a:gd name="connsiteY252" fmla="*/ 44450 h 138429"/>
                <a:gd name="connsiteX253" fmla="*/ 1178561 w 4940931"/>
                <a:gd name="connsiteY253" fmla="*/ 43180 h 138429"/>
                <a:gd name="connsiteX254" fmla="*/ 898525 w 4940931"/>
                <a:gd name="connsiteY254" fmla="*/ 43180 h 138429"/>
                <a:gd name="connsiteX255" fmla="*/ 891540 w 4940931"/>
                <a:gd name="connsiteY255" fmla="*/ 44450 h 138429"/>
                <a:gd name="connsiteX256" fmla="*/ 886460 w 4940931"/>
                <a:gd name="connsiteY256" fmla="*/ 48260 h 138429"/>
                <a:gd name="connsiteX257" fmla="*/ 882650 w 4940931"/>
                <a:gd name="connsiteY257" fmla="*/ 54610 h 138429"/>
                <a:gd name="connsiteX258" fmla="*/ 880745 w 4940931"/>
                <a:gd name="connsiteY258" fmla="*/ 62865 h 138429"/>
                <a:gd name="connsiteX259" fmla="*/ 916940 w 4940931"/>
                <a:gd name="connsiteY259" fmla="*/ 62865 h 138429"/>
                <a:gd name="connsiteX260" fmla="*/ 915670 w 4940931"/>
                <a:gd name="connsiteY260" fmla="*/ 55245 h 138429"/>
                <a:gd name="connsiteX261" fmla="*/ 912495 w 4940931"/>
                <a:gd name="connsiteY261" fmla="*/ 48895 h 138429"/>
                <a:gd name="connsiteX262" fmla="*/ 906780 w 4940931"/>
                <a:gd name="connsiteY262" fmla="*/ 44450 h 138429"/>
                <a:gd name="connsiteX263" fmla="*/ 898525 w 4940931"/>
                <a:gd name="connsiteY263" fmla="*/ 43180 h 138429"/>
                <a:gd name="connsiteX264" fmla="*/ 584834 w 4940931"/>
                <a:gd name="connsiteY264" fmla="*/ 43180 h 138429"/>
                <a:gd name="connsiteX265" fmla="*/ 577849 w 4940931"/>
                <a:gd name="connsiteY265" fmla="*/ 44450 h 138429"/>
                <a:gd name="connsiteX266" fmla="*/ 572769 w 4940931"/>
                <a:gd name="connsiteY266" fmla="*/ 48260 h 138429"/>
                <a:gd name="connsiteX267" fmla="*/ 568959 w 4940931"/>
                <a:gd name="connsiteY267" fmla="*/ 54610 h 138429"/>
                <a:gd name="connsiteX268" fmla="*/ 567054 w 4940931"/>
                <a:gd name="connsiteY268" fmla="*/ 62865 h 138429"/>
                <a:gd name="connsiteX269" fmla="*/ 603249 w 4940931"/>
                <a:gd name="connsiteY269" fmla="*/ 62865 h 138429"/>
                <a:gd name="connsiteX270" fmla="*/ 601979 w 4940931"/>
                <a:gd name="connsiteY270" fmla="*/ 55245 h 138429"/>
                <a:gd name="connsiteX271" fmla="*/ 598804 w 4940931"/>
                <a:gd name="connsiteY271" fmla="*/ 48895 h 138429"/>
                <a:gd name="connsiteX272" fmla="*/ 593089 w 4940931"/>
                <a:gd name="connsiteY272" fmla="*/ 44450 h 138429"/>
                <a:gd name="connsiteX273" fmla="*/ 584834 w 4940931"/>
                <a:gd name="connsiteY273" fmla="*/ 43180 h 138429"/>
                <a:gd name="connsiteX274" fmla="*/ 398145 w 4940931"/>
                <a:gd name="connsiteY274" fmla="*/ 43180 h 138429"/>
                <a:gd name="connsiteX275" fmla="*/ 391160 w 4940931"/>
                <a:gd name="connsiteY275" fmla="*/ 44450 h 138429"/>
                <a:gd name="connsiteX276" fmla="*/ 386080 w 4940931"/>
                <a:gd name="connsiteY276" fmla="*/ 48260 h 138429"/>
                <a:gd name="connsiteX277" fmla="*/ 382270 w 4940931"/>
                <a:gd name="connsiteY277" fmla="*/ 54610 h 138429"/>
                <a:gd name="connsiteX278" fmla="*/ 380365 w 4940931"/>
                <a:gd name="connsiteY278" fmla="*/ 62865 h 138429"/>
                <a:gd name="connsiteX279" fmla="*/ 416560 w 4940931"/>
                <a:gd name="connsiteY279" fmla="*/ 62865 h 138429"/>
                <a:gd name="connsiteX280" fmla="*/ 415290 w 4940931"/>
                <a:gd name="connsiteY280" fmla="*/ 55245 h 138429"/>
                <a:gd name="connsiteX281" fmla="*/ 412115 w 4940931"/>
                <a:gd name="connsiteY281" fmla="*/ 48895 h 138429"/>
                <a:gd name="connsiteX282" fmla="*/ 406400 w 4940931"/>
                <a:gd name="connsiteY282" fmla="*/ 44450 h 138429"/>
                <a:gd name="connsiteX283" fmla="*/ 398145 w 4940931"/>
                <a:gd name="connsiteY283" fmla="*/ 43180 h 138429"/>
                <a:gd name="connsiteX284" fmla="*/ 320039 w 4940931"/>
                <a:gd name="connsiteY284" fmla="*/ 43180 h 138429"/>
                <a:gd name="connsiteX285" fmla="*/ 314959 w 4940931"/>
                <a:gd name="connsiteY285" fmla="*/ 43815 h 138429"/>
                <a:gd name="connsiteX286" fmla="*/ 309879 w 4940931"/>
                <a:gd name="connsiteY286" fmla="*/ 45720 h 138429"/>
                <a:gd name="connsiteX287" fmla="*/ 305434 w 4940931"/>
                <a:gd name="connsiteY287" fmla="*/ 48895 h 138429"/>
                <a:gd name="connsiteX288" fmla="*/ 302259 w 4940931"/>
                <a:gd name="connsiteY288" fmla="*/ 52705 h 138429"/>
                <a:gd name="connsiteX289" fmla="*/ 302259 w 4940931"/>
                <a:gd name="connsiteY289" fmla="*/ 85725 h 138429"/>
                <a:gd name="connsiteX290" fmla="*/ 305434 w 4940931"/>
                <a:gd name="connsiteY290" fmla="*/ 89535 h 138429"/>
                <a:gd name="connsiteX291" fmla="*/ 309879 w 4940931"/>
                <a:gd name="connsiteY291" fmla="*/ 92710 h 138429"/>
                <a:gd name="connsiteX292" fmla="*/ 314959 w 4940931"/>
                <a:gd name="connsiteY292" fmla="*/ 95250 h 138429"/>
                <a:gd name="connsiteX293" fmla="*/ 320674 w 4940931"/>
                <a:gd name="connsiteY293" fmla="*/ 95885 h 138429"/>
                <a:gd name="connsiteX294" fmla="*/ 333374 w 4940931"/>
                <a:gd name="connsiteY294" fmla="*/ 89535 h 138429"/>
                <a:gd name="connsiteX295" fmla="*/ 337819 w 4940931"/>
                <a:gd name="connsiteY295" fmla="*/ 71120 h 138429"/>
                <a:gd name="connsiteX296" fmla="*/ 337184 w 4940931"/>
                <a:gd name="connsiteY296" fmla="*/ 71755 h 138429"/>
                <a:gd name="connsiteX297" fmla="*/ 332739 w 4940931"/>
                <a:gd name="connsiteY297" fmla="*/ 50165 h 138429"/>
                <a:gd name="connsiteX298" fmla="*/ 320039 w 4940931"/>
                <a:gd name="connsiteY298" fmla="*/ 43180 h 138429"/>
                <a:gd name="connsiteX299" fmla="*/ 200025 w 4940931"/>
                <a:gd name="connsiteY299" fmla="*/ 43180 h 138429"/>
                <a:gd name="connsiteX300" fmla="*/ 193040 w 4940931"/>
                <a:gd name="connsiteY300" fmla="*/ 44450 h 138429"/>
                <a:gd name="connsiteX301" fmla="*/ 187960 w 4940931"/>
                <a:gd name="connsiteY301" fmla="*/ 48260 h 138429"/>
                <a:gd name="connsiteX302" fmla="*/ 184150 w 4940931"/>
                <a:gd name="connsiteY302" fmla="*/ 54610 h 138429"/>
                <a:gd name="connsiteX303" fmla="*/ 182245 w 4940931"/>
                <a:gd name="connsiteY303" fmla="*/ 62865 h 138429"/>
                <a:gd name="connsiteX304" fmla="*/ 218440 w 4940931"/>
                <a:gd name="connsiteY304" fmla="*/ 62865 h 138429"/>
                <a:gd name="connsiteX305" fmla="*/ 217170 w 4940931"/>
                <a:gd name="connsiteY305" fmla="*/ 55245 h 138429"/>
                <a:gd name="connsiteX306" fmla="*/ 213995 w 4940931"/>
                <a:gd name="connsiteY306" fmla="*/ 48895 h 138429"/>
                <a:gd name="connsiteX307" fmla="*/ 208280 w 4940931"/>
                <a:gd name="connsiteY307" fmla="*/ 44450 h 138429"/>
                <a:gd name="connsiteX308" fmla="*/ 200025 w 4940931"/>
                <a:gd name="connsiteY308" fmla="*/ 43180 h 138429"/>
                <a:gd name="connsiteX309" fmla="*/ 4439281 w 4940931"/>
                <a:gd name="connsiteY309" fmla="*/ 43179 h 138429"/>
                <a:gd name="connsiteX310" fmla="*/ 4426581 w 4940931"/>
                <a:gd name="connsiteY310" fmla="*/ 49529 h 138429"/>
                <a:gd name="connsiteX311" fmla="*/ 4422136 w 4940931"/>
                <a:gd name="connsiteY311" fmla="*/ 67944 h 138429"/>
                <a:gd name="connsiteX312" fmla="*/ 4423406 w 4940931"/>
                <a:gd name="connsiteY312" fmla="*/ 80644 h 138429"/>
                <a:gd name="connsiteX313" fmla="*/ 4426581 w 4940931"/>
                <a:gd name="connsiteY313" fmla="*/ 89534 h 138429"/>
                <a:gd name="connsiteX314" fmla="*/ 4432296 w 4940931"/>
                <a:gd name="connsiteY314" fmla="*/ 94614 h 138429"/>
                <a:gd name="connsiteX315" fmla="*/ 4439916 w 4940931"/>
                <a:gd name="connsiteY315" fmla="*/ 96519 h 138429"/>
                <a:gd name="connsiteX316" fmla="*/ 4444996 w 4940931"/>
                <a:gd name="connsiteY316" fmla="*/ 95884 h 138429"/>
                <a:gd name="connsiteX317" fmla="*/ 4450076 w 4940931"/>
                <a:gd name="connsiteY317" fmla="*/ 93344 h 138429"/>
                <a:gd name="connsiteX318" fmla="*/ 4454521 w 4940931"/>
                <a:gd name="connsiteY318" fmla="*/ 90169 h 138429"/>
                <a:gd name="connsiteX319" fmla="*/ 4457696 w 4940931"/>
                <a:gd name="connsiteY319" fmla="*/ 86359 h 138429"/>
                <a:gd name="connsiteX320" fmla="*/ 4457696 w 4940931"/>
                <a:gd name="connsiteY320" fmla="*/ 53339 h 138429"/>
                <a:gd name="connsiteX321" fmla="*/ 4454521 w 4940931"/>
                <a:gd name="connsiteY321" fmla="*/ 49529 h 138429"/>
                <a:gd name="connsiteX322" fmla="*/ 4450076 w 4940931"/>
                <a:gd name="connsiteY322" fmla="*/ 46354 h 138429"/>
                <a:gd name="connsiteX323" fmla="*/ 4444996 w 4940931"/>
                <a:gd name="connsiteY323" fmla="*/ 43814 h 138429"/>
                <a:gd name="connsiteX324" fmla="*/ 4439281 w 4940931"/>
                <a:gd name="connsiteY324" fmla="*/ 43179 h 138429"/>
                <a:gd name="connsiteX325" fmla="*/ 1014731 w 4940931"/>
                <a:gd name="connsiteY325" fmla="*/ 43179 h 138429"/>
                <a:gd name="connsiteX326" fmla="*/ 1002032 w 4940931"/>
                <a:gd name="connsiteY326" fmla="*/ 49529 h 138429"/>
                <a:gd name="connsiteX327" fmla="*/ 997587 w 4940931"/>
                <a:gd name="connsiteY327" fmla="*/ 67944 h 138429"/>
                <a:gd name="connsiteX328" fmla="*/ 1002032 w 4940931"/>
                <a:gd name="connsiteY328" fmla="*/ 88899 h 138429"/>
                <a:gd name="connsiteX329" fmla="*/ 1015367 w 4940931"/>
                <a:gd name="connsiteY329" fmla="*/ 95884 h 138429"/>
                <a:gd name="connsiteX330" fmla="*/ 1024891 w 4940931"/>
                <a:gd name="connsiteY330" fmla="*/ 93344 h 138429"/>
                <a:gd name="connsiteX331" fmla="*/ 1033147 w 4940931"/>
                <a:gd name="connsiteY331" fmla="*/ 86359 h 138429"/>
                <a:gd name="connsiteX332" fmla="*/ 1033147 w 4940931"/>
                <a:gd name="connsiteY332" fmla="*/ 53339 h 138429"/>
                <a:gd name="connsiteX333" fmla="*/ 1029971 w 4940931"/>
                <a:gd name="connsiteY333" fmla="*/ 49529 h 138429"/>
                <a:gd name="connsiteX334" fmla="*/ 1025526 w 4940931"/>
                <a:gd name="connsiteY334" fmla="*/ 46354 h 138429"/>
                <a:gd name="connsiteX335" fmla="*/ 1020446 w 4940931"/>
                <a:gd name="connsiteY335" fmla="*/ 43814 h 138429"/>
                <a:gd name="connsiteX336" fmla="*/ 1014731 w 4940931"/>
                <a:gd name="connsiteY336" fmla="*/ 43179 h 138429"/>
                <a:gd name="connsiteX337" fmla="*/ 4524370 w 4940931"/>
                <a:gd name="connsiteY337" fmla="*/ 31114 h 138429"/>
                <a:gd name="connsiteX338" fmla="*/ 4538975 w 4940931"/>
                <a:gd name="connsiteY338" fmla="*/ 31114 h 138429"/>
                <a:gd name="connsiteX339" fmla="*/ 4552310 w 4940931"/>
                <a:gd name="connsiteY339" fmla="*/ 84454 h 138429"/>
                <a:gd name="connsiteX340" fmla="*/ 4566915 w 4940931"/>
                <a:gd name="connsiteY340" fmla="*/ 31114 h 138429"/>
                <a:gd name="connsiteX341" fmla="*/ 4579615 w 4940931"/>
                <a:gd name="connsiteY341" fmla="*/ 31114 h 138429"/>
                <a:gd name="connsiteX342" fmla="*/ 4594220 w 4940931"/>
                <a:gd name="connsiteY342" fmla="*/ 84454 h 138429"/>
                <a:gd name="connsiteX343" fmla="*/ 4606920 w 4940931"/>
                <a:gd name="connsiteY343" fmla="*/ 31114 h 138429"/>
                <a:gd name="connsiteX344" fmla="*/ 4622160 w 4940931"/>
                <a:gd name="connsiteY344" fmla="*/ 31114 h 138429"/>
                <a:gd name="connsiteX345" fmla="*/ 4600570 w 4940931"/>
                <a:gd name="connsiteY345" fmla="*/ 108584 h 138429"/>
                <a:gd name="connsiteX346" fmla="*/ 4587235 w 4940931"/>
                <a:gd name="connsiteY346" fmla="*/ 108584 h 138429"/>
                <a:gd name="connsiteX347" fmla="*/ 4572630 w 4940931"/>
                <a:gd name="connsiteY347" fmla="*/ 54609 h 138429"/>
                <a:gd name="connsiteX348" fmla="*/ 4558660 w 4940931"/>
                <a:gd name="connsiteY348" fmla="*/ 108584 h 138429"/>
                <a:gd name="connsiteX349" fmla="*/ 4545325 w 4940931"/>
                <a:gd name="connsiteY349" fmla="*/ 108584 h 138429"/>
                <a:gd name="connsiteX350" fmla="*/ 4123686 w 4940931"/>
                <a:gd name="connsiteY350" fmla="*/ 31114 h 138429"/>
                <a:gd name="connsiteX351" fmla="*/ 4138926 w 4940931"/>
                <a:gd name="connsiteY351" fmla="*/ 31114 h 138429"/>
                <a:gd name="connsiteX352" fmla="*/ 4152261 w 4940931"/>
                <a:gd name="connsiteY352" fmla="*/ 84454 h 138429"/>
                <a:gd name="connsiteX353" fmla="*/ 4166866 w 4940931"/>
                <a:gd name="connsiteY353" fmla="*/ 31114 h 138429"/>
                <a:gd name="connsiteX354" fmla="*/ 4178931 w 4940931"/>
                <a:gd name="connsiteY354" fmla="*/ 31114 h 138429"/>
                <a:gd name="connsiteX355" fmla="*/ 4193536 w 4940931"/>
                <a:gd name="connsiteY355" fmla="*/ 84454 h 138429"/>
                <a:gd name="connsiteX356" fmla="*/ 4206871 w 4940931"/>
                <a:gd name="connsiteY356" fmla="*/ 31114 h 138429"/>
                <a:gd name="connsiteX357" fmla="*/ 4222111 w 4940931"/>
                <a:gd name="connsiteY357" fmla="*/ 31114 h 138429"/>
                <a:gd name="connsiteX358" fmla="*/ 4200521 w 4940931"/>
                <a:gd name="connsiteY358" fmla="*/ 108584 h 138429"/>
                <a:gd name="connsiteX359" fmla="*/ 4187186 w 4940931"/>
                <a:gd name="connsiteY359" fmla="*/ 108584 h 138429"/>
                <a:gd name="connsiteX360" fmla="*/ 4172581 w 4940931"/>
                <a:gd name="connsiteY360" fmla="*/ 54609 h 138429"/>
                <a:gd name="connsiteX361" fmla="*/ 4157976 w 4940931"/>
                <a:gd name="connsiteY361" fmla="*/ 108584 h 138429"/>
                <a:gd name="connsiteX362" fmla="*/ 4145276 w 4940931"/>
                <a:gd name="connsiteY362" fmla="*/ 108584 h 138429"/>
                <a:gd name="connsiteX363" fmla="*/ 2837811 w 4940931"/>
                <a:gd name="connsiteY363" fmla="*/ 31114 h 138429"/>
                <a:gd name="connsiteX364" fmla="*/ 2852416 w 4940931"/>
                <a:gd name="connsiteY364" fmla="*/ 31114 h 138429"/>
                <a:gd name="connsiteX365" fmla="*/ 2865751 w 4940931"/>
                <a:gd name="connsiteY365" fmla="*/ 84454 h 138429"/>
                <a:gd name="connsiteX366" fmla="*/ 2880356 w 4940931"/>
                <a:gd name="connsiteY366" fmla="*/ 31114 h 138429"/>
                <a:gd name="connsiteX367" fmla="*/ 2893056 w 4940931"/>
                <a:gd name="connsiteY367" fmla="*/ 31114 h 138429"/>
                <a:gd name="connsiteX368" fmla="*/ 2907661 w 4940931"/>
                <a:gd name="connsiteY368" fmla="*/ 84454 h 138429"/>
                <a:gd name="connsiteX369" fmla="*/ 2920361 w 4940931"/>
                <a:gd name="connsiteY369" fmla="*/ 31114 h 138429"/>
                <a:gd name="connsiteX370" fmla="*/ 2935601 w 4940931"/>
                <a:gd name="connsiteY370" fmla="*/ 31114 h 138429"/>
                <a:gd name="connsiteX371" fmla="*/ 2914011 w 4940931"/>
                <a:gd name="connsiteY371" fmla="*/ 108584 h 138429"/>
                <a:gd name="connsiteX372" fmla="*/ 2900676 w 4940931"/>
                <a:gd name="connsiteY372" fmla="*/ 108584 h 138429"/>
                <a:gd name="connsiteX373" fmla="*/ 2886706 w 4940931"/>
                <a:gd name="connsiteY373" fmla="*/ 54609 h 138429"/>
                <a:gd name="connsiteX374" fmla="*/ 2872101 w 4940931"/>
                <a:gd name="connsiteY374" fmla="*/ 108584 h 138429"/>
                <a:gd name="connsiteX375" fmla="*/ 2858766 w 4940931"/>
                <a:gd name="connsiteY375" fmla="*/ 108584 h 138429"/>
                <a:gd name="connsiteX376" fmla="*/ 1354455 w 4940931"/>
                <a:gd name="connsiteY376" fmla="*/ 31114 h 138429"/>
                <a:gd name="connsiteX377" fmla="*/ 1369695 w 4940931"/>
                <a:gd name="connsiteY377" fmla="*/ 31114 h 138429"/>
                <a:gd name="connsiteX378" fmla="*/ 1369695 w 4940931"/>
                <a:gd name="connsiteY378" fmla="*/ 109219 h 138429"/>
                <a:gd name="connsiteX379" fmla="*/ 1354455 w 4940931"/>
                <a:gd name="connsiteY379" fmla="*/ 109219 h 138429"/>
                <a:gd name="connsiteX380" fmla="*/ 2646040 w 4940931"/>
                <a:gd name="connsiteY380" fmla="*/ 29844 h 138429"/>
                <a:gd name="connsiteX381" fmla="*/ 2658105 w 4940931"/>
                <a:gd name="connsiteY381" fmla="*/ 31749 h 138429"/>
                <a:gd name="connsiteX382" fmla="*/ 2667630 w 4940931"/>
                <a:gd name="connsiteY382" fmla="*/ 36829 h 138429"/>
                <a:gd name="connsiteX383" fmla="*/ 2673345 w 4940931"/>
                <a:gd name="connsiteY383" fmla="*/ 45084 h 138429"/>
                <a:gd name="connsiteX384" fmla="*/ 2675250 w 4940931"/>
                <a:gd name="connsiteY384" fmla="*/ 56514 h 138429"/>
                <a:gd name="connsiteX385" fmla="*/ 2675250 w 4940931"/>
                <a:gd name="connsiteY385" fmla="*/ 109854 h 138429"/>
                <a:gd name="connsiteX386" fmla="*/ 2660010 w 4940931"/>
                <a:gd name="connsiteY386" fmla="*/ 109854 h 138429"/>
                <a:gd name="connsiteX387" fmla="*/ 2660010 w 4940931"/>
                <a:gd name="connsiteY387" fmla="*/ 108584 h 138429"/>
                <a:gd name="connsiteX388" fmla="*/ 2660010 w 4940931"/>
                <a:gd name="connsiteY388" fmla="*/ 100964 h 138429"/>
                <a:gd name="connsiteX389" fmla="*/ 2654930 w 4940931"/>
                <a:gd name="connsiteY389" fmla="*/ 104774 h 138429"/>
                <a:gd name="connsiteX390" fmla="*/ 2651120 w 4940931"/>
                <a:gd name="connsiteY390" fmla="*/ 107314 h 138429"/>
                <a:gd name="connsiteX391" fmla="*/ 2646040 w 4940931"/>
                <a:gd name="connsiteY391" fmla="*/ 109219 h 138429"/>
                <a:gd name="connsiteX392" fmla="*/ 2639055 w 4940931"/>
                <a:gd name="connsiteY392" fmla="*/ 109854 h 138429"/>
                <a:gd name="connsiteX393" fmla="*/ 2629530 w 4940931"/>
                <a:gd name="connsiteY393" fmla="*/ 108584 h 138429"/>
                <a:gd name="connsiteX394" fmla="*/ 2620640 w 4940931"/>
                <a:gd name="connsiteY394" fmla="*/ 104139 h 138429"/>
                <a:gd name="connsiteX395" fmla="*/ 2614290 w 4940931"/>
                <a:gd name="connsiteY395" fmla="*/ 95884 h 138429"/>
                <a:gd name="connsiteX396" fmla="*/ 2611750 w 4940931"/>
                <a:gd name="connsiteY396" fmla="*/ 83819 h 138429"/>
                <a:gd name="connsiteX397" fmla="*/ 2614290 w 4940931"/>
                <a:gd name="connsiteY397" fmla="*/ 72389 h 138429"/>
                <a:gd name="connsiteX398" fmla="*/ 2620640 w 4940931"/>
                <a:gd name="connsiteY398" fmla="*/ 64769 h 138429"/>
                <a:gd name="connsiteX399" fmla="*/ 2630800 w 4940931"/>
                <a:gd name="connsiteY399" fmla="*/ 60324 h 138429"/>
                <a:gd name="connsiteX400" fmla="*/ 2642865 w 4940931"/>
                <a:gd name="connsiteY400" fmla="*/ 59054 h 138429"/>
                <a:gd name="connsiteX401" fmla="*/ 2653025 w 4940931"/>
                <a:gd name="connsiteY401" fmla="*/ 59689 h 138429"/>
                <a:gd name="connsiteX402" fmla="*/ 2660010 w 4940931"/>
                <a:gd name="connsiteY402" fmla="*/ 61594 h 138429"/>
                <a:gd name="connsiteX403" fmla="*/ 2660010 w 4940931"/>
                <a:gd name="connsiteY403" fmla="*/ 55879 h 138429"/>
                <a:gd name="connsiteX404" fmla="*/ 2656200 w 4940931"/>
                <a:gd name="connsiteY404" fmla="*/ 46354 h 138429"/>
                <a:gd name="connsiteX405" fmla="*/ 2645405 w 4940931"/>
                <a:gd name="connsiteY405" fmla="*/ 43179 h 138429"/>
                <a:gd name="connsiteX406" fmla="*/ 2634610 w 4940931"/>
                <a:gd name="connsiteY406" fmla="*/ 44449 h 138429"/>
                <a:gd name="connsiteX407" fmla="*/ 2625085 w 4940931"/>
                <a:gd name="connsiteY407" fmla="*/ 48259 h 138429"/>
                <a:gd name="connsiteX408" fmla="*/ 2619370 w 4940931"/>
                <a:gd name="connsiteY408" fmla="*/ 36829 h 138429"/>
                <a:gd name="connsiteX409" fmla="*/ 2631435 w 4940931"/>
                <a:gd name="connsiteY409" fmla="*/ 31749 h 138429"/>
                <a:gd name="connsiteX410" fmla="*/ 2646040 w 4940931"/>
                <a:gd name="connsiteY410" fmla="*/ 29844 h 138429"/>
                <a:gd name="connsiteX411" fmla="*/ 1114426 w 4940931"/>
                <a:gd name="connsiteY411" fmla="*/ 29844 h 138429"/>
                <a:gd name="connsiteX412" fmla="*/ 1129666 w 4940931"/>
                <a:gd name="connsiteY412" fmla="*/ 29844 h 138429"/>
                <a:gd name="connsiteX413" fmla="*/ 1129666 w 4940931"/>
                <a:gd name="connsiteY413" fmla="*/ 107949 h 138429"/>
                <a:gd name="connsiteX414" fmla="*/ 1114426 w 4940931"/>
                <a:gd name="connsiteY414" fmla="*/ 107949 h 138429"/>
                <a:gd name="connsiteX415" fmla="*/ 1114426 w 4940931"/>
                <a:gd name="connsiteY415" fmla="*/ 100964 h 138429"/>
                <a:gd name="connsiteX416" fmla="*/ 1106171 w 4940931"/>
                <a:gd name="connsiteY416" fmla="*/ 107314 h 138429"/>
                <a:gd name="connsiteX417" fmla="*/ 1094741 w 4940931"/>
                <a:gd name="connsiteY417" fmla="*/ 109854 h 138429"/>
                <a:gd name="connsiteX418" fmla="*/ 1073786 w 4940931"/>
                <a:gd name="connsiteY418" fmla="*/ 100964 h 138429"/>
                <a:gd name="connsiteX419" fmla="*/ 1066800 w 4940931"/>
                <a:gd name="connsiteY419" fmla="*/ 74929 h 138429"/>
                <a:gd name="connsiteX420" fmla="*/ 1066800 w 4940931"/>
                <a:gd name="connsiteY420" fmla="*/ 30479 h 138429"/>
                <a:gd name="connsiteX421" fmla="*/ 1082040 w 4940931"/>
                <a:gd name="connsiteY421" fmla="*/ 30479 h 138429"/>
                <a:gd name="connsiteX422" fmla="*/ 1082040 w 4940931"/>
                <a:gd name="connsiteY422" fmla="*/ 74294 h 138429"/>
                <a:gd name="connsiteX423" fmla="*/ 1085851 w 4940931"/>
                <a:gd name="connsiteY423" fmla="*/ 90169 h 138429"/>
                <a:gd name="connsiteX424" fmla="*/ 1097916 w 4940931"/>
                <a:gd name="connsiteY424" fmla="*/ 95249 h 138429"/>
                <a:gd name="connsiteX425" fmla="*/ 1109981 w 4940931"/>
                <a:gd name="connsiteY425" fmla="*/ 90169 h 138429"/>
                <a:gd name="connsiteX426" fmla="*/ 1114426 w 4940931"/>
                <a:gd name="connsiteY426" fmla="*/ 75564 h 138429"/>
                <a:gd name="connsiteX427" fmla="*/ 1011556 w 4940931"/>
                <a:gd name="connsiteY427" fmla="*/ 29844 h 138429"/>
                <a:gd name="connsiteX428" fmla="*/ 1017272 w 4940931"/>
                <a:gd name="connsiteY428" fmla="*/ 30479 h 138429"/>
                <a:gd name="connsiteX429" fmla="*/ 1022352 w 4940931"/>
                <a:gd name="connsiteY429" fmla="*/ 32384 h 138429"/>
                <a:gd name="connsiteX430" fmla="*/ 1026797 w 4940931"/>
                <a:gd name="connsiteY430" fmla="*/ 35559 h 138429"/>
                <a:gd name="connsiteX431" fmla="*/ 1030607 w 4940931"/>
                <a:gd name="connsiteY431" fmla="*/ 38734 h 138429"/>
                <a:gd name="connsiteX432" fmla="*/ 1030607 w 4940931"/>
                <a:gd name="connsiteY432" fmla="*/ 31749 h 138429"/>
                <a:gd name="connsiteX433" fmla="*/ 1045847 w 4940931"/>
                <a:gd name="connsiteY433" fmla="*/ 31749 h 138429"/>
                <a:gd name="connsiteX434" fmla="*/ 1045847 w 4940931"/>
                <a:gd name="connsiteY434" fmla="*/ 130809 h 138429"/>
                <a:gd name="connsiteX435" fmla="*/ 1032512 w 4940931"/>
                <a:gd name="connsiteY435" fmla="*/ 137477 h 138429"/>
                <a:gd name="connsiteX436" fmla="*/ 1032512 w 4940931"/>
                <a:gd name="connsiteY436" fmla="*/ 101599 h 138429"/>
                <a:gd name="connsiteX437" fmla="*/ 1022986 w 4940931"/>
                <a:gd name="connsiteY437" fmla="*/ 107949 h 138429"/>
                <a:gd name="connsiteX438" fmla="*/ 1011556 w 4940931"/>
                <a:gd name="connsiteY438" fmla="*/ 110489 h 138429"/>
                <a:gd name="connsiteX439" fmla="*/ 999491 w 4940931"/>
                <a:gd name="connsiteY439" fmla="*/ 107949 h 138429"/>
                <a:gd name="connsiteX440" fmla="*/ 989966 w 4940931"/>
                <a:gd name="connsiteY440" fmla="*/ 100329 h 138429"/>
                <a:gd name="connsiteX441" fmla="*/ 983616 w 4940931"/>
                <a:gd name="connsiteY441" fmla="*/ 87629 h 138429"/>
                <a:gd name="connsiteX442" fmla="*/ 981076 w 4940931"/>
                <a:gd name="connsiteY442" fmla="*/ 68579 h 138429"/>
                <a:gd name="connsiteX443" fmla="*/ 983616 w 4940931"/>
                <a:gd name="connsiteY443" fmla="*/ 51434 h 138429"/>
                <a:gd name="connsiteX444" fmla="*/ 990601 w 4940931"/>
                <a:gd name="connsiteY444" fmla="*/ 39369 h 138429"/>
                <a:gd name="connsiteX445" fmla="*/ 1000126 w 4940931"/>
                <a:gd name="connsiteY445" fmla="*/ 32384 h 138429"/>
                <a:gd name="connsiteX446" fmla="*/ 1011556 w 4940931"/>
                <a:gd name="connsiteY446" fmla="*/ 29844 h 138429"/>
                <a:gd name="connsiteX447" fmla="*/ 4871716 w 4940931"/>
                <a:gd name="connsiteY447" fmla="*/ 29210 h 138429"/>
                <a:gd name="connsiteX448" fmla="*/ 4885686 w 4940931"/>
                <a:gd name="connsiteY448" fmla="*/ 31750 h 138429"/>
                <a:gd name="connsiteX449" fmla="*/ 4897751 w 4940931"/>
                <a:gd name="connsiteY449" fmla="*/ 38100 h 138429"/>
                <a:gd name="connsiteX450" fmla="*/ 4899021 w 4940931"/>
                <a:gd name="connsiteY450" fmla="*/ 38100 h 138429"/>
                <a:gd name="connsiteX451" fmla="*/ 4892036 w 4940931"/>
                <a:gd name="connsiteY451" fmla="*/ 50165 h 138429"/>
                <a:gd name="connsiteX452" fmla="*/ 4882511 w 4940931"/>
                <a:gd name="connsiteY452" fmla="*/ 45085 h 138429"/>
                <a:gd name="connsiteX453" fmla="*/ 4872351 w 4940931"/>
                <a:gd name="connsiteY453" fmla="*/ 43180 h 138429"/>
                <a:gd name="connsiteX454" fmla="*/ 4864096 w 4940931"/>
                <a:gd name="connsiteY454" fmla="*/ 45085 h 138429"/>
                <a:gd name="connsiteX455" fmla="*/ 4861556 w 4940931"/>
                <a:gd name="connsiteY455" fmla="*/ 50165 h 138429"/>
                <a:gd name="connsiteX456" fmla="*/ 4861556 w 4940931"/>
                <a:gd name="connsiteY456" fmla="*/ 52705 h 138429"/>
                <a:gd name="connsiteX457" fmla="*/ 4863461 w 4940931"/>
                <a:gd name="connsiteY457" fmla="*/ 55245 h 138429"/>
                <a:gd name="connsiteX458" fmla="*/ 4867906 w 4940931"/>
                <a:gd name="connsiteY458" fmla="*/ 57785 h 138429"/>
                <a:gd name="connsiteX459" fmla="*/ 4874891 w 4940931"/>
                <a:gd name="connsiteY459" fmla="*/ 60960 h 138429"/>
                <a:gd name="connsiteX460" fmla="*/ 4886321 w 4940931"/>
                <a:gd name="connsiteY460" fmla="*/ 66040 h 138429"/>
                <a:gd name="connsiteX461" fmla="*/ 4894576 w 4940931"/>
                <a:gd name="connsiteY461" fmla="*/ 71120 h 138429"/>
                <a:gd name="connsiteX462" fmla="*/ 4899656 w 4940931"/>
                <a:gd name="connsiteY462" fmla="*/ 78105 h 138429"/>
                <a:gd name="connsiteX463" fmla="*/ 4901561 w 4940931"/>
                <a:gd name="connsiteY463" fmla="*/ 87630 h 138429"/>
                <a:gd name="connsiteX464" fmla="*/ 4899021 w 4940931"/>
                <a:gd name="connsiteY464" fmla="*/ 98425 h 138429"/>
                <a:gd name="connsiteX465" fmla="*/ 4892671 w 4940931"/>
                <a:gd name="connsiteY465" fmla="*/ 105410 h 138429"/>
                <a:gd name="connsiteX466" fmla="*/ 4883146 w 4940931"/>
                <a:gd name="connsiteY466" fmla="*/ 109220 h 138429"/>
                <a:gd name="connsiteX467" fmla="*/ 4872351 w 4940931"/>
                <a:gd name="connsiteY467" fmla="*/ 110490 h 138429"/>
                <a:gd name="connsiteX468" fmla="*/ 4857111 w 4940931"/>
                <a:gd name="connsiteY468" fmla="*/ 107950 h 138429"/>
                <a:gd name="connsiteX469" fmla="*/ 4842506 w 4940931"/>
                <a:gd name="connsiteY469" fmla="*/ 100965 h 138429"/>
                <a:gd name="connsiteX470" fmla="*/ 4849491 w 4940931"/>
                <a:gd name="connsiteY470" fmla="*/ 89535 h 138429"/>
                <a:gd name="connsiteX471" fmla="*/ 4860921 w 4940931"/>
                <a:gd name="connsiteY471" fmla="*/ 95250 h 138429"/>
                <a:gd name="connsiteX472" fmla="*/ 4872351 w 4940931"/>
                <a:gd name="connsiteY472" fmla="*/ 97155 h 138429"/>
                <a:gd name="connsiteX473" fmla="*/ 4883146 w 4940931"/>
                <a:gd name="connsiteY473" fmla="*/ 94615 h 138429"/>
                <a:gd name="connsiteX474" fmla="*/ 4886321 w 4940931"/>
                <a:gd name="connsiteY474" fmla="*/ 88265 h 138429"/>
                <a:gd name="connsiteX475" fmla="*/ 4885051 w 4940931"/>
                <a:gd name="connsiteY475" fmla="*/ 84455 h 138429"/>
                <a:gd name="connsiteX476" fmla="*/ 4881241 w 4940931"/>
                <a:gd name="connsiteY476" fmla="*/ 81280 h 138429"/>
                <a:gd name="connsiteX477" fmla="*/ 4875526 w 4940931"/>
                <a:gd name="connsiteY477" fmla="*/ 78105 h 138429"/>
                <a:gd name="connsiteX478" fmla="*/ 4867906 w 4940931"/>
                <a:gd name="connsiteY478" fmla="*/ 74930 h 138429"/>
                <a:gd name="connsiteX479" fmla="*/ 4857111 w 4940931"/>
                <a:gd name="connsiteY479" fmla="*/ 69850 h 138429"/>
                <a:gd name="connsiteX480" fmla="*/ 4850126 w 4940931"/>
                <a:gd name="connsiteY480" fmla="*/ 64770 h 138429"/>
                <a:gd name="connsiteX481" fmla="*/ 4846316 w 4940931"/>
                <a:gd name="connsiteY481" fmla="*/ 58420 h 138429"/>
                <a:gd name="connsiteX482" fmla="*/ 4845046 w 4940931"/>
                <a:gd name="connsiteY482" fmla="*/ 50165 h 138429"/>
                <a:gd name="connsiteX483" fmla="*/ 4846951 w 4940931"/>
                <a:gd name="connsiteY483" fmla="*/ 40640 h 138429"/>
                <a:gd name="connsiteX484" fmla="*/ 4852666 w 4940931"/>
                <a:gd name="connsiteY484" fmla="*/ 34290 h 138429"/>
                <a:gd name="connsiteX485" fmla="*/ 4860921 w 4940931"/>
                <a:gd name="connsiteY485" fmla="*/ 30480 h 138429"/>
                <a:gd name="connsiteX486" fmla="*/ 4871716 w 4940931"/>
                <a:gd name="connsiteY486" fmla="*/ 29210 h 138429"/>
                <a:gd name="connsiteX487" fmla="*/ 4749796 w 4940931"/>
                <a:gd name="connsiteY487" fmla="*/ 29210 h 138429"/>
                <a:gd name="connsiteX488" fmla="*/ 4757416 w 4940931"/>
                <a:gd name="connsiteY488" fmla="*/ 29845 h 138429"/>
                <a:gd name="connsiteX489" fmla="*/ 4763131 w 4940931"/>
                <a:gd name="connsiteY489" fmla="*/ 32385 h 138429"/>
                <a:gd name="connsiteX490" fmla="*/ 4759321 w 4940931"/>
                <a:gd name="connsiteY490" fmla="*/ 46990 h 138429"/>
                <a:gd name="connsiteX491" fmla="*/ 4758051 w 4940931"/>
                <a:gd name="connsiteY491" fmla="*/ 46990 h 138429"/>
                <a:gd name="connsiteX492" fmla="*/ 4752971 w 4940931"/>
                <a:gd name="connsiteY492" fmla="*/ 45085 h 138429"/>
                <a:gd name="connsiteX493" fmla="*/ 4746621 w 4940931"/>
                <a:gd name="connsiteY493" fmla="*/ 44450 h 138429"/>
                <a:gd name="connsiteX494" fmla="*/ 4735191 w 4940931"/>
                <a:gd name="connsiteY494" fmla="*/ 49530 h 138429"/>
                <a:gd name="connsiteX495" fmla="*/ 4731381 w 4940931"/>
                <a:gd name="connsiteY495" fmla="*/ 64770 h 138429"/>
                <a:gd name="connsiteX496" fmla="*/ 4731381 w 4940931"/>
                <a:gd name="connsiteY496" fmla="*/ 109220 h 138429"/>
                <a:gd name="connsiteX497" fmla="*/ 4716141 w 4940931"/>
                <a:gd name="connsiteY497" fmla="*/ 109220 h 138429"/>
                <a:gd name="connsiteX498" fmla="*/ 4716141 w 4940931"/>
                <a:gd name="connsiteY498" fmla="*/ 31115 h 138429"/>
                <a:gd name="connsiteX499" fmla="*/ 4731381 w 4940931"/>
                <a:gd name="connsiteY499" fmla="*/ 31115 h 138429"/>
                <a:gd name="connsiteX500" fmla="*/ 4731381 w 4940931"/>
                <a:gd name="connsiteY500" fmla="*/ 38735 h 138429"/>
                <a:gd name="connsiteX501" fmla="*/ 4734556 w 4940931"/>
                <a:gd name="connsiteY501" fmla="*/ 34925 h 138429"/>
                <a:gd name="connsiteX502" fmla="*/ 4739001 w 4940931"/>
                <a:gd name="connsiteY502" fmla="*/ 31750 h 138429"/>
                <a:gd name="connsiteX503" fmla="*/ 4744081 w 4940931"/>
                <a:gd name="connsiteY503" fmla="*/ 29845 h 138429"/>
                <a:gd name="connsiteX504" fmla="*/ 4749796 w 4940931"/>
                <a:gd name="connsiteY504" fmla="*/ 29210 h 138429"/>
                <a:gd name="connsiteX505" fmla="*/ 4349110 w 4940931"/>
                <a:gd name="connsiteY505" fmla="*/ 29210 h 138429"/>
                <a:gd name="connsiteX506" fmla="*/ 4356730 w 4940931"/>
                <a:gd name="connsiteY506" fmla="*/ 29845 h 138429"/>
                <a:gd name="connsiteX507" fmla="*/ 4362445 w 4940931"/>
                <a:gd name="connsiteY507" fmla="*/ 32385 h 138429"/>
                <a:gd name="connsiteX508" fmla="*/ 4358635 w 4940931"/>
                <a:gd name="connsiteY508" fmla="*/ 46990 h 138429"/>
                <a:gd name="connsiteX509" fmla="*/ 4357365 w 4940931"/>
                <a:gd name="connsiteY509" fmla="*/ 46990 h 138429"/>
                <a:gd name="connsiteX510" fmla="*/ 4352285 w 4940931"/>
                <a:gd name="connsiteY510" fmla="*/ 45085 h 138429"/>
                <a:gd name="connsiteX511" fmla="*/ 4345935 w 4940931"/>
                <a:gd name="connsiteY511" fmla="*/ 44450 h 138429"/>
                <a:gd name="connsiteX512" fmla="*/ 4334505 w 4940931"/>
                <a:gd name="connsiteY512" fmla="*/ 49530 h 138429"/>
                <a:gd name="connsiteX513" fmla="*/ 4330695 w 4940931"/>
                <a:gd name="connsiteY513" fmla="*/ 64770 h 138429"/>
                <a:gd name="connsiteX514" fmla="*/ 4330695 w 4940931"/>
                <a:gd name="connsiteY514" fmla="*/ 109220 h 138429"/>
                <a:gd name="connsiteX515" fmla="*/ 4315455 w 4940931"/>
                <a:gd name="connsiteY515" fmla="*/ 109220 h 138429"/>
                <a:gd name="connsiteX516" fmla="*/ 4315455 w 4940931"/>
                <a:gd name="connsiteY516" fmla="*/ 31115 h 138429"/>
                <a:gd name="connsiteX517" fmla="*/ 4330695 w 4940931"/>
                <a:gd name="connsiteY517" fmla="*/ 31115 h 138429"/>
                <a:gd name="connsiteX518" fmla="*/ 4330695 w 4940931"/>
                <a:gd name="connsiteY518" fmla="*/ 38735 h 138429"/>
                <a:gd name="connsiteX519" fmla="*/ 4333870 w 4940931"/>
                <a:gd name="connsiteY519" fmla="*/ 34925 h 138429"/>
                <a:gd name="connsiteX520" fmla="*/ 4338315 w 4940931"/>
                <a:gd name="connsiteY520" fmla="*/ 31750 h 138429"/>
                <a:gd name="connsiteX521" fmla="*/ 4343395 w 4940931"/>
                <a:gd name="connsiteY521" fmla="*/ 29845 h 138429"/>
                <a:gd name="connsiteX522" fmla="*/ 4349110 w 4940931"/>
                <a:gd name="connsiteY522" fmla="*/ 29210 h 138429"/>
                <a:gd name="connsiteX523" fmla="*/ 4044310 w 4940931"/>
                <a:gd name="connsiteY523" fmla="*/ 29210 h 138429"/>
                <a:gd name="connsiteX524" fmla="*/ 4058915 w 4940931"/>
                <a:gd name="connsiteY524" fmla="*/ 32385 h 138429"/>
                <a:gd name="connsiteX525" fmla="*/ 4069075 w 4940931"/>
                <a:gd name="connsiteY525" fmla="*/ 40640 h 138429"/>
                <a:gd name="connsiteX526" fmla="*/ 4075425 w 4940931"/>
                <a:gd name="connsiteY526" fmla="*/ 53340 h 138429"/>
                <a:gd name="connsiteX527" fmla="*/ 4077330 w 4940931"/>
                <a:gd name="connsiteY527" fmla="*/ 68580 h 138429"/>
                <a:gd name="connsiteX528" fmla="*/ 4076060 w 4940931"/>
                <a:gd name="connsiteY528" fmla="*/ 68580 h 138429"/>
                <a:gd name="connsiteX529" fmla="*/ 4076060 w 4940931"/>
                <a:gd name="connsiteY529" fmla="*/ 72390 h 138429"/>
                <a:gd name="connsiteX530" fmla="*/ 4076060 w 4940931"/>
                <a:gd name="connsiteY530" fmla="*/ 75565 h 138429"/>
                <a:gd name="connsiteX531" fmla="*/ 4024625 w 4940931"/>
                <a:gd name="connsiteY531" fmla="*/ 75565 h 138429"/>
                <a:gd name="connsiteX532" fmla="*/ 4027165 w 4940931"/>
                <a:gd name="connsiteY532" fmla="*/ 85090 h 138429"/>
                <a:gd name="connsiteX533" fmla="*/ 4031610 w 4940931"/>
                <a:gd name="connsiteY533" fmla="*/ 91440 h 138429"/>
                <a:gd name="connsiteX534" fmla="*/ 4037325 w 4940931"/>
                <a:gd name="connsiteY534" fmla="*/ 95250 h 138429"/>
                <a:gd name="connsiteX535" fmla="*/ 4044310 w 4940931"/>
                <a:gd name="connsiteY535" fmla="*/ 96520 h 138429"/>
                <a:gd name="connsiteX536" fmla="*/ 4049390 w 4940931"/>
                <a:gd name="connsiteY536" fmla="*/ 96520 h 138429"/>
                <a:gd name="connsiteX537" fmla="*/ 4053835 w 4940931"/>
                <a:gd name="connsiteY537" fmla="*/ 95250 h 138429"/>
                <a:gd name="connsiteX538" fmla="*/ 4057645 w 4940931"/>
                <a:gd name="connsiteY538" fmla="*/ 93345 h 138429"/>
                <a:gd name="connsiteX539" fmla="*/ 4062090 w 4940931"/>
                <a:gd name="connsiteY539" fmla="*/ 90805 h 138429"/>
                <a:gd name="connsiteX540" fmla="*/ 4070980 w 4940931"/>
                <a:gd name="connsiteY540" fmla="*/ 100330 h 138429"/>
                <a:gd name="connsiteX541" fmla="*/ 4065265 w 4940931"/>
                <a:gd name="connsiteY541" fmla="*/ 104775 h 138429"/>
                <a:gd name="connsiteX542" fmla="*/ 4059550 w 4940931"/>
                <a:gd name="connsiteY542" fmla="*/ 107950 h 138429"/>
                <a:gd name="connsiteX543" fmla="*/ 4052565 w 4940931"/>
                <a:gd name="connsiteY543" fmla="*/ 109855 h 138429"/>
                <a:gd name="connsiteX544" fmla="*/ 4043675 w 4940931"/>
                <a:gd name="connsiteY544" fmla="*/ 110490 h 138429"/>
                <a:gd name="connsiteX545" fmla="*/ 4034150 w 4940931"/>
                <a:gd name="connsiteY545" fmla="*/ 109220 h 138429"/>
                <a:gd name="connsiteX546" fmla="*/ 4026530 w 4940931"/>
                <a:gd name="connsiteY546" fmla="*/ 105410 h 138429"/>
                <a:gd name="connsiteX547" fmla="*/ 4020180 w 4940931"/>
                <a:gd name="connsiteY547" fmla="*/ 100330 h 138429"/>
                <a:gd name="connsiteX548" fmla="*/ 4015100 w 4940931"/>
                <a:gd name="connsiteY548" fmla="*/ 92710 h 138429"/>
                <a:gd name="connsiteX549" fmla="*/ 4011290 w 4940931"/>
                <a:gd name="connsiteY549" fmla="*/ 82550 h 138429"/>
                <a:gd name="connsiteX550" fmla="*/ 4010020 w 4940931"/>
                <a:gd name="connsiteY550" fmla="*/ 69850 h 138429"/>
                <a:gd name="connsiteX551" fmla="*/ 4012560 w 4940931"/>
                <a:gd name="connsiteY551" fmla="*/ 52070 h 138429"/>
                <a:gd name="connsiteX552" fmla="*/ 4019545 w 4940931"/>
                <a:gd name="connsiteY552" fmla="*/ 39370 h 138429"/>
                <a:gd name="connsiteX553" fmla="*/ 4030340 w 4940931"/>
                <a:gd name="connsiteY553" fmla="*/ 31750 h 138429"/>
                <a:gd name="connsiteX554" fmla="*/ 4044310 w 4940931"/>
                <a:gd name="connsiteY554" fmla="*/ 29210 h 138429"/>
                <a:gd name="connsiteX555" fmla="*/ 3811900 w 4940931"/>
                <a:gd name="connsiteY555" fmla="*/ 29210 h 138429"/>
                <a:gd name="connsiteX556" fmla="*/ 3819520 w 4940931"/>
                <a:gd name="connsiteY556" fmla="*/ 29845 h 138429"/>
                <a:gd name="connsiteX557" fmla="*/ 3825235 w 4940931"/>
                <a:gd name="connsiteY557" fmla="*/ 32385 h 138429"/>
                <a:gd name="connsiteX558" fmla="*/ 3821425 w 4940931"/>
                <a:gd name="connsiteY558" fmla="*/ 46990 h 138429"/>
                <a:gd name="connsiteX559" fmla="*/ 3820155 w 4940931"/>
                <a:gd name="connsiteY559" fmla="*/ 46990 h 138429"/>
                <a:gd name="connsiteX560" fmla="*/ 3815075 w 4940931"/>
                <a:gd name="connsiteY560" fmla="*/ 45085 h 138429"/>
                <a:gd name="connsiteX561" fmla="*/ 3808725 w 4940931"/>
                <a:gd name="connsiteY561" fmla="*/ 44450 h 138429"/>
                <a:gd name="connsiteX562" fmla="*/ 3797295 w 4940931"/>
                <a:gd name="connsiteY562" fmla="*/ 49530 h 138429"/>
                <a:gd name="connsiteX563" fmla="*/ 3793485 w 4940931"/>
                <a:gd name="connsiteY563" fmla="*/ 64770 h 138429"/>
                <a:gd name="connsiteX564" fmla="*/ 3793485 w 4940931"/>
                <a:gd name="connsiteY564" fmla="*/ 109220 h 138429"/>
                <a:gd name="connsiteX565" fmla="*/ 3778245 w 4940931"/>
                <a:gd name="connsiteY565" fmla="*/ 109220 h 138429"/>
                <a:gd name="connsiteX566" fmla="*/ 3778245 w 4940931"/>
                <a:gd name="connsiteY566" fmla="*/ 31115 h 138429"/>
                <a:gd name="connsiteX567" fmla="*/ 3793485 w 4940931"/>
                <a:gd name="connsiteY567" fmla="*/ 31115 h 138429"/>
                <a:gd name="connsiteX568" fmla="*/ 3793485 w 4940931"/>
                <a:gd name="connsiteY568" fmla="*/ 38735 h 138429"/>
                <a:gd name="connsiteX569" fmla="*/ 3796660 w 4940931"/>
                <a:gd name="connsiteY569" fmla="*/ 34925 h 138429"/>
                <a:gd name="connsiteX570" fmla="*/ 3801105 w 4940931"/>
                <a:gd name="connsiteY570" fmla="*/ 31750 h 138429"/>
                <a:gd name="connsiteX571" fmla="*/ 3806185 w 4940931"/>
                <a:gd name="connsiteY571" fmla="*/ 29845 h 138429"/>
                <a:gd name="connsiteX572" fmla="*/ 3811900 w 4940931"/>
                <a:gd name="connsiteY572" fmla="*/ 29210 h 138429"/>
                <a:gd name="connsiteX573" fmla="*/ 3729986 w 4940931"/>
                <a:gd name="connsiteY573" fmla="*/ 29210 h 138429"/>
                <a:gd name="connsiteX574" fmla="*/ 3744591 w 4940931"/>
                <a:gd name="connsiteY574" fmla="*/ 32385 h 138429"/>
                <a:gd name="connsiteX575" fmla="*/ 3754751 w 4940931"/>
                <a:gd name="connsiteY575" fmla="*/ 40640 h 138429"/>
                <a:gd name="connsiteX576" fmla="*/ 3761101 w 4940931"/>
                <a:gd name="connsiteY576" fmla="*/ 53340 h 138429"/>
                <a:gd name="connsiteX577" fmla="*/ 3763006 w 4940931"/>
                <a:gd name="connsiteY577" fmla="*/ 68580 h 138429"/>
                <a:gd name="connsiteX578" fmla="*/ 3761736 w 4940931"/>
                <a:gd name="connsiteY578" fmla="*/ 68580 h 138429"/>
                <a:gd name="connsiteX579" fmla="*/ 3761736 w 4940931"/>
                <a:gd name="connsiteY579" fmla="*/ 72390 h 138429"/>
                <a:gd name="connsiteX580" fmla="*/ 3761736 w 4940931"/>
                <a:gd name="connsiteY580" fmla="*/ 75565 h 138429"/>
                <a:gd name="connsiteX581" fmla="*/ 3710301 w 4940931"/>
                <a:gd name="connsiteY581" fmla="*/ 75565 h 138429"/>
                <a:gd name="connsiteX582" fmla="*/ 3712841 w 4940931"/>
                <a:gd name="connsiteY582" fmla="*/ 85090 h 138429"/>
                <a:gd name="connsiteX583" fmla="*/ 3717286 w 4940931"/>
                <a:gd name="connsiteY583" fmla="*/ 91440 h 138429"/>
                <a:gd name="connsiteX584" fmla="*/ 3723001 w 4940931"/>
                <a:gd name="connsiteY584" fmla="*/ 95250 h 138429"/>
                <a:gd name="connsiteX585" fmla="*/ 3729986 w 4940931"/>
                <a:gd name="connsiteY585" fmla="*/ 96520 h 138429"/>
                <a:gd name="connsiteX586" fmla="*/ 3735066 w 4940931"/>
                <a:gd name="connsiteY586" fmla="*/ 96520 h 138429"/>
                <a:gd name="connsiteX587" fmla="*/ 3739511 w 4940931"/>
                <a:gd name="connsiteY587" fmla="*/ 95250 h 138429"/>
                <a:gd name="connsiteX588" fmla="*/ 3743321 w 4940931"/>
                <a:gd name="connsiteY588" fmla="*/ 93345 h 138429"/>
                <a:gd name="connsiteX589" fmla="*/ 3747766 w 4940931"/>
                <a:gd name="connsiteY589" fmla="*/ 90805 h 138429"/>
                <a:gd name="connsiteX590" fmla="*/ 3756656 w 4940931"/>
                <a:gd name="connsiteY590" fmla="*/ 100330 h 138429"/>
                <a:gd name="connsiteX591" fmla="*/ 3750941 w 4940931"/>
                <a:gd name="connsiteY591" fmla="*/ 104775 h 138429"/>
                <a:gd name="connsiteX592" fmla="*/ 3745226 w 4940931"/>
                <a:gd name="connsiteY592" fmla="*/ 107950 h 138429"/>
                <a:gd name="connsiteX593" fmla="*/ 3738241 w 4940931"/>
                <a:gd name="connsiteY593" fmla="*/ 109855 h 138429"/>
                <a:gd name="connsiteX594" fmla="*/ 3729351 w 4940931"/>
                <a:gd name="connsiteY594" fmla="*/ 110490 h 138429"/>
                <a:gd name="connsiteX595" fmla="*/ 3719826 w 4940931"/>
                <a:gd name="connsiteY595" fmla="*/ 109220 h 138429"/>
                <a:gd name="connsiteX596" fmla="*/ 3712206 w 4940931"/>
                <a:gd name="connsiteY596" fmla="*/ 105410 h 138429"/>
                <a:gd name="connsiteX597" fmla="*/ 3705856 w 4940931"/>
                <a:gd name="connsiteY597" fmla="*/ 100330 h 138429"/>
                <a:gd name="connsiteX598" fmla="*/ 3700776 w 4940931"/>
                <a:gd name="connsiteY598" fmla="*/ 92710 h 138429"/>
                <a:gd name="connsiteX599" fmla="*/ 3696966 w 4940931"/>
                <a:gd name="connsiteY599" fmla="*/ 82550 h 138429"/>
                <a:gd name="connsiteX600" fmla="*/ 3695696 w 4940931"/>
                <a:gd name="connsiteY600" fmla="*/ 69850 h 138429"/>
                <a:gd name="connsiteX601" fmla="*/ 3698236 w 4940931"/>
                <a:gd name="connsiteY601" fmla="*/ 52070 h 138429"/>
                <a:gd name="connsiteX602" fmla="*/ 3705221 w 4940931"/>
                <a:gd name="connsiteY602" fmla="*/ 39370 h 138429"/>
                <a:gd name="connsiteX603" fmla="*/ 3716016 w 4940931"/>
                <a:gd name="connsiteY603" fmla="*/ 31750 h 138429"/>
                <a:gd name="connsiteX604" fmla="*/ 3729986 w 4940931"/>
                <a:gd name="connsiteY604" fmla="*/ 29210 h 138429"/>
                <a:gd name="connsiteX605" fmla="*/ 3543296 w 4940931"/>
                <a:gd name="connsiteY605" fmla="*/ 29210 h 138429"/>
                <a:gd name="connsiteX606" fmla="*/ 3557901 w 4940931"/>
                <a:gd name="connsiteY606" fmla="*/ 32385 h 138429"/>
                <a:gd name="connsiteX607" fmla="*/ 3568061 w 4940931"/>
                <a:gd name="connsiteY607" fmla="*/ 40640 h 138429"/>
                <a:gd name="connsiteX608" fmla="*/ 3574411 w 4940931"/>
                <a:gd name="connsiteY608" fmla="*/ 53340 h 138429"/>
                <a:gd name="connsiteX609" fmla="*/ 3576316 w 4940931"/>
                <a:gd name="connsiteY609" fmla="*/ 68580 h 138429"/>
                <a:gd name="connsiteX610" fmla="*/ 3575046 w 4940931"/>
                <a:gd name="connsiteY610" fmla="*/ 68580 h 138429"/>
                <a:gd name="connsiteX611" fmla="*/ 3575046 w 4940931"/>
                <a:gd name="connsiteY611" fmla="*/ 72390 h 138429"/>
                <a:gd name="connsiteX612" fmla="*/ 3575046 w 4940931"/>
                <a:gd name="connsiteY612" fmla="*/ 75565 h 138429"/>
                <a:gd name="connsiteX613" fmla="*/ 3523611 w 4940931"/>
                <a:gd name="connsiteY613" fmla="*/ 75565 h 138429"/>
                <a:gd name="connsiteX614" fmla="*/ 3526151 w 4940931"/>
                <a:gd name="connsiteY614" fmla="*/ 85090 h 138429"/>
                <a:gd name="connsiteX615" fmla="*/ 3530596 w 4940931"/>
                <a:gd name="connsiteY615" fmla="*/ 91440 h 138429"/>
                <a:gd name="connsiteX616" fmla="*/ 3536311 w 4940931"/>
                <a:gd name="connsiteY616" fmla="*/ 95250 h 138429"/>
                <a:gd name="connsiteX617" fmla="*/ 3543296 w 4940931"/>
                <a:gd name="connsiteY617" fmla="*/ 96520 h 138429"/>
                <a:gd name="connsiteX618" fmla="*/ 3548376 w 4940931"/>
                <a:gd name="connsiteY618" fmla="*/ 96520 h 138429"/>
                <a:gd name="connsiteX619" fmla="*/ 3552821 w 4940931"/>
                <a:gd name="connsiteY619" fmla="*/ 95250 h 138429"/>
                <a:gd name="connsiteX620" fmla="*/ 3556631 w 4940931"/>
                <a:gd name="connsiteY620" fmla="*/ 93345 h 138429"/>
                <a:gd name="connsiteX621" fmla="*/ 3561076 w 4940931"/>
                <a:gd name="connsiteY621" fmla="*/ 90805 h 138429"/>
                <a:gd name="connsiteX622" fmla="*/ 3569966 w 4940931"/>
                <a:gd name="connsiteY622" fmla="*/ 100330 h 138429"/>
                <a:gd name="connsiteX623" fmla="*/ 3564251 w 4940931"/>
                <a:gd name="connsiteY623" fmla="*/ 104775 h 138429"/>
                <a:gd name="connsiteX624" fmla="*/ 3558536 w 4940931"/>
                <a:gd name="connsiteY624" fmla="*/ 107950 h 138429"/>
                <a:gd name="connsiteX625" fmla="*/ 3551551 w 4940931"/>
                <a:gd name="connsiteY625" fmla="*/ 109855 h 138429"/>
                <a:gd name="connsiteX626" fmla="*/ 3542661 w 4940931"/>
                <a:gd name="connsiteY626" fmla="*/ 110490 h 138429"/>
                <a:gd name="connsiteX627" fmla="*/ 3533136 w 4940931"/>
                <a:gd name="connsiteY627" fmla="*/ 109220 h 138429"/>
                <a:gd name="connsiteX628" fmla="*/ 3525516 w 4940931"/>
                <a:gd name="connsiteY628" fmla="*/ 105410 h 138429"/>
                <a:gd name="connsiteX629" fmla="*/ 3519166 w 4940931"/>
                <a:gd name="connsiteY629" fmla="*/ 100330 h 138429"/>
                <a:gd name="connsiteX630" fmla="*/ 3514086 w 4940931"/>
                <a:gd name="connsiteY630" fmla="*/ 92710 h 138429"/>
                <a:gd name="connsiteX631" fmla="*/ 3510276 w 4940931"/>
                <a:gd name="connsiteY631" fmla="*/ 82550 h 138429"/>
                <a:gd name="connsiteX632" fmla="*/ 3509006 w 4940931"/>
                <a:gd name="connsiteY632" fmla="*/ 69850 h 138429"/>
                <a:gd name="connsiteX633" fmla="*/ 3511546 w 4940931"/>
                <a:gd name="connsiteY633" fmla="*/ 52070 h 138429"/>
                <a:gd name="connsiteX634" fmla="*/ 3518531 w 4940931"/>
                <a:gd name="connsiteY634" fmla="*/ 39370 h 138429"/>
                <a:gd name="connsiteX635" fmla="*/ 3529326 w 4940931"/>
                <a:gd name="connsiteY635" fmla="*/ 31750 h 138429"/>
                <a:gd name="connsiteX636" fmla="*/ 3543296 w 4940931"/>
                <a:gd name="connsiteY636" fmla="*/ 29210 h 138429"/>
                <a:gd name="connsiteX637" fmla="*/ 3345176 w 4940931"/>
                <a:gd name="connsiteY637" fmla="*/ 29210 h 138429"/>
                <a:gd name="connsiteX638" fmla="*/ 3359781 w 4940931"/>
                <a:gd name="connsiteY638" fmla="*/ 32385 h 138429"/>
                <a:gd name="connsiteX639" fmla="*/ 3369941 w 4940931"/>
                <a:gd name="connsiteY639" fmla="*/ 40640 h 138429"/>
                <a:gd name="connsiteX640" fmla="*/ 3376291 w 4940931"/>
                <a:gd name="connsiteY640" fmla="*/ 53340 h 138429"/>
                <a:gd name="connsiteX641" fmla="*/ 3378196 w 4940931"/>
                <a:gd name="connsiteY641" fmla="*/ 68580 h 138429"/>
                <a:gd name="connsiteX642" fmla="*/ 3376926 w 4940931"/>
                <a:gd name="connsiteY642" fmla="*/ 68580 h 138429"/>
                <a:gd name="connsiteX643" fmla="*/ 3376926 w 4940931"/>
                <a:gd name="connsiteY643" fmla="*/ 72390 h 138429"/>
                <a:gd name="connsiteX644" fmla="*/ 3376926 w 4940931"/>
                <a:gd name="connsiteY644" fmla="*/ 75565 h 138429"/>
                <a:gd name="connsiteX645" fmla="*/ 3325491 w 4940931"/>
                <a:gd name="connsiteY645" fmla="*/ 75565 h 138429"/>
                <a:gd name="connsiteX646" fmla="*/ 3328031 w 4940931"/>
                <a:gd name="connsiteY646" fmla="*/ 85090 h 138429"/>
                <a:gd name="connsiteX647" fmla="*/ 3332476 w 4940931"/>
                <a:gd name="connsiteY647" fmla="*/ 91440 h 138429"/>
                <a:gd name="connsiteX648" fmla="*/ 3338191 w 4940931"/>
                <a:gd name="connsiteY648" fmla="*/ 95250 h 138429"/>
                <a:gd name="connsiteX649" fmla="*/ 3345176 w 4940931"/>
                <a:gd name="connsiteY649" fmla="*/ 96520 h 138429"/>
                <a:gd name="connsiteX650" fmla="*/ 3350256 w 4940931"/>
                <a:gd name="connsiteY650" fmla="*/ 96520 h 138429"/>
                <a:gd name="connsiteX651" fmla="*/ 3354701 w 4940931"/>
                <a:gd name="connsiteY651" fmla="*/ 95250 h 138429"/>
                <a:gd name="connsiteX652" fmla="*/ 3358511 w 4940931"/>
                <a:gd name="connsiteY652" fmla="*/ 93345 h 138429"/>
                <a:gd name="connsiteX653" fmla="*/ 3362956 w 4940931"/>
                <a:gd name="connsiteY653" fmla="*/ 90805 h 138429"/>
                <a:gd name="connsiteX654" fmla="*/ 3371846 w 4940931"/>
                <a:gd name="connsiteY654" fmla="*/ 100330 h 138429"/>
                <a:gd name="connsiteX655" fmla="*/ 3366131 w 4940931"/>
                <a:gd name="connsiteY655" fmla="*/ 104775 h 138429"/>
                <a:gd name="connsiteX656" fmla="*/ 3360416 w 4940931"/>
                <a:gd name="connsiteY656" fmla="*/ 107950 h 138429"/>
                <a:gd name="connsiteX657" fmla="*/ 3353431 w 4940931"/>
                <a:gd name="connsiteY657" fmla="*/ 109855 h 138429"/>
                <a:gd name="connsiteX658" fmla="*/ 3344541 w 4940931"/>
                <a:gd name="connsiteY658" fmla="*/ 110490 h 138429"/>
                <a:gd name="connsiteX659" fmla="*/ 3335016 w 4940931"/>
                <a:gd name="connsiteY659" fmla="*/ 109220 h 138429"/>
                <a:gd name="connsiteX660" fmla="*/ 3327396 w 4940931"/>
                <a:gd name="connsiteY660" fmla="*/ 105410 h 138429"/>
                <a:gd name="connsiteX661" fmla="*/ 3321046 w 4940931"/>
                <a:gd name="connsiteY661" fmla="*/ 100330 h 138429"/>
                <a:gd name="connsiteX662" fmla="*/ 3315966 w 4940931"/>
                <a:gd name="connsiteY662" fmla="*/ 92710 h 138429"/>
                <a:gd name="connsiteX663" fmla="*/ 3312156 w 4940931"/>
                <a:gd name="connsiteY663" fmla="*/ 82550 h 138429"/>
                <a:gd name="connsiteX664" fmla="*/ 3310886 w 4940931"/>
                <a:gd name="connsiteY664" fmla="*/ 69850 h 138429"/>
                <a:gd name="connsiteX665" fmla="*/ 3313426 w 4940931"/>
                <a:gd name="connsiteY665" fmla="*/ 52070 h 138429"/>
                <a:gd name="connsiteX666" fmla="*/ 3320411 w 4940931"/>
                <a:gd name="connsiteY666" fmla="*/ 39370 h 138429"/>
                <a:gd name="connsiteX667" fmla="*/ 3331206 w 4940931"/>
                <a:gd name="connsiteY667" fmla="*/ 31750 h 138429"/>
                <a:gd name="connsiteX668" fmla="*/ 3345176 w 4940931"/>
                <a:gd name="connsiteY668" fmla="*/ 29210 h 138429"/>
                <a:gd name="connsiteX669" fmla="*/ 3060696 w 4940931"/>
                <a:gd name="connsiteY669" fmla="*/ 29210 h 138429"/>
                <a:gd name="connsiteX670" fmla="*/ 3068316 w 4940931"/>
                <a:gd name="connsiteY670" fmla="*/ 29845 h 138429"/>
                <a:gd name="connsiteX671" fmla="*/ 3074031 w 4940931"/>
                <a:gd name="connsiteY671" fmla="*/ 32385 h 138429"/>
                <a:gd name="connsiteX672" fmla="*/ 3070221 w 4940931"/>
                <a:gd name="connsiteY672" fmla="*/ 46990 h 138429"/>
                <a:gd name="connsiteX673" fmla="*/ 3068951 w 4940931"/>
                <a:gd name="connsiteY673" fmla="*/ 46990 h 138429"/>
                <a:gd name="connsiteX674" fmla="*/ 3063871 w 4940931"/>
                <a:gd name="connsiteY674" fmla="*/ 45085 h 138429"/>
                <a:gd name="connsiteX675" fmla="*/ 3057521 w 4940931"/>
                <a:gd name="connsiteY675" fmla="*/ 44450 h 138429"/>
                <a:gd name="connsiteX676" fmla="*/ 3046091 w 4940931"/>
                <a:gd name="connsiteY676" fmla="*/ 49530 h 138429"/>
                <a:gd name="connsiteX677" fmla="*/ 3042281 w 4940931"/>
                <a:gd name="connsiteY677" fmla="*/ 64770 h 138429"/>
                <a:gd name="connsiteX678" fmla="*/ 3042281 w 4940931"/>
                <a:gd name="connsiteY678" fmla="*/ 109220 h 138429"/>
                <a:gd name="connsiteX679" fmla="*/ 3027041 w 4940931"/>
                <a:gd name="connsiteY679" fmla="*/ 109220 h 138429"/>
                <a:gd name="connsiteX680" fmla="*/ 3027041 w 4940931"/>
                <a:gd name="connsiteY680" fmla="*/ 31115 h 138429"/>
                <a:gd name="connsiteX681" fmla="*/ 3042281 w 4940931"/>
                <a:gd name="connsiteY681" fmla="*/ 31115 h 138429"/>
                <a:gd name="connsiteX682" fmla="*/ 3042281 w 4940931"/>
                <a:gd name="connsiteY682" fmla="*/ 38735 h 138429"/>
                <a:gd name="connsiteX683" fmla="*/ 3045456 w 4940931"/>
                <a:gd name="connsiteY683" fmla="*/ 34925 h 138429"/>
                <a:gd name="connsiteX684" fmla="*/ 3049901 w 4940931"/>
                <a:gd name="connsiteY684" fmla="*/ 31750 h 138429"/>
                <a:gd name="connsiteX685" fmla="*/ 3054981 w 4940931"/>
                <a:gd name="connsiteY685" fmla="*/ 29845 h 138429"/>
                <a:gd name="connsiteX686" fmla="*/ 3060696 w 4940931"/>
                <a:gd name="connsiteY686" fmla="*/ 29210 h 138429"/>
                <a:gd name="connsiteX687" fmla="*/ 2978781 w 4940931"/>
                <a:gd name="connsiteY687" fmla="*/ 29210 h 138429"/>
                <a:gd name="connsiteX688" fmla="*/ 2993386 w 4940931"/>
                <a:gd name="connsiteY688" fmla="*/ 32385 h 138429"/>
                <a:gd name="connsiteX689" fmla="*/ 3003546 w 4940931"/>
                <a:gd name="connsiteY689" fmla="*/ 40640 h 138429"/>
                <a:gd name="connsiteX690" fmla="*/ 3009896 w 4940931"/>
                <a:gd name="connsiteY690" fmla="*/ 53340 h 138429"/>
                <a:gd name="connsiteX691" fmla="*/ 3011801 w 4940931"/>
                <a:gd name="connsiteY691" fmla="*/ 68580 h 138429"/>
                <a:gd name="connsiteX692" fmla="*/ 3010531 w 4940931"/>
                <a:gd name="connsiteY692" fmla="*/ 68580 h 138429"/>
                <a:gd name="connsiteX693" fmla="*/ 3010531 w 4940931"/>
                <a:gd name="connsiteY693" fmla="*/ 72390 h 138429"/>
                <a:gd name="connsiteX694" fmla="*/ 3010531 w 4940931"/>
                <a:gd name="connsiteY694" fmla="*/ 75565 h 138429"/>
                <a:gd name="connsiteX695" fmla="*/ 2959096 w 4940931"/>
                <a:gd name="connsiteY695" fmla="*/ 75565 h 138429"/>
                <a:gd name="connsiteX696" fmla="*/ 2961636 w 4940931"/>
                <a:gd name="connsiteY696" fmla="*/ 85090 h 138429"/>
                <a:gd name="connsiteX697" fmla="*/ 2966081 w 4940931"/>
                <a:gd name="connsiteY697" fmla="*/ 91440 h 138429"/>
                <a:gd name="connsiteX698" fmla="*/ 2971796 w 4940931"/>
                <a:gd name="connsiteY698" fmla="*/ 95250 h 138429"/>
                <a:gd name="connsiteX699" fmla="*/ 2978781 w 4940931"/>
                <a:gd name="connsiteY699" fmla="*/ 96520 h 138429"/>
                <a:gd name="connsiteX700" fmla="*/ 2983861 w 4940931"/>
                <a:gd name="connsiteY700" fmla="*/ 96520 h 138429"/>
                <a:gd name="connsiteX701" fmla="*/ 2988306 w 4940931"/>
                <a:gd name="connsiteY701" fmla="*/ 95250 h 138429"/>
                <a:gd name="connsiteX702" fmla="*/ 2992116 w 4940931"/>
                <a:gd name="connsiteY702" fmla="*/ 93345 h 138429"/>
                <a:gd name="connsiteX703" fmla="*/ 2996561 w 4940931"/>
                <a:gd name="connsiteY703" fmla="*/ 90805 h 138429"/>
                <a:gd name="connsiteX704" fmla="*/ 3005451 w 4940931"/>
                <a:gd name="connsiteY704" fmla="*/ 100330 h 138429"/>
                <a:gd name="connsiteX705" fmla="*/ 2999736 w 4940931"/>
                <a:gd name="connsiteY705" fmla="*/ 104775 h 138429"/>
                <a:gd name="connsiteX706" fmla="*/ 2994021 w 4940931"/>
                <a:gd name="connsiteY706" fmla="*/ 107950 h 138429"/>
                <a:gd name="connsiteX707" fmla="*/ 2987036 w 4940931"/>
                <a:gd name="connsiteY707" fmla="*/ 109855 h 138429"/>
                <a:gd name="connsiteX708" fmla="*/ 2978146 w 4940931"/>
                <a:gd name="connsiteY708" fmla="*/ 110490 h 138429"/>
                <a:gd name="connsiteX709" fmla="*/ 2968621 w 4940931"/>
                <a:gd name="connsiteY709" fmla="*/ 109220 h 138429"/>
                <a:gd name="connsiteX710" fmla="*/ 2961001 w 4940931"/>
                <a:gd name="connsiteY710" fmla="*/ 105410 h 138429"/>
                <a:gd name="connsiteX711" fmla="*/ 2954651 w 4940931"/>
                <a:gd name="connsiteY711" fmla="*/ 100330 h 138429"/>
                <a:gd name="connsiteX712" fmla="*/ 2949571 w 4940931"/>
                <a:gd name="connsiteY712" fmla="*/ 92710 h 138429"/>
                <a:gd name="connsiteX713" fmla="*/ 2945761 w 4940931"/>
                <a:gd name="connsiteY713" fmla="*/ 82550 h 138429"/>
                <a:gd name="connsiteX714" fmla="*/ 2944491 w 4940931"/>
                <a:gd name="connsiteY714" fmla="*/ 69850 h 138429"/>
                <a:gd name="connsiteX715" fmla="*/ 2947031 w 4940931"/>
                <a:gd name="connsiteY715" fmla="*/ 52070 h 138429"/>
                <a:gd name="connsiteX716" fmla="*/ 2954016 w 4940931"/>
                <a:gd name="connsiteY716" fmla="*/ 39370 h 138429"/>
                <a:gd name="connsiteX717" fmla="*/ 2964811 w 4940931"/>
                <a:gd name="connsiteY717" fmla="*/ 31750 h 138429"/>
                <a:gd name="connsiteX718" fmla="*/ 2978781 w 4940931"/>
                <a:gd name="connsiteY718" fmla="*/ 29210 h 138429"/>
                <a:gd name="connsiteX719" fmla="*/ 2798440 w 4940931"/>
                <a:gd name="connsiteY719" fmla="*/ 29210 h 138429"/>
                <a:gd name="connsiteX720" fmla="*/ 2813045 w 4940931"/>
                <a:gd name="connsiteY720" fmla="*/ 31750 h 138429"/>
                <a:gd name="connsiteX721" fmla="*/ 2825110 w 4940931"/>
                <a:gd name="connsiteY721" fmla="*/ 38100 h 138429"/>
                <a:gd name="connsiteX722" fmla="*/ 2827015 w 4940931"/>
                <a:gd name="connsiteY722" fmla="*/ 38100 h 138429"/>
                <a:gd name="connsiteX723" fmla="*/ 2820030 w 4940931"/>
                <a:gd name="connsiteY723" fmla="*/ 50165 h 138429"/>
                <a:gd name="connsiteX724" fmla="*/ 2810505 w 4940931"/>
                <a:gd name="connsiteY724" fmla="*/ 45085 h 138429"/>
                <a:gd name="connsiteX725" fmla="*/ 2799710 w 4940931"/>
                <a:gd name="connsiteY725" fmla="*/ 43180 h 138429"/>
                <a:gd name="connsiteX726" fmla="*/ 2791455 w 4940931"/>
                <a:gd name="connsiteY726" fmla="*/ 45085 h 138429"/>
                <a:gd name="connsiteX727" fmla="*/ 2788915 w 4940931"/>
                <a:gd name="connsiteY727" fmla="*/ 50165 h 138429"/>
                <a:gd name="connsiteX728" fmla="*/ 2788915 w 4940931"/>
                <a:gd name="connsiteY728" fmla="*/ 52705 h 138429"/>
                <a:gd name="connsiteX729" fmla="*/ 2790820 w 4940931"/>
                <a:gd name="connsiteY729" fmla="*/ 55245 h 138429"/>
                <a:gd name="connsiteX730" fmla="*/ 2795265 w 4940931"/>
                <a:gd name="connsiteY730" fmla="*/ 57785 h 138429"/>
                <a:gd name="connsiteX731" fmla="*/ 2802250 w 4940931"/>
                <a:gd name="connsiteY731" fmla="*/ 60960 h 138429"/>
                <a:gd name="connsiteX732" fmla="*/ 2813680 w 4940931"/>
                <a:gd name="connsiteY732" fmla="*/ 66040 h 138429"/>
                <a:gd name="connsiteX733" fmla="*/ 2821935 w 4940931"/>
                <a:gd name="connsiteY733" fmla="*/ 71120 h 138429"/>
                <a:gd name="connsiteX734" fmla="*/ 2827015 w 4940931"/>
                <a:gd name="connsiteY734" fmla="*/ 78105 h 138429"/>
                <a:gd name="connsiteX735" fmla="*/ 2828920 w 4940931"/>
                <a:gd name="connsiteY735" fmla="*/ 87630 h 138429"/>
                <a:gd name="connsiteX736" fmla="*/ 2826380 w 4940931"/>
                <a:gd name="connsiteY736" fmla="*/ 98425 h 138429"/>
                <a:gd name="connsiteX737" fmla="*/ 2820030 w 4940931"/>
                <a:gd name="connsiteY737" fmla="*/ 105410 h 138429"/>
                <a:gd name="connsiteX738" fmla="*/ 2810505 w 4940931"/>
                <a:gd name="connsiteY738" fmla="*/ 109220 h 138429"/>
                <a:gd name="connsiteX739" fmla="*/ 2799710 w 4940931"/>
                <a:gd name="connsiteY739" fmla="*/ 110490 h 138429"/>
                <a:gd name="connsiteX740" fmla="*/ 2783835 w 4940931"/>
                <a:gd name="connsiteY740" fmla="*/ 107950 h 138429"/>
                <a:gd name="connsiteX741" fmla="*/ 2769230 w 4940931"/>
                <a:gd name="connsiteY741" fmla="*/ 100965 h 138429"/>
                <a:gd name="connsiteX742" fmla="*/ 2776215 w 4940931"/>
                <a:gd name="connsiteY742" fmla="*/ 89535 h 138429"/>
                <a:gd name="connsiteX743" fmla="*/ 2787645 w 4940931"/>
                <a:gd name="connsiteY743" fmla="*/ 95250 h 138429"/>
                <a:gd name="connsiteX744" fmla="*/ 2799075 w 4940931"/>
                <a:gd name="connsiteY744" fmla="*/ 97155 h 138429"/>
                <a:gd name="connsiteX745" fmla="*/ 2809870 w 4940931"/>
                <a:gd name="connsiteY745" fmla="*/ 94615 h 138429"/>
                <a:gd name="connsiteX746" fmla="*/ 2813045 w 4940931"/>
                <a:gd name="connsiteY746" fmla="*/ 88265 h 138429"/>
                <a:gd name="connsiteX747" fmla="*/ 2811775 w 4940931"/>
                <a:gd name="connsiteY747" fmla="*/ 84455 h 138429"/>
                <a:gd name="connsiteX748" fmla="*/ 2807965 w 4940931"/>
                <a:gd name="connsiteY748" fmla="*/ 81280 h 138429"/>
                <a:gd name="connsiteX749" fmla="*/ 2802250 w 4940931"/>
                <a:gd name="connsiteY749" fmla="*/ 78105 h 138429"/>
                <a:gd name="connsiteX750" fmla="*/ 2794630 w 4940931"/>
                <a:gd name="connsiteY750" fmla="*/ 74930 h 138429"/>
                <a:gd name="connsiteX751" fmla="*/ 2783835 w 4940931"/>
                <a:gd name="connsiteY751" fmla="*/ 69850 h 138429"/>
                <a:gd name="connsiteX752" fmla="*/ 2776850 w 4940931"/>
                <a:gd name="connsiteY752" fmla="*/ 64770 h 138429"/>
                <a:gd name="connsiteX753" fmla="*/ 2773040 w 4940931"/>
                <a:gd name="connsiteY753" fmla="*/ 58420 h 138429"/>
                <a:gd name="connsiteX754" fmla="*/ 2771770 w 4940931"/>
                <a:gd name="connsiteY754" fmla="*/ 50165 h 138429"/>
                <a:gd name="connsiteX755" fmla="*/ 2773675 w 4940931"/>
                <a:gd name="connsiteY755" fmla="*/ 40640 h 138429"/>
                <a:gd name="connsiteX756" fmla="*/ 2779390 w 4940931"/>
                <a:gd name="connsiteY756" fmla="*/ 34290 h 138429"/>
                <a:gd name="connsiteX757" fmla="*/ 2787645 w 4940931"/>
                <a:gd name="connsiteY757" fmla="*/ 30480 h 138429"/>
                <a:gd name="connsiteX758" fmla="*/ 2798440 w 4940931"/>
                <a:gd name="connsiteY758" fmla="*/ 29210 h 138429"/>
                <a:gd name="connsiteX759" fmla="*/ 2723510 w 4940931"/>
                <a:gd name="connsiteY759" fmla="*/ 29210 h 138429"/>
                <a:gd name="connsiteX760" fmla="*/ 2729225 w 4940931"/>
                <a:gd name="connsiteY760" fmla="*/ 29210 h 138429"/>
                <a:gd name="connsiteX761" fmla="*/ 2741290 w 4940931"/>
                <a:gd name="connsiteY761" fmla="*/ 31750 h 138429"/>
                <a:gd name="connsiteX762" fmla="*/ 2750180 w 4940931"/>
                <a:gd name="connsiteY762" fmla="*/ 38100 h 138429"/>
                <a:gd name="connsiteX763" fmla="*/ 2755260 w 4940931"/>
                <a:gd name="connsiteY763" fmla="*/ 48895 h 138429"/>
                <a:gd name="connsiteX764" fmla="*/ 2757165 w 4940931"/>
                <a:gd name="connsiteY764" fmla="*/ 64135 h 138429"/>
                <a:gd name="connsiteX765" fmla="*/ 2757165 w 4940931"/>
                <a:gd name="connsiteY765" fmla="*/ 108585 h 138429"/>
                <a:gd name="connsiteX766" fmla="*/ 2741925 w 4940931"/>
                <a:gd name="connsiteY766" fmla="*/ 108585 h 138429"/>
                <a:gd name="connsiteX767" fmla="*/ 2741290 w 4940931"/>
                <a:gd name="connsiteY767" fmla="*/ 108585 h 138429"/>
                <a:gd name="connsiteX768" fmla="*/ 2741290 w 4940931"/>
                <a:gd name="connsiteY768" fmla="*/ 64770 h 138429"/>
                <a:gd name="connsiteX769" fmla="*/ 2737480 w 4940931"/>
                <a:gd name="connsiteY769" fmla="*/ 48895 h 138429"/>
                <a:gd name="connsiteX770" fmla="*/ 2725415 w 4940931"/>
                <a:gd name="connsiteY770" fmla="*/ 43180 h 138429"/>
                <a:gd name="connsiteX771" fmla="*/ 2718430 w 4940931"/>
                <a:gd name="connsiteY771" fmla="*/ 44450 h 138429"/>
                <a:gd name="connsiteX772" fmla="*/ 2713350 w 4940931"/>
                <a:gd name="connsiteY772" fmla="*/ 48260 h 138429"/>
                <a:gd name="connsiteX773" fmla="*/ 2710175 w 4940931"/>
                <a:gd name="connsiteY773" fmla="*/ 54610 h 138429"/>
                <a:gd name="connsiteX774" fmla="*/ 2709540 w 4940931"/>
                <a:gd name="connsiteY774" fmla="*/ 62865 h 138429"/>
                <a:gd name="connsiteX775" fmla="*/ 2709540 w 4940931"/>
                <a:gd name="connsiteY775" fmla="*/ 108585 h 138429"/>
                <a:gd name="connsiteX776" fmla="*/ 2694300 w 4940931"/>
                <a:gd name="connsiteY776" fmla="*/ 108585 h 138429"/>
                <a:gd name="connsiteX777" fmla="*/ 2694300 w 4940931"/>
                <a:gd name="connsiteY777" fmla="*/ 30480 h 138429"/>
                <a:gd name="connsiteX778" fmla="*/ 2709540 w 4940931"/>
                <a:gd name="connsiteY778" fmla="*/ 30480 h 138429"/>
                <a:gd name="connsiteX779" fmla="*/ 2709540 w 4940931"/>
                <a:gd name="connsiteY779" fmla="*/ 38100 h 138429"/>
                <a:gd name="connsiteX780" fmla="*/ 2713350 w 4940931"/>
                <a:gd name="connsiteY780" fmla="*/ 34290 h 138429"/>
                <a:gd name="connsiteX781" fmla="*/ 2717795 w 4940931"/>
                <a:gd name="connsiteY781" fmla="*/ 31115 h 138429"/>
                <a:gd name="connsiteX782" fmla="*/ 2723510 w 4940931"/>
                <a:gd name="connsiteY782" fmla="*/ 29210 h 138429"/>
                <a:gd name="connsiteX783" fmla="*/ 2530470 w 4940931"/>
                <a:gd name="connsiteY783" fmla="*/ 29210 h 138429"/>
                <a:gd name="connsiteX784" fmla="*/ 2545075 w 4940931"/>
                <a:gd name="connsiteY784" fmla="*/ 32385 h 138429"/>
                <a:gd name="connsiteX785" fmla="*/ 2555235 w 4940931"/>
                <a:gd name="connsiteY785" fmla="*/ 40640 h 138429"/>
                <a:gd name="connsiteX786" fmla="*/ 2561585 w 4940931"/>
                <a:gd name="connsiteY786" fmla="*/ 53340 h 138429"/>
                <a:gd name="connsiteX787" fmla="*/ 2563490 w 4940931"/>
                <a:gd name="connsiteY787" fmla="*/ 68580 h 138429"/>
                <a:gd name="connsiteX788" fmla="*/ 2562220 w 4940931"/>
                <a:gd name="connsiteY788" fmla="*/ 68580 h 138429"/>
                <a:gd name="connsiteX789" fmla="*/ 2562220 w 4940931"/>
                <a:gd name="connsiteY789" fmla="*/ 72390 h 138429"/>
                <a:gd name="connsiteX790" fmla="*/ 2562220 w 4940931"/>
                <a:gd name="connsiteY790" fmla="*/ 75565 h 138429"/>
                <a:gd name="connsiteX791" fmla="*/ 2510785 w 4940931"/>
                <a:gd name="connsiteY791" fmla="*/ 75565 h 138429"/>
                <a:gd name="connsiteX792" fmla="*/ 2513325 w 4940931"/>
                <a:gd name="connsiteY792" fmla="*/ 85090 h 138429"/>
                <a:gd name="connsiteX793" fmla="*/ 2517770 w 4940931"/>
                <a:gd name="connsiteY793" fmla="*/ 91440 h 138429"/>
                <a:gd name="connsiteX794" fmla="*/ 2523485 w 4940931"/>
                <a:gd name="connsiteY794" fmla="*/ 95250 h 138429"/>
                <a:gd name="connsiteX795" fmla="*/ 2530470 w 4940931"/>
                <a:gd name="connsiteY795" fmla="*/ 96520 h 138429"/>
                <a:gd name="connsiteX796" fmla="*/ 2535550 w 4940931"/>
                <a:gd name="connsiteY796" fmla="*/ 96520 h 138429"/>
                <a:gd name="connsiteX797" fmla="*/ 2539995 w 4940931"/>
                <a:gd name="connsiteY797" fmla="*/ 95250 h 138429"/>
                <a:gd name="connsiteX798" fmla="*/ 2543805 w 4940931"/>
                <a:gd name="connsiteY798" fmla="*/ 93345 h 138429"/>
                <a:gd name="connsiteX799" fmla="*/ 2548250 w 4940931"/>
                <a:gd name="connsiteY799" fmla="*/ 90805 h 138429"/>
                <a:gd name="connsiteX800" fmla="*/ 2557140 w 4940931"/>
                <a:gd name="connsiteY800" fmla="*/ 100330 h 138429"/>
                <a:gd name="connsiteX801" fmla="*/ 2551425 w 4940931"/>
                <a:gd name="connsiteY801" fmla="*/ 104775 h 138429"/>
                <a:gd name="connsiteX802" fmla="*/ 2545710 w 4940931"/>
                <a:gd name="connsiteY802" fmla="*/ 107950 h 138429"/>
                <a:gd name="connsiteX803" fmla="*/ 2538725 w 4940931"/>
                <a:gd name="connsiteY803" fmla="*/ 109855 h 138429"/>
                <a:gd name="connsiteX804" fmla="*/ 2529835 w 4940931"/>
                <a:gd name="connsiteY804" fmla="*/ 110490 h 138429"/>
                <a:gd name="connsiteX805" fmla="*/ 2520310 w 4940931"/>
                <a:gd name="connsiteY805" fmla="*/ 109220 h 138429"/>
                <a:gd name="connsiteX806" fmla="*/ 2512690 w 4940931"/>
                <a:gd name="connsiteY806" fmla="*/ 105410 h 138429"/>
                <a:gd name="connsiteX807" fmla="*/ 2506340 w 4940931"/>
                <a:gd name="connsiteY807" fmla="*/ 100330 h 138429"/>
                <a:gd name="connsiteX808" fmla="*/ 2501260 w 4940931"/>
                <a:gd name="connsiteY808" fmla="*/ 92710 h 138429"/>
                <a:gd name="connsiteX809" fmla="*/ 2497450 w 4940931"/>
                <a:gd name="connsiteY809" fmla="*/ 82550 h 138429"/>
                <a:gd name="connsiteX810" fmla="*/ 2496180 w 4940931"/>
                <a:gd name="connsiteY810" fmla="*/ 69850 h 138429"/>
                <a:gd name="connsiteX811" fmla="*/ 2498720 w 4940931"/>
                <a:gd name="connsiteY811" fmla="*/ 52070 h 138429"/>
                <a:gd name="connsiteX812" fmla="*/ 2505705 w 4940931"/>
                <a:gd name="connsiteY812" fmla="*/ 39370 h 138429"/>
                <a:gd name="connsiteX813" fmla="*/ 2516500 w 4940931"/>
                <a:gd name="connsiteY813" fmla="*/ 31750 h 138429"/>
                <a:gd name="connsiteX814" fmla="*/ 2530470 w 4940931"/>
                <a:gd name="connsiteY814" fmla="*/ 29210 h 138429"/>
                <a:gd name="connsiteX815" fmla="*/ 2298061 w 4940931"/>
                <a:gd name="connsiteY815" fmla="*/ 29210 h 138429"/>
                <a:gd name="connsiteX816" fmla="*/ 2305681 w 4940931"/>
                <a:gd name="connsiteY816" fmla="*/ 29845 h 138429"/>
                <a:gd name="connsiteX817" fmla="*/ 2311396 w 4940931"/>
                <a:gd name="connsiteY817" fmla="*/ 32385 h 138429"/>
                <a:gd name="connsiteX818" fmla="*/ 2307586 w 4940931"/>
                <a:gd name="connsiteY818" fmla="*/ 46990 h 138429"/>
                <a:gd name="connsiteX819" fmla="*/ 2306316 w 4940931"/>
                <a:gd name="connsiteY819" fmla="*/ 46990 h 138429"/>
                <a:gd name="connsiteX820" fmla="*/ 2301236 w 4940931"/>
                <a:gd name="connsiteY820" fmla="*/ 45085 h 138429"/>
                <a:gd name="connsiteX821" fmla="*/ 2294886 w 4940931"/>
                <a:gd name="connsiteY821" fmla="*/ 44450 h 138429"/>
                <a:gd name="connsiteX822" fmla="*/ 2283456 w 4940931"/>
                <a:gd name="connsiteY822" fmla="*/ 49530 h 138429"/>
                <a:gd name="connsiteX823" fmla="*/ 2279646 w 4940931"/>
                <a:gd name="connsiteY823" fmla="*/ 64770 h 138429"/>
                <a:gd name="connsiteX824" fmla="*/ 2279646 w 4940931"/>
                <a:gd name="connsiteY824" fmla="*/ 109220 h 138429"/>
                <a:gd name="connsiteX825" fmla="*/ 2264406 w 4940931"/>
                <a:gd name="connsiteY825" fmla="*/ 109220 h 138429"/>
                <a:gd name="connsiteX826" fmla="*/ 2264406 w 4940931"/>
                <a:gd name="connsiteY826" fmla="*/ 31115 h 138429"/>
                <a:gd name="connsiteX827" fmla="*/ 2279646 w 4940931"/>
                <a:gd name="connsiteY827" fmla="*/ 31115 h 138429"/>
                <a:gd name="connsiteX828" fmla="*/ 2279646 w 4940931"/>
                <a:gd name="connsiteY828" fmla="*/ 38735 h 138429"/>
                <a:gd name="connsiteX829" fmla="*/ 2282821 w 4940931"/>
                <a:gd name="connsiteY829" fmla="*/ 34925 h 138429"/>
                <a:gd name="connsiteX830" fmla="*/ 2287266 w 4940931"/>
                <a:gd name="connsiteY830" fmla="*/ 31750 h 138429"/>
                <a:gd name="connsiteX831" fmla="*/ 2292346 w 4940931"/>
                <a:gd name="connsiteY831" fmla="*/ 29845 h 138429"/>
                <a:gd name="connsiteX832" fmla="*/ 2298061 w 4940931"/>
                <a:gd name="connsiteY832" fmla="*/ 29210 h 138429"/>
                <a:gd name="connsiteX833" fmla="*/ 2216145 w 4940931"/>
                <a:gd name="connsiteY833" fmla="*/ 29210 h 138429"/>
                <a:gd name="connsiteX834" fmla="*/ 2230750 w 4940931"/>
                <a:gd name="connsiteY834" fmla="*/ 32385 h 138429"/>
                <a:gd name="connsiteX835" fmla="*/ 2240910 w 4940931"/>
                <a:gd name="connsiteY835" fmla="*/ 40640 h 138429"/>
                <a:gd name="connsiteX836" fmla="*/ 2247260 w 4940931"/>
                <a:gd name="connsiteY836" fmla="*/ 53340 h 138429"/>
                <a:gd name="connsiteX837" fmla="*/ 2249165 w 4940931"/>
                <a:gd name="connsiteY837" fmla="*/ 68580 h 138429"/>
                <a:gd name="connsiteX838" fmla="*/ 2247895 w 4940931"/>
                <a:gd name="connsiteY838" fmla="*/ 68580 h 138429"/>
                <a:gd name="connsiteX839" fmla="*/ 2247895 w 4940931"/>
                <a:gd name="connsiteY839" fmla="*/ 72390 h 138429"/>
                <a:gd name="connsiteX840" fmla="*/ 2247895 w 4940931"/>
                <a:gd name="connsiteY840" fmla="*/ 75565 h 138429"/>
                <a:gd name="connsiteX841" fmla="*/ 2196460 w 4940931"/>
                <a:gd name="connsiteY841" fmla="*/ 75565 h 138429"/>
                <a:gd name="connsiteX842" fmla="*/ 2199000 w 4940931"/>
                <a:gd name="connsiteY842" fmla="*/ 85090 h 138429"/>
                <a:gd name="connsiteX843" fmla="*/ 2203445 w 4940931"/>
                <a:gd name="connsiteY843" fmla="*/ 91440 h 138429"/>
                <a:gd name="connsiteX844" fmla="*/ 2209160 w 4940931"/>
                <a:gd name="connsiteY844" fmla="*/ 95250 h 138429"/>
                <a:gd name="connsiteX845" fmla="*/ 2216145 w 4940931"/>
                <a:gd name="connsiteY845" fmla="*/ 96520 h 138429"/>
                <a:gd name="connsiteX846" fmla="*/ 2221225 w 4940931"/>
                <a:gd name="connsiteY846" fmla="*/ 96520 h 138429"/>
                <a:gd name="connsiteX847" fmla="*/ 2225670 w 4940931"/>
                <a:gd name="connsiteY847" fmla="*/ 95250 h 138429"/>
                <a:gd name="connsiteX848" fmla="*/ 2229480 w 4940931"/>
                <a:gd name="connsiteY848" fmla="*/ 93345 h 138429"/>
                <a:gd name="connsiteX849" fmla="*/ 2233925 w 4940931"/>
                <a:gd name="connsiteY849" fmla="*/ 90805 h 138429"/>
                <a:gd name="connsiteX850" fmla="*/ 2242815 w 4940931"/>
                <a:gd name="connsiteY850" fmla="*/ 100330 h 138429"/>
                <a:gd name="connsiteX851" fmla="*/ 2237100 w 4940931"/>
                <a:gd name="connsiteY851" fmla="*/ 104775 h 138429"/>
                <a:gd name="connsiteX852" fmla="*/ 2231385 w 4940931"/>
                <a:gd name="connsiteY852" fmla="*/ 107950 h 138429"/>
                <a:gd name="connsiteX853" fmla="*/ 2224400 w 4940931"/>
                <a:gd name="connsiteY853" fmla="*/ 109855 h 138429"/>
                <a:gd name="connsiteX854" fmla="*/ 2215510 w 4940931"/>
                <a:gd name="connsiteY854" fmla="*/ 110490 h 138429"/>
                <a:gd name="connsiteX855" fmla="*/ 2205985 w 4940931"/>
                <a:gd name="connsiteY855" fmla="*/ 109220 h 138429"/>
                <a:gd name="connsiteX856" fmla="*/ 2198365 w 4940931"/>
                <a:gd name="connsiteY856" fmla="*/ 105410 h 138429"/>
                <a:gd name="connsiteX857" fmla="*/ 2192015 w 4940931"/>
                <a:gd name="connsiteY857" fmla="*/ 100330 h 138429"/>
                <a:gd name="connsiteX858" fmla="*/ 2186935 w 4940931"/>
                <a:gd name="connsiteY858" fmla="*/ 92710 h 138429"/>
                <a:gd name="connsiteX859" fmla="*/ 2183125 w 4940931"/>
                <a:gd name="connsiteY859" fmla="*/ 82550 h 138429"/>
                <a:gd name="connsiteX860" fmla="*/ 2181855 w 4940931"/>
                <a:gd name="connsiteY860" fmla="*/ 69850 h 138429"/>
                <a:gd name="connsiteX861" fmla="*/ 2184395 w 4940931"/>
                <a:gd name="connsiteY861" fmla="*/ 52070 h 138429"/>
                <a:gd name="connsiteX862" fmla="*/ 2191380 w 4940931"/>
                <a:gd name="connsiteY862" fmla="*/ 39370 h 138429"/>
                <a:gd name="connsiteX863" fmla="*/ 2202175 w 4940931"/>
                <a:gd name="connsiteY863" fmla="*/ 31750 h 138429"/>
                <a:gd name="connsiteX864" fmla="*/ 2216145 w 4940931"/>
                <a:gd name="connsiteY864" fmla="*/ 29210 h 138429"/>
                <a:gd name="connsiteX865" fmla="*/ 2029456 w 4940931"/>
                <a:gd name="connsiteY865" fmla="*/ 29210 h 138429"/>
                <a:gd name="connsiteX866" fmla="*/ 2044061 w 4940931"/>
                <a:gd name="connsiteY866" fmla="*/ 32385 h 138429"/>
                <a:gd name="connsiteX867" fmla="*/ 2054221 w 4940931"/>
                <a:gd name="connsiteY867" fmla="*/ 40640 h 138429"/>
                <a:gd name="connsiteX868" fmla="*/ 2060571 w 4940931"/>
                <a:gd name="connsiteY868" fmla="*/ 53340 h 138429"/>
                <a:gd name="connsiteX869" fmla="*/ 2062476 w 4940931"/>
                <a:gd name="connsiteY869" fmla="*/ 68580 h 138429"/>
                <a:gd name="connsiteX870" fmla="*/ 2061206 w 4940931"/>
                <a:gd name="connsiteY870" fmla="*/ 68580 h 138429"/>
                <a:gd name="connsiteX871" fmla="*/ 2061206 w 4940931"/>
                <a:gd name="connsiteY871" fmla="*/ 72390 h 138429"/>
                <a:gd name="connsiteX872" fmla="*/ 2061206 w 4940931"/>
                <a:gd name="connsiteY872" fmla="*/ 75565 h 138429"/>
                <a:gd name="connsiteX873" fmla="*/ 2009771 w 4940931"/>
                <a:gd name="connsiteY873" fmla="*/ 75565 h 138429"/>
                <a:gd name="connsiteX874" fmla="*/ 2012311 w 4940931"/>
                <a:gd name="connsiteY874" fmla="*/ 85090 h 138429"/>
                <a:gd name="connsiteX875" fmla="*/ 2016756 w 4940931"/>
                <a:gd name="connsiteY875" fmla="*/ 91440 h 138429"/>
                <a:gd name="connsiteX876" fmla="*/ 2022471 w 4940931"/>
                <a:gd name="connsiteY876" fmla="*/ 95250 h 138429"/>
                <a:gd name="connsiteX877" fmla="*/ 2029456 w 4940931"/>
                <a:gd name="connsiteY877" fmla="*/ 96520 h 138429"/>
                <a:gd name="connsiteX878" fmla="*/ 2034536 w 4940931"/>
                <a:gd name="connsiteY878" fmla="*/ 96520 h 138429"/>
                <a:gd name="connsiteX879" fmla="*/ 2038981 w 4940931"/>
                <a:gd name="connsiteY879" fmla="*/ 95250 h 138429"/>
                <a:gd name="connsiteX880" fmla="*/ 2042791 w 4940931"/>
                <a:gd name="connsiteY880" fmla="*/ 93345 h 138429"/>
                <a:gd name="connsiteX881" fmla="*/ 2047236 w 4940931"/>
                <a:gd name="connsiteY881" fmla="*/ 90805 h 138429"/>
                <a:gd name="connsiteX882" fmla="*/ 2056126 w 4940931"/>
                <a:gd name="connsiteY882" fmla="*/ 100330 h 138429"/>
                <a:gd name="connsiteX883" fmla="*/ 2050411 w 4940931"/>
                <a:gd name="connsiteY883" fmla="*/ 104775 h 138429"/>
                <a:gd name="connsiteX884" fmla="*/ 2044696 w 4940931"/>
                <a:gd name="connsiteY884" fmla="*/ 107950 h 138429"/>
                <a:gd name="connsiteX885" fmla="*/ 2037711 w 4940931"/>
                <a:gd name="connsiteY885" fmla="*/ 109855 h 138429"/>
                <a:gd name="connsiteX886" fmla="*/ 2028821 w 4940931"/>
                <a:gd name="connsiteY886" fmla="*/ 110490 h 138429"/>
                <a:gd name="connsiteX887" fmla="*/ 2019296 w 4940931"/>
                <a:gd name="connsiteY887" fmla="*/ 109220 h 138429"/>
                <a:gd name="connsiteX888" fmla="*/ 2011676 w 4940931"/>
                <a:gd name="connsiteY888" fmla="*/ 105410 h 138429"/>
                <a:gd name="connsiteX889" fmla="*/ 2005326 w 4940931"/>
                <a:gd name="connsiteY889" fmla="*/ 100330 h 138429"/>
                <a:gd name="connsiteX890" fmla="*/ 2000246 w 4940931"/>
                <a:gd name="connsiteY890" fmla="*/ 92710 h 138429"/>
                <a:gd name="connsiteX891" fmla="*/ 1996436 w 4940931"/>
                <a:gd name="connsiteY891" fmla="*/ 82550 h 138429"/>
                <a:gd name="connsiteX892" fmla="*/ 1995166 w 4940931"/>
                <a:gd name="connsiteY892" fmla="*/ 69850 h 138429"/>
                <a:gd name="connsiteX893" fmla="*/ 1997706 w 4940931"/>
                <a:gd name="connsiteY893" fmla="*/ 52070 h 138429"/>
                <a:gd name="connsiteX894" fmla="*/ 2004691 w 4940931"/>
                <a:gd name="connsiteY894" fmla="*/ 39370 h 138429"/>
                <a:gd name="connsiteX895" fmla="*/ 2015486 w 4940931"/>
                <a:gd name="connsiteY895" fmla="*/ 31750 h 138429"/>
                <a:gd name="connsiteX896" fmla="*/ 2029456 w 4940931"/>
                <a:gd name="connsiteY896" fmla="*/ 29210 h 138429"/>
                <a:gd name="connsiteX897" fmla="*/ 1831336 w 4940931"/>
                <a:gd name="connsiteY897" fmla="*/ 29210 h 138429"/>
                <a:gd name="connsiteX898" fmla="*/ 1845941 w 4940931"/>
                <a:gd name="connsiteY898" fmla="*/ 32385 h 138429"/>
                <a:gd name="connsiteX899" fmla="*/ 1856101 w 4940931"/>
                <a:gd name="connsiteY899" fmla="*/ 40640 h 138429"/>
                <a:gd name="connsiteX900" fmla="*/ 1862451 w 4940931"/>
                <a:gd name="connsiteY900" fmla="*/ 53340 h 138429"/>
                <a:gd name="connsiteX901" fmla="*/ 1864356 w 4940931"/>
                <a:gd name="connsiteY901" fmla="*/ 68580 h 138429"/>
                <a:gd name="connsiteX902" fmla="*/ 1863086 w 4940931"/>
                <a:gd name="connsiteY902" fmla="*/ 68580 h 138429"/>
                <a:gd name="connsiteX903" fmla="*/ 1863086 w 4940931"/>
                <a:gd name="connsiteY903" fmla="*/ 72390 h 138429"/>
                <a:gd name="connsiteX904" fmla="*/ 1863086 w 4940931"/>
                <a:gd name="connsiteY904" fmla="*/ 75565 h 138429"/>
                <a:gd name="connsiteX905" fmla="*/ 1811651 w 4940931"/>
                <a:gd name="connsiteY905" fmla="*/ 75565 h 138429"/>
                <a:gd name="connsiteX906" fmla="*/ 1814191 w 4940931"/>
                <a:gd name="connsiteY906" fmla="*/ 85090 h 138429"/>
                <a:gd name="connsiteX907" fmla="*/ 1818636 w 4940931"/>
                <a:gd name="connsiteY907" fmla="*/ 91440 h 138429"/>
                <a:gd name="connsiteX908" fmla="*/ 1824351 w 4940931"/>
                <a:gd name="connsiteY908" fmla="*/ 95250 h 138429"/>
                <a:gd name="connsiteX909" fmla="*/ 1831336 w 4940931"/>
                <a:gd name="connsiteY909" fmla="*/ 96520 h 138429"/>
                <a:gd name="connsiteX910" fmla="*/ 1836416 w 4940931"/>
                <a:gd name="connsiteY910" fmla="*/ 96520 h 138429"/>
                <a:gd name="connsiteX911" fmla="*/ 1840861 w 4940931"/>
                <a:gd name="connsiteY911" fmla="*/ 95250 h 138429"/>
                <a:gd name="connsiteX912" fmla="*/ 1844671 w 4940931"/>
                <a:gd name="connsiteY912" fmla="*/ 93345 h 138429"/>
                <a:gd name="connsiteX913" fmla="*/ 1849116 w 4940931"/>
                <a:gd name="connsiteY913" fmla="*/ 90805 h 138429"/>
                <a:gd name="connsiteX914" fmla="*/ 1858006 w 4940931"/>
                <a:gd name="connsiteY914" fmla="*/ 100330 h 138429"/>
                <a:gd name="connsiteX915" fmla="*/ 1852291 w 4940931"/>
                <a:gd name="connsiteY915" fmla="*/ 104775 h 138429"/>
                <a:gd name="connsiteX916" fmla="*/ 1846576 w 4940931"/>
                <a:gd name="connsiteY916" fmla="*/ 107950 h 138429"/>
                <a:gd name="connsiteX917" fmla="*/ 1839591 w 4940931"/>
                <a:gd name="connsiteY917" fmla="*/ 109855 h 138429"/>
                <a:gd name="connsiteX918" fmla="*/ 1830701 w 4940931"/>
                <a:gd name="connsiteY918" fmla="*/ 110490 h 138429"/>
                <a:gd name="connsiteX919" fmla="*/ 1821176 w 4940931"/>
                <a:gd name="connsiteY919" fmla="*/ 109220 h 138429"/>
                <a:gd name="connsiteX920" fmla="*/ 1813556 w 4940931"/>
                <a:gd name="connsiteY920" fmla="*/ 105410 h 138429"/>
                <a:gd name="connsiteX921" fmla="*/ 1807206 w 4940931"/>
                <a:gd name="connsiteY921" fmla="*/ 100330 h 138429"/>
                <a:gd name="connsiteX922" fmla="*/ 1802126 w 4940931"/>
                <a:gd name="connsiteY922" fmla="*/ 92710 h 138429"/>
                <a:gd name="connsiteX923" fmla="*/ 1798316 w 4940931"/>
                <a:gd name="connsiteY923" fmla="*/ 82550 h 138429"/>
                <a:gd name="connsiteX924" fmla="*/ 1797046 w 4940931"/>
                <a:gd name="connsiteY924" fmla="*/ 69850 h 138429"/>
                <a:gd name="connsiteX925" fmla="*/ 1799586 w 4940931"/>
                <a:gd name="connsiteY925" fmla="*/ 52070 h 138429"/>
                <a:gd name="connsiteX926" fmla="*/ 1806571 w 4940931"/>
                <a:gd name="connsiteY926" fmla="*/ 39370 h 138429"/>
                <a:gd name="connsiteX927" fmla="*/ 1817366 w 4940931"/>
                <a:gd name="connsiteY927" fmla="*/ 31750 h 138429"/>
                <a:gd name="connsiteX928" fmla="*/ 1831336 w 4940931"/>
                <a:gd name="connsiteY928" fmla="*/ 29210 h 138429"/>
                <a:gd name="connsiteX929" fmla="*/ 1501140 w 4940931"/>
                <a:gd name="connsiteY929" fmla="*/ 29210 h 138429"/>
                <a:gd name="connsiteX930" fmla="*/ 1506856 w 4940931"/>
                <a:gd name="connsiteY930" fmla="*/ 29210 h 138429"/>
                <a:gd name="connsiteX931" fmla="*/ 1518920 w 4940931"/>
                <a:gd name="connsiteY931" fmla="*/ 31750 h 138429"/>
                <a:gd name="connsiteX932" fmla="*/ 1527811 w 4940931"/>
                <a:gd name="connsiteY932" fmla="*/ 38100 h 138429"/>
                <a:gd name="connsiteX933" fmla="*/ 1532891 w 4940931"/>
                <a:gd name="connsiteY933" fmla="*/ 48895 h 138429"/>
                <a:gd name="connsiteX934" fmla="*/ 1534796 w 4940931"/>
                <a:gd name="connsiteY934" fmla="*/ 64135 h 138429"/>
                <a:gd name="connsiteX935" fmla="*/ 1534796 w 4940931"/>
                <a:gd name="connsiteY935" fmla="*/ 108585 h 138429"/>
                <a:gd name="connsiteX936" fmla="*/ 1519556 w 4940931"/>
                <a:gd name="connsiteY936" fmla="*/ 108585 h 138429"/>
                <a:gd name="connsiteX937" fmla="*/ 1518920 w 4940931"/>
                <a:gd name="connsiteY937" fmla="*/ 108585 h 138429"/>
                <a:gd name="connsiteX938" fmla="*/ 1518920 w 4940931"/>
                <a:gd name="connsiteY938" fmla="*/ 64770 h 138429"/>
                <a:gd name="connsiteX939" fmla="*/ 1515111 w 4940931"/>
                <a:gd name="connsiteY939" fmla="*/ 48895 h 138429"/>
                <a:gd name="connsiteX940" fmla="*/ 1503046 w 4940931"/>
                <a:gd name="connsiteY940" fmla="*/ 43180 h 138429"/>
                <a:gd name="connsiteX941" fmla="*/ 1496061 w 4940931"/>
                <a:gd name="connsiteY941" fmla="*/ 44450 h 138429"/>
                <a:gd name="connsiteX942" fmla="*/ 1490981 w 4940931"/>
                <a:gd name="connsiteY942" fmla="*/ 48260 h 138429"/>
                <a:gd name="connsiteX943" fmla="*/ 1487806 w 4940931"/>
                <a:gd name="connsiteY943" fmla="*/ 54610 h 138429"/>
                <a:gd name="connsiteX944" fmla="*/ 1487170 w 4940931"/>
                <a:gd name="connsiteY944" fmla="*/ 62865 h 138429"/>
                <a:gd name="connsiteX945" fmla="*/ 1487170 w 4940931"/>
                <a:gd name="connsiteY945" fmla="*/ 108585 h 138429"/>
                <a:gd name="connsiteX946" fmla="*/ 1471931 w 4940931"/>
                <a:gd name="connsiteY946" fmla="*/ 108585 h 138429"/>
                <a:gd name="connsiteX947" fmla="*/ 1471931 w 4940931"/>
                <a:gd name="connsiteY947" fmla="*/ 30480 h 138429"/>
                <a:gd name="connsiteX948" fmla="*/ 1487170 w 4940931"/>
                <a:gd name="connsiteY948" fmla="*/ 30480 h 138429"/>
                <a:gd name="connsiteX949" fmla="*/ 1487170 w 4940931"/>
                <a:gd name="connsiteY949" fmla="*/ 38100 h 138429"/>
                <a:gd name="connsiteX950" fmla="*/ 1490981 w 4940931"/>
                <a:gd name="connsiteY950" fmla="*/ 34290 h 138429"/>
                <a:gd name="connsiteX951" fmla="*/ 1495426 w 4940931"/>
                <a:gd name="connsiteY951" fmla="*/ 31115 h 138429"/>
                <a:gd name="connsiteX952" fmla="*/ 1501140 w 4940931"/>
                <a:gd name="connsiteY952" fmla="*/ 29210 h 138429"/>
                <a:gd name="connsiteX953" fmla="*/ 1250316 w 4940931"/>
                <a:gd name="connsiteY953" fmla="*/ 29210 h 138429"/>
                <a:gd name="connsiteX954" fmla="*/ 1264286 w 4940931"/>
                <a:gd name="connsiteY954" fmla="*/ 31750 h 138429"/>
                <a:gd name="connsiteX955" fmla="*/ 1276350 w 4940931"/>
                <a:gd name="connsiteY955" fmla="*/ 38100 h 138429"/>
                <a:gd name="connsiteX956" fmla="*/ 1278256 w 4940931"/>
                <a:gd name="connsiteY956" fmla="*/ 38100 h 138429"/>
                <a:gd name="connsiteX957" fmla="*/ 1271271 w 4940931"/>
                <a:gd name="connsiteY957" fmla="*/ 50165 h 138429"/>
                <a:gd name="connsiteX958" fmla="*/ 1261746 w 4940931"/>
                <a:gd name="connsiteY958" fmla="*/ 45085 h 138429"/>
                <a:gd name="connsiteX959" fmla="*/ 1250951 w 4940931"/>
                <a:gd name="connsiteY959" fmla="*/ 43180 h 138429"/>
                <a:gd name="connsiteX960" fmla="*/ 1242696 w 4940931"/>
                <a:gd name="connsiteY960" fmla="*/ 45085 h 138429"/>
                <a:gd name="connsiteX961" fmla="*/ 1240156 w 4940931"/>
                <a:gd name="connsiteY961" fmla="*/ 50165 h 138429"/>
                <a:gd name="connsiteX962" fmla="*/ 1240156 w 4940931"/>
                <a:gd name="connsiteY962" fmla="*/ 52705 h 138429"/>
                <a:gd name="connsiteX963" fmla="*/ 1242061 w 4940931"/>
                <a:gd name="connsiteY963" fmla="*/ 55245 h 138429"/>
                <a:gd name="connsiteX964" fmla="*/ 1246506 w 4940931"/>
                <a:gd name="connsiteY964" fmla="*/ 57785 h 138429"/>
                <a:gd name="connsiteX965" fmla="*/ 1253491 w 4940931"/>
                <a:gd name="connsiteY965" fmla="*/ 60960 h 138429"/>
                <a:gd name="connsiteX966" fmla="*/ 1264921 w 4940931"/>
                <a:gd name="connsiteY966" fmla="*/ 66040 h 138429"/>
                <a:gd name="connsiteX967" fmla="*/ 1273176 w 4940931"/>
                <a:gd name="connsiteY967" fmla="*/ 71120 h 138429"/>
                <a:gd name="connsiteX968" fmla="*/ 1278256 w 4940931"/>
                <a:gd name="connsiteY968" fmla="*/ 78105 h 138429"/>
                <a:gd name="connsiteX969" fmla="*/ 1280161 w 4940931"/>
                <a:gd name="connsiteY969" fmla="*/ 87630 h 138429"/>
                <a:gd name="connsiteX970" fmla="*/ 1277621 w 4940931"/>
                <a:gd name="connsiteY970" fmla="*/ 98425 h 138429"/>
                <a:gd name="connsiteX971" fmla="*/ 1271271 w 4940931"/>
                <a:gd name="connsiteY971" fmla="*/ 105410 h 138429"/>
                <a:gd name="connsiteX972" fmla="*/ 1261746 w 4940931"/>
                <a:gd name="connsiteY972" fmla="*/ 109220 h 138429"/>
                <a:gd name="connsiteX973" fmla="*/ 1250951 w 4940931"/>
                <a:gd name="connsiteY973" fmla="*/ 110490 h 138429"/>
                <a:gd name="connsiteX974" fmla="*/ 1235711 w 4940931"/>
                <a:gd name="connsiteY974" fmla="*/ 107950 h 138429"/>
                <a:gd name="connsiteX975" fmla="*/ 1221106 w 4940931"/>
                <a:gd name="connsiteY975" fmla="*/ 100965 h 138429"/>
                <a:gd name="connsiteX976" fmla="*/ 1228091 w 4940931"/>
                <a:gd name="connsiteY976" fmla="*/ 89535 h 138429"/>
                <a:gd name="connsiteX977" fmla="*/ 1239521 w 4940931"/>
                <a:gd name="connsiteY977" fmla="*/ 95250 h 138429"/>
                <a:gd name="connsiteX978" fmla="*/ 1250951 w 4940931"/>
                <a:gd name="connsiteY978" fmla="*/ 97155 h 138429"/>
                <a:gd name="connsiteX979" fmla="*/ 1261746 w 4940931"/>
                <a:gd name="connsiteY979" fmla="*/ 94615 h 138429"/>
                <a:gd name="connsiteX980" fmla="*/ 1264921 w 4940931"/>
                <a:gd name="connsiteY980" fmla="*/ 88265 h 138429"/>
                <a:gd name="connsiteX981" fmla="*/ 1263650 w 4940931"/>
                <a:gd name="connsiteY981" fmla="*/ 84455 h 138429"/>
                <a:gd name="connsiteX982" fmla="*/ 1259841 w 4940931"/>
                <a:gd name="connsiteY982" fmla="*/ 81280 h 138429"/>
                <a:gd name="connsiteX983" fmla="*/ 1254125 w 4940931"/>
                <a:gd name="connsiteY983" fmla="*/ 78105 h 138429"/>
                <a:gd name="connsiteX984" fmla="*/ 1246506 w 4940931"/>
                <a:gd name="connsiteY984" fmla="*/ 74930 h 138429"/>
                <a:gd name="connsiteX985" fmla="*/ 1235711 w 4940931"/>
                <a:gd name="connsiteY985" fmla="*/ 69850 h 138429"/>
                <a:gd name="connsiteX986" fmla="*/ 1228726 w 4940931"/>
                <a:gd name="connsiteY986" fmla="*/ 64770 h 138429"/>
                <a:gd name="connsiteX987" fmla="*/ 1224916 w 4940931"/>
                <a:gd name="connsiteY987" fmla="*/ 58420 h 138429"/>
                <a:gd name="connsiteX988" fmla="*/ 1223646 w 4940931"/>
                <a:gd name="connsiteY988" fmla="*/ 50165 h 138429"/>
                <a:gd name="connsiteX989" fmla="*/ 1225551 w 4940931"/>
                <a:gd name="connsiteY989" fmla="*/ 40640 h 138429"/>
                <a:gd name="connsiteX990" fmla="*/ 1231266 w 4940931"/>
                <a:gd name="connsiteY990" fmla="*/ 34290 h 138429"/>
                <a:gd name="connsiteX991" fmla="*/ 1239521 w 4940931"/>
                <a:gd name="connsiteY991" fmla="*/ 30480 h 138429"/>
                <a:gd name="connsiteX992" fmla="*/ 1250316 w 4940931"/>
                <a:gd name="connsiteY992" fmla="*/ 29210 h 138429"/>
                <a:gd name="connsiteX993" fmla="*/ 1180466 w 4940931"/>
                <a:gd name="connsiteY993" fmla="*/ 29210 h 138429"/>
                <a:gd name="connsiteX994" fmla="*/ 1195071 w 4940931"/>
                <a:gd name="connsiteY994" fmla="*/ 32385 h 138429"/>
                <a:gd name="connsiteX995" fmla="*/ 1205231 w 4940931"/>
                <a:gd name="connsiteY995" fmla="*/ 40640 h 138429"/>
                <a:gd name="connsiteX996" fmla="*/ 1211581 w 4940931"/>
                <a:gd name="connsiteY996" fmla="*/ 53340 h 138429"/>
                <a:gd name="connsiteX997" fmla="*/ 1213486 w 4940931"/>
                <a:gd name="connsiteY997" fmla="*/ 68580 h 138429"/>
                <a:gd name="connsiteX998" fmla="*/ 1212216 w 4940931"/>
                <a:gd name="connsiteY998" fmla="*/ 68580 h 138429"/>
                <a:gd name="connsiteX999" fmla="*/ 1212216 w 4940931"/>
                <a:gd name="connsiteY999" fmla="*/ 72390 h 138429"/>
                <a:gd name="connsiteX1000" fmla="*/ 1212216 w 4940931"/>
                <a:gd name="connsiteY1000" fmla="*/ 75565 h 138429"/>
                <a:gd name="connsiteX1001" fmla="*/ 1160781 w 4940931"/>
                <a:gd name="connsiteY1001" fmla="*/ 75565 h 138429"/>
                <a:gd name="connsiteX1002" fmla="*/ 1163321 w 4940931"/>
                <a:gd name="connsiteY1002" fmla="*/ 85090 h 138429"/>
                <a:gd name="connsiteX1003" fmla="*/ 1167766 w 4940931"/>
                <a:gd name="connsiteY1003" fmla="*/ 91440 h 138429"/>
                <a:gd name="connsiteX1004" fmla="*/ 1173481 w 4940931"/>
                <a:gd name="connsiteY1004" fmla="*/ 95250 h 138429"/>
                <a:gd name="connsiteX1005" fmla="*/ 1180466 w 4940931"/>
                <a:gd name="connsiteY1005" fmla="*/ 96520 h 138429"/>
                <a:gd name="connsiteX1006" fmla="*/ 1185546 w 4940931"/>
                <a:gd name="connsiteY1006" fmla="*/ 96520 h 138429"/>
                <a:gd name="connsiteX1007" fmla="*/ 1189991 w 4940931"/>
                <a:gd name="connsiteY1007" fmla="*/ 95250 h 138429"/>
                <a:gd name="connsiteX1008" fmla="*/ 1193801 w 4940931"/>
                <a:gd name="connsiteY1008" fmla="*/ 93345 h 138429"/>
                <a:gd name="connsiteX1009" fmla="*/ 1198246 w 4940931"/>
                <a:gd name="connsiteY1009" fmla="*/ 90805 h 138429"/>
                <a:gd name="connsiteX1010" fmla="*/ 1207136 w 4940931"/>
                <a:gd name="connsiteY1010" fmla="*/ 100330 h 138429"/>
                <a:gd name="connsiteX1011" fmla="*/ 1201421 w 4940931"/>
                <a:gd name="connsiteY1011" fmla="*/ 104775 h 138429"/>
                <a:gd name="connsiteX1012" fmla="*/ 1195706 w 4940931"/>
                <a:gd name="connsiteY1012" fmla="*/ 107950 h 138429"/>
                <a:gd name="connsiteX1013" fmla="*/ 1188721 w 4940931"/>
                <a:gd name="connsiteY1013" fmla="*/ 109855 h 138429"/>
                <a:gd name="connsiteX1014" fmla="*/ 1179831 w 4940931"/>
                <a:gd name="connsiteY1014" fmla="*/ 110490 h 138429"/>
                <a:gd name="connsiteX1015" fmla="*/ 1170306 w 4940931"/>
                <a:gd name="connsiteY1015" fmla="*/ 109220 h 138429"/>
                <a:gd name="connsiteX1016" fmla="*/ 1162686 w 4940931"/>
                <a:gd name="connsiteY1016" fmla="*/ 105410 h 138429"/>
                <a:gd name="connsiteX1017" fmla="*/ 1156336 w 4940931"/>
                <a:gd name="connsiteY1017" fmla="*/ 100330 h 138429"/>
                <a:gd name="connsiteX1018" fmla="*/ 1151256 w 4940931"/>
                <a:gd name="connsiteY1018" fmla="*/ 92710 h 138429"/>
                <a:gd name="connsiteX1019" fmla="*/ 1147446 w 4940931"/>
                <a:gd name="connsiteY1019" fmla="*/ 82550 h 138429"/>
                <a:gd name="connsiteX1020" fmla="*/ 1146176 w 4940931"/>
                <a:gd name="connsiteY1020" fmla="*/ 69850 h 138429"/>
                <a:gd name="connsiteX1021" fmla="*/ 1148716 w 4940931"/>
                <a:gd name="connsiteY1021" fmla="*/ 52070 h 138429"/>
                <a:gd name="connsiteX1022" fmla="*/ 1155701 w 4940931"/>
                <a:gd name="connsiteY1022" fmla="*/ 39370 h 138429"/>
                <a:gd name="connsiteX1023" fmla="*/ 1166496 w 4940931"/>
                <a:gd name="connsiteY1023" fmla="*/ 31750 h 138429"/>
                <a:gd name="connsiteX1024" fmla="*/ 1180466 w 4940931"/>
                <a:gd name="connsiteY1024" fmla="*/ 29210 h 138429"/>
                <a:gd name="connsiteX1025" fmla="*/ 901065 w 4940931"/>
                <a:gd name="connsiteY1025" fmla="*/ 29210 h 138429"/>
                <a:gd name="connsiteX1026" fmla="*/ 915670 w 4940931"/>
                <a:gd name="connsiteY1026" fmla="*/ 32385 h 138429"/>
                <a:gd name="connsiteX1027" fmla="*/ 925830 w 4940931"/>
                <a:gd name="connsiteY1027" fmla="*/ 40640 h 138429"/>
                <a:gd name="connsiteX1028" fmla="*/ 932180 w 4940931"/>
                <a:gd name="connsiteY1028" fmla="*/ 53340 h 138429"/>
                <a:gd name="connsiteX1029" fmla="*/ 934085 w 4940931"/>
                <a:gd name="connsiteY1029" fmla="*/ 68580 h 138429"/>
                <a:gd name="connsiteX1030" fmla="*/ 932815 w 4940931"/>
                <a:gd name="connsiteY1030" fmla="*/ 68580 h 138429"/>
                <a:gd name="connsiteX1031" fmla="*/ 932815 w 4940931"/>
                <a:gd name="connsiteY1031" fmla="*/ 72390 h 138429"/>
                <a:gd name="connsiteX1032" fmla="*/ 932815 w 4940931"/>
                <a:gd name="connsiteY1032" fmla="*/ 75565 h 138429"/>
                <a:gd name="connsiteX1033" fmla="*/ 881380 w 4940931"/>
                <a:gd name="connsiteY1033" fmla="*/ 75565 h 138429"/>
                <a:gd name="connsiteX1034" fmla="*/ 883920 w 4940931"/>
                <a:gd name="connsiteY1034" fmla="*/ 85090 h 138429"/>
                <a:gd name="connsiteX1035" fmla="*/ 888365 w 4940931"/>
                <a:gd name="connsiteY1035" fmla="*/ 91440 h 138429"/>
                <a:gd name="connsiteX1036" fmla="*/ 894080 w 4940931"/>
                <a:gd name="connsiteY1036" fmla="*/ 95250 h 138429"/>
                <a:gd name="connsiteX1037" fmla="*/ 901065 w 4940931"/>
                <a:gd name="connsiteY1037" fmla="*/ 96520 h 138429"/>
                <a:gd name="connsiteX1038" fmla="*/ 906145 w 4940931"/>
                <a:gd name="connsiteY1038" fmla="*/ 96520 h 138429"/>
                <a:gd name="connsiteX1039" fmla="*/ 910590 w 4940931"/>
                <a:gd name="connsiteY1039" fmla="*/ 95250 h 138429"/>
                <a:gd name="connsiteX1040" fmla="*/ 914400 w 4940931"/>
                <a:gd name="connsiteY1040" fmla="*/ 93345 h 138429"/>
                <a:gd name="connsiteX1041" fmla="*/ 918845 w 4940931"/>
                <a:gd name="connsiteY1041" fmla="*/ 90805 h 138429"/>
                <a:gd name="connsiteX1042" fmla="*/ 927735 w 4940931"/>
                <a:gd name="connsiteY1042" fmla="*/ 100330 h 138429"/>
                <a:gd name="connsiteX1043" fmla="*/ 922020 w 4940931"/>
                <a:gd name="connsiteY1043" fmla="*/ 104775 h 138429"/>
                <a:gd name="connsiteX1044" fmla="*/ 916305 w 4940931"/>
                <a:gd name="connsiteY1044" fmla="*/ 107950 h 138429"/>
                <a:gd name="connsiteX1045" fmla="*/ 909320 w 4940931"/>
                <a:gd name="connsiteY1045" fmla="*/ 109855 h 138429"/>
                <a:gd name="connsiteX1046" fmla="*/ 900430 w 4940931"/>
                <a:gd name="connsiteY1046" fmla="*/ 110490 h 138429"/>
                <a:gd name="connsiteX1047" fmla="*/ 890905 w 4940931"/>
                <a:gd name="connsiteY1047" fmla="*/ 109220 h 138429"/>
                <a:gd name="connsiteX1048" fmla="*/ 883285 w 4940931"/>
                <a:gd name="connsiteY1048" fmla="*/ 105410 h 138429"/>
                <a:gd name="connsiteX1049" fmla="*/ 876935 w 4940931"/>
                <a:gd name="connsiteY1049" fmla="*/ 100330 h 138429"/>
                <a:gd name="connsiteX1050" fmla="*/ 871855 w 4940931"/>
                <a:gd name="connsiteY1050" fmla="*/ 92710 h 138429"/>
                <a:gd name="connsiteX1051" fmla="*/ 868045 w 4940931"/>
                <a:gd name="connsiteY1051" fmla="*/ 82550 h 138429"/>
                <a:gd name="connsiteX1052" fmla="*/ 866775 w 4940931"/>
                <a:gd name="connsiteY1052" fmla="*/ 69850 h 138429"/>
                <a:gd name="connsiteX1053" fmla="*/ 869315 w 4940931"/>
                <a:gd name="connsiteY1053" fmla="*/ 52070 h 138429"/>
                <a:gd name="connsiteX1054" fmla="*/ 876300 w 4940931"/>
                <a:gd name="connsiteY1054" fmla="*/ 39370 h 138429"/>
                <a:gd name="connsiteX1055" fmla="*/ 887095 w 4940931"/>
                <a:gd name="connsiteY1055" fmla="*/ 31750 h 138429"/>
                <a:gd name="connsiteX1056" fmla="*/ 901065 w 4940931"/>
                <a:gd name="connsiteY1056" fmla="*/ 29210 h 138429"/>
                <a:gd name="connsiteX1057" fmla="*/ 668656 w 4940931"/>
                <a:gd name="connsiteY1057" fmla="*/ 29210 h 138429"/>
                <a:gd name="connsiteX1058" fmla="*/ 676275 w 4940931"/>
                <a:gd name="connsiteY1058" fmla="*/ 29845 h 138429"/>
                <a:gd name="connsiteX1059" fmla="*/ 681991 w 4940931"/>
                <a:gd name="connsiteY1059" fmla="*/ 32385 h 138429"/>
                <a:gd name="connsiteX1060" fmla="*/ 678181 w 4940931"/>
                <a:gd name="connsiteY1060" fmla="*/ 46990 h 138429"/>
                <a:gd name="connsiteX1061" fmla="*/ 676910 w 4940931"/>
                <a:gd name="connsiteY1061" fmla="*/ 46990 h 138429"/>
                <a:gd name="connsiteX1062" fmla="*/ 671830 w 4940931"/>
                <a:gd name="connsiteY1062" fmla="*/ 45085 h 138429"/>
                <a:gd name="connsiteX1063" fmla="*/ 665480 w 4940931"/>
                <a:gd name="connsiteY1063" fmla="*/ 44450 h 138429"/>
                <a:gd name="connsiteX1064" fmla="*/ 654050 w 4940931"/>
                <a:gd name="connsiteY1064" fmla="*/ 49530 h 138429"/>
                <a:gd name="connsiteX1065" fmla="*/ 650240 w 4940931"/>
                <a:gd name="connsiteY1065" fmla="*/ 64770 h 138429"/>
                <a:gd name="connsiteX1066" fmla="*/ 650240 w 4940931"/>
                <a:gd name="connsiteY1066" fmla="*/ 109220 h 138429"/>
                <a:gd name="connsiteX1067" fmla="*/ 635000 w 4940931"/>
                <a:gd name="connsiteY1067" fmla="*/ 109220 h 138429"/>
                <a:gd name="connsiteX1068" fmla="*/ 635000 w 4940931"/>
                <a:gd name="connsiteY1068" fmla="*/ 31115 h 138429"/>
                <a:gd name="connsiteX1069" fmla="*/ 650240 w 4940931"/>
                <a:gd name="connsiteY1069" fmla="*/ 31115 h 138429"/>
                <a:gd name="connsiteX1070" fmla="*/ 650240 w 4940931"/>
                <a:gd name="connsiteY1070" fmla="*/ 38735 h 138429"/>
                <a:gd name="connsiteX1071" fmla="*/ 653416 w 4940931"/>
                <a:gd name="connsiteY1071" fmla="*/ 34925 h 138429"/>
                <a:gd name="connsiteX1072" fmla="*/ 657861 w 4940931"/>
                <a:gd name="connsiteY1072" fmla="*/ 31750 h 138429"/>
                <a:gd name="connsiteX1073" fmla="*/ 662940 w 4940931"/>
                <a:gd name="connsiteY1073" fmla="*/ 29845 h 138429"/>
                <a:gd name="connsiteX1074" fmla="*/ 668656 w 4940931"/>
                <a:gd name="connsiteY1074" fmla="*/ 29210 h 138429"/>
                <a:gd name="connsiteX1075" fmla="*/ 586739 w 4940931"/>
                <a:gd name="connsiteY1075" fmla="*/ 29210 h 138429"/>
                <a:gd name="connsiteX1076" fmla="*/ 601344 w 4940931"/>
                <a:gd name="connsiteY1076" fmla="*/ 32385 h 138429"/>
                <a:gd name="connsiteX1077" fmla="*/ 611504 w 4940931"/>
                <a:gd name="connsiteY1077" fmla="*/ 40640 h 138429"/>
                <a:gd name="connsiteX1078" fmla="*/ 617854 w 4940931"/>
                <a:gd name="connsiteY1078" fmla="*/ 53340 h 138429"/>
                <a:gd name="connsiteX1079" fmla="*/ 619759 w 4940931"/>
                <a:gd name="connsiteY1079" fmla="*/ 68580 h 138429"/>
                <a:gd name="connsiteX1080" fmla="*/ 618489 w 4940931"/>
                <a:gd name="connsiteY1080" fmla="*/ 68580 h 138429"/>
                <a:gd name="connsiteX1081" fmla="*/ 618489 w 4940931"/>
                <a:gd name="connsiteY1081" fmla="*/ 72390 h 138429"/>
                <a:gd name="connsiteX1082" fmla="*/ 618489 w 4940931"/>
                <a:gd name="connsiteY1082" fmla="*/ 75565 h 138429"/>
                <a:gd name="connsiteX1083" fmla="*/ 567054 w 4940931"/>
                <a:gd name="connsiteY1083" fmla="*/ 75565 h 138429"/>
                <a:gd name="connsiteX1084" fmla="*/ 569594 w 4940931"/>
                <a:gd name="connsiteY1084" fmla="*/ 85090 h 138429"/>
                <a:gd name="connsiteX1085" fmla="*/ 574039 w 4940931"/>
                <a:gd name="connsiteY1085" fmla="*/ 91440 h 138429"/>
                <a:gd name="connsiteX1086" fmla="*/ 579754 w 4940931"/>
                <a:gd name="connsiteY1086" fmla="*/ 95250 h 138429"/>
                <a:gd name="connsiteX1087" fmla="*/ 586739 w 4940931"/>
                <a:gd name="connsiteY1087" fmla="*/ 96520 h 138429"/>
                <a:gd name="connsiteX1088" fmla="*/ 591819 w 4940931"/>
                <a:gd name="connsiteY1088" fmla="*/ 96520 h 138429"/>
                <a:gd name="connsiteX1089" fmla="*/ 596264 w 4940931"/>
                <a:gd name="connsiteY1089" fmla="*/ 95250 h 138429"/>
                <a:gd name="connsiteX1090" fmla="*/ 600074 w 4940931"/>
                <a:gd name="connsiteY1090" fmla="*/ 93345 h 138429"/>
                <a:gd name="connsiteX1091" fmla="*/ 604519 w 4940931"/>
                <a:gd name="connsiteY1091" fmla="*/ 90805 h 138429"/>
                <a:gd name="connsiteX1092" fmla="*/ 613409 w 4940931"/>
                <a:gd name="connsiteY1092" fmla="*/ 100330 h 138429"/>
                <a:gd name="connsiteX1093" fmla="*/ 607694 w 4940931"/>
                <a:gd name="connsiteY1093" fmla="*/ 104775 h 138429"/>
                <a:gd name="connsiteX1094" fmla="*/ 601979 w 4940931"/>
                <a:gd name="connsiteY1094" fmla="*/ 107950 h 138429"/>
                <a:gd name="connsiteX1095" fmla="*/ 594994 w 4940931"/>
                <a:gd name="connsiteY1095" fmla="*/ 109855 h 138429"/>
                <a:gd name="connsiteX1096" fmla="*/ 586104 w 4940931"/>
                <a:gd name="connsiteY1096" fmla="*/ 110490 h 138429"/>
                <a:gd name="connsiteX1097" fmla="*/ 576579 w 4940931"/>
                <a:gd name="connsiteY1097" fmla="*/ 109220 h 138429"/>
                <a:gd name="connsiteX1098" fmla="*/ 568959 w 4940931"/>
                <a:gd name="connsiteY1098" fmla="*/ 105410 h 138429"/>
                <a:gd name="connsiteX1099" fmla="*/ 562609 w 4940931"/>
                <a:gd name="connsiteY1099" fmla="*/ 100330 h 138429"/>
                <a:gd name="connsiteX1100" fmla="*/ 557529 w 4940931"/>
                <a:gd name="connsiteY1100" fmla="*/ 92710 h 138429"/>
                <a:gd name="connsiteX1101" fmla="*/ 553719 w 4940931"/>
                <a:gd name="connsiteY1101" fmla="*/ 82550 h 138429"/>
                <a:gd name="connsiteX1102" fmla="*/ 552449 w 4940931"/>
                <a:gd name="connsiteY1102" fmla="*/ 69850 h 138429"/>
                <a:gd name="connsiteX1103" fmla="*/ 554989 w 4940931"/>
                <a:gd name="connsiteY1103" fmla="*/ 52070 h 138429"/>
                <a:gd name="connsiteX1104" fmla="*/ 561974 w 4940931"/>
                <a:gd name="connsiteY1104" fmla="*/ 39370 h 138429"/>
                <a:gd name="connsiteX1105" fmla="*/ 572769 w 4940931"/>
                <a:gd name="connsiteY1105" fmla="*/ 31750 h 138429"/>
                <a:gd name="connsiteX1106" fmla="*/ 586739 w 4940931"/>
                <a:gd name="connsiteY1106" fmla="*/ 29210 h 138429"/>
                <a:gd name="connsiteX1107" fmla="*/ 400050 w 4940931"/>
                <a:gd name="connsiteY1107" fmla="*/ 29210 h 138429"/>
                <a:gd name="connsiteX1108" fmla="*/ 414655 w 4940931"/>
                <a:gd name="connsiteY1108" fmla="*/ 32385 h 138429"/>
                <a:gd name="connsiteX1109" fmla="*/ 424815 w 4940931"/>
                <a:gd name="connsiteY1109" fmla="*/ 40640 h 138429"/>
                <a:gd name="connsiteX1110" fmla="*/ 431165 w 4940931"/>
                <a:gd name="connsiteY1110" fmla="*/ 53340 h 138429"/>
                <a:gd name="connsiteX1111" fmla="*/ 433070 w 4940931"/>
                <a:gd name="connsiteY1111" fmla="*/ 68580 h 138429"/>
                <a:gd name="connsiteX1112" fmla="*/ 431800 w 4940931"/>
                <a:gd name="connsiteY1112" fmla="*/ 68580 h 138429"/>
                <a:gd name="connsiteX1113" fmla="*/ 431800 w 4940931"/>
                <a:gd name="connsiteY1113" fmla="*/ 72390 h 138429"/>
                <a:gd name="connsiteX1114" fmla="*/ 431800 w 4940931"/>
                <a:gd name="connsiteY1114" fmla="*/ 75565 h 138429"/>
                <a:gd name="connsiteX1115" fmla="*/ 380365 w 4940931"/>
                <a:gd name="connsiteY1115" fmla="*/ 75565 h 138429"/>
                <a:gd name="connsiteX1116" fmla="*/ 382905 w 4940931"/>
                <a:gd name="connsiteY1116" fmla="*/ 85090 h 138429"/>
                <a:gd name="connsiteX1117" fmla="*/ 387350 w 4940931"/>
                <a:gd name="connsiteY1117" fmla="*/ 91440 h 138429"/>
                <a:gd name="connsiteX1118" fmla="*/ 393065 w 4940931"/>
                <a:gd name="connsiteY1118" fmla="*/ 95250 h 138429"/>
                <a:gd name="connsiteX1119" fmla="*/ 400050 w 4940931"/>
                <a:gd name="connsiteY1119" fmla="*/ 96520 h 138429"/>
                <a:gd name="connsiteX1120" fmla="*/ 405130 w 4940931"/>
                <a:gd name="connsiteY1120" fmla="*/ 96520 h 138429"/>
                <a:gd name="connsiteX1121" fmla="*/ 409575 w 4940931"/>
                <a:gd name="connsiteY1121" fmla="*/ 95250 h 138429"/>
                <a:gd name="connsiteX1122" fmla="*/ 413385 w 4940931"/>
                <a:gd name="connsiteY1122" fmla="*/ 93345 h 138429"/>
                <a:gd name="connsiteX1123" fmla="*/ 417830 w 4940931"/>
                <a:gd name="connsiteY1123" fmla="*/ 90805 h 138429"/>
                <a:gd name="connsiteX1124" fmla="*/ 426720 w 4940931"/>
                <a:gd name="connsiteY1124" fmla="*/ 100330 h 138429"/>
                <a:gd name="connsiteX1125" fmla="*/ 421005 w 4940931"/>
                <a:gd name="connsiteY1125" fmla="*/ 104775 h 138429"/>
                <a:gd name="connsiteX1126" fmla="*/ 415290 w 4940931"/>
                <a:gd name="connsiteY1126" fmla="*/ 107950 h 138429"/>
                <a:gd name="connsiteX1127" fmla="*/ 408305 w 4940931"/>
                <a:gd name="connsiteY1127" fmla="*/ 109855 h 138429"/>
                <a:gd name="connsiteX1128" fmla="*/ 399415 w 4940931"/>
                <a:gd name="connsiteY1128" fmla="*/ 110490 h 138429"/>
                <a:gd name="connsiteX1129" fmla="*/ 389890 w 4940931"/>
                <a:gd name="connsiteY1129" fmla="*/ 109220 h 138429"/>
                <a:gd name="connsiteX1130" fmla="*/ 382270 w 4940931"/>
                <a:gd name="connsiteY1130" fmla="*/ 105410 h 138429"/>
                <a:gd name="connsiteX1131" fmla="*/ 375920 w 4940931"/>
                <a:gd name="connsiteY1131" fmla="*/ 100330 h 138429"/>
                <a:gd name="connsiteX1132" fmla="*/ 370840 w 4940931"/>
                <a:gd name="connsiteY1132" fmla="*/ 92710 h 138429"/>
                <a:gd name="connsiteX1133" fmla="*/ 367030 w 4940931"/>
                <a:gd name="connsiteY1133" fmla="*/ 82550 h 138429"/>
                <a:gd name="connsiteX1134" fmla="*/ 365760 w 4940931"/>
                <a:gd name="connsiteY1134" fmla="*/ 69850 h 138429"/>
                <a:gd name="connsiteX1135" fmla="*/ 368300 w 4940931"/>
                <a:gd name="connsiteY1135" fmla="*/ 52070 h 138429"/>
                <a:gd name="connsiteX1136" fmla="*/ 375285 w 4940931"/>
                <a:gd name="connsiteY1136" fmla="*/ 39370 h 138429"/>
                <a:gd name="connsiteX1137" fmla="*/ 386080 w 4940931"/>
                <a:gd name="connsiteY1137" fmla="*/ 31750 h 138429"/>
                <a:gd name="connsiteX1138" fmla="*/ 400050 w 4940931"/>
                <a:gd name="connsiteY1138" fmla="*/ 29210 h 138429"/>
                <a:gd name="connsiteX1139" fmla="*/ 201930 w 4940931"/>
                <a:gd name="connsiteY1139" fmla="*/ 29210 h 138429"/>
                <a:gd name="connsiteX1140" fmla="*/ 216535 w 4940931"/>
                <a:gd name="connsiteY1140" fmla="*/ 32385 h 138429"/>
                <a:gd name="connsiteX1141" fmla="*/ 226695 w 4940931"/>
                <a:gd name="connsiteY1141" fmla="*/ 40640 h 138429"/>
                <a:gd name="connsiteX1142" fmla="*/ 233045 w 4940931"/>
                <a:gd name="connsiteY1142" fmla="*/ 53340 h 138429"/>
                <a:gd name="connsiteX1143" fmla="*/ 234950 w 4940931"/>
                <a:gd name="connsiteY1143" fmla="*/ 68580 h 138429"/>
                <a:gd name="connsiteX1144" fmla="*/ 233680 w 4940931"/>
                <a:gd name="connsiteY1144" fmla="*/ 68580 h 138429"/>
                <a:gd name="connsiteX1145" fmla="*/ 233680 w 4940931"/>
                <a:gd name="connsiteY1145" fmla="*/ 72390 h 138429"/>
                <a:gd name="connsiteX1146" fmla="*/ 233680 w 4940931"/>
                <a:gd name="connsiteY1146" fmla="*/ 75565 h 138429"/>
                <a:gd name="connsiteX1147" fmla="*/ 182245 w 4940931"/>
                <a:gd name="connsiteY1147" fmla="*/ 75565 h 138429"/>
                <a:gd name="connsiteX1148" fmla="*/ 184785 w 4940931"/>
                <a:gd name="connsiteY1148" fmla="*/ 85090 h 138429"/>
                <a:gd name="connsiteX1149" fmla="*/ 189230 w 4940931"/>
                <a:gd name="connsiteY1149" fmla="*/ 91440 h 138429"/>
                <a:gd name="connsiteX1150" fmla="*/ 194945 w 4940931"/>
                <a:gd name="connsiteY1150" fmla="*/ 95250 h 138429"/>
                <a:gd name="connsiteX1151" fmla="*/ 201930 w 4940931"/>
                <a:gd name="connsiteY1151" fmla="*/ 96520 h 138429"/>
                <a:gd name="connsiteX1152" fmla="*/ 207010 w 4940931"/>
                <a:gd name="connsiteY1152" fmla="*/ 96520 h 138429"/>
                <a:gd name="connsiteX1153" fmla="*/ 211455 w 4940931"/>
                <a:gd name="connsiteY1153" fmla="*/ 95250 h 138429"/>
                <a:gd name="connsiteX1154" fmla="*/ 215265 w 4940931"/>
                <a:gd name="connsiteY1154" fmla="*/ 93345 h 138429"/>
                <a:gd name="connsiteX1155" fmla="*/ 219710 w 4940931"/>
                <a:gd name="connsiteY1155" fmla="*/ 90805 h 138429"/>
                <a:gd name="connsiteX1156" fmla="*/ 228600 w 4940931"/>
                <a:gd name="connsiteY1156" fmla="*/ 100330 h 138429"/>
                <a:gd name="connsiteX1157" fmla="*/ 222885 w 4940931"/>
                <a:gd name="connsiteY1157" fmla="*/ 104775 h 138429"/>
                <a:gd name="connsiteX1158" fmla="*/ 217170 w 4940931"/>
                <a:gd name="connsiteY1158" fmla="*/ 107950 h 138429"/>
                <a:gd name="connsiteX1159" fmla="*/ 210185 w 4940931"/>
                <a:gd name="connsiteY1159" fmla="*/ 109855 h 138429"/>
                <a:gd name="connsiteX1160" fmla="*/ 201295 w 4940931"/>
                <a:gd name="connsiteY1160" fmla="*/ 110490 h 138429"/>
                <a:gd name="connsiteX1161" fmla="*/ 191770 w 4940931"/>
                <a:gd name="connsiteY1161" fmla="*/ 109220 h 138429"/>
                <a:gd name="connsiteX1162" fmla="*/ 184150 w 4940931"/>
                <a:gd name="connsiteY1162" fmla="*/ 105410 h 138429"/>
                <a:gd name="connsiteX1163" fmla="*/ 177800 w 4940931"/>
                <a:gd name="connsiteY1163" fmla="*/ 100330 h 138429"/>
                <a:gd name="connsiteX1164" fmla="*/ 172720 w 4940931"/>
                <a:gd name="connsiteY1164" fmla="*/ 92710 h 138429"/>
                <a:gd name="connsiteX1165" fmla="*/ 168910 w 4940931"/>
                <a:gd name="connsiteY1165" fmla="*/ 82550 h 138429"/>
                <a:gd name="connsiteX1166" fmla="*/ 167640 w 4940931"/>
                <a:gd name="connsiteY1166" fmla="*/ 69850 h 138429"/>
                <a:gd name="connsiteX1167" fmla="*/ 170180 w 4940931"/>
                <a:gd name="connsiteY1167" fmla="*/ 52070 h 138429"/>
                <a:gd name="connsiteX1168" fmla="*/ 177165 w 4940931"/>
                <a:gd name="connsiteY1168" fmla="*/ 39370 h 138429"/>
                <a:gd name="connsiteX1169" fmla="*/ 187960 w 4940931"/>
                <a:gd name="connsiteY1169" fmla="*/ 31750 h 138429"/>
                <a:gd name="connsiteX1170" fmla="*/ 201930 w 4940931"/>
                <a:gd name="connsiteY1170" fmla="*/ 29210 h 138429"/>
                <a:gd name="connsiteX1171" fmla="*/ 4664706 w 4940931"/>
                <a:gd name="connsiteY1171" fmla="*/ 28574 h 138429"/>
                <a:gd name="connsiteX1172" fmla="*/ 4678676 w 4940931"/>
                <a:gd name="connsiteY1172" fmla="*/ 31749 h 138429"/>
                <a:gd name="connsiteX1173" fmla="*/ 4689471 w 4940931"/>
                <a:gd name="connsiteY1173" fmla="*/ 40004 h 138429"/>
                <a:gd name="connsiteX1174" fmla="*/ 4696456 w 4940931"/>
                <a:gd name="connsiteY1174" fmla="*/ 52704 h 138429"/>
                <a:gd name="connsiteX1175" fmla="*/ 4698996 w 4940931"/>
                <a:gd name="connsiteY1175" fmla="*/ 69214 h 138429"/>
                <a:gd name="connsiteX1176" fmla="*/ 4699631 w 4940931"/>
                <a:gd name="connsiteY1176" fmla="*/ 69214 h 138429"/>
                <a:gd name="connsiteX1177" fmla="*/ 4697091 w 4940931"/>
                <a:gd name="connsiteY1177" fmla="*/ 86359 h 138429"/>
                <a:gd name="connsiteX1178" fmla="*/ 4689471 w 4940931"/>
                <a:gd name="connsiteY1178" fmla="*/ 99059 h 138429"/>
                <a:gd name="connsiteX1179" fmla="*/ 4678041 w 4940931"/>
                <a:gd name="connsiteY1179" fmla="*/ 107314 h 138429"/>
                <a:gd name="connsiteX1180" fmla="*/ 4664071 w 4940931"/>
                <a:gd name="connsiteY1180" fmla="*/ 109854 h 138429"/>
                <a:gd name="connsiteX1181" fmla="*/ 4650101 w 4940931"/>
                <a:gd name="connsiteY1181" fmla="*/ 106679 h 138429"/>
                <a:gd name="connsiteX1182" fmla="*/ 4639306 w 4940931"/>
                <a:gd name="connsiteY1182" fmla="*/ 98424 h 138429"/>
                <a:gd name="connsiteX1183" fmla="*/ 4632321 w 4940931"/>
                <a:gd name="connsiteY1183" fmla="*/ 85724 h 138429"/>
                <a:gd name="connsiteX1184" fmla="*/ 4629781 w 4940931"/>
                <a:gd name="connsiteY1184" fmla="*/ 69214 h 138429"/>
                <a:gd name="connsiteX1185" fmla="*/ 4632321 w 4940931"/>
                <a:gd name="connsiteY1185" fmla="*/ 52069 h 138429"/>
                <a:gd name="connsiteX1186" fmla="*/ 4639941 w 4940931"/>
                <a:gd name="connsiteY1186" fmla="*/ 39369 h 138429"/>
                <a:gd name="connsiteX1187" fmla="*/ 4650736 w 4940931"/>
                <a:gd name="connsiteY1187" fmla="*/ 31114 h 138429"/>
                <a:gd name="connsiteX1188" fmla="*/ 4664706 w 4940931"/>
                <a:gd name="connsiteY1188" fmla="*/ 28574 h 138429"/>
                <a:gd name="connsiteX1189" fmla="*/ 4264655 w 4940931"/>
                <a:gd name="connsiteY1189" fmla="*/ 28574 h 138429"/>
                <a:gd name="connsiteX1190" fmla="*/ 4278625 w 4940931"/>
                <a:gd name="connsiteY1190" fmla="*/ 31749 h 138429"/>
                <a:gd name="connsiteX1191" fmla="*/ 4289420 w 4940931"/>
                <a:gd name="connsiteY1191" fmla="*/ 40004 h 138429"/>
                <a:gd name="connsiteX1192" fmla="*/ 4296405 w 4940931"/>
                <a:gd name="connsiteY1192" fmla="*/ 52704 h 138429"/>
                <a:gd name="connsiteX1193" fmla="*/ 4298945 w 4940931"/>
                <a:gd name="connsiteY1193" fmla="*/ 69214 h 138429"/>
                <a:gd name="connsiteX1194" fmla="*/ 4299580 w 4940931"/>
                <a:gd name="connsiteY1194" fmla="*/ 69214 h 138429"/>
                <a:gd name="connsiteX1195" fmla="*/ 4297040 w 4940931"/>
                <a:gd name="connsiteY1195" fmla="*/ 86359 h 138429"/>
                <a:gd name="connsiteX1196" fmla="*/ 4289420 w 4940931"/>
                <a:gd name="connsiteY1196" fmla="*/ 99059 h 138429"/>
                <a:gd name="connsiteX1197" fmla="*/ 4277990 w 4940931"/>
                <a:gd name="connsiteY1197" fmla="*/ 107314 h 138429"/>
                <a:gd name="connsiteX1198" fmla="*/ 4264020 w 4940931"/>
                <a:gd name="connsiteY1198" fmla="*/ 109854 h 138429"/>
                <a:gd name="connsiteX1199" fmla="*/ 4250050 w 4940931"/>
                <a:gd name="connsiteY1199" fmla="*/ 106679 h 138429"/>
                <a:gd name="connsiteX1200" fmla="*/ 4239255 w 4940931"/>
                <a:gd name="connsiteY1200" fmla="*/ 98424 h 138429"/>
                <a:gd name="connsiteX1201" fmla="*/ 4232270 w 4940931"/>
                <a:gd name="connsiteY1201" fmla="*/ 85724 h 138429"/>
                <a:gd name="connsiteX1202" fmla="*/ 4229730 w 4940931"/>
                <a:gd name="connsiteY1202" fmla="*/ 69214 h 138429"/>
                <a:gd name="connsiteX1203" fmla="*/ 4232270 w 4940931"/>
                <a:gd name="connsiteY1203" fmla="*/ 52069 h 138429"/>
                <a:gd name="connsiteX1204" fmla="*/ 4239890 w 4940931"/>
                <a:gd name="connsiteY1204" fmla="*/ 39369 h 138429"/>
                <a:gd name="connsiteX1205" fmla="*/ 4250685 w 4940931"/>
                <a:gd name="connsiteY1205" fmla="*/ 31114 h 138429"/>
                <a:gd name="connsiteX1206" fmla="*/ 4264655 w 4940931"/>
                <a:gd name="connsiteY1206" fmla="*/ 28574 h 138429"/>
                <a:gd name="connsiteX1207" fmla="*/ 1420495 w 4940931"/>
                <a:gd name="connsiteY1207" fmla="*/ 28574 h 138429"/>
                <a:gd name="connsiteX1208" fmla="*/ 1434465 w 4940931"/>
                <a:gd name="connsiteY1208" fmla="*/ 31749 h 138429"/>
                <a:gd name="connsiteX1209" fmla="*/ 1445260 w 4940931"/>
                <a:gd name="connsiteY1209" fmla="*/ 40004 h 138429"/>
                <a:gd name="connsiteX1210" fmla="*/ 1452245 w 4940931"/>
                <a:gd name="connsiteY1210" fmla="*/ 52704 h 138429"/>
                <a:gd name="connsiteX1211" fmla="*/ 1454785 w 4940931"/>
                <a:gd name="connsiteY1211" fmla="*/ 69214 h 138429"/>
                <a:gd name="connsiteX1212" fmla="*/ 1455420 w 4940931"/>
                <a:gd name="connsiteY1212" fmla="*/ 69214 h 138429"/>
                <a:gd name="connsiteX1213" fmla="*/ 1452880 w 4940931"/>
                <a:gd name="connsiteY1213" fmla="*/ 86359 h 138429"/>
                <a:gd name="connsiteX1214" fmla="*/ 1445260 w 4940931"/>
                <a:gd name="connsiteY1214" fmla="*/ 99059 h 138429"/>
                <a:gd name="connsiteX1215" fmla="*/ 1433830 w 4940931"/>
                <a:gd name="connsiteY1215" fmla="*/ 107314 h 138429"/>
                <a:gd name="connsiteX1216" fmla="*/ 1419860 w 4940931"/>
                <a:gd name="connsiteY1216" fmla="*/ 109854 h 138429"/>
                <a:gd name="connsiteX1217" fmla="*/ 1405890 w 4940931"/>
                <a:gd name="connsiteY1217" fmla="*/ 106679 h 138429"/>
                <a:gd name="connsiteX1218" fmla="*/ 1395095 w 4940931"/>
                <a:gd name="connsiteY1218" fmla="*/ 98424 h 138429"/>
                <a:gd name="connsiteX1219" fmla="*/ 1388110 w 4940931"/>
                <a:gd name="connsiteY1219" fmla="*/ 85724 h 138429"/>
                <a:gd name="connsiteX1220" fmla="*/ 1385570 w 4940931"/>
                <a:gd name="connsiteY1220" fmla="*/ 69214 h 138429"/>
                <a:gd name="connsiteX1221" fmla="*/ 1388110 w 4940931"/>
                <a:gd name="connsiteY1221" fmla="*/ 52069 h 138429"/>
                <a:gd name="connsiteX1222" fmla="*/ 1395730 w 4940931"/>
                <a:gd name="connsiteY1222" fmla="*/ 39369 h 138429"/>
                <a:gd name="connsiteX1223" fmla="*/ 1406525 w 4940931"/>
                <a:gd name="connsiteY1223" fmla="*/ 31114 h 138429"/>
                <a:gd name="connsiteX1224" fmla="*/ 1420495 w 4940931"/>
                <a:gd name="connsiteY1224" fmla="*/ 28574 h 138429"/>
                <a:gd name="connsiteX1225" fmla="*/ 3143245 w 4940931"/>
                <a:gd name="connsiteY1225" fmla="*/ 5079 h 138429"/>
                <a:gd name="connsiteX1226" fmla="*/ 3219445 w 4940931"/>
                <a:gd name="connsiteY1226" fmla="*/ 5079 h 138429"/>
                <a:gd name="connsiteX1227" fmla="*/ 3219445 w 4940931"/>
                <a:gd name="connsiteY1227" fmla="*/ 20319 h 138429"/>
                <a:gd name="connsiteX1228" fmla="*/ 3188965 w 4940931"/>
                <a:gd name="connsiteY1228" fmla="*/ 20319 h 138429"/>
                <a:gd name="connsiteX1229" fmla="*/ 3188965 w 4940931"/>
                <a:gd name="connsiteY1229" fmla="*/ 108584 h 138429"/>
                <a:gd name="connsiteX1230" fmla="*/ 3173090 w 4940931"/>
                <a:gd name="connsiteY1230" fmla="*/ 108584 h 138429"/>
                <a:gd name="connsiteX1231" fmla="*/ 3173090 w 4940931"/>
                <a:gd name="connsiteY1231" fmla="*/ 20319 h 138429"/>
                <a:gd name="connsiteX1232" fmla="*/ 3143245 w 4940931"/>
                <a:gd name="connsiteY1232" fmla="*/ 20319 h 138429"/>
                <a:gd name="connsiteX1233" fmla="*/ 1628774 w 4940931"/>
                <a:gd name="connsiteY1233" fmla="*/ 5079 h 138429"/>
                <a:gd name="connsiteX1234" fmla="*/ 1704970 w 4940931"/>
                <a:gd name="connsiteY1234" fmla="*/ 5079 h 138429"/>
                <a:gd name="connsiteX1235" fmla="*/ 1704970 w 4940931"/>
                <a:gd name="connsiteY1235" fmla="*/ 20319 h 138429"/>
                <a:gd name="connsiteX1236" fmla="*/ 1675129 w 4940931"/>
                <a:gd name="connsiteY1236" fmla="*/ 20319 h 138429"/>
                <a:gd name="connsiteX1237" fmla="*/ 1675129 w 4940931"/>
                <a:gd name="connsiteY1237" fmla="*/ 108584 h 138429"/>
                <a:gd name="connsiteX1238" fmla="*/ 1659255 w 4940931"/>
                <a:gd name="connsiteY1238" fmla="*/ 108584 h 138429"/>
                <a:gd name="connsiteX1239" fmla="*/ 1659255 w 4940931"/>
                <a:gd name="connsiteY1239" fmla="*/ 20319 h 138429"/>
                <a:gd name="connsiteX1240" fmla="*/ 1628774 w 4940931"/>
                <a:gd name="connsiteY1240" fmla="*/ 20319 h 138429"/>
                <a:gd name="connsiteX1241" fmla="*/ 0 w 4940931"/>
                <a:gd name="connsiteY1241" fmla="*/ 5079 h 138429"/>
                <a:gd name="connsiteX1242" fmla="*/ 76200 w 4940931"/>
                <a:gd name="connsiteY1242" fmla="*/ 5079 h 138429"/>
                <a:gd name="connsiteX1243" fmla="*/ 76200 w 4940931"/>
                <a:gd name="connsiteY1243" fmla="*/ 20319 h 138429"/>
                <a:gd name="connsiteX1244" fmla="*/ 45720 w 4940931"/>
                <a:gd name="connsiteY1244" fmla="*/ 20319 h 138429"/>
                <a:gd name="connsiteX1245" fmla="*/ 45720 w 4940931"/>
                <a:gd name="connsiteY1245" fmla="*/ 108584 h 138429"/>
                <a:gd name="connsiteX1246" fmla="*/ 29845 w 4940931"/>
                <a:gd name="connsiteY1246" fmla="*/ 108584 h 138429"/>
                <a:gd name="connsiteX1247" fmla="*/ 29845 w 4940931"/>
                <a:gd name="connsiteY1247" fmla="*/ 20319 h 138429"/>
                <a:gd name="connsiteX1248" fmla="*/ 0 w 4940931"/>
                <a:gd name="connsiteY1248" fmla="*/ 20319 h 138429"/>
                <a:gd name="connsiteX1249" fmla="*/ 1362075 w 4940931"/>
                <a:gd name="connsiteY1249" fmla="*/ 1269 h 138429"/>
                <a:gd name="connsiteX1250" fmla="*/ 1365885 w 4940931"/>
                <a:gd name="connsiteY1250" fmla="*/ 1904 h 138429"/>
                <a:gd name="connsiteX1251" fmla="*/ 1369060 w 4940931"/>
                <a:gd name="connsiteY1251" fmla="*/ 3809 h 138429"/>
                <a:gd name="connsiteX1252" fmla="*/ 1370965 w 4940931"/>
                <a:gd name="connsiteY1252" fmla="*/ 6984 h 138429"/>
                <a:gd name="connsiteX1253" fmla="*/ 1371600 w 4940931"/>
                <a:gd name="connsiteY1253" fmla="*/ 10794 h 138429"/>
                <a:gd name="connsiteX1254" fmla="*/ 1370965 w 4940931"/>
                <a:gd name="connsiteY1254" fmla="*/ 14604 h 138429"/>
                <a:gd name="connsiteX1255" fmla="*/ 1369060 w 4940931"/>
                <a:gd name="connsiteY1255" fmla="*/ 17779 h 138429"/>
                <a:gd name="connsiteX1256" fmla="*/ 1365885 w 4940931"/>
                <a:gd name="connsiteY1256" fmla="*/ 19684 h 138429"/>
                <a:gd name="connsiteX1257" fmla="*/ 1362075 w 4940931"/>
                <a:gd name="connsiteY1257" fmla="*/ 20319 h 138429"/>
                <a:gd name="connsiteX1258" fmla="*/ 1358265 w 4940931"/>
                <a:gd name="connsiteY1258" fmla="*/ 19684 h 138429"/>
                <a:gd name="connsiteX1259" fmla="*/ 1355090 w 4940931"/>
                <a:gd name="connsiteY1259" fmla="*/ 17779 h 138429"/>
                <a:gd name="connsiteX1260" fmla="*/ 1353185 w 4940931"/>
                <a:gd name="connsiteY1260" fmla="*/ 14604 h 138429"/>
                <a:gd name="connsiteX1261" fmla="*/ 1352550 w 4940931"/>
                <a:gd name="connsiteY1261" fmla="*/ 10794 h 138429"/>
                <a:gd name="connsiteX1262" fmla="*/ 1353185 w 4940931"/>
                <a:gd name="connsiteY1262" fmla="*/ 6984 h 138429"/>
                <a:gd name="connsiteX1263" fmla="*/ 1355090 w 4940931"/>
                <a:gd name="connsiteY1263" fmla="*/ 3809 h 138429"/>
                <a:gd name="connsiteX1264" fmla="*/ 1358265 w 4940931"/>
                <a:gd name="connsiteY1264" fmla="*/ 1904 h 138429"/>
                <a:gd name="connsiteX1265" fmla="*/ 1362075 w 4940931"/>
                <a:gd name="connsiteY1265" fmla="*/ 1269 h 138429"/>
                <a:gd name="connsiteX1266" fmla="*/ 4789801 w 4940931"/>
                <a:gd name="connsiteY1266" fmla="*/ 634 h 138429"/>
                <a:gd name="connsiteX1267" fmla="*/ 4789801 w 4940931"/>
                <a:gd name="connsiteY1267" fmla="*/ 65404 h 138429"/>
                <a:gd name="connsiteX1268" fmla="*/ 4814566 w 4940931"/>
                <a:gd name="connsiteY1268" fmla="*/ 31114 h 138429"/>
                <a:gd name="connsiteX1269" fmla="*/ 4831711 w 4940931"/>
                <a:gd name="connsiteY1269" fmla="*/ 31114 h 138429"/>
                <a:gd name="connsiteX1270" fmla="*/ 4812026 w 4940931"/>
                <a:gd name="connsiteY1270" fmla="*/ 57149 h 138429"/>
                <a:gd name="connsiteX1271" fmla="*/ 4835521 w 4940931"/>
                <a:gd name="connsiteY1271" fmla="*/ 108584 h 138429"/>
                <a:gd name="connsiteX1272" fmla="*/ 4819011 w 4940931"/>
                <a:gd name="connsiteY1272" fmla="*/ 108584 h 138429"/>
                <a:gd name="connsiteX1273" fmla="*/ 4801866 w 4940931"/>
                <a:gd name="connsiteY1273" fmla="*/ 69849 h 138429"/>
                <a:gd name="connsiteX1274" fmla="*/ 4789801 w 4940931"/>
                <a:gd name="connsiteY1274" fmla="*/ 85724 h 138429"/>
                <a:gd name="connsiteX1275" fmla="*/ 4789801 w 4940931"/>
                <a:gd name="connsiteY1275" fmla="*/ 108584 h 138429"/>
                <a:gd name="connsiteX1276" fmla="*/ 4774561 w 4940931"/>
                <a:gd name="connsiteY1276" fmla="*/ 108584 h 138429"/>
                <a:gd name="connsiteX1277" fmla="*/ 4774561 w 4940931"/>
                <a:gd name="connsiteY1277" fmla="*/ 8889 h 138429"/>
                <a:gd name="connsiteX1278" fmla="*/ 4472301 w 4940931"/>
                <a:gd name="connsiteY1278" fmla="*/ 634 h 138429"/>
                <a:gd name="connsiteX1279" fmla="*/ 4472301 w 4940931"/>
                <a:gd name="connsiteY1279" fmla="*/ 109219 h 138429"/>
                <a:gd name="connsiteX1280" fmla="*/ 4457061 w 4940931"/>
                <a:gd name="connsiteY1280" fmla="*/ 109219 h 138429"/>
                <a:gd name="connsiteX1281" fmla="*/ 4457696 w 4940931"/>
                <a:gd name="connsiteY1281" fmla="*/ 108584 h 138429"/>
                <a:gd name="connsiteX1282" fmla="*/ 4457696 w 4940931"/>
                <a:gd name="connsiteY1282" fmla="*/ 100964 h 138429"/>
                <a:gd name="connsiteX1283" fmla="*/ 4453251 w 4940931"/>
                <a:gd name="connsiteY1283" fmla="*/ 104774 h 138429"/>
                <a:gd name="connsiteX1284" fmla="*/ 4448171 w 4940931"/>
                <a:gd name="connsiteY1284" fmla="*/ 107949 h 138429"/>
                <a:gd name="connsiteX1285" fmla="*/ 4443091 w 4940931"/>
                <a:gd name="connsiteY1285" fmla="*/ 109854 h 138429"/>
                <a:gd name="connsiteX1286" fmla="*/ 4437376 w 4940931"/>
                <a:gd name="connsiteY1286" fmla="*/ 109854 h 138429"/>
                <a:gd name="connsiteX1287" fmla="*/ 4425946 w 4940931"/>
                <a:gd name="connsiteY1287" fmla="*/ 107314 h 138429"/>
                <a:gd name="connsiteX1288" fmla="*/ 4416421 w 4940931"/>
                <a:gd name="connsiteY1288" fmla="*/ 99694 h 138429"/>
                <a:gd name="connsiteX1289" fmla="*/ 4410071 w 4940931"/>
                <a:gd name="connsiteY1289" fmla="*/ 86994 h 138429"/>
                <a:gd name="connsiteX1290" fmla="*/ 4407531 w 4940931"/>
                <a:gd name="connsiteY1290" fmla="*/ 67944 h 138429"/>
                <a:gd name="connsiteX1291" fmla="*/ 4410071 w 4940931"/>
                <a:gd name="connsiteY1291" fmla="*/ 50799 h 138429"/>
                <a:gd name="connsiteX1292" fmla="*/ 4417056 w 4940931"/>
                <a:gd name="connsiteY1292" fmla="*/ 38734 h 138429"/>
                <a:gd name="connsiteX1293" fmla="*/ 4426581 w 4940931"/>
                <a:gd name="connsiteY1293" fmla="*/ 31749 h 138429"/>
                <a:gd name="connsiteX1294" fmla="*/ 4438011 w 4940931"/>
                <a:gd name="connsiteY1294" fmla="*/ 29209 h 138429"/>
                <a:gd name="connsiteX1295" fmla="*/ 4443726 w 4940931"/>
                <a:gd name="connsiteY1295" fmla="*/ 29844 h 138429"/>
                <a:gd name="connsiteX1296" fmla="*/ 4448806 w 4940931"/>
                <a:gd name="connsiteY1296" fmla="*/ 31749 h 138429"/>
                <a:gd name="connsiteX1297" fmla="*/ 4453251 w 4940931"/>
                <a:gd name="connsiteY1297" fmla="*/ 34924 h 138429"/>
                <a:gd name="connsiteX1298" fmla="*/ 4457061 w 4940931"/>
                <a:gd name="connsiteY1298" fmla="*/ 38099 h 138429"/>
                <a:gd name="connsiteX1299" fmla="*/ 4457061 w 4940931"/>
                <a:gd name="connsiteY1299" fmla="*/ 8254 h 138429"/>
                <a:gd name="connsiteX1300" fmla="*/ 4390385 w 4940931"/>
                <a:gd name="connsiteY1300" fmla="*/ 634 h 138429"/>
                <a:gd name="connsiteX1301" fmla="*/ 4390385 w 4940931"/>
                <a:gd name="connsiteY1301" fmla="*/ 108584 h 138429"/>
                <a:gd name="connsiteX1302" fmla="*/ 4375145 w 4940931"/>
                <a:gd name="connsiteY1302" fmla="*/ 108584 h 138429"/>
                <a:gd name="connsiteX1303" fmla="*/ 4375145 w 4940931"/>
                <a:gd name="connsiteY1303" fmla="*/ 8889 h 138429"/>
                <a:gd name="connsiteX1304" fmla="*/ 3946521 w 4940931"/>
                <a:gd name="connsiteY1304" fmla="*/ 634 h 138429"/>
                <a:gd name="connsiteX1305" fmla="*/ 3946521 w 4940931"/>
                <a:gd name="connsiteY1305" fmla="*/ 38099 h 138429"/>
                <a:gd name="connsiteX1306" fmla="*/ 3950331 w 4940931"/>
                <a:gd name="connsiteY1306" fmla="*/ 34289 h 138429"/>
                <a:gd name="connsiteX1307" fmla="*/ 3954776 w 4940931"/>
                <a:gd name="connsiteY1307" fmla="*/ 31114 h 138429"/>
                <a:gd name="connsiteX1308" fmla="*/ 3960491 w 4940931"/>
                <a:gd name="connsiteY1308" fmla="*/ 29209 h 138429"/>
                <a:gd name="connsiteX1309" fmla="*/ 3966206 w 4940931"/>
                <a:gd name="connsiteY1309" fmla="*/ 29209 h 138429"/>
                <a:gd name="connsiteX1310" fmla="*/ 3978271 w 4940931"/>
                <a:gd name="connsiteY1310" fmla="*/ 31749 h 138429"/>
                <a:gd name="connsiteX1311" fmla="*/ 3987161 w 4940931"/>
                <a:gd name="connsiteY1311" fmla="*/ 38099 h 138429"/>
                <a:gd name="connsiteX1312" fmla="*/ 3992241 w 4940931"/>
                <a:gd name="connsiteY1312" fmla="*/ 49529 h 138429"/>
                <a:gd name="connsiteX1313" fmla="*/ 3994146 w 4940931"/>
                <a:gd name="connsiteY1313" fmla="*/ 64134 h 138429"/>
                <a:gd name="connsiteX1314" fmla="*/ 3994146 w 4940931"/>
                <a:gd name="connsiteY1314" fmla="*/ 108584 h 138429"/>
                <a:gd name="connsiteX1315" fmla="*/ 3978906 w 4940931"/>
                <a:gd name="connsiteY1315" fmla="*/ 108584 h 138429"/>
                <a:gd name="connsiteX1316" fmla="*/ 3978271 w 4940931"/>
                <a:gd name="connsiteY1316" fmla="*/ 108584 h 138429"/>
                <a:gd name="connsiteX1317" fmla="*/ 3978271 w 4940931"/>
                <a:gd name="connsiteY1317" fmla="*/ 64769 h 138429"/>
                <a:gd name="connsiteX1318" fmla="*/ 3974461 w 4940931"/>
                <a:gd name="connsiteY1318" fmla="*/ 48894 h 138429"/>
                <a:gd name="connsiteX1319" fmla="*/ 3962396 w 4940931"/>
                <a:gd name="connsiteY1319" fmla="*/ 43814 h 138429"/>
                <a:gd name="connsiteX1320" fmla="*/ 3956046 w 4940931"/>
                <a:gd name="connsiteY1320" fmla="*/ 45084 h 138429"/>
                <a:gd name="connsiteX1321" fmla="*/ 3950966 w 4940931"/>
                <a:gd name="connsiteY1321" fmla="*/ 48894 h 138429"/>
                <a:gd name="connsiteX1322" fmla="*/ 3947791 w 4940931"/>
                <a:gd name="connsiteY1322" fmla="*/ 55244 h 138429"/>
                <a:gd name="connsiteX1323" fmla="*/ 3946521 w 4940931"/>
                <a:gd name="connsiteY1323" fmla="*/ 63499 h 138429"/>
                <a:gd name="connsiteX1324" fmla="*/ 3946521 w 4940931"/>
                <a:gd name="connsiteY1324" fmla="*/ 109219 h 138429"/>
                <a:gd name="connsiteX1325" fmla="*/ 3931281 w 4940931"/>
                <a:gd name="connsiteY1325" fmla="*/ 109219 h 138429"/>
                <a:gd name="connsiteX1326" fmla="*/ 3931281 w 4940931"/>
                <a:gd name="connsiteY1326" fmla="*/ 8889 h 138429"/>
                <a:gd name="connsiteX1327" fmla="*/ 3248021 w 4940931"/>
                <a:gd name="connsiteY1327" fmla="*/ 634 h 138429"/>
                <a:gd name="connsiteX1328" fmla="*/ 3248021 w 4940931"/>
                <a:gd name="connsiteY1328" fmla="*/ 38099 h 138429"/>
                <a:gd name="connsiteX1329" fmla="*/ 3251831 w 4940931"/>
                <a:gd name="connsiteY1329" fmla="*/ 34289 h 138429"/>
                <a:gd name="connsiteX1330" fmla="*/ 3256276 w 4940931"/>
                <a:gd name="connsiteY1330" fmla="*/ 31114 h 138429"/>
                <a:gd name="connsiteX1331" fmla="*/ 3261991 w 4940931"/>
                <a:gd name="connsiteY1331" fmla="*/ 29209 h 138429"/>
                <a:gd name="connsiteX1332" fmla="*/ 3267706 w 4940931"/>
                <a:gd name="connsiteY1332" fmla="*/ 29209 h 138429"/>
                <a:gd name="connsiteX1333" fmla="*/ 3279771 w 4940931"/>
                <a:gd name="connsiteY1333" fmla="*/ 31749 h 138429"/>
                <a:gd name="connsiteX1334" fmla="*/ 3288661 w 4940931"/>
                <a:gd name="connsiteY1334" fmla="*/ 38099 h 138429"/>
                <a:gd name="connsiteX1335" fmla="*/ 3293741 w 4940931"/>
                <a:gd name="connsiteY1335" fmla="*/ 49529 h 138429"/>
                <a:gd name="connsiteX1336" fmla="*/ 3295646 w 4940931"/>
                <a:gd name="connsiteY1336" fmla="*/ 64134 h 138429"/>
                <a:gd name="connsiteX1337" fmla="*/ 3295646 w 4940931"/>
                <a:gd name="connsiteY1337" fmla="*/ 108584 h 138429"/>
                <a:gd name="connsiteX1338" fmla="*/ 3280406 w 4940931"/>
                <a:gd name="connsiteY1338" fmla="*/ 108584 h 138429"/>
                <a:gd name="connsiteX1339" fmla="*/ 3279771 w 4940931"/>
                <a:gd name="connsiteY1339" fmla="*/ 108584 h 138429"/>
                <a:gd name="connsiteX1340" fmla="*/ 3279771 w 4940931"/>
                <a:gd name="connsiteY1340" fmla="*/ 64769 h 138429"/>
                <a:gd name="connsiteX1341" fmla="*/ 3275961 w 4940931"/>
                <a:gd name="connsiteY1341" fmla="*/ 48894 h 138429"/>
                <a:gd name="connsiteX1342" fmla="*/ 3263896 w 4940931"/>
                <a:gd name="connsiteY1342" fmla="*/ 43814 h 138429"/>
                <a:gd name="connsiteX1343" fmla="*/ 3257546 w 4940931"/>
                <a:gd name="connsiteY1343" fmla="*/ 45084 h 138429"/>
                <a:gd name="connsiteX1344" fmla="*/ 3252466 w 4940931"/>
                <a:gd name="connsiteY1344" fmla="*/ 48894 h 138429"/>
                <a:gd name="connsiteX1345" fmla="*/ 3249291 w 4940931"/>
                <a:gd name="connsiteY1345" fmla="*/ 55244 h 138429"/>
                <a:gd name="connsiteX1346" fmla="*/ 3248021 w 4940931"/>
                <a:gd name="connsiteY1346" fmla="*/ 63499 h 138429"/>
                <a:gd name="connsiteX1347" fmla="*/ 3248021 w 4940931"/>
                <a:gd name="connsiteY1347" fmla="*/ 109219 h 138429"/>
                <a:gd name="connsiteX1348" fmla="*/ 3232781 w 4940931"/>
                <a:gd name="connsiteY1348" fmla="*/ 109219 h 138429"/>
                <a:gd name="connsiteX1349" fmla="*/ 3232781 w 4940931"/>
                <a:gd name="connsiteY1349" fmla="*/ 8889 h 138429"/>
                <a:gd name="connsiteX1350" fmla="*/ 2432681 w 4940931"/>
                <a:gd name="connsiteY1350" fmla="*/ 634 h 138429"/>
                <a:gd name="connsiteX1351" fmla="*/ 2432681 w 4940931"/>
                <a:gd name="connsiteY1351" fmla="*/ 38099 h 138429"/>
                <a:gd name="connsiteX1352" fmla="*/ 2436491 w 4940931"/>
                <a:gd name="connsiteY1352" fmla="*/ 34289 h 138429"/>
                <a:gd name="connsiteX1353" fmla="*/ 2440936 w 4940931"/>
                <a:gd name="connsiteY1353" fmla="*/ 31114 h 138429"/>
                <a:gd name="connsiteX1354" fmla="*/ 2446651 w 4940931"/>
                <a:gd name="connsiteY1354" fmla="*/ 29209 h 138429"/>
                <a:gd name="connsiteX1355" fmla="*/ 2452366 w 4940931"/>
                <a:gd name="connsiteY1355" fmla="*/ 29209 h 138429"/>
                <a:gd name="connsiteX1356" fmla="*/ 2464431 w 4940931"/>
                <a:gd name="connsiteY1356" fmla="*/ 31749 h 138429"/>
                <a:gd name="connsiteX1357" fmla="*/ 2473321 w 4940931"/>
                <a:gd name="connsiteY1357" fmla="*/ 38099 h 138429"/>
                <a:gd name="connsiteX1358" fmla="*/ 2478401 w 4940931"/>
                <a:gd name="connsiteY1358" fmla="*/ 49529 h 138429"/>
                <a:gd name="connsiteX1359" fmla="*/ 2480306 w 4940931"/>
                <a:gd name="connsiteY1359" fmla="*/ 64134 h 138429"/>
                <a:gd name="connsiteX1360" fmla="*/ 2480306 w 4940931"/>
                <a:gd name="connsiteY1360" fmla="*/ 108584 h 138429"/>
                <a:gd name="connsiteX1361" fmla="*/ 2465066 w 4940931"/>
                <a:gd name="connsiteY1361" fmla="*/ 108584 h 138429"/>
                <a:gd name="connsiteX1362" fmla="*/ 2464431 w 4940931"/>
                <a:gd name="connsiteY1362" fmla="*/ 108584 h 138429"/>
                <a:gd name="connsiteX1363" fmla="*/ 2464431 w 4940931"/>
                <a:gd name="connsiteY1363" fmla="*/ 64769 h 138429"/>
                <a:gd name="connsiteX1364" fmla="*/ 2460621 w 4940931"/>
                <a:gd name="connsiteY1364" fmla="*/ 48894 h 138429"/>
                <a:gd name="connsiteX1365" fmla="*/ 2448556 w 4940931"/>
                <a:gd name="connsiteY1365" fmla="*/ 43814 h 138429"/>
                <a:gd name="connsiteX1366" fmla="*/ 2442206 w 4940931"/>
                <a:gd name="connsiteY1366" fmla="*/ 45084 h 138429"/>
                <a:gd name="connsiteX1367" fmla="*/ 2437126 w 4940931"/>
                <a:gd name="connsiteY1367" fmla="*/ 48894 h 138429"/>
                <a:gd name="connsiteX1368" fmla="*/ 2433951 w 4940931"/>
                <a:gd name="connsiteY1368" fmla="*/ 55244 h 138429"/>
                <a:gd name="connsiteX1369" fmla="*/ 2432681 w 4940931"/>
                <a:gd name="connsiteY1369" fmla="*/ 63499 h 138429"/>
                <a:gd name="connsiteX1370" fmla="*/ 2432681 w 4940931"/>
                <a:gd name="connsiteY1370" fmla="*/ 109219 h 138429"/>
                <a:gd name="connsiteX1371" fmla="*/ 2417441 w 4940931"/>
                <a:gd name="connsiteY1371" fmla="*/ 109219 h 138429"/>
                <a:gd name="connsiteX1372" fmla="*/ 2417441 w 4940931"/>
                <a:gd name="connsiteY1372" fmla="*/ 8889 h 138429"/>
                <a:gd name="connsiteX1373" fmla="*/ 1734181 w 4940931"/>
                <a:gd name="connsiteY1373" fmla="*/ 634 h 138429"/>
                <a:gd name="connsiteX1374" fmla="*/ 1734181 w 4940931"/>
                <a:gd name="connsiteY1374" fmla="*/ 38099 h 138429"/>
                <a:gd name="connsiteX1375" fmla="*/ 1737991 w 4940931"/>
                <a:gd name="connsiteY1375" fmla="*/ 34289 h 138429"/>
                <a:gd name="connsiteX1376" fmla="*/ 1742436 w 4940931"/>
                <a:gd name="connsiteY1376" fmla="*/ 31114 h 138429"/>
                <a:gd name="connsiteX1377" fmla="*/ 1748151 w 4940931"/>
                <a:gd name="connsiteY1377" fmla="*/ 29209 h 138429"/>
                <a:gd name="connsiteX1378" fmla="*/ 1753866 w 4940931"/>
                <a:gd name="connsiteY1378" fmla="*/ 29209 h 138429"/>
                <a:gd name="connsiteX1379" fmla="*/ 1765931 w 4940931"/>
                <a:gd name="connsiteY1379" fmla="*/ 31749 h 138429"/>
                <a:gd name="connsiteX1380" fmla="*/ 1774821 w 4940931"/>
                <a:gd name="connsiteY1380" fmla="*/ 38099 h 138429"/>
                <a:gd name="connsiteX1381" fmla="*/ 1779901 w 4940931"/>
                <a:gd name="connsiteY1381" fmla="*/ 49529 h 138429"/>
                <a:gd name="connsiteX1382" fmla="*/ 1781806 w 4940931"/>
                <a:gd name="connsiteY1382" fmla="*/ 64134 h 138429"/>
                <a:gd name="connsiteX1383" fmla="*/ 1781806 w 4940931"/>
                <a:gd name="connsiteY1383" fmla="*/ 108584 h 138429"/>
                <a:gd name="connsiteX1384" fmla="*/ 1766566 w 4940931"/>
                <a:gd name="connsiteY1384" fmla="*/ 108584 h 138429"/>
                <a:gd name="connsiteX1385" fmla="*/ 1765931 w 4940931"/>
                <a:gd name="connsiteY1385" fmla="*/ 108584 h 138429"/>
                <a:gd name="connsiteX1386" fmla="*/ 1765931 w 4940931"/>
                <a:gd name="connsiteY1386" fmla="*/ 64769 h 138429"/>
                <a:gd name="connsiteX1387" fmla="*/ 1762121 w 4940931"/>
                <a:gd name="connsiteY1387" fmla="*/ 48894 h 138429"/>
                <a:gd name="connsiteX1388" fmla="*/ 1750056 w 4940931"/>
                <a:gd name="connsiteY1388" fmla="*/ 43814 h 138429"/>
                <a:gd name="connsiteX1389" fmla="*/ 1743706 w 4940931"/>
                <a:gd name="connsiteY1389" fmla="*/ 45084 h 138429"/>
                <a:gd name="connsiteX1390" fmla="*/ 1738626 w 4940931"/>
                <a:gd name="connsiteY1390" fmla="*/ 48894 h 138429"/>
                <a:gd name="connsiteX1391" fmla="*/ 1735451 w 4940931"/>
                <a:gd name="connsiteY1391" fmla="*/ 55244 h 138429"/>
                <a:gd name="connsiteX1392" fmla="*/ 1734181 w 4940931"/>
                <a:gd name="connsiteY1392" fmla="*/ 63499 h 138429"/>
                <a:gd name="connsiteX1393" fmla="*/ 1734181 w 4940931"/>
                <a:gd name="connsiteY1393" fmla="*/ 109219 h 138429"/>
                <a:gd name="connsiteX1394" fmla="*/ 1718941 w 4940931"/>
                <a:gd name="connsiteY1394" fmla="*/ 109219 h 138429"/>
                <a:gd name="connsiteX1395" fmla="*/ 1718941 w 4940931"/>
                <a:gd name="connsiteY1395" fmla="*/ 8889 h 138429"/>
                <a:gd name="connsiteX1396" fmla="*/ 803275 w 4940931"/>
                <a:gd name="connsiteY1396" fmla="*/ 634 h 138429"/>
                <a:gd name="connsiteX1397" fmla="*/ 803275 w 4940931"/>
                <a:gd name="connsiteY1397" fmla="*/ 38099 h 138429"/>
                <a:gd name="connsiteX1398" fmla="*/ 807085 w 4940931"/>
                <a:gd name="connsiteY1398" fmla="*/ 34289 h 138429"/>
                <a:gd name="connsiteX1399" fmla="*/ 811530 w 4940931"/>
                <a:gd name="connsiteY1399" fmla="*/ 31114 h 138429"/>
                <a:gd name="connsiteX1400" fmla="*/ 817245 w 4940931"/>
                <a:gd name="connsiteY1400" fmla="*/ 29209 h 138429"/>
                <a:gd name="connsiteX1401" fmla="*/ 822960 w 4940931"/>
                <a:gd name="connsiteY1401" fmla="*/ 29209 h 138429"/>
                <a:gd name="connsiteX1402" fmla="*/ 835025 w 4940931"/>
                <a:gd name="connsiteY1402" fmla="*/ 31749 h 138429"/>
                <a:gd name="connsiteX1403" fmla="*/ 843915 w 4940931"/>
                <a:gd name="connsiteY1403" fmla="*/ 38099 h 138429"/>
                <a:gd name="connsiteX1404" fmla="*/ 848995 w 4940931"/>
                <a:gd name="connsiteY1404" fmla="*/ 49529 h 138429"/>
                <a:gd name="connsiteX1405" fmla="*/ 850900 w 4940931"/>
                <a:gd name="connsiteY1405" fmla="*/ 64134 h 138429"/>
                <a:gd name="connsiteX1406" fmla="*/ 850900 w 4940931"/>
                <a:gd name="connsiteY1406" fmla="*/ 108584 h 138429"/>
                <a:gd name="connsiteX1407" fmla="*/ 835660 w 4940931"/>
                <a:gd name="connsiteY1407" fmla="*/ 108584 h 138429"/>
                <a:gd name="connsiteX1408" fmla="*/ 835025 w 4940931"/>
                <a:gd name="connsiteY1408" fmla="*/ 108584 h 138429"/>
                <a:gd name="connsiteX1409" fmla="*/ 835025 w 4940931"/>
                <a:gd name="connsiteY1409" fmla="*/ 64769 h 138429"/>
                <a:gd name="connsiteX1410" fmla="*/ 831215 w 4940931"/>
                <a:gd name="connsiteY1410" fmla="*/ 48894 h 138429"/>
                <a:gd name="connsiteX1411" fmla="*/ 819150 w 4940931"/>
                <a:gd name="connsiteY1411" fmla="*/ 43814 h 138429"/>
                <a:gd name="connsiteX1412" fmla="*/ 812800 w 4940931"/>
                <a:gd name="connsiteY1412" fmla="*/ 45084 h 138429"/>
                <a:gd name="connsiteX1413" fmla="*/ 807720 w 4940931"/>
                <a:gd name="connsiteY1413" fmla="*/ 48894 h 138429"/>
                <a:gd name="connsiteX1414" fmla="*/ 804545 w 4940931"/>
                <a:gd name="connsiteY1414" fmla="*/ 55244 h 138429"/>
                <a:gd name="connsiteX1415" fmla="*/ 803275 w 4940931"/>
                <a:gd name="connsiteY1415" fmla="*/ 63499 h 138429"/>
                <a:gd name="connsiteX1416" fmla="*/ 803275 w 4940931"/>
                <a:gd name="connsiteY1416" fmla="*/ 109219 h 138429"/>
                <a:gd name="connsiteX1417" fmla="*/ 788035 w 4940931"/>
                <a:gd name="connsiteY1417" fmla="*/ 109219 h 138429"/>
                <a:gd name="connsiteX1418" fmla="*/ 788035 w 4940931"/>
                <a:gd name="connsiteY1418" fmla="*/ 8889 h 138429"/>
                <a:gd name="connsiteX1419" fmla="*/ 104774 w 4940931"/>
                <a:gd name="connsiteY1419" fmla="*/ 634 h 138429"/>
                <a:gd name="connsiteX1420" fmla="*/ 104774 w 4940931"/>
                <a:gd name="connsiteY1420" fmla="*/ 38099 h 138429"/>
                <a:gd name="connsiteX1421" fmla="*/ 108584 w 4940931"/>
                <a:gd name="connsiteY1421" fmla="*/ 34289 h 138429"/>
                <a:gd name="connsiteX1422" fmla="*/ 113029 w 4940931"/>
                <a:gd name="connsiteY1422" fmla="*/ 31114 h 138429"/>
                <a:gd name="connsiteX1423" fmla="*/ 118744 w 4940931"/>
                <a:gd name="connsiteY1423" fmla="*/ 29209 h 138429"/>
                <a:gd name="connsiteX1424" fmla="*/ 124459 w 4940931"/>
                <a:gd name="connsiteY1424" fmla="*/ 29209 h 138429"/>
                <a:gd name="connsiteX1425" fmla="*/ 136524 w 4940931"/>
                <a:gd name="connsiteY1425" fmla="*/ 31749 h 138429"/>
                <a:gd name="connsiteX1426" fmla="*/ 145414 w 4940931"/>
                <a:gd name="connsiteY1426" fmla="*/ 38099 h 138429"/>
                <a:gd name="connsiteX1427" fmla="*/ 150494 w 4940931"/>
                <a:gd name="connsiteY1427" fmla="*/ 49529 h 138429"/>
                <a:gd name="connsiteX1428" fmla="*/ 152399 w 4940931"/>
                <a:gd name="connsiteY1428" fmla="*/ 64134 h 138429"/>
                <a:gd name="connsiteX1429" fmla="*/ 152399 w 4940931"/>
                <a:gd name="connsiteY1429" fmla="*/ 108584 h 138429"/>
                <a:gd name="connsiteX1430" fmla="*/ 137159 w 4940931"/>
                <a:gd name="connsiteY1430" fmla="*/ 108584 h 138429"/>
                <a:gd name="connsiteX1431" fmla="*/ 136524 w 4940931"/>
                <a:gd name="connsiteY1431" fmla="*/ 108584 h 138429"/>
                <a:gd name="connsiteX1432" fmla="*/ 136524 w 4940931"/>
                <a:gd name="connsiteY1432" fmla="*/ 64769 h 138429"/>
                <a:gd name="connsiteX1433" fmla="*/ 132714 w 4940931"/>
                <a:gd name="connsiteY1433" fmla="*/ 48894 h 138429"/>
                <a:gd name="connsiteX1434" fmla="*/ 120649 w 4940931"/>
                <a:gd name="connsiteY1434" fmla="*/ 43814 h 138429"/>
                <a:gd name="connsiteX1435" fmla="*/ 114299 w 4940931"/>
                <a:gd name="connsiteY1435" fmla="*/ 45084 h 138429"/>
                <a:gd name="connsiteX1436" fmla="*/ 109219 w 4940931"/>
                <a:gd name="connsiteY1436" fmla="*/ 48894 h 138429"/>
                <a:gd name="connsiteX1437" fmla="*/ 106044 w 4940931"/>
                <a:gd name="connsiteY1437" fmla="*/ 55244 h 138429"/>
                <a:gd name="connsiteX1438" fmla="*/ 104774 w 4940931"/>
                <a:gd name="connsiteY1438" fmla="*/ 63499 h 138429"/>
                <a:gd name="connsiteX1439" fmla="*/ 104774 w 4940931"/>
                <a:gd name="connsiteY1439" fmla="*/ 109219 h 138429"/>
                <a:gd name="connsiteX1440" fmla="*/ 89534 w 4940931"/>
                <a:gd name="connsiteY1440" fmla="*/ 109219 h 138429"/>
                <a:gd name="connsiteX1441" fmla="*/ 89534 w 4940931"/>
                <a:gd name="connsiteY1441" fmla="*/ 8889 h 138429"/>
                <a:gd name="connsiteX1442" fmla="*/ 3894450 w 4940931"/>
                <a:gd name="connsiteY1442" fmla="*/ 0 h 138429"/>
                <a:gd name="connsiteX1443" fmla="*/ 3894450 w 4940931"/>
                <a:gd name="connsiteY1443" fmla="*/ 30480 h 138429"/>
                <a:gd name="connsiteX1444" fmla="*/ 3913500 w 4940931"/>
                <a:gd name="connsiteY1444" fmla="*/ 30480 h 138429"/>
                <a:gd name="connsiteX1445" fmla="*/ 3913500 w 4940931"/>
                <a:gd name="connsiteY1445" fmla="*/ 44450 h 138429"/>
                <a:gd name="connsiteX1446" fmla="*/ 3894450 w 4940931"/>
                <a:gd name="connsiteY1446" fmla="*/ 44450 h 138429"/>
                <a:gd name="connsiteX1447" fmla="*/ 3894450 w 4940931"/>
                <a:gd name="connsiteY1447" fmla="*/ 86995 h 138429"/>
                <a:gd name="connsiteX1448" fmla="*/ 3894450 w 4940931"/>
                <a:gd name="connsiteY1448" fmla="*/ 91440 h 138429"/>
                <a:gd name="connsiteX1449" fmla="*/ 3895720 w 4940931"/>
                <a:gd name="connsiteY1449" fmla="*/ 94615 h 138429"/>
                <a:gd name="connsiteX1450" fmla="*/ 3898260 w 4940931"/>
                <a:gd name="connsiteY1450" fmla="*/ 95885 h 138429"/>
                <a:gd name="connsiteX1451" fmla="*/ 3902070 w 4940931"/>
                <a:gd name="connsiteY1451" fmla="*/ 95885 h 138429"/>
                <a:gd name="connsiteX1452" fmla="*/ 3908420 w 4940931"/>
                <a:gd name="connsiteY1452" fmla="*/ 95250 h 138429"/>
                <a:gd name="connsiteX1453" fmla="*/ 3913500 w 4940931"/>
                <a:gd name="connsiteY1453" fmla="*/ 93345 h 138429"/>
                <a:gd name="connsiteX1454" fmla="*/ 3911595 w 4940931"/>
                <a:gd name="connsiteY1454" fmla="*/ 106680 h 138429"/>
                <a:gd name="connsiteX1455" fmla="*/ 3905245 w 4940931"/>
                <a:gd name="connsiteY1455" fmla="*/ 109220 h 138429"/>
                <a:gd name="connsiteX1456" fmla="*/ 3896990 w 4940931"/>
                <a:gd name="connsiteY1456" fmla="*/ 110490 h 138429"/>
                <a:gd name="connsiteX1457" fmla="*/ 3890005 w 4940931"/>
                <a:gd name="connsiteY1457" fmla="*/ 109220 h 138429"/>
                <a:gd name="connsiteX1458" fmla="*/ 3884290 w 4940931"/>
                <a:gd name="connsiteY1458" fmla="*/ 105410 h 138429"/>
                <a:gd name="connsiteX1459" fmla="*/ 3880480 w 4940931"/>
                <a:gd name="connsiteY1459" fmla="*/ 99060 h 138429"/>
                <a:gd name="connsiteX1460" fmla="*/ 3879210 w 4940931"/>
                <a:gd name="connsiteY1460" fmla="*/ 89535 h 138429"/>
                <a:gd name="connsiteX1461" fmla="*/ 3879210 w 4940931"/>
                <a:gd name="connsiteY1461" fmla="*/ 44450 h 138429"/>
                <a:gd name="connsiteX1462" fmla="*/ 3868415 w 4940931"/>
                <a:gd name="connsiteY1462" fmla="*/ 44450 h 138429"/>
                <a:gd name="connsiteX1463" fmla="*/ 3868415 w 4940931"/>
                <a:gd name="connsiteY1463" fmla="*/ 30480 h 138429"/>
                <a:gd name="connsiteX1464" fmla="*/ 3879210 w 4940931"/>
                <a:gd name="connsiteY1464" fmla="*/ 30480 h 138429"/>
                <a:gd name="connsiteX1465" fmla="*/ 3879210 w 4940931"/>
                <a:gd name="connsiteY1465" fmla="*/ 8255 h 138429"/>
                <a:gd name="connsiteX1466" fmla="*/ 3664581 w 4940931"/>
                <a:gd name="connsiteY1466" fmla="*/ 0 h 138429"/>
                <a:gd name="connsiteX1467" fmla="*/ 3664581 w 4940931"/>
                <a:gd name="connsiteY1467" fmla="*/ 30480 h 138429"/>
                <a:gd name="connsiteX1468" fmla="*/ 3683631 w 4940931"/>
                <a:gd name="connsiteY1468" fmla="*/ 30480 h 138429"/>
                <a:gd name="connsiteX1469" fmla="*/ 3683631 w 4940931"/>
                <a:gd name="connsiteY1469" fmla="*/ 44450 h 138429"/>
                <a:gd name="connsiteX1470" fmla="*/ 3664581 w 4940931"/>
                <a:gd name="connsiteY1470" fmla="*/ 44450 h 138429"/>
                <a:gd name="connsiteX1471" fmla="*/ 3664581 w 4940931"/>
                <a:gd name="connsiteY1471" fmla="*/ 86995 h 138429"/>
                <a:gd name="connsiteX1472" fmla="*/ 3664581 w 4940931"/>
                <a:gd name="connsiteY1472" fmla="*/ 91440 h 138429"/>
                <a:gd name="connsiteX1473" fmla="*/ 3665851 w 4940931"/>
                <a:gd name="connsiteY1473" fmla="*/ 94615 h 138429"/>
                <a:gd name="connsiteX1474" fmla="*/ 3668391 w 4940931"/>
                <a:gd name="connsiteY1474" fmla="*/ 95885 h 138429"/>
                <a:gd name="connsiteX1475" fmla="*/ 3672201 w 4940931"/>
                <a:gd name="connsiteY1475" fmla="*/ 95885 h 138429"/>
                <a:gd name="connsiteX1476" fmla="*/ 3678551 w 4940931"/>
                <a:gd name="connsiteY1476" fmla="*/ 95250 h 138429"/>
                <a:gd name="connsiteX1477" fmla="*/ 3683631 w 4940931"/>
                <a:gd name="connsiteY1477" fmla="*/ 93345 h 138429"/>
                <a:gd name="connsiteX1478" fmla="*/ 3681726 w 4940931"/>
                <a:gd name="connsiteY1478" fmla="*/ 106680 h 138429"/>
                <a:gd name="connsiteX1479" fmla="*/ 3675376 w 4940931"/>
                <a:gd name="connsiteY1479" fmla="*/ 109220 h 138429"/>
                <a:gd name="connsiteX1480" fmla="*/ 3667121 w 4940931"/>
                <a:gd name="connsiteY1480" fmla="*/ 110490 h 138429"/>
                <a:gd name="connsiteX1481" fmla="*/ 3660136 w 4940931"/>
                <a:gd name="connsiteY1481" fmla="*/ 109220 h 138429"/>
                <a:gd name="connsiteX1482" fmla="*/ 3654421 w 4940931"/>
                <a:gd name="connsiteY1482" fmla="*/ 105410 h 138429"/>
                <a:gd name="connsiteX1483" fmla="*/ 3650611 w 4940931"/>
                <a:gd name="connsiteY1483" fmla="*/ 99060 h 138429"/>
                <a:gd name="connsiteX1484" fmla="*/ 3649341 w 4940931"/>
                <a:gd name="connsiteY1484" fmla="*/ 89535 h 138429"/>
                <a:gd name="connsiteX1485" fmla="*/ 3649341 w 4940931"/>
                <a:gd name="connsiteY1485" fmla="*/ 44450 h 138429"/>
                <a:gd name="connsiteX1486" fmla="*/ 3638546 w 4940931"/>
                <a:gd name="connsiteY1486" fmla="*/ 44450 h 138429"/>
                <a:gd name="connsiteX1487" fmla="*/ 3638546 w 4940931"/>
                <a:gd name="connsiteY1487" fmla="*/ 30480 h 138429"/>
                <a:gd name="connsiteX1488" fmla="*/ 3649341 w 4940931"/>
                <a:gd name="connsiteY1488" fmla="*/ 30480 h 138429"/>
                <a:gd name="connsiteX1489" fmla="*/ 3649341 w 4940931"/>
                <a:gd name="connsiteY1489" fmla="*/ 8255 h 138429"/>
                <a:gd name="connsiteX1490" fmla="*/ 3610605 w 4940931"/>
                <a:gd name="connsiteY1490" fmla="*/ 0 h 138429"/>
                <a:gd name="connsiteX1491" fmla="*/ 3610605 w 4940931"/>
                <a:gd name="connsiteY1491" fmla="*/ 30480 h 138429"/>
                <a:gd name="connsiteX1492" fmla="*/ 3629655 w 4940931"/>
                <a:gd name="connsiteY1492" fmla="*/ 30480 h 138429"/>
                <a:gd name="connsiteX1493" fmla="*/ 3629655 w 4940931"/>
                <a:gd name="connsiteY1493" fmla="*/ 44450 h 138429"/>
                <a:gd name="connsiteX1494" fmla="*/ 3610605 w 4940931"/>
                <a:gd name="connsiteY1494" fmla="*/ 44450 h 138429"/>
                <a:gd name="connsiteX1495" fmla="*/ 3610605 w 4940931"/>
                <a:gd name="connsiteY1495" fmla="*/ 86995 h 138429"/>
                <a:gd name="connsiteX1496" fmla="*/ 3610605 w 4940931"/>
                <a:gd name="connsiteY1496" fmla="*/ 91440 h 138429"/>
                <a:gd name="connsiteX1497" fmla="*/ 3611875 w 4940931"/>
                <a:gd name="connsiteY1497" fmla="*/ 94615 h 138429"/>
                <a:gd name="connsiteX1498" fmla="*/ 3614415 w 4940931"/>
                <a:gd name="connsiteY1498" fmla="*/ 95885 h 138429"/>
                <a:gd name="connsiteX1499" fmla="*/ 3618225 w 4940931"/>
                <a:gd name="connsiteY1499" fmla="*/ 95885 h 138429"/>
                <a:gd name="connsiteX1500" fmla="*/ 3624575 w 4940931"/>
                <a:gd name="connsiteY1500" fmla="*/ 95250 h 138429"/>
                <a:gd name="connsiteX1501" fmla="*/ 3629655 w 4940931"/>
                <a:gd name="connsiteY1501" fmla="*/ 93345 h 138429"/>
                <a:gd name="connsiteX1502" fmla="*/ 3627750 w 4940931"/>
                <a:gd name="connsiteY1502" fmla="*/ 106680 h 138429"/>
                <a:gd name="connsiteX1503" fmla="*/ 3621400 w 4940931"/>
                <a:gd name="connsiteY1503" fmla="*/ 109220 h 138429"/>
                <a:gd name="connsiteX1504" fmla="*/ 3613145 w 4940931"/>
                <a:gd name="connsiteY1504" fmla="*/ 110490 h 138429"/>
                <a:gd name="connsiteX1505" fmla="*/ 3606160 w 4940931"/>
                <a:gd name="connsiteY1505" fmla="*/ 109220 h 138429"/>
                <a:gd name="connsiteX1506" fmla="*/ 3600445 w 4940931"/>
                <a:gd name="connsiteY1506" fmla="*/ 105410 h 138429"/>
                <a:gd name="connsiteX1507" fmla="*/ 3596635 w 4940931"/>
                <a:gd name="connsiteY1507" fmla="*/ 99060 h 138429"/>
                <a:gd name="connsiteX1508" fmla="*/ 3595365 w 4940931"/>
                <a:gd name="connsiteY1508" fmla="*/ 89535 h 138429"/>
                <a:gd name="connsiteX1509" fmla="*/ 3595365 w 4940931"/>
                <a:gd name="connsiteY1509" fmla="*/ 44450 h 138429"/>
                <a:gd name="connsiteX1510" fmla="*/ 3584570 w 4940931"/>
                <a:gd name="connsiteY1510" fmla="*/ 44450 h 138429"/>
                <a:gd name="connsiteX1511" fmla="*/ 3584570 w 4940931"/>
                <a:gd name="connsiteY1511" fmla="*/ 30480 h 138429"/>
                <a:gd name="connsiteX1512" fmla="*/ 3595365 w 4940931"/>
                <a:gd name="connsiteY1512" fmla="*/ 30480 h 138429"/>
                <a:gd name="connsiteX1513" fmla="*/ 3595365 w 4940931"/>
                <a:gd name="connsiteY1513" fmla="*/ 8255 h 138429"/>
                <a:gd name="connsiteX1514" fmla="*/ 3445505 w 4940931"/>
                <a:gd name="connsiteY1514" fmla="*/ 0 h 138429"/>
                <a:gd name="connsiteX1515" fmla="*/ 3445505 w 4940931"/>
                <a:gd name="connsiteY1515" fmla="*/ 37465 h 138429"/>
                <a:gd name="connsiteX1516" fmla="*/ 3449950 w 4940931"/>
                <a:gd name="connsiteY1516" fmla="*/ 33655 h 138429"/>
                <a:gd name="connsiteX1517" fmla="*/ 3453760 w 4940931"/>
                <a:gd name="connsiteY1517" fmla="*/ 31115 h 138429"/>
                <a:gd name="connsiteX1518" fmla="*/ 3458840 w 4940931"/>
                <a:gd name="connsiteY1518" fmla="*/ 29210 h 138429"/>
                <a:gd name="connsiteX1519" fmla="*/ 3465825 w 4940931"/>
                <a:gd name="connsiteY1519" fmla="*/ 28575 h 138429"/>
                <a:gd name="connsiteX1520" fmla="*/ 3477890 w 4940931"/>
                <a:gd name="connsiteY1520" fmla="*/ 31115 h 138429"/>
                <a:gd name="connsiteX1521" fmla="*/ 3487415 w 4940931"/>
                <a:gd name="connsiteY1521" fmla="*/ 38735 h 138429"/>
                <a:gd name="connsiteX1522" fmla="*/ 3493765 w 4940931"/>
                <a:gd name="connsiteY1522" fmla="*/ 51435 h 138429"/>
                <a:gd name="connsiteX1523" fmla="*/ 3496305 w 4940931"/>
                <a:gd name="connsiteY1523" fmla="*/ 70485 h 138429"/>
                <a:gd name="connsiteX1524" fmla="*/ 3495670 w 4940931"/>
                <a:gd name="connsiteY1524" fmla="*/ 71120 h 138429"/>
                <a:gd name="connsiteX1525" fmla="*/ 3493130 w 4940931"/>
                <a:gd name="connsiteY1525" fmla="*/ 88265 h 138429"/>
                <a:gd name="connsiteX1526" fmla="*/ 3486145 w 4940931"/>
                <a:gd name="connsiteY1526" fmla="*/ 100330 h 138429"/>
                <a:gd name="connsiteX1527" fmla="*/ 3476620 w 4940931"/>
                <a:gd name="connsiteY1527" fmla="*/ 107315 h 138429"/>
                <a:gd name="connsiteX1528" fmla="*/ 3465190 w 4940931"/>
                <a:gd name="connsiteY1528" fmla="*/ 109855 h 138429"/>
                <a:gd name="connsiteX1529" fmla="*/ 3454395 w 4940931"/>
                <a:gd name="connsiteY1529" fmla="*/ 107315 h 138429"/>
                <a:gd name="connsiteX1530" fmla="*/ 3445505 w 4940931"/>
                <a:gd name="connsiteY1530" fmla="*/ 100965 h 138429"/>
                <a:gd name="connsiteX1531" fmla="*/ 3445505 w 4940931"/>
                <a:gd name="connsiteY1531" fmla="*/ 107950 h 138429"/>
                <a:gd name="connsiteX1532" fmla="*/ 3430265 w 4940931"/>
                <a:gd name="connsiteY1532" fmla="*/ 107950 h 138429"/>
                <a:gd name="connsiteX1533" fmla="*/ 3430265 w 4940931"/>
                <a:gd name="connsiteY1533" fmla="*/ 7620 h 138429"/>
                <a:gd name="connsiteX1534" fmla="*/ 2380611 w 4940931"/>
                <a:gd name="connsiteY1534" fmla="*/ 0 h 138429"/>
                <a:gd name="connsiteX1535" fmla="*/ 2380611 w 4940931"/>
                <a:gd name="connsiteY1535" fmla="*/ 30480 h 138429"/>
                <a:gd name="connsiteX1536" fmla="*/ 2399661 w 4940931"/>
                <a:gd name="connsiteY1536" fmla="*/ 30480 h 138429"/>
                <a:gd name="connsiteX1537" fmla="*/ 2399661 w 4940931"/>
                <a:gd name="connsiteY1537" fmla="*/ 44450 h 138429"/>
                <a:gd name="connsiteX1538" fmla="*/ 2380611 w 4940931"/>
                <a:gd name="connsiteY1538" fmla="*/ 44450 h 138429"/>
                <a:gd name="connsiteX1539" fmla="*/ 2380611 w 4940931"/>
                <a:gd name="connsiteY1539" fmla="*/ 86995 h 138429"/>
                <a:gd name="connsiteX1540" fmla="*/ 2380611 w 4940931"/>
                <a:gd name="connsiteY1540" fmla="*/ 91440 h 138429"/>
                <a:gd name="connsiteX1541" fmla="*/ 2381881 w 4940931"/>
                <a:gd name="connsiteY1541" fmla="*/ 94615 h 138429"/>
                <a:gd name="connsiteX1542" fmla="*/ 2384421 w 4940931"/>
                <a:gd name="connsiteY1542" fmla="*/ 95885 h 138429"/>
                <a:gd name="connsiteX1543" fmla="*/ 2388231 w 4940931"/>
                <a:gd name="connsiteY1543" fmla="*/ 95885 h 138429"/>
                <a:gd name="connsiteX1544" fmla="*/ 2394581 w 4940931"/>
                <a:gd name="connsiteY1544" fmla="*/ 95250 h 138429"/>
                <a:gd name="connsiteX1545" fmla="*/ 2399661 w 4940931"/>
                <a:gd name="connsiteY1545" fmla="*/ 93345 h 138429"/>
                <a:gd name="connsiteX1546" fmla="*/ 2397756 w 4940931"/>
                <a:gd name="connsiteY1546" fmla="*/ 106680 h 138429"/>
                <a:gd name="connsiteX1547" fmla="*/ 2391406 w 4940931"/>
                <a:gd name="connsiteY1547" fmla="*/ 109220 h 138429"/>
                <a:gd name="connsiteX1548" fmla="*/ 2383151 w 4940931"/>
                <a:gd name="connsiteY1548" fmla="*/ 110490 h 138429"/>
                <a:gd name="connsiteX1549" fmla="*/ 2376166 w 4940931"/>
                <a:gd name="connsiteY1549" fmla="*/ 109220 h 138429"/>
                <a:gd name="connsiteX1550" fmla="*/ 2370451 w 4940931"/>
                <a:gd name="connsiteY1550" fmla="*/ 105410 h 138429"/>
                <a:gd name="connsiteX1551" fmla="*/ 2366641 w 4940931"/>
                <a:gd name="connsiteY1551" fmla="*/ 99060 h 138429"/>
                <a:gd name="connsiteX1552" fmla="*/ 2365371 w 4940931"/>
                <a:gd name="connsiteY1552" fmla="*/ 89535 h 138429"/>
                <a:gd name="connsiteX1553" fmla="*/ 2365371 w 4940931"/>
                <a:gd name="connsiteY1553" fmla="*/ 44450 h 138429"/>
                <a:gd name="connsiteX1554" fmla="*/ 2354576 w 4940931"/>
                <a:gd name="connsiteY1554" fmla="*/ 44450 h 138429"/>
                <a:gd name="connsiteX1555" fmla="*/ 2354576 w 4940931"/>
                <a:gd name="connsiteY1555" fmla="*/ 30480 h 138429"/>
                <a:gd name="connsiteX1556" fmla="*/ 2365371 w 4940931"/>
                <a:gd name="connsiteY1556" fmla="*/ 30480 h 138429"/>
                <a:gd name="connsiteX1557" fmla="*/ 2365371 w 4940931"/>
                <a:gd name="connsiteY1557" fmla="*/ 8255 h 138429"/>
                <a:gd name="connsiteX1558" fmla="*/ 2150741 w 4940931"/>
                <a:gd name="connsiteY1558" fmla="*/ 0 h 138429"/>
                <a:gd name="connsiteX1559" fmla="*/ 2150741 w 4940931"/>
                <a:gd name="connsiteY1559" fmla="*/ 30480 h 138429"/>
                <a:gd name="connsiteX1560" fmla="*/ 2169791 w 4940931"/>
                <a:gd name="connsiteY1560" fmla="*/ 30480 h 138429"/>
                <a:gd name="connsiteX1561" fmla="*/ 2169791 w 4940931"/>
                <a:gd name="connsiteY1561" fmla="*/ 44450 h 138429"/>
                <a:gd name="connsiteX1562" fmla="*/ 2150741 w 4940931"/>
                <a:gd name="connsiteY1562" fmla="*/ 44450 h 138429"/>
                <a:gd name="connsiteX1563" fmla="*/ 2150741 w 4940931"/>
                <a:gd name="connsiteY1563" fmla="*/ 86995 h 138429"/>
                <a:gd name="connsiteX1564" fmla="*/ 2150741 w 4940931"/>
                <a:gd name="connsiteY1564" fmla="*/ 91440 h 138429"/>
                <a:gd name="connsiteX1565" fmla="*/ 2152011 w 4940931"/>
                <a:gd name="connsiteY1565" fmla="*/ 94615 h 138429"/>
                <a:gd name="connsiteX1566" fmla="*/ 2154551 w 4940931"/>
                <a:gd name="connsiteY1566" fmla="*/ 95885 h 138429"/>
                <a:gd name="connsiteX1567" fmla="*/ 2158361 w 4940931"/>
                <a:gd name="connsiteY1567" fmla="*/ 95885 h 138429"/>
                <a:gd name="connsiteX1568" fmla="*/ 2164711 w 4940931"/>
                <a:gd name="connsiteY1568" fmla="*/ 95250 h 138429"/>
                <a:gd name="connsiteX1569" fmla="*/ 2169791 w 4940931"/>
                <a:gd name="connsiteY1569" fmla="*/ 93345 h 138429"/>
                <a:gd name="connsiteX1570" fmla="*/ 2167886 w 4940931"/>
                <a:gd name="connsiteY1570" fmla="*/ 106680 h 138429"/>
                <a:gd name="connsiteX1571" fmla="*/ 2161536 w 4940931"/>
                <a:gd name="connsiteY1571" fmla="*/ 109220 h 138429"/>
                <a:gd name="connsiteX1572" fmla="*/ 2153281 w 4940931"/>
                <a:gd name="connsiteY1572" fmla="*/ 110490 h 138429"/>
                <a:gd name="connsiteX1573" fmla="*/ 2146296 w 4940931"/>
                <a:gd name="connsiteY1573" fmla="*/ 109220 h 138429"/>
                <a:gd name="connsiteX1574" fmla="*/ 2140581 w 4940931"/>
                <a:gd name="connsiteY1574" fmla="*/ 105410 h 138429"/>
                <a:gd name="connsiteX1575" fmla="*/ 2136771 w 4940931"/>
                <a:gd name="connsiteY1575" fmla="*/ 99060 h 138429"/>
                <a:gd name="connsiteX1576" fmla="*/ 2135501 w 4940931"/>
                <a:gd name="connsiteY1576" fmla="*/ 89535 h 138429"/>
                <a:gd name="connsiteX1577" fmla="*/ 2135501 w 4940931"/>
                <a:gd name="connsiteY1577" fmla="*/ 44450 h 138429"/>
                <a:gd name="connsiteX1578" fmla="*/ 2124706 w 4940931"/>
                <a:gd name="connsiteY1578" fmla="*/ 44450 h 138429"/>
                <a:gd name="connsiteX1579" fmla="*/ 2124706 w 4940931"/>
                <a:gd name="connsiteY1579" fmla="*/ 30480 h 138429"/>
                <a:gd name="connsiteX1580" fmla="*/ 2135501 w 4940931"/>
                <a:gd name="connsiteY1580" fmla="*/ 30480 h 138429"/>
                <a:gd name="connsiteX1581" fmla="*/ 2135501 w 4940931"/>
                <a:gd name="connsiteY1581" fmla="*/ 8255 h 138429"/>
                <a:gd name="connsiteX1582" fmla="*/ 2096131 w 4940931"/>
                <a:gd name="connsiteY1582" fmla="*/ 0 h 138429"/>
                <a:gd name="connsiteX1583" fmla="*/ 2096131 w 4940931"/>
                <a:gd name="connsiteY1583" fmla="*/ 30480 h 138429"/>
                <a:gd name="connsiteX1584" fmla="*/ 2115181 w 4940931"/>
                <a:gd name="connsiteY1584" fmla="*/ 30480 h 138429"/>
                <a:gd name="connsiteX1585" fmla="*/ 2115181 w 4940931"/>
                <a:gd name="connsiteY1585" fmla="*/ 44450 h 138429"/>
                <a:gd name="connsiteX1586" fmla="*/ 2096131 w 4940931"/>
                <a:gd name="connsiteY1586" fmla="*/ 44450 h 138429"/>
                <a:gd name="connsiteX1587" fmla="*/ 2096131 w 4940931"/>
                <a:gd name="connsiteY1587" fmla="*/ 86995 h 138429"/>
                <a:gd name="connsiteX1588" fmla="*/ 2096131 w 4940931"/>
                <a:gd name="connsiteY1588" fmla="*/ 91440 h 138429"/>
                <a:gd name="connsiteX1589" fmla="*/ 2097401 w 4940931"/>
                <a:gd name="connsiteY1589" fmla="*/ 94615 h 138429"/>
                <a:gd name="connsiteX1590" fmla="*/ 2099941 w 4940931"/>
                <a:gd name="connsiteY1590" fmla="*/ 95885 h 138429"/>
                <a:gd name="connsiteX1591" fmla="*/ 2103751 w 4940931"/>
                <a:gd name="connsiteY1591" fmla="*/ 95885 h 138429"/>
                <a:gd name="connsiteX1592" fmla="*/ 2110101 w 4940931"/>
                <a:gd name="connsiteY1592" fmla="*/ 95250 h 138429"/>
                <a:gd name="connsiteX1593" fmla="*/ 2115181 w 4940931"/>
                <a:gd name="connsiteY1593" fmla="*/ 93345 h 138429"/>
                <a:gd name="connsiteX1594" fmla="*/ 2113276 w 4940931"/>
                <a:gd name="connsiteY1594" fmla="*/ 106680 h 138429"/>
                <a:gd name="connsiteX1595" fmla="*/ 2106926 w 4940931"/>
                <a:gd name="connsiteY1595" fmla="*/ 109220 h 138429"/>
                <a:gd name="connsiteX1596" fmla="*/ 2098671 w 4940931"/>
                <a:gd name="connsiteY1596" fmla="*/ 110490 h 138429"/>
                <a:gd name="connsiteX1597" fmla="*/ 2091686 w 4940931"/>
                <a:gd name="connsiteY1597" fmla="*/ 109220 h 138429"/>
                <a:gd name="connsiteX1598" fmla="*/ 2085971 w 4940931"/>
                <a:gd name="connsiteY1598" fmla="*/ 105410 h 138429"/>
                <a:gd name="connsiteX1599" fmla="*/ 2082161 w 4940931"/>
                <a:gd name="connsiteY1599" fmla="*/ 99060 h 138429"/>
                <a:gd name="connsiteX1600" fmla="*/ 2080891 w 4940931"/>
                <a:gd name="connsiteY1600" fmla="*/ 89535 h 138429"/>
                <a:gd name="connsiteX1601" fmla="*/ 2080891 w 4940931"/>
                <a:gd name="connsiteY1601" fmla="*/ 44450 h 138429"/>
                <a:gd name="connsiteX1602" fmla="*/ 2070096 w 4940931"/>
                <a:gd name="connsiteY1602" fmla="*/ 44450 h 138429"/>
                <a:gd name="connsiteX1603" fmla="*/ 2070096 w 4940931"/>
                <a:gd name="connsiteY1603" fmla="*/ 30480 h 138429"/>
                <a:gd name="connsiteX1604" fmla="*/ 2080891 w 4940931"/>
                <a:gd name="connsiteY1604" fmla="*/ 30480 h 138429"/>
                <a:gd name="connsiteX1605" fmla="*/ 2080891 w 4940931"/>
                <a:gd name="connsiteY1605" fmla="*/ 8255 h 138429"/>
                <a:gd name="connsiteX1606" fmla="*/ 1931665 w 4940931"/>
                <a:gd name="connsiteY1606" fmla="*/ 0 h 138429"/>
                <a:gd name="connsiteX1607" fmla="*/ 1931665 w 4940931"/>
                <a:gd name="connsiteY1607" fmla="*/ 37465 h 138429"/>
                <a:gd name="connsiteX1608" fmla="*/ 1936110 w 4940931"/>
                <a:gd name="connsiteY1608" fmla="*/ 33655 h 138429"/>
                <a:gd name="connsiteX1609" fmla="*/ 1939920 w 4940931"/>
                <a:gd name="connsiteY1609" fmla="*/ 31115 h 138429"/>
                <a:gd name="connsiteX1610" fmla="*/ 1945000 w 4940931"/>
                <a:gd name="connsiteY1610" fmla="*/ 29210 h 138429"/>
                <a:gd name="connsiteX1611" fmla="*/ 1951985 w 4940931"/>
                <a:gd name="connsiteY1611" fmla="*/ 28575 h 138429"/>
                <a:gd name="connsiteX1612" fmla="*/ 1964050 w 4940931"/>
                <a:gd name="connsiteY1612" fmla="*/ 31115 h 138429"/>
                <a:gd name="connsiteX1613" fmla="*/ 1973575 w 4940931"/>
                <a:gd name="connsiteY1613" fmla="*/ 38735 h 138429"/>
                <a:gd name="connsiteX1614" fmla="*/ 1979925 w 4940931"/>
                <a:gd name="connsiteY1614" fmla="*/ 51435 h 138429"/>
                <a:gd name="connsiteX1615" fmla="*/ 1982465 w 4940931"/>
                <a:gd name="connsiteY1615" fmla="*/ 70485 h 138429"/>
                <a:gd name="connsiteX1616" fmla="*/ 1981830 w 4940931"/>
                <a:gd name="connsiteY1616" fmla="*/ 71120 h 138429"/>
                <a:gd name="connsiteX1617" fmla="*/ 1979290 w 4940931"/>
                <a:gd name="connsiteY1617" fmla="*/ 88265 h 138429"/>
                <a:gd name="connsiteX1618" fmla="*/ 1972305 w 4940931"/>
                <a:gd name="connsiteY1618" fmla="*/ 100330 h 138429"/>
                <a:gd name="connsiteX1619" fmla="*/ 1962780 w 4940931"/>
                <a:gd name="connsiteY1619" fmla="*/ 107315 h 138429"/>
                <a:gd name="connsiteX1620" fmla="*/ 1951350 w 4940931"/>
                <a:gd name="connsiteY1620" fmla="*/ 109855 h 138429"/>
                <a:gd name="connsiteX1621" fmla="*/ 1940555 w 4940931"/>
                <a:gd name="connsiteY1621" fmla="*/ 107315 h 138429"/>
                <a:gd name="connsiteX1622" fmla="*/ 1931665 w 4940931"/>
                <a:gd name="connsiteY1622" fmla="*/ 100965 h 138429"/>
                <a:gd name="connsiteX1623" fmla="*/ 1931665 w 4940931"/>
                <a:gd name="connsiteY1623" fmla="*/ 107950 h 138429"/>
                <a:gd name="connsiteX1624" fmla="*/ 1916425 w 4940931"/>
                <a:gd name="connsiteY1624" fmla="*/ 107950 h 138429"/>
                <a:gd name="connsiteX1625" fmla="*/ 1916425 w 4940931"/>
                <a:gd name="connsiteY1625" fmla="*/ 7620 h 138429"/>
                <a:gd name="connsiteX1626" fmla="*/ 1316991 w 4940931"/>
                <a:gd name="connsiteY1626" fmla="*/ 0 h 138429"/>
                <a:gd name="connsiteX1627" fmla="*/ 1316991 w 4940931"/>
                <a:gd name="connsiteY1627" fmla="*/ 30480 h 138429"/>
                <a:gd name="connsiteX1628" fmla="*/ 1336041 w 4940931"/>
                <a:gd name="connsiteY1628" fmla="*/ 30480 h 138429"/>
                <a:gd name="connsiteX1629" fmla="*/ 1336041 w 4940931"/>
                <a:gd name="connsiteY1629" fmla="*/ 44450 h 138429"/>
                <a:gd name="connsiteX1630" fmla="*/ 1316991 w 4940931"/>
                <a:gd name="connsiteY1630" fmla="*/ 44450 h 138429"/>
                <a:gd name="connsiteX1631" fmla="*/ 1316991 w 4940931"/>
                <a:gd name="connsiteY1631" fmla="*/ 86995 h 138429"/>
                <a:gd name="connsiteX1632" fmla="*/ 1316991 w 4940931"/>
                <a:gd name="connsiteY1632" fmla="*/ 91440 h 138429"/>
                <a:gd name="connsiteX1633" fmla="*/ 1318261 w 4940931"/>
                <a:gd name="connsiteY1633" fmla="*/ 94615 h 138429"/>
                <a:gd name="connsiteX1634" fmla="*/ 1320801 w 4940931"/>
                <a:gd name="connsiteY1634" fmla="*/ 95885 h 138429"/>
                <a:gd name="connsiteX1635" fmla="*/ 1324611 w 4940931"/>
                <a:gd name="connsiteY1635" fmla="*/ 95885 h 138429"/>
                <a:gd name="connsiteX1636" fmla="*/ 1330961 w 4940931"/>
                <a:gd name="connsiteY1636" fmla="*/ 95250 h 138429"/>
                <a:gd name="connsiteX1637" fmla="*/ 1336041 w 4940931"/>
                <a:gd name="connsiteY1637" fmla="*/ 93345 h 138429"/>
                <a:gd name="connsiteX1638" fmla="*/ 1334136 w 4940931"/>
                <a:gd name="connsiteY1638" fmla="*/ 106680 h 138429"/>
                <a:gd name="connsiteX1639" fmla="*/ 1327786 w 4940931"/>
                <a:gd name="connsiteY1639" fmla="*/ 109220 h 138429"/>
                <a:gd name="connsiteX1640" fmla="*/ 1319531 w 4940931"/>
                <a:gd name="connsiteY1640" fmla="*/ 110490 h 138429"/>
                <a:gd name="connsiteX1641" fmla="*/ 1312546 w 4940931"/>
                <a:gd name="connsiteY1641" fmla="*/ 109220 h 138429"/>
                <a:gd name="connsiteX1642" fmla="*/ 1306831 w 4940931"/>
                <a:gd name="connsiteY1642" fmla="*/ 105410 h 138429"/>
                <a:gd name="connsiteX1643" fmla="*/ 1303021 w 4940931"/>
                <a:gd name="connsiteY1643" fmla="*/ 99060 h 138429"/>
                <a:gd name="connsiteX1644" fmla="*/ 1301751 w 4940931"/>
                <a:gd name="connsiteY1644" fmla="*/ 89535 h 138429"/>
                <a:gd name="connsiteX1645" fmla="*/ 1301751 w 4940931"/>
                <a:gd name="connsiteY1645" fmla="*/ 44450 h 138429"/>
                <a:gd name="connsiteX1646" fmla="*/ 1290956 w 4940931"/>
                <a:gd name="connsiteY1646" fmla="*/ 44450 h 138429"/>
                <a:gd name="connsiteX1647" fmla="*/ 1290956 w 4940931"/>
                <a:gd name="connsiteY1647" fmla="*/ 30480 h 138429"/>
                <a:gd name="connsiteX1648" fmla="*/ 1301751 w 4940931"/>
                <a:gd name="connsiteY1648" fmla="*/ 30480 h 138429"/>
                <a:gd name="connsiteX1649" fmla="*/ 1301751 w 4940931"/>
                <a:gd name="connsiteY1649" fmla="*/ 8255 h 138429"/>
                <a:gd name="connsiteX1650" fmla="*/ 751206 w 4940931"/>
                <a:gd name="connsiteY1650" fmla="*/ 0 h 138429"/>
                <a:gd name="connsiteX1651" fmla="*/ 751206 w 4940931"/>
                <a:gd name="connsiteY1651" fmla="*/ 30480 h 138429"/>
                <a:gd name="connsiteX1652" fmla="*/ 770256 w 4940931"/>
                <a:gd name="connsiteY1652" fmla="*/ 30480 h 138429"/>
                <a:gd name="connsiteX1653" fmla="*/ 770256 w 4940931"/>
                <a:gd name="connsiteY1653" fmla="*/ 44450 h 138429"/>
                <a:gd name="connsiteX1654" fmla="*/ 751206 w 4940931"/>
                <a:gd name="connsiteY1654" fmla="*/ 44450 h 138429"/>
                <a:gd name="connsiteX1655" fmla="*/ 751206 w 4940931"/>
                <a:gd name="connsiteY1655" fmla="*/ 86995 h 138429"/>
                <a:gd name="connsiteX1656" fmla="*/ 751206 w 4940931"/>
                <a:gd name="connsiteY1656" fmla="*/ 91440 h 138429"/>
                <a:gd name="connsiteX1657" fmla="*/ 752476 w 4940931"/>
                <a:gd name="connsiteY1657" fmla="*/ 94615 h 138429"/>
                <a:gd name="connsiteX1658" fmla="*/ 755016 w 4940931"/>
                <a:gd name="connsiteY1658" fmla="*/ 95885 h 138429"/>
                <a:gd name="connsiteX1659" fmla="*/ 758826 w 4940931"/>
                <a:gd name="connsiteY1659" fmla="*/ 95885 h 138429"/>
                <a:gd name="connsiteX1660" fmla="*/ 765176 w 4940931"/>
                <a:gd name="connsiteY1660" fmla="*/ 95250 h 138429"/>
                <a:gd name="connsiteX1661" fmla="*/ 770256 w 4940931"/>
                <a:gd name="connsiteY1661" fmla="*/ 93345 h 138429"/>
                <a:gd name="connsiteX1662" fmla="*/ 768351 w 4940931"/>
                <a:gd name="connsiteY1662" fmla="*/ 106680 h 138429"/>
                <a:gd name="connsiteX1663" fmla="*/ 762001 w 4940931"/>
                <a:gd name="connsiteY1663" fmla="*/ 109220 h 138429"/>
                <a:gd name="connsiteX1664" fmla="*/ 753746 w 4940931"/>
                <a:gd name="connsiteY1664" fmla="*/ 110490 h 138429"/>
                <a:gd name="connsiteX1665" fmla="*/ 746761 w 4940931"/>
                <a:gd name="connsiteY1665" fmla="*/ 109220 h 138429"/>
                <a:gd name="connsiteX1666" fmla="*/ 741045 w 4940931"/>
                <a:gd name="connsiteY1666" fmla="*/ 105410 h 138429"/>
                <a:gd name="connsiteX1667" fmla="*/ 737236 w 4940931"/>
                <a:gd name="connsiteY1667" fmla="*/ 99060 h 138429"/>
                <a:gd name="connsiteX1668" fmla="*/ 735966 w 4940931"/>
                <a:gd name="connsiteY1668" fmla="*/ 89535 h 138429"/>
                <a:gd name="connsiteX1669" fmla="*/ 735966 w 4940931"/>
                <a:gd name="connsiteY1669" fmla="*/ 44450 h 138429"/>
                <a:gd name="connsiteX1670" fmla="*/ 725171 w 4940931"/>
                <a:gd name="connsiteY1670" fmla="*/ 44450 h 138429"/>
                <a:gd name="connsiteX1671" fmla="*/ 725171 w 4940931"/>
                <a:gd name="connsiteY1671" fmla="*/ 30480 h 138429"/>
                <a:gd name="connsiteX1672" fmla="*/ 735966 w 4940931"/>
                <a:gd name="connsiteY1672" fmla="*/ 30480 h 138429"/>
                <a:gd name="connsiteX1673" fmla="*/ 735966 w 4940931"/>
                <a:gd name="connsiteY1673" fmla="*/ 8255 h 138429"/>
                <a:gd name="connsiteX1674" fmla="*/ 521335 w 4940931"/>
                <a:gd name="connsiteY1674" fmla="*/ 0 h 138429"/>
                <a:gd name="connsiteX1675" fmla="*/ 521335 w 4940931"/>
                <a:gd name="connsiteY1675" fmla="*/ 30480 h 138429"/>
                <a:gd name="connsiteX1676" fmla="*/ 540385 w 4940931"/>
                <a:gd name="connsiteY1676" fmla="*/ 30480 h 138429"/>
                <a:gd name="connsiteX1677" fmla="*/ 540385 w 4940931"/>
                <a:gd name="connsiteY1677" fmla="*/ 44450 h 138429"/>
                <a:gd name="connsiteX1678" fmla="*/ 521335 w 4940931"/>
                <a:gd name="connsiteY1678" fmla="*/ 44450 h 138429"/>
                <a:gd name="connsiteX1679" fmla="*/ 521335 w 4940931"/>
                <a:gd name="connsiteY1679" fmla="*/ 86995 h 138429"/>
                <a:gd name="connsiteX1680" fmla="*/ 521335 w 4940931"/>
                <a:gd name="connsiteY1680" fmla="*/ 91440 h 138429"/>
                <a:gd name="connsiteX1681" fmla="*/ 522605 w 4940931"/>
                <a:gd name="connsiteY1681" fmla="*/ 94615 h 138429"/>
                <a:gd name="connsiteX1682" fmla="*/ 525145 w 4940931"/>
                <a:gd name="connsiteY1682" fmla="*/ 95885 h 138429"/>
                <a:gd name="connsiteX1683" fmla="*/ 528955 w 4940931"/>
                <a:gd name="connsiteY1683" fmla="*/ 95885 h 138429"/>
                <a:gd name="connsiteX1684" fmla="*/ 535305 w 4940931"/>
                <a:gd name="connsiteY1684" fmla="*/ 95250 h 138429"/>
                <a:gd name="connsiteX1685" fmla="*/ 540385 w 4940931"/>
                <a:gd name="connsiteY1685" fmla="*/ 93345 h 138429"/>
                <a:gd name="connsiteX1686" fmla="*/ 538480 w 4940931"/>
                <a:gd name="connsiteY1686" fmla="*/ 106680 h 138429"/>
                <a:gd name="connsiteX1687" fmla="*/ 532130 w 4940931"/>
                <a:gd name="connsiteY1687" fmla="*/ 109220 h 138429"/>
                <a:gd name="connsiteX1688" fmla="*/ 523875 w 4940931"/>
                <a:gd name="connsiteY1688" fmla="*/ 110490 h 138429"/>
                <a:gd name="connsiteX1689" fmla="*/ 516890 w 4940931"/>
                <a:gd name="connsiteY1689" fmla="*/ 109220 h 138429"/>
                <a:gd name="connsiteX1690" fmla="*/ 511175 w 4940931"/>
                <a:gd name="connsiteY1690" fmla="*/ 105410 h 138429"/>
                <a:gd name="connsiteX1691" fmla="*/ 507365 w 4940931"/>
                <a:gd name="connsiteY1691" fmla="*/ 99060 h 138429"/>
                <a:gd name="connsiteX1692" fmla="*/ 506095 w 4940931"/>
                <a:gd name="connsiteY1692" fmla="*/ 89535 h 138429"/>
                <a:gd name="connsiteX1693" fmla="*/ 506095 w 4940931"/>
                <a:gd name="connsiteY1693" fmla="*/ 44450 h 138429"/>
                <a:gd name="connsiteX1694" fmla="*/ 495300 w 4940931"/>
                <a:gd name="connsiteY1694" fmla="*/ 44450 h 138429"/>
                <a:gd name="connsiteX1695" fmla="*/ 495300 w 4940931"/>
                <a:gd name="connsiteY1695" fmla="*/ 30480 h 138429"/>
                <a:gd name="connsiteX1696" fmla="*/ 506095 w 4940931"/>
                <a:gd name="connsiteY1696" fmla="*/ 30480 h 138429"/>
                <a:gd name="connsiteX1697" fmla="*/ 506095 w 4940931"/>
                <a:gd name="connsiteY1697" fmla="*/ 8255 h 138429"/>
                <a:gd name="connsiteX1698" fmla="*/ 466724 w 4940931"/>
                <a:gd name="connsiteY1698" fmla="*/ 0 h 138429"/>
                <a:gd name="connsiteX1699" fmla="*/ 466724 w 4940931"/>
                <a:gd name="connsiteY1699" fmla="*/ 30480 h 138429"/>
                <a:gd name="connsiteX1700" fmla="*/ 485774 w 4940931"/>
                <a:gd name="connsiteY1700" fmla="*/ 30480 h 138429"/>
                <a:gd name="connsiteX1701" fmla="*/ 485774 w 4940931"/>
                <a:gd name="connsiteY1701" fmla="*/ 44450 h 138429"/>
                <a:gd name="connsiteX1702" fmla="*/ 466724 w 4940931"/>
                <a:gd name="connsiteY1702" fmla="*/ 44450 h 138429"/>
                <a:gd name="connsiteX1703" fmla="*/ 466724 w 4940931"/>
                <a:gd name="connsiteY1703" fmla="*/ 86995 h 138429"/>
                <a:gd name="connsiteX1704" fmla="*/ 466724 w 4940931"/>
                <a:gd name="connsiteY1704" fmla="*/ 91440 h 138429"/>
                <a:gd name="connsiteX1705" fmla="*/ 467994 w 4940931"/>
                <a:gd name="connsiteY1705" fmla="*/ 94615 h 138429"/>
                <a:gd name="connsiteX1706" fmla="*/ 470534 w 4940931"/>
                <a:gd name="connsiteY1706" fmla="*/ 95885 h 138429"/>
                <a:gd name="connsiteX1707" fmla="*/ 474344 w 4940931"/>
                <a:gd name="connsiteY1707" fmla="*/ 95885 h 138429"/>
                <a:gd name="connsiteX1708" fmla="*/ 480694 w 4940931"/>
                <a:gd name="connsiteY1708" fmla="*/ 95250 h 138429"/>
                <a:gd name="connsiteX1709" fmla="*/ 485774 w 4940931"/>
                <a:gd name="connsiteY1709" fmla="*/ 93345 h 138429"/>
                <a:gd name="connsiteX1710" fmla="*/ 483869 w 4940931"/>
                <a:gd name="connsiteY1710" fmla="*/ 106680 h 138429"/>
                <a:gd name="connsiteX1711" fmla="*/ 477519 w 4940931"/>
                <a:gd name="connsiteY1711" fmla="*/ 109220 h 138429"/>
                <a:gd name="connsiteX1712" fmla="*/ 469264 w 4940931"/>
                <a:gd name="connsiteY1712" fmla="*/ 110490 h 138429"/>
                <a:gd name="connsiteX1713" fmla="*/ 462279 w 4940931"/>
                <a:gd name="connsiteY1713" fmla="*/ 109220 h 138429"/>
                <a:gd name="connsiteX1714" fmla="*/ 456564 w 4940931"/>
                <a:gd name="connsiteY1714" fmla="*/ 105410 h 138429"/>
                <a:gd name="connsiteX1715" fmla="*/ 452754 w 4940931"/>
                <a:gd name="connsiteY1715" fmla="*/ 99060 h 138429"/>
                <a:gd name="connsiteX1716" fmla="*/ 451484 w 4940931"/>
                <a:gd name="connsiteY1716" fmla="*/ 89535 h 138429"/>
                <a:gd name="connsiteX1717" fmla="*/ 451484 w 4940931"/>
                <a:gd name="connsiteY1717" fmla="*/ 44450 h 138429"/>
                <a:gd name="connsiteX1718" fmla="*/ 440689 w 4940931"/>
                <a:gd name="connsiteY1718" fmla="*/ 44450 h 138429"/>
                <a:gd name="connsiteX1719" fmla="*/ 440689 w 4940931"/>
                <a:gd name="connsiteY1719" fmla="*/ 30480 h 138429"/>
                <a:gd name="connsiteX1720" fmla="*/ 451484 w 4940931"/>
                <a:gd name="connsiteY1720" fmla="*/ 30480 h 138429"/>
                <a:gd name="connsiteX1721" fmla="*/ 451484 w 4940931"/>
                <a:gd name="connsiteY1721" fmla="*/ 8255 h 138429"/>
                <a:gd name="connsiteX1722" fmla="*/ 302259 w 4940931"/>
                <a:gd name="connsiteY1722" fmla="*/ 0 h 138429"/>
                <a:gd name="connsiteX1723" fmla="*/ 302259 w 4940931"/>
                <a:gd name="connsiteY1723" fmla="*/ 37465 h 138429"/>
                <a:gd name="connsiteX1724" fmla="*/ 306704 w 4940931"/>
                <a:gd name="connsiteY1724" fmla="*/ 33655 h 138429"/>
                <a:gd name="connsiteX1725" fmla="*/ 310514 w 4940931"/>
                <a:gd name="connsiteY1725" fmla="*/ 31115 h 138429"/>
                <a:gd name="connsiteX1726" fmla="*/ 315594 w 4940931"/>
                <a:gd name="connsiteY1726" fmla="*/ 29210 h 138429"/>
                <a:gd name="connsiteX1727" fmla="*/ 322579 w 4940931"/>
                <a:gd name="connsiteY1727" fmla="*/ 28575 h 138429"/>
                <a:gd name="connsiteX1728" fmla="*/ 334644 w 4940931"/>
                <a:gd name="connsiteY1728" fmla="*/ 31115 h 138429"/>
                <a:gd name="connsiteX1729" fmla="*/ 344169 w 4940931"/>
                <a:gd name="connsiteY1729" fmla="*/ 38735 h 138429"/>
                <a:gd name="connsiteX1730" fmla="*/ 350519 w 4940931"/>
                <a:gd name="connsiteY1730" fmla="*/ 51435 h 138429"/>
                <a:gd name="connsiteX1731" fmla="*/ 353059 w 4940931"/>
                <a:gd name="connsiteY1731" fmla="*/ 70485 h 138429"/>
                <a:gd name="connsiteX1732" fmla="*/ 352424 w 4940931"/>
                <a:gd name="connsiteY1732" fmla="*/ 71120 h 138429"/>
                <a:gd name="connsiteX1733" fmla="*/ 349884 w 4940931"/>
                <a:gd name="connsiteY1733" fmla="*/ 88265 h 138429"/>
                <a:gd name="connsiteX1734" fmla="*/ 342899 w 4940931"/>
                <a:gd name="connsiteY1734" fmla="*/ 100330 h 138429"/>
                <a:gd name="connsiteX1735" fmla="*/ 333374 w 4940931"/>
                <a:gd name="connsiteY1735" fmla="*/ 107315 h 138429"/>
                <a:gd name="connsiteX1736" fmla="*/ 321944 w 4940931"/>
                <a:gd name="connsiteY1736" fmla="*/ 109855 h 138429"/>
                <a:gd name="connsiteX1737" fmla="*/ 311149 w 4940931"/>
                <a:gd name="connsiteY1737" fmla="*/ 107315 h 138429"/>
                <a:gd name="connsiteX1738" fmla="*/ 302259 w 4940931"/>
                <a:gd name="connsiteY1738" fmla="*/ 100965 h 138429"/>
                <a:gd name="connsiteX1739" fmla="*/ 302259 w 4940931"/>
                <a:gd name="connsiteY1739" fmla="*/ 107950 h 138429"/>
                <a:gd name="connsiteX1740" fmla="*/ 287019 w 4940931"/>
                <a:gd name="connsiteY1740" fmla="*/ 107950 h 138429"/>
                <a:gd name="connsiteX1741" fmla="*/ 287019 w 4940931"/>
                <a:gd name="connsiteY1741" fmla="*/ 7620 h 138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Lst>
              <a:rect l="l" t="t" r="r" b="b"/>
              <a:pathLst>
                <a:path w="4940931" h="138429">
                  <a:moveTo>
                    <a:pt x="1032512" y="137477"/>
                  </a:moveTo>
                  <a:lnTo>
                    <a:pt x="1032512" y="137794"/>
                  </a:lnTo>
                  <a:lnTo>
                    <a:pt x="1030607" y="138429"/>
                  </a:lnTo>
                  <a:close/>
                  <a:moveTo>
                    <a:pt x="4929501" y="87629"/>
                  </a:moveTo>
                  <a:cubicBezTo>
                    <a:pt x="4930771" y="87629"/>
                    <a:pt x="4932676" y="87629"/>
                    <a:pt x="4933946" y="88264"/>
                  </a:cubicBezTo>
                  <a:cubicBezTo>
                    <a:pt x="4935216" y="88264"/>
                    <a:pt x="4936486" y="89534"/>
                    <a:pt x="4937756" y="90804"/>
                  </a:cubicBezTo>
                  <a:cubicBezTo>
                    <a:pt x="4939026" y="92074"/>
                    <a:pt x="4939661" y="93344"/>
                    <a:pt x="4940296" y="94614"/>
                  </a:cubicBezTo>
                  <a:cubicBezTo>
                    <a:pt x="4940296" y="95884"/>
                    <a:pt x="4940931" y="97789"/>
                    <a:pt x="4940931" y="99059"/>
                  </a:cubicBezTo>
                  <a:cubicBezTo>
                    <a:pt x="4940931" y="99059"/>
                    <a:pt x="4940931" y="102234"/>
                    <a:pt x="4940296" y="103504"/>
                  </a:cubicBezTo>
                  <a:cubicBezTo>
                    <a:pt x="4940296" y="104774"/>
                    <a:pt x="4939026" y="106044"/>
                    <a:pt x="4937756" y="107314"/>
                  </a:cubicBezTo>
                  <a:cubicBezTo>
                    <a:pt x="4936486" y="108584"/>
                    <a:pt x="4935216" y="109219"/>
                    <a:pt x="4933946" y="109854"/>
                  </a:cubicBezTo>
                  <a:cubicBezTo>
                    <a:pt x="4932676" y="109854"/>
                    <a:pt x="4930771" y="110489"/>
                    <a:pt x="4929501" y="110489"/>
                  </a:cubicBezTo>
                  <a:cubicBezTo>
                    <a:pt x="4928231" y="110489"/>
                    <a:pt x="4926326" y="110489"/>
                    <a:pt x="4925056" y="109854"/>
                  </a:cubicBezTo>
                  <a:cubicBezTo>
                    <a:pt x="4923786" y="109854"/>
                    <a:pt x="4922516" y="108584"/>
                    <a:pt x="4921246" y="107314"/>
                  </a:cubicBezTo>
                  <a:cubicBezTo>
                    <a:pt x="4919976" y="106044"/>
                    <a:pt x="4919341" y="104774"/>
                    <a:pt x="4918706" y="103504"/>
                  </a:cubicBezTo>
                  <a:cubicBezTo>
                    <a:pt x="4918706" y="102234"/>
                    <a:pt x="4918071" y="100329"/>
                    <a:pt x="4918071" y="99059"/>
                  </a:cubicBezTo>
                  <a:cubicBezTo>
                    <a:pt x="4918071" y="97789"/>
                    <a:pt x="4918071" y="95884"/>
                    <a:pt x="4918706" y="94614"/>
                  </a:cubicBezTo>
                  <a:cubicBezTo>
                    <a:pt x="4918706" y="93344"/>
                    <a:pt x="4919976" y="92074"/>
                    <a:pt x="4921246" y="90804"/>
                  </a:cubicBezTo>
                  <a:cubicBezTo>
                    <a:pt x="4922516" y="89534"/>
                    <a:pt x="4923786" y="88899"/>
                    <a:pt x="4925056" y="88264"/>
                  </a:cubicBezTo>
                  <a:cubicBezTo>
                    <a:pt x="4926326" y="88264"/>
                    <a:pt x="4928231" y="87629"/>
                    <a:pt x="4929501" y="87629"/>
                  </a:cubicBezTo>
                  <a:close/>
                  <a:moveTo>
                    <a:pt x="3079110" y="87629"/>
                  </a:moveTo>
                  <a:cubicBezTo>
                    <a:pt x="3080380" y="87629"/>
                    <a:pt x="3082285" y="87629"/>
                    <a:pt x="3083555" y="88264"/>
                  </a:cubicBezTo>
                  <a:cubicBezTo>
                    <a:pt x="3084825" y="88264"/>
                    <a:pt x="3086095" y="89534"/>
                    <a:pt x="3087365" y="90804"/>
                  </a:cubicBezTo>
                  <a:cubicBezTo>
                    <a:pt x="3088635" y="92074"/>
                    <a:pt x="3089270" y="93344"/>
                    <a:pt x="3089905" y="94614"/>
                  </a:cubicBezTo>
                  <a:cubicBezTo>
                    <a:pt x="3089905" y="95884"/>
                    <a:pt x="3090540" y="97789"/>
                    <a:pt x="3090540" y="99059"/>
                  </a:cubicBezTo>
                  <a:cubicBezTo>
                    <a:pt x="3090540" y="99059"/>
                    <a:pt x="3090540" y="102234"/>
                    <a:pt x="3089905" y="103504"/>
                  </a:cubicBezTo>
                  <a:cubicBezTo>
                    <a:pt x="3089905" y="104774"/>
                    <a:pt x="3088635" y="106044"/>
                    <a:pt x="3087365" y="107314"/>
                  </a:cubicBezTo>
                  <a:cubicBezTo>
                    <a:pt x="3086095" y="108584"/>
                    <a:pt x="3084825" y="109219"/>
                    <a:pt x="3083555" y="109854"/>
                  </a:cubicBezTo>
                  <a:cubicBezTo>
                    <a:pt x="3082285" y="109854"/>
                    <a:pt x="3080380" y="110489"/>
                    <a:pt x="3079110" y="110489"/>
                  </a:cubicBezTo>
                  <a:cubicBezTo>
                    <a:pt x="3077840" y="110489"/>
                    <a:pt x="3075935" y="110489"/>
                    <a:pt x="3074665" y="109854"/>
                  </a:cubicBezTo>
                  <a:cubicBezTo>
                    <a:pt x="3073395" y="109854"/>
                    <a:pt x="3072125" y="108584"/>
                    <a:pt x="3070855" y="107314"/>
                  </a:cubicBezTo>
                  <a:cubicBezTo>
                    <a:pt x="3069585" y="106044"/>
                    <a:pt x="3068950" y="104774"/>
                    <a:pt x="3068315" y="103504"/>
                  </a:cubicBezTo>
                  <a:cubicBezTo>
                    <a:pt x="3068315" y="102234"/>
                    <a:pt x="3067680" y="100329"/>
                    <a:pt x="3067680" y="99059"/>
                  </a:cubicBezTo>
                  <a:cubicBezTo>
                    <a:pt x="3067680" y="97789"/>
                    <a:pt x="3067680" y="95884"/>
                    <a:pt x="3068315" y="94614"/>
                  </a:cubicBezTo>
                  <a:cubicBezTo>
                    <a:pt x="3068315" y="93344"/>
                    <a:pt x="3069585" y="92074"/>
                    <a:pt x="3070855" y="90804"/>
                  </a:cubicBezTo>
                  <a:cubicBezTo>
                    <a:pt x="3072125" y="89534"/>
                    <a:pt x="3073395" y="88899"/>
                    <a:pt x="3074665" y="88264"/>
                  </a:cubicBezTo>
                  <a:cubicBezTo>
                    <a:pt x="3075935" y="88264"/>
                    <a:pt x="3077840" y="87629"/>
                    <a:pt x="3079110" y="87629"/>
                  </a:cubicBezTo>
                  <a:close/>
                  <a:moveTo>
                    <a:pt x="1565275" y="87629"/>
                  </a:moveTo>
                  <a:cubicBezTo>
                    <a:pt x="1566545" y="87629"/>
                    <a:pt x="1568450" y="87629"/>
                    <a:pt x="1569720" y="88264"/>
                  </a:cubicBezTo>
                  <a:cubicBezTo>
                    <a:pt x="1570990" y="88264"/>
                    <a:pt x="1572260" y="89534"/>
                    <a:pt x="1573529" y="90804"/>
                  </a:cubicBezTo>
                  <a:cubicBezTo>
                    <a:pt x="1574800" y="92074"/>
                    <a:pt x="1575435" y="93344"/>
                    <a:pt x="1576069" y="94614"/>
                  </a:cubicBezTo>
                  <a:cubicBezTo>
                    <a:pt x="1576069" y="95884"/>
                    <a:pt x="1576705" y="97789"/>
                    <a:pt x="1576705" y="99059"/>
                  </a:cubicBezTo>
                  <a:cubicBezTo>
                    <a:pt x="1576705" y="99059"/>
                    <a:pt x="1576705" y="102234"/>
                    <a:pt x="1576069" y="103504"/>
                  </a:cubicBezTo>
                  <a:cubicBezTo>
                    <a:pt x="1576069" y="104774"/>
                    <a:pt x="1574800" y="106044"/>
                    <a:pt x="1573529" y="107314"/>
                  </a:cubicBezTo>
                  <a:cubicBezTo>
                    <a:pt x="1572260" y="108584"/>
                    <a:pt x="1570990" y="109219"/>
                    <a:pt x="1569720" y="109854"/>
                  </a:cubicBezTo>
                  <a:cubicBezTo>
                    <a:pt x="1568450" y="109854"/>
                    <a:pt x="1566545" y="110489"/>
                    <a:pt x="1565275" y="110489"/>
                  </a:cubicBezTo>
                  <a:cubicBezTo>
                    <a:pt x="1564005" y="110489"/>
                    <a:pt x="1562099" y="110489"/>
                    <a:pt x="1560830" y="109854"/>
                  </a:cubicBezTo>
                  <a:cubicBezTo>
                    <a:pt x="1559559" y="109854"/>
                    <a:pt x="1558289" y="108584"/>
                    <a:pt x="1557020" y="107314"/>
                  </a:cubicBezTo>
                  <a:cubicBezTo>
                    <a:pt x="1555750" y="106044"/>
                    <a:pt x="1555114" y="104774"/>
                    <a:pt x="1554479" y="103504"/>
                  </a:cubicBezTo>
                  <a:cubicBezTo>
                    <a:pt x="1554479" y="102234"/>
                    <a:pt x="1553844" y="100329"/>
                    <a:pt x="1553844" y="99059"/>
                  </a:cubicBezTo>
                  <a:cubicBezTo>
                    <a:pt x="1553844" y="97789"/>
                    <a:pt x="1553844" y="95884"/>
                    <a:pt x="1554479" y="94614"/>
                  </a:cubicBezTo>
                  <a:cubicBezTo>
                    <a:pt x="1554479" y="93344"/>
                    <a:pt x="1555750" y="92074"/>
                    <a:pt x="1557020" y="90804"/>
                  </a:cubicBezTo>
                  <a:cubicBezTo>
                    <a:pt x="1558289" y="89534"/>
                    <a:pt x="1559559" y="88899"/>
                    <a:pt x="1560830" y="88264"/>
                  </a:cubicBezTo>
                  <a:cubicBezTo>
                    <a:pt x="1562099" y="88264"/>
                    <a:pt x="1564005" y="87629"/>
                    <a:pt x="1565275" y="87629"/>
                  </a:cubicBezTo>
                  <a:close/>
                  <a:moveTo>
                    <a:pt x="2642230" y="73024"/>
                  </a:moveTo>
                  <a:cubicBezTo>
                    <a:pt x="2637150" y="73024"/>
                    <a:pt x="2633340" y="74294"/>
                    <a:pt x="2630800" y="76199"/>
                  </a:cubicBezTo>
                  <a:cubicBezTo>
                    <a:pt x="2627625" y="78104"/>
                    <a:pt x="2626355" y="81279"/>
                    <a:pt x="2626355" y="84454"/>
                  </a:cubicBezTo>
                  <a:cubicBezTo>
                    <a:pt x="2626355" y="86994"/>
                    <a:pt x="2626355" y="88899"/>
                    <a:pt x="2627625" y="90169"/>
                  </a:cubicBezTo>
                  <a:cubicBezTo>
                    <a:pt x="2628260" y="92074"/>
                    <a:pt x="2629530" y="93344"/>
                    <a:pt x="2630800" y="93979"/>
                  </a:cubicBezTo>
                  <a:cubicBezTo>
                    <a:pt x="2632070" y="95249"/>
                    <a:pt x="2633340" y="95884"/>
                    <a:pt x="2635245" y="96519"/>
                  </a:cubicBezTo>
                  <a:cubicBezTo>
                    <a:pt x="2637150" y="96519"/>
                    <a:pt x="2639055" y="97154"/>
                    <a:pt x="2641595" y="97154"/>
                  </a:cubicBezTo>
                  <a:cubicBezTo>
                    <a:pt x="2643500" y="97154"/>
                    <a:pt x="2645405" y="97154"/>
                    <a:pt x="2647310" y="96519"/>
                  </a:cubicBezTo>
                  <a:cubicBezTo>
                    <a:pt x="2649215" y="96519"/>
                    <a:pt x="2651120" y="95249"/>
                    <a:pt x="2652390" y="93979"/>
                  </a:cubicBezTo>
                  <a:cubicBezTo>
                    <a:pt x="2654295" y="93344"/>
                    <a:pt x="2655565" y="92074"/>
                    <a:pt x="2656835" y="90804"/>
                  </a:cubicBezTo>
                  <a:cubicBezTo>
                    <a:pt x="2658105" y="89534"/>
                    <a:pt x="2659375" y="88264"/>
                    <a:pt x="2660010" y="86994"/>
                  </a:cubicBezTo>
                  <a:lnTo>
                    <a:pt x="2660010" y="75564"/>
                  </a:lnTo>
                  <a:cubicBezTo>
                    <a:pt x="2660010" y="75564"/>
                    <a:pt x="2657470" y="74294"/>
                    <a:pt x="2656200" y="74294"/>
                  </a:cubicBezTo>
                  <a:cubicBezTo>
                    <a:pt x="2654930" y="74294"/>
                    <a:pt x="2653660" y="73659"/>
                    <a:pt x="2652390" y="73659"/>
                  </a:cubicBezTo>
                  <a:cubicBezTo>
                    <a:pt x="2651120" y="73659"/>
                    <a:pt x="2649850" y="73659"/>
                    <a:pt x="2647945" y="73024"/>
                  </a:cubicBezTo>
                  <a:cubicBezTo>
                    <a:pt x="2646040" y="73024"/>
                    <a:pt x="2644135" y="73024"/>
                    <a:pt x="2642230" y="73024"/>
                  </a:cubicBezTo>
                  <a:close/>
                  <a:moveTo>
                    <a:pt x="4664706" y="43814"/>
                  </a:moveTo>
                  <a:cubicBezTo>
                    <a:pt x="4661531" y="43814"/>
                    <a:pt x="4658991" y="43814"/>
                    <a:pt x="4657086" y="45719"/>
                  </a:cubicBezTo>
                  <a:cubicBezTo>
                    <a:pt x="4654546" y="46989"/>
                    <a:pt x="4652641" y="48894"/>
                    <a:pt x="4651371" y="50799"/>
                  </a:cubicBezTo>
                  <a:cubicBezTo>
                    <a:pt x="4649466" y="53339"/>
                    <a:pt x="4648831" y="55879"/>
                    <a:pt x="4647561" y="59054"/>
                  </a:cubicBezTo>
                  <a:cubicBezTo>
                    <a:pt x="4646926" y="62229"/>
                    <a:pt x="4646291" y="65404"/>
                    <a:pt x="4646291" y="69849"/>
                  </a:cubicBezTo>
                  <a:cubicBezTo>
                    <a:pt x="4646291" y="74294"/>
                    <a:pt x="4646291" y="78104"/>
                    <a:pt x="4647561" y="81279"/>
                  </a:cubicBezTo>
                  <a:cubicBezTo>
                    <a:pt x="4648196" y="84454"/>
                    <a:pt x="4650101" y="87629"/>
                    <a:pt x="4651371" y="89534"/>
                  </a:cubicBezTo>
                  <a:cubicBezTo>
                    <a:pt x="4653276" y="92074"/>
                    <a:pt x="4655181" y="93344"/>
                    <a:pt x="4657721" y="94614"/>
                  </a:cubicBezTo>
                  <a:cubicBezTo>
                    <a:pt x="4660261" y="95884"/>
                    <a:pt x="4662801" y="96519"/>
                    <a:pt x="4665341" y="96519"/>
                  </a:cubicBezTo>
                  <a:cubicBezTo>
                    <a:pt x="4667881" y="96519"/>
                    <a:pt x="4671056" y="95884"/>
                    <a:pt x="4672961" y="94614"/>
                  </a:cubicBezTo>
                  <a:cubicBezTo>
                    <a:pt x="4675501" y="93344"/>
                    <a:pt x="4677406" y="91439"/>
                    <a:pt x="4678676" y="88899"/>
                  </a:cubicBezTo>
                  <a:cubicBezTo>
                    <a:pt x="4680581" y="86359"/>
                    <a:pt x="4681851" y="83819"/>
                    <a:pt x="4682486" y="80644"/>
                  </a:cubicBezTo>
                  <a:cubicBezTo>
                    <a:pt x="4683121" y="77469"/>
                    <a:pt x="4683756" y="74294"/>
                    <a:pt x="4683756" y="70484"/>
                  </a:cubicBezTo>
                  <a:lnTo>
                    <a:pt x="4684391" y="69849"/>
                  </a:lnTo>
                  <a:cubicBezTo>
                    <a:pt x="4684391" y="66039"/>
                    <a:pt x="4684391" y="62229"/>
                    <a:pt x="4683121" y="59054"/>
                  </a:cubicBezTo>
                  <a:cubicBezTo>
                    <a:pt x="4682486" y="55879"/>
                    <a:pt x="4680581" y="53339"/>
                    <a:pt x="4679311" y="50799"/>
                  </a:cubicBezTo>
                  <a:cubicBezTo>
                    <a:pt x="4677406" y="48259"/>
                    <a:pt x="4675501" y="46989"/>
                    <a:pt x="4672961" y="45719"/>
                  </a:cubicBezTo>
                  <a:cubicBezTo>
                    <a:pt x="4670421" y="44449"/>
                    <a:pt x="4667881" y="43814"/>
                    <a:pt x="4664706" y="43814"/>
                  </a:cubicBezTo>
                  <a:close/>
                  <a:moveTo>
                    <a:pt x="4264020" y="43814"/>
                  </a:moveTo>
                  <a:cubicBezTo>
                    <a:pt x="4260845" y="43814"/>
                    <a:pt x="4258305" y="43814"/>
                    <a:pt x="4256400" y="45719"/>
                  </a:cubicBezTo>
                  <a:cubicBezTo>
                    <a:pt x="4253860" y="46989"/>
                    <a:pt x="4251955" y="48894"/>
                    <a:pt x="4250685" y="50799"/>
                  </a:cubicBezTo>
                  <a:cubicBezTo>
                    <a:pt x="4248780" y="53339"/>
                    <a:pt x="4247510" y="55879"/>
                    <a:pt x="4246875" y="59054"/>
                  </a:cubicBezTo>
                  <a:cubicBezTo>
                    <a:pt x="4246240" y="62229"/>
                    <a:pt x="4245605" y="65404"/>
                    <a:pt x="4245605" y="69849"/>
                  </a:cubicBezTo>
                  <a:cubicBezTo>
                    <a:pt x="4245605" y="74294"/>
                    <a:pt x="4245605" y="78104"/>
                    <a:pt x="4246875" y="81279"/>
                  </a:cubicBezTo>
                  <a:cubicBezTo>
                    <a:pt x="4247510" y="84454"/>
                    <a:pt x="4249415" y="87629"/>
                    <a:pt x="4250685" y="89534"/>
                  </a:cubicBezTo>
                  <a:cubicBezTo>
                    <a:pt x="4252590" y="92074"/>
                    <a:pt x="4254495" y="93344"/>
                    <a:pt x="4257035" y="94614"/>
                  </a:cubicBezTo>
                  <a:cubicBezTo>
                    <a:pt x="4259575" y="95884"/>
                    <a:pt x="4262115" y="96519"/>
                    <a:pt x="4264655" y="96519"/>
                  </a:cubicBezTo>
                  <a:cubicBezTo>
                    <a:pt x="4267195" y="96519"/>
                    <a:pt x="4270370" y="95884"/>
                    <a:pt x="4272275" y="94614"/>
                  </a:cubicBezTo>
                  <a:cubicBezTo>
                    <a:pt x="4274815" y="93344"/>
                    <a:pt x="4276720" y="91439"/>
                    <a:pt x="4277990" y="88899"/>
                  </a:cubicBezTo>
                  <a:cubicBezTo>
                    <a:pt x="4279895" y="86359"/>
                    <a:pt x="4281165" y="83819"/>
                    <a:pt x="4281800" y="80644"/>
                  </a:cubicBezTo>
                  <a:cubicBezTo>
                    <a:pt x="4282435" y="77469"/>
                    <a:pt x="4283070" y="74294"/>
                    <a:pt x="4283070" y="70484"/>
                  </a:cubicBezTo>
                  <a:lnTo>
                    <a:pt x="4283705" y="69849"/>
                  </a:lnTo>
                  <a:cubicBezTo>
                    <a:pt x="4283705" y="66039"/>
                    <a:pt x="4283705" y="62229"/>
                    <a:pt x="4282435" y="59054"/>
                  </a:cubicBezTo>
                  <a:cubicBezTo>
                    <a:pt x="4281800" y="55879"/>
                    <a:pt x="4279895" y="53339"/>
                    <a:pt x="4278625" y="50799"/>
                  </a:cubicBezTo>
                  <a:cubicBezTo>
                    <a:pt x="4276720" y="48259"/>
                    <a:pt x="4274815" y="46989"/>
                    <a:pt x="4272275" y="45719"/>
                  </a:cubicBezTo>
                  <a:cubicBezTo>
                    <a:pt x="4269735" y="44449"/>
                    <a:pt x="4267195" y="43814"/>
                    <a:pt x="4264020" y="43814"/>
                  </a:cubicBezTo>
                  <a:close/>
                  <a:moveTo>
                    <a:pt x="1420495" y="43814"/>
                  </a:moveTo>
                  <a:cubicBezTo>
                    <a:pt x="1417320" y="43814"/>
                    <a:pt x="1414780" y="43814"/>
                    <a:pt x="1412875" y="45719"/>
                  </a:cubicBezTo>
                  <a:cubicBezTo>
                    <a:pt x="1410335" y="46989"/>
                    <a:pt x="1408430" y="48894"/>
                    <a:pt x="1407160" y="50799"/>
                  </a:cubicBezTo>
                  <a:cubicBezTo>
                    <a:pt x="1405255" y="53339"/>
                    <a:pt x="1403985" y="55879"/>
                    <a:pt x="1403350" y="59054"/>
                  </a:cubicBezTo>
                  <a:cubicBezTo>
                    <a:pt x="1402715" y="62229"/>
                    <a:pt x="1402080" y="65404"/>
                    <a:pt x="1402080" y="69849"/>
                  </a:cubicBezTo>
                  <a:cubicBezTo>
                    <a:pt x="1402080" y="74294"/>
                    <a:pt x="1402080" y="78104"/>
                    <a:pt x="1403350" y="81279"/>
                  </a:cubicBezTo>
                  <a:cubicBezTo>
                    <a:pt x="1403985" y="84454"/>
                    <a:pt x="1405890" y="87629"/>
                    <a:pt x="1407160" y="89534"/>
                  </a:cubicBezTo>
                  <a:cubicBezTo>
                    <a:pt x="1409065" y="92074"/>
                    <a:pt x="1410970" y="93344"/>
                    <a:pt x="1413510" y="94614"/>
                  </a:cubicBezTo>
                  <a:cubicBezTo>
                    <a:pt x="1416050" y="95884"/>
                    <a:pt x="1418590" y="96519"/>
                    <a:pt x="1421130" y="96519"/>
                  </a:cubicBezTo>
                  <a:cubicBezTo>
                    <a:pt x="1423670" y="96519"/>
                    <a:pt x="1426845" y="95884"/>
                    <a:pt x="1428750" y="94614"/>
                  </a:cubicBezTo>
                  <a:cubicBezTo>
                    <a:pt x="1431290" y="93344"/>
                    <a:pt x="1433195" y="91439"/>
                    <a:pt x="1434465" y="88899"/>
                  </a:cubicBezTo>
                  <a:cubicBezTo>
                    <a:pt x="1436370" y="86359"/>
                    <a:pt x="1437640" y="83819"/>
                    <a:pt x="1438275" y="80644"/>
                  </a:cubicBezTo>
                  <a:cubicBezTo>
                    <a:pt x="1438910" y="77469"/>
                    <a:pt x="1439545" y="74294"/>
                    <a:pt x="1439545" y="70484"/>
                  </a:cubicBezTo>
                  <a:lnTo>
                    <a:pt x="1440180" y="69849"/>
                  </a:lnTo>
                  <a:cubicBezTo>
                    <a:pt x="1440180" y="66039"/>
                    <a:pt x="1440180" y="62229"/>
                    <a:pt x="1438910" y="59054"/>
                  </a:cubicBezTo>
                  <a:cubicBezTo>
                    <a:pt x="1438275" y="55879"/>
                    <a:pt x="1436370" y="53339"/>
                    <a:pt x="1435100" y="50799"/>
                  </a:cubicBezTo>
                  <a:cubicBezTo>
                    <a:pt x="1433195" y="48259"/>
                    <a:pt x="1431290" y="46989"/>
                    <a:pt x="1428750" y="45719"/>
                  </a:cubicBezTo>
                  <a:cubicBezTo>
                    <a:pt x="1426210" y="44449"/>
                    <a:pt x="1423670" y="43814"/>
                    <a:pt x="1420495" y="43814"/>
                  </a:cubicBezTo>
                  <a:close/>
                  <a:moveTo>
                    <a:pt x="4041770" y="43180"/>
                  </a:moveTo>
                  <a:cubicBezTo>
                    <a:pt x="4039230" y="43180"/>
                    <a:pt x="4036690" y="43180"/>
                    <a:pt x="4034785" y="44450"/>
                  </a:cubicBezTo>
                  <a:cubicBezTo>
                    <a:pt x="4032880" y="45085"/>
                    <a:pt x="4030975" y="46355"/>
                    <a:pt x="4029705" y="48260"/>
                  </a:cubicBezTo>
                  <a:cubicBezTo>
                    <a:pt x="4028435" y="50165"/>
                    <a:pt x="4027165" y="52070"/>
                    <a:pt x="4025895" y="54610"/>
                  </a:cubicBezTo>
                  <a:cubicBezTo>
                    <a:pt x="4025260" y="57150"/>
                    <a:pt x="4023990" y="59690"/>
                    <a:pt x="4023990" y="62865"/>
                  </a:cubicBezTo>
                  <a:lnTo>
                    <a:pt x="4060185" y="62865"/>
                  </a:lnTo>
                  <a:cubicBezTo>
                    <a:pt x="4060185" y="62865"/>
                    <a:pt x="4059550" y="57785"/>
                    <a:pt x="4058915" y="55245"/>
                  </a:cubicBezTo>
                  <a:cubicBezTo>
                    <a:pt x="4058280" y="52705"/>
                    <a:pt x="4057010" y="50800"/>
                    <a:pt x="4055740" y="48895"/>
                  </a:cubicBezTo>
                  <a:cubicBezTo>
                    <a:pt x="4054470" y="46990"/>
                    <a:pt x="4052565" y="45720"/>
                    <a:pt x="4050025" y="44450"/>
                  </a:cubicBezTo>
                  <a:cubicBezTo>
                    <a:pt x="4047485" y="43180"/>
                    <a:pt x="4044945" y="43180"/>
                    <a:pt x="4041770" y="43180"/>
                  </a:cubicBezTo>
                  <a:close/>
                  <a:moveTo>
                    <a:pt x="3728081" y="43180"/>
                  </a:moveTo>
                  <a:cubicBezTo>
                    <a:pt x="3725541" y="43180"/>
                    <a:pt x="3723001" y="43180"/>
                    <a:pt x="3721096" y="44450"/>
                  </a:cubicBezTo>
                  <a:cubicBezTo>
                    <a:pt x="3719191" y="45085"/>
                    <a:pt x="3717286" y="46355"/>
                    <a:pt x="3716016" y="48260"/>
                  </a:cubicBezTo>
                  <a:cubicBezTo>
                    <a:pt x="3714746" y="50165"/>
                    <a:pt x="3713476" y="52070"/>
                    <a:pt x="3712206" y="54610"/>
                  </a:cubicBezTo>
                  <a:cubicBezTo>
                    <a:pt x="3711571" y="57150"/>
                    <a:pt x="3710301" y="59690"/>
                    <a:pt x="3710301" y="62865"/>
                  </a:cubicBezTo>
                  <a:lnTo>
                    <a:pt x="3746496" y="62865"/>
                  </a:lnTo>
                  <a:cubicBezTo>
                    <a:pt x="3746496" y="62865"/>
                    <a:pt x="3745861" y="57785"/>
                    <a:pt x="3745226" y="55245"/>
                  </a:cubicBezTo>
                  <a:cubicBezTo>
                    <a:pt x="3744591" y="52705"/>
                    <a:pt x="3743321" y="50800"/>
                    <a:pt x="3742051" y="48895"/>
                  </a:cubicBezTo>
                  <a:cubicBezTo>
                    <a:pt x="3740781" y="46990"/>
                    <a:pt x="3738876" y="45720"/>
                    <a:pt x="3736336" y="44450"/>
                  </a:cubicBezTo>
                  <a:cubicBezTo>
                    <a:pt x="3733796" y="43180"/>
                    <a:pt x="3731256" y="43180"/>
                    <a:pt x="3728081" y="43180"/>
                  </a:cubicBezTo>
                  <a:close/>
                  <a:moveTo>
                    <a:pt x="3541391" y="43180"/>
                  </a:moveTo>
                  <a:cubicBezTo>
                    <a:pt x="3538851" y="43180"/>
                    <a:pt x="3536311" y="43180"/>
                    <a:pt x="3534406" y="44450"/>
                  </a:cubicBezTo>
                  <a:cubicBezTo>
                    <a:pt x="3532501" y="45085"/>
                    <a:pt x="3530596" y="46355"/>
                    <a:pt x="3529326" y="48260"/>
                  </a:cubicBezTo>
                  <a:cubicBezTo>
                    <a:pt x="3528056" y="50165"/>
                    <a:pt x="3526786" y="52070"/>
                    <a:pt x="3525516" y="54610"/>
                  </a:cubicBezTo>
                  <a:cubicBezTo>
                    <a:pt x="3524881" y="57150"/>
                    <a:pt x="3524246" y="59690"/>
                    <a:pt x="3523611" y="62865"/>
                  </a:cubicBezTo>
                  <a:lnTo>
                    <a:pt x="3559806" y="62865"/>
                  </a:lnTo>
                  <a:cubicBezTo>
                    <a:pt x="3559806" y="62865"/>
                    <a:pt x="3559171" y="57785"/>
                    <a:pt x="3558536" y="55245"/>
                  </a:cubicBezTo>
                  <a:cubicBezTo>
                    <a:pt x="3557901" y="52705"/>
                    <a:pt x="3556631" y="50800"/>
                    <a:pt x="3555361" y="48895"/>
                  </a:cubicBezTo>
                  <a:cubicBezTo>
                    <a:pt x="3554091" y="46990"/>
                    <a:pt x="3552186" y="45720"/>
                    <a:pt x="3549646" y="44450"/>
                  </a:cubicBezTo>
                  <a:cubicBezTo>
                    <a:pt x="3547106" y="43180"/>
                    <a:pt x="3544566" y="43180"/>
                    <a:pt x="3541391" y="43180"/>
                  </a:cubicBezTo>
                  <a:close/>
                  <a:moveTo>
                    <a:pt x="3463285" y="43180"/>
                  </a:moveTo>
                  <a:cubicBezTo>
                    <a:pt x="3461380" y="43180"/>
                    <a:pt x="3459475" y="43180"/>
                    <a:pt x="3458205" y="43815"/>
                  </a:cubicBezTo>
                  <a:cubicBezTo>
                    <a:pt x="3456300" y="43815"/>
                    <a:pt x="3455030" y="45085"/>
                    <a:pt x="3453125" y="45720"/>
                  </a:cubicBezTo>
                  <a:cubicBezTo>
                    <a:pt x="3451855" y="46355"/>
                    <a:pt x="3449950" y="47625"/>
                    <a:pt x="3448680" y="48895"/>
                  </a:cubicBezTo>
                  <a:cubicBezTo>
                    <a:pt x="3447410" y="50165"/>
                    <a:pt x="3446140" y="51435"/>
                    <a:pt x="3445505" y="52705"/>
                  </a:cubicBezTo>
                  <a:lnTo>
                    <a:pt x="3445505" y="85725"/>
                  </a:lnTo>
                  <a:cubicBezTo>
                    <a:pt x="3445505" y="85725"/>
                    <a:pt x="3447410" y="88265"/>
                    <a:pt x="3448680" y="89535"/>
                  </a:cubicBezTo>
                  <a:cubicBezTo>
                    <a:pt x="3449950" y="90805"/>
                    <a:pt x="3451220" y="92075"/>
                    <a:pt x="3453125" y="92710"/>
                  </a:cubicBezTo>
                  <a:cubicBezTo>
                    <a:pt x="3455030" y="93980"/>
                    <a:pt x="3456300" y="94615"/>
                    <a:pt x="3458205" y="95250"/>
                  </a:cubicBezTo>
                  <a:cubicBezTo>
                    <a:pt x="3460110" y="95250"/>
                    <a:pt x="3462015" y="95885"/>
                    <a:pt x="3463920" y="95885"/>
                  </a:cubicBezTo>
                  <a:cubicBezTo>
                    <a:pt x="3469635" y="95885"/>
                    <a:pt x="3473445" y="93980"/>
                    <a:pt x="3476620" y="89535"/>
                  </a:cubicBezTo>
                  <a:cubicBezTo>
                    <a:pt x="3479795" y="85090"/>
                    <a:pt x="3481065" y="79375"/>
                    <a:pt x="3481065" y="71120"/>
                  </a:cubicBezTo>
                  <a:lnTo>
                    <a:pt x="3480430" y="71755"/>
                  </a:lnTo>
                  <a:cubicBezTo>
                    <a:pt x="3480430" y="62230"/>
                    <a:pt x="3479160" y="54610"/>
                    <a:pt x="3475985" y="50165"/>
                  </a:cubicBezTo>
                  <a:cubicBezTo>
                    <a:pt x="3472810" y="45720"/>
                    <a:pt x="3468365" y="43180"/>
                    <a:pt x="3463285" y="43180"/>
                  </a:cubicBezTo>
                  <a:close/>
                  <a:moveTo>
                    <a:pt x="3343271" y="43180"/>
                  </a:moveTo>
                  <a:cubicBezTo>
                    <a:pt x="3340731" y="43180"/>
                    <a:pt x="3338191" y="43180"/>
                    <a:pt x="3336286" y="44450"/>
                  </a:cubicBezTo>
                  <a:cubicBezTo>
                    <a:pt x="3334381" y="45085"/>
                    <a:pt x="3332476" y="46355"/>
                    <a:pt x="3331206" y="48260"/>
                  </a:cubicBezTo>
                  <a:cubicBezTo>
                    <a:pt x="3329936" y="50165"/>
                    <a:pt x="3328666" y="52070"/>
                    <a:pt x="3327396" y="54610"/>
                  </a:cubicBezTo>
                  <a:cubicBezTo>
                    <a:pt x="3326761" y="57150"/>
                    <a:pt x="3326126" y="59690"/>
                    <a:pt x="3325491" y="62865"/>
                  </a:cubicBezTo>
                  <a:lnTo>
                    <a:pt x="3361686" y="62865"/>
                  </a:lnTo>
                  <a:cubicBezTo>
                    <a:pt x="3361686" y="62865"/>
                    <a:pt x="3361051" y="57785"/>
                    <a:pt x="3360416" y="55245"/>
                  </a:cubicBezTo>
                  <a:cubicBezTo>
                    <a:pt x="3359781" y="52705"/>
                    <a:pt x="3358511" y="50800"/>
                    <a:pt x="3357241" y="48895"/>
                  </a:cubicBezTo>
                  <a:cubicBezTo>
                    <a:pt x="3355971" y="46990"/>
                    <a:pt x="3354066" y="45720"/>
                    <a:pt x="3351526" y="44450"/>
                  </a:cubicBezTo>
                  <a:cubicBezTo>
                    <a:pt x="3348986" y="43180"/>
                    <a:pt x="3346446" y="43180"/>
                    <a:pt x="3343271" y="43180"/>
                  </a:cubicBezTo>
                  <a:close/>
                  <a:moveTo>
                    <a:pt x="2976876" y="43180"/>
                  </a:moveTo>
                  <a:cubicBezTo>
                    <a:pt x="2974336" y="43180"/>
                    <a:pt x="2971796" y="43180"/>
                    <a:pt x="2969891" y="44450"/>
                  </a:cubicBezTo>
                  <a:cubicBezTo>
                    <a:pt x="2967986" y="45085"/>
                    <a:pt x="2966081" y="46355"/>
                    <a:pt x="2964811" y="48260"/>
                  </a:cubicBezTo>
                  <a:cubicBezTo>
                    <a:pt x="2963541" y="50165"/>
                    <a:pt x="2962271" y="52070"/>
                    <a:pt x="2961001" y="54610"/>
                  </a:cubicBezTo>
                  <a:cubicBezTo>
                    <a:pt x="2960366" y="57150"/>
                    <a:pt x="2959731" y="59690"/>
                    <a:pt x="2959096" y="62865"/>
                  </a:cubicBezTo>
                  <a:lnTo>
                    <a:pt x="2995291" y="62865"/>
                  </a:lnTo>
                  <a:cubicBezTo>
                    <a:pt x="2995291" y="62865"/>
                    <a:pt x="2994656" y="57785"/>
                    <a:pt x="2994021" y="55245"/>
                  </a:cubicBezTo>
                  <a:cubicBezTo>
                    <a:pt x="2993386" y="52705"/>
                    <a:pt x="2992116" y="50800"/>
                    <a:pt x="2990846" y="48895"/>
                  </a:cubicBezTo>
                  <a:cubicBezTo>
                    <a:pt x="2989576" y="46990"/>
                    <a:pt x="2987671" y="45720"/>
                    <a:pt x="2985131" y="44450"/>
                  </a:cubicBezTo>
                  <a:cubicBezTo>
                    <a:pt x="2982591" y="43180"/>
                    <a:pt x="2980051" y="43180"/>
                    <a:pt x="2976876" y="43180"/>
                  </a:cubicBezTo>
                  <a:close/>
                  <a:moveTo>
                    <a:pt x="2527930" y="43180"/>
                  </a:moveTo>
                  <a:cubicBezTo>
                    <a:pt x="2525390" y="43180"/>
                    <a:pt x="2522850" y="43180"/>
                    <a:pt x="2520945" y="44450"/>
                  </a:cubicBezTo>
                  <a:cubicBezTo>
                    <a:pt x="2519040" y="45085"/>
                    <a:pt x="2517135" y="46355"/>
                    <a:pt x="2515865" y="48260"/>
                  </a:cubicBezTo>
                  <a:cubicBezTo>
                    <a:pt x="2514595" y="50165"/>
                    <a:pt x="2513325" y="52070"/>
                    <a:pt x="2512055" y="54610"/>
                  </a:cubicBezTo>
                  <a:cubicBezTo>
                    <a:pt x="2511420" y="57150"/>
                    <a:pt x="2510150" y="59690"/>
                    <a:pt x="2510150" y="62865"/>
                  </a:cubicBezTo>
                  <a:lnTo>
                    <a:pt x="2546345" y="62865"/>
                  </a:lnTo>
                  <a:cubicBezTo>
                    <a:pt x="2546345" y="62865"/>
                    <a:pt x="2545710" y="57785"/>
                    <a:pt x="2545075" y="55245"/>
                  </a:cubicBezTo>
                  <a:cubicBezTo>
                    <a:pt x="2544440" y="52705"/>
                    <a:pt x="2543170" y="50800"/>
                    <a:pt x="2541900" y="48895"/>
                  </a:cubicBezTo>
                  <a:cubicBezTo>
                    <a:pt x="2540630" y="46990"/>
                    <a:pt x="2538725" y="45720"/>
                    <a:pt x="2536185" y="44450"/>
                  </a:cubicBezTo>
                  <a:cubicBezTo>
                    <a:pt x="2533645" y="43180"/>
                    <a:pt x="2531105" y="43180"/>
                    <a:pt x="2527930" y="43180"/>
                  </a:cubicBezTo>
                  <a:close/>
                  <a:moveTo>
                    <a:pt x="2214240" y="43180"/>
                  </a:moveTo>
                  <a:cubicBezTo>
                    <a:pt x="2211700" y="43180"/>
                    <a:pt x="2209160" y="43180"/>
                    <a:pt x="2207255" y="44450"/>
                  </a:cubicBezTo>
                  <a:cubicBezTo>
                    <a:pt x="2205350" y="45085"/>
                    <a:pt x="2203445" y="46355"/>
                    <a:pt x="2202175" y="48260"/>
                  </a:cubicBezTo>
                  <a:cubicBezTo>
                    <a:pt x="2200905" y="50165"/>
                    <a:pt x="2199635" y="52070"/>
                    <a:pt x="2198365" y="54610"/>
                  </a:cubicBezTo>
                  <a:cubicBezTo>
                    <a:pt x="2197730" y="57150"/>
                    <a:pt x="2196460" y="59690"/>
                    <a:pt x="2196460" y="62865"/>
                  </a:cubicBezTo>
                  <a:lnTo>
                    <a:pt x="2232655" y="62865"/>
                  </a:lnTo>
                  <a:cubicBezTo>
                    <a:pt x="2232655" y="62865"/>
                    <a:pt x="2232020" y="57785"/>
                    <a:pt x="2231385" y="55245"/>
                  </a:cubicBezTo>
                  <a:cubicBezTo>
                    <a:pt x="2230750" y="52705"/>
                    <a:pt x="2229480" y="50800"/>
                    <a:pt x="2228210" y="48895"/>
                  </a:cubicBezTo>
                  <a:cubicBezTo>
                    <a:pt x="2226940" y="46990"/>
                    <a:pt x="2225035" y="45720"/>
                    <a:pt x="2222495" y="44450"/>
                  </a:cubicBezTo>
                  <a:cubicBezTo>
                    <a:pt x="2219955" y="43180"/>
                    <a:pt x="2217415" y="43180"/>
                    <a:pt x="2214240" y="43180"/>
                  </a:cubicBezTo>
                  <a:close/>
                  <a:moveTo>
                    <a:pt x="2027551" y="43180"/>
                  </a:moveTo>
                  <a:cubicBezTo>
                    <a:pt x="2025011" y="43180"/>
                    <a:pt x="2022471" y="43180"/>
                    <a:pt x="2020566" y="44450"/>
                  </a:cubicBezTo>
                  <a:cubicBezTo>
                    <a:pt x="2018661" y="45085"/>
                    <a:pt x="2016756" y="46355"/>
                    <a:pt x="2015486" y="48260"/>
                  </a:cubicBezTo>
                  <a:cubicBezTo>
                    <a:pt x="2014216" y="50165"/>
                    <a:pt x="2012946" y="52070"/>
                    <a:pt x="2011676" y="54610"/>
                  </a:cubicBezTo>
                  <a:cubicBezTo>
                    <a:pt x="2011041" y="57150"/>
                    <a:pt x="2010406" y="59690"/>
                    <a:pt x="2009771" y="62865"/>
                  </a:cubicBezTo>
                  <a:lnTo>
                    <a:pt x="2045966" y="62865"/>
                  </a:lnTo>
                  <a:cubicBezTo>
                    <a:pt x="2045966" y="62865"/>
                    <a:pt x="2045331" y="57785"/>
                    <a:pt x="2044696" y="55245"/>
                  </a:cubicBezTo>
                  <a:cubicBezTo>
                    <a:pt x="2044061" y="52705"/>
                    <a:pt x="2042791" y="50800"/>
                    <a:pt x="2041521" y="48895"/>
                  </a:cubicBezTo>
                  <a:cubicBezTo>
                    <a:pt x="2040251" y="46990"/>
                    <a:pt x="2038346" y="45720"/>
                    <a:pt x="2035806" y="44450"/>
                  </a:cubicBezTo>
                  <a:cubicBezTo>
                    <a:pt x="2033266" y="43180"/>
                    <a:pt x="2030726" y="43180"/>
                    <a:pt x="2027551" y="43180"/>
                  </a:cubicBezTo>
                  <a:close/>
                  <a:moveTo>
                    <a:pt x="1949445" y="43180"/>
                  </a:moveTo>
                  <a:cubicBezTo>
                    <a:pt x="1947540" y="43180"/>
                    <a:pt x="1945635" y="43180"/>
                    <a:pt x="1944365" y="43815"/>
                  </a:cubicBezTo>
                  <a:cubicBezTo>
                    <a:pt x="1942460" y="43815"/>
                    <a:pt x="1941190" y="45085"/>
                    <a:pt x="1939285" y="45720"/>
                  </a:cubicBezTo>
                  <a:cubicBezTo>
                    <a:pt x="1938015" y="46355"/>
                    <a:pt x="1936110" y="47625"/>
                    <a:pt x="1934840" y="48895"/>
                  </a:cubicBezTo>
                  <a:cubicBezTo>
                    <a:pt x="1933570" y="50165"/>
                    <a:pt x="1932300" y="51435"/>
                    <a:pt x="1931665" y="52705"/>
                  </a:cubicBezTo>
                  <a:lnTo>
                    <a:pt x="1931665" y="85725"/>
                  </a:lnTo>
                  <a:cubicBezTo>
                    <a:pt x="1931665" y="85725"/>
                    <a:pt x="1933570" y="88265"/>
                    <a:pt x="1934840" y="89535"/>
                  </a:cubicBezTo>
                  <a:cubicBezTo>
                    <a:pt x="1936110" y="90805"/>
                    <a:pt x="1937380" y="92075"/>
                    <a:pt x="1939285" y="92710"/>
                  </a:cubicBezTo>
                  <a:cubicBezTo>
                    <a:pt x="1941190" y="93980"/>
                    <a:pt x="1942460" y="94615"/>
                    <a:pt x="1944365" y="95250"/>
                  </a:cubicBezTo>
                  <a:cubicBezTo>
                    <a:pt x="1946270" y="95250"/>
                    <a:pt x="1948175" y="95885"/>
                    <a:pt x="1950080" y="95885"/>
                  </a:cubicBezTo>
                  <a:cubicBezTo>
                    <a:pt x="1955795" y="95885"/>
                    <a:pt x="1959605" y="93980"/>
                    <a:pt x="1962780" y="89535"/>
                  </a:cubicBezTo>
                  <a:cubicBezTo>
                    <a:pt x="1965955" y="85090"/>
                    <a:pt x="1967225" y="79375"/>
                    <a:pt x="1967225" y="71120"/>
                  </a:cubicBezTo>
                  <a:lnTo>
                    <a:pt x="1966590" y="71755"/>
                  </a:lnTo>
                  <a:cubicBezTo>
                    <a:pt x="1966590" y="62230"/>
                    <a:pt x="1965320" y="54610"/>
                    <a:pt x="1962145" y="50165"/>
                  </a:cubicBezTo>
                  <a:cubicBezTo>
                    <a:pt x="1958970" y="45720"/>
                    <a:pt x="1954525" y="43180"/>
                    <a:pt x="1949445" y="43180"/>
                  </a:cubicBezTo>
                  <a:close/>
                  <a:moveTo>
                    <a:pt x="1829431" y="43180"/>
                  </a:moveTo>
                  <a:cubicBezTo>
                    <a:pt x="1826891" y="43180"/>
                    <a:pt x="1824351" y="43180"/>
                    <a:pt x="1822446" y="44450"/>
                  </a:cubicBezTo>
                  <a:cubicBezTo>
                    <a:pt x="1820541" y="45085"/>
                    <a:pt x="1818636" y="46355"/>
                    <a:pt x="1817366" y="48260"/>
                  </a:cubicBezTo>
                  <a:cubicBezTo>
                    <a:pt x="1816096" y="50165"/>
                    <a:pt x="1814826" y="52070"/>
                    <a:pt x="1813556" y="54610"/>
                  </a:cubicBezTo>
                  <a:cubicBezTo>
                    <a:pt x="1812921" y="57150"/>
                    <a:pt x="1811651" y="59690"/>
                    <a:pt x="1811651" y="62865"/>
                  </a:cubicBezTo>
                  <a:lnTo>
                    <a:pt x="1847846" y="62865"/>
                  </a:lnTo>
                  <a:cubicBezTo>
                    <a:pt x="1847846" y="62865"/>
                    <a:pt x="1847211" y="57785"/>
                    <a:pt x="1846576" y="55245"/>
                  </a:cubicBezTo>
                  <a:cubicBezTo>
                    <a:pt x="1845941" y="52705"/>
                    <a:pt x="1844671" y="50800"/>
                    <a:pt x="1843401" y="48895"/>
                  </a:cubicBezTo>
                  <a:cubicBezTo>
                    <a:pt x="1842131" y="46990"/>
                    <a:pt x="1840226" y="45720"/>
                    <a:pt x="1837686" y="44450"/>
                  </a:cubicBezTo>
                  <a:cubicBezTo>
                    <a:pt x="1835146" y="43180"/>
                    <a:pt x="1832606" y="43180"/>
                    <a:pt x="1829431" y="43180"/>
                  </a:cubicBezTo>
                  <a:close/>
                  <a:moveTo>
                    <a:pt x="1178561" y="43180"/>
                  </a:moveTo>
                  <a:cubicBezTo>
                    <a:pt x="1176021" y="43180"/>
                    <a:pt x="1173481" y="43180"/>
                    <a:pt x="1171576" y="44450"/>
                  </a:cubicBezTo>
                  <a:cubicBezTo>
                    <a:pt x="1169671" y="45085"/>
                    <a:pt x="1167766" y="46355"/>
                    <a:pt x="1166496" y="48260"/>
                  </a:cubicBezTo>
                  <a:cubicBezTo>
                    <a:pt x="1165226" y="50165"/>
                    <a:pt x="1163956" y="52070"/>
                    <a:pt x="1162686" y="54610"/>
                  </a:cubicBezTo>
                  <a:cubicBezTo>
                    <a:pt x="1162051" y="57150"/>
                    <a:pt x="1160781" y="59690"/>
                    <a:pt x="1160781" y="62865"/>
                  </a:cubicBezTo>
                  <a:lnTo>
                    <a:pt x="1196976" y="62865"/>
                  </a:lnTo>
                  <a:cubicBezTo>
                    <a:pt x="1196976" y="62865"/>
                    <a:pt x="1196341" y="57785"/>
                    <a:pt x="1195706" y="55245"/>
                  </a:cubicBezTo>
                  <a:cubicBezTo>
                    <a:pt x="1195071" y="52705"/>
                    <a:pt x="1193801" y="50800"/>
                    <a:pt x="1192531" y="48895"/>
                  </a:cubicBezTo>
                  <a:cubicBezTo>
                    <a:pt x="1191261" y="46990"/>
                    <a:pt x="1189356" y="45720"/>
                    <a:pt x="1186816" y="44450"/>
                  </a:cubicBezTo>
                  <a:cubicBezTo>
                    <a:pt x="1184276" y="43180"/>
                    <a:pt x="1181736" y="43180"/>
                    <a:pt x="1178561" y="43180"/>
                  </a:cubicBezTo>
                  <a:close/>
                  <a:moveTo>
                    <a:pt x="898525" y="43180"/>
                  </a:moveTo>
                  <a:cubicBezTo>
                    <a:pt x="895985" y="43180"/>
                    <a:pt x="893445" y="43180"/>
                    <a:pt x="891540" y="44450"/>
                  </a:cubicBezTo>
                  <a:cubicBezTo>
                    <a:pt x="889635" y="45085"/>
                    <a:pt x="887730" y="46355"/>
                    <a:pt x="886460" y="48260"/>
                  </a:cubicBezTo>
                  <a:cubicBezTo>
                    <a:pt x="885190" y="50165"/>
                    <a:pt x="883920" y="52070"/>
                    <a:pt x="882650" y="54610"/>
                  </a:cubicBezTo>
                  <a:cubicBezTo>
                    <a:pt x="882015" y="57150"/>
                    <a:pt x="881380" y="59690"/>
                    <a:pt x="880745" y="62865"/>
                  </a:cubicBezTo>
                  <a:lnTo>
                    <a:pt x="916940" y="62865"/>
                  </a:lnTo>
                  <a:cubicBezTo>
                    <a:pt x="916940" y="62865"/>
                    <a:pt x="916305" y="57785"/>
                    <a:pt x="915670" y="55245"/>
                  </a:cubicBezTo>
                  <a:cubicBezTo>
                    <a:pt x="915035" y="52705"/>
                    <a:pt x="913765" y="50800"/>
                    <a:pt x="912495" y="48895"/>
                  </a:cubicBezTo>
                  <a:cubicBezTo>
                    <a:pt x="911225" y="46990"/>
                    <a:pt x="909320" y="45720"/>
                    <a:pt x="906780" y="44450"/>
                  </a:cubicBezTo>
                  <a:cubicBezTo>
                    <a:pt x="904240" y="43180"/>
                    <a:pt x="901700" y="43180"/>
                    <a:pt x="898525" y="43180"/>
                  </a:cubicBezTo>
                  <a:close/>
                  <a:moveTo>
                    <a:pt x="584834" y="43180"/>
                  </a:moveTo>
                  <a:cubicBezTo>
                    <a:pt x="582294" y="43180"/>
                    <a:pt x="579754" y="43180"/>
                    <a:pt x="577849" y="44450"/>
                  </a:cubicBezTo>
                  <a:cubicBezTo>
                    <a:pt x="575944" y="45085"/>
                    <a:pt x="574039" y="46355"/>
                    <a:pt x="572769" y="48260"/>
                  </a:cubicBezTo>
                  <a:cubicBezTo>
                    <a:pt x="571499" y="50165"/>
                    <a:pt x="570229" y="52070"/>
                    <a:pt x="568959" y="54610"/>
                  </a:cubicBezTo>
                  <a:cubicBezTo>
                    <a:pt x="568324" y="57150"/>
                    <a:pt x="567689" y="59690"/>
                    <a:pt x="567054" y="62865"/>
                  </a:cubicBezTo>
                  <a:lnTo>
                    <a:pt x="603249" y="62865"/>
                  </a:lnTo>
                  <a:cubicBezTo>
                    <a:pt x="603249" y="62865"/>
                    <a:pt x="602614" y="57785"/>
                    <a:pt x="601979" y="55245"/>
                  </a:cubicBezTo>
                  <a:cubicBezTo>
                    <a:pt x="601344" y="52705"/>
                    <a:pt x="600074" y="50800"/>
                    <a:pt x="598804" y="48895"/>
                  </a:cubicBezTo>
                  <a:cubicBezTo>
                    <a:pt x="597534" y="46990"/>
                    <a:pt x="595629" y="45720"/>
                    <a:pt x="593089" y="44450"/>
                  </a:cubicBezTo>
                  <a:cubicBezTo>
                    <a:pt x="590549" y="43180"/>
                    <a:pt x="588009" y="43180"/>
                    <a:pt x="584834" y="43180"/>
                  </a:cubicBezTo>
                  <a:close/>
                  <a:moveTo>
                    <a:pt x="398145" y="43180"/>
                  </a:moveTo>
                  <a:cubicBezTo>
                    <a:pt x="395605" y="43180"/>
                    <a:pt x="393065" y="43180"/>
                    <a:pt x="391160" y="44450"/>
                  </a:cubicBezTo>
                  <a:cubicBezTo>
                    <a:pt x="389255" y="45085"/>
                    <a:pt x="387350" y="46355"/>
                    <a:pt x="386080" y="48260"/>
                  </a:cubicBezTo>
                  <a:cubicBezTo>
                    <a:pt x="384810" y="50165"/>
                    <a:pt x="383540" y="52070"/>
                    <a:pt x="382270" y="54610"/>
                  </a:cubicBezTo>
                  <a:cubicBezTo>
                    <a:pt x="381635" y="57150"/>
                    <a:pt x="380365" y="59690"/>
                    <a:pt x="380365" y="62865"/>
                  </a:cubicBezTo>
                  <a:lnTo>
                    <a:pt x="416560" y="62865"/>
                  </a:lnTo>
                  <a:cubicBezTo>
                    <a:pt x="416560" y="62865"/>
                    <a:pt x="415925" y="57785"/>
                    <a:pt x="415290" y="55245"/>
                  </a:cubicBezTo>
                  <a:cubicBezTo>
                    <a:pt x="414655" y="52705"/>
                    <a:pt x="413385" y="50800"/>
                    <a:pt x="412115" y="48895"/>
                  </a:cubicBezTo>
                  <a:cubicBezTo>
                    <a:pt x="410845" y="46990"/>
                    <a:pt x="408940" y="45720"/>
                    <a:pt x="406400" y="44450"/>
                  </a:cubicBezTo>
                  <a:cubicBezTo>
                    <a:pt x="403860" y="43180"/>
                    <a:pt x="401320" y="43180"/>
                    <a:pt x="398145" y="43180"/>
                  </a:cubicBezTo>
                  <a:close/>
                  <a:moveTo>
                    <a:pt x="320039" y="43180"/>
                  </a:moveTo>
                  <a:cubicBezTo>
                    <a:pt x="318134" y="43180"/>
                    <a:pt x="316229" y="43180"/>
                    <a:pt x="314959" y="43815"/>
                  </a:cubicBezTo>
                  <a:cubicBezTo>
                    <a:pt x="313054" y="43815"/>
                    <a:pt x="311784" y="45085"/>
                    <a:pt x="309879" y="45720"/>
                  </a:cubicBezTo>
                  <a:cubicBezTo>
                    <a:pt x="308609" y="46355"/>
                    <a:pt x="306704" y="47625"/>
                    <a:pt x="305434" y="48895"/>
                  </a:cubicBezTo>
                  <a:cubicBezTo>
                    <a:pt x="304164" y="50165"/>
                    <a:pt x="302894" y="51435"/>
                    <a:pt x="302259" y="52705"/>
                  </a:cubicBezTo>
                  <a:lnTo>
                    <a:pt x="302259" y="85725"/>
                  </a:lnTo>
                  <a:cubicBezTo>
                    <a:pt x="302259" y="85725"/>
                    <a:pt x="304164" y="88265"/>
                    <a:pt x="305434" y="89535"/>
                  </a:cubicBezTo>
                  <a:cubicBezTo>
                    <a:pt x="306704" y="90805"/>
                    <a:pt x="307974" y="92075"/>
                    <a:pt x="309879" y="92710"/>
                  </a:cubicBezTo>
                  <a:cubicBezTo>
                    <a:pt x="311784" y="93980"/>
                    <a:pt x="313054" y="94615"/>
                    <a:pt x="314959" y="95250"/>
                  </a:cubicBezTo>
                  <a:cubicBezTo>
                    <a:pt x="316864" y="95250"/>
                    <a:pt x="318769" y="95885"/>
                    <a:pt x="320674" y="95885"/>
                  </a:cubicBezTo>
                  <a:cubicBezTo>
                    <a:pt x="326389" y="95885"/>
                    <a:pt x="330199" y="93980"/>
                    <a:pt x="333374" y="89535"/>
                  </a:cubicBezTo>
                  <a:cubicBezTo>
                    <a:pt x="336549" y="85090"/>
                    <a:pt x="337819" y="79375"/>
                    <a:pt x="337819" y="71120"/>
                  </a:cubicBezTo>
                  <a:lnTo>
                    <a:pt x="337184" y="71755"/>
                  </a:lnTo>
                  <a:cubicBezTo>
                    <a:pt x="337184" y="62230"/>
                    <a:pt x="335914" y="54610"/>
                    <a:pt x="332739" y="50165"/>
                  </a:cubicBezTo>
                  <a:cubicBezTo>
                    <a:pt x="329564" y="45720"/>
                    <a:pt x="325119" y="43180"/>
                    <a:pt x="320039" y="43180"/>
                  </a:cubicBezTo>
                  <a:close/>
                  <a:moveTo>
                    <a:pt x="200025" y="43180"/>
                  </a:moveTo>
                  <a:cubicBezTo>
                    <a:pt x="197485" y="43180"/>
                    <a:pt x="194945" y="43180"/>
                    <a:pt x="193040" y="44450"/>
                  </a:cubicBezTo>
                  <a:cubicBezTo>
                    <a:pt x="191135" y="45085"/>
                    <a:pt x="189230" y="46355"/>
                    <a:pt x="187960" y="48260"/>
                  </a:cubicBezTo>
                  <a:cubicBezTo>
                    <a:pt x="186690" y="50165"/>
                    <a:pt x="185420" y="52070"/>
                    <a:pt x="184150" y="54610"/>
                  </a:cubicBezTo>
                  <a:cubicBezTo>
                    <a:pt x="183515" y="57150"/>
                    <a:pt x="182880" y="59690"/>
                    <a:pt x="182245" y="62865"/>
                  </a:cubicBezTo>
                  <a:lnTo>
                    <a:pt x="218440" y="62865"/>
                  </a:lnTo>
                  <a:cubicBezTo>
                    <a:pt x="218440" y="62865"/>
                    <a:pt x="217805" y="57785"/>
                    <a:pt x="217170" y="55245"/>
                  </a:cubicBezTo>
                  <a:cubicBezTo>
                    <a:pt x="216535" y="52705"/>
                    <a:pt x="215265" y="50800"/>
                    <a:pt x="213995" y="48895"/>
                  </a:cubicBezTo>
                  <a:cubicBezTo>
                    <a:pt x="212725" y="46990"/>
                    <a:pt x="210820" y="45720"/>
                    <a:pt x="208280" y="44450"/>
                  </a:cubicBezTo>
                  <a:cubicBezTo>
                    <a:pt x="205740" y="43180"/>
                    <a:pt x="203200" y="43180"/>
                    <a:pt x="200025" y="43180"/>
                  </a:cubicBezTo>
                  <a:close/>
                  <a:moveTo>
                    <a:pt x="4439281" y="43179"/>
                  </a:moveTo>
                  <a:cubicBezTo>
                    <a:pt x="4433566" y="43179"/>
                    <a:pt x="4429756" y="45084"/>
                    <a:pt x="4426581" y="49529"/>
                  </a:cubicBezTo>
                  <a:cubicBezTo>
                    <a:pt x="4423406" y="53974"/>
                    <a:pt x="4422136" y="59689"/>
                    <a:pt x="4422136" y="67944"/>
                  </a:cubicBezTo>
                  <a:cubicBezTo>
                    <a:pt x="4422136" y="73024"/>
                    <a:pt x="4422136" y="76834"/>
                    <a:pt x="4423406" y="80644"/>
                  </a:cubicBezTo>
                  <a:cubicBezTo>
                    <a:pt x="4424041" y="84454"/>
                    <a:pt x="4425311" y="86994"/>
                    <a:pt x="4426581" y="89534"/>
                  </a:cubicBezTo>
                  <a:cubicBezTo>
                    <a:pt x="4427851" y="92074"/>
                    <a:pt x="4429756" y="93344"/>
                    <a:pt x="4432296" y="94614"/>
                  </a:cubicBezTo>
                  <a:cubicBezTo>
                    <a:pt x="4434201" y="95884"/>
                    <a:pt x="4436741" y="96519"/>
                    <a:pt x="4439916" y="96519"/>
                  </a:cubicBezTo>
                  <a:cubicBezTo>
                    <a:pt x="4441821" y="96519"/>
                    <a:pt x="4443726" y="96519"/>
                    <a:pt x="4444996" y="95884"/>
                  </a:cubicBezTo>
                  <a:cubicBezTo>
                    <a:pt x="4446901" y="95884"/>
                    <a:pt x="4448171" y="94614"/>
                    <a:pt x="4450076" y="93344"/>
                  </a:cubicBezTo>
                  <a:cubicBezTo>
                    <a:pt x="4451346" y="92709"/>
                    <a:pt x="4453251" y="91439"/>
                    <a:pt x="4454521" y="90169"/>
                  </a:cubicBezTo>
                  <a:cubicBezTo>
                    <a:pt x="4455791" y="88899"/>
                    <a:pt x="4457061" y="87629"/>
                    <a:pt x="4457696" y="86359"/>
                  </a:cubicBezTo>
                  <a:lnTo>
                    <a:pt x="4457696" y="53339"/>
                  </a:lnTo>
                  <a:cubicBezTo>
                    <a:pt x="4457696" y="53339"/>
                    <a:pt x="4455791" y="50799"/>
                    <a:pt x="4454521" y="49529"/>
                  </a:cubicBezTo>
                  <a:cubicBezTo>
                    <a:pt x="4453251" y="48259"/>
                    <a:pt x="4451981" y="46989"/>
                    <a:pt x="4450076" y="46354"/>
                  </a:cubicBezTo>
                  <a:cubicBezTo>
                    <a:pt x="4448806" y="45084"/>
                    <a:pt x="4446901" y="44449"/>
                    <a:pt x="4444996" y="43814"/>
                  </a:cubicBezTo>
                  <a:cubicBezTo>
                    <a:pt x="4443091" y="43814"/>
                    <a:pt x="4441186" y="43179"/>
                    <a:pt x="4439281" y="43179"/>
                  </a:cubicBezTo>
                  <a:close/>
                  <a:moveTo>
                    <a:pt x="1014731" y="43179"/>
                  </a:moveTo>
                  <a:cubicBezTo>
                    <a:pt x="1009016" y="43179"/>
                    <a:pt x="1005206" y="45084"/>
                    <a:pt x="1002032" y="49529"/>
                  </a:cubicBezTo>
                  <a:cubicBezTo>
                    <a:pt x="998856" y="53974"/>
                    <a:pt x="997587" y="59689"/>
                    <a:pt x="997587" y="67944"/>
                  </a:cubicBezTo>
                  <a:cubicBezTo>
                    <a:pt x="997587" y="77469"/>
                    <a:pt x="998856" y="84454"/>
                    <a:pt x="1002032" y="88899"/>
                  </a:cubicBezTo>
                  <a:cubicBezTo>
                    <a:pt x="1005206" y="93979"/>
                    <a:pt x="1009016" y="95884"/>
                    <a:pt x="1015367" y="95884"/>
                  </a:cubicBezTo>
                  <a:cubicBezTo>
                    <a:pt x="1018541" y="95884"/>
                    <a:pt x="1022352" y="95249"/>
                    <a:pt x="1024891" y="93344"/>
                  </a:cubicBezTo>
                  <a:cubicBezTo>
                    <a:pt x="1028067" y="91439"/>
                    <a:pt x="1030607" y="88899"/>
                    <a:pt x="1033147" y="86359"/>
                  </a:cubicBezTo>
                  <a:lnTo>
                    <a:pt x="1033147" y="53339"/>
                  </a:lnTo>
                  <a:cubicBezTo>
                    <a:pt x="1033147" y="53339"/>
                    <a:pt x="1031242" y="50799"/>
                    <a:pt x="1029971" y="49529"/>
                  </a:cubicBezTo>
                  <a:cubicBezTo>
                    <a:pt x="1028702" y="48259"/>
                    <a:pt x="1027431" y="46989"/>
                    <a:pt x="1025526" y="46354"/>
                  </a:cubicBezTo>
                  <a:cubicBezTo>
                    <a:pt x="1023621" y="45084"/>
                    <a:pt x="1022352" y="44449"/>
                    <a:pt x="1020446" y="43814"/>
                  </a:cubicBezTo>
                  <a:cubicBezTo>
                    <a:pt x="1018541" y="43179"/>
                    <a:pt x="1016636" y="43179"/>
                    <a:pt x="1014731" y="43179"/>
                  </a:cubicBezTo>
                  <a:close/>
                  <a:moveTo>
                    <a:pt x="4524370" y="31114"/>
                  </a:moveTo>
                  <a:lnTo>
                    <a:pt x="4538975" y="31114"/>
                  </a:lnTo>
                  <a:lnTo>
                    <a:pt x="4552310" y="84454"/>
                  </a:lnTo>
                  <a:lnTo>
                    <a:pt x="4566915" y="31114"/>
                  </a:lnTo>
                  <a:lnTo>
                    <a:pt x="4579615" y="31114"/>
                  </a:lnTo>
                  <a:lnTo>
                    <a:pt x="4594220" y="84454"/>
                  </a:lnTo>
                  <a:lnTo>
                    <a:pt x="4606920" y="31114"/>
                  </a:lnTo>
                  <a:lnTo>
                    <a:pt x="4622160" y="31114"/>
                  </a:lnTo>
                  <a:lnTo>
                    <a:pt x="4600570" y="108584"/>
                  </a:lnTo>
                  <a:lnTo>
                    <a:pt x="4587235" y="108584"/>
                  </a:lnTo>
                  <a:lnTo>
                    <a:pt x="4572630" y="54609"/>
                  </a:lnTo>
                  <a:lnTo>
                    <a:pt x="4558660" y="108584"/>
                  </a:lnTo>
                  <a:lnTo>
                    <a:pt x="4545325" y="108584"/>
                  </a:lnTo>
                  <a:close/>
                  <a:moveTo>
                    <a:pt x="4123686" y="31114"/>
                  </a:moveTo>
                  <a:lnTo>
                    <a:pt x="4138926" y="31114"/>
                  </a:lnTo>
                  <a:lnTo>
                    <a:pt x="4152261" y="84454"/>
                  </a:lnTo>
                  <a:lnTo>
                    <a:pt x="4166866" y="31114"/>
                  </a:lnTo>
                  <a:lnTo>
                    <a:pt x="4178931" y="31114"/>
                  </a:lnTo>
                  <a:lnTo>
                    <a:pt x="4193536" y="84454"/>
                  </a:lnTo>
                  <a:lnTo>
                    <a:pt x="4206871" y="31114"/>
                  </a:lnTo>
                  <a:lnTo>
                    <a:pt x="4222111" y="31114"/>
                  </a:lnTo>
                  <a:lnTo>
                    <a:pt x="4200521" y="108584"/>
                  </a:lnTo>
                  <a:lnTo>
                    <a:pt x="4187186" y="108584"/>
                  </a:lnTo>
                  <a:lnTo>
                    <a:pt x="4172581" y="54609"/>
                  </a:lnTo>
                  <a:lnTo>
                    <a:pt x="4157976" y="108584"/>
                  </a:lnTo>
                  <a:lnTo>
                    <a:pt x="4145276" y="108584"/>
                  </a:lnTo>
                  <a:close/>
                  <a:moveTo>
                    <a:pt x="2837811" y="31114"/>
                  </a:moveTo>
                  <a:lnTo>
                    <a:pt x="2852416" y="31114"/>
                  </a:lnTo>
                  <a:lnTo>
                    <a:pt x="2865751" y="84454"/>
                  </a:lnTo>
                  <a:lnTo>
                    <a:pt x="2880356" y="31114"/>
                  </a:lnTo>
                  <a:lnTo>
                    <a:pt x="2893056" y="31114"/>
                  </a:lnTo>
                  <a:lnTo>
                    <a:pt x="2907661" y="84454"/>
                  </a:lnTo>
                  <a:lnTo>
                    <a:pt x="2920361" y="31114"/>
                  </a:lnTo>
                  <a:lnTo>
                    <a:pt x="2935601" y="31114"/>
                  </a:lnTo>
                  <a:lnTo>
                    <a:pt x="2914011" y="108584"/>
                  </a:lnTo>
                  <a:lnTo>
                    <a:pt x="2900676" y="108584"/>
                  </a:lnTo>
                  <a:lnTo>
                    <a:pt x="2886706" y="54609"/>
                  </a:lnTo>
                  <a:lnTo>
                    <a:pt x="2872101" y="108584"/>
                  </a:lnTo>
                  <a:lnTo>
                    <a:pt x="2858766" y="108584"/>
                  </a:lnTo>
                  <a:close/>
                  <a:moveTo>
                    <a:pt x="1354455" y="31114"/>
                  </a:moveTo>
                  <a:lnTo>
                    <a:pt x="1369695" y="31114"/>
                  </a:lnTo>
                  <a:lnTo>
                    <a:pt x="1369695" y="109219"/>
                  </a:lnTo>
                  <a:lnTo>
                    <a:pt x="1354455" y="109219"/>
                  </a:lnTo>
                  <a:close/>
                  <a:moveTo>
                    <a:pt x="2646040" y="29844"/>
                  </a:moveTo>
                  <a:cubicBezTo>
                    <a:pt x="2650485" y="29844"/>
                    <a:pt x="2654295" y="29844"/>
                    <a:pt x="2658105" y="31749"/>
                  </a:cubicBezTo>
                  <a:cubicBezTo>
                    <a:pt x="2661915" y="33019"/>
                    <a:pt x="2665090" y="34289"/>
                    <a:pt x="2667630" y="36829"/>
                  </a:cubicBezTo>
                  <a:cubicBezTo>
                    <a:pt x="2670170" y="38734"/>
                    <a:pt x="2672075" y="41909"/>
                    <a:pt x="2673345" y="45084"/>
                  </a:cubicBezTo>
                  <a:cubicBezTo>
                    <a:pt x="2674615" y="48259"/>
                    <a:pt x="2675250" y="52069"/>
                    <a:pt x="2675250" y="56514"/>
                  </a:cubicBezTo>
                  <a:lnTo>
                    <a:pt x="2675250" y="109854"/>
                  </a:lnTo>
                  <a:lnTo>
                    <a:pt x="2660010" y="109854"/>
                  </a:lnTo>
                  <a:lnTo>
                    <a:pt x="2660010" y="108584"/>
                  </a:lnTo>
                  <a:lnTo>
                    <a:pt x="2660010" y="100964"/>
                  </a:lnTo>
                  <a:cubicBezTo>
                    <a:pt x="2660010" y="100964"/>
                    <a:pt x="2656200" y="104139"/>
                    <a:pt x="2654930" y="104774"/>
                  </a:cubicBezTo>
                  <a:cubicBezTo>
                    <a:pt x="2653660" y="105409"/>
                    <a:pt x="2652390" y="106679"/>
                    <a:pt x="2651120" y="107314"/>
                  </a:cubicBezTo>
                  <a:cubicBezTo>
                    <a:pt x="2649850" y="107949"/>
                    <a:pt x="2647945" y="108584"/>
                    <a:pt x="2646040" y="109219"/>
                  </a:cubicBezTo>
                  <a:cubicBezTo>
                    <a:pt x="2644135" y="109219"/>
                    <a:pt x="2641595" y="109854"/>
                    <a:pt x="2639055" y="109854"/>
                  </a:cubicBezTo>
                  <a:cubicBezTo>
                    <a:pt x="2635880" y="109854"/>
                    <a:pt x="2632705" y="109854"/>
                    <a:pt x="2629530" y="108584"/>
                  </a:cubicBezTo>
                  <a:cubicBezTo>
                    <a:pt x="2626355" y="107949"/>
                    <a:pt x="2623180" y="106044"/>
                    <a:pt x="2620640" y="104139"/>
                  </a:cubicBezTo>
                  <a:cubicBezTo>
                    <a:pt x="2618100" y="102234"/>
                    <a:pt x="2616195" y="99059"/>
                    <a:pt x="2614290" y="95884"/>
                  </a:cubicBezTo>
                  <a:cubicBezTo>
                    <a:pt x="2612385" y="92709"/>
                    <a:pt x="2611750" y="88264"/>
                    <a:pt x="2611750" y="83819"/>
                  </a:cubicBezTo>
                  <a:cubicBezTo>
                    <a:pt x="2611750" y="79374"/>
                    <a:pt x="2612385" y="75564"/>
                    <a:pt x="2614290" y="72389"/>
                  </a:cubicBezTo>
                  <a:cubicBezTo>
                    <a:pt x="2615560" y="69214"/>
                    <a:pt x="2618100" y="66674"/>
                    <a:pt x="2620640" y="64769"/>
                  </a:cubicBezTo>
                  <a:cubicBezTo>
                    <a:pt x="2623180" y="62864"/>
                    <a:pt x="2626990" y="60959"/>
                    <a:pt x="2630800" y="60324"/>
                  </a:cubicBezTo>
                  <a:cubicBezTo>
                    <a:pt x="2634610" y="59054"/>
                    <a:pt x="2638420" y="59054"/>
                    <a:pt x="2642865" y="59054"/>
                  </a:cubicBezTo>
                  <a:cubicBezTo>
                    <a:pt x="2646675" y="59054"/>
                    <a:pt x="2650485" y="59054"/>
                    <a:pt x="2653025" y="59689"/>
                  </a:cubicBezTo>
                  <a:cubicBezTo>
                    <a:pt x="2655565" y="59689"/>
                    <a:pt x="2658105" y="60959"/>
                    <a:pt x="2660010" y="61594"/>
                  </a:cubicBezTo>
                  <a:lnTo>
                    <a:pt x="2660010" y="55879"/>
                  </a:lnTo>
                  <a:cubicBezTo>
                    <a:pt x="2660010" y="51434"/>
                    <a:pt x="2658740" y="48259"/>
                    <a:pt x="2656200" y="46354"/>
                  </a:cubicBezTo>
                  <a:cubicBezTo>
                    <a:pt x="2653660" y="43814"/>
                    <a:pt x="2649850" y="43179"/>
                    <a:pt x="2645405" y="43179"/>
                  </a:cubicBezTo>
                  <a:cubicBezTo>
                    <a:pt x="2641595" y="43179"/>
                    <a:pt x="2637785" y="43179"/>
                    <a:pt x="2634610" y="44449"/>
                  </a:cubicBezTo>
                  <a:cubicBezTo>
                    <a:pt x="2631435" y="45084"/>
                    <a:pt x="2628260" y="46354"/>
                    <a:pt x="2625085" y="48259"/>
                  </a:cubicBezTo>
                  <a:lnTo>
                    <a:pt x="2619370" y="36829"/>
                  </a:lnTo>
                  <a:cubicBezTo>
                    <a:pt x="2623180" y="34289"/>
                    <a:pt x="2626990" y="33019"/>
                    <a:pt x="2631435" y="31749"/>
                  </a:cubicBezTo>
                  <a:cubicBezTo>
                    <a:pt x="2635880" y="30479"/>
                    <a:pt x="2640325" y="29844"/>
                    <a:pt x="2646040" y="29844"/>
                  </a:cubicBezTo>
                  <a:close/>
                  <a:moveTo>
                    <a:pt x="1114426" y="29844"/>
                  </a:moveTo>
                  <a:lnTo>
                    <a:pt x="1129666" y="29844"/>
                  </a:lnTo>
                  <a:lnTo>
                    <a:pt x="1129666" y="107949"/>
                  </a:lnTo>
                  <a:lnTo>
                    <a:pt x="1114426" y="107949"/>
                  </a:lnTo>
                  <a:lnTo>
                    <a:pt x="1114426" y="100964"/>
                  </a:lnTo>
                  <a:cubicBezTo>
                    <a:pt x="1114426" y="100964"/>
                    <a:pt x="1109981" y="106044"/>
                    <a:pt x="1106171" y="107314"/>
                  </a:cubicBezTo>
                  <a:cubicBezTo>
                    <a:pt x="1102996" y="109219"/>
                    <a:pt x="1098551" y="109854"/>
                    <a:pt x="1094741" y="109854"/>
                  </a:cubicBezTo>
                  <a:cubicBezTo>
                    <a:pt x="1085851" y="109854"/>
                    <a:pt x="1078866" y="106679"/>
                    <a:pt x="1073786" y="100964"/>
                  </a:cubicBezTo>
                  <a:cubicBezTo>
                    <a:pt x="1069341" y="95249"/>
                    <a:pt x="1066800" y="86359"/>
                    <a:pt x="1066800" y="74929"/>
                  </a:cubicBezTo>
                  <a:lnTo>
                    <a:pt x="1066800" y="30479"/>
                  </a:lnTo>
                  <a:lnTo>
                    <a:pt x="1082040" y="30479"/>
                  </a:lnTo>
                  <a:lnTo>
                    <a:pt x="1082040" y="74294"/>
                  </a:lnTo>
                  <a:cubicBezTo>
                    <a:pt x="1082040" y="81279"/>
                    <a:pt x="1083311" y="86994"/>
                    <a:pt x="1085851" y="90169"/>
                  </a:cubicBezTo>
                  <a:cubicBezTo>
                    <a:pt x="1088390" y="93979"/>
                    <a:pt x="1092201" y="95249"/>
                    <a:pt x="1097916" y="95249"/>
                  </a:cubicBezTo>
                  <a:cubicBezTo>
                    <a:pt x="1102996" y="95249"/>
                    <a:pt x="1106806" y="93344"/>
                    <a:pt x="1109981" y="90169"/>
                  </a:cubicBezTo>
                  <a:cubicBezTo>
                    <a:pt x="1112521" y="86994"/>
                    <a:pt x="1114426" y="81914"/>
                    <a:pt x="1114426" y="75564"/>
                  </a:cubicBezTo>
                  <a:close/>
                  <a:moveTo>
                    <a:pt x="1011556" y="29844"/>
                  </a:moveTo>
                  <a:cubicBezTo>
                    <a:pt x="1013461" y="29844"/>
                    <a:pt x="1015367" y="29844"/>
                    <a:pt x="1017272" y="30479"/>
                  </a:cubicBezTo>
                  <a:cubicBezTo>
                    <a:pt x="1019176" y="30479"/>
                    <a:pt x="1021081" y="31749"/>
                    <a:pt x="1022352" y="32384"/>
                  </a:cubicBezTo>
                  <a:cubicBezTo>
                    <a:pt x="1024257" y="33019"/>
                    <a:pt x="1025526" y="34289"/>
                    <a:pt x="1026797" y="35559"/>
                  </a:cubicBezTo>
                  <a:cubicBezTo>
                    <a:pt x="1028067" y="36829"/>
                    <a:pt x="1029336" y="37464"/>
                    <a:pt x="1030607" y="38734"/>
                  </a:cubicBezTo>
                  <a:lnTo>
                    <a:pt x="1030607" y="31749"/>
                  </a:lnTo>
                  <a:lnTo>
                    <a:pt x="1045847" y="31749"/>
                  </a:lnTo>
                  <a:lnTo>
                    <a:pt x="1045847" y="130809"/>
                  </a:lnTo>
                  <a:lnTo>
                    <a:pt x="1032512" y="137477"/>
                  </a:lnTo>
                  <a:lnTo>
                    <a:pt x="1032512" y="101599"/>
                  </a:lnTo>
                  <a:cubicBezTo>
                    <a:pt x="1032512" y="101599"/>
                    <a:pt x="1026797" y="106679"/>
                    <a:pt x="1022986" y="107949"/>
                  </a:cubicBezTo>
                  <a:cubicBezTo>
                    <a:pt x="1019812" y="109854"/>
                    <a:pt x="1016001" y="110489"/>
                    <a:pt x="1011556" y="110489"/>
                  </a:cubicBezTo>
                  <a:cubicBezTo>
                    <a:pt x="1007111" y="110489"/>
                    <a:pt x="1003301" y="109854"/>
                    <a:pt x="999491" y="107949"/>
                  </a:cubicBezTo>
                  <a:cubicBezTo>
                    <a:pt x="995681" y="106679"/>
                    <a:pt x="992506" y="104139"/>
                    <a:pt x="989966" y="100329"/>
                  </a:cubicBezTo>
                  <a:cubicBezTo>
                    <a:pt x="987426" y="97154"/>
                    <a:pt x="984886" y="92709"/>
                    <a:pt x="983616" y="87629"/>
                  </a:cubicBezTo>
                  <a:cubicBezTo>
                    <a:pt x="982346" y="82549"/>
                    <a:pt x="981076" y="76199"/>
                    <a:pt x="981076" y="68579"/>
                  </a:cubicBezTo>
                  <a:cubicBezTo>
                    <a:pt x="981076" y="61594"/>
                    <a:pt x="981711" y="55879"/>
                    <a:pt x="983616" y="51434"/>
                  </a:cubicBezTo>
                  <a:cubicBezTo>
                    <a:pt x="985521" y="46354"/>
                    <a:pt x="987426" y="42544"/>
                    <a:pt x="990601" y="39369"/>
                  </a:cubicBezTo>
                  <a:cubicBezTo>
                    <a:pt x="993142" y="36194"/>
                    <a:pt x="996951" y="33654"/>
                    <a:pt x="1000126" y="32384"/>
                  </a:cubicBezTo>
                  <a:cubicBezTo>
                    <a:pt x="1003937" y="31114"/>
                    <a:pt x="1007746" y="29844"/>
                    <a:pt x="1011556" y="29844"/>
                  </a:cubicBezTo>
                  <a:close/>
                  <a:moveTo>
                    <a:pt x="4871716" y="29210"/>
                  </a:moveTo>
                  <a:cubicBezTo>
                    <a:pt x="4876796" y="29210"/>
                    <a:pt x="4881241" y="29845"/>
                    <a:pt x="4885686" y="31750"/>
                  </a:cubicBezTo>
                  <a:cubicBezTo>
                    <a:pt x="4890131" y="33655"/>
                    <a:pt x="4894576" y="35560"/>
                    <a:pt x="4897751" y="38100"/>
                  </a:cubicBezTo>
                  <a:lnTo>
                    <a:pt x="4899021" y="38100"/>
                  </a:lnTo>
                  <a:lnTo>
                    <a:pt x="4892036" y="50165"/>
                  </a:lnTo>
                  <a:cubicBezTo>
                    <a:pt x="4888861" y="47625"/>
                    <a:pt x="4885686" y="46355"/>
                    <a:pt x="4882511" y="45085"/>
                  </a:cubicBezTo>
                  <a:cubicBezTo>
                    <a:pt x="4879336" y="43815"/>
                    <a:pt x="4875526" y="43180"/>
                    <a:pt x="4872351" y="43180"/>
                  </a:cubicBezTo>
                  <a:cubicBezTo>
                    <a:pt x="4869176" y="43180"/>
                    <a:pt x="4866001" y="43815"/>
                    <a:pt x="4864096" y="45085"/>
                  </a:cubicBezTo>
                  <a:cubicBezTo>
                    <a:pt x="4862191" y="46355"/>
                    <a:pt x="4861556" y="48260"/>
                    <a:pt x="4861556" y="50165"/>
                  </a:cubicBezTo>
                  <a:cubicBezTo>
                    <a:pt x="4861556" y="51435"/>
                    <a:pt x="4861556" y="52070"/>
                    <a:pt x="4861556" y="52705"/>
                  </a:cubicBezTo>
                  <a:cubicBezTo>
                    <a:pt x="4861556" y="53340"/>
                    <a:pt x="4862826" y="54610"/>
                    <a:pt x="4863461" y="55245"/>
                  </a:cubicBezTo>
                  <a:cubicBezTo>
                    <a:pt x="4864731" y="55880"/>
                    <a:pt x="4866001" y="57150"/>
                    <a:pt x="4867906" y="57785"/>
                  </a:cubicBezTo>
                  <a:cubicBezTo>
                    <a:pt x="4869811" y="59055"/>
                    <a:pt x="4872351" y="59690"/>
                    <a:pt x="4874891" y="60960"/>
                  </a:cubicBezTo>
                  <a:cubicBezTo>
                    <a:pt x="4879336" y="62865"/>
                    <a:pt x="4883146" y="64135"/>
                    <a:pt x="4886321" y="66040"/>
                  </a:cubicBezTo>
                  <a:cubicBezTo>
                    <a:pt x="4889496" y="67310"/>
                    <a:pt x="4892036" y="69215"/>
                    <a:pt x="4894576" y="71120"/>
                  </a:cubicBezTo>
                  <a:cubicBezTo>
                    <a:pt x="4896481" y="73025"/>
                    <a:pt x="4898386" y="75565"/>
                    <a:pt x="4899656" y="78105"/>
                  </a:cubicBezTo>
                  <a:cubicBezTo>
                    <a:pt x="4900926" y="80645"/>
                    <a:pt x="4901561" y="83820"/>
                    <a:pt x="4901561" y="87630"/>
                  </a:cubicBezTo>
                  <a:cubicBezTo>
                    <a:pt x="4901561" y="92075"/>
                    <a:pt x="4900926" y="95250"/>
                    <a:pt x="4899021" y="98425"/>
                  </a:cubicBezTo>
                  <a:cubicBezTo>
                    <a:pt x="4897116" y="101600"/>
                    <a:pt x="4895211" y="103505"/>
                    <a:pt x="4892671" y="105410"/>
                  </a:cubicBezTo>
                  <a:cubicBezTo>
                    <a:pt x="4890131" y="107315"/>
                    <a:pt x="4886956" y="108585"/>
                    <a:pt x="4883146" y="109220"/>
                  </a:cubicBezTo>
                  <a:cubicBezTo>
                    <a:pt x="4879336" y="109855"/>
                    <a:pt x="4876161" y="110490"/>
                    <a:pt x="4872351" y="110490"/>
                  </a:cubicBezTo>
                  <a:cubicBezTo>
                    <a:pt x="4867271" y="110490"/>
                    <a:pt x="4862191" y="109855"/>
                    <a:pt x="4857111" y="107950"/>
                  </a:cubicBezTo>
                  <a:cubicBezTo>
                    <a:pt x="4851396" y="106045"/>
                    <a:pt x="4846951" y="103505"/>
                    <a:pt x="4842506" y="100965"/>
                  </a:cubicBezTo>
                  <a:lnTo>
                    <a:pt x="4849491" y="89535"/>
                  </a:lnTo>
                  <a:cubicBezTo>
                    <a:pt x="4853301" y="92075"/>
                    <a:pt x="4857111" y="93980"/>
                    <a:pt x="4860921" y="95250"/>
                  </a:cubicBezTo>
                  <a:cubicBezTo>
                    <a:pt x="4864731" y="96520"/>
                    <a:pt x="4868541" y="97155"/>
                    <a:pt x="4872351" y="97155"/>
                  </a:cubicBezTo>
                  <a:cubicBezTo>
                    <a:pt x="4877431" y="97155"/>
                    <a:pt x="4880606" y="96520"/>
                    <a:pt x="4883146" y="94615"/>
                  </a:cubicBezTo>
                  <a:cubicBezTo>
                    <a:pt x="4885686" y="93345"/>
                    <a:pt x="4886321" y="90805"/>
                    <a:pt x="4886321" y="88265"/>
                  </a:cubicBezTo>
                  <a:cubicBezTo>
                    <a:pt x="4886321" y="86995"/>
                    <a:pt x="4886321" y="85725"/>
                    <a:pt x="4885051" y="84455"/>
                  </a:cubicBezTo>
                  <a:cubicBezTo>
                    <a:pt x="4884416" y="83185"/>
                    <a:pt x="4883146" y="82550"/>
                    <a:pt x="4881241" y="81280"/>
                  </a:cubicBezTo>
                  <a:cubicBezTo>
                    <a:pt x="4879971" y="80010"/>
                    <a:pt x="4878066" y="79375"/>
                    <a:pt x="4875526" y="78105"/>
                  </a:cubicBezTo>
                  <a:cubicBezTo>
                    <a:pt x="4872986" y="77470"/>
                    <a:pt x="4871081" y="76200"/>
                    <a:pt x="4867906" y="74930"/>
                  </a:cubicBezTo>
                  <a:cubicBezTo>
                    <a:pt x="4863461" y="73025"/>
                    <a:pt x="4860286" y="71755"/>
                    <a:pt x="4857111" y="69850"/>
                  </a:cubicBezTo>
                  <a:cubicBezTo>
                    <a:pt x="4853936" y="67945"/>
                    <a:pt x="4852031" y="66675"/>
                    <a:pt x="4850126" y="64770"/>
                  </a:cubicBezTo>
                  <a:cubicBezTo>
                    <a:pt x="4848221" y="62865"/>
                    <a:pt x="4846951" y="60960"/>
                    <a:pt x="4846316" y="58420"/>
                  </a:cubicBezTo>
                  <a:cubicBezTo>
                    <a:pt x="4845681" y="55880"/>
                    <a:pt x="4845046" y="53340"/>
                    <a:pt x="4845046" y="50165"/>
                  </a:cubicBezTo>
                  <a:cubicBezTo>
                    <a:pt x="4845046" y="46990"/>
                    <a:pt x="4845681" y="43815"/>
                    <a:pt x="4846951" y="40640"/>
                  </a:cubicBezTo>
                  <a:cubicBezTo>
                    <a:pt x="4848221" y="38100"/>
                    <a:pt x="4850126" y="35560"/>
                    <a:pt x="4852666" y="34290"/>
                  </a:cubicBezTo>
                  <a:cubicBezTo>
                    <a:pt x="4855206" y="32385"/>
                    <a:pt x="4857746" y="31115"/>
                    <a:pt x="4860921" y="30480"/>
                  </a:cubicBezTo>
                  <a:cubicBezTo>
                    <a:pt x="4864096" y="29845"/>
                    <a:pt x="4867906" y="29210"/>
                    <a:pt x="4871716" y="29210"/>
                  </a:cubicBezTo>
                  <a:close/>
                  <a:moveTo>
                    <a:pt x="4749796" y="29210"/>
                  </a:moveTo>
                  <a:cubicBezTo>
                    <a:pt x="4752971" y="29210"/>
                    <a:pt x="4755511" y="29210"/>
                    <a:pt x="4757416" y="29845"/>
                  </a:cubicBezTo>
                  <a:cubicBezTo>
                    <a:pt x="4759321" y="30480"/>
                    <a:pt x="4761226" y="31115"/>
                    <a:pt x="4763131" y="32385"/>
                  </a:cubicBezTo>
                  <a:lnTo>
                    <a:pt x="4759321" y="46990"/>
                  </a:lnTo>
                  <a:lnTo>
                    <a:pt x="4758051" y="46990"/>
                  </a:lnTo>
                  <a:cubicBezTo>
                    <a:pt x="4758051" y="46990"/>
                    <a:pt x="4754876" y="45085"/>
                    <a:pt x="4752971" y="45085"/>
                  </a:cubicBezTo>
                  <a:cubicBezTo>
                    <a:pt x="4751066" y="45085"/>
                    <a:pt x="4749161" y="44450"/>
                    <a:pt x="4746621" y="44450"/>
                  </a:cubicBezTo>
                  <a:cubicBezTo>
                    <a:pt x="4741541" y="44450"/>
                    <a:pt x="4737731" y="46355"/>
                    <a:pt x="4735191" y="49530"/>
                  </a:cubicBezTo>
                  <a:cubicBezTo>
                    <a:pt x="4732651" y="52705"/>
                    <a:pt x="4731381" y="57785"/>
                    <a:pt x="4731381" y="64770"/>
                  </a:cubicBezTo>
                  <a:lnTo>
                    <a:pt x="4731381" y="109220"/>
                  </a:lnTo>
                  <a:lnTo>
                    <a:pt x="4716141" y="109220"/>
                  </a:lnTo>
                  <a:lnTo>
                    <a:pt x="4716141" y="31115"/>
                  </a:lnTo>
                  <a:lnTo>
                    <a:pt x="4731381" y="31115"/>
                  </a:lnTo>
                  <a:lnTo>
                    <a:pt x="4731381" y="38735"/>
                  </a:lnTo>
                  <a:cubicBezTo>
                    <a:pt x="4731381" y="38735"/>
                    <a:pt x="4733286" y="36195"/>
                    <a:pt x="4734556" y="34925"/>
                  </a:cubicBezTo>
                  <a:cubicBezTo>
                    <a:pt x="4735826" y="33655"/>
                    <a:pt x="4737096" y="33020"/>
                    <a:pt x="4739001" y="31750"/>
                  </a:cubicBezTo>
                  <a:cubicBezTo>
                    <a:pt x="4740271" y="31115"/>
                    <a:pt x="4742176" y="30480"/>
                    <a:pt x="4744081" y="29845"/>
                  </a:cubicBezTo>
                  <a:cubicBezTo>
                    <a:pt x="4745986" y="29845"/>
                    <a:pt x="4747891" y="29210"/>
                    <a:pt x="4749796" y="29210"/>
                  </a:cubicBezTo>
                  <a:close/>
                  <a:moveTo>
                    <a:pt x="4349110" y="29210"/>
                  </a:moveTo>
                  <a:cubicBezTo>
                    <a:pt x="4352285" y="29210"/>
                    <a:pt x="4354825" y="29210"/>
                    <a:pt x="4356730" y="29845"/>
                  </a:cubicBezTo>
                  <a:cubicBezTo>
                    <a:pt x="4358635" y="29845"/>
                    <a:pt x="4360540" y="31115"/>
                    <a:pt x="4362445" y="32385"/>
                  </a:cubicBezTo>
                  <a:lnTo>
                    <a:pt x="4358635" y="46990"/>
                  </a:lnTo>
                  <a:lnTo>
                    <a:pt x="4357365" y="46990"/>
                  </a:lnTo>
                  <a:cubicBezTo>
                    <a:pt x="4357365" y="46990"/>
                    <a:pt x="4354190" y="45085"/>
                    <a:pt x="4352285" y="45085"/>
                  </a:cubicBezTo>
                  <a:cubicBezTo>
                    <a:pt x="4350380" y="45085"/>
                    <a:pt x="4348475" y="44450"/>
                    <a:pt x="4345935" y="44450"/>
                  </a:cubicBezTo>
                  <a:cubicBezTo>
                    <a:pt x="4340855" y="44450"/>
                    <a:pt x="4337045" y="46355"/>
                    <a:pt x="4334505" y="49530"/>
                  </a:cubicBezTo>
                  <a:cubicBezTo>
                    <a:pt x="4331965" y="52705"/>
                    <a:pt x="4330695" y="57785"/>
                    <a:pt x="4330695" y="64770"/>
                  </a:cubicBezTo>
                  <a:lnTo>
                    <a:pt x="4330695" y="109220"/>
                  </a:lnTo>
                  <a:lnTo>
                    <a:pt x="4315455" y="109220"/>
                  </a:lnTo>
                  <a:lnTo>
                    <a:pt x="4315455" y="31115"/>
                  </a:lnTo>
                  <a:lnTo>
                    <a:pt x="4330695" y="31115"/>
                  </a:lnTo>
                  <a:lnTo>
                    <a:pt x="4330695" y="38735"/>
                  </a:lnTo>
                  <a:cubicBezTo>
                    <a:pt x="4330695" y="38735"/>
                    <a:pt x="4332600" y="36195"/>
                    <a:pt x="4333870" y="34925"/>
                  </a:cubicBezTo>
                  <a:cubicBezTo>
                    <a:pt x="4335140" y="33655"/>
                    <a:pt x="4336410" y="33020"/>
                    <a:pt x="4338315" y="31750"/>
                  </a:cubicBezTo>
                  <a:cubicBezTo>
                    <a:pt x="4339585" y="31115"/>
                    <a:pt x="4341490" y="30480"/>
                    <a:pt x="4343395" y="29845"/>
                  </a:cubicBezTo>
                  <a:cubicBezTo>
                    <a:pt x="4345300" y="29845"/>
                    <a:pt x="4347205" y="29210"/>
                    <a:pt x="4349110" y="29210"/>
                  </a:cubicBezTo>
                  <a:close/>
                  <a:moveTo>
                    <a:pt x="4044310" y="29210"/>
                  </a:moveTo>
                  <a:cubicBezTo>
                    <a:pt x="4050025" y="29210"/>
                    <a:pt x="4054470" y="30480"/>
                    <a:pt x="4058915" y="32385"/>
                  </a:cubicBezTo>
                  <a:cubicBezTo>
                    <a:pt x="4062725" y="34290"/>
                    <a:pt x="4066535" y="37465"/>
                    <a:pt x="4069075" y="40640"/>
                  </a:cubicBezTo>
                  <a:cubicBezTo>
                    <a:pt x="4071615" y="44450"/>
                    <a:pt x="4073520" y="48260"/>
                    <a:pt x="4075425" y="53340"/>
                  </a:cubicBezTo>
                  <a:cubicBezTo>
                    <a:pt x="4076695" y="57785"/>
                    <a:pt x="4077330" y="62865"/>
                    <a:pt x="4077330" y="68580"/>
                  </a:cubicBezTo>
                  <a:lnTo>
                    <a:pt x="4076060" y="68580"/>
                  </a:lnTo>
                  <a:cubicBezTo>
                    <a:pt x="4076060" y="68580"/>
                    <a:pt x="4076060" y="71120"/>
                    <a:pt x="4076060" y="72390"/>
                  </a:cubicBezTo>
                  <a:cubicBezTo>
                    <a:pt x="4076060" y="73660"/>
                    <a:pt x="4076060" y="74295"/>
                    <a:pt x="4076060" y="75565"/>
                  </a:cubicBezTo>
                  <a:lnTo>
                    <a:pt x="4024625" y="75565"/>
                  </a:lnTo>
                  <a:cubicBezTo>
                    <a:pt x="4024625" y="79375"/>
                    <a:pt x="4025895" y="82550"/>
                    <a:pt x="4027165" y="85090"/>
                  </a:cubicBezTo>
                  <a:cubicBezTo>
                    <a:pt x="4028435" y="87630"/>
                    <a:pt x="4029705" y="90170"/>
                    <a:pt x="4031610" y="91440"/>
                  </a:cubicBezTo>
                  <a:cubicBezTo>
                    <a:pt x="4033515" y="93345"/>
                    <a:pt x="4035420" y="94615"/>
                    <a:pt x="4037325" y="95250"/>
                  </a:cubicBezTo>
                  <a:cubicBezTo>
                    <a:pt x="4039230" y="95885"/>
                    <a:pt x="4041770" y="96520"/>
                    <a:pt x="4044310" y="96520"/>
                  </a:cubicBezTo>
                  <a:cubicBezTo>
                    <a:pt x="4046215" y="96520"/>
                    <a:pt x="4047485" y="96520"/>
                    <a:pt x="4049390" y="96520"/>
                  </a:cubicBezTo>
                  <a:cubicBezTo>
                    <a:pt x="4050660" y="96520"/>
                    <a:pt x="4052565" y="95885"/>
                    <a:pt x="4053835" y="95250"/>
                  </a:cubicBezTo>
                  <a:cubicBezTo>
                    <a:pt x="4055105" y="95250"/>
                    <a:pt x="4056375" y="93980"/>
                    <a:pt x="4057645" y="93345"/>
                  </a:cubicBezTo>
                  <a:cubicBezTo>
                    <a:pt x="4058915" y="93345"/>
                    <a:pt x="4060185" y="92075"/>
                    <a:pt x="4062090" y="90805"/>
                  </a:cubicBezTo>
                  <a:lnTo>
                    <a:pt x="4070980" y="100330"/>
                  </a:lnTo>
                  <a:cubicBezTo>
                    <a:pt x="4070980" y="100330"/>
                    <a:pt x="4067170" y="103505"/>
                    <a:pt x="4065265" y="104775"/>
                  </a:cubicBezTo>
                  <a:cubicBezTo>
                    <a:pt x="4063360" y="106045"/>
                    <a:pt x="4061455" y="106680"/>
                    <a:pt x="4059550" y="107950"/>
                  </a:cubicBezTo>
                  <a:cubicBezTo>
                    <a:pt x="4057645" y="108585"/>
                    <a:pt x="4055105" y="109855"/>
                    <a:pt x="4052565" y="109855"/>
                  </a:cubicBezTo>
                  <a:cubicBezTo>
                    <a:pt x="4050025" y="109855"/>
                    <a:pt x="4046850" y="110490"/>
                    <a:pt x="4043675" y="110490"/>
                  </a:cubicBezTo>
                  <a:cubicBezTo>
                    <a:pt x="4040500" y="110490"/>
                    <a:pt x="4037325" y="110490"/>
                    <a:pt x="4034150" y="109220"/>
                  </a:cubicBezTo>
                  <a:cubicBezTo>
                    <a:pt x="4030975" y="108585"/>
                    <a:pt x="4028435" y="107315"/>
                    <a:pt x="4026530" y="105410"/>
                  </a:cubicBezTo>
                  <a:cubicBezTo>
                    <a:pt x="4023990" y="104140"/>
                    <a:pt x="4022085" y="102235"/>
                    <a:pt x="4020180" y="100330"/>
                  </a:cubicBezTo>
                  <a:cubicBezTo>
                    <a:pt x="4018275" y="98425"/>
                    <a:pt x="4016370" y="95885"/>
                    <a:pt x="4015100" y="92710"/>
                  </a:cubicBezTo>
                  <a:cubicBezTo>
                    <a:pt x="4013195" y="89535"/>
                    <a:pt x="4011925" y="86360"/>
                    <a:pt x="4011290" y="82550"/>
                  </a:cubicBezTo>
                  <a:cubicBezTo>
                    <a:pt x="4010655" y="78740"/>
                    <a:pt x="4010020" y="74295"/>
                    <a:pt x="4010020" y="69850"/>
                  </a:cubicBezTo>
                  <a:cubicBezTo>
                    <a:pt x="4010020" y="63500"/>
                    <a:pt x="4010655" y="57150"/>
                    <a:pt x="4012560" y="52070"/>
                  </a:cubicBezTo>
                  <a:cubicBezTo>
                    <a:pt x="4014465" y="46990"/>
                    <a:pt x="4016370" y="42545"/>
                    <a:pt x="4019545" y="39370"/>
                  </a:cubicBezTo>
                  <a:cubicBezTo>
                    <a:pt x="4022720" y="36195"/>
                    <a:pt x="4025895" y="33020"/>
                    <a:pt x="4030340" y="31750"/>
                  </a:cubicBezTo>
                  <a:cubicBezTo>
                    <a:pt x="4034785" y="29845"/>
                    <a:pt x="4039230" y="29210"/>
                    <a:pt x="4044310" y="29210"/>
                  </a:cubicBezTo>
                  <a:close/>
                  <a:moveTo>
                    <a:pt x="3811900" y="29210"/>
                  </a:moveTo>
                  <a:cubicBezTo>
                    <a:pt x="3815075" y="29210"/>
                    <a:pt x="3817615" y="29210"/>
                    <a:pt x="3819520" y="29845"/>
                  </a:cubicBezTo>
                  <a:cubicBezTo>
                    <a:pt x="3821425" y="29845"/>
                    <a:pt x="3823330" y="31115"/>
                    <a:pt x="3825235" y="32385"/>
                  </a:cubicBezTo>
                  <a:lnTo>
                    <a:pt x="3821425" y="46990"/>
                  </a:lnTo>
                  <a:lnTo>
                    <a:pt x="3820155" y="46990"/>
                  </a:lnTo>
                  <a:cubicBezTo>
                    <a:pt x="3820155" y="46990"/>
                    <a:pt x="3816980" y="45085"/>
                    <a:pt x="3815075" y="45085"/>
                  </a:cubicBezTo>
                  <a:cubicBezTo>
                    <a:pt x="3813170" y="45085"/>
                    <a:pt x="3811265" y="44450"/>
                    <a:pt x="3808725" y="44450"/>
                  </a:cubicBezTo>
                  <a:cubicBezTo>
                    <a:pt x="3803645" y="44450"/>
                    <a:pt x="3799835" y="46355"/>
                    <a:pt x="3797295" y="49530"/>
                  </a:cubicBezTo>
                  <a:cubicBezTo>
                    <a:pt x="3794755" y="52705"/>
                    <a:pt x="3793485" y="57785"/>
                    <a:pt x="3793485" y="64770"/>
                  </a:cubicBezTo>
                  <a:lnTo>
                    <a:pt x="3793485" y="109220"/>
                  </a:lnTo>
                  <a:lnTo>
                    <a:pt x="3778245" y="109220"/>
                  </a:lnTo>
                  <a:lnTo>
                    <a:pt x="3778245" y="31115"/>
                  </a:lnTo>
                  <a:lnTo>
                    <a:pt x="3793485" y="31115"/>
                  </a:lnTo>
                  <a:lnTo>
                    <a:pt x="3793485" y="38735"/>
                  </a:lnTo>
                  <a:cubicBezTo>
                    <a:pt x="3793485" y="38735"/>
                    <a:pt x="3795390" y="36195"/>
                    <a:pt x="3796660" y="34925"/>
                  </a:cubicBezTo>
                  <a:cubicBezTo>
                    <a:pt x="3797930" y="33655"/>
                    <a:pt x="3799200" y="33020"/>
                    <a:pt x="3801105" y="31750"/>
                  </a:cubicBezTo>
                  <a:cubicBezTo>
                    <a:pt x="3802375" y="31115"/>
                    <a:pt x="3804280" y="30480"/>
                    <a:pt x="3806185" y="29845"/>
                  </a:cubicBezTo>
                  <a:cubicBezTo>
                    <a:pt x="3808090" y="29845"/>
                    <a:pt x="3809995" y="29210"/>
                    <a:pt x="3811900" y="29210"/>
                  </a:cubicBezTo>
                  <a:close/>
                  <a:moveTo>
                    <a:pt x="3729986" y="29210"/>
                  </a:moveTo>
                  <a:cubicBezTo>
                    <a:pt x="3735701" y="29210"/>
                    <a:pt x="3740146" y="30480"/>
                    <a:pt x="3744591" y="32385"/>
                  </a:cubicBezTo>
                  <a:cubicBezTo>
                    <a:pt x="3748401" y="34290"/>
                    <a:pt x="3752211" y="37465"/>
                    <a:pt x="3754751" y="40640"/>
                  </a:cubicBezTo>
                  <a:cubicBezTo>
                    <a:pt x="3757291" y="44450"/>
                    <a:pt x="3759196" y="48260"/>
                    <a:pt x="3761101" y="53340"/>
                  </a:cubicBezTo>
                  <a:cubicBezTo>
                    <a:pt x="3762371" y="57785"/>
                    <a:pt x="3763006" y="62865"/>
                    <a:pt x="3763006" y="68580"/>
                  </a:cubicBezTo>
                  <a:lnTo>
                    <a:pt x="3761736" y="68580"/>
                  </a:lnTo>
                  <a:cubicBezTo>
                    <a:pt x="3761736" y="68580"/>
                    <a:pt x="3761736" y="71120"/>
                    <a:pt x="3761736" y="72390"/>
                  </a:cubicBezTo>
                  <a:cubicBezTo>
                    <a:pt x="3761736" y="73660"/>
                    <a:pt x="3761736" y="74295"/>
                    <a:pt x="3761736" y="75565"/>
                  </a:cubicBezTo>
                  <a:lnTo>
                    <a:pt x="3710301" y="75565"/>
                  </a:lnTo>
                  <a:cubicBezTo>
                    <a:pt x="3710301" y="79375"/>
                    <a:pt x="3711571" y="82550"/>
                    <a:pt x="3712841" y="85090"/>
                  </a:cubicBezTo>
                  <a:cubicBezTo>
                    <a:pt x="3714111" y="87630"/>
                    <a:pt x="3715381" y="90170"/>
                    <a:pt x="3717286" y="91440"/>
                  </a:cubicBezTo>
                  <a:cubicBezTo>
                    <a:pt x="3719191" y="93345"/>
                    <a:pt x="3721096" y="94615"/>
                    <a:pt x="3723001" y="95250"/>
                  </a:cubicBezTo>
                  <a:cubicBezTo>
                    <a:pt x="3724906" y="95885"/>
                    <a:pt x="3727446" y="96520"/>
                    <a:pt x="3729986" y="96520"/>
                  </a:cubicBezTo>
                  <a:cubicBezTo>
                    <a:pt x="3731891" y="96520"/>
                    <a:pt x="3733161" y="96520"/>
                    <a:pt x="3735066" y="96520"/>
                  </a:cubicBezTo>
                  <a:cubicBezTo>
                    <a:pt x="3736336" y="96520"/>
                    <a:pt x="3738241" y="95885"/>
                    <a:pt x="3739511" y="95250"/>
                  </a:cubicBezTo>
                  <a:cubicBezTo>
                    <a:pt x="3740781" y="95250"/>
                    <a:pt x="3742051" y="93980"/>
                    <a:pt x="3743321" y="93345"/>
                  </a:cubicBezTo>
                  <a:cubicBezTo>
                    <a:pt x="3744591" y="93345"/>
                    <a:pt x="3745861" y="92075"/>
                    <a:pt x="3747766" y="90805"/>
                  </a:cubicBezTo>
                  <a:lnTo>
                    <a:pt x="3756656" y="100330"/>
                  </a:lnTo>
                  <a:cubicBezTo>
                    <a:pt x="3756656" y="100330"/>
                    <a:pt x="3752846" y="103505"/>
                    <a:pt x="3750941" y="104775"/>
                  </a:cubicBezTo>
                  <a:cubicBezTo>
                    <a:pt x="3749036" y="106045"/>
                    <a:pt x="3747131" y="106680"/>
                    <a:pt x="3745226" y="107950"/>
                  </a:cubicBezTo>
                  <a:cubicBezTo>
                    <a:pt x="3743321" y="108585"/>
                    <a:pt x="3740781" y="109855"/>
                    <a:pt x="3738241" y="109855"/>
                  </a:cubicBezTo>
                  <a:cubicBezTo>
                    <a:pt x="3735701" y="109855"/>
                    <a:pt x="3732526" y="110490"/>
                    <a:pt x="3729351" y="110490"/>
                  </a:cubicBezTo>
                  <a:cubicBezTo>
                    <a:pt x="3726176" y="110490"/>
                    <a:pt x="3723001" y="110490"/>
                    <a:pt x="3719826" y="109220"/>
                  </a:cubicBezTo>
                  <a:cubicBezTo>
                    <a:pt x="3716651" y="108585"/>
                    <a:pt x="3714111" y="107315"/>
                    <a:pt x="3712206" y="105410"/>
                  </a:cubicBezTo>
                  <a:cubicBezTo>
                    <a:pt x="3709666" y="104140"/>
                    <a:pt x="3707761" y="102235"/>
                    <a:pt x="3705856" y="100330"/>
                  </a:cubicBezTo>
                  <a:cubicBezTo>
                    <a:pt x="3703951" y="98425"/>
                    <a:pt x="3702046" y="95885"/>
                    <a:pt x="3700776" y="92710"/>
                  </a:cubicBezTo>
                  <a:cubicBezTo>
                    <a:pt x="3698871" y="89535"/>
                    <a:pt x="3697601" y="86360"/>
                    <a:pt x="3696966" y="82550"/>
                  </a:cubicBezTo>
                  <a:cubicBezTo>
                    <a:pt x="3696331" y="78740"/>
                    <a:pt x="3695696" y="74295"/>
                    <a:pt x="3695696" y="69850"/>
                  </a:cubicBezTo>
                  <a:cubicBezTo>
                    <a:pt x="3695696" y="63500"/>
                    <a:pt x="3696331" y="57150"/>
                    <a:pt x="3698236" y="52070"/>
                  </a:cubicBezTo>
                  <a:cubicBezTo>
                    <a:pt x="3700141" y="46990"/>
                    <a:pt x="3702046" y="42545"/>
                    <a:pt x="3705221" y="39370"/>
                  </a:cubicBezTo>
                  <a:cubicBezTo>
                    <a:pt x="3708396" y="36195"/>
                    <a:pt x="3711571" y="33020"/>
                    <a:pt x="3716016" y="31750"/>
                  </a:cubicBezTo>
                  <a:cubicBezTo>
                    <a:pt x="3720461" y="29845"/>
                    <a:pt x="3724906" y="29210"/>
                    <a:pt x="3729986" y="29210"/>
                  </a:cubicBezTo>
                  <a:close/>
                  <a:moveTo>
                    <a:pt x="3543296" y="29210"/>
                  </a:moveTo>
                  <a:cubicBezTo>
                    <a:pt x="3549011" y="29210"/>
                    <a:pt x="3553456" y="30480"/>
                    <a:pt x="3557901" y="32385"/>
                  </a:cubicBezTo>
                  <a:cubicBezTo>
                    <a:pt x="3561711" y="34290"/>
                    <a:pt x="3565521" y="37465"/>
                    <a:pt x="3568061" y="40640"/>
                  </a:cubicBezTo>
                  <a:cubicBezTo>
                    <a:pt x="3570601" y="44450"/>
                    <a:pt x="3572506" y="48260"/>
                    <a:pt x="3574411" y="53340"/>
                  </a:cubicBezTo>
                  <a:cubicBezTo>
                    <a:pt x="3575681" y="57785"/>
                    <a:pt x="3576316" y="62865"/>
                    <a:pt x="3576316" y="68580"/>
                  </a:cubicBezTo>
                  <a:lnTo>
                    <a:pt x="3575046" y="68580"/>
                  </a:lnTo>
                  <a:cubicBezTo>
                    <a:pt x="3575046" y="68580"/>
                    <a:pt x="3575046" y="71120"/>
                    <a:pt x="3575046" y="72390"/>
                  </a:cubicBezTo>
                  <a:cubicBezTo>
                    <a:pt x="3575046" y="73660"/>
                    <a:pt x="3575046" y="74295"/>
                    <a:pt x="3575046" y="75565"/>
                  </a:cubicBezTo>
                  <a:lnTo>
                    <a:pt x="3523611" y="75565"/>
                  </a:lnTo>
                  <a:cubicBezTo>
                    <a:pt x="3523611" y="79375"/>
                    <a:pt x="3524881" y="82550"/>
                    <a:pt x="3526151" y="85090"/>
                  </a:cubicBezTo>
                  <a:cubicBezTo>
                    <a:pt x="3527421" y="87630"/>
                    <a:pt x="3528691" y="90170"/>
                    <a:pt x="3530596" y="91440"/>
                  </a:cubicBezTo>
                  <a:cubicBezTo>
                    <a:pt x="3532501" y="93345"/>
                    <a:pt x="3534406" y="94615"/>
                    <a:pt x="3536311" y="95250"/>
                  </a:cubicBezTo>
                  <a:cubicBezTo>
                    <a:pt x="3538216" y="95885"/>
                    <a:pt x="3540756" y="96520"/>
                    <a:pt x="3543296" y="96520"/>
                  </a:cubicBezTo>
                  <a:cubicBezTo>
                    <a:pt x="3545201" y="96520"/>
                    <a:pt x="3546471" y="96520"/>
                    <a:pt x="3548376" y="96520"/>
                  </a:cubicBezTo>
                  <a:cubicBezTo>
                    <a:pt x="3549646" y="96520"/>
                    <a:pt x="3551551" y="95885"/>
                    <a:pt x="3552821" y="95250"/>
                  </a:cubicBezTo>
                  <a:cubicBezTo>
                    <a:pt x="3554091" y="95250"/>
                    <a:pt x="3555361" y="93980"/>
                    <a:pt x="3556631" y="93345"/>
                  </a:cubicBezTo>
                  <a:cubicBezTo>
                    <a:pt x="3557901" y="93345"/>
                    <a:pt x="3559171" y="92075"/>
                    <a:pt x="3561076" y="90805"/>
                  </a:cubicBezTo>
                  <a:lnTo>
                    <a:pt x="3569966" y="100330"/>
                  </a:lnTo>
                  <a:cubicBezTo>
                    <a:pt x="3569966" y="100330"/>
                    <a:pt x="3566156" y="103505"/>
                    <a:pt x="3564251" y="104775"/>
                  </a:cubicBezTo>
                  <a:cubicBezTo>
                    <a:pt x="3562346" y="106045"/>
                    <a:pt x="3560441" y="106680"/>
                    <a:pt x="3558536" y="107950"/>
                  </a:cubicBezTo>
                  <a:cubicBezTo>
                    <a:pt x="3556631" y="108585"/>
                    <a:pt x="3554091" y="109855"/>
                    <a:pt x="3551551" y="109855"/>
                  </a:cubicBezTo>
                  <a:cubicBezTo>
                    <a:pt x="3549011" y="109855"/>
                    <a:pt x="3545836" y="110490"/>
                    <a:pt x="3542661" y="110490"/>
                  </a:cubicBezTo>
                  <a:cubicBezTo>
                    <a:pt x="3539486" y="110490"/>
                    <a:pt x="3536311" y="110490"/>
                    <a:pt x="3533136" y="109220"/>
                  </a:cubicBezTo>
                  <a:cubicBezTo>
                    <a:pt x="3529961" y="108585"/>
                    <a:pt x="3527421" y="107315"/>
                    <a:pt x="3525516" y="105410"/>
                  </a:cubicBezTo>
                  <a:cubicBezTo>
                    <a:pt x="3522976" y="104140"/>
                    <a:pt x="3521071" y="102235"/>
                    <a:pt x="3519166" y="100330"/>
                  </a:cubicBezTo>
                  <a:cubicBezTo>
                    <a:pt x="3517261" y="98425"/>
                    <a:pt x="3515356" y="95885"/>
                    <a:pt x="3514086" y="92710"/>
                  </a:cubicBezTo>
                  <a:cubicBezTo>
                    <a:pt x="3512181" y="89535"/>
                    <a:pt x="3510911" y="86360"/>
                    <a:pt x="3510276" y="82550"/>
                  </a:cubicBezTo>
                  <a:cubicBezTo>
                    <a:pt x="3509641" y="78740"/>
                    <a:pt x="3509006" y="74295"/>
                    <a:pt x="3509006" y="69850"/>
                  </a:cubicBezTo>
                  <a:cubicBezTo>
                    <a:pt x="3509006" y="63500"/>
                    <a:pt x="3509641" y="57150"/>
                    <a:pt x="3511546" y="52070"/>
                  </a:cubicBezTo>
                  <a:cubicBezTo>
                    <a:pt x="3513451" y="46990"/>
                    <a:pt x="3515356" y="42545"/>
                    <a:pt x="3518531" y="39370"/>
                  </a:cubicBezTo>
                  <a:cubicBezTo>
                    <a:pt x="3521706" y="36195"/>
                    <a:pt x="3524881" y="33020"/>
                    <a:pt x="3529326" y="31750"/>
                  </a:cubicBezTo>
                  <a:cubicBezTo>
                    <a:pt x="3533771" y="29845"/>
                    <a:pt x="3538216" y="29210"/>
                    <a:pt x="3543296" y="29210"/>
                  </a:cubicBezTo>
                  <a:close/>
                  <a:moveTo>
                    <a:pt x="3345176" y="29210"/>
                  </a:moveTo>
                  <a:cubicBezTo>
                    <a:pt x="3350891" y="29210"/>
                    <a:pt x="3355336" y="30480"/>
                    <a:pt x="3359781" y="32385"/>
                  </a:cubicBezTo>
                  <a:cubicBezTo>
                    <a:pt x="3363591" y="34290"/>
                    <a:pt x="3367401" y="37465"/>
                    <a:pt x="3369941" y="40640"/>
                  </a:cubicBezTo>
                  <a:cubicBezTo>
                    <a:pt x="3372481" y="44450"/>
                    <a:pt x="3374386" y="48260"/>
                    <a:pt x="3376291" y="53340"/>
                  </a:cubicBezTo>
                  <a:cubicBezTo>
                    <a:pt x="3377561" y="57785"/>
                    <a:pt x="3378196" y="62865"/>
                    <a:pt x="3378196" y="68580"/>
                  </a:cubicBezTo>
                  <a:lnTo>
                    <a:pt x="3376926" y="68580"/>
                  </a:lnTo>
                  <a:cubicBezTo>
                    <a:pt x="3376926" y="68580"/>
                    <a:pt x="3376926" y="71120"/>
                    <a:pt x="3376926" y="72390"/>
                  </a:cubicBezTo>
                  <a:cubicBezTo>
                    <a:pt x="3376926" y="73660"/>
                    <a:pt x="3376926" y="74295"/>
                    <a:pt x="3376926" y="75565"/>
                  </a:cubicBezTo>
                  <a:lnTo>
                    <a:pt x="3325491" y="75565"/>
                  </a:lnTo>
                  <a:cubicBezTo>
                    <a:pt x="3325491" y="79375"/>
                    <a:pt x="3326761" y="82550"/>
                    <a:pt x="3328031" y="85090"/>
                  </a:cubicBezTo>
                  <a:cubicBezTo>
                    <a:pt x="3329301" y="87630"/>
                    <a:pt x="3330571" y="90170"/>
                    <a:pt x="3332476" y="91440"/>
                  </a:cubicBezTo>
                  <a:cubicBezTo>
                    <a:pt x="3334381" y="93345"/>
                    <a:pt x="3336286" y="94615"/>
                    <a:pt x="3338191" y="95250"/>
                  </a:cubicBezTo>
                  <a:cubicBezTo>
                    <a:pt x="3340096" y="95885"/>
                    <a:pt x="3342636" y="96520"/>
                    <a:pt x="3345176" y="96520"/>
                  </a:cubicBezTo>
                  <a:cubicBezTo>
                    <a:pt x="3347081" y="96520"/>
                    <a:pt x="3348351" y="96520"/>
                    <a:pt x="3350256" y="96520"/>
                  </a:cubicBezTo>
                  <a:cubicBezTo>
                    <a:pt x="3351526" y="96520"/>
                    <a:pt x="3353431" y="95885"/>
                    <a:pt x="3354701" y="95250"/>
                  </a:cubicBezTo>
                  <a:cubicBezTo>
                    <a:pt x="3355971" y="95250"/>
                    <a:pt x="3357241" y="93980"/>
                    <a:pt x="3358511" y="93345"/>
                  </a:cubicBezTo>
                  <a:cubicBezTo>
                    <a:pt x="3359781" y="93345"/>
                    <a:pt x="3361051" y="92075"/>
                    <a:pt x="3362956" y="90805"/>
                  </a:cubicBezTo>
                  <a:lnTo>
                    <a:pt x="3371846" y="100330"/>
                  </a:lnTo>
                  <a:cubicBezTo>
                    <a:pt x="3371846" y="100330"/>
                    <a:pt x="3368036" y="103505"/>
                    <a:pt x="3366131" y="104775"/>
                  </a:cubicBezTo>
                  <a:cubicBezTo>
                    <a:pt x="3364226" y="106045"/>
                    <a:pt x="3362321" y="106680"/>
                    <a:pt x="3360416" y="107950"/>
                  </a:cubicBezTo>
                  <a:cubicBezTo>
                    <a:pt x="3358511" y="108585"/>
                    <a:pt x="3355971" y="109855"/>
                    <a:pt x="3353431" y="109855"/>
                  </a:cubicBezTo>
                  <a:cubicBezTo>
                    <a:pt x="3350891" y="109855"/>
                    <a:pt x="3347716" y="110490"/>
                    <a:pt x="3344541" y="110490"/>
                  </a:cubicBezTo>
                  <a:cubicBezTo>
                    <a:pt x="3341366" y="110490"/>
                    <a:pt x="3338191" y="110490"/>
                    <a:pt x="3335016" y="109220"/>
                  </a:cubicBezTo>
                  <a:cubicBezTo>
                    <a:pt x="3331841" y="108585"/>
                    <a:pt x="3329301" y="107315"/>
                    <a:pt x="3327396" y="105410"/>
                  </a:cubicBezTo>
                  <a:cubicBezTo>
                    <a:pt x="3324856" y="104140"/>
                    <a:pt x="3322951" y="102235"/>
                    <a:pt x="3321046" y="100330"/>
                  </a:cubicBezTo>
                  <a:cubicBezTo>
                    <a:pt x="3319141" y="98425"/>
                    <a:pt x="3317236" y="95885"/>
                    <a:pt x="3315966" y="92710"/>
                  </a:cubicBezTo>
                  <a:cubicBezTo>
                    <a:pt x="3314061" y="89535"/>
                    <a:pt x="3312791" y="86360"/>
                    <a:pt x="3312156" y="82550"/>
                  </a:cubicBezTo>
                  <a:cubicBezTo>
                    <a:pt x="3311521" y="78740"/>
                    <a:pt x="3310886" y="74295"/>
                    <a:pt x="3310886" y="69850"/>
                  </a:cubicBezTo>
                  <a:cubicBezTo>
                    <a:pt x="3310886" y="63500"/>
                    <a:pt x="3311521" y="57150"/>
                    <a:pt x="3313426" y="52070"/>
                  </a:cubicBezTo>
                  <a:cubicBezTo>
                    <a:pt x="3315331" y="46990"/>
                    <a:pt x="3317236" y="42545"/>
                    <a:pt x="3320411" y="39370"/>
                  </a:cubicBezTo>
                  <a:cubicBezTo>
                    <a:pt x="3323586" y="36195"/>
                    <a:pt x="3326761" y="33020"/>
                    <a:pt x="3331206" y="31750"/>
                  </a:cubicBezTo>
                  <a:cubicBezTo>
                    <a:pt x="3335651" y="29845"/>
                    <a:pt x="3340096" y="29210"/>
                    <a:pt x="3345176" y="29210"/>
                  </a:cubicBezTo>
                  <a:close/>
                  <a:moveTo>
                    <a:pt x="3060696" y="29210"/>
                  </a:moveTo>
                  <a:cubicBezTo>
                    <a:pt x="3063871" y="29210"/>
                    <a:pt x="3066411" y="29210"/>
                    <a:pt x="3068316" y="29845"/>
                  </a:cubicBezTo>
                  <a:cubicBezTo>
                    <a:pt x="3070221" y="29845"/>
                    <a:pt x="3072126" y="31115"/>
                    <a:pt x="3074031" y="32385"/>
                  </a:cubicBezTo>
                  <a:lnTo>
                    <a:pt x="3070221" y="46990"/>
                  </a:lnTo>
                  <a:lnTo>
                    <a:pt x="3068951" y="46990"/>
                  </a:lnTo>
                  <a:cubicBezTo>
                    <a:pt x="3068951" y="46990"/>
                    <a:pt x="3065776" y="45085"/>
                    <a:pt x="3063871" y="45085"/>
                  </a:cubicBezTo>
                  <a:cubicBezTo>
                    <a:pt x="3061966" y="45085"/>
                    <a:pt x="3060061" y="44450"/>
                    <a:pt x="3057521" y="44450"/>
                  </a:cubicBezTo>
                  <a:cubicBezTo>
                    <a:pt x="3052441" y="44450"/>
                    <a:pt x="3048631" y="46355"/>
                    <a:pt x="3046091" y="49530"/>
                  </a:cubicBezTo>
                  <a:cubicBezTo>
                    <a:pt x="3043551" y="52705"/>
                    <a:pt x="3042281" y="57785"/>
                    <a:pt x="3042281" y="64770"/>
                  </a:cubicBezTo>
                  <a:lnTo>
                    <a:pt x="3042281" y="109220"/>
                  </a:lnTo>
                  <a:lnTo>
                    <a:pt x="3027041" y="109220"/>
                  </a:lnTo>
                  <a:lnTo>
                    <a:pt x="3027041" y="31115"/>
                  </a:lnTo>
                  <a:lnTo>
                    <a:pt x="3042281" y="31115"/>
                  </a:lnTo>
                  <a:lnTo>
                    <a:pt x="3042281" y="38735"/>
                  </a:lnTo>
                  <a:cubicBezTo>
                    <a:pt x="3042281" y="38735"/>
                    <a:pt x="3044186" y="36195"/>
                    <a:pt x="3045456" y="34925"/>
                  </a:cubicBezTo>
                  <a:cubicBezTo>
                    <a:pt x="3046726" y="33655"/>
                    <a:pt x="3047996" y="33020"/>
                    <a:pt x="3049901" y="31750"/>
                  </a:cubicBezTo>
                  <a:cubicBezTo>
                    <a:pt x="3051171" y="31115"/>
                    <a:pt x="3053076" y="30480"/>
                    <a:pt x="3054981" y="29845"/>
                  </a:cubicBezTo>
                  <a:cubicBezTo>
                    <a:pt x="3056886" y="29845"/>
                    <a:pt x="3058791" y="29210"/>
                    <a:pt x="3060696" y="29210"/>
                  </a:cubicBezTo>
                  <a:close/>
                  <a:moveTo>
                    <a:pt x="2978781" y="29210"/>
                  </a:moveTo>
                  <a:cubicBezTo>
                    <a:pt x="2984496" y="29210"/>
                    <a:pt x="2988941" y="30480"/>
                    <a:pt x="2993386" y="32385"/>
                  </a:cubicBezTo>
                  <a:cubicBezTo>
                    <a:pt x="2997196" y="34290"/>
                    <a:pt x="3001006" y="37465"/>
                    <a:pt x="3003546" y="40640"/>
                  </a:cubicBezTo>
                  <a:cubicBezTo>
                    <a:pt x="3006086" y="44450"/>
                    <a:pt x="3007991" y="48260"/>
                    <a:pt x="3009896" y="53340"/>
                  </a:cubicBezTo>
                  <a:cubicBezTo>
                    <a:pt x="3011166" y="57785"/>
                    <a:pt x="3011801" y="62865"/>
                    <a:pt x="3011801" y="68580"/>
                  </a:cubicBezTo>
                  <a:lnTo>
                    <a:pt x="3010531" y="68580"/>
                  </a:lnTo>
                  <a:cubicBezTo>
                    <a:pt x="3010531" y="68580"/>
                    <a:pt x="3010531" y="71120"/>
                    <a:pt x="3010531" y="72390"/>
                  </a:cubicBezTo>
                  <a:cubicBezTo>
                    <a:pt x="3010531" y="73660"/>
                    <a:pt x="3010531" y="74295"/>
                    <a:pt x="3010531" y="75565"/>
                  </a:cubicBezTo>
                  <a:lnTo>
                    <a:pt x="2959096" y="75565"/>
                  </a:lnTo>
                  <a:cubicBezTo>
                    <a:pt x="2959096" y="79375"/>
                    <a:pt x="2960366" y="82550"/>
                    <a:pt x="2961636" y="85090"/>
                  </a:cubicBezTo>
                  <a:cubicBezTo>
                    <a:pt x="2962906" y="87630"/>
                    <a:pt x="2964176" y="90170"/>
                    <a:pt x="2966081" y="91440"/>
                  </a:cubicBezTo>
                  <a:cubicBezTo>
                    <a:pt x="2967986" y="93345"/>
                    <a:pt x="2969891" y="94615"/>
                    <a:pt x="2971796" y="95250"/>
                  </a:cubicBezTo>
                  <a:cubicBezTo>
                    <a:pt x="2974336" y="95885"/>
                    <a:pt x="2976241" y="96520"/>
                    <a:pt x="2978781" y="96520"/>
                  </a:cubicBezTo>
                  <a:cubicBezTo>
                    <a:pt x="2980686" y="96520"/>
                    <a:pt x="2981956" y="96520"/>
                    <a:pt x="2983861" y="96520"/>
                  </a:cubicBezTo>
                  <a:cubicBezTo>
                    <a:pt x="2985131" y="96520"/>
                    <a:pt x="2987036" y="95885"/>
                    <a:pt x="2988306" y="95250"/>
                  </a:cubicBezTo>
                  <a:cubicBezTo>
                    <a:pt x="2989576" y="95250"/>
                    <a:pt x="2990846" y="93980"/>
                    <a:pt x="2992116" y="93345"/>
                  </a:cubicBezTo>
                  <a:cubicBezTo>
                    <a:pt x="2993386" y="93345"/>
                    <a:pt x="2994656" y="92075"/>
                    <a:pt x="2996561" y="90805"/>
                  </a:cubicBezTo>
                  <a:lnTo>
                    <a:pt x="3005451" y="100330"/>
                  </a:lnTo>
                  <a:cubicBezTo>
                    <a:pt x="3005451" y="100330"/>
                    <a:pt x="3001641" y="103505"/>
                    <a:pt x="2999736" y="104775"/>
                  </a:cubicBezTo>
                  <a:cubicBezTo>
                    <a:pt x="2997831" y="106045"/>
                    <a:pt x="2995926" y="106680"/>
                    <a:pt x="2994021" y="107950"/>
                  </a:cubicBezTo>
                  <a:cubicBezTo>
                    <a:pt x="2992116" y="108585"/>
                    <a:pt x="2989576" y="109855"/>
                    <a:pt x="2987036" y="109855"/>
                  </a:cubicBezTo>
                  <a:cubicBezTo>
                    <a:pt x="2984496" y="109855"/>
                    <a:pt x="2981321" y="110490"/>
                    <a:pt x="2978146" y="110490"/>
                  </a:cubicBezTo>
                  <a:cubicBezTo>
                    <a:pt x="2974971" y="110490"/>
                    <a:pt x="2971796" y="110490"/>
                    <a:pt x="2968621" y="109220"/>
                  </a:cubicBezTo>
                  <a:cubicBezTo>
                    <a:pt x="2965446" y="108585"/>
                    <a:pt x="2962906" y="107315"/>
                    <a:pt x="2961001" y="105410"/>
                  </a:cubicBezTo>
                  <a:cubicBezTo>
                    <a:pt x="2958461" y="104140"/>
                    <a:pt x="2956556" y="102235"/>
                    <a:pt x="2954651" y="100330"/>
                  </a:cubicBezTo>
                  <a:cubicBezTo>
                    <a:pt x="2952746" y="98425"/>
                    <a:pt x="2950841" y="95885"/>
                    <a:pt x="2949571" y="92710"/>
                  </a:cubicBezTo>
                  <a:cubicBezTo>
                    <a:pt x="2947666" y="89535"/>
                    <a:pt x="2946396" y="86360"/>
                    <a:pt x="2945761" y="82550"/>
                  </a:cubicBezTo>
                  <a:cubicBezTo>
                    <a:pt x="2945126" y="78740"/>
                    <a:pt x="2944491" y="74295"/>
                    <a:pt x="2944491" y="69850"/>
                  </a:cubicBezTo>
                  <a:cubicBezTo>
                    <a:pt x="2944491" y="63500"/>
                    <a:pt x="2945126" y="57150"/>
                    <a:pt x="2947031" y="52070"/>
                  </a:cubicBezTo>
                  <a:cubicBezTo>
                    <a:pt x="2948936" y="46990"/>
                    <a:pt x="2950841" y="42545"/>
                    <a:pt x="2954016" y="39370"/>
                  </a:cubicBezTo>
                  <a:cubicBezTo>
                    <a:pt x="2957191" y="36195"/>
                    <a:pt x="2960366" y="33020"/>
                    <a:pt x="2964811" y="31750"/>
                  </a:cubicBezTo>
                  <a:cubicBezTo>
                    <a:pt x="2969256" y="29845"/>
                    <a:pt x="2973701" y="29210"/>
                    <a:pt x="2978781" y="29210"/>
                  </a:cubicBezTo>
                  <a:close/>
                  <a:moveTo>
                    <a:pt x="2798440" y="29210"/>
                  </a:moveTo>
                  <a:cubicBezTo>
                    <a:pt x="2803520" y="29210"/>
                    <a:pt x="2807965" y="29845"/>
                    <a:pt x="2813045" y="31750"/>
                  </a:cubicBezTo>
                  <a:cubicBezTo>
                    <a:pt x="2817490" y="33655"/>
                    <a:pt x="2821935" y="35560"/>
                    <a:pt x="2825110" y="38100"/>
                  </a:cubicBezTo>
                  <a:lnTo>
                    <a:pt x="2827015" y="38100"/>
                  </a:lnTo>
                  <a:lnTo>
                    <a:pt x="2820030" y="50165"/>
                  </a:lnTo>
                  <a:cubicBezTo>
                    <a:pt x="2816855" y="47625"/>
                    <a:pt x="2813680" y="46355"/>
                    <a:pt x="2810505" y="45085"/>
                  </a:cubicBezTo>
                  <a:cubicBezTo>
                    <a:pt x="2807330" y="43815"/>
                    <a:pt x="2803520" y="43180"/>
                    <a:pt x="2799710" y="43180"/>
                  </a:cubicBezTo>
                  <a:cubicBezTo>
                    <a:pt x="2795900" y="43180"/>
                    <a:pt x="2793360" y="43815"/>
                    <a:pt x="2791455" y="45085"/>
                  </a:cubicBezTo>
                  <a:cubicBezTo>
                    <a:pt x="2789550" y="46355"/>
                    <a:pt x="2788915" y="48260"/>
                    <a:pt x="2788915" y="50165"/>
                  </a:cubicBezTo>
                  <a:cubicBezTo>
                    <a:pt x="2788915" y="51435"/>
                    <a:pt x="2788915" y="52070"/>
                    <a:pt x="2788915" y="52705"/>
                  </a:cubicBezTo>
                  <a:cubicBezTo>
                    <a:pt x="2788915" y="53340"/>
                    <a:pt x="2790185" y="54610"/>
                    <a:pt x="2790820" y="55245"/>
                  </a:cubicBezTo>
                  <a:cubicBezTo>
                    <a:pt x="2792090" y="55880"/>
                    <a:pt x="2793360" y="57150"/>
                    <a:pt x="2795265" y="57785"/>
                  </a:cubicBezTo>
                  <a:cubicBezTo>
                    <a:pt x="2797170" y="59055"/>
                    <a:pt x="2799710" y="59690"/>
                    <a:pt x="2802250" y="60960"/>
                  </a:cubicBezTo>
                  <a:cubicBezTo>
                    <a:pt x="2806695" y="62865"/>
                    <a:pt x="2810505" y="64135"/>
                    <a:pt x="2813680" y="66040"/>
                  </a:cubicBezTo>
                  <a:cubicBezTo>
                    <a:pt x="2816855" y="67310"/>
                    <a:pt x="2819395" y="69215"/>
                    <a:pt x="2821935" y="71120"/>
                  </a:cubicBezTo>
                  <a:cubicBezTo>
                    <a:pt x="2823840" y="73025"/>
                    <a:pt x="2825745" y="75565"/>
                    <a:pt x="2827015" y="78105"/>
                  </a:cubicBezTo>
                  <a:cubicBezTo>
                    <a:pt x="2828285" y="80645"/>
                    <a:pt x="2828920" y="83820"/>
                    <a:pt x="2828920" y="87630"/>
                  </a:cubicBezTo>
                  <a:cubicBezTo>
                    <a:pt x="2828920" y="92075"/>
                    <a:pt x="2828285" y="95250"/>
                    <a:pt x="2826380" y="98425"/>
                  </a:cubicBezTo>
                  <a:cubicBezTo>
                    <a:pt x="2824475" y="101600"/>
                    <a:pt x="2822570" y="103505"/>
                    <a:pt x="2820030" y="105410"/>
                  </a:cubicBezTo>
                  <a:cubicBezTo>
                    <a:pt x="2817490" y="107315"/>
                    <a:pt x="2814315" y="108585"/>
                    <a:pt x="2810505" y="109220"/>
                  </a:cubicBezTo>
                  <a:cubicBezTo>
                    <a:pt x="2806695" y="109855"/>
                    <a:pt x="2803520" y="110490"/>
                    <a:pt x="2799710" y="110490"/>
                  </a:cubicBezTo>
                  <a:cubicBezTo>
                    <a:pt x="2794630" y="110490"/>
                    <a:pt x="2789550" y="109855"/>
                    <a:pt x="2783835" y="107950"/>
                  </a:cubicBezTo>
                  <a:cubicBezTo>
                    <a:pt x="2778120" y="106045"/>
                    <a:pt x="2773675" y="103505"/>
                    <a:pt x="2769230" y="100965"/>
                  </a:cubicBezTo>
                  <a:lnTo>
                    <a:pt x="2776215" y="89535"/>
                  </a:lnTo>
                  <a:cubicBezTo>
                    <a:pt x="2780025" y="92075"/>
                    <a:pt x="2783835" y="93980"/>
                    <a:pt x="2787645" y="95250"/>
                  </a:cubicBezTo>
                  <a:cubicBezTo>
                    <a:pt x="2791455" y="96520"/>
                    <a:pt x="2795265" y="97155"/>
                    <a:pt x="2799075" y="97155"/>
                  </a:cubicBezTo>
                  <a:cubicBezTo>
                    <a:pt x="2804155" y="97155"/>
                    <a:pt x="2807330" y="96520"/>
                    <a:pt x="2809870" y="94615"/>
                  </a:cubicBezTo>
                  <a:cubicBezTo>
                    <a:pt x="2812410" y="93345"/>
                    <a:pt x="2813045" y="90805"/>
                    <a:pt x="2813045" y="88265"/>
                  </a:cubicBezTo>
                  <a:cubicBezTo>
                    <a:pt x="2813045" y="86995"/>
                    <a:pt x="2813045" y="85725"/>
                    <a:pt x="2811775" y="84455"/>
                  </a:cubicBezTo>
                  <a:cubicBezTo>
                    <a:pt x="2811140" y="83185"/>
                    <a:pt x="2809870" y="82550"/>
                    <a:pt x="2807965" y="81280"/>
                  </a:cubicBezTo>
                  <a:cubicBezTo>
                    <a:pt x="2806695" y="80010"/>
                    <a:pt x="2804790" y="79375"/>
                    <a:pt x="2802250" y="78105"/>
                  </a:cubicBezTo>
                  <a:cubicBezTo>
                    <a:pt x="2800345" y="77470"/>
                    <a:pt x="2797805" y="76200"/>
                    <a:pt x="2794630" y="74930"/>
                  </a:cubicBezTo>
                  <a:cubicBezTo>
                    <a:pt x="2790185" y="73025"/>
                    <a:pt x="2787010" y="71755"/>
                    <a:pt x="2783835" y="69850"/>
                  </a:cubicBezTo>
                  <a:cubicBezTo>
                    <a:pt x="2780660" y="67945"/>
                    <a:pt x="2778755" y="66675"/>
                    <a:pt x="2776850" y="64770"/>
                  </a:cubicBezTo>
                  <a:cubicBezTo>
                    <a:pt x="2774945" y="62865"/>
                    <a:pt x="2773675" y="60960"/>
                    <a:pt x="2773040" y="58420"/>
                  </a:cubicBezTo>
                  <a:cubicBezTo>
                    <a:pt x="2772405" y="55880"/>
                    <a:pt x="2771770" y="53340"/>
                    <a:pt x="2771770" y="50165"/>
                  </a:cubicBezTo>
                  <a:cubicBezTo>
                    <a:pt x="2771770" y="46990"/>
                    <a:pt x="2772405" y="43815"/>
                    <a:pt x="2773675" y="40640"/>
                  </a:cubicBezTo>
                  <a:cubicBezTo>
                    <a:pt x="2774945" y="38100"/>
                    <a:pt x="2776850" y="35560"/>
                    <a:pt x="2779390" y="34290"/>
                  </a:cubicBezTo>
                  <a:cubicBezTo>
                    <a:pt x="2781930" y="32385"/>
                    <a:pt x="2784470" y="31115"/>
                    <a:pt x="2787645" y="30480"/>
                  </a:cubicBezTo>
                  <a:cubicBezTo>
                    <a:pt x="2790820" y="29845"/>
                    <a:pt x="2794630" y="29210"/>
                    <a:pt x="2798440" y="29210"/>
                  </a:cubicBezTo>
                  <a:close/>
                  <a:moveTo>
                    <a:pt x="2723510" y="29210"/>
                  </a:moveTo>
                  <a:cubicBezTo>
                    <a:pt x="2725415" y="29210"/>
                    <a:pt x="2727320" y="29210"/>
                    <a:pt x="2729225" y="29210"/>
                  </a:cubicBezTo>
                  <a:cubicBezTo>
                    <a:pt x="2733670" y="29210"/>
                    <a:pt x="2738115" y="29845"/>
                    <a:pt x="2741290" y="31750"/>
                  </a:cubicBezTo>
                  <a:cubicBezTo>
                    <a:pt x="2744465" y="33020"/>
                    <a:pt x="2747640" y="35560"/>
                    <a:pt x="2750180" y="38100"/>
                  </a:cubicBezTo>
                  <a:cubicBezTo>
                    <a:pt x="2752720" y="41275"/>
                    <a:pt x="2753990" y="44450"/>
                    <a:pt x="2755260" y="48895"/>
                  </a:cubicBezTo>
                  <a:cubicBezTo>
                    <a:pt x="2756530" y="53340"/>
                    <a:pt x="2757165" y="58420"/>
                    <a:pt x="2757165" y="64135"/>
                  </a:cubicBezTo>
                  <a:lnTo>
                    <a:pt x="2757165" y="108585"/>
                  </a:lnTo>
                  <a:lnTo>
                    <a:pt x="2741925" y="108585"/>
                  </a:lnTo>
                  <a:lnTo>
                    <a:pt x="2741290" y="108585"/>
                  </a:lnTo>
                  <a:lnTo>
                    <a:pt x="2741290" y="64770"/>
                  </a:lnTo>
                  <a:cubicBezTo>
                    <a:pt x="2741290" y="57785"/>
                    <a:pt x="2740020" y="52070"/>
                    <a:pt x="2737480" y="48895"/>
                  </a:cubicBezTo>
                  <a:cubicBezTo>
                    <a:pt x="2734940" y="45085"/>
                    <a:pt x="2731130" y="43180"/>
                    <a:pt x="2725415" y="43180"/>
                  </a:cubicBezTo>
                  <a:cubicBezTo>
                    <a:pt x="2722875" y="43180"/>
                    <a:pt x="2720970" y="43180"/>
                    <a:pt x="2718430" y="44450"/>
                  </a:cubicBezTo>
                  <a:cubicBezTo>
                    <a:pt x="2716525" y="45085"/>
                    <a:pt x="2714620" y="46990"/>
                    <a:pt x="2713350" y="48260"/>
                  </a:cubicBezTo>
                  <a:cubicBezTo>
                    <a:pt x="2712080" y="50165"/>
                    <a:pt x="2710810" y="52070"/>
                    <a:pt x="2710175" y="54610"/>
                  </a:cubicBezTo>
                  <a:cubicBezTo>
                    <a:pt x="2710175" y="57150"/>
                    <a:pt x="2709540" y="59690"/>
                    <a:pt x="2709540" y="62865"/>
                  </a:cubicBezTo>
                  <a:lnTo>
                    <a:pt x="2709540" y="108585"/>
                  </a:lnTo>
                  <a:lnTo>
                    <a:pt x="2694300" y="108585"/>
                  </a:lnTo>
                  <a:lnTo>
                    <a:pt x="2694300" y="30480"/>
                  </a:lnTo>
                  <a:lnTo>
                    <a:pt x="2709540" y="30480"/>
                  </a:lnTo>
                  <a:lnTo>
                    <a:pt x="2709540" y="38100"/>
                  </a:lnTo>
                  <a:cubicBezTo>
                    <a:pt x="2709540" y="38100"/>
                    <a:pt x="2711445" y="35560"/>
                    <a:pt x="2713350" y="34290"/>
                  </a:cubicBezTo>
                  <a:cubicBezTo>
                    <a:pt x="2714620" y="33020"/>
                    <a:pt x="2716525" y="32385"/>
                    <a:pt x="2717795" y="31115"/>
                  </a:cubicBezTo>
                  <a:cubicBezTo>
                    <a:pt x="2719700" y="30480"/>
                    <a:pt x="2721605" y="29845"/>
                    <a:pt x="2723510" y="29210"/>
                  </a:cubicBezTo>
                  <a:close/>
                  <a:moveTo>
                    <a:pt x="2530470" y="29210"/>
                  </a:moveTo>
                  <a:cubicBezTo>
                    <a:pt x="2536185" y="29210"/>
                    <a:pt x="2540630" y="30480"/>
                    <a:pt x="2545075" y="32385"/>
                  </a:cubicBezTo>
                  <a:cubicBezTo>
                    <a:pt x="2548885" y="34290"/>
                    <a:pt x="2552695" y="37465"/>
                    <a:pt x="2555235" y="40640"/>
                  </a:cubicBezTo>
                  <a:cubicBezTo>
                    <a:pt x="2557775" y="44450"/>
                    <a:pt x="2559680" y="48260"/>
                    <a:pt x="2561585" y="53340"/>
                  </a:cubicBezTo>
                  <a:cubicBezTo>
                    <a:pt x="2562855" y="57785"/>
                    <a:pt x="2563490" y="62865"/>
                    <a:pt x="2563490" y="68580"/>
                  </a:cubicBezTo>
                  <a:lnTo>
                    <a:pt x="2562220" y="68580"/>
                  </a:lnTo>
                  <a:cubicBezTo>
                    <a:pt x="2562220" y="68580"/>
                    <a:pt x="2562220" y="71120"/>
                    <a:pt x="2562220" y="72390"/>
                  </a:cubicBezTo>
                  <a:cubicBezTo>
                    <a:pt x="2562220" y="73660"/>
                    <a:pt x="2562220" y="74295"/>
                    <a:pt x="2562220" y="75565"/>
                  </a:cubicBezTo>
                  <a:lnTo>
                    <a:pt x="2510785" y="75565"/>
                  </a:lnTo>
                  <a:cubicBezTo>
                    <a:pt x="2510785" y="79375"/>
                    <a:pt x="2512055" y="82550"/>
                    <a:pt x="2513325" y="85090"/>
                  </a:cubicBezTo>
                  <a:cubicBezTo>
                    <a:pt x="2514595" y="87630"/>
                    <a:pt x="2515865" y="90170"/>
                    <a:pt x="2517770" y="91440"/>
                  </a:cubicBezTo>
                  <a:cubicBezTo>
                    <a:pt x="2519675" y="93345"/>
                    <a:pt x="2521580" y="94615"/>
                    <a:pt x="2523485" y="95250"/>
                  </a:cubicBezTo>
                  <a:cubicBezTo>
                    <a:pt x="2525390" y="95885"/>
                    <a:pt x="2527930" y="96520"/>
                    <a:pt x="2530470" y="96520"/>
                  </a:cubicBezTo>
                  <a:cubicBezTo>
                    <a:pt x="2532375" y="96520"/>
                    <a:pt x="2533645" y="96520"/>
                    <a:pt x="2535550" y="96520"/>
                  </a:cubicBezTo>
                  <a:cubicBezTo>
                    <a:pt x="2536820" y="96520"/>
                    <a:pt x="2538725" y="95885"/>
                    <a:pt x="2539995" y="95250"/>
                  </a:cubicBezTo>
                  <a:cubicBezTo>
                    <a:pt x="2541265" y="95250"/>
                    <a:pt x="2542535" y="93980"/>
                    <a:pt x="2543805" y="93345"/>
                  </a:cubicBezTo>
                  <a:cubicBezTo>
                    <a:pt x="2545075" y="93345"/>
                    <a:pt x="2546345" y="92075"/>
                    <a:pt x="2548250" y="90805"/>
                  </a:cubicBezTo>
                  <a:lnTo>
                    <a:pt x="2557140" y="100330"/>
                  </a:lnTo>
                  <a:cubicBezTo>
                    <a:pt x="2557140" y="100330"/>
                    <a:pt x="2553330" y="103505"/>
                    <a:pt x="2551425" y="104775"/>
                  </a:cubicBezTo>
                  <a:cubicBezTo>
                    <a:pt x="2549520" y="106045"/>
                    <a:pt x="2547615" y="106680"/>
                    <a:pt x="2545710" y="107950"/>
                  </a:cubicBezTo>
                  <a:cubicBezTo>
                    <a:pt x="2543805" y="108585"/>
                    <a:pt x="2541265" y="109855"/>
                    <a:pt x="2538725" y="109855"/>
                  </a:cubicBezTo>
                  <a:cubicBezTo>
                    <a:pt x="2536185" y="109855"/>
                    <a:pt x="2533010" y="110490"/>
                    <a:pt x="2529835" y="110490"/>
                  </a:cubicBezTo>
                  <a:cubicBezTo>
                    <a:pt x="2526660" y="110490"/>
                    <a:pt x="2523485" y="110490"/>
                    <a:pt x="2520310" y="109220"/>
                  </a:cubicBezTo>
                  <a:cubicBezTo>
                    <a:pt x="2517135" y="108585"/>
                    <a:pt x="2514595" y="107315"/>
                    <a:pt x="2512690" y="105410"/>
                  </a:cubicBezTo>
                  <a:cubicBezTo>
                    <a:pt x="2510785" y="103505"/>
                    <a:pt x="2508245" y="102235"/>
                    <a:pt x="2506340" y="100330"/>
                  </a:cubicBezTo>
                  <a:cubicBezTo>
                    <a:pt x="2504435" y="98425"/>
                    <a:pt x="2502530" y="95885"/>
                    <a:pt x="2501260" y="92710"/>
                  </a:cubicBezTo>
                  <a:cubicBezTo>
                    <a:pt x="2499355" y="89535"/>
                    <a:pt x="2498085" y="86360"/>
                    <a:pt x="2497450" y="82550"/>
                  </a:cubicBezTo>
                  <a:cubicBezTo>
                    <a:pt x="2496815" y="78740"/>
                    <a:pt x="2496180" y="74295"/>
                    <a:pt x="2496180" y="69850"/>
                  </a:cubicBezTo>
                  <a:cubicBezTo>
                    <a:pt x="2496180" y="63500"/>
                    <a:pt x="2496815" y="57150"/>
                    <a:pt x="2498720" y="52070"/>
                  </a:cubicBezTo>
                  <a:cubicBezTo>
                    <a:pt x="2500625" y="46990"/>
                    <a:pt x="2502530" y="42545"/>
                    <a:pt x="2505705" y="39370"/>
                  </a:cubicBezTo>
                  <a:cubicBezTo>
                    <a:pt x="2508880" y="36195"/>
                    <a:pt x="2512055" y="33020"/>
                    <a:pt x="2516500" y="31750"/>
                  </a:cubicBezTo>
                  <a:cubicBezTo>
                    <a:pt x="2520945" y="29845"/>
                    <a:pt x="2525390" y="29210"/>
                    <a:pt x="2530470" y="29210"/>
                  </a:cubicBezTo>
                  <a:close/>
                  <a:moveTo>
                    <a:pt x="2298061" y="29210"/>
                  </a:moveTo>
                  <a:cubicBezTo>
                    <a:pt x="2301236" y="29210"/>
                    <a:pt x="2303776" y="29210"/>
                    <a:pt x="2305681" y="29845"/>
                  </a:cubicBezTo>
                  <a:cubicBezTo>
                    <a:pt x="2307586" y="29845"/>
                    <a:pt x="2309491" y="31115"/>
                    <a:pt x="2311396" y="32385"/>
                  </a:cubicBezTo>
                  <a:lnTo>
                    <a:pt x="2307586" y="46990"/>
                  </a:lnTo>
                  <a:lnTo>
                    <a:pt x="2306316" y="46990"/>
                  </a:lnTo>
                  <a:cubicBezTo>
                    <a:pt x="2306316" y="46990"/>
                    <a:pt x="2303141" y="45085"/>
                    <a:pt x="2301236" y="45085"/>
                  </a:cubicBezTo>
                  <a:cubicBezTo>
                    <a:pt x="2299331" y="45085"/>
                    <a:pt x="2297426" y="44450"/>
                    <a:pt x="2294886" y="44450"/>
                  </a:cubicBezTo>
                  <a:cubicBezTo>
                    <a:pt x="2289806" y="44450"/>
                    <a:pt x="2285996" y="46355"/>
                    <a:pt x="2283456" y="49530"/>
                  </a:cubicBezTo>
                  <a:cubicBezTo>
                    <a:pt x="2280916" y="52705"/>
                    <a:pt x="2279646" y="57785"/>
                    <a:pt x="2279646" y="64770"/>
                  </a:cubicBezTo>
                  <a:lnTo>
                    <a:pt x="2279646" y="109220"/>
                  </a:lnTo>
                  <a:lnTo>
                    <a:pt x="2264406" y="109220"/>
                  </a:lnTo>
                  <a:lnTo>
                    <a:pt x="2264406" y="31115"/>
                  </a:lnTo>
                  <a:lnTo>
                    <a:pt x="2279646" y="31115"/>
                  </a:lnTo>
                  <a:lnTo>
                    <a:pt x="2279646" y="38735"/>
                  </a:lnTo>
                  <a:cubicBezTo>
                    <a:pt x="2279646" y="38735"/>
                    <a:pt x="2281551" y="36195"/>
                    <a:pt x="2282821" y="34925"/>
                  </a:cubicBezTo>
                  <a:cubicBezTo>
                    <a:pt x="2284091" y="33655"/>
                    <a:pt x="2285361" y="33020"/>
                    <a:pt x="2287266" y="31750"/>
                  </a:cubicBezTo>
                  <a:cubicBezTo>
                    <a:pt x="2288536" y="31115"/>
                    <a:pt x="2290441" y="30480"/>
                    <a:pt x="2292346" y="29845"/>
                  </a:cubicBezTo>
                  <a:cubicBezTo>
                    <a:pt x="2294251" y="29845"/>
                    <a:pt x="2296156" y="29210"/>
                    <a:pt x="2298061" y="29210"/>
                  </a:cubicBezTo>
                  <a:close/>
                  <a:moveTo>
                    <a:pt x="2216145" y="29210"/>
                  </a:moveTo>
                  <a:cubicBezTo>
                    <a:pt x="2221860" y="29210"/>
                    <a:pt x="2226305" y="30480"/>
                    <a:pt x="2230750" y="32385"/>
                  </a:cubicBezTo>
                  <a:cubicBezTo>
                    <a:pt x="2234560" y="34290"/>
                    <a:pt x="2238370" y="37465"/>
                    <a:pt x="2240910" y="40640"/>
                  </a:cubicBezTo>
                  <a:cubicBezTo>
                    <a:pt x="2243450" y="44450"/>
                    <a:pt x="2245355" y="48260"/>
                    <a:pt x="2247260" y="53340"/>
                  </a:cubicBezTo>
                  <a:cubicBezTo>
                    <a:pt x="2248530" y="57785"/>
                    <a:pt x="2249165" y="62865"/>
                    <a:pt x="2249165" y="68580"/>
                  </a:cubicBezTo>
                  <a:lnTo>
                    <a:pt x="2247895" y="68580"/>
                  </a:lnTo>
                  <a:cubicBezTo>
                    <a:pt x="2247895" y="68580"/>
                    <a:pt x="2247895" y="71120"/>
                    <a:pt x="2247895" y="72390"/>
                  </a:cubicBezTo>
                  <a:cubicBezTo>
                    <a:pt x="2247895" y="73660"/>
                    <a:pt x="2247895" y="74295"/>
                    <a:pt x="2247895" y="75565"/>
                  </a:cubicBezTo>
                  <a:lnTo>
                    <a:pt x="2196460" y="75565"/>
                  </a:lnTo>
                  <a:cubicBezTo>
                    <a:pt x="2196460" y="79375"/>
                    <a:pt x="2197730" y="82550"/>
                    <a:pt x="2199000" y="85090"/>
                  </a:cubicBezTo>
                  <a:cubicBezTo>
                    <a:pt x="2200270" y="87630"/>
                    <a:pt x="2201540" y="90170"/>
                    <a:pt x="2203445" y="91440"/>
                  </a:cubicBezTo>
                  <a:cubicBezTo>
                    <a:pt x="2205350" y="93345"/>
                    <a:pt x="2207255" y="94615"/>
                    <a:pt x="2209160" y="95250"/>
                  </a:cubicBezTo>
                  <a:cubicBezTo>
                    <a:pt x="2211065" y="95885"/>
                    <a:pt x="2213605" y="96520"/>
                    <a:pt x="2216145" y="96520"/>
                  </a:cubicBezTo>
                  <a:cubicBezTo>
                    <a:pt x="2218050" y="96520"/>
                    <a:pt x="2219320" y="96520"/>
                    <a:pt x="2221225" y="96520"/>
                  </a:cubicBezTo>
                  <a:cubicBezTo>
                    <a:pt x="2222495" y="96520"/>
                    <a:pt x="2224400" y="95885"/>
                    <a:pt x="2225670" y="95250"/>
                  </a:cubicBezTo>
                  <a:cubicBezTo>
                    <a:pt x="2226940" y="95250"/>
                    <a:pt x="2228210" y="93980"/>
                    <a:pt x="2229480" y="93345"/>
                  </a:cubicBezTo>
                  <a:cubicBezTo>
                    <a:pt x="2230750" y="93345"/>
                    <a:pt x="2232020" y="92075"/>
                    <a:pt x="2233925" y="90805"/>
                  </a:cubicBezTo>
                  <a:lnTo>
                    <a:pt x="2242815" y="100330"/>
                  </a:lnTo>
                  <a:cubicBezTo>
                    <a:pt x="2242815" y="100330"/>
                    <a:pt x="2239005" y="103505"/>
                    <a:pt x="2237100" y="104775"/>
                  </a:cubicBezTo>
                  <a:cubicBezTo>
                    <a:pt x="2235195" y="106045"/>
                    <a:pt x="2233290" y="106680"/>
                    <a:pt x="2231385" y="107950"/>
                  </a:cubicBezTo>
                  <a:cubicBezTo>
                    <a:pt x="2229480" y="108585"/>
                    <a:pt x="2226940" y="109855"/>
                    <a:pt x="2224400" y="109855"/>
                  </a:cubicBezTo>
                  <a:cubicBezTo>
                    <a:pt x="2221860" y="109855"/>
                    <a:pt x="2218685" y="110490"/>
                    <a:pt x="2215510" y="110490"/>
                  </a:cubicBezTo>
                  <a:cubicBezTo>
                    <a:pt x="2212335" y="110490"/>
                    <a:pt x="2209160" y="110490"/>
                    <a:pt x="2205985" y="109220"/>
                  </a:cubicBezTo>
                  <a:cubicBezTo>
                    <a:pt x="2202810" y="108585"/>
                    <a:pt x="2200270" y="107315"/>
                    <a:pt x="2198365" y="105410"/>
                  </a:cubicBezTo>
                  <a:cubicBezTo>
                    <a:pt x="2195825" y="104140"/>
                    <a:pt x="2193920" y="102235"/>
                    <a:pt x="2192015" y="100330"/>
                  </a:cubicBezTo>
                  <a:cubicBezTo>
                    <a:pt x="2190110" y="98425"/>
                    <a:pt x="2188205" y="95885"/>
                    <a:pt x="2186935" y="92710"/>
                  </a:cubicBezTo>
                  <a:cubicBezTo>
                    <a:pt x="2185030" y="89535"/>
                    <a:pt x="2183760" y="86360"/>
                    <a:pt x="2183125" y="82550"/>
                  </a:cubicBezTo>
                  <a:cubicBezTo>
                    <a:pt x="2182490" y="78740"/>
                    <a:pt x="2181855" y="74295"/>
                    <a:pt x="2181855" y="69850"/>
                  </a:cubicBezTo>
                  <a:cubicBezTo>
                    <a:pt x="2181855" y="63500"/>
                    <a:pt x="2182490" y="57150"/>
                    <a:pt x="2184395" y="52070"/>
                  </a:cubicBezTo>
                  <a:cubicBezTo>
                    <a:pt x="2186300" y="46990"/>
                    <a:pt x="2188205" y="42545"/>
                    <a:pt x="2191380" y="39370"/>
                  </a:cubicBezTo>
                  <a:cubicBezTo>
                    <a:pt x="2194555" y="36195"/>
                    <a:pt x="2197730" y="33020"/>
                    <a:pt x="2202175" y="31750"/>
                  </a:cubicBezTo>
                  <a:cubicBezTo>
                    <a:pt x="2206620" y="29845"/>
                    <a:pt x="2211065" y="29210"/>
                    <a:pt x="2216145" y="29210"/>
                  </a:cubicBezTo>
                  <a:close/>
                  <a:moveTo>
                    <a:pt x="2029456" y="29210"/>
                  </a:moveTo>
                  <a:cubicBezTo>
                    <a:pt x="2035171" y="29210"/>
                    <a:pt x="2039616" y="30480"/>
                    <a:pt x="2044061" y="32385"/>
                  </a:cubicBezTo>
                  <a:cubicBezTo>
                    <a:pt x="2047871" y="34290"/>
                    <a:pt x="2051681" y="37465"/>
                    <a:pt x="2054221" y="40640"/>
                  </a:cubicBezTo>
                  <a:cubicBezTo>
                    <a:pt x="2056761" y="44450"/>
                    <a:pt x="2058666" y="48260"/>
                    <a:pt x="2060571" y="53340"/>
                  </a:cubicBezTo>
                  <a:cubicBezTo>
                    <a:pt x="2061841" y="57785"/>
                    <a:pt x="2062476" y="62865"/>
                    <a:pt x="2062476" y="68580"/>
                  </a:cubicBezTo>
                  <a:lnTo>
                    <a:pt x="2061206" y="68580"/>
                  </a:lnTo>
                  <a:cubicBezTo>
                    <a:pt x="2061206" y="68580"/>
                    <a:pt x="2061206" y="71120"/>
                    <a:pt x="2061206" y="72390"/>
                  </a:cubicBezTo>
                  <a:cubicBezTo>
                    <a:pt x="2061206" y="73660"/>
                    <a:pt x="2061206" y="74295"/>
                    <a:pt x="2061206" y="75565"/>
                  </a:cubicBezTo>
                  <a:lnTo>
                    <a:pt x="2009771" y="75565"/>
                  </a:lnTo>
                  <a:cubicBezTo>
                    <a:pt x="2009771" y="79375"/>
                    <a:pt x="2011041" y="82550"/>
                    <a:pt x="2012311" y="85090"/>
                  </a:cubicBezTo>
                  <a:cubicBezTo>
                    <a:pt x="2013581" y="87630"/>
                    <a:pt x="2014851" y="90170"/>
                    <a:pt x="2016756" y="91440"/>
                  </a:cubicBezTo>
                  <a:cubicBezTo>
                    <a:pt x="2018661" y="93345"/>
                    <a:pt x="2020566" y="94615"/>
                    <a:pt x="2022471" y="95250"/>
                  </a:cubicBezTo>
                  <a:cubicBezTo>
                    <a:pt x="2024376" y="95885"/>
                    <a:pt x="2026916" y="96520"/>
                    <a:pt x="2029456" y="96520"/>
                  </a:cubicBezTo>
                  <a:cubicBezTo>
                    <a:pt x="2031361" y="96520"/>
                    <a:pt x="2032631" y="96520"/>
                    <a:pt x="2034536" y="96520"/>
                  </a:cubicBezTo>
                  <a:cubicBezTo>
                    <a:pt x="2035806" y="96520"/>
                    <a:pt x="2037711" y="95885"/>
                    <a:pt x="2038981" y="95250"/>
                  </a:cubicBezTo>
                  <a:cubicBezTo>
                    <a:pt x="2040251" y="95250"/>
                    <a:pt x="2041521" y="93980"/>
                    <a:pt x="2042791" y="93345"/>
                  </a:cubicBezTo>
                  <a:cubicBezTo>
                    <a:pt x="2044061" y="93345"/>
                    <a:pt x="2045331" y="92075"/>
                    <a:pt x="2047236" y="90805"/>
                  </a:cubicBezTo>
                  <a:lnTo>
                    <a:pt x="2056126" y="100330"/>
                  </a:lnTo>
                  <a:cubicBezTo>
                    <a:pt x="2056126" y="100330"/>
                    <a:pt x="2052316" y="103505"/>
                    <a:pt x="2050411" y="104775"/>
                  </a:cubicBezTo>
                  <a:cubicBezTo>
                    <a:pt x="2048506" y="106045"/>
                    <a:pt x="2046601" y="106680"/>
                    <a:pt x="2044696" y="107950"/>
                  </a:cubicBezTo>
                  <a:cubicBezTo>
                    <a:pt x="2042791" y="108585"/>
                    <a:pt x="2040251" y="109855"/>
                    <a:pt x="2037711" y="109855"/>
                  </a:cubicBezTo>
                  <a:cubicBezTo>
                    <a:pt x="2035171" y="109855"/>
                    <a:pt x="2031996" y="110490"/>
                    <a:pt x="2028821" y="110490"/>
                  </a:cubicBezTo>
                  <a:cubicBezTo>
                    <a:pt x="2025646" y="110490"/>
                    <a:pt x="2022471" y="110490"/>
                    <a:pt x="2019296" y="109220"/>
                  </a:cubicBezTo>
                  <a:cubicBezTo>
                    <a:pt x="2016121" y="108585"/>
                    <a:pt x="2013581" y="107315"/>
                    <a:pt x="2011676" y="105410"/>
                  </a:cubicBezTo>
                  <a:cubicBezTo>
                    <a:pt x="2009136" y="104140"/>
                    <a:pt x="2007231" y="102235"/>
                    <a:pt x="2005326" y="100330"/>
                  </a:cubicBezTo>
                  <a:cubicBezTo>
                    <a:pt x="2003421" y="98425"/>
                    <a:pt x="2001516" y="95885"/>
                    <a:pt x="2000246" y="92710"/>
                  </a:cubicBezTo>
                  <a:cubicBezTo>
                    <a:pt x="1998341" y="89535"/>
                    <a:pt x="1997071" y="86360"/>
                    <a:pt x="1996436" y="82550"/>
                  </a:cubicBezTo>
                  <a:cubicBezTo>
                    <a:pt x="1995801" y="78740"/>
                    <a:pt x="1995166" y="74295"/>
                    <a:pt x="1995166" y="69850"/>
                  </a:cubicBezTo>
                  <a:cubicBezTo>
                    <a:pt x="1995166" y="63500"/>
                    <a:pt x="1995801" y="57150"/>
                    <a:pt x="1997706" y="52070"/>
                  </a:cubicBezTo>
                  <a:cubicBezTo>
                    <a:pt x="1999611" y="46990"/>
                    <a:pt x="2001516" y="42545"/>
                    <a:pt x="2004691" y="39370"/>
                  </a:cubicBezTo>
                  <a:cubicBezTo>
                    <a:pt x="2007866" y="36195"/>
                    <a:pt x="2011041" y="33020"/>
                    <a:pt x="2015486" y="31750"/>
                  </a:cubicBezTo>
                  <a:cubicBezTo>
                    <a:pt x="2019931" y="29845"/>
                    <a:pt x="2024376" y="29210"/>
                    <a:pt x="2029456" y="29210"/>
                  </a:cubicBezTo>
                  <a:close/>
                  <a:moveTo>
                    <a:pt x="1831336" y="29210"/>
                  </a:moveTo>
                  <a:cubicBezTo>
                    <a:pt x="1837051" y="29210"/>
                    <a:pt x="1841496" y="30480"/>
                    <a:pt x="1845941" y="32385"/>
                  </a:cubicBezTo>
                  <a:cubicBezTo>
                    <a:pt x="1849751" y="34290"/>
                    <a:pt x="1853561" y="37465"/>
                    <a:pt x="1856101" y="40640"/>
                  </a:cubicBezTo>
                  <a:cubicBezTo>
                    <a:pt x="1858641" y="44450"/>
                    <a:pt x="1860546" y="48260"/>
                    <a:pt x="1862451" y="53340"/>
                  </a:cubicBezTo>
                  <a:cubicBezTo>
                    <a:pt x="1863721" y="57785"/>
                    <a:pt x="1864356" y="62865"/>
                    <a:pt x="1864356" y="68580"/>
                  </a:cubicBezTo>
                  <a:lnTo>
                    <a:pt x="1863086" y="68580"/>
                  </a:lnTo>
                  <a:cubicBezTo>
                    <a:pt x="1863086" y="68580"/>
                    <a:pt x="1863086" y="71120"/>
                    <a:pt x="1863086" y="72390"/>
                  </a:cubicBezTo>
                  <a:cubicBezTo>
                    <a:pt x="1863086" y="73660"/>
                    <a:pt x="1863086" y="74295"/>
                    <a:pt x="1863086" y="75565"/>
                  </a:cubicBezTo>
                  <a:lnTo>
                    <a:pt x="1811651" y="75565"/>
                  </a:lnTo>
                  <a:cubicBezTo>
                    <a:pt x="1811651" y="79375"/>
                    <a:pt x="1812921" y="82550"/>
                    <a:pt x="1814191" y="85090"/>
                  </a:cubicBezTo>
                  <a:cubicBezTo>
                    <a:pt x="1815461" y="87630"/>
                    <a:pt x="1816731" y="90170"/>
                    <a:pt x="1818636" y="91440"/>
                  </a:cubicBezTo>
                  <a:cubicBezTo>
                    <a:pt x="1820541" y="93345"/>
                    <a:pt x="1822446" y="94615"/>
                    <a:pt x="1824351" y="95250"/>
                  </a:cubicBezTo>
                  <a:cubicBezTo>
                    <a:pt x="1826256" y="95885"/>
                    <a:pt x="1828796" y="96520"/>
                    <a:pt x="1831336" y="96520"/>
                  </a:cubicBezTo>
                  <a:cubicBezTo>
                    <a:pt x="1833241" y="96520"/>
                    <a:pt x="1834511" y="96520"/>
                    <a:pt x="1836416" y="96520"/>
                  </a:cubicBezTo>
                  <a:cubicBezTo>
                    <a:pt x="1837686" y="96520"/>
                    <a:pt x="1839591" y="95885"/>
                    <a:pt x="1840861" y="95250"/>
                  </a:cubicBezTo>
                  <a:cubicBezTo>
                    <a:pt x="1842131" y="95250"/>
                    <a:pt x="1843401" y="93980"/>
                    <a:pt x="1844671" y="93345"/>
                  </a:cubicBezTo>
                  <a:cubicBezTo>
                    <a:pt x="1845941" y="93345"/>
                    <a:pt x="1847211" y="92075"/>
                    <a:pt x="1849116" y="90805"/>
                  </a:cubicBezTo>
                  <a:lnTo>
                    <a:pt x="1858006" y="100330"/>
                  </a:lnTo>
                  <a:cubicBezTo>
                    <a:pt x="1858006" y="100330"/>
                    <a:pt x="1854196" y="103505"/>
                    <a:pt x="1852291" y="104775"/>
                  </a:cubicBezTo>
                  <a:cubicBezTo>
                    <a:pt x="1850386" y="106045"/>
                    <a:pt x="1848481" y="106680"/>
                    <a:pt x="1846576" y="107950"/>
                  </a:cubicBezTo>
                  <a:cubicBezTo>
                    <a:pt x="1844671" y="108585"/>
                    <a:pt x="1842131" y="109855"/>
                    <a:pt x="1839591" y="109855"/>
                  </a:cubicBezTo>
                  <a:cubicBezTo>
                    <a:pt x="1837051" y="109855"/>
                    <a:pt x="1833876" y="110490"/>
                    <a:pt x="1830701" y="110490"/>
                  </a:cubicBezTo>
                  <a:cubicBezTo>
                    <a:pt x="1827526" y="110490"/>
                    <a:pt x="1824351" y="110490"/>
                    <a:pt x="1821176" y="109220"/>
                  </a:cubicBezTo>
                  <a:cubicBezTo>
                    <a:pt x="1818001" y="108585"/>
                    <a:pt x="1815461" y="107315"/>
                    <a:pt x="1813556" y="105410"/>
                  </a:cubicBezTo>
                  <a:cubicBezTo>
                    <a:pt x="1811016" y="104140"/>
                    <a:pt x="1809111" y="102235"/>
                    <a:pt x="1807206" y="100330"/>
                  </a:cubicBezTo>
                  <a:cubicBezTo>
                    <a:pt x="1805301" y="98425"/>
                    <a:pt x="1803396" y="95885"/>
                    <a:pt x="1802126" y="92710"/>
                  </a:cubicBezTo>
                  <a:cubicBezTo>
                    <a:pt x="1800221" y="89535"/>
                    <a:pt x="1798951" y="86360"/>
                    <a:pt x="1798316" y="82550"/>
                  </a:cubicBezTo>
                  <a:cubicBezTo>
                    <a:pt x="1797681" y="78740"/>
                    <a:pt x="1797046" y="74295"/>
                    <a:pt x="1797046" y="69850"/>
                  </a:cubicBezTo>
                  <a:cubicBezTo>
                    <a:pt x="1797046" y="63500"/>
                    <a:pt x="1797681" y="57150"/>
                    <a:pt x="1799586" y="52070"/>
                  </a:cubicBezTo>
                  <a:cubicBezTo>
                    <a:pt x="1801491" y="46990"/>
                    <a:pt x="1803396" y="42545"/>
                    <a:pt x="1806571" y="39370"/>
                  </a:cubicBezTo>
                  <a:cubicBezTo>
                    <a:pt x="1809746" y="36195"/>
                    <a:pt x="1812921" y="33020"/>
                    <a:pt x="1817366" y="31750"/>
                  </a:cubicBezTo>
                  <a:cubicBezTo>
                    <a:pt x="1821811" y="29845"/>
                    <a:pt x="1826256" y="29210"/>
                    <a:pt x="1831336" y="29210"/>
                  </a:cubicBezTo>
                  <a:close/>
                  <a:moveTo>
                    <a:pt x="1501140" y="29210"/>
                  </a:moveTo>
                  <a:cubicBezTo>
                    <a:pt x="1503046" y="29210"/>
                    <a:pt x="1504951" y="29210"/>
                    <a:pt x="1506856" y="29210"/>
                  </a:cubicBezTo>
                  <a:cubicBezTo>
                    <a:pt x="1511301" y="29210"/>
                    <a:pt x="1515746" y="29845"/>
                    <a:pt x="1518920" y="31750"/>
                  </a:cubicBezTo>
                  <a:cubicBezTo>
                    <a:pt x="1522096" y="33020"/>
                    <a:pt x="1525271" y="35560"/>
                    <a:pt x="1527811" y="38100"/>
                  </a:cubicBezTo>
                  <a:cubicBezTo>
                    <a:pt x="1530351" y="41275"/>
                    <a:pt x="1531621" y="44450"/>
                    <a:pt x="1532891" y="48895"/>
                  </a:cubicBezTo>
                  <a:cubicBezTo>
                    <a:pt x="1534161" y="53340"/>
                    <a:pt x="1534796" y="58420"/>
                    <a:pt x="1534796" y="64135"/>
                  </a:cubicBezTo>
                  <a:lnTo>
                    <a:pt x="1534796" y="108585"/>
                  </a:lnTo>
                  <a:lnTo>
                    <a:pt x="1519556" y="108585"/>
                  </a:lnTo>
                  <a:lnTo>
                    <a:pt x="1518920" y="108585"/>
                  </a:lnTo>
                  <a:lnTo>
                    <a:pt x="1518920" y="64770"/>
                  </a:lnTo>
                  <a:cubicBezTo>
                    <a:pt x="1518920" y="57785"/>
                    <a:pt x="1517651" y="52070"/>
                    <a:pt x="1515111" y="48895"/>
                  </a:cubicBezTo>
                  <a:cubicBezTo>
                    <a:pt x="1512571" y="45085"/>
                    <a:pt x="1508761" y="43180"/>
                    <a:pt x="1503046" y="43180"/>
                  </a:cubicBezTo>
                  <a:cubicBezTo>
                    <a:pt x="1500506" y="43180"/>
                    <a:pt x="1498601" y="43180"/>
                    <a:pt x="1496061" y="44450"/>
                  </a:cubicBezTo>
                  <a:cubicBezTo>
                    <a:pt x="1494156" y="45085"/>
                    <a:pt x="1492250" y="46990"/>
                    <a:pt x="1490981" y="48260"/>
                  </a:cubicBezTo>
                  <a:cubicBezTo>
                    <a:pt x="1489711" y="50165"/>
                    <a:pt x="1488441" y="52070"/>
                    <a:pt x="1487806" y="54610"/>
                  </a:cubicBezTo>
                  <a:cubicBezTo>
                    <a:pt x="1487806" y="57150"/>
                    <a:pt x="1487170" y="59690"/>
                    <a:pt x="1487170" y="62865"/>
                  </a:cubicBezTo>
                  <a:lnTo>
                    <a:pt x="1487170" y="108585"/>
                  </a:lnTo>
                  <a:lnTo>
                    <a:pt x="1471931" y="108585"/>
                  </a:lnTo>
                  <a:lnTo>
                    <a:pt x="1471931" y="30480"/>
                  </a:lnTo>
                  <a:lnTo>
                    <a:pt x="1487170" y="30480"/>
                  </a:lnTo>
                  <a:lnTo>
                    <a:pt x="1487170" y="38100"/>
                  </a:lnTo>
                  <a:cubicBezTo>
                    <a:pt x="1487170" y="38100"/>
                    <a:pt x="1489076" y="35560"/>
                    <a:pt x="1490981" y="34290"/>
                  </a:cubicBezTo>
                  <a:cubicBezTo>
                    <a:pt x="1492250" y="33020"/>
                    <a:pt x="1494156" y="32385"/>
                    <a:pt x="1495426" y="31115"/>
                  </a:cubicBezTo>
                  <a:cubicBezTo>
                    <a:pt x="1497331" y="30480"/>
                    <a:pt x="1499236" y="29845"/>
                    <a:pt x="1501140" y="29210"/>
                  </a:cubicBezTo>
                  <a:close/>
                  <a:moveTo>
                    <a:pt x="1250316" y="29210"/>
                  </a:moveTo>
                  <a:cubicBezTo>
                    <a:pt x="1255396" y="29210"/>
                    <a:pt x="1259841" y="29845"/>
                    <a:pt x="1264286" y="31750"/>
                  </a:cubicBezTo>
                  <a:cubicBezTo>
                    <a:pt x="1268731" y="33655"/>
                    <a:pt x="1273176" y="35560"/>
                    <a:pt x="1276350" y="38100"/>
                  </a:cubicBezTo>
                  <a:lnTo>
                    <a:pt x="1278256" y="38100"/>
                  </a:lnTo>
                  <a:lnTo>
                    <a:pt x="1271271" y="50165"/>
                  </a:lnTo>
                  <a:cubicBezTo>
                    <a:pt x="1268095" y="47625"/>
                    <a:pt x="1264921" y="46355"/>
                    <a:pt x="1261746" y="45085"/>
                  </a:cubicBezTo>
                  <a:cubicBezTo>
                    <a:pt x="1258570" y="43815"/>
                    <a:pt x="1254761" y="43180"/>
                    <a:pt x="1250951" y="43180"/>
                  </a:cubicBezTo>
                  <a:cubicBezTo>
                    <a:pt x="1247141" y="43180"/>
                    <a:pt x="1244601" y="43815"/>
                    <a:pt x="1242696" y="45085"/>
                  </a:cubicBezTo>
                  <a:cubicBezTo>
                    <a:pt x="1240791" y="46355"/>
                    <a:pt x="1240156" y="48260"/>
                    <a:pt x="1240156" y="50165"/>
                  </a:cubicBezTo>
                  <a:cubicBezTo>
                    <a:pt x="1240156" y="51435"/>
                    <a:pt x="1240156" y="52070"/>
                    <a:pt x="1240156" y="52705"/>
                  </a:cubicBezTo>
                  <a:cubicBezTo>
                    <a:pt x="1240156" y="53340"/>
                    <a:pt x="1241426" y="54610"/>
                    <a:pt x="1242061" y="55245"/>
                  </a:cubicBezTo>
                  <a:cubicBezTo>
                    <a:pt x="1243331" y="55880"/>
                    <a:pt x="1244601" y="57150"/>
                    <a:pt x="1246506" y="57785"/>
                  </a:cubicBezTo>
                  <a:cubicBezTo>
                    <a:pt x="1248411" y="59055"/>
                    <a:pt x="1250951" y="59690"/>
                    <a:pt x="1253491" y="60960"/>
                  </a:cubicBezTo>
                  <a:cubicBezTo>
                    <a:pt x="1257936" y="62865"/>
                    <a:pt x="1261746" y="64135"/>
                    <a:pt x="1264921" y="66040"/>
                  </a:cubicBezTo>
                  <a:cubicBezTo>
                    <a:pt x="1268095" y="67310"/>
                    <a:pt x="1270635" y="69215"/>
                    <a:pt x="1273176" y="71120"/>
                  </a:cubicBezTo>
                  <a:cubicBezTo>
                    <a:pt x="1275080" y="73025"/>
                    <a:pt x="1276985" y="75565"/>
                    <a:pt x="1278256" y="78105"/>
                  </a:cubicBezTo>
                  <a:cubicBezTo>
                    <a:pt x="1279525" y="80645"/>
                    <a:pt x="1280161" y="83820"/>
                    <a:pt x="1280161" y="87630"/>
                  </a:cubicBezTo>
                  <a:cubicBezTo>
                    <a:pt x="1280161" y="92075"/>
                    <a:pt x="1279525" y="95250"/>
                    <a:pt x="1277621" y="98425"/>
                  </a:cubicBezTo>
                  <a:cubicBezTo>
                    <a:pt x="1275716" y="101600"/>
                    <a:pt x="1273811" y="103505"/>
                    <a:pt x="1271271" y="105410"/>
                  </a:cubicBezTo>
                  <a:cubicBezTo>
                    <a:pt x="1268731" y="107315"/>
                    <a:pt x="1265556" y="108585"/>
                    <a:pt x="1261746" y="109220"/>
                  </a:cubicBezTo>
                  <a:cubicBezTo>
                    <a:pt x="1257936" y="109855"/>
                    <a:pt x="1254761" y="110490"/>
                    <a:pt x="1250951" y="110490"/>
                  </a:cubicBezTo>
                  <a:cubicBezTo>
                    <a:pt x="1245871" y="110490"/>
                    <a:pt x="1240791" y="109855"/>
                    <a:pt x="1235711" y="107950"/>
                  </a:cubicBezTo>
                  <a:cubicBezTo>
                    <a:pt x="1229996" y="106045"/>
                    <a:pt x="1225551" y="103505"/>
                    <a:pt x="1221106" y="100965"/>
                  </a:cubicBezTo>
                  <a:lnTo>
                    <a:pt x="1228091" y="89535"/>
                  </a:lnTo>
                  <a:cubicBezTo>
                    <a:pt x="1231901" y="92075"/>
                    <a:pt x="1235711" y="93980"/>
                    <a:pt x="1239521" y="95250"/>
                  </a:cubicBezTo>
                  <a:cubicBezTo>
                    <a:pt x="1243331" y="96520"/>
                    <a:pt x="1247141" y="97155"/>
                    <a:pt x="1250951" y="97155"/>
                  </a:cubicBezTo>
                  <a:cubicBezTo>
                    <a:pt x="1256031" y="97155"/>
                    <a:pt x="1259205" y="96520"/>
                    <a:pt x="1261746" y="94615"/>
                  </a:cubicBezTo>
                  <a:cubicBezTo>
                    <a:pt x="1264286" y="93345"/>
                    <a:pt x="1264921" y="90805"/>
                    <a:pt x="1264921" y="88265"/>
                  </a:cubicBezTo>
                  <a:cubicBezTo>
                    <a:pt x="1264921" y="86995"/>
                    <a:pt x="1264921" y="85725"/>
                    <a:pt x="1263650" y="84455"/>
                  </a:cubicBezTo>
                  <a:cubicBezTo>
                    <a:pt x="1263015" y="83185"/>
                    <a:pt x="1261746" y="82550"/>
                    <a:pt x="1259841" y="81280"/>
                  </a:cubicBezTo>
                  <a:cubicBezTo>
                    <a:pt x="1258570" y="80010"/>
                    <a:pt x="1256666" y="79375"/>
                    <a:pt x="1254125" y="78105"/>
                  </a:cubicBezTo>
                  <a:cubicBezTo>
                    <a:pt x="1252221" y="77470"/>
                    <a:pt x="1249681" y="76200"/>
                    <a:pt x="1246506" y="74930"/>
                  </a:cubicBezTo>
                  <a:cubicBezTo>
                    <a:pt x="1242061" y="73025"/>
                    <a:pt x="1238886" y="71755"/>
                    <a:pt x="1235711" y="69850"/>
                  </a:cubicBezTo>
                  <a:cubicBezTo>
                    <a:pt x="1232536" y="67945"/>
                    <a:pt x="1230631" y="66675"/>
                    <a:pt x="1228726" y="64770"/>
                  </a:cubicBezTo>
                  <a:cubicBezTo>
                    <a:pt x="1226821" y="62865"/>
                    <a:pt x="1225551" y="60960"/>
                    <a:pt x="1224916" y="58420"/>
                  </a:cubicBezTo>
                  <a:cubicBezTo>
                    <a:pt x="1224281" y="55880"/>
                    <a:pt x="1223646" y="53340"/>
                    <a:pt x="1223646" y="50165"/>
                  </a:cubicBezTo>
                  <a:cubicBezTo>
                    <a:pt x="1223646" y="46990"/>
                    <a:pt x="1224281" y="43815"/>
                    <a:pt x="1225551" y="40640"/>
                  </a:cubicBezTo>
                  <a:cubicBezTo>
                    <a:pt x="1226821" y="38100"/>
                    <a:pt x="1228726" y="35560"/>
                    <a:pt x="1231266" y="34290"/>
                  </a:cubicBezTo>
                  <a:cubicBezTo>
                    <a:pt x="1233806" y="32385"/>
                    <a:pt x="1236346" y="31115"/>
                    <a:pt x="1239521" y="30480"/>
                  </a:cubicBezTo>
                  <a:cubicBezTo>
                    <a:pt x="1242696" y="29845"/>
                    <a:pt x="1246506" y="29210"/>
                    <a:pt x="1250316" y="29210"/>
                  </a:cubicBezTo>
                  <a:close/>
                  <a:moveTo>
                    <a:pt x="1180466" y="29210"/>
                  </a:moveTo>
                  <a:cubicBezTo>
                    <a:pt x="1186181" y="29210"/>
                    <a:pt x="1190626" y="30480"/>
                    <a:pt x="1195071" y="32385"/>
                  </a:cubicBezTo>
                  <a:cubicBezTo>
                    <a:pt x="1198881" y="34290"/>
                    <a:pt x="1202691" y="37465"/>
                    <a:pt x="1205231" y="40640"/>
                  </a:cubicBezTo>
                  <a:cubicBezTo>
                    <a:pt x="1207771" y="44450"/>
                    <a:pt x="1209676" y="48260"/>
                    <a:pt x="1211581" y="53340"/>
                  </a:cubicBezTo>
                  <a:cubicBezTo>
                    <a:pt x="1212851" y="57785"/>
                    <a:pt x="1213486" y="62865"/>
                    <a:pt x="1213486" y="68580"/>
                  </a:cubicBezTo>
                  <a:lnTo>
                    <a:pt x="1212216" y="68580"/>
                  </a:lnTo>
                  <a:cubicBezTo>
                    <a:pt x="1212216" y="68580"/>
                    <a:pt x="1212216" y="71120"/>
                    <a:pt x="1212216" y="72390"/>
                  </a:cubicBezTo>
                  <a:cubicBezTo>
                    <a:pt x="1212216" y="73660"/>
                    <a:pt x="1212216" y="74295"/>
                    <a:pt x="1212216" y="75565"/>
                  </a:cubicBezTo>
                  <a:lnTo>
                    <a:pt x="1160781" y="75565"/>
                  </a:lnTo>
                  <a:cubicBezTo>
                    <a:pt x="1160781" y="79375"/>
                    <a:pt x="1162051" y="82550"/>
                    <a:pt x="1163321" y="85090"/>
                  </a:cubicBezTo>
                  <a:cubicBezTo>
                    <a:pt x="1164591" y="87630"/>
                    <a:pt x="1165861" y="90170"/>
                    <a:pt x="1167766" y="91440"/>
                  </a:cubicBezTo>
                  <a:cubicBezTo>
                    <a:pt x="1169671" y="93345"/>
                    <a:pt x="1171576" y="94615"/>
                    <a:pt x="1173481" y="95250"/>
                  </a:cubicBezTo>
                  <a:cubicBezTo>
                    <a:pt x="1175386" y="95885"/>
                    <a:pt x="1177926" y="96520"/>
                    <a:pt x="1180466" y="96520"/>
                  </a:cubicBezTo>
                  <a:cubicBezTo>
                    <a:pt x="1182371" y="96520"/>
                    <a:pt x="1183641" y="96520"/>
                    <a:pt x="1185546" y="96520"/>
                  </a:cubicBezTo>
                  <a:cubicBezTo>
                    <a:pt x="1186816" y="96520"/>
                    <a:pt x="1188721" y="95885"/>
                    <a:pt x="1189991" y="95250"/>
                  </a:cubicBezTo>
                  <a:cubicBezTo>
                    <a:pt x="1191261" y="95250"/>
                    <a:pt x="1192531" y="93980"/>
                    <a:pt x="1193801" y="93345"/>
                  </a:cubicBezTo>
                  <a:cubicBezTo>
                    <a:pt x="1195071" y="93345"/>
                    <a:pt x="1196341" y="92075"/>
                    <a:pt x="1198246" y="90805"/>
                  </a:cubicBezTo>
                  <a:lnTo>
                    <a:pt x="1207136" y="100330"/>
                  </a:lnTo>
                  <a:cubicBezTo>
                    <a:pt x="1207136" y="100330"/>
                    <a:pt x="1203326" y="103505"/>
                    <a:pt x="1201421" y="104775"/>
                  </a:cubicBezTo>
                  <a:cubicBezTo>
                    <a:pt x="1199516" y="106045"/>
                    <a:pt x="1197611" y="106680"/>
                    <a:pt x="1195706" y="107950"/>
                  </a:cubicBezTo>
                  <a:cubicBezTo>
                    <a:pt x="1193801" y="108585"/>
                    <a:pt x="1191261" y="109855"/>
                    <a:pt x="1188721" y="109855"/>
                  </a:cubicBezTo>
                  <a:cubicBezTo>
                    <a:pt x="1186181" y="109855"/>
                    <a:pt x="1183006" y="110490"/>
                    <a:pt x="1179831" y="110490"/>
                  </a:cubicBezTo>
                  <a:cubicBezTo>
                    <a:pt x="1176656" y="110490"/>
                    <a:pt x="1173481" y="110490"/>
                    <a:pt x="1170306" y="109220"/>
                  </a:cubicBezTo>
                  <a:cubicBezTo>
                    <a:pt x="1167131" y="108585"/>
                    <a:pt x="1164591" y="107315"/>
                    <a:pt x="1162686" y="105410"/>
                  </a:cubicBezTo>
                  <a:cubicBezTo>
                    <a:pt x="1160781" y="103505"/>
                    <a:pt x="1158241" y="102235"/>
                    <a:pt x="1156336" y="100330"/>
                  </a:cubicBezTo>
                  <a:cubicBezTo>
                    <a:pt x="1154431" y="98425"/>
                    <a:pt x="1152526" y="95885"/>
                    <a:pt x="1151256" y="92710"/>
                  </a:cubicBezTo>
                  <a:cubicBezTo>
                    <a:pt x="1149351" y="89535"/>
                    <a:pt x="1148081" y="86360"/>
                    <a:pt x="1147446" y="82550"/>
                  </a:cubicBezTo>
                  <a:cubicBezTo>
                    <a:pt x="1146811" y="78740"/>
                    <a:pt x="1146176" y="74295"/>
                    <a:pt x="1146176" y="69850"/>
                  </a:cubicBezTo>
                  <a:cubicBezTo>
                    <a:pt x="1146176" y="63500"/>
                    <a:pt x="1146811" y="57150"/>
                    <a:pt x="1148716" y="52070"/>
                  </a:cubicBezTo>
                  <a:cubicBezTo>
                    <a:pt x="1150621" y="46990"/>
                    <a:pt x="1152526" y="42545"/>
                    <a:pt x="1155701" y="39370"/>
                  </a:cubicBezTo>
                  <a:cubicBezTo>
                    <a:pt x="1158876" y="36195"/>
                    <a:pt x="1162051" y="33020"/>
                    <a:pt x="1166496" y="31750"/>
                  </a:cubicBezTo>
                  <a:cubicBezTo>
                    <a:pt x="1170941" y="29845"/>
                    <a:pt x="1175386" y="29210"/>
                    <a:pt x="1180466" y="29210"/>
                  </a:cubicBezTo>
                  <a:close/>
                  <a:moveTo>
                    <a:pt x="901065" y="29210"/>
                  </a:moveTo>
                  <a:cubicBezTo>
                    <a:pt x="906780" y="29210"/>
                    <a:pt x="911225" y="30480"/>
                    <a:pt x="915670" y="32385"/>
                  </a:cubicBezTo>
                  <a:cubicBezTo>
                    <a:pt x="919480" y="34290"/>
                    <a:pt x="923290" y="37465"/>
                    <a:pt x="925830" y="40640"/>
                  </a:cubicBezTo>
                  <a:cubicBezTo>
                    <a:pt x="928370" y="44450"/>
                    <a:pt x="930275" y="48260"/>
                    <a:pt x="932180" y="53340"/>
                  </a:cubicBezTo>
                  <a:cubicBezTo>
                    <a:pt x="933450" y="57785"/>
                    <a:pt x="934085" y="62865"/>
                    <a:pt x="934085" y="68580"/>
                  </a:cubicBezTo>
                  <a:lnTo>
                    <a:pt x="932815" y="68580"/>
                  </a:lnTo>
                  <a:cubicBezTo>
                    <a:pt x="932815" y="68580"/>
                    <a:pt x="932815" y="71120"/>
                    <a:pt x="932815" y="72390"/>
                  </a:cubicBezTo>
                  <a:cubicBezTo>
                    <a:pt x="932815" y="73660"/>
                    <a:pt x="932815" y="74295"/>
                    <a:pt x="932815" y="75565"/>
                  </a:cubicBezTo>
                  <a:lnTo>
                    <a:pt x="881380" y="75565"/>
                  </a:lnTo>
                  <a:cubicBezTo>
                    <a:pt x="881380" y="79375"/>
                    <a:pt x="882650" y="82550"/>
                    <a:pt x="883920" y="85090"/>
                  </a:cubicBezTo>
                  <a:cubicBezTo>
                    <a:pt x="885190" y="87630"/>
                    <a:pt x="886460" y="90170"/>
                    <a:pt x="888365" y="91440"/>
                  </a:cubicBezTo>
                  <a:cubicBezTo>
                    <a:pt x="890270" y="93345"/>
                    <a:pt x="892175" y="94615"/>
                    <a:pt x="894080" y="95250"/>
                  </a:cubicBezTo>
                  <a:cubicBezTo>
                    <a:pt x="895985" y="95885"/>
                    <a:pt x="898525" y="96520"/>
                    <a:pt x="901065" y="96520"/>
                  </a:cubicBezTo>
                  <a:cubicBezTo>
                    <a:pt x="902970" y="96520"/>
                    <a:pt x="904240" y="96520"/>
                    <a:pt x="906145" y="96520"/>
                  </a:cubicBezTo>
                  <a:cubicBezTo>
                    <a:pt x="907415" y="96520"/>
                    <a:pt x="909320" y="95885"/>
                    <a:pt x="910590" y="95250"/>
                  </a:cubicBezTo>
                  <a:cubicBezTo>
                    <a:pt x="911860" y="95250"/>
                    <a:pt x="913130" y="93980"/>
                    <a:pt x="914400" y="93345"/>
                  </a:cubicBezTo>
                  <a:cubicBezTo>
                    <a:pt x="915670" y="93345"/>
                    <a:pt x="916940" y="92075"/>
                    <a:pt x="918845" y="90805"/>
                  </a:cubicBezTo>
                  <a:lnTo>
                    <a:pt x="927735" y="100330"/>
                  </a:lnTo>
                  <a:cubicBezTo>
                    <a:pt x="927735" y="100330"/>
                    <a:pt x="923925" y="103505"/>
                    <a:pt x="922020" y="104775"/>
                  </a:cubicBezTo>
                  <a:cubicBezTo>
                    <a:pt x="920115" y="106045"/>
                    <a:pt x="918210" y="106680"/>
                    <a:pt x="916305" y="107950"/>
                  </a:cubicBezTo>
                  <a:cubicBezTo>
                    <a:pt x="914400" y="108585"/>
                    <a:pt x="911860" y="109855"/>
                    <a:pt x="909320" y="109855"/>
                  </a:cubicBezTo>
                  <a:cubicBezTo>
                    <a:pt x="906780" y="109855"/>
                    <a:pt x="903605" y="110490"/>
                    <a:pt x="900430" y="110490"/>
                  </a:cubicBezTo>
                  <a:cubicBezTo>
                    <a:pt x="897255" y="110490"/>
                    <a:pt x="894080" y="110490"/>
                    <a:pt x="890905" y="109220"/>
                  </a:cubicBezTo>
                  <a:cubicBezTo>
                    <a:pt x="887730" y="108585"/>
                    <a:pt x="885190" y="107315"/>
                    <a:pt x="883285" y="105410"/>
                  </a:cubicBezTo>
                  <a:cubicBezTo>
                    <a:pt x="881380" y="103505"/>
                    <a:pt x="878840" y="102235"/>
                    <a:pt x="876935" y="100330"/>
                  </a:cubicBezTo>
                  <a:cubicBezTo>
                    <a:pt x="875030" y="98425"/>
                    <a:pt x="873125" y="95885"/>
                    <a:pt x="871855" y="92710"/>
                  </a:cubicBezTo>
                  <a:cubicBezTo>
                    <a:pt x="869950" y="89535"/>
                    <a:pt x="868680" y="86360"/>
                    <a:pt x="868045" y="82550"/>
                  </a:cubicBezTo>
                  <a:cubicBezTo>
                    <a:pt x="867410" y="78740"/>
                    <a:pt x="866775" y="74295"/>
                    <a:pt x="866775" y="69850"/>
                  </a:cubicBezTo>
                  <a:cubicBezTo>
                    <a:pt x="866775" y="63500"/>
                    <a:pt x="867410" y="57150"/>
                    <a:pt x="869315" y="52070"/>
                  </a:cubicBezTo>
                  <a:cubicBezTo>
                    <a:pt x="871220" y="46990"/>
                    <a:pt x="873125" y="42545"/>
                    <a:pt x="876300" y="39370"/>
                  </a:cubicBezTo>
                  <a:cubicBezTo>
                    <a:pt x="879475" y="36195"/>
                    <a:pt x="882650" y="33020"/>
                    <a:pt x="887095" y="31750"/>
                  </a:cubicBezTo>
                  <a:cubicBezTo>
                    <a:pt x="891540" y="29845"/>
                    <a:pt x="895985" y="29210"/>
                    <a:pt x="901065" y="29210"/>
                  </a:cubicBezTo>
                  <a:close/>
                  <a:moveTo>
                    <a:pt x="668656" y="29210"/>
                  </a:moveTo>
                  <a:cubicBezTo>
                    <a:pt x="671830" y="29210"/>
                    <a:pt x="674370" y="29210"/>
                    <a:pt x="676275" y="29845"/>
                  </a:cubicBezTo>
                  <a:cubicBezTo>
                    <a:pt x="678181" y="29845"/>
                    <a:pt x="680086" y="31115"/>
                    <a:pt x="681991" y="32385"/>
                  </a:cubicBezTo>
                  <a:lnTo>
                    <a:pt x="678181" y="46990"/>
                  </a:lnTo>
                  <a:lnTo>
                    <a:pt x="676910" y="46990"/>
                  </a:lnTo>
                  <a:cubicBezTo>
                    <a:pt x="676910" y="46990"/>
                    <a:pt x="673736" y="45085"/>
                    <a:pt x="671830" y="45085"/>
                  </a:cubicBezTo>
                  <a:cubicBezTo>
                    <a:pt x="669925" y="45085"/>
                    <a:pt x="668020" y="44450"/>
                    <a:pt x="665480" y="44450"/>
                  </a:cubicBezTo>
                  <a:cubicBezTo>
                    <a:pt x="660400" y="44450"/>
                    <a:pt x="656590" y="46355"/>
                    <a:pt x="654050" y="49530"/>
                  </a:cubicBezTo>
                  <a:cubicBezTo>
                    <a:pt x="651510" y="52705"/>
                    <a:pt x="650240" y="57785"/>
                    <a:pt x="650240" y="64770"/>
                  </a:cubicBezTo>
                  <a:lnTo>
                    <a:pt x="650240" y="109220"/>
                  </a:lnTo>
                  <a:lnTo>
                    <a:pt x="635000" y="109220"/>
                  </a:lnTo>
                  <a:lnTo>
                    <a:pt x="635000" y="31115"/>
                  </a:lnTo>
                  <a:lnTo>
                    <a:pt x="650240" y="31115"/>
                  </a:lnTo>
                  <a:lnTo>
                    <a:pt x="650240" y="38735"/>
                  </a:lnTo>
                  <a:cubicBezTo>
                    <a:pt x="650240" y="38735"/>
                    <a:pt x="652145" y="36195"/>
                    <a:pt x="653416" y="34925"/>
                  </a:cubicBezTo>
                  <a:cubicBezTo>
                    <a:pt x="654685" y="33655"/>
                    <a:pt x="655955" y="33020"/>
                    <a:pt x="657861" y="31750"/>
                  </a:cubicBezTo>
                  <a:cubicBezTo>
                    <a:pt x="659130" y="31115"/>
                    <a:pt x="661035" y="30480"/>
                    <a:pt x="662940" y="29845"/>
                  </a:cubicBezTo>
                  <a:cubicBezTo>
                    <a:pt x="664845" y="29845"/>
                    <a:pt x="666751" y="29210"/>
                    <a:pt x="668656" y="29210"/>
                  </a:cubicBezTo>
                  <a:close/>
                  <a:moveTo>
                    <a:pt x="586739" y="29210"/>
                  </a:moveTo>
                  <a:cubicBezTo>
                    <a:pt x="592454" y="29210"/>
                    <a:pt x="596899" y="30480"/>
                    <a:pt x="601344" y="32385"/>
                  </a:cubicBezTo>
                  <a:cubicBezTo>
                    <a:pt x="605154" y="34290"/>
                    <a:pt x="608964" y="37465"/>
                    <a:pt x="611504" y="40640"/>
                  </a:cubicBezTo>
                  <a:cubicBezTo>
                    <a:pt x="614044" y="44450"/>
                    <a:pt x="615949" y="48260"/>
                    <a:pt x="617854" y="53340"/>
                  </a:cubicBezTo>
                  <a:cubicBezTo>
                    <a:pt x="619124" y="57785"/>
                    <a:pt x="619759" y="62865"/>
                    <a:pt x="619759" y="68580"/>
                  </a:cubicBezTo>
                  <a:lnTo>
                    <a:pt x="618489" y="68580"/>
                  </a:lnTo>
                  <a:cubicBezTo>
                    <a:pt x="618489" y="68580"/>
                    <a:pt x="618489" y="71120"/>
                    <a:pt x="618489" y="72390"/>
                  </a:cubicBezTo>
                  <a:cubicBezTo>
                    <a:pt x="618489" y="73660"/>
                    <a:pt x="618489" y="74295"/>
                    <a:pt x="618489" y="75565"/>
                  </a:cubicBezTo>
                  <a:lnTo>
                    <a:pt x="567054" y="75565"/>
                  </a:lnTo>
                  <a:cubicBezTo>
                    <a:pt x="567054" y="79375"/>
                    <a:pt x="568324" y="82550"/>
                    <a:pt x="569594" y="85090"/>
                  </a:cubicBezTo>
                  <a:cubicBezTo>
                    <a:pt x="570864" y="87630"/>
                    <a:pt x="572134" y="90170"/>
                    <a:pt x="574039" y="91440"/>
                  </a:cubicBezTo>
                  <a:cubicBezTo>
                    <a:pt x="575944" y="93345"/>
                    <a:pt x="577849" y="94615"/>
                    <a:pt x="579754" y="95250"/>
                  </a:cubicBezTo>
                  <a:cubicBezTo>
                    <a:pt x="581659" y="95885"/>
                    <a:pt x="584199" y="96520"/>
                    <a:pt x="586739" y="96520"/>
                  </a:cubicBezTo>
                  <a:cubicBezTo>
                    <a:pt x="588644" y="96520"/>
                    <a:pt x="589914" y="96520"/>
                    <a:pt x="591819" y="96520"/>
                  </a:cubicBezTo>
                  <a:cubicBezTo>
                    <a:pt x="593089" y="96520"/>
                    <a:pt x="594994" y="95885"/>
                    <a:pt x="596264" y="95250"/>
                  </a:cubicBezTo>
                  <a:cubicBezTo>
                    <a:pt x="597534" y="95250"/>
                    <a:pt x="598804" y="93980"/>
                    <a:pt x="600074" y="93345"/>
                  </a:cubicBezTo>
                  <a:cubicBezTo>
                    <a:pt x="601344" y="93345"/>
                    <a:pt x="602614" y="92075"/>
                    <a:pt x="604519" y="90805"/>
                  </a:cubicBezTo>
                  <a:lnTo>
                    <a:pt x="613409" y="100330"/>
                  </a:lnTo>
                  <a:cubicBezTo>
                    <a:pt x="613409" y="100330"/>
                    <a:pt x="609599" y="103505"/>
                    <a:pt x="607694" y="104775"/>
                  </a:cubicBezTo>
                  <a:cubicBezTo>
                    <a:pt x="605789" y="106045"/>
                    <a:pt x="603884" y="106680"/>
                    <a:pt x="601979" y="107950"/>
                  </a:cubicBezTo>
                  <a:cubicBezTo>
                    <a:pt x="600074" y="108585"/>
                    <a:pt x="597534" y="109855"/>
                    <a:pt x="594994" y="109855"/>
                  </a:cubicBezTo>
                  <a:cubicBezTo>
                    <a:pt x="592454" y="109855"/>
                    <a:pt x="589279" y="110490"/>
                    <a:pt x="586104" y="110490"/>
                  </a:cubicBezTo>
                  <a:cubicBezTo>
                    <a:pt x="582929" y="110490"/>
                    <a:pt x="579754" y="110490"/>
                    <a:pt x="576579" y="109220"/>
                  </a:cubicBezTo>
                  <a:cubicBezTo>
                    <a:pt x="573404" y="108585"/>
                    <a:pt x="570864" y="107315"/>
                    <a:pt x="568959" y="105410"/>
                  </a:cubicBezTo>
                  <a:cubicBezTo>
                    <a:pt x="566419" y="104140"/>
                    <a:pt x="564514" y="102235"/>
                    <a:pt x="562609" y="100330"/>
                  </a:cubicBezTo>
                  <a:cubicBezTo>
                    <a:pt x="560704" y="98425"/>
                    <a:pt x="558799" y="95885"/>
                    <a:pt x="557529" y="92710"/>
                  </a:cubicBezTo>
                  <a:cubicBezTo>
                    <a:pt x="555624" y="89535"/>
                    <a:pt x="554354" y="86360"/>
                    <a:pt x="553719" y="82550"/>
                  </a:cubicBezTo>
                  <a:cubicBezTo>
                    <a:pt x="553084" y="78740"/>
                    <a:pt x="552449" y="74295"/>
                    <a:pt x="552449" y="69850"/>
                  </a:cubicBezTo>
                  <a:cubicBezTo>
                    <a:pt x="552449" y="63500"/>
                    <a:pt x="553084" y="57150"/>
                    <a:pt x="554989" y="52070"/>
                  </a:cubicBezTo>
                  <a:cubicBezTo>
                    <a:pt x="556894" y="46990"/>
                    <a:pt x="558799" y="42545"/>
                    <a:pt x="561974" y="39370"/>
                  </a:cubicBezTo>
                  <a:cubicBezTo>
                    <a:pt x="565149" y="36195"/>
                    <a:pt x="568324" y="33020"/>
                    <a:pt x="572769" y="31750"/>
                  </a:cubicBezTo>
                  <a:cubicBezTo>
                    <a:pt x="577214" y="29845"/>
                    <a:pt x="581659" y="29210"/>
                    <a:pt x="586739" y="29210"/>
                  </a:cubicBezTo>
                  <a:close/>
                  <a:moveTo>
                    <a:pt x="400050" y="29210"/>
                  </a:moveTo>
                  <a:cubicBezTo>
                    <a:pt x="405765" y="29210"/>
                    <a:pt x="410210" y="30480"/>
                    <a:pt x="414655" y="32385"/>
                  </a:cubicBezTo>
                  <a:cubicBezTo>
                    <a:pt x="418465" y="34290"/>
                    <a:pt x="422275" y="37465"/>
                    <a:pt x="424815" y="40640"/>
                  </a:cubicBezTo>
                  <a:cubicBezTo>
                    <a:pt x="427355" y="44450"/>
                    <a:pt x="429260" y="48260"/>
                    <a:pt x="431165" y="53340"/>
                  </a:cubicBezTo>
                  <a:cubicBezTo>
                    <a:pt x="432435" y="57785"/>
                    <a:pt x="433070" y="62865"/>
                    <a:pt x="433070" y="68580"/>
                  </a:cubicBezTo>
                  <a:lnTo>
                    <a:pt x="431800" y="68580"/>
                  </a:lnTo>
                  <a:cubicBezTo>
                    <a:pt x="431800" y="68580"/>
                    <a:pt x="431800" y="71120"/>
                    <a:pt x="431800" y="72390"/>
                  </a:cubicBezTo>
                  <a:cubicBezTo>
                    <a:pt x="431800" y="73660"/>
                    <a:pt x="431800" y="74295"/>
                    <a:pt x="431800" y="75565"/>
                  </a:cubicBezTo>
                  <a:lnTo>
                    <a:pt x="380365" y="75565"/>
                  </a:lnTo>
                  <a:cubicBezTo>
                    <a:pt x="380365" y="79375"/>
                    <a:pt x="381635" y="82550"/>
                    <a:pt x="382905" y="85090"/>
                  </a:cubicBezTo>
                  <a:cubicBezTo>
                    <a:pt x="384175" y="87630"/>
                    <a:pt x="385445" y="90170"/>
                    <a:pt x="387350" y="91440"/>
                  </a:cubicBezTo>
                  <a:cubicBezTo>
                    <a:pt x="389255" y="93345"/>
                    <a:pt x="391160" y="94615"/>
                    <a:pt x="393065" y="95250"/>
                  </a:cubicBezTo>
                  <a:cubicBezTo>
                    <a:pt x="394970" y="95885"/>
                    <a:pt x="397510" y="96520"/>
                    <a:pt x="400050" y="96520"/>
                  </a:cubicBezTo>
                  <a:cubicBezTo>
                    <a:pt x="401955" y="96520"/>
                    <a:pt x="403225" y="96520"/>
                    <a:pt x="405130" y="96520"/>
                  </a:cubicBezTo>
                  <a:cubicBezTo>
                    <a:pt x="406400" y="96520"/>
                    <a:pt x="408305" y="95885"/>
                    <a:pt x="409575" y="95250"/>
                  </a:cubicBezTo>
                  <a:cubicBezTo>
                    <a:pt x="410845" y="95250"/>
                    <a:pt x="412115" y="93980"/>
                    <a:pt x="413385" y="93345"/>
                  </a:cubicBezTo>
                  <a:cubicBezTo>
                    <a:pt x="414655" y="93345"/>
                    <a:pt x="415925" y="92075"/>
                    <a:pt x="417830" y="90805"/>
                  </a:cubicBezTo>
                  <a:lnTo>
                    <a:pt x="426720" y="100330"/>
                  </a:lnTo>
                  <a:cubicBezTo>
                    <a:pt x="426720" y="100330"/>
                    <a:pt x="422910" y="103505"/>
                    <a:pt x="421005" y="104775"/>
                  </a:cubicBezTo>
                  <a:cubicBezTo>
                    <a:pt x="419100" y="106045"/>
                    <a:pt x="417195" y="106680"/>
                    <a:pt x="415290" y="107950"/>
                  </a:cubicBezTo>
                  <a:cubicBezTo>
                    <a:pt x="413385" y="108585"/>
                    <a:pt x="410845" y="109855"/>
                    <a:pt x="408305" y="109855"/>
                  </a:cubicBezTo>
                  <a:cubicBezTo>
                    <a:pt x="405765" y="109855"/>
                    <a:pt x="402590" y="110490"/>
                    <a:pt x="399415" y="110490"/>
                  </a:cubicBezTo>
                  <a:cubicBezTo>
                    <a:pt x="396240" y="110490"/>
                    <a:pt x="393065" y="110490"/>
                    <a:pt x="389890" y="109220"/>
                  </a:cubicBezTo>
                  <a:cubicBezTo>
                    <a:pt x="386715" y="108585"/>
                    <a:pt x="384175" y="107315"/>
                    <a:pt x="382270" y="105410"/>
                  </a:cubicBezTo>
                  <a:cubicBezTo>
                    <a:pt x="380365" y="103505"/>
                    <a:pt x="377825" y="102235"/>
                    <a:pt x="375920" y="100330"/>
                  </a:cubicBezTo>
                  <a:cubicBezTo>
                    <a:pt x="374015" y="98425"/>
                    <a:pt x="372110" y="95885"/>
                    <a:pt x="370840" y="92710"/>
                  </a:cubicBezTo>
                  <a:cubicBezTo>
                    <a:pt x="368935" y="89535"/>
                    <a:pt x="367665" y="86360"/>
                    <a:pt x="367030" y="82550"/>
                  </a:cubicBezTo>
                  <a:cubicBezTo>
                    <a:pt x="366395" y="78740"/>
                    <a:pt x="365760" y="74295"/>
                    <a:pt x="365760" y="69850"/>
                  </a:cubicBezTo>
                  <a:cubicBezTo>
                    <a:pt x="365760" y="63500"/>
                    <a:pt x="366395" y="57150"/>
                    <a:pt x="368300" y="52070"/>
                  </a:cubicBezTo>
                  <a:cubicBezTo>
                    <a:pt x="370205" y="46990"/>
                    <a:pt x="372110" y="42545"/>
                    <a:pt x="375285" y="39370"/>
                  </a:cubicBezTo>
                  <a:cubicBezTo>
                    <a:pt x="378460" y="36195"/>
                    <a:pt x="381635" y="33020"/>
                    <a:pt x="386080" y="31750"/>
                  </a:cubicBezTo>
                  <a:cubicBezTo>
                    <a:pt x="390525" y="29845"/>
                    <a:pt x="394970" y="29210"/>
                    <a:pt x="400050" y="29210"/>
                  </a:cubicBezTo>
                  <a:close/>
                  <a:moveTo>
                    <a:pt x="201930" y="29210"/>
                  </a:moveTo>
                  <a:cubicBezTo>
                    <a:pt x="207645" y="29210"/>
                    <a:pt x="212090" y="30480"/>
                    <a:pt x="216535" y="32385"/>
                  </a:cubicBezTo>
                  <a:cubicBezTo>
                    <a:pt x="220345" y="34290"/>
                    <a:pt x="224155" y="37465"/>
                    <a:pt x="226695" y="40640"/>
                  </a:cubicBezTo>
                  <a:cubicBezTo>
                    <a:pt x="229235" y="44450"/>
                    <a:pt x="231140" y="48260"/>
                    <a:pt x="233045" y="53340"/>
                  </a:cubicBezTo>
                  <a:cubicBezTo>
                    <a:pt x="234315" y="57785"/>
                    <a:pt x="234950" y="62865"/>
                    <a:pt x="234950" y="68580"/>
                  </a:cubicBezTo>
                  <a:lnTo>
                    <a:pt x="233680" y="68580"/>
                  </a:lnTo>
                  <a:cubicBezTo>
                    <a:pt x="233680" y="68580"/>
                    <a:pt x="233680" y="71120"/>
                    <a:pt x="233680" y="72390"/>
                  </a:cubicBezTo>
                  <a:cubicBezTo>
                    <a:pt x="233680" y="73660"/>
                    <a:pt x="233680" y="74295"/>
                    <a:pt x="233680" y="75565"/>
                  </a:cubicBezTo>
                  <a:lnTo>
                    <a:pt x="182245" y="75565"/>
                  </a:lnTo>
                  <a:cubicBezTo>
                    <a:pt x="182245" y="79375"/>
                    <a:pt x="183515" y="82550"/>
                    <a:pt x="184785" y="85090"/>
                  </a:cubicBezTo>
                  <a:cubicBezTo>
                    <a:pt x="186055" y="87630"/>
                    <a:pt x="187325" y="90170"/>
                    <a:pt x="189230" y="91440"/>
                  </a:cubicBezTo>
                  <a:cubicBezTo>
                    <a:pt x="191135" y="93345"/>
                    <a:pt x="193040" y="94615"/>
                    <a:pt x="194945" y="95250"/>
                  </a:cubicBezTo>
                  <a:cubicBezTo>
                    <a:pt x="196850" y="95885"/>
                    <a:pt x="199390" y="96520"/>
                    <a:pt x="201930" y="96520"/>
                  </a:cubicBezTo>
                  <a:cubicBezTo>
                    <a:pt x="203835" y="96520"/>
                    <a:pt x="205105" y="96520"/>
                    <a:pt x="207010" y="96520"/>
                  </a:cubicBezTo>
                  <a:cubicBezTo>
                    <a:pt x="208280" y="96520"/>
                    <a:pt x="210185" y="95885"/>
                    <a:pt x="211455" y="95250"/>
                  </a:cubicBezTo>
                  <a:cubicBezTo>
                    <a:pt x="212725" y="95250"/>
                    <a:pt x="213995" y="93980"/>
                    <a:pt x="215265" y="93345"/>
                  </a:cubicBezTo>
                  <a:cubicBezTo>
                    <a:pt x="216535" y="93345"/>
                    <a:pt x="217805" y="92075"/>
                    <a:pt x="219710" y="90805"/>
                  </a:cubicBezTo>
                  <a:lnTo>
                    <a:pt x="228600" y="100330"/>
                  </a:lnTo>
                  <a:cubicBezTo>
                    <a:pt x="228600" y="100330"/>
                    <a:pt x="224790" y="103505"/>
                    <a:pt x="222885" y="104775"/>
                  </a:cubicBezTo>
                  <a:cubicBezTo>
                    <a:pt x="220980" y="106045"/>
                    <a:pt x="219075" y="106680"/>
                    <a:pt x="217170" y="107950"/>
                  </a:cubicBezTo>
                  <a:cubicBezTo>
                    <a:pt x="215265" y="108585"/>
                    <a:pt x="212725" y="109855"/>
                    <a:pt x="210185" y="109855"/>
                  </a:cubicBezTo>
                  <a:cubicBezTo>
                    <a:pt x="207645" y="109855"/>
                    <a:pt x="204470" y="110490"/>
                    <a:pt x="201295" y="110490"/>
                  </a:cubicBezTo>
                  <a:cubicBezTo>
                    <a:pt x="198120" y="110490"/>
                    <a:pt x="194945" y="110490"/>
                    <a:pt x="191770" y="109220"/>
                  </a:cubicBezTo>
                  <a:cubicBezTo>
                    <a:pt x="188595" y="108585"/>
                    <a:pt x="186055" y="107315"/>
                    <a:pt x="184150" y="105410"/>
                  </a:cubicBezTo>
                  <a:cubicBezTo>
                    <a:pt x="181610" y="104140"/>
                    <a:pt x="179705" y="102235"/>
                    <a:pt x="177800" y="100330"/>
                  </a:cubicBezTo>
                  <a:cubicBezTo>
                    <a:pt x="175895" y="98425"/>
                    <a:pt x="173990" y="95885"/>
                    <a:pt x="172720" y="92710"/>
                  </a:cubicBezTo>
                  <a:cubicBezTo>
                    <a:pt x="170815" y="89535"/>
                    <a:pt x="169545" y="86360"/>
                    <a:pt x="168910" y="82550"/>
                  </a:cubicBezTo>
                  <a:cubicBezTo>
                    <a:pt x="168275" y="78740"/>
                    <a:pt x="167640" y="74295"/>
                    <a:pt x="167640" y="69850"/>
                  </a:cubicBezTo>
                  <a:cubicBezTo>
                    <a:pt x="167640" y="63500"/>
                    <a:pt x="168275" y="57150"/>
                    <a:pt x="170180" y="52070"/>
                  </a:cubicBezTo>
                  <a:cubicBezTo>
                    <a:pt x="172085" y="46990"/>
                    <a:pt x="173990" y="42545"/>
                    <a:pt x="177165" y="39370"/>
                  </a:cubicBezTo>
                  <a:cubicBezTo>
                    <a:pt x="180340" y="36195"/>
                    <a:pt x="183515" y="33020"/>
                    <a:pt x="187960" y="31750"/>
                  </a:cubicBezTo>
                  <a:cubicBezTo>
                    <a:pt x="192405" y="29845"/>
                    <a:pt x="196850" y="29210"/>
                    <a:pt x="201930" y="29210"/>
                  </a:cubicBezTo>
                  <a:close/>
                  <a:moveTo>
                    <a:pt x="4664706" y="28574"/>
                  </a:moveTo>
                  <a:cubicBezTo>
                    <a:pt x="4669786" y="28574"/>
                    <a:pt x="4674231" y="29209"/>
                    <a:pt x="4678676" y="31749"/>
                  </a:cubicBezTo>
                  <a:cubicBezTo>
                    <a:pt x="4683121" y="33654"/>
                    <a:pt x="4686296" y="36194"/>
                    <a:pt x="4689471" y="40004"/>
                  </a:cubicBezTo>
                  <a:cubicBezTo>
                    <a:pt x="4692646" y="43814"/>
                    <a:pt x="4695186" y="47624"/>
                    <a:pt x="4696456" y="52704"/>
                  </a:cubicBezTo>
                  <a:cubicBezTo>
                    <a:pt x="4698361" y="57784"/>
                    <a:pt x="4698996" y="63499"/>
                    <a:pt x="4698996" y="69214"/>
                  </a:cubicBezTo>
                  <a:lnTo>
                    <a:pt x="4699631" y="69214"/>
                  </a:lnTo>
                  <a:cubicBezTo>
                    <a:pt x="4699631" y="75564"/>
                    <a:pt x="4698996" y="81279"/>
                    <a:pt x="4697091" y="86359"/>
                  </a:cubicBezTo>
                  <a:cubicBezTo>
                    <a:pt x="4695186" y="91439"/>
                    <a:pt x="4692646" y="95884"/>
                    <a:pt x="4689471" y="99059"/>
                  </a:cubicBezTo>
                  <a:cubicBezTo>
                    <a:pt x="4686296" y="102869"/>
                    <a:pt x="4682486" y="105409"/>
                    <a:pt x="4678041" y="107314"/>
                  </a:cubicBezTo>
                  <a:cubicBezTo>
                    <a:pt x="4673596" y="109219"/>
                    <a:pt x="4669151" y="109854"/>
                    <a:pt x="4664071" y="109854"/>
                  </a:cubicBezTo>
                  <a:cubicBezTo>
                    <a:pt x="4658991" y="109854"/>
                    <a:pt x="4654546" y="108584"/>
                    <a:pt x="4650101" y="106679"/>
                  </a:cubicBezTo>
                  <a:cubicBezTo>
                    <a:pt x="4645656" y="104774"/>
                    <a:pt x="4642481" y="102234"/>
                    <a:pt x="4639306" y="98424"/>
                  </a:cubicBezTo>
                  <a:cubicBezTo>
                    <a:pt x="4636131" y="94614"/>
                    <a:pt x="4633591" y="90804"/>
                    <a:pt x="4632321" y="85724"/>
                  </a:cubicBezTo>
                  <a:cubicBezTo>
                    <a:pt x="4630416" y="80644"/>
                    <a:pt x="4629781" y="74929"/>
                    <a:pt x="4629781" y="69214"/>
                  </a:cubicBezTo>
                  <a:cubicBezTo>
                    <a:pt x="4629781" y="63499"/>
                    <a:pt x="4630416" y="57149"/>
                    <a:pt x="4632321" y="52069"/>
                  </a:cubicBezTo>
                  <a:cubicBezTo>
                    <a:pt x="4634226" y="46989"/>
                    <a:pt x="4636766" y="42544"/>
                    <a:pt x="4639941" y="39369"/>
                  </a:cubicBezTo>
                  <a:cubicBezTo>
                    <a:pt x="4643116" y="35559"/>
                    <a:pt x="4646926" y="33019"/>
                    <a:pt x="4650736" y="31114"/>
                  </a:cubicBezTo>
                  <a:cubicBezTo>
                    <a:pt x="4655181" y="29209"/>
                    <a:pt x="4659626" y="28574"/>
                    <a:pt x="4664706" y="28574"/>
                  </a:cubicBezTo>
                  <a:close/>
                  <a:moveTo>
                    <a:pt x="4264655" y="28574"/>
                  </a:moveTo>
                  <a:cubicBezTo>
                    <a:pt x="4269735" y="28574"/>
                    <a:pt x="4274180" y="29209"/>
                    <a:pt x="4278625" y="31749"/>
                  </a:cubicBezTo>
                  <a:cubicBezTo>
                    <a:pt x="4283070" y="33654"/>
                    <a:pt x="4286245" y="36194"/>
                    <a:pt x="4289420" y="40004"/>
                  </a:cubicBezTo>
                  <a:cubicBezTo>
                    <a:pt x="4292595" y="43814"/>
                    <a:pt x="4295135" y="47624"/>
                    <a:pt x="4296405" y="52704"/>
                  </a:cubicBezTo>
                  <a:cubicBezTo>
                    <a:pt x="4298310" y="57784"/>
                    <a:pt x="4298945" y="63499"/>
                    <a:pt x="4298945" y="69214"/>
                  </a:cubicBezTo>
                  <a:lnTo>
                    <a:pt x="4299580" y="69214"/>
                  </a:lnTo>
                  <a:cubicBezTo>
                    <a:pt x="4299580" y="75564"/>
                    <a:pt x="4298945" y="81279"/>
                    <a:pt x="4297040" y="86359"/>
                  </a:cubicBezTo>
                  <a:cubicBezTo>
                    <a:pt x="4295135" y="91439"/>
                    <a:pt x="4292595" y="95884"/>
                    <a:pt x="4289420" y="99059"/>
                  </a:cubicBezTo>
                  <a:cubicBezTo>
                    <a:pt x="4286245" y="102869"/>
                    <a:pt x="4282435" y="105409"/>
                    <a:pt x="4277990" y="107314"/>
                  </a:cubicBezTo>
                  <a:cubicBezTo>
                    <a:pt x="4273545" y="109219"/>
                    <a:pt x="4269100" y="109854"/>
                    <a:pt x="4264020" y="109854"/>
                  </a:cubicBezTo>
                  <a:cubicBezTo>
                    <a:pt x="4258940" y="109854"/>
                    <a:pt x="4254495" y="108584"/>
                    <a:pt x="4250050" y="106679"/>
                  </a:cubicBezTo>
                  <a:cubicBezTo>
                    <a:pt x="4245605" y="104774"/>
                    <a:pt x="4242430" y="102234"/>
                    <a:pt x="4239255" y="98424"/>
                  </a:cubicBezTo>
                  <a:cubicBezTo>
                    <a:pt x="4236080" y="94614"/>
                    <a:pt x="4233540" y="90804"/>
                    <a:pt x="4232270" y="85724"/>
                  </a:cubicBezTo>
                  <a:cubicBezTo>
                    <a:pt x="4230365" y="80644"/>
                    <a:pt x="4229730" y="74929"/>
                    <a:pt x="4229730" y="69214"/>
                  </a:cubicBezTo>
                  <a:cubicBezTo>
                    <a:pt x="4229730" y="63499"/>
                    <a:pt x="4230365" y="57149"/>
                    <a:pt x="4232270" y="52069"/>
                  </a:cubicBezTo>
                  <a:cubicBezTo>
                    <a:pt x="4234175" y="46989"/>
                    <a:pt x="4236715" y="42544"/>
                    <a:pt x="4239890" y="39369"/>
                  </a:cubicBezTo>
                  <a:cubicBezTo>
                    <a:pt x="4243065" y="35559"/>
                    <a:pt x="4246875" y="33019"/>
                    <a:pt x="4250685" y="31114"/>
                  </a:cubicBezTo>
                  <a:cubicBezTo>
                    <a:pt x="4255130" y="29209"/>
                    <a:pt x="4259575" y="28574"/>
                    <a:pt x="4264655" y="28574"/>
                  </a:cubicBezTo>
                  <a:close/>
                  <a:moveTo>
                    <a:pt x="1420495" y="28574"/>
                  </a:moveTo>
                  <a:cubicBezTo>
                    <a:pt x="1425575" y="28574"/>
                    <a:pt x="1430020" y="29209"/>
                    <a:pt x="1434465" y="31749"/>
                  </a:cubicBezTo>
                  <a:cubicBezTo>
                    <a:pt x="1438910" y="33654"/>
                    <a:pt x="1442085" y="36194"/>
                    <a:pt x="1445260" y="40004"/>
                  </a:cubicBezTo>
                  <a:cubicBezTo>
                    <a:pt x="1448435" y="43814"/>
                    <a:pt x="1450975" y="47624"/>
                    <a:pt x="1452245" y="52704"/>
                  </a:cubicBezTo>
                  <a:cubicBezTo>
                    <a:pt x="1454150" y="57784"/>
                    <a:pt x="1454785" y="63499"/>
                    <a:pt x="1454785" y="69214"/>
                  </a:cubicBezTo>
                  <a:lnTo>
                    <a:pt x="1455420" y="69214"/>
                  </a:lnTo>
                  <a:cubicBezTo>
                    <a:pt x="1455420" y="75564"/>
                    <a:pt x="1454785" y="81279"/>
                    <a:pt x="1452880" y="86359"/>
                  </a:cubicBezTo>
                  <a:cubicBezTo>
                    <a:pt x="1450975" y="91439"/>
                    <a:pt x="1448435" y="95884"/>
                    <a:pt x="1445260" y="99059"/>
                  </a:cubicBezTo>
                  <a:cubicBezTo>
                    <a:pt x="1442085" y="102869"/>
                    <a:pt x="1438275" y="105409"/>
                    <a:pt x="1433830" y="107314"/>
                  </a:cubicBezTo>
                  <a:cubicBezTo>
                    <a:pt x="1429385" y="109219"/>
                    <a:pt x="1424940" y="109854"/>
                    <a:pt x="1419860" y="109854"/>
                  </a:cubicBezTo>
                  <a:cubicBezTo>
                    <a:pt x="1414780" y="109854"/>
                    <a:pt x="1410335" y="108584"/>
                    <a:pt x="1405890" y="106679"/>
                  </a:cubicBezTo>
                  <a:cubicBezTo>
                    <a:pt x="1401444" y="104774"/>
                    <a:pt x="1398270" y="102234"/>
                    <a:pt x="1395095" y="98424"/>
                  </a:cubicBezTo>
                  <a:cubicBezTo>
                    <a:pt x="1391920" y="94614"/>
                    <a:pt x="1389380" y="90804"/>
                    <a:pt x="1388110" y="85724"/>
                  </a:cubicBezTo>
                  <a:cubicBezTo>
                    <a:pt x="1386205" y="80644"/>
                    <a:pt x="1385570" y="74929"/>
                    <a:pt x="1385570" y="69214"/>
                  </a:cubicBezTo>
                  <a:cubicBezTo>
                    <a:pt x="1385570" y="63499"/>
                    <a:pt x="1386205" y="57149"/>
                    <a:pt x="1388110" y="52069"/>
                  </a:cubicBezTo>
                  <a:cubicBezTo>
                    <a:pt x="1390015" y="46989"/>
                    <a:pt x="1392555" y="42544"/>
                    <a:pt x="1395730" y="39369"/>
                  </a:cubicBezTo>
                  <a:cubicBezTo>
                    <a:pt x="1398905" y="35559"/>
                    <a:pt x="1402715" y="33019"/>
                    <a:pt x="1406525" y="31114"/>
                  </a:cubicBezTo>
                  <a:cubicBezTo>
                    <a:pt x="1410970" y="29209"/>
                    <a:pt x="1415415" y="28574"/>
                    <a:pt x="1420495" y="28574"/>
                  </a:cubicBezTo>
                  <a:close/>
                  <a:moveTo>
                    <a:pt x="3143245" y="5079"/>
                  </a:moveTo>
                  <a:lnTo>
                    <a:pt x="3219445" y="5079"/>
                  </a:lnTo>
                  <a:lnTo>
                    <a:pt x="3219445" y="20319"/>
                  </a:lnTo>
                  <a:lnTo>
                    <a:pt x="3188965" y="20319"/>
                  </a:lnTo>
                  <a:lnTo>
                    <a:pt x="3188965" y="108584"/>
                  </a:lnTo>
                  <a:lnTo>
                    <a:pt x="3173090" y="108584"/>
                  </a:lnTo>
                  <a:lnTo>
                    <a:pt x="3173090" y="20319"/>
                  </a:lnTo>
                  <a:lnTo>
                    <a:pt x="3143245" y="20319"/>
                  </a:lnTo>
                  <a:close/>
                  <a:moveTo>
                    <a:pt x="1628774" y="5079"/>
                  </a:moveTo>
                  <a:lnTo>
                    <a:pt x="1704970" y="5079"/>
                  </a:lnTo>
                  <a:lnTo>
                    <a:pt x="1704970" y="20319"/>
                  </a:lnTo>
                  <a:lnTo>
                    <a:pt x="1675129" y="20319"/>
                  </a:lnTo>
                  <a:lnTo>
                    <a:pt x="1675129" y="108584"/>
                  </a:lnTo>
                  <a:lnTo>
                    <a:pt x="1659255" y="108584"/>
                  </a:lnTo>
                  <a:lnTo>
                    <a:pt x="1659255" y="20319"/>
                  </a:lnTo>
                  <a:lnTo>
                    <a:pt x="1628774" y="20319"/>
                  </a:lnTo>
                  <a:close/>
                  <a:moveTo>
                    <a:pt x="0" y="5079"/>
                  </a:moveTo>
                  <a:lnTo>
                    <a:pt x="76200" y="5079"/>
                  </a:lnTo>
                  <a:lnTo>
                    <a:pt x="76200" y="20319"/>
                  </a:lnTo>
                  <a:lnTo>
                    <a:pt x="45720" y="20319"/>
                  </a:lnTo>
                  <a:lnTo>
                    <a:pt x="45720" y="108584"/>
                  </a:lnTo>
                  <a:lnTo>
                    <a:pt x="29845" y="108584"/>
                  </a:lnTo>
                  <a:lnTo>
                    <a:pt x="29845" y="20319"/>
                  </a:lnTo>
                  <a:lnTo>
                    <a:pt x="0" y="20319"/>
                  </a:lnTo>
                  <a:close/>
                  <a:moveTo>
                    <a:pt x="1362075" y="1269"/>
                  </a:moveTo>
                  <a:cubicBezTo>
                    <a:pt x="1363345" y="1269"/>
                    <a:pt x="1364615" y="1269"/>
                    <a:pt x="1365885" y="1904"/>
                  </a:cubicBezTo>
                  <a:cubicBezTo>
                    <a:pt x="1367155" y="1904"/>
                    <a:pt x="1367790" y="3174"/>
                    <a:pt x="1369060" y="3809"/>
                  </a:cubicBezTo>
                  <a:cubicBezTo>
                    <a:pt x="1369695" y="4444"/>
                    <a:pt x="1370965" y="5714"/>
                    <a:pt x="1370965" y="6984"/>
                  </a:cubicBezTo>
                  <a:cubicBezTo>
                    <a:pt x="1370965" y="8254"/>
                    <a:pt x="1371600" y="9524"/>
                    <a:pt x="1371600" y="10794"/>
                  </a:cubicBezTo>
                  <a:cubicBezTo>
                    <a:pt x="1371600" y="10794"/>
                    <a:pt x="1371600" y="13334"/>
                    <a:pt x="1370965" y="14604"/>
                  </a:cubicBezTo>
                  <a:cubicBezTo>
                    <a:pt x="1370965" y="15874"/>
                    <a:pt x="1369695" y="17144"/>
                    <a:pt x="1369060" y="17779"/>
                  </a:cubicBezTo>
                  <a:cubicBezTo>
                    <a:pt x="1368425" y="18414"/>
                    <a:pt x="1367155" y="19684"/>
                    <a:pt x="1365885" y="19684"/>
                  </a:cubicBezTo>
                  <a:cubicBezTo>
                    <a:pt x="1364615" y="19684"/>
                    <a:pt x="1363345" y="20319"/>
                    <a:pt x="1362075" y="20319"/>
                  </a:cubicBezTo>
                  <a:cubicBezTo>
                    <a:pt x="1360805" y="20319"/>
                    <a:pt x="1359535" y="20319"/>
                    <a:pt x="1358265" y="19684"/>
                  </a:cubicBezTo>
                  <a:cubicBezTo>
                    <a:pt x="1356995" y="19684"/>
                    <a:pt x="1355725" y="18414"/>
                    <a:pt x="1355090" y="17779"/>
                  </a:cubicBezTo>
                  <a:cubicBezTo>
                    <a:pt x="1354455" y="17144"/>
                    <a:pt x="1353185" y="15874"/>
                    <a:pt x="1353185" y="14604"/>
                  </a:cubicBezTo>
                  <a:cubicBezTo>
                    <a:pt x="1353185" y="13334"/>
                    <a:pt x="1352550" y="12064"/>
                    <a:pt x="1352550" y="10794"/>
                  </a:cubicBezTo>
                  <a:cubicBezTo>
                    <a:pt x="1352550" y="9524"/>
                    <a:pt x="1352550" y="8254"/>
                    <a:pt x="1353185" y="6984"/>
                  </a:cubicBezTo>
                  <a:cubicBezTo>
                    <a:pt x="1353185" y="5714"/>
                    <a:pt x="1354455" y="4444"/>
                    <a:pt x="1355090" y="3809"/>
                  </a:cubicBezTo>
                  <a:cubicBezTo>
                    <a:pt x="1355725" y="3174"/>
                    <a:pt x="1356995" y="1904"/>
                    <a:pt x="1358265" y="1904"/>
                  </a:cubicBezTo>
                  <a:cubicBezTo>
                    <a:pt x="1359535" y="1904"/>
                    <a:pt x="1360805" y="1269"/>
                    <a:pt x="1362075" y="1269"/>
                  </a:cubicBezTo>
                  <a:close/>
                  <a:moveTo>
                    <a:pt x="4789801" y="634"/>
                  </a:moveTo>
                  <a:lnTo>
                    <a:pt x="4789801" y="65404"/>
                  </a:lnTo>
                  <a:lnTo>
                    <a:pt x="4814566" y="31114"/>
                  </a:lnTo>
                  <a:lnTo>
                    <a:pt x="4831711" y="31114"/>
                  </a:lnTo>
                  <a:lnTo>
                    <a:pt x="4812026" y="57149"/>
                  </a:lnTo>
                  <a:lnTo>
                    <a:pt x="4835521" y="108584"/>
                  </a:lnTo>
                  <a:lnTo>
                    <a:pt x="4819011" y="108584"/>
                  </a:lnTo>
                  <a:lnTo>
                    <a:pt x="4801866" y="69849"/>
                  </a:lnTo>
                  <a:lnTo>
                    <a:pt x="4789801" y="85724"/>
                  </a:lnTo>
                  <a:lnTo>
                    <a:pt x="4789801" y="108584"/>
                  </a:lnTo>
                  <a:lnTo>
                    <a:pt x="4774561" y="108584"/>
                  </a:lnTo>
                  <a:lnTo>
                    <a:pt x="4774561" y="8889"/>
                  </a:lnTo>
                  <a:close/>
                  <a:moveTo>
                    <a:pt x="4472301" y="634"/>
                  </a:moveTo>
                  <a:lnTo>
                    <a:pt x="4472301" y="109219"/>
                  </a:lnTo>
                  <a:lnTo>
                    <a:pt x="4457061" y="109219"/>
                  </a:lnTo>
                  <a:lnTo>
                    <a:pt x="4457696" y="108584"/>
                  </a:lnTo>
                  <a:lnTo>
                    <a:pt x="4457696" y="100964"/>
                  </a:lnTo>
                  <a:cubicBezTo>
                    <a:pt x="4457696" y="100964"/>
                    <a:pt x="4454521" y="103504"/>
                    <a:pt x="4453251" y="104774"/>
                  </a:cubicBezTo>
                  <a:cubicBezTo>
                    <a:pt x="4451981" y="106044"/>
                    <a:pt x="4450076" y="106679"/>
                    <a:pt x="4448171" y="107949"/>
                  </a:cubicBezTo>
                  <a:cubicBezTo>
                    <a:pt x="4446266" y="108584"/>
                    <a:pt x="4444361" y="109219"/>
                    <a:pt x="4443091" y="109854"/>
                  </a:cubicBezTo>
                  <a:cubicBezTo>
                    <a:pt x="4441186" y="109854"/>
                    <a:pt x="4439281" y="109854"/>
                    <a:pt x="4437376" y="109854"/>
                  </a:cubicBezTo>
                  <a:cubicBezTo>
                    <a:pt x="4432931" y="109854"/>
                    <a:pt x="4429121" y="109219"/>
                    <a:pt x="4425946" y="107314"/>
                  </a:cubicBezTo>
                  <a:cubicBezTo>
                    <a:pt x="4422136" y="106044"/>
                    <a:pt x="4418961" y="103504"/>
                    <a:pt x="4416421" y="99694"/>
                  </a:cubicBezTo>
                  <a:cubicBezTo>
                    <a:pt x="4413881" y="96519"/>
                    <a:pt x="4411341" y="92074"/>
                    <a:pt x="4410071" y="86994"/>
                  </a:cubicBezTo>
                  <a:cubicBezTo>
                    <a:pt x="4408801" y="81914"/>
                    <a:pt x="4407531" y="75564"/>
                    <a:pt x="4407531" y="67944"/>
                  </a:cubicBezTo>
                  <a:cubicBezTo>
                    <a:pt x="4407531" y="61594"/>
                    <a:pt x="4408166" y="55244"/>
                    <a:pt x="4410071" y="50799"/>
                  </a:cubicBezTo>
                  <a:cubicBezTo>
                    <a:pt x="4411976" y="45719"/>
                    <a:pt x="4413881" y="41909"/>
                    <a:pt x="4417056" y="38734"/>
                  </a:cubicBezTo>
                  <a:cubicBezTo>
                    <a:pt x="4419596" y="35559"/>
                    <a:pt x="4423406" y="33019"/>
                    <a:pt x="4426581" y="31749"/>
                  </a:cubicBezTo>
                  <a:cubicBezTo>
                    <a:pt x="4430391" y="29844"/>
                    <a:pt x="4434201" y="29209"/>
                    <a:pt x="4438011" y="29209"/>
                  </a:cubicBezTo>
                  <a:cubicBezTo>
                    <a:pt x="4439916" y="29209"/>
                    <a:pt x="4441821" y="29209"/>
                    <a:pt x="4443726" y="29844"/>
                  </a:cubicBezTo>
                  <a:cubicBezTo>
                    <a:pt x="4445631" y="29844"/>
                    <a:pt x="4447536" y="31114"/>
                    <a:pt x="4448806" y="31749"/>
                  </a:cubicBezTo>
                  <a:cubicBezTo>
                    <a:pt x="4450711" y="32384"/>
                    <a:pt x="4451981" y="33654"/>
                    <a:pt x="4453251" y="34924"/>
                  </a:cubicBezTo>
                  <a:cubicBezTo>
                    <a:pt x="4454521" y="36194"/>
                    <a:pt x="4455791" y="36829"/>
                    <a:pt x="4457061" y="38099"/>
                  </a:cubicBezTo>
                  <a:lnTo>
                    <a:pt x="4457061" y="8254"/>
                  </a:lnTo>
                  <a:close/>
                  <a:moveTo>
                    <a:pt x="4390385" y="634"/>
                  </a:moveTo>
                  <a:lnTo>
                    <a:pt x="4390385" y="108584"/>
                  </a:lnTo>
                  <a:lnTo>
                    <a:pt x="4375145" y="108584"/>
                  </a:lnTo>
                  <a:lnTo>
                    <a:pt x="4375145" y="8889"/>
                  </a:lnTo>
                  <a:close/>
                  <a:moveTo>
                    <a:pt x="3946521" y="634"/>
                  </a:moveTo>
                  <a:lnTo>
                    <a:pt x="3946521" y="38099"/>
                  </a:lnTo>
                  <a:cubicBezTo>
                    <a:pt x="3946521" y="38099"/>
                    <a:pt x="3948426" y="35559"/>
                    <a:pt x="3950331" y="34289"/>
                  </a:cubicBezTo>
                  <a:cubicBezTo>
                    <a:pt x="3951601" y="33019"/>
                    <a:pt x="3953506" y="32384"/>
                    <a:pt x="3954776" y="31114"/>
                  </a:cubicBezTo>
                  <a:cubicBezTo>
                    <a:pt x="3956681" y="30479"/>
                    <a:pt x="3958586" y="29844"/>
                    <a:pt x="3960491" y="29209"/>
                  </a:cubicBezTo>
                  <a:cubicBezTo>
                    <a:pt x="3962396" y="29209"/>
                    <a:pt x="3964301" y="29209"/>
                    <a:pt x="3966206" y="29209"/>
                  </a:cubicBezTo>
                  <a:cubicBezTo>
                    <a:pt x="3970651" y="29209"/>
                    <a:pt x="3975096" y="29844"/>
                    <a:pt x="3978271" y="31749"/>
                  </a:cubicBezTo>
                  <a:cubicBezTo>
                    <a:pt x="3981446" y="33019"/>
                    <a:pt x="3984621" y="35559"/>
                    <a:pt x="3987161" y="38099"/>
                  </a:cubicBezTo>
                  <a:cubicBezTo>
                    <a:pt x="3989701" y="41274"/>
                    <a:pt x="3990971" y="44449"/>
                    <a:pt x="3992241" y="49529"/>
                  </a:cubicBezTo>
                  <a:cubicBezTo>
                    <a:pt x="3993511" y="53974"/>
                    <a:pt x="3994146" y="59054"/>
                    <a:pt x="3994146" y="64134"/>
                  </a:cubicBezTo>
                  <a:lnTo>
                    <a:pt x="3994146" y="108584"/>
                  </a:lnTo>
                  <a:lnTo>
                    <a:pt x="3978906" y="108584"/>
                  </a:lnTo>
                  <a:lnTo>
                    <a:pt x="3978271" y="108584"/>
                  </a:lnTo>
                  <a:lnTo>
                    <a:pt x="3978271" y="64769"/>
                  </a:lnTo>
                  <a:cubicBezTo>
                    <a:pt x="3978271" y="57784"/>
                    <a:pt x="3977001" y="52069"/>
                    <a:pt x="3974461" y="48894"/>
                  </a:cubicBezTo>
                  <a:cubicBezTo>
                    <a:pt x="3971921" y="45084"/>
                    <a:pt x="3968111" y="43814"/>
                    <a:pt x="3962396" y="43814"/>
                  </a:cubicBezTo>
                  <a:cubicBezTo>
                    <a:pt x="3959856" y="43814"/>
                    <a:pt x="3957951" y="43814"/>
                    <a:pt x="3956046" y="45084"/>
                  </a:cubicBezTo>
                  <a:cubicBezTo>
                    <a:pt x="3954141" y="45719"/>
                    <a:pt x="3952236" y="46989"/>
                    <a:pt x="3950966" y="48894"/>
                  </a:cubicBezTo>
                  <a:cubicBezTo>
                    <a:pt x="3949696" y="50799"/>
                    <a:pt x="3948426" y="52704"/>
                    <a:pt x="3947791" y="55244"/>
                  </a:cubicBezTo>
                  <a:cubicBezTo>
                    <a:pt x="3947156" y="57784"/>
                    <a:pt x="3946521" y="60324"/>
                    <a:pt x="3946521" y="63499"/>
                  </a:cubicBezTo>
                  <a:lnTo>
                    <a:pt x="3946521" y="109219"/>
                  </a:lnTo>
                  <a:lnTo>
                    <a:pt x="3931281" y="109219"/>
                  </a:lnTo>
                  <a:lnTo>
                    <a:pt x="3931281" y="8889"/>
                  </a:lnTo>
                  <a:close/>
                  <a:moveTo>
                    <a:pt x="3248021" y="634"/>
                  </a:moveTo>
                  <a:lnTo>
                    <a:pt x="3248021" y="38099"/>
                  </a:lnTo>
                  <a:cubicBezTo>
                    <a:pt x="3248021" y="38099"/>
                    <a:pt x="3249926" y="35559"/>
                    <a:pt x="3251831" y="34289"/>
                  </a:cubicBezTo>
                  <a:cubicBezTo>
                    <a:pt x="3253101" y="33019"/>
                    <a:pt x="3255006" y="32384"/>
                    <a:pt x="3256276" y="31114"/>
                  </a:cubicBezTo>
                  <a:cubicBezTo>
                    <a:pt x="3258181" y="30479"/>
                    <a:pt x="3260086" y="29844"/>
                    <a:pt x="3261991" y="29209"/>
                  </a:cubicBezTo>
                  <a:cubicBezTo>
                    <a:pt x="3263896" y="29209"/>
                    <a:pt x="3265801" y="29209"/>
                    <a:pt x="3267706" y="29209"/>
                  </a:cubicBezTo>
                  <a:cubicBezTo>
                    <a:pt x="3272151" y="29209"/>
                    <a:pt x="3276596" y="29844"/>
                    <a:pt x="3279771" y="31749"/>
                  </a:cubicBezTo>
                  <a:cubicBezTo>
                    <a:pt x="3282946" y="33019"/>
                    <a:pt x="3286121" y="35559"/>
                    <a:pt x="3288661" y="38099"/>
                  </a:cubicBezTo>
                  <a:cubicBezTo>
                    <a:pt x="3291201" y="41274"/>
                    <a:pt x="3292471" y="44449"/>
                    <a:pt x="3293741" y="49529"/>
                  </a:cubicBezTo>
                  <a:cubicBezTo>
                    <a:pt x="3295011" y="53974"/>
                    <a:pt x="3295646" y="59054"/>
                    <a:pt x="3295646" y="64134"/>
                  </a:cubicBezTo>
                  <a:lnTo>
                    <a:pt x="3295646" y="108584"/>
                  </a:lnTo>
                  <a:lnTo>
                    <a:pt x="3280406" y="108584"/>
                  </a:lnTo>
                  <a:lnTo>
                    <a:pt x="3279771" y="108584"/>
                  </a:lnTo>
                  <a:lnTo>
                    <a:pt x="3279771" y="64769"/>
                  </a:lnTo>
                  <a:cubicBezTo>
                    <a:pt x="3279771" y="57784"/>
                    <a:pt x="3278501" y="52069"/>
                    <a:pt x="3275961" y="48894"/>
                  </a:cubicBezTo>
                  <a:cubicBezTo>
                    <a:pt x="3273421" y="45084"/>
                    <a:pt x="3269611" y="43814"/>
                    <a:pt x="3263896" y="43814"/>
                  </a:cubicBezTo>
                  <a:cubicBezTo>
                    <a:pt x="3261356" y="43814"/>
                    <a:pt x="3259451" y="43814"/>
                    <a:pt x="3257546" y="45084"/>
                  </a:cubicBezTo>
                  <a:cubicBezTo>
                    <a:pt x="3255641" y="45719"/>
                    <a:pt x="3253736" y="46989"/>
                    <a:pt x="3252466" y="48894"/>
                  </a:cubicBezTo>
                  <a:cubicBezTo>
                    <a:pt x="3251196" y="50799"/>
                    <a:pt x="3249926" y="52704"/>
                    <a:pt x="3249291" y="55244"/>
                  </a:cubicBezTo>
                  <a:cubicBezTo>
                    <a:pt x="3248656" y="57784"/>
                    <a:pt x="3248021" y="60324"/>
                    <a:pt x="3248021" y="63499"/>
                  </a:cubicBezTo>
                  <a:lnTo>
                    <a:pt x="3248021" y="109219"/>
                  </a:lnTo>
                  <a:lnTo>
                    <a:pt x="3232781" y="109219"/>
                  </a:lnTo>
                  <a:lnTo>
                    <a:pt x="3232781" y="8889"/>
                  </a:lnTo>
                  <a:close/>
                  <a:moveTo>
                    <a:pt x="2432681" y="634"/>
                  </a:moveTo>
                  <a:lnTo>
                    <a:pt x="2432681" y="38099"/>
                  </a:lnTo>
                  <a:cubicBezTo>
                    <a:pt x="2432681" y="38099"/>
                    <a:pt x="2434586" y="35559"/>
                    <a:pt x="2436491" y="34289"/>
                  </a:cubicBezTo>
                  <a:cubicBezTo>
                    <a:pt x="2437761" y="33019"/>
                    <a:pt x="2439666" y="32384"/>
                    <a:pt x="2440936" y="31114"/>
                  </a:cubicBezTo>
                  <a:cubicBezTo>
                    <a:pt x="2442841" y="30479"/>
                    <a:pt x="2444746" y="29844"/>
                    <a:pt x="2446651" y="29209"/>
                  </a:cubicBezTo>
                  <a:cubicBezTo>
                    <a:pt x="2448556" y="29209"/>
                    <a:pt x="2450461" y="29209"/>
                    <a:pt x="2452366" y="29209"/>
                  </a:cubicBezTo>
                  <a:cubicBezTo>
                    <a:pt x="2456811" y="29209"/>
                    <a:pt x="2461256" y="29844"/>
                    <a:pt x="2464431" y="31749"/>
                  </a:cubicBezTo>
                  <a:cubicBezTo>
                    <a:pt x="2467606" y="33019"/>
                    <a:pt x="2470781" y="35559"/>
                    <a:pt x="2473321" y="38099"/>
                  </a:cubicBezTo>
                  <a:cubicBezTo>
                    <a:pt x="2475861" y="41274"/>
                    <a:pt x="2477131" y="44449"/>
                    <a:pt x="2478401" y="49529"/>
                  </a:cubicBezTo>
                  <a:cubicBezTo>
                    <a:pt x="2479671" y="53974"/>
                    <a:pt x="2480306" y="59054"/>
                    <a:pt x="2480306" y="64134"/>
                  </a:cubicBezTo>
                  <a:lnTo>
                    <a:pt x="2480306" y="108584"/>
                  </a:lnTo>
                  <a:lnTo>
                    <a:pt x="2465066" y="108584"/>
                  </a:lnTo>
                  <a:lnTo>
                    <a:pt x="2464431" y="108584"/>
                  </a:lnTo>
                  <a:lnTo>
                    <a:pt x="2464431" y="64769"/>
                  </a:lnTo>
                  <a:cubicBezTo>
                    <a:pt x="2464431" y="57784"/>
                    <a:pt x="2463161" y="52069"/>
                    <a:pt x="2460621" y="48894"/>
                  </a:cubicBezTo>
                  <a:cubicBezTo>
                    <a:pt x="2458081" y="45084"/>
                    <a:pt x="2454271" y="43814"/>
                    <a:pt x="2448556" y="43814"/>
                  </a:cubicBezTo>
                  <a:cubicBezTo>
                    <a:pt x="2446016" y="43814"/>
                    <a:pt x="2444111" y="43814"/>
                    <a:pt x="2442206" y="45084"/>
                  </a:cubicBezTo>
                  <a:cubicBezTo>
                    <a:pt x="2440301" y="45719"/>
                    <a:pt x="2438396" y="46989"/>
                    <a:pt x="2437126" y="48894"/>
                  </a:cubicBezTo>
                  <a:cubicBezTo>
                    <a:pt x="2435856" y="50799"/>
                    <a:pt x="2434586" y="52704"/>
                    <a:pt x="2433951" y="55244"/>
                  </a:cubicBezTo>
                  <a:cubicBezTo>
                    <a:pt x="2433316" y="57784"/>
                    <a:pt x="2432681" y="60324"/>
                    <a:pt x="2432681" y="63499"/>
                  </a:cubicBezTo>
                  <a:lnTo>
                    <a:pt x="2432681" y="109219"/>
                  </a:lnTo>
                  <a:lnTo>
                    <a:pt x="2417441" y="109219"/>
                  </a:lnTo>
                  <a:lnTo>
                    <a:pt x="2417441" y="8889"/>
                  </a:lnTo>
                  <a:close/>
                  <a:moveTo>
                    <a:pt x="1734181" y="634"/>
                  </a:moveTo>
                  <a:lnTo>
                    <a:pt x="1734181" y="38099"/>
                  </a:lnTo>
                  <a:cubicBezTo>
                    <a:pt x="1734181" y="38099"/>
                    <a:pt x="1736086" y="35559"/>
                    <a:pt x="1737991" y="34289"/>
                  </a:cubicBezTo>
                  <a:cubicBezTo>
                    <a:pt x="1739261" y="33019"/>
                    <a:pt x="1741166" y="32384"/>
                    <a:pt x="1742436" y="31114"/>
                  </a:cubicBezTo>
                  <a:cubicBezTo>
                    <a:pt x="1744341" y="30479"/>
                    <a:pt x="1746246" y="29844"/>
                    <a:pt x="1748151" y="29209"/>
                  </a:cubicBezTo>
                  <a:cubicBezTo>
                    <a:pt x="1750056" y="29209"/>
                    <a:pt x="1751961" y="29209"/>
                    <a:pt x="1753866" y="29209"/>
                  </a:cubicBezTo>
                  <a:cubicBezTo>
                    <a:pt x="1758311" y="29209"/>
                    <a:pt x="1762756" y="29844"/>
                    <a:pt x="1765931" y="31749"/>
                  </a:cubicBezTo>
                  <a:cubicBezTo>
                    <a:pt x="1769106" y="33019"/>
                    <a:pt x="1772281" y="35559"/>
                    <a:pt x="1774821" y="38099"/>
                  </a:cubicBezTo>
                  <a:cubicBezTo>
                    <a:pt x="1777361" y="41274"/>
                    <a:pt x="1778631" y="44449"/>
                    <a:pt x="1779901" y="49529"/>
                  </a:cubicBezTo>
                  <a:cubicBezTo>
                    <a:pt x="1781171" y="53974"/>
                    <a:pt x="1781806" y="59054"/>
                    <a:pt x="1781806" y="64134"/>
                  </a:cubicBezTo>
                  <a:lnTo>
                    <a:pt x="1781806" y="108584"/>
                  </a:lnTo>
                  <a:lnTo>
                    <a:pt x="1766566" y="108584"/>
                  </a:lnTo>
                  <a:lnTo>
                    <a:pt x="1765931" y="108584"/>
                  </a:lnTo>
                  <a:lnTo>
                    <a:pt x="1765931" y="64769"/>
                  </a:lnTo>
                  <a:cubicBezTo>
                    <a:pt x="1765931" y="57784"/>
                    <a:pt x="1764661" y="52069"/>
                    <a:pt x="1762121" y="48894"/>
                  </a:cubicBezTo>
                  <a:cubicBezTo>
                    <a:pt x="1759581" y="45084"/>
                    <a:pt x="1755771" y="43814"/>
                    <a:pt x="1750056" y="43814"/>
                  </a:cubicBezTo>
                  <a:cubicBezTo>
                    <a:pt x="1747516" y="43814"/>
                    <a:pt x="1745611" y="43814"/>
                    <a:pt x="1743706" y="45084"/>
                  </a:cubicBezTo>
                  <a:cubicBezTo>
                    <a:pt x="1741801" y="45719"/>
                    <a:pt x="1739896" y="46989"/>
                    <a:pt x="1738626" y="48894"/>
                  </a:cubicBezTo>
                  <a:cubicBezTo>
                    <a:pt x="1737356" y="50799"/>
                    <a:pt x="1736086" y="52704"/>
                    <a:pt x="1735451" y="55244"/>
                  </a:cubicBezTo>
                  <a:cubicBezTo>
                    <a:pt x="1734816" y="57784"/>
                    <a:pt x="1734181" y="60324"/>
                    <a:pt x="1734181" y="63499"/>
                  </a:cubicBezTo>
                  <a:lnTo>
                    <a:pt x="1734181" y="109219"/>
                  </a:lnTo>
                  <a:lnTo>
                    <a:pt x="1718941" y="109219"/>
                  </a:lnTo>
                  <a:lnTo>
                    <a:pt x="1718941" y="8889"/>
                  </a:lnTo>
                  <a:close/>
                  <a:moveTo>
                    <a:pt x="803275" y="634"/>
                  </a:moveTo>
                  <a:lnTo>
                    <a:pt x="803275" y="38099"/>
                  </a:lnTo>
                  <a:cubicBezTo>
                    <a:pt x="803275" y="38099"/>
                    <a:pt x="805180" y="35559"/>
                    <a:pt x="807085" y="34289"/>
                  </a:cubicBezTo>
                  <a:cubicBezTo>
                    <a:pt x="808355" y="33019"/>
                    <a:pt x="810260" y="32384"/>
                    <a:pt x="811530" y="31114"/>
                  </a:cubicBezTo>
                  <a:cubicBezTo>
                    <a:pt x="813435" y="30479"/>
                    <a:pt x="815340" y="29844"/>
                    <a:pt x="817245" y="29209"/>
                  </a:cubicBezTo>
                  <a:cubicBezTo>
                    <a:pt x="819150" y="29209"/>
                    <a:pt x="821055" y="29209"/>
                    <a:pt x="822960" y="29209"/>
                  </a:cubicBezTo>
                  <a:cubicBezTo>
                    <a:pt x="827405" y="29209"/>
                    <a:pt x="831850" y="29844"/>
                    <a:pt x="835025" y="31749"/>
                  </a:cubicBezTo>
                  <a:cubicBezTo>
                    <a:pt x="838200" y="33019"/>
                    <a:pt x="841375" y="35559"/>
                    <a:pt x="843915" y="38099"/>
                  </a:cubicBezTo>
                  <a:cubicBezTo>
                    <a:pt x="846455" y="41274"/>
                    <a:pt x="847725" y="44449"/>
                    <a:pt x="848995" y="49529"/>
                  </a:cubicBezTo>
                  <a:cubicBezTo>
                    <a:pt x="850265" y="53974"/>
                    <a:pt x="850900" y="59054"/>
                    <a:pt x="850900" y="64134"/>
                  </a:cubicBezTo>
                  <a:lnTo>
                    <a:pt x="850900" y="108584"/>
                  </a:lnTo>
                  <a:lnTo>
                    <a:pt x="835660" y="108584"/>
                  </a:lnTo>
                  <a:lnTo>
                    <a:pt x="835025" y="108584"/>
                  </a:lnTo>
                  <a:lnTo>
                    <a:pt x="835025" y="64769"/>
                  </a:lnTo>
                  <a:cubicBezTo>
                    <a:pt x="835025" y="57784"/>
                    <a:pt x="833755" y="52069"/>
                    <a:pt x="831215" y="48894"/>
                  </a:cubicBezTo>
                  <a:cubicBezTo>
                    <a:pt x="828675" y="45084"/>
                    <a:pt x="824865" y="43814"/>
                    <a:pt x="819150" y="43814"/>
                  </a:cubicBezTo>
                  <a:cubicBezTo>
                    <a:pt x="816610" y="43814"/>
                    <a:pt x="814705" y="43814"/>
                    <a:pt x="812800" y="45084"/>
                  </a:cubicBezTo>
                  <a:cubicBezTo>
                    <a:pt x="810895" y="45719"/>
                    <a:pt x="808990" y="46989"/>
                    <a:pt x="807720" y="48894"/>
                  </a:cubicBezTo>
                  <a:cubicBezTo>
                    <a:pt x="806450" y="50799"/>
                    <a:pt x="805180" y="52704"/>
                    <a:pt x="804545" y="55244"/>
                  </a:cubicBezTo>
                  <a:cubicBezTo>
                    <a:pt x="803910" y="57784"/>
                    <a:pt x="803275" y="60324"/>
                    <a:pt x="803275" y="63499"/>
                  </a:cubicBezTo>
                  <a:lnTo>
                    <a:pt x="803275" y="109219"/>
                  </a:lnTo>
                  <a:lnTo>
                    <a:pt x="788035" y="109219"/>
                  </a:lnTo>
                  <a:lnTo>
                    <a:pt x="788035" y="8889"/>
                  </a:lnTo>
                  <a:close/>
                  <a:moveTo>
                    <a:pt x="104774" y="634"/>
                  </a:moveTo>
                  <a:lnTo>
                    <a:pt x="104774" y="38099"/>
                  </a:lnTo>
                  <a:cubicBezTo>
                    <a:pt x="104774" y="38099"/>
                    <a:pt x="106679" y="35559"/>
                    <a:pt x="108584" y="34289"/>
                  </a:cubicBezTo>
                  <a:cubicBezTo>
                    <a:pt x="109854" y="33019"/>
                    <a:pt x="111759" y="32384"/>
                    <a:pt x="113029" y="31114"/>
                  </a:cubicBezTo>
                  <a:cubicBezTo>
                    <a:pt x="114934" y="30479"/>
                    <a:pt x="116839" y="29844"/>
                    <a:pt x="118744" y="29209"/>
                  </a:cubicBezTo>
                  <a:cubicBezTo>
                    <a:pt x="120649" y="29209"/>
                    <a:pt x="122554" y="29209"/>
                    <a:pt x="124459" y="29209"/>
                  </a:cubicBezTo>
                  <a:cubicBezTo>
                    <a:pt x="128904" y="29209"/>
                    <a:pt x="133349" y="29844"/>
                    <a:pt x="136524" y="31749"/>
                  </a:cubicBezTo>
                  <a:cubicBezTo>
                    <a:pt x="139699" y="33019"/>
                    <a:pt x="142874" y="35559"/>
                    <a:pt x="145414" y="38099"/>
                  </a:cubicBezTo>
                  <a:cubicBezTo>
                    <a:pt x="147954" y="41274"/>
                    <a:pt x="149224" y="44449"/>
                    <a:pt x="150494" y="49529"/>
                  </a:cubicBezTo>
                  <a:cubicBezTo>
                    <a:pt x="151764" y="53974"/>
                    <a:pt x="152399" y="59054"/>
                    <a:pt x="152399" y="64134"/>
                  </a:cubicBezTo>
                  <a:lnTo>
                    <a:pt x="152399" y="108584"/>
                  </a:lnTo>
                  <a:lnTo>
                    <a:pt x="137159" y="108584"/>
                  </a:lnTo>
                  <a:lnTo>
                    <a:pt x="136524" y="108584"/>
                  </a:lnTo>
                  <a:lnTo>
                    <a:pt x="136524" y="64769"/>
                  </a:lnTo>
                  <a:cubicBezTo>
                    <a:pt x="136524" y="57784"/>
                    <a:pt x="135254" y="52069"/>
                    <a:pt x="132714" y="48894"/>
                  </a:cubicBezTo>
                  <a:cubicBezTo>
                    <a:pt x="130174" y="45084"/>
                    <a:pt x="126364" y="43814"/>
                    <a:pt x="120649" y="43814"/>
                  </a:cubicBezTo>
                  <a:cubicBezTo>
                    <a:pt x="118109" y="43814"/>
                    <a:pt x="116204" y="43814"/>
                    <a:pt x="114299" y="45084"/>
                  </a:cubicBezTo>
                  <a:cubicBezTo>
                    <a:pt x="112394" y="45719"/>
                    <a:pt x="110489" y="46989"/>
                    <a:pt x="109219" y="48894"/>
                  </a:cubicBezTo>
                  <a:cubicBezTo>
                    <a:pt x="107949" y="50799"/>
                    <a:pt x="106679" y="52704"/>
                    <a:pt x="106044" y="55244"/>
                  </a:cubicBezTo>
                  <a:cubicBezTo>
                    <a:pt x="105409" y="57784"/>
                    <a:pt x="104774" y="60324"/>
                    <a:pt x="104774" y="63499"/>
                  </a:cubicBezTo>
                  <a:lnTo>
                    <a:pt x="104774" y="109219"/>
                  </a:lnTo>
                  <a:lnTo>
                    <a:pt x="89534" y="109219"/>
                  </a:lnTo>
                  <a:lnTo>
                    <a:pt x="89534" y="8889"/>
                  </a:lnTo>
                  <a:close/>
                  <a:moveTo>
                    <a:pt x="3894450" y="0"/>
                  </a:moveTo>
                  <a:lnTo>
                    <a:pt x="3894450" y="30480"/>
                  </a:lnTo>
                  <a:lnTo>
                    <a:pt x="3913500" y="30480"/>
                  </a:lnTo>
                  <a:lnTo>
                    <a:pt x="3913500" y="44450"/>
                  </a:lnTo>
                  <a:lnTo>
                    <a:pt x="3894450" y="44450"/>
                  </a:lnTo>
                  <a:lnTo>
                    <a:pt x="3894450" y="86995"/>
                  </a:lnTo>
                  <a:cubicBezTo>
                    <a:pt x="3894450" y="86995"/>
                    <a:pt x="3894450" y="90170"/>
                    <a:pt x="3894450" y="91440"/>
                  </a:cubicBezTo>
                  <a:cubicBezTo>
                    <a:pt x="3894450" y="92710"/>
                    <a:pt x="3895085" y="93345"/>
                    <a:pt x="3895720" y="94615"/>
                  </a:cubicBezTo>
                  <a:cubicBezTo>
                    <a:pt x="3896355" y="95250"/>
                    <a:pt x="3896990" y="95885"/>
                    <a:pt x="3898260" y="95885"/>
                  </a:cubicBezTo>
                  <a:cubicBezTo>
                    <a:pt x="3899530" y="95885"/>
                    <a:pt x="3900800" y="95885"/>
                    <a:pt x="3902070" y="95885"/>
                  </a:cubicBezTo>
                  <a:cubicBezTo>
                    <a:pt x="3903975" y="95885"/>
                    <a:pt x="3905880" y="95885"/>
                    <a:pt x="3908420" y="95250"/>
                  </a:cubicBezTo>
                  <a:cubicBezTo>
                    <a:pt x="3910325" y="94615"/>
                    <a:pt x="3912230" y="93980"/>
                    <a:pt x="3913500" y="93345"/>
                  </a:cubicBezTo>
                  <a:lnTo>
                    <a:pt x="3911595" y="106680"/>
                  </a:lnTo>
                  <a:cubicBezTo>
                    <a:pt x="3911595" y="106680"/>
                    <a:pt x="3907785" y="108585"/>
                    <a:pt x="3905245" y="109220"/>
                  </a:cubicBezTo>
                  <a:cubicBezTo>
                    <a:pt x="3902705" y="109855"/>
                    <a:pt x="3900165" y="110490"/>
                    <a:pt x="3896990" y="110490"/>
                  </a:cubicBezTo>
                  <a:cubicBezTo>
                    <a:pt x="3894450" y="110490"/>
                    <a:pt x="3891910" y="110490"/>
                    <a:pt x="3890005" y="109220"/>
                  </a:cubicBezTo>
                  <a:cubicBezTo>
                    <a:pt x="3888100" y="108585"/>
                    <a:pt x="3886195" y="107315"/>
                    <a:pt x="3884290" y="105410"/>
                  </a:cubicBezTo>
                  <a:cubicBezTo>
                    <a:pt x="3882385" y="103505"/>
                    <a:pt x="3881115" y="101600"/>
                    <a:pt x="3880480" y="99060"/>
                  </a:cubicBezTo>
                  <a:cubicBezTo>
                    <a:pt x="3879845" y="96520"/>
                    <a:pt x="3879210" y="93345"/>
                    <a:pt x="3879210" y="89535"/>
                  </a:cubicBezTo>
                  <a:lnTo>
                    <a:pt x="3879210" y="44450"/>
                  </a:lnTo>
                  <a:lnTo>
                    <a:pt x="3868415" y="44450"/>
                  </a:lnTo>
                  <a:lnTo>
                    <a:pt x="3868415" y="30480"/>
                  </a:lnTo>
                  <a:lnTo>
                    <a:pt x="3879210" y="30480"/>
                  </a:lnTo>
                  <a:lnTo>
                    <a:pt x="3879210" y="8255"/>
                  </a:lnTo>
                  <a:close/>
                  <a:moveTo>
                    <a:pt x="3664581" y="0"/>
                  </a:moveTo>
                  <a:lnTo>
                    <a:pt x="3664581" y="30480"/>
                  </a:lnTo>
                  <a:lnTo>
                    <a:pt x="3683631" y="30480"/>
                  </a:lnTo>
                  <a:lnTo>
                    <a:pt x="3683631" y="44450"/>
                  </a:lnTo>
                  <a:lnTo>
                    <a:pt x="3664581" y="44450"/>
                  </a:lnTo>
                  <a:lnTo>
                    <a:pt x="3664581" y="86995"/>
                  </a:lnTo>
                  <a:cubicBezTo>
                    <a:pt x="3664581" y="86995"/>
                    <a:pt x="3664581" y="90170"/>
                    <a:pt x="3664581" y="91440"/>
                  </a:cubicBezTo>
                  <a:cubicBezTo>
                    <a:pt x="3664581" y="92710"/>
                    <a:pt x="3665216" y="93345"/>
                    <a:pt x="3665851" y="94615"/>
                  </a:cubicBezTo>
                  <a:cubicBezTo>
                    <a:pt x="3666486" y="95250"/>
                    <a:pt x="3667121" y="95885"/>
                    <a:pt x="3668391" y="95885"/>
                  </a:cubicBezTo>
                  <a:cubicBezTo>
                    <a:pt x="3669661" y="95885"/>
                    <a:pt x="3670931" y="95885"/>
                    <a:pt x="3672201" y="95885"/>
                  </a:cubicBezTo>
                  <a:cubicBezTo>
                    <a:pt x="3674106" y="95885"/>
                    <a:pt x="3676011" y="95885"/>
                    <a:pt x="3678551" y="95250"/>
                  </a:cubicBezTo>
                  <a:cubicBezTo>
                    <a:pt x="3680456" y="94615"/>
                    <a:pt x="3682361" y="93980"/>
                    <a:pt x="3683631" y="93345"/>
                  </a:cubicBezTo>
                  <a:lnTo>
                    <a:pt x="3681726" y="106680"/>
                  </a:lnTo>
                  <a:cubicBezTo>
                    <a:pt x="3681726" y="106680"/>
                    <a:pt x="3677916" y="108585"/>
                    <a:pt x="3675376" y="109220"/>
                  </a:cubicBezTo>
                  <a:cubicBezTo>
                    <a:pt x="3672836" y="109855"/>
                    <a:pt x="3670296" y="110490"/>
                    <a:pt x="3667121" y="110490"/>
                  </a:cubicBezTo>
                  <a:cubicBezTo>
                    <a:pt x="3664581" y="110490"/>
                    <a:pt x="3662041" y="110490"/>
                    <a:pt x="3660136" y="109220"/>
                  </a:cubicBezTo>
                  <a:cubicBezTo>
                    <a:pt x="3658231" y="108585"/>
                    <a:pt x="3656326" y="107315"/>
                    <a:pt x="3654421" y="105410"/>
                  </a:cubicBezTo>
                  <a:cubicBezTo>
                    <a:pt x="3652516" y="103505"/>
                    <a:pt x="3651246" y="101600"/>
                    <a:pt x="3650611" y="99060"/>
                  </a:cubicBezTo>
                  <a:cubicBezTo>
                    <a:pt x="3649976" y="96520"/>
                    <a:pt x="3649341" y="93345"/>
                    <a:pt x="3649341" y="89535"/>
                  </a:cubicBezTo>
                  <a:lnTo>
                    <a:pt x="3649341" y="44450"/>
                  </a:lnTo>
                  <a:lnTo>
                    <a:pt x="3638546" y="44450"/>
                  </a:lnTo>
                  <a:lnTo>
                    <a:pt x="3638546" y="30480"/>
                  </a:lnTo>
                  <a:lnTo>
                    <a:pt x="3649341" y="30480"/>
                  </a:lnTo>
                  <a:lnTo>
                    <a:pt x="3649341" y="8255"/>
                  </a:lnTo>
                  <a:close/>
                  <a:moveTo>
                    <a:pt x="3610605" y="0"/>
                  </a:moveTo>
                  <a:lnTo>
                    <a:pt x="3610605" y="30480"/>
                  </a:lnTo>
                  <a:lnTo>
                    <a:pt x="3629655" y="30480"/>
                  </a:lnTo>
                  <a:lnTo>
                    <a:pt x="3629655" y="44450"/>
                  </a:lnTo>
                  <a:lnTo>
                    <a:pt x="3610605" y="44450"/>
                  </a:lnTo>
                  <a:lnTo>
                    <a:pt x="3610605" y="86995"/>
                  </a:lnTo>
                  <a:cubicBezTo>
                    <a:pt x="3610605" y="86995"/>
                    <a:pt x="3610605" y="90170"/>
                    <a:pt x="3610605" y="91440"/>
                  </a:cubicBezTo>
                  <a:cubicBezTo>
                    <a:pt x="3610605" y="92710"/>
                    <a:pt x="3611240" y="93345"/>
                    <a:pt x="3611875" y="94615"/>
                  </a:cubicBezTo>
                  <a:cubicBezTo>
                    <a:pt x="3612510" y="95250"/>
                    <a:pt x="3613145" y="95885"/>
                    <a:pt x="3614415" y="95885"/>
                  </a:cubicBezTo>
                  <a:cubicBezTo>
                    <a:pt x="3615685" y="95885"/>
                    <a:pt x="3616955" y="95885"/>
                    <a:pt x="3618225" y="95885"/>
                  </a:cubicBezTo>
                  <a:cubicBezTo>
                    <a:pt x="3620130" y="95885"/>
                    <a:pt x="3622035" y="95885"/>
                    <a:pt x="3624575" y="95250"/>
                  </a:cubicBezTo>
                  <a:cubicBezTo>
                    <a:pt x="3626480" y="94615"/>
                    <a:pt x="3628385" y="93980"/>
                    <a:pt x="3629655" y="93345"/>
                  </a:cubicBezTo>
                  <a:lnTo>
                    <a:pt x="3627750" y="106680"/>
                  </a:lnTo>
                  <a:cubicBezTo>
                    <a:pt x="3627750" y="106680"/>
                    <a:pt x="3623940" y="108585"/>
                    <a:pt x="3621400" y="109220"/>
                  </a:cubicBezTo>
                  <a:cubicBezTo>
                    <a:pt x="3618860" y="109855"/>
                    <a:pt x="3616320" y="110490"/>
                    <a:pt x="3613145" y="110490"/>
                  </a:cubicBezTo>
                  <a:cubicBezTo>
                    <a:pt x="3610605" y="110490"/>
                    <a:pt x="3608065" y="110490"/>
                    <a:pt x="3606160" y="109220"/>
                  </a:cubicBezTo>
                  <a:cubicBezTo>
                    <a:pt x="3604255" y="108585"/>
                    <a:pt x="3602350" y="107315"/>
                    <a:pt x="3600445" y="105410"/>
                  </a:cubicBezTo>
                  <a:cubicBezTo>
                    <a:pt x="3598540" y="103505"/>
                    <a:pt x="3597270" y="101600"/>
                    <a:pt x="3596635" y="99060"/>
                  </a:cubicBezTo>
                  <a:cubicBezTo>
                    <a:pt x="3596000" y="96520"/>
                    <a:pt x="3595365" y="93345"/>
                    <a:pt x="3595365" y="89535"/>
                  </a:cubicBezTo>
                  <a:lnTo>
                    <a:pt x="3595365" y="44450"/>
                  </a:lnTo>
                  <a:lnTo>
                    <a:pt x="3584570" y="44450"/>
                  </a:lnTo>
                  <a:lnTo>
                    <a:pt x="3584570" y="30480"/>
                  </a:lnTo>
                  <a:lnTo>
                    <a:pt x="3595365" y="30480"/>
                  </a:lnTo>
                  <a:lnTo>
                    <a:pt x="3595365" y="8255"/>
                  </a:lnTo>
                  <a:close/>
                  <a:moveTo>
                    <a:pt x="3445505" y="0"/>
                  </a:moveTo>
                  <a:lnTo>
                    <a:pt x="3445505" y="37465"/>
                  </a:lnTo>
                  <a:cubicBezTo>
                    <a:pt x="3445505" y="37465"/>
                    <a:pt x="3448680" y="34925"/>
                    <a:pt x="3449950" y="33655"/>
                  </a:cubicBezTo>
                  <a:cubicBezTo>
                    <a:pt x="3451220" y="33020"/>
                    <a:pt x="3452490" y="31750"/>
                    <a:pt x="3453760" y="31115"/>
                  </a:cubicBezTo>
                  <a:cubicBezTo>
                    <a:pt x="3455030" y="30480"/>
                    <a:pt x="3456935" y="29845"/>
                    <a:pt x="3458840" y="29210"/>
                  </a:cubicBezTo>
                  <a:cubicBezTo>
                    <a:pt x="3460745" y="29210"/>
                    <a:pt x="3463285" y="28575"/>
                    <a:pt x="3465825" y="28575"/>
                  </a:cubicBezTo>
                  <a:cubicBezTo>
                    <a:pt x="3470270" y="28575"/>
                    <a:pt x="3474080" y="29210"/>
                    <a:pt x="3477890" y="31115"/>
                  </a:cubicBezTo>
                  <a:cubicBezTo>
                    <a:pt x="3481700" y="32385"/>
                    <a:pt x="3484875" y="34925"/>
                    <a:pt x="3487415" y="38735"/>
                  </a:cubicBezTo>
                  <a:cubicBezTo>
                    <a:pt x="3489955" y="41910"/>
                    <a:pt x="3492495" y="46355"/>
                    <a:pt x="3493765" y="51435"/>
                  </a:cubicBezTo>
                  <a:cubicBezTo>
                    <a:pt x="3495035" y="56515"/>
                    <a:pt x="3496305" y="62865"/>
                    <a:pt x="3496305" y="70485"/>
                  </a:cubicBezTo>
                  <a:lnTo>
                    <a:pt x="3495670" y="71120"/>
                  </a:lnTo>
                  <a:cubicBezTo>
                    <a:pt x="3495670" y="77470"/>
                    <a:pt x="3495035" y="83820"/>
                    <a:pt x="3493130" y="88265"/>
                  </a:cubicBezTo>
                  <a:cubicBezTo>
                    <a:pt x="3491225" y="93345"/>
                    <a:pt x="3489320" y="97155"/>
                    <a:pt x="3486145" y="100330"/>
                  </a:cubicBezTo>
                  <a:cubicBezTo>
                    <a:pt x="3483605" y="103505"/>
                    <a:pt x="3479795" y="106045"/>
                    <a:pt x="3476620" y="107315"/>
                  </a:cubicBezTo>
                  <a:cubicBezTo>
                    <a:pt x="3472810" y="109220"/>
                    <a:pt x="3469000" y="109855"/>
                    <a:pt x="3465190" y="109855"/>
                  </a:cubicBezTo>
                  <a:cubicBezTo>
                    <a:pt x="3461380" y="109855"/>
                    <a:pt x="3457570" y="109220"/>
                    <a:pt x="3454395" y="107315"/>
                  </a:cubicBezTo>
                  <a:cubicBezTo>
                    <a:pt x="3450585" y="105410"/>
                    <a:pt x="3448045" y="103505"/>
                    <a:pt x="3445505" y="100965"/>
                  </a:cubicBezTo>
                  <a:lnTo>
                    <a:pt x="3445505" y="107950"/>
                  </a:lnTo>
                  <a:lnTo>
                    <a:pt x="3430265" y="107950"/>
                  </a:lnTo>
                  <a:lnTo>
                    <a:pt x="3430265" y="7620"/>
                  </a:lnTo>
                  <a:close/>
                  <a:moveTo>
                    <a:pt x="2380611" y="0"/>
                  </a:moveTo>
                  <a:lnTo>
                    <a:pt x="2380611" y="30480"/>
                  </a:lnTo>
                  <a:lnTo>
                    <a:pt x="2399661" y="30480"/>
                  </a:lnTo>
                  <a:lnTo>
                    <a:pt x="2399661" y="44450"/>
                  </a:lnTo>
                  <a:lnTo>
                    <a:pt x="2380611" y="44450"/>
                  </a:lnTo>
                  <a:lnTo>
                    <a:pt x="2380611" y="86995"/>
                  </a:lnTo>
                  <a:cubicBezTo>
                    <a:pt x="2380611" y="86995"/>
                    <a:pt x="2380611" y="90170"/>
                    <a:pt x="2380611" y="91440"/>
                  </a:cubicBezTo>
                  <a:cubicBezTo>
                    <a:pt x="2380611" y="92710"/>
                    <a:pt x="2381246" y="93345"/>
                    <a:pt x="2381881" y="94615"/>
                  </a:cubicBezTo>
                  <a:cubicBezTo>
                    <a:pt x="2382516" y="95250"/>
                    <a:pt x="2383151" y="95885"/>
                    <a:pt x="2384421" y="95885"/>
                  </a:cubicBezTo>
                  <a:cubicBezTo>
                    <a:pt x="2385691" y="95885"/>
                    <a:pt x="2386961" y="95885"/>
                    <a:pt x="2388231" y="95885"/>
                  </a:cubicBezTo>
                  <a:cubicBezTo>
                    <a:pt x="2390136" y="95885"/>
                    <a:pt x="2392041" y="95885"/>
                    <a:pt x="2394581" y="95250"/>
                  </a:cubicBezTo>
                  <a:cubicBezTo>
                    <a:pt x="2396486" y="94615"/>
                    <a:pt x="2398391" y="93980"/>
                    <a:pt x="2399661" y="93345"/>
                  </a:cubicBezTo>
                  <a:lnTo>
                    <a:pt x="2397756" y="106680"/>
                  </a:lnTo>
                  <a:cubicBezTo>
                    <a:pt x="2397756" y="106680"/>
                    <a:pt x="2393946" y="108585"/>
                    <a:pt x="2391406" y="109220"/>
                  </a:cubicBezTo>
                  <a:cubicBezTo>
                    <a:pt x="2388866" y="109855"/>
                    <a:pt x="2386326" y="110490"/>
                    <a:pt x="2383151" y="110490"/>
                  </a:cubicBezTo>
                  <a:cubicBezTo>
                    <a:pt x="2380611" y="110490"/>
                    <a:pt x="2378071" y="110490"/>
                    <a:pt x="2376166" y="109220"/>
                  </a:cubicBezTo>
                  <a:cubicBezTo>
                    <a:pt x="2374261" y="108585"/>
                    <a:pt x="2372356" y="107315"/>
                    <a:pt x="2370451" y="105410"/>
                  </a:cubicBezTo>
                  <a:cubicBezTo>
                    <a:pt x="2368546" y="103505"/>
                    <a:pt x="2367276" y="101600"/>
                    <a:pt x="2366641" y="99060"/>
                  </a:cubicBezTo>
                  <a:cubicBezTo>
                    <a:pt x="2366006" y="96520"/>
                    <a:pt x="2365371" y="93345"/>
                    <a:pt x="2365371" y="89535"/>
                  </a:cubicBezTo>
                  <a:lnTo>
                    <a:pt x="2365371" y="44450"/>
                  </a:lnTo>
                  <a:lnTo>
                    <a:pt x="2354576" y="44450"/>
                  </a:lnTo>
                  <a:lnTo>
                    <a:pt x="2354576" y="30480"/>
                  </a:lnTo>
                  <a:lnTo>
                    <a:pt x="2365371" y="30480"/>
                  </a:lnTo>
                  <a:lnTo>
                    <a:pt x="2365371" y="8255"/>
                  </a:lnTo>
                  <a:close/>
                  <a:moveTo>
                    <a:pt x="2150741" y="0"/>
                  </a:moveTo>
                  <a:lnTo>
                    <a:pt x="2150741" y="30480"/>
                  </a:lnTo>
                  <a:lnTo>
                    <a:pt x="2169791" y="30480"/>
                  </a:lnTo>
                  <a:lnTo>
                    <a:pt x="2169791" y="44450"/>
                  </a:lnTo>
                  <a:lnTo>
                    <a:pt x="2150741" y="44450"/>
                  </a:lnTo>
                  <a:lnTo>
                    <a:pt x="2150741" y="86995"/>
                  </a:lnTo>
                  <a:cubicBezTo>
                    <a:pt x="2150741" y="86995"/>
                    <a:pt x="2150741" y="90170"/>
                    <a:pt x="2150741" y="91440"/>
                  </a:cubicBezTo>
                  <a:cubicBezTo>
                    <a:pt x="2150741" y="92710"/>
                    <a:pt x="2151376" y="93345"/>
                    <a:pt x="2152011" y="94615"/>
                  </a:cubicBezTo>
                  <a:cubicBezTo>
                    <a:pt x="2152646" y="95250"/>
                    <a:pt x="2153281" y="95885"/>
                    <a:pt x="2154551" y="95885"/>
                  </a:cubicBezTo>
                  <a:cubicBezTo>
                    <a:pt x="2155821" y="95885"/>
                    <a:pt x="2157091" y="95885"/>
                    <a:pt x="2158361" y="95885"/>
                  </a:cubicBezTo>
                  <a:cubicBezTo>
                    <a:pt x="2160266" y="95885"/>
                    <a:pt x="2162171" y="95885"/>
                    <a:pt x="2164711" y="95250"/>
                  </a:cubicBezTo>
                  <a:cubicBezTo>
                    <a:pt x="2166616" y="94615"/>
                    <a:pt x="2168521" y="93980"/>
                    <a:pt x="2169791" y="93345"/>
                  </a:cubicBezTo>
                  <a:lnTo>
                    <a:pt x="2167886" y="106680"/>
                  </a:lnTo>
                  <a:cubicBezTo>
                    <a:pt x="2167886" y="106680"/>
                    <a:pt x="2164076" y="108585"/>
                    <a:pt x="2161536" y="109220"/>
                  </a:cubicBezTo>
                  <a:cubicBezTo>
                    <a:pt x="2158996" y="109855"/>
                    <a:pt x="2156456" y="110490"/>
                    <a:pt x="2153281" y="110490"/>
                  </a:cubicBezTo>
                  <a:cubicBezTo>
                    <a:pt x="2150741" y="110490"/>
                    <a:pt x="2148201" y="110490"/>
                    <a:pt x="2146296" y="109220"/>
                  </a:cubicBezTo>
                  <a:cubicBezTo>
                    <a:pt x="2144391" y="108585"/>
                    <a:pt x="2142486" y="107315"/>
                    <a:pt x="2140581" y="105410"/>
                  </a:cubicBezTo>
                  <a:cubicBezTo>
                    <a:pt x="2138676" y="103505"/>
                    <a:pt x="2137406" y="101600"/>
                    <a:pt x="2136771" y="99060"/>
                  </a:cubicBezTo>
                  <a:cubicBezTo>
                    <a:pt x="2136136" y="96520"/>
                    <a:pt x="2135501" y="93345"/>
                    <a:pt x="2135501" y="89535"/>
                  </a:cubicBezTo>
                  <a:lnTo>
                    <a:pt x="2135501" y="44450"/>
                  </a:lnTo>
                  <a:lnTo>
                    <a:pt x="2124706" y="44450"/>
                  </a:lnTo>
                  <a:lnTo>
                    <a:pt x="2124706" y="30480"/>
                  </a:lnTo>
                  <a:lnTo>
                    <a:pt x="2135501" y="30480"/>
                  </a:lnTo>
                  <a:lnTo>
                    <a:pt x="2135501" y="8255"/>
                  </a:lnTo>
                  <a:close/>
                  <a:moveTo>
                    <a:pt x="2096131" y="0"/>
                  </a:moveTo>
                  <a:lnTo>
                    <a:pt x="2096131" y="30480"/>
                  </a:lnTo>
                  <a:lnTo>
                    <a:pt x="2115181" y="30480"/>
                  </a:lnTo>
                  <a:lnTo>
                    <a:pt x="2115181" y="44450"/>
                  </a:lnTo>
                  <a:lnTo>
                    <a:pt x="2096131" y="44450"/>
                  </a:lnTo>
                  <a:lnTo>
                    <a:pt x="2096131" y="86995"/>
                  </a:lnTo>
                  <a:cubicBezTo>
                    <a:pt x="2096131" y="86995"/>
                    <a:pt x="2096131" y="90170"/>
                    <a:pt x="2096131" y="91440"/>
                  </a:cubicBezTo>
                  <a:cubicBezTo>
                    <a:pt x="2096131" y="92710"/>
                    <a:pt x="2096766" y="93345"/>
                    <a:pt x="2097401" y="94615"/>
                  </a:cubicBezTo>
                  <a:cubicBezTo>
                    <a:pt x="2098036" y="95250"/>
                    <a:pt x="2098671" y="95885"/>
                    <a:pt x="2099941" y="95885"/>
                  </a:cubicBezTo>
                  <a:cubicBezTo>
                    <a:pt x="2101211" y="95885"/>
                    <a:pt x="2102481" y="95885"/>
                    <a:pt x="2103751" y="95885"/>
                  </a:cubicBezTo>
                  <a:cubicBezTo>
                    <a:pt x="2105656" y="95885"/>
                    <a:pt x="2107561" y="95885"/>
                    <a:pt x="2110101" y="95250"/>
                  </a:cubicBezTo>
                  <a:cubicBezTo>
                    <a:pt x="2112006" y="94615"/>
                    <a:pt x="2113911" y="93980"/>
                    <a:pt x="2115181" y="93345"/>
                  </a:cubicBezTo>
                  <a:lnTo>
                    <a:pt x="2113276" y="106680"/>
                  </a:lnTo>
                  <a:cubicBezTo>
                    <a:pt x="2113276" y="106680"/>
                    <a:pt x="2109466" y="108585"/>
                    <a:pt x="2106926" y="109220"/>
                  </a:cubicBezTo>
                  <a:cubicBezTo>
                    <a:pt x="2104386" y="109855"/>
                    <a:pt x="2101846" y="110490"/>
                    <a:pt x="2098671" y="110490"/>
                  </a:cubicBezTo>
                  <a:cubicBezTo>
                    <a:pt x="2096131" y="110490"/>
                    <a:pt x="2093591" y="110490"/>
                    <a:pt x="2091686" y="109220"/>
                  </a:cubicBezTo>
                  <a:cubicBezTo>
                    <a:pt x="2089781" y="108585"/>
                    <a:pt x="2087876" y="107315"/>
                    <a:pt x="2085971" y="105410"/>
                  </a:cubicBezTo>
                  <a:cubicBezTo>
                    <a:pt x="2084066" y="103505"/>
                    <a:pt x="2082796" y="101600"/>
                    <a:pt x="2082161" y="99060"/>
                  </a:cubicBezTo>
                  <a:cubicBezTo>
                    <a:pt x="2081526" y="96520"/>
                    <a:pt x="2080891" y="93345"/>
                    <a:pt x="2080891" y="89535"/>
                  </a:cubicBezTo>
                  <a:lnTo>
                    <a:pt x="2080891" y="44450"/>
                  </a:lnTo>
                  <a:lnTo>
                    <a:pt x="2070096" y="44450"/>
                  </a:lnTo>
                  <a:lnTo>
                    <a:pt x="2070096" y="30480"/>
                  </a:lnTo>
                  <a:lnTo>
                    <a:pt x="2080891" y="30480"/>
                  </a:lnTo>
                  <a:lnTo>
                    <a:pt x="2080891" y="8255"/>
                  </a:lnTo>
                  <a:close/>
                  <a:moveTo>
                    <a:pt x="1931665" y="0"/>
                  </a:moveTo>
                  <a:lnTo>
                    <a:pt x="1931665" y="37465"/>
                  </a:lnTo>
                  <a:cubicBezTo>
                    <a:pt x="1931665" y="37465"/>
                    <a:pt x="1934840" y="34925"/>
                    <a:pt x="1936110" y="33655"/>
                  </a:cubicBezTo>
                  <a:cubicBezTo>
                    <a:pt x="1937380" y="33020"/>
                    <a:pt x="1938650" y="31750"/>
                    <a:pt x="1939920" y="31115"/>
                  </a:cubicBezTo>
                  <a:cubicBezTo>
                    <a:pt x="1941190" y="30480"/>
                    <a:pt x="1943095" y="29845"/>
                    <a:pt x="1945000" y="29210"/>
                  </a:cubicBezTo>
                  <a:cubicBezTo>
                    <a:pt x="1946905" y="29210"/>
                    <a:pt x="1949445" y="28575"/>
                    <a:pt x="1951985" y="28575"/>
                  </a:cubicBezTo>
                  <a:cubicBezTo>
                    <a:pt x="1956430" y="28575"/>
                    <a:pt x="1960240" y="29210"/>
                    <a:pt x="1964050" y="31115"/>
                  </a:cubicBezTo>
                  <a:cubicBezTo>
                    <a:pt x="1967860" y="32385"/>
                    <a:pt x="1971035" y="34925"/>
                    <a:pt x="1973575" y="38735"/>
                  </a:cubicBezTo>
                  <a:cubicBezTo>
                    <a:pt x="1976115" y="41910"/>
                    <a:pt x="1978655" y="46355"/>
                    <a:pt x="1979925" y="51435"/>
                  </a:cubicBezTo>
                  <a:cubicBezTo>
                    <a:pt x="1981195" y="56515"/>
                    <a:pt x="1982465" y="62865"/>
                    <a:pt x="1982465" y="70485"/>
                  </a:cubicBezTo>
                  <a:lnTo>
                    <a:pt x="1981830" y="71120"/>
                  </a:lnTo>
                  <a:cubicBezTo>
                    <a:pt x="1981830" y="77470"/>
                    <a:pt x="1981195" y="83820"/>
                    <a:pt x="1979290" y="88265"/>
                  </a:cubicBezTo>
                  <a:cubicBezTo>
                    <a:pt x="1977385" y="93345"/>
                    <a:pt x="1975480" y="97155"/>
                    <a:pt x="1972305" y="100330"/>
                  </a:cubicBezTo>
                  <a:cubicBezTo>
                    <a:pt x="1969765" y="103505"/>
                    <a:pt x="1965955" y="106045"/>
                    <a:pt x="1962780" y="107315"/>
                  </a:cubicBezTo>
                  <a:cubicBezTo>
                    <a:pt x="1958970" y="109220"/>
                    <a:pt x="1955160" y="109855"/>
                    <a:pt x="1951350" y="109855"/>
                  </a:cubicBezTo>
                  <a:cubicBezTo>
                    <a:pt x="1947540" y="109855"/>
                    <a:pt x="1943730" y="109220"/>
                    <a:pt x="1940555" y="107315"/>
                  </a:cubicBezTo>
                  <a:cubicBezTo>
                    <a:pt x="1936745" y="105410"/>
                    <a:pt x="1934205" y="103505"/>
                    <a:pt x="1931665" y="100965"/>
                  </a:cubicBezTo>
                  <a:lnTo>
                    <a:pt x="1931665" y="107950"/>
                  </a:lnTo>
                  <a:lnTo>
                    <a:pt x="1916425" y="107950"/>
                  </a:lnTo>
                  <a:lnTo>
                    <a:pt x="1916425" y="7620"/>
                  </a:lnTo>
                  <a:close/>
                  <a:moveTo>
                    <a:pt x="1316991" y="0"/>
                  </a:moveTo>
                  <a:lnTo>
                    <a:pt x="1316991" y="30480"/>
                  </a:lnTo>
                  <a:lnTo>
                    <a:pt x="1336041" y="30480"/>
                  </a:lnTo>
                  <a:lnTo>
                    <a:pt x="1336041" y="44450"/>
                  </a:lnTo>
                  <a:lnTo>
                    <a:pt x="1316991" y="44450"/>
                  </a:lnTo>
                  <a:lnTo>
                    <a:pt x="1316991" y="86995"/>
                  </a:lnTo>
                  <a:cubicBezTo>
                    <a:pt x="1316991" y="86995"/>
                    <a:pt x="1316991" y="90170"/>
                    <a:pt x="1316991" y="91440"/>
                  </a:cubicBezTo>
                  <a:cubicBezTo>
                    <a:pt x="1316991" y="92710"/>
                    <a:pt x="1317627" y="93345"/>
                    <a:pt x="1318261" y="94615"/>
                  </a:cubicBezTo>
                  <a:cubicBezTo>
                    <a:pt x="1318896" y="95250"/>
                    <a:pt x="1319531" y="95885"/>
                    <a:pt x="1320801" y="95885"/>
                  </a:cubicBezTo>
                  <a:cubicBezTo>
                    <a:pt x="1322072" y="95885"/>
                    <a:pt x="1323341" y="95885"/>
                    <a:pt x="1324611" y="95885"/>
                  </a:cubicBezTo>
                  <a:cubicBezTo>
                    <a:pt x="1326516" y="95885"/>
                    <a:pt x="1328422" y="95885"/>
                    <a:pt x="1330961" y="95250"/>
                  </a:cubicBezTo>
                  <a:cubicBezTo>
                    <a:pt x="1332867" y="94615"/>
                    <a:pt x="1334772" y="93980"/>
                    <a:pt x="1336041" y="93345"/>
                  </a:cubicBezTo>
                  <a:lnTo>
                    <a:pt x="1334136" y="106680"/>
                  </a:lnTo>
                  <a:cubicBezTo>
                    <a:pt x="1334136" y="106680"/>
                    <a:pt x="1330326" y="108585"/>
                    <a:pt x="1327786" y="109220"/>
                  </a:cubicBezTo>
                  <a:cubicBezTo>
                    <a:pt x="1325246" y="109855"/>
                    <a:pt x="1322706" y="110490"/>
                    <a:pt x="1319531" y="110490"/>
                  </a:cubicBezTo>
                  <a:cubicBezTo>
                    <a:pt x="1316991" y="110490"/>
                    <a:pt x="1314451" y="110490"/>
                    <a:pt x="1312546" y="109220"/>
                  </a:cubicBezTo>
                  <a:cubicBezTo>
                    <a:pt x="1310641" y="108585"/>
                    <a:pt x="1308736" y="107315"/>
                    <a:pt x="1306831" y="105410"/>
                  </a:cubicBezTo>
                  <a:cubicBezTo>
                    <a:pt x="1304926" y="103505"/>
                    <a:pt x="1303656" y="101600"/>
                    <a:pt x="1303021" y="99060"/>
                  </a:cubicBezTo>
                  <a:cubicBezTo>
                    <a:pt x="1302386" y="96520"/>
                    <a:pt x="1301751" y="93345"/>
                    <a:pt x="1301751" y="89535"/>
                  </a:cubicBezTo>
                  <a:lnTo>
                    <a:pt x="1301751" y="44450"/>
                  </a:lnTo>
                  <a:lnTo>
                    <a:pt x="1290956" y="44450"/>
                  </a:lnTo>
                  <a:lnTo>
                    <a:pt x="1290956" y="30480"/>
                  </a:lnTo>
                  <a:lnTo>
                    <a:pt x="1301751" y="30480"/>
                  </a:lnTo>
                  <a:lnTo>
                    <a:pt x="1301751" y="8255"/>
                  </a:lnTo>
                  <a:close/>
                  <a:moveTo>
                    <a:pt x="751206" y="0"/>
                  </a:moveTo>
                  <a:lnTo>
                    <a:pt x="751206" y="30480"/>
                  </a:lnTo>
                  <a:lnTo>
                    <a:pt x="770256" y="30480"/>
                  </a:lnTo>
                  <a:lnTo>
                    <a:pt x="770256" y="44450"/>
                  </a:lnTo>
                  <a:lnTo>
                    <a:pt x="751206" y="44450"/>
                  </a:lnTo>
                  <a:lnTo>
                    <a:pt x="751206" y="86995"/>
                  </a:lnTo>
                  <a:cubicBezTo>
                    <a:pt x="751206" y="86995"/>
                    <a:pt x="751206" y="90170"/>
                    <a:pt x="751206" y="91440"/>
                  </a:cubicBezTo>
                  <a:cubicBezTo>
                    <a:pt x="751206" y="92710"/>
                    <a:pt x="751841" y="93345"/>
                    <a:pt x="752476" y="94615"/>
                  </a:cubicBezTo>
                  <a:cubicBezTo>
                    <a:pt x="753111" y="95250"/>
                    <a:pt x="753746" y="95885"/>
                    <a:pt x="755016" y="95885"/>
                  </a:cubicBezTo>
                  <a:cubicBezTo>
                    <a:pt x="756286" y="95885"/>
                    <a:pt x="757556" y="95885"/>
                    <a:pt x="758826" y="95885"/>
                  </a:cubicBezTo>
                  <a:cubicBezTo>
                    <a:pt x="760731" y="95885"/>
                    <a:pt x="762636" y="95885"/>
                    <a:pt x="765176" y="95250"/>
                  </a:cubicBezTo>
                  <a:cubicBezTo>
                    <a:pt x="767081" y="94615"/>
                    <a:pt x="768986" y="93980"/>
                    <a:pt x="770256" y="93345"/>
                  </a:cubicBezTo>
                  <a:lnTo>
                    <a:pt x="768351" y="106680"/>
                  </a:lnTo>
                  <a:cubicBezTo>
                    <a:pt x="768351" y="106680"/>
                    <a:pt x="764541" y="108585"/>
                    <a:pt x="762001" y="109220"/>
                  </a:cubicBezTo>
                  <a:cubicBezTo>
                    <a:pt x="759461" y="109855"/>
                    <a:pt x="756921" y="110490"/>
                    <a:pt x="753746" y="110490"/>
                  </a:cubicBezTo>
                  <a:cubicBezTo>
                    <a:pt x="751206" y="110490"/>
                    <a:pt x="748666" y="110490"/>
                    <a:pt x="746761" y="109220"/>
                  </a:cubicBezTo>
                  <a:cubicBezTo>
                    <a:pt x="744856" y="108585"/>
                    <a:pt x="742951" y="107315"/>
                    <a:pt x="741045" y="105410"/>
                  </a:cubicBezTo>
                  <a:cubicBezTo>
                    <a:pt x="739141" y="103505"/>
                    <a:pt x="737871" y="101600"/>
                    <a:pt x="737236" y="99060"/>
                  </a:cubicBezTo>
                  <a:cubicBezTo>
                    <a:pt x="736600" y="96520"/>
                    <a:pt x="735966" y="93345"/>
                    <a:pt x="735966" y="89535"/>
                  </a:cubicBezTo>
                  <a:lnTo>
                    <a:pt x="735966" y="44450"/>
                  </a:lnTo>
                  <a:lnTo>
                    <a:pt x="725171" y="44450"/>
                  </a:lnTo>
                  <a:lnTo>
                    <a:pt x="725171" y="30480"/>
                  </a:lnTo>
                  <a:lnTo>
                    <a:pt x="735966" y="30480"/>
                  </a:lnTo>
                  <a:lnTo>
                    <a:pt x="735966" y="8255"/>
                  </a:lnTo>
                  <a:close/>
                  <a:moveTo>
                    <a:pt x="521335" y="0"/>
                  </a:moveTo>
                  <a:lnTo>
                    <a:pt x="521335" y="30480"/>
                  </a:lnTo>
                  <a:lnTo>
                    <a:pt x="540385" y="30480"/>
                  </a:lnTo>
                  <a:lnTo>
                    <a:pt x="540385" y="44450"/>
                  </a:lnTo>
                  <a:lnTo>
                    <a:pt x="521335" y="44450"/>
                  </a:lnTo>
                  <a:lnTo>
                    <a:pt x="521335" y="86995"/>
                  </a:lnTo>
                  <a:cubicBezTo>
                    <a:pt x="521335" y="86995"/>
                    <a:pt x="521335" y="90170"/>
                    <a:pt x="521335" y="91440"/>
                  </a:cubicBezTo>
                  <a:cubicBezTo>
                    <a:pt x="521335" y="92710"/>
                    <a:pt x="521970" y="93345"/>
                    <a:pt x="522605" y="94615"/>
                  </a:cubicBezTo>
                  <a:cubicBezTo>
                    <a:pt x="523240" y="95250"/>
                    <a:pt x="523875" y="95885"/>
                    <a:pt x="525145" y="95885"/>
                  </a:cubicBezTo>
                  <a:cubicBezTo>
                    <a:pt x="526415" y="95885"/>
                    <a:pt x="527685" y="95885"/>
                    <a:pt x="528955" y="95885"/>
                  </a:cubicBezTo>
                  <a:cubicBezTo>
                    <a:pt x="530860" y="95885"/>
                    <a:pt x="532765" y="95885"/>
                    <a:pt x="535305" y="95250"/>
                  </a:cubicBezTo>
                  <a:cubicBezTo>
                    <a:pt x="537210" y="94615"/>
                    <a:pt x="539115" y="93980"/>
                    <a:pt x="540385" y="93345"/>
                  </a:cubicBezTo>
                  <a:lnTo>
                    <a:pt x="538480" y="106680"/>
                  </a:lnTo>
                  <a:cubicBezTo>
                    <a:pt x="538480" y="106680"/>
                    <a:pt x="534670" y="108585"/>
                    <a:pt x="532130" y="109220"/>
                  </a:cubicBezTo>
                  <a:cubicBezTo>
                    <a:pt x="529590" y="109855"/>
                    <a:pt x="527050" y="110490"/>
                    <a:pt x="523875" y="110490"/>
                  </a:cubicBezTo>
                  <a:cubicBezTo>
                    <a:pt x="521335" y="110490"/>
                    <a:pt x="518795" y="110490"/>
                    <a:pt x="516890" y="109220"/>
                  </a:cubicBezTo>
                  <a:cubicBezTo>
                    <a:pt x="514985" y="108585"/>
                    <a:pt x="513080" y="107315"/>
                    <a:pt x="511175" y="105410"/>
                  </a:cubicBezTo>
                  <a:cubicBezTo>
                    <a:pt x="509270" y="103505"/>
                    <a:pt x="508000" y="101600"/>
                    <a:pt x="507365" y="99060"/>
                  </a:cubicBezTo>
                  <a:cubicBezTo>
                    <a:pt x="506730" y="96520"/>
                    <a:pt x="506095" y="93345"/>
                    <a:pt x="506095" y="89535"/>
                  </a:cubicBezTo>
                  <a:lnTo>
                    <a:pt x="506095" y="44450"/>
                  </a:lnTo>
                  <a:lnTo>
                    <a:pt x="495300" y="44450"/>
                  </a:lnTo>
                  <a:lnTo>
                    <a:pt x="495300" y="30480"/>
                  </a:lnTo>
                  <a:lnTo>
                    <a:pt x="506095" y="30480"/>
                  </a:lnTo>
                  <a:lnTo>
                    <a:pt x="506095" y="8255"/>
                  </a:lnTo>
                  <a:close/>
                  <a:moveTo>
                    <a:pt x="466724" y="0"/>
                  </a:moveTo>
                  <a:lnTo>
                    <a:pt x="466724" y="30480"/>
                  </a:lnTo>
                  <a:lnTo>
                    <a:pt x="485774" y="30480"/>
                  </a:lnTo>
                  <a:lnTo>
                    <a:pt x="485774" y="44450"/>
                  </a:lnTo>
                  <a:lnTo>
                    <a:pt x="466724" y="44450"/>
                  </a:lnTo>
                  <a:lnTo>
                    <a:pt x="466724" y="86995"/>
                  </a:lnTo>
                  <a:cubicBezTo>
                    <a:pt x="466724" y="86995"/>
                    <a:pt x="466724" y="90170"/>
                    <a:pt x="466724" y="91440"/>
                  </a:cubicBezTo>
                  <a:cubicBezTo>
                    <a:pt x="466724" y="92710"/>
                    <a:pt x="467359" y="93345"/>
                    <a:pt x="467994" y="94615"/>
                  </a:cubicBezTo>
                  <a:cubicBezTo>
                    <a:pt x="468629" y="95250"/>
                    <a:pt x="469264" y="95885"/>
                    <a:pt x="470534" y="95885"/>
                  </a:cubicBezTo>
                  <a:cubicBezTo>
                    <a:pt x="471804" y="95885"/>
                    <a:pt x="473074" y="95885"/>
                    <a:pt x="474344" y="95885"/>
                  </a:cubicBezTo>
                  <a:cubicBezTo>
                    <a:pt x="476249" y="95885"/>
                    <a:pt x="478154" y="95885"/>
                    <a:pt x="480694" y="95250"/>
                  </a:cubicBezTo>
                  <a:cubicBezTo>
                    <a:pt x="482599" y="94615"/>
                    <a:pt x="484504" y="93980"/>
                    <a:pt x="485774" y="93345"/>
                  </a:cubicBezTo>
                  <a:lnTo>
                    <a:pt x="483869" y="106680"/>
                  </a:lnTo>
                  <a:cubicBezTo>
                    <a:pt x="483869" y="106680"/>
                    <a:pt x="480059" y="108585"/>
                    <a:pt x="477519" y="109220"/>
                  </a:cubicBezTo>
                  <a:cubicBezTo>
                    <a:pt x="474979" y="109855"/>
                    <a:pt x="472439" y="110490"/>
                    <a:pt x="469264" y="110490"/>
                  </a:cubicBezTo>
                  <a:cubicBezTo>
                    <a:pt x="466724" y="110490"/>
                    <a:pt x="464184" y="110490"/>
                    <a:pt x="462279" y="109220"/>
                  </a:cubicBezTo>
                  <a:cubicBezTo>
                    <a:pt x="460374" y="108585"/>
                    <a:pt x="458469" y="107315"/>
                    <a:pt x="456564" y="105410"/>
                  </a:cubicBezTo>
                  <a:cubicBezTo>
                    <a:pt x="454659" y="103505"/>
                    <a:pt x="453389" y="101600"/>
                    <a:pt x="452754" y="99060"/>
                  </a:cubicBezTo>
                  <a:cubicBezTo>
                    <a:pt x="452119" y="96520"/>
                    <a:pt x="451484" y="93345"/>
                    <a:pt x="451484" y="89535"/>
                  </a:cubicBezTo>
                  <a:lnTo>
                    <a:pt x="451484" y="44450"/>
                  </a:lnTo>
                  <a:lnTo>
                    <a:pt x="440689" y="44450"/>
                  </a:lnTo>
                  <a:lnTo>
                    <a:pt x="440689" y="30480"/>
                  </a:lnTo>
                  <a:lnTo>
                    <a:pt x="451484" y="30480"/>
                  </a:lnTo>
                  <a:lnTo>
                    <a:pt x="451484" y="8255"/>
                  </a:lnTo>
                  <a:close/>
                  <a:moveTo>
                    <a:pt x="302259" y="0"/>
                  </a:moveTo>
                  <a:lnTo>
                    <a:pt x="302259" y="37465"/>
                  </a:lnTo>
                  <a:cubicBezTo>
                    <a:pt x="302259" y="37465"/>
                    <a:pt x="305434" y="34925"/>
                    <a:pt x="306704" y="33655"/>
                  </a:cubicBezTo>
                  <a:cubicBezTo>
                    <a:pt x="307974" y="33020"/>
                    <a:pt x="309244" y="31750"/>
                    <a:pt x="310514" y="31115"/>
                  </a:cubicBezTo>
                  <a:cubicBezTo>
                    <a:pt x="311784" y="30480"/>
                    <a:pt x="313689" y="29845"/>
                    <a:pt x="315594" y="29210"/>
                  </a:cubicBezTo>
                  <a:cubicBezTo>
                    <a:pt x="317499" y="29210"/>
                    <a:pt x="320039" y="28575"/>
                    <a:pt x="322579" y="28575"/>
                  </a:cubicBezTo>
                  <a:cubicBezTo>
                    <a:pt x="327024" y="28575"/>
                    <a:pt x="330834" y="29210"/>
                    <a:pt x="334644" y="31115"/>
                  </a:cubicBezTo>
                  <a:cubicBezTo>
                    <a:pt x="338454" y="32385"/>
                    <a:pt x="341629" y="34925"/>
                    <a:pt x="344169" y="38735"/>
                  </a:cubicBezTo>
                  <a:cubicBezTo>
                    <a:pt x="346709" y="41910"/>
                    <a:pt x="349249" y="46355"/>
                    <a:pt x="350519" y="51435"/>
                  </a:cubicBezTo>
                  <a:cubicBezTo>
                    <a:pt x="351789" y="56515"/>
                    <a:pt x="353059" y="62865"/>
                    <a:pt x="353059" y="70485"/>
                  </a:cubicBezTo>
                  <a:lnTo>
                    <a:pt x="352424" y="71120"/>
                  </a:lnTo>
                  <a:cubicBezTo>
                    <a:pt x="352424" y="77470"/>
                    <a:pt x="351789" y="83820"/>
                    <a:pt x="349884" y="88265"/>
                  </a:cubicBezTo>
                  <a:cubicBezTo>
                    <a:pt x="347979" y="93345"/>
                    <a:pt x="346074" y="97155"/>
                    <a:pt x="342899" y="100330"/>
                  </a:cubicBezTo>
                  <a:cubicBezTo>
                    <a:pt x="340359" y="103505"/>
                    <a:pt x="336549" y="106045"/>
                    <a:pt x="333374" y="107315"/>
                  </a:cubicBezTo>
                  <a:cubicBezTo>
                    <a:pt x="329564" y="109220"/>
                    <a:pt x="325754" y="109855"/>
                    <a:pt x="321944" y="109855"/>
                  </a:cubicBezTo>
                  <a:cubicBezTo>
                    <a:pt x="318134" y="109855"/>
                    <a:pt x="314324" y="109220"/>
                    <a:pt x="311149" y="107315"/>
                  </a:cubicBezTo>
                  <a:cubicBezTo>
                    <a:pt x="307339" y="105410"/>
                    <a:pt x="304799" y="103505"/>
                    <a:pt x="302259" y="100965"/>
                  </a:cubicBezTo>
                  <a:lnTo>
                    <a:pt x="302259" y="107950"/>
                  </a:lnTo>
                  <a:lnTo>
                    <a:pt x="287019" y="107950"/>
                  </a:lnTo>
                  <a:lnTo>
                    <a:pt x="287019" y="7620"/>
                  </a:lnTo>
                  <a:close/>
                </a:path>
              </a:pathLst>
            </a:custGeom>
            <a:solidFill>
              <a:srgbClr val="FFFFFF"/>
            </a:solidFill>
            <a:ln w="63500" cap="flat">
              <a:noFill/>
              <a:prstDash val="solid"/>
              <a:miter/>
            </a:ln>
          </p:spPr>
          <p:txBody>
            <a:bodyPr rtlCol="0" anchor="ctr"/>
            <a:lstStyle/>
            <a:p>
              <a:endParaRPr lang="en-US"/>
            </a:p>
          </p:txBody>
        </p:sp>
      </p:grpSp>
      <p:sp>
        <p:nvSpPr>
          <p:cNvPr id="28" name="Subtitle 2">
            <a:extLst>
              <a:ext uri="{FF2B5EF4-FFF2-40B4-BE49-F238E27FC236}">
                <a16:creationId xmlns:a16="http://schemas.microsoft.com/office/drawing/2014/main" id="{632E76BF-46D5-8E94-88AA-4783DD302E89}"/>
              </a:ext>
            </a:extLst>
          </p:cNvPr>
          <p:cNvSpPr>
            <a:spLocks noGrp="1"/>
          </p:cNvSpPr>
          <p:nvPr>
            <p:ph type="subTitle" idx="1" hasCustomPrompt="1"/>
          </p:nvPr>
        </p:nvSpPr>
        <p:spPr>
          <a:xfrm>
            <a:off x="889762" y="4436485"/>
            <a:ext cx="4907628" cy="511939"/>
          </a:xfrm>
        </p:spPr>
        <p:txBody>
          <a:bodyPr wrap="square">
            <a:noAutofit/>
          </a:bodyPr>
          <a:lstStyle>
            <a:lvl1pPr marL="0" indent="0" algn="l">
              <a:buNone/>
              <a:defRPr lang="en-GB" sz="1600" kern="1200" dirty="0">
                <a:solidFill>
                  <a:schemeClr val="bg1"/>
                </a:solidFill>
                <a:latin typeface="EYInterstate Regular" panose="02000503020000020004" pitchFamily="2" charset="0"/>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29" name="Title 4">
            <a:extLst>
              <a:ext uri="{FF2B5EF4-FFF2-40B4-BE49-F238E27FC236}">
                <a16:creationId xmlns:a16="http://schemas.microsoft.com/office/drawing/2014/main" id="{1F7B1FDC-B90E-6693-A750-B9BA4B535E8A}"/>
              </a:ext>
            </a:extLst>
          </p:cNvPr>
          <p:cNvSpPr>
            <a:spLocks noGrp="1"/>
          </p:cNvSpPr>
          <p:nvPr>
            <p:ph type="title"/>
          </p:nvPr>
        </p:nvSpPr>
        <p:spPr>
          <a:xfrm>
            <a:off x="889762" y="2698751"/>
            <a:ext cx="4906009" cy="1654043"/>
          </a:xfrm>
        </p:spPr>
        <p:txBody>
          <a:bodyPr anchor="t">
            <a:noAutofit/>
          </a:bodyPr>
          <a:lstStyle>
            <a:lvl1pPr>
              <a:defRPr sz="4200" b="1" i="0">
                <a:solidFill>
                  <a:schemeClr val="bg1"/>
                </a:solidFill>
                <a:latin typeface="EYInterstate Regular" panose="02000503020000020004" pitchFamily="2" charset="0"/>
              </a:defRPr>
            </a:lvl1pPr>
          </a:lstStyle>
          <a:p>
            <a:r>
              <a:rPr lang="en-GB"/>
              <a:t>Click to edit Master title style</a:t>
            </a:r>
            <a:endParaRPr lang="en-US"/>
          </a:p>
        </p:txBody>
      </p:sp>
      <p:sp>
        <p:nvSpPr>
          <p:cNvPr id="30" name="Text Placeholder 288">
            <a:extLst>
              <a:ext uri="{FF2B5EF4-FFF2-40B4-BE49-F238E27FC236}">
                <a16:creationId xmlns:a16="http://schemas.microsoft.com/office/drawing/2014/main" id="{1673B89D-F206-B9D2-CDB7-BDE045C7447F}"/>
              </a:ext>
            </a:extLst>
          </p:cNvPr>
          <p:cNvSpPr>
            <a:spLocks noGrp="1"/>
          </p:cNvSpPr>
          <p:nvPr>
            <p:ph type="body" sz="quarter" idx="10"/>
          </p:nvPr>
        </p:nvSpPr>
        <p:spPr>
          <a:xfrm>
            <a:off x="889762" y="5047485"/>
            <a:ext cx="4906010" cy="246221"/>
          </a:xfrm>
        </p:spPr>
        <p:txBody>
          <a:bodyPr wrap="square">
            <a:spAutoFit/>
          </a:bodyPr>
          <a:lstStyle>
            <a:lvl1pPr marL="0" indent="0">
              <a:buNone/>
              <a:defRPr sz="1600" b="1">
                <a:latin typeface="EYInterstate Regular" panose="02000503020000020004" pitchFamily="2" charset="0"/>
              </a:defRPr>
            </a:lvl1pPr>
            <a:lvl2pPr marL="252000" indent="0">
              <a:buNone/>
              <a:defRPr sz="1600" b="1">
                <a:latin typeface="+mj-lt"/>
              </a:defRPr>
            </a:lvl2pPr>
            <a:lvl3pPr marL="504000" indent="0">
              <a:buNone/>
              <a:defRPr sz="1600" b="1">
                <a:latin typeface="+mj-lt"/>
              </a:defRPr>
            </a:lvl3pPr>
            <a:lvl4pPr marL="756000" indent="0">
              <a:buNone/>
              <a:defRPr sz="1600" b="1">
                <a:latin typeface="+mj-lt"/>
              </a:defRPr>
            </a:lvl4pPr>
            <a:lvl5pPr marL="1008000" indent="0">
              <a:buNone/>
              <a:defRPr sz="1600" b="1">
                <a:latin typeface="+mj-lt"/>
              </a:defRPr>
            </a:lvl5pPr>
          </a:lstStyle>
          <a:p>
            <a:pPr lvl="0"/>
            <a:r>
              <a:rPr lang="en-GB"/>
              <a:t>Click to edit Master text styles</a:t>
            </a:r>
          </a:p>
        </p:txBody>
      </p:sp>
      <p:grpSp>
        <p:nvGrpSpPr>
          <p:cNvPr id="2" name="Group 1">
            <a:extLst>
              <a:ext uri="{FF2B5EF4-FFF2-40B4-BE49-F238E27FC236}">
                <a16:creationId xmlns:a16="http://schemas.microsoft.com/office/drawing/2014/main" id="{E76002E9-E0C8-43F6-867E-B59C9AE9217B}"/>
              </a:ext>
            </a:extLst>
          </p:cNvPr>
          <p:cNvGrpSpPr/>
          <p:nvPr userDrawn="1"/>
        </p:nvGrpSpPr>
        <p:grpSpPr>
          <a:xfrm>
            <a:off x="485774" y="1291008"/>
            <a:ext cx="5706110" cy="4360545"/>
            <a:chOff x="485774" y="1291008"/>
            <a:chExt cx="5706110" cy="4360545"/>
          </a:xfrm>
        </p:grpSpPr>
        <p:sp>
          <p:nvSpPr>
            <p:cNvPr id="26" name="Freeform 25">
              <a:extLst>
                <a:ext uri="{FF2B5EF4-FFF2-40B4-BE49-F238E27FC236}">
                  <a16:creationId xmlns:a16="http://schemas.microsoft.com/office/drawing/2014/main" id="{F7E50E80-DFF0-E065-898F-1AFD970459B6}"/>
                </a:ext>
              </a:extLst>
            </p:cNvPr>
            <p:cNvSpPr/>
            <p:nvPr userDrawn="1"/>
          </p:nvSpPr>
          <p:spPr>
            <a:xfrm>
              <a:off x="485774" y="5549953"/>
              <a:ext cx="508000" cy="101600"/>
            </a:xfrm>
            <a:custGeom>
              <a:avLst/>
              <a:gdLst>
                <a:gd name="connsiteX0" fmla="*/ 406400 w 508000"/>
                <a:gd name="connsiteY0" fmla="*/ 0 h 101600"/>
                <a:gd name="connsiteX1" fmla="*/ 508000 w 508000"/>
                <a:gd name="connsiteY1" fmla="*/ 0 h 101600"/>
                <a:gd name="connsiteX2" fmla="*/ 508000 w 508000"/>
                <a:gd name="connsiteY2" fmla="*/ 101600 h 101600"/>
                <a:gd name="connsiteX3" fmla="*/ 406400 w 508000"/>
                <a:gd name="connsiteY3" fmla="*/ 101600 h 101600"/>
                <a:gd name="connsiteX4" fmla="*/ 203200 w 508000"/>
                <a:gd name="connsiteY4" fmla="*/ 0 h 101600"/>
                <a:gd name="connsiteX5" fmla="*/ 304800 w 508000"/>
                <a:gd name="connsiteY5" fmla="*/ 0 h 101600"/>
                <a:gd name="connsiteX6" fmla="*/ 304800 w 508000"/>
                <a:gd name="connsiteY6" fmla="*/ 101600 h 101600"/>
                <a:gd name="connsiteX7" fmla="*/ 203200 w 508000"/>
                <a:gd name="connsiteY7" fmla="*/ 101600 h 101600"/>
                <a:gd name="connsiteX8" fmla="*/ 0 w 508000"/>
                <a:gd name="connsiteY8" fmla="*/ 0 h 101600"/>
                <a:gd name="connsiteX9" fmla="*/ 101600 w 508000"/>
                <a:gd name="connsiteY9" fmla="*/ 0 h 101600"/>
                <a:gd name="connsiteX10" fmla="*/ 101600 w 508000"/>
                <a:gd name="connsiteY10" fmla="*/ 101600 h 101600"/>
                <a:gd name="connsiteX11" fmla="*/ 0 w 508000"/>
                <a:gd name="connsiteY11" fmla="*/ 101600 h 10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8000" h="101600">
                  <a:moveTo>
                    <a:pt x="406400" y="0"/>
                  </a:moveTo>
                  <a:lnTo>
                    <a:pt x="508000" y="0"/>
                  </a:lnTo>
                  <a:lnTo>
                    <a:pt x="508000" y="101600"/>
                  </a:lnTo>
                  <a:lnTo>
                    <a:pt x="406400" y="101600"/>
                  </a:lnTo>
                  <a:close/>
                  <a:moveTo>
                    <a:pt x="203200" y="0"/>
                  </a:moveTo>
                  <a:lnTo>
                    <a:pt x="304800" y="0"/>
                  </a:lnTo>
                  <a:lnTo>
                    <a:pt x="304800" y="101600"/>
                  </a:lnTo>
                  <a:lnTo>
                    <a:pt x="203200" y="101600"/>
                  </a:lnTo>
                  <a:close/>
                  <a:moveTo>
                    <a:pt x="0" y="0"/>
                  </a:moveTo>
                  <a:lnTo>
                    <a:pt x="101600" y="0"/>
                  </a:lnTo>
                  <a:lnTo>
                    <a:pt x="101600" y="101600"/>
                  </a:lnTo>
                  <a:lnTo>
                    <a:pt x="0" y="101600"/>
                  </a:lnTo>
                  <a:close/>
                </a:path>
              </a:pathLst>
            </a:custGeom>
            <a:solidFill>
              <a:schemeClr val="tx2"/>
            </a:solidFill>
            <a:ln w="63500" cap="flat">
              <a:noFill/>
              <a:prstDash val="solid"/>
              <a:miter/>
            </a:ln>
          </p:spPr>
          <p:txBody>
            <a:bodyPr rtlCol="0" anchor="ctr"/>
            <a:lstStyle/>
            <a:p>
              <a:endParaRPr lang="en-US"/>
            </a:p>
          </p:txBody>
        </p:sp>
        <p:sp>
          <p:nvSpPr>
            <p:cNvPr id="4" name="Freeform 3">
              <a:extLst>
                <a:ext uri="{FF2B5EF4-FFF2-40B4-BE49-F238E27FC236}">
                  <a16:creationId xmlns:a16="http://schemas.microsoft.com/office/drawing/2014/main" id="{7E9D0337-F340-664F-6A13-B03AA4BA4F82}"/>
                </a:ext>
              </a:extLst>
            </p:cNvPr>
            <p:cNvSpPr/>
            <p:nvPr userDrawn="1"/>
          </p:nvSpPr>
          <p:spPr>
            <a:xfrm>
              <a:off x="485775" y="1291008"/>
              <a:ext cx="5706109" cy="4359275"/>
            </a:xfrm>
            <a:custGeom>
              <a:avLst/>
              <a:gdLst>
                <a:gd name="connsiteX0" fmla="*/ 0 w 5706109"/>
                <a:gd name="connsiteY0" fmla="*/ 4157346 h 4359275"/>
                <a:gd name="connsiteX1" fmla="*/ 101600 w 5706109"/>
                <a:gd name="connsiteY1" fmla="*/ 4157346 h 4359275"/>
                <a:gd name="connsiteX2" fmla="*/ 101600 w 5706109"/>
                <a:gd name="connsiteY2" fmla="*/ 1075055 h 4359275"/>
                <a:gd name="connsiteX3" fmla="*/ 101600 w 5706109"/>
                <a:gd name="connsiteY3" fmla="*/ 1075055 h 4359275"/>
                <a:gd name="connsiteX4" fmla="*/ 191770 w 5706109"/>
                <a:gd name="connsiteY4" fmla="*/ 1059180 h 4359275"/>
                <a:gd name="connsiteX5" fmla="*/ 861060 w 5706109"/>
                <a:gd name="connsiteY5" fmla="*/ 942975 h 4359275"/>
                <a:gd name="connsiteX6" fmla="*/ 1195705 w 5706109"/>
                <a:gd name="connsiteY6" fmla="*/ 885190 h 4359275"/>
                <a:gd name="connsiteX7" fmla="*/ 1362710 w 5706109"/>
                <a:gd name="connsiteY7" fmla="*/ 855980 h 4359275"/>
                <a:gd name="connsiteX8" fmla="*/ 1529715 w 5706109"/>
                <a:gd name="connsiteY8" fmla="*/ 826770 h 4359275"/>
                <a:gd name="connsiteX9" fmla="*/ 1864360 w 5706109"/>
                <a:gd name="connsiteY9" fmla="*/ 768985 h 4359275"/>
                <a:gd name="connsiteX10" fmla="*/ 2031365 w 5706109"/>
                <a:gd name="connsiteY10" fmla="*/ 739775 h 4359275"/>
                <a:gd name="connsiteX11" fmla="*/ 2198370 w 5706109"/>
                <a:gd name="connsiteY11" fmla="*/ 710565 h 4359275"/>
                <a:gd name="connsiteX12" fmla="*/ 2365375 w 5706109"/>
                <a:gd name="connsiteY12" fmla="*/ 681355 h 4359275"/>
                <a:gd name="connsiteX13" fmla="*/ 2532380 w 5706109"/>
                <a:gd name="connsiteY13" fmla="*/ 652145 h 4359275"/>
                <a:gd name="connsiteX14" fmla="*/ 2699385 w 5706109"/>
                <a:gd name="connsiteY14" fmla="*/ 622935 h 4359275"/>
                <a:gd name="connsiteX15" fmla="*/ 2866390 w 5706109"/>
                <a:gd name="connsiteY15" fmla="*/ 593725 h 4359275"/>
                <a:gd name="connsiteX16" fmla="*/ 5461000 w 5706109"/>
                <a:gd name="connsiteY16" fmla="*/ 144145 h 4359275"/>
                <a:gd name="connsiteX17" fmla="*/ 5602605 w 5706109"/>
                <a:gd name="connsiteY17" fmla="*/ 119380 h 4359275"/>
                <a:gd name="connsiteX18" fmla="*/ 5602605 w 5706109"/>
                <a:gd name="connsiteY18" fmla="*/ 119380 h 4359275"/>
                <a:gd name="connsiteX19" fmla="*/ 5602605 w 5706109"/>
                <a:gd name="connsiteY19" fmla="*/ 4257676 h 4359275"/>
                <a:gd name="connsiteX20" fmla="*/ 609600 w 5706109"/>
                <a:gd name="connsiteY20" fmla="*/ 4257676 h 4359275"/>
                <a:gd name="connsiteX21" fmla="*/ 609600 w 5706109"/>
                <a:gd name="connsiteY21" fmla="*/ 4359276 h 4359275"/>
                <a:gd name="connsiteX22" fmla="*/ 5706110 w 5706109"/>
                <a:gd name="connsiteY22" fmla="*/ 4359276 h 4359275"/>
                <a:gd name="connsiteX23" fmla="*/ 5706110 w 5706109"/>
                <a:gd name="connsiteY23" fmla="*/ 0 h 4359275"/>
                <a:gd name="connsiteX24" fmla="*/ 5704840 w 5706109"/>
                <a:gd name="connsiteY24" fmla="*/ 0 h 4359275"/>
                <a:gd name="connsiteX25" fmla="*/ 5445760 w 5706109"/>
                <a:gd name="connsiteY25" fmla="*/ 45085 h 4359275"/>
                <a:gd name="connsiteX26" fmla="*/ 2851150 w 5706109"/>
                <a:gd name="connsiteY26" fmla="*/ 494665 h 4359275"/>
                <a:gd name="connsiteX27" fmla="*/ 2684145 w 5706109"/>
                <a:gd name="connsiteY27" fmla="*/ 523875 h 4359275"/>
                <a:gd name="connsiteX28" fmla="*/ 2517140 w 5706109"/>
                <a:gd name="connsiteY28" fmla="*/ 553085 h 4359275"/>
                <a:gd name="connsiteX29" fmla="*/ 2350135 w 5706109"/>
                <a:gd name="connsiteY29" fmla="*/ 582295 h 4359275"/>
                <a:gd name="connsiteX30" fmla="*/ 2183130 w 5706109"/>
                <a:gd name="connsiteY30" fmla="*/ 611505 h 4359275"/>
                <a:gd name="connsiteX31" fmla="*/ 2016125 w 5706109"/>
                <a:gd name="connsiteY31" fmla="*/ 640715 h 4359275"/>
                <a:gd name="connsiteX32" fmla="*/ 1849120 w 5706109"/>
                <a:gd name="connsiteY32" fmla="*/ 669925 h 4359275"/>
                <a:gd name="connsiteX33" fmla="*/ 1514475 w 5706109"/>
                <a:gd name="connsiteY33" fmla="*/ 727710 h 4359275"/>
                <a:gd name="connsiteX34" fmla="*/ 1347470 w 5706109"/>
                <a:gd name="connsiteY34" fmla="*/ 756920 h 4359275"/>
                <a:gd name="connsiteX35" fmla="*/ 1180465 w 5706109"/>
                <a:gd name="connsiteY35" fmla="*/ 786130 h 4359275"/>
                <a:gd name="connsiteX36" fmla="*/ 845820 w 5706109"/>
                <a:gd name="connsiteY36" fmla="*/ 843915 h 4359275"/>
                <a:gd name="connsiteX37" fmla="*/ 176530 w 5706109"/>
                <a:gd name="connsiteY37" fmla="*/ 960120 h 4359275"/>
                <a:gd name="connsiteX38" fmla="*/ 3175 w 5706109"/>
                <a:gd name="connsiteY38" fmla="*/ 989965 h 4359275"/>
                <a:gd name="connsiteX39" fmla="*/ 1905 w 5706109"/>
                <a:gd name="connsiteY39" fmla="*/ 989965 h 4359275"/>
                <a:gd name="connsiteX40" fmla="*/ 1905 w 5706109"/>
                <a:gd name="connsiteY40" fmla="*/ 4158616 h 4359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5706109" h="4359275">
                  <a:moveTo>
                    <a:pt x="0" y="4157346"/>
                  </a:moveTo>
                  <a:lnTo>
                    <a:pt x="101600" y="4157346"/>
                  </a:lnTo>
                  <a:lnTo>
                    <a:pt x="101600" y="1075055"/>
                  </a:lnTo>
                  <a:lnTo>
                    <a:pt x="101600" y="1075055"/>
                  </a:lnTo>
                  <a:lnTo>
                    <a:pt x="191770" y="1059180"/>
                  </a:lnTo>
                  <a:lnTo>
                    <a:pt x="861060" y="942975"/>
                  </a:lnTo>
                  <a:lnTo>
                    <a:pt x="1195705" y="885190"/>
                  </a:lnTo>
                  <a:lnTo>
                    <a:pt x="1362710" y="855980"/>
                  </a:lnTo>
                  <a:lnTo>
                    <a:pt x="1529715" y="826770"/>
                  </a:lnTo>
                  <a:lnTo>
                    <a:pt x="1864360" y="768985"/>
                  </a:lnTo>
                  <a:lnTo>
                    <a:pt x="2031365" y="739775"/>
                  </a:lnTo>
                  <a:lnTo>
                    <a:pt x="2198370" y="710565"/>
                  </a:lnTo>
                  <a:lnTo>
                    <a:pt x="2365375" y="681355"/>
                  </a:lnTo>
                  <a:lnTo>
                    <a:pt x="2532380" y="652145"/>
                  </a:lnTo>
                  <a:lnTo>
                    <a:pt x="2699385" y="622935"/>
                  </a:lnTo>
                  <a:lnTo>
                    <a:pt x="2866390" y="593725"/>
                  </a:lnTo>
                  <a:cubicBezTo>
                    <a:pt x="3731260" y="443865"/>
                    <a:pt x="4596130" y="294005"/>
                    <a:pt x="5461000" y="144145"/>
                  </a:cubicBezTo>
                  <a:lnTo>
                    <a:pt x="5602605" y="119380"/>
                  </a:lnTo>
                  <a:lnTo>
                    <a:pt x="5602605" y="119380"/>
                  </a:lnTo>
                  <a:lnTo>
                    <a:pt x="5602605" y="4257676"/>
                  </a:lnTo>
                  <a:lnTo>
                    <a:pt x="609600" y="4257676"/>
                  </a:lnTo>
                  <a:lnTo>
                    <a:pt x="609600" y="4359276"/>
                  </a:lnTo>
                  <a:lnTo>
                    <a:pt x="5706110" y="4359276"/>
                  </a:lnTo>
                  <a:lnTo>
                    <a:pt x="5706110" y="0"/>
                  </a:lnTo>
                  <a:lnTo>
                    <a:pt x="5704840" y="0"/>
                  </a:lnTo>
                  <a:cubicBezTo>
                    <a:pt x="5618480" y="15240"/>
                    <a:pt x="5532120" y="30480"/>
                    <a:pt x="5445760" y="45085"/>
                  </a:cubicBezTo>
                  <a:cubicBezTo>
                    <a:pt x="4580890" y="194945"/>
                    <a:pt x="3716020" y="344805"/>
                    <a:pt x="2851150" y="494665"/>
                  </a:cubicBezTo>
                  <a:lnTo>
                    <a:pt x="2684145" y="523875"/>
                  </a:lnTo>
                  <a:lnTo>
                    <a:pt x="2517140" y="553085"/>
                  </a:lnTo>
                  <a:lnTo>
                    <a:pt x="2350135" y="582295"/>
                  </a:lnTo>
                  <a:lnTo>
                    <a:pt x="2183130" y="611505"/>
                  </a:lnTo>
                  <a:lnTo>
                    <a:pt x="2016125" y="640715"/>
                  </a:lnTo>
                  <a:lnTo>
                    <a:pt x="1849120" y="669925"/>
                  </a:lnTo>
                  <a:lnTo>
                    <a:pt x="1514475" y="727710"/>
                  </a:lnTo>
                  <a:lnTo>
                    <a:pt x="1347470" y="756920"/>
                  </a:lnTo>
                  <a:lnTo>
                    <a:pt x="1180465" y="786130"/>
                  </a:lnTo>
                  <a:lnTo>
                    <a:pt x="845820" y="843915"/>
                  </a:lnTo>
                  <a:lnTo>
                    <a:pt x="176530" y="960120"/>
                  </a:lnTo>
                  <a:lnTo>
                    <a:pt x="3175" y="989965"/>
                  </a:lnTo>
                  <a:lnTo>
                    <a:pt x="1905" y="989965"/>
                  </a:lnTo>
                  <a:lnTo>
                    <a:pt x="1905" y="4158616"/>
                  </a:lnTo>
                  <a:close/>
                </a:path>
              </a:pathLst>
            </a:custGeom>
            <a:gradFill flip="none" rotWithShape="1">
              <a:gsLst>
                <a:gs pos="46000">
                  <a:srgbClr val="FFE600"/>
                </a:gs>
                <a:gs pos="66000">
                  <a:srgbClr val="00C864"/>
                </a:gs>
                <a:gs pos="100000">
                  <a:srgbClr val="4696FF"/>
                </a:gs>
              </a:gsLst>
              <a:lin ang="18600000" scaled="0"/>
              <a:tileRect/>
            </a:gradFill>
            <a:ln w="8181" cap="flat">
              <a:noFill/>
              <a:prstDash val="solid"/>
              <a:miter/>
            </a:ln>
          </p:spPr>
          <p:txBody>
            <a:bodyPr rtlCol="0" anchor="ctr"/>
            <a:lstStyle/>
            <a:p>
              <a:pPr lvl="0"/>
              <a:endParaRPr lang="en-US"/>
            </a:p>
          </p:txBody>
        </p:sp>
      </p:grpSp>
      <p:pic>
        <p:nvPicPr>
          <p:cNvPr id="10" name="Graphic 9">
            <a:extLst>
              <a:ext uri="{FF2B5EF4-FFF2-40B4-BE49-F238E27FC236}">
                <a16:creationId xmlns:a16="http://schemas.microsoft.com/office/drawing/2014/main" id="{3EB81178-0C76-4195-4620-426F9091975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752931" y="5425071"/>
            <a:ext cx="2031701" cy="1034813"/>
          </a:xfrm>
          <a:prstGeom prst="rect">
            <a:avLst/>
          </a:prstGeom>
        </p:spPr>
      </p:pic>
    </p:spTree>
    <p:extLst>
      <p:ext uri="{BB962C8B-B14F-4D97-AF65-F5344CB8AC3E}">
        <p14:creationId xmlns:p14="http://schemas.microsoft.com/office/powerpoint/2010/main" val="3021092094"/>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Title Slide Frame 5">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CF5E0C7-6CC4-C4E1-946D-4BAC78CCDAE4}"/>
              </a:ext>
              <a:ext uri="{C183D7F6-B498-43B3-948B-1728B52AA6E4}">
                <adec:decorative xmlns:adec="http://schemas.microsoft.com/office/drawing/2017/decorative" val="1"/>
              </a:ext>
            </a:extLst>
          </p:cNvPr>
          <p:cNvSpPr/>
          <p:nvPr userDrawn="1"/>
        </p:nvSpPr>
        <p:spPr>
          <a:xfrm>
            <a:off x="0" y="0"/>
            <a:ext cx="8386354" cy="6858000"/>
          </a:xfrm>
          <a:prstGeom prst="rect">
            <a:avLst/>
          </a:prstGeom>
          <a:gradFill flip="none" rotWithShape="1">
            <a:gsLst>
              <a:gs pos="0">
                <a:schemeClr val="tx1">
                  <a:lumMod val="0"/>
                  <a:alpha val="0"/>
                </a:schemeClr>
              </a:gs>
              <a:gs pos="95000">
                <a:srgbClr val="000000">
                  <a:alpha val="70000"/>
                </a:srgbClr>
              </a:gs>
            </a:gsLst>
            <a:lin ang="108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endParaRPr lang="en-US" sz="1200" b="1">
              <a:solidFill>
                <a:schemeClr val="tx1"/>
              </a:solidFill>
            </a:endParaRPr>
          </a:p>
        </p:txBody>
      </p:sp>
      <p:grpSp>
        <p:nvGrpSpPr>
          <p:cNvPr id="4" name="Group 3">
            <a:extLst>
              <a:ext uri="{FF2B5EF4-FFF2-40B4-BE49-F238E27FC236}">
                <a16:creationId xmlns:a16="http://schemas.microsoft.com/office/drawing/2014/main" id="{92E27567-DFCD-709F-AF40-B7A340ECC0FE}"/>
              </a:ext>
            </a:extLst>
          </p:cNvPr>
          <p:cNvGrpSpPr/>
          <p:nvPr userDrawn="1"/>
        </p:nvGrpSpPr>
        <p:grpSpPr>
          <a:xfrm>
            <a:off x="485775" y="6164633"/>
            <a:ext cx="4940935" cy="318770"/>
            <a:chOff x="485775" y="6164633"/>
            <a:chExt cx="4940935" cy="318770"/>
          </a:xfrm>
        </p:grpSpPr>
        <p:sp>
          <p:nvSpPr>
            <p:cNvPr id="24" name="Freeform 23">
              <a:extLst>
                <a:ext uri="{FF2B5EF4-FFF2-40B4-BE49-F238E27FC236}">
                  <a16:creationId xmlns:a16="http://schemas.microsoft.com/office/drawing/2014/main" id="{BDF3ED9A-57E4-25C5-BC4E-AC1C77798191}"/>
                </a:ext>
              </a:extLst>
            </p:cNvPr>
            <p:cNvSpPr/>
            <p:nvPr userDrawn="1"/>
          </p:nvSpPr>
          <p:spPr>
            <a:xfrm>
              <a:off x="485775" y="6164633"/>
              <a:ext cx="405765" cy="81280"/>
            </a:xfrm>
            <a:custGeom>
              <a:avLst/>
              <a:gdLst>
                <a:gd name="connsiteX0" fmla="*/ 324485 w 405765"/>
                <a:gd name="connsiteY0" fmla="*/ 0 h 81280"/>
                <a:gd name="connsiteX1" fmla="*/ 405765 w 405765"/>
                <a:gd name="connsiteY1" fmla="*/ 0 h 81280"/>
                <a:gd name="connsiteX2" fmla="*/ 405765 w 405765"/>
                <a:gd name="connsiteY2" fmla="*/ 81280 h 81280"/>
                <a:gd name="connsiteX3" fmla="*/ 324485 w 405765"/>
                <a:gd name="connsiteY3" fmla="*/ 81280 h 81280"/>
                <a:gd name="connsiteX4" fmla="*/ 161925 w 405765"/>
                <a:gd name="connsiteY4" fmla="*/ 0 h 81280"/>
                <a:gd name="connsiteX5" fmla="*/ 243205 w 405765"/>
                <a:gd name="connsiteY5" fmla="*/ 0 h 81280"/>
                <a:gd name="connsiteX6" fmla="*/ 243205 w 405765"/>
                <a:gd name="connsiteY6" fmla="*/ 81280 h 81280"/>
                <a:gd name="connsiteX7" fmla="*/ 161925 w 405765"/>
                <a:gd name="connsiteY7" fmla="*/ 81280 h 81280"/>
                <a:gd name="connsiteX8" fmla="*/ 0 w 405765"/>
                <a:gd name="connsiteY8" fmla="*/ 0 h 81280"/>
                <a:gd name="connsiteX9" fmla="*/ 81280 w 405765"/>
                <a:gd name="connsiteY9" fmla="*/ 0 h 81280"/>
                <a:gd name="connsiteX10" fmla="*/ 81280 w 405765"/>
                <a:gd name="connsiteY10" fmla="*/ 81280 h 81280"/>
                <a:gd name="connsiteX11" fmla="*/ 0 w 405765"/>
                <a:gd name="connsiteY11" fmla="*/ 81280 h 81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05765" h="81280">
                  <a:moveTo>
                    <a:pt x="324485" y="0"/>
                  </a:moveTo>
                  <a:lnTo>
                    <a:pt x="405765" y="0"/>
                  </a:lnTo>
                  <a:lnTo>
                    <a:pt x="405765" y="81280"/>
                  </a:lnTo>
                  <a:lnTo>
                    <a:pt x="324485" y="81280"/>
                  </a:lnTo>
                  <a:close/>
                  <a:moveTo>
                    <a:pt x="161925" y="0"/>
                  </a:moveTo>
                  <a:lnTo>
                    <a:pt x="243205" y="0"/>
                  </a:lnTo>
                  <a:lnTo>
                    <a:pt x="243205" y="81280"/>
                  </a:lnTo>
                  <a:lnTo>
                    <a:pt x="161925" y="81280"/>
                  </a:lnTo>
                  <a:close/>
                  <a:moveTo>
                    <a:pt x="0" y="0"/>
                  </a:moveTo>
                  <a:lnTo>
                    <a:pt x="81280" y="0"/>
                  </a:lnTo>
                  <a:lnTo>
                    <a:pt x="81280" y="81280"/>
                  </a:lnTo>
                  <a:lnTo>
                    <a:pt x="0" y="81280"/>
                  </a:lnTo>
                  <a:close/>
                </a:path>
              </a:pathLst>
            </a:custGeom>
            <a:solidFill>
              <a:srgbClr val="FFE600"/>
            </a:solidFill>
            <a:ln w="63500" cap="flat">
              <a:noFill/>
              <a:prstDash val="solid"/>
              <a:miter/>
            </a:ln>
          </p:spPr>
          <p:txBody>
            <a:bodyPr rtlCol="0" anchor="ctr"/>
            <a:lstStyle/>
            <a:p>
              <a:endParaRPr lang="en-US"/>
            </a:p>
          </p:txBody>
        </p:sp>
        <p:sp>
          <p:nvSpPr>
            <p:cNvPr id="25" name="Freeform 24">
              <a:extLst>
                <a:ext uri="{FF2B5EF4-FFF2-40B4-BE49-F238E27FC236}">
                  <a16:creationId xmlns:a16="http://schemas.microsoft.com/office/drawing/2014/main" id="{F8AD9B21-63CE-8D03-9802-DB2391C6BC13}"/>
                </a:ext>
              </a:extLst>
            </p:cNvPr>
            <p:cNvSpPr/>
            <p:nvPr userDrawn="1"/>
          </p:nvSpPr>
          <p:spPr bwMode="black">
            <a:xfrm>
              <a:off x="485779" y="6344974"/>
              <a:ext cx="4940931" cy="138429"/>
            </a:xfrm>
            <a:custGeom>
              <a:avLst/>
              <a:gdLst>
                <a:gd name="connsiteX0" fmla="*/ 1032512 w 4940931"/>
                <a:gd name="connsiteY0" fmla="*/ 137477 h 138429"/>
                <a:gd name="connsiteX1" fmla="*/ 1032512 w 4940931"/>
                <a:gd name="connsiteY1" fmla="*/ 137794 h 138429"/>
                <a:gd name="connsiteX2" fmla="*/ 1030607 w 4940931"/>
                <a:gd name="connsiteY2" fmla="*/ 138429 h 138429"/>
                <a:gd name="connsiteX3" fmla="*/ 4929501 w 4940931"/>
                <a:gd name="connsiteY3" fmla="*/ 87629 h 138429"/>
                <a:gd name="connsiteX4" fmla="*/ 4933946 w 4940931"/>
                <a:gd name="connsiteY4" fmla="*/ 88264 h 138429"/>
                <a:gd name="connsiteX5" fmla="*/ 4937756 w 4940931"/>
                <a:gd name="connsiteY5" fmla="*/ 90804 h 138429"/>
                <a:gd name="connsiteX6" fmla="*/ 4940296 w 4940931"/>
                <a:gd name="connsiteY6" fmla="*/ 94614 h 138429"/>
                <a:gd name="connsiteX7" fmla="*/ 4940931 w 4940931"/>
                <a:gd name="connsiteY7" fmla="*/ 99059 h 138429"/>
                <a:gd name="connsiteX8" fmla="*/ 4940296 w 4940931"/>
                <a:gd name="connsiteY8" fmla="*/ 103504 h 138429"/>
                <a:gd name="connsiteX9" fmla="*/ 4937756 w 4940931"/>
                <a:gd name="connsiteY9" fmla="*/ 107314 h 138429"/>
                <a:gd name="connsiteX10" fmla="*/ 4933946 w 4940931"/>
                <a:gd name="connsiteY10" fmla="*/ 109854 h 138429"/>
                <a:gd name="connsiteX11" fmla="*/ 4929501 w 4940931"/>
                <a:gd name="connsiteY11" fmla="*/ 110489 h 138429"/>
                <a:gd name="connsiteX12" fmla="*/ 4925056 w 4940931"/>
                <a:gd name="connsiteY12" fmla="*/ 109854 h 138429"/>
                <a:gd name="connsiteX13" fmla="*/ 4921246 w 4940931"/>
                <a:gd name="connsiteY13" fmla="*/ 107314 h 138429"/>
                <a:gd name="connsiteX14" fmla="*/ 4918706 w 4940931"/>
                <a:gd name="connsiteY14" fmla="*/ 103504 h 138429"/>
                <a:gd name="connsiteX15" fmla="*/ 4918071 w 4940931"/>
                <a:gd name="connsiteY15" fmla="*/ 99059 h 138429"/>
                <a:gd name="connsiteX16" fmla="*/ 4918706 w 4940931"/>
                <a:gd name="connsiteY16" fmla="*/ 94614 h 138429"/>
                <a:gd name="connsiteX17" fmla="*/ 4921246 w 4940931"/>
                <a:gd name="connsiteY17" fmla="*/ 90804 h 138429"/>
                <a:gd name="connsiteX18" fmla="*/ 4925056 w 4940931"/>
                <a:gd name="connsiteY18" fmla="*/ 88264 h 138429"/>
                <a:gd name="connsiteX19" fmla="*/ 4929501 w 4940931"/>
                <a:gd name="connsiteY19" fmla="*/ 87629 h 138429"/>
                <a:gd name="connsiteX20" fmla="*/ 3079110 w 4940931"/>
                <a:gd name="connsiteY20" fmla="*/ 87629 h 138429"/>
                <a:gd name="connsiteX21" fmla="*/ 3083555 w 4940931"/>
                <a:gd name="connsiteY21" fmla="*/ 88264 h 138429"/>
                <a:gd name="connsiteX22" fmla="*/ 3087365 w 4940931"/>
                <a:gd name="connsiteY22" fmla="*/ 90804 h 138429"/>
                <a:gd name="connsiteX23" fmla="*/ 3089905 w 4940931"/>
                <a:gd name="connsiteY23" fmla="*/ 94614 h 138429"/>
                <a:gd name="connsiteX24" fmla="*/ 3090540 w 4940931"/>
                <a:gd name="connsiteY24" fmla="*/ 99059 h 138429"/>
                <a:gd name="connsiteX25" fmla="*/ 3089905 w 4940931"/>
                <a:gd name="connsiteY25" fmla="*/ 103504 h 138429"/>
                <a:gd name="connsiteX26" fmla="*/ 3087365 w 4940931"/>
                <a:gd name="connsiteY26" fmla="*/ 107314 h 138429"/>
                <a:gd name="connsiteX27" fmla="*/ 3083555 w 4940931"/>
                <a:gd name="connsiteY27" fmla="*/ 109854 h 138429"/>
                <a:gd name="connsiteX28" fmla="*/ 3079110 w 4940931"/>
                <a:gd name="connsiteY28" fmla="*/ 110489 h 138429"/>
                <a:gd name="connsiteX29" fmla="*/ 3074665 w 4940931"/>
                <a:gd name="connsiteY29" fmla="*/ 109854 h 138429"/>
                <a:gd name="connsiteX30" fmla="*/ 3070855 w 4940931"/>
                <a:gd name="connsiteY30" fmla="*/ 107314 h 138429"/>
                <a:gd name="connsiteX31" fmla="*/ 3068315 w 4940931"/>
                <a:gd name="connsiteY31" fmla="*/ 103504 h 138429"/>
                <a:gd name="connsiteX32" fmla="*/ 3067680 w 4940931"/>
                <a:gd name="connsiteY32" fmla="*/ 99059 h 138429"/>
                <a:gd name="connsiteX33" fmla="*/ 3068315 w 4940931"/>
                <a:gd name="connsiteY33" fmla="*/ 94614 h 138429"/>
                <a:gd name="connsiteX34" fmla="*/ 3070855 w 4940931"/>
                <a:gd name="connsiteY34" fmla="*/ 90804 h 138429"/>
                <a:gd name="connsiteX35" fmla="*/ 3074665 w 4940931"/>
                <a:gd name="connsiteY35" fmla="*/ 88264 h 138429"/>
                <a:gd name="connsiteX36" fmla="*/ 3079110 w 4940931"/>
                <a:gd name="connsiteY36" fmla="*/ 87629 h 138429"/>
                <a:gd name="connsiteX37" fmla="*/ 1565275 w 4940931"/>
                <a:gd name="connsiteY37" fmla="*/ 87629 h 138429"/>
                <a:gd name="connsiteX38" fmla="*/ 1569720 w 4940931"/>
                <a:gd name="connsiteY38" fmla="*/ 88264 h 138429"/>
                <a:gd name="connsiteX39" fmla="*/ 1573529 w 4940931"/>
                <a:gd name="connsiteY39" fmla="*/ 90804 h 138429"/>
                <a:gd name="connsiteX40" fmla="*/ 1576069 w 4940931"/>
                <a:gd name="connsiteY40" fmla="*/ 94614 h 138429"/>
                <a:gd name="connsiteX41" fmla="*/ 1576705 w 4940931"/>
                <a:gd name="connsiteY41" fmla="*/ 99059 h 138429"/>
                <a:gd name="connsiteX42" fmla="*/ 1576069 w 4940931"/>
                <a:gd name="connsiteY42" fmla="*/ 103504 h 138429"/>
                <a:gd name="connsiteX43" fmla="*/ 1573529 w 4940931"/>
                <a:gd name="connsiteY43" fmla="*/ 107314 h 138429"/>
                <a:gd name="connsiteX44" fmla="*/ 1569720 w 4940931"/>
                <a:gd name="connsiteY44" fmla="*/ 109854 h 138429"/>
                <a:gd name="connsiteX45" fmla="*/ 1565275 w 4940931"/>
                <a:gd name="connsiteY45" fmla="*/ 110489 h 138429"/>
                <a:gd name="connsiteX46" fmla="*/ 1560830 w 4940931"/>
                <a:gd name="connsiteY46" fmla="*/ 109854 h 138429"/>
                <a:gd name="connsiteX47" fmla="*/ 1557020 w 4940931"/>
                <a:gd name="connsiteY47" fmla="*/ 107314 h 138429"/>
                <a:gd name="connsiteX48" fmla="*/ 1554479 w 4940931"/>
                <a:gd name="connsiteY48" fmla="*/ 103504 h 138429"/>
                <a:gd name="connsiteX49" fmla="*/ 1553844 w 4940931"/>
                <a:gd name="connsiteY49" fmla="*/ 99059 h 138429"/>
                <a:gd name="connsiteX50" fmla="*/ 1554479 w 4940931"/>
                <a:gd name="connsiteY50" fmla="*/ 94614 h 138429"/>
                <a:gd name="connsiteX51" fmla="*/ 1557020 w 4940931"/>
                <a:gd name="connsiteY51" fmla="*/ 90804 h 138429"/>
                <a:gd name="connsiteX52" fmla="*/ 1560830 w 4940931"/>
                <a:gd name="connsiteY52" fmla="*/ 88264 h 138429"/>
                <a:gd name="connsiteX53" fmla="*/ 1565275 w 4940931"/>
                <a:gd name="connsiteY53" fmla="*/ 87629 h 138429"/>
                <a:gd name="connsiteX54" fmla="*/ 2642230 w 4940931"/>
                <a:gd name="connsiteY54" fmla="*/ 73024 h 138429"/>
                <a:gd name="connsiteX55" fmla="*/ 2630800 w 4940931"/>
                <a:gd name="connsiteY55" fmla="*/ 76199 h 138429"/>
                <a:gd name="connsiteX56" fmla="*/ 2626355 w 4940931"/>
                <a:gd name="connsiteY56" fmla="*/ 84454 h 138429"/>
                <a:gd name="connsiteX57" fmla="*/ 2627625 w 4940931"/>
                <a:gd name="connsiteY57" fmla="*/ 90169 h 138429"/>
                <a:gd name="connsiteX58" fmla="*/ 2630800 w 4940931"/>
                <a:gd name="connsiteY58" fmla="*/ 93979 h 138429"/>
                <a:gd name="connsiteX59" fmla="*/ 2635245 w 4940931"/>
                <a:gd name="connsiteY59" fmla="*/ 96519 h 138429"/>
                <a:gd name="connsiteX60" fmla="*/ 2641595 w 4940931"/>
                <a:gd name="connsiteY60" fmla="*/ 97154 h 138429"/>
                <a:gd name="connsiteX61" fmla="*/ 2647310 w 4940931"/>
                <a:gd name="connsiteY61" fmla="*/ 96519 h 138429"/>
                <a:gd name="connsiteX62" fmla="*/ 2652390 w 4940931"/>
                <a:gd name="connsiteY62" fmla="*/ 93979 h 138429"/>
                <a:gd name="connsiteX63" fmla="*/ 2656835 w 4940931"/>
                <a:gd name="connsiteY63" fmla="*/ 90804 h 138429"/>
                <a:gd name="connsiteX64" fmla="*/ 2660010 w 4940931"/>
                <a:gd name="connsiteY64" fmla="*/ 86994 h 138429"/>
                <a:gd name="connsiteX65" fmla="*/ 2660010 w 4940931"/>
                <a:gd name="connsiteY65" fmla="*/ 75564 h 138429"/>
                <a:gd name="connsiteX66" fmla="*/ 2656200 w 4940931"/>
                <a:gd name="connsiteY66" fmla="*/ 74294 h 138429"/>
                <a:gd name="connsiteX67" fmla="*/ 2652390 w 4940931"/>
                <a:gd name="connsiteY67" fmla="*/ 73659 h 138429"/>
                <a:gd name="connsiteX68" fmla="*/ 2647945 w 4940931"/>
                <a:gd name="connsiteY68" fmla="*/ 73024 h 138429"/>
                <a:gd name="connsiteX69" fmla="*/ 2642230 w 4940931"/>
                <a:gd name="connsiteY69" fmla="*/ 73024 h 138429"/>
                <a:gd name="connsiteX70" fmla="*/ 4664706 w 4940931"/>
                <a:gd name="connsiteY70" fmla="*/ 43814 h 138429"/>
                <a:gd name="connsiteX71" fmla="*/ 4657086 w 4940931"/>
                <a:gd name="connsiteY71" fmla="*/ 45719 h 138429"/>
                <a:gd name="connsiteX72" fmla="*/ 4651371 w 4940931"/>
                <a:gd name="connsiteY72" fmla="*/ 50799 h 138429"/>
                <a:gd name="connsiteX73" fmla="*/ 4647561 w 4940931"/>
                <a:gd name="connsiteY73" fmla="*/ 59054 h 138429"/>
                <a:gd name="connsiteX74" fmla="*/ 4646291 w 4940931"/>
                <a:gd name="connsiteY74" fmla="*/ 69849 h 138429"/>
                <a:gd name="connsiteX75" fmla="*/ 4647561 w 4940931"/>
                <a:gd name="connsiteY75" fmla="*/ 81279 h 138429"/>
                <a:gd name="connsiteX76" fmla="*/ 4651371 w 4940931"/>
                <a:gd name="connsiteY76" fmla="*/ 89534 h 138429"/>
                <a:gd name="connsiteX77" fmla="*/ 4657721 w 4940931"/>
                <a:gd name="connsiteY77" fmla="*/ 94614 h 138429"/>
                <a:gd name="connsiteX78" fmla="*/ 4665341 w 4940931"/>
                <a:gd name="connsiteY78" fmla="*/ 96519 h 138429"/>
                <a:gd name="connsiteX79" fmla="*/ 4672961 w 4940931"/>
                <a:gd name="connsiteY79" fmla="*/ 94614 h 138429"/>
                <a:gd name="connsiteX80" fmla="*/ 4678676 w 4940931"/>
                <a:gd name="connsiteY80" fmla="*/ 88899 h 138429"/>
                <a:gd name="connsiteX81" fmla="*/ 4682486 w 4940931"/>
                <a:gd name="connsiteY81" fmla="*/ 80644 h 138429"/>
                <a:gd name="connsiteX82" fmla="*/ 4683756 w 4940931"/>
                <a:gd name="connsiteY82" fmla="*/ 70484 h 138429"/>
                <a:gd name="connsiteX83" fmla="*/ 4684391 w 4940931"/>
                <a:gd name="connsiteY83" fmla="*/ 69849 h 138429"/>
                <a:gd name="connsiteX84" fmla="*/ 4683121 w 4940931"/>
                <a:gd name="connsiteY84" fmla="*/ 59054 h 138429"/>
                <a:gd name="connsiteX85" fmla="*/ 4679311 w 4940931"/>
                <a:gd name="connsiteY85" fmla="*/ 50799 h 138429"/>
                <a:gd name="connsiteX86" fmla="*/ 4672961 w 4940931"/>
                <a:gd name="connsiteY86" fmla="*/ 45719 h 138429"/>
                <a:gd name="connsiteX87" fmla="*/ 4664706 w 4940931"/>
                <a:gd name="connsiteY87" fmla="*/ 43814 h 138429"/>
                <a:gd name="connsiteX88" fmla="*/ 4264020 w 4940931"/>
                <a:gd name="connsiteY88" fmla="*/ 43814 h 138429"/>
                <a:gd name="connsiteX89" fmla="*/ 4256400 w 4940931"/>
                <a:gd name="connsiteY89" fmla="*/ 45719 h 138429"/>
                <a:gd name="connsiteX90" fmla="*/ 4250685 w 4940931"/>
                <a:gd name="connsiteY90" fmla="*/ 50799 h 138429"/>
                <a:gd name="connsiteX91" fmla="*/ 4246875 w 4940931"/>
                <a:gd name="connsiteY91" fmla="*/ 59054 h 138429"/>
                <a:gd name="connsiteX92" fmla="*/ 4245605 w 4940931"/>
                <a:gd name="connsiteY92" fmla="*/ 69849 h 138429"/>
                <a:gd name="connsiteX93" fmla="*/ 4246875 w 4940931"/>
                <a:gd name="connsiteY93" fmla="*/ 81279 h 138429"/>
                <a:gd name="connsiteX94" fmla="*/ 4250685 w 4940931"/>
                <a:gd name="connsiteY94" fmla="*/ 89534 h 138429"/>
                <a:gd name="connsiteX95" fmla="*/ 4257035 w 4940931"/>
                <a:gd name="connsiteY95" fmla="*/ 94614 h 138429"/>
                <a:gd name="connsiteX96" fmla="*/ 4264655 w 4940931"/>
                <a:gd name="connsiteY96" fmla="*/ 96519 h 138429"/>
                <a:gd name="connsiteX97" fmla="*/ 4272275 w 4940931"/>
                <a:gd name="connsiteY97" fmla="*/ 94614 h 138429"/>
                <a:gd name="connsiteX98" fmla="*/ 4277990 w 4940931"/>
                <a:gd name="connsiteY98" fmla="*/ 88899 h 138429"/>
                <a:gd name="connsiteX99" fmla="*/ 4281800 w 4940931"/>
                <a:gd name="connsiteY99" fmla="*/ 80644 h 138429"/>
                <a:gd name="connsiteX100" fmla="*/ 4283070 w 4940931"/>
                <a:gd name="connsiteY100" fmla="*/ 70484 h 138429"/>
                <a:gd name="connsiteX101" fmla="*/ 4283705 w 4940931"/>
                <a:gd name="connsiteY101" fmla="*/ 69849 h 138429"/>
                <a:gd name="connsiteX102" fmla="*/ 4282435 w 4940931"/>
                <a:gd name="connsiteY102" fmla="*/ 59054 h 138429"/>
                <a:gd name="connsiteX103" fmla="*/ 4278625 w 4940931"/>
                <a:gd name="connsiteY103" fmla="*/ 50799 h 138429"/>
                <a:gd name="connsiteX104" fmla="*/ 4272275 w 4940931"/>
                <a:gd name="connsiteY104" fmla="*/ 45719 h 138429"/>
                <a:gd name="connsiteX105" fmla="*/ 4264020 w 4940931"/>
                <a:gd name="connsiteY105" fmla="*/ 43814 h 138429"/>
                <a:gd name="connsiteX106" fmla="*/ 1420495 w 4940931"/>
                <a:gd name="connsiteY106" fmla="*/ 43814 h 138429"/>
                <a:gd name="connsiteX107" fmla="*/ 1412875 w 4940931"/>
                <a:gd name="connsiteY107" fmla="*/ 45719 h 138429"/>
                <a:gd name="connsiteX108" fmla="*/ 1407160 w 4940931"/>
                <a:gd name="connsiteY108" fmla="*/ 50799 h 138429"/>
                <a:gd name="connsiteX109" fmla="*/ 1403350 w 4940931"/>
                <a:gd name="connsiteY109" fmla="*/ 59054 h 138429"/>
                <a:gd name="connsiteX110" fmla="*/ 1402080 w 4940931"/>
                <a:gd name="connsiteY110" fmla="*/ 69849 h 138429"/>
                <a:gd name="connsiteX111" fmla="*/ 1403350 w 4940931"/>
                <a:gd name="connsiteY111" fmla="*/ 81279 h 138429"/>
                <a:gd name="connsiteX112" fmla="*/ 1407160 w 4940931"/>
                <a:gd name="connsiteY112" fmla="*/ 89534 h 138429"/>
                <a:gd name="connsiteX113" fmla="*/ 1413510 w 4940931"/>
                <a:gd name="connsiteY113" fmla="*/ 94614 h 138429"/>
                <a:gd name="connsiteX114" fmla="*/ 1421130 w 4940931"/>
                <a:gd name="connsiteY114" fmla="*/ 96519 h 138429"/>
                <a:gd name="connsiteX115" fmla="*/ 1428750 w 4940931"/>
                <a:gd name="connsiteY115" fmla="*/ 94614 h 138429"/>
                <a:gd name="connsiteX116" fmla="*/ 1434465 w 4940931"/>
                <a:gd name="connsiteY116" fmla="*/ 88899 h 138429"/>
                <a:gd name="connsiteX117" fmla="*/ 1438275 w 4940931"/>
                <a:gd name="connsiteY117" fmla="*/ 80644 h 138429"/>
                <a:gd name="connsiteX118" fmla="*/ 1439545 w 4940931"/>
                <a:gd name="connsiteY118" fmla="*/ 70484 h 138429"/>
                <a:gd name="connsiteX119" fmla="*/ 1440180 w 4940931"/>
                <a:gd name="connsiteY119" fmla="*/ 69849 h 138429"/>
                <a:gd name="connsiteX120" fmla="*/ 1438910 w 4940931"/>
                <a:gd name="connsiteY120" fmla="*/ 59054 h 138429"/>
                <a:gd name="connsiteX121" fmla="*/ 1435100 w 4940931"/>
                <a:gd name="connsiteY121" fmla="*/ 50799 h 138429"/>
                <a:gd name="connsiteX122" fmla="*/ 1428750 w 4940931"/>
                <a:gd name="connsiteY122" fmla="*/ 45719 h 138429"/>
                <a:gd name="connsiteX123" fmla="*/ 1420495 w 4940931"/>
                <a:gd name="connsiteY123" fmla="*/ 43814 h 138429"/>
                <a:gd name="connsiteX124" fmla="*/ 4041770 w 4940931"/>
                <a:gd name="connsiteY124" fmla="*/ 43180 h 138429"/>
                <a:gd name="connsiteX125" fmla="*/ 4034785 w 4940931"/>
                <a:gd name="connsiteY125" fmla="*/ 44450 h 138429"/>
                <a:gd name="connsiteX126" fmla="*/ 4029705 w 4940931"/>
                <a:gd name="connsiteY126" fmla="*/ 48260 h 138429"/>
                <a:gd name="connsiteX127" fmla="*/ 4025895 w 4940931"/>
                <a:gd name="connsiteY127" fmla="*/ 54610 h 138429"/>
                <a:gd name="connsiteX128" fmla="*/ 4023990 w 4940931"/>
                <a:gd name="connsiteY128" fmla="*/ 62865 h 138429"/>
                <a:gd name="connsiteX129" fmla="*/ 4060185 w 4940931"/>
                <a:gd name="connsiteY129" fmla="*/ 62865 h 138429"/>
                <a:gd name="connsiteX130" fmla="*/ 4058915 w 4940931"/>
                <a:gd name="connsiteY130" fmla="*/ 55245 h 138429"/>
                <a:gd name="connsiteX131" fmla="*/ 4055740 w 4940931"/>
                <a:gd name="connsiteY131" fmla="*/ 48895 h 138429"/>
                <a:gd name="connsiteX132" fmla="*/ 4050025 w 4940931"/>
                <a:gd name="connsiteY132" fmla="*/ 44450 h 138429"/>
                <a:gd name="connsiteX133" fmla="*/ 4041770 w 4940931"/>
                <a:gd name="connsiteY133" fmla="*/ 43180 h 138429"/>
                <a:gd name="connsiteX134" fmla="*/ 3728081 w 4940931"/>
                <a:gd name="connsiteY134" fmla="*/ 43180 h 138429"/>
                <a:gd name="connsiteX135" fmla="*/ 3721096 w 4940931"/>
                <a:gd name="connsiteY135" fmla="*/ 44450 h 138429"/>
                <a:gd name="connsiteX136" fmla="*/ 3716016 w 4940931"/>
                <a:gd name="connsiteY136" fmla="*/ 48260 h 138429"/>
                <a:gd name="connsiteX137" fmla="*/ 3712206 w 4940931"/>
                <a:gd name="connsiteY137" fmla="*/ 54610 h 138429"/>
                <a:gd name="connsiteX138" fmla="*/ 3710301 w 4940931"/>
                <a:gd name="connsiteY138" fmla="*/ 62865 h 138429"/>
                <a:gd name="connsiteX139" fmla="*/ 3746496 w 4940931"/>
                <a:gd name="connsiteY139" fmla="*/ 62865 h 138429"/>
                <a:gd name="connsiteX140" fmla="*/ 3745226 w 4940931"/>
                <a:gd name="connsiteY140" fmla="*/ 55245 h 138429"/>
                <a:gd name="connsiteX141" fmla="*/ 3742051 w 4940931"/>
                <a:gd name="connsiteY141" fmla="*/ 48895 h 138429"/>
                <a:gd name="connsiteX142" fmla="*/ 3736336 w 4940931"/>
                <a:gd name="connsiteY142" fmla="*/ 44450 h 138429"/>
                <a:gd name="connsiteX143" fmla="*/ 3728081 w 4940931"/>
                <a:gd name="connsiteY143" fmla="*/ 43180 h 138429"/>
                <a:gd name="connsiteX144" fmla="*/ 3541391 w 4940931"/>
                <a:gd name="connsiteY144" fmla="*/ 43180 h 138429"/>
                <a:gd name="connsiteX145" fmla="*/ 3534406 w 4940931"/>
                <a:gd name="connsiteY145" fmla="*/ 44450 h 138429"/>
                <a:gd name="connsiteX146" fmla="*/ 3529326 w 4940931"/>
                <a:gd name="connsiteY146" fmla="*/ 48260 h 138429"/>
                <a:gd name="connsiteX147" fmla="*/ 3525516 w 4940931"/>
                <a:gd name="connsiteY147" fmla="*/ 54610 h 138429"/>
                <a:gd name="connsiteX148" fmla="*/ 3523611 w 4940931"/>
                <a:gd name="connsiteY148" fmla="*/ 62865 h 138429"/>
                <a:gd name="connsiteX149" fmla="*/ 3559806 w 4940931"/>
                <a:gd name="connsiteY149" fmla="*/ 62865 h 138429"/>
                <a:gd name="connsiteX150" fmla="*/ 3558536 w 4940931"/>
                <a:gd name="connsiteY150" fmla="*/ 55245 h 138429"/>
                <a:gd name="connsiteX151" fmla="*/ 3555361 w 4940931"/>
                <a:gd name="connsiteY151" fmla="*/ 48895 h 138429"/>
                <a:gd name="connsiteX152" fmla="*/ 3549646 w 4940931"/>
                <a:gd name="connsiteY152" fmla="*/ 44450 h 138429"/>
                <a:gd name="connsiteX153" fmla="*/ 3541391 w 4940931"/>
                <a:gd name="connsiteY153" fmla="*/ 43180 h 138429"/>
                <a:gd name="connsiteX154" fmla="*/ 3463285 w 4940931"/>
                <a:gd name="connsiteY154" fmla="*/ 43180 h 138429"/>
                <a:gd name="connsiteX155" fmla="*/ 3458205 w 4940931"/>
                <a:gd name="connsiteY155" fmla="*/ 43815 h 138429"/>
                <a:gd name="connsiteX156" fmla="*/ 3453125 w 4940931"/>
                <a:gd name="connsiteY156" fmla="*/ 45720 h 138429"/>
                <a:gd name="connsiteX157" fmla="*/ 3448680 w 4940931"/>
                <a:gd name="connsiteY157" fmla="*/ 48895 h 138429"/>
                <a:gd name="connsiteX158" fmla="*/ 3445505 w 4940931"/>
                <a:gd name="connsiteY158" fmla="*/ 52705 h 138429"/>
                <a:gd name="connsiteX159" fmla="*/ 3445505 w 4940931"/>
                <a:gd name="connsiteY159" fmla="*/ 85725 h 138429"/>
                <a:gd name="connsiteX160" fmla="*/ 3448680 w 4940931"/>
                <a:gd name="connsiteY160" fmla="*/ 89535 h 138429"/>
                <a:gd name="connsiteX161" fmla="*/ 3453125 w 4940931"/>
                <a:gd name="connsiteY161" fmla="*/ 92710 h 138429"/>
                <a:gd name="connsiteX162" fmla="*/ 3458205 w 4940931"/>
                <a:gd name="connsiteY162" fmla="*/ 95250 h 138429"/>
                <a:gd name="connsiteX163" fmla="*/ 3463920 w 4940931"/>
                <a:gd name="connsiteY163" fmla="*/ 95885 h 138429"/>
                <a:gd name="connsiteX164" fmla="*/ 3476620 w 4940931"/>
                <a:gd name="connsiteY164" fmla="*/ 89535 h 138429"/>
                <a:gd name="connsiteX165" fmla="*/ 3481065 w 4940931"/>
                <a:gd name="connsiteY165" fmla="*/ 71120 h 138429"/>
                <a:gd name="connsiteX166" fmla="*/ 3480430 w 4940931"/>
                <a:gd name="connsiteY166" fmla="*/ 71755 h 138429"/>
                <a:gd name="connsiteX167" fmla="*/ 3475985 w 4940931"/>
                <a:gd name="connsiteY167" fmla="*/ 50165 h 138429"/>
                <a:gd name="connsiteX168" fmla="*/ 3463285 w 4940931"/>
                <a:gd name="connsiteY168" fmla="*/ 43180 h 138429"/>
                <a:gd name="connsiteX169" fmla="*/ 3343271 w 4940931"/>
                <a:gd name="connsiteY169" fmla="*/ 43180 h 138429"/>
                <a:gd name="connsiteX170" fmla="*/ 3336286 w 4940931"/>
                <a:gd name="connsiteY170" fmla="*/ 44450 h 138429"/>
                <a:gd name="connsiteX171" fmla="*/ 3331206 w 4940931"/>
                <a:gd name="connsiteY171" fmla="*/ 48260 h 138429"/>
                <a:gd name="connsiteX172" fmla="*/ 3327396 w 4940931"/>
                <a:gd name="connsiteY172" fmla="*/ 54610 h 138429"/>
                <a:gd name="connsiteX173" fmla="*/ 3325491 w 4940931"/>
                <a:gd name="connsiteY173" fmla="*/ 62865 h 138429"/>
                <a:gd name="connsiteX174" fmla="*/ 3361686 w 4940931"/>
                <a:gd name="connsiteY174" fmla="*/ 62865 h 138429"/>
                <a:gd name="connsiteX175" fmla="*/ 3360416 w 4940931"/>
                <a:gd name="connsiteY175" fmla="*/ 55245 h 138429"/>
                <a:gd name="connsiteX176" fmla="*/ 3357241 w 4940931"/>
                <a:gd name="connsiteY176" fmla="*/ 48895 h 138429"/>
                <a:gd name="connsiteX177" fmla="*/ 3351526 w 4940931"/>
                <a:gd name="connsiteY177" fmla="*/ 44450 h 138429"/>
                <a:gd name="connsiteX178" fmla="*/ 3343271 w 4940931"/>
                <a:gd name="connsiteY178" fmla="*/ 43180 h 138429"/>
                <a:gd name="connsiteX179" fmla="*/ 2976876 w 4940931"/>
                <a:gd name="connsiteY179" fmla="*/ 43180 h 138429"/>
                <a:gd name="connsiteX180" fmla="*/ 2969891 w 4940931"/>
                <a:gd name="connsiteY180" fmla="*/ 44450 h 138429"/>
                <a:gd name="connsiteX181" fmla="*/ 2964811 w 4940931"/>
                <a:gd name="connsiteY181" fmla="*/ 48260 h 138429"/>
                <a:gd name="connsiteX182" fmla="*/ 2961001 w 4940931"/>
                <a:gd name="connsiteY182" fmla="*/ 54610 h 138429"/>
                <a:gd name="connsiteX183" fmla="*/ 2959096 w 4940931"/>
                <a:gd name="connsiteY183" fmla="*/ 62865 h 138429"/>
                <a:gd name="connsiteX184" fmla="*/ 2995291 w 4940931"/>
                <a:gd name="connsiteY184" fmla="*/ 62865 h 138429"/>
                <a:gd name="connsiteX185" fmla="*/ 2994021 w 4940931"/>
                <a:gd name="connsiteY185" fmla="*/ 55245 h 138429"/>
                <a:gd name="connsiteX186" fmla="*/ 2990846 w 4940931"/>
                <a:gd name="connsiteY186" fmla="*/ 48895 h 138429"/>
                <a:gd name="connsiteX187" fmla="*/ 2985131 w 4940931"/>
                <a:gd name="connsiteY187" fmla="*/ 44450 h 138429"/>
                <a:gd name="connsiteX188" fmla="*/ 2976876 w 4940931"/>
                <a:gd name="connsiteY188" fmla="*/ 43180 h 138429"/>
                <a:gd name="connsiteX189" fmla="*/ 2527930 w 4940931"/>
                <a:gd name="connsiteY189" fmla="*/ 43180 h 138429"/>
                <a:gd name="connsiteX190" fmla="*/ 2520945 w 4940931"/>
                <a:gd name="connsiteY190" fmla="*/ 44450 h 138429"/>
                <a:gd name="connsiteX191" fmla="*/ 2515865 w 4940931"/>
                <a:gd name="connsiteY191" fmla="*/ 48260 h 138429"/>
                <a:gd name="connsiteX192" fmla="*/ 2512055 w 4940931"/>
                <a:gd name="connsiteY192" fmla="*/ 54610 h 138429"/>
                <a:gd name="connsiteX193" fmla="*/ 2510150 w 4940931"/>
                <a:gd name="connsiteY193" fmla="*/ 62865 h 138429"/>
                <a:gd name="connsiteX194" fmla="*/ 2546345 w 4940931"/>
                <a:gd name="connsiteY194" fmla="*/ 62865 h 138429"/>
                <a:gd name="connsiteX195" fmla="*/ 2545075 w 4940931"/>
                <a:gd name="connsiteY195" fmla="*/ 55245 h 138429"/>
                <a:gd name="connsiteX196" fmla="*/ 2541900 w 4940931"/>
                <a:gd name="connsiteY196" fmla="*/ 48895 h 138429"/>
                <a:gd name="connsiteX197" fmla="*/ 2536185 w 4940931"/>
                <a:gd name="connsiteY197" fmla="*/ 44450 h 138429"/>
                <a:gd name="connsiteX198" fmla="*/ 2527930 w 4940931"/>
                <a:gd name="connsiteY198" fmla="*/ 43180 h 138429"/>
                <a:gd name="connsiteX199" fmla="*/ 2214240 w 4940931"/>
                <a:gd name="connsiteY199" fmla="*/ 43180 h 138429"/>
                <a:gd name="connsiteX200" fmla="*/ 2207255 w 4940931"/>
                <a:gd name="connsiteY200" fmla="*/ 44450 h 138429"/>
                <a:gd name="connsiteX201" fmla="*/ 2202175 w 4940931"/>
                <a:gd name="connsiteY201" fmla="*/ 48260 h 138429"/>
                <a:gd name="connsiteX202" fmla="*/ 2198365 w 4940931"/>
                <a:gd name="connsiteY202" fmla="*/ 54610 h 138429"/>
                <a:gd name="connsiteX203" fmla="*/ 2196460 w 4940931"/>
                <a:gd name="connsiteY203" fmla="*/ 62865 h 138429"/>
                <a:gd name="connsiteX204" fmla="*/ 2232655 w 4940931"/>
                <a:gd name="connsiteY204" fmla="*/ 62865 h 138429"/>
                <a:gd name="connsiteX205" fmla="*/ 2231385 w 4940931"/>
                <a:gd name="connsiteY205" fmla="*/ 55245 h 138429"/>
                <a:gd name="connsiteX206" fmla="*/ 2228210 w 4940931"/>
                <a:gd name="connsiteY206" fmla="*/ 48895 h 138429"/>
                <a:gd name="connsiteX207" fmla="*/ 2222495 w 4940931"/>
                <a:gd name="connsiteY207" fmla="*/ 44450 h 138429"/>
                <a:gd name="connsiteX208" fmla="*/ 2214240 w 4940931"/>
                <a:gd name="connsiteY208" fmla="*/ 43180 h 138429"/>
                <a:gd name="connsiteX209" fmla="*/ 2027551 w 4940931"/>
                <a:gd name="connsiteY209" fmla="*/ 43180 h 138429"/>
                <a:gd name="connsiteX210" fmla="*/ 2020566 w 4940931"/>
                <a:gd name="connsiteY210" fmla="*/ 44450 h 138429"/>
                <a:gd name="connsiteX211" fmla="*/ 2015486 w 4940931"/>
                <a:gd name="connsiteY211" fmla="*/ 48260 h 138429"/>
                <a:gd name="connsiteX212" fmla="*/ 2011676 w 4940931"/>
                <a:gd name="connsiteY212" fmla="*/ 54610 h 138429"/>
                <a:gd name="connsiteX213" fmla="*/ 2009771 w 4940931"/>
                <a:gd name="connsiteY213" fmla="*/ 62865 h 138429"/>
                <a:gd name="connsiteX214" fmla="*/ 2045966 w 4940931"/>
                <a:gd name="connsiteY214" fmla="*/ 62865 h 138429"/>
                <a:gd name="connsiteX215" fmla="*/ 2044696 w 4940931"/>
                <a:gd name="connsiteY215" fmla="*/ 55245 h 138429"/>
                <a:gd name="connsiteX216" fmla="*/ 2041521 w 4940931"/>
                <a:gd name="connsiteY216" fmla="*/ 48895 h 138429"/>
                <a:gd name="connsiteX217" fmla="*/ 2035806 w 4940931"/>
                <a:gd name="connsiteY217" fmla="*/ 44450 h 138429"/>
                <a:gd name="connsiteX218" fmla="*/ 2027551 w 4940931"/>
                <a:gd name="connsiteY218" fmla="*/ 43180 h 138429"/>
                <a:gd name="connsiteX219" fmla="*/ 1949445 w 4940931"/>
                <a:gd name="connsiteY219" fmla="*/ 43180 h 138429"/>
                <a:gd name="connsiteX220" fmla="*/ 1944365 w 4940931"/>
                <a:gd name="connsiteY220" fmla="*/ 43815 h 138429"/>
                <a:gd name="connsiteX221" fmla="*/ 1939285 w 4940931"/>
                <a:gd name="connsiteY221" fmla="*/ 45720 h 138429"/>
                <a:gd name="connsiteX222" fmla="*/ 1934840 w 4940931"/>
                <a:gd name="connsiteY222" fmla="*/ 48895 h 138429"/>
                <a:gd name="connsiteX223" fmla="*/ 1931665 w 4940931"/>
                <a:gd name="connsiteY223" fmla="*/ 52705 h 138429"/>
                <a:gd name="connsiteX224" fmla="*/ 1931665 w 4940931"/>
                <a:gd name="connsiteY224" fmla="*/ 85725 h 138429"/>
                <a:gd name="connsiteX225" fmla="*/ 1934840 w 4940931"/>
                <a:gd name="connsiteY225" fmla="*/ 89535 h 138429"/>
                <a:gd name="connsiteX226" fmla="*/ 1939285 w 4940931"/>
                <a:gd name="connsiteY226" fmla="*/ 92710 h 138429"/>
                <a:gd name="connsiteX227" fmla="*/ 1944365 w 4940931"/>
                <a:gd name="connsiteY227" fmla="*/ 95250 h 138429"/>
                <a:gd name="connsiteX228" fmla="*/ 1950080 w 4940931"/>
                <a:gd name="connsiteY228" fmla="*/ 95885 h 138429"/>
                <a:gd name="connsiteX229" fmla="*/ 1962780 w 4940931"/>
                <a:gd name="connsiteY229" fmla="*/ 89535 h 138429"/>
                <a:gd name="connsiteX230" fmla="*/ 1967225 w 4940931"/>
                <a:gd name="connsiteY230" fmla="*/ 71120 h 138429"/>
                <a:gd name="connsiteX231" fmla="*/ 1966590 w 4940931"/>
                <a:gd name="connsiteY231" fmla="*/ 71755 h 138429"/>
                <a:gd name="connsiteX232" fmla="*/ 1962145 w 4940931"/>
                <a:gd name="connsiteY232" fmla="*/ 50165 h 138429"/>
                <a:gd name="connsiteX233" fmla="*/ 1949445 w 4940931"/>
                <a:gd name="connsiteY233" fmla="*/ 43180 h 138429"/>
                <a:gd name="connsiteX234" fmla="*/ 1829431 w 4940931"/>
                <a:gd name="connsiteY234" fmla="*/ 43180 h 138429"/>
                <a:gd name="connsiteX235" fmla="*/ 1822446 w 4940931"/>
                <a:gd name="connsiteY235" fmla="*/ 44450 h 138429"/>
                <a:gd name="connsiteX236" fmla="*/ 1817366 w 4940931"/>
                <a:gd name="connsiteY236" fmla="*/ 48260 h 138429"/>
                <a:gd name="connsiteX237" fmla="*/ 1813556 w 4940931"/>
                <a:gd name="connsiteY237" fmla="*/ 54610 h 138429"/>
                <a:gd name="connsiteX238" fmla="*/ 1811651 w 4940931"/>
                <a:gd name="connsiteY238" fmla="*/ 62865 h 138429"/>
                <a:gd name="connsiteX239" fmla="*/ 1847846 w 4940931"/>
                <a:gd name="connsiteY239" fmla="*/ 62865 h 138429"/>
                <a:gd name="connsiteX240" fmla="*/ 1846576 w 4940931"/>
                <a:gd name="connsiteY240" fmla="*/ 55245 h 138429"/>
                <a:gd name="connsiteX241" fmla="*/ 1843401 w 4940931"/>
                <a:gd name="connsiteY241" fmla="*/ 48895 h 138429"/>
                <a:gd name="connsiteX242" fmla="*/ 1837686 w 4940931"/>
                <a:gd name="connsiteY242" fmla="*/ 44450 h 138429"/>
                <a:gd name="connsiteX243" fmla="*/ 1829431 w 4940931"/>
                <a:gd name="connsiteY243" fmla="*/ 43180 h 138429"/>
                <a:gd name="connsiteX244" fmla="*/ 1178561 w 4940931"/>
                <a:gd name="connsiteY244" fmla="*/ 43180 h 138429"/>
                <a:gd name="connsiteX245" fmla="*/ 1171576 w 4940931"/>
                <a:gd name="connsiteY245" fmla="*/ 44450 h 138429"/>
                <a:gd name="connsiteX246" fmla="*/ 1166496 w 4940931"/>
                <a:gd name="connsiteY246" fmla="*/ 48260 h 138429"/>
                <a:gd name="connsiteX247" fmla="*/ 1162686 w 4940931"/>
                <a:gd name="connsiteY247" fmla="*/ 54610 h 138429"/>
                <a:gd name="connsiteX248" fmla="*/ 1160781 w 4940931"/>
                <a:gd name="connsiteY248" fmla="*/ 62865 h 138429"/>
                <a:gd name="connsiteX249" fmla="*/ 1196976 w 4940931"/>
                <a:gd name="connsiteY249" fmla="*/ 62865 h 138429"/>
                <a:gd name="connsiteX250" fmla="*/ 1195706 w 4940931"/>
                <a:gd name="connsiteY250" fmla="*/ 55245 h 138429"/>
                <a:gd name="connsiteX251" fmla="*/ 1192531 w 4940931"/>
                <a:gd name="connsiteY251" fmla="*/ 48895 h 138429"/>
                <a:gd name="connsiteX252" fmla="*/ 1186816 w 4940931"/>
                <a:gd name="connsiteY252" fmla="*/ 44450 h 138429"/>
                <a:gd name="connsiteX253" fmla="*/ 1178561 w 4940931"/>
                <a:gd name="connsiteY253" fmla="*/ 43180 h 138429"/>
                <a:gd name="connsiteX254" fmla="*/ 898525 w 4940931"/>
                <a:gd name="connsiteY254" fmla="*/ 43180 h 138429"/>
                <a:gd name="connsiteX255" fmla="*/ 891540 w 4940931"/>
                <a:gd name="connsiteY255" fmla="*/ 44450 h 138429"/>
                <a:gd name="connsiteX256" fmla="*/ 886460 w 4940931"/>
                <a:gd name="connsiteY256" fmla="*/ 48260 h 138429"/>
                <a:gd name="connsiteX257" fmla="*/ 882650 w 4940931"/>
                <a:gd name="connsiteY257" fmla="*/ 54610 h 138429"/>
                <a:gd name="connsiteX258" fmla="*/ 880745 w 4940931"/>
                <a:gd name="connsiteY258" fmla="*/ 62865 h 138429"/>
                <a:gd name="connsiteX259" fmla="*/ 916940 w 4940931"/>
                <a:gd name="connsiteY259" fmla="*/ 62865 h 138429"/>
                <a:gd name="connsiteX260" fmla="*/ 915670 w 4940931"/>
                <a:gd name="connsiteY260" fmla="*/ 55245 h 138429"/>
                <a:gd name="connsiteX261" fmla="*/ 912495 w 4940931"/>
                <a:gd name="connsiteY261" fmla="*/ 48895 h 138429"/>
                <a:gd name="connsiteX262" fmla="*/ 906780 w 4940931"/>
                <a:gd name="connsiteY262" fmla="*/ 44450 h 138429"/>
                <a:gd name="connsiteX263" fmla="*/ 898525 w 4940931"/>
                <a:gd name="connsiteY263" fmla="*/ 43180 h 138429"/>
                <a:gd name="connsiteX264" fmla="*/ 584834 w 4940931"/>
                <a:gd name="connsiteY264" fmla="*/ 43180 h 138429"/>
                <a:gd name="connsiteX265" fmla="*/ 577849 w 4940931"/>
                <a:gd name="connsiteY265" fmla="*/ 44450 h 138429"/>
                <a:gd name="connsiteX266" fmla="*/ 572769 w 4940931"/>
                <a:gd name="connsiteY266" fmla="*/ 48260 h 138429"/>
                <a:gd name="connsiteX267" fmla="*/ 568959 w 4940931"/>
                <a:gd name="connsiteY267" fmla="*/ 54610 h 138429"/>
                <a:gd name="connsiteX268" fmla="*/ 567054 w 4940931"/>
                <a:gd name="connsiteY268" fmla="*/ 62865 h 138429"/>
                <a:gd name="connsiteX269" fmla="*/ 603249 w 4940931"/>
                <a:gd name="connsiteY269" fmla="*/ 62865 h 138429"/>
                <a:gd name="connsiteX270" fmla="*/ 601979 w 4940931"/>
                <a:gd name="connsiteY270" fmla="*/ 55245 h 138429"/>
                <a:gd name="connsiteX271" fmla="*/ 598804 w 4940931"/>
                <a:gd name="connsiteY271" fmla="*/ 48895 h 138429"/>
                <a:gd name="connsiteX272" fmla="*/ 593089 w 4940931"/>
                <a:gd name="connsiteY272" fmla="*/ 44450 h 138429"/>
                <a:gd name="connsiteX273" fmla="*/ 584834 w 4940931"/>
                <a:gd name="connsiteY273" fmla="*/ 43180 h 138429"/>
                <a:gd name="connsiteX274" fmla="*/ 398145 w 4940931"/>
                <a:gd name="connsiteY274" fmla="*/ 43180 h 138429"/>
                <a:gd name="connsiteX275" fmla="*/ 391160 w 4940931"/>
                <a:gd name="connsiteY275" fmla="*/ 44450 h 138429"/>
                <a:gd name="connsiteX276" fmla="*/ 386080 w 4940931"/>
                <a:gd name="connsiteY276" fmla="*/ 48260 h 138429"/>
                <a:gd name="connsiteX277" fmla="*/ 382270 w 4940931"/>
                <a:gd name="connsiteY277" fmla="*/ 54610 h 138429"/>
                <a:gd name="connsiteX278" fmla="*/ 380365 w 4940931"/>
                <a:gd name="connsiteY278" fmla="*/ 62865 h 138429"/>
                <a:gd name="connsiteX279" fmla="*/ 416560 w 4940931"/>
                <a:gd name="connsiteY279" fmla="*/ 62865 h 138429"/>
                <a:gd name="connsiteX280" fmla="*/ 415290 w 4940931"/>
                <a:gd name="connsiteY280" fmla="*/ 55245 h 138429"/>
                <a:gd name="connsiteX281" fmla="*/ 412115 w 4940931"/>
                <a:gd name="connsiteY281" fmla="*/ 48895 h 138429"/>
                <a:gd name="connsiteX282" fmla="*/ 406400 w 4940931"/>
                <a:gd name="connsiteY282" fmla="*/ 44450 h 138429"/>
                <a:gd name="connsiteX283" fmla="*/ 398145 w 4940931"/>
                <a:gd name="connsiteY283" fmla="*/ 43180 h 138429"/>
                <a:gd name="connsiteX284" fmla="*/ 320039 w 4940931"/>
                <a:gd name="connsiteY284" fmla="*/ 43180 h 138429"/>
                <a:gd name="connsiteX285" fmla="*/ 314959 w 4940931"/>
                <a:gd name="connsiteY285" fmla="*/ 43815 h 138429"/>
                <a:gd name="connsiteX286" fmla="*/ 309879 w 4940931"/>
                <a:gd name="connsiteY286" fmla="*/ 45720 h 138429"/>
                <a:gd name="connsiteX287" fmla="*/ 305434 w 4940931"/>
                <a:gd name="connsiteY287" fmla="*/ 48895 h 138429"/>
                <a:gd name="connsiteX288" fmla="*/ 302259 w 4940931"/>
                <a:gd name="connsiteY288" fmla="*/ 52705 h 138429"/>
                <a:gd name="connsiteX289" fmla="*/ 302259 w 4940931"/>
                <a:gd name="connsiteY289" fmla="*/ 85725 h 138429"/>
                <a:gd name="connsiteX290" fmla="*/ 305434 w 4940931"/>
                <a:gd name="connsiteY290" fmla="*/ 89535 h 138429"/>
                <a:gd name="connsiteX291" fmla="*/ 309879 w 4940931"/>
                <a:gd name="connsiteY291" fmla="*/ 92710 h 138429"/>
                <a:gd name="connsiteX292" fmla="*/ 314959 w 4940931"/>
                <a:gd name="connsiteY292" fmla="*/ 95250 h 138429"/>
                <a:gd name="connsiteX293" fmla="*/ 320674 w 4940931"/>
                <a:gd name="connsiteY293" fmla="*/ 95885 h 138429"/>
                <a:gd name="connsiteX294" fmla="*/ 333374 w 4940931"/>
                <a:gd name="connsiteY294" fmla="*/ 89535 h 138429"/>
                <a:gd name="connsiteX295" fmla="*/ 337819 w 4940931"/>
                <a:gd name="connsiteY295" fmla="*/ 71120 h 138429"/>
                <a:gd name="connsiteX296" fmla="*/ 337184 w 4940931"/>
                <a:gd name="connsiteY296" fmla="*/ 71755 h 138429"/>
                <a:gd name="connsiteX297" fmla="*/ 332739 w 4940931"/>
                <a:gd name="connsiteY297" fmla="*/ 50165 h 138429"/>
                <a:gd name="connsiteX298" fmla="*/ 320039 w 4940931"/>
                <a:gd name="connsiteY298" fmla="*/ 43180 h 138429"/>
                <a:gd name="connsiteX299" fmla="*/ 200025 w 4940931"/>
                <a:gd name="connsiteY299" fmla="*/ 43180 h 138429"/>
                <a:gd name="connsiteX300" fmla="*/ 193040 w 4940931"/>
                <a:gd name="connsiteY300" fmla="*/ 44450 h 138429"/>
                <a:gd name="connsiteX301" fmla="*/ 187960 w 4940931"/>
                <a:gd name="connsiteY301" fmla="*/ 48260 h 138429"/>
                <a:gd name="connsiteX302" fmla="*/ 184150 w 4940931"/>
                <a:gd name="connsiteY302" fmla="*/ 54610 h 138429"/>
                <a:gd name="connsiteX303" fmla="*/ 182245 w 4940931"/>
                <a:gd name="connsiteY303" fmla="*/ 62865 h 138429"/>
                <a:gd name="connsiteX304" fmla="*/ 218440 w 4940931"/>
                <a:gd name="connsiteY304" fmla="*/ 62865 h 138429"/>
                <a:gd name="connsiteX305" fmla="*/ 217170 w 4940931"/>
                <a:gd name="connsiteY305" fmla="*/ 55245 h 138429"/>
                <a:gd name="connsiteX306" fmla="*/ 213995 w 4940931"/>
                <a:gd name="connsiteY306" fmla="*/ 48895 h 138429"/>
                <a:gd name="connsiteX307" fmla="*/ 208280 w 4940931"/>
                <a:gd name="connsiteY307" fmla="*/ 44450 h 138429"/>
                <a:gd name="connsiteX308" fmla="*/ 200025 w 4940931"/>
                <a:gd name="connsiteY308" fmla="*/ 43180 h 138429"/>
                <a:gd name="connsiteX309" fmla="*/ 4439281 w 4940931"/>
                <a:gd name="connsiteY309" fmla="*/ 43179 h 138429"/>
                <a:gd name="connsiteX310" fmla="*/ 4426581 w 4940931"/>
                <a:gd name="connsiteY310" fmla="*/ 49529 h 138429"/>
                <a:gd name="connsiteX311" fmla="*/ 4422136 w 4940931"/>
                <a:gd name="connsiteY311" fmla="*/ 67944 h 138429"/>
                <a:gd name="connsiteX312" fmla="*/ 4423406 w 4940931"/>
                <a:gd name="connsiteY312" fmla="*/ 80644 h 138429"/>
                <a:gd name="connsiteX313" fmla="*/ 4426581 w 4940931"/>
                <a:gd name="connsiteY313" fmla="*/ 89534 h 138429"/>
                <a:gd name="connsiteX314" fmla="*/ 4432296 w 4940931"/>
                <a:gd name="connsiteY314" fmla="*/ 94614 h 138429"/>
                <a:gd name="connsiteX315" fmla="*/ 4439916 w 4940931"/>
                <a:gd name="connsiteY315" fmla="*/ 96519 h 138429"/>
                <a:gd name="connsiteX316" fmla="*/ 4444996 w 4940931"/>
                <a:gd name="connsiteY316" fmla="*/ 95884 h 138429"/>
                <a:gd name="connsiteX317" fmla="*/ 4450076 w 4940931"/>
                <a:gd name="connsiteY317" fmla="*/ 93344 h 138429"/>
                <a:gd name="connsiteX318" fmla="*/ 4454521 w 4940931"/>
                <a:gd name="connsiteY318" fmla="*/ 90169 h 138429"/>
                <a:gd name="connsiteX319" fmla="*/ 4457696 w 4940931"/>
                <a:gd name="connsiteY319" fmla="*/ 86359 h 138429"/>
                <a:gd name="connsiteX320" fmla="*/ 4457696 w 4940931"/>
                <a:gd name="connsiteY320" fmla="*/ 53339 h 138429"/>
                <a:gd name="connsiteX321" fmla="*/ 4454521 w 4940931"/>
                <a:gd name="connsiteY321" fmla="*/ 49529 h 138429"/>
                <a:gd name="connsiteX322" fmla="*/ 4450076 w 4940931"/>
                <a:gd name="connsiteY322" fmla="*/ 46354 h 138429"/>
                <a:gd name="connsiteX323" fmla="*/ 4444996 w 4940931"/>
                <a:gd name="connsiteY323" fmla="*/ 43814 h 138429"/>
                <a:gd name="connsiteX324" fmla="*/ 4439281 w 4940931"/>
                <a:gd name="connsiteY324" fmla="*/ 43179 h 138429"/>
                <a:gd name="connsiteX325" fmla="*/ 1014731 w 4940931"/>
                <a:gd name="connsiteY325" fmla="*/ 43179 h 138429"/>
                <a:gd name="connsiteX326" fmla="*/ 1002032 w 4940931"/>
                <a:gd name="connsiteY326" fmla="*/ 49529 h 138429"/>
                <a:gd name="connsiteX327" fmla="*/ 997587 w 4940931"/>
                <a:gd name="connsiteY327" fmla="*/ 67944 h 138429"/>
                <a:gd name="connsiteX328" fmla="*/ 1002032 w 4940931"/>
                <a:gd name="connsiteY328" fmla="*/ 88899 h 138429"/>
                <a:gd name="connsiteX329" fmla="*/ 1015367 w 4940931"/>
                <a:gd name="connsiteY329" fmla="*/ 95884 h 138429"/>
                <a:gd name="connsiteX330" fmla="*/ 1024891 w 4940931"/>
                <a:gd name="connsiteY330" fmla="*/ 93344 h 138429"/>
                <a:gd name="connsiteX331" fmla="*/ 1033147 w 4940931"/>
                <a:gd name="connsiteY331" fmla="*/ 86359 h 138429"/>
                <a:gd name="connsiteX332" fmla="*/ 1033147 w 4940931"/>
                <a:gd name="connsiteY332" fmla="*/ 53339 h 138429"/>
                <a:gd name="connsiteX333" fmla="*/ 1029971 w 4940931"/>
                <a:gd name="connsiteY333" fmla="*/ 49529 h 138429"/>
                <a:gd name="connsiteX334" fmla="*/ 1025526 w 4940931"/>
                <a:gd name="connsiteY334" fmla="*/ 46354 h 138429"/>
                <a:gd name="connsiteX335" fmla="*/ 1020446 w 4940931"/>
                <a:gd name="connsiteY335" fmla="*/ 43814 h 138429"/>
                <a:gd name="connsiteX336" fmla="*/ 1014731 w 4940931"/>
                <a:gd name="connsiteY336" fmla="*/ 43179 h 138429"/>
                <a:gd name="connsiteX337" fmla="*/ 4524370 w 4940931"/>
                <a:gd name="connsiteY337" fmla="*/ 31114 h 138429"/>
                <a:gd name="connsiteX338" fmla="*/ 4538975 w 4940931"/>
                <a:gd name="connsiteY338" fmla="*/ 31114 h 138429"/>
                <a:gd name="connsiteX339" fmla="*/ 4552310 w 4940931"/>
                <a:gd name="connsiteY339" fmla="*/ 84454 h 138429"/>
                <a:gd name="connsiteX340" fmla="*/ 4566915 w 4940931"/>
                <a:gd name="connsiteY340" fmla="*/ 31114 h 138429"/>
                <a:gd name="connsiteX341" fmla="*/ 4579615 w 4940931"/>
                <a:gd name="connsiteY341" fmla="*/ 31114 h 138429"/>
                <a:gd name="connsiteX342" fmla="*/ 4594220 w 4940931"/>
                <a:gd name="connsiteY342" fmla="*/ 84454 h 138429"/>
                <a:gd name="connsiteX343" fmla="*/ 4606920 w 4940931"/>
                <a:gd name="connsiteY343" fmla="*/ 31114 h 138429"/>
                <a:gd name="connsiteX344" fmla="*/ 4622160 w 4940931"/>
                <a:gd name="connsiteY344" fmla="*/ 31114 h 138429"/>
                <a:gd name="connsiteX345" fmla="*/ 4600570 w 4940931"/>
                <a:gd name="connsiteY345" fmla="*/ 108584 h 138429"/>
                <a:gd name="connsiteX346" fmla="*/ 4587235 w 4940931"/>
                <a:gd name="connsiteY346" fmla="*/ 108584 h 138429"/>
                <a:gd name="connsiteX347" fmla="*/ 4572630 w 4940931"/>
                <a:gd name="connsiteY347" fmla="*/ 54609 h 138429"/>
                <a:gd name="connsiteX348" fmla="*/ 4558660 w 4940931"/>
                <a:gd name="connsiteY348" fmla="*/ 108584 h 138429"/>
                <a:gd name="connsiteX349" fmla="*/ 4545325 w 4940931"/>
                <a:gd name="connsiteY349" fmla="*/ 108584 h 138429"/>
                <a:gd name="connsiteX350" fmla="*/ 4123686 w 4940931"/>
                <a:gd name="connsiteY350" fmla="*/ 31114 h 138429"/>
                <a:gd name="connsiteX351" fmla="*/ 4138926 w 4940931"/>
                <a:gd name="connsiteY351" fmla="*/ 31114 h 138429"/>
                <a:gd name="connsiteX352" fmla="*/ 4152261 w 4940931"/>
                <a:gd name="connsiteY352" fmla="*/ 84454 h 138429"/>
                <a:gd name="connsiteX353" fmla="*/ 4166866 w 4940931"/>
                <a:gd name="connsiteY353" fmla="*/ 31114 h 138429"/>
                <a:gd name="connsiteX354" fmla="*/ 4178931 w 4940931"/>
                <a:gd name="connsiteY354" fmla="*/ 31114 h 138429"/>
                <a:gd name="connsiteX355" fmla="*/ 4193536 w 4940931"/>
                <a:gd name="connsiteY355" fmla="*/ 84454 h 138429"/>
                <a:gd name="connsiteX356" fmla="*/ 4206871 w 4940931"/>
                <a:gd name="connsiteY356" fmla="*/ 31114 h 138429"/>
                <a:gd name="connsiteX357" fmla="*/ 4222111 w 4940931"/>
                <a:gd name="connsiteY357" fmla="*/ 31114 h 138429"/>
                <a:gd name="connsiteX358" fmla="*/ 4200521 w 4940931"/>
                <a:gd name="connsiteY358" fmla="*/ 108584 h 138429"/>
                <a:gd name="connsiteX359" fmla="*/ 4187186 w 4940931"/>
                <a:gd name="connsiteY359" fmla="*/ 108584 h 138429"/>
                <a:gd name="connsiteX360" fmla="*/ 4172581 w 4940931"/>
                <a:gd name="connsiteY360" fmla="*/ 54609 h 138429"/>
                <a:gd name="connsiteX361" fmla="*/ 4157976 w 4940931"/>
                <a:gd name="connsiteY361" fmla="*/ 108584 h 138429"/>
                <a:gd name="connsiteX362" fmla="*/ 4145276 w 4940931"/>
                <a:gd name="connsiteY362" fmla="*/ 108584 h 138429"/>
                <a:gd name="connsiteX363" fmla="*/ 2837811 w 4940931"/>
                <a:gd name="connsiteY363" fmla="*/ 31114 h 138429"/>
                <a:gd name="connsiteX364" fmla="*/ 2852416 w 4940931"/>
                <a:gd name="connsiteY364" fmla="*/ 31114 h 138429"/>
                <a:gd name="connsiteX365" fmla="*/ 2865751 w 4940931"/>
                <a:gd name="connsiteY365" fmla="*/ 84454 h 138429"/>
                <a:gd name="connsiteX366" fmla="*/ 2880356 w 4940931"/>
                <a:gd name="connsiteY366" fmla="*/ 31114 h 138429"/>
                <a:gd name="connsiteX367" fmla="*/ 2893056 w 4940931"/>
                <a:gd name="connsiteY367" fmla="*/ 31114 h 138429"/>
                <a:gd name="connsiteX368" fmla="*/ 2907661 w 4940931"/>
                <a:gd name="connsiteY368" fmla="*/ 84454 h 138429"/>
                <a:gd name="connsiteX369" fmla="*/ 2920361 w 4940931"/>
                <a:gd name="connsiteY369" fmla="*/ 31114 h 138429"/>
                <a:gd name="connsiteX370" fmla="*/ 2935601 w 4940931"/>
                <a:gd name="connsiteY370" fmla="*/ 31114 h 138429"/>
                <a:gd name="connsiteX371" fmla="*/ 2914011 w 4940931"/>
                <a:gd name="connsiteY371" fmla="*/ 108584 h 138429"/>
                <a:gd name="connsiteX372" fmla="*/ 2900676 w 4940931"/>
                <a:gd name="connsiteY372" fmla="*/ 108584 h 138429"/>
                <a:gd name="connsiteX373" fmla="*/ 2886706 w 4940931"/>
                <a:gd name="connsiteY373" fmla="*/ 54609 h 138429"/>
                <a:gd name="connsiteX374" fmla="*/ 2872101 w 4940931"/>
                <a:gd name="connsiteY374" fmla="*/ 108584 h 138429"/>
                <a:gd name="connsiteX375" fmla="*/ 2858766 w 4940931"/>
                <a:gd name="connsiteY375" fmla="*/ 108584 h 138429"/>
                <a:gd name="connsiteX376" fmla="*/ 1354455 w 4940931"/>
                <a:gd name="connsiteY376" fmla="*/ 31114 h 138429"/>
                <a:gd name="connsiteX377" fmla="*/ 1369695 w 4940931"/>
                <a:gd name="connsiteY377" fmla="*/ 31114 h 138429"/>
                <a:gd name="connsiteX378" fmla="*/ 1369695 w 4940931"/>
                <a:gd name="connsiteY378" fmla="*/ 109219 h 138429"/>
                <a:gd name="connsiteX379" fmla="*/ 1354455 w 4940931"/>
                <a:gd name="connsiteY379" fmla="*/ 109219 h 138429"/>
                <a:gd name="connsiteX380" fmla="*/ 2646040 w 4940931"/>
                <a:gd name="connsiteY380" fmla="*/ 29844 h 138429"/>
                <a:gd name="connsiteX381" fmla="*/ 2658105 w 4940931"/>
                <a:gd name="connsiteY381" fmla="*/ 31749 h 138429"/>
                <a:gd name="connsiteX382" fmla="*/ 2667630 w 4940931"/>
                <a:gd name="connsiteY382" fmla="*/ 36829 h 138429"/>
                <a:gd name="connsiteX383" fmla="*/ 2673345 w 4940931"/>
                <a:gd name="connsiteY383" fmla="*/ 45084 h 138429"/>
                <a:gd name="connsiteX384" fmla="*/ 2675250 w 4940931"/>
                <a:gd name="connsiteY384" fmla="*/ 56514 h 138429"/>
                <a:gd name="connsiteX385" fmla="*/ 2675250 w 4940931"/>
                <a:gd name="connsiteY385" fmla="*/ 109854 h 138429"/>
                <a:gd name="connsiteX386" fmla="*/ 2660010 w 4940931"/>
                <a:gd name="connsiteY386" fmla="*/ 109854 h 138429"/>
                <a:gd name="connsiteX387" fmla="*/ 2660010 w 4940931"/>
                <a:gd name="connsiteY387" fmla="*/ 108584 h 138429"/>
                <a:gd name="connsiteX388" fmla="*/ 2660010 w 4940931"/>
                <a:gd name="connsiteY388" fmla="*/ 100964 h 138429"/>
                <a:gd name="connsiteX389" fmla="*/ 2654930 w 4940931"/>
                <a:gd name="connsiteY389" fmla="*/ 104774 h 138429"/>
                <a:gd name="connsiteX390" fmla="*/ 2651120 w 4940931"/>
                <a:gd name="connsiteY390" fmla="*/ 107314 h 138429"/>
                <a:gd name="connsiteX391" fmla="*/ 2646040 w 4940931"/>
                <a:gd name="connsiteY391" fmla="*/ 109219 h 138429"/>
                <a:gd name="connsiteX392" fmla="*/ 2639055 w 4940931"/>
                <a:gd name="connsiteY392" fmla="*/ 109854 h 138429"/>
                <a:gd name="connsiteX393" fmla="*/ 2629530 w 4940931"/>
                <a:gd name="connsiteY393" fmla="*/ 108584 h 138429"/>
                <a:gd name="connsiteX394" fmla="*/ 2620640 w 4940931"/>
                <a:gd name="connsiteY394" fmla="*/ 104139 h 138429"/>
                <a:gd name="connsiteX395" fmla="*/ 2614290 w 4940931"/>
                <a:gd name="connsiteY395" fmla="*/ 95884 h 138429"/>
                <a:gd name="connsiteX396" fmla="*/ 2611750 w 4940931"/>
                <a:gd name="connsiteY396" fmla="*/ 83819 h 138429"/>
                <a:gd name="connsiteX397" fmla="*/ 2614290 w 4940931"/>
                <a:gd name="connsiteY397" fmla="*/ 72389 h 138429"/>
                <a:gd name="connsiteX398" fmla="*/ 2620640 w 4940931"/>
                <a:gd name="connsiteY398" fmla="*/ 64769 h 138429"/>
                <a:gd name="connsiteX399" fmla="*/ 2630800 w 4940931"/>
                <a:gd name="connsiteY399" fmla="*/ 60324 h 138429"/>
                <a:gd name="connsiteX400" fmla="*/ 2642865 w 4940931"/>
                <a:gd name="connsiteY400" fmla="*/ 59054 h 138429"/>
                <a:gd name="connsiteX401" fmla="*/ 2653025 w 4940931"/>
                <a:gd name="connsiteY401" fmla="*/ 59689 h 138429"/>
                <a:gd name="connsiteX402" fmla="*/ 2660010 w 4940931"/>
                <a:gd name="connsiteY402" fmla="*/ 61594 h 138429"/>
                <a:gd name="connsiteX403" fmla="*/ 2660010 w 4940931"/>
                <a:gd name="connsiteY403" fmla="*/ 55879 h 138429"/>
                <a:gd name="connsiteX404" fmla="*/ 2656200 w 4940931"/>
                <a:gd name="connsiteY404" fmla="*/ 46354 h 138429"/>
                <a:gd name="connsiteX405" fmla="*/ 2645405 w 4940931"/>
                <a:gd name="connsiteY405" fmla="*/ 43179 h 138429"/>
                <a:gd name="connsiteX406" fmla="*/ 2634610 w 4940931"/>
                <a:gd name="connsiteY406" fmla="*/ 44449 h 138429"/>
                <a:gd name="connsiteX407" fmla="*/ 2625085 w 4940931"/>
                <a:gd name="connsiteY407" fmla="*/ 48259 h 138429"/>
                <a:gd name="connsiteX408" fmla="*/ 2619370 w 4940931"/>
                <a:gd name="connsiteY408" fmla="*/ 36829 h 138429"/>
                <a:gd name="connsiteX409" fmla="*/ 2631435 w 4940931"/>
                <a:gd name="connsiteY409" fmla="*/ 31749 h 138429"/>
                <a:gd name="connsiteX410" fmla="*/ 2646040 w 4940931"/>
                <a:gd name="connsiteY410" fmla="*/ 29844 h 138429"/>
                <a:gd name="connsiteX411" fmla="*/ 1114426 w 4940931"/>
                <a:gd name="connsiteY411" fmla="*/ 29844 h 138429"/>
                <a:gd name="connsiteX412" fmla="*/ 1129666 w 4940931"/>
                <a:gd name="connsiteY412" fmla="*/ 29844 h 138429"/>
                <a:gd name="connsiteX413" fmla="*/ 1129666 w 4940931"/>
                <a:gd name="connsiteY413" fmla="*/ 107949 h 138429"/>
                <a:gd name="connsiteX414" fmla="*/ 1114426 w 4940931"/>
                <a:gd name="connsiteY414" fmla="*/ 107949 h 138429"/>
                <a:gd name="connsiteX415" fmla="*/ 1114426 w 4940931"/>
                <a:gd name="connsiteY415" fmla="*/ 100964 h 138429"/>
                <a:gd name="connsiteX416" fmla="*/ 1106171 w 4940931"/>
                <a:gd name="connsiteY416" fmla="*/ 107314 h 138429"/>
                <a:gd name="connsiteX417" fmla="*/ 1094741 w 4940931"/>
                <a:gd name="connsiteY417" fmla="*/ 109854 h 138429"/>
                <a:gd name="connsiteX418" fmla="*/ 1073786 w 4940931"/>
                <a:gd name="connsiteY418" fmla="*/ 100964 h 138429"/>
                <a:gd name="connsiteX419" fmla="*/ 1066800 w 4940931"/>
                <a:gd name="connsiteY419" fmla="*/ 74929 h 138429"/>
                <a:gd name="connsiteX420" fmla="*/ 1066800 w 4940931"/>
                <a:gd name="connsiteY420" fmla="*/ 30479 h 138429"/>
                <a:gd name="connsiteX421" fmla="*/ 1082040 w 4940931"/>
                <a:gd name="connsiteY421" fmla="*/ 30479 h 138429"/>
                <a:gd name="connsiteX422" fmla="*/ 1082040 w 4940931"/>
                <a:gd name="connsiteY422" fmla="*/ 74294 h 138429"/>
                <a:gd name="connsiteX423" fmla="*/ 1085851 w 4940931"/>
                <a:gd name="connsiteY423" fmla="*/ 90169 h 138429"/>
                <a:gd name="connsiteX424" fmla="*/ 1097916 w 4940931"/>
                <a:gd name="connsiteY424" fmla="*/ 95249 h 138429"/>
                <a:gd name="connsiteX425" fmla="*/ 1109981 w 4940931"/>
                <a:gd name="connsiteY425" fmla="*/ 90169 h 138429"/>
                <a:gd name="connsiteX426" fmla="*/ 1114426 w 4940931"/>
                <a:gd name="connsiteY426" fmla="*/ 75564 h 138429"/>
                <a:gd name="connsiteX427" fmla="*/ 1011556 w 4940931"/>
                <a:gd name="connsiteY427" fmla="*/ 29844 h 138429"/>
                <a:gd name="connsiteX428" fmla="*/ 1017272 w 4940931"/>
                <a:gd name="connsiteY428" fmla="*/ 30479 h 138429"/>
                <a:gd name="connsiteX429" fmla="*/ 1022352 w 4940931"/>
                <a:gd name="connsiteY429" fmla="*/ 32384 h 138429"/>
                <a:gd name="connsiteX430" fmla="*/ 1026797 w 4940931"/>
                <a:gd name="connsiteY430" fmla="*/ 35559 h 138429"/>
                <a:gd name="connsiteX431" fmla="*/ 1030607 w 4940931"/>
                <a:gd name="connsiteY431" fmla="*/ 38734 h 138429"/>
                <a:gd name="connsiteX432" fmla="*/ 1030607 w 4940931"/>
                <a:gd name="connsiteY432" fmla="*/ 31749 h 138429"/>
                <a:gd name="connsiteX433" fmla="*/ 1045847 w 4940931"/>
                <a:gd name="connsiteY433" fmla="*/ 31749 h 138429"/>
                <a:gd name="connsiteX434" fmla="*/ 1045847 w 4940931"/>
                <a:gd name="connsiteY434" fmla="*/ 130809 h 138429"/>
                <a:gd name="connsiteX435" fmla="*/ 1032512 w 4940931"/>
                <a:gd name="connsiteY435" fmla="*/ 137477 h 138429"/>
                <a:gd name="connsiteX436" fmla="*/ 1032512 w 4940931"/>
                <a:gd name="connsiteY436" fmla="*/ 101599 h 138429"/>
                <a:gd name="connsiteX437" fmla="*/ 1022986 w 4940931"/>
                <a:gd name="connsiteY437" fmla="*/ 107949 h 138429"/>
                <a:gd name="connsiteX438" fmla="*/ 1011556 w 4940931"/>
                <a:gd name="connsiteY438" fmla="*/ 110489 h 138429"/>
                <a:gd name="connsiteX439" fmla="*/ 999491 w 4940931"/>
                <a:gd name="connsiteY439" fmla="*/ 107949 h 138429"/>
                <a:gd name="connsiteX440" fmla="*/ 989966 w 4940931"/>
                <a:gd name="connsiteY440" fmla="*/ 100329 h 138429"/>
                <a:gd name="connsiteX441" fmla="*/ 983616 w 4940931"/>
                <a:gd name="connsiteY441" fmla="*/ 87629 h 138429"/>
                <a:gd name="connsiteX442" fmla="*/ 981076 w 4940931"/>
                <a:gd name="connsiteY442" fmla="*/ 68579 h 138429"/>
                <a:gd name="connsiteX443" fmla="*/ 983616 w 4940931"/>
                <a:gd name="connsiteY443" fmla="*/ 51434 h 138429"/>
                <a:gd name="connsiteX444" fmla="*/ 990601 w 4940931"/>
                <a:gd name="connsiteY444" fmla="*/ 39369 h 138429"/>
                <a:gd name="connsiteX445" fmla="*/ 1000126 w 4940931"/>
                <a:gd name="connsiteY445" fmla="*/ 32384 h 138429"/>
                <a:gd name="connsiteX446" fmla="*/ 1011556 w 4940931"/>
                <a:gd name="connsiteY446" fmla="*/ 29844 h 138429"/>
                <a:gd name="connsiteX447" fmla="*/ 4871716 w 4940931"/>
                <a:gd name="connsiteY447" fmla="*/ 29210 h 138429"/>
                <a:gd name="connsiteX448" fmla="*/ 4885686 w 4940931"/>
                <a:gd name="connsiteY448" fmla="*/ 31750 h 138429"/>
                <a:gd name="connsiteX449" fmla="*/ 4897751 w 4940931"/>
                <a:gd name="connsiteY449" fmla="*/ 38100 h 138429"/>
                <a:gd name="connsiteX450" fmla="*/ 4899021 w 4940931"/>
                <a:gd name="connsiteY450" fmla="*/ 38100 h 138429"/>
                <a:gd name="connsiteX451" fmla="*/ 4892036 w 4940931"/>
                <a:gd name="connsiteY451" fmla="*/ 50165 h 138429"/>
                <a:gd name="connsiteX452" fmla="*/ 4882511 w 4940931"/>
                <a:gd name="connsiteY452" fmla="*/ 45085 h 138429"/>
                <a:gd name="connsiteX453" fmla="*/ 4872351 w 4940931"/>
                <a:gd name="connsiteY453" fmla="*/ 43180 h 138429"/>
                <a:gd name="connsiteX454" fmla="*/ 4864096 w 4940931"/>
                <a:gd name="connsiteY454" fmla="*/ 45085 h 138429"/>
                <a:gd name="connsiteX455" fmla="*/ 4861556 w 4940931"/>
                <a:gd name="connsiteY455" fmla="*/ 50165 h 138429"/>
                <a:gd name="connsiteX456" fmla="*/ 4861556 w 4940931"/>
                <a:gd name="connsiteY456" fmla="*/ 52705 h 138429"/>
                <a:gd name="connsiteX457" fmla="*/ 4863461 w 4940931"/>
                <a:gd name="connsiteY457" fmla="*/ 55245 h 138429"/>
                <a:gd name="connsiteX458" fmla="*/ 4867906 w 4940931"/>
                <a:gd name="connsiteY458" fmla="*/ 57785 h 138429"/>
                <a:gd name="connsiteX459" fmla="*/ 4874891 w 4940931"/>
                <a:gd name="connsiteY459" fmla="*/ 60960 h 138429"/>
                <a:gd name="connsiteX460" fmla="*/ 4886321 w 4940931"/>
                <a:gd name="connsiteY460" fmla="*/ 66040 h 138429"/>
                <a:gd name="connsiteX461" fmla="*/ 4894576 w 4940931"/>
                <a:gd name="connsiteY461" fmla="*/ 71120 h 138429"/>
                <a:gd name="connsiteX462" fmla="*/ 4899656 w 4940931"/>
                <a:gd name="connsiteY462" fmla="*/ 78105 h 138429"/>
                <a:gd name="connsiteX463" fmla="*/ 4901561 w 4940931"/>
                <a:gd name="connsiteY463" fmla="*/ 87630 h 138429"/>
                <a:gd name="connsiteX464" fmla="*/ 4899021 w 4940931"/>
                <a:gd name="connsiteY464" fmla="*/ 98425 h 138429"/>
                <a:gd name="connsiteX465" fmla="*/ 4892671 w 4940931"/>
                <a:gd name="connsiteY465" fmla="*/ 105410 h 138429"/>
                <a:gd name="connsiteX466" fmla="*/ 4883146 w 4940931"/>
                <a:gd name="connsiteY466" fmla="*/ 109220 h 138429"/>
                <a:gd name="connsiteX467" fmla="*/ 4872351 w 4940931"/>
                <a:gd name="connsiteY467" fmla="*/ 110490 h 138429"/>
                <a:gd name="connsiteX468" fmla="*/ 4857111 w 4940931"/>
                <a:gd name="connsiteY468" fmla="*/ 107950 h 138429"/>
                <a:gd name="connsiteX469" fmla="*/ 4842506 w 4940931"/>
                <a:gd name="connsiteY469" fmla="*/ 100965 h 138429"/>
                <a:gd name="connsiteX470" fmla="*/ 4849491 w 4940931"/>
                <a:gd name="connsiteY470" fmla="*/ 89535 h 138429"/>
                <a:gd name="connsiteX471" fmla="*/ 4860921 w 4940931"/>
                <a:gd name="connsiteY471" fmla="*/ 95250 h 138429"/>
                <a:gd name="connsiteX472" fmla="*/ 4872351 w 4940931"/>
                <a:gd name="connsiteY472" fmla="*/ 97155 h 138429"/>
                <a:gd name="connsiteX473" fmla="*/ 4883146 w 4940931"/>
                <a:gd name="connsiteY473" fmla="*/ 94615 h 138429"/>
                <a:gd name="connsiteX474" fmla="*/ 4886321 w 4940931"/>
                <a:gd name="connsiteY474" fmla="*/ 88265 h 138429"/>
                <a:gd name="connsiteX475" fmla="*/ 4885051 w 4940931"/>
                <a:gd name="connsiteY475" fmla="*/ 84455 h 138429"/>
                <a:gd name="connsiteX476" fmla="*/ 4881241 w 4940931"/>
                <a:gd name="connsiteY476" fmla="*/ 81280 h 138429"/>
                <a:gd name="connsiteX477" fmla="*/ 4875526 w 4940931"/>
                <a:gd name="connsiteY477" fmla="*/ 78105 h 138429"/>
                <a:gd name="connsiteX478" fmla="*/ 4867906 w 4940931"/>
                <a:gd name="connsiteY478" fmla="*/ 74930 h 138429"/>
                <a:gd name="connsiteX479" fmla="*/ 4857111 w 4940931"/>
                <a:gd name="connsiteY479" fmla="*/ 69850 h 138429"/>
                <a:gd name="connsiteX480" fmla="*/ 4850126 w 4940931"/>
                <a:gd name="connsiteY480" fmla="*/ 64770 h 138429"/>
                <a:gd name="connsiteX481" fmla="*/ 4846316 w 4940931"/>
                <a:gd name="connsiteY481" fmla="*/ 58420 h 138429"/>
                <a:gd name="connsiteX482" fmla="*/ 4845046 w 4940931"/>
                <a:gd name="connsiteY482" fmla="*/ 50165 h 138429"/>
                <a:gd name="connsiteX483" fmla="*/ 4846951 w 4940931"/>
                <a:gd name="connsiteY483" fmla="*/ 40640 h 138429"/>
                <a:gd name="connsiteX484" fmla="*/ 4852666 w 4940931"/>
                <a:gd name="connsiteY484" fmla="*/ 34290 h 138429"/>
                <a:gd name="connsiteX485" fmla="*/ 4860921 w 4940931"/>
                <a:gd name="connsiteY485" fmla="*/ 30480 h 138429"/>
                <a:gd name="connsiteX486" fmla="*/ 4871716 w 4940931"/>
                <a:gd name="connsiteY486" fmla="*/ 29210 h 138429"/>
                <a:gd name="connsiteX487" fmla="*/ 4749796 w 4940931"/>
                <a:gd name="connsiteY487" fmla="*/ 29210 h 138429"/>
                <a:gd name="connsiteX488" fmla="*/ 4757416 w 4940931"/>
                <a:gd name="connsiteY488" fmla="*/ 29845 h 138429"/>
                <a:gd name="connsiteX489" fmla="*/ 4763131 w 4940931"/>
                <a:gd name="connsiteY489" fmla="*/ 32385 h 138429"/>
                <a:gd name="connsiteX490" fmla="*/ 4759321 w 4940931"/>
                <a:gd name="connsiteY490" fmla="*/ 46990 h 138429"/>
                <a:gd name="connsiteX491" fmla="*/ 4758051 w 4940931"/>
                <a:gd name="connsiteY491" fmla="*/ 46990 h 138429"/>
                <a:gd name="connsiteX492" fmla="*/ 4752971 w 4940931"/>
                <a:gd name="connsiteY492" fmla="*/ 45085 h 138429"/>
                <a:gd name="connsiteX493" fmla="*/ 4746621 w 4940931"/>
                <a:gd name="connsiteY493" fmla="*/ 44450 h 138429"/>
                <a:gd name="connsiteX494" fmla="*/ 4735191 w 4940931"/>
                <a:gd name="connsiteY494" fmla="*/ 49530 h 138429"/>
                <a:gd name="connsiteX495" fmla="*/ 4731381 w 4940931"/>
                <a:gd name="connsiteY495" fmla="*/ 64770 h 138429"/>
                <a:gd name="connsiteX496" fmla="*/ 4731381 w 4940931"/>
                <a:gd name="connsiteY496" fmla="*/ 109220 h 138429"/>
                <a:gd name="connsiteX497" fmla="*/ 4716141 w 4940931"/>
                <a:gd name="connsiteY497" fmla="*/ 109220 h 138429"/>
                <a:gd name="connsiteX498" fmla="*/ 4716141 w 4940931"/>
                <a:gd name="connsiteY498" fmla="*/ 31115 h 138429"/>
                <a:gd name="connsiteX499" fmla="*/ 4731381 w 4940931"/>
                <a:gd name="connsiteY499" fmla="*/ 31115 h 138429"/>
                <a:gd name="connsiteX500" fmla="*/ 4731381 w 4940931"/>
                <a:gd name="connsiteY500" fmla="*/ 38735 h 138429"/>
                <a:gd name="connsiteX501" fmla="*/ 4734556 w 4940931"/>
                <a:gd name="connsiteY501" fmla="*/ 34925 h 138429"/>
                <a:gd name="connsiteX502" fmla="*/ 4739001 w 4940931"/>
                <a:gd name="connsiteY502" fmla="*/ 31750 h 138429"/>
                <a:gd name="connsiteX503" fmla="*/ 4744081 w 4940931"/>
                <a:gd name="connsiteY503" fmla="*/ 29845 h 138429"/>
                <a:gd name="connsiteX504" fmla="*/ 4749796 w 4940931"/>
                <a:gd name="connsiteY504" fmla="*/ 29210 h 138429"/>
                <a:gd name="connsiteX505" fmla="*/ 4349110 w 4940931"/>
                <a:gd name="connsiteY505" fmla="*/ 29210 h 138429"/>
                <a:gd name="connsiteX506" fmla="*/ 4356730 w 4940931"/>
                <a:gd name="connsiteY506" fmla="*/ 29845 h 138429"/>
                <a:gd name="connsiteX507" fmla="*/ 4362445 w 4940931"/>
                <a:gd name="connsiteY507" fmla="*/ 32385 h 138429"/>
                <a:gd name="connsiteX508" fmla="*/ 4358635 w 4940931"/>
                <a:gd name="connsiteY508" fmla="*/ 46990 h 138429"/>
                <a:gd name="connsiteX509" fmla="*/ 4357365 w 4940931"/>
                <a:gd name="connsiteY509" fmla="*/ 46990 h 138429"/>
                <a:gd name="connsiteX510" fmla="*/ 4352285 w 4940931"/>
                <a:gd name="connsiteY510" fmla="*/ 45085 h 138429"/>
                <a:gd name="connsiteX511" fmla="*/ 4345935 w 4940931"/>
                <a:gd name="connsiteY511" fmla="*/ 44450 h 138429"/>
                <a:gd name="connsiteX512" fmla="*/ 4334505 w 4940931"/>
                <a:gd name="connsiteY512" fmla="*/ 49530 h 138429"/>
                <a:gd name="connsiteX513" fmla="*/ 4330695 w 4940931"/>
                <a:gd name="connsiteY513" fmla="*/ 64770 h 138429"/>
                <a:gd name="connsiteX514" fmla="*/ 4330695 w 4940931"/>
                <a:gd name="connsiteY514" fmla="*/ 109220 h 138429"/>
                <a:gd name="connsiteX515" fmla="*/ 4315455 w 4940931"/>
                <a:gd name="connsiteY515" fmla="*/ 109220 h 138429"/>
                <a:gd name="connsiteX516" fmla="*/ 4315455 w 4940931"/>
                <a:gd name="connsiteY516" fmla="*/ 31115 h 138429"/>
                <a:gd name="connsiteX517" fmla="*/ 4330695 w 4940931"/>
                <a:gd name="connsiteY517" fmla="*/ 31115 h 138429"/>
                <a:gd name="connsiteX518" fmla="*/ 4330695 w 4940931"/>
                <a:gd name="connsiteY518" fmla="*/ 38735 h 138429"/>
                <a:gd name="connsiteX519" fmla="*/ 4333870 w 4940931"/>
                <a:gd name="connsiteY519" fmla="*/ 34925 h 138429"/>
                <a:gd name="connsiteX520" fmla="*/ 4338315 w 4940931"/>
                <a:gd name="connsiteY520" fmla="*/ 31750 h 138429"/>
                <a:gd name="connsiteX521" fmla="*/ 4343395 w 4940931"/>
                <a:gd name="connsiteY521" fmla="*/ 29845 h 138429"/>
                <a:gd name="connsiteX522" fmla="*/ 4349110 w 4940931"/>
                <a:gd name="connsiteY522" fmla="*/ 29210 h 138429"/>
                <a:gd name="connsiteX523" fmla="*/ 4044310 w 4940931"/>
                <a:gd name="connsiteY523" fmla="*/ 29210 h 138429"/>
                <a:gd name="connsiteX524" fmla="*/ 4058915 w 4940931"/>
                <a:gd name="connsiteY524" fmla="*/ 32385 h 138429"/>
                <a:gd name="connsiteX525" fmla="*/ 4069075 w 4940931"/>
                <a:gd name="connsiteY525" fmla="*/ 40640 h 138429"/>
                <a:gd name="connsiteX526" fmla="*/ 4075425 w 4940931"/>
                <a:gd name="connsiteY526" fmla="*/ 53340 h 138429"/>
                <a:gd name="connsiteX527" fmla="*/ 4077330 w 4940931"/>
                <a:gd name="connsiteY527" fmla="*/ 68580 h 138429"/>
                <a:gd name="connsiteX528" fmla="*/ 4076060 w 4940931"/>
                <a:gd name="connsiteY528" fmla="*/ 68580 h 138429"/>
                <a:gd name="connsiteX529" fmla="*/ 4076060 w 4940931"/>
                <a:gd name="connsiteY529" fmla="*/ 72390 h 138429"/>
                <a:gd name="connsiteX530" fmla="*/ 4076060 w 4940931"/>
                <a:gd name="connsiteY530" fmla="*/ 75565 h 138429"/>
                <a:gd name="connsiteX531" fmla="*/ 4024625 w 4940931"/>
                <a:gd name="connsiteY531" fmla="*/ 75565 h 138429"/>
                <a:gd name="connsiteX532" fmla="*/ 4027165 w 4940931"/>
                <a:gd name="connsiteY532" fmla="*/ 85090 h 138429"/>
                <a:gd name="connsiteX533" fmla="*/ 4031610 w 4940931"/>
                <a:gd name="connsiteY533" fmla="*/ 91440 h 138429"/>
                <a:gd name="connsiteX534" fmla="*/ 4037325 w 4940931"/>
                <a:gd name="connsiteY534" fmla="*/ 95250 h 138429"/>
                <a:gd name="connsiteX535" fmla="*/ 4044310 w 4940931"/>
                <a:gd name="connsiteY535" fmla="*/ 96520 h 138429"/>
                <a:gd name="connsiteX536" fmla="*/ 4049390 w 4940931"/>
                <a:gd name="connsiteY536" fmla="*/ 96520 h 138429"/>
                <a:gd name="connsiteX537" fmla="*/ 4053835 w 4940931"/>
                <a:gd name="connsiteY537" fmla="*/ 95250 h 138429"/>
                <a:gd name="connsiteX538" fmla="*/ 4057645 w 4940931"/>
                <a:gd name="connsiteY538" fmla="*/ 93345 h 138429"/>
                <a:gd name="connsiteX539" fmla="*/ 4062090 w 4940931"/>
                <a:gd name="connsiteY539" fmla="*/ 90805 h 138429"/>
                <a:gd name="connsiteX540" fmla="*/ 4070980 w 4940931"/>
                <a:gd name="connsiteY540" fmla="*/ 100330 h 138429"/>
                <a:gd name="connsiteX541" fmla="*/ 4065265 w 4940931"/>
                <a:gd name="connsiteY541" fmla="*/ 104775 h 138429"/>
                <a:gd name="connsiteX542" fmla="*/ 4059550 w 4940931"/>
                <a:gd name="connsiteY542" fmla="*/ 107950 h 138429"/>
                <a:gd name="connsiteX543" fmla="*/ 4052565 w 4940931"/>
                <a:gd name="connsiteY543" fmla="*/ 109855 h 138429"/>
                <a:gd name="connsiteX544" fmla="*/ 4043675 w 4940931"/>
                <a:gd name="connsiteY544" fmla="*/ 110490 h 138429"/>
                <a:gd name="connsiteX545" fmla="*/ 4034150 w 4940931"/>
                <a:gd name="connsiteY545" fmla="*/ 109220 h 138429"/>
                <a:gd name="connsiteX546" fmla="*/ 4026530 w 4940931"/>
                <a:gd name="connsiteY546" fmla="*/ 105410 h 138429"/>
                <a:gd name="connsiteX547" fmla="*/ 4020180 w 4940931"/>
                <a:gd name="connsiteY547" fmla="*/ 100330 h 138429"/>
                <a:gd name="connsiteX548" fmla="*/ 4015100 w 4940931"/>
                <a:gd name="connsiteY548" fmla="*/ 92710 h 138429"/>
                <a:gd name="connsiteX549" fmla="*/ 4011290 w 4940931"/>
                <a:gd name="connsiteY549" fmla="*/ 82550 h 138429"/>
                <a:gd name="connsiteX550" fmla="*/ 4010020 w 4940931"/>
                <a:gd name="connsiteY550" fmla="*/ 69850 h 138429"/>
                <a:gd name="connsiteX551" fmla="*/ 4012560 w 4940931"/>
                <a:gd name="connsiteY551" fmla="*/ 52070 h 138429"/>
                <a:gd name="connsiteX552" fmla="*/ 4019545 w 4940931"/>
                <a:gd name="connsiteY552" fmla="*/ 39370 h 138429"/>
                <a:gd name="connsiteX553" fmla="*/ 4030340 w 4940931"/>
                <a:gd name="connsiteY553" fmla="*/ 31750 h 138429"/>
                <a:gd name="connsiteX554" fmla="*/ 4044310 w 4940931"/>
                <a:gd name="connsiteY554" fmla="*/ 29210 h 138429"/>
                <a:gd name="connsiteX555" fmla="*/ 3811900 w 4940931"/>
                <a:gd name="connsiteY555" fmla="*/ 29210 h 138429"/>
                <a:gd name="connsiteX556" fmla="*/ 3819520 w 4940931"/>
                <a:gd name="connsiteY556" fmla="*/ 29845 h 138429"/>
                <a:gd name="connsiteX557" fmla="*/ 3825235 w 4940931"/>
                <a:gd name="connsiteY557" fmla="*/ 32385 h 138429"/>
                <a:gd name="connsiteX558" fmla="*/ 3821425 w 4940931"/>
                <a:gd name="connsiteY558" fmla="*/ 46990 h 138429"/>
                <a:gd name="connsiteX559" fmla="*/ 3820155 w 4940931"/>
                <a:gd name="connsiteY559" fmla="*/ 46990 h 138429"/>
                <a:gd name="connsiteX560" fmla="*/ 3815075 w 4940931"/>
                <a:gd name="connsiteY560" fmla="*/ 45085 h 138429"/>
                <a:gd name="connsiteX561" fmla="*/ 3808725 w 4940931"/>
                <a:gd name="connsiteY561" fmla="*/ 44450 h 138429"/>
                <a:gd name="connsiteX562" fmla="*/ 3797295 w 4940931"/>
                <a:gd name="connsiteY562" fmla="*/ 49530 h 138429"/>
                <a:gd name="connsiteX563" fmla="*/ 3793485 w 4940931"/>
                <a:gd name="connsiteY563" fmla="*/ 64770 h 138429"/>
                <a:gd name="connsiteX564" fmla="*/ 3793485 w 4940931"/>
                <a:gd name="connsiteY564" fmla="*/ 109220 h 138429"/>
                <a:gd name="connsiteX565" fmla="*/ 3778245 w 4940931"/>
                <a:gd name="connsiteY565" fmla="*/ 109220 h 138429"/>
                <a:gd name="connsiteX566" fmla="*/ 3778245 w 4940931"/>
                <a:gd name="connsiteY566" fmla="*/ 31115 h 138429"/>
                <a:gd name="connsiteX567" fmla="*/ 3793485 w 4940931"/>
                <a:gd name="connsiteY567" fmla="*/ 31115 h 138429"/>
                <a:gd name="connsiteX568" fmla="*/ 3793485 w 4940931"/>
                <a:gd name="connsiteY568" fmla="*/ 38735 h 138429"/>
                <a:gd name="connsiteX569" fmla="*/ 3796660 w 4940931"/>
                <a:gd name="connsiteY569" fmla="*/ 34925 h 138429"/>
                <a:gd name="connsiteX570" fmla="*/ 3801105 w 4940931"/>
                <a:gd name="connsiteY570" fmla="*/ 31750 h 138429"/>
                <a:gd name="connsiteX571" fmla="*/ 3806185 w 4940931"/>
                <a:gd name="connsiteY571" fmla="*/ 29845 h 138429"/>
                <a:gd name="connsiteX572" fmla="*/ 3811900 w 4940931"/>
                <a:gd name="connsiteY572" fmla="*/ 29210 h 138429"/>
                <a:gd name="connsiteX573" fmla="*/ 3729986 w 4940931"/>
                <a:gd name="connsiteY573" fmla="*/ 29210 h 138429"/>
                <a:gd name="connsiteX574" fmla="*/ 3744591 w 4940931"/>
                <a:gd name="connsiteY574" fmla="*/ 32385 h 138429"/>
                <a:gd name="connsiteX575" fmla="*/ 3754751 w 4940931"/>
                <a:gd name="connsiteY575" fmla="*/ 40640 h 138429"/>
                <a:gd name="connsiteX576" fmla="*/ 3761101 w 4940931"/>
                <a:gd name="connsiteY576" fmla="*/ 53340 h 138429"/>
                <a:gd name="connsiteX577" fmla="*/ 3763006 w 4940931"/>
                <a:gd name="connsiteY577" fmla="*/ 68580 h 138429"/>
                <a:gd name="connsiteX578" fmla="*/ 3761736 w 4940931"/>
                <a:gd name="connsiteY578" fmla="*/ 68580 h 138429"/>
                <a:gd name="connsiteX579" fmla="*/ 3761736 w 4940931"/>
                <a:gd name="connsiteY579" fmla="*/ 72390 h 138429"/>
                <a:gd name="connsiteX580" fmla="*/ 3761736 w 4940931"/>
                <a:gd name="connsiteY580" fmla="*/ 75565 h 138429"/>
                <a:gd name="connsiteX581" fmla="*/ 3710301 w 4940931"/>
                <a:gd name="connsiteY581" fmla="*/ 75565 h 138429"/>
                <a:gd name="connsiteX582" fmla="*/ 3712841 w 4940931"/>
                <a:gd name="connsiteY582" fmla="*/ 85090 h 138429"/>
                <a:gd name="connsiteX583" fmla="*/ 3717286 w 4940931"/>
                <a:gd name="connsiteY583" fmla="*/ 91440 h 138429"/>
                <a:gd name="connsiteX584" fmla="*/ 3723001 w 4940931"/>
                <a:gd name="connsiteY584" fmla="*/ 95250 h 138429"/>
                <a:gd name="connsiteX585" fmla="*/ 3729986 w 4940931"/>
                <a:gd name="connsiteY585" fmla="*/ 96520 h 138429"/>
                <a:gd name="connsiteX586" fmla="*/ 3735066 w 4940931"/>
                <a:gd name="connsiteY586" fmla="*/ 96520 h 138429"/>
                <a:gd name="connsiteX587" fmla="*/ 3739511 w 4940931"/>
                <a:gd name="connsiteY587" fmla="*/ 95250 h 138429"/>
                <a:gd name="connsiteX588" fmla="*/ 3743321 w 4940931"/>
                <a:gd name="connsiteY588" fmla="*/ 93345 h 138429"/>
                <a:gd name="connsiteX589" fmla="*/ 3747766 w 4940931"/>
                <a:gd name="connsiteY589" fmla="*/ 90805 h 138429"/>
                <a:gd name="connsiteX590" fmla="*/ 3756656 w 4940931"/>
                <a:gd name="connsiteY590" fmla="*/ 100330 h 138429"/>
                <a:gd name="connsiteX591" fmla="*/ 3750941 w 4940931"/>
                <a:gd name="connsiteY591" fmla="*/ 104775 h 138429"/>
                <a:gd name="connsiteX592" fmla="*/ 3745226 w 4940931"/>
                <a:gd name="connsiteY592" fmla="*/ 107950 h 138429"/>
                <a:gd name="connsiteX593" fmla="*/ 3738241 w 4940931"/>
                <a:gd name="connsiteY593" fmla="*/ 109855 h 138429"/>
                <a:gd name="connsiteX594" fmla="*/ 3729351 w 4940931"/>
                <a:gd name="connsiteY594" fmla="*/ 110490 h 138429"/>
                <a:gd name="connsiteX595" fmla="*/ 3719826 w 4940931"/>
                <a:gd name="connsiteY595" fmla="*/ 109220 h 138429"/>
                <a:gd name="connsiteX596" fmla="*/ 3712206 w 4940931"/>
                <a:gd name="connsiteY596" fmla="*/ 105410 h 138429"/>
                <a:gd name="connsiteX597" fmla="*/ 3705856 w 4940931"/>
                <a:gd name="connsiteY597" fmla="*/ 100330 h 138429"/>
                <a:gd name="connsiteX598" fmla="*/ 3700776 w 4940931"/>
                <a:gd name="connsiteY598" fmla="*/ 92710 h 138429"/>
                <a:gd name="connsiteX599" fmla="*/ 3696966 w 4940931"/>
                <a:gd name="connsiteY599" fmla="*/ 82550 h 138429"/>
                <a:gd name="connsiteX600" fmla="*/ 3695696 w 4940931"/>
                <a:gd name="connsiteY600" fmla="*/ 69850 h 138429"/>
                <a:gd name="connsiteX601" fmla="*/ 3698236 w 4940931"/>
                <a:gd name="connsiteY601" fmla="*/ 52070 h 138429"/>
                <a:gd name="connsiteX602" fmla="*/ 3705221 w 4940931"/>
                <a:gd name="connsiteY602" fmla="*/ 39370 h 138429"/>
                <a:gd name="connsiteX603" fmla="*/ 3716016 w 4940931"/>
                <a:gd name="connsiteY603" fmla="*/ 31750 h 138429"/>
                <a:gd name="connsiteX604" fmla="*/ 3729986 w 4940931"/>
                <a:gd name="connsiteY604" fmla="*/ 29210 h 138429"/>
                <a:gd name="connsiteX605" fmla="*/ 3543296 w 4940931"/>
                <a:gd name="connsiteY605" fmla="*/ 29210 h 138429"/>
                <a:gd name="connsiteX606" fmla="*/ 3557901 w 4940931"/>
                <a:gd name="connsiteY606" fmla="*/ 32385 h 138429"/>
                <a:gd name="connsiteX607" fmla="*/ 3568061 w 4940931"/>
                <a:gd name="connsiteY607" fmla="*/ 40640 h 138429"/>
                <a:gd name="connsiteX608" fmla="*/ 3574411 w 4940931"/>
                <a:gd name="connsiteY608" fmla="*/ 53340 h 138429"/>
                <a:gd name="connsiteX609" fmla="*/ 3576316 w 4940931"/>
                <a:gd name="connsiteY609" fmla="*/ 68580 h 138429"/>
                <a:gd name="connsiteX610" fmla="*/ 3575046 w 4940931"/>
                <a:gd name="connsiteY610" fmla="*/ 68580 h 138429"/>
                <a:gd name="connsiteX611" fmla="*/ 3575046 w 4940931"/>
                <a:gd name="connsiteY611" fmla="*/ 72390 h 138429"/>
                <a:gd name="connsiteX612" fmla="*/ 3575046 w 4940931"/>
                <a:gd name="connsiteY612" fmla="*/ 75565 h 138429"/>
                <a:gd name="connsiteX613" fmla="*/ 3523611 w 4940931"/>
                <a:gd name="connsiteY613" fmla="*/ 75565 h 138429"/>
                <a:gd name="connsiteX614" fmla="*/ 3526151 w 4940931"/>
                <a:gd name="connsiteY614" fmla="*/ 85090 h 138429"/>
                <a:gd name="connsiteX615" fmla="*/ 3530596 w 4940931"/>
                <a:gd name="connsiteY615" fmla="*/ 91440 h 138429"/>
                <a:gd name="connsiteX616" fmla="*/ 3536311 w 4940931"/>
                <a:gd name="connsiteY616" fmla="*/ 95250 h 138429"/>
                <a:gd name="connsiteX617" fmla="*/ 3543296 w 4940931"/>
                <a:gd name="connsiteY617" fmla="*/ 96520 h 138429"/>
                <a:gd name="connsiteX618" fmla="*/ 3548376 w 4940931"/>
                <a:gd name="connsiteY618" fmla="*/ 96520 h 138429"/>
                <a:gd name="connsiteX619" fmla="*/ 3552821 w 4940931"/>
                <a:gd name="connsiteY619" fmla="*/ 95250 h 138429"/>
                <a:gd name="connsiteX620" fmla="*/ 3556631 w 4940931"/>
                <a:gd name="connsiteY620" fmla="*/ 93345 h 138429"/>
                <a:gd name="connsiteX621" fmla="*/ 3561076 w 4940931"/>
                <a:gd name="connsiteY621" fmla="*/ 90805 h 138429"/>
                <a:gd name="connsiteX622" fmla="*/ 3569966 w 4940931"/>
                <a:gd name="connsiteY622" fmla="*/ 100330 h 138429"/>
                <a:gd name="connsiteX623" fmla="*/ 3564251 w 4940931"/>
                <a:gd name="connsiteY623" fmla="*/ 104775 h 138429"/>
                <a:gd name="connsiteX624" fmla="*/ 3558536 w 4940931"/>
                <a:gd name="connsiteY624" fmla="*/ 107950 h 138429"/>
                <a:gd name="connsiteX625" fmla="*/ 3551551 w 4940931"/>
                <a:gd name="connsiteY625" fmla="*/ 109855 h 138429"/>
                <a:gd name="connsiteX626" fmla="*/ 3542661 w 4940931"/>
                <a:gd name="connsiteY626" fmla="*/ 110490 h 138429"/>
                <a:gd name="connsiteX627" fmla="*/ 3533136 w 4940931"/>
                <a:gd name="connsiteY627" fmla="*/ 109220 h 138429"/>
                <a:gd name="connsiteX628" fmla="*/ 3525516 w 4940931"/>
                <a:gd name="connsiteY628" fmla="*/ 105410 h 138429"/>
                <a:gd name="connsiteX629" fmla="*/ 3519166 w 4940931"/>
                <a:gd name="connsiteY629" fmla="*/ 100330 h 138429"/>
                <a:gd name="connsiteX630" fmla="*/ 3514086 w 4940931"/>
                <a:gd name="connsiteY630" fmla="*/ 92710 h 138429"/>
                <a:gd name="connsiteX631" fmla="*/ 3510276 w 4940931"/>
                <a:gd name="connsiteY631" fmla="*/ 82550 h 138429"/>
                <a:gd name="connsiteX632" fmla="*/ 3509006 w 4940931"/>
                <a:gd name="connsiteY632" fmla="*/ 69850 h 138429"/>
                <a:gd name="connsiteX633" fmla="*/ 3511546 w 4940931"/>
                <a:gd name="connsiteY633" fmla="*/ 52070 h 138429"/>
                <a:gd name="connsiteX634" fmla="*/ 3518531 w 4940931"/>
                <a:gd name="connsiteY634" fmla="*/ 39370 h 138429"/>
                <a:gd name="connsiteX635" fmla="*/ 3529326 w 4940931"/>
                <a:gd name="connsiteY635" fmla="*/ 31750 h 138429"/>
                <a:gd name="connsiteX636" fmla="*/ 3543296 w 4940931"/>
                <a:gd name="connsiteY636" fmla="*/ 29210 h 138429"/>
                <a:gd name="connsiteX637" fmla="*/ 3345176 w 4940931"/>
                <a:gd name="connsiteY637" fmla="*/ 29210 h 138429"/>
                <a:gd name="connsiteX638" fmla="*/ 3359781 w 4940931"/>
                <a:gd name="connsiteY638" fmla="*/ 32385 h 138429"/>
                <a:gd name="connsiteX639" fmla="*/ 3369941 w 4940931"/>
                <a:gd name="connsiteY639" fmla="*/ 40640 h 138429"/>
                <a:gd name="connsiteX640" fmla="*/ 3376291 w 4940931"/>
                <a:gd name="connsiteY640" fmla="*/ 53340 h 138429"/>
                <a:gd name="connsiteX641" fmla="*/ 3378196 w 4940931"/>
                <a:gd name="connsiteY641" fmla="*/ 68580 h 138429"/>
                <a:gd name="connsiteX642" fmla="*/ 3376926 w 4940931"/>
                <a:gd name="connsiteY642" fmla="*/ 68580 h 138429"/>
                <a:gd name="connsiteX643" fmla="*/ 3376926 w 4940931"/>
                <a:gd name="connsiteY643" fmla="*/ 72390 h 138429"/>
                <a:gd name="connsiteX644" fmla="*/ 3376926 w 4940931"/>
                <a:gd name="connsiteY644" fmla="*/ 75565 h 138429"/>
                <a:gd name="connsiteX645" fmla="*/ 3325491 w 4940931"/>
                <a:gd name="connsiteY645" fmla="*/ 75565 h 138429"/>
                <a:gd name="connsiteX646" fmla="*/ 3328031 w 4940931"/>
                <a:gd name="connsiteY646" fmla="*/ 85090 h 138429"/>
                <a:gd name="connsiteX647" fmla="*/ 3332476 w 4940931"/>
                <a:gd name="connsiteY647" fmla="*/ 91440 h 138429"/>
                <a:gd name="connsiteX648" fmla="*/ 3338191 w 4940931"/>
                <a:gd name="connsiteY648" fmla="*/ 95250 h 138429"/>
                <a:gd name="connsiteX649" fmla="*/ 3345176 w 4940931"/>
                <a:gd name="connsiteY649" fmla="*/ 96520 h 138429"/>
                <a:gd name="connsiteX650" fmla="*/ 3350256 w 4940931"/>
                <a:gd name="connsiteY650" fmla="*/ 96520 h 138429"/>
                <a:gd name="connsiteX651" fmla="*/ 3354701 w 4940931"/>
                <a:gd name="connsiteY651" fmla="*/ 95250 h 138429"/>
                <a:gd name="connsiteX652" fmla="*/ 3358511 w 4940931"/>
                <a:gd name="connsiteY652" fmla="*/ 93345 h 138429"/>
                <a:gd name="connsiteX653" fmla="*/ 3362956 w 4940931"/>
                <a:gd name="connsiteY653" fmla="*/ 90805 h 138429"/>
                <a:gd name="connsiteX654" fmla="*/ 3371846 w 4940931"/>
                <a:gd name="connsiteY654" fmla="*/ 100330 h 138429"/>
                <a:gd name="connsiteX655" fmla="*/ 3366131 w 4940931"/>
                <a:gd name="connsiteY655" fmla="*/ 104775 h 138429"/>
                <a:gd name="connsiteX656" fmla="*/ 3360416 w 4940931"/>
                <a:gd name="connsiteY656" fmla="*/ 107950 h 138429"/>
                <a:gd name="connsiteX657" fmla="*/ 3353431 w 4940931"/>
                <a:gd name="connsiteY657" fmla="*/ 109855 h 138429"/>
                <a:gd name="connsiteX658" fmla="*/ 3344541 w 4940931"/>
                <a:gd name="connsiteY658" fmla="*/ 110490 h 138429"/>
                <a:gd name="connsiteX659" fmla="*/ 3335016 w 4940931"/>
                <a:gd name="connsiteY659" fmla="*/ 109220 h 138429"/>
                <a:gd name="connsiteX660" fmla="*/ 3327396 w 4940931"/>
                <a:gd name="connsiteY660" fmla="*/ 105410 h 138429"/>
                <a:gd name="connsiteX661" fmla="*/ 3321046 w 4940931"/>
                <a:gd name="connsiteY661" fmla="*/ 100330 h 138429"/>
                <a:gd name="connsiteX662" fmla="*/ 3315966 w 4940931"/>
                <a:gd name="connsiteY662" fmla="*/ 92710 h 138429"/>
                <a:gd name="connsiteX663" fmla="*/ 3312156 w 4940931"/>
                <a:gd name="connsiteY663" fmla="*/ 82550 h 138429"/>
                <a:gd name="connsiteX664" fmla="*/ 3310886 w 4940931"/>
                <a:gd name="connsiteY664" fmla="*/ 69850 h 138429"/>
                <a:gd name="connsiteX665" fmla="*/ 3313426 w 4940931"/>
                <a:gd name="connsiteY665" fmla="*/ 52070 h 138429"/>
                <a:gd name="connsiteX666" fmla="*/ 3320411 w 4940931"/>
                <a:gd name="connsiteY666" fmla="*/ 39370 h 138429"/>
                <a:gd name="connsiteX667" fmla="*/ 3331206 w 4940931"/>
                <a:gd name="connsiteY667" fmla="*/ 31750 h 138429"/>
                <a:gd name="connsiteX668" fmla="*/ 3345176 w 4940931"/>
                <a:gd name="connsiteY668" fmla="*/ 29210 h 138429"/>
                <a:gd name="connsiteX669" fmla="*/ 3060696 w 4940931"/>
                <a:gd name="connsiteY669" fmla="*/ 29210 h 138429"/>
                <a:gd name="connsiteX670" fmla="*/ 3068316 w 4940931"/>
                <a:gd name="connsiteY670" fmla="*/ 29845 h 138429"/>
                <a:gd name="connsiteX671" fmla="*/ 3074031 w 4940931"/>
                <a:gd name="connsiteY671" fmla="*/ 32385 h 138429"/>
                <a:gd name="connsiteX672" fmla="*/ 3070221 w 4940931"/>
                <a:gd name="connsiteY672" fmla="*/ 46990 h 138429"/>
                <a:gd name="connsiteX673" fmla="*/ 3068951 w 4940931"/>
                <a:gd name="connsiteY673" fmla="*/ 46990 h 138429"/>
                <a:gd name="connsiteX674" fmla="*/ 3063871 w 4940931"/>
                <a:gd name="connsiteY674" fmla="*/ 45085 h 138429"/>
                <a:gd name="connsiteX675" fmla="*/ 3057521 w 4940931"/>
                <a:gd name="connsiteY675" fmla="*/ 44450 h 138429"/>
                <a:gd name="connsiteX676" fmla="*/ 3046091 w 4940931"/>
                <a:gd name="connsiteY676" fmla="*/ 49530 h 138429"/>
                <a:gd name="connsiteX677" fmla="*/ 3042281 w 4940931"/>
                <a:gd name="connsiteY677" fmla="*/ 64770 h 138429"/>
                <a:gd name="connsiteX678" fmla="*/ 3042281 w 4940931"/>
                <a:gd name="connsiteY678" fmla="*/ 109220 h 138429"/>
                <a:gd name="connsiteX679" fmla="*/ 3027041 w 4940931"/>
                <a:gd name="connsiteY679" fmla="*/ 109220 h 138429"/>
                <a:gd name="connsiteX680" fmla="*/ 3027041 w 4940931"/>
                <a:gd name="connsiteY680" fmla="*/ 31115 h 138429"/>
                <a:gd name="connsiteX681" fmla="*/ 3042281 w 4940931"/>
                <a:gd name="connsiteY681" fmla="*/ 31115 h 138429"/>
                <a:gd name="connsiteX682" fmla="*/ 3042281 w 4940931"/>
                <a:gd name="connsiteY682" fmla="*/ 38735 h 138429"/>
                <a:gd name="connsiteX683" fmla="*/ 3045456 w 4940931"/>
                <a:gd name="connsiteY683" fmla="*/ 34925 h 138429"/>
                <a:gd name="connsiteX684" fmla="*/ 3049901 w 4940931"/>
                <a:gd name="connsiteY684" fmla="*/ 31750 h 138429"/>
                <a:gd name="connsiteX685" fmla="*/ 3054981 w 4940931"/>
                <a:gd name="connsiteY685" fmla="*/ 29845 h 138429"/>
                <a:gd name="connsiteX686" fmla="*/ 3060696 w 4940931"/>
                <a:gd name="connsiteY686" fmla="*/ 29210 h 138429"/>
                <a:gd name="connsiteX687" fmla="*/ 2978781 w 4940931"/>
                <a:gd name="connsiteY687" fmla="*/ 29210 h 138429"/>
                <a:gd name="connsiteX688" fmla="*/ 2993386 w 4940931"/>
                <a:gd name="connsiteY688" fmla="*/ 32385 h 138429"/>
                <a:gd name="connsiteX689" fmla="*/ 3003546 w 4940931"/>
                <a:gd name="connsiteY689" fmla="*/ 40640 h 138429"/>
                <a:gd name="connsiteX690" fmla="*/ 3009896 w 4940931"/>
                <a:gd name="connsiteY690" fmla="*/ 53340 h 138429"/>
                <a:gd name="connsiteX691" fmla="*/ 3011801 w 4940931"/>
                <a:gd name="connsiteY691" fmla="*/ 68580 h 138429"/>
                <a:gd name="connsiteX692" fmla="*/ 3010531 w 4940931"/>
                <a:gd name="connsiteY692" fmla="*/ 68580 h 138429"/>
                <a:gd name="connsiteX693" fmla="*/ 3010531 w 4940931"/>
                <a:gd name="connsiteY693" fmla="*/ 72390 h 138429"/>
                <a:gd name="connsiteX694" fmla="*/ 3010531 w 4940931"/>
                <a:gd name="connsiteY694" fmla="*/ 75565 h 138429"/>
                <a:gd name="connsiteX695" fmla="*/ 2959096 w 4940931"/>
                <a:gd name="connsiteY695" fmla="*/ 75565 h 138429"/>
                <a:gd name="connsiteX696" fmla="*/ 2961636 w 4940931"/>
                <a:gd name="connsiteY696" fmla="*/ 85090 h 138429"/>
                <a:gd name="connsiteX697" fmla="*/ 2966081 w 4940931"/>
                <a:gd name="connsiteY697" fmla="*/ 91440 h 138429"/>
                <a:gd name="connsiteX698" fmla="*/ 2971796 w 4940931"/>
                <a:gd name="connsiteY698" fmla="*/ 95250 h 138429"/>
                <a:gd name="connsiteX699" fmla="*/ 2978781 w 4940931"/>
                <a:gd name="connsiteY699" fmla="*/ 96520 h 138429"/>
                <a:gd name="connsiteX700" fmla="*/ 2983861 w 4940931"/>
                <a:gd name="connsiteY700" fmla="*/ 96520 h 138429"/>
                <a:gd name="connsiteX701" fmla="*/ 2988306 w 4940931"/>
                <a:gd name="connsiteY701" fmla="*/ 95250 h 138429"/>
                <a:gd name="connsiteX702" fmla="*/ 2992116 w 4940931"/>
                <a:gd name="connsiteY702" fmla="*/ 93345 h 138429"/>
                <a:gd name="connsiteX703" fmla="*/ 2996561 w 4940931"/>
                <a:gd name="connsiteY703" fmla="*/ 90805 h 138429"/>
                <a:gd name="connsiteX704" fmla="*/ 3005451 w 4940931"/>
                <a:gd name="connsiteY704" fmla="*/ 100330 h 138429"/>
                <a:gd name="connsiteX705" fmla="*/ 2999736 w 4940931"/>
                <a:gd name="connsiteY705" fmla="*/ 104775 h 138429"/>
                <a:gd name="connsiteX706" fmla="*/ 2994021 w 4940931"/>
                <a:gd name="connsiteY706" fmla="*/ 107950 h 138429"/>
                <a:gd name="connsiteX707" fmla="*/ 2987036 w 4940931"/>
                <a:gd name="connsiteY707" fmla="*/ 109855 h 138429"/>
                <a:gd name="connsiteX708" fmla="*/ 2978146 w 4940931"/>
                <a:gd name="connsiteY708" fmla="*/ 110490 h 138429"/>
                <a:gd name="connsiteX709" fmla="*/ 2968621 w 4940931"/>
                <a:gd name="connsiteY709" fmla="*/ 109220 h 138429"/>
                <a:gd name="connsiteX710" fmla="*/ 2961001 w 4940931"/>
                <a:gd name="connsiteY710" fmla="*/ 105410 h 138429"/>
                <a:gd name="connsiteX711" fmla="*/ 2954651 w 4940931"/>
                <a:gd name="connsiteY711" fmla="*/ 100330 h 138429"/>
                <a:gd name="connsiteX712" fmla="*/ 2949571 w 4940931"/>
                <a:gd name="connsiteY712" fmla="*/ 92710 h 138429"/>
                <a:gd name="connsiteX713" fmla="*/ 2945761 w 4940931"/>
                <a:gd name="connsiteY713" fmla="*/ 82550 h 138429"/>
                <a:gd name="connsiteX714" fmla="*/ 2944491 w 4940931"/>
                <a:gd name="connsiteY714" fmla="*/ 69850 h 138429"/>
                <a:gd name="connsiteX715" fmla="*/ 2947031 w 4940931"/>
                <a:gd name="connsiteY715" fmla="*/ 52070 h 138429"/>
                <a:gd name="connsiteX716" fmla="*/ 2954016 w 4940931"/>
                <a:gd name="connsiteY716" fmla="*/ 39370 h 138429"/>
                <a:gd name="connsiteX717" fmla="*/ 2964811 w 4940931"/>
                <a:gd name="connsiteY717" fmla="*/ 31750 h 138429"/>
                <a:gd name="connsiteX718" fmla="*/ 2978781 w 4940931"/>
                <a:gd name="connsiteY718" fmla="*/ 29210 h 138429"/>
                <a:gd name="connsiteX719" fmla="*/ 2798440 w 4940931"/>
                <a:gd name="connsiteY719" fmla="*/ 29210 h 138429"/>
                <a:gd name="connsiteX720" fmla="*/ 2813045 w 4940931"/>
                <a:gd name="connsiteY720" fmla="*/ 31750 h 138429"/>
                <a:gd name="connsiteX721" fmla="*/ 2825110 w 4940931"/>
                <a:gd name="connsiteY721" fmla="*/ 38100 h 138429"/>
                <a:gd name="connsiteX722" fmla="*/ 2827015 w 4940931"/>
                <a:gd name="connsiteY722" fmla="*/ 38100 h 138429"/>
                <a:gd name="connsiteX723" fmla="*/ 2820030 w 4940931"/>
                <a:gd name="connsiteY723" fmla="*/ 50165 h 138429"/>
                <a:gd name="connsiteX724" fmla="*/ 2810505 w 4940931"/>
                <a:gd name="connsiteY724" fmla="*/ 45085 h 138429"/>
                <a:gd name="connsiteX725" fmla="*/ 2799710 w 4940931"/>
                <a:gd name="connsiteY725" fmla="*/ 43180 h 138429"/>
                <a:gd name="connsiteX726" fmla="*/ 2791455 w 4940931"/>
                <a:gd name="connsiteY726" fmla="*/ 45085 h 138429"/>
                <a:gd name="connsiteX727" fmla="*/ 2788915 w 4940931"/>
                <a:gd name="connsiteY727" fmla="*/ 50165 h 138429"/>
                <a:gd name="connsiteX728" fmla="*/ 2788915 w 4940931"/>
                <a:gd name="connsiteY728" fmla="*/ 52705 h 138429"/>
                <a:gd name="connsiteX729" fmla="*/ 2790820 w 4940931"/>
                <a:gd name="connsiteY729" fmla="*/ 55245 h 138429"/>
                <a:gd name="connsiteX730" fmla="*/ 2795265 w 4940931"/>
                <a:gd name="connsiteY730" fmla="*/ 57785 h 138429"/>
                <a:gd name="connsiteX731" fmla="*/ 2802250 w 4940931"/>
                <a:gd name="connsiteY731" fmla="*/ 60960 h 138429"/>
                <a:gd name="connsiteX732" fmla="*/ 2813680 w 4940931"/>
                <a:gd name="connsiteY732" fmla="*/ 66040 h 138429"/>
                <a:gd name="connsiteX733" fmla="*/ 2821935 w 4940931"/>
                <a:gd name="connsiteY733" fmla="*/ 71120 h 138429"/>
                <a:gd name="connsiteX734" fmla="*/ 2827015 w 4940931"/>
                <a:gd name="connsiteY734" fmla="*/ 78105 h 138429"/>
                <a:gd name="connsiteX735" fmla="*/ 2828920 w 4940931"/>
                <a:gd name="connsiteY735" fmla="*/ 87630 h 138429"/>
                <a:gd name="connsiteX736" fmla="*/ 2826380 w 4940931"/>
                <a:gd name="connsiteY736" fmla="*/ 98425 h 138429"/>
                <a:gd name="connsiteX737" fmla="*/ 2820030 w 4940931"/>
                <a:gd name="connsiteY737" fmla="*/ 105410 h 138429"/>
                <a:gd name="connsiteX738" fmla="*/ 2810505 w 4940931"/>
                <a:gd name="connsiteY738" fmla="*/ 109220 h 138429"/>
                <a:gd name="connsiteX739" fmla="*/ 2799710 w 4940931"/>
                <a:gd name="connsiteY739" fmla="*/ 110490 h 138429"/>
                <a:gd name="connsiteX740" fmla="*/ 2783835 w 4940931"/>
                <a:gd name="connsiteY740" fmla="*/ 107950 h 138429"/>
                <a:gd name="connsiteX741" fmla="*/ 2769230 w 4940931"/>
                <a:gd name="connsiteY741" fmla="*/ 100965 h 138429"/>
                <a:gd name="connsiteX742" fmla="*/ 2776215 w 4940931"/>
                <a:gd name="connsiteY742" fmla="*/ 89535 h 138429"/>
                <a:gd name="connsiteX743" fmla="*/ 2787645 w 4940931"/>
                <a:gd name="connsiteY743" fmla="*/ 95250 h 138429"/>
                <a:gd name="connsiteX744" fmla="*/ 2799075 w 4940931"/>
                <a:gd name="connsiteY744" fmla="*/ 97155 h 138429"/>
                <a:gd name="connsiteX745" fmla="*/ 2809870 w 4940931"/>
                <a:gd name="connsiteY745" fmla="*/ 94615 h 138429"/>
                <a:gd name="connsiteX746" fmla="*/ 2813045 w 4940931"/>
                <a:gd name="connsiteY746" fmla="*/ 88265 h 138429"/>
                <a:gd name="connsiteX747" fmla="*/ 2811775 w 4940931"/>
                <a:gd name="connsiteY747" fmla="*/ 84455 h 138429"/>
                <a:gd name="connsiteX748" fmla="*/ 2807965 w 4940931"/>
                <a:gd name="connsiteY748" fmla="*/ 81280 h 138429"/>
                <a:gd name="connsiteX749" fmla="*/ 2802250 w 4940931"/>
                <a:gd name="connsiteY749" fmla="*/ 78105 h 138429"/>
                <a:gd name="connsiteX750" fmla="*/ 2794630 w 4940931"/>
                <a:gd name="connsiteY750" fmla="*/ 74930 h 138429"/>
                <a:gd name="connsiteX751" fmla="*/ 2783835 w 4940931"/>
                <a:gd name="connsiteY751" fmla="*/ 69850 h 138429"/>
                <a:gd name="connsiteX752" fmla="*/ 2776850 w 4940931"/>
                <a:gd name="connsiteY752" fmla="*/ 64770 h 138429"/>
                <a:gd name="connsiteX753" fmla="*/ 2773040 w 4940931"/>
                <a:gd name="connsiteY753" fmla="*/ 58420 h 138429"/>
                <a:gd name="connsiteX754" fmla="*/ 2771770 w 4940931"/>
                <a:gd name="connsiteY754" fmla="*/ 50165 h 138429"/>
                <a:gd name="connsiteX755" fmla="*/ 2773675 w 4940931"/>
                <a:gd name="connsiteY755" fmla="*/ 40640 h 138429"/>
                <a:gd name="connsiteX756" fmla="*/ 2779390 w 4940931"/>
                <a:gd name="connsiteY756" fmla="*/ 34290 h 138429"/>
                <a:gd name="connsiteX757" fmla="*/ 2787645 w 4940931"/>
                <a:gd name="connsiteY757" fmla="*/ 30480 h 138429"/>
                <a:gd name="connsiteX758" fmla="*/ 2798440 w 4940931"/>
                <a:gd name="connsiteY758" fmla="*/ 29210 h 138429"/>
                <a:gd name="connsiteX759" fmla="*/ 2723510 w 4940931"/>
                <a:gd name="connsiteY759" fmla="*/ 29210 h 138429"/>
                <a:gd name="connsiteX760" fmla="*/ 2729225 w 4940931"/>
                <a:gd name="connsiteY760" fmla="*/ 29210 h 138429"/>
                <a:gd name="connsiteX761" fmla="*/ 2741290 w 4940931"/>
                <a:gd name="connsiteY761" fmla="*/ 31750 h 138429"/>
                <a:gd name="connsiteX762" fmla="*/ 2750180 w 4940931"/>
                <a:gd name="connsiteY762" fmla="*/ 38100 h 138429"/>
                <a:gd name="connsiteX763" fmla="*/ 2755260 w 4940931"/>
                <a:gd name="connsiteY763" fmla="*/ 48895 h 138429"/>
                <a:gd name="connsiteX764" fmla="*/ 2757165 w 4940931"/>
                <a:gd name="connsiteY764" fmla="*/ 64135 h 138429"/>
                <a:gd name="connsiteX765" fmla="*/ 2757165 w 4940931"/>
                <a:gd name="connsiteY765" fmla="*/ 108585 h 138429"/>
                <a:gd name="connsiteX766" fmla="*/ 2741925 w 4940931"/>
                <a:gd name="connsiteY766" fmla="*/ 108585 h 138429"/>
                <a:gd name="connsiteX767" fmla="*/ 2741290 w 4940931"/>
                <a:gd name="connsiteY767" fmla="*/ 108585 h 138429"/>
                <a:gd name="connsiteX768" fmla="*/ 2741290 w 4940931"/>
                <a:gd name="connsiteY768" fmla="*/ 64770 h 138429"/>
                <a:gd name="connsiteX769" fmla="*/ 2737480 w 4940931"/>
                <a:gd name="connsiteY769" fmla="*/ 48895 h 138429"/>
                <a:gd name="connsiteX770" fmla="*/ 2725415 w 4940931"/>
                <a:gd name="connsiteY770" fmla="*/ 43180 h 138429"/>
                <a:gd name="connsiteX771" fmla="*/ 2718430 w 4940931"/>
                <a:gd name="connsiteY771" fmla="*/ 44450 h 138429"/>
                <a:gd name="connsiteX772" fmla="*/ 2713350 w 4940931"/>
                <a:gd name="connsiteY772" fmla="*/ 48260 h 138429"/>
                <a:gd name="connsiteX773" fmla="*/ 2710175 w 4940931"/>
                <a:gd name="connsiteY773" fmla="*/ 54610 h 138429"/>
                <a:gd name="connsiteX774" fmla="*/ 2709540 w 4940931"/>
                <a:gd name="connsiteY774" fmla="*/ 62865 h 138429"/>
                <a:gd name="connsiteX775" fmla="*/ 2709540 w 4940931"/>
                <a:gd name="connsiteY775" fmla="*/ 108585 h 138429"/>
                <a:gd name="connsiteX776" fmla="*/ 2694300 w 4940931"/>
                <a:gd name="connsiteY776" fmla="*/ 108585 h 138429"/>
                <a:gd name="connsiteX777" fmla="*/ 2694300 w 4940931"/>
                <a:gd name="connsiteY777" fmla="*/ 30480 h 138429"/>
                <a:gd name="connsiteX778" fmla="*/ 2709540 w 4940931"/>
                <a:gd name="connsiteY778" fmla="*/ 30480 h 138429"/>
                <a:gd name="connsiteX779" fmla="*/ 2709540 w 4940931"/>
                <a:gd name="connsiteY779" fmla="*/ 38100 h 138429"/>
                <a:gd name="connsiteX780" fmla="*/ 2713350 w 4940931"/>
                <a:gd name="connsiteY780" fmla="*/ 34290 h 138429"/>
                <a:gd name="connsiteX781" fmla="*/ 2717795 w 4940931"/>
                <a:gd name="connsiteY781" fmla="*/ 31115 h 138429"/>
                <a:gd name="connsiteX782" fmla="*/ 2723510 w 4940931"/>
                <a:gd name="connsiteY782" fmla="*/ 29210 h 138429"/>
                <a:gd name="connsiteX783" fmla="*/ 2530470 w 4940931"/>
                <a:gd name="connsiteY783" fmla="*/ 29210 h 138429"/>
                <a:gd name="connsiteX784" fmla="*/ 2545075 w 4940931"/>
                <a:gd name="connsiteY784" fmla="*/ 32385 h 138429"/>
                <a:gd name="connsiteX785" fmla="*/ 2555235 w 4940931"/>
                <a:gd name="connsiteY785" fmla="*/ 40640 h 138429"/>
                <a:gd name="connsiteX786" fmla="*/ 2561585 w 4940931"/>
                <a:gd name="connsiteY786" fmla="*/ 53340 h 138429"/>
                <a:gd name="connsiteX787" fmla="*/ 2563490 w 4940931"/>
                <a:gd name="connsiteY787" fmla="*/ 68580 h 138429"/>
                <a:gd name="connsiteX788" fmla="*/ 2562220 w 4940931"/>
                <a:gd name="connsiteY788" fmla="*/ 68580 h 138429"/>
                <a:gd name="connsiteX789" fmla="*/ 2562220 w 4940931"/>
                <a:gd name="connsiteY789" fmla="*/ 72390 h 138429"/>
                <a:gd name="connsiteX790" fmla="*/ 2562220 w 4940931"/>
                <a:gd name="connsiteY790" fmla="*/ 75565 h 138429"/>
                <a:gd name="connsiteX791" fmla="*/ 2510785 w 4940931"/>
                <a:gd name="connsiteY791" fmla="*/ 75565 h 138429"/>
                <a:gd name="connsiteX792" fmla="*/ 2513325 w 4940931"/>
                <a:gd name="connsiteY792" fmla="*/ 85090 h 138429"/>
                <a:gd name="connsiteX793" fmla="*/ 2517770 w 4940931"/>
                <a:gd name="connsiteY793" fmla="*/ 91440 h 138429"/>
                <a:gd name="connsiteX794" fmla="*/ 2523485 w 4940931"/>
                <a:gd name="connsiteY794" fmla="*/ 95250 h 138429"/>
                <a:gd name="connsiteX795" fmla="*/ 2530470 w 4940931"/>
                <a:gd name="connsiteY795" fmla="*/ 96520 h 138429"/>
                <a:gd name="connsiteX796" fmla="*/ 2535550 w 4940931"/>
                <a:gd name="connsiteY796" fmla="*/ 96520 h 138429"/>
                <a:gd name="connsiteX797" fmla="*/ 2539995 w 4940931"/>
                <a:gd name="connsiteY797" fmla="*/ 95250 h 138429"/>
                <a:gd name="connsiteX798" fmla="*/ 2543805 w 4940931"/>
                <a:gd name="connsiteY798" fmla="*/ 93345 h 138429"/>
                <a:gd name="connsiteX799" fmla="*/ 2548250 w 4940931"/>
                <a:gd name="connsiteY799" fmla="*/ 90805 h 138429"/>
                <a:gd name="connsiteX800" fmla="*/ 2557140 w 4940931"/>
                <a:gd name="connsiteY800" fmla="*/ 100330 h 138429"/>
                <a:gd name="connsiteX801" fmla="*/ 2551425 w 4940931"/>
                <a:gd name="connsiteY801" fmla="*/ 104775 h 138429"/>
                <a:gd name="connsiteX802" fmla="*/ 2545710 w 4940931"/>
                <a:gd name="connsiteY802" fmla="*/ 107950 h 138429"/>
                <a:gd name="connsiteX803" fmla="*/ 2538725 w 4940931"/>
                <a:gd name="connsiteY803" fmla="*/ 109855 h 138429"/>
                <a:gd name="connsiteX804" fmla="*/ 2529835 w 4940931"/>
                <a:gd name="connsiteY804" fmla="*/ 110490 h 138429"/>
                <a:gd name="connsiteX805" fmla="*/ 2520310 w 4940931"/>
                <a:gd name="connsiteY805" fmla="*/ 109220 h 138429"/>
                <a:gd name="connsiteX806" fmla="*/ 2512690 w 4940931"/>
                <a:gd name="connsiteY806" fmla="*/ 105410 h 138429"/>
                <a:gd name="connsiteX807" fmla="*/ 2506340 w 4940931"/>
                <a:gd name="connsiteY807" fmla="*/ 100330 h 138429"/>
                <a:gd name="connsiteX808" fmla="*/ 2501260 w 4940931"/>
                <a:gd name="connsiteY808" fmla="*/ 92710 h 138429"/>
                <a:gd name="connsiteX809" fmla="*/ 2497450 w 4940931"/>
                <a:gd name="connsiteY809" fmla="*/ 82550 h 138429"/>
                <a:gd name="connsiteX810" fmla="*/ 2496180 w 4940931"/>
                <a:gd name="connsiteY810" fmla="*/ 69850 h 138429"/>
                <a:gd name="connsiteX811" fmla="*/ 2498720 w 4940931"/>
                <a:gd name="connsiteY811" fmla="*/ 52070 h 138429"/>
                <a:gd name="connsiteX812" fmla="*/ 2505705 w 4940931"/>
                <a:gd name="connsiteY812" fmla="*/ 39370 h 138429"/>
                <a:gd name="connsiteX813" fmla="*/ 2516500 w 4940931"/>
                <a:gd name="connsiteY813" fmla="*/ 31750 h 138429"/>
                <a:gd name="connsiteX814" fmla="*/ 2530470 w 4940931"/>
                <a:gd name="connsiteY814" fmla="*/ 29210 h 138429"/>
                <a:gd name="connsiteX815" fmla="*/ 2298061 w 4940931"/>
                <a:gd name="connsiteY815" fmla="*/ 29210 h 138429"/>
                <a:gd name="connsiteX816" fmla="*/ 2305681 w 4940931"/>
                <a:gd name="connsiteY816" fmla="*/ 29845 h 138429"/>
                <a:gd name="connsiteX817" fmla="*/ 2311396 w 4940931"/>
                <a:gd name="connsiteY817" fmla="*/ 32385 h 138429"/>
                <a:gd name="connsiteX818" fmla="*/ 2307586 w 4940931"/>
                <a:gd name="connsiteY818" fmla="*/ 46990 h 138429"/>
                <a:gd name="connsiteX819" fmla="*/ 2306316 w 4940931"/>
                <a:gd name="connsiteY819" fmla="*/ 46990 h 138429"/>
                <a:gd name="connsiteX820" fmla="*/ 2301236 w 4940931"/>
                <a:gd name="connsiteY820" fmla="*/ 45085 h 138429"/>
                <a:gd name="connsiteX821" fmla="*/ 2294886 w 4940931"/>
                <a:gd name="connsiteY821" fmla="*/ 44450 h 138429"/>
                <a:gd name="connsiteX822" fmla="*/ 2283456 w 4940931"/>
                <a:gd name="connsiteY822" fmla="*/ 49530 h 138429"/>
                <a:gd name="connsiteX823" fmla="*/ 2279646 w 4940931"/>
                <a:gd name="connsiteY823" fmla="*/ 64770 h 138429"/>
                <a:gd name="connsiteX824" fmla="*/ 2279646 w 4940931"/>
                <a:gd name="connsiteY824" fmla="*/ 109220 h 138429"/>
                <a:gd name="connsiteX825" fmla="*/ 2264406 w 4940931"/>
                <a:gd name="connsiteY825" fmla="*/ 109220 h 138429"/>
                <a:gd name="connsiteX826" fmla="*/ 2264406 w 4940931"/>
                <a:gd name="connsiteY826" fmla="*/ 31115 h 138429"/>
                <a:gd name="connsiteX827" fmla="*/ 2279646 w 4940931"/>
                <a:gd name="connsiteY827" fmla="*/ 31115 h 138429"/>
                <a:gd name="connsiteX828" fmla="*/ 2279646 w 4940931"/>
                <a:gd name="connsiteY828" fmla="*/ 38735 h 138429"/>
                <a:gd name="connsiteX829" fmla="*/ 2282821 w 4940931"/>
                <a:gd name="connsiteY829" fmla="*/ 34925 h 138429"/>
                <a:gd name="connsiteX830" fmla="*/ 2287266 w 4940931"/>
                <a:gd name="connsiteY830" fmla="*/ 31750 h 138429"/>
                <a:gd name="connsiteX831" fmla="*/ 2292346 w 4940931"/>
                <a:gd name="connsiteY831" fmla="*/ 29845 h 138429"/>
                <a:gd name="connsiteX832" fmla="*/ 2298061 w 4940931"/>
                <a:gd name="connsiteY832" fmla="*/ 29210 h 138429"/>
                <a:gd name="connsiteX833" fmla="*/ 2216145 w 4940931"/>
                <a:gd name="connsiteY833" fmla="*/ 29210 h 138429"/>
                <a:gd name="connsiteX834" fmla="*/ 2230750 w 4940931"/>
                <a:gd name="connsiteY834" fmla="*/ 32385 h 138429"/>
                <a:gd name="connsiteX835" fmla="*/ 2240910 w 4940931"/>
                <a:gd name="connsiteY835" fmla="*/ 40640 h 138429"/>
                <a:gd name="connsiteX836" fmla="*/ 2247260 w 4940931"/>
                <a:gd name="connsiteY836" fmla="*/ 53340 h 138429"/>
                <a:gd name="connsiteX837" fmla="*/ 2249165 w 4940931"/>
                <a:gd name="connsiteY837" fmla="*/ 68580 h 138429"/>
                <a:gd name="connsiteX838" fmla="*/ 2247895 w 4940931"/>
                <a:gd name="connsiteY838" fmla="*/ 68580 h 138429"/>
                <a:gd name="connsiteX839" fmla="*/ 2247895 w 4940931"/>
                <a:gd name="connsiteY839" fmla="*/ 72390 h 138429"/>
                <a:gd name="connsiteX840" fmla="*/ 2247895 w 4940931"/>
                <a:gd name="connsiteY840" fmla="*/ 75565 h 138429"/>
                <a:gd name="connsiteX841" fmla="*/ 2196460 w 4940931"/>
                <a:gd name="connsiteY841" fmla="*/ 75565 h 138429"/>
                <a:gd name="connsiteX842" fmla="*/ 2199000 w 4940931"/>
                <a:gd name="connsiteY842" fmla="*/ 85090 h 138429"/>
                <a:gd name="connsiteX843" fmla="*/ 2203445 w 4940931"/>
                <a:gd name="connsiteY843" fmla="*/ 91440 h 138429"/>
                <a:gd name="connsiteX844" fmla="*/ 2209160 w 4940931"/>
                <a:gd name="connsiteY844" fmla="*/ 95250 h 138429"/>
                <a:gd name="connsiteX845" fmla="*/ 2216145 w 4940931"/>
                <a:gd name="connsiteY845" fmla="*/ 96520 h 138429"/>
                <a:gd name="connsiteX846" fmla="*/ 2221225 w 4940931"/>
                <a:gd name="connsiteY846" fmla="*/ 96520 h 138429"/>
                <a:gd name="connsiteX847" fmla="*/ 2225670 w 4940931"/>
                <a:gd name="connsiteY847" fmla="*/ 95250 h 138429"/>
                <a:gd name="connsiteX848" fmla="*/ 2229480 w 4940931"/>
                <a:gd name="connsiteY848" fmla="*/ 93345 h 138429"/>
                <a:gd name="connsiteX849" fmla="*/ 2233925 w 4940931"/>
                <a:gd name="connsiteY849" fmla="*/ 90805 h 138429"/>
                <a:gd name="connsiteX850" fmla="*/ 2242815 w 4940931"/>
                <a:gd name="connsiteY850" fmla="*/ 100330 h 138429"/>
                <a:gd name="connsiteX851" fmla="*/ 2237100 w 4940931"/>
                <a:gd name="connsiteY851" fmla="*/ 104775 h 138429"/>
                <a:gd name="connsiteX852" fmla="*/ 2231385 w 4940931"/>
                <a:gd name="connsiteY852" fmla="*/ 107950 h 138429"/>
                <a:gd name="connsiteX853" fmla="*/ 2224400 w 4940931"/>
                <a:gd name="connsiteY853" fmla="*/ 109855 h 138429"/>
                <a:gd name="connsiteX854" fmla="*/ 2215510 w 4940931"/>
                <a:gd name="connsiteY854" fmla="*/ 110490 h 138429"/>
                <a:gd name="connsiteX855" fmla="*/ 2205985 w 4940931"/>
                <a:gd name="connsiteY855" fmla="*/ 109220 h 138429"/>
                <a:gd name="connsiteX856" fmla="*/ 2198365 w 4940931"/>
                <a:gd name="connsiteY856" fmla="*/ 105410 h 138429"/>
                <a:gd name="connsiteX857" fmla="*/ 2192015 w 4940931"/>
                <a:gd name="connsiteY857" fmla="*/ 100330 h 138429"/>
                <a:gd name="connsiteX858" fmla="*/ 2186935 w 4940931"/>
                <a:gd name="connsiteY858" fmla="*/ 92710 h 138429"/>
                <a:gd name="connsiteX859" fmla="*/ 2183125 w 4940931"/>
                <a:gd name="connsiteY859" fmla="*/ 82550 h 138429"/>
                <a:gd name="connsiteX860" fmla="*/ 2181855 w 4940931"/>
                <a:gd name="connsiteY860" fmla="*/ 69850 h 138429"/>
                <a:gd name="connsiteX861" fmla="*/ 2184395 w 4940931"/>
                <a:gd name="connsiteY861" fmla="*/ 52070 h 138429"/>
                <a:gd name="connsiteX862" fmla="*/ 2191380 w 4940931"/>
                <a:gd name="connsiteY862" fmla="*/ 39370 h 138429"/>
                <a:gd name="connsiteX863" fmla="*/ 2202175 w 4940931"/>
                <a:gd name="connsiteY863" fmla="*/ 31750 h 138429"/>
                <a:gd name="connsiteX864" fmla="*/ 2216145 w 4940931"/>
                <a:gd name="connsiteY864" fmla="*/ 29210 h 138429"/>
                <a:gd name="connsiteX865" fmla="*/ 2029456 w 4940931"/>
                <a:gd name="connsiteY865" fmla="*/ 29210 h 138429"/>
                <a:gd name="connsiteX866" fmla="*/ 2044061 w 4940931"/>
                <a:gd name="connsiteY866" fmla="*/ 32385 h 138429"/>
                <a:gd name="connsiteX867" fmla="*/ 2054221 w 4940931"/>
                <a:gd name="connsiteY867" fmla="*/ 40640 h 138429"/>
                <a:gd name="connsiteX868" fmla="*/ 2060571 w 4940931"/>
                <a:gd name="connsiteY868" fmla="*/ 53340 h 138429"/>
                <a:gd name="connsiteX869" fmla="*/ 2062476 w 4940931"/>
                <a:gd name="connsiteY869" fmla="*/ 68580 h 138429"/>
                <a:gd name="connsiteX870" fmla="*/ 2061206 w 4940931"/>
                <a:gd name="connsiteY870" fmla="*/ 68580 h 138429"/>
                <a:gd name="connsiteX871" fmla="*/ 2061206 w 4940931"/>
                <a:gd name="connsiteY871" fmla="*/ 72390 h 138429"/>
                <a:gd name="connsiteX872" fmla="*/ 2061206 w 4940931"/>
                <a:gd name="connsiteY872" fmla="*/ 75565 h 138429"/>
                <a:gd name="connsiteX873" fmla="*/ 2009771 w 4940931"/>
                <a:gd name="connsiteY873" fmla="*/ 75565 h 138429"/>
                <a:gd name="connsiteX874" fmla="*/ 2012311 w 4940931"/>
                <a:gd name="connsiteY874" fmla="*/ 85090 h 138429"/>
                <a:gd name="connsiteX875" fmla="*/ 2016756 w 4940931"/>
                <a:gd name="connsiteY875" fmla="*/ 91440 h 138429"/>
                <a:gd name="connsiteX876" fmla="*/ 2022471 w 4940931"/>
                <a:gd name="connsiteY876" fmla="*/ 95250 h 138429"/>
                <a:gd name="connsiteX877" fmla="*/ 2029456 w 4940931"/>
                <a:gd name="connsiteY877" fmla="*/ 96520 h 138429"/>
                <a:gd name="connsiteX878" fmla="*/ 2034536 w 4940931"/>
                <a:gd name="connsiteY878" fmla="*/ 96520 h 138429"/>
                <a:gd name="connsiteX879" fmla="*/ 2038981 w 4940931"/>
                <a:gd name="connsiteY879" fmla="*/ 95250 h 138429"/>
                <a:gd name="connsiteX880" fmla="*/ 2042791 w 4940931"/>
                <a:gd name="connsiteY880" fmla="*/ 93345 h 138429"/>
                <a:gd name="connsiteX881" fmla="*/ 2047236 w 4940931"/>
                <a:gd name="connsiteY881" fmla="*/ 90805 h 138429"/>
                <a:gd name="connsiteX882" fmla="*/ 2056126 w 4940931"/>
                <a:gd name="connsiteY882" fmla="*/ 100330 h 138429"/>
                <a:gd name="connsiteX883" fmla="*/ 2050411 w 4940931"/>
                <a:gd name="connsiteY883" fmla="*/ 104775 h 138429"/>
                <a:gd name="connsiteX884" fmla="*/ 2044696 w 4940931"/>
                <a:gd name="connsiteY884" fmla="*/ 107950 h 138429"/>
                <a:gd name="connsiteX885" fmla="*/ 2037711 w 4940931"/>
                <a:gd name="connsiteY885" fmla="*/ 109855 h 138429"/>
                <a:gd name="connsiteX886" fmla="*/ 2028821 w 4940931"/>
                <a:gd name="connsiteY886" fmla="*/ 110490 h 138429"/>
                <a:gd name="connsiteX887" fmla="*/ 2019296 w 4940931"/>
                <a:gd name="connsiteY887" fmla="*/ 109220 h 138429"/>
                <a:gd name="connsiteX888" fmla="*/ 2011676 w 4940931"/>
                <a:gd name="connsiteY888" fmla="*/ 105410 h 138429"/>
                <a:gd name="connsiteX889" fmla="*/ 2005326 w 4940931"/>
                <a:gd name="connsiteY889" fmla="*/ 100330 h 138429"/>
                <a:gd name="connsiteX890" fmla="*/ 2000246 w 4940931"/>
                <a:gd name="connsiteY890" fmla="*/ 92710 h 138429"/>
                <a:gd name="connsiteX891" fmla="*/ 1996436 w 4940931"/>
                <a:gd name="connsiteY891" fmla="*/ 82550 h 138429"/>
                <a:gd name="connsiteX892" fmla="*/ 1995166 w 4940931"/>
                <a:gd name="connsiteY892" fmla="*/ 69850 h 138429"/>
                <a:gd name="connsiteX893" fmla="*/ 1997706 w 4940931"/>
                <a:gd name="connsiteY893" fmla="*/ 52070 h 138429"/>
                <a:gd name="connsiteX894" fmla="*/ 2004691 w 4940931"/>
                <a:gd name="connsiteY894" fmla="*/ 39370 h 138429"/>
                <a:gd name="connsiteX895" fmla="*/ 2015486 w 4940931"/>
                <a:gd name="connsiteY895" fmla="*/ 31750 h 138429"/>
                <a:gd name="connsiteX896" fmla="*/ 2029456 w 4940931"/>
                <a:gd name="connsiteY896" fmla="*/ 29210 h 138429"/>
                <a:gd name="connsiteX897" fmla="*/ 1831336 w 4940931"/>
                <a:gd name="connsiteY897" fmla="*/ 29210 h 138429"/>
                <a:gd name="connsiteX898" fmla="*/ 1845941 w 4940931"/>
                <a:gd name="connsiteY898" fmla="*/ 32385 h 138429"/>
                <a:gd name="connsiteX899" fmla="*/ 1856101 w 4940931"/>
                <a:gd name="connsiteY899" fmla="*/ 40640 h 138429"/>
                <a:gd name="connsiteX900" fmla="*/ 1862451 w 4940931"/>
                <a:gd name="connsiteY900" fmla="*/ 53340 h 138429"/>
                <a:gd name="connsiteX901" fmla="*/ 1864356 w 4940931"/>
                <a:gd name="connsiteY901" fmla="*/ 68580 h 138429"/>
                <a:gd name="connsiteX902" fmla="*/ 1863086 w 4940931"/>
                <a:gd name="connsiteY902" fmla="*/ 68580 h 138429"/>
                <a:gd name="connsiteX903" fmla="*/ 1863086 w 4940931"/>
                <a:gd name="connsiteY903" fmla="*/ 72390 h 138429"/>
                <a:gd name="connsiteX904" fmla="*/ 1863086 w 4940931"/>
                <a:gd name="connsiteY904" fmla="*/ 75565 h 138429"/>
                <a:gd name="connsiteX905" fmla="*/ 1811651 w 4940931"/>
                <a:gd name="connsiteY905" fmla="*/ 75565 h 138429"/>
                <a:gd name="connsiteX906" fmla="*/ 1814191 w 4940931"/>
                <a:gd name="connsiteY906" fmla="*/ 85090 h 138429"/>
                <a:gd name="connsiteX907" fmla="*/ 1818636 w 4940931"/>
                <a:gd name="connsiteY907" fmla="*/ 91440 h 138429"/>
                <a:gd name="connsiteX908" fmla="*/ 1824351 w 4940931"/>
                <a:gd name="connsiteY908" fmla="*/ 95250 h 138429"/>
                <a:gd name="connsiteX909" fmla="*/ 1831336 w 4940931"/>
                <a:gd name="connsiteY909" fmla="*/ 96520 h 138429"/>
                <a:gd name="connsiteX910" fmla="*/ 1836416 w 4940931"/>
                <a:gd name="connsiteY910" fmla="*/ 96520 h 138429"/>
                <a:gd name="connsiteX911" fmla="*/ 1840861 w 4940931"/>
                <a:gd name="connsiteY911" fmla="*/ 95250 h 138429"/>
                <a:gd name="connsiteX912" fmla="*/ 1844671 w 4940931"/>
                <a:gd name="connsiteY912" fmla="*/ 93345 h 138429"/>
                <a:gd name="connsiteX913" fmla="*/ 1849116 w 4940931"/>
                <a:gd name="connsiteY913" fmla="*/ 90805 h 138429"/>
                <a:gd name="connsiteX914" fmla="*/ 1858006 w 4940931"/>
                <a:gd name="connsiteY914" fmla="*/ 100330 h 138429"/>
                <a:gd name="connsiteX915" fmla="*/ 1852291 w 4940931"/>
                <a:gd name="connsiteY915" fmla="*/ 104775 h 138429"/>
                <a:gd name="connsiteX916" fmla="*/ 1846576 w 4940931"/>
                <a:gd name="connsiteY916" fmla="*/ 107950 h 138429"/>
                <a:gd name="connsiteX917" fmla="*/ 1839591 w 4940931"/>
                <a:gd name="connsiteY917" fmla="*/ 109855 h 138429"/>
                <a:gd name="connsiteX918" fmla="*/ 1830701 w 4940931"/>
                <a:gd name="connsiteY918" fmla="*/ 110490 h 138429"/>
                <a:gd name="connsiteX919" fmla="*/ 1821176 w 4940931"/>
                <a:gd name="connsiteY919" fmla="*/ 109220 h 138429"/>
                <a:gd name="connsiteX920" fmla="*/ 1813556 w 4940931"/>
                <a:gd name="connsiteY920" fmla="*/ 105410 h 138429"/>
                <a:gd name="connsiteX921" fmla="*/ 1807206 w 4940931"/>
                <a:gd name="connsiteY921" fmla="*/ 100330 h 138429"/>
                <a:gd name="connsiteX922" fmla="*/ 1802126 w 4940931"/>
                <a:gd name="connsiteY922" fmla="*/ 92710 h 138429"/>
                <a:gd name="connsiteX923" fmla="*/ 1798316 w 4940931"/>
                <a:gd name="connsiteY923" fmla="*/ 82550 h 138429"/>
                <a:gd name="connsiteX924" fmla="*/ 1797046 w 4940931"/>
                <a:gd name="connsiteY924" fmla="*/ 69850 h 138429"/>
                <a:gd name="connsiteX925" fmla="*/ 1799586 w 4940931"/>
                <a:gd name="connsiteY925" fmla="*/ 52070 h 138429"/>
                <a:gd name="connsiteX926" fmla="*/ 1806571 w 4940931"/>
                <a:gd name="connsiteY926" fmla="*/ 39370 h 138429"/>
                <a:gd name="connsiteX927" fmla="*/ 1817366 w 4940931"/>
                <a:gd name="connsiteY927" fmla="*/ 31750 h 138429"/>
                <a:gd name="connsiteX928" fmla="*/ 1831336 w 4940931"/>
                <a:gd name="connsiteY928" fmla="*/ 29210 h 138429"/>
                <a:gd name="connsiteX929" fmla="*/ 1501140 w 4940931"/>
                <a:gd name="connsiteY929" fmla="*/ 29210 h 138429"/>
                <a:gd name="connsiteX930" fmla="*/ 1506856 w 4940931"/>
                <a:gd name="connsiteY930" fmla="*/ 29210 h 138429"/>
                <a:gd name="connsiteX931" fmla="*/ 1518920 w 4940931"/>
                <a:gd name="connsiteY931" fmla="*/ 31750 h 138429"/>
                <a:gd name="connsiteX932" fmla="*/ 1527811 w 4940931"/>
                <a:gd name="connsiteY932" fmla="*/ 38100 h 138429"/>
                <a:gd name="connsiteX933" fmla="*/ 1532891 w 4940931"/>
                <a:gd name="connsiteY933" fmla="*/ 48895 h 138429"/>
                <a:gd name="connsiteX934" fmla="*/ 1534796 w 4940931"/>
                <a:gd name="connsiteY934" fmla="*/ 64135 h 138429"/>
                <a:gd name="connsiteX935" fmla="*/ 1534796 w 4940931"/>
                <a:gd name="connsiteY935" fmla="*/ 108585 h 138429"/>
                <a:gd name="connsiteX936" fmla="*/ 1519556 w 4940931"/>
                <a:gd name="connsiteY936" fmla="*/ 108585 h 138429"/>
                <a:gd name="connsiteX937" fmla="*/ 1518920 w 4940931"/>
                <a:gd name="connsiteY937" fmla="*/ 108585 h 138429"/>
                <a:gd name="connsiteX938" fmla="*/ 1518920 w 4940931"/>
                <a:gd name="connsiteY938" fmla="*/ 64770 h 138429"/>
                <a:gd name="connsiteX939" fmla="*/ 1515111 w 4940931"/>
                <a:gd name="connsiteY939" fmla="*/ 48895 h 138429"/>
                <a:gd name="connsiteX940" fmla="*/ 1503046 w 4940931"/>
                <a:gd name="connsiteY940" fmla="*/ 43180 h 138429"/>
                <a:gd name="connsiteX941" fmla="*/ 1496061 w 4940931"/>
                <a:gd name="connsiteY941" fmla="*/ 44450 h 138429"/>
                <a:gd name="connsiteX942" fmla="*/ 1490981 w 4940931"/>
                <a:gd name="connsiteY942" fmla="*/ 48260 h 138429"/>
                <a:gd name="connsiteX943" fmla="*/ 1487806 w 4940931"/>
                <a:gd name="connsiteY943" fmla="*/ 54610 h 138429"/>
                <a:gd name="connsiteX944" fmla="*/ 1487170 w 4940931"/>
                <a:gd name="connsiteY944" fmla="*/ 62865 h 138429"/>
                <a:gd name="connsiteX945" fmla="*/ 1487170 w 4940931"/>
                <a:gd name="connsiteY945" fmla="*/ 108585 h 138429"/>
                <a:gd name="connsiteX946" fmla="*/ 1471931 w 4940931"/>
                <a:gd name="connsiteY946" fmla="*/ 108585 h 138429"/>
                <a:gd name="connsiteX947" fmla="*/ 1471931 w 4940931"/>
                <a:gd name="connsiteY947" fmla="*/ 30480 h 138429"/>
                <a:gd name="connsiteX948" fmla="*/ 1487170 w 4940931"/>
                <a:gd name="connsiteY948" fmla="*/ 30480 h 138429"/>
                <a:gd name="connsiteX949" fmla="*/ 1487170 w 4940931"/>
                <a:gd name="connsiteY949" fmla="*/ 38100 h 138429"/>
                <a:gd name="connsiteX950" fmla="*/ 1490981 w 4940931"/>
                <a:gd name="connsiteY950" fmla="*/ 34290 h 138429"/>
                <a:gd name="connsiteX951" fmla="*/ 1495426 w 4940931"/>
                <a:gd name="connsiteY951" fmla="*/ 31115 h 138429"/>
                <a:gd name="connsiteX952" fmla="*/ 1501140 w 4940931"/>
                <a:gd name="connsiteY952" fmla="*/ 29210 h 138429"/>
                <a:gd name="connsiteX953" fmla="*/ 1250316 w 4940931"/>
                <a:gd name="connsiteY953" fmla="*/ 29210 h 138429"/>
                <a:gd name="connsiteX954" fmla="*/ 1264286 w 4940931"/>
                <a:gd name="connsiteY954" fmla="*/ 31750 h 138429"/>
                <a:gd name="connsiteX955" fmla="*/ 1276350 w 4940931"/>
                <a:gd name="connsiteY955" fmla="*/ 38100 h 138429"/>
                <a:gd name="connsiteX956" fmla="*/ 1278256 w 4940931"/>
                <a:gd name="connsiteY956" fmla="*/ 38100 h 138429"/>
                <a:gd name="connsiteX957" fmla="*/ 1271271 w 4940931"/>
                <a:gd name="connsiteY957" fmla="*/ 50165 h 138429"/>
                <a:gd name="connsiteX958" fmla="*/ 1261746 w 4940931"/>
                <a:gd name="connsiteY958" fmla="*/ 45085 h 138429"/>
                <a:gd name="connsiteX959" fmla="*/ 1250951 w 4940931"/>
                <a:gd name="connsiteY959" fmla="*/ 43180 h 138429"/>
                <a:gd name="connsiteX960" fmla="*/ 1242696 w 4940931"/>
                <a:gd name="connsiteY960" fmla="*/ 45085 h 138429"/>
                <a:gd name="connsiteX961" fmla="*/ 1240156 w 4940931"/>
                <a:gd name="connsiteY961" fmla="*/ 50165 h 138429"/>
                <a:gd name="connsiteX962" fmla="*/ 1240156 w 4940931"/>
                <a:gd name="connsiteY962" fmla="*/ 52705 h 138429"/>
                <a:gd name="connsiteX963" fmla="*/ 1242061 w 4940931"/>
                <a:gd name="connsiteY963" fmla="*/ 55245 h 138429"/>
                <a:gd name="connsiteX964" fmla="*/ 1246506 w 4940931"/>
                <a:gd name="connsiteY964" fmla="*/ 57785 h 138429"/>
                <a:gd name="connsiteX965" fmla="*/ 1253491 w 4940931"/>
                <a:gd name="connsiteY965" fmla="*/ 60960 h 138429"/>
                <a:gd name="connsiteX966" fmla="*/ 1264921 w 4940931"/>
                <a:gd name="connsiteY966" fmla="*/ 66040 h 138429"/>
                <a:gd name="connsiteX967" fmla="*/ 1273176 w 4940931"/>
                <a:gd name="connsiteY967" fmla="*/ 71120 h 138429"/>
                <a:gd name="connsiteX968" fmla="*/ 1278256 w 4940931"/>
                <a:gd name="connsiteY968" fmla="*/ 78105 h 138429"/>
                <a:gd name="connsiteX969" fmla="*/ 1280161 w 4940931"/>
                <a:gd name="connsiteY969" fmla="*/ 87630 h 138429"/>
                <a:gd name="connsiteX970" fmla="*/ 1277621 w 4940931"/>
                <a:gd name="connsiteY970" fmla="*/ 98425 h 138429"/>
                <a:gd name="connsiteX971" fmla="*/ 1271271 w 4940931"/>
                <a:gd name="connsiteY971" fmla="*/ 105410 h 138429"/>
                <a:gd name="connsiteX972" fmla="*/ 1261746 w 4940931"/>
                <a:gd name="connsiteY972" fmla="*/ 109220 h 138429"/>
                <a:gd name="connsiteX973" fmla="*/ 1250951 w 4940931"/>
                <a:gd name="connsiteY973" fmla="*/ 110490 h 138429"/>
                <a:gd name="connsiteX974" fmla="*/ 1235711 w 4940931"/>
                <a:gd name="connsiteY974" fmla="*/ 107950 h 138429"/>
                <a:gd name="connsiteX975" fmla="*/ 1221106 w 4940931"/>
                <a:gd name="connsiteY975" fmla="*/ 100965 h 138429"/>
                <a:gd name="connsiteX976" fmla="*/ 1228091 w 4940931"/>
                <a:gd name="connsiteY976" fmla="*/ 89535 h 138429"/>
                <a:gd name="connsiteX977" fmla="*/ 1239521 w 4940931"/>
                <a:gd name="connsiteY977" fmla="*/ 95250 h 138429"/>
                <a:gd name="connsiteX978" fmla="*/ 1250951 w 4940931"/>
                <a:gd name="connsiteY978" fmla="*/ 97155 h 138429"/>
                <a:gd name="connsiteX979" fmla="*/ 1261746 w 4940931"/>
                <a:gd name="connsiteY979" fmla="*/ 94615 h 138429"/>
                <a:gd name="connsiteX980" fmla="*/ 1264921 w 4940931"/>
                <a:gd name="connsiteY980" fmla="*/ 88265 h 138429"/>
                <a:gd name="connsiteX981" fmla="*/ 1263650 w 4940931"/>
                <a:gd name="connsiteY981" fmla="*/ 84455 h 138429"/>
                <a:gd name="connsiteX982" fmla="*/ 1259841 w 4940931"/>
                <a:gd name="connsiteY982" fmla="*/ 81280 h 138429"/>
                <a:gd name="connsiteX983" fmla="*/ 1254125 w 4940931"/>
                <a:gd name="connsiteY983" fmla="*/ 78105 h 138429"/>
                <a:gd name="connsiteX984" fmla="*/ 1246506 w 4940931"/>
                <a:gd name="connsiteY984" fmla="*/ 74930 h 138429"/>
                <a:gd name="connsiteX985" fmla="*/ 1235711 w 4940931"/>
                <a:gd name="connsiteY985" fmla="*/ 69850 h 138429"/>
                <a:gd name="connsiteX986" fmla="*/ 1228726 w 4940931"/>
                <a:gd name="connsiteY986" fmla="*/ 64770 h 138429"/>
                <a:gd name="connsiteX987" fmla="*/ 1224916 w 4940931"/>
                <a:gd name="connsiteY987" fmla="*/ 58420 h 138429"/>
                <a:gd name="connsiteX988" fmla="*/ 1223646 w 4940931"/>
                <a:gd name="connsiteY988" fmla="*/ 50165 h 138429"/>
                <a:gd name="connsiteX989" fmla="*/ 1225551 w 4940931"/>
                <a:gd name="connsiteY989" fmla="*/ 40640 h 138429"/>
                <a:gd name="connsiteX990" fmla="*/ 1231266 w 4940931"/>
                <a:gd name="connsiteY990" fmla="*/ 34290 h 138429"/>
                <a:gd name="connsiteX991" fmla="*/ 1239521 w 4940931"/>
                <a:gd name="connsiteY991" fmla="*/ 30480 h 138429"/>
                <a:gd name="connsiteX992" fmla="*/ 1250316 w 4940931"/>
                <a:gd name="connsiteY992" fmla="*/ 29210 h 138429"/>
                <a:gd name="connsiteX993" fmla="*/ 1180466 w 4940931"/>
                <a:gd name="connsiteY993" fmla="*/ 29210 h 138429"/>
                <a:gd name="connsiteX994" fmla="*/ 1195071 w 4940931"/>
                <a:gd name="connsiteY994" fmla="*/ 32385 h 138429"/>
                <a:gd name="connsiteX995" fmla="*/ 1205231 w 4940931"/>
                <a:gd name="connsiteY995" fmla="*/ 40640 h 138429"/>
                <a:gd name="connsiteX996" fmla="*/ 1211581 w 4940931"/>
                <a:gd name="connsiteY996" fmla="*/ 53340 h 138429"/>
                <a:gd name="connsiteX997" fmla="*/ 1213486 w 4940931"/>
                <a:gd name="connsiteY997" fmla="*/ 68580 h 138429"/>
                <a:gd name="connsiteX998" fmla="*/ 1212216 w 4940931"/>
                <a:gd name="connsiteY998" fmla="*/ 68580 h 138429"/>
                <a:gd name="connsiteX999" fmla="*/ 1212216 w 4940931"/>
                <a:gd name="connsiteY999" fmla="*/ 72390 h 138429"/>
                <a:gd name="connsiteX1000" fmla="*/ 1212216 w 4940931"/>
                <a:gd name="connsiteY1000" fmla="*/ 75565 h 138429"/>
                <a:gd name="connsiteX1001" fmla="*/ 1160781 w 4940931"/>
                <a:gd name="connsiteY1001" fmla="*/ 75565 h 138429"/>
                <a:gd name="connsiteX1002" fmla="*/ 1163321 w 4940931"/>
                <a:gd name="connsiteY1002" fmla="*/ 85090 h 138429"/>
                <a:gd name="connsiteX1003" fmla="*/ 1167766 w 4940931"/>
                <a:gd name="connsiteY1003" fmla="*/ 91440 h 138429"/>
                <a:gd name="connsiteX1004" fmla="*/ 1173481 w 4940931"/>
                <a:gd name="connsiteY1004" fmla="*/ 95250 h 138429"/>
                <a:gd name="connsiteX1005" fmla="*/ 1180466 w 4940931"/>
                <a:gd name="connsiteY1005" fmla="*/ 96520 h 138429"/>
                <a:gd name="connsiteX1006" fmla="*/ 1185546 w 4940931"/>
                <a:gd name="connsiteY1006" fmla="*/ 96520 h 138429"/>
                <a:gd name="connsiteX1007" fmla="*/ 1189991 w 4940931"/>
                <a:gd name="connsiteY1007" fmla="*/ 95250 h 138429"/>
                <a:gd name="connsiteX1008" fmla="*/ 1193801 w 4940931"/>
                <a:gd name="connsiteY1008" fmla="*/ 93345 h 138429"/>
                <a:gd name="connsiteX1009" fmla="*/ 1198246 w 4940931"/>
                <a:gd name="connsiteY1009" fmla="*/ 90805 h 138429"/>
                <a:gd name="connsiteX1010" fmla="*/ 1207136 w 4940931"/>
                <a:gd name="connsiteY1010" fmla="*/ 100330 h 138429"/>
                <a:gd name="connsiteX1011" fmla="*/ 1201421 w 4940931"/>
                <a:gd name="connsiteY1011" fmla="*/ 104775 h 138429"/>
                <a:gd name="connsiteX1012" fmla="*/ 1195706 w 4940931"/>
                <a:gd name="connsiteY1012" fmla="*/ 107950 h 138429"/>
                <a:gd name="connsiteX1013" fmla="*/ 1188721 w 4940931"/>
                <a:gd name="connsiteY1013" fmla="*/ 109855 h 138429"/>
                <a:gd name="connsiteX1014" fmla="*/ 1179831 w 4940931"/>
                <a:gd name="connsiteY1014" fmla="*/ 110490 h 138429"/>
                <a:gd name="connsiteX1015" fmla="*/ 1170306 w 4940931"/>
                <a:gd name="connsiteY1015" fmla="*/ 109220 h 138429"/>
                <a:gd name="connsiteX1016" fmla="*/ 1162686 w 4940931"/>
                <a:gd name="connsiteY1016" fmla="*/ 105410 h 138429"/>
                <a:gd name="connsiteX1017" fmla="*/ 1156336 w 4940931"/>
                <a:gd name="connsiteY1017" fmla="*/ 100330 h 138429"/>
                <a:gd name="connsiteX1018" fmla="*/ 1151256 w 4940931"/>
                <a:gd name="connsiteY1018" fmla="*/ 92710 h 138429"/>
                <a:gd name="connsiteX1019" fmla="*/ 1147446 w 4940931"/>
                <a:gd name="connsiteY1019" fmla="*/ 82550 h 138429"/>
                <a:gd name="connsiteX1020" fmla="*/ 1146176 w 4940931"/>
                <a:gd name="connsiteY1020" fmla="*/ 69850 h 138429"/>
                <a:gd name="connsiteX1021" fmla="*/ 1148716 w 4940931"/>
                <a:gd name="connsiteY1021" fmla="*/ 52070 h 138429"/>
                <a:gd name="connsiteX1022" fmla="*/ 1155701 w 4940931"/>
                <a:gd name="connsiteY1022" fmla="*/ 39370 h 138429"/>
                <a:gd name="connsiteX1023" fmla="*/ 1166496 w 4940931"/>
                <a:gd name="connsiteY1023" fmla="*/ 31750 h 138429"/>
                <a:gd name="connsiteX1024" fmla="*/ 1180466 w 4940931"/>
                <a:gd name="connsiteY1024" fmla="*/ 29210 h 138429"/>
                <a:gd name="connsiteX1025" fmla="*/ 901065 w 4940931"/>
                <a:gd name="connsiteY1025" fmla="*/ 29210 h 138429"/>
                <a:gd name="connsiteX1026" fmla="*/ 915670 w 4940931"/>
                <a:gd name="connsiteY1026" fmla="*/ 32385 h 138429"/>
                <a:gd name="connsiteX1027" fmla="*/ 925830 w 4940931"/>
                <a:gd name="connsiteY1027" fmla="*/ 40640 h 138429"/>
                <a:gd name="connsiteX1028" fmla="*/ 932180 w 4940931"/>
                <a:gd name="connsiteY1028" fmla="*/ 53340 h 138429"/>
                <a:gd name="connsiteX1029" fmla="*/ 934085 w 4940931"/>
                <a:gd name="connsiteY1029" fmla="*/ 68580 h 138429"/>
                <a:gd name="connsiteX1030" fmla="*/ 932815 w 4940931"/>
                <a:gd name="connsiteY1030" fmla="*/ 68580 h 138429"/>
                <a:gd name="connsiteX1031" fmla="*/ 932815 w 4940931"/>
                <a:gd name="connsiteY1031" fmla="*/ 72390 h 138429"/>
                <a:gd name="connsiteX1032" fmla="*/ 932815 w 4940931"/>
                <a:gd name="connsiteY1032" fmla="*/ 75565 h 138429"/>
                <a:gd name="connsiteX1033" fmla="*/ 881380 w 4940931"/>
                <a:gd name="connsiteY1033" fmla="*/ 75565 h 138429"/>
                <a:gd name="connsiteX1034" fmla="*/ 883920 w 4940931"/>
                <a:gd name="connsiteY1034" fmla="*/ 85090 h 138429"/>
                <a:gd name="connsiteX1035" fmla="*/ 888365 w 4940931"/>
                <a:gd name="connsiteY1035" fmla="*/ 91440 h 138429"/>
                <a:gd name="connsiteX1036" fmla="*/ 894080 w 4940931"/>
                <a:gd name="connsiteY1036" fmla="*/ 95250 h 138429"/>
                <a:gd name="connsiteX1037" fmla="*/ 901065 w 4940931"/>
                <a:gd name="connsiteY1037" fmla="*/ 96520 h 138429"/>
                <a:gd name="connsiteX1038" fmla="*/ 906145 w 4940931"/>
                <a:gd name="connsiteY1038" fmla="*/ 96520 h 138429"/>
                <a:gd name="connsiteX1039" fmla="*/ 910590 w 4940931"/>
                <a:gd name="connsiteY1039" fmla="*/ 95250 h 138429"/>
                <a:gd name="connsiteX1040" fmla="*/ 914400 w 4940931"/>
                <a:gd name="connsiteY1040" fmla="*/ 93345 h 138429"/>
                <a:gd name="connsiteX1041" fmla="*/ 918845 w 4940931"/>
                <a:gd name="connsiteY1041" fmla="*/ 90805 h 138429"/>
                <a:gd name="connsiteX1042" fmla="*/ 927735 w 4940931"/>
                <a:gd name="connsiteY1042" fmla="*/ 100330 h 138429"/>
                <a:gd name="connsiteX1043" fmla="*/ 922020 w 4940931"/>
                <a:gd name="connsiteY1043" fmla="*/ 104775 h 138429"/>
                <a:gd name="connsiteX1044" fmla="*/ 916305 w 4940931"/>
                <a:gd name="connsiteY1044" fmla="*/ 107950 h 138429"/>
                <a:gd name="connsiteX1045" fmla="*/ 909320 w 4940931"/>
                <a:gd name="connsiteY1045" fmla="*/ 109855 h 138429"/>
                <a:gd name="connsiteX1046" fmla="*/ 900430 w 4940931"/>
                <a:gd name="connsiteY1046" fmla="*/ 110490 h 138429"/>
                <a:gd name="connsiteX1047" fmla="*/ 890905 w 4940931"/>
                <a:gd name="connsiteY1047" fmla="*/ 109220 h 138429"/>
                <a:gd name="connsiteX1048" fmla="*/ 883285 w 4940931"/>
                <a:gd name="connsiteY1048" fmla="*/ 105410 h 138429"/>
                <a:gd name="connsiteX1049" fmla="*/ 876935 w 4940931"/>
                <a:gd name="connsiteY1049" fmla="*/ 100330 h 138429"/>
                <a:gd name="connsiteX1050" fmla="*/ 871855 w 4940931"/>
                <a:gd name="connsiteY1050" fmla="*/ 92710 h 138429"/>
                <a:gd name="connsiteX1051" fmla="*/ 868045 w 4940931"/>
                <a:gd name="connsiteY1051" fmla="*/ 82550 h 138429"/>
                <a:gd name="connsiteX1052" fmla="*/ 866775 w 4940931"/>
                <a:gd name="connsiteY1052" fmla="*/ 69850 h 138429"/>
                <a:gd name="connsiteX1053" fmla="*/ 869315 w 4940931"/>
                <a:gd name="connsiteY1053" fmla="*/ 52070 h 138429"/>
                <a:gd name="connsiteX1054" fmla="*/ 876300 w 4940931"/>
                <a:gd name="connsiteY1054" fmla="*/ 39370 h 138429"/>
                <a:gd name="connsiteX1055" fmla="*/ 887095 w 4940931"/>
                <a:gd name="connsiteY1055" fmla="*/ 31750 h 138429"/>
                <a:gd name="connsiteX1056" fmla="*/ 901065 w 4940931"/>
                <a:gd name="connsiteY1056" fmla="*/ 29210 h 138429"/>
                <a:gd name="connsiteX1057" fmla="*/ 668656 w 4940931"/>
                <a:gd name="connsiteY1057" fmla="*/ 29210 h 138429"/>
                <a:gd name="connsiteX1058" fmla="*/ 676275 w 4940931"/>
                <a:gd name="connsiteY1058" fmla="*/ 29845 h 138429"/>
                <a:gd name="connsiteX1059" fmla="*/ 681991 w 4940931"/>
                <a:gd name="connsiteY1059" fmla="*/ 32385 h 138429"/>
                <a:gd name="connsiteX1060" fmla="*/ 678181 w 4940931"/>
                <a:gd name="connsiteY1060" fmla="*/ 46990 h 138429"/>
                <a:gd name="connsiteX1061" fmla="*/ 676910 w 4940931"/>
                <a:gd name="connsiteY1061" fmla="*/ 46990 h 138429"/>
                <a:gd name="connsiteX1062" fmla="*/ 671830 w 4940931"/>
                <a:gd name="connsiteY1062" fmla="*/ 45085 h 138429"/>
                <a:gd name="connsiteX1063" fmla="*/ 665480 w 4940931"/>
                <a:gd name="connsiteY1063" fmla="*/ 44450 h 138429"/>
                <a:gd name="connsiteX1064" fmla="*/ 654050 w 4940931"/>
                <a:gd name="connsiteY1064" fmla="*/ 49530 h 138429"/>
                <a:gd name="connsiteX1065" fmla="*/ 650240 w 4940931"/>
                <a:gd name="connsiteY1065" fmla="*/ 64770 h 138429"/>
                <a:gd name="connsiteX1066" fmla="*/ 650240 w 4940931"/>
                <a:gd name="connsiteY1066" fmla="*/ 109220 h 138429"/>
                <a:gd name="connsiteX1067" fmla="*/ 635000 w 4940931"/>
                <a:gd name="connsiteY1067" fmla="*/ 109220 h 138429"/>
                <a:gd name="connsiteX1068" fmla="*/ 635000 w 4940931"/>
                <a:gd name="connsiteY1068" fmla="*/ 31115 h 138429"/>
                <a:gd name="connsiteX1069" fmla="*/ 650240 w 4940931"/>
                <a:gd name="connsiteY1069" fmla="*/ 31115 h 138429"/>
                <a:gd name="connsiteX1070" fmla="*/ 650240 w 4940931"/>
                <a:gd name="connsiteY1070" fmla="*/ 38735 h 138429"/>
                <a:gd name="connsiteX1071" fmla="*/ 653416 w 4940931"/>
                <a:gd name="connsiteY1071" fmla="*/ 34925 h 138429"/>
                <a:gd name="connsiteX1072" fmla="*/ 657861 w 4940931"/>
                <a:gd name="connsiteY1072" fmla="*/ 31750 h 138429"/>
                <a:gd name="connsiteX1073" fmla="*/ 662940 w 4940931"/>
                <a:gd name="connsiteY1073" fmla="*/ 29845 h 138429"/>
                <a:gd name="connsiteX1074" fmla="*/ 668656 w 4940931"/>
                <a:gd name="connsiteY1074" fmla="*/ 29210 h 138429"/>
                <a:gd name="connsiteX1075" fmla="*/ 586739 w 4940931"/>
                <a:gd name="connsiteY1075" fmla="*/ 29210 h 138429"/>
                <a:gd name="connsiteX1076" fmla="*/ 601344 w 4940931"/>
                <a:gd name="connsiteY1076" fmla="*/ 32385 h 138429"/>
                <a:gd name="connsiteX1077" fmla="*/ 611504 w 4940931"/>
                <a:gd name="connsiteY1077" fmla="*/ 40640 h 138429"/>
                <a:gd name="connsiteX1078" fmla="*/ 617854 w 4940931"/>
                <a:gd name="connsiteY1078" fmla="*/ 53340 h 138429"/>
                <a:gd name="connsiteX1079" fmla="*/ 619759 w 4940931"/>
                <a:gd name="connsiteY1079" fmla="*/ 68580 h 138429"/>
                <a:gd name="connsiteX1080" fmla="*/ 618489 w 4940931"/>
                <a:gd name="connsiteY1080" fmla="*/ 68580 h 138429"/>
                <a:gd name="connsiteX1081" fmla="*/ 618489 w 4940931"/>
                <a:gd name="connsiteY1081" fmla="*/ 72390 h 138429"/>
                <a:gd name="connsiteX1082" fmla="*/ 618489 w 4940931"/>
                <a:gd name="connsiteY1082" fmla="*/ 75565 h 138429"/>
                <a:gd name="connsiteX1083" fmla="*/ 567054 w 4940931"/>
                <a:gd name="connsiteY1083" fmla="*/ 75565 h 138429"/>
                <a:gd name="connsiteX1084" fmla="*/ 569594 w 4940931"/>
                <a:gd name="connsiteY1084" fmla="*/ 85090 h 138429"/>
                <a:gd name="connsiteX1085" fmla="*/ 574039 w 4940931"/>
                <a:gd name="connsiteY1085" fmla="*/ 91440 h 138429"/>
                <a:gd name="connsiteX1086" fmla="*/ 579754 w 4940931"/>
                <a:gd name="connsiteY1086" fmla="*/ 95250 h 138429"/>
                <a:gd name="connsiteX1087" fmla="*/ 586739 w 4940931"/>
                <a:gd name="connsiteY1087" fmla="*/ 96520 h 138429"/>
                <a:gd name="connsiteX1088" fmla="*/ 591819 w 4940931"/>
                <a:gd name="connsiteY1088" fmla="*/ 96520 h 138429"/>
                <a:gd name="connsiteX1089" fmla="*/ 596264 w 4940931"/>
                <a:gd name="connsiteY1089" fmla="*/ 95250 h 138429"/>
                <a:gd name="connsiteX1090" fmla="*/ 600074 w 4940931"/>
                <a:gd name="connsiteY1090" fmla="*/ 93345 h 138429"/>
                <a:gd name="connsiteX1091" fmla="*/ 604519 w 4940931"/>
                <a:gd name="connsiteY1091" fmla="*/ 90805 h 138429"/>
                <a:gd name="connsiteX1092" fmla="*/ 613409 w 4940931"/>
                <a:gd name="connsiteY1092" fmla="*/ 100330 h 138429"/>
                <a:gd name="connsiteX1093" fmla="*/ 607694 w 4940931"/>
                <a:gd name="connsiteY1093" fmla="*/ 104775 h 138429"/>
                <a:gd name="connsiteX1094" fmla="*/ 601979 w 4940931"/>
                <a:gd name="connsiteY1094" fmla="*/ 107950 h 138429"/>
                <a:gd name="connsiteX1095" fmla="*/ 594994 w 4940931"/>
                <a:gd name="connsiteY1095" fmla="*/ 109855 h 138429"/>
                <a:gd name="connsiteX1096" fmla="*/ 586104 w 4940931"/>
                <a:gd name="connsiteY1096" fmla="*/ 110490 h 138429"/>
                <a:gd name="connsiteX1097" fmla="*/ 576579 w 4940931"/>
                <a:gd name="connsiteY1097" fmla="*/ 109220 h 138429"/>
                <a:gd name="connsiteX1098" fmla="*/ 568959 w 4940931"/>
                <a:gd name="connsiteY1098" fmla="*/ 105410 h 138429"/>
                <a:gd name="connsiteX1099" fmla="*/ 562609 w 4940931"/>
                <a:gd name="connsiteY1099" fmla="*/ 100330 h 138429"/>
                <a:gd name="connsiteX1100" fmla="*/ 557529 w 4940931"/>
                <a:gd name="connsiteY1100" fmla="*/ 92710 h 138429"/>
                <a:gd name="connsiteX1101" fmla="*/ 553719 w 4940931"/>
                <a:gd name="connsiteY1101" fmla="*/ 82550 h 138429"/>
                <a:gd name="connsiteX1102" fmla="*/ 552449 w 4940931"/>
                <a:gd name="connsiteY1102" fmla="*/ 69850 h 138429"/>
                <a:gd name="connsiteX1103" fmla="*/ 554989 w 4940931"/>
                <a:gd name="connsiteY1103" fmla="*/ 52070 h 138429"/>
                <a:gd name="connsiteX1104" fmla="*/ 561974 w 4940931"/>
                <a:gd name="connsiteY1104" fmla="*/ 39370 h 138429"/>
                <a:gd name="connsiteX1105" fmla="*/ 572769 w 4940931"/>
                <a:gd name="connsiteY1105" fmla="*/ 31750 h 138429"/>
                <a:gd name="connsiteX1106" fmla="*/ 586739 w 4940931"/>
                <a:gd name="connsiteY1106" fmla="*/ 29210 h 138429"/>
                <a:gd name="connsiteX1107" fmla="*/ 400050 w 4940931"/>
                <a:gd name="connsiteY1107" fmla="*/ 29210 h 138429"/>
                <a:gd name="connsiteX1108" fmla="*/ 414655 w 4940931"/>
                <a:gd name="connsiteY1108" fmla="*/ 32385 h 138429"/>
                <a:gd name="connsiteX1109" fmla="*/ 424815 w 4940931"/>
                <a:gd name="connsiteY1109" fmla="*/ 40640 h 138429"/>
                <a:gd name="connsiteX1110" fmla="*/ 431165 w 4940931"/>
                <a:gd name="connsiteY1110" fmla="*/ 53340 h 138429"/>
                <a:gd name="connsiteX1111" fmla="*/ 433070 w 4940931"/>
                <a:gd name="connsiteY1111" fmla="*/ 68580 h 138429"/>
                <a:gd name="connsiteX1112" fmla="*/ 431800 w 4940931"/>
                <a:gd name="connsiteY1112" fmla="*/ 68580 h 138429"/>
                <a:gd name="connsiteX1113" fmla="*/ 431800 w 4940931"/>
                <a:gd name="connsiteY1113" fmla="*/ 72390 h 138429"/>
                <a:gd name="connsiteX1114" fmla="*/ 431800 w 4940931"/>
                <a:gd name="connsiteY1114" fmla="*/ 75565 h 138429"/>
                <a:gd name="connsiteX1115" fmla="*/ 380365 w 4940931"/>
                <a:gd name="connsiteY1115" fmla="*/ 75565 h 138429"/>
                <a:gd name="connsiteX1116" fmla="*/ 382905 w 4940931"/>
                <a:gd name="connsiteY1116" fmla="*/ 85090 h 138429"/>
                <a:gd name="connsiteX1117" fmla="*/ 387350 w 4940931"/>
                <a:gd name="connsiteY1117" fmla="*/ 91440 h 138429"/>
                <a:gd name="connsiteX1118" fmla="*/ 393065 w 4940931"/>
                <a:gd name="connsiteY1118" fmla="*/ 95250 h 138429"/>
                <a:gd name="connsiteX1119" fmla="*/ 400050 w 4940931"/>
                <a:gd name="connsiteY1119" fmla="*/ 96520 h 138429"/>
                <a:gd name="connsiteX1120" fmla="*/ 405130 w 4940931"/>
                <a:gd name="connsiteY1120" fmla="*/ 96520 h 138429"/>
                <a:gd name="connsiteX1121" fmla="*/ 409575 w 4940931"/>
                <a:gd name="connsiteY1121" fmla="*/ 95250 h 138429"/>
                <a:gd name="connsiteX1122" fmla="*/ 413385 w 4940931"/>
                <a:gd name="connsiteY1122" fmla="*/ 93345 h 138429"/>
                <a:gd name="connsiteX1123" fmla="*/ 417830 w 4940931"/>
                <a:gd name="connsiteY1123" fmla="*/ 90805 h 138429"/>
                <a:gd name="connsiteX1124" fmla="*/ 426720 w 4940931"/>
                <a:gd name="connsiteY1124" fmla="*/ 100330 h 138429"/>
                <a:gd name="connsiteX1125" fmla="*/ 421005 w 4940931"/>
                <a:gd name="connsiteY1125" fmla="*/ 104775 h 138429"/>
                <a:gd name="connsiteX1126" fmla="*/ 415290 w 4940931"/>
                <a:gd name="connsiteY1126" fmla="*/ 107950 h 138429"/>
                <a:gd name="connsiteX1127" fmla="*/ 408305 w 4940931"/>
                <a:gd name="connsiteY1127" fmla="*/ 109855 h 138429"/>
                <a:gd name="connsiteX1128" fmla="*/ 399415 w 4940931"/>
                <a:gd name="connsiteY1128" fmla="*/ 110490 h 138429"/>
                <a:gd name="connsiteX1129" fmla="*/ 389890 w 4940931"/>
                <a:gd name="connsiteY1129" fmla="*/ 109220 h 138429"/>
                <a:gd name="connsiteX1130" fmla="*/ 382270 w 4940931"/>
                <a:gd name="connsiteY1130" fmla="*/ 105410 h 138429"/>
                <a:gd name="connsiteX1131" fmla="*/ 375920 w 4940931"/>
                <a:gd name="connsiteY1131" fmla="*/ 100330 h 138429"/>
                <a:gd name="connsiteX1132" fmla="*/ 370840 w 4940931"/>
                <a:gd name="connsiteY1132" fmla="*/ 92710 h 138429"/>
                <a:gd name="connsiteX1133" fmla="*/ 367030 w 4940931"/>
                <a:gd name="connsiteY1133" fmla="*/ 82550 h 138429"/>
                <a:gd name="connsiteX1134" fmla="*/ 365760 w 4940931"/>
                <a:gd name="connsiteY1134" fmla="*/ 69850 h 138429"/>
                <a:gd name="connsiteX1135" fmla="*/ 368300 w 4940931"/>
                <a:gd name="connsiteY1135" fmla="*/ 52070 h 138429"/>
                <a:gd name="connsiteX1136" fmla="*/ 375285 w 4940931"/>
                <a:gd name="connsiteY1136" fmla="*/ 39370 h 138429"/>
                <a:gd name="connsiteX1137" fmla="*/ 386080 w 4940931"/>
                <a:gd name="connsiteY1137" fmla="*/ 31750 h 138429"/>
                <a:gd name="connsiteX1138" fmla="*/ 400050 w 4940931"/>
                <a:gd name="connsiteY1138" fmla="*/ 29210 h 138429"/>
                <a:gd name="connsiteX1139" fmla="*/ 201930 w 4940931"/>
                <a:gd name="connsiteY1139" fmla="*/ 29210 h 138429"/>
                <a:gd name="connsiteX1140" fmla="*/ 216535 w 4940931"/>
                <a:gd name="connsiteY1140" fmla="*/ 32385 h 138429"/>
                <a:gd name="connsiteX1141" fmla="*/ 226695 w 4940931"/>
                <a:gd name="connsiteY1141" fmla="*/ 40640 h 138429"/>
                <a:gd name="connsiteX1142" fmla="*/ 233045 w 4940931"/>
                <a:gd name="connsiteY1142" fmla="*/ 53340 h 138429"/>
                <a:gd name="connsiteX1143" fmla="*/ 234950 w 4940931"/>
                <a:gd name="connsiteY1143" fmla="*/ 68580 h 138429"/>
                <a:gd name="connsiteX1144" fmla="*/ 233680 w 4940931"/>
                <a:gd name="connsiteY1144" fmla="*/ 68580 h 138429"/>
                <a:gd name="connsiteX1145" fmla="*/ 233680 w 4940931"/>
                <a:gd name="connsiteY1145" fmla="*/ 72390 h 138429"/>
                <a:gd name="connsiteX1146" fmla="*/ 233680 w 4940931"/>
                <a:gd name="connsiteY1146" fmla="*/ 75565 h 138429"/>
                <a:gd name="connsiteX1147" fmla="*/ 182245 w 4940931"/>
                <a:gd name="connsiteY1147" fmla="*/ 75565 h 138429"/>
                <a:gd name="connsiteX1148" fmla="*/ 184785 w 4940931"/>
                <a:gd name="connsiteY1148" fmla="*/ 85090 h 138429"/>
                <a:gd name="connsiteX1149" fmla="*/ 189230 w 4940931"/>
                <a:gd name="connsiteY1149" fmla="*/ 91440 h 138429"/>
                <a:gd name="connsiteX1150" fmla="*/ 194945 w 4940931"/>
                <a:gd name="connsiteY1150" fmla="*/ 95250 h 138429"/>
                <a:gd name="connsiteX1151" fmla="*/ 201930 w 4940931"/>
                <a:gd name="connsiteY1151" fmla="*/ 96520 h 138429"/>
                <a:gd name="connsiteX1152" fmla="*/ 207010 w 4940931"/>
                <a:gd name="connsiteY1152" fmla="*/ 96520 h 138429"/>
                <a:gd name="connsiteX1153" fmla="*/ 211455 w 4940931"/>
                <a:gd name="connsiteY1153" fmla="*/ 95250 h 138429"/>
                <a:gd name="connsiteX1154" fmla="*/ 215265 w 4940931"/>
                <a:gd name="connsiteY1154" fmla="*/ 93345 h 138429"/>
                <a:gd name="connsiteX1155" fmla="*/ 219710 w 4940931"/>
                <a:gd name="connsiteY1155" fmla="*/ 90805 h 138429"/>
                <a:gd name="connsiteX1156" fmla="*/ 228600 w 4940931"/>
                <a:gd name="connsiteY1156" fmla="*/ 100330 h 138429"/>
                <a:gd name="connsiteX1157" fmla="*/ 222885 w 4940931"/>
                <a:gd name="connsiteY1157" fmla="*/ 104775 h 138429"/>
                <a:gd name="connsiteX1158" fmla="*/ 217170 w 4940931"/>
                <a:gd name="connsiteY1158" fmla="*/ 107950 h 138429"/>
                <a:gd name="connsiteX1159" fmla="*/ 210185 w 4940931"/>
                <a:gd name="connsiteY1159" fmla="*/ 109855 h 138429"/>
                <a:gd name="connsiteX1160" fmla="*/ 201295 w 4940931"/>
                <a:gd name="connsiteY1160" fmla="*/ 110490 h 138429"/>
                <a:gd name="connsiteX1161" fmla="*/ 191770 w 4940931"/>
                <a:gd name="connsiteY1161" fmla="*/ 109220 h 138429"/>
                <a:gd name="connsiteX1162" fmla="*/ 184150 w 4940931"/>
                <a:gd name="connsiteY1162" fmla="*/ 105410 h 138429"/>
                <a:gd name="connsiteX1163" fmla="*/ 177800 w 4940931"/>
                <a:gd name="connsiteY1163" fmla="*/ 100330 h 138429"/>
                <a:gd name="connsiteX1164" fmla="*/ 172720 w 4940931"/>
                <a:gd name="connsiteY1164" fmla="*/ 92710 h 138429"/>
                <a:gd name="connsiteX1165" fmla="*/ 168910 w 4940931"/>
                <a:gd name="connsiteY1165" fmla="*/ 82550 h 138429"/>
                <a:gd name="connsiteX1166" fmla="*/ 167640 w 4940931"/>
                <a:gd name="connsiteY1166" fmla="*/ 69850 h 138429"/>
                <a:gd name="connsiteX1167" fmla="*/ 170180 w 4940931"/>
                <a:gd name="connsiteY1167" fmla="*/ 52070 h 138429"/>
                <a:gd name="connsiteX1168" fmla="*/ 177165 w 4940931"/>
                <a:gd name="connsiteY1168" fmla="*/ 39370 h 138429"/>
                <a:gd name="connsiteX1169" fmla="*/ 187960 w 4940931"/>
                <a:gd name="connsiteY1169" fmla="*/ 31750 h 138429"/>
                <a:gd name="connsiteX1170" fmla="*/ 201930 w 4940931"/>
                <a:gd name="connsiteY1170" fmla="*/ 29210 h 138429"/>
                <a:gd name="connsiteX1171" fmla="*/ 4664706 w 4940931"/>
                <a:gd name="connsiteY1171" fmla="*/ 28574 h 138429"/>
                <a:gd name="connsiteX1172" fmla="*/ 4678676 w 4940931"/>
                <a:gd name="connsiteY1172" fmla="*/ 31749 h 138429"/>
                <a:gd name="connsiteX1173" fmla="*/ 4689471 w 4940931"/>
                <a:gd name="connsiteY1173" fmla="*/ 40004 h 138429"/>
                <a:gd name="connsiteX1174" fmla="*/ 4696456 w 4940931"/>
                <a:gd name="connsiteY1174" fmla="*/ 52704 h 138429"/>
                <a:gd name="connsiteX1175" fmla="*/ 4698996 w 4940931"/>
                <a:gd name="connsiteY1175" fmla="*/ 69214 h 138429"/>
                <a:gd name="connsiteX1176" fmla="*/ 4699631 w 4940931"/>
                <a:gd name="connsiteY1176" fmla="*/ 69214 h 138429"/>
                <a:gd name="connsiteX1177" fmla="*/ 4697091 w 4940931"/>
                <a:gd name="connsiteY1177" fmla="*/ 86359 h 138429"/>
                <a:gd name="connsiteX1178" fmla="*/ 4689471 w 4940931"/>
                <a:gd name="connsiteY1178" fmla="*/ 99059 h 138429"/>
                <a:gd name="connsiteX1179" fmla="*/ 4678041 w 4940931"/>
                <a:gd name="connsiteY1179" fmla="*/ 107314 h 138429"/>
                <a:gd name="connsiteX1180" fmla="*/ 4664071 w 4940931"/>
                <a:gd name="connsiteY1180" fmla="*/ 109854 h 138429"/>
                <a:gd name="connsiteX1181" fmla="*/ 4650101 w 4940931"/>
                <a:gd name="connsiteY1181" fmla="*/ 106679 h 138429"/>
                <a:gd name="connsiteX1182" fmla="*/ 4639306 w 4940931"/>
                <a:gd name="connsiteY1182" fmla="*/ 98424 h 138429"/>
                <a:gd name="connsiteX1183" fmla="*/ 4632321 w 4940931"/>
                <a:gd name="connsiteY1183" fmla="*/ 85724 h 138429"/>
                <a:gd name="connsiteX1184" fmla="*/ 4629781 w 4940931"/>
                <a:gd name="connsiteY1184" fmla="*/ 69214 h 138429"/>
                <a:gd name="connsiteX1185" fmla="*/ 4632321 w 4940931"/>
                <a:gd name="connsiteY1185" fmla="*/ 52069 h 138429"/>
                <a:gd name="connsiteX1186" fmla="*/ 4639941 w 4940931"/>
                <a:gd name="connsiteY1186" fmla="*/ 39369 h 138429"/>
                <a:gd name="connsiteX1187" fmla="*/ 4650736 w 4940931"/>
                <a:gd name="connsiteY1187" fmla="*/ 31114 h 138429"/>
                <a:gd name="connsiteX1188" fmla="*/ 4664706 w 4940931"/>
                <a:gd name="connsiteY1188" fmla="*/ 28574 h 138429"/>
                <a:gd name="connsiteX1189" fmla="*/ 4264655 w 4940931"/>
                <a:gd name="connsiteY1189" fmla="*/ 28574 h 138429"/>
                <a:gd name="connsiteX1190" fmla="*/ 4278625 w 4940931"/>
                <a:gd name="connsiteY1190" fmla="*/ 31749 h 138429"/>
                <a:gd name="connsiteX1191" fmla="*/ 4289420 w 4940931"/>
                <a:gd name="connsiteY1191" fmla="*/ 40004 h 138429"/>
                <a:gd name="connsiteX1192" fmla="*/ 4296405 w 4940931"/>
                <a:gd name="connsiteY1192" fmla="*/ 52704 h 138429"/>
                <a:gd name="connsiteX1193" fmla="*/ 4298945 w 4940931"/>
                <a:gd name="connsiteY1193" fmla="*/ 69214 h 138429"/>
                <a:gd name="connsiteX1194" fmla="*/ 4299580 w 4940931"/>
                <a:gd name="connsiteY1194" fmla="*/ 69214 h 138429"/>
                <a:gd name="connsiteX1195" fmla="*/ 4297040 w 4940931"/>
                <a:gd name="connsiteY1195" fmla="*/ 86359 h 138429"/>
                <a:gd name="connsiteX1196" fmla="*/ 4289420 w 4940931"/>
                <a:gd name="connsiteY1196" fmla="*/ 99059 h 138429"/>
                <a:gd name="connsiteX1197" fmla="*/ 4277990 w 4940931"/>
                <a:gd name="connsiteY1197" fmla="*/ 107314 h 138429"/>
                <a:gd name="connsiteX1198" fmla="*/ 4264020 w 4940931"/>
                <a:gd name="connsiteY1198" fmla="*/ 109854 h 138429"/>
                <a:gd name="connsiteX1199" fmla="*/ 4250050 w 4940931"/>
                <a:gd name="connsiteY1199" fmla="*/ 106679 h 138429"/>
                <a:gd name="connsiteX1200" fmla="*/ 4239255 w 4940931"/>
                <a:gd name="connsiteY1200" fmla="*/ 98424 h 138429"/>
                <a:gd name="connsiteX1201" fmla="*/ 4232270 w 4940931"/>
                <a:gd name="connsiteY1201" fmla="*/ 85724 h 138429"/>
                <a:gd name="connsiteX1202" fmla="*/ 4229730 w 4940931"/>
                <a:gd name="connsiteY1202" fmla="*/ 69214 h 138429"/>
                <a:gd name="connsiteX1203" fmla="*/ 4232270 w 4940931"/>
                <a:gd name="connsiteY1203" fmla="*/ 52069 h 138429"/>
                <a:gd name="connsiteX1204" fmla="*/ 4239890 w 4940931"/>
                <a:gd name="connsiteY1204" fmla="*/ 39369 h 138429"/>
                <a:gd name="connsiteX1205" fmla="*/ 4250685 w 4940931"/>
                <a:gd name="connsiteY1205" fmla="*/ 31114 h 138429"/>
                <a:gd name="connsiteX1206" fmla="*/ 4264655 w 4940931"/>
                <a:gd name="connsiteY1206" fmla="*/ 28574 h 138429"/>
                <a:gd name="connsiteX1207" fmla="*/ 1420495 w 4940931"/>
                <a:gd name="connsiteY1207" fmla="*/ 28574 h 138429"/>
                <a:gd name="connsiteX1208" fmla="*/ 1434465 w 4940931"/>
                <a:gd name="connsiteY1208" fmla="*/ 31749 h 138429"/>
                <a:gd name="connsiteX1209" fmla="*/ 1445260 w 4940931"/>
                <a:gd name="connsiteY1209" fmla="*/ 40004 h 138429"/>
                <a:gd name="connsiteX1210" fmla="*/ 1452245 w 4940931"/>
                <a:gd name="connsiteY1210" fmla="*/ 52704 h 138429"/>
                <a:gd name="connsiteX1211" fmla="*/ 1454785 w 4940931"/>
                <a:gd name="connsiteY1211" fmla="*/ 69214 h 138429"/>
                <a:gd name="connsiteX1212" fmla="*/ 1455420 w 4940931"/>
                <a:gd name="connsiteY1212" fmla="*/ 69214 h 138429"/>
                <a:gd name="connsiteX1213" fmla="*/ 1452880 w 4940931"/>
                <a:gd name="connsiteY1213" fmla="*/ 86359 h 138429"/>
                <a:gd name="connsiteX1214" fmla="*/ 1445260 w 4940931"/>
                <a:gd name="connsiteY1214" fmla="*/ 99059 h 138429"/>
                <a:gd name="connsiteX1215" fmla="*/ 1433830 w 4940931"/>
                <a:gd name="connsiteY1215" fmla="*/ 107314 h 138429"/>
                <a:gd name="connsiteX1216" fmla="*/ 1419860 w 4940931"/>
                <a:gd name="connsiteY1216" fmla="*/ 109854 h 138429"/>
                <a:gd name="connsiteX1217" fmla="*/ 1405890 w 4940931"/>
                <a:gd name="connsiteY1217" fmla="*/ 106679 h 138429"/>
                <a:gd name="connsiteX1218" fmla="*/ 1395095 w 4940931"/>
                <a:gd name="connsiteY1218" fmla="*/ 98424 h 138429"/>
                <a:gd name="connsiteX1219" fmla="*/ 1388110 w 4940931"/>
                <a:gd name="connsiteY1219" fmla="*/ 85724 h 138429"/>
                <a:gd name="connsiteX1220" fmla="*/ 1385570 w 4940931"/>
                <a:gd name="connsiteY1220" fmla="*/ 69214 h 138429"/>
                <a:gd name="connsiteX1221" fmla="*/ 1388110 w 4940931"/>
                <a:gd name="connsiteY1221" fmla="*/ 52069 h 138429"/>
                <a:gd name="connsiteX1222" fmla="*/ 1395730 w 4940931"/>
                <a:gd name="connsiteY1222" fmla="*/ 39369 h 138429"/>
                <a:gd name="connsiteX1223" fmla="*/ 1406525 w 4940931"/>
                <a:gd name="connsiteY1223" fmla="*/ 31114 h 138429"/>
                <a:gd name="connsiteX1224" fmla="*/ 1420495 w 4940931"/>
                <a:gd name="connsiteY1224" fmla="*/ 28574 h 138429"/>
                <a:gd name="connsiteX1225" fmla="*/ 3143245 w 4940931"/>
                <a:gd name="connsiteY1225" fmla="*/ 5079 h 138429"/>
                <a:gd name="connsiteX1226" fmla="*/ 3219445 w 4940931"/>
                <a:gd name="connsiteY1226" fmla="*/ 5079 h 138429"/>
                <a:gd name="connsiteX1227" fmla="*/ 3219445 w 4940931"/>
                <a:gd name="connsiteY1227" fmla="*/ 20319 h 138429"/>
                <a:gd name="connsiteX1228" fmla="*/ 3188965 w 4940931"/>
                <a:gd name="connsiteY1228" fmla="*/ 20319 h 138429"/>
                <a:gd name="connsiteX1229" fmla="*/ 3188965 w 4940931"/>
                <a:gd name="connsiteY1229" fmla="*/ 108584 h 138429"/>
                <a:gd name="connsiteX1230" fmla="*/ 3173090 w 4940931"/>
                <a:gd name="connsiteY1230" fmla="*/ 108584 h 138429"/>
                <a:gd name="connsiteX1231" fmla="*/ 3173090 w 4940931"/>
                <a:gd name="connsiteY1231" fmla="*/ 20319 h 138429"/>
                <a:gd name="connsiteX1232" fmla="*/ 3143245 w 4940931"/>
                <a:gd name="connsiteY1232" fmla="*/ 20319 h 138429"/>
                <a:gd name="connsiteX1233" fmla="*/ 1628774 w 4940931"/>
                <a:gd name="connsiteY1233" fmla="*/ 5079 h 138429"/>
                <a:gd name="connsiteX1234" fmla="*/ 1704970 w 4940931"/>
                <a:gd name="connsiteY1234" fmla="*/ 5079 h 138429"/>
                <a:gd name="connsiteX1235" fmla="*/ 1704970 w 4940931"/>
                <a:gd name="connsiteY1235" fmla="*/ 20319 h 138429"/>
                <a:gd name="connsiteX1236" fmla="*/ 1675129 w 4940931"/>
                <a:gd name="connsiteY1236" fmla="*/ 20319 h 138429"/>
                <a:gd name="connsiteX1237" fmla="*/ 1675129 w 4940931"/>
                <a:gd name="connsiteY1237" fmla="*/ 108584 h 138429"/>
                <a:gd name="connsiteX1238" fmla="*/ 1659255 w 4940931"/>
                <a:gd name="connsiteY1238" fmla="*/ 108584 h 138429"/>
                <a:gd name="connsiteX1239" fmla="*/ 1659255 w 4940931"/>
                <a:gd name="connsiteY1239" fmla="*/ 20319 h 138429"/>
                <a:gd name="connsiteX1240" fmla="*/ 1628774 w 4940931"/>
                <a:gd name="connsiteY1240" fmla="*/ 20319 h 138429"/>
                <a:gd name="connsiteX1241" fmla="*/ 0 w 4940931"/>
                <a:gd name="connsiteY1241" fmla="*/ 5079 h 138429"/>
                <a:gd name="connsiteX1242" fmla="*/ 76200 w 4940931"/>
                <a:gd name="connsiteY1242" fmla="*/ 5079 h 138429"/>
                <a:gd name="connsiteX1243" fmla="*/ 76200 w 4940931"/>
                <a:gd name="connsiteY1243" fmla="*/ 20319 h 138429"/>
                <a:gd name="connsiteX1244" fmla="*/ 45720 w 4940931"/>
                <a:gd name="connsiteY1244" fmla="*/ 20319 h 138429"/>
                <a:gd name="connsiteX1245" fmla="*/ 45720 w 4940931"/>
                <a:gd name="connsiteY1245" fmla="*/ 108584 h 138429"/>
                <a:gd name="connsiteX1246" fmla="*/ 29845 w 4940931"/>
                <a:gd name="connsiteY1246" fmla="*/ 108584 h 138429"/>
                <a:gd name="connsiteX1247" fmla="*/ 29845 w 4940931"/>
                <a:gd name="connsiteY1247" fmla="*/ 20319 h 138429"/>
                <a:gd name="connsiteX1248" fmla="*/ 0 w 4940931"/>
                <a:gd name="connsiteY1248" fmla="*/ 20319 h 138429"/>
                <a:gd name="connsiteX1249" fmla="*/ 1362075 w 4940931"/>
                <a:gd name="connsiteY1249" fmla="*/ 1269 h 138429"/>
                <a:gd name="connsiteX1250" fmla="*/ 1365885 w 4940931"/>
                <a:gd name="connsiteY1250" fmla="*/ 1904 h 138429"/>
                <a:gd name="connsiteX1251" fmla="*/ 1369060 w 4940931"/>
                <a:gd name="connsiteY1251" fmla="*/ 3809 h 138429"/>
                <a:gd name="connsiteX1252" fmla="*/ 1370965 w 4940931"/>
                <a:gd name="connsiteY1252" fmla="*/ 6984 h 138429"/>
                <a:gd name="connsiteX1253" fmla="*/ 1371600 w 4940931"/>
                <a:gd name="connsiteY1253" fmla="*/ 10794 h 138429"/>
                <a:gd name="connsiteX1254" fmla="*/ 1370965 w 4940931"/>
                <a:gd name="connsiteY1254" fmla="*/ 14604 h 138429"/>
                <a:gd name="connsiteX1255" fmla="*/ 1369060 w 4940931"/>
                <a:gd name="connsiteY1255" fmla="*/ 17779 h 138429"/>
                <a:gd name="connsiteX1256" fmla="*/ 1365885 w 4940931"/>
                <a:gd name="connsiteY1256" fmla="*/ 19684 h 138429"/>
                <a:gd name="connsiteX1257" fmla="*/ 1362075 w 4940931"/>
                <a:gd name="connsiteY1257" fmla="*/ 20319 h 138429"/>
                <a:gd name="connsiteX1258" fmla="*/ 1358265 w 4940931"/>
                <a:gd name="connsiteY1258" fmla="*/ 19684 h 138429"/>
                <a:gd name="connsiteX1259" fmla="*/ 1355090 w 4940931"/>
                <a:gd name="connsiteY1259" fmla="*/ 17779 h 138429"/>
                <a:gd name="connsiteX1260" fmla="*/ 1353185 w 4940931"/>
                <a:gd name="connsiteY1260" fmla="*/ 14604 h 138429"/>
                <a:gd name="connsiteX1261" fmla="*/ 1352550 w 4940931"/>
                <a:gd name="connsiteY1261" fmla="*/ 10794 h 138429"/>
                <a:gd name="connsiteX1262" fmla="*/ 1353185 w 4940931"/>
                <a:gd name="connsiteY1262" fmla="*/ 6984 h 138429"/>
                <a:gd name="connsiteX1263" fmla="*/ 1355090 w 4940931"/>
                <a:gd name="connsiteY1263" fmla="*/ 3809 h 138429"/>
                <a:gd name="connsiteX1264" fmla="*/ 1358265 w 4940931"/>
                <a:gd name="connsiteY1264" fmla="*/ 1904 h 138429"/>
                <a:gd name="connsiteX1265" fmla="*/ 1362075 w 4940931"/>
                <a:gd name="connsiteY1265" fmla="*/ 1269 h 138429"/>
                <a:gd name="connsiteX1266" fmla="*/ 4789801 w 4940931"/>
                <a:gd name="connsiteY1266" fmla="*/ 634 h 138429"/>
                <a:gd name="connsiteX1267" fmla="*/ 4789801 w 4940931"/>
                <a:gd name="connsiteY1267" fmla="*/ 65404 h 138429"/>
                <a:gd name="connsiteX1268" fmla="*/ 4814566 w 4940931"/>
                <a:gd name="connsiteY1268" fmla="*/ 31114 h 138429"/>
                <a:gd name="connsiteX1269" fmla="*/ 4831711 w 4940931"/>
                <a:gd name="connsiteY1269" fmla="*/ 31114 h 138429"/>
                <a:gd name="connsiteX1270" fmla="*/ 4812026 w 4940931"/>
                <a:gd name="connsiteY1270" fmla="*/ 57149 h 138429"/>
                <a:gd name="connsiteX1271" fmla="*/ 4835521 w 4940931"/>
                <a:gd name="connsiteY1271" fmla="*/ 108584 h 138429"/>
                <a:gd name="connsiteX1272" fmla="*/ 4819011 w 4940931"/>
                <a:gd name="connsiteY1272" fmla="*/ 108584 h 138429"/>
                <a:gd name="connsiteX1273" fmla="*/ 4801866 w 4940931"/>
                <a:gd name="connsiteY1273" fmla="*/ 69849 h 138429"/>
                <a:gd name="connsiteX1274" fmla="*/ 4789801 w 4940931"/>
                <a:gd name="connsiteY1274" fmla="*/ 85724 h 138429"/>
                <a:gd name="connsiteX1275" fmla="*/ 4789801 w 4940931"/>
                <a:gd name="connsiteY1275" fmla="*/ 108584 h 138429"/>
                <a:gd name="connsiteX1276" fmla="*/ 4774561 w 4940931"/>
                <a:gd name="connsiteY1276" fmla="*/ 108584 h 138429"/>
                <a:gd name="connsiteX1277" fmla="*/ 4774561 w 4940931"/>
                <a:gd name="connsiteY1277" fmla="*/ 8889 h 138429"/>
                <a:gd name="connsiteX1278" fmla="*/ 4472301 w 4940931"/>
                <a:gd name="connsiteY1278" fmla="*/ 634 h 138429"/>
                <a:gd name="connsiteX1279" fmla="*/ 4472301 w 4940931"/>
                <a:gd name="connsiteY1279" fmla="*/ 109219 h 138429"/>
                <a:gd name="connsiteX1280" fmla="*/ 4457061 w 4940931"/>
                <a:gd name="connsiteY1280" fmla="*/ 109219 h 138429"/>
                <a:gd name="connsiteX1281" fmla="*/ 4457696 w 4940931"/>
                <a:gd name="connsiteY1281" fmla="*/ 108584 h 138429"/>
                <a:gd name="connsiteX1282" fmla="*/ 4457696 w 4940931"/>
                <a:gd name="connsiteY1282" fmla="*/ 100964 h 138429"/>
                <a:gd name="connsiteX1283" fmla="*/ 4453251 w 4940931"/>
                <a:gd name="connsiteY1283" fmla="*/ 104774 h 138429"/>
                <a:gd name="connsiteX1284" fmla="*/ 4448171 w 4940931"/>
                <a:gd name="connsiteY1284" fmla="*/ 107949 h 138429"/>
                <a:gd name="connsiteX1285" fmla="*/ 4443091 w 4940931"/>
                <a:gd name="connsiteY1285" fmla="*/ 109854 h 138429"/>
                <a:gd name="connsiteX1286" fmla="*/ 4437376 w 4940931"/>
                <a:gd name="connsiteY1286" fmla="*/ 109854 h 138429"/>
                <a:gd name="connsiteX1287" fmla="*/ 4425946 w 4940931"/>
                <a:gd name="connsiteY1287" fmla="*/ 107314 h 138429"/>
                <a:gd name="connsiteX1288" fmla="*/ 4416421 w 4940931"/>
                <a:gd name="connsiteY1288" fmla="*/ 99694 h 138429"/>
                <a:gd name="connsiteX1289" fmla="*/ 4410071 w 4940931"/>
                <a:gd name="connsiteY1289" fmla="*/ 86994 h 138429"/>
                <a:gd name="connsiteX1290" fmla="*/ 4407531 w 4940931"/>
                <a:gd name="connsiteY1290" fmla="*/ 67944 h 138429"/>
                <a:gd name="connsiteX1291" fmla="*/ 4410071 w 4940931"/>
                <a:gd name="connsiteY1291" fmla="*/ 50799 h 138429"/>
                <a:gd name="connsiteX1292" fmla="*/ 4417056 w 4940931"/>
                <a:gd name="connsiteY1292" fmla="*/ 38734 h 138429"/>
                <a:gd name="connsiteX1293" fmla="*/ 4426581 w 4940931"/>
                <a:gd name="connsiteY1293" fmla="*/ 31749 h 138429"/>
                <a:gd name="connsiteX1294" fmla="*/ 4438011 w 4940931"/>
                <a:gd name="connsiteY1294" fmla="*/ 29209 h 138429"/>
                <a:gd name="connsiteX1295" fmla="*/ 4443726 w 4940931"/>
                <a:gd name="connsiteY1295" fmla="*/ 29844 h 138429"/>
                <a:gd name="connsiteX1296" fmla="*/ 4448806 w 4940931"/>
                <a:gd name="connsiteY1296" fmla="*/ 31749 h 138429"/>
                <a:gd name="connsiteX1297" fmla="*/ 4453251 w 4940931"/>
                <a:gd name="connsiteY1297" fmla="*/ 34924 h 138429"/>
                <a:gd name="connsiteX1298" fmla="*/ 4457061 w 4940931"/>
                <a:gd name="connsiteY1298" fmla="*/ 38099 h 138429"/>
                <a:gd name="connsiteX1299" fmla="*/ 4457061 w 4940931"/>
                <a:gd name="connsiteY1299" fmla="*/ 8254 h 138429"/>
                <a:gd name="connsiteX1300" fmla="*/ 4390385 w 4940931"/>
                <a:gd name="connsiteY1300" fmla="*/ 634 h 138429"/>
                <a:gd name="connsiteX1301" fmla="*/ 4390385 w 4940931"/>
                <a:gd name="connsiteY1301" fmla="*/ 108584 h 138429"/>
                <a:gd name="connsiteX1302" fmla="*/ 4375145 w 4940931"/>
                <a:gd name="connsiteY1302" fmla="*/ 108584 h 138429"/>
                <a:gd name="connsiteX1303" fmla="*/ 4375145 w 4940931"/>
                <a:gd name="connsiteY1303" fmla="*/ 8889 h 138429"/>
                <a:gd name="connsiteX1304" fmla="*/ 3946521 w 4940931"/>
                <a:gd name="connsiteY1304" fmla="*/ 634 h 138429"/>
                <a:gd name="connsiteX1305" fmla="*/ 3946521 w 4940931"/>
                <a:gd name="connsiteY1305" fmla="*/ 38099 h 138429"/>
                <a:gd name="connsiteX1306" fmla="*/ 3950331 w 4940931"/>
                <a:gd name="connsiteY1306" fmla="*/ 34289 h 138429"/>
                <a:gd name="connsiteX1307" fmla="*/ 3954776 w 4940931"/>
                <a:gd name="connsiteY1307" fmla="*/ 31114 h 138429"/>
                <a:gd name="connsiteX1308" fmla="*/ 3960491 w 4940931"/>
                <a:gd name="connsiteY1308" fmla="*/ 29209 h 138429"/>
                <a:gd name="connsiteX1309" fmla="*/ 3966206 w 4940931"/>
                <a:gd name="connsiteY1309" fmla="*/ 29209 h 138429"/>
                <a:gd name="connsiteX1310" fmla="*/ 3978271 w 4940931"/>
                <a:gd name="connsiteY1310" fmla="*/ 31749 h 138429"/>
                <a:gd name="connsiteX1311" fmla="*/ 3987161 w 4940931"/>
                <a:gd name="connsiteY1311" fmla="*/ 38099 h 138429"/>
                <a:gd name="connsiteX1312" fmla="*/ 3992241 w 4940931"/>
                <a:gd name="connsiteY1312" fmla="*/ 49529 h 138429"/>
                <a:gd name="connsiteX1313" fmla="*/ 3994146 w 4940931"/>
                <a:gd name="connsiteY1313" fmla="*/ 64134 h 138429"/>
                <a:gd name="connsiteX1314" fmla="*/ 3994146 w 4940931"/>
                <a:gd name="connsiteY1314" fmla="*/ 108584 h 138429"/>
                <a:gd name="connsiteX1315" fmla="*/ 3978906 w 4940931"/>
                <a:gd name="connsiteY1315" fmla="*/ 108584 h 138429"/>
                <a:gd name="connsiteX1316" fmla="*/ 3978271 w 4940931"/>
                <a:gd name="connsiteY1316" fmla="*/ 108584 h 138429"/>
                <a:gd name="connsiteX1317" fmla="*/ 3978271 w 4940931"/>
                <a:gd name="connsiteY1317" fmla="*/ 64769 h 138429"/>
                <a:gd name="connsiteX1318" fmla="*/ 3974461 w 4940931"/>
                <a:gd name="connsiteY1318" fmla="*/ 48894 h 138429"/>
                <a:gd name="connsiteX1319" fmla="*/ 3962396 w 4940931"/>
                <a:gd name="connsiteY1319" fmla="*/ 43814 h 138429"/>
                <a:gd name="connsiteX1320" fmla="*/ 3956046 w 4940931"/>
                <a:gd name="connsiteY1320" fmla="*/ 45084 h 138429"/>
                <a:gd name="connsiteX1321" fmla="*/ 3950966 w 4940931"/>
                <a:gd name="connsiteY1321" fmla="*/ 48894 h 138429"/>
                <a:gd name="connsiteX1322" fmla="*/ 3947791 w 4940931"/>
                <a:gd name="connsiteY1322" fmla="*/ 55244 h 138429"/>
                <a:gd name="connsiteX1323" fmla="*/ 3946521 w 4940931"/>
                <a:gd name="connsiteY1323" fmla="*/ 63499 h 138429"/>
                <a:gd name="connsiteX1324" fmla="*/ 3946521 w 4940931"/>
                <a:gd name="connsiteY1324" fmla="*/ 109219 h 138429"/>
                <a:gd name="connsiteX1325" fmla="*/ 3931281 w 4940931"/>
                <a:gd name="connsiteY1325" fmla="*/ 109219 h 138429"/>
                <a:gd name="connsiteX1326" fmla="*/ 3931281 w 4940931"/>
                <a:gd name="connsiteY1326" fmla="*/ 8889 h 138429"/>
                <a:gd name="connsiteX1327" fmla="*/ 3248021 w 4940931"/>
                <a:gd name="connsiteY1327" fmla="*/ 634 h 138429"/>
                <a:gd name="connsiteX1328" fmla="*/ 3248021 w 4940931"/>
                <a:gd name="connsiteY1328" fmla="*/ 38099 h 138429"/>
                <a:gd name="connsiteX1329" fmla="*/ 3251831 w 4940931"/>
                <a:gd name="connsiteY1329" fmla="*/ 34289 h 138429"/>
                <a:gd name="connsiteX1330" fmla="*/ 3256276 w 4940931"/>
                <a:gd name="connsiteY1330" fmla="*/ 31114 h 138429"/>
                <a:gd name="connsiteX1331" fmla="*/ 3261991 w 4940931"/>
                <a:gd name="connsiteY1331" fmla="*/ 29209 h 138429"/>
                <a:gd name="connsiteX1332" fmla="*/ 3267706 w 4940931"/>
                <a:gd name="connsiteY1332" fmla="*/ 29209 h 138429"/>
                <a:gd name="connsiteX1333" fmla="*/ 3279771 w 4940931"/>
                <a:gd name="connsiteY1333" fmla="*/ 31749 h 138429"/>
                <a:gd name="connsiteX1334" fmla="*/ 3288661 w 4940931"/>
                <a:gd name="connsiteY1334" fmla="*/ 38099 h 138429"/>
                <a:gd name="connsiteX1335" fmla="*/ 3293741 w 4940931"/>
                <a:gd name="connsiteY1335" fmla="*/ 49529 h 138429"/>
                <a:gd name="connsiteX1336" fmla="*/ 3295646 w 4940931"/>
                <a:gd name="connsiteY1336" fmla="*/ 64134 h 138429"/>
                <a:gd name="connsiteX1337" fmla="*/ 3295646 w 4940931"/>
                <a:gd name="connsiteY1337" fmla="*/ 108584 h 138429"/>
                <a:gd name="connsiteX1338" fmla="*/ 3280406 w 4940931"/>
                <a:gd name="connsiteY1338" fmla="*/ 108584 h 138429"/>
                <a:gd name="connsiteX1339" fmla="*/ 3279771 w 4940931"/>
                <a:gd name="connsiteY1339" fmla="*/ 108584 h 138429"/>
                <a:gd name="connsiteX1340" fmla="*/ 3279771 w 4940931"/>
                <a:gd name="connsiteY1340" fmla="*/ 64769 h 138429"/>
                <a:gd name="connsiteX1341" fmla="*/ 3275961 w 4940931"/>
                <a:gd name="connsiteY1341" fmla="*/ 48894 h 138429"/>
                <a:gd name="connsiteX1342" fmla="*/ 3263896 w 4940931"/>
                <a:gd name="connsiteY1342" fmla="*/ 43814 h 138429"/>
                <a:gd name="connsiteX1343" fmla="*/ 3257546 w 4940931"/>
                <a:gd name="connsiteY1343" fmla="*/ 45084 h 138429"/>
                <a:gd name="connsiteX1344" fmla="*/ 3252466 w 4940931"/>
                <a:gd name="connsiteY1344" fmla="*/ 48894 h 138429"/>
                <a:gd name="connsiteX1345" fmla="*/ 3249291 w 4940931"/>
                <a:gd name="connsiteY1345" fmla="*/ 55244 h 138429"/>
                <a:gd name="connsiteX1346" fmla="*/ 3248021 w 4940931"/>
                <a:gd name="connsiteY1346" fmla="*/ 63499 h 138429"/>
                <a:gd name="connsiteX1347" fmla="*/ 3248021 w 4940931"/>
                <a:gd name="connsiteY1347" fmla="*/ 109219 h 138429"/>
                <a:gd name="connsiteX1348" fmla="*/ 3232781 w 4940931"/>
                <a:gd name="connsiteY1348" fmla="*/ 109219 h 138429"/>
                <a:gd name="connsiteX1349" fmla="*/ 3232781 w 4940931"/>
                <a:gd name="connsiteY1349" fmla="*/ 8889 h 138429"/>
                <a:gd name="connsiteX1350" fmla="*/ 2432681 w 4940931"/>
                <a:gd name="connsiteY1350" fmla="*/ 634 h 138429"/>
                <a:gd name="connsiteX1351" fmla="*/ 2432681 w 4940931"/>
                <a:gd name="connsiteY1351" fmla="*/ 38099 h 138429"/>
                <a:gd name="connsiteX1352" fmla="*/ 2436491 w 4940931"/>
                <a:gd name="connsiteY1352" fmla="*/ 34289 h 138429"/>
                <a:gd name="connsiteX1353" fmla="*/ 2440936 w 4940931"/>
                <a:gd name="connsiteY1353" fmla="*/ 31114 h 138429"/>
                <a:gd name="connsiteX1354" fmla="*/ 2446651 w 4940931"/>
                <a:gd name="connsiteY1354" fmla="*/ 29209 h 138429"/>
                <a:gd name="connsiteX1355" fmla="*/ 2452366 w 4940931"/>
                <a:gd name="connsiteY1355" fmla="*/ 29209 h 138429"/>
                <a:gd name="connsiteX1356" fmla="*/ 2464431 w 4940931"/>
                <a:gd name="connsiteY1356" fmla="*/ 31749 h 138429"/>
                <a:gd name="connsiteX1357" fmla="*/ 2473321 w 4940931"/>
                <a:gd name="connsiteY1357" fmla="*/ 38099 h 138429"/>
                <a:gd name="connsiteX1358" fmla="*/ 2478401 w 4940931"/>
                <a:gd name="connsiteY1358" fmla="*/ 49529 h 138429"/>
                <a:gd name="connsiteX1359" fmla="*/ 2480306 w 4940931"/>
                <a:gd name="connsiteY1359" fmla="*/ 64134 h 138429"/>
                <a:gd name="connsiteX1360" fmla="*/ 2480306 w 4940931"/>
                <a:gd name="connsiteY1360" fmla="*/ 108584 h 138429"/>
                <a:gd name="connsiteX1361" fmla="*/ 2465066 w 4940931"/>
                <a:gd name="connsiteY1361" fmla="*/ 108584 h 138429"/>
                <a:gd name="connsiteX1362" fmla="*/ 2464431 w 4940931"/>
                <a:gd name="connsiteY1362" fmla="*/ 108584 h 138429"/>
                <a:gd name="connsiteX1363" fmla="*/ 2464431 w 4940931"/>
                <a:gd name="connsiteY1363" fmla="*/ 64769 h 138429"/>
                <a:gd name="connsiteX1364" fmla="*/ 2460621 w 4940931"/>
                <a:gd name="connsiteY1364" fmla="*/ 48894 h 138429"/>
                <a:gd name="connsiteX1365" fmla="*/ 2448556 w 4940931"/>
                <a:gd name="connsiteY1365" fmla="*/ 43814 h 138429"/>
                <a:gd name="connsiteX1366" fmla="*/ 2442206 w 4940931"/>
                <a:gd name="connsiteY1366" fmla="*/ 45084 h 138429"/>
                <a:gd name="connsiteX1367" fmla="*/ 2437126 w 4940931"/>
                <a:gd name="connsiteY1367" fmla="*/ 48894 h 138429"/>
                <a:gd name="connsiteX1368" fmla="*/ 2433951 w 4940931"/>
                <a:gd name="connsiteY1368" fmla="*/ 55244 h 138429"/>
                <a:gd name="connsiteX1369" fmla="*/ 2432681 w 4940931"/>
                <a:gd name="connsiteY1369" fmla="*/ 63499 h 138429"/>
                <a:gd name="connsiteX1370" fmla="*/ 2432681 w 4940931"/>
                <a:gd name="connsiteY1370" fmla="*/ 109219 h 138429"/>
                <a:gd name="connsiteX1371" fmla="*/ 2417441 w 4940931"/>
                <a:gd name="connsiteY1371" fmla="*/ 109219 h 138429"/>
                <a:gd name="connsiteX1372" fmla="*/ 2417441 w 4940931"/>
                <a:gd name="connsiteY1372" fmla="*/ 8889 h 138429"/>
                <a:gd name="connsiteX1373" fmla="*/ 1734181 w 4940931"/>
                <a:gd name="connsiteY1373" fmla="*/ 634 h 138429"/>
                <a:gd name="connsiteX1374" fmla="*/ 1734181 w 4940931"/>
                <a:gd name="connsiteY1374" fmla="*/ 38099 h 138429"/>
                <a:gd name="connsiteX1375" fmla="*/ 1737991 w 4940931"/>
                <a:gd name="connsiteY1375" fmla="*/ 34289 h 138429"/>
                <a:gd name="connsiteX1376" fmla="*/ 1742436 w 4940931"/>
                <a:gd name="connsiteY1376" fmla="*/ 31114 h 138429"/>
                <a:gd name="connsiteX1377" fmla="*/ 1748151 w 4940931"/>
                <a:gd name="connsiteY1377" fmla="*/ 29209 h 138429"/>
                <a:gd name="connsiteX1378" fmla="*/ 1753866 w 4940931"/>
                <a:gd name="connsiteY1378" fmla="*/ 29209 h 138429"/>
                <a:gd name="connsiteX1379" fmla="*/ 1765931 w 4940931"/>
                <a:gd name="connsiteY1379" fmla="*/ 31749 h 138429"/>
                <a:gd name="connsiteX1380" fmla="*/ 1774821 w 4940931"/>
                <a:gd name="connsiteY1380" fmla="*/ 38099 h 138429"/>
                <a:gd name="connsiteX1381" fmla="*/ 1779901 w 4940931"/>
                <a:gd name="connsiteY1381" fmla="*/ 49529 h 138429"/>
                <a:gd name="connsiteX1382" fmla="*/ 1781806 w 4940931"/>
                <a:gd name="connsiteY1382" fmla="*/ 64134 h 138429"/>
                <a:gd name="connsiteX1383" fmla="*/ 1781806 w 4940931"/>
                <a:gd name="connsiteY1383" fmla="*/ 108584 h 138429"/>
                <a:gd name="connsiteX1384" fmla="*/ 1766566 w 4940931"/>
                <a:gd name="connsiteY1384" fmla="*/ 108584 h 138429"/>
                <a:gd name="connsiteX1385" fmla="*/ 1765931 w 4940931"/>
                <a:gd name="connsiteY1385" fmla="*/ 108584 h 138429"/>
                <a:gd name="connsiteX1386" fmla="*/ 1765931 w 4940931"/>
                <a:gd name="connsiteY1386" fmla="*/ 64769 h 138429"/>
                <a:gd name="connsiteX1387" fmla="*/ 1762121 w 4940931"/>
                <a:gd name="connsiteY1387" fmla="*/ 48894 h 138429"/>
                <a:gd name="connsiteX1388" fmla="*/ 1750056 w 4940931"/>
                <a:gd name="connsiteY1388" fmla="*/ 43814 h 138429"/>
                <a:gd name="connsiteX1389" fmla="*/ 1743706 w 4940931"/>
                <a:gd name="connsiteY1389" fmla="*/ 45084 h 138429"/>
                <a:gd name="connsiteX1390" fmla="*/ 1738626 w 4940931"/>
                <a:gd name="connsiteY1390" fmla="*/ 48894 h 138429"/>
                <a:gd name="connsiteX1391" fmla="*/ 1735451 w 4940931"/>
                <a:gd name="connsiteY1391" fmla="*/ 55244 h 138429"/>
                <a:gd name="connsiteX1392" fmla="*/ 1734181 w 4940931"/>
                <a:gd name="connsiteY1392" fmla="*/ 63499 h 138429"/>
                <a:gd name="connsiteX1393" fmla="*/ 1734181 w 4940931"/>
                <a:gd name="connsiteY1393" fmla="*/ 109219 h 138429"/>
                <a:gd name="connsiteX1394" fmla="*/ 1718941 w 4940931"/>
                <a:gd name="connsiteY1394" fmla="*/ 109219 h 138429"/>
                <a:gd name="connsiteX1395" fmla="*/ 1718941 w 4940931"/>
                <a:gd name="connsiteY1395" fmla="*/ 8889 h 138429"/>
                <a:gd name="connsiteX1396" fmla="*/ 803275 w 4940931"/>
                <a:gd name="connsiteY1396" fmla="*/ 634 h 138429"/>
                <a:gd name="connsiteX1397" fmla="*/ 803275 w 4940931"/>
                <a:gd name="connsiteY1397" fmla="*/ 38099 h 138429"/>
                <a:gd name="connsiteX1398" fmla="*/ 807085 w 4940931"/>
                <a:gd name="connsiteY1398" fmla="*/ 34289 h 138429"/>
                <a:gd name="connsiteX1399" fmla="*/ 811530 w 4940931"/>
                <a:gd name="connsiteY1399" fmla="*/ 31114 h 138429"/>
                <a:gd name="connsiteX1400" fmla="*/ 817245 w 4940931"/>
                <a:gd name="connsiteY1400" fmla="*/ 29209 h 138429"/>
                <a:gd name="connsiteX1401" fmla="*/ 822960 w 4940931"/>
                <a:gd name="connsiteY1401" fmla="*/ 29209 h 138429"/>
                <a:gd name="connsiteX1402" fmla="*/ 835025 w 4940931"/>
                <a:gd name="connsiteY1402" fmla="*/ 31749 h 138429"/>
                <a:gd name="connsiteX1403" fmla="*/ 843915 w 4940931"/>
                <a:gd name="connsiteY1403" fmla="*/ 38099 h 138429"/>
                <a:gd name="connsiteX1404" fmla="*/ 848995 w 4940931"/>
                <a:gd name="connsiteY1404" fmla="*/ 49529 h 138429"/>
                <a:gd name="connsiteX1405" fmla="*/ 850900 w 4940931"/>
                <a:gd name="connsiteY1405" fmla="*/ 64134 h 138429"/>
                <a:gd name="connsiteX1406" fmla="*/ 850900 w 4940931"/>
                <a:gd name="connsiteY1406" fmla="*/ 108584 h 138429"/>
                <a:gd name="connsiteX1407" fmla="*/ 835660 w 4940931"/>
                <a:gd name="connsiteY1407" fmla="*/ 108584 h 138429"/>
                <a:gd name="connsiteX1408" fmla="*/ 835025 w 4940931"/>
                <a:gd name="connsiteY1408" fmla="*/ 108584 h 138429"/>
                <a:gd name="connsiteX1409" fmla="*/ 835025 w 4940931"/>
                <a:gd name="connsiteY1409" fmla="*/ 64769 h 138429"/>
                <a:gd name="connsiteX1410" fmla="*/ 831215 w 4940931"/>
                <a:gd name="connsiteY1410" fmla="*/ 48894 h 138429"/>
                <a:gd name="connsiteX1411" fmla="*/ 819150 w 4940931"/>
                <a:gd name="connsiteY1411" fmla="*/ 43814 h 138429"/>
                <a:gd name="connsiteX1412" fmla="*/ 812800 w 4940931"/>
                <a:gd name="connsiteY1412" fmla="*/ 45084 h 138429"/>
                <a:gd name="connsiteX1413" fmla="*/ 807720 w 4940931"/>
                <a:gd name="connsiteY1413" fmla="*/ 48894 h 138429"/>
                <a:gd name="connsiteX1414" fmla="*/ 804545 w 4940931"/>
                <a:gd name="connsiteY1414" fmla="*/ 55244 h 138429"/>
                <a:gd name="connsiteX1415" fmla="*/ 803275 w 4940931"/>
                <a:gd name="connsiteY1415" fmla="*/ 63499 h 138429"/>
                <a:gd name="connsiteX1416" fmla="*/ 803275 w 4940931"/>
                <a:gd name="connsiteY1416" fmla="*/ 109219 h 138429"/>
                <a:gd name="connsiteX1417" fmla="*/ 788035 w 4940931"/>
                <a:gd name="connsiteY1417" fmla="*/ 109219 h 138429"/>
                <a:gd name="connsiteX1418" fmla="*/ 788035 w 4940931"/>
                <a:gd name="connsiteY1418" fmla="*/ 8889 h 138429"/>
                <a:gd name="connsiteX1419" fmla="*/ 104774 w 4940931"/>
                <a:gd name="connsiteY1419" fmla="*/ 634 h 138429"/>
                <a:gd name="connsiteX1420" fmla="*/ 104774 w 4940931"/>
                <a:gd name="connsiteY1420" fmla="*/ 38099 h 138429"/>
                <a:gd name="connsiteX1421" fmla="*/ 108584 w 4940931"/>
                <a:gd name="connsiteY1421" fmla="*/ 34289 h 138429"/>
                <a:gd name="connsiteX1422" fmla="*/ 113029 w 4940931"/>
                <a:gd name="connsiteY1422" fmla="*/ 31114 h 138429"/>
                <a:gd name="connsiteX1423" fmla="*/ 118744 w 4940931"/>
                <a:gd name="connsiteY1423" fmla="*/ 29209 h 138429"/>
                <a:gd name="connsiteX1424" fmla="*/ 124459 w 4940931"/>
                <a:gd name="connsiteY1424" fmla="*/ 29209 h 138429"/>
                <a:gd name="connsiteX1425" fmla="*/ 136524 w 4940931"/>
                <a:gd name="connsiteY1425" fmla="*/ 31749 h 138429"/>
                <a:gd name="connsiteX1426" fmla="*/ 145414 w 4940931"/>
                <a:gd name="connsiteY1426" fmla="*/ 38099 h 138429"/>
                <a:gd name="connsiteX1427" fmla="*/ 150494 w 4940931"/>
                <a:gd name="connsiteY1427" fmla="*/ 49529 h 138429"/>
                <a:gd name="connsiteX1428" fmla="*/ 152399 w 4940931"/>
                <a:gd name="connsiteY1428" fmla="*/ 64134 h 138429"/>
                <a:gd name="connsiteX1429" fmla="*/ 152399 w 4940931"/>
                <a:gd name="connsiteY1429" fmla="*/ 108584 h 138429"/>
                <a:gd name="connsiteX1430" fmla="*/ 137159 w 4940931"/>
                <a:gd name="connsiteY1430" fmla="*/ 108584 h 138429"/>
                <a:gd name="connsiteX1431" fmla="*/ 136524 w 4940931"/>
                <a:gd name="connsiteY1431" fmla="*/ 108584 h 138429"/>
                <a:gd name="connsiteX1432" fmla="*/ 136524 w 4940931"/>
                <a:gd name="connsiteY1432" fmla="*/ 64769 h 138429"/>
                <a:gd name="connsiteX1433" fmla="*/ 132714 w 4940931"/>
                <a:gd name="connsiteY1433" fmla="*/ 48894 h 138429"/>
                <a:gd name="connsiteX1434" fmla="*/ 120649 w 4940931"/>
                <a:gd name="connsiteY1434" fmla="*/ 43814 h 138429"/>
                <a:gd name="connsiteX1435" fmla="*/ 114299 w 4940931"/>
                <a:gd name="connsiteY1435" fmla="*/ 45084 h 138429"/>
                <a:gd name="connsiteX1436" fmla="*/ 109219 w 4940931"/>
                <a:gd name="connsiteY1436" fmla="*/ 48894 h 138429"/>
                <a:gd name="connsiteX1437" fmla="*/ 106044 w 4940931"/>
                <a:gd name="connsiteY1437" fmla="*/ 55244 h 138429"/>
                <a:gd name="connsiteX1438" fmla="*/ 104774 w 4940931"/>
                <a:gd name="connsiteY1438" fmla="*/ 63499 h 138429"/>
                <a:gd name="connsiteX1439" fmla="*/ 104774 w 4940931"/>
                <a:gd name="connsiteY1439" fmla="*/ 109219 h 138429"/>
                <a:gd name="connsiteX1440" fmla="*/ 89534 w 4940931"/>
                <a:gd name="connsiteY1440" fmla="*/ 109219 h 138429"/>
                <a:gd name="connsiteX1441" fmla="*/ 89534 w 4940931"/>
                <a:gd name="connsiteY1441" fmla="*/ 8889 h 138429"/>
                <a:gd name="connsiteX1442" fmla="*/ 3894450 w 4940931"/>
                <a:gd name="connsiteY1442" fmla="*/ 0 h 138429"/>
                <a:gd name="connsiteX1443" fmla="*/ 3894450 w 4940931"/>
                <a:gd name="connsiteY1443" fmla="*/ 30480 h 138429"/>
                <a:gd name="connsiteX1444" fmla="*/ 3913500 w 4940931"/>
                <a:gd name="connsiteY1444" fmla="*/ 30480 h 138429"/>
                <a:gd name="connsiteX1445" fmla="*/ 3913500 w 4940931"/>
                <a:gd name="connsiteY1445" fmla="*/ 44450 h 138429"/>
                <a:gd name="connsiteX1446" fmla="*/ 3894450 w 4940931"/>
                <a:gd name="connsiteY1446" fmla="*/ 44450 h 138429"/>
                <a:gd name="connsiteX1447" fmla="*/ 3894450 w 4940931"/>
                <a:gd name="connsiteY1447" fmla="*/ 86995 h 138429"/>
                <a:gd name="connsiteX1448" fmla="*/ 3894450 w 4940931"/>
                <a:gd name="connsiteY1448" fmla="*/ 91440 h 138429"/>
                <a:gd name="connsiteX1449" fmla="*/ 3895720 w 4940931"/>
                <a:gd name="connsiteY1449" fmla="*/ 94615 h 138429"/>
                <a:gd name="connsiteX1450" fmla="*/ 3898260 w 4940931"/>
                <a:gd name="connsiteY1450" fmla="*/ 95885 h 138429"/>
                <a:gd name="connsiteX1451" fmla="*/ 3902070 w 4940931"/>
                <a:gd name="connsiteY1451" fmla="*/ 95885 h 138429"/>
                <a:gd name="connsiteX1452" fmla="*/ 3908420 w 4940931"/>
                <a:gd name="connsiteY1452" fmla="*/ 95250 h 138429"/>
                <a:gd name="connsiteX1453" fmla="*/ 3913500 w 4940931"/>
                <a:gd name="connsiteY1453" fmla="*/ 93345 h 138429"/>
                <a:gd name="connsiteX1454" fmla="*/ 3911595 w 4940931"/>
                <a:gd name="connsiteY1454" fmla="*/ 106680 h 138429"/>
                <a:gd name="connsiteX1455" fmla="*/ 3905245 w 4940931"/>
                <a:gd name="connsiteY1455" fmla="*/ 109220 h 138429"/>
                <a:gd name="connsiteX1456" fmla="*/ 3896990 w 4940931"/>
                <a:gd name="connsiteY1456" fmla="*/ 110490 h 138429"/>
                <a:gd name="connsiteX1457" fmla="*/ 3890005 w 4940931"/>
                <a:gd name="connsiteY1457" fmla="*/ 109220 h 138429"/>
                <a:gd name="connsiteX1458" fmla="*/ 3884290 w 4940931"/>
                <a:gd name="connsiteY1458" fmla="*/ 105410 h 138429"/>
                <a:gd name="connsiteX1459" fmla="*/ 3880480 w 4940931"/>
                <a:gd name="connsiteY1459" fmla="*/ 99060 h 138429"/>
                <a:gd name="connsiteX1460" fmla="*/ 3879210 w 4940931"/>
                <a:gd name="connsiteY1460" fmla="*/ 89535 h 138429"/>
                <a:gd name="connsiteX1461" fmla="*/ 3879210 w 4940931"/>
                <a:gd name="connsiteY1461" fmla="*/ 44450 h 138429"/>
                <a:gd name="connsiteX1462" fmla="*/ 3868415 w 4940931"/>
                <a:gd name="connsiteY1462" fmla="*/ 44450 h 138429"/>
                <a:gd name="connsiteX1463" fmla="*/ 3868415 w 4940931"/>
                <a:gd name="connsiteY1463" fmla="*/ 30480 h 138429"/>
                <a:gd name="connsiteX1464" fmla="*/ 3879210 w 4940931"/>
                <a:gd name="connsiteY1464" fmla="*/ 30480 h 138429"/>
                <a:gd name="connsiteX1465" fmla="*/ 3879210 w 4940931"/>
                <a:gd name="connsiteY1465" fmla="*/ 8255 h 138429"/>
                <a:gd name="connsiteX1466" fmla="*/ 3664581 w 4940931"/>
                <a:gd name="connsiteY1466" fmla="*/ 0 h 138429"/>
                <a:gd name="connsiteX1467" fmla="*/ 3664581 w 4940931"/>
                <a:gd name="connsiteY1467" fmla="*/ 30480 h 138429"/>
                <a:gd name="connsiteX1468" fmla="*/ 3683631 w 4940931"/>
                <a:gd name="connsiteY1468" fmla="*/ 30480 h 138429"/>
                <a:gd name="connsiteX1469" fmla="*/ 3683631 w 4940931"/>
                <a:gd name="connsiteY1469" fmla="*/ 44450 h 138429"/>
                <a:gd name="connsiteX1470" fmla="*/ 3664581 w 4940931"/>
                <a:gd name="connsiteY1470" fmla="*/ 44450 h 138429"/>
                <a:gd name="connsiteX1471" fmla="*/ 3664581 w 4940931"/>
                <a:gd name="connsiteY1471" fmla="*/ 86995 h 138429"/>
                <a:gd name="connsiteX1472" fmla="*/ 3664581 w 4940931"/>
                <a:gd name="connsiteY1472" fmla="*/ 91440 h 138429"/>
                <a:gd name="connsiteX1473" fmla="*/ 3665851 w 4940931"/>
                <a:gd name="connsiteY1473" fmla="*/ 94615 h 138429"/>
                <a:gd name="connsiteX1474" fmla="*/ 3668391 w 4940931"/>
                <a:gd name="connsiteY1474" fmla="*/ 95885 h 138429"/>
                <a:gd name="connsiteX1475" fmla="*/ 3672201 w 4940931"/>
                <a:gd name="connsiteY1475" fmla="*/ 95885 h 138429"/>
                <a:gd name="connsiteX1476" fmla="*/ 3678551 w 4940931"/>
                <a:gd name="connsiteY1476" fmla="*/ 95250 h 138429"/>
                <a:gd name="connsiteX1477" fmla="*/ 3683631 w 4940931"/>
                <a:gd name="connsiteY1477" fmla="*/ 93345 h 138429"/>
                <a:gd name="connsiteX1478" fmla="*/ 3681726 w 4940931"/>
                <a:gd name="connsiteY1478" fmla="*/ 106680 h 138429"/>
                <a:gd name="connsiteX1479" fmla="*/ 3675376 w 4940931"/>
                <a:gd name="connsiteY1479" fmla="*/ 109220 h 138429"/>
                <a:gd name="connsiteX1480" fmla="*/ 3667121 w 4940931"/>
                <a:gd name="connsiteY1480" fmla="*/ 110490 h 138429"/>
                <a:gd name="connsiteX1481" fmla="*/ 3660136 w 4940931"/>
                <a:gd name="connsiteY1481" fmla="*/ 109220 h 138429"/>
                <a:gd name="connsiteX1482" fmla="*/ 3654421 w 4940931"/>
                <a:gd name="connsiteY1482" fmla="*/ 105410 h 138429"/>
                <a:gd name="connsiteX1483" fmla="*/ 3650611 w 4940931"/>
                <a:gd name="connsiteY1483" fmla="*/ 99060 h 138429"/>
                <a:gd name="connsiteX1484" fmla="*/ 3649341 w 4940931"/>
                <a:gd name="connsiteY1484" fmla="*/ 89535 h 138429"/>
                <a:gd name="connsiteX1485" fmla="*/ 3649341 w 4940931"/>
                <a:gd name="connsiteY1485" fmla="*/ 44450 h 138429"/>
                <a:gd name="connsiteX1486" fmla="*/ 3638546 w 4940931"/>
                <a:gd name="connsiteY1486" fmla="*/ 44450 h 138429"/>
                <a:gd name="connsiteX1487" fmla="*/ 3638546 w 4940931"/>
                <a:gd name="connsiteY1487" fmla="*/ 30480 h 138429"/>
                <a:gd name="connsiteX1488" fmla="*/ 3649341 w 4940931"/>
                <a:gd name="connsiteY1488" fmla="*/ 30480 h 138429"/>
                <a:gd name="connsiteX1489" fmla="*/ 3649341 w 4940931"/>
                <a:gd name="connsiteY1489" fmla="*/ 8255 h 138429"/>
                <a:gd name="connsiteX1490" fmla="*/ 3610605 w 4940931"/>
                <a:gd name="connsiteY1490" fmla="*/ 0 h 138429"/>
                <a:gd name="connsiteX1491" fmla="*/ 3610605 w 4940931"/>
                <a:gd name="connsiteY1491" fmla="*/ 30480 h 138429"/>
                <a:gd name="connsiteX1492" fmla="*/ 3629655 w 4940931"/>
                <a:gd name="connsiteY1492" fmla="*/ 30480 h 138429"/>
                <a:gd name="connsiteX1493" fmla="*/ 3629655 w 4940931"/>
                <a:gd name="connsiteY1493" fmla="*/ 44450 h 138429"/>
                <a:gd name="connsiteX1494" fmla="*/ 3610605 w 4940931"/>
                <a:gd name="connsiteY1494" fmla="*/ 44450 h 138429"/>
                <a:gd name="connsiteX1495" fmla="*/ 3610605 w 4940931"/>
                <a:gd name="connsiteY1495" fmla="*/ 86995 h 138429"/>
                <a:gd name="connsiteX1496" fmla="*/ 3610605 w 4940931"/>
                <a:gd name="connsiteY1496" fmla="*/ 91440 h 138429"/>
                <a:gd name="connsiteX1497" fmla="*/ 3611875 w 4940931"/>
                <a:gd name="connsiteY1497" fmla="*/ 94615 h 138429"/>
                <a:gd name="connsiteX1498" fmla="*/ 3614415 w 4940931"/>
                <a:gd name="connsiteY1498" fmla="*/ 95885 h 138429"/>
                <a:gd name="connsiteX1499" fmla="*/ 3618225 w 4940931"/>
                <a:gd name="connsiteY1499" fmla="*/ 95885 h 138429"/>
                <a:gd name="connsiteX1500" fmla="*/ 3624575 w 4940931"/>
                <a:gd name="connsiteY1500" fmla="*/ 95250 h 138429"/>
                <a:gd name="connsiteX1501" fmla="*/ 3629655 w 4940931"/>
                <a:gd name="connsiteY1501" fmla="*/ 93345 h 138429"/>
                <a:gd name="connsiteX1502" fmla="*/ 3627750 w 4940931"/>
                <a:gd name="connsiteY1502" fmla="*/ 106680 h 138429"/>
                <a:gd name="connsiteX1503" fmla="*/ 3621400 w 4940931"/>
                <a:gd name="connsiteY1503" fmla="*/ 109220 h 138429"/>
                <a:gd name="connsiteX1504" fmla="*/ 3613145 w 4940931"/>
                <a:gd name="connsiteY1504" fmla="*/ 110490 h 138429"/>
                <a:gd name="connsiteX1505" fmla="*/ 3606160 w 4940931"/>
                <a:gd name="connsiteY1505" fmla="*/ 109220 h 138429"/>
                <a:gd name="connsiteX1506" fmla="*/ 3600445 w 4940931"/>
                <a:gd name="connsiteY1506" fmla="*/ 105410 h 138429"/>
                <a:gd name="connsiteX1507" fmla="*/ 3596635 w 4940931"/>
                <a:gd name="connsiteY1507" fmla="*/ 99060 h 138429"/>
                <a:gd name="connsiteX1508" fmla="*/ 3595365 w 4940931"/>
                <a:gd name="connsiteY1508" fmla="*/ 89535 h 138429"/>
                <a:gd name="connsiteX1509" fmla="*/ 3595365 w 4940931"/>
                <a:gd name="connsiteY1509" fmla="*/ 44450 h 138429"/>
                <a:gd name="connsiteX1510" fmla="*/ 3584570 w 4940931"/>
                <a:gd name="connsiteY1510" fmla="*/ 44450 h 138429"/>
                <a:gd name="connsiteX1511" fmla="*/ 3584570 w 4940931"/>
                <a:gd name="connsiteY1511" fmla="*/ 30480 h 138429"/>
                <a:gd name="connsiteX1512" fmla="*/ 3595365 w 4940931"/>
                <a:gd name="connsiteY1512" fmla="*/ 30480 h 138429"/>
                <a:gd name="connsiteX1513" fmla="*/ 3595365 w 4940931"/>
                <a:gd name="connsiteY1513" fmla="*/ 8255 h 138429"/>
                <a:gd name="connsiteX1514" fmla="*/ 3445505 w 4940931"/>
                <a:gd name="connsiteY1514" fmla="*/ 0 h 138429"/>
                <a:gd name="connsiteX1515" fmla="*/ 3445505 w 4940931"/>
                <a:gd name="connsiteY1515" fmla="*/ 37465 h 138429"/>
                <a:gd name="connsiteX1516" fmla="*/ 3449950 w 4940931"/>
                <a:gd name="connsiteY1516" fmla="*/ 33655 h 138429"/>
                <a:gd name="connsiteX1517" fmla="*/ 3453760 w 4940931"/>
                <a:gd name="connsiteY1517" fmla="*/ 31115 h 138429"/>
                <a:gd name="connsiteX1518" fmla="*/ 3458840 w 4940931"/>
                <a:gd name="connsiteY1518" fmla="*/ 29210 h 138429"/>
                <a:gd name="connsiteX1519" fmla="*/ 3465825 w 4940931"/>
                <a:gd name="connsiteY1519" fmla="*/ 28575 h 138429"/>
                <a:gd name="connsiteX1520" fmla="*/ 3477890 w 4940931"/>
                <a:gd name="connsiteY1520" fmla="*/ 31115 h 138429"/>
                <a:gd name="connsiteX1521" fmla="*/ 3487415 w 4940931"/>
                <a:gd name="connsiteY1521" fmla="*/ 38735 h 138429"/>
                <a:gd name="connsiteX1522" fmla="*/ 3493765 w 4940931"/>
                <a:gd name="connsiteY1522" fmla="*/ 51435 h 138429"/>
                <a:gd name="connsiteX1523" fmla="*/ 3496305 w 4940931"/>
                <a:gd name="connsiteY1523" fmla="*/ 70485 h 138429"/>
                <a:gd name="connsiteX1524" fmla="*/ 3495670 w 4940931"/>
                <a:gd name="connsiteY1524" fmla="*/ 71120 h 138429"/>
                <a:gd name="connsiteX1525" fmla="*/ 3493130 w 4940931"/>
                <a:gd name="connsiteY1525" fmla="*/ 88265 h 138429"/>
                <a:gd name="connsiteX1526" fmla="*/ 3486145 w 4940931"/>
                <a:gd name="connsiteY1526" fmla="*/ 100330 h 138429"/>
                <a:gd name="connsiteX1527" fmla="*/ 3476620 w 4940931"/>
                <a:gd name="connsiteY1527" fmla="*/ 107315 h 138429"/>
                <a:gd name="connsiteX1528" fmla="*/ 3465190 w 4940931"/>
                <a:gd name="connsiteY1528" fmla="*/ 109855 h 138429"/>
                <a:gd name="connsiteX1529" fmla="*/ 3454395 w 4940931"/>
                <a:gd name="connsiteY1529" fmla="*/ 107315 h 138429"/>
                <a:gd name="connsiteX1530" fmla="*/ 3445505 w 4940931"/>
                <a:gd name="connsiteY1530" fmla="*/ 100965 h 138429"/>
                <a:gd name="connsiteX1531" fmla="*/ 3445505 w 4940931"/>
                <a:gd name="connsiteY1531" fmla="*/ 107950 h 138429"/>
                <a:gd name="connsiteX1532" fmla="*/ 3430265 w 4940931"/>
                <a:gd name="connsiteY1532" fmla="*/ 107950 h 138429"/>
                <a:gd name="connsiteX1533" fmla="*/ 3430265 w 4940931"/>
                <a:gd name="connsiteY1533" fmla="*/ 7620 h 138429"/>
                <a:gd name="connsiteX1534" fmla="*/ 2380611 w 4940931"/>
                <a:gd name="connsiteY1534" fmla="*/ 0 h 138429"/>
                <a:gd name="connsiteX1535" fmla="*/ 2380611 w 4940931"/>
                <a:gd name="connsiteY1535" fmla="*/ 30480 h 138429"/>
                <a:gd name="connsiteX1536" fmla="*/ 2399661 w 4940931"/>
                <a:gd name="connsiteY1536" fmla="*/ 30480 h 138429"/>
                <a:gd name="connsiteX1537" fmla="*/ 2399661 w 4940931"/>
                <a:gd name="connsiteY1537" fmla="*/ 44450 h 138429"/>
                <a:gd name="connsiteX1538" fmla="*/ 2380611 w 4940931"/>
                <a:gd name="connsiteY1538" fmla="*/ 44450 h 138429"/>
                <a:gd name="connsiteX1539" fmla="*/ 2380611 w 4940931"/>
                <a:gd name="connsiteY1539" fmla="*/ 86995 h 138429"/>
                <a:gd name="connsiteX1540" fmla="*/ 2380611 w 4940931"/>
                <a:gd name="connsiteY1540" fmla="*/ 91440 h 138429"/>
                <a:gd name="connsiteX1541" fmla="*/ 2381881 w 4940931"/>
                <a:gd name="connsiteY1541" fmla="*/ 94615 h 138429"/>
                <a:gd name="connsiteX1542" fmla="*/ 2384421 w 4940931"/>
                <a:gd name="connsiteY1542" fmla="*/ 95885 h 138429"/>
                <a:gd name="connsiteX1543" fmla="*/ 2388231 w 4940931"/>
                <a:gd name="connsiteY1543" fmla="*/ 95885 h 138429"/>
                <a:gd name="connsiteX1544" fmla="*/ 2394581 w 4940931"/>
                <a:gd name="connsiteY1544" fmla="*/ 95250 h 138429"/>
                <a:gd name="connsiteX1545" fmla="*/ 2399661 w 4940931"/>
                <a:gd name="connsiteY1545" fmla="*/ 93345 h 138429"/>
                <a:gd name="connsiteX1546" fmla="*/ 2397756 w 4940931"/>
                <a:gd name="connsiteY1546" fmla="*/ 106680 h 138429"/>
                <a:gd name="connsiteX1547" fmla="*/ 2391406 w 4940931"/>
                <a:gd name="connsiteY1547" fmla="*/ 109220 h 138429"/>
                <a:gd name="connsiteX1548" fmla="*/ 2383151 w 4940931"/>
                <a:gd name="connsiteY1548" fmla="*/ 110490 h 138429"/>
                <a:gd name="connsiteX1549" fmla="*/ 2376166 w 4940931"/>
                <a:gd name="connsiteY1549" fmla="*/ 109220 h 138429"/>
                <a:gd name="connsiteX1550" fmla="*/ 2370451 w 4940931"/>
                <a:gd name="connsiteY1550" fmla="*/ 105410 h 138429"/>
                <a:gd name="connsiteX1551" fmla="*/ 2366641 w 4940931"/>
                <a:gd name="connsiteY1551" fmla="*/ 99060 h 138429"/>
                <a:gd name="connsiteX1552" fmla="*/ 2365371 w 4940931"/>
                <a:gd name="connsiteY1552" fmla="*/ 89535 h 138429"/>
                <a:gd name="connsiteX1553" fmla="*/ 2365371 w 4940931"/>
                <a:gd name="connsiteY1553" fmla="*/ 44450 h 138429"/>
                <a:gd name="connsiteX1554" fmla="*/ 2354576 w 4940931"/>
                <a:gd name="connsiteY1554" fmla="*/ 44450 h 138429"/>
                <a:gd name="connsiteX1555" fmla="*/ 2354576 w 4940931"/>
                <a:gd name="connsiteY1555" fmla="*/ 30480 h 138429"/>
                <a:gd name="connsiteX1556" fmla="*/ 2365371 w 4940931"/>
                <a:gd name="connsiteY1556" fmla="*/ 30480 h 138429"/>
                <a:gd name="connsiteX1557" fmla="*/ 2365371 w 4940931"/>
                <a:gd name="connsiteY1557" fmla="*/ 8255 h 138429"/>
                <a:gd name="connsiteX1558" fmla="*/ 2150741 w 4940931"/>
                <a:gd name="connsiteY1558" fmla="*/ 0 h 138429"/>
                <a:gd name="connsiteX1559" fmla="*/ 2150741 w 4940931"/>
                <a:gd name="connsiteY1559" fmla="*/ 30480 h 138429"/>
                <a:gd name="connsiteX1560" fmla="*/ 2169791 w 4940931"/>
                <a:gd name="connsiteY1560" fmla="*/ 30480 h 138429"/>
                <a:gd name="connsiteX1561" fmla="*/ 2169791 w 4940931"/>
                <a:gd name="connsiteY1561" fmla="*/ 44450 h 138429"/>
                <a:gd name="connsiteX1562" fmla="*/ 2150741 w 4940931"/>
                <a:gd name="connsiteY1562" fmla="*/ 44450 h 138429"/>
                <a:gd name="connsiteX1563" fmla="*/ 2150741 w 4940931"/>
                <a:gd name="connsiteY1563" fmla="*/ 86995 h 138429"/>
                <a:gd name="connsiteX1564" fmla="*/ 2150741 w 4940931"/>
                <a:gd name="connsiteY1564" fmla="*/ 91440 h 138429"/>
                <a:gd name="connsiteX1565" fmla="*/ 2152011 w 4940931"/>
                <a:gd name="connsiteY1565" fmla="*/ 94615 h 138429"/>
                <a:gd name="connsiteX1566" fmla="*/ 2154551 w 4940931"/>
                <a:gd name="connsiteY1566" fmla="*/ 95885 h 138429"/>
                <a:gd name="connsiteX1567" fmla="*/ 2158361 w 4940931"/>
                <a:gd name="connsiteY1567" fmla="*/ 95885 h 138429"/>
                <a:gd name="connsiteX1568" fmla="*/ 2164711 w 4940931"/>
                <a:gd name="connsiteY1568" fmla="*/ 95250 h 138429"/>
                <a:gd name="connsiteX1569" fmla="*/ 2169791 w 4940931"/>
                <a:gd name="connsiteY1569" fmla="*/ 93345 h 138429"/>
                <a:gd name="connsiteX1570" fmla="*/ 2167886 w 4940931"/>
                <a:gd name="connsiteY1570" fmla="*/ 106680 h 138429"/>
                <a:gd name="connsiteX1571" fmla="*/ 2161536 w 4940931"/>
                <a:gd name="connsiteY1571" fmla="*/ 109220 h 138429"/>
                <a:gd name="connsiteX1572" fmla="*/ 2153281 w 4940931"/>
                <a:gd name="connsiteY1572" fmla="*/ 110490 h 138429"/>
                <a:gd name="connsiteX1573" fmla="*/ 2146296 w 4940931"/>
                <a:gd name="connsiteY1573" fmla="*/ 109220 h 138429"/>
                <a:gd name="connsiteX1574" fmla="*/ 2140581 w 4940931"/>
                <a:gd name="connsiteY1574" fmla="*/ 105410 h 138429"/>
                <a:gd name="connsiteX1575" fmla="*/ 2136771 w 4940931"/>
                <a:gd name="connsiteY1575" fmla="*/ 99060 h 138429"/>
                <a:gd name="connsiteX1576" fmla="*/ 2135501 w 4940931"/>
                <a:gd name="connsiteY1576" fmla="*/ 89535 h 138429"/>
                <a:gd name="connsiteX1577" fmla="*/ 2135501 w 4940931"/>
                <a:gd name="connsiteY1577" fmla="*/ 44450 h 138429"/>
                <a:gd name="connsiteX1578" fmla="*/ 2124706 w 4940931"/>
                <a:gd name="connsiteY1578" fmla="*/ 44450 h 138429"/>
                <a:gd name="connsiteX1579" fmla="*/ 2124706 w 4940931"/>
                <a:gd name="connsiteY1579" fmla="*/ 30480 h 138429"/>
                <a:gd name="connsiteX1580" fmla="*/ 2135501 w 4940931"/>
                <a:gd name="connsiteY1580" fmla="*/ 30480 h 138429"/>
                <a:gd name="connsiteX1581" fmla="*/ 2135501 w 4940931"/>
                <a:gd name="connsiteY1581" fmla="*/ 8255 h 138429"/>
                <a:gd name="connsiteX1582" fmla="*/ 2096131 w 4940931"/>
                <a:gd name="connsiteY1582" fmla="*/ 0 h 138429"/>
                <a:gd name="connsiteX1583" fmla="*/ 2096131 w 4940931"/>
                <a:gd name="connsiteY1583" fmla="*/ 30480 h 138429"/>
                <a:gd name="connsiteX1584" fmla="*/ 2115181 w 4940931"/>
                <a:gd name="connsiteY1584" fmla="*/ 30480 h 138429"/>
                <a:gd name="connsiteX1585" fmla="*/ 2115181 w 4940931"/>
                <a:gd name="connsiteY1585" fmla="*/ 44450 h 138429"/>
                <a:gd name="connsiteX1586" fmla="*/ 2096131 w 4940931"/>
                <a:gd name="connsiteY1586" fmla="*/ 44450 h 138429"/>
                <a:gd name="connsiteX1587" fmla="*/ 2096131 w 4940931"/>
                <a:gd name="connsiteY1587" fmla="*/ 86995 h 138429"/>
                <a:gd name="connsiteX1588" fmla="*/ 2096131 w 4940931"/>
                <a:gd name="connsiteY1588" fmla="*/ 91440 h 138429"/>
                <a:gd name="connsiteX1589" fmla="*/ 2097401 w 4940931"/>
                <a:gd name="connsiteY1589" fmla="*/ 94615 h 138429"/>
                <a:gd name="connsiteX1590" fmla="*/ 2099941 w 4940931"/>
                <a:gd name="connsiteY1590" fmla="*/ 95885 h 138429"/>
                <a:gd name="connsiteX1591" fmla="*/ 2103751 w 4940931"/>
                <a:gd name="connsiteY1591" fmla="*/ 95885 h 138429"/>
                <a:gd name="connsiteX1592" fmla="*/ 2110101 w 4940931"/>
                <a:gd name="connsiteY1592" fmla="*/ 95250 h 138429"/>
                <a:gd name="connsiteX1593" fmla="*/ 2115181 w 4940931"/>
                <a:gd name="connsiteY1593" fmla="*/ 93345 h 138429"/>
                <a:gd name="connsiteX1594" fmla="*/ 2113276 w 4940931"/>
                <a:gd name="connsiteY1594" fmla="*/ 106680 h 138429"/>
                <a:gd name="connsiteX1595" fmla="*/ 2106926 w 4940931"/>
                <a:gd name="connsiteY1595" fmla="*/ 109220 h 138429"/>
                <a:gd name="connsiteX1596" fmla="*/ 2098671 w 4940931"/>
                <a:gd name="connsiteY1596" fmla="*/ 110490 h 138429"/>
                <a:gd name="connsiteX1597" fmla="*/ 2091686 w 4940931"/>
                <a:gd name="connsiteY1597" fmla="*/ 109220 h 138429"/>
                <a:gd name="connsiteX1598" fmla="*/ 2085971 w 4940931"/>
                <a:gd name="connsiteY1598" fmla="*/ 105410 h 138429"/>
                <a:gd name="connsiteX1599" fmla="*/ 2082161 w 4940931"/>
                <a:gd name="connsiteY1599" fmla="*/ 99060 h 138429"/>
                <a:gd name="connsiteX1600" fmla="*/ 2080891 w 4940931"/>
                <a:gd name="connsiteY1600" fmla="*/ 89535 h 138429"/>
                <a:gd name="connsiteX1601" fmla="*/ 2080891 w 4940931"/>
                <a:gd name="connsiteY1601" fmla="*/ 44450 h 138429"/>
                <a:gd name="connsiteX1602" fmla="*/ 2070096 w 4940931"/>
                <a:gd name="connsiteY1602" fmla="*/ 44450 h 138429"/>
                <a:gd name="connsiteX1603" fmla="*/ 2070096 w 4940931"/>
                <a:gd name="connsiteY1603" fmla="*/ 30480 h 138429"/>
                <a:gd name="connsiteX1604" fmla="*/ 2080891 w 4940931"/>
                <a:gd name="connsiteY1604" fmla="*/ 30480 h 138429"/>
                <a:gd name="connsiteX1605" fmla="*/ 2080891 w 4940931"/>
                <a:gd name="connsiteY1605" fmla="*/ 8255 h 138429"/>
                <a:gd name="connsiteX1606" fmla="*/ 1931665 w 4940931"/>
                <a:gd name="connsiteY1606" fmla="*/ 0 h 138429"/>
                <a:gd name="connsiteX1607" fmla="*/ 1931665 w 4940931"/>
                <a:gd name="connsiteY1607" fmla="*/ 37465 h 138429"/>
                <a:gd name="connsiteX1608" fmla="*/ 1936110 w 4940931"/>
                <a:gd name="connsiteY1608" fmla="*/ 33655 h 138429"/>
                <a:gd name="connsiteX1609" fmla="*/ 1939920 w 4940931"/>
                <a:gd name="connsiteY1609" fmla="*/ 31115 h 138429"/>
                <a:gd name="connsiteX1610" fmla="*/ 1945000 w 4940931"/>
                <a:gd name="connsiteY1610" fmla="*/ 29210 h 138429"/>
                <a:gd name="connsiteX1611" fmla="*/ 1951985 w 4940931"/>
                <a:gd name="connsiteY1611" fmla="*/ 28575 h 138429"/>
                <a:gd name="connsiteX1612" fmla="*/ 1964050 w 4940931"/>
                <a:gd name="connsiteY1612" fmla="*/ 31115 h 138429"/>
                <a:gd name="connsiteX1613" fmla="*/ 1973575 w 4940931"/>
                <a:gd name="connsiteY1613" fmla="*/ 38735 h 138429"/>
                <a:gd name="connsiteX1614" fmla="*/ 1979925 w 4940931"/>
                <a:gd name="connsiteY1614" fmla="*/ 51435 h 138429"/>
                <a:gd name="connsiteX1615" fmla="*/ 1982465 w 4940931"/>
                <a:gd name="connsiteY1615" fmla="*/ 70485 h 138429"/>
                <a:gd name="connsiteX1616" fmla="*/ 1981830 w 4940931"/>
                <a:gd name="connsiteY1616" fmla="*/ 71120 h 138429"/>
                <a:gd name="connsiteX1617" fmla="*/ 1979290 w 4940931"/>
                <a:gd name="connsiteY1617" fmla="*/ 88265 h 138429"/>
                <a:gd name="connsiteX1618" fmla="*/ 1972305 w 4940931"/>
                <a:gd name="connsiteY1618" fmla="*/ 100330 h 138429"/>
                <a:gd name="connsiteX1619" fmla="*/ 1962780 w 4940931"/>
                <a:gd name="connsiteY1619" fmla="*/ 107315 h 138429"/>
                <a:gd name="connsiteX1620" fmla="*/ 1951350 w 4940931"/>
                <a:gd name="connsiteY1620" fmla="*/ 109855 h 138429"/>
                <a:gd name="connsiteX1621" fmla="*/ 1940555 w 4940931"/>
                <a:gd name="connsiteY1621" fmla="*/ 107315 h 138429"/>
                <a:gd name="connsiteX1622" fmla="*/ 1931665 w 4940931"/>
                <a:gd name="connsiteY1622" fmla="*/ 100965 h 138429"/>
                <a:gd name="connsiteX1623" fmla="*/ 1931665 w 4940931"/>
                <a:gd name="connsiteY1623" fmla="*/ 107950 h 138429"/>
                <a:gd name="connsiteX1624" fmla="*/ 1916425 w 4940931"/>
                <a:gd name="connsiteY1624" fmla="*/ 107950 h 138429"/>
                <a:gd name="connsiteX1625" fmla="*/ 1916425 w 4940931"/>
                <a:gd name="connsiteY1625" fmla="*/ 7620 h 138429"/>
                <a:gd name="connsiteX1626" fmla="*/ 1316991 w 4940931"/>
                <a:gd name="connsiteY1626" fmla="*/ 0 h 138429"/>
                <a:gd name="connsiteX1627" fmla="*/ 1316991 w 4940931"/>
                <a:gd name="connsiteY1627" fmla="*/ 30480 h 138429"/>
                <a:gd name="connsiteX1628" fmla="*/ 1336041 w 4940931"/>
                <a:gd name="connsiteY1628" fmla="*/ 30480 h 138429"/>
                <a:gd name="connsiteX1629" fmla="*/ 1336041 w 4940931"/>
                <a:gd name="connsiteY1629" fmla="*/ 44450 h 138429"/>
                <a:gd name="connsiteX1630" fmla="*/ 1316991 w 4940931"/>
                <a:gd name="connsiteY1630" fmla="*/ 44450 h 138429"/>
                <a:gd name="connsiteX1631" fmla="*/ 1316991 w 4940931"/>
                <a:gd name="connsiteY1631" fmla="*/ 86995 h 138429"/>
                <a:gd name="connsiteX1632" fmla="*/ 1316991 w 4940931"/>
                <a:gd name="connsiteY1632" fmla="*/ 91440 h 138429"/>
                <a:gd name="connsiteX1633" fmla="*/ 1318261 w 4940931"/>
                <a:gd name="connsiteY1633" fmla="*/ 94615 h 138429"/>
                <a:gd name="connsiteX1634" fmla="*/ 1320801 w 4940931"/>
                <a:gd name="connsiteY1634" fmla="*/ 95885 h 138429"/>
                <a:gd name="connsiteX1635" fmla="*/ 1324611 w 4940931"/>
                <a:gd name="connsiteY1635" fmla="*/ 95885 h 138429"/>
                <a:gd name="connsiteX1636" fmla="*/ 1330961 w 4940931"/>
                <a:gd name="connsiteY1636" fmla="*/ 95250 h 138429"/>
                <a:gd name="connsiteX1637" fmla="*/ 1336041 w 4940931"/>
                <a:gd name="connsiteY1637" fmla="*/ 93345 h 138429"/>
                <a:gd name="connsiteX1638" fmla="*/ 1334136 w 4940931"/>
                <a:gd name="connsiteY1638" fmla="*/ 106680 h 138429"/>
                <a:gd name="connsiteX1639" fmla="*/ 1327786 w 4940931"/>
                <a:gd name="connsiteY1639" fmla="*/ 109220 h 138429"/>
                <a:gd name="connsiteX1640" fmla="*/ 1319531 w 4940931"/>
                <a:gd name="connsiteY1640" fmla="*/ 110490 h 138429"/>
                <a:gd name="connsiteX1641" fmla="*/ 1312546 w 4940931"/>
                <a:gd name="connsiteY1641" fmla="*/ 109220 h 138429"/>
                <a:gd name="connsiteX1642" fmla="*/ 1306831 w 4940931"/>
                <a:gd name="connsiteY1642" fmla="*/ 105410 h 138429"/>
                <a:gd name="connsiteX1643" fmla="*/ 1303021 w 4940931"/>
                <a:gd name="connsiteY1643" fmla="*/ 99060 h 138429"/>
                <a:gd name="connsiteX1644" fmla="*/ 1301751 w 4940931"/>
                <a:gd name="connsiteY1644" fmla="*/ 89535 h 138429"/>
                <a:gd name="connsiteX1645" fmla="*/ 1301751 w 4940931"/>
                <a:gd name="connsiteY1645" fmla="*/ 44450 h 138429"/>
                <a:gd name="connsiteX1646" fmla="*/ 1290956 w 4940931"/>
                <a:gd name="connsiteY1646" fmla="*/ 44450 h 138429"/>
                <a:gd name="connsiteX1647" fmla="*/ 1290956 w 4940931"/>
                <a:gd name="connsiteY1647" fmla="*/ 30480 h 138429"/>
                <a:gd name="connsiteX1648" fmla="*/ 1301751 w 4940931"/>
                <a:gd name="connsiteY1648" fmla="*/ 30480 h 138429"/>
                <a:gd name="connsiteX1649" fmla="*/ 1301751 w 4940931"/>
                <a:gd name="connsiteY1649" fmla="*/ 8255 h 138429"/>
                <a:gd name="connsiteX1650" fmla="*/ 751206 w 4940931"/>
                <a:gd name="connsiteY1650" fmla="*/ 0 h 138429"/>
                <a:gd name="connsiteX1651" fmla="*/ 751206 w 4940931"/>
                <a:gd name="connsiteY1651" fmla="*/ 30480 h 138429"/>
                <a:gd name="connsiteX1652" fmla="*/ 770256 w 4940931"/>
                <a:gd name="connsiteY1652" fmla="*/ 30480 h 138429"/>
                <a:gd name="connsiteX1653" fmla="*/ 770256 w 4940931"/>
                <a:gd name="connsiteY1653" fmla="*/ 44450 h 138429"/>
                <a:gd name="connsiteX1654" fmla="*/ 751206 w 4940931"/>
                <a:gd name="connsiteY1654" fmla="*/ 44450 h 138429"/>
                <a:gd name="connsiteX1655" fmla="*/ 751206 w 4940931"/>
                <a:gd name="connsiteY1655" fmla="*/ 86995 h 138429"/>
                <a:gd name="connsiteX1656" fmla="*/ 751206 w 4940931"/>
                <a:gd name="connsiteY1656" fmla="*/ 91440 h 138429"/>
                <a:gd name="connsiteX1657" fmla="*/ 752476 w 4940931"/>
                <a:gd name="connsiteY1657" fmla="*/ 94615 h 138429"/>
                <a:gd name="connsiteX1658" fmla="*/ 755016 w 4940931"/>
                <a:gd name="connsiteY1658" fmla="*/ 95885 h 138429"/>
                <a:gd name="connsiteX1659" fmla="*/ 758826 w 4940931"/>
                <a:gd name="connsiteY1659" fmla="*/ 95885 h 138429"/>
                <a:gd name="connsiteX1660" fmla="*/ 765176 w 4940931"/>
                <a:gd name="connsiteY1660" fmla="*/ 95250 h 138429"/>
                <a:gd name="connsiteX1661" fmla="*/ 770256 w 4940931"/>
                <a:gd name="connsiteY1661" fmla="*/ 93345 h 138429"/>
                <a:gd name="connsiteX1662" fmla="*/ 768351 w 4940931"/>
                <a:gd name="connsiteY1662" fmla="*/ 106680 h 138429"/>
                <a:gd name="connsiteX1663" fmla="*/ 762001 w 4940931"/>
                <a:gd name="connsiteY1663" fmla="*/ 109220 h 138429"/>
                <a:gd name="connsiteX1664" fmla="*/ 753746 w 4940931"/>
                <a:gd name="connsiteY1664" fmla="*/ 110490 h 138429"/>
                <a:gd name="connsiteX1665" fmla="*/ 746761 w 4940931"/>
                <a:gd name="connsiteY1665" fmla="*/ 109220 h 138429"/>
                <a:gd name="connsiteX1666" fmla="*/ 741045 w 4940931"/>
                <a:gd name="connsiteY1666" fmla="*/ 105410 h 138429"/>
                <a:gd name="connsiteX1667" fmla="*/ 737236 w 4940931"/>
                <a:gd name="connsiteY1667" fmla="*/ 99060 h 138429"/>
                <a:gd name="connsiteX1668" fmla="*/ 735966 w 4940931"/>
                <a:gd name="connsiteY1668" fmla="*/ 89535 h 138429"/>
                <a:gd name="connsiteX1669" fmla="*/ 735966 w 4940931"/>
                <a:gd name="connsiteY1669" fmla="*/ 44450 h 138429"/>
                <a:gd name="connsiteX1670" fmla="*/ 725171 w 4940931"/>
                <a:gd name="connsiteY1670" fmla="*/ 44450 h 138429"/>
                <a:gd name="connsiteX1671" fmla="*/ 725171 w 4940931"/>
                <a:gd name="connsiteY1671" fmla="*/ 30480 h 138429"/>
                <a:gd name="connsiteX1672" fmla="*/ 735966 w 4940931"/>
                <a:gd name="connsiteY1672" fmla="*/ 30480 h 138429"/>
                <a:gd name="connsiteX1673" fmla="*/ 735966 w 4940931"/>
                <a:gd name="connsiteY1673" fmla="*/ 8255 h 138429"/>
                <a:gd name="connsiteX1674" fmla="*/ 521335 w 4940931"/>
                <a:gd name="connsiteY1674" fmla="*/ 0 h 138429"/>
                <a:gd name="connsiteX1675" fmla="*/ 521335 w 4940931"/>
                <a:gd name="connsiteY1675" fmla="*/ 30480 h 138429"/>
                <a:gd name="connsiteX1676" fmla="*/ 540385 w 4940931"/>
                <a:gd name="connsiteY1676" fmla="*/ 30480 h 138429"/>
                <a:gd name="connsiteX1677" fmla="*/ 540385 w 4940931"/>
                <a:gd name="connsiteY1677" fmla="*/ 44450 h 138429"/>
                <a:gd name="connsiteX1678" fmla="*/ 521335 w 4940931"/>
                <a:gd name="connsiteY1678" fmla="*/ 44450 h 138429"/>
                <a:gd name="connsiteX1679" fmla="*/ 521335 w 4940931"/>
                <a:gd name="connsiteY1679" fmla="*/ 86995 h 138429"/>
                <a:gd name="connsiteX1680" fmla="*/ 521335 w 4940931"/>
                <a:gd name="connsiteY1680" fmla="*/ 91440 h 138429"/>
                <a:gd name="connsiteX1681" fmla="*/ 522605 w 4940931"/>
                <a:gd name="connsiteY1681" fmla="*/ 94615 h 138429"/>
                <a:gd name="connsiteX1682" fmla="*/ 525145 w 4940931"/>
                <a:gd name="connsiteY1682" fmla="*/ 95885 h 138429"/>
                <a:gd name="connsiteX1683" fmla="*/ 528955 w 4940931"/>
                <a:gd name="connsiteY1683" fmla="*/ 95885 h 138429"/>
                <a:gd name="connsiteX1684" fmla="*/ 535305 w 4940931"/>
                <a:gd name="connsiteY1684" fmla="*/ 95250 h 138429"/>
                <a:gd name="connsiteX1685" fmla="*/ 540385 w 4940931"/>
                <a:gd name="connsiteY1685" fmla="*/ 93345 h 138429"/>
                <a:gd name="connsiteX1686" fmla="*/ 538480 w 4940931"/>
                <a:gd name="connsiteY1686" fmla="*/ 106680 h 138429"/>
                <a:gd name="connsiteX1687" fmla="*/ 532130 w 4940931"/>
                <a:gd name="connsiteY1687" fmla="*/ 109220 h 138429"/>
                <a:gd name="connsiteX1688" fmla="*/ 523875 w 4940931"/>
                <a:gd name="connsiteY1688" fmla="*/ 110490 h 138429"/>
                <a:gd name="connsiteX1689" fmla="*/ 516890 w 4940931"/>
                <a:gd name="connsiteY1689" fmla="*/ 109220 h 138429"/>
                <a:gd name="connsiteX1690" fmla="*/ 511175 w 4940931"/>
                <a:gd name="connsiteY1690" fmla="*/ 105410 h 138429"/>
                <a:gd name="connsiteX1691" fmla="*/ 507365 w 4940931"/>
                <a:gd name="connsiteY1691" fmla="*/ 99060 h 138429"/>
                <a:gd name="connsiteX1692" fmla="*/ 506095 w 4940931"/>
                <a:gd name="connsiteY1692" fmla="*/ 89535 h 138429"/>
                <a:gd name="connsiteX1693" fmla="*/ 506095 w 4940931"/>
                <a:gd name="connsiteY1693" fmla="*/ 44450 h 138429"/>
                <a:gd name="connsiteX1694" fmla="*/ 495300 w 4940931"/>
                <a:gd name="connsiteY1694" fmla="*/ 44450 h 138429"/>
                <a:gd name="connsiteX1695" fmla="*/ 495300 w 4940931"/>
                <a:gd name="connsiteY1695" fmla="*/ 30480 h 138429"/>
                <a:gd name="connsiteX1696" fmla="*/ 506095 w 4940931"/>
                <a:gd name="connsiteY1696" fmla="*/ 30480 h 138429"/>
                <a:gd name="connsiteX1697" fmla="*/ 506095 w 4940931"/>
                <a:gd name="connsiteY1697" fmla="*/ 8255 h 138429"/>
                <a:gd name="connsiteX1698" fmla="*/ 466724 w 4940931"/>
                <a:gd name="connsiteY1698" fmla="*/ 0 h 138429"/>
                <a:gd name="connsiteX1699" fmla="*/ 466724 w 4940931"/>
                <a:gd name="connsiteY1699" fmla="*/ 30480 h 138429"/>
                <a:gd name="connsiteX1700" fmla="*/ 485774 w 4940931"/>
                <a:gd name="connsiteY1700" fmla="*/ 30480 h 138429"/>
                <a:gd name="connsiteX1701" fmla="*/ 485774 w 4940931"/>
                <a:gd name="connsiteY1701" fmla="*/ 44450 h 138429"/>
                <a:gd name="connsiteX1702" fmla="*/ 466724 w 4940931"/>
                <a:gd name="connsiteY1702" fmla="*/ 44450 h 138429"/>
                <a:gd name="connsiteX1703" fmla="*/ 466724 w 4940931"/>
                <a:gd name="connsiteY1703" fmla="*/ 86995 h 138429"/>
                <a:gd name="connsiteX1704" fmla="*/ 466724 w 4940931"/>
                <a:gd name="connsiteY1704" fmla="*/ 91440 h 138429"/>
                <a:gd name="connsiteX1705" fmla="*/ 467994 w 4940931"/>
                <a:gd name="connsiteY1705" fmla="*/ 94615 h 138429"/>
                <a:gd name="connsiteX1706" fmla="*/ 470534 w 4940931"/>
                <a:gd name="connsiteY1706" fmla="*/ 95885 h 138429"/>
                <a:gd name="connsiteX1707" fmla="*/ 474344 w 4940931"/>
                <a:gd name="connsiteY1707" fmla="*/ 95885 h 138429"/>
                <a:gd name="connsiteX1708" fmla="*/ 480694 w 4940931"/>
                <a:gd name="connsiteY1708" fmla="*/ 95250 h 138429"/>
                <a:gd name="connsiteX1709" fmla="*/ 485774 w 4940931"/>
                <a:gd name="connsiteY1709" fmla="*/ 93345 h 138429"/>
                <a:gd name="connsiteX1710" fmla="*/ 483869 w 4940931"/>
                <a:gd name="connsiteY1710" fmla="*/ 106680 h 138429"/>
                <a:gd name="connsiteX1711" fmla="*/ 477519 w 4940931"/>
                <a:gd name="connsiteY1711" fmla="*/ 109220 h 138429"/>
                <a:gd name="connsiteX1712" fmla="*/ 469264 w 4940931"/>
                <a:gd name="connsiteY1712" fmla="*/ 110490 h 138429"/>
                <a:gd name="connsiteX1713" fmla="*/ 462279 w 4940931"/>
                <a:gd name="connsiteY1713" fmla="*/ 109220 h 138429"/>
                <a:gd name="connsiteX1714" fmla="*/ 456564 w 4940931"/>
                <a:gd name="connsiteY1714" fmla="*/ 105410 h 138429"/>
                <a:gd name="connsiteX1715" fmla="*/ 452754 w 4940931"/>
                <a:gd name="connsiteY1715" fmla="*/ 99060 h 138429"/>
                <a:gd name="connsiteX1716" fmla="*/ 451484 w 4940931"/>
                <a:gd name="connsiteY1716" fmla="*/ 89535 h 138429"/>
                <a:gd name="connsiteX1717" fmla="*/ 451484 w 4940931"/>
                <a:gd name="connsiteY1717" fmla="*/ 44450 h 138429"/>
                <a:gd name="connsiteX1718" fmla="*/ 440689 w 4940931"/>
                <a:gd name="connsiteY1718" fmla="*/ 44450 h 138429"/>
                <a:gd name="connsiteX1719" fmla="*/ 440689 w 4940931"/>
                <a:gd name="connsiteY1719" fmla="*/ 30480 h 138429"/>
                <a:gd name="connsiteX1720" fmla="*/ 451484 w 4940931"/>
                <a:gd name="connsiteY1720" fmla="*/ 30480 h 138429"/>
                <a:gd name="connsiteX1721" fmla="*/ 451484 w 4940931"/>
                <a:gd name="connsiteY1721" fmla="*/ 8255 h 138429"/>
                <a:gd name="connsiteX1722" fmla="*/ 302259 w 4940931"/>
                <a:gd name="connsiteY1722" fmla="*/ 0 h 138429"/>
                <a:gd name="connsiteX1723" fmla="*/ 302259 w 4940931"/>
                <a:gd name="connsiteY1723" fmla="*/ 37465 h 138429"/>
                <a:gd name="connsiteX1724" fmla="*/ 306704 w 4940931"/>
                <a:gd name="connsiteY1724" fmla="*/ 33655 h 138429"/>
                <a:gd name="connsiteX1725" fmla="*/ 310514 w 4940931"/>
                <a:gd name="connsiteY1725" fmla="*/ 31115 h 138429"/>
                <a:gd name="connsiteX1726" fmla="*/ 315594 w 4940931"/>
                <a:gd name="connsiteY1726" fmla="*/ 29210 h 138429"/>
                <a:gd name="connsiteX1727" fmla="*/ 322579 w 4940931"/>
                <a:gd name="connsiteY1727" fmla="*/ 28575 h 138429"/>
                <a:gd name="connsiteX1728" fmla="*/ 334644 w 4940931"/>
                <a:gd name="connsiteY1728" fmla="*/ 31115 h 138429"/>
                <a:gd name="connsiteX1729" fmla="*/ 344169 w 4940931"/>
                <a:gd name="connsiteY1729" fmla="*/ 38735 h 138429"/>
                <a:gd name="connsiteX1730" fmla="*/ 350519 w 4940931"/>
                <a:gd name="connsiteY1730" fmla="*/ 51435 h 138429"/>
                <a:gd name="connsiteX1731" fmla="*/ 353059 w 4940931"/>
                <a:gd name="connsiteY1731" fmla="*/ 70485 h 138429"/>
                <a:gd name="connsiteX1732" fmla="*/ 352424 w 4940931"/>
                <a:gd name="connsiteY1732" fmla="*/ 71120 h 138429"/>
                <a:gd name="connsiteX1733" fmla="*/ 349884 w 4940931"/>
                <a:gd name="connsiteY1733" fmla="*/ 88265 h 138429"/>
                <a:gd name="connsiteX1734" fmla="*/ 342899 w 4940931"/>
                <a:gd name="connsiteY1734" fmla="*/ 100330 h 138429"/>
                <a:gd name="connsiteX1735" fmla="*/ 333374 w 4940931"/>
                <a:gd name="connsiteY1735" fmla="*/ 107315 h 138429"/>
                <a:gd name="connsiteX1736" fmla="*/ 321944 w 4940931"/>
                <a:gd name="connsiteY1736" fmla="*/ 109855 h 138429"/>
                <a:gd name="connsiteX1737" fmla="*/ 311149 w 4940931"/>
                <a:gd name="connsiteY1737" fmla="*/ 107315 h 138429"/>
                <a:gd name="connsiteX1738" fmla="*/ 302259 w 4940931"/>
                <a:gd name="connsiteY1738" fmla="*/ 100965 h 138429"/>
                <a:gd name="connsiteX1739" fmla="*/ 302259 w 4940931"/>
                <a:gd name="connsiteY1739" fmla="*/ 107950 h 138429"/>
                <a:gd name="connsiteX1740" fmla="*/ 287019 w 4940931"/>
                <a:gd name="connsiteY1740" fmla="*/ 107950 h 138429"/>
                <a:gd name="connsiteX1741" fmla="*/ 287019 w 4940931"/>
                <a:gd name="connsiteY1741" fmla="*/ 7620 h 138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Lst>
              <a:rect l="l" t="t" r="r" b="b"/>
              <a:pathLst>
                <a:path w="4940931" h="138429">
                  <a:moveTo>
                    <a:pt x="1032512" y="137477"/>
                  </a:moveTo>
                  <a:lnTo>
                    <a:pt x="1032512" y="137794"/>
                  </a:lnTo>
                  <a:lnTo>
                    <a:pt x="1030607" y="138429"/>
                  </a:lnTo>
                  <a:close/>
                  <a:moveTo>
                    <a:pt x="4929501" y="87629"/>
                  </a:moveTo>
                  <a:cubicBezTo>
                    <a:pt x="4930771" y="87629"/>
                    <a:pt x="4932676" y="87629"/>
                    <a:pt x="4933946" y="88264"/>
                  </a:cubicBezTo>
                  <a:cubicBezTo>
                    <a:pt x="4935216" y="88264"/>
                    <a:pt x="4936486" y="89534"/>
                    <a:pt x="4937756" y="90804"/>
                  </a:cubicBezTo>
                  <a:cubicBezTo>
                    <a:pt x="4939026" y="92074"/>
                    <a:pt x="4939661" y="93344"/>
                    <a:pt x="4940296" y="94614"/>
                  </a:cubicBezTo>
                  <a:cubicBezTo>
                    <a:pt x="4940296" y="95884"/>
                    <a:pt x="4940931" y="97789"/>
                    <a:pt x="4940931" y="99059"/>
                  </a:cubicBezTo>
                  <a:cubicBezTo>
                    <a:pt x="4940931" y="99059"/>
                    <a:pt x="4940931" y="102234"/>
                    <a:pt x="4940296" y="103504"/>
                  </a:cubicBezTo>
                  <a:cubicBezTo>
                    <a:pt x="4940296" y="104774"/>
                    <a:pt x="4939026" y="106044"/>
                    <a:pt x="4937756" y="107314"/>
                  </a:cubicBezTo>
                  <a:cubicBezTo>
                    <a:pt x="4936486" y="108584"/>
                    <a:pt x="4935216" y="109219"/>
                    <a:pt x="4933946" y="109854"/>
                  </a:cubicBezTo>
                  <a:cubicBezTo>
                    <a:pt x="4932676" y="109854"/>
                    <a:pt x="4930771" y="110489"/>
                    <a:pt x="4929501" y="110489"/>
                  </a:cubicBezTo>
                  <a:cubicBezTo>
                    <a:pt x="4928231" y="110489"/>
                    <a:pt x="4926326" y="110489"/>
                    <a:pt x="4925056" y="109854"/>
                  </a:cubicBezTo>
                  <a:cubicBezTo>
                    <a:pt x="4923786" y="109854"/>
                    <a:pt x="4922516" y="108584"/>
                    <a:pt x="4921246" y="107314"/>
                  </a:cubicBezTo>
                  <a:cubicBezTo>
                    <a:pt x="4919976" y="106044"/>
                    <a:pt x="4919341" y="104774"/>
                    <a:pt x="4918706" y="103504"/>
                  </a:cubicBezTo>
                  <a:cubicBezTo>
                    <a:pt x="4918706" y="102234"/>
                    <a:pt x="4918071" y="100329"/>
                    <a:pt x="4918071" y="99059"/>
                  </a:cubicBezTo>
                  <a:cubicBezTo>
                    <a:pt x="4918071" y="97789"/>
                    <a:pt x="4918071" y="95884"/>
                    <a:pt x="4918706" y="94614"/>
                  </a:cubicBezTo>
                  <a:cubicBezTo>
                    <a:pt x="4918706" y="93344"/>
                    <a:pt x="4919976" y="92074"/>
                    <a:pt x="4921246" y="90804"/>
                  </a:cubicBezTo>
                  <a:cubicBezTo>
                    <a:pt x="4922516" y="89534"/>
                    <a:pt x="4923786" y="88899"/>
                    <a:pt x="4925056" y="88264"/>
                  </a:cubicBezTo>
                  <a:cubicBezTo>
                    <a:pt x="4926326" y="88264"/>
                    <a:pt x="4928231" y="87629"/>
                    <a:pt x="4929501" y="87629"/>
                  </a:cubicBezTo>
                  <a:close/>
                  <a:moveTo>
                    <a:pt x="3079110" y="87629"/>
                  </a:moveTo>
                  <a:cubicBezTo>
                    <a:pt x="3080380" y="87629"/>
                    <a:pt x="3082285" y="87629"/>
                    <a:pt x="3083555" y="88264"/>
                  </a:cubicBezTo>
                  <a:cubicBezTo>
                    <a:pt x="3084825" y="88264"/>
                    <a:pt x="3086095" y="89534"/>
                    <a:pt x="3087365" y="90804"/>
                  </a:cubicBezTo>
                  <a:cubicBezTo>
                    <a:pt x="3088635" y="92074"/>
                    <a:pt x="3089270" y="93344"/>
                    <a:pt x="3089905" y="94614"/>
                  </a:cubicBezTo>
                  <a:cubicBezTo>
                    <a:pt x="3089905" y="95884"/>
                    <a:pt x="3090540" y="97789"/>
                    <a:pt x="3090540" y="99059"/>
                  </a:cubicBezTo>
                  <a:cubicBezTo>
                    <a:pt x="3090540" y="99059"/>
                    <a:pt x="3090540" y="102234"/>
                    <a:pt x="3089905" y="103504"/>
                  </a:cubicBezTo>
                  <a:cubicBezTo>
                    <a:pt x="3089905" y="104774"/>
                    <a:pt x="3088635" y="106044"/>
                    <a:pt x="3087365" y="107314"/>
                  </a:cubicBezTo>
                  <a:cubicBezTo>
                    <a:pt x="3086095" y="108584"/>
                    <a:pt x="3084825" y="109219"/>
                    <a:pt x="3083555" y="109854"/>
                  </a:cubicBezTo>
                  <a:cubicBezTo>
                    <a:pt x="3082285" y="109854"/>
                    <a:pt x="3080380" y="110489"/>
                    <a:pt x="3079110" y="110489"/>
                  </a:cubicBezTo>
                  <a:cubicBezTo>
                    <a:pt x="3077840" y="110489"/>
                    <a:pt x="3075935" y="110489"/>
                    <a:pt x="3074665" y="109854"/>
                  </a:cubicBezTo>
                  <a:cubicBezTo>
                    <a:pt x="3073395" y="109854"/>
                    <a:pt x="3072125" y="108584"/>
                    <a:pt x="3070855" y="107314"/>
                  </a:cubicBezTo>
                  <a:cubicBezTo>
                    <a:pt x="3069585" y="106044"/>
                    <a:pt x="3068950" y="104774"/>
                    <a:pt x="3068315" y="103504"/>
                  </a:cubicBezTo>
                  <a:cubicBezTo>
                    <a:pt x="3068315" y="102234"/>
                    <a:pt x="3067680" y="100329"/>
                    <a:pt x="3067680" y="99059"/>
                  </a:cubicBezTo>
                  <a:cubicBezTo>
                    <a:pt x="3067680" y="97789"/>
                    <a:pt x="3067680" y="95884"/>
                    <a:pt x="3068315" y="94614"/>
                  </a:cubicBezTo>
                  <a:cubicBezTo>
                    <a:pt x="3068315" y="93344"/>
                    <a:pt x="3069585" y="92074"/>
                    <a:pt x="3070855" y="90804"/>
                  </a:cubicBezTo>
                  <a:cubicBezTo>
                    <a:pt x="3072125" y="89534"/>
                    <a:pt x="3073395" y="88899"/>
                    <a:pt x="3074665" y="88264"/>
                  </a:cubicBezTo>
                  <a:cubicBezTo>
                    <a:pt x="3075935" y="88264"/>
                    <a:pt x="3077840" y="87629"/>
                    <a:pt x="3079110" y="87629"/>
                  </a:cubicBezTo>
                  <a:close/>
                  <a:moveTo>
                    <a:pt x="1565275" y="87629"/>
                  </a:moveTo>
                  <a:cubicBezTo>
                    <a:pt x="1566545" y="87629"/>
                    <a:pt x="1568450" y="87629"/>
                    <a:pt x="1569720" y="88264"/>
                  </a:cubicBezTo>
                  <a:cubicBezTo>
                    <a:pt x="1570990" y="88264"/>
                    <a:pt x="1572260" y="89534"/>
                    <a:pt x="1573529" y="90804"/>
                  </a:cubicBezTo>
                  <a:cubicBezTo>
                    <a:pt x="1574800" y="92074"/>
                    <a:pt x="1575435" y="93344"/>
                    <a:pt x="1576069" y="94614"/>
                  </a:cubicBezTo>
                  <a:cubicBezTo>
                    <a:pt x="1576069" y="95884"/>
                    <a:pt x="1576705" y="97789"/>
                    <a:pt x="1576705" y="99059"/>
                  </a:cubicBezTo>
                  <a:cubicBezTo>
                    <a:pt x="1576705" y="99059"/>
                    <a:pt x="1576705" y="102234"/>
                    <a:pt x="1576069" y="103504"/>
                  </a:cubicBezTo>
                  <a:cubicBezTo>
                    <a:pt x="1576069" y="104774"/>
                    <a:pt x="1574800" y="106044"/>
                    <a:pt x="1573529" y="107314"/>
                  </a:cubicBezTo>
                  <a:cubicBezTo>
                    <a:pt x="1572260" y="108584"/>
                    <a:pt x="1570990" y="109219"/>
                    <a:pt x="1569720" y="109854"/>
                  </a:cubicBezTo>
                  <a:cubicBezTo>
                    <a:pt x="1568450" y="109854"/>
                    <a:pt x="1566545" y="110489"/>
                    <a:pt x="1565275" y="110489"/>
                  </a:cubicBezTo>
                  <a:cubicBezTo>
                    <a:pt x="1564005" y="110489"/>
                    <a:pt x="1562099" y="110489"/>
                    <a:pt x="1560830" y="109854"/>
                  </a:cubicBezTo>
                  <a:cubicBezTo>
                    <a:pt x="1559559" y="109854"/>
                    <a:pt x="1558289" y="108584"/>
                    <a:pt x="1557020" y="107314"/>
                  </a:cubicBezTo>
                  <a:cubicBezTo>
                    <a:pt x="1555750" y="106044"/>
                    <a:pt x="1555114" y="104774"/>
                    <a:pt x="1554479" y="103504"/>
                  </a:cubicBezTo>
                  <a:cubicBezTo>
                    <a:pt x="1554479" y="102234"/>
                    <a:pt x="1553844" y="100329"/>
                    <a:pt x="1553844" y="99059"/>
                  </a:cubicBezTo>
                  <a:cubicBezTo>
                    <a:pt x="1553844" y="97789"/>
                    <a:pt x="1553844" y="95884"/>
                    <a:pt x="1554479" y="94614"/>
                  </a:cubicBezTo>
                  <a:cubicBezTo>
                    <a:pt x="1554479" y="93344"/>
                    <a:pt x="1555750" y="92074"/>
                    <a:pt x="1557020" y="90804"/>
                  </a:cubicBezTo>
                  <a:cubicBezTo>
                    <a:pt x="1558289" y="89534"/>
                    <a:pt x="1559559" y="88899"/>
                    <a:pt x="1560830" y="88264"/>
                  </a:cubicBezTo>
                  <a:cubicBezTo>
                    <a:pt x="1562099" y="88264"/>
                    <a:pt x="1564005" y="87629"/>
                    <a:pt x="1565275" y="87629"/>
                  </a:cubicBezTo>
                  <a:close/>
                  <a:moveTo>
                    <a:pt x="2642230" y="73024"/>
                  </a:moveTo>
                  <a:cubicBezTo>
                    <a:pt x="2637150" y="73024"/>
                    <a:pt x="2633340" y="74294"/>
                    <a:pt x="2630800" y="76199"/>
                  </a:cubicBezTo>
                  <a:cubicBezTo>
                    <a:pt x="2627625" y="78104"/>
                    <a:pt x="2626355" y="81279"/>
                    <a:pt x="2626355" y="84454"/>
                  </a:cubicBezTo>
                  <a:cubicBezTo>
                    <a:pt x="2626355" y="86994"/>
                    <a:pt x="2626355" y="88899"/>
                    <a:pt x="2627625" y="90169"/>
                  </a:cubicBezTo>
                  <a:cubicBezTo>
                    <a:pt x="2628260" y="92074"/>
                    <a:pt x="2629530" y="93344"/>
                    <a:pt x="2630800" y="93979"/>
                  </a:cubicBezTo>
                  <a:cubicBezTo>
                    <a:pt x="2632070" y="95249"/>
                    <a:pt x="2633340" y="95884"/>
                    <a:pt x="2635245" y="96519"/>
                  </a:cubicBezTo>
                  <a:cubicBezTo>
                    <a:pt x="2637150" y="96519"/>
                    <a:pt x="2639055" y="97154"/>
                    <a:pt x="2641595" y="97154"/>
                  </a:cubicBezTo>
                  <a:cubicBezTo>
                    <a:pt x="2643500" y="97154"/>
                    <a:pt x="2645405" y="97154"/>
                    <a:pt x="2647310" y="96519"/>
                  </a:cubicBezTo>
                  <a:cubicBezTo>
                    <a:pt x="2649215" y="96519"/>
                    <a:pt x="2651120" y="95249"/>
                    <a:pt x="2652390" y="93979"/>
                  </a:cubicBezTo>
                  <a:cubicBezTo>
                    <a:pt x="2654295" y="93344"/>
                    <a:pt x="2655565" y="92074"/>
                    <a:pt x="2656835" y="90804"/>
                  </a:cubicBezTo>
                  <a:cubicBezTo>
                    <a:pt x="2658105" y="89534"/>
                    <a:pt x="2659375" y="88264"/>
                    <a:pt x="2660010" y="86994"/>
                  </a:cubicBezTo>
                  <a:lnTo>
                    <a:pt x="2660010" y="75564"/>
                  </a:lnTo>
                  <a:cubicBezTo>
                    <a:pt x="2660010" y="75564"/>
                    <a:pt x="2657470" y="74294"/>
                    <a:pt x="2656200" y="74294"/>
                  </a:cubicBezTo>
                  <a:cubicBezTo>
                    <a:pt x="2654930" y="74294"/>
                    <a:pt x="2653660" y="73659"/>
                    <a:pt x="2652390" y="73659"/>
                  </a:cubicBezTo>
                  <a:cubicBezTo>
                    <a:pt x="2651120" y="73659"/>
                    <a:pt x="2649850" y="73659"/>
                    <a:pt x="2647945" y="73024"/>
                  </a:cubicBezTo>
                  <a:cubicBezTo>
                    <a:pt x="2646040" y="73024"/>
                    <a:pt x="2644135" y="73024"/>
                    <a:pt x="2642230" y="73024"/>
                  </a:cubicBezTo>
                  <a:close/>
                  <a:moveTo>
                    <a:pt x="4664706" y="43814"/>
                  </a:moveTo>
                  <a:cubicBezTo>
                    <a:pt x="4661531" y="43814"/>
                    <a:pt x="4658991" y="43814"/>
                    <a:pt x="4657086" y="45719"/>
                  </a:cubicBezTo>
                  <a:cubicBezTo>
                    <a:pt x="4654546" y="46989"/>
                    <a:pt x="4652641" y="48894"/>
                    <a:pt x="4651371" y="50799"/>
                  </a:cubicBezTo>
                  <a:cubicBezTo>
                    <a:pt x="4649466" y="53339"/>
                    <a:pt x="4648831" y="55879"/>
                    <a:pt x="4647561" y="59054"/>
                  </a:cubicBezTo>
                  <a:cubicBezTo>
                    <a:pt x="4646926" y="62229"/>
                    <a:pt x="4646291" y="65404"/>
                    <a:pt x="4646291" y="69849"/>
                  </a:cubicBezTo>
                  <a:cubicBezTo>
                    <a:pt x="4646291" y="74294"/>
                    <a:pt x="4646291" y="78104"/>
                    <a:pt x="4647561" y="81279"/>
                  </a:cubicBezTo>
                  <a:cubicBezTo>
                    <a:pt x="4648196" y="84454"/>
                    <a:pt x="4650101" y="87629"/>
                    <a:pt x="4651371" y="89534"/>
                  </a:cubicBezTo>
                  <a:cubicBezTo>
                    <a:pt x="4653276" y="92074"/>
                    <a:pt x="4655181" y="93344"/>
                    <a:pt x="4657721" y="94614"/>
                  </a:cubicBezTo>
                  <a:cubicBezTo>
                    <a:pt x="4660261" y="95884"/>
                    <a:pt x="4662801" y="96519"/>
                    <a:pt x="4665341" y="96519"/>
                  </a:cubicBezTo>
                  <a:cubicBezTo>
                    <a:pt x="4667881" y="96519"/>
                    <a:pt x="4671056" y="95884"/>
                    <a:pt x="4672961" y="94614"/>
                  </a:cubicBezTo>
                  <a:cubicBezTo>
                    <a:pt x="4675501" y="93344"/>
                    <a:pt x="4677406" y="91439"/>
                    <a:pt x="4678676" y="88899"/>
                  </a:cubicBezTo>
                  <a:cubicBezTo>
                    <a:pt x="4680581" y="86359"/>
                    <a:pt x="4681851" y="83819"/>
                    <a:pt x="4682486" y="80644"/>
                  </a:cubicBezTo>
                  <a:cubicBezTo>
                    <a:pt x="4683121" y="77469"/>
                    <a:pt x="4683756" y="74294"/>
                    <a:pt x="4683756" y="70484"/>
                  </a:cubicBezTo>
                  <a:lnTo>
                    <a:pt x="4684391" y="69849"/>
                  </a:lnTo>
                  <a:cubicBezTo>
                    <a:pt x="4684391" y="66039"/>
                    <a:pt x="4684391" y="62229"/>
                    <a:pt x="4683121" y="59054"/>
                  </a:cubicBezTo>
                  <a:cubicBezTo>
                    <a:pt x="4682486" y="55879"/>
                    <a:pt x="4680581" y="53339"/>
                    <a:pt x="4679311" y="50799"/>
                  </a:cubicBezTo>
                  <a:cubicBezTo>
                    <a:pt x="4677406" y="48259"/>
                    <a:pt x="4675501" y="46989"/>
                    <a:pt x="4672961" y="45719"/>
                  </a:cubicBezTo>
                  <a:cubicBezTo>
                    <a:pt x="4670421" y="44449"/>
                    <a:pt x="4667881" y="43814"/>
                    <a:pt x="4664706" y="43814"/>
                  </a:cubicBezTo>
                  <a:close/>
                  <a:moveTo>
                    <a:pt x="4264020" y="43814"/>
                  </a:moveTo>
                  <a:cubicBezTo>
                    <a:pt x="4260845" y="43814"/>
                    <a:pt x="4258305" y="43814"/>
                    <a:pt x="4256400" y="45719"/>
                  </a:cubicBezTo>
                  <a:cubicBezTo>
                    <a:pt x="4253860" y="46989"/>
                    <a:pt x="4251955" y="48894"/>
                    <a:pt x="4250685" y="50799"/>
                  </a:cubicBezTo>
                  <a:cubicBezTo>
                    <a:pt x="4248780" y="53339"/>
                    <a:pt x="4247510" y="55879"/>
                    <a:pt x="4246875" y="59054"/>
                  </a:cubicBezTo>
                  <a:cubicBezTo>
                    <a:pt x="4246240" y="62229"/>
                    <a:pt x="4245605" y="65404"/>
                    <a:pt x="4245605" y="69849"/>
                  </a:cubicBezTo>
                  <a:cubicBezTo>
                    <a:pt x="4245605" y="74294"/>
                    <a:pt x="4245605" y="78104"/>
                    <a:pt x="4246875" y="81279"/>
                  </a:cubicBezTo>
                  <a:cubicBezTo>
                    <a:pt x="4247510" y="84454"/>
                    <a:pt x="4249415" y="87629"/>
                    <a:pt x="4250685" y="89534"/>
                  </a:cubicBezTo>
                  <a:cubicBezTo>
                    <a:pt x="4252590" y="92074"/>
                    <a:pt x="4254495" y="93344"/>
                    <a:pt x="4257035" y="94614"/>
                  </a:cubicBezTo>
                  <a:cubicBezTo>
                    <a:pt x="4259575" y="95884"/>
                    <a:pt x="4262115" y="96519"/>
                    <a:pt x="4264655" y="96519"/>
                  </a:cubicBezTo>
                  <a:cubicBezTo>
                    <a:pt x="4267195" y="96519"/>
                    <a:pt x="4270370" y="95884"/>
                    <a:pt x="4272275" y="94614"/>
                  </a:cubicBezTo>
                  <a:cubicBezTo>
                    <a:pt x="4274815" y="93344"/>
                    <a:pt x="4276720" y="91439"/>
                    <a:pt x="4277990" y="88899"/>
                  </a:cubicBezTo>
                  <a:cubicBezTo>
                    <a:pt x="4279895" y="86359"/>
                    <a:pt x="4281165" y="83819"/>
                    <a:pt x="4281800" y="80644"/>
                  </a:cubicBezTo>
                  <a:cubicBezTo>
                    <a:pt x="4282435" y="77469"/>
                    <a:pt x="4283070" y="74294"/>
                    <a:pt x="4283070" y="70484"/>
                  </a:cubicBezTo>
                  <a:lnTo>
                    <a:pt x="4283705" y="69849"/>
                  </a:lnTo>
                  <a:cubicBezTo>
                    <a:pt x="4283705" y="66039"/>
                    <a:pt x="4283705" y="62229"/>
                    <a:pt x="4282435" y="59054"/>
                  </a:cubicBezTo>
                  <a:cubicBezTo>
                    <a:pt x="4281800" y="55879"/>
                    <a:pt x="4279895" y="53339"/>
                    <a:pt x="4278625" y="50799"/>
                  </a:cubicBezTo>
                  <a:cubicBezTo>
                    <a:pt x="4276720" y="48259"/>
                    <a:pt x="4274815" y="46989"/>
                    <a:pt x="4272275" y="45719"/>
                  </a:cubicBezTo>
                  <a:cubicBezTo>
                    <a:pt x="4269735" y="44449"/>
                    <a:pt x="4267195" y="43814"/>
                    <a:pt x="4264020" y="43814"/>
                  </a:cubicBezTo>
                  <a:close/>
                  <a:moveTo>
                    <a:pt x="1420495" y="43814"/>
                  </a:moveTo>
                  <a:cubicBezTo>
                    <a:pt x="1417320" y="43814"/>
                    <a:pt x="1414780" y="43814"/>
                    <a:pt x="1412875" y="45719"/>
                  </a:cubicBezTo>
                  <a:cubicBezTo>
                    <a:pt x="1410335" y="46989"/>
                    <a:pt x="1408430" y="48894"/>
                    <a:pt x="1407160" y="50799"/>
                  </a:cubicBezTo>
                  <a:cubicBezTo>
                    <a:pt x="1405255" y="53339"/>
                    <a:pt x="1403985" y="55879"/>
                    <a:pt x="1403350" y="59054"/>
                  </a:cubicBezTo>
                  <a:cubicBezTo>
                    <a:pt x="1402715" y="62229"/>
                    <a:pt x="1402080" y="65404"/>
                    <a:pt x="1402080" y="69849"/>
                  </a:cubicBezTo>
                  <a:cubicBezTo>
                    <a:pt x="1402080" y="74294"/>
                    <a:pt x="1402080" y="78104"/>
                    <a:pt x="1403350" y="81279"/>
                  </a:cubicBezTo>
                  <a:cubicBezTo>
                    <a:pt x="1403985" y="84454"/>
                    <a:pt x="1405890" y="87629"/>
                    <a:pt x="1407160" y="89534"/>
                  </a:cubicBezTo>
                  <a:cubicBezTo>
                    <a:pt x="1409065" y="92074"/>
                    <a:pt x="1410970" y="93344"/>
                    <a:pt x="1413510" y="94614"/>
                  </a:cubicBezTo>
                  <a:cubicBezTo>
                    <a:pt x="1416050" y="95884"/>
                    <a:pt x="1418590" y="96519"/>
                    <a:pt x="1421130" y="96519"/>
                  </a:cubicBezTo>
                  <a:cubicBezTo>
                    <a:pt x="1423670" y="96519"/>
                    <a:pt x="1426845" y="95884"/>
                    <a:pt x="1428750" y="94614"/>
                  </a:cubicBezTo>
                  <a:cubicBezTo>
                    <a:pt x="1431290" y="93344"/>
                    <a:pt x="1433195" y="91439"/>
                    <a:pt x="1434465" y="88899"/>
                  </a:cubicBezTo>
                  <a:cubicBezTo>
                    <a:pt x="1436370" y="86359"/>
                    <a:pt x="1437640" y="83819"/>
                    <a:pt x="1438275" y="80644"/>
                  </a:cubicBezTo>
                  <a:cubicBezTo>
                    <a:pt x="1438910" y="77469"/>
                    <a:pt x="1439545" y="74294"/>
                    <a:pt x="1439545" y="70484"/>
                  </a:cubicBezTo>
                  <a:lnTo>
                    <a:pt x="1440180" y="69849"/>
                  </a:lnTo>
                  <a:cubicBezTo>
                    <a:pt x="1440180" y="66039"/>
                    <a:pt x="1440180" y="62229"/>
                    <a:pt x="1438910" y="59054"/>
                  </a:cubicBezTo>
                  <a:cubicBezTo>
                    <a:pt x="1438275" y="55879"/>
                    <a:pt x="1436370" y="53339"/>
                    <a:pt x="1435100" y="50799"/>
                  </a:cubicBezTo>
                  <a:cubicBezTo>
                    <a:pt x="1433195" y="48259"/>
                    <a:pt x="1431290" y="46989"/>
                    <a:pt x="1428750" y="45719"/>
                  </a:cubicBezTo>
                  <a:cubicBezTo>
                    <a:pt x="1426210" y="44449"/>
                    <a:pt x="1423670" y="43814"/>
                    <a:pt x="1420495" y="43814"/>
                  </a:cubicBezTo>
                  <a:close/>
                  <a:moveTo>
                    <a:pt x="4041770" y="43180"/>
                  </a:moveTo>
                  <a:cubicBezTo>
                    <a:pt x="4039230" y="43180"/>
                    <a:pt x="4036690" y="43180"/>
                    <a:pt x="4034785" y="44450"/>
                  </a:cubicBezTo>
                  <a:cubicBezTo>
                    <a:pt x="4032880" y="45085"/>
                    <a:pt x="4030975" y="46355"/>
                    <a:pt x="4029705" y="48260"/>
                  </a:cubicBezTo>
                  <a:cubicBezTo>
                    <a:pt x="4028435" y="50165"/>
                    <a:pt x="4027165" y="52070"/>
                    <a:pt x="4025895" y="54610"/>
                  </a:cubicBezTo>
                  <a:cubicBezTo>
                    <a:pt x="4025260" y="57150"/>
                    <a:pt x="4023990" y="59690"/>
                    <a:pt x="4023990" y="62865"/>
                  </a:cubicBezTo>
                  <a:lnTo>
                    <a:pt x="4060185" y="62865"/>
                  </a:lnTo>
                  <a:cubicBezTo>
                    <a:pt x="4060185" y="62865"/>
                    <a:pt x="4059550" y="57785"/>
                    <a:pt x="4058915" y="55245"/>
                  </a:cubicBezTo>
                  <a:cubicBezTo>
                    <a:pt x="4058280" y="52705"/>
                    <a:pt x="4057010" y="50800"/>
                    <a:pt x="4055740" y="48895"/>
                  </a:cubicBezTo>
                  <a:cubicBezTo>
                    <a:pt x="4054470" y="46990"/>
                    <a:pt x="4052565" y="45720"/>
                    <a:pt x="4050025" y="44450"/>
                  </a:cubicBezTo>
                  <a:cubicBezTo>
                    <a:pt x="4047485" y="43180"/>
                    <a:pt x="4044945" y="43180"/>
                    <a:pt x="4041770" y="43180"/>
                  </a:cubicBezTo>
                  <a:close/>
                  <a:moveTo>
                    <a:pt x="3728081" y="43180"/>
                  </a:moveTo>
                  <a:cubicBezTo>
                    <a:pt x="3725541" y="43180"/>
                    <a:pt x="3723001" y="43180"/>
                    <a:pt x="3721096" y="44450"/>
                  </a:cubicBezTo>
                  <a:cubicBezTo>
                    <a:pt x="3719191" y="45085"/>
                    <a:pt x="3717286" y="46355"/>
                    <a:pt x="3716016" y="48260"/>
                  </a:cubicBezTo>
                  <a:cubicBezTo>
                    <a:pt x="3714746" y="50165"/>
                    <a:pt x="3713476" y="52070"/>
                    <a:pt x="3712206" y="54610"/>
                  </a:cubicBezTo>
                  <a:cubicBezTo>
                    <a:pt x="3711571" y="57150"/>
                    <a:pt x="3710301" y="59690"/>
                    <a:pt x="3710301" y="62865"/>
                  </a:cubicBezTo>
                  <a:lnTo>
                    <a:pt x="3746496" y="62865"/>
                  </a:lnTo>
                  <a:cubicBezTo>
                    <a:pt x="3746496" y="62865"/>
                    <a:pt x="3745861" y="57785"/>
                    <a:pt x="3745226" y="55245"/>
                  </a:cubicBezTo>
                  <a:cubicBezTo>
                    <a:pt x="3744591" y="52705"/>
                    <a:pt x="3743321" y="50800"/>
                    <a:pt x="3742051" y="48895"/>
                  </a:cubicBezTo>
                  <a:cubicBezTo>
                    <a:pt x="3740781" y="46990"/>
                    <a:pt x="3738876" y="45720"/>
                    <a:pt x="3736336" y="44450"/>
                  </a:cubicBezTo>
                  <a:cubicBezTo>
                    <a:pt x="3733796" y="43180"/>
                    <a:pt x="3731256" y="43180"/>
                    <a:pt x="3728081" y="43180"/>
                  </a:cubicBezTo>
                  <a:close/>
                  <a:moveTo>
                    <a:pt x="3541391" y="43180"/>
                  </a:moveTo>
                  <a:cubicBezTo>
                    <a:pt x="3538851" y="43180"/>
                    <a:pt x="3536311" y="43180"/>
                    <a:pt x="3534406" y="44450"/>
                  </a:cubicBezTo>
                  <a:cubicBezTo>
                    <a:pt x="3532501" y="45085"/>
                    <a:pt x="3530596" y="46355"/>
                    <a:pt x="3529326" y="48260"/>
                  </a:cubicBezTo>
                  <a:cubicBezTo>
                    <a:pt x="3528056" y="50165"/>
                    <a:pt x="3526786" y="52070"/>
                    <a:pt x="3525516" y="54610"/>
                  </a:cubicBezTo>
                  <a:cubicBezTo>
                    <a:pt x="3524881" y="57150"/>
                    <a:pt x="3524246" y="59690"/>
                    <a:pt x="3523611" y="62865"/>
                  </a:cubicBezTo>
                  <a:lnTo>
                    <a:pt x="3559806" y="62865"/>
                  </a:lnTo>
                  <a:cubicBezTo>
                    <a:pt x="3559806" y="62865"/>
                    <a:pt x="3559171" y="57785"/>
                    <a:pt x="3558536" y="55245"/>
                  </a:cubicBezTo>
                  <a:cubicBezTo>
                    <a:pt x="3557901" y="52705"/>
                    <a:pt x="3556631" y="50800"/>
                    <a:pt x="3555361" y="48895"/>
                  </a:cubicBezTo>
                  <a:cubicBezTo>
                    <a:pt x="3554091" y="46990"/>
                    <a:pt x="3552186" y="45720"/>
                    <a:pt x="3549646" y="44450"/>
                  </a:cubicBezTo>
                  <a:cubicBezTo>
                    <a:pt x="3547106" y="43180"/>
                    <a:pt x="3544566" y="43180"/>
                    <a:pt x="3541391" y="43180"/>
                  </a:cubicBezTo>
                  <a:close/>
                  <a:moveTo>
                    <a:pt x="3463285" y="43180"/>
                  </a:moveTo>
                  <a:cubicBezTo>
                    <a:pt x="3461380" y="43180"/>
                    <a:pt x="3459475" y="43180"/>
                    <a:pt x="3458205" y="43815"/>
                  </a:cubicBezTo>
                  <a:cubicBezTo>
                    <a:pt x="3456300" y="43815"/>
                    <a:pt x="3455030" y="45085"/>
                    <a:pt x="3453125" y="45720"/>
                  </a:cubicBezTo>
                  <a:cubicBezTo>
                    <a:pt x="3451855" y="46355"/>
                    <a:pt x="3449950" y="47625"/>
                    <a:pt x="3448680" y="48895"/>
                  </a:cubicBezTo>
                  <a:cubicBezTo>
                    <a:pt x="3447410" y="50165"/>
                    <a:pt x="3446140" y="51435"/>
                    <a:pt x="3445505" y="52705"/>
                  </a:cubicBezTo>
                  <a:lnTo>
                    <a:pt x="3445505" y="85725"/>
                  </a:lnTo>
                  <a:cubicBezTo>
                    <a:pt x="3445505" y="85725"/>
                    <a:pt x="3447410" y="88265"/>
                    <a:pt x="3448680" y="89535"/>
                  </a:cubicBezTo>
                  <a:cubicBezTo>
                    <a:pt x="3449950" y="90805"/>
                    <a:pt x="3451220" y="92075"/>
                    <a:pt x="3453125" y="92710"/>
                  </a:cubicBezTo>
                  <a:cubicBezTo>
                    <a:pt x="3455030" y="93980"/>
                    <a:pt x="3456300" y="94615"/>
                    <a:pt x="3458205" y="95250"/>
                  </a:cubicBezTo>
                  <a:cubicBezTo>
                    <a:pt x="3460110" y="95250"/>
                    <a:pt x="3462015" y="95885"/>
                    <a:pt x="3463920" y="95885"/>
                  </a:cubicBezTo>
                  <a:cubicBezTo>
                    <a:pt x="3469635" y="95885"/>
                    <a:pt x="3473445" y="93980"/>
                    <a:pt x="3476620" y="89535"/>
                  </a:cubicBezTo>
                  <a:cubicBezTo>
                    <a:pt x="3479795" y="85090"/>
                    <a:pt x="3481065" y="79375"/>
                    <a:pt x="3481065" y="71120"/>
                  </a:cubicBezTo>
                  <a:lnTo>
                    <a:pt x="3480430" y="71755"/>
                  </a:lnTo>
                  <a:cubicBezTo>
                    <a:pt x="3480430" y="62230"/>
                    <a:pt x="3479160" y="54610"/>
                    <a:pt x="3475985" y="50165"/>
                  </a:cubicBezTo>
                  <a:cubicBezTo>
                    <a:pt x="3472810" y="45720"/>
                    <a:pt x="3468365" y="43180"/>
                    <a:pt x="3463285" y="43180"/>
                  </a:cubicBezTo>
                  <a:close/>
                  <a:moveTo>
                    <a:pt x="3343271" y="43180"/>
                  </a:moveTo>
                  <a:cubicBezTo>
                    <a:pt x="3340731" y="43180"/>
                    <a:pt x="3338191" y="43180"/>
                    <a:pt x="3336286" y="44450"/>
                  </a:cubicBezTo>
                  <a:cubicBezTo>
                    <a:pt x="3334381" y="45085"/>
                    <a:pt x="3332476" y="46355"/>
                    <a:pt x="3331206" y="48260"/>
                  </a:cubicBezTo>
                  <a:cubicBezTo>
                    <a:pt x="3329936" y="50165"/>
                    <a:pt x="3328666" y="52070"/>
                    <a:pt x="3327396" y="54610"/>
                  </a:cubicBezTo>
                  <a:cubicBezTo>
                    <a:pt x="3326761" y="57150"/>
                    <a:pt x="3326126" y="59690"/>
                    <a:pt x="3325491" y="62865"/>
                  </a:cubicBezTo>
                  <a:lnTo>
                    <a:pt x="3361686" y="62865"/>
                  </a:lnTo>
                  <a:cubicBezTo>
                    <a:pt x="3361686" y="62865"/>
                    <a:pt x="3361051" y="57785"/>
                    <a:pt x="3360416" y="55245"/>
                  </a:cubicBezTo>
                  <a:cubicBezTo>
                    <a:pt x="3359781" y="52705"/>
                    <a:pt x="3358511" y="50800"/>
                    <a:pt x="3357241" y="48895"/>
                  </a:cubicBezTo>
                  <a:cubicBezTo>
                    <a:pt x="3355971" y="46990"/>
                    <a:pt x="3354066" y="45720"/>
                    <a:pt x="3351526" y="44450"/>
                  </a:cubicBezTo>
                  <a:cubicBezTo>
                    <a:pt x="3348986" y="43180"/>
                    <a:pt x="3346446" y="43180"/>
                    <a:pt x="3343271" y="43180"/>
                  </a:cubicBezTo>
                  <a:close/>
                  <a:moveTo>
                    <a:pt x="2976876" y="43180"/>
                  </a:moveTo>
                  <a:cubicBezTo>
                    <a:pt x="2974336" y="43180"/>
                    <a:pt x="2971796" y="43180"/>
                    <a:pt x="2969891" y="44450"/>
                  </a:cubicBezTo>
                  <a:cubicBezTo>
                    <a:pt x="2967986" y="45085"/>
                    <a:pt x="2966081" y="46355"/>
                    <a:pt x="2964811" y="48260"/>
                  </a:cubicBezTo>
                  <a:cubicBezTo>
                    <a:pt x="2963541" y="50165"/>
                    <a:pt x="2962271" y="52070"/>
                    <a:pt x="2961001" y="54610"/>
                  </a:cubicBezTo>
                  <a:cubicBezTo>
                    <a:pt x="2960366" y="57150"/>
                    <a:pt x="2959731" y="59690"/>
                    <a:pt x="2959096" y="62865"/>
                  </a:cubicBezTo>
                  <a:lnTo>
                    <a:pt x="2995291" y="62865"/>
                  </a:lnTo>
                  <a:cubicBezTo>
                    <a:pt x="2995291" y="62865"/>
                    <a:pt x="2994656" y="57785"/>
                    <a:pt x="2994021" y="55245"/>
                  </a:cubicBezTo>
                  <a:cubicBezTo>
                    <a:pt x="2993386" y="52705"/>
                    <a:pt x="2992116" y="50800"/>
                    <a:pt x="2990846" y="48895"/>
                  </a:cubicBezTo>
                  <a:cubicBezTo>
                    <a:pt x="2989576" y="46990"/>
                    <a:pt x="2987671" y="45720"/>
                    <a:pt x="2985131" y="44450"/>
                  </a:cubicBezTo>
                  <a:cubicBezTo>
                    <a:pt x="2982591" y="43180"/>
                    <a:pt x="2980051" y="43180"/>
                    <a:pt x="2976876" y="43180"/>
                  </a:cubicBezTo>
                  <a:close/>
                  <a:moveTo>
                    <a:pt x="2527930" y="43180"/>
                  </a:moveTo>
                  <a:cubicBezTo>
                    <a:pt x="2525390" y="43180"/>
                    <a:pt x="2522850" y="43180"/>
                    <a:pt x="2520945" y="44450"/>
                  </a:cubicBezTo>
                  <a:cubicBezTo>
                    <a:pt x="2519040" y="45085"/>
                    <a:pt x="2517135" y="46355"/>
                    <a:pt x="2515865" y="48260"/>
                  </a:cubicBezTo>
                  <a:cubicBezTo>
                    <a:pt x="2514595" y="50165"/>
                    <a:pt x="2513325" y="52070"/>
                    <a:pt x="2512055" y="54610"/>
                  </a:cubicBezTo>
                  <a:cubicBezTo>
                    <a:pt x="2511420" y="57150"/>
                    <a:pt x="2510150" y="59690"/>
                    <a:pt x="2510150" y="62865"/>
                  </a:cubicBezTo>
                  <a:lnTo>
                    <a:pt x="2546345" y="62865"/>
                  </a:lnTo>
                  <a:cubicBezTo>
                    <a:pt x="2546345" y="62865"/>
                    <a:pt x="2545710" y="57785"/>
                    <a:pt x="2545075" y="55245"/>
                  </a:cubicBezTo>
                  <a:cubicBezTo>
                    <a:pt x="2544440" y="52705"/>
                    <a:pt x="2543170" y="50800"/>
                    <a:pt x="2541900" y="48895"/>
                  </a:cubicBezTo>
                  <a:cubicBezTo>
                    <a:pt x="2540630" y="46990"/>
                    <a:pt x="2538725" y="45720"/>
                    <a:pt x="2536185" y="44450"/>
                  </a:cubicBezTo>
                  <a:cubicBezTo>
                    <a:pt x="2533645" y="43180"/>
                    <a:pt x="2531105" y="43180"/>
                    <a:pt x="2527930" y="43180"/>
                  </a:cubicBezTo>
                  <a:close/>
                  <a:moveTo>
                    <a:pt x="2214240" y="43180"/>
                  </a:moveTo>
                  <a:cubicBezTo>
                    <a:pt x="2211700" y="43180"/>
                    <a:pt x="2209160" y="43180"/>
                    <a:pt x="2207255" y="44450"/>
                  </a:cubicBezTo>
                  <a:cubicBezTo>
                    <a:pt x="2205350" y="45085"/>
                    <a:pt x="2203445" y="46355"/>
                    <a:pt x="2202175" y="48260"/>
                  </a:cubicBezTo>
                  <a:cubicBezTo>
                    <a:pt x="2200905" y="50165"/>
                    <a:pt x="2199635" y="52070"/>
                    <a:pt x="2198365" y="54610"/>
                  </a:cubicBezTo>
                  <a:cubicBezTo>
                    <a:pt x="2197730" y="57150"/>
                    <a:pt x="2196460" y="59690"/>
                    <a:pt x="2196460" y="62865"/>
                  </a:cubicBezTo>
                  <a:lnTo>
                    <a:pt x="2232655" y="62865"/>
                  </a:lnTo>
                  <a:cubicBezTo>
                    <a:pt x="2232655" y="62865"/>
                    <a:pt x="2232020" y="57785"/>
                    <a:pt x="2231385" y="55245"/>
                  </a:cubicBezTo>
                  <a:cubicBezTo>
                    <a:pt x="2230750" y="52705"/>
                    <a:pt x="2229480" y="50800"/>
                    <a:pt x="2228210" y="48895"/>
                  </a:cubicBezTo>
                  <a:cubicBezTo>
                    <a:pt x="2226940" y="46990"/>
                    <a:pt x="2225035" y="45720"/>
                    <a:pt x="2222495" y="44450"/>
                  </a:cubicBezTo>
                  <a:cubicBezTo>
                    <a:pt x="2219955" y="43180"/>
                    <a:pt x="2217415" y="43180"/>
                    <a:pt x="2214240" y="43180"/>
                  </a:cubicBezTo>
                  <a:close/>
                  <a:moveTo>
                    <a:pt x="2027551" y="43180"/>
                  </a:moveTo>
                  <a:cubicBezTo>
                    <a:pt x="2025011" y="43180"/>
                    <a:pt x="2022471" y="43180"/>
                    <a:pt x="2020566" y="44450"/>
                  </a:cubicBezTo>
                  <a:cubicBezTo>
                    <a:pt x="2018661" y="45085"/>
                    <a:pt x="2016756" y="46355"/>
                    <a:pt x="2015486" y="48260"/>
                  </a:cubicBezTo>
                  <a:cubicBezTo>
                    <a:pt x="2014216" y="50165"/>
                    <a:pt x="2012946" y="52070"/>
                    <a:pt x="2011676" y="54610"/>
                  </a:cubicBezTo>
                  <a:cubicBezTo>
                    <a:pt x="2011041" y="57150"/>
                    <a:pt x="2010406" y="59690"/>
                    <a:pt x="2009771" y="62865"/>
                  </a:cubicBezTo>
                  <a:lnTo>
                    <a:pt x="2045966" y="62865"/>
                  </a:lnTo>
                  <a:cubicBezTo>
                    <a:pt x="2045966" y="62865"/>
                    <a:pt x="2045331" y="57785"/>
                    <a:pt x="2044696" y="55245"/>
                  </a:cubicBezTo>
                  <a:cubicBezTo>
                    <a:pt x="2044061" y="52705"/>
                    <a:pt x="2042791" y="50800"/>
                    <a:pt x="2041521" y="48895"/>
                  </a:cubicBezTo>
                  <a:cubicBezTo>
                    <a:pt x="2040251" y="46990"/>
                    <a:pt x="2038346" y="45720"/>
                    <a:pt x="2035806" y="44450"/>
                  </a:cubicBezTo>
                  <a:cubicBezTo>
                    <a:pt x="2033266" y="43180"/>
                    <a:pt x="2030726" y="43180"/>
                    <a:pt x="2027551" y="43180"/>
                  </a:cubicBezTo>
                  <a:close/>
                  <a:moveTo>
                    <a:pt x="1949445" y="43180"/>
                  </a:moveTo>
                  <a:cubicBezTo>
                    <a:pt x="1947540" y="43180"/>
                    <a:pt x="1945635" y="43180"/>
                    <a:pt x="1944365" y="43815"/>
                  </a:cubicBezTo>
                  <a:cubicBezTo>
                    <a:pt x="1942460" y="43815"/>
                    <a:pt x="1941190" y="45085"/>
                    <a:pt x="1939285" y="45720"/>
                  </a:cubicBezTo>
                  <a:cubicBezTo>
                    <a:pt x="1938015" y="46355"/>
                    <a:pt x="1936110" y="47625"/>
                    <a:pt x="1934840" y="48895"/>
                  </a:cubicBezTo>
                  <a:cubicBezTo>
                    <a:pt x="1933570" y="50165"/>
                    <a:pt x="1932300" y="51435"/>
                    <a:pt x="1931665" y="52705"/>
                  </a:cubicBezTo>
                  <a:lnTo>
                    <a:pt x="1931665" y="85725"/>
                  </a:lnTo>
                  <a:cubicBezTo>
                    <a:pt x="1931665" y="85725"/>
                    <a:pt x="1933570" y="88265"/>
                    <a:pt x="1934840" y="89535"/>
                  </a:cubicBezTo>
                  <a:cubicBezTo>
                    <a:pt x="1936110" y="90805"/>
                    <a:pt x="1937380" y="92075"/>
                    <a:pt x="1939285" y="92710"/>
                  </a:cubicBezTo>
                  <a:cubicBezTo>
                    <a:pt x="1941190" y="93980"/>
                    <a:pt x="1942460" y="94615"/>
                    <a:pt x="1944365" y="95250"/>
                  </a:cubicBezTo>
                  <a:cubicBezTo>
                    <a:pt x="1946270" y="95250"/>
                    <a:pt x="1948175" y="95885"/>
                    <a:pt x="1950080" y="95885"/>
                  </a:cubicBezTo>
                  <a:cubicBezTo>
                    <a:pt x="1955795" y="95885"/>
                    <a:pt x="1959605" y="93980"/>
                    <a:pt x="1962780" y="89535"/>
                  </a:cubicBezTo>
                  <a:cubicBezTo>
                    <a:pt x="1965955" y="85090"/>
                    <a:pt x="1967225" y="79375"/>
                    <a:pt x="1967225" y="71120"/>
                  </a:cubicBezTo>
                  <a:lnTo>
                    <a:pt x="1966590" y="71755"/>
                  </a:lnTo>
                  <a:cubicBezTo>
                    <a:pt x="1966590" y="62230"/>
                    <a:pt x="1965320" y="54610"/>
                    <a:pt x="1962145" y="50165"/>
                  </a:cubicBezTo>
                  <a:cubicBezTo>
                    <a:pt x="1958970" y="45720"/>
                    <a:pt x="1954525" y="43180"/>
                    <a:pt x="1949445" y="43180"/>
                  </a:cubicBezTo>
                  <a:close/>
                  <a:moveTo>
                    <a:pt x="1829431" y="43180"/>
                  </a:moveTo>
                  <a:cubicBezTo>
                    <a:pt x="1826891" y="43180"/>
                    <a:pt x="1824351" y="43180"/>
                    <a:pt x="1822446" y="44450"/>
                  </a:cubicBezTo>
                  <a:cubicBezTo>
                    <a:pt x="1820541" y="45085"/>
                    <a:pt x="1818636" y="46355"/>
                    <a:pt x="1817366" y="48260"/>
                  </a:cubicBezTo>
                  <a:cubicBezTo>
                    <a:pt x="1816096" y="50165"/>
                    <a:pt x="1814826" y="52070"/>
                    <a:pt x="1813556" y="54610"/>
                  </a:cubicBezTo>
                  <a:cubicBezTo>
                    <a:pt x="1812921" y="57150"/>
                    <a:pt x="1811651" y="59690"/>
                    <a:pt x="1811651" y="62865"/>
                  </a:cubicBezTo>
                  <a:lnTo>
                    <a:pt x="1847846" y="62865"/>
                  </a:lnTo>
                  <a:cubicBezTo>
                    <a:pt x="1847846" y="62865"/>
                    <a:pt x="1847211" y="57785"/>
                    <a:pt x="1846576" y="55245"/>
                  </a:cubicBezTo>
                  <a:cubicBezTo>
                    <a:pt x="1845941" y="52705"/>
                    <a:pt x="1844671" y="50800"/>
                    <a:pt x="1843401" y="48895"/>
                  </a:cubicBezTo>
                  <a:cubicBezTo>
                    <a:pt x="1842131" y="46990"/>
                    <a:pt x="1840226" y="45720"/>
                    <a:pt x="1837686" y="44450"/>
                  </a:cubicBezTo>
                  <a:cubicBezTo>
                    <a:pt x="1835146" y="43180"/>
                    <a:pt x="1832606" y="43180"/>
                    <a:pt x="1829431" y="43180"/>
                  </a:cubicBezTo>
                  <a:close/>
                  <a:moveTo>
                    <a:pt x="1178561" y="43180"/>
                  </a:moveTo>
                  <a:cubicBezTo>
                    <a:pt x="1176021" y="43180"/>
                    <a:pt x="1173481" y="43180"/>
                    <a:pt x="1171576" y="44450"/>
                  </a:cubicBezTo>
                  <a:cubicBezTo>
                    <a:pt x="1169671" y="45085"/>
                    <a:pt x="1167766" y="46355"/>
                    <a:pt x="1166496" y="48260"/>
                  </a:cubicBezTo>
                  <a:cubicBezTo>
                    <a:pt x="1165226" y="50165"/>
                    <a:pt x="1163956" y="52070"/>
                    <a:pt x="1162686" y="54610"/>
                  </a:cubicBezTo>
                  <a:cubicBezTo>
                    <a:pt x="1162051" y="57150"/>
                    <a:pt x="1160781" y="59690"/>
                    <a:pt x="1160781" y="62865"/>
                  </a:cubicBezTo>
                  <a:lnTo>
                    <a:pt x="1196976" y="62865"/>
                  </a:lnTo>
                  <a:cubicBezTo>
                    <a:pt x="1196976" y="62865"/>
                    <a:pt x="1196341" y="57785"/>
                    <a:pt x="1195706" y="55245"/>
                  </a:cubicBezTo>
                  <a:cubicBezTo>
                    <a:pt x="1195071" y="52705"/>
                    <a:pt x="1193801" y="50800"/>
                    <a:pt x="1192531" y="48895"/>
                  </a:cubicBezTo>
                  <a:cubicBezTo>
                    <a:pt x="1191261" y="46990"/>
                    <a:pt x="1189356" y="45720"/>
                    <a:pt x="1186816" y="44450"/>
                  </a:cubicBezTo>
                  <a:cubicBezTo>
                    <a:pt x="1184276" y="43180"/>
                    <a:pt x="1181736" y="43180"/>
                    <a:pt x="1178561" y="43180"/>
                  </a:cubicBezTo>
                  <a:close/>
                  <a:moveTo>
                    <a:pt x="898525" y="43180"/>
                  </a:moveTo>
                  <a:cubicBezTo>
                    <a:pt x="895985" y="43180"/>
                    <a:pt x="893445" y="43180"/>
                    <a:pt x="891540" y="44450"/>
                  </a:cubicBezTo>
                  <a:cubicBezTo>
                    <a:pt x="889635" y="45085"/>
                    <a:pt x="887730" y="46355"/>
                    <a:pt x="886460" y="48260"/>
                  </a:cubicBezTo>
                  <a:cubicBezTo>
                    <a:pt x="885190" y="50165"/>
                    <a:pt x="883920" y="52070"/>
                    <a:pt x="882650" y="54610"/>
                  </a:cubicBezTo>
                  <a:cubicBezTo>
                    <a:pt x="882015" y="57150"/>
                    <a:pt x="881380" y="59690"/>
                    <a:pt x="880745" y="62865"/>
                  </a:cubicBezTo>
                  <a:lnTo>
                    <a:pt x="916940" y="62865"/>
                  </a:lnTo>
                  <a:cubicBezTo>
                    <a:pt x="916940" y="62865"/>
                    <a:pt x="916305" y="57785"/>
                    <a:pt x="915670" y="55245"/>
                  </a:cubicBezTo>
                  <a:cubicBezTo>
                    <a:pt x="915035" y="52705"/>
                    <a:pt x="913765" y="50800"/>
                    <a:pt x="912495" y="48895"/>
                  </a:cubicBezTo>
                  <a:cubicBezTo>
                    <a:pt x="911225" y="46990"/>
                    <a:pt x="909320" y="45720"/>
                    <a:pt x="906780" y="44450"/>
                  </a:cubicBezTo>
                  <a:cubicBezTo>
                    <a:pt x="904240" y="43180"/>
                    <a:pt x="901700" y="43180"/>
                    <a:pt x="898525" y="43180"/>
                  </a:cubicBezTo>
                  <a:close/>
                  <a:moveTo>
                    <a:pt x="584834" y="43180"/>
                  </a:moveTo>
                  <a:cubicBezTo>
                    <a:pt x="582294" y="43180"/>
                    <a:pt x="579754" y="43180"/>
                    <a:pt x="577849" y="44450"/>
                  </a:cubicBezTo>
                  <a:cubicBezTo>
                    <a:pt x="575944" y="45085"/>
                    <a:pt x="574039" y="46355"/>
                    <a:pt x="572769" y="48260"/>
                  </a:cubicBezTo>
                  <a:cubicBezTo>
                    <a:pt x="571499" y="50165"/>
                    <a:pt x="570229" y="52070"/>
                    <a:pt x="568959" y="54610"/>
                  </a:cubicBezTo>
                  <a:cubicBezTo>
                    <a:pt x="568324" y="57150"/>
                    <a:pt x="567689" y="59690"/>
                    <a:pt x="567054" y="62865"/>
                  </a:cubicBezTo>
                  <a:lnTo>
                    <a:pt x="603249" y="62865"/>
                  </a:lnTo>
                  <a:cubicBezTo>
                    <a:pt x="603249" y="62865"/>
                    <a:pt x="602614" y="57785"/>
                    <a:pt x="601979" y="55245"/>
                  </a:cubicBezTo>
                  <a:cubicBezTo>
                    <a:pt x="601344" y="52705"/>
                    <a:pt x="600074" y="50800"/>
                    <a:pt x="598804" y="48895"/>
                  </a:cubicBezTo>
                  <a:cubicBezTo>
                    <a:pt x="597534" y="46990"/>
                    <a:pt x="595629" y="45720"/>
                    <a:pt x="593089" y="44450"/>
                  </a:cubicBezTo>
                  <a:cubicBezTo>
                    <a:pt x="590549" y="43180"/>
                    <a:pt x="588009" y="43180"/>
                    <a:pt x="584834" y="43180"/>
                  </a:cubicBezTo>
                  <a:close/>
                  <a:moveTo>
                    <a:pt x="398145" y="43180"/>
                  </a:moveTo>
                  <a:cubicBezTo>
                    <a:pt x="395605" y="43180"/>
                    <a:pt x="393065" y="43180"/>
                    <a:pt x="391160" y="44450"/>
                  </a:cubicBezTo>
                  <a:cubicBezTo>
                    <a:pt x="389255" y="45085"/>
                    <a:pt x="387350" y="46355"/>
                    <a:pt x="386080" y="48260"/>
                  </a:cubicBezTo>
                  <a:cubicBezTo>
                    <a:pt x="384810" y="50165"/>
                    <a:pt x="383540" y="52070"/>
                    <a:pt x="382270" y="54610"/>
                  </a:cubicBezTo>
                  <a:cubicBezTo>
                    <a:pt x="381635" y="57150"/>
                    <a:pt x="380365" y="59690"/>
                    <a:pt x="380365" y="62865"/>
                  </a:cubicBezTo>
                  <a:lnTo>
                    <a:pt x="416560" y="62865"/>
                  </a:lnTo>
                  <a:cubicBezTo>
                    <a:pt x="416560" y="62865"/>
                    <a:pt x="415925" y="57785"/>
                    <a:pt x="415290" y="55245"/>
                  </a:cubicBezTo>
                  <a:cubicBezTo>
                    <a:pt x="414655" y="52705"/>
                    <a:pt x="413385" y="50800"/>
                    <a:pt x="412115" y="48895"/>
                  </a:cubicBezTo>
                  <a:cubicBezTo>
                    <a:pt x="410845" y="46990"/>
                    <a:pt x="408940" y="45720"/>
                    <a:pt x="406400" y="44450"/>
                  </a:cubicBezTo>
                  <a:cubicBezTo>
                    <a:pt x="403860" y="43180"/>
                    <a:pt x="401320" y="43180"/>
                    <a:pt x="398145" y="43180"/>
                  </a:cubicBezTo>
                  <a:close/>
                  <a:moveTo>
                    <a:pt x="320039" y="43180"/>
                  </a:moveTo>
                  <a:cubicBezTo>
                    <a:pt x="318134" y="43180"/>
                    <a:pt x="316229" y="43180"/>
                    <a:pt x="314959" y="43815"/>
                  </a:cubicBezTo>
                  <a:cubicBezTo>
                    <a:pt x="313054" y="43815"/>
                    <a:pt x="311784" y="45085"/>
                    <a:pt x="309879" y="45720"/>
                  </a:cubicBezTo>
                  <a:cubicBezTo>
                    <a:pt x="308609" y="46355"/>
                    <a:pt x="306704" y="47625"/>
                    <a:pt x="305434" y="48895"/>
                  </a:cubicBezTo>
                  <a:cubicBezTo>
                    <a:pt x="304164" y="50165"/>
                    <a:pt x="302894" y="51435"/>
                    <a:pt x="302259" y="52705"/>
                  </a:cubicBezTo>
                  <a:lnTo>
                    <a:pt x="302259" y="85725"/>
                  </a:lnTo>
                  <a:cubicBezTo>
                    <a:pt x="302259" y="85725"/>
                    <a:pt x="304164" y="88265"/>
                    <a:pt x="305434" y="89535"/>
                  </a:cubicBezTo>
                  <a:cubicBezTo>
                    <a:pt x="306704" y="90805"/>
                    <a:pt x="307974" y="92075"/>
                    <a:pt x="309879" y="92710"/>
                  </a:cubicBezTo>
                  <a:cubicBezTo>
                    <a:pt x="311784" y="93980"/>
                    <a:pt x="313054" y="94615"/>
                    <a:pt x="314959" y="95250"/>
                  </a:cubicBezTo>
                  <a:cubicBezTo>
                    <a:pt x="316864" y="95250"/>
                    <a:pt x="318769" y="95885"/>
                    <a:pt x="320674" y="95885"/>
                  </a:cubicBezTo>
                  <a:cubicBezTo>
                    <a:pt x="326389" y="95885"/>
                    <a:pt x="330199" y="93980"/>
                    <a:pt x="333374" y="89535"/>
                  </a:cubicBezTo>
                  <a:cubicBezTo>
                    <a:pt x="336549" y="85090"/>
                    <a:pt x="337819" y="79375"/>
                    <a:pt x="337819" y="71120"/>
                  </a:cubicBezTo>
                  <a:lnTo>
                    <a:pt x="337184" y="71755"/>
                  </a:lnTo>
                  <a:cubicBezTo>
                    <a:pt x="337184" y="62230"/>
                    <a:pt x="335914" y="54610"/>
                    <a:pt x="332739" y="50165"/>
                  </a:cubicBezTo>
                  <a:cubicBezTo>
                    <a:pt x="329564" y="45720"/>
                    <a:pt x="325119" y="43180"/>
                    <a:pt x="320039" y="43180"/>
                  </a:cubicBezTo>
                  <a:close/>
                  <a:moveTo>
                    <a:pt x="200025" y="43180"/>
                  </a:moveTo>
                  <a:cubicBezTo>
                    <a:pt x="197485" y="43180"/>
                    <a:pt x="194945" y="43180"/>
                    <a:pt x="193040" y="44450"/>
                  </a:cubicBezTo>
                  <a:cubicBezTo>
                    <a:pt x="191135" y="45085"/>
                    <a:pt x="189230" y="46355"/>
                    <a:pt x="187960" y="48260"/>
                  </a:cubicBezTo>
                  <a:cubicBezTo>
                    <a:pt x="186690" y="50165"/>
                    <a:pt x="185420" y="52070"/>
                    <a:pt x="184150" y="54610"/>
                  </a:cubicBezTo>
                  <a:cubicBezTo>
                    <a:pt x="183515" y="57150"/>
                    <a:pt x="182880" y="59690"/>
                    <a:pt x="182245" y="62865"/>
                  </a:cubicBezTo>
                  <a:lnTo>
                    <a:pt x="218440" y="62865"/>
                  </a:lnTo>
                  <a:cubicBezTo>
                    <a:pt x="218440" y="62865"/>
                    <a:pt x="217805" y="57785"/>
                    <a:pt x="217170" y="55245"/>
                  </a:cubicBezTo>
                  <a:cubicBezTo>
                    <a:pt x="216535" y="52705"/>
                    <a:pt x="215265" y="50800"/>
                    <a:pt x="213995" y="48895"/>
                  </a:cubicBezTo>
                  <a:cubicBezTo>
                    <a:pt x="212725" y="46990"/>
                    <a:pt x="210820" y="45720"/>
                    <a:pt x="208280" y="44450"/>
                  </a:cubicBezTo>
                  <a:cubicBezTo>
                    <a:pt x="205740" y="43180"/>
                    <a:pt x="203200" y="43180"/>
                    <a:pt x="200025" y="43180"/>
                  </a:cubicBezTo>
                  <a:close/>
                  <a:moveTo>
                    <a:pt x="4439281" y="43179"/>
                  </a:moveTo>
                  <a:cubicBezTo>
                    <a:pt x="4433566" y="43179"/>
                    <a:pt x="4429756" y="45084"/>
                    <a:pt x="4426581" y="49529"/>
                  </a:cubicBezTo>
                  <a:cubicBezTo>
                    <a:pt x="4423406" y="53974"/>
                    <a:pt x="4422136" y="59689"/>
                    <a:pt x="4422136" y="67944"/>
                  </a:cubicBezTo>
                  <a:cubicBezTo>
                    <a:pt x="4422136" y="73024"/>
                    <a:pt x="4422136" y="76834"/>
                    <a:pt x="4423406" y="80644"/>
                  </a:cubicBezTo>
                  <a:cubicBezTo>
                    <a:pt x="4424041" y="84454"/>
                    <a:pt x="4425311" y="86994"/>
                    <a:pt x="4426581" y="89534"/>
                  </a:cubicBezTo>
                  <a:cubicBezTo>
                    <a:pt x="4427851" y="92074"/>
                    <a:pt x="4429756" y="93344"/>
                    <a:pt x="4432296" y="94614"/>
                  </a:cubicBezTo>
                  <a:cubicBezTo>
                    <a:pt x="4434201" y="95884"/>
                    <a:pt x="4436741" y="96519"/>
                    <a:pt x="4439916" y="96519"/>
                  </a:cubicBezTo>
                  <a:cubicBezTo>
                    <a:pt x="4441821" y="96519"/>
                    <a:pt x="4443726" y="96519"/>
                    <a:pt x="4444996" y="95884"/>
                  </a:cubicBezTo>
                  <a:cubicBezTo>
                    <a:pt x="4446901" y="95884"/>
                    <a:pt x="4448171" y="94614"/>
                    <a:pt x="4450076" y="93344"/>
                  </a:cubicBezTo>
                  <a:cubicBezTo>
                    <a:pt x="4451346" y="92709"/>
                    <a:pt x="4453251" y="91439"/>
                    <a:pt x="4454521" y="90169"/>
                  </a:cubicBezTo>
                  <a:cubicBezTo>
                    <a:pt x="4455791" y="88899"/>
                    <a:pt x="4457061" y="87629"/>
                    <a:pt x="4457696" y="86359"/>
                  </a:cubicBezTo>
                  <a:lnTo>
                    <a:pt x="4457696" y="53339"/>
                  </a:lnTo>
                  <a:cubicBezTo>
                    <a:pt x="4457696" y="53339"/>
                    <a:pt x="4455791" y="50799"/>
                    <a:pt x="4454521" y="49529"/>
                  </a:cubicBezTo>
                  <a:cubicBezTo>
                    <a:pt x="4453251" y="48259"/>
                    <a:pt x="4451981" y="46989"/>
                    <a:pt x="4450076" y="46354"/>
                  </a:cubicBezTo>
                  <a:cubicBezTo>
                    <a:pt x="4448806" y="45084"/>
                    <a:pt x="4446901" y="44449"/>
                    <a:pt x="4444996" y="43814"/>
                  </a:cubicBezTo>
                  <a:cubicBezTo>
                    <a:pt x="4443091" y="43814"/>
                    <a:pt x="4441186" y="43179"/>
                    <a:pt x="4439281" y="43179"/>
                  </a:cubicBezTo>
                  <a:close/>
                  <a:moveTo>
                    <a:pt x="1014731" y="43179"/>
                  </a:moveTo>
                  <a:cubicBezTo>
                    <a:pt x="1009016" y="43179"/>
                    <a:pt x="1005206" y="45084"/>
                    <a:pt x="1002032" y="49529"/>
                  </a:cubicBezTo>
                  <a:cubicBezTo>
                    <a:pt x="998856" y="53974"/>
                    <a:pt x="997587" y="59689"/>
                    <a:pt x="997587" y="67944"/>
                  </a:cubicBezTo>
                  <a:cubicBezTo>
                    <a:pt x="997587" y="77469"/>
                    <a:pt x="998856" y="84454"/>
                    <a:pt x="1002032" y="88899"/>
                  </a:cubicBezTo>
                  <a:cubicBezTo>
                    <a:pt x="1005206" y="93979"/>
                    <a:pt x="1009016" y="95884"/>
                    <a:pt x="1015367" y="95884"/>
                  </a:cubicBezTo>
                  <a:cubicBezTo>
                    <a:pt x="1018541" y="95884"/>
                    <a:pt x="1022352" y="95249"/>
                    <a:pt x="1024891" y="93344"/>
                  </a:cubicBezTo>
                  <a:cubicBezTo>
                    <a:pt x="1028067" y="91439"/>
                    <a:pt x="1030607" y="88899"/>
                    <a:pt x="1033147" y="86359"/>
                  </a:cubicBezTo>
                  <a:lnTo>
                    <a:pt x="1033147" y="53339"/>
                  </a:lnTo>
                  <a:cubicBezTo>
                    <a:pt x="1033147" y="53339"/>
                    <a:pt x="1031242" y="50799"/>
                    <a:pt x="1029971" y="49529"/>
                  </a:cubicBezTo>
                  <a:cubicBezTo>
                    <a:pt x="1028702" y="48259"/>
                    <a:pt x="1027431" y="46989"/>
                    <a:pt x="1025526" y="46354"/>
                  </a:cubicBezTo>
                  <a:cubicBezTo>
                    <a:pt x="1023621" y="45084"/>
                    <a:pt x="1022352" y="44449"/>
                    <a:pt x="1020446" y="43814"/>
                  </a:cubicBezTo>
                  <a:cubicBezTo>
                    <a:pt x="1018541" y="43179"/>
                    <a:pt x="1016636" y="43179"/>
                    <a:pt x="1014731" y="43179"/>
                  </a:cubicBezTo>
                  <a:close/>
                  <a:moveTo>
                    <a:pt x="4524370" y="31114"/>
                  </a:moveTo>
                  <a:lnTo>
                    <a:pt x="4538975" y="31114"/>
                  </a:lnTo>
                  <a:lnTo>
                    <a:pt x="4552310" y="84454"/>
                  </a:lnTo>
                  <a:lnTo>
                    <a:pt x="4566915" y="31114"/>
                  </a:lnTo>
                  <a:lnTo>
                    <a:pt x="4579615" y="31114"/>
                  </a:lnTo>
                  <a:lnTo>
                    <a:pt x="4594220" y="84454"/>
                  </a:lnTo>
                  <a:lnTo>
                    <a:pt x="4606920" y="31114"/>
                  </a:lnTo>
                  <a:lnTo>
                    <a:pt x="4622160" y="31114"/>
                  </a:lnTo>
                  <a:lnTo>
                    <a:pt x="4600570" y="108584"/>
                  </a:lnTo>
                  <a:lnTo>
                    <a:pt x="4587235" y="108584"/>
                  </a:lnTo>
                  <a:lnTo>
                    <a:pt x="4572630" y="54609"/>
                  </a:lnTo>
                  <a:lnTo>
                    <a:pt x="4558660" y="108584"/>
                  </a:lnTo>
                  <a:lnTo>
                    <a:pt x="4545325" y="108584"/>
                  </a:lnTo>
                  <a:close/>
                  <a:moveTo>
                    <a:pt x="4123686" y="31114"/>
                  </a:moveTo>
                  <a:lnTo>
                    <a:pt x="4138926" y="31114"/>
                  </a:lnTo>
                  <a:lnTo>
                    <a:pt x="4152261" y="84454"/>
                  </a:lnTo>
                  <a:lnTo>
                    <a:pt x="4166866" y="31114"/>
                  </a:lnTo>
                  <a:lnTo>
                    <a:pt x="4178931" y="31114"/>
                  </a:lnTo>
                  <a:lnTo>
                    <a:pt x="4193536" y="84454"/>
                  </a:lnTo>
                  <a:lnTo>
                    <a:pt x="4206871" y="31114"/>
                  </a:lnTo>
                  <a:lnTo>
                    <a:pt x="4222111" y="31114"/>
                  </a:lnTo>
                  <a:lnTo>
                    <a:pt x="4200521" y="108584"/>
                  </a:lnTo>
                  <a:lnTo>
                    <a:pt x="4187186" y="108584"/>
                  </a:lnTo>
                  <a:lnTo>
                    <a:pt x="4172581" y="54609"/>
                  </a:lnTo>
                  <a:lnTo>
                    <a:pt x="4157976" y="108584"/>
                  </a:lnTo>
                  <a:lnTo>
                    <a:pt x="4145276" y="108584"/>
                  </a:lnTo>
                  <a:close/>
                  <a:moveTo>
                    <a:pt x="2837811" y="31114"/>
                  </a:moveTo>
                  <a:lnTo>
                    <a:pt x="2852416" y="31114"/>
                  </a:lnTo>
                  <a:lnTo>
                    <a:pt x="2865751" y="84454"/>
                  </a:lnTo>
                  <a:lnTo>
                    <a:pt x="2880356" y="31114"/>
                  </a:lnTo>
                  <a:lnTo>
                    <a:pt x="2893056" y="31114"/>
                  </a:lnTo>
                  <a:lnTo>
                    <a:pt x="2907661" y="84454"/>
                  </a:lnTo>
                  <a:lnTo>
                    <a:pt x="2920361" y="31114"/>
                  </a:lnTo>
                  <a:lnTo>
                    <a:pt x="2935601" y="31114"/>
                  </a:lnTo>
                  <a:lnTo>
                    <a:pt x="2914011" y="108584"/>
                  </a:lnTo>
                  <a:lnTo>
                    <a:pt x="2900676" y="108584"/>
                  </a:lnTo>
                  <a:lnTo>
                    <a:pt x="2886706" y="54609"/>
                  </a:lnTo>
                  <a:lnTo>
                    <a:pt x="2872101" y="108584"/>
                  </a:lnTo>
                  <a:lnTo>
                    <a:pt x="2858766" y="108584"/>
                  </a:lnTo>
                  <a:close/>
                  <a:moveTo>
                    <a:pt x="1354455" y="31114"/>
                  </a:moveTo>
                  <a:lnTo>
                    <a:pt x="1369695" y="31114"/>
                  </a:lnTo>
                  <a:lnTo>
                    <a:pt x="1369695" y="109219"/>
                  </a:lnTo>
                  <a:lnTo>
                    <a:pt x="1354455" y="109219"/>
                  </a:lnTo>
                  <a:close/>
                  <a:moveTo>
                    <a:pt x="2646040" y="29844"/>
                  </a:moveTo>
                  <a:cubicBezTo>
                    <a:pt x="2650485" y="29844"/>
                    <a:pt x="2654295" y="29844"/>
                    <a:pt x="2658105" y="31749"/>
                  </a:cubicBezTo>
                  <a:cubicBezTo>
                    <a:pt x="2661915" y="33019"/>
                    <a:pt x="2665090" y="34289"/>
                    <a:pt x="2667630" y="36829"/>
                  </a:cubicBezTo>
                  <a:cubicBezTo>
                    <a:pt x="2670170" y="38734"/>
                    <a:pt x="2672075" y="41909"/>
                    <a:pt x="2673345" y="45084"/>
                  </a:cubicBezTo>
                  <a:cubicBezTo>
                    <a:pt x="2674615" y="48259"/>
                    <a:pt x="2675250" y="52069"/>
                    <a:pt x="2675250" y="56514"/>
                  </a:cubicBezTo>
                  <a:lnTo>
                    <a:pt x="2675250" y="109854"/>
                  </a:lnTo>
                  <a:lnTo>
                    <a:pt x="2660010" y="109854"/>
                  </a:lnTo>
                  <a:lnTo>
                    <a:pt x="2660010" y="108584"/>
                  </a:lnTo>
                  <a:lnTo>
                    <a:pt x="2660010" y="100964"/>
                  </a:lnTo>
                  <a:cubicBezTo>
                    <a:pt x="2660010" y="100964"/>
                    <a:pt x="2656200" y="104139"/>
                    <a:pt x="2654930" y="104774"/>
                  </a:cubicBezTo>
                  <a:cubicBezTo>
                    <a:pt x="2653660" y="105409"/>
                    <a:pt x="2652390" y="106679"/>
                    <a:pt x="2651120" y="107314"/>
                  </a:cubicBezTo>
                  <a:cubicBezTo>
                    <a:pt x="2649850" y="107949"/>
                    <a:pt x="2647945" y="108584"/>
                    <a:pt x="2646040" y="109219"/>
                  </a:cubicBezTo>
                  <a:cubicBezTo>
                    <a:pt x="2644135" y="109219"/>
                    <a:pt x="2641595" y="109854"/>
                    <a:pt x="2639055" y="109854"/>
                  </a:cubicBezTo>
                  <a:cubicBezTo>
                    <a:pt x="2635880" y="109854"/>
                    <a:pt x="2632705" y="109854"/>
                    <a:pt x="2629530" y="108584"/>
                  </a:cubicBezTo>
                  <a:cubicBezTo>
                    <a:pt x="2626355" y="107949"/>
                    <a:pt x="2623180" y="106044"/>
                    <a:pt x="2620640" y="104139"/>
                  </a:cubicBezTo>
                  <a:cubicBezTo>
                    <a:pt x="2618100" y="102234"/>
                    <a:pt x="2616195" y="99059"/>
                    <a:pt x="2614290" y="95884"/>
                  </a:cubicBezTo>
                  <a:cubicBezTo>
                    <a:pt x="2612385" y="92709"/>
                    <a:pt x="2611750" y="88264"/>
                    <a:pt x="2611750" y="83819"/>
                  </a:cubicBezTo>
                  <a:cubicBezTo>
                    <a:pt x="2611750" y="79374"/>
                    <a:pt x="2612385" y="75564"/>
                    <a:pt x="2614290" y="72389"/>
                  </a:cubicBezTo>
                  <a:cubicBezTo>
                    <a:pt x="2615560" y="69214"/>
                    <a:pt x="2618100" y="66674"/>
                    <a:pt x="2620640" y="64769"/>
                  </a:cubicBezTo>
                  <a:cubicBezTo>
                    <a:pt x="2623180" y="62864"/>
                    <a:pt x="2626990" y="60959"/>
                    <a:pt x="2630800" y="60324"/>
                  </a:cubicBezTo>
                  <a:cubicBezTo>
                    <a:pt x="2634610" y="59054"/>
                    <a:pt x="2638420" y="59054"/>
                    <a:pt x="2642865" y="59054"/>
                  </a:cubicBezTo>
                  <a:cubicBezTo>
                    <a:pt x="2646675" y="59054"/>
                    <a:pt x="2650485" y="59054"/>
                    <a:pt x="2653025" y="59689"/>
                  </a:cubicBezTo>
                  <a:cubicBezTo>
                    <a:pt x="2655565" y="59689"/>
                    <a:pt x="2658105" y="60959"/>
                    <a:pt x="2660010" y="61594"/>
                  </a:cubicBezTo>
                  <a:lnTo>
                    <a:pt x="2660010" y="55879"/>
                  </a:lnTo>
                  <a:cubicBezTo>
                    <a:pt x="2660010" y="51434"/>
                    <a:pt x="2658740" y="48259"/>
                    <a:pt x="2656200" y="46354"/>
                  </a:cubicBezTo>
                  <a:cubicBezTo>
                    <a:pt x="2653660" y="43814"/>
                    <a:pt x="2649850" y="43179"/>
                    <a:pt x="2645405" y="43179"/>
                  </a:cubicBezTo>
                  <a:cubicBezTo>
                    <a:pt x="2641595" y="43179"/>
                    <a:pt x="2637785" y="43179"/>
                    <a:pt x="2634610" y="44449"/>
                  </a:cubicBezTo>
                  <a:cubicBezTo>
                    <a:pt x="2631435" y="45084"/>
                    <a:pt x="2628260" y="46354"/>
                    <a:pt x="2625085" y="48259"/>
                  </a:cubicBezTo>
                  <a:lnTo>
                    <a:pt x="2619370" y="36829"/>
                  </a:lnTo>
                  <a:cubicBezTo>
                    <a:pt x="2623180" y="34289"/>
                    <a:pt x="2626990" y="33019"/>
                    <a:pt x="2631435" y="31749"/>
                  </a:cubicBezTo>
                  <a:cubicBezTo>
                    <a:pt x="2635880" y="30479"/>
                    <a:pt x="2640325" y="29844"/>
                    <a:pt x="2646040" y="29844"/>
                  </a:cubicBezTo>
                  <a:close/>
                  <a:moveTo>
                    <a:pt x="1114426" y="29844"/>
                  </a:moveTo>
                  <a:lnTo>
                    <a:pt x="1129666" y="29844"/>
                  </a:lnTo>
                  <a:lnTo>
                    <a:pt x="1129666" y="107949"/>
                  </a:lnTo>
                  <a:lnTo>
                    <a:pt x="1114426" y="107949"/>
                  </a:lnTo>
                  <a:lnTo>
                    <a:pt x="1114426" y="100964"/>
                  </a:lnTo>
                  <a:cubicBezTo>
                    <a:pt x="1114426" y="100964"/>
                    <a:pt x="1109981" y="106044"/>
                    <a:pt x="1106171" y="107314"/>
                  </a:cubicBezTo>
                  <a:cubicBezTo>
                    <a:pt x="1102996" y="109219"/>
                    <a:pt x="1098551" y="109854"/>
                    <a:pt x="1094741" y="109854"/>
                  </a:cubicBezTo>
                  <a:cubicBezTo>
                    <a:pt x="1085851" y="109854"/>
                    <a:pt x="1078866" y="106679"/>
                    <a:pt x="1073786" y="100964"/>
                  </a:cubicBezTo>
                  <a:cubicBezTo>
                    <a:pt x="1069341" y="95249"/>
                    <a:pt x="1066800" y="86359"/>
                    <a:pt x="1066800" y="74929"/>
                  </a:cubicBezTo>
                  <a:lnTo>
                    <a:pt x="1066800" y="30479"/>
                  </a:lnTo>
                  <a:lnTo>
                    <a:pt x="1082040" y="30479"/>
                  </a:lnTo>
                  <a:lnTo>
                    <a:pt x="1082040" y="74294"/>
                  </a:lnTo>
                  <a:cubicBezTo>
                    <a:pt x="1082040" y="81279"/>
                    <a:pt x="1083311" y="86994"/>
                    <a:pt x="1085851" y="90169"/>
                  </a:cubicBezTo>
                  <a:cubicBezTo>
                    <a:pt x="1088390" y="93979"/>
                    <a:pt x="1092201" y="95249"/>
                    <a:pt x="1097916" y="95249"/>
                  </a:cubicBezTo>
                  <a:cubicBezTo>
                    <a:pt x="1102996" y="95249"/>
                    <a:pt x="1106806" y="93344"/>
                    <a:pt x="1109981" y="90169"/>
                  </a:cubicBezTo>
                  <a:cubicBezTo>
                    <a:pt x="1112521" y="86994"/>
                    <a:pt x="1114426" y="81914"/>
                    <a:pt x="1114426" y="75564"/>
                  </a:cubicBezTo>
                  <a:close/>
                  <a:moveTo>
                    <a:pt x="1011556" y="29844"/>
                  </a:moveTo>
                  <a:cubicBezTo>
                    <a:pt x="1013461" y="29844"/>
                    <a:pt x="1015367" y="29844"/>
                    <a:pt x="1017272" y="30479"/>
                  </a:cubicBezTo>
                  <a:cubicBezTo>
                    <a:pt x="1019176" y="30479"/>
                    <a:pt x="1021081" y="31749"/>
                    <a:pt x="1022352" y="32384"/>
                  </a:cubicBezTo>
                  <a:cubicBezTo>
                    <a:pt x="1024257" y="33019"/>
                    <a:pt x="1025526" y="34289"/>
                    <a:pt x="1026797" y="35559"/>
                  </a:cubicBezTo>
                  <a:cubicBezTo>
                    <a:pt x="1028067" y="36829"/>
                    <a:pt x="1029336" y="37464"/>
                    <a:pt x="1030607" y="38734"/>
                  </a:cubicBezTo>
                  <a:lnTo>
                    <a:pt x="1030607" y="31749"/>
                  </a:lnTo>
                  <a:lnTo>
                    <a:pt x="1045847" y="31749"/>
                  </a:lnTo>
                  <a:lnTo>
                    <a:pt x="1045847" y="130809"/>
                  </a:lnTo>
                  <a:lnTo>
                    <a:pt x="1032512" y="137477"/>
                  </a:lnTo>
                  <a:lnTo>
                    <a:pt x="1032512" y="101599"/>
                  </a:lnTo>
                  <a:cubicBezTo>
                    <a:pt x="1032512" y="101599"/>
                    <a:pt x="1026797" y="106679"/>
                    <a:pt x="1022986" y="107949"/>
                  </a:cubicBezTo>
                  <a:cubicBezTo>
                    <a:pt x="1019812" y="109854"/>
                    <a:pt x="1016001" y="110489"/>
                    <a:pt x="1011556" y="110489"/>
                  </a:cubicBezTo>
                  <a:cubicBezTo>
                    <a:pt x="1007111" y="110489"/>
                    <a:pt x="1003301" y="109854"/>
                    <a:pt x="999491" y="107949"/>
                  </a:cubicBezTo>
                  <a:cubicBezTo>
                    <a:pt x="995681" y="106679"/>
                    <a:pt x="992506" y="104139"/>
                    <a:pt x="989966" y="100329"/>
                  </a:cubicBezTo>
                  <a:cubicBezTo>
                    <a:pt x="987426" y="97154"/>
                    <a:pt x="984886" y="92709"/>
                    <a:pt x="983616" y="87629"/>
                  </a:cubicBezTo>
                  <a:cubicBezTo>
                    <a:pt x="982346" y="82549"/>
                    <a:pt x="981076" y="76199"/>
                    <a:pt x="981076" y="68579"/>
                  </a:cubicBezTo>
                  <a:cubicBezTo>
                    <a:pt x="981076" y="61594"/>
                    <a:pt x="981711" y="55879"/>
                    <a:pt x="983616" y="51434"/>
                  </a:cubicBezTo>
                  <a:cubicBezTo>
                    <a:pt x="985521" y="46354"/>
                    <a:pt x="987426" y="42544"/>
                    <a:pt x="990601" y="39369"/>
                  </a:cubicBezTo>
                  <a:cubicBezTo>
                    <a:pt x="993142" y="36194"/>
                    <a:pt x="996951" y="33654"/>
                    <a:pt x="1000126" y="32384"/>
                  </a:cubicBezTo>
                  <a:cubicBezTo>
                    <a:pt x="1003937" y="31114"/>
                    <a:pt x="1007746" y="29844"/>
                    <a:pt x="1011556" y="29844"/>
                  </a:cubicBezTo>
                  <a:close/>
                  <a:moveTo>
                    <a:pt x="4871716" y="29210"/>
                  </a:moveTo>
                  <a:cubicBezTo>
                    <a:pt x="4876796" y="29210"/>
                    <a:pt x="4881241" y="29845"/>
                    <a:pt x="4885686" y="31750"/>
                  </a:cubicBezTo>
                  <a:cubicBezTo>
                    <a:pt x="4890131" y="33655"/>
                    <a:pt x="4894576" y="35560"/>
                    <a:pt x="4897751" y="38100"/>
                  </a:cubicBezTo>
                  <a:lnTo>
                    <a:pt x="4899021" y="38100"/>
                  </a:lnTo>
                  <a:lnTo>
                    <a:pt x="4892036" y="50165"/>
                  </a:lnTo>
                  <a:cubicBezTo>
                    <a:pt x="4888861" y="47625"/>
                    <a:pt x="4885686" y="46355"/>
                    <a:pt x="4882511" y="45085"/>
                  </a:cubicBezTo>
                  <a:cubicBezTo>
                    <a:pt x="4879336" y="43815"/>
                    <a:pt x="4875526" y="43180"/>
                    <a:pt x="4872351" y="43180"/>
                  </a:cubicBezTo>
                  <a:cubicBezTo>
                    <a:pt x="4869176" y="43180"/>
                    <a:pt x="4866001" y="43815"/>
                    <a:pt x="4864096" y="45085"/>
                  </a:cubicBezTo>
                  <a:cubicBezTo>
                    <a:pt x="4862191" y="46355"/>
                    <a:pt x="4861556" y="48260"/>
                    <a:pt x="4861556" y="50165"/>
                  </a:cubicBezTo>
                  <a:cubicBezTo>
                    <a:pt x="4861556" y="51435"/>
                    <a:pt x="4861556" y="52070"/>
                    <a:pt x="4861556" y="52705"/>
                  </a:cubicBezTo>
                  <a:cubicBezTo>
                    <a:pt x="4861556" y="53340"/>
                    <a:pt x="4862826" y="54610"/>
                    <a:pt x="4863461" y="55245"/>
                  </a:cubicBezTo>
                  <a:cubicBezTo>
                    <a:pt x="4864731" y="55880"/>
                    <a:pt x="4866001" y="57150"/>
                    <a:pt x="4867906" y="57785"/>
                  </a:cubicBezTo>
                  <a:cubicBezTo>
                    <a:pt x="4869811" y="59055"/>
                    <a:pt x="4872351" y="59690"/>
                    <a:pt x="4874891" y="60960"/>
                  </a:cubicBezTo>
                  <a:cubicBezTo>
                    <a:pt x="4879336" y="62865"/>
                    <a:pt x="4883146" y="64135"/>
                    <a:pt x="4886321" y="66040"/>
                  </a:cubicBezTo>
                  <a:cubicBezTo>
                    <a:pt x="4889496" y="67310"/>
                    <a:pt x="4892036" y="69215"/>
                    <a:pt x="4894576" y="71120"/>
                  </a:cubicBezTo>
                  <a:cubicBezTo>
                    <a:pt x="4896481" y="73025"/>
                    <a:pt x="4898386" y="75565"/>
                    <a:pt x="4899656" y="78105"/>
                  </a:cubicBezTo>
                  <a:cubicBezTo>
                    <a:pt x="4900926" y="80645"/>
                    <a:pt x="4901561" y="83820"/>
                    <a:pt x="4901561" y="87630"/>
                  </a:cubicBezTo>
                  <a:cubicBezTo>
                    <a:pt x="4901561" y="92075"/>
                    <a:pt x="4900926" y="95250"/>
                    <a:pt x="4899021" y="98425"/>
                  </a:cubicBezTo>
                  <a:cubicBezTo>
                    <a:pt x="4897116" y="101600"/>
                    <a:pt x="4895211" y="103505"/>
                    <a:pt x="4892671" y="105410"/>
                  </a:cubicBezTo>
                  <a:cubicBezTo>
                    <a:pt x="4890131" y="107315"/>
                    <a:pt x="4886956" y="108585"/>
                    <a:pt x="4883146" y="109220"/>
                  </a:cubicBezTo>
                  <a:cubicBezTo>
                    <a:pt x="4879336" y="109855"/>
                    <a:pt x="4876161" y="110490"/>
                    <a:pt x="4872351" y="110490"/>
                  </a:cubicBezTo>
                  <a:cubicBezTo>
                    <a:pt x="4867271" y="110490"/>
                    <a:pt x="4862191" y="109855"/>
                    <a:pt x="4857111" y="107950"/>
                  </a:cubicBezTo>
                  <a:cubicBezTo>
                    <a:pt x="4851396" y="106045"/>
                    <a:pt x="4846951" y="103505"/>
                    <a:pt x="4842506" y="100965"/>
                  </a:cubicBezTo>
                  <a:lnTo>
                    <a:pt x="4849491" y="89535"/>
                  </a:lnTo>
                  <a:cubicBezTo>
                    <a:pt x="4853301" y="92075"/>
                    <a:pt x="4857111" y="93980"/>
                    <a:pt x="4860921" y="95250"/>
                  </a:cubicBezTo>
                  <a:cubicBezTo>
                    <a:pt x="4864731" y="96520"/>
                    <a:pt x="4868541" y="97155"/>
                    <a:pt x="4872351" y="97155"/>
                  </a:cubicBezTo>
                  <a:cubicBezTo>
                    <a:pt x="4877431" y="97155"/>
                    <a:pt x="4880606" y="96520"/>
                    <a:pt x="4883146" y="94615"/>
                  </a:cubicBezTo>
                  <a:cubicBezTo>
                    <a:pt x="4885686" y="93345"/>
                    <a:pt x="4886321" y="90805"/>
                    <a:pt x="4886321" y="88265"/>
                  </a:cubicBezTo>
                  <a:cubicBezTo>
                    <a:pt x="4886321" y="86995"/>
                    <a:pt x="4886321" y="85725"/>
                    <a:pt x="4885051" y="84455"/>
                  </a:cubicBezTo>
                  <a:cubicBezTo>
                    <a:pt x="4884416" y="83185"/>
                    <a:pt x="4883146" y="82550"/>
                    <a:pt x="4881241" y="81280"/>
                  </a:cubicBezTo>
                  <a:cubicBezTo>
                    <a:pt x="4879971" y="80010"/>
                    <a:pt x="4878066" y="79375"/>
                    <a:pt x="4875526" y="78105"/>
                  </a:cubicBezTo>
                  <a:cubicBezTo>
                    <a:pt x="4872986" y="77470"/>
                    <a:pt x="4871081" y="76200"/>
                    <a:pt x="4867906" y="74930"/>
                  </a:cubicBezTo>
                  <a:cubicBezTo>
                    <a:pt x="4863461" y="73025"/>
                    <a:pt x="4860286" y="71755"/>
                    <a:pt x="4857111" y="69850"/>
                  </a:cubicBezTo>
                  <a:cubicBezTo>
                    <a:pt x="4853936" y="67945"/>
                    <a:pt x="4852031" y="66675"/>
                    <a:pt x="4850126" y="64770"/>
                  </a:cubicBezTo>
                  <a:cubicBezTo>
                    <a:pt x="4848221" y="62865"/>
                    <a:pt x="4846951" y="60960"/>
                    <a:pt x="4846316" y="58420"/>
                  </a:cubicBezTo>
                  <a:cubicBezTo>
                    <a:pt x="4845681" y="55880"/>
                    <a:pt x="4845046" y="53340"/>
                    <a:pt x="4845046" y="50165"/>
                  </a:cubicBezTo>
                  <a:cubicBezTo>
                    <a:pt x="4845046" y="46990"/>
                    <a:pt x="4845681" y="43815"/>
                    <a:pt x="4846951" y="40640"/>
                  </a:cubicBezTo>
                  <a:cubicBezTo>
                    <a:pt x="4848221" y="38100"/>
                    <a:pt x="4850126" y="35560"/>
                    <a:pt x="4852666" y="34290"/>
                  </a:cubicBezTo>
                  <a:cubicBezTo>
                    <a:pt x="4855206" y="32385"/>
                    <a:pt x="4857746" y="31115"/>
                    <a:pt x="4860921" y="30480"/>
                  </a:cubicBezTo>
                  <a:cubicBezTo>
                    <a:pt x="4864096" y="29845"/>
                    <a:pt x="4867906" y="29210"/>
                    <a:pt x="4871716" y="29210"/>
                  </a:cubicBezTo>
                  <a:close/>
                  <a:moveTo>
                    <a:pt x="4749796" y="29210"/>
                  </a:moveTo>
                  <a:cubicBezTo>
                    <a:pt x="4752971" y="29210"/>
                    <a:pt x="4755511" y="29210"/>
                    <a:pt x="4757416" y="29845"/>
                  </a:cubicBezTo>
                  <a:cubicBezTo>
                    <a:pt x="4759321" y="30480"/>
                    <a:pt x="4761226" y="31115"/>
                    <a:pt x="4763131" y="32385"/>
                  </a:cubicBezTo>
                  <a:lnTo>
                    <a:pt x="4759321" y="46990"/>
                  </a:lnTo>
                  <a:lnTo>
                    <a:pt x="4758051" y="46990"/>
                  </a:lnTo>
                  <a:cubicBezTo>
                    <a:pt x="4758051" y="46990"/>
                    <a:pt x="4754876" y="45085"/>
                    <a:pt x="4752971" y="45085"/>
                  </a:cubicBezTo>
                  <a:cubicBezTo>
                    <a:pt x="4751066" y="45085"/>
                    <a:pt x="4749161" y="44450"/>
                    <a:pt x="4746621" y="44450"/>
                  </a:cubicBezTo>
                  <a:cubicBezTo>
                    <a:pt x="4741541" y="44450"/>
                    <a:pt x="4737731" y="46355"/>
                    <a:pt x="4735191" y="49530"/>
                  </a:cubicBezTo>
                  <a:cubicBezTo>
                    <a:pt x="4732651" y="52705"/>
                    <a:pt x="4731381" y="57785"/>
                    <a:pt x="4731381" y="64770"/>
                  </a:cubicBezTo>
                  <a:lnTo>
                    <a:pt x="4731381" y="109220"/>
                  </a:lnTo>
                  <a:lnTo>
                    <a:pt x="4716141" y="109220"/>
                  </a:lnTo>
                  <a:lnTo>
                    <a:pt x="4716141" y="31115"/>
                  </a:lnTo>
                  <a:lnTo>
                    <a:pt x="4731381" y="31115"/>
                  </a:lnTo>
                  <a:lnTo>
                    <a:pt x="4731381" y="38735"/>
                  </a:lnTo>
                  <a:cubicBezTo>
                    <a:pt x="4731381" y="38735"/>
                    <a:pt x="4733286" y="36195"/>
                    <a:pt x="4734556" y="34925"/>
                  </a:cubicBezTo>
                  <a:cubicBezTo>
                    <a:pt x="4735826" y="33655"/>
                    <a:pt x="4737096" y="33020"/>
                    <a:pt x="4739001" y="31750"/>
                  </a:cubicBezTo>
                  <a:cubicBezTo>
                    <a:pt x="4740271" y="31115"/>
                    <a:pt x="4742176" y="30480"/>
                    <a:pt x="4744081" y="29845"/>
                  </a:cubicBezTo>
                  <a:cubicBezTo>
                    <a:pt x="4745986" y="29845"/>
                    <a:pt x="4747891" y="29210"/>
                    <a:pt x="4749796" y="29210"/>
                  </a:cubicBezTo>
                  <a:close/>
                  <a:moveTo>
                    <a:pt x="4349110" y="29210"/>
                  </a:moveTo>
                  <a:cubicBezTo>
                    <a:pt x="4352285" y="29210"/>
                    <a:pt x="4354825" y="29210"/>
                    <a:pt x="4356730" y="29845"/>
                  </a:cubicBezTo>
                  <a:cubicBezTo>
                    <a:pt x="4358635" y="29845"/>
                    <a:pt x="4360540" y="31115"/>
                    <a:pt x="4362445" y="32385"/>
                  </a:cubicBezTo>
                  <a:lnTo>
                    <a:pt x="4358635" y="46990"/>
                  </a:lnTo>
                  <a:lnTo>
                    <a:pt x="4357365" y="46990"/>
                  </a:lnTo>
                  <a:cubicBezTo>
                    <a:pt x="4357365" y="46990"/>
                    <a:pt x="4354190" y="45085"/>
                    <a:pt x="4352285" y="45085"/>
                  </a:cubicBezTo>
                  <a:cubicBezTo>
                    <a:pt x="4350380" y="45085"/>
                    <a:pt x="4348475" y="44450"/>
                    <a:pt x="4345935" y="44450"/>
                  </a:cubicBezTo>
                  <a:cubicBezTo>
                    <a:pt x="4340855" y="44450"/>
                    <a:pt x="4337045" y="46355"/>
                    <a:pt x="4334505" y="49530"/>
                  </a:cubicBezTo>
                  <a:cubicBezTo>
                    <a:pt x="4331965" y="52705"/>
                    <a:pt x="4330695" y="57785"/>
                    <a:pt x="4330695" y="64770"/>
                  </a:cubicBezTo>
                  <a:lnTo>
                    <a:pt x="4330695" y="109220"/>
                  </a:lnTo>
                  <a:lnTo>
                    <a:pt x="4315455" y="109220"/>
                  </a:lnTo>
                  <a:lnTo>
                    <a:pt x="4315455" y="31115"/>
                  </a:lnTo>
                  <a:lnTo>
                    <a:pt x="4330695" y="31115"/>
                  </a:lnTo>
                  <a:lnTo>
                    <a:pt x="4330695" y="38735"/>
                  </a:lnTo>
                  <a:cubicBezTo>
                    <a:pt x="4330695" y="38735"/>
                    <a:pt x="4332600" y="36195"/>
                    <a:pt x="4333870" y="34925"/>
                  </a:cubicBezTo>
                  <a:cubicBezTo>
                    <a:pt x="4335140" y="33655"/>
                    <a:pt x="4336410" y="33020"/>
                    <a:pt x="4338315" y="31750"/>
                  </a:cubicBezTo>
                  <a:cubicBezTo>
                    <a:pt x="4339585" y="31115"/>
                    <a:pt x="4341490" y="30480"/>
                    <a:pt x="4343395" y="29845"/>
                  </a:cubicBezTo>
                  <a:cubicBezTo>
                    <a:pt x="4345300" y="29845"/>
                    <a:pt x="4347205" y="29210"/>
                    <a:pt x="4349110" y="29210"/>
                  </a:cubicBezTo>
                  <a:close/>
                  <a:moveTo>
                    <a:pt x="4044310" y="29210"/>
                  </a:moveTo>
                  <a:cubicBezTo>
                    <a:pt x="4050025" y="29210"/>
                    <a:pt x="4054470" y="30480"/>
                    <a:pt x="4058915" y="32385"/>
                  </a:cubicBezTo>
                  <a:cubicBezTo>
                    <a:pt x="4062725" y="34290"/>
                    <a:pt x="4066535" y="37465"/>
                    <a:pt x="4069075" y="40640"/>
                  </a:cubicBezTo>
                  <a:cubicBezTo>
                    <a:pt x="4071615" y="44450"/>
                    <a:pt x="4073520" y="48260"/>
                    <a:pt x="4075425" y="53340"/>
                  </a:cubicBezTo>
                  <a:cubicBezTo>
                    <a:pt x="4076695" y="57785"/>
                    <a:pt x="4077330" y="62865"/>
                    <a:pt x="4077330" y="68580"/>
                  </a:cubicBezTo>
                  <a:lnTo>
                    <a:pt x="4076060" y="68580"/>
                  </a:lnTo>
                  <a:cubicBezTo>
                    <a:pt x="4076060" y="68580"/>
                    <a:pt x="4076060" y="71120"/>
                    <a:pt x="4076060" y="72390"/>
                  </a:cubicBezTo>
                  <a:cubicBezTo>
                    <a:pt x="4076060" y="73660"/>
                    <a:pt x="4076060" y="74295"/>
                    <a:pt x="4076060" y="75565"/>
                  </a:cubicBezTo>
                  <a:lnTo>
                    <a:pt x="4024625" y="75565"/>
                  </a:lnTo>
                  <a:cubicBezTo>
                    <a:pt x="4024625" y="79375"/>
                    <a:pt x="4025895" y="82550"/>
                    <a:pt x="4027165" y="85090"/>
                  </a:cubicBezTo>
                  <a:cubicBezTo>
                    <a:pt x="4028435" y="87630"/>
                    <a:pt x="4029705" y="90170"/>
                    <a:pt x="4031610" y="91440"/>
                  </a:cubicBezTo>
                  <a:cubicBezTo>
                    <a:pt x="4033515" y="93345"/>
                    <a:pt x="4035420" y="94615"/>
                    <a:pt x="4037325" y="95250"/>
                  </a:cubicBezTo>
                  <a:cubicBezTo>
                    <a:pt x="4039230" y="95885"/>
                    <a:pt x="4041770" y="96520"/>
                    <a:pt x="4044310" y="96520"/>
                  </a:cubicBezTo>
                  <a:cubicBezTo>
                    <a:pt x="4046215" y="96520"/>
                    <a:pt x="4047485" y="96520"/>
                    <a:pt x="4049390" y="96520"/>
                  </a:cubicBezTo>
                  <a:cubicBezTo>
                    <a:pt x="4050660" y="96520"/>
                    <a:pt x="4052565" y="95885"/>
                    <a:pt x="4053835" y="95250"/>
                  </a:cubicBezTo>
                  <a:cubicBezTo>
                    <a:pt x="4055105" y="95250"/>
                    <a:pt x="4056375" y="93980"/>
                    <a:pt x="4057645" y="93345"/>
                  </a:cubicBezTo>
                  <a:cubicBezTo>
                    <a:pt x="4058915" y="93345"/>
                    <a:pt x="4060185" y="92075"/>
                    <a:pt x="4062090" y="90805"/>
                  </a:cubicBezTo>
                  <a:lnTo>
                    <a:pt x="4070980" y="100330"/>
                  </a:lnTo>
                  <a:cubicBezTo>
                    <a:pt x="4070980" y="100330"/>
                    <a:pt x="4067170" y="103505"/>
                    <a:pt x="4065265" y="104775"/>
                  </a:cubicBezTo>
                  <a:cubicBezTo>
                    <a:pt x="4063360" y="106045"/>
                    <a:pt x="4061455" y="106680"/>
                    <a:pt x="4059550" y="107950"/>
                  </a:cubicBezTo>
                  <a:cubicBezTo>
                    <a:pt x="4057645" y="108585"/>
                    <a:pt x="4055105" y="109855"/>
                    <a:pt x="4052565" y="109855"/>
                  </a:cubicBezTo>
                  <a:cubicBezTo>
                    <a:pt x="4050025" y="109855"/>
                    <a:pt x="4046850" y="110490"/>
                    <a:pt x="4043675" y="110490"/>
                  </a:cubicBezTo>
                  <a:cubicBezTo>
                    <a:pt x="4040500" y="110490"/>
                    <a:pt x="4037325" y="110490"/>
                    <a:pt x="4034150" y="109220"/>
                  </a:cubicBezTo>
                  <a:cubicBezTo>
                    <a:pt x="4030975" y="108585"/>
                    <a:pt x="4028435" y="107315"/>
                    <a:pt x="4026530" y="105410"/>
                  </a:cubicBezTo>
                  <a:cubicBezTo>
                    <a:pt x="4023990" y="104140"/>
                    <a:pt x="4022085" y="102235"/>
                    <a:pt x="4020180" y="100330"/>
                  </a:cubicBezTo>
                  <a:cubicBezTo>
                    <a:pt x="4018275" y="98425"/>
                    <a:pt x="4016370" y="95885"/>
                    <a:pt x="4015100" y="92710"/>
                  </a:cubicBezTo>
                  <a:cubicBezTo>
                    <a:pt x="4013195" y="89535"/>
                    <a:pt x="4011925" y="86360"/>
                    <a:pt x="4011290" y="82550"/>
                  </a:cubicBezTo>
                  <a:cubicBezTo>
                    <a:pt x="4010655" y="78740"/>
                    <a:pt x="4010020" y="74295"/>
                    <a:pt x="4010020" y="69850"/>
                  </a:cubicBezTo>
                  <a:cubicBezTo>
                    <a:pt x="4010020" y="63500"/>
                    <a:pt x="4010655" y="57150"/>
                    <a:pt x="4012560" y="52070"/>
                  </a:cubicBezTo>
                  <a:cubicBezTo>
                    <a:pt x="4014465" y="46990"/>
                    <a:pt x="4016370" y="42545"/>
                    <a:pt x="4019545" y="39370"/>
                  </a:cubicBezTo>
                  <a:cubicBezTo>
                    <a:pt x="4022720" y="36195"/>
                    <a:pt x="4025895" y="33020"/>
                    <a:pt x="4030340" y="31750"/>
                  </a:cubicBezTo>
                  <a:cubicBezTo>
                    <a:pt x="4034785" y="29845"/>
                    <a:pt x="4039230" y="29210"/>
                    <a:pt x="4044310" y="29210"/>
                  </a:cubicBezTo>
                  <a:close/>
                  <a:moveTo>
                    <a:pt x="3811900" y="29210"/>
                  </a:moveTo>
                  <a:cubicBezTo>
                    <a:pt x="3815075" y="29210"/>
                    <a:pt x="3817615" y="29210"/>
                    <a:pt x="3819520" y="29845"/>
                  </a:cubicBezTo>
                  <a:cubicBezTo>
                    <a:pt x="3821425" y="29845"/>
                    <a:pt x="3823330" y="31115"/>
                    <a:pt x="3825235" y="32385"/>
                  </a:cubicBezTo>
                  <a:lnTo>
                    <a:pt x="3821425" y="46990"/>
                  </a:lnTo>
                  <a:lnTo>
                    <a:pt x="3820155" y="46990"/>
                  </a:lnTo>
                  <a:cubicBezTo>
                    <a:pt x="3820155" y="46990"/>
                    <a:pt x="3816980" y="45085"/>
                    <a:pt x="3815075" y="45085"/>
                  </a:cubicBezTo>
                  <a:cubicBezTo>
                    <a:pt x="3813170" y="45085"/>
                    <a:pt x="3811265" y="44450"/>
                    <a:pt x="3808725" y="44450"/>
                  </a:cubicBezTo>
                  <a:cubicBezTo>
                    <a:pt x="3803645" y="44450"/>
                    <a:pt x="3799835" y="46355"/>
                    <a:pt x="3797295" y="49530"/>
                  </a:cubicBezTo>
                  <a:cubicBezTo>
                    <a:pt x="3794755" y="52705"/>
                    <a:pt x="3793485" y="57785"/>
                    <a:pt x="3793485" y="64770"/>
                  </a:cubicBezTo>
                  <a:lnTo>
                    <a:pt x="3793485" y="109220"/>
                  </a:lnTo>
                  <a:lnTo>
                    <a:pt x="3778245" y="109220"/>
                  </a:lnTo>
                  <a:lnTo>
                    <a:pt x="3778245" y="31115"/>
                  </a:lnTo>
                  <a:lnTo>
                    <a:pt x="3793485" y="31115"/>
                  </a:lnTo>
                  <a:lnTo>
                    <a:pt x="3793485" y="38735"/>
                  </a:lnTo>
                  <a:cubicBezTo>
                    <a:pt x="3793485" y="38735"/>
                    <a:pt x="3795390" y="36195"/>
                    <a:pt x="3796660" y="34925"/>
                  </a:cubicBezTo>
                  <a:cubicBezTo>
                    <a:pt x="3797930" y="33655"/>
                    <a:pt x="3799200" y="33020"/>
                    <a:pt x="3801105" y="31750"/>
                  </a:cubicBezTo>
                  <a:cubicBezTo>
                    <a:pt x="3802375" y="31115"/>
                    <a:pt x="3804280" y="30480"/>
                    <a:pt x="3806185" y="29845"/>
                  </a:cubicBezTo>
                  <a:cubicBezTo>
                    <a:pt x="3808090" y="29845"/>
                    <a:pt x="3809995" y="29210"/>
                    <a:pt x="3811900" y="29210"/>
                  </a:cubicBezTo>
                  <a:close/>
                  <a:moveTo>
                    <a:pt x="3729986" y="29210"/>
                  </a:moveTo>
                  <a:cubicBezTo>
                    <a:pt x="3735701" y="29210"/>
                    <a:pt x="3740146" y="30480"/>
                    <a:pt x="3744591" y="32385"/>
                  </a:cubicBezTo>
                  <a:cubicBezTo>
                    <a:pt x="3748401" y="34290"/>
                    <a:pt x="3752211" y="37465"/>
                    <a:pt x="3754751" y="40640"/>
                  </a:cubicBezTo>
                  <a:cubicBezTo>
                    <a:pt x="3757291" y="44450"/>
                    <a:pt x="3759196" y="48260"/>
                    <a:pt x="3761101" y="53340"/>
                  </a:cubicBezTo>
                  <a:cubicBezTo>
                    <a:pt x="3762371" y="57785"/>
                    <a:pt x="3763006" y="62865"/>
                    <a:pt x="3763006" y="68580"/>
                  </a:cubicBezTo>
                  <a:lnTo>
                    <a:pt x="3761736" y="68580"/>
                  </a:lnTo>
                  <a:cubicBezTo>
                    <a:pt x="3761736" y="68580"/>
                    <a:pt x="3761736" y="71120"/>
                    <a:pt x="3761736" y="72390"/>
                  </a:cubicBezTo>
                  <a:cubicBezTo>
                    <a:pt x="3761736" y="73660"/>
                    <a:pt x="3761736" y="74295"/>
                    <a:pt x="3761736" y="75565"/>
                  </a:cubicBezTo>
                  <a:lnTo>
                    <a:pt x="3710301" y="75565"/>
                  </a:lnTo>
                  <a:cubicBezTo>
                    <a:pt x="3710301" y="79375"/>
                    <a:pt x="3711571" y="82550"/>
                    <a:pt x="3712841" y="85090"/>
                  </a:cubicBezTo>
                  <a:cubicBezTo>
                    <a:pt x="3714111" y="87630"/>
                    <a:pt x="3715381" y="90170"/>
                    <a:pt x="3717286" y="91440"/>
                  </a:cubicBezTo>
                  <a:cubicBezTo>
                    <a:pt x="3719191" y="93345"/>
                    <a:pt x="3721096" y="94615"/>
                    <a:pt x="3723001" y="95250"/>
                  </a:cubicBezTo>
                  <a:cubicBezTo>
                    <a:pt x="3724906" y="95885"/>
                    <a:pt x="3727446" y="96520"/>
                    <a:pt x="3729986" y="96520"/>
                  </a:cubicBezTo>
                  <a:cubicBezTo>
                    <a:pt x="3731891" y="96520"/>
                    <a:pt x="3733161" y="96520"/>
                    <a:pt x="3735066" y="96520"/>
                  </a:cubicBezTo>
                  <a:cubicBezTo>
                    <a:pt x="3736336" y="96520"/>
                    <a:pt x="3738241" y="95885"/>
                    <a:pt x="3739511" y="95250"/>
                  </a:cubicBezTo>
                  <a:cubicBezTo>
                    <a:pt x="3740781" y="95250"/>
                    <a:pt x="3742051" y="93980"/>
                    <a:pt x="3743321" y="93345"/>
                  </a:cubicBezTo>
                  <a:cubicBezTo>
                    <a:pt x="3744591" y="93345"/>
                    <a:pt x="3745861" y="92075"/>
                    <a:pt x="3747766" y="90805"/>
                  </a:cubicBezTo>
                  <a:lnTo>
                    <a:pt x="3756656" y="100330"/>
                  </a:lnTo>
                  <a:cubicBezTo>
                    <a:pt x="3756656" y="100330"/>
                    <a:pt x="3752846" y="103505"/>
                    <a:pt x="3750941" y="104775"/>
                  </a:cubicBezTo>
                  <a:cubicBezTo>
                    <a:pt x="3749036" y="106045"/>
                    <a:pt x="3747131" y="106680"/>
                    <a:pt x="3745226" y="107950"/>
                  </a:cubicBezTo>
                  <a:cubicBezTo>
                    <a:pt x="3743321" y="108585"/>
                    <a:pt x="3740781" y="109855"/>
                    <a:pt x="3738241" y="109855"/>
                  </a:cubicBezTo>
                  <a:cubicBezTo>
                    <a:pt x="3735701" y="109855"/>
                    <a:pt x="3732526" y="110490"/>
                    <a:pt x="3729351" y="110490"/>
                  </a:cubicBezTo>
                  <a:cubicBezTo>
                    <a:pt x="3726176" y="110490"/>
                    <a:pt x="3723001" y="110490"/>
                    <a:pt x="3719826" y="109220"/>
                  </a:cubicBezTo>
                  <a:cubicBezTo>
                    <a:pt x="3716651" y="108585"/>
                    <a:pt x="3714111" y="107315"/>
                    <a:pt x="3712206" y="105410"/>
                  </a:cubicBezTo>
                  <a:cubicBezTo>
                    <a:pt x="3709666" y="104140"/>
                    <a:pt x="3707761" y="102235"/>
                    <a:pt x="3705856" y="100330"/>
                  </a:cubicBezTo>
                  <a:cubicBezTo>
                    <a:pt x="3703951" y="98425"/>
                    <a:pt x="3702046" y="95885"/>
                    <a:pt x="3700776" y="92710"/>
                  </a:cubicBezTo>
                  <a:cubicBezTo>
                    <a:pt x="3698871" y="89535"/>
                    <a:pt x="3697601" y="86360"/>
                    <a:pt x="3696966" y="82550"/>
                  </a:cubicBezTo>
                  <a:cubicBezTo>
                    <a:pt x="3696331" y="78740"/>
                    <a:pt x="3695696" y="74295"/>
                    <a:pt x="3695696" y="69850"/>
                  </a:cubicBezTo>
                  <a:cubicBezTo>
                    <a:pt x="3695696" y="63500"/>
                    <a:pt x="3696331" y="57150"/>
                    <a:pt x="3698236" y="52070"/>
                  </a:cubicBezTo>
                  <a:cubicBezTo>
                    <a:pt x="3700141" y="46990"/>
                    <a:pt x="3702046" y="42545"/>
                    <a:pt x="3705221" y="39370"/>
                  </a:cubicBezTo>
                  <a:cubicBezTo>
                    <a:pt x="3708396" y="36195"/>
                    <a:pt x="3711571" y="33020"/>
                    <a:pt x="3716016" y="31750"/>
                  </a:cubicBezTo>
                  <a:cubicBezTo>
                    <a:pt x="3720461" y="29845"/>
                    <a:pt x="3724906" y="29210"/>
                    <a:pt x="3729986" y="29210"/>
                  </a:cubicBezTo>
                  <a:close/>
                  <a:moveTo>
                    <a:pt x="3543296" y="29210"/>
                  </a:moveTo>
                  <a:cubicBezTo>
                    <a:pt x="3549011" y="29210"/>
                    <a:pt x="3553456" y="30480"/>
                    <a:pt x="3557901" y="32385"/>
                  </a:cubicBezTo>
                  <a:cubicBezTo>
                    <a:pt x="3561711" y="34290"/>
                    <a:pt x="3565521" y="37465"/>
                    <a:pt x="3568061" y="40640"/>
                  </a:cubicBezTo>
                  <a:cubicBezTo>
                    <a:pt x="3570601" y="44450"/>
                    <a:pt x="3572506" y="48260"/>
                    <a:pt x="3574411" y="53340"/>
                  </a:cubicBezTo>
                  <a:cubicBezTo>
                    <a:pt x="3575681" y="57785"/>
                    <a:pt x="3576316" y="62865"/>
                    <a:pt x="3576316" y="68580"/>
                  </a:cubicBezTo>
                  <a:lnTo>
                    <a:pt x="3575046" y="68580"/>
                  </a:lnTo>
                  <a:cubicBezTo>
                    <a:pt x="3575046" y="68580"/>
                    <a:pt x="3575046" y="71120"/>
                    <a:pt x="3575046" y="72390"/>
                  </a:cubicBezTo>
                  <a:cubicBezTo>
                    <a:pt x="3575046" y="73660"/>
                    <a:pt x="3575046" y="74295"/>
                    <a:pt x="3575046" y="75565"/>
                  </a:cubicBezTo>
                  <a:lnTo>
                    <a:pt x="3523611" y="75565"/>
                  </a:lnTo>
                  <a:cubicBezTo>
                    <a:pt x="3523611" y="79375"/>
                    <a:pt x="3524881" y="82550"/>
                    <a:pt x="3526151" y="85090"/>
                  </a:cubicBezTo>
                  <a:cubicBezTo>
                    <a:pt x="3527421" y="87630"/>
                    <a:pt x="3528691" y="90170"/>
                    <a:pt x="3530596" y="91440"/>
                  </a:cubicBezTo>
                  <a:cubicBezTo>
                    <a:pt x="3532501" y="93345"/>
                    <a:pt x="3534406" y="94615"/>
                    <a:pt x="3536311" y="95250"/>
                  </a:cubicBezTo>
                  <a:cubicBezTo>
                    <a:pt x="3538216" y="95885"/>
                    <a:pt x="3540756" y="96520"/>
                    <a:pt x="3543296" y="96520"/>
                  </a:cubicBezTo>
                  <a:cubicBezTo>
                    <a:pt x="3545201" y="96520"/>
                    <a:pt x="3546471" y="96520"/>
                    <a:pt x="3548376" y="96520"/>
                  </a:cubicBezTo>
                  <a:cubicBezTo>
                    <a:pt x="3549646" y="96520"/>
                    <a:pt x="3551551" y="95885"/>
                    <a:pt x="3552821" y="95250"/>
                  </a:cubicBezTo>
                  <a:cubicBezTo>
                    <a:pt x="3554091" y="95250"/>
                    <a:pt x="3555361" y="93980"/>
                    <a:pt x="3556631" y="93345"/>
                  </a:cubicBezTo>
                  <a:cubicBezTo>
                    <a:pt x="3557901" y="93345"/>
                    <a:pt x="3559171" y="92075"/>
                    <a:pt x="3561076" y="90805"/>
                  </a:cubicBezTo>
                  <a:lnTo>
                    <a:pt x="3569966" y="100330"/>
                  </a:lnTo>
                  <a:cubicBezTo>
                    <a:pt x="3569966" y="100330"/>
                    <a:pt x="3566156" y="103505"/>
                    <a:pt x="3564251" y="104775"/>
                  </a:cubicBezTo>
                  <a:cubicBezTo>
                    <a:pt x="3562346" y="106045"/>
                    <a:pt x="3560441" y="106680"/>
                    <a:pt x="3558536" y="107950"/>
                  </a:cubicBezTo>
                  <a:cubicBezTo>
                    <a:pt x="3556631" y="108585"/>
                    <a:pt x="3554091" y="109855"/>
                    <a:pt x="3551551" y="109855"/>
                  </a:cubicBezTo>
                  <a:cubicBezTo>
                    <a:pt x="3549011" y="109855"/>
                    <a:pt x="3545836" y="110490"/>
                    <a:pt x="3542661" y="110490"/>
                  </a:cubicBezTo>
                  <a:cubicBezTo>
                    <a:pt x="3539486" y="110490"/>
                    <a:pt x="3536311" y="110490"/>
                    <a:pt x="3533136" y="109220"/>
                  </a:cubicBezTo>
                  <a:cubicBezTo>
                    <a:pt x="3529961" y="108585"/>
                    <a:pt x="3527421" y="107315"/>
                    <a:pt x="3525516" y="105410"/>
                  </a:cubicBezTo>
                  <a:cubicBezTo>
                    <a:pt x="3522976" y="104140"/>
                    <a:pt x="3521071" y="102235"/>
                    <a:pt x="3519166" y="100330"/>
                  </a:cubicBezTo>
                  <a:cubicBezTo>
                    <a:pt x="3517261" y="98425"/>
                    <a:pt x="3515356" y="95885"/>
                    <a:pt x="3514086" y="92710"/>
                  </a:cubicBezTo>
                  <a:cubicBezTo>
                    <a:pt x="3512181" y="89535"/>
                    <a:pt x="3510911" y="86360"/>
                    <a:pt x="3510276" y="82550"/>
                  </a:cubicBezTo>
                  <a:cubicBezTo>
                    <a:pt x="3509641" y="78740"/>
                    <a:pt x="3509006" y="74295"/>
                    <a:pt x="3509006" y="69850"/>
                  </a:cubicBezTo>
                  <a:cubicBezTo>
                    <a:pt x="3509006" y="63500"/>
                    <a:pt x="3509641" y="57150"/>
                    <a:pt x="3511546" y="52070"/>
                  </a:cubicBezTo>
                  <a:cubicBezTo>
                    <a:pt x="3513451" y="46990"/>
                    <a:pt x="3515356" y="42545"/>
                    <a:pt x="3518531" y="39370"/>
                  </a:cubicBezTo>
                  <a:cubicBezTo>
                    <a:pt x="3521706" y="36195"/>
                    <a:pt x="3524881" y="33020"/>
                    <a:pt x="3529326" y="31750"/>
                  </a:cubicBezTo>
                  <a:cubicBezTo>
                    <a:pt x="3533771" y="29845"/>
                    <a:pt x="3538216" y="29210"/>
                    <a:pt x="3543296" y="29210"/>
                  </a:cubicBezTo>
                  <a:close/>
                  <a:moveTo>
                    <a:pt x="3345176" y="29210"/>
                  </a:moveTo>
                  <a:cubicBezTo>
                    <a:pt x="3350891" y="29210"/>
                    <a:pt x="3355336" y="30480"/>
                    <a:pt x="3359781" y="32385"/>
                  </a:cubicBezTo>
                  <a:cubicBezTo>
                    <a:pt x="3363591" y="34290"/>
                    <a:pt x="3367401" y="37465"/>
                    <a:pt x="3369941" y="40640"/>
                  </a:cubicBezTo>
                  <a:cubicBezTo>
                    <a:pt x="3372481" y="44450"/>
                    <a:pt x="3374386" y="48260"/>
                    <a:pt x="3376291" y="53340"/>
                  </a:cubicBezTo>
                  <a:cubicBezTo>
                    <a:pt x="3377561" y="57785"/>
                    <a:pt x="3378196" y="62865"/>
                    <a:pt x="3378196" y="68580"/>
                  </a:cubicBezTo>
                  <a:lnTo>
                    <a:pt x="3376926" y="68580"/>
                  </a:lnTo>
                  <a:cubicBezTo>
                    <a:pt x="3376926" y="68580"/>
                    <a:pt x="3376926" y="71120"/>
                    <a:pt x="3376926" y="72390"/>
                  </a:cubicBezTo>
                  <a:cubicBezTo>
                    <a:pt x="3376926" y="73660"/>
                    <a:pt x="3376926" y="74295"/>
                    <a:pt x="3376926" y="75565"/>
                  </a:cubicBezTo>
                  <a:lnTo>
                    <a:pt x="3325491" y="75565"/>
                  </a:lnTo>
                  <a:cubicBezTo>
                    <a:pt x="3325491" y="79375"/>
                    <a:pt x="3326761" y="82550"/>
                    <a:pt x="3328031" y="85090"/>
                  </a:cubicBezTo>
                  <a:cubicBezTo>
                    <a:pt x="3329301" y="87630"/>
                    <a:pt x="3330571" y="90170"/>
                    <a:pt x="3332476" y="91440"/>
                  </a:cubicBezTo>
                  <a:cubicBezTo>
                    <a:pt x="3334381" y="93345"/>
                    <a:pt x="3336286" y="94615"/>
                    <a:pt x="3338191" y="95250"/>
                  </a:cubicBezTo>
                  <a:cubicBezTo>
                    <a:pt x="3340096" y="95885"/>
                    <a:pt x="3342636" y="96520"/>
                    <a:pt x="3345176" y="96520"/>
                  </a:cubicBezTo>
                  <a:cubicBezTo>
                    <a:pt x="3347081" y="96520"/>
                    <a:pt x="3348351" y="96520"/>
                    <a:pt x="3350256" y="96520"/>
                  </a:cubicBezTo>
                  <a:cubicBezTo>
                    <a:pt x="3351526" y="96520"/>
                    <a:pt x="3353431" y="95885"/>
                    <a:pt x="3354701" y="95250"/>
                  </a:cubicBezTo>
                  <a:cubicBezTo>
                    <a:pt x="3355971" y="95250"/>
                    <a:pt x="3357241" y="93980"/>
                    <a:pt x="3358511" y="93345"/>
                  </a:cubicBezTo>
                  <a:cubicBezTo>
                    <a:pt x="3359781" y="93345"/>
                    <a:pt x="3361051" y="92075"/>
                    <a:pt x="3362956" y="90805"/>
                  </a:cubicBezTo>
                  <a:lnTo>
                    <a:pt x="3371846" y="100330"/>
                  </a:lnTo>
                  <a:cubicBezTo>
                    <a:pt x="3371846" y="100330"/>
                    <a:pt x="3368036" y="103505"/>
                    <a:pt x="3366131" y="104775"/>
                  </a:cubicBezTo>
                  <a:cubicBezTo>
                    <a:pt x="3364226" y="106045"/>
                    <a:pt x="3362321" y="106680"/>
                    <a:pt x="3360416" y="107950"/>
                  </a:cubicBezTo>
                  <a:cubicBezTo>
                    <a:pt x="3358511" y="108585"/>
                    <a:pt x="3355971" y="109855"/>
                    <a:pt x="3353431" y="109855"/>
                  </a:cubicBezTo>
                  <a:cubicBezTo>
                    <a:pt x="3350891" y="109855"/>
                    <a:pt x="3347716" y="110490"/>
                    <a:pt x="3344541" y="110490"/>
                  </a:cubicBezTo>
                  <a:cubicBezTo>
                    <a:pt x="3341366" y="110490"/>
                    <a:pt x="3338191" y="110490"/>
                    <a:pt x="3335016" y="109220"/>
                  </a:cubicBezTo>
                  <a:cubicBezTo>
                    <a:pt x="3331841" y="108585"/>
                    <a:pt x="3329301" y="107315"/>
                    <a:pt x="3327396" y="105410"/>
                  </a:cubicBezTo>
                  <a:cubicBezTo>
                    <a:pt x="3324856" y="104140"/>
                    <a:pt x="3322951" y="102235"/>
                    <a:pt x="3321046" y="100330"/>
                  </a:cubicBezTo>
                  <a:cubicBezTo>
                    <a:pt x="3319141" y="98425"/>
                    <a:pt x="3317236" y="95885"/>
                    <a:pt x="3315966" y="92710"/>
                  </a:cubicBezTo>
                  <a:cubicBezTo>
                    <a:pt x="3314061" y="89535"/>
                    <a:pt x="3312791" y="86360"/>
                    <a:pt x="3312156" y="82550"/>
                  </a:cubicBezTo>
                  <a:cubicBezTo>
                    <a:pt x="3311521" y="78740"/>
                    <a:pt x="3310886" y="74295"/>
                    <a:pt x="3310886" y="69850"/>
                  </a:cubicBezTo>
                  <a:cubicBezTo>
                    <a:pt x="3310886" y="63500"/>
                    <a:pt x="3311521" y="57150"/>
                    <a:pt x="3313426" y="52070"/>
                  </a:cubicBezTo>
                  <a:cubicBezTo>
                    <a:pt x="3315331" y="46990"/>
                    <a:pt x="3317236" y="42545"/>
                    <a:pt x="3320411" y="39370"/>
                  </a:cubicBezTo>
                  <a:cubicBezTo>
                    <a:pt x="3323586" y="36195"/>
                    <a:pt x="3326761" y="33020"/>
                    <a:pt x="3331206" y="31750"/>
                  </a:cubicBezTo>
                  <a:cubicBezTo>
                    <a:pt x="3335651" y="29845"/>
                    <a:pt x="3340096" y="29210"/>
                    <a:pt x="3345176" y="29210"/>
                  </a:cubicBezTo>
                  <a:close/>
                  <a:moveTo>
                    <a:pt x="3060696" y="29210"/>
                  </a:moveTo>
                  <a:cubicBezTo>
                    <a:pt x="3063871" y="29210"/>
                    <a:pt x="3066411" y="29210"/>
                    <a:pt x="3068316" y="29845"/>
                  </a:cubicBezTo>
                  <a:cubicBezTo>
                    <a:pt x="3070221" y="29845"/>
                    <a:pt x="3072126" y="31115"/>
                    <a:pt x="3074031" y="32385"/>
                  </a:cubicBezTo>
                  <a:lnTo>
                    <a:pt x="3070221" y="46990"/>
                  </a:lnTo>
                  <a:lnTo>
                    <a:pt x="3068951" y="46990"/>
                  </a:lnTo>
                  <a:cubicBezTo>
                    <a:pt x="3068951" y="46990"/>
                    <a:pt x="3065776" y="45085"/>
                    <a:pt x="3063871" y="45085"/>
                  </a:cubicBezTo>
                  <a:cubicBezTo>
                    <a:pt x="3061966" y="45085"/>
                    <a:pt x="3060061" y="44450"/>
                    <a:pt x="3057521" y="44450"/>
                  </a:cubicBezTo>
                  <a:cubicBezTo>
                    <a:pt x="3052441" y="44450"/>
                    <a:pt x="3048631" y="46355"/>
                    <a:pt x="3046091" y="49530"/>
                  </a:cubicBezTo>
                  <a:cubicBezTo>
                    <a:pt x="3043551" y="52705"/>
                    <a:pt x="3042281" y="57785"/>
                    <a:pt x="3042281" y="64770"/>
                  </a:cubicBezTo>
                  <a:lnTo>
                    <a:pt x="3042281" y="109220"/>
                  </a:lnTo>
                  <a:lnTo>
                    <a:pt x="3027041" y="109220"/>
                  </a:lnTo>
                  <a:lnTo>
                    <a:pt x="3027041" y="31115"/>
                  </a:lnTo>
                  <a:lnTo>
                    <a:pt x="3042281" y="31115"/>
                  </a:lnTo>
                  <a:lnTo>
                    <a:pt x="3042281" y="38735"/>
                  </a:lnTo>
                  <a:cubicBezTo>
                    <a:pt x="3042281" y="38735"/>
                    <a:pt x="3044186" y="36195"/>
                    <a:pt x="3045456" y="34925"/>
                  </a:cubicBezTo>
                  <a:cubicBezTo>
                    <a:pt x="3046726" y="33655"/>
                    <a:pt x="3047996" y="33020"/>
                    <a:pt x="3049901" y="31750"/>
                  </a:cubicBezTo>
                  <a:cubicBezTo>
                    <a:pt x="3051171" y="31115"/>
                    <a:pt x="3053076" y="30480"/>
                    <a:pt x="3054981" y="29845"/>
                  </a:cubicBezTo>
                  <a:cubicBezTo>
                    <a:pt x="3056886" y="29845"/>
                    <a:pt x="3058791" y="29210"/>
                    <a:pt x="3060696" y="29210"/>
                  </a:cubicBezTo>
                  <a:close/>
                  <a:moveTo>
                    <a:pt x="2978781" y="29210"/>
                  </a:moveTo>
                  <a:cubicBezTo>
                    <a:pt x="2984496" y="29210"/>
                    <a:pt x="2988941" y="30480"/>
                    <a:pt x="2993386" y="32385"/>
                  </a:cubicBezTo>
                  <a:cubicBezTo>
                    <a:pt x="2997196" y="34290"/>
                    <a:pt x="3001006" y="37465"/>
                    <a:pt x="3003546" y="40640"/>
                  </a:cubicBezTo>
                  <a:cubicBezTo>
                    <a:pt x="3006086" y="44450"/>
                    <a:pt x="3007991" y="48260"/>
                    <a:pt x="3009896" y="53340"/>
                  </a:cubicBezTo>
                  <a:cubicBezTo>
                    <a:pt x="3011166" y="57785"/>
                    <a:pt x="3011801" y="62865"/>
                    <a:pt x="3011801" y="68580"/>
                  </a:cubicBezTo>
                  <a:lnTo>
                    <a:pt x="3010531" y="68580"/>
                  </a:lnTo>
                  <a:cubicBezTo>
                    <a:pt x="3010531" y="68580"/>
                    <a:pt x="3010531" y="71120"/>
                    <a:pt x="3010531" y="72390"/>
                  </a:cubicBezTo>
                  <a:cubicBezTo>
                    <a:pt x="3010531" y="73660"/>
                    <a:pt x="3010531" y="74295"/>
                    <a:pt x="3010531" y="75565"/>
                  </a:cubicBezTo>
                  <a:lnTo>
                    <a:pt x="2959096" y="75565"/>
                  </a:lnTo>
                  <a:cubicBezTo>
                    <a:pt x="2959096" y="79375"/>
                    <a:pt x="2960366" y="82550"/>
                    <a:pt x="2961636" y="85090"/>
                  </a:cubicBezTo>
                  <a:cubicBezTo>
                    <a:pt x="2962906" y="87630"/>
                    <a:pt x="2964176" y="90170"/>
                    <a:pt x="2966081" y="91440"/>
                  </a:cubicBezTo>
                  <a:cubicBezTo>
                    <a:pt x="2967986" y="93345"/>
                    <a:pt x="2969891" y="94615"/>
                    <a:pt x="2971796" y="95250"/>
                  </a:cubicBezTo>
                  <a:cubicBezTo>
                    <a:pt x="2974336" y="95885"/>
                    <a:pt x="2976241" y="96520"/>
                    <a:pt x="2978781" y="96520"/>
                  </a:cubicBezTo>
                  <a:cubicBezTo>
                    <a:pt x="2980686" y="96520"/>
                    <a:pt x="2981956" y="96520"/>
                    <a:pt x="2983861" y="96520"/>
                  </a:cubicBezTo>
                  <a:cubicBezTo>
                    <a:pt x="2985131" y="96520"/>
                    <a:pt x="2987036" y="95885"/>
                    <a:pt x="2988306" y="95250"/>
                  </a:cubicBezTo>
                  <a:cubicBezTo>
                    <a:pt x="2989576" y="95250"/>
                    <a:pt x="2990846" y="93980"/>
                    <a:pt x="2992116" y="93345"/>
                  </a:cubicBezTo>
                  <a:cubicBezTo>
                    <a:pt x="2993386" y="93345"/>
                    <a:pt x="2994656" y="92075"/>
                    <a:pt x="2996561" y="90805"/>
                  </a:cubicBezTo>
                  <a:lnTo>
                    <a:pt x="3005451" y="100330"/>
                  </a:lnTo>
                  <a:cubicBezTo>
                    <a:pt x="3005451" y="100330"/>
                    <a:pt x="3001641" y="103505"/>
                    <a:pt x="2999736" y="104775"/>
                  </a:cubicBezTo>
                  <a:cubicBezTo>
                    <a:pt x="2997831" y="106045"/>
                    <a:pt x="2995926" y="106680"/>
                    <a:pt x="2994021" y="107950"/>
                  </a:cubicBezTo>
                  <a:cubicBezTo>
                    <a:pt x="2992116" y="108585"/>
                    <a:pt x="2989576" y="109855"/>
                    <a:pt x="2987036" y="109855"/>
                  </a:cubicBezTo>
                  <a:cubicBezTo>
                    <a:pt x="2984496" y="109855"/>
                    <a:pt x="2981321" y="110490"/>
                    <a:pt x="2978146" y="110490"/>
                  </a:cubicBezTo>
                  <a:cubicBezTo>
                    <a:pt x="2974971" y="110490"/>
                    <a:pt x="2971796" y="110490"/>
                    <a:pt x="2968621" y="109220"/>
                  </a:cubicBezTo>
                  <a:cubicBezTo>
                    <a:pt x="2965446" y="108585"/>
                    <a:pt x="2962906" y="107315"/>
                    <a:pt x="2961001" y="105410"/>
                  </a:cubicBezTo>
                  <a:cubicBezTo>
                    <a:pt x="2958461" y="104140"/>
                    <a:pt x="2956556" y="102235"/>
                    <a:pt x="2954651" y="100330"/>
                  </a:cubicBezTo>
                  <a:cubicBezTo>
                    <a:pt x="2952746" y="98425"/>
                    <a:pt x="2950841" y="95885"/>
                    <a:pt x="2949571" y="92710"/>
                  </a:cubicBezTo>
                  <a:cubicBezTo>
                    <a:pt x="2947666" y="89535"/>
                    <a:pt x="2946396" y="86360"/>
                    <a:pt x="2945761" y="82550"/>
                  </a:cubicBezTo>
                  <a:cubicBezTo>
                    <a:pt x="2945126" y="78740"/>
                    <a:pt x="2944491" y="74295"/>
                    <a:pt x="2944491" y="69850"/>
                  </a:cubicBezTo>
                  <a:cubicBezTo>
                    <a:pt x="2944491" y="63500"/>
                    <a:pt x="2945126" y="57150"/>
                    <a:pt x="2947031" y="52070"/>
                  </a:cubicBezTo>
                  <a:cubicBezTo>
                    <a:pt x="2948936" y="46990"/>
                    <a:pt x="2950841" y="42545"/>
                    <a:pt x="2954016" y="39370"/>
                  </a:cubicBezTo>
                  <a:cubicBezTo>
                    <a:pt x="2957191" y="36195"/>
                    <a:pt x="2960366" y="33020"/>
                    <a:pt x="2964811" y="31750"/>
                  </a:cubicBezTo>
                  <a:cubicBezTo>
                    <a:pt x="2969256" y="29845"/>
                    <a:pt x="2973701" y="29210"/>
                    <a:pt x="2978781" y="29210"/>
                  </a:cubicBezTo>
                  <a:close/>
                  <a:moveTo>
                    <a:pt x="2798440" y="29210"/>
                  </a:moveTo>
                  <a:cubicBezTo>
                    <a:pt x="2803520" y="29210"/>
                    <a:pt x="2807965" y="29845"/>
                    <a:pt x="2813045" y="31750"/>
                  </a:cubicBezTo>
                  <a:cubicBezTo>
                    <a:pt x="2817490" y="33655"/>
                    <a:pt x="2821935" y="35560"/>
                    <a:pt x="2825110" y="38100"/>
                  </a:cubicBezTo>
                  <a:lnTo>
                    <a:pt x="2827015" y="38100"/>
                  </a:lnTo>
                  <a:lnTo>
                    <a:pt x="2820030" y="50165"/>
                  </a:lnTo>
                  <a:cubicBezTo>
                    <a:pt x="2816855" y="47625"/>
                    <a:pt x="2813680" y="46355"/>
                    <a:pt x="2810505" y="45085"/>
                  </a:cubicBezTo>
                  <a:cubicBezTo>
                    <a:pt x="2807330" y="43815"/>
                    <a:pt x="2803520" y="43180"/>
                    <a:pt x="2799710" y="43180"/>
                  </a:cubicBezTo>
                  <a:cubicBezTo>
                    <a:pt x="2795900" y="43180"/>
                    <a:pt x="2793360" y="43815"/>
                    <a:pt x="2791455" y="45085"/>
                  </a:cubicBezTo>
                  <a:cubicBezTo>
                    <a:pt x="2789550" y="46355"/>
                    <a:pt x="2788915" y="48260"/>
                    <a:pt x="2788915" y="50165"/>
                  </a:cubicBezTo>
                  <a:cubicBezTo>
                    <a:pt x="2788915" y="51435"/>
                    <a:pt x="2788915" y="52070"/>
                    <a:pt x="2788915" y="52705"/>
                  </a:cubicBezTo>
                  <a:cubicBezTo>
                    <a:pt x="2788915" y="53340"/>
                    <a:pt x="2790185" y="54610"/>
                    <a:pt x="2790820" y="55245"/>
                  </a:cubicBezTo>
                  <a:cubicBezTo>
                    <a:pt x="2792090" y="55880"/>
                    <a:pt x="2793360" y="57150"/>
                    <a:pt x="2795265" y="57785"/>
                  </a:cubicBezTo>
                  <a:cubicBezTo>
                    <a:pt x="2797170" y="59055"/>
                    <a:pt x="2799710" y="59690"/>
                    <a:pt x="2802250" y="60960"/>
                  </a:cubicBezTo>
                  <a:cubicBezTo>
                    <a:pt x="2806695" y="62865"/>
                    <a:pt x="2810505" y="64135"/>
                    <a:pt x="2813680" y="66040"/>
                  </a:cubicBezTo>
                  <a:cubicBezTo>
                    <a:pt x="2816855" y="67310"/>
                    <a:pt x="2819395" y="69215"/>
                    <a:pt x="2821935" y="71120"/>
                  </a:cubicBezTo>
                  <a:cubicBezTo>
                    <a:pt x="2823840" y="73025"/>
                    <a:pt x="2825745" y="75565"/>
                    <a:pt x="2827015" y="78105"/>
                  </a:cubicBezTo>
                  <a:cubicBezTo>
                    <a:pt x="2828285" y="80645"/>
                    <a:pt x="2828920" y="83820"/>
                    <a:pt x="2828920" y="87630"/>
                  </a:cubicBezTo>
                  <a:cubicBezTo>
                    <a:pt x="2828920" y="92075"/>
                    <a:pt x="2828285" y="95250"/>
                    <a:pt x="2826380" y="98425"/>
                  </a:cubicBezTo>
                  <a:cubicBezTo>
                    <a:pt x="2824475" y="101600"/>
                    <a:pt x="2822570" y="103505"/>
                    <a:pt x="2820030" y="105410"/>
                  </a:cubicBezTo>
                  <a:cubicBezTo>
                    <a:pt x="2817490" y="107315"/>
                    <a:pt x="2814315" y="108585"/>
                    <a:pt x="2810505" y="109220"/>
                  </a:cubicBezTo>
                  <a:cubicBezTo>
                    <a:pt x="2806695" y="109855"/>
                    <a:pt x="2803520" y="110490"/>
                    <a:pt x="2799710" y="110490"/>
                  </a:cubicBezTo>
                  <a:cubicBezTo>
                    <a:pt x="2794630" y="110490"/>
                    <a:pt x="2789550" y="109855"/>
                    <a:pt x="2783835" y="107950"/>
                  </a:cubicBezTo>
                  <a:cubicBezTo>
                    <a:pt x="2778120" y="106045"/>
                    <a:pt x="2773675" y="103505"/>
                    <a:pt x="2769230" y="100965"/>
                  </a:cubicBezTo>
                  <a:lnTo>
                    <a:pt x="2776215" y="89535"/>
                  </a:lnTo>
                  <a:cubicBezTo>
                    <a:pt x="2780025" y="92075"/>
                    <a:pt x="2783835" y="93980"/>
                    <a:pt x="2787645" y="95250"/>
                  </a:cubicBezTo>
                  <a:cubicBezTo>
                    <a:pt x="2791455" y="96520"/>
                    <a:pt x="2795265" y="97155"/>
                    <a:pt x="2799075" y="97155"/>
                  </a:cubicBezTo>
                  <a:cubicBezTo>
                    <a:pt x="2804155" y="97155"/>
                    <a:pt x="2807330" y="96520"/>
                    <a:pt x="2809870" y="94615"/>
                  </a:cubicBezTo>
                  <a:cubicBezTo>
                    <a:pt x="2812410" y="93345"/>
                    <a:pt x="2813045" y="90805"/>
                    <a:pt x="2813045" y="88265"/>
                  </a:cubicBezTo>
                  <a:cubicBezTo>
                    <a:pt x="2813045" y="86995"/>
                    <a:pt x="2813045" y="85725"/>
                    <a:pt x="2811775" y="84455"/>
                  </a:cubicBezTo>
                  <a:cubicBezTo>
                    <a:pt x="2811140" y="83185"/>
                    <a:pt x="2809870" y="82550"/>
                    <a:pt x="2807965" y="81280"/>
                  </a:cubicBezTo>
                  <a:cubicBezTo>
                    <a:pt x="2806695" y="80010"/>
                    <a:pt x="2804790" y="79375"/>
                    <a:pt x="2802250" y="78105"/>
                  </a:cubicBezTo>
                  <a:cubicBezTo>
                    <a:pt x="2800345" y="77470"/>
                    <a:pt x="2797805" y="76200"/>
                    <a:pt x="2794630" y="74930"/>
                  </a:cubicBezTo>
                  <a:cubicBezTo>
                    <a:pt x="2790185" y="73025"/>
                    <a:pt x="2787010" y="71755"/>
                    <a:pt x="2783835" y="69850"/>
                  </a:cubicBezTo>
                  <a:cubicBezTo>
                    <a:pt x="2780660" y="67945"/>
                    <a:pt x="2778755" y="66675"/>
                    <a:pt x="2776850" y="64770"/>
                  </a:cubicBezTo>
                  <a:cubicBezTo>
                    <a:pt x="2774945" y="62865"/>
                    <a:pt x="2773675" y="60960"/>
                    <a:pt x="2773040" y="58420"/>
                  </a:cubicBezTo>
                  <a:cubicBezTo>
                    <a:pt x="2772405" y="55880"/>
                    <a:pt x="2771770" y="53340"/>
                    <a:pt x="2771770" y="50165"/>
                  </a:cubicBezTo>
                  <a:cubicBezTo>
                    <a:pt x="2771770" y="46990"/>
                    <a:pt x="2772405" y="43815"/>
                    <a:pt x="2773675" y="40640"/>
                  </a:cubicBezTo>
                  <a:cubicBezTo>
                    <a:pt x="2774945" y="38100"/>
                    <a:pt x="2776850" y="35560"/>
                    <a:pt x="2779390" y="34290"/>
                  </a:cubicBezTo>
                  <a:cubicBezTo>
                    <a:pt x="2781930" y="32385"/>
                    <a:pt x="2784470" y="31115"/>
                    <a:pt x="2787645" y="30480"/>
                  </a:cubicBezTo>
                  <a:cubicBezTo>
                    <a:pt x="2790820" y="29845"/>
                    <a:pt x="2794630" y="29210"/>
                    <a:pt x="2798440" y="29210"/>
                  </a:cubicBezTo>
                  <a:close/>
                  <a:moveTo>
                    <a:pt x="2723510" y="29210"/>
                  </a:moveTo>
                  <a:cubicBezTo>
                    <a:pt x="2725415" y="29210"/>
                    <a:pt x="2727320" y="29210"/>
                    <a:pt x="2729225" y="29210"/>
                  </a:cubicBezTo>
                  <a:cubicBezTo>
                    <a:pt x="2733670" y="29210"/>
                    <a:pt x="2738115" y="29845"/>
                    <a:pt x="2741290" y="31750"/>
                  </a:cubicBezTo>
                  <a:cubicBezTo>
                    <a:pt x="2744465" y="33020"/>
                    <a:pt x="2747640" y="35560"/>
                    <a:pt x="2750180" y="38100"/>
                  </a:cubicBezTo>
                  <a:cubicBezTo>
                    <a:pt x="2752720" y="41275"/>
                    <a:pt x="2753990" y="44450"/>
                    <a:pt x="2755260" y="48895"/>
                  </a:cubicBezTo>
                  <a:cubicBezTo>
                    <a:pt x="2756530" y="53340"/>
                    <a:pt x="2757165" y="58420"/>
                    <a:pt x="2757165" y="64135"/>
                  </a:cubicBezTo>
                  <a:lnTo>
                    <a:pt x="2757165" y="108585"/>
                  </a:lnTo>
                  <a:lnTo>
                    <a:pt x="2741925" y="108585"/>
                  </a:lnTo>
                  <a:lnTo>
                    <a:pt x="2741290" y="108585"/>
                  </a:lnTo>
                  <a:lnTo>
                    <a:pt x="2741290" y="64770"/>
                  </a:lnTo>
                  <a:cubicBezTo>
                    <a:pt x="2741290" y="57785"/>
                    <a:pt x="2740020" y="52070"/>
                    <a:pt x="2737480" y="48895"/>
                  </a:cubicBezTo>
                  <a:cubicBezTo>
                    <a:pt x="2734940" y="45085"/>
                    <a:pt x="2731130" y="43180"/>
                    <a:pt x="2725415" y="43180"/>
                  </a:cubicBezTo>
                  <a:cubicBezTo>
                    <a:pt x="2722875" y="43180"/>
                    <a:pt x="2720970" y="43180"/>
                    <a:pt x="2718430" y="44450"/>
                  </a:cubicBezTo>
                  <a:cubicBezTo>
                    <a:pt x="2716525" y="45085"/>
                    <a:pt x="2714620" y="46990"/>
                    <a:pt x="2713350" y="48260"/>
                  </a:cubicBezTo>
                  <a:cubicBezTo>
                    <a:pt x="2712080" y="50165"/>
                    <a:pt x="2710810" y="52070"/>
                    <a:pt x="2710175" y="54610"/>
                  </a:cubicBezTo>
                  <a:cubicBezTo>
                    <a:pt x="2710175" y="57150"/>
                    <a:pt x="2709540" y="59690"/>
                    <a:pt x="2709540" y="62865"/>
                  </a:cubicBezTo>
                  <a:lnTo>
                    <a:pt x="2709540" y="108585"/>
                  </a:lnTo>
                  <a:lnTo>
                    <a:pt x="2694300" y="108585"/>
                  </a:lnTo>
                  <a:lnTo>
                    <a:pt x="2694300" y="30480"/>
                  </a:lnTo>
                  <a:lnTo>
                    <a:pt x="2709540" y="30480"/>
                  </a:lnTo>
                  <a:lnTo>
                    <a:pt x="2709540" y="38100"/>
                  </a:lnTo>
                  <a:cubicBezTo>
                    <a:pt x="2709540" y="38100"/>
                    <a:pt x="2711445" y="35560"/>
                    <a:pt x="2713350" y="34290"/>
                  </a:cubicBezTo>
                  <a:cubicBezTo>
                    <a:pt x="2714620" y="33020"/>
                    <a:pt x="2716525" y="32385"/>
                    <a:pt x="2717795" y="31115"/>
                  </a:cubicBezTo>
                  <a:cubicBezTo>
                    <a:pt x="2719700" y="30480"/>
                    <a:pt x="2721605" y="29845"/>
                    <a:pt x="2723510" y="29210"/>
                  </a:cubicBezTo>
                  <a:close/>
                  <a:moveTo>
                    <a:pt x="2530470" y="29210"/>
                  </a:moveTo>
                  <a:cubicBezTo>
                    <a:pt x="2536185" y="29210"/>
                    <a:pt x="2540630" y="30480"/>
                    <a:pt x="2545075" y="32385"/>
                  </a:cubicBezTo>
                  <a:cubicBezTo>
                    <a:pt x="2548885" y="34290"/>
                    <a:pt x="2552695" y="37465"/>
                    <a:pt x="2555235" y="40640"/>
                  </a:cubicBezTo>
                  <a:cubicBezTo>
                    <a:pt x="2557775" y="44450"/>
                    <a:pt x="2559680" y="48260"/>
                    <a:pt x="2561585" y="53340"/>
                  </a:cubicBezTo>
                  <a:cubicBezTo>
                    <a:pt x="2562855" y="57785"/>
                    <a:pt x="2563490" y="62865"/>
                    <a:pt x="2563490" y="68580"/>
                  </a:cubicBezTo>
                  <a:lnTo>
                    <a:pt x="2562220" y="68580"/>
                  </a:lnTo>
                  <a:cubicBezTo>
                    <a:pt x="2562220" y="68580"/>
                    <a:pt x="2562220" y="71120"/>
                    <a:pt x="2562220" y="72390"/>
                  </a:cubicBezTo>
                  <a:cubicBezTo>
                    <a:pt x="2562220" y="73660"/>
                    <a:pt x="2562220" y="74295"/>
                    <a:pt x="2562220" y="75565"/>
                  </a:cubicBezTo>
                  <a:lnTo>
                    <a:pt x="2510785" y="75565"/>
                  </a:lnTo>
                  <a:cubicBezTo>
                    <a:pt x="2510785" y="79375"/>
                    <a:pt x="2512055" y="82550"/>
                    <a:pt x="2513325" y="85090"/>
                  </a:cubicBezTo>
                  <a:cubicBezTo>
                    <a:pt x="2514595" y="87630"/>
                    <a:pt x="2515865" y="90170"/>
                    <a:pt x="2517770" y="91440"/>
                  </a:cubicBezTo>
                  <a:cubicBezTo>
                    <a:pt x="2519675" y="93345"/>
                    <a:pt x="2521580" y="94615"/>
                    <a:pt x="2523485" y="95250"/>
                  </a:cubicBezTo>
                  <a:cubicBezTo>
                    <a:pt x="2525390" y="95885"/>
                    <a:pt x="2527930" y="96520"/>
                    <a:pt x="2530470" y="96520"/>
                  </a:cubicBezTo>
                  <a:cubicBezTo>
                    <a:pt x="2532375" y="96520"/>
                    <a:pt x="2533645" y="96520"/>
                    <a:pt x="2535550" y="96520"/>
                  </a:cubicBezTo>
                  <a:cubicBezTo>
                    <a:pt x="2536820" y="96520"/>
                    <a:pt x="2538725" y="95885"/>
                    <a:pt x="2539995" y="95250"/>
                  </a:cubicBezTo>
                  <a:cubicBezTo>
                    <a:pt x="2541265" y="95250"/>
                    <a:pt x="2542535" y="93980"/>
                    <a:pt x="2543805" y="93345"/>
                  </a:cubicBezTo>
                  <a:cubicBezTo>
                    <a:pt x="2545075" y="93345"/>
                    <a:pt x="2546345" y="92075"/>
                    <a:pt x="2548250" y="90805"/>
                  </a:cubicBezTo>
                  <a:lnTo>
                    <a:pt x="2557140" y="100330"/>
                  </a:lnTo>
                  <a:cubicBezTo>
                    <a:pt x="2557140" y="100330"/>
                    <a:pt x="2553330" y="103505"/>
                    <a:pt x="2551425" y="104775"/>
                  </a:cubicBezTo>
                  <a:cubicBezTo>
                    <a:pt x="2549520" y="106045"/>
                    <a:pt x="2547615" y="106680"/>
                    <a:pt x="2545710" y="107950"/>
                  </a:cubicBezTo>
                  <a:cubicBezTo>
                    <a:pt x="2543805" y="108585"/>
                    <a:pt x="2541265" y="109855"/>
                    <a:pt x="2538725" y="109855"/>
                  </a:cubicBezTo>
                  <a:cubicBezTo>
                    <a:pt x="2536185" y="109855"/>
                    <a:pt x="2533010" y="110490"/>
                    <a:pt x="2529835" y="110490"/>
                  </a:cubicBezTo>
                  <a:cubicBezTo>
                    <a:pt x="2526660" y="110490"/>
                    <a:pt x="2523485" y="110490"/>
                    <a:pt x="2520310" y="109220"/>
                  </a:cubicBezTo>
                  <a:cubicBezTo>
                    <a:pt x="2517135" y="108585"/>
                    <a:pt x="2514595" y="107315"/>
                    <a:pt x="2512690" y="105410"/>
                  </a:cubicBezTo>
                  <a:cubicBezTo>
                    <a:pt x="2510785" y="103505"/>
                    <a:pt x="2508245" y="102235"/>
                    <a:pt x="2506340" y="100330"/>
                  </a:cubicBezTo>
                  <a:cubicBezTo>
                    <a:pt x="2504435" y="98425"/>
                    <a:pt x="2502530" y="95885"/>
                    <a:pt x="2501260" y="92710"/>
                  </a:cubicBezTo>
                  <a:cubicBezTo>
                    <a:pt x="2499355" y="89535"/>
                    <a:pt x="2498085" y="86360"/>
                    <a:pt x="2497450" y="82550"/>
                  </a:cubicBezTo>
                  <a:cubicBezTo>
                    <a:pt x="2496815" y="78740"/>
                    <a:pt x="2496180" y="74295"/>
                    <a:pt x="2496180" y="69850"/>
                  </a:cubicBezTo>
                  <a:cubicBezTo>
                    <a:pt x="2496180" y="63500"/>
                    <a:pt x="2496815" y="57150"/>
                    <a:pt x="2498720" y="52070"/>
                  </a:cubicBezTo>
                  <a:cubicBezTo>
                    <a:pt x="2500625" y="46990"/>
                    <a:pt x="2502530" y="42545"/>
                    <a:pt x="2505705" y="39370"/>
                  </a:cubicBezTo>
                  <a:cubicBezTo>
                    <a:pt x="2508880" y="36195"/>
                    <a:pt x="2512055" y="33020"/>
                    <a:pt x="2516500" y="31750"/>
                  </a:cubicBezTo>
                  <a:cubicBezTo>
                    <a:pt x="2520945" y="29845"/>
                    <a:pt x="2525390" y="29210"/>
                    <a:pt x="2530470" y="29210"/>
                  </a:cubicBezTo>
                  <a:close/>
                  <a:moveTo>
                    <a:pt x="2298061" y="29210"/>
                  </a:moveTo>
                  <a:cubicBezTo>
                    <a:pt x="2301236" y="29210"/>
                    <a:pt x="2303776" y="29210"/>
                    <a:pt x="2305681" y="29845"/>
                  </a:cubicBezTo>
                  <a:cubicBezTo>
                    <a:pt x="2307586" y="29845"/>
                    <a:pt x="2309491" y="31115"/>
                    <a:pt x="2311396" y="32385"/>
                  </a:cubicBezTo>
                  <a:lnTo>
                    <a:pt x="2307586" y="46990"/>
                  </a:lnTo>
                  <a:lnTo>
                    <a:pt x="2306316" y="46990"/>
                  </a:lnTo>
                  <a:cubicBezTo>
                    <a:pt x="2306316" y="46990"/>
                    <a:pt x="2303141" y="45085"/>
                    <a:pt x="2301236" y="45085"/>
                  </a:cubicBezTo>
                  <a:cubicBezTo>
                    <a:pt x="2299331" y="45085"/>
                    <a:pt x="2297426" y="44450"/>
                    <a:pt x="2294886" y="44450"/>
                  </a:cubicBezTo>
                  <a:cubicBezTo>
                    <a:pt x="2289806" y="44450"/>
                    <a:pt x="2285996" y="46355"/>
                    <a:pt x="2283456" y="49530"/>
                  </a:cubicBezTo>
                  <a:cubicBezTo>
                    <a:pt x="2280916" y="52705"/>
                    <a:pt x="2279646" y="57785"/>
                    <a:pt x="2279646" y="64770"/>
                  </a:cubicBezTo>
                  <a:lnTo>
                    <a:pt x="2279646" y="109220"/>
                  </a:lnTo>
                  <a:lnTo>
                    <a:pt x="2264406" y="109220"/>
                  </a:lnTo>
                  <a:lnTo>
                    <a:pt x="2264406" y="31115"/>
                  </a:lnTo>
                  <a:lnTo>
                    <a:pt x="2279646" y="31115"/>
                  </a:lnTo>
                  <a:lnTo>
                    <a:pt x="2279646" y="38735"/>
                  </a:lnTo>
                  <a:cubicBezTo>
                    <a:pt x="2279646" y="38735"/>
                    <a:pt x="2281551" y="36195"/>
                    <a:pt x="2282821" y="34925"/>
                  </a:cubicBezTo>
                  <a:cubicBezTo>
                    <a:pt x="2284091" y="33655"/>
                    <a:pt x="2285361" y="33020"/>
                    <a:pt x="2287266" y="31750"/>
                  </a:cubicBezTo>
                  <a:cubicBezTo>
                    <a:pt x="2288536" y="31115"/>
                    <a:pt x="2290441" y="30480"/>
                    <a:pt x="2292346" y="29845"/>
                  </a:cubicBezTo>
                  <a:cubicBezTo>
                    <a:pt x="2294251" y="29845"/>
                    <a:pt x="2296156" y="29210"/>
                    <a:pt x="2298061" y="29210"/>
                  </a:cubicBezTo>
                  <a:close/>
                  <a:moveTo>
                    <a:pt x="2216145" y="29210"/>
                  </a:moveTo>
                  <a:cubicBezTo>
                    <a:pt x="2221860" y="29210"/>
                    <a:pt x="2226305" y="30480"/>
                    <a:pt x="2230750" y="32385"/>
                  </a:cubicBezTo>
                  <a:cubicBezTo>
                    <a:pt x="2234560" y="34290"/>
                    <a:pt x="2238370" y="37465"/>
                    <a:pt x="2240910" y="40640"/>
                  </a:cubicBezTo>
                  <a:cubicBezTo>
                    <a:pt x="2243450" y="44450"/>
                    <a:pt x="2245355" y="48260"/>
                    <a:pt x="2247260" y="53340"/>
                  </a:cubicBezTo>
                  <a:cubicBezTo>
                    <a:pt x="2248530" y="57785"/>
                    <a:pt x="2249165" y="62865"/>
                    <a:pt x="2249165" y="68580"/>
                  </a:cubicBezTo>
                  <a:lnTo>
                    <a:pt x="2247895" y="68580"/>
                  </a:lnTo>
                  <a:cubicBezTo>
                    <a:pt x="2247895" y="68580"/>
                    <a:pt x="2247895" y="71120"/>
                    <a:pt x="2247895" y="72390"/>
                  </a:cubicBezTo>
                  <a:cubicBezTo>
                    <a:pt x="2247895" y="73660"/>
                    <a:pt x="2247895" y="74295"/>
                    <a:pt x="2247895" y="75565"/>
                  </a:cubicBezTo>
                  <a:lnTo>
                    <a:pt x="2196460" y="75565"/>
                  </a:lnTo>
                  <a:cubicBezTo>
                    <a:pt x="2196460" y="79375"/>
                    <a:pt x="2197730" y="82550"/>
                    <a:pt x="2199000" y="85090"/>
                  </a:cubicBezTo>
                  <a:cubicBezTo>
                    <a:pt x="2200270" y="87630"/>
                    <a:pt x="2201540" y="90170"/>
                    <a:pt x="2203445" y="91440"/>
                  </a:cubicBezTo>
                  <a:cubicBezTo>
                    <a:pt x="2205350" y="93345"/>
                    <a:pt x="2207255" y="94615"/>
                    <a:pt x="2209160" y="95250"/>
                  </a:cubicBezTo>
                  <a:cubicBezTo>
                    <a:pt x="2211065" y="95885"/>
                    <a:pt x="2213605" y="96520"/>
                    <a:pt x="2216145" y="96520"/>
                  </a:cubicBezTo>
                  <a:cubicBezTo>
                    <a:pt x="2218050" y="96520"/>
                    <a:pt x="2219320" y="96520"/>
                    <a:pt x="2221225" y="96520"/>
                  </a:cubicBezTo>
                  <a:cubicBezTo>
                    <a:pt x="2222495" y="96520"/>
                    <a:pt x="2224400" y="95885"/>
                    <a:pt x="2225670" y="95250"/>
                  </a:cubicBezTo>
                  <a:cubicBezTo>
                    <a:pt x="2226940" y="95250"/>
                    <a:pt x="2228210" y="93980"/>
                    <a:pt x="2229480" y="93345"/>
                  </a:cubicBezTo>
                  <a:cubicBezTo>
                    <a:pt x="2230750" y="93345"/>
                    <a:pt x="2232020" y="92075"/>
                    <a:pt x="2233925" y="90805"/>
                  </a:cubicBezTo>
                  <a:lnTo>
                    <a:pt x="2242815" y="100330"/>
                  </a:lnTo>
                  <a:cubicBezTo>
                    <a:pt x="2242815" y="100330"/>
                    <a:pt x="2239005" y="103505"/>
                    <a:pt x="2237100" y="104775"/>
                  </a:cubicBezTo>
                  <a:cubicBezTo>
                    <a:pt x="2235195" y="106045"/>
                    <a:pt x="2233290" y="106680"/>
                    <a:pt x="2231385" y="107950"/>
                  </a:cubicBezTo>
                  <a:cubicBezTo>
                    <a:pt x="2229480" y="108585"/>
                    <a:pt x="2226940" y="109855"/>
                    <a:pt x="2224400" y="109855"/>
                  </a:cubicBezTo>
                  <a:cubicBezTo>
                    <a:pt x="2221860" y="109855"/>
                    <a:pt x="2218685" y="110490"/>
                    <a:pt x="2215510" y="110490"/>
                  </a:cubicBezTo>
                  <a:cubicBezTo>
                    <a:pt x="2212335" y="110490"/>
                    <a:pt x="2209160" y="110490"/>
                    <a:pt x="2205985" y="109220"/>
                  </a:cubicBezTo>
                  <a:cubicBezTo>
                    <a:pt x="2202810" y="108585"/>
                    <a:pt x="2200270" y="107315"/>
                    <a:pt x="2198365" y="105410"/>
                  </a:cubicBezTo>
                  <a:cubicBezTo>
                    <a:pt x="2195825" y="104140"/>
                    <a:pt x="2193920" y="102235"/>
                    <a:pt x="2192015" y="100330"/>
                  </a:cubicBezTo>
                  <a:cubicBezTo>
                    <a:pt x="2190110" y="98425"/>
                    <a:pt x="2188205" y="95885"/>
                    <a:pt x="2186935" y="92710"/>
                  </a:cubicBezTo>
                  <a:cubicBezTo>
                    <a:pt x="2185030" y="89535"/>
                    <a:pt x="2183760" y="86360"/>
                    <a:pt x="2183125" y="82550"/>
                  </a:cubicBezTo>
                  <a:cubicBezTo>
                    <a:pt x="2182490" y="78740"/>
                    <a:pt x="2181855" y="74295"/>
                    <a:pt x="2181855" y="69850"/>
                  </a:cubicBezTo>
                  <a:cubicBezTo>
                    <a:pt x="2181855" y="63500"/>
                    <a:pt x="2182490" y="57150"/>
                    <a:pt x="2184395" y="52070"/>
                  </a:cubicBezTo>
                  <a:cubicBezTo>
                    <a:pt x="2186300" y="46990"/>
                    <a:pt x="2188205" y="42545"/>
                    <a:pt x="2191380" y="39370"/>
                  </a:cubicBezTo>
                  <a:cubicBezTo>
                    <a:pt x="2194555" y="36195"/>
                    <a:pt x="2197730" y="33020"/>
                    <a:pt x="2202175" y="31750"/>
                  </a:cubicBezTo>
                  <a:cubicBezTo>
                    <a:pt x="2206620" y="29845"/>
                    <a:pt x="2211065" y="29210"/>
                    <a:pt x="2216145" y="29210"/>
                  </a:cubicBezTo>
                  <a:close/>
                  <a:moveTo>
                    <a:pt x="2029456" y="29210"/>
                  </a:moveTo>
                  <a:cubicBezTo>
                    <a:pt x="2035171" y="29210"/>
                    <a:pt x="2039616" y="30480"/>
                    <a:pt x="2044061" y="32385"/>
                  </a:cubicBezTo>
                  <a:cubicBezTo>
                    <a:pt x="2047871" y="34290"/>
                    <a:pt x="2051681" y="37465"/>
                    <a:pt x="2054221" y="40640"/>
                  </a:cubicBezTo>
                  <a:cubicBezTo>
                    <a:pt x="2056761" y="44450"/>
                    <a:pt x="2058666" y="48260"/>
                    <a:pt x="2060571" y="53340"/>
                  </a:cubicBezTo>
                  <a:cubicBezTo>
                    <a:pt x="2061841" y="57785"/>
                    <a:pt x="2062476" y="62865"/>
                    <a:pt x="2062476" y="68580"/>
                  </a:cubicBezTo>
                  <a:lnTo>
                    <a:pt x="2061206" y="68580"/>
                  </a:lnTo>
                  <a:cubicBezTo>
                    <a:pt x="2061206" y="68580"/>
                    <a:pt x="2061206" y="71120"/>
                    <a:pt x="2061206" y="72390"/>
                  </a:cubicBezTo>
                  <a:cubicBezTo>
                    <a:pt x="2061206" y="73660"/>
                    <a:pt x="2061206" y="74295"/>
                    <a:pt x="2061206" y="75565"/>
                  </a:cubicBezTo>
                  <a:lnTo>
                    <a:pt x="2009771" y="75565"/>
                  </a:lnTo>
                  <a:cubicBezTo>
                    <a:pt x="2009771" y="79375"/>
                    <a:pt x="2011041" y="82550"/>
                    <a:pt x="2012311" y="85090"/>
                  </a:cubicBezTo>
                  <a:cubicBezTo>
                    <a:pt x="2013581" y="87630"/>
                    <a:pt x="2014851" y="90170"/>
                    <a:pt x="2016756" y="91440"/>
                  </a:cubicBezTo>
                  <a:cubicBezTo>
                    <a:pt x="2018661" y="93345"/>
                    <a:pt x="2020566" y="94615"/>
                    <a:pt x="2022471" y="95250"/>
                  </a:cubicBezTo>
                  <a:cubicBezTo>
                    <a:pt x="2024376" y="95885"/>
                    <a:pt x="2026916" y="96520"/>
                    <a:pt x="2029456" y="96520"/>
                  </a:cubicBezTo>
                  <a:cubicBezTo>
                    <a:pt x="2031361" y="96520"/>
                    <a:pt x="2032631" y="96520"/>
                    <a:pt x="2034536" y="96520"/>
                  </a:cubicBezTo>
                  <a:cubicBezTo>
                    <a:pt x="2035806" y="96520"/>
                    <a:pt x="2037711" y="95885"/>
                    <a:pt x="2038981" y="95250"/>
                  </a:cubicBezTo>
                  <a:cubicBezTo>
                    <a:pt x="2040251" y="95250"/>
                    <a:pt x="2041521" y="93980"/>
                    <a:pt x="2042791" y="93345"/>
                  </a:cubicBezTo>
                  <a:cubicBezTo>
                    <a:pt x="2044061" y="93345"/>
                    <a:pt x="2045331" y="92075"/>
                    <a:pt x="2047236" y="90805"/>
                  </a:cubicBezTo>
                  <a:lnTo>
                    <a:pt x="2056126" y="100330"/>
                  </a:lnTo>
                  <a:cubicBezTo>
                    <a:pt x="2056126" y="100330"/>
                    <a:pt x="2052316" y="103505"/>
                    <a:pt x="2050411" y="104775"/>
                  </a:cubicBezTo>
                  <a:cubicBezTo>
                    <a:pt x="2048506" y="106045"/>
                    <a:pt x="2046601" y="106680"/>
                    <a:pt x="2044696" y="107950"/>
                  </a:cubicBezTo>
                  <a:cubicBezTo>
                    <a:pt x="2042791" y="108585"/>
                    <a:pt x="2040251" y="109855"/>
                    <a:pt x="2037711" y="109855"/>
                  </a:cubicBezTo>
                  <a:cubicBezTo>
                    <a:pt x="2035171" y="109855"/>
                    <a:pt x="2031996" y="110490"/>
                    <a:pt x="2028821" y="110490"/>
                  </a:cubicBezTo>
                  <a:cubicBezTo>
                    <a:pt x="2025646" y="110490"/>
                    <a:pt x="2022471" y="110490"/>
                    <a:pt x="2019296" y="109220"/>
                  </a:cubicBezTo>
                  <a:cubicBezTo>
                    <a:pt x="2016121" y="108585"/>
                    <a:pt x="2013581" y="107315"/>
                    <a:pt x="2011676" y="105410"/>
                  </a:cubicBezTo>
                  <a:cubicBezTo>
                    <a:pt x="2009136" y="104140"/>
                    <a:pt x="2007231" y="102235"/>
                    <a:pt x="2005326" y="100330"/>
                  </a:cubicBezTo>
                  <a:cubicBezTo>
                    <a:pt x="2003421" y="98425"/>
                    <a:pt x="2001516" y="95885"/>
                    <a:pt x="2000246" y="92710"/>
                  </a:cubicBezTo>
                  <a:cubicBezTo>
                    <a:pt x="1998341" y="89535"/>
                    <a:pt x="1997071" y="86360"/>
                    <a:pt x="1996436" y="82550"/>
                  </a:cubicBezTo>
                  <a:cubicBezTo>
                    <a:pt x="1995801" y="78740"/>
                    <a:pt x="1995166" y="74295"/>
                    <a:pt x="1995166" y="69850"/>
                  </a:cubicBezTo>
                  <a:cubicBezTo>
                    <a:pt x="1995166" y="63500"/>
                    <a:pt x="1995801" y="57150"/>
                    <a:pt x="1997706" y="52070"/>
                  </a:cubicBezTo>
                  <a:cubicBezTo>
                    <a:pt x="1999611" y="46990"/>
                    <a:pt x="2001516" y="42545"/>
                    <a:pt x="2004691" y="39370"/>
                  </a:cubicBezTo>
                  <a:cubicBezTo>
                    <a:pt x="2007866" y="36195"/>
                    <a:pt x="2011041" y="33020"/>
                    <a:pt x="2015486" y="31750"/>
                  </a:cubicBezTo>
                  <a:cubicBezTo>
                    <a:pt x="2019931" y="29845"/>
                    <a:pt x="2024376" y="29210"/>
                    <a:pt x="2029456" y="29210"/>
                  </a:cubicBezTo>
                  <a:close/>
                  <a:moveTo>
                    <a:pt x="1831336" y="29210"/>
                  </a:moveTo>
                  <a:cubicBezTo>
                    <a:pt x="1837051" y="29210"/>
                    <a:pt x="1841496" y="30480"/>
                    <a:pt x="1845941" y="32385"/>
                  </a:cubicBezTo>
                  <a:cubicBezTo>
                    <a:pt x="1849751" y="34290"/>
                    <a:pt x="1853561" y="37465"/>
                    <a:pt x="1856101" y="40640"/>
                  </a:cubicBezTo>
                  <a:cubicBezTo>
                    <a:pt x="1858641" y="44450"/>
                    <a:pt x="1860546" y="48260"/>
                    <a:pt x="1862451" y="53340"/>
                  </a:cubicBezTo>
                  <a:cubicBezTo>
                    <a:pt x="1863721" y="57785"/>
                    <a:pt x="1864356" y="62865"/>
                    <a:pt x="1864356" y="68580"/>
                  </a:cubicBezTo>
                  <a:lnTo>
                    <a:pt x="1863086" y="68580"/>
                  </a:lnTo>
                  <a:cubicBezTo>
                    <a:pt x="1863086" y="68580"/>
                    <a:pt x="1863086" y="71120"/>
                    <a:pt x="1863086" y="72390"/>
                  </a:cubicBezTo>
                  <a:cubicBezTo>
                    <a:pt x="1863086" y="73660"/>
                    <a:pt x="1863086" y="74295"/>
                    <a:pt x="1863086" y="75565"/>
                  </a:cubicBezTo>
                  <a:lnTo>
                    <a:pt x="1811651" y="75565"/>
                  </a:lnTo>
                  <a:cubicBezTo>
                    <a:pt x="1811651" y="79375"/>
                    <a:pt x="1812921" y="82550"/>
                    <a:pt x="1814191" y="85090"/>
                  </a:cubicBezTo>
                  <a:cubicBezTo>
                    <a:pt x="1815461" y="87630"/>
                    <a:pt x="1816731" y="90170"/>
                    <a:pt x="1818636" y="91440"/>
                  </a:cubicBezTo>
                  <a:cubicBezTo>
                    <a:pt x="1820541" y="93345"/>
                    <a:pt x="1822446" y="94615"/>
                    <a:pt x="1824351" y="95250"/>
                  </a:cubicBezTo>
                  <a:cubicBezTo>
                    <a:pt x="1826256" y="95885"/>
                    <a:pt x="1828796" y="96520"/>
                    <a:pt x="1831336" y="96520"/>
                  </a:cubicBezTo>
                  <a:cubicBezTo>
                    <a:pt x="1833241" y="96520"/>
                    <a:pt x="1834511" y="96520"/>
                    <a:pt x="1836416" y="96520"/>
                  </a:cubicBezTo>
                  <a:cubicBezTo>
                    <a:pt x="1837686" y="96520"/>
                    <a:pt x="1839591" y="95885"/>
                    <a:pt x="1840861" y="95250"/>
                  </a:cubicBezTo>
                  <a:cubicBezTo>
                    <a:pt x="1842131" y="95250"/>
                    <a:pt x="1843401" y="93980"/>
                    <a:pt x="1844671" y="93345"/>
                  </a:cubicBezTo>
                  <a:cubicBezTo>
                    <a:pt x="1845941" y="93345"/>
                    <a:pt x="1847211" y="92075"/>
                    <a:pt x="1849116" y="90805"/>
                  </a:cubicBezTo>
                  <a:lnTo>
                    <a:pt x="1858006" y="100330"/>
                  </a:lnTo>
                  <a:cubicBezTo>
                    <a:pt x="1858006" y="100330"/>
                    <a:pt x="1854196" y="103505"/>
                    <a:pt x="1852291" y="104775"/>
                  </a:cubicBezTo>
                  <a:cubicBezTo>
                    <a:pt x="1850386" y="106045"/>
                    <a:pt x="1848481" y="106680"/>
                    <a:pt x="1846576" y="107950"/>
                  </a:cubicBezTo>
                  <a:cubicBezTo>
                    <a:pt x="1844671" y="108585"/>
                    <a:pt x="1842131" y="109855"/>
                    <a:pt x="1839591" y="109855"/>
                  </a:cubicBezTo>
                  <a:cubicBezTo>
                    <a:pt x="1837051" y="109855"/>
                    <a:pt x="1833876" y="110490"/>
                    <a:pt x="1830701" y="110490"/>
                  </a:cubicBezTo>
                  <a:cubicBezTo>
                    <a:pt x="1827526" y="110490"/>
                    <a:pt x="1824351" y="110490"/>
                    <a:pt x="1821176" y="109220"/>
                  </a:cubicBezTo>
                  <a:cubicBezTo>
                    <a:pt x="1818001" y="108585"/>
                    <a:pt x="1815461" y="107315"/>
                    <a:pt x="1813556" y="105410"/>
                  </a:cubicBezTo>
                  <a:cubicBezTo>
                    <a:pt x="1811016" y="104140"/>
                    <a:pt x="1809111" y="102235"/>
                    <a:pt x="1807206" y="100330"/>
                  </a:cubicBezTo>
                  <a:cubicBezTo>
                    <a:pt x="1805301" y="98425"/>
                    <a:pt x="1803396" y="95885"/>
                    <a:pt x="1802126" y="92710"/>
                  </a:cubicBezTo>
                  <a:cubicBezTo>
                    <a:pt x="1800221" y="89535"/>
                    <a:pt x="1798951" y="86360"/>
                    <a:pt x="1798316" y="82550"/>
                  </a:cubicBezTo>
                  <a:cubicBezTo>
                    <a:pt x="1797681" y="78740"/>
                    <a:pt x="1797046" y="74295"/>
                    <a:pt x="1797046" y="69850"/>
                  </a:cubicBezTo>
                  <a:cubicBezTo>
                    <a:pt x="1797046" y="63500"/>
                    <a:pt x="1797681" y="57150"/>
                    <a:pt x="1799586" y="52070"/>
                  </a:cubicBezTo>
                  <a:cubicBezTo>
                    <a:pt x="1801491" y="46990"/>
                    <a:pt x="1803396" y="42545"/>
                    <a:pt x="1806571" y="39370"/>
                  </a:cubicBezTo>
                  <a:cubicBezTo>
                    <a:pt x="1809746" y="36195"/>
                    <a:pt x="1812921" y="33020"/>
                    <a:pt x="1817366" y="31750"/>
                  </a:cubicBezTo>
                  <a:cubicBezTo>
                    <a:pt x="1821811" y="29845"/>
                    <a:pt x="1826256" y="29210"/>
                    <a:pt x="1831336" y="29210"/>
                  </a:cubicBezTo>
                  <a:close/>
                  <a:moveTo>
                    <a:pt x="1501140" y="29210"/>
                  </a:moveTo>
                  <a:cubicBezTo>
                    <a:pt x="1503046" y="29210"/>
                    <a:pt x="1504951" y="29210"/>
                    <a:pt x="1506856" y="29210"/>
                  </a:cubicBezTo>
                  <a:cubicBezTo>
                    <a:pt x="1511301" y="29210"/>
                    <a:pt x="1515746" y="29845"/>
                    <a:pt x="1518920" y="31750"/>
                  </a:cubicBezTo>
                  <a:cubicBezTo>
                    <a:pt x="1522096" y="33020"/>
                    <a:pt x="1525271" y="35560"/>
                    <a:pt x="1527811" y="38100"/>
                  </a:cubicBezTo>
                  <a:cubicBezTo>
                    <a:pt x="1530351" y="41275"/>
                    <a:pt x="1531621" y="44450"/>
                    <a:pt x="1532891" y="48895"/>
                  </a:cubicBezTo>
                  <a:cubicBezTo>
                    <a:pt x="1534161" y="53340"/>
                    <a:pt x="1534796" y="58420"/>
                    <a:pt x="1534796" y="64135"/>
                  </a:cubicBezTo>
                  <a:lnTo>
                    <a:pt x="1534796" y="108585"/>
                  </a:lnTo>
                  <a:lnTo>
                    <a:pt x="1519556" y="108585"/>
                  </a:lnTo>
                  <a:lnTo>
                    <a:pt x="1518920" y="108585"/>
                  </a:lnTo>
                  <a:lnTo>
                    <a:pt x="1518920" y="64770"/>
                  </a:lnTo>
                  <a:cubicBezTo>
                    <a:pt x="1518920" y="57785"/>
                    <a:pt x="1517651" y="52070"/>
                    <a:pt x="1515111" y="48895"/>
                  </a:cubicBezTo>
                  <a:cubicBezTo>
                    <a:pt x="1512571" y="45085"/>
                    <a:pt x="1508761" y="43180"/>
                    <a:pt x="1503046" y="43180"/>
                  </a:cubicBezTo>
                  <a:cubicBezTo>
                    <a:pt x="1500506" y="43180"/>
                    <a:pt x="1498601" y="43180"/>
                    <a:pt x="1496061" y="44450"/>
                  </a:cubicBezTo>
                  <a:cubicBezTo>
                    <a:pt x="1494156" y="45085"/>
                    <a:pt x="1492250" y="46990"/>
                    <a:pt x="1490981" y="48260"/>
                  </a:cubicBezTo>
                  <a:cubicBezTo>
                    <a:pt x="1489711" y="50165"/>
                    <a:pt x="1488441" y="52070"/>
                    <a:pt x="1487806" y="54610"/>
                  </a:cubicBezTo>
                  <a:cubicBezTo>
                    <a:pt x="1487806" y="57150"/>
                    <a:pt x="1487170" y="59690"/>
                    <a:pt x="1487170" y="62865"/>
                  </a:cubicBezTo>
                  <a:lnTo>
                    <a:pt x="1487170" y="108585"/>
                  </a:lnTo>
                  <a:lnTo>
                    <a:pt x="1471931" y="108585"/>
                  </a:lnTo>
                  <a:lnTo>
                    <a:pt x="1471931" y="30480"/>
                  </a:lnTo>
                  <a:lnTo>
                    <a:pt x="1487170" y="30480"/>
                  </a:lnTo>
                  <a:lnTo>
                    <a:pt x="1487170" y="38100"/>
                  </a:lnTo>
                  <a:cubicBezTo>
                    <a:pt x="1487170" y="38100"/>
                    <a:pt x="1489076" y="35560"/>
                    <a:pt x="1490981" y="34290"/>
                  </a:cubicBezTo>
                  <a:cubicBezTo>
                    <a:pt x="1492250" y="33020"/>
                    <a:pt x="1494156" y="32385"/>
                    <a:pt x="1495426" y="31115"/>
                  </a:cubicBezTo>
                  <a:cubicBezTo>
                    <a:pt x="1497331" y="30480"/>
                    <a:pt x="1499236" y="29845"/>
                    <a:pt x="1501140" y="29210"/>
                  </a:cubicBezTo>
                  <a:close/>
                  <a:moveTo>
                    <a:pt x="1250316" y="29210"/>
                  </a:moveTo>
                  <a:cubicBezTo>
                    <a:pt x="1255396" y="29210"/>
                    <a:pt x="1259841" y="29845"/>
                    <a:pt x="1264286" y="31750"/>
                  </a:cubicBezTo>
                  <a:cubicBezTo>
                    <a:pt x="1268731" y="33655"/>
                    <a:pt x="1273176" y="35560"/>
                    <a:pt x="1276350" y="38100"/>
                  </a:cubicBezTo>
                  <a:lnTo>
                    <a:pt x="1278256" y="38100"/>
                  </a:lnTo>
                  <a:lnTo>
                    <a:pt x="1271271" y="50165"/>
                  </a:lnTo>
                  <a:cubicBezTo>
                    <a:pt x="1268095" y="47625"/>
                    <a:pt x="1264921" y="46355"/>
                    <a:pt x="1261746" y="45085"/>
                  </a:cubicBezTo>
                  <a:cubicBezTo>
                    <a:pt x="1258570" y="43815"/>
                    <a:pt x="1254761" y="43180"/>
                    <a:pt x="1250951" y="43180"/>
                  </a:cubicBezTo>
                  <a:cubicBezTo>
                    <a:pt x="1247141" y="43180"/>
                    <a:pt x="1244601" y="43815"/>
                    <a:pt x="1242696" y="45085"/>
                  </a:cubicBezTo>
                  <a:cubicBezTo>
                    <a:pt x="1240791" y="46355"/>
                    <a:pt x="1240156" y="48260"/>
                    <a:pt x="1240156" y="50165"/>
                  </a:cubicBezTo>
                  <a:cubicBezTo>
                    <a:pt x="1240156" y="51435"/>
                    <a:pt x="1240156" y="52070"/>
                    <a:pt x="1240156" y="52705"/>
                  </a:cubicBezTo>
                  <a:cubicBezTo>
                    <a:pt x="1240156" y="53340"/>
                    <a:pt x="1241426" y="54610"/>
                    <a:pt x="1242061" y="55245"/>
                  </a:cubicBezTo>
                  <a:cubicBezTo>
                    <a:pt x="1243331" y="55880"/>
                    <a:pt x="1244601" y="57150"/>
                    <a:pt x="1246506" y="57785"/>
                  </a:cubicBezTo>
                  <a:cubicBezTo>
                    <a:pt x="1248411" y="59055"/>
                    <a:pt x="1250951" y="59690"/>
                    <a:pt x="1253491" y="60960"/>
                  </a:cubicBezTo>
                  <a:cubicBezTo>
                    <a:pt x="1257936" y="62865"/>
                    <a:pt x="1261746" y="64135"/>
                    <a:pt x="1264921" y="66040"/>
                  </a:cubicBezTo>
                  <a:cubicBezTo>
                    <a:pt x="1268095" y="67310"/>
                    <a:pt x="1270635" y="69215"/>
                    <a:pt x="1273176" y="71120"/>
                  </a:cubicBezTo>
                  <a:cubicBezTo>
                    <a:pt x="1275080" y="73025"/>
                    <a:pt x="1276985" y="75565"/>
                    <a:pt x="1278256" y="78105"/>
                  </a:cubicBezTo>
                  <a:cubicBezTo>
                    <a:pt x="1279525" y="80645"/>
                    <a:pt x="1280161" y="83820"/>
                    <a:pt x="1280161" y="87630"/>
                  </a:cubicBezTo>
                  <a:cubicBezTo>
                    <a:pt x="1280161" y="92075"/>
                    <a:pt x="1279525" y="95250"/>
                    <a:pt x="1277621" y="98425"/>
                  </a:cubicBezTo>
                  <a:cubicBezTo>
                    <a:pt x="1275716" y="101600"/>
                    <a:pt x="1273811" y="103505"/>
                    <a:pt x="1271271" y="105410"/>
                  </a:cubicBezTo>
                  <a:cubicBezTo>
                    <a:pt x="1268731" y="107315"/>
                    <a:pt x="1265556" y="108585"/>
                    <a:pt x="1261746" y="109220"/>
                  </a:cubicBezTo>
                  <a:cubicBezTo>
                    <a:pt x="1257936" y="109855"/>
                    <a:pt x="1254761" y="110490"/>
                    <a:pt x="1250951" y="110490"/>
                  </a:cubicBezTo>
                  <a:cubicBezTo>
                    <a:pt x="1245871" y="110490"/>
                    <a:pt x="1240791" y="109855"/>
                    <a:pt x="1235711" y="107950"/>
                  </a:cubicBezTo>
                  <a:cubicBezTo>
                    <a:pt x="1229996" y="106045"/>
                    <a:pt x="1225551" y="103505"/>
                    <a:pt x="1221106" y="100965"/>
                  </a:cubicBezTo>
                  <a:lnTo>
                    <a:pt x="1228091" y="89535"/>
                  </a:lnTo>
                  <a:cubicBezTo>
                    <a:pt x="1231901" y="92075"/>
                    <a:pt x="1235711" y="93980"/>
                    <a:pt x="1239521" y="95250"/>
                  </a:cubicBezTo>
                  <a:cubicBezTo>
                    <a:pt x="1243331" y="96520"/>
                    <a:pt x="1247141" y="97155"/>
                    <a:pt x="1250951" y="97155"/>
                  </a:cubicBezTo>
                  <a:cubicBezTo>
                    <a:pt x="1256031" y="97155"/>
                    <a:pt x="1259205" y="96520"/>
                    <a:pt x="1261746" y="94615"/>
                  </a:cubicBezTo>
                  <a:cubicBezTo>
                    <a:pt x="1264286" y="93345"/>
                    <a:pt x="1264921" y="90805"/>
                    <a:pt x="1264921" y="88265"/>
                  </a:cubicBezTo>
                  <a:cubicBezTo>
                    <a:pt x="1264921" y="86995"/>
                    <a:pt x="1264921" y="85725"/>
                    <a:pt x="1263650" y="84455"/>
                  </a:cubicBezTo>
                  <a:cubicBezTo>
                    <a:pt x="1263015" y="83185"/>
                    <a:pt x="1261746" y="82550"/>
                    <a:pt x="1259841" y="81280"/>
                  </a:cubicBezTo>
                  <a:cubicBezTo>
                    <a:pt x="1258570" y="80010"/>
                    <a:pt x="1256666" y="79375"/>
                    <a:pt x="1254125" y="78105"/>
                  </a:cubicBezTo>
                  <a:cubicBezTo>
                    <a:pt x="1252221" y="77470"/>
                    <a:pt x="1249681" y="76200"/>
                    <a:pt x="1246506" y="74930"/>
                  </a:cubicBezTo>
                  <a:cubicBezTo>
                    <a:pt x="1242061" y="73025"/>
                    <a:pt x="1238886" y="71755"/>
                    <a:pt x="1235711" y="69850"/>
                  </a:cubicBezTo>
                  <a:cubicBezTo>
                    <a:pt x="1232536" y="67945"/>
                    <a:pt x="1230631" y="66675"/>
                    <a:pt x="1228726" y="64770"/>
                  </a:cubicBezTo>
                  <a:cubicBezTo>
                    <a:pt x="1226821" y="62865"/>
                    <a:pt x="1225551" y="60960"/>
                    <a:pt x="1224916" y="58420"/>
                  </a:cubicBezTo>
                  <a:cubicBezTo>
                    <a:pt x="1224281" y="55880"/>
                    <a:pt x="1223646" y="53340"/>
                    <a:pt x="1223646" y="50165"/>
                  </a:cubicBezTo>
                  <a:cubicBezTo>
                    <a:pt x="1223646" y="46990"/>
                    <a:pt x="1224281" y="43815"/>
                    <a:pt x="1225551" y="40640"/>
                  </a:cubicBezTo>
                  <a:cubicBezTo>
                    <a:pt x="1226821" y="38100"/>
                    <a:pt x="1228726" y="35560"/>
                    <a:pt x="1231266" y="34290"/>
                  </a:cubicBezTo>
                  <a:cubicBezTo>
                    <a:pt x="1233806" y="32385"/>
                    <a:pt x="1236346" y="31115"/>
                    <a:pt x="1239521" y="30480"/>
                  </a:cubicBezTo>
                  <a:cubicBezTo>
                    <a:pt x="1242696" y="29845"/>
                    <a:pt x="1246506" y="29210"/>
                    <a:pt x="1250316" y="29210"/>
                  </a:cubicBezTo>
                  <a:close/>
                  <a:moveTo>
                    <a:pt x="1180466" y="29210"/>
                  </a:moveTo>
                  <a:cubicBezTo>
                    <a:pt x="1186181" y="29210"/>
                    <a:pt x="1190626" y="30480"/>
                    <a:pt x="1195071" y="32385"/>
                  </a:cubicBezTo>
                  <a:cubicBezTo>
                    <a:pt x="1198881" y="34290"/>
                    <a:pt x="1202691" y="37465"/>
                    <a:pt x="1205231" y="40640"/>
                  </a:cubicBezTo>
                  <a:cubicBezTo>
                    <a:pt x="1207771" y="44450"/>
                    <a:pt x="1209676" y="48260"/>
                    <a:pt x="1211581" y="53340"/>
                  </a:cubicBezTo>
                  <a:cubicBezTo>
                    <a:pt x="1212851" y="57785"/>
                    <a:pt x="1213486" y="62865"/>
                    <a:pt x="1213486" y="68580"/>
                  </a:cubicBezTo>
                  <a:lnTo>
                    <a:pt x="1212216" y="68580"/>
                  </a:lnTo>
                  <a:cubicBezTo>
                    <a:pt x="1212216" y="68580"/>
                    <a:pt x="1212216" y="71120"/>
                    <a:pt x="1212216" y="72390"/>
                  </a:cubicBezTo>
                  <a:cubicBezTo>
                    <a:pt x="1212216" y="73660"/>
                    <a:pt x="1212216" y="74295"/>
                    <a:pt x="1212216" y="75565"/>
                  </a:cubicBezTo>
                  <a:lnTo>
                    <a:pt x="1160781" y="75565"/>
                  </a:lnTo>
                  <a:cubicBezTo>
                    <a:pt x="1160781" y="79375"/>
                    <a:pt x="1162051" y="82550"/>
                    <a:pt x="1163321" y="85090"/>
                  </a:cubicBezTo>
                  <a:cubicBezTo>
                    <a:pt x="1164591" y="87630"/>
                    <a:pt x="1165861" y="90170"/>
                    <a:pt x="1167766" y="91440"/>
                  </a:cubicBezTo>
                  <a:cubicBezTo>
                    <a:pt x="1169671" y="93345"/>
                    <a:pt x="1171576" y="94615"/>
                    <a:pt x="1173481" y="95250"/>
                  </a:cubicBezTo>
                  <a:cubicBezTo>
                    <a:pt x="1175386" y="95885"/>
                    <a:pt x="1177926" y="96520"/>
                    <a:pt x="1180466" y="96520"/>
                  </a:cubicBezTo>
                  <a:cubicBezTo>
                    <a:pt x="1182371" y="96520"/>
                    <a:pt x="1183641" y="96520"/>
                    <a:pt x="1185546" y="96520"/>
                  </a:cubicBezTo>
                  <a:cubicBezTo>
                    <a:pt x="1186816" y="96520"/>
                    <a:pt x="1188721" y="95885"/>
                    <a:pt x="1189991" y="95250"/>
                  </a:cubicBezTo>
                  <a:cubicBezTo>
                    <a:pt x="1191261" y="95250"/>
                    <a:pt x="1192531" y="93980"/>
                    <a:pt x="1193801" y="93345"/>
                  </a:cubicBezTo>
                  <a:cubicBezTo>
                    <a:pt x="1195071" y="93345"/>
                    <a:pt x="1196341" y="92075"/>
                    <a:pt x="1198246" y="90805"/>
                  </a:cubicBezTo>
                  <a:lnTo>
                    <a:pt x="1207136" y="100330"/>
                  </a:lnTo>
                  <a:cubicBezTo>
                    <a:pt x="1207136" y="100330"/>
                    <a:pt x="1203326" y="103505"/>
                    <a:pt x="1201421" y="104775"/>
                  </a:cubicBezTo>
                  <a:cubicBezTo>
                    <a:pt x="1199516" y="106045"/>
                    <a:pt x="1197611" y="106680"/>
                    <a:pt x="1195706" y="107950"/>
                  </a:cubicBezTo>
                  <a:cubicBezTo>
                    <a:pt x="1193801" y="108585"/>
                    <a:pt x="1191261" y="109855"/>
                    <a:pt x="1188721" y="109855"/>
                  </a:cubicBezTo>
                  <a:cubicBezTo>
                    <a:pt x="1186181" y="109855"/>
                    <a:pt x="1183006" y="110490"/>
                    <a:pt x="1179831" y="110490"/>
                  </a:cubicBezTo>
                  <a:cubicBezTo>
                    <a:pt x="1176656" y="110490"/>
                    <a:pt x="1173481" y="110490"/>
                    <a:pt x="1170306" y="109220"/>
                  </a:cubicBezTo>
                  <a:cubicBezTo>
                    <a:pt x="1167131" y="108585"/>
                    <a:pt x="1164591" y="107315"/>
                    <a:pt x="1162686" y="105410"/>
                  </a:cubicBezTo>
                  <a:cubicBezTo>
                    <a:pt x="1160781" y="103505"/>
                    <a:pt x="1158241" y="102235"/>
                    <a:pt x="1156336" y="100330"/>
                  </a:cubicBezTo>
                  <a:cubicBezTo>
                    <a:pt x="1154431" y="98425"/>
                    <a:pt x="1152526" y="95885"/>
                    <a:pt x="1151256" y="92710"/>
                  </a:cubicBezTo>
                  <a:cubicBezTo>
                    <a:pt x="1149351" y="89535"/>
                    <a:pt x="1148081" y="86360"/>
                    <a:pt x="1147446" y="82550"/>
                  </a:cubicBezTo>
                  <a:cubicBezTo>
                    <a:pt x="1146811" y="78740"/>
                    <a:pt x="1146176" y="74295"/>
                    <a:pt x="1146176" y="69850"/>
                  </a:cubicBezTo>
                  <a:cubicBezTo>
                    <a:pt x="1146176" y="63500"/>
                    <a:pt x="1146811" y="57150"/>
                    <a:pt x="1148716" y="52070"/>
                  </a:cubicBezTo>
                  <a:cubicBezTo>
                    <a:pt x="1150621" y="46990"/>
                    <a:pt x="1152526" y="42545"/>
                    <a:pt x="1155701" y="39370"/>
                  </a:cubicBezTo>
                  <a:cubicBezTo>
                    <a:pt x="1158876" y="36195"/>
                    <a:pt x="1162051" y="33020"/>
                    <a:pt x="1166496" y="31750"/>
                  </a:cubicBezTo>
                  <a:cubicBezTo>
                    <a:pt x="1170941" y="29845"/>
                    <a:pt x="1175386" y="29210"/>
                    <a:pt x="1180466" y="29210"/>
                  </a:cubicBezTo>
                  <a:close/>
                  <a:moveTo>
                    <a:pt x="901065" y="29210"/>
                  </a:moveTo>
                  <a:cubicBezTo>
                    <a:pt x="906780" y="29210"/>
                    <a:pt x="911225" y="30480"/>
                    <a:pt x="915670" y="32385"/>
                  </a:cubicBezTo>
                  <a:cubicBezTo>
                    <a:pt x="919480" y="34290"/>
                    <a:pt x="923290" y="37465"/>
                    <a:pt x="925830" y="40640"/>
                  </a:cubicBezTo>
                  <a:cubicBezTo>
                    <a:pt x="928370" y="44450"/>
                    <a:pt x="930275" y="48260"/>
                    <a:pt x="932180" y="53340"/>
                  </a:cubicBezTo>
                  <a:cubicBezTo>
                    <a:pt x="933450" y="57785"/>
                    <a:pt x="934085" y="62865"/>
                    <a:pt x="934085" y="68580"/>
                  </a:cubicBezTo>
                  <a:lnTo>
                    <a:pt x="932815" y="68580"/>
                  </a:lnTo>
                  <a:cubicBezTo>
                    <a:pt x="932815" y="68580"/>
                    <a:pt x="932815" y="71120"/>
                    <a:pt x="932815" y="72390"/>
                  </a:cubicBezTo>
                  <a:cubicBezTo>
                    <a:pt x="932815" y="73660"/>
                    <a:pt x="932815" y="74295"/>
                    <a:pt x="932815" y="75565"/>
                  </a:cubicBezTo>
                  <a:lnTo>
                    <a:pt x="881380" y="75565"/>
                  </a:lnTo>
                  <a:cubicBezTo>
                    <a:pt x="881380" y="79375"/>
                    <a:pt x="882650" y="82550"/>
                    <a:pt x="883920" y="85090"/>
                  </a:cubicBezTo>
                  <a:cubicBezTo>
                    <a:pt x="885190" y="87630"/>
                    <a:pt x="886460" y="90170"/>
                    <a:pt x="888365" y="91440"/>
                  </a:cubicBezTo>
                  <a:cubicBezTo>
                    <a:pt x="890270" y="93345"/>
                    <a:pt x="892175" y="94615"/>
                    <a:pt x="894080" y="95250"/>
                  </a:cubicBezTo>
                  <a:cubicBezTo>
                    <a:pt x="895985" y="95885"/>
                    <a:pt x="898525" y="96520"/>
                    <a:pt x="901065" y="96520"/>
                  </a:cubicBezTo>
                  <a:cubicBezTo>
                    <a:pt x="902970" y="96520"/>
                    <a:pt x="904240" y="96520"/>
                    <a:pt x="906145" y="96520"/>
                  </a:cubicBezTo>
                  <a:cubicBezTo>
                    <a:pt x="907415" y="96520"/>
                    <a:pt x="909320" y="95885"/>
                    <a:pt x="910590" y="95250"/>
                  </a:cubicBezTo>
                  <a:cubicBezTo>
                    <a:pt x="911860" y="95250"/>
                    <a:pt x="913130" y="93980"/>
                    <a:pt x="914400" y="93345"/>
                  </a:cubicBezTo>
                  <a:cubicBezTo>
                    <a:pt x="915670" y="93345"/>
                    <a:pt x="916940" y="92075"/>
                    <a:pt x="918845" y="90805"/>
                  </a:cubicBezTo>
                  <a:lnTo>
                    <a:pt x="927735" y="100330"/>
                  </a:lnTo>
                  <a:cubicBezTo>
                    <a:pt x="927735" y="100330"/>
                    <a:pt x="923925" y="103505"/>
                    <a:pt x="922020" y="104775"/>
                  </a:cubicBezTo>
                  <a:cubicBezTo>
                    <a:pt x="920115" y="106045"/>
                    <a:pt x="918210" y="106680"/>
                    <a:pt x="916305" y="107950"/>
                  </a:cubicBezTo>
                  <a:cubicBezTo>
                    <a:pt x="914400" y="108585"/>
                    <a:pt x="911860" y="109855"/>
                    <a:pt x="909320" y="109855"/>
                  </a:cubicBezTo>
                  <a:cubicBezTo>
                    <a:pt x="906780" y="109855"/>
                    <a:pt x="903605" y="110490"/>
                    <a:pt x="900430" y="110490"/>
                  </a:cubicBezTo>
                  <a:cubicBezTo>
                    <a:pt x="897255" y="110490"/>
                    <a:pt x="894080" y="110490"/>
                    <a:pt x="890905" y="109220"/>
                  </a:cubicBezTo>
                  <a:cubicBezTo>
                    <a:pt x="887730" y="108585"/>
                    <a:pt x="885190" y="107315"/>
                    <a:pt x="883285" y="105410"/>
                  </a:cubicBezTo>
                  <a:cubicBezTo>
                    <a:pt x="881380" y="103505"/>
                    <a:pt x="878840" y="102235"/>
                    <a:pt x="876935" y="100330"/>
                  </a:cubicBezTo>
                  <a:cubicBezTo>
                    <a:pt x="875030" y="98425"/>
                    <a:pt x="873125" y="95885"/>
                    <a:pt x="871855" y="92710"/>
                  </a:cubicBezTo>
                  <a:cubicBezTo>
                    <a:pt x="869950" y="89535"/>
                    <a:pt x="868680" y="86360"/>
                    <a:pt x="868045" y="82550"/>
                  </a:cubicBezTo>
                  <a:cubicBezTo>
                    <a:pt x="867410" y="78740"/>
                    <a:pt x="866775" y="74295"/>
                    <a:pt x="866775" y="69850"/>
                  </a:cubicBezTo>
                  <a:cubicBezTo>
                    <a:pt x="866775" y="63500"/>
                    <a:pt x="867410" y="57150"/>
                    <a:pt x="869315" y="52070"/>
                  </a:cubicBezTo>
                  <a:cubicBezTo>
                    <a:pt x="871220" y="46990"/>
                    <a:pt x="873125" y="42545"/>
                    <a:pt x="876300" y="39370"/>
                  </a:cubicBezTo>
                  <a:cubicBezTo>
                    <a:pt x="879475" y="36195"/>
                    <a:pt x="882650" y="33020"/>
                    <a:pt x="887095" y="31750"/>
                  </a:cubicBezTo>
                  <a:cubicBezTo>
                    <a:pt x="891540" y="29845"/>
                    <a:pt x="895985" y="29210"/>
                    <a:pt x="901065" y="29210"/>
                  </a:cubicBezTo>
                  <a:close/>
                  <a:moveTo>
                    <a:pt x="668656" y="29210"/>
                  </a:moveTo>
                  <a:cubicBezTo>
                    <a:pt x="671830" y="29210"/>
                    <a:pt x="674370" y="29210"/>
                    <a:pt x="676275" y="29845"/>
                  </a:cubicBezTo>
                  <a:cubicBezTo>
                    <a:pt x="678181" y="29845"/>
                    <a:pt x="680086" y="31115"/>
                    <a:pt x="681991" y="32385"/>
                  </a:cubicBezTo>
                  <a:lnTo>
                    <a:pt x="678181" y="46990"/>
                  </a:lnTo>
                  <a:lnTo>
                    <a:pt x="676910" y="46990"/>
                  </a:lnTo>
                  <a:cubicBezTo>
                    <a:pt x="676910" y="46990"/>
                    <a:pt x="673736" y="45085"/>
                    <a:pt x="671830" y="45085"/>
                  </a:cubicBezTo>
                  <a:cubicBezTo>
                    <a:pt x="669925" y="45085"/>
                    <a:pt x="668020" y="44450"/>
                    <a:pt x="665480" y="44450"/>
                  </a:cubicBezTo>
                  <a:cubicBezTo>
                    <a:pt x="660400" y="44450"/>
                    <a:pt x="656590" y="46355"/>
                    <a:pt x="654050" y="49530"/>
                  </a:cubicBezTo>
                  <a:cubicBezTo>
                    <a:pt x="651510" y="52705"/>
                    <a:pt x="650240" y="57785"/>
                    <a:pt x="650240" y="64770"/>
                  </a:cubicBezTo>
                  <a:lnTo>
                    <a:pt x="650240" y="109220"/>
                  </a:lnTo>
                  <a:lnTo>
                    <a:pt x="635000" y="109220"/>
                  </a:lnTo>
                  <a:lnTo>
                    <a:pt x="635000" y="31115"/>
                  </a:lnTo>
                  <a:lnTo>
                    <a:pt x="650240" y="31115"/>
                  </a:lnTo>
                  <a:lnTo>
                    <a:pt x="650240" y="38735"/>
                  </a:lnTo>
                  <a:cubicBezTo>
                    <a:pt x="650240" y="38735"/>
                    <a:pt x="652145" y="36195"/>
                    <a:pt x="653416" y="34925"/>
                  </a:cubicBezTo>
                  <a:cubicBezTo>
                    <a:pt x="654685" y="33655"/>
                    <a:pt x="655955" y="33020"/>
                    <a:pt x="657861" y="31750"/>
                  </a:cubicBezTo>
                  <a:cubicBezTo>
                    <a:pt x="659130" y="31115"/>
                    <a:pt x="661035" y="30480"/>
                    <a:pt x="662940" y="29845"/>
                  </a:cubicBezTo>
                  <a:cubicBezTo>
                    <a:pt x="664845" y="29845"/>
                    <a:pt x="666751" y="29210"/>
                    <a:pt x="668656" y="29210"/>
                  </a:cubicBezTo>
                  <a:close/>
                  <a:moveTo>
                    <a:pt x="586739" y="29210"/>
                  </a:moveTo>
                  <a:cubicBezTo>
                    <a:pt x="592454" y="29210"/>
                    <a:pt x="596899" y="30480"/>
                    <a:pt x="601344" y="32385"/>
                  </a:cubicBezTo>
                  <a:cubicBezTo>
                    <a:pt x="605154" y="34290"/>
                    <a:pt x="608964" y="37465"/>
                    <a:pt x="611504" y="40640"/>
                  </a:cubicBezTo>
                  <a:cubicBezTo>
                    <a:pt x="614044" y="44450"/>
                    <a:pt x="615949" y="48260"/>
                    <a:pt x="617854" y="53340"/>
                  </a:cubicBezTo>
                  <a:cubicBezTo>
                    <a:pt x="619124" y="57785"/>
                    <a:pt x="619759" y="62865"/>
                    <a:pt x="619759" y="68580"/>
                  </a:cubicBezTo>
                  <a:lnTo>
                    <a:pt x="618489" y="68580"/>
                  </a:lnTo>
                  <a:cubicBezTo>
                    <a:pt x="618489" y="68580"/>
                    <a:pt x="618489" y="71120"/>
                    <a:pt x="618489" y="72390"/>
                  </a:cubicBezTo>
                  <a:cubicBezTo>
                    <a:pt x="618489" y="73660"/>
                    <a:pt x="618489" y="74295"/>
                    <a:pt x="618489" y="75565"/>
                  </a:cubicBezTo>
                  <a:lnTo>
                    <a:pt x="567054" y="75565"/>
                  </a:lnTo>
                  <a:cubicBezTo>
                    <a:pt x="567054" y="79375"/>
                    <a:pt x="568324" y="82550"/>
                    <a:pt x="569594" y="85090"/>
                  </a:cubicBezTo>
                  <a:cubicBezTo>
                    <a:pt x="570864" y="87630"/>
                    <a:pt x="572134" y="90170"/>
                    <a:pt x="574039" y="91440"/>
                  </a:cubicBezTo>
                  <a:cubicBezTo>
                    <a:pt x="575944" y="93345"/>
                    <a:pt x="577849" y="94615"/>
                    <a:pt x="579754" y="95250"/>
                  </a:cubicBezTo>
                  <a:cubicBezTo>
                    <a:pt x="581659" y="95885"/>
                    <a:pt x="584199" y="96520"/>
                    <a:pt x="586739" y="96520"/>
                  </a:cubicBezTo>
                  <a:cubicBezTo>
                    <a:pt x="588644" y="96520"/>
                    <a:pt x="589914" y="96520"/>
                    <a:pt x="591819" y="96520"/>
                  </a:cubicBezTo>
                  <a:cubicBezTo>
                    <a:pt x="593089" y="96520"/>
                    <a:pt x="594994" y="95885"/>
                    <a:pt x="596264" y="95250"/>
                  </a:cubicBezTo>
                  <a:cubicBezTo>
                    <a:pt x="597534" y="95250"/>
                    <a:pt x="598804" y="93980"/>
                    <a:pt x="600074" y="93345"/>
                  </a:cubicBezTo>
                  <a:cubicBezTo>
                    <a:pt x="601344" y="93345"/>
                    <a:pt x="602614" y="92075"/>
                    <a:pt x="604519" y="90805"/>
                  </a:cubicBezTo>
                  <a:lnTo>
                    <a:pt x="613409" y="100330"/>
                  </a:lnTo>
                  <a:cubicBezTo>
                    <a:pt x="613409" y="100330"/>
                    <a:pt x="609599" y="103505"/>
                    <a:pt x="607694" y="104775"/>
                  </a:cubicBezTo>
                  <a:cubicBezTo>
                    <a:pt x="605789" y="106045"/>
                    <a:pt x="603884" y="106680"/>
                    <a:pt x="601979" y="107950"/>
                  </a:cubicBezTo>
                  <a:cubicBezTo>
                    <a:pt x="600074" y="108585"/>
                    <a:pt x="597534" y="109855"/>
                    <a:pt x="594994" y="109855"/>
                  </a:cubicBezTo>
                  <a:cubicBezTo>
                    <a:pt x="592454" y="109855"/>
                    <a:pt x="589279" y="110490"/>
                    <a:pt x="586104" y="110490"/>
                  </a:cubicBezTo>
                  <a:cubicBezTo>
                    <a:pt x="582929" y="110490"/>
                    <a:pt x="579754" y="110490"/>
                    <a:pt x="576579" y="109220"/>
                  </a:cubicBezTo>
                  <a:cubicBezTo>
                    <a:pt x="573404" y="108585"/>
                    <a:pt x="570864" y="107315"/>
                    <a:pt x="568959" y="105410"/>
                  </a:cubicBezTo>
                  <a:cubicBezTo>
                    <a:pt x="566419" y="104140"/>
                    <a:pt x="564514" y="102235"/>
                    <a:pt x="562609" y="100330"/>
                  </a:cubicBezTo>
                  <a:cubicBezTo>
                    <a:pt x="560704" y="98425"/>
                    <a:pt x="558799" y="95885"/>
                    <a:pt x="557529" y="92710"/>
                  </a:cubicBezTo>
                  <a:cubicBezTo>
                    <a:pt x="555624" y="89535"/>
                    <a:pt x="554354" y="86360"/>
                    <a:pt x="553719" y="82550"/>
                  </a:cubicBezTo>
                  <a:cubicBezTo>
                    <a:pt x="553084" y="78740"/>
                    <a:pt x="552449" y="74295"/>
                    <a:pt x="552449" y="69850"/>
                  </a:cubicBezTo>
                  <a:cubicBezTo>
                    <a:pt x="552449" y="63500"/>
                    <a:pt x="553084" y="57150"/>
                    <a:pt x="554989" y="52070"/>
                  </a:cubicBezTo>
                  <a:cubicBezTo>
                    <a:pt x="556894" y="46990"/>
                    <a:pt x="558799" y="42545"/>
                    <a:pt x="561974" y="39370"/>
                  </a:cubicBezTo>
                  <a:cubicBezTo>
                    <a:pt x="565149" y="36195"/>
                    <a:pt x="568324" y="33020"/>
                    <a:pt x="572769" y="31750"/>
                  </a:cubicBezTo>
                  <a:cubicBezTo>
                    <a:pt x="577214" y="29845"/>
                    <a:pt x="581659" y="29210"/>
                    <a:pt x="586739" y="29210"/>
                  </a:cubicBezTo>
                  <a:close/>
                  <a:moveTo>
                    <a:pt x="400050" y="29210"/>
                  </a:moveTo>
                  <a:cubicBezTo>
                    <a:pt x="405765" y="29210"/>
                    <a:pt x="410210" y="30480"/>
                    <a:pt x="414655" y="32385"/>
                  </a:cubicBezTo>
                  <a:cubicBezTo>
                    <a:pt x="418465" y="34290"/>
                    <a:pt x="422275" y="37465"/>
                    <a:pt x="424815" y="40640"/>
                  </a:cubicBezTo>
                  <a:cubicBezTo>
                    <a:pt x="427355" y="44450"/>
                    <a:pt x="429260" y="48260"/>
                    <a:pt x="431165" y="53340"/>
                  </a:cubicBezTo>
                  <a:cubicBezTo>
                    <a:pt x="432435" y="57785"/>
                    <a:pt x="433070" y="62865"/>
                    <a:pt x="433070" y="68580"/>
                  </a:cubicBezTo>
                  <a:lnTo>
                    <a:pt x="431800" y="68580"/>
                  </a:lnTo>
                  <a:cubicBezTo>
                    <a:pt x="431800" y="68580"/>
                    <a:pt x="431800" y="71120"/>
                    <a:pt x="431800" y="72390"/>
                  </a:cubicBezTo>
                  <a:cubicBezTo>
                    <a:pt x="431800" y="73660"/>
                    <a:pt x="431800" y="74295"/>
                    <a:pt x="431800" y="75565"/>
                  </a:cubicBezTo>
                  <a:lnTo>
                    <a:pt x="380365" y="75565"/>
                  </a:lnTo>
                  <a:cubicBezTo>
                    <a:pt x="380365" y="79375"/>
                    <a:pt x="381635" y="82550"/>
                    <a:pt x="382905" y="85090"/>
                  </a:cubicBezTo>
                  <a:cubicBezTo>
                    <a:pt x="384175" y="87630"/>
                    <a:pt x="385445" y="90170"/>
                    <a:pt x="387350" y="91440"/>
                  </a:cubicBezTo>
                  <a:cubicBezTo>
                    <a:pt x="389255" y="93345"/>
                    <a:pt x="391160" y="94615"/>
                    <a:pt x="393065" y="95250"/>
                  </a:cubicBezTo>
                  <a:cubicBezTo>
                    <a:pt x="394970" y="95885"/>
                    <a:pt x="397510" y="96520"/>
                    <a:pt x="400050" y="96520"/>
                  </a:cubicBezTo>
                  <a:cubicBezTo>
                    <a:pt x="401955" y="96520"/>
                    <a:pt x="403225" y="96520"/>
                    <a:pt x="405130" y="96520"/>
                  </a:cubicBezTo>
                  <a:cubicBezTo>
                    <a:pt x="406400" y="96520"/>
                    <a:pt x="408305" y="95885"/>
                    <a:pt x="409575" y="95250"/>
                  </a:cubicBezTo>
                  <a:cubicBezTo>
                    <a:pt x="410845" y="95250"/>
                    <a:pt x="412115" y="93980"/>
                    <a:pt x="413385" y="93345"/>
                  </a:cubicBezTo>
                  <a:cubicBezTo>
                    <a:pt x="414655" y="93345"/>
                    <a:pt x="415925" y="92075"/>
                    <a:pt x="417830" y="90805"/>
                  </a:cubicBezTo>
                  <a:lnTo>
                    <a:pt x="426720" y="100330"/>
                  </a:lnTo>
                  <a:cubicBezTo>
                    <a:pt x="426720" y="100330"/>
                    <a:pt x="422910" y="103505"/>
                    <a:pt x="421005" y="104775"/>
                  </a:cubicBezTo>
                  <a:cubicBezTo>
                    <a:pt x="419100" y="106045"/>
                    <a:pt x="417195" y="106680"/>
                    <a:pt x="415290" y="107950"/>
                  </a:cubicBezTo>
                  <a:cubicBezTo>
                    <a:pt x="413385" y="108585"/>
                    <a:pt x="410845" y="109855"/>
                    <a:pt x="408305" y="109855"/>
                  </a:cubicBezTo>
                  <a:cubicBezTo>
                    <a:pt x="405765" y="109855"/>
                    <a:pt x="402590" y="110490"/>
                    <a:pt x="399415" y="110490"/>
                  </a:cubicBezTo>
                  <a:cubicBezTo>
                    <a:pt x="396240" y="110490"/>
                    <a:pt x="393065" y="110490"/>
                    <a:pt x="389890" y="109220"/>
                  </a:cubicBezTo>
                  <a:cubicBezTo>
                    <a:pt x="386715" y="108585"/>
                    <a:pt x="384175" y="107315"/>
                    <a:pt x="382270" y="105410"/>
                  </a:cubicBezTo>
                  <a:cubicBezTo>
                    <a:pt x="380365" y="103505"/>
                    <a:pt x="377825" y="102235"/>
                    <a:pt x="375920" y="100330"/>
                  </a:cubicBezTo>
                  <a:cubicBezTo>
                    <a:pt x="374015" y="98425"/>
                    <a:pt x="372110" y="95885"/>
                    <a:pt x="370840" y="92710"/>
                  </a:cubicBezTo>
                  <a:cubicBezTo>
                    <a:pt x="368935" y="89535"/>
                    <a:pt x="367665" y="86360"/>
                    <a:pt x="367030" y="82550"/>
                  </a:cubicBezTo>
                  <a:cubicBezTo>
                    <a:pt x="366395" y="78740"/>
                    <a:pt x="365760" y="74295"/>
                    <a:pt x="365760" y="69850"/>
                  </a:cubicBezTo>
                  <a:cubicBezTo>
                    <a:pt x="365760" y="63500"/>
                    <a:pt x="366395" y="57150"/>
                    <a:pt x="368300" y="52070"/>
                  </a:cubicBezTo>
                  <a:cubicBezTo>
                    <a:pt x="370205" y="46990"/>
                    <a:pt x="372110" y="42545"/>
                    <a:pt x="375285" y="39370"/>
                  </a:cubicBezTo>
                  <a:cubicBezTo>
                    <a:pt x="378460" y="36195"/>
                    <a:pt x="381635" y="33020"/>
                    <a:pt x="386080" y="31750"/>
                  </a:cubicBezTo>
                  <a:cubicBezTo>
                    <a:pt x="390525" y="29845"/>
                    <a:pt x="394970" y="29210"/>
                    <a:pt x="400050" y="29210"/>
                  </a:cubicBezTo>
                  <a:close/>
                  <a:moveTo>
                    <a:pt x="201930" y="29210"/>
                  </a:moveTo>
                  <a:cubicBezTo>
                    <a:pt x="207645" y="29210"/>
                    <a:pt x="212090" y="30480"/>
                    <a:pt x="216535" y="32385"/>
                  </a:cubicBezTo>
                  <a:cubicBezTo>
                    <a:pt x="220345" y="34290"/>
                    <a:pt x="224155" y="37465"/>
                    <a:pt x="226695" y="40640"/>
                  </a:cubicBezTo>
                  <a:cubicBezTo>
                    <a:pt x="229235" y="44450"/>
                    <a:pt x="231140" y="48260"/>
                    <a:pt x="233045" y="53340"/>
                  </a:cubicBezTo>
                  <a:cubicBezTo>
                    <a:pt x="234315" y="57785"/>
                    <a:pt x="234950" y="62865"/>
                    <a:pt x="234950" y="68580"/>
                  </a:cubicBezTo>
                  <a:lnTo>
                    <a:pt x="233680" y="68580"/>
                  </a:lnTo>
                  <a:cubicBezTo>
                    <a:pt x="233680" y="68580"/>
                    <a:pt x="233680" y="71120"/>
                    <a:pt x="233680" y="72390"/>
                  </a:cubicBezTo>
                  <a:cubicBezTo>
                    <a:pt x="233680" y="73660"/>
                    <a:pt x="233680" y="74295"/>
                    <a:pt x="233680" y="75565"/>
                  </a:cubicBezTo>
                  <a:lnTo>
                    <a:pt x="182245" y="75565"/>
                  </a:lnTo>
                  <a:cubicBezTo>
                    <a:pt x="182245" y="79375"/>
                    <a:pt x="183515" y="82550"/>
                    <a:pt x="184785" y="85090"/>
                  </a:cubicBezTo>
                  <a:cubicBezTo>
                    <a:pt x="186055" y="87630"/>
                    <a:pt x="187325" y="90170"/>
                    <a:pt x="189230" y="91440"/>
                  </a:cubicBezTo>
                  <a:cubicBezTo>
                    <a:pt x="191135" y="93345"/>
                    <a:pt x="193040" y="94615"/>
                    <a:pt x="194945" y="95250"/>
                  </a:cubicBezTo>
                  <a:cubicBezTo>
                    <a:pt x="196850" y="95885"/>
                    <a:pt x="199390" y="96520"/>
                    <a:pt x="201930" y="96520"/>
                  </a:cubicBezTo>
                  <a:cubicBezTo>
                    <a:pt x="203835" y="96520"/>
                    <a:pt x="205105" y="96520"/>
                    <a:pt x="207010" y="96520"/>
                  </a:cubicBezTo>
                  <a:cubicBezTo>
                    <a:pt x="208280" y="96520"/>
                    <a:pt x="210185" y="95885"/>
                    <a:pt x="211455" y="95250"/>
                  </a:cubicBezTo>
                  <a:cubicBezTo>
                    <a:pt x="212725" y="95250"/>
                    <a:pt x="213995" y="93980"/>
                    <a:pt x="215265" y="93345"/>
                  </a:cubicBezTo>
                  <a:cubicBezTo>
                    <a:pt x="216535" y="93345"/>
                    <a:pt x="217805" y="92075"/>
                    <a:pt x="219710" y="90805"/>
                  </a:cubicBezTo>
                  <a:lnTo>
                    <a:pt x="228600" y="100330"/>
                  </a:lnTo>
                  <a:cubicBezTo>
                    <a:pt x="228600" y="100330"/>
                    <a:pt x="224790" y="103505"/>
                    <a:pt x="222885" y="104775"/>
                  </a:cubicBezTo>
                  <a:cubicBezTo>
                    <a:pt x="220980" y="106045"/>
                    <a:pt x="219075" y="106680"/>
                    <a:pt x="217170" y="107950"/>
                  </a:cubicBezTo>
                  <a:cubicBezTo>
                    <a:pt x="215265" y="108585"/>
                    <a:pt x="212725" y="109855"/>
                    <a:pt x="210185" y="109855"/>
                  </a:cubicBezTo>
                  <a:cubicBezTo>
                    <a:pt x="207645" y="109855"/>
                    <a:pt x="204470" y="110490"/>
                    <a:pt x="201295" y="110490"/>
                  </a:cubicBezTo>
                  <a:cubicBezTo>
                    <a:pt x="198120" y="110490"/>
                    <a:pt x="194945" y="110490"/>
                    <a:pt x="191770" y="109220"/>
                  </a:cubicBezTo>
                  <a:cubicBezTo>
                    <a:pt x="188595" y="108585"/>
                    <a:pt x="186055" y="107315"/>
                    <a:pt x="184150" y="105410"/>
                  </a:cubicBezTo>
                  <a:cubicBezTo>
                    <a:pt x="181610" y="104140"/>
                    <a:pt x="179705" y="102235"/>
                    <a:pt x="177800" y="100330"/>
                  </a:cubicBezTo>
                  <a:cubicBezTo>
                    <a:pt x="175895" y="98425"/>
                    <a:pt x="173990" y="95885"/>
                    <a:pt x="172720" y="92710"/>
                  </a:cubicBezTo>
                  <a:cubicBezTo>
                    <a:pt x="170815" y="89535"/>
                    <a:pt x="169545" y="86360"/>
                    <a:pt x="168910" y="82550"/>
                  </a:cubicBezTo>
                  <a:cubicBezTo>
                    <a:pt x="168275" y="78740"/>
                    <a:pt x="167640" y="74295"/>
                    <a:pt x="167640" y="69850"/>
                  </a:cubicBezTo>
                  <a:cubicBezTo>
                    <a:pt x="167640" y="63500"/>
                    <a:pt x="168275" y="57150"/>
                    <a:pt x="170180" y="52070"/>
                  </a:cubicBezTo>
                  <a:cubicBezTo>
                    <a:pt x="172085" y="46990"/>
                    <a:pt x="173990" y="42545"/>
                    <a:pt x="177165" y="39370"/>
                  </a:cubicBezTo>
                  <a:cubicBezTo>
                    <a:pt x="180340" y="36195"/>
                    <a:pt x="183515" y="33020"/>
                    <a:pt x="187960" y="31750"/>
                  </a:cubicBezTo>
                  <a:cubicBezTo>
                    <a:pt x="192405" y="29845"/>
                    <a:pt x="196850" y="29210"/>
                    <a:pt x="201930" y="29210"/>
                  </a:cubicBezTo>
                  <a:close/>
                  <a:moveTo>
                    <a:pt x="4664706" y="28574"/>
                  </a:moveTo>
                  <a:cubicBezTo>
                    <a:pt x="4669786" y="28574"/>
                    <a:pt x="4674231" y="29209"/>
                    <a:pt x="4678676" y="31749"/>
                  </a:cubicBezTo>
                  <a:cubicBezTo>
                    <a:pt x="4683121" y="33654"/>
                    <a:pt x="4686296" y="36194"/>
                    <a:pt x="4689471" y="40004"/>
                  </a:cubicBezTo>
                  <a:cubicBezTo>
                    <a:pt x="4692646" y="43814"/>
                    <a:pt x="4695186" y="47624"/>
                    <a:pt x="4696456" y="52704"/>
                  </a:cubicBezTo>
                  <a:cubicBezTo>
                    <a:pt x="4698361" y="57784"/>
                    <a:pt x="4698996" y="63499"/>
                    <a:pt x="4698996" y="69214"/>
                  </a:cubicBezTo>
                  <a:lnTo>
                    <a:pt x="4699631" y="69214"/>
                  </a:lnTo>
                  <a:cubicBezTo>
                    <a:pt x="4699631" y="75564"/>
                    <a:pt x="4698996" y="81279"/>
                    <a:pt x="4697091" y="86359"/>
                  </a:cubicBezTo>
                  <a:cubicBezTo>
                    <a:pt x="4695186" y="91439"/>
                    <a:pt x="4692646" y="95884"/>
                    <a:pt x="4689471" y="99059"/>
                  </a:cubicBezTo>
                  <a:cubicBezTo>
                    <a:pt x="4686296" y="102869"/>
                    <a:pt x="4682486" y="105409"/>
                    <a:pt x="4678041" y="107314"/>
                  </a:cubicBezTo>
                  <a:cubicBezTo>
                    <a:pt x="4673596" y="109219"/>
                    <a:pt x="4669151" y="109854"/>
                    <a:pt x="4664071" y="109854"/>
                  </a:cubicBezTo>
                  <a:cubicBezTo>
                    <a:pt x="4658991" y="109854"/>
                    <a:pt x="4654546" y="108584"/>
                    <a:pt x="4650101" y="106679"/>
                  </a:cubicBezTo>
                  <a:cubicBezTo>
                    <a:pt x="4645656" y="104774"/>
                    <a:pt x="4642481" y="102234"/>
                    <a:pt x="4639306" y="98424"/>
                  </a:cubicBezTo>
                  <a:cubicBezTo>
                    <a:pt x="4636131" y="94614"/>
                    <a:pt x="4633591" y="90804"/>
                    <a:pt x="4632321" y="85724"/>
                  </a:cubicBezTo>
                  <a:cubicBezTo>
                    <a:pt x="4630416" y="80644"/>
                    <a:pt x="4629781" y="74929"/>
                    <a:pt x="4629781" y="69214"/>
                  </a:cubicBezTo>
                  <a:cubicBezTo>
                    <a:pt x="4629781" y="63499"/>
                    <a:pt x="4630416" y="57149"/>
                    <a:pt x="4632321" y="52069"/>
                  </a:cubicBezTo>
                  <a:cubicBezTo>
                    <a:pt x="4634226" y="46989"/>
                    <a:pt x="4636766" y="42544"/>
                    <a:pt x="4639941" y="39369"/>
                  </a:cubicBezTo>
                  <a:cubicBezTo>
                    <a:pt x="4643116" y="35559"/>
                    <a:pt x="4646926" y="33019"/>
                    <a:pt x="4650736" y="31114"/>
                  </a:cubicBezTo>
                  <a:cubicBezTo>
                    <a:pt x="4655181" y="29209"/>
                    <a:pt x="4659626" y="28574"/>
                    <a:pt x="4664706" y="28574"/>
                  </a:cubicBezTo>
                  <a:close/>
                  <a:moveTo>
                    <a:pt x="4264655" y="28574"/>
                  </a:moveTo>
                  <a:cubicBezTo>
                    <a:pt x="4269735" y="28574"/>
                    <a:pt x="4274180" y="29209"/>
                    <a:pt x="4278625" y="31749"/>
                  </a:cubicBezTo>
                  <a:cubicBezTo>
                    <a:pt x="4283070" y="33654"/>
                    <a:pt x="4286245" y="36194"/>
                    <a:pt x="4289420" y="40004"/>
                  </a:cubicBezTo>
                  <a:cubicBezTo>
                    <a:pt x="4292595" y="43814"/>
                    <a:pt x="4295135" y="47624"/>
                    <a:pt x="4296405" y="52704"/>
                  </a:cubicBezTo>
                  <a:cubicBezTo>
                    <a:pt x="4298310" y="57784"/>
                    <a:pt x="4298945" y="63499"/>
                    <a:pt x="4298945" y="69214"/>
                  </a:cubicBezTo>
                  <a:lnTo>
                    <a:pt x="4299580" y="69214"/>
                  </a:lnTo>
                  <a:cubicBezTo>
                    <a:pt x="4299580" y="75564"/>
                    <a:pt x="4298945" y="81279"/>
                    <a:pt x="4297040" y="86359"/>
                  </a:cubicBezTo>
                  <a:cubicBezTo>
                    <a:pt x="4295135" y="91439"/>
                    <a:pt x="4292595" y="95884"/>
                    <a:pt x="4289420" y="99059"/>
                  </a:cubicBezTo>
                  <a:cubicBezTo>
                    <a:pt x="4286245" y="102869"/>
                    <a:pt x="4282435" y="105409"/>
                    <a:pt x="4277990" y="107314"/>
                  </a:cubicBezTo>
                  <a:cubicBezTo>
                    <a:pt x="4273545" y="109219"/>
                    <a:pt x="4269100" y="109854"/>
                    <a:pt x="4264020" y="109854"/>
                  </a:cubicBezTo>
                  <a:cubicBezTo>
                    <a:pt x="4258940" y="109854"/>
                    <a:pt x="4254495" y="108584"/>
                    <a:pt x="4250050" y="106679"/>
                  </a:cubicBezTo>
                  <a:cubicBezTo>
                    <a:pt x="4245605" y="104774"/>
                    <a:pt x="4242430" y="102234"/>
                    <a:pt x="4239255" y="98424"/>
                  </a:cubicBezTo>
                  <a:cubicBezTo>
                    <a:pt x="4236080" y="94614"/>
                    <a:pt x="4233540" y="90804"/>
                    <a:pt x="4232270" y="85724"/>
                  </a:cubicBezTo>
                  <a:cubicBezTo>
                    <a:pt x="4230365" y="80644"/>
                    <a:pt x="4229730" y="74929"/>
                    <a:pt x="4229730" y="69214"/>
                  </a:cubicBezTo>
                  <a:cubicBezTo>
                    <a:pt x="4229730" y="63499"/>
                    <a:pt x="4230365" y="57149"/>
                    <a:pt x="4232270" y="52069"/>
                  </a:cubicBezTo>
                  <a:cubicBezTo>
                    <a:pt x="4234175" y="46989"/>
                    <a:pt x="4236715" y="42544"/>
                    <a:pt x="4239890" y="39369"/>
                  </a:cubicBezTo>
                  <a:cubicBezTo>
                    <a:pt x="4243065" y="35559"/>
                    <a:pt x="4246875" y="33019"/>
                    <a:pt x="4250685" y="31114"/>
                  </a:cubicBezTo>
                  <a:cubicBezTo>
                    <a:pt x="4255130" y="29209"/>
                    <a:pt x="4259575" y="28574"/>
                    <a:pt x="4264655" y="28574"/>
                  </a:cubicBezTo>
                  <a:close/>
                  <a:moveTo>
                    <a:pt x="1420495" y="28574"/>
                  </a:moveTo>
                  <a:cubicBezTo>
                    <a:pt x="1425575" y="28574"/>
                    <a:pt x="1430020" y="29209"/>
                    <a:pt x="1434465" y="31749"/>
                  </a:cubicBezTo>
                  <a:cubicBezTo>
                    <a:pt x="1438910" y="33654"/>
                    <a:pt x="1442085" y="36194"/>
                    <a:pt x="1445260" y="40004"/>
                  </a:cubicBezTo>
                  <a:cubicBezTo>
                    <a:pt x="1448435" y="43814"/>
                    <a:pt x="1450975" y="47624"/>
                    <a:pt x="1452245" y="52704"/>
                  </a:cubicBezTo>
                  <a:cubicBezTo>
                    <a:pt x="1454150" y="57784"/>
                    <a:pt x="1454785" y="63499"/>
                    <a:pt x="1454785" y="69214"/>
                  </a:cubicBezTo>
                  <a:lnTo>
                    <a:pt x="1455420" y="69214"/>
                  </a:lnTo>
                  <a:cubicBezTo>
                    <a:pt x="1455420" y="75564"/>
                    <a:pt x="1454785" y="81279"/>
                    <a:pt x="1452880" y="86359"/>
                  </a:cubicBezTo>
                  <a:cubicBezTo>
                    <a:pt x="1450975" y="91439"/>
                    <a:pt x="1448435" y="95884"/>
                    <a:pt x="1445260" y="99059"/>
                  </a:cubicBezTo>
                  <a:cubicBezTo>
                    <a:pt x="1442085" y="102869"/>
                    <a:pt x="1438275" y="105409"/>
                    <a:pt x="1433830" y="107314"/>
                  </a:cubicBezTo>
                  <a:cubicBezTo>
                    <a:pt x="1429385" y="109219"/>
                    <a:pt x="1424940" y="109854"/>
                    <a:pt x="1419860" y="109854"/>
                  </a:cubicBezTo>
                  <a:cubicBezTo>
                    <a:pt x="1414780" y="109854"/>
                    <a:pt x="1410335" y="108584"/>
                    <a:pt x="1405890" y="106679"/>
                  </a:cubicBezTo>
                  <a:cubicBezTo>
                    <a:pt x="1401444" y="104774"/>
                    <a:pt x="1398270" y="102234"/>
                    <a:pt x="1395095" y="98424"/>
                  </a:cubicBezTo>
                  <a:cubicBezTo>
                    <a:pt x="1391920" y="94614"/>
                    <a:pt x="1389380" y="90804"/>
                    <a:pt x="1388110" y="85724"/>
                  </a:cubicBezTo>
                  <a:cubicBezTo>
                    <a:pt x="1386205" y="80644"/>
                    <a:pt x="1385570" y="74929"/>
                    <a:pt x="1385570" y="69214"/>
                  </a:cubicBezTo>
                  <a:cubicBezTo>
                    <a:pt x="1385570" y="63499"/>
                    <a:pt x="1386205" y="57149"/>
                    <a:pt x="1388110" y="52069"/>
                  </a:cubicBezTo>
                  <a:cubicBezTo>
                    <a:pt x="1390015" y="46989"/>
                    <a:pt x="1392555" y="42544"/>
                    <a:pt x="1395730" y="39369"/>
                  </a:cubicBezTo>
                  <a:cubicBezTo>
                    <a:pt x="1398905" y="35559"/>
                    <a:pt x="1402715" y="33019"/>
                    <a:pt x="1406525" y="31114"/>
                  </a:cubicBezTo>
                  <a:cubicBezTo>
                    <a:pt x="1410970" y="29209"/>
                    <a:pt x="1415415" y="28574"/>
                    <a:pt x="1420495" y="28574"/>
                  </a:cubicBezTo>
                  <a:close/>
                  <a:moveTo>
                    <a:pt x="3143245" y="5079"/>
                  </a:moveTo>
                  <a:lnTo>
                    <a:pt x="3219445" y="5079"/>
                  </a:lnTo>
                  <a:lnTo>
                    <a:pt x="3219445" y="20319"/>
                  </a:lnTo>
                  <a:lnTo>
                    <a:pt x="3188965" y="20319"/>
                  </a:lnTo>
                  <a:lnTo>
                    <a:pt x="3188965" y="108584"/>
                  </a:lnTo>
                  <a:lnTo>
                    <a:pt x="3173090" y="108584"/>
                  </a:lnTo>
                  <a:lnTo>
                    <a:pt x="3173090" y="20319"/>
                  </a:lnTo>
                  <a:lnTo>
                    <a:pt x="3143245" y="20319"/>
                  </a:lnTo>
                  <a:close/>
                  <a:moveTo>
                    <a:pt x="1628774" y="5079"/>
                  </a:moveTo>
                  <a:lnTo>
                    <a:pt x="1704970" y="5079"/>
                  </a:lnTo>
                  <a:lnTo>
                    <a:pt x="1704970" y="20319"/>
                  </a:lnTo>
                  <a:lnTo>
                    <a:pt x="1675129" y="20319"/>
                  </a:lnTo>
                  <a:lnTo>
                    <a:pt x="1675129" y="108584"/>
                  </a:lnTo>
                  <a:lnTo>
                    <a:pt x="1659255" y="108584"/>
                  </a:lnTo>
                  <a:lnTo>
                    <a:pt x="1659255" y="20319"/>
                  </a:lnTo>
                  <a:lnTo>
                    <a:pt x="1628774" y="20319"/>
                  </a:lnTo>
                  <a:close/>
                  <a:moveTo>
                    <a:pt x="0" y="5079"/>
                  </a:moveTo>
                  <a:lnTo>
                    <a:pt x="76200" y="5079"/>
                  </a:lnTo>
                  <a:lnTo>
                    <a:pt x="76200" y="20319"/>
                  </a:lnTo>
                  <a:lnTo>
                    <a:pt x="45720" y="20319"/>
                  </a:lnTo>
                  <a:lnTo>
                    <a:pt x="45720" y="108584"/>
                  </a:lnTo>
                  <a:lnTo>
                    <a:pt x="29845" y="108584"/>
                  </a:lnTo>
                  <a:lnTo>
                    <a:pt x="29845" y="20319"/>
                  </a:lnTo>
                  <a:lnTo>
                    <a:pt x="0" y="20319"/>
                  </a:lnTo>
                  <a:close/>
                  <a:moveTo>
                    <a:pt x="1362075" y="1269"/>
                  </a:moveTo>
                  <a:cubicBezTo>
                    <a:pt x="1363345" y="1269"/>
                    <a:pt x="1364615" y="1269"/>
                    <a:pt x="1365885" y="1904"/>
                  </a:cubicBezTo>
                  <a:cubicBezTo>
                    <a:pt x="1367155" y="1904"/>
                    <a:pt x="1367790" y="3174"/>
                    <a:pt x="1369060" y="3809"/>
                  </a:cubicBezTo>
                  <a:cubicBezTo>
                    <a:pt x="1369695" y="4444"/>
                    <a:pt x="1370965" y="5714"/>
                    <a:pt x="1370965" y="6984"/>
                  </a:cubicBezTo>
                  <a:cubicBezTo>
                    <a:pt x="1370965" y="8254"/>
                    <a:pt x="1371600" y="9524"/>
                    <a:pt x="1371600" y="10794"/>
                  </a:cubicBezTo>
                  <a:cubicBezTo>
                    <a:pt x="1371600" y="10794"/>
                    <a:pt x="1371600" y="13334"/>
                    <a:pt x="1370965" y="14604"/>
                  </a:cubicBezTo>
                  <a:cubicBezTo>
                    <a:pt x="1370965" y="15874"/>
                    <a:pt x="1369695" y="17144"/>
                    <a:pt x="1369060" y="17779"/>
                  </a:cubicBezTo>
                  <a:cubicBezTo>
                    <a:pt x="1368425" y="18414"/>
                    <a:pt x="1367155" y="19684"/>
                    <a:pt x="1365885" y="19684"/>
                  </a:cubicBezTo>
                  <a:cubicBezTo>
                    <a:pt x="1364615" y="19684"/>
                    <a:pt x="1363345" y="20319"/>
                    <a:pt x="1362075" y="20319"/>
                  </a:cubicBezTo>
                  <a:cubicBezTo>
                    <a:pt x="1360805" y="20319"/>
                    <a:pt x="1359535" y="20319"/>
                    <a:pt x="1358265" y="19684"/>
                  </a:cubicBezTo>
                  <a:cubicBezTo>
                    <a:pt x="1356995" y="19684"/>
                    <a:pt x="1355725" y="18414"/>
                    <a:pt x="1355090" y="17779"/>
                  </a:cubicBezTo>
                  <a:cubicBezTo>
                    <a:pt x="1354455" y="17144"/>
                    <a:pt x="1353185" y="15874"/>
                    <a:pt x="1353185" y="14604"/>
                  </a:cubicBezTo>
                  <a:cubicBezTo>
                    <a:pt x="1353185" y="13334"/>
                    <a:pt x="1352550" y="12064"/>
                    <a:pt x="1352550" y="10794"/>
                  </a:cubicBezTo>
                  <a:cubicBezTo>
                    <a:pt x="1352550" y="9524"/>
                    <a:pt x="1352550" y="8254"/>
                    <a:pt x="1353185" y="6984"/>
                  </a:cubicBezTo>
                  <a:cubicBezTo>
                    <a:pt x="1353185" y="5714"/>
                    <a:pt x="1354455" y="4444"/>
                    <a:pt x="1355090" y="3809"/>
                  </a:cubicBezTo>
                  <a:cubicBezTo>
                    <a:pt x="1355725" y="3174"/>
                    <a:pt x="1356995" y="1904"/>
                    <a:pt x="1358265" y="1904"/>
                  </a:cubicBezTo>
                  <a:cubicBezTo>
                    <a:pt x="1359535" y="1904"/>
                    <a:pt x="1360805" y="1269"/>
                    <a:pt x="1362075" y="1269"/>
                  </a:cubicBezTo>
                  <a:close/>
                  <a:moveTo>
                    <a:pt x="4789801" y="634"/>
                  </a:moveTo>
                  <a:lnTo>
                    <a:pt x="4789801" y="65404"/>
                  </a:lnTo>
                  <a:lnTo>
                    <a:pt x="4814566" y="31114"/>
                  </a:lnTo>
                  <a:lnTo>
                    <a:pt x="4831711" y="31114"/>
                  </a:lnTo>
                  <a:lnTo>
                    <a:pt x="4812026" y="57149"/>
                  </a:lnTo>
                  <a:lnTo>
                    <a:pt x="4835521" y="108584"/>
                  </a:lnTo>
                  <a:lnTo>
                    <a:pt x="4819011" y="108584"/>
                  </a:lnTo>
                  <a:lnTo>
                    <a:pt x="4801866" y="69849"/>
                  </a:lnTo>
                  <a:lnTo>
                    <a:pt x="4789801" y="85724"/>
                  </a:lnTo>
                  <a:lnTo>
                    <a:pt x="4789801" y="108584"/>
                  </a:lnTo>
                  <a:lnTo>
                    <a:pt x="4774561" y="108584"/>
                  </a:lnTo>
                  <a:lnTo>
                    <a:pt x="4774561" y="8889"/>
                  </a:lnTo>
                  <a:close/>
                  <a:moveTo>
                    <a:pt x="4472301" y="634"/>
                  </a:moveTo>
                  <a:lnTo>
                    <a:pt x="4472301" y="109219"/>
                  </a:lnTo>
                  <a:lnTo>
                    <a:pt x="4457061" y="109219"/>
                  </a:lnTo>
                  <a:lnTo>
                    <a:pt x="4457696" y="108584"/>
                  </a:lnTo>
                  <a:lnTo>
                    <a:pt x="4457696" y="100964"/>
                  </a:lnTo>
                  <a:cubicBezTo>
                    <a:pt x="4457696" y="100964"/>
                    <a:pt x="4454521" y="103504"/>
                    <a:pt x="4453251" y="104774"/>
                  </a:cubicBezTo>
                  <a:cubicBezTo>
                    <a:pt x="4451981" y="106044"/>
                    <a:pt x="4450076" y="106679"/>
                    <a:pt x="4448171" y="107949"/>
                  </a:cubicBezTo>
                  <a:cubicBezTo>
                    <a:pt x="4446266" y="108584"/>
                    <a:pt x="4444361" y="109219"/>
                    <a:pt x="4443091" y="109854"/>
                  </a:cubicBezTo>
                  <a:cubicBezTo>
                    <a:pt x="4441186" y="109854"/>
                    <a:pt x="4439281" y="109854"/>
                    <a:pt x="4437376" y="109854"/>
                  </a:cubicBezTo>
                  <a:cubicBezTo>
                    <a:pt x="4432931" y="109854"/>
                    <a:pt x="4429121" y="109219"/>
                    <a:pt x="4425946" y="107314"/>
                  </a:cubicBezTo>
                  <a:cubicBezTo>
                    <a:pt x="4422136" y="106044"/>
                    <a:pt x="4418961" y="103504"/>
                    <a:pt x="4416421" y="99694"/>
                  </a:cubicBezTo>
                  <a:cubicBezTo>
                    <a:pt x="4413881" y="96519"/>
                    <a:pt x="4411341" y="92074"/>
                    <a:pt x="4410071" y="86994"/>
                  </a:cubicBezTo>
                  <a:cubicBezTo>
                    <a:pt x="4408801" y="81914"/>
                    <a:pt x="4407531" y="75564"/>
                    <a:pt x="4407531" y="67944"/>
                  </a:cubicBezTo>
                  <a:cubicBezTo>
                    <a:pt x="4407531" y="61594"/>
                    <a:pt x="4408166" y="55244"/>
                    <a:pt x="4410071" y="50799"/>
                  </a:cubicBezTo>
                  <a:cubicBezTo>
                    <a:pt x="4411976" y="45719"/>
                    <a:pt x="4413881" y="41909"/>
                    <a:pt x="4417056" y="38734"/>
                  </a:cubicBezTo>
                  <a:cubicBezTo>
                    <a:pt x="4419596" y="35559"/>
                    <a:pt x="4423406" y="33019"/>
                    <a:pt x="4426581" y="31749"/>
                  </a:cubicBezTo>
                  <a:cubicBezTo>
                    <a:pt x="4430391" y="29844"/>
                    <a:pt x="4434201" y="29209"/>
                    <a:pt x="4438011" y="29209"/>
                  </a:cubicBezTo>
                  <a:cubicBezTo>
                    <a:pt x="4439916" y="29209"/>
                    <a:pt x="4441821" y="29209"/>
                    <a:pt x="4443726" y="29844"/>
                  </a:cubicBezTo>
                  <a:cubicBezTo>
                    <a:pt x="4445631" y="29844"/>
                    <a:pt x="4447536" y="31114"/>
                    <a:pt x="4448806" y="31749"/>
                  </a:cubicBezTo>
                  <a:cubicBezTo>
                    <a:pt x="4450711" y="32384"/>
                    <a:pt x="4451981" y="33654"/>
                    <a:pt x="4453251" y="34924"/>
                  </a:cubicBezTo>
                  <a:cubicBezTo>
                    <a:pt x="4454521" y="36194"/>
                    <a:pt x="4455791" y="36829"/>
                    <a:pt x="4457061" y="38099"/>
                  </a:cubicBezTo>
                  <a:lnTo>
                    <a:pt x="4457061" y="8254"/>
                  </a:lnTo>
                  <a:close/>
                  <a:moveTo>
                    <a:pt x="4390385" y="634"/>
                  </a:moveTo>
                  <a:lnTo>
                    <a:pt x="4390385" y="108584"/>
                  </a:lnTo>
                  <a:lnTo>
                    <a:pt x="4375145" y="108584"/>
                  </a:lnTo>
                  <a:lnTo>
                    <a:pt x="4375145" y="8889"/>
                  </a:lnTo>
                  <a:close/>
                  <a:moveTo>
                    <a:pt x="3946521" y="634"/>
                  </a:moveTo>
                  <a:lnTo>
                    <a:pt x="3946521" y="38099"/>
                  </a:lnTo>
                  <a:cubicBezTo>
                    <a:pt x="3946521" y="38099"/>
                    <a:pt x="3948426" y="35559"/>
                    <a:pt x="3950331" y="34289"/>
                  </a:cubicBezTo>
                  <a:cubicBezTo>
                    <a:pt x="3951601" y="33019"/>
                    <a:pt x="3953506" y="32384"/>
                    <a:pt x="3954776" y="31114"/>
                  </a:cubicBezTo>
                  <a:cubicBezTo>
                    <a:pt x="3956681" y="30479"/>
                    <a:pt x="3958586" y="29844"/>
                    <a:pt x="3960491" y="29209"/>
                  </a:cubicBezTo>
                  <a:cubicBezTo>
                    <a:pt x="3962396" y="29209"/>
                    <a:pt x="3964301" y="29209"/>
                    <a:pt x="3966206" y="29209"/>
                  </a:cubicBezTo>
                  <a:cubicBezTo>
                    <a:pt x="3970651" y="29209"/>
                    <a:pt x="3975096" y="29844"/>
                    <a:pt x="3978271" y="31749"/>
                  </a:cubicBezTo>
                  <a:cubicBezTo>
                    <a:pt x="3981446" y="33019"/>
                    <a:pt x="3984621" y="35559"/>
                    <a:pt x="3987161" y="38099"/>
                  </a:cubicBezTo>
                  <a:cubicBezTo>
                    <a:pt x="3989701" y="41274"/>
                    <a:pt x="3990971" y="44449"/>
                    <a:pt x="3992241" y="49529"/>
                  </a:cubicBezTo>
                  <a:cubicBezTo>
                    <a:pt x="3993511" y="53974"/>
                    <a:pt x="3994146" y="59054"/>
                    <a:pt x="3994146" y="64134"/>
                  </a:cubicBezTo>
                  <a:lnTo>
                    <a:pt x="3994146" y="108584"/>
                  </a:lnTo>
                  <a:lnTo>
                    <a:pt x="3978906" y="108584"/>
                  </a:lnTo>
                  <a:lnTo>
                    <a:pt x="3978271" y="108584"/>
                  </a:lnTo>
                  <a:lnTo>
                    <a:pt x="3978271" y="64769"/>
                  </a:lnTo>
                  <a:cubicBezTo>
                    <a:pt x="3978271" y="57784"/>
                    <a:pt x="3977001" y="52069"/>
                    <a:pt x="3974461" y="48894"/>
                  </a:cubicBezTo>
                  <a:cubicBezTo>
                    <a:pt x="3971921" y="45084"/>
                    <a:pt x="3968111" y="43814"/>
                    <a:pt x="3962396" y="43814"/>
                  </a:cubicBezTo>
                  <a:cubicBezTo>
                    <a:pt x="3959856" y="43814"/>
                    <a:pt x="3957951" y="43814"/>
                    <a:pt x="3956046" y="45084"/>
                  </a:cubicBezTo>
                  <a:cubicBezTo>
                    <a:pt x="3954141" y="45719"/>
                    <a:pt x="3952236" y="46989"/>
                    <a:pt x="3950966" y="48894"/>
                  </a:cubicBezTo>
                  <a:cubicBezTo>
                    <a:pt x="3949696" y="50799"/>
                    <a:pt x="3948426" y="52704"/>
                    <a:pt x="3947791" y="55244"/>
                  </a:cubicBezTo>
                  <a:cubicBezTo>
                    <a:pt x="3947156" y="57784"/>
                    <a:pt x="3946521" y="60324"/>
                    <a:pt x="3946521" y="63499"/>
                  </a:cubicBezTo>
                  <a:lnTo>
                    <a:pt x="3946521" y="109219"/>
                  </a:lnTo>
                  <a:lnTo>
                    <a:pt x="3931281" y="109219"/>
                  </a:lnTo>
                  <a:lnTo>
                    <a:pt x="3931281" y="8889"/>
                  </a:lnTo>
                  <a:close/>
                  <a:moveTo>
                    <a:pt x="3248021" y="634"/>
                  </a:moveTo>
                  <a:lnTo>
                    <a:pt x="3248021" y="38099"/>
                  </a:lnTo>
                  <a:cubicBezTo>
                    <a:pt x="3248021" y="38099"/>
                    <a:pt x="3249926" y="35559"/>
                    <a:pt x="3251831" y="34289"/>
                  </a:cubicBezTo>
                  <a:cubicBezTo>
                    <a:pt x="3253101" y="33019"/>
                    <a:pt x="3255006" y="32384"/>
                    <a:pt x="3256276" y="31114"/>
                  </a:cubicBezTo>
                  <a:cubicBezTo>
                    <a:pt x="3258181" y="30479"/>
                    <a:pt x="3260086" y="29844"/>
                    <a:pt x="3261991" y="29209"/>
                  </a:cubicBezTo>
                  <a:cubicBezTo>
                    <a:pt x="3263896" y="29209"/>
                    <a:pt x="3265801" y="29209"/>
                    <a:pt x="3267706" y="29209"/>
                  </a:cubicBezTo>
                  <a:cubicBezTo>
                    <a:pt x="3272151" y="29209"/>
                    <a:pt x="3276596" y="29844"/>
                    <a:pt x="3279771" y="31749"/>
                  </a:cubicBezTo>
                  <a:cubicBezTo>
                    <a:pt x="3282946" y="33019"/>
                    <a:pt x="3286121" y="35559"/>
                    <a:pt x="3288661" y="38099"/>
                  </a:cubicBezTo>
                  <a:cubicBezTo>
                    <a:pt x="3291201" y="41274"/>
                    <a:pt x="3292471" y="44449"/>
                    <a:pt x="3293741" y="49529"/>
                  </a:cubicBezTo>
                  <a:cubicBezTo>
                    <a:pt x="3295011" y="53974"/>
                    <a:pt x="3295646" y="59054"/>
                    <a:pt x="3295646" y="64134"/>
                  </a:cubicBezTo>
                  <a:lnTo>
                    <a:pt x="3295646" y="108584"/>
                  </a:lnTo>
                  <a:lnTo>
                    <a:pt x="3280406" y="108584"/>
                  </a:lnTo>
                  <a:lnTo>
                    <a:pt x="3279771" y="108584"/>
                  </a:lnTo>
                  <a:lnTo>
                    <a:pt x="3279771" y="64769"/>
                  </a:lnTo>
                  <a:cubicBezTo>
                    <a:pt x="3279771" y="57784"/>
                    <a:pt x="3278501" y="52069"/>
                    <a:pt x="3275961" y="48894"/>
                  </a:cubicBezTo>
                  <a:cubicBezTo>
                    <a:pt x="3273421" y="45084"/>
                    <a:pt x="3269611" y="43814"/>
                    <a:pt x="3263896" y="43814"/>
                  </a:cubicBezTo>
                  <a:cubicBezTo>
                    <a:pt x="3261356" y="43814"/>
                    <a:pt x="3259451" y="43814"/>
                    <a:pt x="3257546" y="45084"/>
                  </a:cubicBezTo>
                  <a:cubicBezTo>
                    <a:pt x="3255641" y="45719"/>
                    <a:pt x="3253736" y="46989"/>
                    <a:pt x="3252466" y="48894"/>
                  </a:cubicBezTo>
                  <a:cubicBezTo>
                    <a:pt x="3251196" y="50799"/>
                    <a:pt x="3249926" y="52704"/>
                    <a:pt x="3249291" y="55244"/>
                  </a:cubicBezTo>
                  <a:cubicBezTo>
                    <a:pt x="3248656" y="57784"/>
                    <a:pt x="3248021" y="60324"/>
                    <a:pt x="3248021" y="63499"/>
                  </a:cubicBezTo>
                  <a:lnTo>
                    <a:pt x="3248021" y="109219"/>
                  </a:lnTo>
                  <a:lnTo>
                    <a:pt x="3232781" y="109219"/>
                  </a:lnTo>
                  <a:lnTo>
                    <a:pt x="3232781" y="8889"/>
                  </a:lnTo>
                  <a:close/>
                  <a:moveTo>
                    <a:pt x="2432681" y="634"/>
                  </a:moveTo>
                  <a:lnTo>
                    <a:pt x="2432681" y="38099"/>
                  </a:lnTo>
                  <a:cubicBezTo>
                    <a:pt x="2432681" y="38099"/>
                    <a:pt x="2434586" y="35559"/>
                    <a:pt x="2436491" y="34289"/>
                  </a:cubicBezTo>
                  <a:cubicBezTo>
                    <a:pt x="2437761" y="33019"/>
                    <a:pt x="2439666" y="32384"/>
                    <a:pt x="2440936" y="31114"/>
                  </a:cubicBezTo>
                  <a:cubicBezTo>
                    <a:pt x="2442841" y="30479"/>
                    <a:pt x="2444746" y="29844"/>
                    <a:pt x="2446651" y="29209"/>
                  </a:cubicBezTo>
                  <a:cubicBezTo>
                    <a:pt x="2448556" y="29209"/>
                    <a:pt x="2450461" y="29209"/>
                    <a:pt x="2452366" y="29209"/>
                  </a:cubicBezTo>
                  <a:cubicBezTo>
                    <a:pt x="2456811" y="29209"/>
                    <a:pt x="2461256" y="29844"/>
                    <a:pt x="2464431" y="31749"/>
                  </a:cubicBezTo>
                  <a:cubicBezTo>
                    <a:pt x="2467606" y="33019"/>
                    <a:pt x="2470781" y="35559"/>
                    <a:pt x="2473321" y="38099"/>
                  </a:cubicBezTo>
                  <a:cubicBezTo>
                    <a:pt x="2475861" y="41274"/>
                    <a:pt x="2477131" y="44449"/>
                    <a:pt x="2478401" y="49529"/>
                  </a:cubicBezTo>
                  <a:cubicBezTo>
                    <a:pt x="2479671" y="53974"/>
                    <a:pt x="2480306" y="59054"/>
                    <a:pt x="2480306" y="64134"/>
                  </a:cubicBezTo>
                  <a:lnTo>
                    <a:pt x="2480306" y="108584"/>
                  </a:lnTo>
                  <a:lnTo>
                    <a:pt x="2465066" y="108584"/>
                  </a:lnTo>
                  <a:lnTo>
                    <a:pt x="2464431" y="108584"/>
                  </a:lnTo>
                  <a:lnTo>
                    <a:pt x="2464431" y="64769"/>
                  </a:lnTo>
                  <a:cubicBezTo>
                    <a:pt x="2464431" y="57784"/>
                    <a:pt x="2463161" y="52069"/>
                    <a:pt x="2460621" y="48894"/>
                  </a:cubicBezTo>
                  <a:cubicBezTo>
                    <a:pt x="2458081" y="45084"/>
                    <a:pt x="2454271" y="43814"/>
                    <a:pt x="2448556" y="43814"/>
                  </a:cubicBezTo>
                  <a:cubicBezTo>
                    <a:pt x="2446016" y="43814"/>
                    <a:pt x="2444111" y="43814"/>
                    <a:pt x="2442206" y="45084"/>
                  </a:cubicBezTo>
                  <a:cubicBezTo>
                    <a:pt x="2440301" y="45719"/>
                    <a:pt x="2438396" y="46989"/>
                    <a:pt x="2437126" y="48894"/>
                  </a:cubicBezTo>
                  <a:cubicBezTo>
                    <a:pt x="2435856" y="50799"/>
                    <a:pt x="2434586" y="52704"/>
                    <a:pt x="2433951" y="55244"/>
                  </a:cubicBezTo>
                  <a:cubicBezTo>
                    <a:pt x="2433316" y="57784"/>
                    <a:pt x="2432681" y="60324"/>
                    <a:pt x="2432681" y="63499"/>
                  </a:cubicBezTo>
                  <a:lnTo>
                    <a:pt x="2432681" y="109219"/>
                  </a:lnTo>
                  <a:lnTo>
                    <a:pt x="2417441" y="109219"/>
                  </a:lnTo>
                  <a:lnTo>
                    <a:pt x="2417441" y="8889"/>
                  </a:lnTo>
                  <a:close/>
                  <a:moveTo>
                    <a:pt x="1734181" y="634"/>
                  </a:moveTo>
                  <a:lnTo>
                    <a:pt x="1734181" y="38099"/>
                  </a:lnTo>
                  <a:cubicBezTo>
                    <a:pt x="1734181" y="38099"/>
                    <a:pt x="1736086" y="35559"/>
                    <a:pt x="1737991" y="34289"/>
                  </a:cubicBezTo>
                  <a:cubicBezTo>
                    <a:pt x="1739261" y="33019"/>
                    <a:pt x="1741166" y="32384"/>
                    <a:pt x="1742436" y="31114"/>
                  </a:cubicBezTo>
                  <a:cubicBezTo>
                    <a:pt x="1744341" y="30479"/>
                    <a:pt x="1746246" y="29844"/>
                    <a:pt x="1748151" y="29209"/>
                  </a:cubicBezTo>
                  <a:cubicBezTo>
                    <a:pt x="1750056" y="29209"/>
                    <a:pt x="1751961" y="29209"/>
                    <a:pt x="1753866" y="29209"/>
                  </a:cubicBezTo>
                  <a:cubicBezTo>
                    <a:pt x="1758311" y="29209"/>
                    <a:pt x="1762756" y="29844"/>
                    <a:pt x="1765931" y="31749"/>
                  </a:cubicBezTo>
                  <a:cubicBezTo>
                    <a:pt x="1769106" y="33019"/>
                    <a:pt x="1772281" y="35559"/>
                    <a:pt x="1774821" y="38099"/>
                  </a:cubicBezTo>
                  <a:cubicBezTo>
                    <a:pt x="1777361" y="41274"/>
                    <a:pt x="1778631" y="44449"/>
                    <a:pt x="1779901" y="49529"/>
                  </a:cubicBezTo>
                  <a:cubicBezTo>
                    <a:pt x="1781171" y="53974"/>
                    <a:pt x="1781806" y="59054"/>
                    <a:pt x="1781806" y="64134"/>
                  </a:cubicBezTo>
                  <a:lnTo>
                    <a:pt x="1781806" y="108584"/>
                  </a:lnTo>
                  <a:lnTo>
                    <a:pt x="1766566" y="108584"/>
                  </a:lnTo>
                  <a:lnTo>
                    <a:pt x="1765931" y="108584"/>
                  </a:lnTo>
                  <a:lnTo>
                    <a:pt x="1765931" y="64769"/>
                  </a:lnTo>
                  <a:cubicBezTo>
                    <a:pt x="1765931" y="57784"/>
                    <a:pt x="1764661" y="52069"/>
                    <a:pt x="1762121" y="48894"/>
                  </a:cubicBezTo>
                  <a:cubicBezTo>
                    <a:pt x="1759581" y="45084"/>
                    <a:pt x="1755771" y="43814"/>
                    <a:pt x="1750056" y="43814"/>
                  </a:cubicBezTo>
                  <a:cubicBezTo>
                    <a:pt x="1747516" y="43814"/>
                    <a:pt x="1745611" y="43814"/>
                    <a:pt x="1743706" y="45084"/>
                  </a:cubicBezTo>
                  <a:cubicBezTo>
                    <a:pt x="1741801" y="45719"/>
                    <a:pt x="1739896" y="46989"/>
                    <a:pt x="1738626" y="48894"/>
                  </a:cubicBezTo>
                  <a:cubicBezTo>
                    <a:pt x="1737356" y="50799"/>
                    <a:pt x="1736086" y="52704"/>
                    <a:pt x="1735451" y="55244"/>
                  </a:cubicBezTo>
                  <a:cubicBezTo>
                    <a:pt x="1734816" y="57784"/>
                    <a:pt x="1734181" y="60324"/>
                    <a:pt x="1734181" y="63499"/>
                  </a:cubicBezTo>
                  <a:lnTo>
                    <a:pt x="1734181" y="109219"/>
                  </a:lnTo>
                  <a:lnTo>
                    <a:pt x="1718941" y="109219"/>
                  </a:lnTo>
                  <a:lnTo>
                    <a:pt x="1718941" y="8889"/>
                  </a:lnTo>
                  <a:close/>
                  <a:moveTo>
                    <a:pt x="803275" y="634"/>
                  </a:moveTo>
                  <a:lnTo>
                    <a:pt x="803275" y="38099"/>
                  </a:lnTo>
                  <a:cubicBezTo>
                    <a:pt x="803275" y="38099"/>
                    <a:pt x="805180" y="35559"/>
                    <a:pt x="807085" y="34289"/>
                  </a:cubicBezTo>
                  <a:cubicBezTo>
                    <a:pt x="808355" y="33019"/>
                    <a:pt x="810260" y="32384"/>
                    <a:pt x="811530" y="31114"/>
                  </a:cubicBezTo>
                  <a:cubicBezTo>
                    <a:pt x="813435" y="30479"/>
                    <a:pt x="815340" y="29844"/>
                    <a:pt x="817245" y="29209"/>
                  </a:cubicBezTo>
                  <a:cubicBezTo>
                    <a:pt x="819150" y="29209"/>
                    <a:pt x="821055" y="29209"/>
                    <a:pt x="822960" y="29209"/>
                  </a:cubicBezTo>
                  <a:cubicBezTo>
                    <a:pt x="827405" y="29209"/>
                    <a:pt x="831850" y="29844"/>
                    <a:pt x="835025" y="31749"/>
                  </a:cubicBezTo>
                  <a:cubicBezTo>
                    <a:pt x="838200" y="33019"/>
                    <a:pt x="841375" y="35559"/>
                    <a:pt x="843915" y="38099"/>
                  </a:cubicBezTo>
                  <a:cubicBezTo>
                    <a:pt x="846455" y="41274"/>
                    <a:pt x="847725" y="44449"/>
                    <a:pt x="848995" y="49529"/>
                  </a:cubicBezTo>
                  <a:cubicBezTo>
                    <a:pt x="850265" y="53974"/>
                    <a:pt x="850900" y="59054"/>
                    <a:pt x="850900" y="64134"/>
                  </a:cubicBezTo>
                  <a:lnTo>
                    <a:pt x="850900" y="108584"/>
                  </a:lnTo>
                  <a:lnTo>
                    <a:pt x="835660" y="108584"/>
                  </a:lnTo>
                  <a:lnTo>
                    <a:pt x="835025" y="108584"/>
                  </a:lnTo>
                  <a:lnTo>
                    <a:pt x="835025" y="64769"/>
                  </a:lnTo>
                  <a:cubicBezTo>
                    <a:pt x="835025" y="57784"/>
                    <a:pt x="833755" y="52069"/>
                    <a:pt x="831215" y="48894"/>
                  </a:cubicBezTo>
                  <a:cubicBezTo>
                    <a:pt x="828675" y="45084"/>
                    <a:pt x="824865" y="43814"/>
                    <a:pt x="819150" y="43814"/>
                  </a:cubicBezTo>
                  <a:cubicBezTo>
                    <a:pt x="816610" y="43814"/>
                    <a:pt x="814705" y="43814"/>
                    <a:pt x="812800" y="45084"/>
                  </a:cubicBezTo>
                  <a:cubicBezTo>
                    <a:pt x="810895" y="45719"/>
                    <a:pt x="808990" y="46989"/>
                    <a:pt x="807720" y="48894"/>
                  </a:cubicBezTo>
                  <a:cubicBezTo>
                    <a:pt x="806450" y="50799"/>
                    <a:pt x="805180" y="52704"/>
                    <a:pt x="804545" y="55244"/>
                  </a:cubicBezTo>
                  <a:cubicBezTo>
                    <a:pt x="803910" y="57784"/>
                    <a:pt x="803275" y="60324"/>
                    <a:pt x="803275" y="63499"/>
                  </a:cubicBezTo>
                  <a:lnTo>
                    <a:pt x="803275" y="109219"/>
                  </a:lnTo>
                  <a:lnTo>
                    <a:pt x="788035" y="109219"/>
                  </a:lnTo>
                  <a:lnTo>
                    <a:pt x="788035" y="8889"/>
                  </a:lnTo>
                  <a:close/>
                  <a:moveTo>
                    <a:pt x="104774" y="634"/>
                  </a:moveTo>
                  <a:lnTo>
                    <a:pt x="104774" y="38099"/>
                  </a:lnTo>
                  <a:cubicBezTo>
                    <a:pt x="104774" y="38099"/>
                    <a:pt x="106679" y="35559"/>
                    <a:pt x="108584" y="34289"/>
                  </a:cubicBezTo>
                  <a:cubicBezTo>
                    <a:pt x="109854" y="33019"/>
                    <a:pt x="111759" y="32384"/>
                    <a:pt x="113029" y="31114"/>
                  </a:cubicBezTo>
                  <a:cubicBezTo>
                    <a:pt x="114934" y="30479"/>
                    <a:pt x="116839" y="29844"/>
                    <a:pt x="118744" y="29209"/>
                  </a:cubicBezTo>
                  <a:cubicBezTo>
                    <a:pt x="120649" y="29209"/>
                    <a:pt x="122554" y="29209"/>
                    <a:pt x="124459" y="29209"/>
                  </a:cubicBezTo>
                  <a:cubicBezTo>
                    <a:pt x="128904" y="29209"/>
                    <a:pt x="133349" y="29844"/>
                    <a:pt x="136524" y="31749"/>
                  </a:cubicBezTo>
                  <a:cubicBezTo>
                    <a:pt x="139699" y="33019"/>
                    <a:pt x="142874" y="35559"/>
                    <a:pt x="145414" y="38099"/>
                  </a:cubicBezTo>
                  <a:cubicBezTo>
                    <a:pt x="147954" y="41274"/>
                    <a:pt x="149224" y="44449"/>
                    <a:pt x="150494" y="49529"/>
                  </a:cubicBezTo>
                  <a:cubicBezTo>
                    <a:pt x="151764" y="53974"/>
                    <a:pt x="152399" y="59054"/>
                    <a:pt x="152399" y="64134"/>
                  </a:cubicBezTo>
                  <a:lnTo>
                    <a:pt x="152399" y="108584"/>
                  </a:lnTo>
                  <a:lnTo>
                    <a:pt x="137159" y="108584"/>
                  </a:lnTo>
                  <a:lnTo>
                    <a:pt x="136524" y="108584"/>
                  </a:lnTo>
                  <a:lnTo>
                    <a:pt x="136524" y="64769"/>
                  </a:lnTo>
                  <a:cubicBezTo>
                    <a:pt x="136524" y="57784"/>
                    <a:pt x="135254" y="52069"/>
                    <a:pt x="132714" y="48894"/>
                  </a:cubicBezTo>
                  <a:cubicBezTo>
                    <a:pt x="130174" y="45084"/>
                    <a:pt x="126364" y="43814"/>
                    <a:pt x="120649" y="43814"/>
                  </a:cubicBezTo>
                  <a:cubicBezTo>
                    <a:pt x="118109" y="43814"/>
                    <a:pt x="116204" y="43814"/>
                    <a:pt x="114299" y="45084"/>
                  </a:cubicBezTo>
                  <a:cubicBezTo>
                    <a:pt x="112394" y="45719"/>
                    <a:pt x="110489" y="46989"/>
                    <a:pt x="109219" y="48894"/>
                  </a:cubicBezTo>
                  <a:cubicBezTo>
                    <a:pt x="107949" y="50799"/>
                    <a:pt x="106679" y="52704"/>
                    <a:pt x="106044" y="55244"/>
                  </a:cubicBezTo>
                  <a:cubicBezTo>
                    <a:pt x="105409" y="57784"/>
                    <a:pt x="104774" y="60324"/>
                    <a:pt x="104774" y="63499"/>
                  </a:cubicBezTo>
                  <a:lnTo>
                    <a:pt x="104774" y="109219"/>
                  </a:lnTo>
                  <a:lnTo>
                    <a:pt x="89534" y="109219"/>
                  </a:lnTo>
                  <a:lnTo>
                    <a:pt x="89534" y="8889"/>
                  </a:lnTo>
                  <a:close/>
                  <a:moveTo>
                    <a:pt x="3894450" y="0"/>
                  </a:moveTo>
                  <a:lnTo>
                    <a:pt x="3894450" y="30480"/>
                  </a:lnTo>
                  <a:lnTo>
                    <a:pt x="3913500" y="30480"/>
                  </a:lnTo>
                  <a:lnTo>
                    <a:pt x="3913500" y="44450"/>
                  </a:lnTo>
                  <a:lnTo>
                    <a:pt x="3894450" y="44450"/>
                  </a:lnTo>
                  <a:lnTo>
                    <a:pt x="3894450" y="86995"/>
                  </a:lnTo>
                  <a:cubicBezTo>
                    <a:pt x="3894450" y="86995"/>
                    <a:pt x="3894450" y="90170"/>
                    <a:pt x="3894450" y="91440"/>
                  </a:cubicBezTo>
                  <a:cubicBezTo>
                    <a:pt x="3894450" y="92710"/>
                    <a:pt x="3895085" y="93345"/>
                    <a:pt x="3895720" y="94615"/>
                  </a:cubicBezTo>
                  <a:cubicBezTo>
                    <a:pt x="3896355" y="95250"/>
                    <a:pt x="3896990" y="95885"/>
                    <a:pt x="3898260" y="95885"/>
                  </a:cubicBezTo>
                  <a:cubicBezTo>
                    <a:pt x="3899530" y="95885"/>
                    <a:pt x="3900800" y="95885"/>
                    <a:pt x="3902070" y="95885"/>
                  </a:cubicBezTo>
                  <a:cubicBezTo>
                    <a:pt x="3903975" y="95885"/>
                    <a:pt x="3905880" y="95885"/>
                    <a:pt x="3908420" y="95250"/>
                  </a:cubicBezTo>
                  <a:cubicBezTo>
                    <a:pt x="3910325" y="94615"/>
                    <a:pt x="3912230" y="93980"/>
                    <a:pt x="3913500" y="93345"/>
                  </a:cubicBezTo>
                  <a:lnTo>
                    <a:pt x="3911595" y="106680"/>
                  </a:lnTo>
                  <a:cubicBezTo>
                    <a:pt x="3911595" y="106680"/>
                    <a:pt x="3907785" y="108585"/>
                    <a:pt x="3905245" y="109220"/>
                  </a:cubicBezTo>
                  <a:cubicBezTo>
                    <a:pt x="3902705" y="109855"/>
                    <a:pt x="3900165" y="110490"/>
                    <a:pt x="3896990" y="110490"/>
                  </a:cubicBezTo>
                  <a:cubicBezTo>
                    <a:pt x="3894450" y="110490"/>
                    <a:pt x="3891910" y="110490"/>
                    <a:pt x="3890005" y="109220"/>
                  </a:cubicBezTo>
                  <a:cubicBezTo>
                    <a:pt x="3888100" y="108585"/>
                    <a:pt x="3886195" y="107315"/>
                    <a:pt x="3884290" y="105410"/>
                  </a:cubicBezTo>
                  <a:cubicBezTo>
                    <a:pt x="3882385" y="103505"/>
                    <a:pt x="3881115" y="101600"/>
                    <a:pt x="3880480" y="99060"/>
                  </a:cubicBezTo>
                  <a:cubicBezTo>
                    <a:pt x="3879845" y="96520"/>
                    <a:pt x="3879210" y="93345"/>
                    <a:pt x="3879210" y="89535"/>
                  </a:cubicBezTo>
                  <a:lnTo>
                    <a:pt x="3879210" y="44450"/>
                  </a:lnTo>
                  <a:lnTo>
                    <a:pt x="3868415" y="44450"/>
                  </a:lnTo>
                  <a:lnTo>
                    <a:pt x="3868415" y="30480"/>
                  </a:lnTo>
                  <a:lnTo>
                    <a:pt x="3879210" y="30480"/>
                  </a:lnTo>
                  <a:lnTo>
                    <a:pt x="3879210" y="8255"/>
                  </a:lnTo>
                  <a:close/>
                  <a:moveTo>
                    <a:pt x="3664581" y="0"/>
                  </a:moveTo>
                  <a:lnTo>
                    <a:pt x="3664581" y="30480"/>
                  </a:lnTo>
                  <a:lnTo>
                    <a:pt x="3683631" y="30480"/>
                  </a:lnTo>
                  <a:lnTo>
                    <a:pt x="3683631" y="44450"/>
                  </a:lnTo>
                  <a:lnTo>
                    <a:pt x="3664581" y="44450"/>
                  </a:lnTo>
                  <a:lnTo>
                    <a:pt x="3664581" y="86995"/>
                  </a:lnTo>
                  <a:cubicBezTo>
                    <a:pt x="3664581" y="86995"/>
                    <a:pt x="3664581" y="90170"/>
                    <a:pt x="3664581" y="91440"/>
                  </a:cubicBezTo>
                  <a:cubicBezTo>
                    <a:pt x="3664581" y="92710"/>
                    <a:pt x="3665216" y="93345"/>
                    <a:pt x="3665851" y="94615"/>
                  </a:cubicBezTo>
                  <a:cubicBezTo>
                    <a:pt x="3666486" y="95250"/>
                    <a:pt x="3667121" y="95885"/>
                    <a:pt x="3668391" y="95885"/>
                  </a:cubicBezTo>
                  <a:cubicBezTo>
                    <a:pt x="3669661" y="95885"/>
                    <a:pt x="3670931" y="95885"/>
                    <a:pt x="3672201" y="95885"/>
                  </a:cubicBezTo>
                  <a:cubicBezTo>
                    <a:pt x="3674106" y="95885"/>
                    <a:pt x="3676011" y="95885"/>
                    <a:pt x="3678551" y="95250"/>
                  </a:cubicBezTo>
                  <a:cubicBezTo>
                    <a:pt x="3680456" y="94615"/>
                    <a:pt x="3682361" y="93980"/>
                    <a:pt x="3683631" y="93345"/>
                  </a:cubicBezTo>
                  <a:lnTo>
                    <a:pt x="3681726" y="106680"/>
                  </a:lnTo>
                  <a:cubicBezTo>
                    <a:pt x="3681726" y="106680"/>
                    <a:pt x="3677916" y="108585"/>
                    <a:pt x="3675376" y="109220"/>
                  </a:cubicBezTo>
                  <a:cubicBezTo>
                    <a:pt x="3672836" y="109855"/>
                    <a:pt x="3670296" y="110490"/>
                    <a:pt x="3667121" y="110490"/>
                  </a:cubicBezTo>
                  <a:cubicBezTo>
                    <a:pt x="3664581" y="110490"/>
                    <a:pt x="3662041" y="110490"/>
                    <a:pt x="3660136" y="109220"/>
                  </a:cubicBezTo>
                  <a:cubicBezTo>
                    <a:pt x="3658231" y="108585"/>
                    <a:pt x="3656326" y="107315"/>
                    <a:pt x="3654421" y="105410"/>
                  </a:cubicBezTo>
                  <a:cubicBezTo>
                    <a:pt x="3652516" y="103505"/>
                    <a:pt x="3651246" y="101600"/>
                    <a:pt x="3650611" y="99060"/>
                  </a:cubicBezTo>
                  <a:cubicBezTo>
                    <a:pt x="3649976" y="96520"/>
                    <a:pt x="3649341" y="93345"/>
                    <a:pt x="3649341" y="89535"/>
                  </a:cubicBezTo>
                  <a:lnTo>
                    <a:pt x="3649341" y="44450"/>
                  </a:lnTo>
                  <a:lnTo>
                    <a:pt x="3638546" y="44450"/>
                  </a:lnTo>
                  <a:lnTo>
                    <a:pt x="3638546" y="30480"/>
                  </a:lnTo>
                  <a:lnTo>
                    <a:pt x="3649341" y="30480"/>
                  </a:lnTo>
                  <a:lnTo>
                    <a:pt x="3649341" y="8255"/>
                  </a:lnTo>
                  <a:close/>
                  <a:moveTo>
                    <a:pt x="3610605" y="0"/>
                  </a:moveTo>
                  <a:lnTo>
                    <a:pt x="3610605" y="30480"/>
                  </a:lnTo>
                  <a:lnTo>
                    <a:pt x="3629655" y="30480"/>
                  </a:lnTo>
                  <a:lnTo>
                    <a:pt x="3629655" y="44450"/>
                  </a:lnTo>
                  <a:lnTo>
                    <a:pt x="3610605" y="44450"/>
                  </a:lnTo>
                  <a:lnTo>
                    <a:pt x="3610605" y="86995"/>
                  </a:lnTo>
                  <a:cubicBezTo>
                    <a:pt x="3610605" y="86995"/>
                    <a:pt x="3610605" y="90170"/>
                    <a:pt x="3610605" y="91440"/>
                  </a:cubicBezTo>
                  <a:cubicBezTo>
                    <a:pt x="3610605" y="92710"/>
                    <a:pt x="3611240" y="93345"/>
                    <a:pt x="3611875" y="94615"/>
                  </a:cubicBezTo>
                  <a:cubicBezTo>
                    <a:pt x="3612510" y="95250"/>
                    <a:pt x="3613145" y="95885"/>
                    <a:pt x="3614415" y="95885"/>
                  </a:cubicBezTo>
                  <a:cubicBezTo>
                    <a:pt x="3615685" y="95885"/>
                    <a:pt x="3616955" y="95885"/>
                    <a:pt x="3618225" y="95885"/>
                  </a:cubicBezTo>
                  <a:cubicBezTo>
                    <a:pt x="3620130" y="95885"/>
                    <a:pt x="3622035" y="95885"/>
                    <a:pt x="3624575" y="95250"/>
                  </a:cubicBezTo>
                  <a:cubicBezTo>
                    <a:pt x="3626480" y="94615"/>
                    <a:pt x="3628385" y="93980"/>
                    <a:pt x="3629655" y="93345"/>
                  </a:cubicBezTo>
                  <a:lnTo>
                    <a:pt x="3627750" y="106680"/>
                  </a:lnTo>
                  <a:cubicBezTo>
                    <a:pt x="3627750" y="106680"/>
                    <a:pt x="3623940" y="108585"/>
                    <a:pt x="3621400" y="109220"/>
                  </a:cubicBezTo>
                  <a:cubicBezTo>
                    <a:pt x="3618860" y="109855"/>
                    <a:pt x="3616320" y="110490"/>
                    <a:pt x="3613145" y="110490"/>
                  </a:cubicBezTo>
                  <a:cubicBezTo>
                    <a:pt x="3610605" y="110490"/>
                    <a:pt x="3608065" y="110490"/>
                    <a:pt x="3606160" y="109220"/>
                  </a:cubicBezTo>
                  <a:cubicBezTo>
                    <a:pt x="3604255" y="108585"/>
                    <a:pt x="3602350" y="107315"/>
                    <a:pt x="3600445" y="105410"/>
                  </a:cubicBezTo>
                  <a:cubicBezTo>
                    <a:pt x="3598540" y="103505"/>
                    <a:pt x="3597270" y="101600"/>
                    <a:pt x="3596635" y="99060"/>
                  </a:cubicBezTo>
                  <a:cubicBezTo>
                    <a:pt x="3596000" y="96520"/>
                    <a:pt x="3595365" y="93345"/>
                    <a:pt x="3595365" y="89535"/>
                  </a:cubicBezTo>
                  <a:lnTo>
                    <a:pt x="3595365" y="44450"/>
                  </a:lnTo>
                  <a:lnTo>
                    <a:pt x="3584570" y="44450"/>
                  </a:lnTo>
                  <a:lnTo>
                    <a:pt x="3584570" y="30480"/>
                  </a:lnTo>
                  <a:lnTo>
                    <a:pt x="3595365" y="30480"/>
                  </a:lnTo>
                  <a:lnTo>
                    <a:pt x="3595365" y="8255"/>
                  </a:lnTo>
                  <a:close/>
                  <a:moveTo>
                    <a:pt x="3445505" y="0"/>
                  </a:moveTo>
                  <a:lnTo>
                    <a:pt x="3445505" y="37465"/>
                  </a:lnTo>
                  <a:cubicBezTo>
                    <a:pt x="3445505" y="37465"/>
                    <a:pt x="3448680" y="34925"/>
                    <a:pt x="3449950" y="33655"/>
                  </a:cubicBezTo>
                  <a:cubicBezTo>
                    <a:pt x="3451220" y="33020"/>
                    <a:pt x="3452490" y="31750"/>
                    <a:pt x="3453760" y="31115"/>
                  </a:cubicBezTo>
                  <a:cubicBezTo>
                    <a:pt x="3455030" y="30480"/>
                    <a:pt x="3456935" y="29845"/>
                    <a:pt x="3458840" y="29210"/>
                  </a:cubicBezTo>
                  <a:cubicBezTo>
                    <a:pt x="3460745" y="29210"/>
                    <a:pt x="3463285" y="28575"/>
                    <a:pt x="3465825" y="28575"/>
                  </a:cubicBezTo>
                  <a:cubicBezTo>
                    <a:pt x="3470270" y="28575"/>
                    <a:pt x="3474080" y="29210"/>
                    <a:pt x="3477890" y="31115"/>
                  </a:cubicBezTo>
                  <a:cubicBezTo>
                    <a:pt x="3481700" y="32385"/>
                    <a:pt x="3484875" y="34925"/>
                    <a:pt x="3487415" y="38735"/>
                  </a:cubicBezTo>
                  <a:cubicBezTo>
                    <a:pt x="3489955" y="41910"/>
                    <a:pt x="3492495" y="46355"/>
                    <a:pt x="3493765" y="51435"/>
                  </a:cubicBezTo>
                  <a:cubicBezTo>
                    <a:pt x="3495035" y="56515"/>
                    <a:pt x="3496305" y="62865"/>
                    <a:pt x="3496305" y="70485"/>
                  </a:cubicBezTo>
                  <a:lnTo>
                    <a:pt x="3495670" y="71120"/>
                  </a:lnTo>
                  <a:cubicBezTo>
                    <a:pt x="3495670" y="77470"/>
                    <a:pt x="3495035" y="83820"/>
                    <a:pt x="3493130" y="88265"/>
                  </a:cubicBezTo>
                  <a:cubicBezTo>
                    <a:pt x="3491225" y="93345"/>
                    <a:pt x="3489320" y="97155"/>
                    <a:pt x="3486145" y="100330"/>
                  </a:cubicBezTo>
                  <a:cubicBezTo>
                    <a:pt x="3483605" y="103505"/>
                    <a:pt x="3479795" y="106045"/>
                    <a:pt x="3476620" y="107315"/>
                  </a:cubicBezTo>
                  <a:cubicBezTo>
                    <a:pt x="3472810" y="109220"/>
                    <a:pt x="3469000" y="109855"/>
                    <a:pt x="3465190" y="109855"/>
                  </a:cubicBezTo>
                  <a:cubicBezTo>
                    <a:pt x="3461380" y="109855"/>
                    <a:pt x="3457570" y="109220"/>
                    <a:pt x="3454395" y="107315"/>
                  </a:cubicBezTo>
                  <a:cubicBezTo>
                    <a:pt x="3450585" y="105410"/>
                    <a:pt x="3448045" y="103505"/>
                    <a:pt x="3445505" y="100965"/>
                  </a:cubicBezTo>
                  <a:lnTo>
                    <a:pt x="3445505" y="107950"/>
                  </a:lnTo>
                  <a:lnTo>
                    <a:pt x="3430265" y="107950"/>
                  </a:lnTo>
                  <a:lnTo>
                    <a:pt x="3430265" y="7620"/>
                  </a:lnTo>
                  <a:close/>
                  <a:moveTo>
                    <a:pt x="2380611" y="0"/>
                  </a:moveTo>
                  <a:lnTo>
                    <a:pt x="2380611" y="30480"/>
                  </a:lnTo>
                  <a:lnTo>
                    <a:pt x="2399661" y="30480"/>
                  </a:lnTo>
                  <a:lnTo>
                    <a:pt x="2399661" y="44450"/>
                  </a:lnTo>
                  <a:lnTo>
                    <a:pt x="2380611" y="44450"/>
                  </a:lnTo>
                  <a:lnTo>
                    <a:pt x="2380611" y="86995"/>
                  </a:lnTo>
                  <a:cubicBezTo>
                    <a:pt x="2380611" y="86995"/>
                    <a:pt x="2380611" y="90170"/>
                    <a:pt x="2380611" y="91440"/>
                  </a:cubicBezTo>
                  <a:cubicBezTo>
                    <a:pt x="2380611" y="92710"/>
                    <a:pt x="2381246" y="93345"/>
                    <a:pt x="2381881" y="94615"/>
                  </a:cubicBezTo>
                  <a:cubicBezTo>
                    <a:pt x="2382516" y="95250"/>
                    <a:pt x="2383151" y="95885"/>
                    <a:pt x="2384421" y="95885"/>
                  </a:cubicBezTo>
                  <a:cubicBezTo>
                    <a:pt x="2385691" y="95885"/>
                    <a:pt x="2386961" y="95885"/>
                    <a:pt x="2388231" y="95885"/>
                  </a:cubicBezTo>
                  <a:cubicBezTo>
                    <a:pt x="2390136" y="95885"/>
                    <a:pt x="2392041" y="95885"/>
                    <a:pt x="2394581" y="95250"/>
                  </a:cubicBezTo>
                  <a:cubicBezTo>
                    <a:pt x="2396486" y="94615"/>
                    <a:pt x="2398391" y="93980"/>
                    <a:pt x="2399661" y="93345"/>
                  </a:cubicBezTo>
                  <a:lnTo>
                    <a:pt x="2397756" y="106680"/>
                  </a:lnTo>
                  <a:cubicBezTo>
                    <a:pt x="2397756" y="106680"/>
                    <a:pt x="2393946" y="108585"/>
                    <a:pt x="2391406" y="109220"/>
                  </a:cubicBezTo>
                  <a:cubicBezTo>
                    <a:pt x="2388866" y="109855"/>
                    <a:pt x="2386326" y="110490"/>
                    <a:pt x="2383151" y="110490"/>
                  </a:cubicBezTo>
                  <a:cubicBezTo>
                    <a:pt x="2380611" y="110490"/>
                    <a:pt x="2378071" y="110490"/>
                    <a:pt x="2376166" y="109220"/>
                  </a:cubicBezTo>
                  <a:cubicBezTo>
                    <a:pt x="2374261" y="108585"/>
                    <a:pt x="2372356" y="107315"/>
                    <a:pt x="2370451" y="105410"/>
                  </a:cubicBezTo>
                  <a:cubicBezTo>
                    <a:pt x="2368546" y="103505"/>
                    <a:pt x="2367276" y="101600"/>
                    <a:pt x="2366641" y="99060"/>
                  </a:cubicBezTo>
                  <a:cubicBezTo>
                    <a:pt x="2366006" y="96520"/>
                    <a:pt x="2365371" y="93345"/>
                    <a:pt x="2365371" y="89535"/>
                  </a:cubicBezTo>
                  <a:lnTo>
                    <a:pt x="2365371" y="44450"/>
                  </a:lnTo>
                  <a:lnTo>
                    <a:pt x="2354576" y="44450"/>
                  </a:lnTo>
                  <a:lnTo>
                    <a:pt x="2354576" y="30480"/>
                  </a:lnTo>
                  <a:lnTo>
                    <a:pt x="2365371" y="30480"/>
                  </a:lnTo>
                  <a:lnTo>
                    <a:pt x="2365371" y="8255"/>
                  </a:lnTo>
                  <a:close/>
                  <a:moveTo>
                    <a:pt x="2150741" y="0"/>
                  </a:moveTo>
                  <a:lnTo>
                    <a:pt x="2150741" y="30480"/>
                  </a:lnTo>
                  <a:lnTo>
                    <a:pt x="2169791" y="30480"/>
                  </a:lnTo>
                  <a:lnTo>
                    <a:pt x="2169791" y="44450"/>
                  </a:lnTo>
                  <a:lnTo>
                    <a:pt x="2150741" y="44450"/>
                  </a:lnTo>
                  <a:lnTo>
                    <a:pt x="2150741" y="86995"/>
                  </a:lnTo>
                  <a:cubicBezTo>
                    <a:pt x="2150741" y="86995"/>
                    <a:pt x="2150741" y="90170"/>
                    <a:pt x="2150741" y="91440"/>
                  </a:cubicBezTo>
                  <a:cubicBezTo>
                    <a:pt x="2150741" y="92710"/>
                    <a:pt x="2151376" y="93345"/>
                    <a:pt x="2152011" y="94615"/>
                  </a:cubicBezTo>
                  <a:cubicBezTo>
                    <a:pt x="2152646" y="95250"/>
                    <a:pt x="2153281" y="95885"/>
                    <a:pt x="2154551" y="95885"/>
                  </a:cubicBezTo>
                  <a:cubicBezTo>
                    <a:pt x="2155821" y="95885"/>
                    <a:pt x="2157091" y="95885"/>
                    <a:pt x="2158361" y="95885"/>
                  </a:cubicBezTo>
                  <a:cubicBezTo>
                    <a:pt x="2160266" y="95885"/>
                    <a:pt x="2162171" y="95885"/>
                    <a:pt x="2164711" y="95250"/>
                  </a:cubicBezTo>
                  <a:cubicBezTo>
                    <a:pt x="2166616" y="94615"/>
                    <a:pt x="2168521" y="93980"/>
                    <a:pt x="2169791" y="93345"/>
                  </a:cubicBezTo>
                  <a:lnTo>
                    <a:pt x="2167886" y="106680"/>
                  </a:lnTo>
                  <a:cubicBezTo>
                    <a:pt x="2167886" y="106680"/>
                    <a:pt x="2164076" y="108585"/>
                    <a:pt x="2161536" y="109220"/>
                  </a:cubicBezTo>
                  <a:cubicBezTo>
                    <a:pt x="2158996" y="109855"/>
                    <a:pt x="2156456" y="110490"/>
                    <a:pt x="2153281" y="110490"/>
                  </a:cubicBezTo>
                  <a:cubicBezTo>
                    <a:pt x="2150741" y="110490"/>
                    <a:pt x="2148201" y="110490"/>
                    <a:pt x="2146296" y="109220"/>
                  </a:cubicBezTo>
                  <a:cubicBezTo>
                    <a:pt x="2144391" y="108585"/>
                    <a:pt x="2142486" y="107315"/>
                    <a:pt x="2140581" y="105410"/>
                  </a:cubicBezTo>
                  <a:cubicBezTo>
                    <a:pt x="2138676" y="103505"/>
                    <a:pt x="2137406" y="101600"/>
                    <a:pt x="2136771" y="99060"/>
                  </a:cubicBezTo>
                  <a:cubicBezTo>
                    <a:pt x="2136136" y="96520"/>
                    <a:pt x="2135501" y="93345"/>
                    <a:pt x="2135501" y="89535"/>
                  </a:cubicBezTo>
                  <a:lnTo>
                    <a:pt x="2135501" y="44450"/>
                  </a:lnTo>
                  <a:lnTo>
                    <a:pt x="2124706" y="44450"/>
                  </a:lnTo>
                  <a:lnTo>
                    <a:pt x="2124706" y="30480"/>
                  </a:lnTo>
                  <a:lnTo>
                    <a:pt x="2135501" y="30480"/>
                  </a:lnTo>
                  <a:lnTo>
                    <a:pt x="2135501" y="8255"/>
                  </a:lnTo>
                  <a:close/>
                  <a:moveTo>
                    <a:pt x="2096131" y="0"/>
                  </a:moveTo>
                  <a:lnTo>
                    <a:pt x="2096131" y="30480"/>
                  </a:lnTo>
                  <a:lnTo>
                    <a:pt x="2115181" y="30480"/>
                  </a:lnTo>
                  <a:lnTo>
                    <a:pt x="2115181" y="44450"/>
                  </a:lnTo>
                  <a:lnTo>
                    <a:pt x="2096131" y="44450"/>
                  </a:lnTo>
                  <a:lnTo>
                    <a:pt x="2096131" y="86995"/>
                  </a:lnTo>
                  <a:cubicBezTo>
                    <a:pt x="2096131" y="86995"/>
                    <a:pt x="2096131" y="90170"/>
                    <a:pt x="2096131" y="91440"/>
                  </a:cubicBezTo>
                  <a:cubicBezTo>
                    <a:pt x="2096131" y="92710"/>
                    <a:pt x="2096766" y="93345"/>
                    <a:pt x="2097401" y="94615"/>
                  </a:cubicBezTo>
                  <a:cubicBezTo>
                    <a:pt x="2098036" y="95250"/>
                    <a:pt x="2098671" y="95885"/>
                    <a:pt x="2099941" y="95885"/>
                  </a:cubicBezTo>
                  <a:cubicBezTo>
                    <a:pt x="2101211" y="95885"/>
                    <a:pt x="2102481" y="95885"/>
                    <a:pt x="2103751" y="95885"/>
                  </a:cubicBezTo>
                  <a:cubicBezTo>
                    <a:pt x="2105656" y="95885"/>
                    <a:pt x="2107561" y="95885"/>
                    <a:pt x="2110101" y="95250"/>
                  </a:cubicBezTo>
                  <a:cubicBezTo>
                    <a:pt x="2112006" y="94615"/>
                    <a:pt x="2113911" y="93980"/>
                    <a:pt x="2115181" y="93345"/>
                  </a:cubicBezTo>
                  <a:lnTo>
                    <a:pt x="2113276" y="106680"/>
                  </a:lnTo>
                  <a:cubicBezTo>
                    <a:pt x="2113276" y="106680"/>
                    <a:pt x="2109466" y="108585"/>
                    <a:pt x="2106926" y="109220"/>
                  </a:cubicBezTo>
                  <a:cubicBezTo>
                    <a:pt x="2104386" y="109855"/>
                    <a:pt x="2101846" y="110490"/>
                    <a:pt x="2098671" y="110490"/>
                  </a:cubicBezTo>
                  <a:cubicBezTo>
                    <a:pt x="2096131" y="110490"/>
                    <a:pt x="2093591" y="110490"/>
                    <a:pt x="2091686" y="109220"/>
                  </a:cubicBezTo>
                  <a:cubicBezTo>
                    <a:pt x="2089781" y="108585"/>
                    <a:pt x="2087876" y="107315"/>
                    <a:pt x="2085971" y="105410"/>
                  </a:cubicBezTo>
                  <a:cubicBezTo>
                    <a:pt x="2084066" y="103505"/>
                    <a:pt x="2082796" y="101600"/>
                    <a:pt x="2082161" y="99060"/>
                  </a:cubicBezTo>
                  <a:cubicBezTo>
                    <a:pt x="2081526" y="96520"/>
                    <a:pt x="2080891" y="93345"/>
                    <a:pt x="2080891" y="89535"/>
                  </a:cubicBezTo>
                  <a:lnTo>
                    <a:pt x="2080891" y="44450"/>
                  </a:lnTo>
                  <a:lnTo>
                    <a:pt x="2070096" y="44450"/>
                  </a:lnTo>
                  <a:lnTo>
                    <a:pt x="2070096" y="30480"/>
                  </a:lnTo>
                  <a:lnTo>
                    <a:pt x="2080891" y="30480"/>
                  </a:lnTo>
                  <a:lnTo>
                    <a:pt x="2080891" y="8255"/>
                  </a:lnTo>
                  <a:close/>
                  <a:moveTo>
                    <a:pt x="1931665" y="0"/>
                  </a:moveTo>
                  <a:lnTo>
                    <a:pt x="1931665" y="37465"/>
                  </a:lnTo>
                  <a:cubicBezTo>
                    <a:pt x="1931665" y="37465"/>
                    <a:pt x="1934840" y="34925"/>
                    <a:pt x="1936110" y="33655"/>
                  </a:cubicBezTo>
                  <a:cubicBezTo>
                    <a:pt x="1937380" y="33020"/>
                    <a:pt x="1938650" y="31750"/>
                    <a:pt x="1939920" y="31115"/>
                  </a:cubicBezTo>
                  <a:cubicBezTo>
                    <a:pt x="1941190" y="30480"/>
                    <a:pt x="1943095" y="29845"/>
                    <a:pt x="1945000" y="29210"/>
                  </a:cubicBezTo>
                  <a:cubicBezTo>
                    <a:pt x="1946905" y="29210"/>
                    <a:pt x="1949445" y="28575"/>
                    <a:pt x="1951985" y="28575"/>
                  </a:cubicBezTo>
                  <a:cubicBezTo>
                    <a:pt x="1956430" y="28575"/>
                    <a:pt x="1960240" y="29210"/>
                    <a:pt x="1964050" y="31115"/>
                  </a:cubicBezTo>
                  <a:cubicBezTo>
                    <a:pt x="1967860" y="32385"/>
                    <a:pt x="1971035" y="34925"/>
                    <a:pt x="1973575" y="38735"/>
                  </a:cubicBezTo>
                  <a:cubicBezTo>
                    <a:pt x="1976115" y="41910"/>
                    <a:pt x="1978655" y="46355"/>
                    <a:pt x="1979925" y="51435"/>
                  </a:cubicBezTo>
                  <a:cubicBezTo>
                    <a:pt x="1981195" y="56515"/>
                    <a:pt x="1982465" y="62865"/>
                    <a:pt x="1982465" y="70485"/>
                  </a:cubicBezTo>
                  <a:lnTo>
                    <a:pt x="1981830" y="71120"/>
                  </a:lnTo>
                  <a:cubicBezTo>
                    <a:pt x="1981830" y="77470"/>
                    <a:pt x="1981195" y="83820"/>
                    <a:pt x="1979290" y="88265"/>
                  </a:cubicBezTo>
                  <a:cubicBezTo>
                    <a:pt x="1977385" y="93345"/>
                    <a:pt x="1975480" y="97155"/>
                    <a:pt x="1972305" y="100330"/>
                  </a:cubicBezTo>
                  <a:cubicBezTo>
                    <a:pt x="1969765" y="103505"/>
                    <a:pt x="1965955" y="106045"/>
                    <a:pt x="1962780" y="107315"/>
                  </a:cubicBezTo>
                  <a:cubicBezTo>
                    <a:pt x="1958970" y="109220"/>
                    <a:pt x="1955160" y="109855"/>
                    <a:pt x="1951350" y="109855"/>
                  </a:cubicBezTo>
                  <a:cubicBezTo>
                    <a:pt x="1947540" y="109855"/>
                    <a:pt x="1943730" y="109220"/>
                    <a:pt x="1940555" y="107315"/>
                  </a:cubicBezTo>
                  <a:cubicBezTo>
                    <a:pt x="1936745" y="105410"/>
                    <a:pt x="1934205" y="103505"/>
                    <a:pt x="1931665" y="100965"/>
                  </a:cubicBezTo>
                  <a:lnTo>
                    <a:pt x="1931665" y="107950"/>
                  </a:lnTo>
                  <a:lnTo>
                    <a:pt x="1916425" y="107950"/>
                  </a:lnTo>
                  <a:lnTo>
                    <a:pt x="1916425" y="7620"/>
                  </a:lnTo>
                  <a:close/>
                  <a:moveTo>
                    <a:pt x="1316991" y="0"/>
                  </a:moveTo>
                  <a:lnTo>
                    <a:pt x="1316991" y="30480"/>
                  </a:lnTo>
                  <a:lnTo>
                    <a:pt x="1336041" y="30480"/>
                  </a:lnTo>
                  <a:lnTo>
                    <a:pt x="1336041" y="44450"/>
                  </a:lnTo>
                  <a:lnTo>
                    <a:pt x="1316991" y="44450"/>
                  </a:lnTo>
                  <a:lnTo>
                    <a:pt x="1316991" y="86995"/>
                  </a:lnTo>
                  <a:cubicBezTo>
                    <a:pt x="1316991" y="86995"/>
                    <a:pt x="1316991" y="90170"/>
                    <a:pt x="1316991" y="91440"/>
                  </a:cubicBezTo>
                  <a:cubicBezTo>
                    <a:pt x="1316991" y="92710"/>
                    <a:pt x="1317627" y="93345"/>
                    <a:pt x="1318261" y="94615"/>
                  </a:cubicBezTo>
                  <a:cubicBezTo>
                    <a:pt x="1318896" y="95250"/>
                    <a:pt x="1319531" y="95885"/>
                    <a:pt x="1320801" y="95885"/>
                  </a:cubicBezTo>
                  <a:cubicBezTo>
                    <a:pt x="1322072" y="95885"/>
                    <a:pt x="1323341" y="95885"/>
                    <a:pt x="1324611" y="95885"/>
                  </a:cubicBezTo>
                  <a:cubicBezTo>
                    <a:pt x="1326516" y="95885"/>
                    <a:pt x="1328422" y="95885"/>
                    <a:pt x="1330961" y="95250"/>
                  </a:cubicBezTo>
                  <a:cubicBezTo>
                    <a:pt x="1332867" y="94615"/>
                    <a:pt x="1334772" y="93980"/>
                    <a:pt x="1336041" y="93345"/>
                  </a:cubicBezTo>
                  <a:lnTo>
                    <a:pt x="1334136" y="106680"/>
                  </a:lnTo>
                  <a:cubicBezTo>
                    <a:pt x="1334136" y="106680"/>
                    <a:pt x="1330326" y="108585"/>
                    <a:pt x="1327786" y="109220"/>
                  </a:cubicBezTo>
                  <a:cubicBezTo>
                    <a:pt x="1325246" y="109855"/>
                    <a:pt x="1322706" y="110490"/>
                    <a:pt x="1319531" y="110490"/>
                  </a:cubicBezTo>
                  <a:cubicBezTo>
                    <a:pt x="1316991" y="110490"/>
                    <a:pt x="1314451" y="110490"/>
                    <a:pt x="1312546" y="109220"/>
                  </a:cubicBezTo>
                  <a:cubicBezTo>
                    <a:pt x="1310641" y="108585"/>
                    <a:pt x="1308736" y="107315"/>
                    <a:pt x="1306831" y="105410"/>
                  </a:cubicBezTo>
                  <a:cubicBezTo>
                    <a:pt x="1304926" y="103505"/>
                    <a:pt x="1303656" y="101600"/>
                    <a:pt x="1303021" y="99060"/>
                  </a:cubicBezTo>
                  <a:cubicBezTo>
                    <a:pt x="1302386" y="96520"/>
                    <a:pt x="1301751" y="93345"/>
                    <a:pt x="1301751" y="89535"/>
                  </a:cubicBezTo>
                  <a:lnTo>
                    <a:pt x="1301751" y="44450"/>
                  </a:lnTo>
                  <a:lnTo>
                    <a:pt x="1290956" y="44450"/>
                  </a:lnTo>
                  <a:lnTo>
                    <a:pt x="1290956" y="30480"/>
                  </a:lnTo>
                  <a:lnTo>
                    <a:pt x="1301751" y="30480"/>
                  </a:lnTo>
                  <a:lnTo>
                    <a:pt x="1301751" y="8255"/>
                  </a:lnTo>
                  <a:close/>
                  <a:moveTo>
                    <a:pt x="751206" y="0"/>
                  </a:moveTo>
                  <a:lnTo>
                    <a:pt x="751206" y="30480"/>
                  </a:lnTo>
                  <a:lnTo>
                    <a:pt x="770256" y="30480"/>
                  </a:lnTo>
                  <a:lnTo>
                    <a:pt x="770256" y="44450"/>
                  </a:lnTo>
                  <a:lnTo>
                    <a:pt x="751206" y="44450"/>
                  </a:lnTo>
                  <a:lnTo>
                    <a:pt x="751206" y="86995"/>
                  </a:lnTo>
                  <a:cubicBezTo>
                    <a:pt x="751206" y="86995"/>
                    <a:pt x="751206" y="90170"/>
                    <a:pt x="751206" y="91440"/>
                  </a:cubicBezTo>
                  <a:cubicBezTo>
                    <a:pt x="751206" y="92710"/>
                    <a:pt x="751841" y="93345"/>
                    <a:pt x="752476" y="94615"/>
                  </a:cubicBezTo>
                  <a:cubicBezTo>
                    <a:pt x="753111" y="95250"/>
                    <a:pt x="753746" y="95885"/>
                    <a:pt x="755016" y="95885"/>
                  </a:cubicBezTo>
                  <a:cubicBezTo>
                    <a:pt x="756286" y="95885"/>
                    <a:pt x="757556" y="95885"/>
                    <a:pt x="758826" y="95885"/>
                  </a:cubicBezTo>
                  <a:cubicBezTo>
                    <a:pt x="760731" y="95885"/>
                    <a:pt x="762636" y="95885"/>
                    <a:pt x="765176" y="95250"/>
                  </a:cubicBezTo>
                  <a:cubicBezTo>
                    <a:pt x="767081" y="94615"/>
                    <a:pt x="768986" y="93980"/>
                    <a:pt x="770256" y="93345"/>
                  </a:cubicBezTo>
                  <a:lnTo>
                    <a:pt x="768351" y="106680"/>
                  </a:lnTo>
                  <a:cubicBezTo>
                    <a:pt x="768351" y="106680"/>
                    <a:pt x="764541" y="108585"/>
                    <a:pt x="762001" y="109220"/>
                  </a:cubicBezTo>
                  <a:cubicBezTo>
                    <a:pt x="759461" y="109855"/>
                    <a:pt x="756921" y="110490"/>
                    <a:pt x="753746" y="110490"/>
                  </a:cubicBezTo>
                  <a:cubicBezTo>
                    <a:pt x="751206" y="110490"/>
                    <a:pt x="748666" y="110490"/>
                    <a:pt x="746761" y="109220"/>
                  </a:cubicBezTo>
                  <a:cubicBezTo>
                    <a:pt x="744856" y="108585"/>
                    <a:pt x="742951" y="107315"/>
                    <a:pt x="741045" y="105410"/>
                  </a:cubicBezTo>
                  <a:cubicBezTo>
                    <a:pt x="739141" y="103505"/>
                    <a:pt x="737871" y="101600"/>
                    <a:pt x="737236" y="99060"/>
                  </a:cubicBezTo>
                  <a:cubicBezTo>
                    <a:pt x="736600" y="96520"/>
                    <a:pt x="735966" y="93345"/>
                    <a:pt x="735966" y="89535"/>
                  </a:cubicBezTo>
                  <a:lnTo>
                    <a:pt x="735966" y="44450"/>
                  </a:lnTo>
                  <a:lnTo>
                    <a:pt x="725171" y="44450"/>
                  </a:lnTo>
                  <a:lnTo>
                    <a:pt x="725171" y="30480"/>
                  </a:lnTo>
                  <a:lnTo>
                    <a:pt x="735966" y="30480"/>
                  </a:lnTo>
                  <a:lnTo>
                    <a:pt x="735966" y="8255"/>
                  </a:lnTo>
                  <a:close/>
                  <a:moveTo>
                    <a:pt x="521335" y="0"/>
                  </a:moveTo>
                  <a:lnTo>
                    <a:pt x="521335" y="30480"/>
                  </a:lnTo>
                  <a:lnTo>
                    <a:pt x="540385" y="30480"/>
                  </a:lnTo>
                  <a:lnTo>
                    <a:pt x="540385" y="44450"/>
                  </a:lnTo>
                  <a:lnTo>
                    <a:pt x="521335" y="44450"/>
                  </a:lnTo>
                  <a:lnTo>
                    <a:pt x="521335" y="86995"/>
                  </a:lnTo>
                  <a:cubicBezTo>
                    <a:pt x="521335" y="86995"/>
                    <a:pt x="521335" y="90170"/>
                    <a:pt x="521335" y="91440"/>
                  </a:cubicBezTo>
                  <a:cubicBezTo>
                    <a:pt x="521335" y="92710"/>
                    <a:pt x="521970" y="93345"/>
                    <a:pt x="522605" y="94615"/>
                  </a:cubicBezTo>
                  <a:cubicBezTo>
                    <a:pt x="523240" y="95250"/>
                    <a:pt x="523875" y="95885"/>
                    <a:pt x="525145" y="95885"/>
                  </a:cubicBezTo>
                  <a:cubicBezTo>
                    <a:pt x="526415" y="95885"/>
                    <a:pt x="527685" y="95885"/>
                    <a:pt x="528955" y="95885"/>
                  </a:cubicBezTo>
                  <a:cubicBezTo>
                    <a:pt x="530860" y="95885"/>
                    <a:pt x="532765" y="95885"/>
                    <a:pt x="535305" y="95250"/>
                  </a:cubicBezTo>
                  <a:cubicBezTo>
                    <a:pt x="537210" y="94615"/>
                    <a:pt x="539115" y="93980"/>
                    <a:pt x="540385" y="93345"/>
                  </a:cubicBezTo>
                  <a:lnTo>
                    <a:pt x="538480" y="106680"/>
                  </a:lnTo>
                  <a:cubicBezTo>
                    <a:pt x="538480" y="106680"/>
                    <a:pt x="534670" y="108585"/>
                    <a:pt x="532130" y="109220"/>
                  </a:cubicBezTo>
                  <a:cubicBezTo>
                    <a:pt x="529590" y="109855"/>
                    <a:pt x="527050" y="110490"/>
                    <a:pt x="523875" y="110490"/>
                  </a:cubicBezTo>
                  <a:cubicBezTo>
                    <a:pt x="521335" y="110490"/>
                    <a:pt x="518795" y="110490"/>
                    <a:pt x="516890" y="109220"/>
                  </a:cubicBezTo>
                  <a:cubicBezTo>
                    <a:pt x="514985" y="108585"/>
                    <a:pt x="513080" y="107315"/>
                    <a:pt x="511175" y="105410"/>
                  </a:cubicBezTo>
                  <a:cubicBezTo>
                    <a:pt x="509270" y="103505"/>
                    <a:pt x="508000" y="101600"/>
                    <a:pt x="507365" y="99060"/>
                  </a:cubicBezTo>
                  <a:cubicBezTo>
                    <a:pt x="506730" y="96520"/>
                    <a:pt x="506095" y="93345"/>
                    <a:pt x="506095" y="89535"/>
                  </a:cubicBezTo>
                  <a:lnTo>
                    <a:pt x="506095" y="44450"/>
                  </a:lnTo>
                  <a:lnTo>
                    <a:pt x="495300" y="44450"/>
                  </a:lnTo>
                  <a:lnTo>
                    <a:pt x="495300" y="30480"/>
                  </a:lnTo>
                  <a:lnTo>
                    <a:pt x="506095" y="30480"/>
                  </a:lnTo>
                  <a:lnTo>
                    <a:pt x="506095" y="8255"/>
                  </a:lnTo>
                  <a:close/>
                  <a:moveTo>
                    <a:pt x="466724" y="0"/>
                  </a:moveTo>
                  <a:lnTo>
                    <a:pt x="466724" y="30480"/>
                  </a:lnTo>
                  <a:lnTo>
                    <a:pt x="485774" y="30480"/>
                  </a:lnTo>
                  <a:lnTo>
                    <a:pt x="485774" y="44450"/>
                  </a:lnTo>
                  <a:lnTo>
                    <a:pt x="466724" y="44450"/>
                  </a:lnTo>
                  <a:lnTo>
                    <a:pt x="466724" y="86995"/>
                  </a:lnTo>
                  <a:cubicBezTo>
                    <a:pt x="466724" y="86995"/>
                    <a:pt x="466724" y="90170"/>
                    <a:pt x="466724" y="91440"/>
                  </a:cubicBezTo>
                  <a:cubicBezTo>
                    <a:pt x="466724" y="92710"/>
                    <a:pt x="467359" y="93345"/>
                    <a:pt x="467994" y="94615"/>
                  </a:cubicBezTo>
                  <a:cubicBezTo>
                    <a:pt x="468629" y="95250"/>
                    <a:pt x="469264" y="95885"/>
                    <a:pt x="470534" y="95885"/>
                  </a:cubicBezTo>
                  <a:cubicBezTo>
                    <a:pt x="471804" y="95885"/>
                    <a:pt x="473074" y="95885"/>
                    <a:pt x="474344" y="95885"/>
                  </a:cubicBezTo>
                  <a:cubicBezTo>
                    <a:pt x="476249" y="95885"/>
                    <a:pt x="478154" y="95885"/>
                    <a:pt x="480694" y="95250"/>
                  </a:cubicBezTo>
                  <a:cubicBezTo>
                    <a:pt x="482599" y="94615"/>
                    <a:pt x="484504" y="93980"/>
                    <a:pt x="485774" y="93345"/>
                  </a:cubicBezTo>
                  <a:lnTo>
                    <a:pt x="483869" y="106680"/>
                  </a:lnTo>
                  <a:cubicBezTo>
                    <a:pt x="483869" y="106680"/>
                    <a:pt x="480059" y="108585"/>
                    <a:pt x="477519" y="109220"/>
                  </a:cubicBezTo>
                  <a:cubicBezTo>
                    <a:pt x="474979" y="109855"/>
                    <a:pt x="472439" y="110490"/>
                    <a:pt x="469264" y="110490"/>
                  </a:cubicBezTo>
                  <a:cubicBezTo>
                    <a:pt x="466724" y="110490"/>
                    <a:pt x="464184" y="110490"/>
                    <a:pt x="462279" y="109220"/>
                  </a:cubicBezTo>
                  <a:cubicBezTo>
                    <a:pt x="460374" y="108585"/>
                    <a:pt x="458469" y="107315"/>
                    <a:pt x="456564" y="105410"/>
                  </a:cubicBezTo>
                  <a:cubicBezTo>
                    <a:pt x="454659" y="103505"/>
                    <a:pt x="453389" y="101600"/>
                    <a:pt x="452754" y="99060"/>
                  </a:cubicBezTo>
                  <a:cubicBezTo>
                    <a:pt x="452119" y="96520"/>
                    <a:pt x="451484" y="93345"/>
                    <a:pt x="451484" y="89535"/>
                  </a:cubicBezTo>
                  <a:lnTo>
                    <a:pt x="451484" y="44450"/>
                  </a:lnTo>
                  <a:lnTo>
                    <a:pt x="440689" y="44450"/>
                  </a:lnTo>
                  <a:lnTo>
                    <a:pt x="440689" y="30480"/>
                  </a:lnTo>
                  <a:lnTo>
                    <a:pt x="451484" y="30480"/>
                  </a:lnTo>
                  <a:lnTo>
                    <a:pt x="451484" y="8255"/>
                  </a:lnTo>
                  <a:close/>
                  <a:moveTo>
                    <a:pt x="302259" y="0"/>
                  </a:moveTo>
                  <a:lnTo>
                    <a:pt x="302259" y="37465"/>
                  </a:lnTo>
                  <a:cubicBezTo>
                    <a:pt x="302259" y="37465"/>
                    <a:pt x="305434" y="34925"/>
                    <a:pt x="306704" y="33655"/>
                  </a:cubicBezTo>
                  <a:cubicBezTo>
                    <a:pt x="307974" y="33020"/>
                    <a:pt x="309244" y="31750"/>
                    <a:pt x="310514" y="31115"/>
                  </a:cubicBezTo>
                  <a:cubicBezTo>
                    <a:pt x="311784" y="30480"/>
                    <a:pt x="313689" y="29845"/>
                    <a:pt x="315594" y="29210"/>
                  </a:cubicBezTo>
                  <a:cubicBezTo>
                    <a:pt x="317499" y="29210"/>
                    <a:pt x="320039" y="28575"/>
                    <a:pt x="322579" y="28575"/>
                  </a:cubicBezTo>
                  <a:cubicBezTo>
                    <a:pt x="327024" y="28575"/>
                    <a:pt x="330834" y="29210"/>
                    <a:pt x="334644" y="31115"/>
                  </a:cubicBezTo>
                  <a:cubicBezTo>
                    <a:pt x="338454" y="32385"/>
                    <a:pt x="341629" y="34925"/>
                    <a:pt x="344169" y="38735"/>
                  </a:cubicBezTo>
                  <a:cubicBezTo>
                    <a:pt x="346709" y="41910"/>
                    <a:pt x="349249" y="46355"/>
                    <a:pt x="350519" y="51435"/>
                  </a:cubicBezTo>
                  <a:cubicBezTo>
                    <a:pt x="351789" y="56515"/>
                    <a:pt x="353059" y="62865"/>
                    <a:pt x="353059" y="70485"/>
                  </a:cubicBezTo>
                  <a:lnTo>
                    <a:pt x="352424" y="71120"/>
                  </a:lnTo>
                  <a:cubicBezTo>
                    <a:pt x="352424" y="77470"/>
                    <a:pt x="351789" y="83820"/>
                    <a:pt x="349884" y="88265"/>
                  </a:cubicBezTo>
                  <a:cubicBezTo>
                    <a:pt x="347979" y="93345"/>
                    <a:pt x="346074" y="97155"/>
                    <a:pt x="342899" y="100330"/>
                  </a:cubicBezTo>
                  <a:cubicBezTo>
                    <a:pt x="340359" y="103505"/>
                    <a:pt x="336549" y="106045"/>
                    <a:pt x="333374" y="107315"/>
                  </a:cubicBezTo>
                  <a:cubicBezTo>
                    <a:pt x="329564" y="109220"/>
                    <a:pt x="325754" y="109855"/>
                    <a:pt x="321944" y="109855"/>
                  </a:cubicBezTo>
                  <a:cubicBezTo>
                    <a:pt x="318134" y="109855"/>
                    <a:pt x="314324" y="109220"/>
                    <a:pt x="311149" y="107315"/>
                  </a:cubicBezTo>
                  <a:cubicBezTo>
                    <a:pt x="307339" y="105410"/>
                    <a:pt x="304799" y="103505"/>
                    <a:pt x="302259" y="100965"/>
                  </a:cubicBezTo>
                  <a:lnTo>
                    <a:pt x="302259" y="107950"/>
                  </a:lnTo>
                  <a:lnTo>
                    <a:pt x="287019" y="107950"/>
                  </a:lnTo>
                  <a:lnTo>
                    <a:pt x="287019" y="7620"/>
                  </a:lnTo>
                  <a:close/>
                </a:path>
              </a:pathLst>
            </a:custGeom>
            <a:solidFill>
              <a:srgbClr val="FFFFFF"/>
            </a:solidFill>
            <a:ln w="63500" cap="flat">
              <a:noFill/>
              <a:prstDash val="solid"/>
              <a:miter/>
            </a:ln>
          </p:spPr>
          <p:txBody>
            <a:bodyPr rtlCol="0" anchor="ctr"/>
            <a:lstStyle/>
            <a:p>
              <a:endParaRPr lang="en-US"/>
            </a:p>
          </p:txBody>
        </p:sp>
      </p:grpSp>
      <p:sp>
        <p:nvSpPr>
          <p:cNvPr id="28" name="Subtitle 2">
            <a:extLst>
              <a:ext uri="{FF2B5EF4-FFF2-40B4-BE49-F238E27FC236}">
                <a16:creationId xmlns:a16="http://schemas.microsoft.com/office/drawing/2014/main" id="{632E76BF-46D5-8E94-88AA-4783DD302E89}"/>
              </a:ext>
            </a:extLst>
          </p:cNvPr>
          <p:cNvSpPr>
            <a:spLocks noGrp="1"/>
          </p:cNvSpPr>
          <p:nvPr>
            <p:ph type="subTitle" idx="1" hasCustomPrompt="1"/>
          </p:nvPr>
        </p:nvSpPr>
        <p:spPr>
          <a:xfrm>
            <a:off x="889762" y="4436485"/>
            <a:ext cx="4907628" cy="511939"/>
          </a:xfrm>
        </p:spPr>
        <p:txBody>
          <a:bodyPr wrap="square">
            <a:noAutofit/>
          </a:bodyPr>
          <a:lstStyle>
            <a:lvl1pPr marL="0" indent="0" algn="l">
              <a:buNone/>
              <a:defRPr lang="en-GB" sz="1600" kern="1200" dirty="0">
                <a:solidFill>
                  <a:schemeClr val="bg1"/>
                </a:solidFill>
                <a:latin typeface="EYInterstate Regular" panose="02000503020000020004" pitchFamily="2" charset="0"/>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29" name="Title 4">
            <a:extLst>
              <a:ext uri="{FF2B5EF4-FFF2-40B4-BE49-F238E27FC236}">
                <a16:creationId xmlns:a16="http://schemas.microsoft.com/office/drawing/2014/main" id="{1F7B1FDC-B90E-6693-A750-B9BA4B535E8A}"/>
              </a:ext>
            </a:extLst>
          </p:cNvPr>
          <p:cNvSpPr>
            <a:spLocks noGrp="1"/>
          </p:cNvSpPr>
          <p:nvPr>
            <p:ph type="title"/>
          </p:nvPr>
        </p:nvSpPr>
        <p:spPr>
          <a:xfrm>
            <a:off x="889762" y="2698751"/>
            <a:ext cx="4906009" cy="1654043"/>
          </a:xfrm>
        </p:spPr>
        <p:txBody>
          <a:bodyPr anchor="t">
            <a:noAutofit/>
          </a:bodyPr>
          <a:lstStyle>
            <a:lvl1pPr>
              <a:defRPr sz="4200" b="1" i="0">
                <a:solidFill>
                  <a:schemeClr val="bg1"/>
                </a:solidFill>
                <a:latin typeface="EYInterstate Regular" panose="02000503020000020004" pitchFamily="2" charset="0"/>
              </a:defRPr>
            </a:lvl1pPr>
          </a:lstStyle>
          <a:p>
            <a:r>
              <a:rPr lang="en-GB"/>
              <a:t>Click to edit Master title style</a:t>
            </a:r>
            <a:endParaRPr lang="en-US"/>
          </a:p>
        </p:txBody>
      </p:sp>
      <p:sp>
        <p:nvSpPr>
          <p:cNvPr id="30" name="Text Placeholder 288">
            <a:extLst>
              <a:ext uri="{FF2B5EF4-FFF2-40B4-BE49-F238E27FC236}">
                <a16:creationId xmlns:a16="http://schemas.microsoft.com/office/drawing/2014/main" id="{1673B89D-F206-B9D2-CDB7-BDE045C7447F}"/>
              </a:ext>
            </a:extLst>
          </p:cNvPr>
          <p:cNvSpPr>
            <a:spLocks noGrp="1"/>
          </p:cNvSpPr>
          <p:nvPr>
            <p:ph type="body" sz="quarter" idx="10"/>
          </p:nvPr>
        </p:nvSpPr>
        <p:spPr>
          <a:xfrm>
            <a:off x="889762" y="5047485"/>
            <a:ext cx="4906010" cy="246221"/>
          </a:xfrm>
        </p:spPr>
        <p:txBody>
          <a:bodyPr wrap="square">
            <a:spAutoFit/>
          </a:bodyPr>
          <a:lstStyle>
            <a:lvl1pPr marL="0" indent="0">
              <a:buNone/>
              <a:defRPr sz="1600" b="1">
                <a:latin typeface="EYInterstate Regular" panose="02000503020000020004" pitchFamily="2" charset="0"/>
              </a:defRPr>
            </a:lvl1pPr>
            <a:lvl2pPr marL="252000" indent="0">
              <a:buNone/>
              <a:defRPr sz="1600" b="1">
                <a:latin typeface="+mj-lt"/>
              </a:defRPr>
            </a:lvl2pPr>
            <a:lvl3pPr marL="504000" indent="0">
              <a:buNone/>
              <a:defRPr sz="1600" b="1">
                <a:latin typeface="+mj-lt"/>
              </a:defRPr>
            </a:lvl3pPr>
            <a:lvl4pPr marL="756000" indent="0">
              <a:buNone/>
              <a:defRPr sz="1600" b="1">
                <a:latin typeface="+mj-lt"/>
              </a:defRPr>
            </a:lvl4pPr>
            <a:lvl5pPr marL="1008000" indent="0">
              <a:buNone/>
              <a:defRPr sz="1600" b="1">
                <a:latin typeface="+mj-lt"/>
              </a:defRPr>
            </a:lvl5pPr>
          </a:lstStyle>
          <a:p>
            <a:pPr lvl="0"/>
            <a:r>
              <a:rPr lang="en-GB"/>
              <a:t>Click to edit Master text styles</a:t>
            </a:r>
          </a:p>
        </p:txBody>
      </p:sp>
      <p:grpSp>
        <p:nvGrpSpPr>
          <p:cNvPr id="2" name="Group 1">
            <a:extLst>
              <a:ext uri="{FF2B5EF4-FFF2-40B4-BE49-F238E27FC236}">
                <a16:creationId xmlns:a16="http://schemas.microsoft.com/office/drawing/2014/main" id="{AAC690EE-1BB8-29C6-B9D8-2BD7B4AE0781}"/>
              </a:ext>
            </a:extLst>
          </p:cNvPr>
          <p:cNvGrpSpPr/>
          <p:nvPr userDrawn="1"/>
        </p:nvGrpSpPr>
        <p:grpSpPr>
          <a:xfrm>
            <a:off x="485774" y="1291008"/>
            <a:ext cx="5706110" cy="4360545"/>
            <a:chOff x="485774" y="1291008"/>
            <a:chExt cx="5706110" cy="4360545"/>
          </a:xfrm>
        </p:grpSpPr>
        <p:sp>
          <p:nvSpPr>
            <p:cNvPr id="26" name="Freeform 25">
              <a:extLst>
                <a:ext uri="{FF2B5EF4-FFF2-40B4-BE49-F238E27FC236}">
                  <a16:creationId xmlns:a16="http://schemas.microsoft.com/office/drawing/2014/main" id="{F7E50E80-DFF0-E065-898F-1AFD970459B6}"/>
                </a:ext>
              </a:extLst>
            </p:cNvPr>
            <p:cNvSpPr/>
            <p:nvPr userDrawn="1"/>
          </p:nvSpPr>
          <p:spPr>
            <a:xfrm>
              <a:off x="485774" y="5549953"/>
              <a:ext cx="508000" cy="101600"/>
            </a:xfrm>
            <a:custGeom>
              <a:avLst/>
              <a:gdLst>
                <a:gd name="connsiteX0" fmla="*/ 406400 w 508000"/>
                <a:gd name="connsiteY0" fmla="*/ 0 h 101600"/>
                <a:gd name="connsiteX1" fmla="*/ 508000 w 508000"/>
                <a:gd name="connsiteY1" fmla="*/ 0 h 101600"/>
                <a:gd name="connsiteX2" fmla="*/ 508000 w 508000"/>
                <a:gd name="connsiteY2" fmla="*/ 101600 h 101600"/>
                <a:gd name="connsiteX3" fmla="*/ 406400 w 508000"/>
                <a:gd name="connsiteY3" fmla="*/ 101600 h 101600"/>
                <a:gd name="connsiteX4" fmla="*/ 203200 w 508000"/>
                <a:gd name="connsiteY4" fmla="*/ 0 h 101600"/>
                <a:gd name="connsiteX5" fmla="*/ 304800 w 508000"/>
                <a:gd name="connsiteY5" fmla="*/ 0 h 101600"/>
                <a:gd name="connsiteX6" fmla="*/ 304800 w 508000"/>
                <a:gd name="connsiteY6" fmla="*/ 101600 h 101600"/>
                <a:gd name="connsiteX7" fmla="*/ 203200 w 508000"/>
                <a:gd name="connsiteY7" fmla="*/ 101600 h 101600"/>
                <a:gd name="connsiteX8" fmla="*/ 0 w 508000"/>
                <a:gd name="connsiteY8" fmla="*/ 0 h 101600"/>
                <a:gd name="connsiteX9" fmla="*/ 101600 w 508000"/>
                <a:gd name="connsiteY9" fmla="*/ 0 h 101600"/>
                <a:gd name="connsiteX10" fmla="*/ 101600 w 508000"/>
                <a:gd name="connsiteY10" fmla="*/ 101600 h 101600"/>
                <a:gd name="connsiteX11" fmla="*/ 0 w 508000"/>
                <a:gd name="connsiteY11" fmla="*/ 101600 h 10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8000" h="101600">
                  <a:moveTo>
                    <a:pt x="406400" y="0"/>
                  </a:moveTo>
                  <a:lnTo>
                    <a:pt x="508000" y="0"/>
                  </a:lnTo>
                  <a:lnTo>
                    <a:pt x="508000" y="101600"/>
                  </a:lnTo>
                  <a:lnTo>
                    <a:pt x="406400" y="101600"/>
                  </a:lnTo>
                  <a:close/>
                  <a:moveTo>
                    <a:pt x="203200" y="0"/>
                  </a:moveTo>
                  <a:lnTo>
                    <a:pt x="304800" y="0"/>
                  </a:lnTo>
                  <a:lnTo>
                    <a:pt x="304800" y="101600"/>
                  </a:lnTo>
                  <a:lnTo>
                    <a:pt x="203200" y="101600"/>
                  </a:lnTo>
                  <a:close/>
                  <a:moveTo>
                    <a:pt x="0" y="0"/>
                  </a:moveTo>
                  <a:lnTo>
                    <a:pt x="101600" y="0"/>
                  </a:lnTo>
                  <a:lnTo>
                    <a:pt x="101600" y="101600"/>
                  </a:lnTo>
                  <a:lnTo>
                    <a:pt x="0" y="101600"/>
                  </a:lnTo>
                  <a:close/>
                </a:path>
              </a:pathLst>
            </a:custGeom>
            <a:solidFill>
              <a:schemeClr val="tx2"/>
            </a:solidFill>
            <a:ln w="63500" cap="flat">
              <a:noFill/>
              <a:prstDash val="solid"/>
              <a:miter/>
            </a:ln>
          </p:spPr>
          <p:txBody>
            <a:bodyPr rtlCol="0" anchor="ctr"/>
            <a:lstStyle/>
            <a:p>
              <a:endParaRPr lang="en-US"/>
            </a:p>
          </p:txBody>
        </p:sp>
        <p:sp>
          <p:nvSpPr>
            <p:cNvPr id="31" name="Freeform 30">
              <a:extLst>
                <a:ext uri="{FF2B5EF4-FFF2-40B4-BE49-F238E27FC236}">
                  <a16:creationId xmlns:a16="http://schemas.microsoft.com/office/drawing/2014/main" id="{90AAC841-3D56-6842-04D1-F0B7D973D86D}"/>
                </a:ext>
              </a:extLst>
            </p:cNvPr>
            <p:cNvSpPr/>
            <p:nvPr userDrawn="1"/>
          </p:nvSpPr>
          <p:spPr>
            <a:xfrm>
              <a:off x="485775" y="1291008"/>
              <a:ext cx="5706109" cy="4359275"/>
            </a:xfrm>
            <a:custGeom>
              <a:avLst/>
              <a:gdLst>
                <a:gd name="connsiteX0" fmla="*/ 0 w 5706109"/>
                <a:gd name="connsiteY0" fmla="*/ 4157346 h 4359275"/>
                <a:gd name="connsiteX1" fmla="*/ 101600 w 5706109"/>
                <a:gd name="connsiteY1" fmla="*/ 4157346 h 4359275"/>
                <a:gd name="connsiteX2" fmla="*/ 101600 w 5706109"/>
                <a:gd name="connsiteY2" fmla="*/ 1075055 h 4359275"/>
                <a:gd name="connsiteX3" fmla="*/ 101600 w 5706109"/>
                <a:gd name="connsiteY3" fmla="*/ 1075055 h 4359275"/>
                <a:gd name="connsiteX4" fmla="*/ 191770 w 5706109"/>
                <a:gd name="connsiteY4" fmla="*/ 1059180 h 4359275"/>
                <a:gd name="connsiteX5" fmla="*/ 861060 w 5706109"/>
                <a:gd name="connsiteY5" fmla="*/ 942975 h 4359275"/>
                <a:gd name="connsiteX6" fmla="*/ 1195705 w 5706109"/>
                <a:gd name="connsiteY6" fmla="*/ 885190 h 4359275"/>
                <a:gd name="connsiteX7" fmla="*/ 1362710 w 5706109"/>
                <a:gd name="connsiteY7" fmla="*/ 855980 h 4359275"/>
                <a:gd name="connsiteX8" fmla="*/ 1529715 w 5706109"/>
                <a:gd name="connsiteY8" fmla="*/ 826770 h 4359275"/>
                <a:gd name="connsiteX9" fmla="*/ 1864360 w 5706109"/>
                <a:gd name="connsiteY9" fmla="*/ 768985 h 4359275"/>
                <a:gd name="connsiteX10" fmla="*/ 2031365 w 5706109"/>
                <a:gd name="connsiteY10" fmla="*/ 739775 h 4359275"/>
                <a:gd name="connsiteX11" fmla="*/ 2198370 w 5706109"/>
                <a:gd name="connsiteY11" fmla="*/ 710565 h 4359275"/>
                <a:gd name="connsiteX12" fmla="*/ 2365375 w 5706109"/>
                <a:gd name="connsiteY12" fmla="*/ 681355 h 4359275"/>
                <a:gd name="connsiteX13" fmla="*/ 2532380 w 5706109"/>
                <a:gd name="connsiteY13" fmla="*/ 652145 h 4359275"/>
                <a:gd name="connsiteX14" fmla="*/ 2699385 w 5706109"/>
                <a:gd name="connsiteY14" fmla="*/ 622935 h 4359275"/>
                <a:gd name="connsiteX15" fmla="*/ 2866390 w 5706109"/>
                <a:gd name="connsiteY15" fmla="*/ 593725 h 4359275"/>
                <a:gd name="connsiteX16" fmla="*/ 5461000 w 5706109"/>
                <a:gd name="connsiteY16" fmla="*/ 144145 h 4359275"/>
                <a:gd name="connsiteX17" fmla="*/ 5602605 w 5706109"/>
                <a:gd name="connsiteY17" fmla="*/ 119380 h 4359275"/>
                <a:gd name="connsiteX18" fmla="*/ 5602605 w 5706109"/>
                <a:gd name="connsiteY18" fmla="*/ 119380 h 4359275"/>
                <a:gd name="connsiteX19" fmla="*/ 5602605 w 5706109"/>
                <a:gd name="connsiteY19" fmla="*/ 4257676 h 4359275"/>
                <a:gd name="connsiteX20" fmla="*/ 609600 w 5706109"/>
                <a:gd name="connsiteY20" fmla="*/ 4257676 h 4359275"/>
                <a:gd name="connsiteX21" fmla="*/ 609600 w 5706109"/>
                <a:gd name="connsiteY21" fmla="*/ 4359276 h 4359275"/>
                <a:gd name="connsiteX22" fmla="*/ 5706110 w 5706109"/>
                <a:gd name="connsiteY22" fmla="*/ 4359276 h 4359275"/>
                <a:gd name="connsiteX23" fmla="*/ 5706110 w 5706109"/>
                <a:gd name="connsiteY23" fmla="*/ 0 h 4359275"/>
                <a:gd name="connsiteX24" fmla="*/ 5704840 w 5706109"/>
                <a:gd name="connsiteY24" fmla="*/ 0 h 4359275"/>
                <a:gd name="connsiteX25" fmla="*/ 5445760 w 5706109"/>
                <a:gd name="connsiteY25" fmla="*/ 45085 h 4359275"/>
                <a:gd name="connsiteX26" fmla="*/ 2851150 w 5706109"/>
                <a:gd name="connsiteY26" fmla="*/ 494665 h 4359275"/>
                <a:gd name="connsiteX27" fmla="*/ 2684145 w 5706109"/>
                <a:gd name="connsiteY27" fmla="*/ 523875 h 4359275"/>
                <a:gd name="connsiteX28" fmla="*/ 2517140 w 5706109"/>
                <a:gd name="connsiteY28" fmla="*/ 553085 h 4359275"/>
                <a:gd name="connsiteX29" fmla="*/ 2350135 w 5706109"/>
                <a:gd name="connsiteY29" fmla="*/ 582295 h 4359275"/>
                <a:gd name="connsiteX30" fmla="*/ 2183130 w 5706109"/>
                <a:gd name="connsiteY30" fmla="*/ 611505 h 4359275"/>
                <a:gd name="connsiteX31" fmla="*/ 2016125 w 5706109"/>
                <a:gd name="connsiteY31" fmla="*/ 640715 h 4359275"/>
                <a:gd name="connsiteX32" fmla="*/ 1849120 w 5706109"/>
                <a:gd name="connsiteY32" fmla="*/ 669925 h 4359275"/>
                <a:gd name="connsiteX33" fmla="*/ 1514475 w 5706109"/>
                <a:gd name="connsiteY33" fmla="*/ 727710 h 4359275"/>
                <a:gd name="connsiteX34" fmla="*/ 1347470 w 5706109"/>
                <a:gd name="connsiteY34" fmla="*/ 756920 h 4359275"/>
                <a:gd name="connsiteX35" fmla="*/ 1180465 w 5706109"/>
                <a:gd name="connsiteY35" fmla="*/ 786130 h 4359275"/>
                <a:gd name="connsiteX36" fmla="*/ 845820 w 5706109"/>
                <a:gd name="connsiteY36" fmla="*/ 843915 h 4359275"/>
                <a:gd name="connsiteX37" fmla="*/ 176530 w 5706109"/>
                <a:gd name="connsiteY37" fmla="*/ 960120 h 4359275"/>
                <a:gd name="connsiteX38" fmla="*/ 3175 w 5706109"/>
                <a:gd name="connsiteY38" fmla="*/ 989965 h 4359275"/>
                <a:gd name="connsiteX39" fmla="*/ 1905 w 5706109"/>
                <a:gd name="connsiteY39" fmla="*/ 989965 h 4359275"/>
                <a:gd name="connsiteX40" fmla="*/ 1905 w 5706109"/>
                <a:gd name="connsiteY40" fmla="*/ 4158616 h 4359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5706109" h="4359275">
                  <a:moveTo>
                    <a:pt x="0" y="4157346"/>
                  </a:moveTo>
                  <a:lnTo>
                    <a:pt x="101600" y="4157346"/>
                  </a:lnTo>
                  <a:lnTo>
                    <a:pt x="101600" y="1075055"/>
                  </a:lnTo>
                  <a:lnTo>
                    <a:pt x="101600" y="1075055"/>
                  </a:lnTo>
                  <a:lnTo>
                    <a:pt x="191770" y="1059180"/>
                  </a:lnTo>
                  <a:lnTo>
                    <a:pt x="861060" y="942975"/>
                  </a:lnTo>
                  <a:lnTo>
                    <a:pt x="1195705" y="885190"/>
                  </a:lnTo>
                  <a:lnTo>
                    <a:pt x="1362710" y="855980"/>
                  </a:lnTo>
                  <a:lnTo>
                    <a:pt x="1529715" y="826770"/>
                  </a:lnTo>
                  <a:lnTo>
                    <a:pt x="1864360" y="768985"/>
                  </a:lnTo>
                  <a:lnTo>
                    <a:pt x="2031365" y="739775"/>
                  </a:lnTo>
                  <a:lnTo>
                    <a:pt x="2198370" y="710565"/>
                  </a:lnTo>
                  <a:lnTo>
                    <a:pt x="2365375" y="681355"/>
                  </a:lnTo>
                  <a:lnTo>
                    <a:pt x="2532380" y="652145"/>
                  </a:lnTo>
                  <a:lnTo>
                    <a:pt x="2699385" y="622935"/>
                  </a:lnTo>
                  <a:lnTo>
                    <a:pt x="2866390" y="593725"/>
                  </a:lnTo>
                  <a:cubicBezTo>
                    <a:pt x="3731260" y="443865"/>
                    <a:pt x="4596130" y="294005"/>
                    <a:pt x="5461000" y="144145"/>
                  </a:cubicBezTo>
                  <a:lnTo>
                    <a:pt x="5602605" y="119380"/>
                  </a:lnTo>
                  <a:lnTo>
                    <a:pt x="5602605" y="119380"/>
                  </a:lnTo>
                  <a:lnTo>
                    <a:pt x="5602605" y="4257676"/>
                  </a:lnTo>
                  <a:lnTo>
                    <a:pt x="609600" y="4257676"/>
                  </a:lnTo>
                  <a:lnTo>
                    <a:pt x="609600" y="4359276"/>
                  </a:lnTo>
                  <a:lnTo>
                    <a:pt x="5706110" y="4359276"/>
                  </a:lnTo>
                  <a:lnTo>
                    <a:pt x="5706110" y="0"/>
                  </a:lnTo>
                  <a:lnTo>
                    <a:pt x="5704840" y="0"/>
                  </a:lnTo>
                  <a:cubicBezTo>
                    <a:pt x="5618480" y="15240"/>
                    <a:pt x="5532120" y="30480"/>
                    <a:pt x="5445760" y="45085"/>
                  </a:cubicBezTo>
                  <a:cubicBezTo>
                    <a:pt x="4580890" y="194945"/>
                    <a:pt x="3716020" y="344805"/>
                    <a:pt x="2851150" y="494665"/>
                  </a:cubicBezTo>
                  <a:lnTo>
                    <a:pt x="2684145" y="523875"/>
                  </a:lnTo>
                  <a:lnTo>
                    <a:pt x="2517140" y="553085"/>
                  </a:lnTo>
                  <a:lnTo>
                    <a:pt x="2350135" y="582295"/>
                  </a:lnTo>
                  <a:lnTo>
                    <a:pt x="2183130" y="611505"/>
                  </a:lnTo>
                  <a:lnTo>
                    <a:pt x="2016125" y="640715"/>
                  </a:lnTo>
                  <a:lnTo>
                    <a:pt x="1849120" y="669925"/>
                  </a:lnTo>
                  <a:lnTo>
                    <a:pt x="1514475" y="727710"/>
                  </a:lnTo>
                  <a:lnTo>
                    <a:pt x="1347470" y="756920"/>
                  </a:lnTo>
                  <a:lnTo>
                    <a:pt x="1180465" y="786130"/>
                  </a:lnTo>
                  <a:lnTo>
                    <a:pt x="845820" y="843915"/>
                  </a:lnTo>
                  <a:lnTo>
                    <a:pt x="176530" y="960120"/>
                  </a:lnTo>
                  <a:lnTo>
                    <a:pt x="3175" y="989965"/>
                  </a:lnTo>
                  <a:lnTo>
                    <a:pt x="1905" y="989965"/>
                  </a:lnTo>
                  <a:lnTo>
                    <a:pt x="1905" y="4158616"/>
                  </a:lnTo>
                  <a:close/>
                </a:path>
              </a:pathLst>
            </a:custGeom>
            <a:gradFill flip="none" rotWithShape="1">
              <a:gsLst>
                <a:gs pos="39000">
                  <a:srgbClr val="FFE600"/>
                </a:gs>
                <a:gs pos="68000">
                  <a:srgbClr val="FF7D1E"/>
                </a:gs>
                <a:gs pos="100000">
                  <a:srgbClr val="32FFFF"/>
                </a:gs>
              </a:gsLst>
              <a:lin ang="18720000" scaled="0"/>
              <a:tileRect/>
            </a:gradFill>
            <a:ln w="8181" cap="flat">
              <a:noFill/>
              <a:prstDash val="solid"/>
              <a:miter/>
            </a:ln>
          </p:spPr>
          <p:txBody>
            <a:bodyPr rtlCol="0" anchor="ctr"/>
            <a:lstStyle/>
            <a:p>
              <a:pPr lvl="0"/>
              <a:endParaRPr lang="en-US"/>
            </a:p>
          </p:txBody>
        </p:sp>
      </p:grpSp>
      <p:pic>
        <p:nvPicPr>
          <p:cNvPr id="5" name="Graphic 4">
            <a:extLst>
              <a:ext uri="{FF2B5EF4-FFF2-40B4-BE49-F238E27FC236}">
                <a16:creationId xmlns:a16="http://schemas.microsoft.com/office/drawing/2014/main" id="{CFA96D0F-CA49-90DD-C68A-63A75D851994}"/>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9752932" y="5424320"/>
            <a:ext cx="2031699" cy="1034812"/>
          </a:xfrm>
          <a:prstGeom prst="rect">
            <a:avLst/>
          </a:prstGeom>
        </p:spPr>
      </p:pic>
    </p:spTree>
    <p:extLst>
      <p:ext uri="{BB962C8B-B14F-4D97-AF65-F5344CB8AC3E}">
        <p14:creationId xmlns:p14="http://schemas.microsoft.com/office/powerpoint/2010/main" val="1207348808"/>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Title Slide Frame 6">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71B9AAE-F698-5F49-FF7D-DB273B1EE18B}"/>
              </a:ext>
              <a:ext uri="{C183D7F6-B498-43B3-948B-1728B52AA6E4}">
                <adec:decorative xmlns:adec="http://schemas.microsoft.com/office/drawing/2017/decorative" val="1"/>
              </a:ext>
            </a:extLst>
          </p:cNvPr>
          <p:cNvSpPr/>
          <p:nvPr userDrawn="1"/>
        </p:nvSpPr>
        <p:spPr>
          <a:xfrm>
            <a:off x="0" y="0"/>
            <a:ext cx="8386354" cy="6858000"/>
          </a:xfrm>
          <a:prstGeom prst="rect">
            <a:avLst/>
          </a:prstGeom>
          <a:gradFill flip="none" rotWithShape="1">
            <a:gsLst>
              <a:gs pos="0">
                <a:schemeClr val="tx1">
                  <a:lumMod val="0"/>
                  <a:alpha val="0"/>
                </a:schemeClr>
              </a:gs>
              <a:gs pos="95000">
                <a:srgbClr val="000000">
                  <a:alpha val="70000"/>
                </a:srgbClr>
              </a:gs>
            </a:gsLst>
            <a:lin ang="108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endParaRPr lang="en-US" sz="1200" b="1">
              <a:solidFill>
                <a:schemeClr val="tx1"/>
              </a:solidFill>
            </a:endParaRPr>
          </a:p>
        </p:txBody>
      </p:sp>
      <p:grpSp>
        <p:nvGrpSpPr>
          <p:cNvPr id="4" name="Group 3">
            <a:extLst>
              <a:ext uri="{FF2B5EF4-FFF2-40B4-BE49-F238E27FC236}">
                <a16:creationId xmlns:a16="http://schemas.microsoft.com/office/drawing/2014/main" id="{00068369-6C63-44AF-3E4E-30E5F2D1F837}"/>
              </a:ext>
            </a:extLst>
          </p:cNvPr>
          <p:cNvGrpSpPr/>
          <p:nvPr userDrawn="1"/>
        </p:nvGrpSpPr>
        <p:grpSpPr>
          <a:xfrm>
            <a:off x="485775" y="6164633"/>
            <a:ext cx="4940935" cy="318770"/>
            <a:chOff x="485775" y="6164633"/>
            <a:chExt cx="4940935" cy="318770"/>
          </a:xfrm>
        </p:grpSpPr>
        <p:sp>
          <p:nvSpPr>
            <p:cNvPr id="24" name="Freeform 23">
              <a:extLst>
                <a:ext uri="{FF2B5EF4-FFF2-40B4-BE49-F238E27FC236}">
                  <a16:creationId xmlns:a16="http://schemas.microsoft.com/office/drawing/2014/main" id="{BDF3ED9A-57E4-25C5-BC4E-AC1C77798191}"/>
                </a:ext>
              </a:extLst>
            </p:cNvPr>
            <p:cNvSpPr/>
            <p:nvPr userDrawn="1"/>
          </p:nvSpPr>
          <p:spPr>
            <a:xfrm>
              <a:off x="485775" y="6164633"/>
              <a:ext cx="405765" cy="81280"/>
            </a:xfrm>
            <a:custGeom>
              <a:avLst/>
              <a:gdLst>
                <a:gd name="connsiteX0" fmla="*/ 324485 w 405765"/>
                <a:gd name="connsiteY0" fmla="*/ 0 h 81280"/>
                <a:gd name="connsiteX1" fmla="*/ 405765 w 405765"/>
                <a:gd name="connsiteY1" fmla="*/ 0 h 81280"/>
                <a:gd name="connsiteX2" fmla="*/ 405765 w 405765"/>
                <a:gd name="connsiteY2" fmla="*/ 81280 h 81280"/>
                <a:gd name="connsiteX3" fmla="*/ 324485 w 405765"/>
                <a:gd name="connsiteY3" fmla="*/ 81280 h 81280"/>
                <a:gd name="connsiteX4" fmla="*/ 161925 w 405765"/>
                <a:gd name="connsiteY4" fmla="*/ 0 h 81280"/>
                <a:gd name="connsiteX5" fmla="*/ 243205 w 405765"/>
                <a:gd name="connsiteY5" fmla="*/ 0 h 81280"/>
                <a:gd name="connsiteX6" fmla="*/ 243205 w 405765"/>
                <a:gd name="connsiteY6" fmla="*/ 81280 h 81280"/>
                <a:gd name="connsiteX7" fmla="*/ 161925 w 405765"/>
                <a:gd name="connsiteY7" fmla="*/ 81280 h 81280"/>
                <a:gd name="connsiteX8" fmla="*/ 0 w 405765"/>
                <a:gd name="connsiteY8" fmla="*/ 0 h 81280"/>
                <a:gd name="connsiteX9" fmla="*/ 81280 w 405765"/>
                <a:gd name="connsiteY9" fmla="*/ 0 h 81280"/>
                <a:gd name="connsiteX10" fmla="*/ 81280 w 405765"/>
                <a:gd name="connsiteY10" fmla="*/ 81280 h 81280"/>
                <a:gd name="connsiteX11" fmla="*/ 0 w 405765"/>
                <a:gd name="connsiteY11" fmla="*/ 81280 h 81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05765" h="81280">
                  <a:moveTo>
                    <a:pt x="324485" y="0"/>
                  </a:moveTo>
                  <a:lnTo>
                    <a:pt x="405765" y="0"/>
                  </a:lnTo>
                  <a:lnTo>
                    <a:pt x="405765" y="81280"/>
                  </a:lnTo>
                  <a:lnTo>
                    <a:pt x="324485" y="81280"/>
                  </a:lnTo>
                  <a:close/>
                  <a:moveTo>
                    <a:pt x="161925" y="0"/>
                  </a:moveTo>
                  <a:lnTo>
                    <a:pt x="243205" y="0"/>
                  </a:lnTo>
                  <a:lnTo>
                    <a:pt x="243205" y="81280"/>
                  </a:lnTo>
                  <a:lnTo>
                    <a:pt x="161925" y="81280"/>
                  </a:lnTo>
                  <a:close/>
                  <a:moveTo>
                    <a:pt x="0" y="0"/>
                  </a:moveTo>
                  <a:lnTo>
                    <a:pt x="81280" y="0"/>
                  </a:lnTo>
                  <a:lnTo>
                    <a:pt x="81280" y="81280"/>
                  </a:lnTo>
                  <a:lnTo>
                    <a:pt x="0" y="81280"/>
                  </a:lnTo>
                  <a:close/>
                </a:path>
              </a:pathLst>
            </a:custGeom>
            <a:solidFill>
              <a:srgbClr val="FFE600"/>
            </a:solidFill>
            <a:ln w="63500" cap="flat">
              <a:noFill/>
              <a:prstDash val="solid"/>
              <a:miter/>
            </a:ln>
          </p:spPr>
          <p:txBody>
            <a:bodyPr rtlCol="0" anchor="ctr"/>
            <a:lstStyle/>
            <a:p>
              <a:endParaRPr lang="en-US"/>
            </a:p>
          </p:txBody>
        </p:sp>
        <p:sp>
          <p:nvSpPr>
            <p:cNvPr id="25" name="Freeform 24">
              <a:extLst>
                <a:ext uri="{FF2B5EF4-FFF2-40B4-BE49-F238E27FC236}">
                  <a16:creationId xmlns:a16="http://schemas.microsoft.com/office/drawing/2014/main" id="{F8AD9B21-63CE-8D03-9802-DB2391C6BC13}"/>
                </a:ext>
              </a:extLst>
            </p:cNvPr>
            <p:cNvSpPr/>
            <p:nvPr userDrawn="1"/>
          </p:nvSpPr>
          <p:spPr bwMode="black">
            <a:xfrm>
              <a:off x="485779" y="6344974"/>
              <a:ext cx="4940931" cy="138429"/>
            </a:xfrm>
            <a:custGeom>
              <a:avLst/>
              <a:gdLst>
                <a:gd name="connsiteX0" fmla="*/ 1032512 w 4940931"/>
                <a:gd name="connsiteY0" fmla="*/ 137477 h 138429"/>
                <a:gd name="connsiteX1" fmla="*/ 1032512 w 4940931"/>
                <a:gd name="connsiteY1" fmla="*/ 137794 h 138429"/>
                <a:gd name="connsiteX2" fmla="*/ 1030607 w 4940931"/>
                <a:gd name="connsiteY2" fmla="*/ 138429 h 138429"/>
                <a:gd name="connsiteX3" fmla="*/ 4929501 w 4940931"/>
                <a:gd name="connsiteY3" fmla="*/ 87629 h 138429"/>
                <a:gd name="connsiteX4" fmla="*/ 4933946 w 4940931"/>
                <a:gd name="connsiteY4" fmla="*/ 88264 h 138429"/>
                <a:gd name="connsiteX5" fmla="*/ 4937756 w 4940931"/>
                <a:gd name="connsiteY5" fmla="*/ 90804 h 138429"/>
                <a:gd name="connsiteX6" fmla="*/ 4940296 w 4940931"/>
                <a:gd name="connsiteY6" fmla="*/ 94614 h 138429"/>
                <a:gd name="connsiteX7" fmla="*/ 4940931 w 4940931"/>
                <a:gd name="connsiteY7" fmla="*/ 99059 h 138429"/>
                <a:gd name="connsiteX8" fmla="*/ 4940296 w 4940931"/>
                <a:gd name="connsiteY8" fmla="*/ 103504 h 138429"/>
                <a:gd name="connsiteX9" fmla="*/ 4937756 w 4940931"/>
                <a:gd name="connsiteY9" fmla="*/ 107314 h 138429"/>
                <a:gd name="connsiteX10" fmla="*/ 4933946 w 4940931"/>
                <a:gd name="connsiteY10" fmla="*/ 109854 h 138429"/>
                <a:gd name="connsiteX11" fmla="*/ 4929501 w 4940931"/>
                <a:gd name="connsiteY11" fmla="*/ 110489 h 138429"/>
                <a:gd name="connsiteX12" fmla="*/ 4925056 w 4940931"/>
                <a:gd name="connsiteY12" fmla="*/ 109854 h 138429"/>
                <a:gd name="connsiteX13" fmla="*/ 4921246 w 4940931"/>
                <a:gd name="connsiteY13" fmla="*/ 107314 h 138429"/>
                <a:gd name="connsiteX14" fmla="*/ 4918706 w 4940931"/>
                <a:gd name="connsiteY14" fmla="*/ 103504 h 138429"/>
                <a:gd name="connsiteX15" fmla="*/ 4918071 w 4940931"/>
                <a:gd name="connsiteY15" fmla="*/ 99059 h 138429"/>
                <a:gd name="connsiteX16" fmla="*/ 4918706 w 4940931"/>
                <a:gd name="connsiteY16" fmla="*/ 94614 h 138429"/>
                <a:gd name="connsiteX17" fmla="*/ 4921246 w 4940931"/>
                <a:gd name="connsiteY17" fmla="*/ 90804 h 138429"/>
                <a:gd name="connsiteX18" fmla="*/ 4925056 w 4940931"/>
                <a:gd name="connsiteY18" fmla="*/ 88264 h 138429"/>
                <a:gd name="connsiteX19" fmla="*/ 4929501 w 4940931"/>
                <a:gd name="connsiteY19" fmla="*/ 87629 h 138429"/>
                <a:gd name="connsiteX20" fmla="*/ 3079110 w 4940931"/>
                <a:gd name="connsiteY20" fmla="*/ 87629 h 138429"/>
                <a:gd name="connsiteX21" fmla="*/ 3083555 w 4940931"/>
                <a:gd name="connsiteY21" fmla="*/ 88264 h 138429"/>
                <a:gd name="connsiteX22" fmla="*/ 3087365 w 4940931"/>
                <a:gd name="connsiteY22" fmla="*/ 90804 h 138429"/>
                <a:gd name="connsiteX23" fmla="*/ 3089905 w 4940931"/>
                <a:gd name="connsiteY23" fmla="*/ 94614 h 138429"/>
                <a:gd name="connsiteX24" fmla="*/ 3090540 w 4940931"/>
                <a:gd name="connsiteY24" fmla="*/ 99059 h 138429"/>
                <a:gd name="connsiteX25" fmla="*/ 3089905 w 4940931"/>
                <a:gd name="connsiteY25" fmla="*/ 103504 h 138429"/>
                <a:gd name="connsiteX26" fmla="*/ 3087365 w 4940931"/>
                <a:gd name="connsiteY26" fmla="*/ 107314 h 138429"/>
                <a:gd name="connsiteX27" fmla="*/ 3083555 w 4940931"/>
                <a:gd name="connsiteY27" fmla="*/ 109854 h 138429"/>
                <a:gd name="connsiteX28" fmla="*/ 3079110 w 4940931"/>
                <a:gd name="connsiteY28" fmla="*/ 110489 h 138429"/>
                <a:gd name="connsiteX29" fmla="*/ 3074665 w 4940931"/>
                <a:gd name="connsiteY29" fmla="*/ 109854 h 138429"/>
                <a:gd name="connsiteX30" fmla="*/ 3070855 w 4940931"/>
                <a:gd name="connsiteY30" fmla="*/ 107314 h 138429"/>
                <a:gd name="connsiteX31" fmla="*/ 3068315 w 4940931"/>
                <a:gd name="connsiteY31" fmla="*/ 103504 h 138429"/>
                <a:gd name="connsiteX32" fmla="*/ 3067680 w 4940931"/>
                <a:gd name="connsiteY32" fmla="*/ 99059 h 138429"/>
                <a:gd name="connsiteX33" fmla="*/ 3068315 w 4940931"/>
                <a:gd name="connsiteY33" fmla="*/ 94614 h 138429"/>
                <a:gd name="connsiteX34" fmla="*/ 3070855 w 4940931"/>
                <a:gd name="connsiteY34" fmla="*/ 90804 h 138429"/>
                <a:gd name="connsiteX35" fmla="*/ 3074665 w 4940931"/>
                <a:gd name="connsiteY35" fmla="*/ 88264 h 138429"/>
                <a:gd name="connsiteX36" fmla="*/ 3079110 w 4940931"/>
                <a:gd name="connsiteY36" fmla="*/ 87629 h 138429"/>
                <a:gd name="connsiteX37" fmla="*/ 1565275 w 4940931"/>
                <a:gd name="connsiteY37" fmla="*/ 87629 h 138429"/>
                <a:gd name="connsiteX38" fmla="*/ 1569720 w 4940931"/>
                <a:gd name="connsiteY38" fmla="*/ 88264 h 138429"/>
                <a:gd name="connsiteX39" fmla="*/ 1573529 w 4940931"/>
                <a:gd name="connsiteY39" fmla="*/ 90804 h 138429"/>
                <a:gd name="connsiteX40" fmla="*/ 1576069 w 4940931"/>
                <a:gd name="connsiteY40" fmla="*/ 94614 h 138429"/>
                <a:gd name="connsiteX41" fmla="*/ 1576705 w 4940931"/>
                <a:gd name="connsiteY41" fmla="*/ 99059 h 138429"/>
                <a:gd name="connsiteX42" fmla="*/ 1576069 w 4940931"/>
                <a:gd name="connsiteY42" fmla="*/ 103504 h 138429"/>
                <a:gd name="connsiteX43" fmla="*/ 1573529 w 4940931"/>
                <a:gd name="connsiteY43" fmla="*/ 107314 h 138429"/>
                <a:gd name="connsiteX44" fmla="*/ 1569720 w 4940931"/>
                <a:gd name="connsiteY44" fmla="*/ 109854 h 138429"/>
                <a:gd name="connsiteX45" fmla="*/ 1565275 w 4940931"/>
                <a:gd name="connsiteY45" fmla="*/ 110489 h 138429"/>
                <a:gd name="connsiteX46" fmla="*/ 1560830 w 4940931"/>
                <a:gd name="connsiteY46" fmla="*/ 109854 h 138429"/>
                <a:gd name="connsiteX47" fmla="*/ 1557020 w 4940931"/>
                <a:gd name="connsiteY47" fmla="*/ 107314 h 138429"/>
                <a:gd name="connsiteX48" fmla="*/ 1554479 w 4940931"/>
                <a:gd name="connsiteY48" fmla="*/ 103504 h 138429"/>
                <a:gd name="connsiteX49" fmla="*/ 1553844 w 4940931"/>
                <a:gd name="connsiteY49" fmla="*/ 99059 h 138429"/>
                <a:gd name="connsiteX50" fmla="*/ 1554479 w 4940931"/>
                <a:gd name="connsiteY50" fmla="*/ 94614 h 138429"/>
                <a:gd name="connsiteX51" fmla="*/ 1557020 w 4940931"/>
                <a:gd name="connsiteY51" fmla="*/ 90804 h 138429"/>
                <a:gd name="connsiteX52" fmla="*/ 1560830 w 4940931"/>
                <a:gd name="connsiteY52" fmla="*/ 88264 h 138429"/>
                <a:gd name="connsiteX53" fmla="*/ 1565275 w 4940931"/>
                <a:gd name="connsiteY53" fmla="*/ 87629 h 138429"/>
                <a:gd name="connsiteX54" fmla="*/ 2642230 w 4940931"/>
                <a:gd name="connsiteY54" fmla="*/ 73024 h 138429"/>
                <a:gd name="connsiteX55" fmla="*/ 2630800 w 4940931"/>
                <a:gd name="connsiteY55" fmla="*/ 76199 h 138429"/>
                <a:gd name="connsiteX56" fmla="*/ 2626355 w 4940931"/>
                <a:gd name="connsiteY56" fmla="*/ 84454 h 138429"/>
                <a:gd name="connsiteX57" fmla="*/ 2627625 w 4940931"/>
                <a:gd name="connsiteY57" fmla="*/ 90169 h 138429"/>
                <a:gd name="connsiteX58" fmla="*/ 2630800 w 4940931"/>
                <a:gd name="connsiteY58" fmla="*/ 93979 h 138429"/>
                <a:gd name="connsiteX59" fmla="*/ 2635245 w 4940931"/>
                <a:gd name="connsiteY59" fmla="*/ 96519 h 138429"/>
                <a:gd name="connsiteX60" fmla="*/ 2641595 w 4940931"/>
                <a:gd name="connsiteY60" fmla="*/ 97154 h 138429"/>
                <a:gd name="connsiteX61" fmla="*/ 2647310 w 4940931"/>
                <a:gd name="connsiteY61" fmla="*/ 96519 h 138429"/>
                <a:gd name="connsiteX62" fmla="*/ 2652390 w 4940931"/>
                <a:gd name="connsiteY62" fmla="*/ 93979 h 138429"/>
                <a:gd name="connsiteX63" fmla="*/ 2656835 w 4940931"/>
                <a:gd name="connsiteY63" fmla="*/ 90804 h 138429"/>
                <a:gd name="connsiteX64" fmla="*/ 2660010 w 4940931"/>
                <a:gd name="connsiteY64" fmla="*/ 86994 h 138429"/>
                <a:gd name="connsiteX65" fmla="*/ 2660010 w 4940931"/>
                <a:gd name="connsiteY65" fmla="*/ 75564 h 138429"/>
                <a:gd name="connsiteX66" fmla="*/ 2656200 w 4940931"/>
                <a:gd name="connsiteY66" fmla="*/ 74294 h 138429"/>
                <a:gd name="connsiteX67" fmla="*/ 2652390 w 4940931"/>
                <a:gd name="connsiteY67" fmla="*/ 73659 h 138429"/>
                <a:gd name="connsiteX68" fmla="*/ 2647945 w 4940931"/>
                <a:gd name="connsiteY68" fmla="*/ 73024 h 138429"/>
                <a:gd name="connsiteX69" fmla="*/ 2642230 w 4940931"/>
                <a:gd name="connsiteY69" fmla="*/ 73024 h 138429"/>
                <a:gd name="connsiteX70" fmla="*/ 4664706 w 4940931"/>
                <a:gd name="connsiteY70" fmla="*/ 43814 h 138429"/>
                <a:gd name="connsiteX71" fmla="*/ 4657086 w 4940931"/>
                <a:gd name="connsiteY71" fmla="*/ 45719 h 138429"/>
                <a:gd name="connsiteX72" fmla="*/ 4651371 w 4940931"/>
                <a:gd name="connsiteY72" fmla="*/ 50799 h 138429"/>
                <a:gd name="connsiteX73" fmla="*/ 4647561 w 4940931"/>
                <a:gd name="connsiteY73" fmla="*/ 59054 h 138429"/>
                <a:gd name="connsiteX74" fmla="*/ 4646291 w 4940931"/>
                <a:gd name="connsiteY74" fmla="*/ 69849 h 138429"/>
                <a:gd name="connsiteX75" fmla="*/ 4647561 w 4940931"/>
                <a:gd name="connsiteY75" fmla="*/ 81279 h 138429"/>
                <a:gd name="connsiteX76" fmla="*/ 4651371 w 4940931"/>
                <a:gd name="connsiteY76" fmla="*/ 89534 h 138429"/>
                <a:gd name="connsiteX77" fmla="*/ 4657721 w 4940931"/>
                <a:gd name="connsiteY77" fmla="*/ 94614 h 138429"/>
                <a:gd name="connsiteX78" fmla="*/ 4665341 w 4940931"/>
                <a:gd name="connsiteY78" fmla="*/ 96519 h 138429"/>
                <a:gd name="connsiteX79" fmla="*/ 4672961 w 4940931"/>
                <a:gd name="connsiteY79" fmla="*/ 94614 h 138429"/>
                <a:gd name="connsiteX80" fmla="*/ 4678676 w 4940931"/>
                <a:gd name="connsiteY80" fmla="*/ 88899 h 138429"/>
                <a:gd name="connsiteX81" fmla="*/ 4682486 w 4940931"/>
                <a:gd name="connsiteY81" fmla="*/ 80644 h 138429"/>
                <a:gd name="connsiteX82" fmla="*/ 4683756 w 4940931"/>
                <a:gd name="connsiteY82" fmla="*/ 70484 h 138429"/>
                <a:gd name="connsiteX83" fmla="*/ 4684391 w 4940931"/>
                <a:gd name="connsiteY83" fmla="*/ 69849 h 138429"/>
                <a:gd name="connsiteX84" fmla="*/ 4683121 w 4940931"/>
                <a:gd name="connsiteY84" fmla="*/ 59054 h 138429"/>
                <a:gd name="connsiteX85" fmla="*/ 4679311 w 4940931"/>
                <a:gd name="connsiteY85" fmla="*/ 50799 h 138429"/>
                <a:gd name="connsiteX86" fmla="*/ 4672961 w 4940931"/>
                <a:gd name="connsiteY86" fmla="*/ 45719 h 138429"/>
                <a:gd name="connsiteX87" fmla="*/ 4664706 w 4940931"/>
                <a:gd name="connsiteY87" fmla="*/ 43814 h 138429"/>
                <a:gd name="connsiteX88" fmla="*/ 4264020 w 4940931"/>
                <a:gd name="connsiteY88" fmla="*/ 43814 h 138429"/>
                <a:gd name="connsiteX89" fmla="*/ 4256400 w 4940931"/>
                <a:gd name="connsiteY89" fmla="*/ 45719 h 138429"/>
                <a:gd name="connsiteX90" fmla="*/ 4250685 w 4940931"/>
                <a:gd name="connsiteY90" fmla="*/ 50799 h 138429"/>
                <a:gd name="connsiteX91" fmla="*/ 4246875 w 4940931"/>
                <a:gd name="connsiteY91" fmla="*/ 59054 h 138429"/>
                <a:gd name="connsiteX92" fmla="*/ 4245605 w 4940931"/>
                <a:gd name="connsiteY92" fmla="*/ 69849 h 138429"/>
                <a:gd name="connsiteX93" fmla="*/ 4246875 w 4940931"/>
                <a:gd name="connsiteY93" fmla="*/ 81279 h 138429"/>
                <a:gd name="connsiteX94" fmla="*/ 4250685 w 4940931"/>
                <a:gd name="connsiteY94" fmla="*/ 89534 h 138429"/>
                <a:gd name="connsiteX95" fmla="*/ 4257035 w 4940931"/>
                <a:gd name="connsiteY95" fmla="*/ 94614 h 138429"/>
                <a:gd name="connsiteX96" fmla="*/ 4264655 w 4940931"/>
                <a:gd name="connsiteY96" fmla="*/ 96519 h 138429"/>
                <a:gd name="connsiteX97" fmla="*/ 4272275 w 4940931"/>
                <a:gd name="connsiteY97" fmla="*/ 94614 h 138429"/>
                <a:gd name="connsiteX98" fmla="*/ 4277990 w 4940931"/>
                <a:gd name="connsiteY98" fmla="*/ 88899 h 138429"/>
                <a:gd name="connsiteX99" fmla="*/ 4281800 w 4940931"/>
                <a:gd name="connsiteY99" fmla="*/ 80644 h 138429"/>
                <a:gd name="connsiteX100" fmla="*/ 4283070 w 4940931"/>
                <a:gd name="connsiteY100" fmla="*/ 70484 h 138429"/>
                <a:gd name="connsiteX101" fmla="*/ 4283705 w 4940931"/>
                <a:gd name="connsiteY101" fmla="*/ 69849 h 138429"/>
                <a:gd name="connsiteX102" fmla="*/ 4282435 w 4940931"/>
                <a:gd name="connsiteY102" fmla="*/ 59054 h 138429"/>
                <a:gd name="connsiteX103" fmla="*/ 4278625 w 4940931"/>
                <a:gd name="connsiteY103" fmla="*/ 50799 h 138429"/>
                <a:gd name="connsiteX104" fmla="*/ 4272275 w 4940931"/>
                <a:gd name="connsiteY104" fmla="*/ 45719 h 138429"/>
                <a:gd name="connsiteX105" fmla="*/ 4264020 w 4940931"/>
                <a:gd name="connsiteY105" fmla="*/ 43814 h 138429"/>
                <a:gd name="connsiteX106" fmla="*/ 1420495 w 4940931"/>
                <a:gd name="connsiteY106" fmla="*/ 43814 h 138429"/>
                <a:gd name="connsiteX107" fmla="*/ 1412875 w 4940931"/>
                <a:gd name="connsiteY107" fmla="*/ 45719 h 138429"/>
                <a:gd name="connsiteX108" fmla="*/ 1407160 w 4940931"/>
                <a:gd name="connsiteY108" fmla="*/ 50799 h 138429"/>
                <a:gd name="connsiteX109" fmla="*/ 1403350 w 4940931"/>
                <a:gd name="connsiteY109" fmla="*/ 59054 h 138429"/>
                <a:gd name="connsiteX110" fmla="*/ 1402080 w 4940931"/>
                <a:gd name="connsiteY110" fmla="*/ 69849 h 138429"/>
                <a:gd name="connsiteX111" fmla="*/ 1403350 w 4940931"/>
                <a:gd name="connsiteY111" fmla="*/ 81279 h 138429"/>
                <a:gd name="connsiteX112" fmla="*/ 1407160 w 4940931"/>
                <a:gd name="connsiteY112" fmla="*/ 89534 h 138429"/>
                <a:gd name="connsiteX113" fmla="*/ 1413510 w 4940931"/>
                <a:gd name="connsiteY113" fmla="*/ 94614 h 138429"/>
                <a:gd name="connsiteX114" fmla="*/ 1421130 w 4940931"/>
                <a:gd name="connsiteY114" fmla="*/ 96519 h 138429"/>
                <a:gd name="connsiteX115" fmla="*/ 1428750 w 4940931"/>
                <a:gd name="connsiteY115" fmla="*/ 94614 h 138429"/>
                <a:gd name="connsiteX116" fmla="*/ 1434465 w 4940931"/>
                <a:gd name="connsiteY116" fmla="*/ 88899 h 138429"/>
                <a:gd name="connsiteX117" fmla="*/ 1438275 w 4940931"/>
                <a:gd name="connsiteY117" fmla="*/ 80644 h 138429"/>
                <a:gd name="connsiteX118" fmla="*/ 1439545 w 4940931"/>
                <a:gd name="connsiteY118" fmla="*/ 70484 h 138429"/>
                <a:gd name="connsiteX119" fmla="*/ 1440180 w 4940931"/>
                <a:gd name="connsiteY119" fmla="*/ 69849 h 138429"/>
                <a:gd name="connsiteX120" fmla="*/ 1438910 w 4940931"/>
                <a:gd name="connsiteY120" fmla="*/ 59054 h 138429"/>
                <a:gd name="connsiteX121" fmla="*/ 1435100 w 4940931"/>
                <a:gd name="connsiteY121" fmla="*/ 50799 h 138429"/>
                <a:gd name="connsiteX122" fmla="*/ 1428750 w 4940931"/>
                <a:gd name="connsiteY122" fmla="*/ 45719 h 138429"/>
                <a:gd name="connsiteX123" fmla="*/ 1420495 w 4940931"/>
                <a:gd name="connsiteY123" fmla="*/ 43814 h 138429"/>
                <a:gd name="connsiteX124" fmla="*/ 4041770 w 4940931"/>
                <a:gd name="connsiteY124" fmla="*/ 43180 h 138429"/>
                <a:gd name="connsiteX125" fmla="*/ 4034785 w 4940931"/>
                <a:gd name="connsiteY125" fmla="*/ 44450 h 138429"/>
                <a:gd name="connsiteX126" fmla="*/ 4029705 w 4940931"/>
                <a:gd name="connsiteY126" fmla="*/ 48260 h 138429"/>
                <a:gd name="connsiteX127" fmla="*/ 4025895 w 4940931"/>
                <a:gd name="connsiteY127" fmla="*/ 54610 h 138429"/>
                <a:gd name="connsiteX128" fmla="*/ 4023990 w 4940931"/>
                <a:gd name="connsiteY128" fmla="*/ 62865 h 138429"/>
                <a:gd name="connsiteX129" fmla="*/ 4060185 w 4940931"/>
                <a:gd name="connsiteY129" fmla="*/ 62865 h 138429"/>
                <a:gd name="connsiteX130" fmla="*/ 4058915 w 4940931"/>
                <a:gd name="connsiteY130" fmla="*/ 55245 h 138429"/>
                <a:gd name="connsiteX131" fmla="*/ 4055740 w 4940931"/>
                <a:gd name="connsiteY131" fmla="*/ 48895 h 138429"/>
                <a:gd name="connsiteX132" fmla="*/ 4050025 w 4940931"/>
                <a:gd name="connsiteY132" fmla="*/ 44450 h 138429"/>
                <a:gd name="connsiteX133" fmla="*/ 4041770 w 4940931"/>
                <a:gd name="connsiteY133" fmla="*/ 43180 h 138429"/>
                <a:gd name="connsiteX134" fmla="*/ 3728081 w 4940931"/>
                <a:gd name="connsiteY134" fmla="*/ 43180 h 138429"/>
                <a:gd name="connsiteX135" fmla="*/ 3721096 w 4940931"/>
                <a:gd name="connsiteY135" fmla="*/ 44450 h 138429"/>
                <a:gd name="connsiteX136" fmla="*/ 3716016 w 4940931"/>
                <a:gd name="connsiteY136" fmla="*/ 48260 h 138429"/>
                <a:gd name="connsiteX137" fmla="*/ 3712206 w 4940931"/>
                <a:gd name="connsiteY137" fmla="*/ 54610 h 138429"/>
                <a:gd name="connsiteX138" fmla="*/ 3710301 w 4940931"/>
                <a:gd name="connsiteY138" fmla="*/ 62865 h 138429"/>
                <a:gd name="connsiteX139" fmla="*/ 3746496 w 4940931"/>
                <a:gd name="connsiteY139" fmla="*/ 62865 h 138429"/>
                <a:gd name="connsiteX140" fmla="*/ 3745226 w 4940931"/>
                <a:gd name="connsiteY140" fmla="*/ 55245 h 138429"/>
                <a:gd name="connsiteX141" fmla="*/ 3742051 w 4940931"/>
                <a:gd name="connsiteY141" fmla="*/ 48895 h 138429"/>
                <a:gd name="connsiteX142" fmla="*/ 3736336 w 4940931"/>
                <a:gd name="connsiteY142" fmla="*/ 44450 h 138429"/>
                <a:gd name="connsiteX143" fmla="*/ 3728081 w 4940931"/>
                <a:gd name="connsiteY143" fmla="*/ 43180 h 138429"/>
                <a:gd name="connsiteX144" fmla="*/ 3541391 w 4940931"/>
                <a:gd name="connsiteY144" fmla="*/ 43180 h 138429"/>
                <a:gd name="connsiteX145" fmla="*/ 3534406 w 4940931"/>
                <a:gd name="connsiteY145" fmla="*/ 44450 h 138429"/>
                <a:gd name="connsiteX146" fmla="*/ 3529326 w 4940931"/>
                <a:gd name="connsiteY146" fmla="*/ 48260 h 138429"/>
                <a:gd name="connsiteX147" fmla="*/ 3525516 w 4940931"/>
                <a:gd name="connsiteY147" fmla="*/ 54610 h 138429"/>
                <a:gd name="connsiteX148" fmla="*/ 3523611 w 4940931"/>
                <a:gd name="connsiteY148" fmla="*/ 62865 h 138429"/>
                <a:gd name="connsiteX149" fmla="*/ 3559806 w 4940931"/>
                <a:gd name="connsiteY149" fmla="*/ 62865 h 138429"/>
                <a:gd name="connsiteX150" fmla="*/ 3558536 w 4940931"/>
                <a:gd name="connsiteY150" fmla="*/ 55245 h 138429"/>
                <a:gd name="connsiteX151" fmla="*/ 3555361 w 4940931"/>
                <a:gd name="connsiteY151" fmla="*/ 48895 h 138429"/>
                <a:gd name="connsiteX152" fmla="*/ 3549646 w 4940931"/>
                <a:gd name="connsiteY152" fmla="*/ 44450 h 138429"/>
                <a:gd name="connsiteX153" fmla="*/ 3541391 w 4940931"/>
                <a:gd name="connsiteY153" fmla="*/ 43180 h 138429"/>
                <a:gd name="connsiteX154" fmla="*/ 3463285 w 4940931"/>
                <a:gd name="connsiteY154" fmla="*/ 43180 h 138429"/>
                <a:gd name="connsiteX155" fmla="*/ 3458205 w 4940931"/>
                <a:gd name="connsiteY155" fmla="*/ 43815 h 138429"/>
                <a:gd name="connsiteX156" fmla="*/ 3453125 w 4940931"/>
                <a:gd name="connsiteY156" fmla="*/ 45720 h 138429"/>
                <a:gd name="connsiteX157" fmla="*/ 3448680 w 4940931"/>
                <a:gd name="connsiteY157" fmla="*/ 48895 h 138429"/>
                <a:gd name="connsiteX158" fmla="*/ 3445505 w 4940931"/>
                <a:gd name="connsiteY158" fmla="*/ 52705 h 138429"/>
                <a:gd name="connsiteX159" fmla="*/ 3445505 w 4940931"/>
                <a:gd name="connsiteY159" fmla="*/ 85725 h 138429"/>
                <a:gd name="connsiteX160" fmla="*/ 3448680 w 4940931"/>
                <a:gd name="connsiteY160" fmla="*/ 89535 h 138429"/>
                <a:gd name="connsiteX161" fmla="*/ 3453125 w 4940931"/>
                <a:gd name="connsiteY161" fmla="*/ 92710 h 138429"/>
                <a:gd name="connsiteX162" fmla="*/ 3458205 w 4940931"/>
                <a:gd name="connsiteY162" fmla="*/ 95250 h 138429"/>
                <a:gd name="connsiteX163" fmla="*/ 3463920 w 4940931"/>
                <a:gd name="connsiteY163" fmla="*/ 95885 h 138429"/>
                <a:gd name="connsiteX164" fmla="*/ 3476620 w 4940931"/>
                <a:gd name="connsiteY164" fmla="*/ 89535 h 138429"/>
                <a:gd name="connsiteX165" fmla="*/ 3481065 w 4940931"/>
                <a:gd name="connsiteY165" fmla="*/ 71120 h 138429"/>
                <a:gd name="connsiteX166" fmla="*/ 3480430 w 4940931"/>
                <a:gd name="connsiteY166" fmla="*/ 71755 h 138429"/>
                <a:gd name="connsiteX167" fmla="*/ 3475985 w 4940931"/>
                <a:gd name="connsiteY167" fmla="*/ 50165 h 138429"/>
                <a:gd name="connsiteX168" fmla="*/ 3463285 w 4940931"/>
                <a:gd name="connsiteY168" fmla="*/ 43180 h 138429"/>
                <a:gd name="connsiteX169" fmla="*/ 3343271 w 4940931"/>
                <a:gd name="connsiteY169" fmla="*/ 43180 h 138429"/>
                <a:gd name="connsiteX170" fmla="*/ 3336286 w 4940931"/>
                <a:gd name="connsiteY170" fmla="*/ 44450 h 138429"/>
                <a:gd name="connsiteX171" fmla="*/ 3331206 w 4940931"/>
                <a:gd name="connsiteY171" fmla="*/ 48260 h 138429"/>
                <a:gd name="connsiteX172" fmla="*/ 3327396 w 4940931"/>
                <a:gd name="connsiteY172" fmla="*/ 54610 h 138429"/>
                <a:gd name="connsiteX173" fmla="*/ 3325491 w 4940931"/>
                <a:gd name="connsiteY173" fmla="*/ 62865 h 138429"/>
                <a:gd name="connsiteX174" fmla="*/ 3361686 w 4940931"/>
                <a:gd name="connsiteY174" fmla="*/ 62865 h 138429"/>
                <a:gd name="connsiteX175" fmla="*/ 3360416 w 4940931"/>
                <a:gd name="connsiteY175" fmla="*/ 55245 h 138429"/>
                <a:gd name="connsiteX176" fmla="*/ 3357241 w 4940931"/>
                <a:gd name="connsiteY176" fmla="*/ 48895 h 138429"/>
                <a:gd name="connsiteX177" fmla="*/ 3351526 w 4940931"/>
                <a:gd name="connsiteY177" fmla="*/ 44450 h 138429"/>
                <a:gd name="connsiteX178" fmla="*/ 3343271 w 4940931"/>
                <a:gd name="connsiteY178" fmla="*/ 43180 h 138429"/>
                <a:gd name="connsiteX179" fmla="*/ 2976876 w 4940931"/>
                <a:gd name="connsiteY179" fmla="*/ 43180 h 138429"/>
                <a:gd name="connsiteX180" fmla="*/ 2969891 w 4940931"/>
                <a:gd name="connsiteY180" fmla="*/ 44450 h 138429"/>
                <a:gd name="connsiteX181" fmla="*/ 2964811 w 4940931"/>
                <a:gd name="connsiteY181" fmla="*/ 48260 h 138429"/>
                <a:gd name="connsiteX182" fmla="*/ 2961001 w 4940931"/>
                <a:gd name="connsiteY182" fmla="*/ 54610 h 138429"/>
                <a:gd name="connsiteX183" fmla="*/ 2959096 w 4940931"/>
                <a:gd name="connsiteY183" fmla="*/ 62865 h 138429"/>
                <a:gd name="connsiteX184" fmla="*/ 2995291 w 4940931"/>
                <a:gd name="connsiteY184" fmla="*/ 62865 h 138429"/>
                <a:gd name="connsiteX185" fmla="*/ 2994021 w 4940931"/>
                <a:gd name="connsiteY185" fmla="*/ 55245 h 138429"/>
                <a:gd name="connsiteX186" fmla="*/ 2990846 w 4940931"/>
                <a:gd name="connsiteY186" fmla="*/ 48895 h 138429"/>
                <a:gd name="connsiteX187" fmla="*/ 2985131 w 4940931"/>
                <a:gd name="connsiteY187" fmla="*/ 44450 h 138429"/>
                <a:gd name="connsiteX188" fmla="*/ 2976876 w 4940931"/>
                <a:gd name="connsiteY188" fmla="*/ 43180 h 138429"/>
                <a:gd name="connsiteX189" fmla="*/ 2527930 w 4940931"/>
                <a:gd name="connsiteY189" fmla="*/ 43180 h 138429"/>
                <a:gd name="connsiteX190" fmla="*/ 2520945 w 4940931"/>
                <a:gd name="connsiteY190" fmla="*/ 44450 h 138429"/>
                <a:gd name="connsiteX191" fmla="*/ 2515865 w 4940931"/>
                <a:gd name="connsiteY191" fmla="*/ 48260 h 138429"/>
                <a:gd name="connsiteX192" fmla="*/ 2512055 w 4940931"/>
                <a:gd name="connsiteY192" fmla="*/ 54610 h 138429"/>
                <a:gd name="connsiteX193" fmla="*/ 2510150 w 4940931"/>
                <a:gd name="connsiteY193" fmla="*/ 62865 h 138429"/>
                <a:gd name="connsiteX194" fmla="*/ 2546345 w 4940931"/>
                <a:gd name="connsiteY194" fmla="*/ 62865 h 138429"/>
                <a:gd name="connsiteX195" fmla="*/ 2545075 w 4940931"/>
                <a:gd name="connsiteY195" fmla="*/ 55245 h 138429"/>
                <a:gd name="connsiteX196" fmla="*/ 2541900 w 4940931"/>
                <a:gd name="connsiteY196" fmla="*/ 48895 h 138429"/>
                <a:gd name="connsiteX197" fmla="*/ 2536185 w 4940931"/>
                <a:gd name="connsiteY197" fmla="*/ 44450 h 138429"/>
                <a:gd name="connsiteX198" fmla="*/ 2527930 w 4940931"/>
                <a:gd name="connsiteY198" fmla="*/ 43180 h 138429"/>
                <a:gd name="connsiteX199" fmla="*/ 2214240 w 4940931"/>
                <a:gd name="connsiteY199" fmla="*/ 43180 h 138429"/>
                <a:gd name="connsiteX200" fmla="*/ 2207255 w 4940931"/>
                <a:gd name="connsiteY200" fmla="*/ 44450 h 138429"/>
                <a:gd name="connsiteX201" fmla="*/ 2202175 w 4940931"/>
                <a:gd name="connsiteY201" fmla="*/ 48260 h 138429"/>
                <a:gd name="connsiteX202" fmla="*/ 2198365 w 4940931"/>
                <a:gd name="connsiteY202" fmla="*/ 54610 h 138429"/>
                <a:gd name="connsiteX203" fmla="*/ 2196460 w 4940931"/>
                <a:gd name="connsiteY203" fmla="*/ 62865 h 138429"/>
                <a:gd name="connsiteX204" fmla="*/ 2232655 w 4940931"/>
                <a:gd name="connsiteY204" fmla="*/ 62865 h 138429"/>
                <a:gd name="connsiteX205" fmla="*/ 2231385 w 4940931"/>
                <a:gd name="connsiteY205" fmla="*/ 55245 h 138429"/>
                <a:gd name="connsiteX206" fmla="*/ 2228210 w 4940931"/>
                <a:gd name="connsiteY206" fmla="*/ 48895 h 138429"/>
                <a:gd name="connsiteX207" fmla="*/ 2222495 w 4940931"/>
                <a:gd name="connsiteY207" fmla="*/ 44450 h 138429"/>
                <a:gd name="connsiteX208" fmla="*/ 2214240 w 4940931"/>
                <a:gd name="connsiteY208" fmla="*/ 43180 h 138429"/>
                <a:gd name="connsiteX209" fmla="*/ 2027551 w 4940931"/>
                <a:gd name="connsiteY209" fmla="*/ 43180 h 138429"/>
                <a:gd name="connsiteX210" fmla="*/ 2020566 w 4940931"/>
                <a:gd name="connsiteY210" fmla="*/ 44450 h 138429"/>
                <a:gd name="connsiteX211" fmla="*/ 2015486 w 4940931"/>
                <a:gd name="connsiteY211" fmla="*/ 48260 h 138429"/>
                <a:gd name="connsiteX212" fmla="*/ 2011676 w 4940931"/>
                <a:gd name="connsiteY212" fmla="*/ 54610 h 138429"/>
                <a:gd name="connsiteX213" fmla="*/ 2009771 w 4940931"/>
                <a:gd name="connsiteY213" fmla="*/ 62865 h 138429"/>
                <a:gd name="connsiteX214" fmla="*/ 2045966 w 4940931"/>
                <a:gd name="connsiteY214" fmla="*/ 62865 h 138429"/>
                <a:gd name="connsiteX215" fmla="*/ 2044696 w 4940931"/>
                <a:gd name="connsiteY215" fmla="*/ 55245 h 138429"/>
                <a:gd name="connsiteX216" fmla="*/ 2041521 w 4940931"/>
                <a:gd name="connsiteY216" fmla="*/ 48895 h 138429"/>
                <a:gd name="connsiteX217" fmla="*/ 2035806 w 4940931"/>
                <a:gd name="connsiteY217" fmla="*/ 44450 h 138429"/>
                <a:gd name="connsiteX218" fmla="*/ 2027551 w 4940931"/>
                <a:gd name="connsiteY218" fmla="*/ 43180 h 138429"/>
                <a:gd name="connsiteX219" fmla="*/ 1949445 w 4940931"/>
                <a:gd name="connsiteY219" fmla="*/ 43180 h 138429"/>
                <a:gd name="connsiteX220" fmla="*/ 1944365 w 4940931"/>
                <a:gd name="connsiteY220" fmla="*/ 43815 h 138429"/>
                <a:gd name="connsiteX221" fmla="*/ 1939285 w 4940931"/>
                <a:gd name="connsiteY221" fmla="*/ 45720 h 138429"/>
                <a:gd name="connsiteX222" fmla="*/ 1934840 w 4940931"/>
                <a:gd name="connsiteY222" fmla="*/ 48895 h 138429"/>
                <a:gd name="connsiteX223" fmla="*/ 1931665 w 4940931"/>
                <a:gd name="connsiteY223" fmla="*/ 52705 h 138429"/>
                <a:gd name="connsiteX224" fmla="*/ 1931665 w 4940931"/>
                <a:gd name="connsiteY224" fmla="*/ 85725 h 138429"/>
                <a:gd name="connsiteX225" fmla="*/ 1934840 w 4940931"/>
                <a:gd name="connsiteY225" fmla="*/ 89535 h 138429"/>
                <a:gd name="connsiteX226" fmla="*/ 1939285 w 4940931"/>
                <a:gd name="connsiteY226" fmla="*/ 92710 h 138429"/>
                <a:gd name="connsiteX227" fmla="*/ 1944365 w 4940931"/>
                <a:gd name="connsiteY227" fmla="*/ 95250 h 138429"/>
                <a:gd name="connsiteX228" fmla="*/ 1950080 w 4940931"/>
                <a:gd name="connsiteY228" fmla="*/ 95885 h 138429"/>
                <a:gd name="connsiteX229" fmla="*/ 1962780 w 4940931"/>
                <a:gd name="connsiteY229" fmla="*/ 89535 h 138429"/>
                <a:gd name="connsiteX230" fmla="*/ 1967225 w 4940931"/>
                <a:gd name="connsiteY230" fmla="*/ 71120 h 138429"/>
                <a:gd name="connsiteX231" fmla="*/ 1966590 w 4940931"/>
                <a:gd name="connsiteY231" fmla="*/ 71755 h 138429"/>
                <a:gd name="connsiteX232" fmla="*/ 1962145 w 4940931"/>
                <a:gd name="connsiteY232" fmla="*/ 50165 h 138429"/>
                <a:gd name="connsiteX233" fmla="*/ 1949445 w 4940931"/>
                <a:gd name="connsiteY233" fmla="*/ 43180 h 138429"/>
                <a:gd name="connsiteX234" fmla="*/ 1829431 w 4940931"/>
                <a:gd name="connsiteY234" fmla="*/ 43180 h 138429"/>
                <a:gd name="connsiteX235" fmla="*/ 1822446 w 4940931"/>
                <a:gd name="connsiteY235" fmla="*/ 44450 h 138429"/>
                <a:gd name="connsiteX236" fmla="*/ 1817366 w 4940931"/>
                <a:gd name="connsiteY236" fmla="*/ 48260 h 138429"/>
                <a:gd name="connsiteX237" fmla="*/ 1813556 w 4940931"/>
                <a:gd name="connsiteY237" fmla="*/ 54610 h 138429"/>
                <a:gd name="connsiteX238" fmla="*/ 1811651 w 4940931"/>
                <a:gd name="connsiteY238" fmla="*/ 62865 h 138429"/>
                <a:gd name="connsiteX239" fmla="*/ 1847846 w 4940931"/>
                <a:gd name="connsiteY239" fmla="*/ 62865 h 138429"/>
                <a:gd name="connsiteX240" fmla="*/ 1846576 w 4940931"/>
                <a:gd name="connsiteY240" fmla="*/ 55245 h 138429"/>
                <a:gd name="connsiteX241" fmla="*/ 1843401 w 4940931"/>
                <a:gd name="connsiteY241" fmla="*/ 48895 h 138429"/>
                <a:gd name="connsiteX242" fmla="*/ 1837686 w 4940931"/>
                <a:gd name="connsiteY242" fmla="*/ 44450 h 138429"/>
                <a:gd name="connsiteX243" fmla="*/ 1829431 w 4940931"/>
                <a:gd name="connsiteY243" fmla="*/ 43180 h 138429"/>
                <a:gd name="connsiteX244" fmla="*/ 1178561 w 4940931"/>
                <a:gd name="connsiteY244" fmla="*/ 43180 h 138429"/>
                <a:gd name="connsiteX245" fmla="*/ 1171576 w 4940931"/>
                <a:gd name="connsiteY245" fmla="*/ 44450 h 138429"/>
                <a:gd name="connsiteX246" fmla="*/ 1166496 w 4940931"/>
                <a:gd name="connsiteY246" fmla="*/ 48260 h 138429"/>
                <a:gd name="connsiteX247" fmla="*/ 1162686 w 4940931"/>
                <a:gd name="connsiteY247" fmla="*/ 54610 h 138429"/>
                <a:gd name="connsiteX248" fmla="*/ 1160781 w 4940931"/>
                <a:gd name="connsiteY248" fmla="*/ 62865 h 138429"/>
                <a:gd name="connsiteX249" fmla="*/ 1196976 w 4940931"/>
                <a:gd name="connsiteY249" fmla="*/ 62865 h 138429"/>
                <a:gd name="connsiteX250" fmla="*/ 1195706 w 4940931"/>
                <a:gd name="connsiteY250" fmla="*/ 55245 h 138429"/>
                <a:gd name="connsiteX251" fmla="*/ 1192531 w 4940931"/>
                <a:gd name="connsiteY251" fmla="*/ 48895 h 138429"/>
                <a:gd name="connsiteX252" fmla="*/ 1186816 w 4940931"/>
                <a:gd name="connsiteY252" fmla="*/ 44450 h 138429"/>
                <a:gd name="connsiteX253" fmla="*/ 1178561 w 4940931"/>
                <a:gd name="connsiteY253" fmla="*/ 43180 h 138429"/>
                <a:gd name="connsiteX254" fmla="*/ 898525 w 4940931"/>
                <a:gd name="connsiteY254" fmla="*/ 43180 h 138429"/>
                <a:gd name="connsiteX255" fmla="*/ 891540 w 4940931"/>
                <a:gd name="connsiteY255" fmla="*/ 44450 h 138429"/>
                <a:gd name="connsiteX256" fmla="*/ 886460 w 4940931"/>
                <a:gd name="connsiteY256" fmla="*/ 48260 h 138429"/>
                <a:gd name="connsiteX257" fmla="*/ 882650 w 4940931"/>
                <a:gd name="connsiteY257" fmla="*/ 54610 h 138429"/>
                <a:gd name="connsiteX258" fmla="*/ 880745 w 4940931"/>
                <a:gd name="connsiteY258" fmla="*/ 62865 h 138429"/>
                <a:gd name="connsiteX259" fmla="*/ 916940 w 4940931"/>
                <a:gd name="connsiteY259" fmla="*/ 62865 h 138429"/>
                <a:gd name="connsiteX260" fmla="*/ 915670 w 4940931"/>
                <a:gd name="connsiteY260" fmla="*/ 55245 h 138429"/>
                <a:gd name="connsiteX261" fmla="*/ 912495 w 4940931"/>
                <a:gd name="connsiteY261" fmla="*/ 48895 h 138429"/>
                <a:gd name="connsiteX262" fmla="*/ 906780 w 4940931"/>
                <a:gd name="connsiteY262" fmla="*/ 44450 h 138429"/>
                <a:gd name="connsiteX263" fmla="*/ 898525 w 4940931"/>
                <a:gd name="connsiteY263" fmla="*/ 43180 h 138429"/>
                <a:gd name="connsiteX264" fmla="*/ 584834 w 4940931"/>
                <a:gd name="connsiteY264" fmla="*/ 43180 h 138429"/>
                <a:gd name="connsiteX265" fmla="*/ 577849 w 4940931"/>
                <a:gd name="connsiteY265" fmla="*/ 44450 h 138429"/>
                <a:gd name="connsiteX266" fmla="*/ 572769 w 4940931"/>
                <a:gd name="connsiteY266" fmla="*/ 48260 h 138429"/>
                <a:gd name="connsiteX267" fmla="*/ 568959 w 4940931"/>
                <a:gd name="connsiteY267" fmla="*/ 54610 h 138429"/>
                <a:gd name="connsiteX268" fmla="*/ 567054 w 4940931"/>
                <a:gd name="connsiteY268" fmla="*/ 62865 h 138429"/>
                <a:gd name="connsiteX269" fmla="*/ 603249 w 4940931"/>
                <a:gd name="connsiteY269" fmla="*/ 62865 h 138429"/>
                <a:gd name="connsiteX270" fmla="*/ 601979 w 4940931"/>
                <a:gd name="connsiteY270" fmla="*/ 55245 h 138429"/>
                <a:gd name="connsiteX271" fmla="*/ 598804 w 4940931"/>
                <a:gd name="connsiteY271" fmla="*/ 48895 h 138429"/>
                <a:gd name="connsiteX272" fmla="*/ 593089 w 4940931"/>
                <a:gd name="connsiteY272" fmla="*/ 44450 h 138429"/>
                <a:gd name="connsiteX273" fmla="*/ 584834 w 4940931"/>
                <a:gd name="connsiteY273" fmla="*/ 43180 h 138429"/>
                <a:gd name="connsiteX274" fmla="*/ 398145 w 4940931"/>
                <a:gd name="connsiteY274" fmla="*/ 43180 h 138429"/>
                <a:gd name="connsiteX275" fmla="*/ 391160 w 4940931"/>
                <a:gd name="connsiteY275" fmla="*/ 44450 h 138429"/>
                <a:gd name="connsiteX276" fmla="*/ 386080 w 4940931"/>
                <a:gd name="connsiteY276" fmla="*/ 48260 h 138429"/>
                <a:gd name="connsiteX277" fmla="*/ 382270 w 4940931"/>
                <a:gd name="connsiteY277" fmla="*/ 54610 h 138429"/>
                <a:gd name="connsiteX278" fmla="*/ 380365 w 4940931"/>
                <a:gd name="connsiteY278" fmla="*/ 62865 h 138429"/>
                <a:gd name="connsiteX279" fmla="*/ 416560 w 4940931"/>
                <a:gd name="connsiteY279" fmla="*/ 62865 h 138429"/>
                <a:gd name="connsiteX280" fmla="*/ 415290 w 4940931"/>
                <a:gd name="connsiteY280" fmla="*/ 55245 h 138429"/>
                <a:gd name="connsiteX281" fmla="*/ 412115 w 4940931"/>
                <a:gd name="connsiteY281" fmla="*/ 48895 h 138429"/>
                <a:gd name="connsiteX282" fmla="*/ 406400 w 4940931"/>
                <a:gd name="connsiteY282" fmla="*/ 44450 h 138429"/>
                <a:gd name="connsiteX283" fmla="*/ 398145 w 4940931"/>
                <a:gd name="connsiteY283" fmla="*/ 43180 h 138429"/>
                <a:gd name="connsiteX284" fmla="*/ 320039 w 4940931"/>
                <a:gd name="connsiteY284" fmla="*/ 43180 h 138429"/>
                <a:gd name="connsiteX285" fmla="*/ 314959 w 4940931"/>
                <a:gd name="connsiteY285" fmla="*/ 43815 h 138429"/>
                <a:gd name="connsiteX286" fmla="*/ 309879 w 4940931"/>
                <a:gd name="connsiteY286" fmla="*/ 45720 h 138429"/>
                <a:gd name="connsiteX287" fmla="*/ 305434 w 4940931"/>
                <a:gd name="connsiteY287" fmla="*/ 48895 h 138429"/>
                <a:gd name="connsiteX288" fmla="*/ 302259 w 4940931"/>
                <a:gd name="connsiteY288" fmla="*/ 52705 h 138429"/>
                <a:gd name="connsiteX289" fmla="*/ 302259 w 4940931"/>
                <a:gd name="connsiteY289" fmla="*/ 85725 h 138429"/>
                <a:gd name="connsiteX290" fmla="*/ 305434 w 4940931"/>
                <a:gd name="connsiteY290" fmla="*/ 89535 h 138429"/>
                <a:gd name="connsiteX291" fmla="*/ 309879 w 4940931"/>
                <a:gd name="connsiteY291" fmla="*/ 92710 h 138429"/>
                <a:gd name="connsiteX292" fmla="*/ 314959 w 4940931"/>
                <a:gd name="connsiteY292" fmla="*/ 95250 h 138429"/>
                <a:gd name="connsiteX293" fmla="*/ 320674 w 4940931"/>
                <a:gd name="connsiteY293" fmla="*/ 95885 h 138429"/>
                <a:gd name="connsiteX294" fmla="*/ 333374 w 4940931"/>
                <a:gd name="connsiteY294" fmla="*/ 89535 h 138429"/>
                <a:gd name="connsiteX295" fmla="*/ 337819 w 4940931"/>
                <a:gd name="connsiteY295" fmla="*/ 71120 h 138429"/>
                <a:gd name="connsiteX296" fmla="*/ 337184 w 4940931"/>
                <a:gd name="connsiteY296" fmla="*/ 71755 h 138429"/>
                <a:gd name="connsiteX297" fmla="*/ 332739 w 4940931"/>
                <a:gd name="connsiteY297" fmla="*/ 50165 h 138429"/>
                <a:gd name="connsiteX298" fmla="*/ 320039 w 4940931"/>
                <a:gd name="connsiteY298" fmla="*/ 43180 h 138429"/>
                <a:gd name="connsiteX299" fmla="*/ 200025 w 4940931"/>
                <a:gd name="connsiteY299" fmla="*/ 43180 h 138429"/>
                <a:gd name="connsiteX300" fmla="*/ 193040 w 4940931"/>
                <a:gd name="connsiteY300" fmla="*/ 44450 h 138429"/>
                <a:gd name="connsiteX301" fmla="*/ 187960 w 4940931"/>
                <a:gd name="connsiteY301" fmla="*/ 48260 h 138429"/>
                <a:gd name="connsiteX302" fmla="*/ 184150 w 4940931"/>
                <a:gd name="connsiteY302" fmla="*/ 54610 h 138429"/>
                <a:gd name="connsiteX303" fmla="*/ 182245 w 4940931"/>
                <a:gd name="connsiteY303" fmla="*/ 62865 h 138429"/>
                <a:gd name="connsiteX304" fmla="*/ 218440 w 4940931"/>
                <a:gd name="connsiteY304" fmla="*/ 62865 h 138429"/>
                <a:gd name="connsiteX305" fmla="*/ 217170 w 4940931"/>
                <a:gd name="connsiteY305" fmla="*/ 55245 h 138429"/>
                <a:gd name="connsiteX306" fmla="*/ 213995 w 4940931"/>
                <a:gd name="connsiteY306" fmla="*/ 48895 h 138429"/>
                <a:gd name="connsiteX307" fmla="*/ 208280 w 4940931"/>
                <a:gd name="connsiteY307" fmla="*/ 44450 h 138429"/>
                <a:gd name="connsiteX308" fmla="*/ 200025 w 4940931"/>
                <a:gd name="connsiteY308" fmla="*/ 43180 h 138429"/>
                <a:gd name="connsiteX309" fmla="*/ 4439281 w 4940931"/>
                <a:gd name="connsiteY309" fmla="*/ 43179 h 138429"/>
                <a:gd name="connsiteX310" fmla="*/ 4426581 w 4940931"/>
                <a:gd name="connsiteY310" fmla="*/ 49529 h 138429"/>
                <a:gd name="connsiteX311" fmla="*/ 4422136 w 4940931"/>
                <a:gd name="connsiteY311" fmla="*/ 67944 h 138429"/>
                <a:gd name="connsiteX312" fmla="*/ 4423406 w 4940931"/>
                <a:gd name="connsiteY312" fmla="*/ 80644 h 138429"/>
                <a:gd name="connsiteX313" fmla="*/ 4426581 w 4940931"/>
                <a:gd name="connsiteY313" fmla="*/ 89534 h 138429"/>
                <a:gd name="connsiteX314" fmla="*/ 4432296 w 4940931"/>
                <a:gd name="connsiteY314" fmla="*/ 94614 h 138429"/>
                <a:gd name="connsiteX315" fmla="*/ 4439916 w 4940931"/>
                <a:gd name="connsiteY315" fmla="*/ 96519 h 138429"/>
                <a:gd name="connsiteX316" fmla="*/ 4444996 w 4940931"/>
                <a:gd name="connsiteY316" fmla="*/ 95884 h 138429"/>
                <a:gd name="connsiteX317" fmla="*/ 4450076 w 4940931"/>
                <a:gd name="connsiteY317" fmla="*/ 93344 h 138429"/>
                <a:gd name="connsiteX318" fmla="*/ 4454521 w 4940931"/>
                <a:gd name="connsiteY318" fmla="*/ 90169 h 138429"/>
                <a:gd name="connsiteX319" fmla="*/ 4457696 w 4940931"/>
                <a:gd name="connsiteY319" fmla="*/ 86359 h 138429"/>
                <a:gd name="connsiteX320" fmla="*/ 4457696 w 4940931"/>
                <a:gd name="connsiteY320" fmla="*/ 53339 h 138429"/>
                <a:gd name="connsiteX321" fmla="*/ 4454521 w 4940931"/>
                <a:gd name="connsiteY321" fmla="*/ 49529 h 138429"/>
                <a:gd name="connsiteX322" fmla="*/ 4450076 w 4940931"/>
                <a:gd name="connsiteY322" fmla="*/ 46354 h 138429"/>
                <a:gd name="connsiteX323" fmla="*/ 4444996 w 4940931"/>
                <a:gd name="connsiteY323" fmla="*/ 43814 h 138429"/>
                <a:gd name="connsiteX324" fmla="*/ 4439281 w 4940931"/>
                <a:gd name="connsiteY324" fmla="*/ 43179 h 138429"/>
                <a:gd name="connsiteX325" fmla="*/ 1014731 w 4940931"/>
                <a:gd name="connsiteY325" fmla="*/ 43179 h 138429"/>
                <a:gd name="connsiteX326" fmla="*/ 1002032 w 4940931"/>
                <a:gd name="connsiteY326" fmla="*/ 49529 h 138429"/>
                <a:gd name="connsiteX327" fmla="*/ 997587 w 4940931"/>
                <a:gd name="connsiteY327" fmla="*/ 67944 h 138429"/>
                <a:gd name="connsiteX328" fmla="*/ 1002032 w 4940931"/>
                <a:gd name="connsiteY328" fmla="*/ 88899 h 138429"/>
                <a:gd name="connsiteX329" fmla="*/ 1015367 w 4940931"/>
                <a:gd name="connsiteY329" fmla="*/ 95884 h 138429"/>
                <a:gd name="connsiteX330" fmla="*/ 1024891 w 4940931"/>
                <a:gd name="connsiteY330" fmla="*/ 93344 h 138429"/>
                <a:gd name="connsiteX331" fmla="*/ 1033147 w 4940931"/>
                <a:gd name="connsiteY331" fmla="*/ 86359 h 138429"/>
                <a:gd name="connsiteX332" fmla="*/ 1033147 w 4940931"/>
                <a:gd name="connsiteY332" fmla="*/ 53339 h 138429"/>
                <a:gd name="connsiteX333" fmla="*/ 1029971 w 4940931"/>
                <a:gd name="connsiteY333" fmla="*/ 49529 h 138429"/>
                <a:gd name="connsiteX334" fmla="*/ 1025526 w 4940931"/>
                <a:gd name="connsiteY334" fmla="*/ 46354 h 138429"/>
                <a:gd name="connsiteX335" fmla="*/ 1020446 w 4940931"/>
                <a:gd name="connsiteY335" fmla="*/ 43814 h 138429"/>
                <a:gd name="connsiteX336" fmla="*/ 1014731 w 4940931"/>
                <a:gd name="connsiteY336" fmla="*/ 43179 h 138429"/>
                <a:gd name="connsiteX337" fmla="*/ 4524370 w 4940931"/>
                <a:gd name="connsiteY337" fmla="*/ 31114 h 138429"/>
                <a:gd name="connsiteX338" fmla="*/ 4538975 w 4940931"/>
                <a:gd name="connsiteY338" fmla="*/ 31114 h 138429"/>
                <a:gd name="connsiteX339" fmla="*/ 4552310 w 4940931"/>
                <a:gd name="connsiteY339" fmla="*/ 84454 h 138429"/>
                <a:gd name="connsiteX340" fmla="*/ 4566915 w 4940931"/>
                <a:gd name="connsiteY340" fmla="*/ 31114 h 138429"/>
                <a:gd name="connsiteX341" fmla="*/ 4579615 w 4940931"/>
                <a:gd name="connsiteY341" fmla="*/ 31114 h 138429"/>
                <a:gd name="connsiteX342" fmla="*/ 4594220 w 4940931"/>
                <a:gd name="connsiteY342" fmla="*/ 84454 h 138429"/>
                <a:gd name="connsiteX343" fmla="*/ 4606920 w 4940931"/>
                <a:gd name="connsiteY343" fmla="*/ 31114 h 138429"/>
                <a:gd name="connsiteX344" fmla="*/ 4622160 w 4940931"/>
                <a:gd name="connsiteY344" fmla="*/ 31114 h 138429"/>
                <a:gd name="connsiteX345" fmla="*/ 4600570 w 4940931"/>
                <a:gd name="connsiteY345" fmla="*/ 108584 h 138429"/>
                <a:gd name="connsiteX346" fmla="*/ 4587235 w 4940931"/>
                <a:gd name="connsiteY346" fmla="*/ 108584 h 138429"/>
                <a:gd name="connsiteX347" fmla="*/ 4572630 w 4940931"/>
                <a:gd name="connsiteY347" fmla="*/ 54609 h 138429"/>
                <a:gd name="connsiteX348" fmla="*/ 4558660 w 4940931"/>
                <a:gd name="connsiteY348" fmla="*/ 108584 h 138429"/>
                <a:gd name="connsiteX349" fmla="*/ 4545325 w 4940931"/>
                <a:gd name="connsiteY349" fmla="*/ 108584 h 138429"/>
                <a:gd name="connsiteX350" fmla="*/ 4123686 w 4940931"/>
                <a:gd name="connsiteY350" fmla="*/ 31114 h 138429"/>
                <a:gd name="connsiteX351" fmla="*/ 4138926 w 4940931"/>
                <a:gd name="connsiteY351" fmla="*/ 31114 h 138429"/>
                <a:gd name="connsiteX352" fmla="*/ 4152261 w 4940931"/>
                <a:gd name="connsiteY352" fmla="*/ 84454 h 138429"/>
                <a:gd name="connsiteX353" fmla="*/ 4166866 w 4940931"/>
                <a:gd name="connsiteY353" fmla="*/ 31114 h 138429"/>
                <a:gd name="connsiteX354" fmla="*/ 4178931 w 4940931"/>
                <a:gd name="connsiteY354" fmla="*/ 31114 h 138429"/>
                <a:gd name="connsiteX355" fmla="*/ 4193536 w 4940931"/>
                <a:gd name="connsiteY355" fmla="*/ 84454 h 138429"/>
                <a:gd name="connsiteX356" fmla="*/ 4206871 w 4940931"/>
                <a:gd name="connsiteY356" fmla="*/ 31114 h 138429"/>
                <a:gd name="connsiteX357" fmla="*/ 4222111 w 4940931"/>
                <a:gd name="connsiteY357" fmla="*/ 31114 h 138429"/>
                <a:gd name="connsiteX358" fmla="*/ 4200521 w 4940931"/>
                <a:gd name="connsiteY358" fmla="*/ 108584 h 138429"/>
                <a:gd name="connsiteX359" fmla="*/ 4187186 w 4940931"/>
                <a:gd name="connsiteY359" fmla="*/ 108584 h 138429"/>
                <a:gd name="connsiteX360" fmla="*/ 4172581 w 4940931"/>
                <a:gd name="connsiteY360" fmla="*/ 54609 h 138429"/>
                <a:gd name="connsiteX361" fmla="*/ 4157976 w 4940931"/>
                <a:gd name="connsiteY361" fmla="*/ 108584 h 138429"/>
                <a:gd name="connsiteX362" fmla="*/ 4145276 w 4940931"/>
                <a:gd name="connsiteY362" fmla="*/ 108584 h 138429"/>
                <a:gd name="connsiteX363" fmla="*/ 2837811 w 4940931"/>
                <a:gd name="connsiteY363" fmla="*/ 31114 h 138429"/>
                <a:gd name="connsiteX364" fmla="*/ 2852416 w 4940931"/>
                <a:gd name="connsiteY364" fmla="*/ 31114 h 138429"/>
                <a:gd name="connsiteX365" fmla="*/ 2865751 w 4940931"/>
                <a:gd name="connsiteY365" fmla="*/ 84454 h 138429"/>
                <a:gd name="connsiteX366" fmla="*/ 2880356 w 4940931"/>
                <a:gd name="connsiteY366" fmla="*/ 31114 h 138429"/>
                <a:gd name="connsiteX367" fmla="*/ 2893056 w 4940931"/>
                <a:gd name="connsiteY367" fmla="*/ 31114 h 138429"/>
                <a:gd name="connsiteX368" fmla="*/ 2907661 w 4940931"/>
                <a:gd name="connsiteY368" fmla="*/ 84454 h 138429"/>
                <a:gd name="connsiteX369" fmla="*/ 2920361 w 4940931"/>
                <a:gd name="connsiteY369" fmla="*/ 31114 h 138429"/>
                <a:gd name="connsiteX370" fmla="*/ 2935601 w 4940931"/>
                <a:gd name="connsiteY370" fmla="*/ 31114 h 138429"/>
                <a:gd name="connsiteX371" fmla="*/ 2914011 w 4940931"/>
                <a:gd name="connsiteY371" fmla="*/ 108584 h 138429"/>
                <a:gd name="connsiteX372" fmla="*/ 2900676 w 4940931"/>
                <a:gd name="connsiteY372" fmla="*/ 108584 h 138429"/>
                <a:gd name="connsiteX373" fmla="*/ 2886706 w 4940931"/>
                <a:gd name="connsiteY373" fmla="*/ 54609 h 138429"/>
                <a:gd name="connsiteX374" fmla="*/ 2872101 w 4940931"/>
                <a:gd name="connsiteY374" fmla="*/ 108584 h 138429"/>
                <a:gd name="connsiteX375" fmla="*/ 2858766 w 4940931"/>
                <a:gd name="connsiteY375" fmla="*/ 108584 h 138429"/>
                <a:gd name="connsiteX376" fmla="*/ 1354455 w 4940931"/>
                <a:gd name="connsiteY376" fmla="*/ 31114 h 138429"/>
                <a:gd name="connsiteX377" fmla="*/ 1369695 w 4940931"/>
                <a:gd name="connsiteY377" fmla="*/ 31114 h 138429"/>
                <a:gd name="connsiteX378" fmla="*/ 1369695 w 4940931"/>
                <a:gd name="connsiteY378" fmla="*/ 109219 h 138429"/>
                <a:gd name="connsiteX379" fmla="*/ 1354455 w 4940931"/>
                <a:gd name="connsiteY379" fmla="*/ 109219 h 138429"/>
                <a:gd name="connsiteX380" fmla="*/ 2646040 w 4940931"/>
                <a:gd name="connsiteY380" fmla="*/ 29844 h 138429"/>
                <a:gd name="connsiteX381" fmla="*/ 2658105 w 4940931"/>
                <a:gd name="connsiteY381" fmla="*/ 31749 h 138429"/>
                <a:gd name="connsiteX382" fmla="*/ 2667630 w 4940931"/>
                <a:gd name="connsiteY382" fmla="*/ 36829 h 138429"/>
                <a:gd name="connsiteX383" fmla="*/ 2673345 w 4940931"/>
                <a:gd name="connsiteY383" fmla="*/ 45084 h 138429"/>
                <a:gd name="connsiteX384" fmla="*/ 2675250 w 4940931"/>
                <a:gd name="connsiteY384" fmla="*/ 56514 h 138429"/>
                <a:gd name="connsiteX385" fmla="*/ 2675250 w 4940931"/>
                <a:gd name="connsiteY385" fmla="*/ 109854 h 138429"/>
                <a:gd name="connsiteX386" fmla="*/ 2660010 w 4940931"/>
                <a:gd name="connsiteY386" fmla="*/ 109854 h 138429"/>
                <a:gd name="connsiteX387" fmla="*/ 2660010 w 4940931"/>
                <a:gd name="connsiteY387" fmla="*/ 108584 h 138429"/>
                <a:gd name="connsiteX388" fmla="*/ 2660010 w 4940931"/>
                <a:gd name="connsiteY388" fmla="*/ 100964 h 138429"/>
                <a:gd name="connsiteX389" fmla="*/ 2654930 w 4940931"/>
                <a:gd name="connsiteY389" fmla="*/ 104774 h 138429"/>
                <a:gd name="connsiteX390" fmla="*/ 2651120 w 4940931"/>
                <a:gd name="connsiteY390" fmla="*/ 107314 h 138429"/>
                <a:gd name="connsiteX391" fmla="*/ 2646040 w 4940931"/>
                <a:gd name="connsiteY391" fmla="*/ 109219 h 138429"/>
                <a:gd name="connsiteX392" fmla="*/ 2639055 w 4940931"/>
                <a:gd name="connsiteY392" fmla="*/ 109854 h 138429"/>
                <a:gd name="connsiteX393" fmla="*/ 2629530 w 4940931"/>
                <a:gd name="connsiteY393" fmla="*/ 108584 h 138429"/>
                <a:gd name="connsiteX394" fmla="*/ 2620640 w 4940931"/>
                <a:gd name="connsiteY394" fmla="*/ 104139 h 138429"/>
                <a:gd name="connsiteX395" fmla="*/ 2614290 w 4940931"/>
                <a:gd name="connsiteY395" fmla="*/ 95884 h 138429"/>
                <a:gd name="connsiteX396" fmla="*/ 2611750 w 4940931"/>
                <a:gd name="connsiteY396" fmla="*/ 83819 h 138429"/>
                <a:gd name="connsiteX397" fmla="*/ 2614290 w 4940931"/>
                <a:gd name="connsiteY397" fmla="*/ 72389 h 138429"/>
                <a:gd name="connsiteX398" fmla="*/ 2620640 w 4940931"/>
                <a:gd name="connsiteY398" fmla="*/ 64769 h 138429"/>
                <a:gd name="connsiteX399" fmla="*/ 2630800 w 4940931"/>
                <a:gd name="connsiteY399" fmla="*/ 60324 h 138429"/>
                <a:gd name="connsiteX400" fmla="*/ 2642865 w 4940931"/>
                <a:gd name="connsiteY400" fmla="*/ 59054 h 138429"/>
                <a:gd name="connsiteX401" fmla="*/ 2653025 w 4940931"/>
                <a:gd name="connsiteY401" fmla="*/ 59689 h 138429"/>
                <a:gd name="connsiteX402" fmla="*/ 2660010 w 4940931"/>
                <a:gd name="connsiteY402" fmla="*/ 61594 h 138429"/>
                <a:gd name="connsiteX403" fmla="*/ 2660010 w 4940931"/>
                <a:gd name="connsiteY403" fmla="*/ 55879 h 138429"/>
                <a:gd name="connsiteX404" fmla="*/ 2656200 w 4940931"/>
                <a:gd name="connsiteY404" fmla="*/ 46354 h 138429"/>
                <a:gd name="connsiteX405" fmla="*/ 2645405 w 4940931"/>
                <a:gd name="connsiteY405" fmla="*/ 43179 h 138429"/>
                <a:gd name="connsiteX406" fmla="*/ 2634610 w 4940931"/>
                <a:gd name="connsiteY406" fmla="*/ 44449 h 138429"/>
                <a:gd name="connsiteX407" fmla="*/ 2625085 w 4940931"/>
                <a:gd name="connsiteY407" fmla="*/ 48259 h 138429"/>
                <a:gd name="connsiteX408" fmla="*/ 2619370 w 4940931"/>
                <a:gd name="connsiteY408" fmla="*/ 36829 h 138429"/>
                <a:gd name="connsiteX409" fmla="*/ 2631435 w 4940931"/>
                <a:gd name="connsiteY409" fmla="*/ 31749 h 138429"/>
                <a:gd name="connsiteX410" fmla="*/ 2646040 w 4940931"/>
                <a:gd name="connsiteY410" fmla="*/ 29844 h 138429"/>
                <a:gd name="connsiteX411" fmla="*/ 1114426 w 4940931"/>
                <a:gd name="connsiteY411" fmla="*/ 29844 h 138429"/>
                <a:gd name="connsiteX412" fmla="*/ 1129666 w 4940931"/>
                <a:gd name="connsiteY412" fmla="*/ 29844 h 138429"/>
                <a:gd name="connsiteX413" fmla="*/ 1129666 w 4940931"/>
                <a:gd name="connsiteY413" fmla="*/ 107949 h 138429"/>
                <a:gd name="connsiteX414" fmla="*/ 1114426 w 4940931"/>
                <a:gd name="connsiteY414" fmla="*/ 107949 h 138429"/>
                <a:gd name="connsiteX415" fmla="*/ 1114426 w 4940931"/>
                <a:gd name="connsiteY415" fmla="*/ 100964 h 138429"/>
                <a:gd name="connsiteX416" fmla="*/ 1106171 w 4940931"/>
                <a:gd name="connsiteY416" fmla="*/ 107314 h 138429"/>
                <a:gd name="connsiteX417" fmla="*/ 1094741 w 4940931"/>
                <a:gd name="connsiteY417" fmla="*/ 109854 h 138429"/>
                <a:gd name="connsiteX418" fmla="*/ 1073786 w 4940931"/>
                <a:gd name="connsiteY418" fmla="*/ 100964 h 138429"/>
                <a:gd name="connsiteX419" fmla="*/ 1066800 w 4940931"/>
                <a:gd name="connsiteY419" fmla="*/ 74929 h 138429"/>
                <a:gd name="connsiteX420" fmla="*/ 1066800 w 4940931"/>
                <a:gd name="connsiteY420" fmla="*/ 30479 h 138429"/>
                <a:gd name="connsiteX421" fmla="*/ 1082040 w 4940931"/>
                <a:gd name="connsiteY421" fmla="*/ 30479 h 138429"/>
                <a:gd name="connsiteX422" fmla="*/ 1082040 w 4940931"/>
                <a:gd name="connsiteY422" fmla="*/ 74294 h 138429"/>
                <a:gd name="connsiteX423" fmla="*/ 1085851 w 4940931"/>
                <a:gd name="connsiteY423" fmla="*/ 90169 h 138429"/>
                <a:gd name="connsiteX424" fmla="*/ 1097916 w 4940931"/>
                <a:gd name="connsiteY424" fmla="*/ 95249 h 138429"/>
                <a:gd name="connsiteX425" fmla="*/ 1109981 w 4940931"/>
                <a:gd name="connsiteY425" fmla="*/ 90169 h 138429"/>
                <a:gd name="connsiteX426" fmla="*/ 1114426 w 4940931"/>
                <a:gd name="connsiteY426" fmla="*/ 75564 h 138429"/>
                <a:gd name="connsiteX427" fmla="*/ 1011556 w 4940931"/>
                <a:gd name="connsiteY427" fmla="*/ 29844 h 138429"/>
                <a:gd name="connsiteX428" fmla="*/ 1017272 w 4940931"/>
                <a:gd name="connsiteY428" fmla="*/ 30479 h 138429"/>
                <a:gd name="connsiteX429" fmla="*/ 1022352 w 4940931"/>
                <a:gd name="connsiteY429" fmla="*/ 32384 h 138429"/>
                <a:gd name="connsiteX430" fmla="*/ 1026797 w 4940931"/>
                <a:gd name="connsiteY430" fmla="*/ 35559 h 138429"/>
                <a:gd name="connsiteX431" fmla="*/ 1030607 w 4940931"/>
                <a:gd name="connsiteY431" fmla="*/ 38734 h 138429"/>
                <a:gd name="connsiteX432" fmla="*/ 1030607 w 4940931"/>
                <a:gd name="connsiteY432" fmla="*/ 31749 h 138429"/>
                <a:gd name="connsiteX433" fmla="*/ 1045847 w 4940931"/>
                <a:gd name="connsiteY433" fmla="*/ 31749 h 138429"/>
                <a:gd name="connsiteX434" fmla="*/ 1045847 w 4940931"/>
                <a:gd name="connsiteY434" fmla="*/ 130809 h 138429"/>
                <a:gd name="connsiteX435" fmla="*/ 1032512 w 4940931"/>
                <a:gd name="connsiteY435" fmla="*/ 137477 h 138429"/>
                <a:gd name="connsiteX436" fmla="*/ 1032512 w 4940931"/>
                <a:gd name="connsiteY436" fmla="*/ 101599 h 138429"/>
                <a:gd name="connsiteX437" fmla="*/ 1022986 w 4940931"/>
                <a:gd name="connsiteY437" fmla="*/ 107949 h 138429"/>
                <a:gd name="connsiteX438" fmla="*/ 1011556 w 4940931"/>
                <a:gd name="connsiteY438" fmla="*/ 110489 h 138429"/>
                <a:gd name="connsiteX439" fmla="*/ 999491 w 4940931"/>
                <a:gd name="connsiteY439" fmla="*/ 107949 h 138429"/>
                <a:gd name="connsiteX440" fmla="*/ 989966 w 4940931"/>
                <a:gd name="connsiteY440" fmla="*/ 100329 h 138429"/>
                <a:gd name="connsiteX441" fmla="*/ 983616 w 4940931"/>
                <a:gd name="connsiteY441" fmla="*/ 87629 h 138429"/>
                <a:gd name="connsiteX442" fmla="*/ 981076 w 4940931"/>
                <a:gd name="connsiteY442" fmla="*/ 68579 h 138429"/>
                <a:gd name="connsiteX443" fmla="*/ 983616 w 4940931"/>
                <a:gd name="connsiteY443" fmla="*/ 51434 h 138429"/>
                <a:gd name="connsiteX444" fmla="*/ 990601 w 4940931"/>
                <a:gd name="connsiteY444" fmla="*/ 39369 h 138429"/>
                <a:gd name="connsiteX445" fmla="*/ 1000126 w 4940931"/>
                <a:gd name="connsiteY445" fmla="*/ 32384 h 138429"/>
                <a:gd name="connsiteX446" fmla="*/ 1011556 w 4940931"/>
                <a:gd name="connsiteY446" fmla="*/ 29844 h 138429"/>
                <a:gd name="connsiteX447" fmla="*/ 4871716 w 4940931"/>
                <a:gd name="connsiteY447" fmla="*/ 29210 h 138429"/>
                <a:gd name="connsiteX448" fmla="*/ 4885686 w 4940931"/>
                <a:gd name="connsiteY448" fmla="*/ 31750 h 138429"/>
                <a:gd name="connsiteX449" fmla="*/ 4897751 w 4940931"/>
                <a:gd name="connsiteY449" fmla="*/ 38100 h 138429"/>
                <a:gd name="connsiteX450" fmla="*/ 4899021 w 4940931"/>
                <a:gd name="connsiteY450" fmla="*/ 38100 h 138429"/>
                <a:gd name="connsiteX451" fmla="*/ 4892036 w 4940931"/>
                <a:gd name="connsiteY451" fmla="*/ 50165 h 138429"/>
                <a:gd name="connsiteX452" fmla="*/ 4882511 w 4940931"/>
                <a:gd name="connsiteY452" fmla="*/ 45085 h 138429"/>
                <a:gd name="connsiteX453" fmla="*/ 4872351 w 4940931"/>
                <a:gd name="connsiteY453" fmla="*/ 43180 h 138429"/>
                <a:gd name="connsiteX454" fmla="*/ 4864096 w 4940931"/>
                <a:gd name="connsiteY454" fmla="*/ 45085 h 138429"/>
                <a:gd name="connsiteX455" fmla="*/ 4861556 w 4940931"/>
                <a:gd name="connsiteY455" fmla="*/ 50165 h 138429"/>
                <a:gd name="connsiteX456" fmla="*/ 4861556 w 4940931"/>
                <a:gd name="connsiteY456" fmla="*/ 52705 h 138429"/>
                <a:gd name="connsiteX457" fmla="*/ 4863461 w 4940931"/>
                <a:gd name="connsiteY457" fmla="*/ 55245 h 138429"/>
                <a:gd name="connsiteX458" fmla="*/ 4867906 w 4940931"/>
                <a:gd name="connsiteY458" fmla="*/ 57785 h 138429"/>
                <a:gd name="connsiteX459" fmla="*/ 4874891 w 4940931"/>
                <a:gd name="connsiteY459" fmla="*/ 60960 h 138429"/>
                <a:gd name="connsiteX460" fmla="*/ 4886321 w 4940931"/>
                <a:gd name="connsiteY460" fmla="*/ 66040 h 138429"/>
                <a:gd name="connsiteX461" fmla="*/ 4894576 w 4940931"/>
                <a:gd name="connsiteY461" fmla="*/ 71120 h 138429"/>
                <a:gd name="connsiteX462" fmla="*/ 4899656 w 4940931"/>
                <a:gd name="connsiteY462" fmla="*/ 78105 h 138429"/>
                <a:gd name="connsiteX463" fmla="*/ 4901561 w 4940931"/>
                <a:gd name="connsiteY463" fmla="*/ 87630 h 138429"/>
                <a:gd name="connsiteX464" fmla="*/ 4899021 w 4940931"/>
                <a:gd name="connsiteY464" fmla="*/ 98425 h 138429"/>
                <a:gd name="connsiteX465" fmla="*/ 4892671 w 4940931"/>
                <a:gd name="connsiteY465" fmla="*/ 105410 h 138429"/>
                <a:gd name="connsiteX466" fmla="*/ 4883146 w 4940931"/>
                <a:gd name="connsiteY466" fmla="*/ 109220 h 138429"/>
                <a:gd name="connsiteX467" fmla="*/ 4872351 w 4940931"/>
                <a:gd name="connsiteY467" fmla="*/ 110490 h 138429"/>
                <a:gd name="connsiteX468" fmla="*/ 4857111 w 4940931"/>
                <a:gd name="connsiteY468" fmla="*/ 107950 h 138429"/>
                <a:gd name="connsiteX469" fmla="*/ 4842506 w 4940931"/>
                <a:gd name="connsiteY469" fmla="*/ 100965 h 138429"/>
                <a:gd name="connsiteX470" fmla="*/ 4849491 w 4940931"/>
                <a:gd name="connsiteY470" fmla="*/ 89535 h 138429"/>
                <a:gd name="connsiteX471" fmla="*/ 4860921 w 4940931"/>
                <a:gd name="connsiteY471" fmla="*/ 95250 h 138429"/>
                <a:gd name="connsiteX472" fmla="*/ 4872351 w 4940931"/>
                <a:gd name="connsiteY472" fmla="*/ 97155 h 138429"/>
                <a:gd name="connsiteX473" fmla="*/ 4883146 w 4940931"/>
                <a:gd name="connsiteY473" fmla="*/ 94615 h 138429"/>
                <a:gd name="connsiteX474" fmla="*/ 4886321 w 4940931"/>
                <a:gd name="connsiteY474" fmla="*/ 88265 h 138429"/>
                <a:gd name="connsiteX475" fmla="*/ 4885051 w 4940931"/>
                <a:gd name="connsiteY475" fmla="*/ 84455 h 138429"/>
                <a:gd name="connsiteX476" fmla="*/ 4881241 w 4940931"/>
                <a:gd name="connsiteY476" fmla="*/ 81280 h 138429"/>
                <a:gd name="connsiteX477" fmla="*/ 4875526 w 4940931"/>
                <a:gd name="connsiteY477" fmla="*/ 78105 h 138429"/>
                <a:gd name="connsiteX478" fmla="*/ 4867906 w 4940931"/>
                <a:gd name="connsiteY478" fmla="*/ 74930 h 138429"/>
                <a:gd name="connsiteX479" fmla="*/ 4857111 w 4940931"/>
                <a:gd name="connsiteY479" fmla="*/ 69850 h 138429"/>
                <a:gd name="connsiteX480" fmla="*/ 4850126 w 4940931"/>
                <a:gd name="connsiteY480" fmla="*/ 64770 h 138429"/>
                <a:gd name="connsiteX481" fmla="*/ 4846316 w 4940931"/>
                <a:gd name="connsiteY481" fmla="*/ 58420 h 138429"/>
                <a:gd name="connsiteX482" fmla="*/ 4845046 w 4940931"/>
                <a:gd name="connsiteY482" fmla="*/ 50165 h 138429"/>
                <a:gd name="connsiteX483" fmla="*/ 4846951 w 4940931"/>
                <a:gd name="connsiteY483" fmla="*/ 40640 h 138429"/>
                <a:gd name="connsiteX484" fmla="*/ 4852666 w 4940931"/>
                <a:gd name="connsiteY484" fmla="*/ 34290 h 138429"/>
                <a:gd name="connsiteX485" fmla="*/ 4860921 w 4940931"/>
                <a:gd name="connsiteY485" fmla="*/ 30480 h 138429"/>
                <a:gd name="connsiteX486" fmla="*/ 4871716 w 4940931"/>
                <a:gd name="connsiteY486" fmla="*/ 29210 h 138429"/>
                <a:gd name="connsiteX487" fmla="*/ 4749796 w 4940931"/>
                <a:gd name="connsiteY487" fmla="*/ 29210 h 138429"/>
                <a:gd name="connsiteX488" fmla="*/ 4757416 w 4940931"/>
                <a:gd name="connsiteY488" fmla="*/ 29845 h 138429"/>
                <a:gd name="connsiteX489" fmla="*/ 4763131 w 4940931"/>
                <a:gd name="connsiteY489" fmla="*/ 32385 h 138429"/>
                <a:gd name="connsiteX490" fmla="*/ 4759321 w 4940931"/>
                <a:gd name="connsiteY490" fmla="*/ 46990 h 138429"/>
                <a:gd name="connsiteX491" fmla="*/ 4758051 w 4940931"/>
                <a:gd name="connsiteY491" fmla="*/ 46990 h 138429"/>
                <a:gd name="connsiteX492" fmla="*/ 4752971 w 4940931"/>
                <a:gd name="connsiteY492" fmla="*/ 45085 h 138429"/>
                <a:gd name="connsiteX493" fmla="*/ 4746621 w 4940931"/>
                <a:gd name="connsiteY493" fmla="*/ 44450 h 138429"/>
                <a:gd name="connsiteX494" fmla="*/ 4735191 w 4940931"/>
                <a:gd name="connsiteY494" fmla="*/ 49530 h 138429"/>
                <a:gd name="connsiteX495" fmla="*/ 4731381 w 4940931"/>
                <a:gd name="connsiteY495" fmla="*/ 64770 h 138429"/>
                <a:gd name="connsiteX496" fmla="*/ 4731381 w 4940931"/>
                <a:gd name="connsiteY496" fmla="*/ 109220 h 138429"/>
                <a:gd name="connsiteX497" fmla="*/ 4716141 w 4940931"/>
                <a:gd name="connsiteY497" fmla="*/ 109220 h 138429"/>
                <a:gd name="connsiteX498" fmla="*/ 4716141 w 4940931"/>
                <a:gd name="connsiteY498" fmla="*/ 31115 h 138429"/>
                <a:gd name="connsiteX499" fmla="*/ 4731381 w 4940931"/>
                <a:gd name="connsiteY499" fmla="*/ 31115 h 138429"/>
                <a:gd name="connsiteX500" fmla="*/ 4731381 w 4940931"/>
                <a:gd name="connsiteY500" fmla="*/ 38735 h 138429"/>
                <a:gd name="connsiteX501" fmla="*/ 4734556 w 4940931"/>
                <a:gd name="connsiteY501" fmla="*/ 34925 h 138429"/>
                <a:gd name="connsiteX502" fmla="*/ 4739001 w 4940931"/>
                <a:gd name="connsiteY502" fmla="*/ 31750 h 138429"/>
                <a:gd name="connsiteX503" fmla="*/ 4744081 w 4940931"/>
                <a:gd name="connsiteY503" fmla="*/ 29845 h 138429"/>
                <a:gd name="connsiteX504" fmla="*/ 4749796 w 4940931"/>
                <a:gd name="connsiteY504" fmla="*/ 29210 h 138429"/>
                <a:gd name="connsiteX505" fmla="*/ 4349110 w 4940931"/>
                <a:gd name="connsiteY505" fmla="*/ 29210 h 138429"/>
                <a:gd name="connsiteX506" fmla="*/ 4356730 w 4940931"/>
                <a:gd name="connsiteY506" fmla="*/ 29845 h 138429"/>
                <a:gd name="connsiteX507" fmla="*/ 4362445 w 4940931"/>
                <a:gd name="connsiteY507" fmla="*/ 32385 h 138429"/>
                <a:gd name="connsiteX508" fmla="*/ 4358635 w 4940931"/>
                <a:gd name="connsiteY508" fmla="*/ 46990 h 138429"/>
                <a:gd name="connsiteX509" fmla="*/ 4357365 w 4940931"/>
                <a:gd name="connsiteY509" fmla="*/ 46990 h 138429"/>
                <a:gd name="connsiteX510" fmla="*/ 4352285 w 4940931"/>
                <a:gd name="connsiteY510" fmla="*/ 45085 h 138429"/>
                <a:gd name="connsiteX511" fmla="*/ 4345935 w 4940931"/>
                <a:gd name="connsiteY511" fmla="*/ 44450 h 138429"/>
                <a:gd name="connsiteX512" fmla="*/ 4334505 w 4940931"/>
                <a:gd name="connsiteY512" fmla="*/ 49530 h 138429"/>
                <a:gd name="connsiteX513" fmla="*/ 4330695 w 4940931"/>
                <a:gd name="connsiteY513" fmla="*/ 64770 h 138429"/>
                <a:gd name="connsiteX514" fmla="*/ 4330695 w 4940931"/>
                <a:gd name="connsiteY514" fmla="*/ 109220 h 138429"/>
                <a:gd name="connsiteX515" fmla="*/ 4315455 w 4940931"/>
                <a:gd name="connsiteY515" fmla="*/ 109220 h 138429"/>
                <a:gd name="connsiteX516" fmla="*/ 4315455 w 4940931"/>
                <a:gd name="connsiteY516" fmla="*/ 31115 h 138429"/>
                <a:gd name="connsiteX517" fmla="*/ 4330695 w 4940931"/>
                <a:gd name="connsiteY517" fmla="*/ 31115 h 138429"/>
                <a:gd name="connsiteX518" fmla="*/ 4330695 w 4940931"/>
                <a:gd name="connsiteY518" fmla="*/ 38735 h 138429"/>
                <a:gd name="connsiteX519" fmla="*/ 4333870 w 4940931"/>
                <a:gd name="connsiteY519" fmla="*/ 34925 h 138429"/>
                <a:gd name="connsiteX520" fmla="*/ 4338315 w 4940931"/>
                <a:gd name="connsiteY520" fmla="*/ 31750 h 138429"/>
                <a:gd name="connsiteX521" fmla="*/ 4343395 w 4940931"/>
                <a:gd name="connsiteY521" fmla="*/ 29845 h 138429"/>
                <a:gd name="connsiteX522" fmla="*/ 4349110 w 4940931"/>
                <a:gd name="connsiteY522" fmla="*/ 29210 h 138429"/>
                <a:gd name="connsiteX523" fmla="*/ 4044310 w 4940931"/>
                <a:gd name="connsiteY523" fmla="*/ 29210 h 138429"/>
                <a:gd name="connsiteX524" fmla="*/ 4058915 w 4940931"/>
                <a:gd name="connsiteY524" fmla="*/ 32385 h 138429"/>
                <a:gd name="connsiteX525" fmla="*/ 4069075 w 4940931"/>
                <a:gd name="connsiteY525" fmla="*/ 40640 h 138429"/>
                <a:gd name="connsiteX526" fmla="*/ 4075425 w 4940931"/>
                <a:gd name="connsiteY526" fmla="*/ 53340 h 138429"/>
                <a:gd name="connsiteX527" fmla="*/ 4077330 w 4940931"/>
                <a:gd name="connsiteY527" fmla="*/ 68580 h 138429"/>
                <a:gd name="connsiteX528" fmla="*/ 4076060 w 4940931"/>
                <a:gd name="connsiteY528" fmla="*/ 68580 h 138429"/>
                <a:gd name="connsiteX529" fmla="*/ 4076060 w 4940931"/>
                <a:gd name="connsiteY529" fmla="*/ 72390 h 138429"/>
                <a:gd name="connsiteX530" fmla="*/ 4076060 w 4940931"/>
                <a:gd name="connsiteY530" fmla="*/ 75565 h 138429"/>
                <a:gd name="connsiteX531" fmla="*/ 4024625 w 4940931"/>
                <a:gd name="connsiteY531" fmla="*/ 75565 h 138429"/>
                <a:gd name="connsiteX532" fmla="*/ 4027165 w 4940931"/>
                <a:gd name="connsiteY532" fmla="*/ 85090 h 138429"/>
                <a:gd name="connsiteX533" fmla="*/ 4031610 w 4940931"/>
                <a:gd name="connsiteY533" fmla="*/ 91440 h 138429"/>
                <a:gd name="connsiteX534" fmla="*/ 4037325 w 4940931"/>
                <a:gd name="connsiteY534" fmla="*/ 95250 h 138429"/>
                <a:gd name="connsiteX535" fmla="*/ 4044310 w 4940931"/>
                <a:gd name="connsiteY535" fmla="*/ 96520 h 138429"/>
                <a:gd name="connsiteX536" fmla="*/ 4049390 w 4940931"/>
                <a:gd name="connsiteY536" fmla="*/ 96520 h 138429"/>
                <a:gd name="connsiteX537" fmla="*/ 4053835 w 4940931"/>
                <a:gd name="connsiteY537" fmla="*/ 95250 h 138429"/>
                <a:gd name="connsiteX538" fmla="*/ 4057645 w 4940931"/>
                <a:gd name="connsiteY538" fmla="*/ 93345 h 138429"/>
                <a:gd name="connsiteX539" fmla="*/ 4062090 w 4940931"/>
                <a:gd name="connsiteY539" fmla="*/ 90805 h 138429"/>
                <a:gd name="connsiteX540" fmla="*/ 4070980 w 4940931"/>
                <a:gd name="connsiteY540" fmla="*/ 100330 h 138429"/>
                <a:gd name="connsiteX541" fmla="*/ 4065265 w 4940931"/>
                <a:gd name="connsiteY541" fmla="*/ 104775 h 138429"/>
                <a:gd name="connsiteX542" fmla="*/ 4059550 w 4940931"/>
                <a:gd name="connsiteY542" fmla="*/ 107950 h 138429"/>
                <a:gd name="connsiteX543" fmla="*/ 4052565 w 4940931"/>
                <a:gd name="connsiteY543" fmla="*/ 109855 h 138429"/>
                <a:gd name="connsiteX544" fmla="*/ 4043675 w 4940931"/>
                <a:gd name="connsiteY544" fmla="*/ 110490 h 138429"/>
                <a:gd name="connsiteX545" fmla="*/ 4034150 w 4940931"/>
                <a:gd name="connsiteY545" fmla="*/ 109220 h 138429"/>
                <a:gd name="connsiteX546" fmla="*/ 4026530 w 4940931"/>
                <a:gd name="connsiteY546" fmla="*/ 105410 h 138429"/>
                <a:gd name="connsiteX547" fmla="*/ 4020180 w 4940931"/>
                <a:gd name="connsiteY547" fmla="*/ 100330 h 138429"/>
                <a:gd name="connsiteX548" fmla="*/ 4015100 w 4940931"/>
                <a:gd name="connsiteY548" fmla="*/ 92710 h 138429"/>
                <a:gd name="connsiteX549" fmla="*/ 4011290 w 4940931"/>
                <a:gd name="connsiteY549" fmla="*/ 82550 h 138429"/>
                <a:gd name="connsiteX550" fmla="*/ 4010020 w 4940931"/>
                <a:gd name="connsiteY550" fmla="*/ 69850 h 138429"/>
                <a:gd name="connsiteX551" fmla="*/ 4012560 w 4940931"/>
                <a:gd name="connsiteY551" fmla="*/ 52070 h 138429"/>
                <a:gd name="connsiteX552" fmla="*/ 4019545 w 4940931"/>
                <a:gd name="connsiteY552" fmla="*/ 39370 h 138429"/>
                <a:gd name="connsiteX553" fmla="*/ 4030340 w 4940931"/>
                <a:gd name="connsiteY553" fmla="*/ 31750 h 138429"/>
                <a:gd name="connsiteX554" fmla="*/ 4044310 w 4940931"/>
                <a:gd name="connsiteY554" fmla="*/ 29210 h 138429"/>
                <a:gd name="connsiteX555" fmla="*/ 3811900 w 4940931"/>
                <a:gd name="connsiteY555" fmla="*/ 29210 h 138429"/>
                <a:gd name="connsiteX556" fmla="*/ 3819520 w 4940931"/>
                <a:gd name="connsiteY556" fmla="*/ 29845 h 138429"/>
                <a:gd name="connsiteX557" fmla="*/ 3825235 w 4940931"/>
                <a:gd name="connsiteY557" fmla="*/ 32385 h 138429"/>
                <a:gd name="connsiteX558" fmla="*/ 3821425 w 4940931"/>
                <a:gd name="connsiteY558" fmla="*/ 46990 h 138429"/>
                <a:gd name="connsiteX559" fmla="*/ 3820155 w 4940931"/>
                <a:gd name="connsiteY559" fmla="*/ 46990 h 138429"/>
                <a:gd name="connsiteX560" fmla="*/ 3815075 w 4940931"/>
                <a:gd name="connsiteY560" fmla="*/ 45085 h 138429"/>
                <a:gd name="connsiteX561" fmla="*/ 3808725 w 4940931"/>
                <a:gd name="connsiteY561" fmla="*/ 44450 h 138429"/>
                <a:gd name="connsiteX562" fmla="*/ 3797295 w 4940931"/>
                <a:gd name="connsiteY562" fmla="*/ 49530 h 138429"/>
                <a:gd name="connsiteX563" fmla="*/ 3793485 w 4940931"/>
                <a:gd name="connsiteY563" fmla="*/ 64770 h 138429"/>
                <a:gd name="connsiteX564" fmla="*/ 3793485 w 4940931"/>
                <a:gd name="connsiteY564" fmla="*/ 109220 h 138429"/>
                <a:gd name="connsiteX565" fmla="*/ 3778245 w 4940931"/>
                <a:gd name="connsiteY565" fmla="*/ 109220 h 138429"/>
                <a:gd name="connsiteX566" fmla="*/ 3778245 w 4940931"/>
                <a:gd name="connsiteY566" fmla="*/ 31115 h 138429"/>
                <a:gd name="connsiteX567" fmla="*/ 3793485 w 4940931"/>
                <a:gd name="connsiteY567" fmla="*/ 31115 h 138429"/>
                <a:gd name="connsiteX568" fmla="*/ 3793485 w 4940931"/>
                <a:gd name="connsiteY568" fmla="*/ 38735 h 138429"/>
                <a:gd name="connsiteX569" fmla="*/ 3796660 w 4940931"/>
                <a:gd name="connsiteY569" fmla="*/ 34925 h 138429"/>
                <a:gd name="connsiteX570" fmla="*/ 3801105 w 4940931"/>
                <a:gd name="connsiteY570" fmla="*/ 31750 h 138429"/>
                <a:gd name="connsiteX571" fmla="*/ 3806185 w 4940931"/>
                <a:gd name="connsiteY571" fmla="*/ 29845 h 138429"/>
                <a:gd name="connsiteX572" fmla="*/ 3811900 w 4940931"/>
                <a:gd name="connsiteY572" fmla="*/ 29210 h 138429"/>
                <a:gd name="connsiteX573" fmla="*/ 3729986 w 4940931"/>
                <a:gd name="connsiteY573" fmla="*/ 29210 h 138429"/>
                <a:gd name="connsiteX574" fmla="*/ 3744591 w 4940931"/>
                <a:gd name="connsiteY574" fmla="*/ 32385 h 138429"/>
                <a:gd name="connsiteX575" fmla="*/ 3754751 w 4940931"/>
                <a:gd name="connsiteY575" fmla="*/ 40640 h 138429"/>
                <a:gd name="connsiteX576" fmla="*/ 3761101 w 4940931"/>
                <a:gd name="connsiteY576" fmla="*/ 53340 h 138429"/>
                <a:gd name="connsiteX577" fmla="*/ 3763006 w 4940931"/>
                <a:gd name="connsiteY577" fmla="*/ 68580 h 138429"/>
                <a:gd name="connsiteX578" fmla="*/ 3761736 w 4940931"/>
                <a:gd name="connsiteY578" fmla="*/ 68580 h 138429"/>
                <a:gd name="connsiteX579" fmla="*/ 3761736 w 4940931"/>
                <a:gd name="connsiteY579" fmla="*/ 72390 h 138429"/>
                <a:gd name="connsiteX580" fmla="*/ 3761736 w 4940931"/>
                <a:gd name="connsiteY580" fmla="*/ 75565 h 138429"/>
                <a:gd name="connsiteX581" fmla="*/ 3710301 w 4940931"/>
                <a:gd name="connsiteY581" fmla="*/ 75565 h 138429"/>
                <a:gd name="connsiteX582" fmla="*/ 3712841 w 4940931"/>
                <a:gd name="connsiteY582" fmla="*/ 85090 h 138429"/>
                <a:gd name="connsiteX583" fmla="*/ 3717286 w 4940931"/>
                <a:gd name="connsiteY583" fmla="*/ 91440 h 138429"/>
                <a:gd name="connsiteX584" fmla="*/ 3723001 w 4940931"/>
                <a:gd name="connsiteY584" fmla="*/ 95250 h 138429"/>
                <a:gd name="connsiteX585" fmla="*/ 3729986 w 4940931"/>
                <a:gd name="connsiteY585" fmla="*/ 96520 h 138429"/>
                <a:gd name="connsiteX586" fmla="*/ 3735066 w 4940931"/>
                <a:gd name="connsiteY586" fmla="*/ 96520 h 138429"/>
                <a:gd name="connsiteX587" fmla="*/ 3739511 w 4940931"/>
                <a:gd name="connsiteY587" fmla="*/ 95250 h 138429"/>
                <a:gd name="connsiteX588" fmla="*/ 3743321 w 4940931"/>
                <a:gd name="connsiteY588" fmla="*/ 93345 h 138429"/>
                <a:gd name="connsiteX589" fmla="*/ 3747766 w 4940931"/>
                <a:gd name="connsiteY589" fmla="*/ 90805 h 138429"/>
                <a:gd name="connsiteX590" fmla="*/ 3756656 w 4940931"/>
                <a:gd name="connsiteY590" fmla="*/ 100330 h 138429"/>
                <a:gd name="connsiteX591" fmla="*/ 3750941 w 4940931"/>
                <a:gd name="connsiteY591" fmla="*/ 104775 h 138429"/>
                <a:gd name="connsiteX592" fmla="*/ 3745226 w 4940931"/>
                <a:gd name="connsiteY592" fmla="*/ 107950 h 138429"/>
                <a:gd name="connsiteX593" fmla="*/ 3738241 w 4940931"/>
                <a:gd name="connsiteY593" fmla="*/ 109855 h 138429"/>
                <a:gd name="connsiteX594" fmla="*/ 3729351 w 4940931"/>
                <a:gd name="connsiteY594" fmla="*/ 110490 h 138429"/>
                <a:gd name="connsiteX595" fmla="*/ 3719826 w 4940931"/>
                <a:gd name="connsiteY595" fmla="*/ 109220 h 138429"/>
                <a:gd name="connsiteX596" fmla="*/ 3712206 w 4940931"/>
                <a:gd name="connsiteY596" fmla="*/ 105410 h 138429"/>
                <a:gd name="connsiteX597" fmla="*/ 3705856 w 4940931"/>
                <a:gd name="connsiteY597" fmla="*/ 100330 h 138429"/>
                <a:gd name="connsiteX598" fmla="*/ 3700776 w 4940931"/>
                <a:gd name="connsiteY598" fmla="*/ 92710 h 138429"/>
                <a:gd name="connsiteX599" fmla="*/ 3696966 w 4940931"/>
                <a:gd name="connsiteY599" fmla="*/ 82550 h 138429"/>
                <a:gd name="connsiteX600" fmla="*/ 3695696 w 4940931"/>
                <a:gd name="connsiteY600" fmla="*/ 69850 h 138429"/>
                <a:gd name="connsiteX601" fmla="*/ 3698236 w 4940931"/>
                <a:gd name="connsiteY601" fmla="*/ 52070 h 138429"/>
                <a:gd name="connsiteX602" fmla="*/ 3705221 w 4940931"/>
                <a:gd name="connsiteY602" fmla="*/ 39370 h 138429"/>
                <a:gd name="connsiteX603" fmla="*/ 3716016 w 4940931"/>
                <a:gd name="connsiteY603" fmla="*/ 31750 h 138429"/>
                <a:gd name="connsiteX604" fmla="*/ 3729986 w 4940931"/>
                <a:gd name="connsiteY604" fmla="*/ 29210 h 138429"/>
                <a:gd name="connsiteX605" fmla="*/ 3543296 w 4940931"/>
                <a:gd name="connsiteY605" fmla="*/ 29210 h 138429"/>
                <a:gd name="connsiteX606" fmla="*/ 3557901 w 4940931"/>
                <a:gd name="connsiteY606" fmla="*/ 32385 h 138429"/>
                <a:gd name="connsiteX607" fmla="*/ 3568061 w 4940931"/>
                <a:gd name="connsiteY607" fmla="*/ 40640 h 138429"/>
                <a:gd name="connsiteX608" fmla="*/ 3574411 w 4940931"/>
                <a:gd name="connsiteY608" fmla="*/ 53340 h 138429"/>
                <a:gd name="connsiteX609" fmla="*/ 3576316 w 4940931"/>
                <a:gd name="connsiteY609" fmla="*/ 68580 h 138429"/>
                <a:gd name="connsiteX610" fmla="*/ 3575046 w 4940931"/>
                <a:gd name="connsiteY610" fmla="*/ 68580 h 138429"/>
                <a:gd name="connsiteX611" fmla="*/ 3575046 w 4940931"/>
                <a:gd name="connsiteY611" fmla="*/ 72390 h 138429"/>
                <a:gd name="connsiteX612" fmla="*/ 3575046 w 4940931"/>
                <a:gd name="connsiteY612" fmla="*/ 75565 h 138429"/>
                <a:gd name="connsiteX613" fmla="*/ 3523611 w 4940931"/>
                <a:gd name="connsiteY613" fmla="*/ 75565 h 138429"/>
                <a:gd name="connsiteX614" fmla="*/ 3526151 w 4940931"/>
                <a:gd name="connsiteY614" fmla="*/ 85090 h 138429"/>
                <a:gd name="connsiteX615" fmla="*/ 3530596 w 4940931"/>
                <a:gd name="connsiteY615" fmla="*/ 91440 h 138429"/>
                <a:gd name="connsiteX616" fmla="*/ 3536311 w 4940931"/>
                <a:gd name="connsiteY616" fmla="*/ 95250 h 138429"/>
                <a:gd name="connsiteX617" fmla="*/ 3543296 w 4940931"/>
                <a:gd name="connsiteY617" fmla="*/ 96520 h 138429"/>
                <a:gd name="connsiteX618" fmla="*/ 3548376 w 4940931"/>
                <a:gd name="connsiteY618" fmla="*/ 96520 h 138429"/>
                <a:gd name="connsiteX619" fmla="*/ 3552821 w 4940931"/>
                <a:gd name="connsiteY619" fmla="*/ 95250 h 138429"/>
                <a:gd name="connsiteX620" fmla="*/ 3556631 w 4940931"/>
                <a:gd name="connsiteY620" fmla="*/ 93345 h 138429"/>
                <a:gd name="connsiteX621" fmla="*/ 3561076 w 4940931"/>
                <a:gd name="connsiteY621" fmla="*/ 90805 h 138429"/>
                <a:gd name="connsiteX622" fmla="*/ 3569966 w 4940931"/>
                <a:gd name="connsiteY622" fmla="*/ 100330 h 138429"/>
                <a:gd name="connsiteX623" fmla="*/ 3564251 w 4940931"/>
                <a:gd name="connsiteY623" fmla="*/ 104775 h 138429"/>
                <a:gd name="connsiteX624" fmla="*/ 3558536 w 4940931"/>
                <a:gd name="connsiteY624" fmla="*/ 107950 h 138429"/>
                <a:gd name="connsiteX625" fmla="*/ 3551551 w 4940931"/>
                <a:gd name="connsiteY625" fmla="*/ 109855 h 138429"/>
                <a:gd name="connsiteX626" fmla="*/ 3542661 w 4940931"/>
                <a:gd name="connsiteY626" fmla="*/ 110490 h 138429"/>
                <a:gd name="connsiteX627" fmla="*/ 3533136 w 4940931"/>
                <a:gd name="connsiteY627" fmla="*/ 109220 h 138429"/>
                <a:gd name="connsiteX628" fmla="*/ 3525516 w 4940931"/>
                <a:gd name="connsiteY628" fmla="*/ 105410 h 138429"/>
                <a:gd name="connsiteX629" fmla="*/ 3519166 w 4940931"/>
                <a:gd name="connsiteY629" fmla="*/ 100330 h 138429"/>
                <a:gd name="connsiteX630" fmla="*/ 3514086 w 4940931"/>
                <a:gd name="connsiteY630" fmla="*/ 92710 h 138429"/>
                <a:gd name="connsiteX631" fmla="*/ 3510276 w 4940931"/>
                <a:gd name="connsiteY631" fmla="*/ 82550 h 138429"/>
                <a:gd name="connsiteX632" fmla="*/ 3509006 w 4940931"/>
                <a:gd name="connsiteY632" fmla="*/ 69850 h 138429"/>
                <a:gd name="connsiteX633" fmla="*/ 3511546 w 4940931"/>
                <a:gd name="connsiteY633" fmla="*/ 52070 h 138429"/>
                <a:gd name="connsiteX634" fmla="*/ 3518531 w 4940931"/>
                <a:gd name="connsiteY634" fmla="*/ 39370 h 138429"/>
                <a:gd name="connsiteX635" fmla="*/ 3529326 w 4940931"/>
                <a:gd name="connsiteY635" fmla="*/ 31750 h 138429"/>
                <a:gd name="connsiteX636" fmla="*/ 3543296 w 4940931"/>
                <a:gd name="connsiteY636" fmla="*/ 29210 h 138429"/>
                <a:gd name="connsiteX637" fmla="*/ 3345176 w 4940931"/>
                <a:gd name="connsiteY637" fmla="*/ 29210 h 138429"/>
                <a:gd name="connsiteX638" fmla="*/ 3359781 w 4940931"/>
                <a:gd name="connsiteY638" fmla="*/ 32385 h 138429"/>
                <a:gd name="connsiteX639" fmla="*/ 3369941 w 4940931"/>
                <a:gd name="connsiteY639" fmla="*/ 40640 h 138429"/>
                <a:gd name="connsiteX640" fmla="*/ 3376291 w 4940931"/>
                <a:gd name="connsiteY640" fmla="*/ 53340 h 138429"/>
                <a:gd name="connsiteX641" fmla="*/ 3378196 w 4940931"/>
                <a:gd name="connsiteY641" fmla="*/ 68580 h 138429"/>
                <a:gd name="connsiteX642" fmla="*/ 3376926 w 4940931"/>
                <a:gd name="connsiteY642" fmla="*/ 68580 h 138429"/>
                <a:gd name="connsiteX643" fmla="*/ 3376926 w 4940931"/>
                <a:gd name="connsiteY643" fmla="*/ 72390 h 138429"/>
                <a:gd name="connsiteX644" fmla="*/ 3376926 w 4940931"/>
                <a:gd name="connsiteY644" fmla="*/ 75565 h 138429"/>
                <a:gd name="connsiteX645" fmla="*/ 3325491 w 4940931"/>
                <a:gd name="connsiteY645" fmla="*/ 75565 h 138429"/>
                <a:gd name="connsiteX646" fmla="*/ 3328031 w 4940931"/>
                <a:gd name="connsiteY646" fmla="*/ 85090 h 138429"/>
                <a:gd name="connsiteX647" fmla="*/ 3332476 w 4940931"/>
                <a:gd name="connsiteY647" fmla="*/ 91440 h 138429"/>
                <a:gd name="connsiteX648" fmla="*/ 3338191 w 4940931"/>
                <a:gd name="connsiteY648" fmla="*/ 95250 h 138429"/>
                <a:gd name="connsiteX649" fmla="*/ 3345176 w 4940931"/>
                <a:gd name="connsiteY649" fmla="*/ 96520 h 138429"/>
                <a:gd name="connsiteX650" fmla="*/ 3350256 w 4940931"/>
                <a:gd name="connsiteY650" fmla="*/ 96520 h 138429"/>
                <a:gd name="connsiteX651" fmla="*/ 3354701 w 4940931"/>
                <a:gd name="connsiteY651" fmla="*/ 95250 h 138429"/>
                <a:gd name="connsiteX652" fmla="*/ 3358511 w 4940931"/>
                <a:gd name="connsiteY652" fmla="*/ 93345 h 138429"/>
                <a:gd name="connsiteX653" fmla="*/ 3362956 w 4940931"/>
                <a:gd name="connsiteY653" fmla="*/ 90805 h 138429"/>
                <a:gd name="connsiteX654" fmla="*/ 3371846 w 4940931"/>
                <a:gd name="connsiteY654" fmla="*/ 100330 h 138429"/>
                <a:gd name="connsiteX655" fmla="*/ 3366131 w 4940931"/>
                <a:gd name="connsiteY655" fmla="*/ 104775 h 138429"/>
                <a:gd name="connsiteX656" fmla="*/ 3360416 w 4940931"/>
                <a:gd name="connsiteY656" fmla="*/ 107950 h 138429"/>
                <a:gd name="connsiteX657" fmla="*/ 3353431 w 4940931"/>
                <a:gd name="connsiteY657" fmla="*/ 109855 h 138429"/>
                <a:gd name="connsiteX658" fmla="*/ 3344541 w 4940931"/>
                <a:gd name="connsiteY658" fmla="*/ 110490 h 138429"/>
                <a:gd name="connsiteX659" fmla="*/ 3335016 w 4940931"/>
                <a:gd name="connsiteY659" fmla="*/ 109220 h 138429"/>
                <a:gd name="connsiteX660" fmla="*/ 3327396 w 4940931"/>
                <a:gd name="connsiteY660" fmla="*/ 105410 h 138429"/>
                <a:gd name="connsiteX661" fmla="*/ 3321046 w 4940931"/>
                <a:gd name="connsiteY661" fmla="*/ 100330 h 138429"/>
                <a:gd name="connsiteX662" fmla="*/ 3315966 w 4940931"/>
                <a:gd name="connsiteY662" fmla="*/ 92710 h 138429"/>
                <a:gd name="connsiteX663" fmla="*/ 3312156 w 4940931"/>
                <a:gd name="connsiteY663" fmla="*/ 82550 h 138429"/>
                <a:gd name="connsiteX664" fmla="*/ 3310886 w 4940931"/>
                <a:gd name="connsiteY664" fmla="*/ 69850 h 138429"/>
                <a:gd name="connsiteX665" fmla="*/ 3313426 w 4940931"/>
                <a:gd name="connsiteY665" fmla="*/ 52070 h 138429"/>
                <a:gd name="connsiteX666" fmla="*/ 3320411 w 4940931"/>
                <a:gd name="connsiteY666" fmla="*/ 39370 h 138429"/>
                <a:gd name="connsiteX667" fmla="*/ 3331206 w 4940931"/>
                <a:gd name="connsiteY667" fmla="*/ 31750 h 138429"/>
                <a:gd name="connsiteX668" fmla="*/ 3345176 w 4940931"/>
                <a:gd name="connsiteY668" fmla="*/ 29210 h 138429"/>
                <a:gd name="connsiteX669" fmla="*/ 3060696 w 4940931"/>
                <a:gd name="connsiteY669" fmla="*/ 29210 h 138429"/>
                <a:gd name="connsiteX670" fmla="*/ 3068316 w 4940931"/>
                <a:gd name="connsiteY670" fmla="*/ 29845 h 138429"/>
                <a:gd name="connsiteX671" fmla="*/ 3074031 w 4940931"/>
                <a:gd name="connsiteY671" fmla="*/ 32385 h 138429"/>
                <a:gd name="connsiteX672" fmla="*/ 3070221 w 4940931"/>
                <a:gd name="connsiteY672" fmla="*/ 46990 h 138429"/>
                <a:gd name="connsiteX673" fmla="*/ 3068951 w 4940931"/>
                <a:gd name="connsiteY673" fmla="*/ 46990 h 138429"/>
                <a:gd name="connsiteX674" fmla="*/ 3063871 w 4940931"/>
                <a:gd name="connsiteY674" fmla="*/ 45085 h 138429"/>
                <a:gd name="connsiteX675" fmla="*/ 3057521 w 4940931"/>
                <a:gd name="connsiteY675" fmla="*/ 44450 h 138429"/>
                <a:gd name="connsiteX676" fmla="*/ 3046091 w 4940931"/>
                <a:gd name="connsiteY676" fmla="*/ 49530 h 138429"/>
                <a:gd name="connsiteX677" fmla="*/ 3042281 w 4940931"/>
                <a:gd name="connsiteY677" fmla="*/ 64770 h 138429"/>
                <a:gd name="connsiteX678" fmla="*/ 3042281 w 4940931"/>
                <a:gd name="connsiteY678" fmla="*/ 109220 h 138429"/>
                <a:gd name="connsiteX679" fmla="*/ 3027041 w 4940931"/>
                <a:gd name="connsiteY679" fmla="*/ 109220 h 138429"/>
                <a:gd name="connsiteX680" fmla="*/ 3027041 w 4940931"/>
                <a:gd name="connsiteY680" fmla="*/ 31115 h 138429"/>
                <a:gd name="connsiteX681" fmla="*/ 3042281 w 4940931"/>
                <a:gd name="connsiteY681" fmla="*/ 31115 h 138429"/>
                <a:gd name="connsiteX682" fmla="*/ 3042281 w 4940931"/>
                <a:gd name="connsiteY682" fmla="*/ 38735 h 138429"/>
                <a:gd name="connsiteX683" fmla="*/ 3045456 w 4940931"/>
                <a:gd name="connsiteY683" fmla="*/ 34925 h 138429"/>
                <a:gd name="connsiteX684" fmla="*/ 3049901 w 4940931"/>
                <a:gd name="connsiteY684" fmla="*/ 31750 h 138429"/>
                <a:gd name="connsiteX685" fmla="*/ 3054981 w 4940931"/>
                <a:gd name="connsiteY685" fmla="*/ 29845 h 138429"/>
                <a:gd name="connsiteX686" fmla="*/ 3060696 w 4940931"/>
                <a:gd name="connsiteY686" fmla="*/ 29210 h 138429"/>
                <a:gd name="connsiteX687" fmla="*/ 2978781 w 4940931"/>
                <a:gd name="connsiteY687" fmla="*/ 29210 h 138429"/>
                <a:gd name="connsiteX688" fmla="*/ 2993386 w 4940931"/>
                <a:gd name="connsiteY688" fmla="*/ 32385 h 138429"/>
                <a:gd name="connsiteX689" fmla="*/ 3003546 w 4940931"/>
                <a:gd name="connsiteY689" fmla="*/ 40640 h 138429"/>
                <a:gd name="connsiteX690" fmla="*/ 3009896 w 4940931"/>
                <a:gd name="connsiteY690" fmla="*/ 53340 h 138429"/>
                <a:gd name="connsiteX691" fmla="*/ 3011801 w 4940931"/>
                <a:gd name="connsiteY691" fmla="*/ 68580 h 138429"/>
                <a:gd name="connsiteX692" fmla="*/ 3010531 w 4940931"/>
                <a:gd name="connsiteY692" fmla="*/ 68580 h 138429"/>
                <a:gd name="connsiteX693" fmla="*/ 3010531 w 4940931"/>
                <a:gd name="connsiteY693" fmla="*/ 72390 h 138429"/>
                <a:gd name="connsiteX694" fmla="*/ 3010531 w 4940931"/>
                <a:gd name="connsiteY694" fmla="*/ 75565 h 138429"/>
                <a:gd name="connsiteX695" fmla="*/ 2959096 w 4940931"/>
                <a:gd name="connsiteY695" fmla="*/ 75565 h 138429"/>
                <a:gd name="connsiteX696" fmla="*/ 2961636 w 4940931"/>
                <a:gd name="connsiteY696" fmla="*/ 85090 h 138429"/>
                <a:gd name="connsiteX697" fmla="*/ 2966081 w 4940931"/>
                <a:gd name="connsiteY697" fmla="*/ 91440 h 138429"/>
                <a:gd name="connsiteX698" fmla="*/ 2971796 w 4940931"/>
                <a:gd name="connsiteY698" fmla="*/ 95250 h 138429"/>
                <a:gd name="connsiteX699" fmla="*/ 2978781 w 4940931"/>
                <a:gd name="connsiteY699" fmla="*/ 96520 h 138429"/>
                <a:gd name="connsiteX700" fmla="*/ 2983861 w 4940931"/>
                <a:gd name="connsiteY700" fmla="*/ 96520 h 138429"/>
                <a:gd name="connsiteX701" fmla="*/ 2988306 w 4940931"/>
                <a:gd name="connsiteY701" fmla="*/ 95250 h 138429"/>
                <a:gd name="connsiteX702" fmla="*/ 2992116 w 4940931"/>
                <a:gd name="connsiteY702" fmla="*/ 93345 h 138429"/>
                <a:gd name="connsiteX703" fmla="*/ 2996561 w 4940931"/>
                <a:gd name="connsiteY703" fmla="*/ 90805 h 138429"/>
                <a:gd name="connsiteX704" fmla="*/ 3005451 w 4940931"/>
                <a:gd name="connsiteY704" fmla="*/ 100330 h 138429"/>
                <a:gd name="connsiteX705" fmla="*/ 2999736 w 4940931"/>
                <a:gd name="connsiteY705" fmla="*/ 104775 h 138429"/>
                <a:gd name="connsiteX706" fmla="*/ 2994021 w 4940931"/>
                <a:gd name="connsiteY706" fmla="*/ 107950 h 138429"/>
                <a:gd name="connsiteX707" fmla="*/ 2987036 w 4940931"/>
                <a:gd name="connsiteY707" fmla="*/ 109855 h 138429"/>
                <a:gd name="connsiteX708" fmla="*/ 2978146 w 4940931"/>
                <a:gd name="connsiteY708" fmla="*/ 110490 h 138429"/>
                <a:gd name="connsiteX709" fmla="*/ 2968621 w 4940931"/>
                <a:gd name="connsiteY709" fmla="*/ 109220 h 138429"/>
                <a:gd name="connsiteX710" fmla="*/ 2961001 w 4940931"/>
                <a:gd name="connsiteY710" fmla="*/ 105410 h 138429"/>
                <a:gd name="connsiteX711" fmla="*/ 2954651 w 4940931"/>
                <a:gd name="connsiteY711" fmla="*/ 100330 h 138429"/>
                <a:gd name="connsiteX712" fmla="*/ 2949571 w 4940931"/>
                <a:gd name="connsiteY712" fmla="*/ 92710 h 138429"/>
                <a:gd name="connsiteX713" fmla="*/ 2945761 w 4940931"/>
                <a:gd name="connsiteY713" fmla="*/ 82550 h 138429"/>
                <a:gd name="connsiteX714" fmla="*/ 2944491 w 4940931"/>
                <a:gd name="connsiteY714" fmla="*/ 69850 h 138429"/>
                <a:gd name="connsiteX715" fmla="*/ 2947031 w 4940931"/>
                <a:gd name="connsiteY715" fmla="*/ 52070 h 138429"/>
                <a:gd name="connsiteX716" fmla="*/ 2954016 w 4940931"/>
                <a:gd name="connsiteY716" fmla="*/ 39370 h 138429"/>
                <a:gd name="connsiteX717" fmla="*/ 2964811 w 4940931"/>
                <a:gd name="connsiteY717" fmla="*/ 31750 h 138429"/>
                <a:gd name="connsiteX718" fmla="*/ 2978781 w 4940931"/>
                <a:gd name="connsiteY718" fmla="*/ 29210 h 138429"/>
                <a:gd name="connsiteX719" fmla="*/ 2798440 w 4940931"/>
                <a:gd name="connsiteY719" fmla="*/ 29210 h 138429"/>
                <a:gd name="connsiteX720" fmla="*/ 2813045 w 4940931"/>
                <a:gd name="connsiteY720" fmla="*/ 31750 h 138429"/>
                <a:gd name="connsiteX721" fmla="*/ 2825110 w 4940931"/>
                <a:gd name="connsiteY721" fmla="*/ 38100 h 138429"/>
                <a:gd name="connsiteX722" fmla="*/ 2827015 w 4940931"/>
                <a:gd name="connsiteY722" fmla="*/ 38100 h 138429"/>
                <a:gd name="connsiteX723" fmla="*/ 2820030 w 4940931"/>
                <a:gd name="connsiteY723" fmla="*/ 50165 h 138429"/>
                <a:gd name="connsiteX724" fmla="*/ 2810505 w 4940931"/>
                <a:gd name="connsiteY724" fmla="*/ 45085 h 138429"/>
                <a:gd name="connsiteX725" fmla="*/ 2799710 w 4940931"/>
                <a:gd name="connsiteY725" fmla="*/ 43180 h 138429"/>
                <a:gd name="connsiteX726" fmla="*/ 2791455 w 4940931"/>
                <a:gd name="connsiteY726" fmla="*/ 45085 h 138429"/>
                <a:gd name="connsiteX727" fmla="*/ 2788915 w 4940931"/>
                <a:gd name="connsiteY727" fmla="*/ 50165 h 138429"/>
                <a:gd name="connsiteX728" fmla="*/ 2788915 w 4940931"/>
                <a:gd name="connsiteY728" fmla="*/ 52705 h 138429"/>
                <a:gd name="connsiteX729" fmla="*/ 2790820 w 4940931"/>
                <a:gd name="connsiteY729" fmla="*/ 55245 h 138429"/>
                <a:gd name="connsiteX730" fmla="*/ 2795265 w 4940931"/>
                <a:gd name="connsiteY730" fmla="*/ 57785 h 138429"/>
                <a:gd name="connsiteX731" fmla="*/ 2802250 w 4940931"/>
                <a:gd name="connsiteY731" fmla="*/ 60960 h 138429"/>
                <a:gd name="connsiteX732" fmla="*/ 2813680 w 4940931"/>
                <a:gd name="connsiteY732" fmla="*/ 66040 h 138429"/>
                <a:gd name="connsiteX733" fmla="*/ 2821935 w 4940931"/>
                <a:gd name="connsiteY733" fmla="*/ 71120 h 138429"/>
                <a:gd name="connsiteX734" fmla="*/ 2827015 w 4940931"/>
                <a:gd name="connsiteY734" fmla="*/ 78105 h 138429"/>
                <a:gd name="connsiteX735" fmla="*/ 2828920 w 4940931"/>
                <a:gd name="connsiteY735" fmla="*/ 87630 h 138429"/>
                <a:gd name="connsiteX736" fmla="*/ 2826380 w 4940931"/>
                <a:gd name="connsiteY736" fmla="*/ 98425 h 138429"/>
                <a:gd name="connsiteX737" fmla="*/ 2820030 w 4940931"/>
                <a:gd name="connsiteY737" fmla="*/ 105410 h 138429"/>
                <a:gd name="connsiteX738" fmla="*/ 2810505 w 4940931"/>
                <a:gd name="connsiteY738" fmla="*/ 109220 h 138429"/>
                <a:gd name="connsiteX739" fmla="*/ 2799710 w 4940931"/>
                <a:gd name="connsiteY739" fmla="*/ 110490 h 138429"/>
                <a:gd name="connsiteX740" fmla="*/ 2783835 w 4940931"/>
                <a:gd name="connsiteY740" fmla="*/ 107950 h 138429"/>
                <a:gd name="connsiteX741" fmla="*/ 2769230 w 4940931"/>
                <a:gd name="connsiteY741" fmla="*/ 100965 h 138429"/>
                <a:gd name="connsiteX742" fmla="*/ 2776215 w 4940931"/>
                <a:gd name="connsiteY742" fmla="*/ 89535 h 138429"/>
                <a:gd name="connsiteX743" fmla="*/ 2787645 w 4940931"/>
                <a:gd name="connsiteY743" fmla="*/ 95250 h 138429"/>
                <a:gd name="connsiteX744" fmla="*/ 2799075 w 4940931"/>
                <a:gd name="connsiteY744" fmla="*/ 97155 h 138429"/>
                <a:gd name="connsiteX745" fmla="*/ 2809870 w 4940931"/>
                <a:gd name="connsiteY745" fmla="*/ 94615 h 138429"/>
                <a:gd name="connsiteX746" fmla="*/ 2813045 w 4940931"/>
                <a:gd name="connsiteY746" fmla="*/ 88265 h 138429"/>
                <a:gd name="connsiteX747" fmla="*/ 2811775 w 4940931"/>
                <a:gd name="connsiteY747" fmla="*/ 84455 h 138429"/>
                <a:gd name="connsiteX748" fmla="*/ 2807965 w 4940931"/>
                <a:gd name="connsiteY748" fmla="*/ 81280 h 138429"/>
                <a:gd name="connsiteX749" fmla="*/ 2802250 w 4940931"/>
                <a:gd name="connsiteY749" fmla="*/ 78105 h 138429"/>
                <a:gd name="connsiteX750" fmla="*/ 2794630 w 4940931"/>
                <a:gd name="connsiteY750" fmla="*/ 74930 h 138429"/>
                <a:gd name="connsiteX751" fmla="*/ 2783835 w 4940931"/>
                <a:gd name="connsiteY751" fmla="*/ 69850 h 138429"/>
                <a:gd name="connsiteX752" fmla="*/ 2776850 w 4940931"/>
                <a:gd name="connsiteY752" fmla="*/ 64770 h 138429"/>
                <a:gd name="connsiteX753" fmla="*/ 2773040 w 4940931"/>
                <a:gd name="connsiteY753" fmla="*/ 58420 h 138429"/>
                <a:gd name="connsiteX754" fmla="*/ 2771770 w 4940931"/>
                <a:gd name="connsiteY754" fmla="*/ 50165 h 138429"/>
                <a:gd name="connsiteX755" fmla="*/ 2773675 w 4940931"/>
                <a:gd name="connsiteY755" fmla="*/ 40640 h 138429"/>
                <a:gd name="connsiteX756" fmla="*/ 2779390 w 4940931"/>
                <a:gd name="connsiteY756" fmla="*/ 34290 h 138429"/>
                <a:gd name="connsiteX757" fmla="*/ 2787645 w 4940931"/>
                <a:gd name="connsiteY757" fmla="*/ 30480 h 138429"/>
                <a:gd name="connsiteX758" fmla="*/ 2798440 w 4940931"/>
                <a:gd name="connsiteY758" fmla="*/ 29210 h 138429"/>
                <a:gd name="connsiteX759" fmla="*/ 2723510 w 4940931"/>
                <a:gd name="connsiteY759" fmla="*/ 29210 h 138429"/>
                <a:gd name="connsiteX760" fmla="*/ 2729225 w 4940931"/>
                <a:gd name="connsiteY760" fmla="*/ 29210 h 138429"/>
                <a:gd name="connsiteX761" fmla="*/ 2741290 w 4940931"/>
                <a:gd name="connsiteY761" fmla="*/ 31750 h 138429"/>
                <a:gd name="connsiteX762" fmla="*/ 2750180 w 4940931"/>
                <a:gd name="connsiteY762" fmla="*/ 38100 h 138429"/>
                <a:gd name="connsiteX763" fmla="*/ 2755260 w 4940931"/>
                <a:gd name="connsiteY763" fmla="*/ 48895 h 138429"/>
                <a:gd name="connsiteX764" fmla="*/ 2757165 w 4940931"/>
                <a:gd name="connsiteY764" fmla="*/ 64135 h 138429"/>
                <a:gd name="connsiteX765" fmla="*/ 2757165 w 4940931"/>
                <a:gd name="connsiteY765" fmla="*/ 108585 h 138429"/>
                <a:gd name="connsiteX766" fmla="*/ 2741925 w 4940931"/>
                <a:gd name="connsiteY766" fmla="*/ 108585 h 138429"/>
                <a:gd name="connsiteX767" fmla="*/ 2741290 w 4940931"/>
                <a:gd name="connsiteY767" fmla="*/ 108585 h 138429"/>
                <a:gd name="connsiteX768" fmla="*/ 2741290 w 4940931"/>
                <a:gd name="connsiteY768" fmla="*/ 64770 h 138429"/>
                <a:gd name="connsiteX769" fmla="*/ 2737480 w 4940931"/>
                <a:gd name="connsiteY769" fmla="*/ 48895 h 138429"/>
                <a:gd name="connsiteX770" fmla="*/ 2725415 w 4940931"/>
                <a:gd name="connsiteY770" fmla="*/ 43180 h 138429"/>
                <a:gd name="connsiteX771" fmla="*/ 2718430 w 4940931"/>
                <a:gd name="connsiteY771" fmla="*/ 44450 h 138429"/>
                <a:gd name="connsiteX772" fmla="*/ 2713350 w 4940931"/>
                <a:gd name="connsiteY772" fmla="*/ 48260 h 138429"/>
                <a:gd name="connsiteX773" fmla="*/ 2710175 w 4940931"/>
                <a:gd name="connsiteY773" fmla="*/ 54610 h 138429"/>
                <a:gd name="connsiteX774" fmla="*/ 2709540 w 4940931"/>
                <a:gd name="connsiteY774" fmla="*/ 62865 h 138429"/>
                <a:gd name="connsiteX775" fmla="*/ 2709540 w 4940931"/>
                <a:gd name="connsiteY775" fmla="*/ 108585 h 138429"/>
                <a:gd name="connsiteX776" fmla="*/ 2694300 w 4940931"/>
                <a:gd name="connsiteY776" fmla="*/ 108585 h 138429"/>
                <a:gd name="connsiteX777" fmla="*/ 2694300 w 4940931"/>
                <a:gd name="connsiteY777" fmla="*/ 30480 h 138429"/>
                <a:gd name="connsiteX778" fmla="*/ 2709540 w 4940931"/>
                <a:gd name="connsiteY778" fmla="*/ 30480 h 138429"/>
                <a:gd name="connsiteX779" fmla="*/ 2709540 w 4940931"/>
                <a:gd name="connsiteY779" fmla="*/ 38100 h 138429"/>
                <a:gd name="connsiteX780" fmla="*/ 2713350 w 4940931"/>
                <a:gd name="connsiteY780" fmla="*/ 34290 h 138429"/>
                <a:gd name="connsiteX781" fmla="*/ 2717795 w 4940931"/>
                <a:gd name="connsiteY781" fmla="*/ 31115 h 138429"/>
                <a:gd name="connsiteX782" fmla="*/ 2723510 w 4940931"/>
                <a:gd name="connsiteY782" fmla="*/ 29210 h 138429"/>
                <a:gd name="connsiteX783" fmla="*/ 2530470 w 4940931"/>
                <a:gd name="connsiteY783" fmla="*/ 29210 h 138429"/>
                <a:gd name="connsiteX784" fmla="*/ 2545075 w 4940931"/>
                <a:gd name="connsiteY784" fmla="*/ 32385 h 138429"/>
                <a:gd name="connsiteX785" fmla="*/ 2555235 w 4940931"/>
                <a:gd name="connsiteY785" fmla="*/ 40640 h 138429"/>
                <a:gd name="connsiteX786" fmla="*/ 2561585 w 4940931"/>
                <a:gd name="connsiteY786" fmla="*/ 53340 h 138429"/>
                <a:gd name="connsiteX787" fmla="*/ 2563490 w 4940931"/>
                <a:gd name="connsiteY787" fmla="*/ 68580 h 138429"/>
                <a:gd name="connsiteX788" fmla="*/ 2562220 w 4940931"/>
                <a:gd name="connsiteY788" fmla="*/ 68580 h 138429"/>
                <a:gd name="connsiteX789" fmla="*/ 2562220 w 4940931"/>
                <a:gd name="connsiteY789" fmla="*/ 72390 h 138429"/>
                <a:gd name="connsiteX790" fmla="*/ 2562220 w 4940931"/>
                <a:gd name="connsiteY790" fmla="*/ 75565 h 138429"/>
                <a:gd name="connsiteX791" fmla="*/ 2510785 w 4940931"/>
                <a:gd name="connsiteY791" fmla="*/ 75565 h 138429"/>
                <a:gd name="connsiteX792" fmla="*/ 2513325 w 4940931"/>
                <a:gd name="connsiteY792" fmla="*/ 85090 h 138429"/>
                <a:gd name="connsiteX793" fmla="*/ 2517770 w 4940931"/>
                <a:gd name="connsiteY793" fmla="*/ 91440 h 138429"/>
                <a:gd name="connsiteX794" fmla="*/ 2523485 w 4940931"/>
                <a:gd name="connsiteY794" fmla="*/ 95250 h 138429"/>
                <a:gd name="connsiteX795" fmla="*/ 2530470 w 4940931"/>
                <a:gd name="connsiteY795" fmla="*/ 96520 h 138429"/>
                <a:gd name="connsiteX796" fmla="*/ 2535550 w 4940931"/>
                <a:gd name="connsiteY796" fmla="*/ 96520 h 138429"/>
                <a:gd name="connsiteX797" fmla="*/ 2539995 w 4940931"/>
                <a:gd name="connsiteY797" fmla="*/ 95250 h 138429"/>
                <a:gd name="connsiteX798" fmla="*/ 2543805 w 4940931"/>
                <a:gd name="connsiteY798" fmla="*/ 93345 h 138429"/>
                <a:gd name="connsiteX799" fmla="*/ 2548250 w 4940931"/>
                <a:gd name="connsiteY799" fmla="*/ 90805 h 138429"/>
                <a:gd name="connsiteX800" fmla="*/ 2557140 w 4940931"/>
                <a:gd name="connsiteY800" fmla="*/ 100330 h 138429"/>
                <a:gd name="connsiteX801" fmla="*/ 2551425 w 4940931"/>
                <a:gd name="connsiteY801" fmla="*/ 104775 h 138429"/>
                <a:gd name="connsiteX802" fmla="*/ 2545710 w 4940931"/>
                <a:gd name="connsiteY802" fmla="*/ 107950 h 138429"/>
                <a:gd name="connsiteX803" fmla="*/ 2538725 w 4940931"/>
                <a:gd name="connsiteY803" fmla="*/ 109855 h 138429"/>
                <a:gd name="connsiteX804" fmla="*/ 2529835 w 4940931"/>
                <a:gd name="connsiteY804" fmla="*/ 110490 h 138429"/>
                <a:gd name="connsiteX805" fmla="*/ 2520310 w 4940931"/>
                <a:gd name="connsiteY805" fmla="*/ 109220 h 138429"/>
                <a:gd name="connsiteX806" fmla="*/ 2512690 w 4940931"/>
                <a:gd name="connsiteY806" fmla="*/ 105410 h 138429"/>
                <a:gd name="connsiteX807" fmla="*/ 2506340 w 4940931"/>
                <a:gd name="connsiteY807" fmla="*/ 100330 h 138429"/>
                <a:gd name="connsiteX808" fmla="*/ 2501260 w 4940931"/>
                <a:gd name="connsiteY808" fmla="*/ 92710 h 138429"/>
                <a:gd name="connsiteX809" fmla="*/ 2497450 w 4940931"/>
                <a:gd name="connsiteY809" fmla="*/ 82550 h 138429"/>
                <a:gd name="connsiteX810" fmla="*/ 2496180 w 4940931"/>
                <a:gd name="connsiteY810" fmla="*/ 69850 h 138429"/>
                <a:gd name="connsiteX811" fmla="*/ 2498720 w 4940931"/>
                <a:gd name="connsiteY811" fmla="*/ 52070 h 138429"/>
                <a:gd name="connsiteX812" fmla="*/ 2505705 w 4940931"/>
                <a:gd name="connsiteY812" fmla="*/ 39370 h 138429"/>
                <a:gd name="connsiteX813" fmla="*/ 2516500 w 4940931"/>
                <a:gd name="connsiteY813" fmla="*/ 31750 h 138429"/>
                <a:gd name="connsiteX814" fmla="*/ 2530470 w 4940931"/>
                <a:gd name="connsiteY814" fmla="*/ 29210 h 138429"/>
                <a:gd name="connsiteX815" fmla="*/ 2298061 w 4940931"/>
                <a:gd name="connsiteY815" fmla="*/ 29210 h 138429"/>
                <a:gd name="connsiteX816" fmla="*/ 2305681 w 4940931"/>
                <a:gd name="connsiteY816" fmla="*/ 29845 h 138429"/>
                <a:gd name="connsiteX817" fmla="*/ 2311396 w 4940931"/>
                <a:gd name="connsiteY817" fmla="*/ 32385 h 138429"/>
                <a:gd name="connsiteX818" fmla="*/ 2307586 w 4940931"/>
                <a:gd name="connsiteY818" fmla="*/ 46990 h 138429"/>
                <a:gd name="connsiteX819" fmla="*/ 2306316 w 4940931"/>
                <a:gd name="connsiteY819" fmla="*/ 46990 h 138429"/>
                <a:gd name="connsiteX820" fmla="*/ 2301236 w 4940931"/>
                <a:gd name="connsiteY820" fmla="*/ 45085 h 138429"/>
                <a:gd name="connsiteX821" fmla="*/ 2294886 w 4940931"/>
                <a:gd name="connsiteY821" fmla="*/ 44450 h 138429"/>
                <a:gd name="connsiteX822" fmla="*/ 2283456 w 4940931"/>
                <a:gd name="connsiteY822" fmla="*/ 49530 h 138429"/>
                <a:gd name="connsiteX823" fmla="*/ 2279646 w 4940931"/>
                <a:gd name="connsiteY823" fmla="*/ 64770 h 138429"/>
                <a:gd name="connsiteX824" fmla="*/ 2279646 w 4940931"/>
                <a:gd name="connsiteY824" fmla="*/ 109220 h 138429"/>
                <a:gd name="connsiteX825" fmla="*/ 2264406 w 4940931"/>
                <a:gd name="connsiteY825" fmla="*/ 109220 h 138429"/>
                <a:gd name="connsiteX826" fmla="*/ 2264406 w 4940931"/>
                <a:gd name="connsiteY826" fmla="*/ 31115 h 138429"/>
                <a:gd name="connsiteX827" fmla="*/ 2279646 w 4940931"/>
                <a:gd name="connsiteY827" fmla="*/ 31115 h 138429"/>
                <a:gd name="connsiteX828" fmla="*/ 2279646 w 4940931"/>
                <a:gd name="connsiteY828" fmla="*/ 38735 h 138429"/>
                <a:gd name="connsiteX829" fmla="*/ 2282821 w 4940931"/>
                <a:gd name="connsiteY829" fmla="*/ 34925 h 138429"/>
                <a:gd name="connsiteX830" fmla="*/ 2287266 w 4940931"/>
                <a:gd name="connsiteY830" fmla="*/ 31750 h 138429"/>
                <a:gd name="connsiteX831" fmla="*/ 2292346 w 4940931"/>
                <a:gd name="connsiteY831" fmla="*/ 29845 h 138429"/>
                <a:gd name="connsiteX832" fmla="*/ 2298061 w 4940931"/>
                <a:gd name="connsiteY832" fmla="*/ 29210 h 138429"/>
                <a:gd name="connsiteX833" fmla="*/ 2216145 w 4940931"/>
                <a:gd name="connsiteY833" fmla="*/ 29210 h 138429"/>
                <a:gd name="connsiteX834" fmla="*/ 2230750 w 4940931"/>
                <a:gd name="connsiteY834" fmla="*/ 32385 h 138429"/>
                <a:gd name="connsiteX835" fmla="*/ 2240910 w 4940931"/>
                <a:gd name="connsiteY835" fmla="*/ 40640 h 138429"/>
                <a:gd name="connsiteX836" fmla="*/ 2247260 w 4940931"/>
                <a:gd name="connsiteY836" fmla="*/ 53340 h 138429"/>
                <a:gd name="connsiteX837" fmla="*/ 2249165 w 4940931"/>
                <a:gd name="connsiteY837" fmla="*/ 68580 h 138429"/>
                <a:gd name="connsiteX838" fmla="*/ 2247895 w 4940931"/>
                <a:gd name="connsiteY838" fmla="*/ 68580 h 138429"/>
                <a:gd name="connsiteX839" fmla="*/ 2247895 w 4940931"/>
                <a:gd name="connsiteY839" fmla="*/ 72390 h 138429"/>
                <a:gd name="connsiteX840" fmla="*/ 2247895 w 4940931"/>
                <a:gd name="connsiteY840" fmla="*/ 75565 h 138429"/>
                <a:gd name="connsiteX841" fmla="*/ 2196460 w 4940931"/>
                <a:gd name="connsiteY841" fmla="*/ 75565 h 138429"/>
                <a:gd name="connsiteX842" fmla="*/ 2199000 w 4940931"/>
                <a:gd name="connsiteY842" fmla="*/ 85090 h 138429"/>
                <a:gd name="connsiteX843" fmla="*/ 2203445 w 4940931"/>
                <a:gd name="connsiteY843" fmla="*/ 91440 h 138429"/>
                <a:gd name="connsiteX844" fmla="*/ 2209160 w 4940931"/>
                <a:gd name="connsiteY844" fmla="*/ 95250 h 138429"/>
                <a:gd name="connsiteX845" fmla="*/ 2216145 w 4940931"/>
                <a:gd name="connsiteY845" fmla="*/ 96520 h 138429"/>
                <a:gd name="connsiteX846" fmla="*/ 2221225 w 4940931"/>
                <a:gd name="connsiteY846" fmla="*/ 96520 h 138429"/>
                <a:gd name="connsiteX847" fmla="*/ 2225670 w 4940931"/>
                <a:gd name="connsiteY847" fmla="*/ 95250 h 138429"/>
                <a:gd name="connsiteX848" fmla="*/ 2229480 w 4940931"/>
                <a:gd name="connsiteY848" fmla="*/ 93345 h 138429"/>
                <a:gd name="connsiteX849" fmla="*/ 2233925 w 4940931"/>
                <a:gd name="connsiteY849" fmla="*/ 90805 h 138429"/>
                <a:gd name="connsiteX850" fmla="*/ 2242815 w 4940931"/>
                <a:gd name="connsiteY850" fmla="*/ 100330 h 138429"/>
                <a:gd name="connsiteX851" fmla="*/ 2237100 w 4940931"/>
                <a:gd name="connsiteY851" fmla="*/ 104775 h 138429"/>
                <a:gd name="connsiteX852" fmla="*/ 2231385 w 4940931"/>
                <a:gd name="connsiteY852" fmla="*/ 107950 h 138429"/>
                <a:gd name="connsiteX853" fmla="*/ 2224400 w 4940931"/>
                <a:gd name="connsiteY853" fmla="*/ 109855 h 138429"/>
                <a:gd name="connsiteX854" fmla="*/ 2215510 w 4940931"/>
                <a:gd name="connsiteY854" fmla="*/ 110490 h 138429"/>
                <a:gd name="connsiteX855" fmla="*/ 2205985 w 4940931"/>
                <a:gd name="connsiteY855" fmla="*/ 109220 h 138429"/>
                <a:gd name="connsiteX856" fmla="*/ 2198365 w 4940931"/>
                <a:gd name="connsiteY856" fmla="*/ 105410 h 138429"/>
                <a:gd name="connsiteX857" fmla="*/ 2192015 w 4940931"/>
                <a:gd name="connsiteY857" fmla="*/ 100330 h 138429"/>
                <a:gd name="connsiteX858" fmla="*/ 2186935 w 4940931"/>
                <a:gd name="connsiteY858" fmla="*/ 92710 h 138429"/>
                <a:gd name="connsiteX859" fmla="*/ 2183125 w 4940931"/>
                <a:gd name="connsiteY859" fmla="*/ 82550 h 138429"/>
                <a:gd name="connsiteX860" fmla="*/ 2181855 w 4940931"/>
                <a:gd name="connsiteY860" fmla="*/ 69850 h 138429"/>
                <a:gd name="connsiteX861" fmla="*/ 2184395 w 4940931"/>
                <a:gd name="connsiteY861" fmla="*/ 52070 h 138429"/>
                <a:gd name="connsiteX862" fmla="*/ 2191380 w 4940931"/>
                <a:gd name="connsiteY862" fmla="*/ 39370 h 138429"/>
                <a:gd name="connsiteX863" fmla="*/ 2202175 w 4940931"/>
                <a:gd name="connsiteY863" fmla="*/ 31750 h 138429"/>
                <a:gd name="connsiteX864" fmla="*/ 2216145 w 4940931"/>
                <a:gd name="connsiteY864" fmla="*/ 29210 h 138429"/>
                <a:gd name="connsiteX865" fmla="*/ 2029456 w 4940931"/>
                <a:gd name="connsiteY865" fmla="*/ 29210 h 138429"/>
                <a:gd name="connsiteX866" fmla="*/ 2044061 w 4940931"/>
                <a:gd name="connsiteY866" fmla="*/ 32385 h 138429"/>
                <a:gd name="connsiteX867" fmla="*/ 2054221 w 4940931"/>
                <a:gd name="connsiteY867" fmla="*/ 40640 h 138429"/>
                <a:gd name="connsiteX868" fmla="*/ 2060571 w 4940931"/>
                <a:gd name="connsiteY868" fmla="*/ 53340 h 138429"/>
                <a:gd name="connsiteX869" fmla="*/ 2062476 w 4940931"/>
                <a:gd name="connsiteY869" fmla="*/ 68580 h 138429"/>
                <a:gd name="connsiteX870" fmla="*/ 2061206 w 4940931"/>
                <a:gd name="connsiteY870" fmla="*/ 68580 h 138429"/>
                <a:gd name="connsiteX871" fmla="*/ 2061206 w 4940931"/>
                <a:gd name="connsiteY871" fmla="*/ 72390 h 138429"/>
                <a:gd name="connsiteX872" fmla="*/ 2061206 w 4940931"/>
                <a:gd name="connsiteY872" fmla="*/ 75565 h 138429"/>
                <a:gd name="connsiteX873" fmla="*/ 2009771 w 4940931"/>
                <a:gd name="connsiteY873" fmla="*/ 75565 h 138429"/>
                <a:gd name="connsiteX874" fmla="*/ 2012311 w 4940931"/>
                <a:gd name="connsiteY874" fmla="*/ 85090 h 138429"/>
                <a:gd name="connsiteX875" fmla="*/ 2016756 w 4940931"/>
                <a:gd name="connsiteY875" fmla="*/ 91440 h 138429"/>
                <a:gd name="connsiteX876" fmla="*/ 2022471 w 4940931"/>
                <a:gd name="connsiteY876" fmla="*/ 95250 h 138429"/>
                <a:gd name="connsiteX877" fmla="*/ 2029456 w 4940931"/>
                <a:gd name="connsiteY877" fmla="*/ 96520 h 138429"/>
                <a:gd name="connsiteX878" fmla="*/ 2034536 w 4940931"/>
                <a:gd name="connsiteY878" fmla="*/ 96520 h 138429"/>
                <a:gd name="connsiteX879" fmla="*/ 2038981 w 4940931"/>
                <a:gd name="connsiteY879" fmla="*/ 95250 h 138429"/>
                <a:gd name="connsiteX880" fmla="*/ 2042791 w 4940931"/>
                <a:gd name="connsiteY880" fmla="*/ 93345 h 138429"/>
                <a:gd name="connsiteX881" fmla="*/ 2047236 w 4940931"/>
                <a:gd name="connsiteY881" fmla="*/ 90805 h 138429"/>
                <a:gd name="connsiteX882" fmla="*/ 2056126 w 4940931"/>
                <a:gd name="connsiteY882" fmla="*/ 100330 h 138429"/>
                <a:gd name="connsiteX883" fmla="*/ 2050411 w 4940931"/>
                <a:gd name="connsiteY883" fmla="*/ 104775 h 138429"/>
                <a:gd name="connsiteX884" fmla="*/ 2044696 w 4940931"/>
                <a:gd name="connsiteY884" fmla="*/ 107950 h 138429"/>
                <a:gd name="connsiteX885" fmla="*/ 2037711 w 4940931"/>
                <a:gd name="connsiteY885" fmla="*/ 109855 h 138429"/>
                <a:gd name="connsiteX886" fmla="*/ 2028821 w 4940931"/>
                <a:gd name="connsiteY886" fmla="*/ 110490 h 138429"/>
                <a:gd name="connsiteX887" fmla="*/ 2019296 w 4940931"/>
                <a:gd name="connsiteY887" fmla="*/ 109220 h 138429"/>
                <a:gd name="connsiteX888" fmla="*/ 2011676 w 4940931"/>
                <a:gd name="connsiteY888" fmla="*/ 105410 h 138429"/>
                <a:gd name="connsiteX889" fmla="*/ 2005326 w 4940931"/>
                <a:gd name="connsiteY889" fmla="*/ 100330 h 138429"/>
                <a:gd name="connsiteX890" fmla="*/ 2000246 w 4940931"/>
                <a:gd name="connsiteY890" fmla="*/ 92710 h 138429"/>
                <a:gd name="connsiteX891" fmla="*/ 1996436 w 4940931"/>
                <a:gd name="connsiteY891" fmla="*/ 82550 h 138429"/>
                <a:gd name="connsiteX892" fmla="*/ 1995166 w 4940931"/>
                <a:gd name="connsiteY892" fmla="*/ 69850 h 138429"/>
                <a:gd name="connsiteX893" fmla="*/ 1997706 w 4940931"/>
                <a:gd name="connsiteY893" fmla="*/ 52070 h 138429"/>
                <a:gd name="connsiteX894" fmla="*/ 2004691 w 4940931"/>
                <a:gd name="connsiteY894" fmla="*/ 39370 h 138429"/>
                <a:gd name="connsiteX895" fmla="*/ 2015486 w 4940931"/>
                <a:gd name="connsiteY895" fmla="*/ 31750 h 138429"/>
                <a:gd name="connsiteX896" fmla="*/ 2029456 w 4940931"/>
                <a:gd name="connsiteY896" fmla="*/ 29210 h 138429"/>
                <a:gd name="connsiteX897" fmla="*/ 1831336 w 4940931"/>
                <a:gd name="connsiteY897" fmla="*/ 29210 h 138429"/>
                <a:gd name="connsiteX898" fmla="*/ 1845941 w 4940931"/>
                <a:gd name="connsiteY898" fmla="*/ 32385 h 138429"/>
                <a:gd name="connsiteX899" fmla="*/ 1856101 w 4940931"/>
                <a:gd name="connsiteY899" fmla="*/ 40640 h 138429"/>
                <a:gd name="connsiteX900" fmla="*/ 1862451 w 4940931"/>
                <a:gd name="connsiteY900" fmla="*/ 53340 h 138429"/>
                <a:gd name="connsiteX901" fmla="*/ 1864356 w 4940931"/>
                <a:gd name="connsiteY901" fmla="*/ 68580 h 138429"/>
                <a:gd name="connsiteX902" fmla="*/ 1863086 w 4940931"/>
                <a:gd name="connsiteY902" fmla="*/ 68580 h 138429"/>
                <a:gd name="connsiteX903" fmla="*/ 1863086 w 4940931"/>
                <a:gd name="connsiteY903" fmla="*/ 72390 h 138429"/>
                <a:gd name="connsiteX904" fmla="*/ 1863086 w 4940931"/>
                <a:gd name="connsiteY904" fmla="*/ 75565 h 138429"/>
                <a:gd name="connsiteX905" fmla="*/ 1811651 w 4940931"/>
                <a:gd name="connsiteY905" fmla="*/ 75565 h 138429"/>
                <a:gd name="connsiteX906" fmla="*/ 1814191 w 4940931"/>
                <a:gd name="connsiteY906" fmla="*/ 85090 h 138429"/>
                <a:gd name="connsiteX907" fmla="*/ 1818636 w 4940931"/>
                <a:gd name="connsiteY907" fmla="*/ 91440 h 138429"/>
                <a:gd name="connsiteX908" fmla="*/ 1824351 w 4940931"/>
                <a:gd name="connsiteY908" fmla="*/ 95250 h 138429"/>
                <a:gd name="connsiteX909" fmla="*/ 1831336 w 4940931"/>
                <a:gd name="connsiteY909" fmla="*/ 96520 h 138429"/>
                <a:gd name="connsiteX910" fmla="*/ 1836416 w 4940931"/>
                <a:gd name="connsiteY910" fmla="*/ 96520 h 138429"/>
                <a:gd name="connsiteX911" fmla="*/ 1840861 w 4940931"/>
                <a:gd name="connsiteY911" fmla="*/ 95250 h 138429"/>
                <a:gd name="connsiteX912" fmla="*/ 1844671 w 4940931"/>
                <a:gd name="connsiteY912" fmla="*/ 93345 h 138429"/>
                <a:gd name="connsiteX913" fmla="*/ 1849116 w 4940931"/>
                <a:gd name="connsiteY913" fmla="*/ 90805 h 138429"/>
                <a:gd name="connsiteX914" fmla="*/ 1858006 w 4940931"/>
                <a:gd name="connsiteY914" fmla="*/ 100330 h 138429"/>
                <a:gd name="connsiteX915" fmla="*/ 1852291 w 4940931"/>
                <a:gd name="connsiteY915" fmla="*/ 104775 h 138429"/>
                <a:gd name="connsiteX916" fmla="*/ 1846576 w 4940931"/>
                <a:gd name="connsiteY916" fmla="*/ 107950 h 138429"/>
                <a:gd name="connsiteX917" fmla="*/ 1839591 w 4940931"/>
                <a:gd name="connsiteY917" fmla="*/ 109855 h 138429"/>
                <a:gd name="connsiteX918" fmla="*/ 1830701 w 4940931"/>
                <a:gd name="connsiteY918" fmla="*/ 110490 h 138429"/>
                <a:gd name="connsiteX919" fmla="*/ 1821176 w 4940931"/>
                <a:gd name="connsiteY919" fmla="*/ 109220 h 138429"/>
                <a:gd name="connsiteX920" fmla="*/ 1813556 w 4940931"/>
                <a:gd name="connsiteY920" fmla="*/ 105410 h 138429"/>
                <a:gd name="connsiteX921" fmla="*/ 1807206 w 4940931"/>
                <a:gd name="connsiteY921" fmla="*/ 100330 h 138429"/>
                <a:gd name="connsiteX922" fmla="*/ 1802126 w 4940931"/>
                <a:gd name="connsiteY922" fmla="*/ 92710 h 138429"/>
                <a:gd name="connsiteX923" fmla="*/ 1798316 w 4940931"/>
                <a:gd name="connsiteY923" fmla="*/ 82550 h 138429"/>
                <a:gd name="connsiteX924" fmla="*/ 1797046 w 4940931"/>
                <a:gd name="connsiteY924" fmla="*/ 69850 h 138429"/>
                <a:gd name="connsiteX925" fmla="*/ 1799586 w 4940931"/>
                <a:gd name="connsiteY925" fmla="*/ 52070 h 138429"/>
                <a:gd name="connsiteX926" fmla="*/ 1806571 w 4940931"/>
                <a:gd name="connsiteY926" fmla="*/ 39370 h 138429"/>
                <a:gd name="connsiteX927" fmla="*/ 1817366 w 4940931"/>
                <a:gd name="connsiteY927" fmla="*/ 31750 h 138429"/>
                <a:gd name="connsiteX928" fmla="*/ 1831336 w 4940931"/>
                <a:gd name="connsiteY928" fmla="*/ 29210 h 138429"/>
                <a:gd name="connsiteX929" fmla="*/ 1501140 w 4940931"/>
                <a:gd name="connsiteY929" fmla="*/ 29210 h 138429"/>
                <a:gd name="connsiteX930" fmla="*/ 1506856 w 4940931"/>
                <a:gd name="connsiteY930" fmla="*/ 29210 h 138429"/>
                <a:gd name="connsiteX931" fmla="*/ 1518920 w 4940931"/>
                <a:gd name="connsiteY931" fmla="*/ 31750 h 138429"/>
                <a:gd name="connsiteX932" fmla="*/ 1527811 w 4940931"/>
                <a:gd name="connsiteY932" fmla="*/ 38100 h 138429"/>
                <a:gd name="connsiteX933" fmla="*/ 1532891 w 4940931"/>
                <a:gd name="connsiteY933" fmla="*/ 48895 h 138429"/>
                <a:gd name="connsiteX934" fmla="*/ 1534796 w 4940931"/>
                <a:gd name="connsiteY934" fmla="*/ 64135 h 138429"/>
                <a:gd name="connsiteX935" fmla="*/ 1534796 w 4940931"/>
                <a:gd name="connsiteY935" fmla="*/ 108585 h 138429"/>
                <a:gd name="connsiteX936" fmla="*/ 1519556 w 4940931"/>
                <a:gd name="connsiteY936" fmla="*/ 108585 h 138429"/>
                <a:gd name="connsiteX937" fmla="*/ 1518920 w 4940931"/>
                <a:gd name="connsiteY937" fmla="*/ 108585 h 138429"/>
                <a:gd name="connsiteX938" fmla="*/ 1518920 w 4940931"/>
                <a:gd name="connsiteY938" fmla="*/ 64770 h 138429"/>
                <a:gd name="connsiteX939" fmla="*/ 1515111 w 4940931"/>
                <a:gd name="connsiteY939" fmla="*/ 48895 h 138429"/>
                <a:gd name="connsiteX940" fmla="*/ 1503046 w 4940931"/>
                <a:gd name="connsiteY940" fmla="*/ 43180 h 138429"/>
                <a:gd name="connsiteX941" fmla="*/ 1496061 w 4940931"/>
                <a:gd name="connsiteY941" fmla="*/ 44450 h 138429"/>
                <a:gd name="connsiteX942" fmla="*/ 1490981 w 4940931"/>
                <a:gd name="connsiteY942" fmla="*/ 48260 h 138429"/>
                <a:gd name="connsiteX943" fmla="*/ 1487806 w 4940931"/>
                <a:gd name="connsiteY943" fmla="*/ 54610 h 138429"/>
                <a:gd name="connsiteX944" fmla="*/ 1487170 w 4940931"/>
                <a:gd name="connsiteY944" fmla="*/ 62865 h 138429"/>
                <a:gd name="connsiteX945" fmla="*/ 1487170 w 4940931"/>
                <a:gd name="connsiteY945" fmla="*/ 108585 h 138429"/>
                <a:gd name="connsiteX946" fmla="*/ 1471931 w 4940931"/>
                <a:gd name="connsiteY946" fmla="*/ 108585 h 138429"/>
                <a:gd name="connsiteX947" fmla="*/ 1471931 w 4940931"/>
                <a:gd name="connsiteY947" fmla="*/ 30480 h 138429"/>
                <a:gd name="connsiteX948" fmla="*/ 1487170 w 4940931"/>
                <a:gd name="connsiteY948" fmla="*/ 30480 h 138429"/>
                <a:gd name="connsiteX949" fmla="*/ 1487170 w 4940931"/>
                <a:gd name="connsiteY949" fmla="*/ 38100 h 138429"/>
                <a:gd name="connsiteX950" fmla="*/ 1490981 w 4940931"/>
                <a:gd name="connsiteY950" fmla="*/ 34290 h 138429"/>
                <a:gd name="connsiteX951" fmla="*/ 1495426 w 4940931"/>
                <a:gd name="connsiteY951" fmla="*/ 31115 h 138429"/>
                <a:gd name="connsiteX952" fmla="*/ 1501140 w 4940931"/>
                <a:gd name="connsiteY952" fmla="*/ 29210 h 138429"/>
                <a:gd name="connsiteX953" fmla="*/ 1250316 w 4940931"/>
                <a:gd name="connsiteY953" fmla="*/ 29210 h 138429"/>
                <a:gd name="connsiteX954" fmla="*/ 1264286 w 4940931"/>
                <a:gd name="connsiteY954" fmla="*/ 31750 h 138429"/>
                <a:gd name="connsiteX955" fmla="*/ 1276350 w 4940931"/>
                <a:gd name="connsiteY955" fmla="*/ 38100 h 138429"/>
                <a:gd name="connsiteX956" fmla="*/ 1278256 w 4940931"/>
                <a:gd name="connsiteY956" fmla="*/ 38100 h 138429"/>
                <a:gd name="connsiteX957" fmla="*/ 1271271 w 4940931"/>
                <a:gd name="connsiteY957" fmla="*/ 50165 h 138429"/>
                <a:gd name="connsiteX958" fmla="*/ 1261746 w 4940931"/>
                <a:gd name="connsiteY958" fmla="*/ 45085 h 138429"/>
                <a:gd name="connsiteX959" fmla="*/ 1250951 w 4940931"/>
                <a:gd name="connsiteY959" fmla="*/ 43180 h 138429"/>
                <a:gd name="connsiteX960" fmla="*/ 1242696 w 4940931"/>
                <a:gd name="connsiteY960" fmla="*/ 45085 h 138429"/>
                <a:gd name="connsiteX961" fmla="*/ 1240156 w 4940931"/>
                <a:gd name="connsiteY961" fmla="*/ 50165 h 138429"/>
                <a:gd name="connsiteX962" fmla="*/ 1240156 w 4940931"/>
                <a:gd name="connsiteY962" fmla="*/ 52705 h 138429"/>
                <a:gd name="connsiteX963" fmla="*/ 1242061 w 4940931"/>
                <a:gd name="connsiteY963" fmla="*/ 55245 h 138429"/>
                <a:gd name="connsiteX964" fmla="*/ 1246506 w 4940931"/>
                <a:gd name="connsiteY964" fmla="*/ 57785 h 138429"/>
                <a:gd name="connsiteX965" fmla="*/ 1253491 w 4940931"/>
                <a:gd name="connsiteY965" fmla="*/ 60960 h 138429"/>
                <a:gd name="connsiteX966" fmla="*/ 1264921 w 4940931"/>
                <a:gd name="connsiteY966" fmla="*/ 66040 h 138429"/>
                <a:gd name="connsiteX967" fmla="*/ 1273176 w 4940931"/>
                <a:gd name="connsiteY967" fmla="*/ 71120 h 138429"/>
                <a:gd name="connsiteX968" fmla="*/ 1278256 w 4940931"/>
                <a:gd name="connsiteY968" fmla="*/ 78105 h 138429"/>
                <a:gd name="connsiteX969" fmla="*/ 1280161 w 4940931"/>
                <a:gd name="connsiteY969" fmla="*/ 87630 h 138429"/>
                <a:gd name="connsiteX970" fmla="*/ 1277621 w 4940931"/>
                <a:gd name="connsiteY970" fmla="*/ 98425 h 138429"/>
                <a:gd name="connsiteX971" fmla="*/ 1271271 w 4940931"/>
                <a:gd name="connsiteY971" fmla="*/ 105410 h 138429"/>
                <a:gd name="connsiteX972" fmla="*/ 1261746 w 4940931"/>
                <a:gd name="connsiteY972" fmla="*/ 109220 h 138429"/>
                <a:gd name="connsiteX973" fmla="*/ 1250951 w 4940931"/>
                <a:gd name="connsiteY973" fmla="*/ 110490 h 138429"/>
                <a:gd name="connsiteX974" fmla="*/ 1235711 w 4940931"/>
                <a:gd name="connsiteY974" fmla="*/ 107950 h 138429"/>
                <a:gd name="connsiteX975" fmla="*/ 1221106 w 4940931"/>
                <a:gd name="connsiteY975" fmla="*/ 100965 h 138429"/>
                <a:gd name="connsiteX976" fmla="*/ 1228091 w 4940931"/>
                <a:gd name="connsiteY976" fmla="*/ 89535 h 138429"/>
                <a:gd name="connsiteX977" fmla="*/ 1239521 w 4940931"/>
                <a:gd name="connsiteY977" fmla="*/ 95250 h 138429"/>
                <a:gd name="connsiteX978" fmla="*/ 1250951 w 4940931"/>
                <a:gd name="connsiteY978" fmla="*/ 97155 h 138429"/>
                <a:gd name="connsiteX979" fmla="*/ 1261746 w 4940931"/>
                <a:gd name="connsiteY979" fmla="*/ 94615 h 138429"/>
                <a:gd name="connsiteX980" fmla="*/ 1264921 w 4940931"/>
                <a:gd name="connsiteY980" fmla="*/ 88265 h 138429"/>
                <a:gd name="connsiteX981" fmla="*/ 1263650 w 4940931"/>
                <a:gd name="connsiteY981" fmla="*/ 84455 h 138429"/>
                <a:gd name="connsiteX982" fmla="*/ 1259841 w 4940931"/>
                <a:gd name="connsiteY982" fmla="*/ 81280 h 138429"/>
                <a:gd name="connsiteX983" fmla="*/ 1254125 w 4940931"/>
                <a:gd name="connsiteY983" fmla="*/ 78105 h 138429"/>
                <a:gd name="connsiteX984" fmla="*/ 1246506 w 4940931"/>
                <a:gd name="connsiteY984" fmla="*/ 74930 h 138429"/>
                <a:gd name="connsiteX985" fmla="*/ 1235711 w 4940931"/>
                <a:gd name="connsiteY985" fmla="*/ 69850 h 138429"/>
                <a:gd name="connsiteX986" fmla="*/ 1228726 w 4940931"/>
                <a:gd name="connsiteY986" fmla="*/ 64770 h 138429"/>
                <a:gd name="connsiteX987" fmla="*/ 1224916 w 4940931"/>
                <a:gd name="connsiteY987" fmla="*/ 58420 h 138429"/>
                <a:gd name="connsiteX988" fmla="*/ 1223646 w 4940931"/>
                <a:gd name="connsiteY988" fmla="*/ 50165 h 138429"/>
                <a:gd name="connsiteX989" fmla="*/ 1225551 w 4940931"/>
                <a:gd name="connsiteY989" fmla="*/ 40640 h 138429"/>
                <a:gd name="connsiteX990" fmla="*/ 1231266 w 4940931"/>
                <a:gd name="connsiteY990" fmla="*/ 34290 h 138429"/>
                <a:gd name="connsiteX991" fmla="*/ 1239521 w 4940931"/>
                <a:gd name="connsiteY991" fmla="*/ 30480 h 138429"/>
                <a:gd name="connsiteX992" fmla="*/ 1250316 w 4940931"/>
                <a:gd name="connsiteY992" fmla="*/ 29210 h 138429"/>
                <a:gd name="connsiteX993" fmla="*/ 1180466 w 4940931"/>
                <a:gd name="connsiteY993" fmla="*/ 29210 h 138429"/>
                <a:gd name="connsiteX994" fmla="*/ 1195071 w 4940931"/>
                <a:gd name="connsiteY994" fmla="*/ 32385 h 138429"/>
                <a:gd name="connsiteX995" fmla="*/ 1205231 w 4940931"/>
                <a:gd name="connsiteY995" fmla="*/ 40640 h 138429"/>
                <a:gd name="connsiteX996" fmla="*/ 1211581 w 4940931"/>
                <a:gd name="connsiteY996" fmla="*/ 53340 h 138429"/>
                <a:gd name="connsiteX997" fmla="*/ 1213486 w 4940931"/>
                <a:gd name="connsiteY997" fmla="*/ 68580 h 138429"/>
                <a:gd name="connsiteX998" fmla="*/ 1212216 w 4940931"/>
                <a:gd name="connsiteY998" fmla="*/ 68580 h 138429"/>
                <a:gd name="connsiteX999" fmla="*/ 1212216 w 4940931"/>
                <a:gd name="connsiteY999" fmla="*/ 72390 h 138429"/>
                <a:gd name="connsiteX1000" fmla="*/ 1212216 w 4940931"/>
                <a:gd name="connsiteY1000" fmla="*/ 75565 h 138429"/>
                <a:gd name="connsiteX1001" fmla="*/ 1160781 w 4940931"/>
                <a:gd name="connsiteY1001" fmla="*/ 75565 h 138429"/>
                <a:gd name="connsiteX1002" fmla="*/ 1163321 w 4940931"/>
                <a:gd name="connsiteY1002" fmla="*/ 85090 h 138429"/>
                <a:gd name="connsiteX1003" fmla="*/ 1167766 w 4940931"/>
                <a:gd name="connsiteY1003" fmla="*/ 91440 h 138429"/>
                <a:gd name="connsiteX1004" fmla="*/ 1173481 w 4940931"/>
                <a:gd name="connsiteY1004" fmla="*/ 95250 h 138429"/>
                <a:gd name="connsiteX1005" fmla="*/ 1180466 w 4940931"/>
                <a:gd name="connsiteY1005" fmla="*/ 96520 h 138429"/>
                <a:gd name="connsiteX1006" fmla="*/ 1185546 w 4940931"/>
                <a:gd name="connsiteY1006" fmla="*/ 96520 h 138429"/>
                <a:gd name="connsiteX1007" fmla="*/ 1189991 w 4940931"/>
                <a:gd name="connsiteY1007" fmla="*/ 95250 h 138429"/>
                <a:gd name="connsiteX1008" fmla="*/ 1193801 w 4940931"/>
                <a:gd name="connsiteY1008" fmla="*/ 93345 h 138429"/>
                <a:gd name="connsiteX1009" fmla="*/ 1198246 w 4940931"/>
                <a:gd name="connsiteY1009" fmla="*/ 90805 h 138429"/>
                <a:gd name="connsiteX1010" fmla="*/ 1207136 w 4940931"/>
                <a:gd name="connsiteY1010" fmla="*/ 100330 h 138429"/>
                <a:gd name="connsiteX1011" fmla="*/ 1201421 w 4940931"/>
                <a:gd name="connsiteY1011" fmla="*/ 104775 h 138429"/>
                <a:gd name="connsiteX1012" fmla="*/ 1195706 w 4940931"/>
                <a:gd name="connsiteY1012" fmla="*/ 107950 h 138429"/>
                <a:gd name="connsiteX1013" fmla="*/ 1188721 w 4940931"/>
                <a:gd name="connsiteY1013" fmla="*/ 109855 h 138429"/>
                <a:gd name="connsiteX1014" fmla="*/ 1179831 w 4940931"/>
                <a:gd name="connsiteY1014" fmla="*/ 110490 h 138429"/>
                <a:gd name="connsiteX1015" fmla="*/ 1170306 w 4940931"/>
                <a:gd name="connsiteY1015" fmla="*/ 109220 h 138429"/>
                <a:gd name="connsiteX1016" fmla="*/ 1162686 w 4940931"/>
                <a:gd name="connsiteY1016" fmla="*/ 105410 h 138429"/>
                <a:gd name="connsiteX1017" fmla="*/ 1156336 w 4940931"/>
                <a:gd name="connsiteY1017" fmla="*/ 100330 h 138429"/>
                <a:gd name="connsiteX1018" fmla="*/ 1151256 w 4940931"/>
                <a:gd name="connsiteY1018" fmla="*/ 92710 h 138429"/>
                <a:gd name="connsiteX1019" fmla="*/ 1147446 w 4940931"/>
                <a:gd name="connsiteY1019" fmla="*/ 82550 h 138429"/>
                <a:gd name="connsiteX1020" fmla="*/ 1146176 w 4940931"/>
                <a:gd name="connsiteY1020" fmla="*/ 69850 h 138429"/>
                <a:gd name="connsiteX1021" fmla="*/ 1148716 w 4940931"/>
                <a:gd name="connsiteY1021" fmla="*/ 52070 h 138429"/>
                <a:gd name="connsiteX1022" fmla="*/ 1155701 w 4940931"/>
                <a:gd name="connsiteY1022" fmla="*/ 39370 h 138429"/>
                <a:gd name="connsiteX1023" fmla="*/ 1166496 w 4940931"/>
                <a:gd name="connsiteY1023" fmla="*/ 31750 h 138429"/>
                <a:gd name="connsiteX1024" fmla="*/ 1180466 w 4940931"/>
                <a:gd name="connsiteY1024" fmla="*/ 29210 h 138429"/>
                <a:gd name="connsiteX1025" fmla="*/ 901065 w 4940931"/>
                <a:gd name="connsiteY1025" fmla="*/ 29210 h 138429"/>
                <a:gd name="connsiteX1026" fmla="*/ 915670 w 4940931"/>
                <a:gd name="connsiteY1026" fmla="*/ 32385 h 138429"/>
                <a:gd name="connsiteX1027" fmla="*/ 925830 w 4940931"/>
                <a:gd name="connsiteY1027" fmla="*/ 40640 h 138429"/>
                <a:gd name="connsiteX1028" fmla="*/ 932180 w 4940931"/>
                <a:gd name="connsiteY1028" fmla="*/ 53340 h 138429"/>
                <a:gd name="connsiteX1029" fmla="*/ 934085 w 4940931"/>
                <a:gd name="connsiteY1029" fmla="*/ 68580 h 138429"/>
                <a:gd name="connsiteX1030" fmla="*/ 932815 w 4940931"/>
                <a:gd name="connsiteY1030" fmla="*/ 68580 h 138429"/>
                <a:gd name="connsiteX1031" fmla="*/ 932815 w 4940931"/>
                <a:gd name="connsiteY1031" fmla="*/ 72390 h 138429"/>
                <a:gd name="connsiteX1032" fmla="*/ 932815 w 4940931"/>
                <a:gd name="connsiteY1032" fmla="*/ 75565 h 138429"/>
                <a:gd name="connsiteX1033" fmla="*/ 881380 w 4940931"/>
                <a:gd name="connsiteY1033" fmla="*/ 75565 h 138429"/>
                <a:gd name="connsiteX1034" fmla="*/ 883920 w 4940931"/>
                <a:gd name="connsiteY1034" fmla="*/ 85090 h 138429"/>
                <a:gd name="connsiteX1035" fmla="*/ 888365 w 4940931"/>
                <a:gd name="connsiteY1035" fmla="*/ 91440 h 138429"/>
                <a:gd name="connsiteX1036" fmla="*/ 894080 w 4940931"/>
                <a:gd name="connsiteY1036" fmla="*/ 95250 h 138429"/>
                <a:gd name="connsiteX1037" fmla="*/ 901065 w 4940931"/>
                <a:gd name="connsiteY1037" fmla="*/ 96520 h 138429"/>
                <a:gd name="connsiteX1038" fmla="*/ 906145 w 4940931"/>
                <a:gd name="connsiteY1038" fmla="*/ 96520 h 138429"/>
                <a:gd name="connsiteX1039" fmla="*/ 910590 w 4940931"/>
                <a:gd name="connsiteY1039" fmla="*/ 95250 h 138429"/>
                <a:gd name="connsiteX1040" fmla="*/ 914400 w 4940931"/>
                <a:gd name="connsiteY1040" fmla="*/ 93345 h 138429"/>
                <a:gd name="connsiteX1041" fmla="*/ 918845 w 4940931"/>
                <a:gd name="connsiteY1041" fmla="*/ 90805 h 138429"/>
                <a:gd name="connsiteX1042" fmla="*/ 927735 w 4940931"/>
                <a:gd name="connsiteY1042" fmla="*/ 100330 h 138429"/>
                <a:gd name="connsiteX1043" fmla="*/ 922020 w 4940931"/>
                <a:gd name="connsiteY1043" fmla="*/ 104775 h 138429"/>
                <a:gd name="connsiteX1044" fmla="*/ 916305 w 4940931"/>
                <a:gd name="connsiteY1044" fmla="*/ 107950 h 138429"/>
                <a:gd name="connsiteX1045" fmla="*/ 909320 w 4940931"/>
                <a:gd name="connsiteY1045" fmla="*/ 109855 h 138429"/>
                <a:gd name="connsiteX1046" fmla="*/ 900430 w 4940931"/>
                <a:gd name="connsiteY1046" fmla="*/ 110490 h 138429"/>
                <a:gd name="connsiteX1047" fmla="*/ 890905 w 4940931"/>
                <a:gd name="connsiteY1047" fmla="*/ 109220 h 138429"/>
                <a:gd name="connsiteX1048" fmla="*/ 883285 w 4940931"/>
                <a:gd name="connsiteY1048" fmla="*/ 105410 h 138429"/>
                <a:gd name="connsiteX1049" fmla="*/ 876935 w 4940931"/>
                <a:gd name="connsiteY1049" fmla="*/ 100330 h 138429"/>
                <a:gd name="connsiteX1050" fmla="*/ 871855 w 4940931"/>
                <a:gd name="connsiteY1050" fmla="*/ 92710 h 138429"/>
                <a:gd name="connsiteX1051" fmla="*/ 868045 w 4940931"/>
                <a:gd name="connsiteY1051" fmla="*/ 82550 h 138429"/>
                <a:gd name="connsiteX1052" fmla="*/ 866775 w 4940931"/>
                <a:gd name="connsiteY1052" fmla="*/ 69850 h 138429"/>
                <a:gd name="connsiteX1053" fmla="*/ 869315 w 4940931"/>
                <a:gd name="connsiteY1053" fmla="*/ 52070 h 138429"/>
                <a:gd name="connsiteX1054" fmla="*/ 876300 w 4940931"/>
                <a:gd name="connsiteY1054" fmla="*/ 39370 h 138429"/>
                <a:gd name="connsiteX1055" fmla="*/ 887095 w 4940931"/>
                <a:gd name="connsiteY1055" fmla="*/ 31750 h 138429"/>
                <a:gd name="connsiteX1056" fmla="*/ 901065 w 4940931"/>
                <a:gd name="connsiteY1056" fmla="*/ 29210 h 138429"/>
                <a:gd name="connsiteX1057" fmla="*/ 668656 w 4940931"/>
                <a:gd name="connsiteY1057" fmla="*/ 29210 h 138429"/>
                <a:gd name="connsiteX1058" fmla="*/ 676275 w 4940931"/>
                <a:gd name="connsiteY1058" fmla="*/ 29845 h 138429"/>
                <a:gd name="connsiteX1059" fmla="*/ 681991 w 4940931"/>
                <a:gd name="connsiteY1059" fmla="*/ 32385 h 138429"/>
                <a:gd name="connsiteX1060" fmla="*/ 678181 w 4940931"/>
                <a:gd name="connsiteY1060" fmla="*/ 46990 h 138429"/>
                <a:gd name="connsiteX1061" fmla="*/ 676910 w 4940931"/>
                <a:gd name="connsiteY1061" fmla="*/ 46990 h 138429"/>
                <a:gd name="connsiteX1062" fmla="*/ 671830 w 4940931"/>
                <a:gd name="connsiteY1062" fmla="*/ 45085 h 138429"/>
                <a:gd name="connsiteX1063" fmla="*/ 665480 w 4940931"/>
                <a:gd name="connsiteY1063" fmla="*/ 44450 h 138429"/>
                <a:gd name="connsiteX1064" fmla="*/ 654050 w 4940931"/>
                <a:gd name="connsiteY1064" fmla="*/ 49530 h 138429"/>
                <a:gd name="connsiteX1065" fmla="*/ 650240 w 4940931"/>
                <a:gd name="connsiteY1065" fmla="*/ 64770 h 138429"/>
                <a:gd name="connsiteX1066" fmla="*/ 650240 w 4940931"/>
                <a:gd name="connsiteY1066" fmla="*/ 109220 h 138429"/>
                <a:gd name="connsiteX1067" fmla="*/ 635000 w 4940931"/>
                <a:gd name="connsiteY1067" fmla="*/ 109220 h 138429"/>
                <a:gd name="connsiteX1068" fmla="*/ 635000 w 4940931"/>
                <a:gd name="connsiteY1068" fmla="*/ 31115 h 138429"/>
                <a:gd name="connsiteX1069" fmla="*/ 650240 w 4940931"/>
                <a:gd name="connsiteY1069" fmla="*/ 31115 h 138429"/>
                <a:gd name="connsiteX1070" fmla="*/ 650240 w 4940931"/>
                <a:gd name="connsiteY1070" fmla="*/ 38735 h 138429"/>
                <a:gd name="connsiteX1071" fmla="*/ 653416 w 4940931"/>
                <a:gd name="connsiteY1071" fmla="*/ 34925 h 138429"/>
                <a:gd name="connsiteX1072" fmla="*/ 657861 w 4940931"/>
                <a:gd name="connsiteY1072" fmla="*/ 31750 h 138429"/>
                <a:gd name="connsiteX1073" fmla="*/ 662940 w 4940931"/>
                <a:gd name="connsiteY1073" fmla="*/ 29845 h 138429"/>
                <a:gd name="connsiteX1074" fmla="*/ 668656 w 4940931"/>
                <a:gd name="connsiteY1074" fmla="*/ 29210 h 138429"/>
                <a:gd name="connsiteX1075" fmla="*/ 586739 w 4940931"/>
                <a:gd name="connsiteY1075" fmla="*/ 29210 h 138429"/>
                <a:gd name="connsiteX1076" fmla="*/ 601344 w 4940931"/>
                <a:gd name="connsiteY1076" fmla="*/ 32385 h 138429"/>
                <a:gd name="connsiteX1077" fmla="*/ 611504 w 4940931"/>
                <a:gd name="connsiteY1077" fmla="*/ 40640 h 138429"/>
                <a:gd name="connsiteX1078" fmla="*/ 617854 w 4940931"/>
                <a:gd name="connsiteY1078" fmla="*/ 53340 h 138429"/>
                <a:gd name="connsiteX1079" fmla="*/ 619759 w 4940931"/>
                <a:gd name="connsiteY1079" fmla="*/ 68580 h 138429"/>
                <a:gd name="connsiteX1080" fmla="*/ 618489 w 4940931"/>
                <a:gd name="connsiteY1080" fmla="*/ 68580 h 138429"/>
                <a:gd name="connsiteX1081" fmla="*/ 618489 w 4940931"/>
                <a:gd name="connsiteY1081" fmla="*/ 72390 h 138429"/>
                <a:gd name="connsiteX1082" fmla="*/ 618489 w 4940931"/>
                <a:gd name="connsiteY1082" fmla="*/ 75565 h 138429"/>
                <a:gd name="connsiteX1083" fmla="*/ 567054 w 4940931"/>
                <a:gd name="connsiteY1083" fmla="*/ 75565 h 138429"/>
                <a:gd name="connsiteX1084" fmla="*/ 569594 w 4940931"/>
                <a:gd name="connsiteY1084" fmla="*/ 85090 h 138429"/>
                <a:gd name="connsiteX1085" fmla="*/ 574039 w 4940931"/>
                <a:gd name="connsiteY1085" fmla="*/ 91440 h 138429"/>
                <a:gd name="connsiteX1086" fmla="*/ 579754 w 4940931"/>
                <a:gd name="connsiteY1086" fmla="*/ 95250 h 138429"/>
                <a:gd name="connsiteX1087" fmla="*/ 586739 w 4940931"/>
                <a:gd name="connsiteY1087" fmla="*/ 96520 h 138429"/>
                <a:gd name="connsiteX1088" fmla="*/ 591819 w 4940931"/>
                <a:gd name="connsiteY1088" fmla="*/ 96520 h 138429"/>
                <a:gd name="connsiteX1089" fmla="*/ 596264 w 4940931"/>
                <a:gd name="connsiteY1089" fmla="*/ 95250 h 138429"/>
                <a:gd name="connsiteX1090" fmla="*/ 600074 w 4940931"/>
                <a:gd name="connsiteY1090" fmla="*/ 93345 h 138429"/>
                <a:gd name="connsiteX1091" fmla="*/ 604519 w 4940931"/>
                <a:gd name="connsiteY1091" fmla="*/ 90805 h 138429"/>
                <a:gd name="connsiteX1092" fmla="*/ 613409 w 4940931"/>
                <a:gd name="connsiteY1092" fmla="*/ 100330 h 138429"/>
                <a:gd name="connsiteX1093" fmla="*/ 607694 w 4940931"/>
                <a:gd name="connsiteY1093" fmla="*/ 104775 h 138429"/>
                <a:gd name="connsiteX1094" fmla="*/ 601979 w 4940931"/>
                <a:gd name="connsiteY1094" fmla="*/ 107950 h 138429"/>
                <a:gd name="connsiteX1095" fmla="*/ 594994 w 4940931"/>
                <a:gd name="connsiteY1095" fmla="*/ 109855 h 138429"/>
                <a:gd name="connsiteX1096" fmla="*/ 586104 w 4940931"/>
                <a:gd name="connsiteY1096" fmla="*/ 110490 h 138429"/>
                <a:gd name="connsiteX1097" fmla="*/ 576579 w 4940931"/>
                <a:gd name="connsiteY1097" fmla="*/ 109220 h 138429"/>
                <a:gd name="connsiteX1098" fmla="*/ 568959 w 4940931"/>
                <a:gd name="connsiteY1098" fmla="*/ 105410 h 138429"/>
                <a:gd name="connsiteX1099" fmla="*/ 562609 w 4940931"/>
                <a:gd name="connsiteY1099" fmla="*/ 100330 h 138429"/>
                <a:gd name="connsiteX1100" fmla="*/ 557529 w 4940931"/>
                <a:gd name="connsiteY1100" fmla="*/ 92710 h 138429"/>
                <a:gd name="connsiteX1101" fmla="*/ 553719 w 4940931"/>
                <a:gd name="connsiteY1101" fmla="*/ 82550 h 138429"/>
                <a:gd name="connsiteX1102" fmla="*/ 552449 w 4940931"/>
                <a:gd name="connsiteY1102" fmla="*/ 69850 h 138429"/>
                <a:gd name="connsiteX1103" fmla="*/ 554989 w 4940931"/>
                <a:gd name="connsiteY1103" fmla="*/ 52070 h 138429"/>
                <a:gd name="connsiteX1104" fmla="*/ 561974 w 4940931"/>
                <a:gd name="connsiteY1104" fmla="*/ 39370 h 138429"/>
                <a:gd name="connsiteX1105" fmla="*/ 572769 w 4940931"/>
                <a:gd name="connsiteY1105" fmla="*/ 31750 h 138429"/>
                <a:gd name="connsiteX1106" fmla="*/ 586739 w 4940931"/>
                <a:gd name="connsiteY1106" fmla="*/ 29210 h 138429"/>
                <a:gd name="connsiteX1107" fmla="*/ 400050 w 4940931"/>
                <a:gd name="connsiteY1107" fmla="*/ 29210 h 138429"/>
                <a:gd name="connsiteX1108" fmla="*/ 414655 w 4940931"/>
                <a:gd name="connsiteY1108" fmla="*/ 32385 h 138429"/>
                <a:gd name="connsiteX1109" fmla="*/ 424815 w 4940931"/>
                <a:gd name="connsiteY1109" fmla="*/ 40640 h 138429"/>
                <a:gd name="connsiteX1110" fmla="*/ 431165 w 4940931"/>
                <a:gd name="connsiteY1110" fmla="*/ 53340 h 138429"/>
                <a:gd name="connsiteX1111" fmla="*/ 433070 w 4940931"/>
                <a:gd name="connsiteY1111" fmla="*/ 68580 h 138429"/>
                <a:gd name="connsiteX1112" fmla="*/ 431800 w 4940931"/>
                <a:gd name="connsiteY1112" fmla="*/ 68580 h 138429"/>
                <a:gd name="connsiteX1113" fmla="*/ 431800 w 4940931"/>
                <a:gd name="connsiteY1113" fmla="*/ 72390 h 138429"/>
                <a:gd name="connsiteX1114" fmla="*/ 431800 w 4940931"/>
                <a:gd name="connsiteY1114" fmla="*/ 75565 h 138429"/>
                <a:gd name="connsiteX1115" fmla="*/ 380365 w 4940931"/>
                <a:gd name="connsiteY1115" fmla="*/ 75565 h 138429"/>
                <a:gd name="connsiteX1116" fmla="*/ 382905 w 4940931"/>
                <a:gd name="connsiteY1116" fmla="*/ 85090 h 138429"/>
                <a:gd name="connsiteX1117" fmla="*/ 387350 w 4940931"/>
                <a:gd name="connsiteY1117" fmla="*/ 91440 h 138429"/>
                <a:gd name="connsiteX1118" fmla="*/ 393065 w 4940931"/>
                <a:gd name="connsiteY1118" fmla="*/ 95250 h 138429"/>
                <a:gd name="connsiteX1119" fmla="*/ 400050 w 4940931"/>
                <a:gd name="connsiteY1119" fmla="*/ 96520 h 138429"/>
                <a:gd name="connsiteX1120" fmla="*/ 405130 w 4940931"/>
                <a:gd name="connsiteY1120" fmla="*/ 96520 h 138429"/>
                <a:gd name="connsiteX1121" fmla="*/ 409575 w 4940931"/>
                <a:gd name="connsiteY1121" fmla="*/ 95250 h 138429"/>
                <a:gd name="connsiteX1122" fmla="*/ 413385 w 4940931"/>
                <a:gd name="connsiteY1122" fmla="*/ 93345 h 138429"/>
                <a:gd name="connsiteX1123" fmla="*/ 417830 w 4940931"/>
                <a:gd name="connsiteY1123" fmla="*/ 90805 h 138429"/>
                <a:gd name="connsiteX1124" fmla="*/ 426720 w 4940931"/>
                <a:gd name="connsiteY1124" fmla="*/ 100330 h 138429"/>
                <a:gd name="connsiteX1125" fmla="*/ 421005 w 4940931"/>
                <a:gd name="connsiteY1125" fmla="*/ 104775 h 138429"/>
                <a:gd name="connsiteX1126" fmla="*/ 415290 w 4940931"/>
                <a:gd name="connsiteY1126" fmla="*/ 107950 h 138429"/>
                <a:gd name="connsiteX1127" fmla="*/ 408305 w 4940931"/>
                <a:gd name="connsiteY1127" fmla="*/ 109855 h 138429"/>
                <a:gd name="connsiteX1128" fmla="*/ 399415 w 4940931"/>
                <a:gd name="connsiteY1128" fmla="*/ 110490 h 138429"/>
                <a:gd name="connsiteX1129" fmla="*/ 389890 w 4940931"/>
                <a:gd name="connsiteY1129" fmla="*/ 109220 h 138429"/>
                <a:gd name="connsiteX1130" fmla="*/ 382270 w 4940931"/>
                <a:gd name="connsiteY1130" fmla="*/ 105410 h 138429"/>
                <a:gd name="connsiteX1131" fmla="*/ 375920 w 4940931"/>
                <a:gd name="connsiteY1131" fmla="*/ 100330 h 138429"/>
                <a:gd name="connsiteX1132" fmla="*/ 370840 w 4940931"/>
                <a:gd name="connsiteY1132" fmla="*/ 92710 h 138429"/>
                <a:gd name="connsiteX1133" fmla="*/ 367030 w 4940931"/>
                <a:gd name="connsiteY1133" fmla="*/ 82550 h 138429"/>
                <a:gd name="connsiteX1134" fmla="*/ 365760 w 4940931"/>
                <a:gd name="connsiteY1134" fmla="*/ 69850 h 138429"/>
                <a:gd name="connsiteX1135" fmla="*/ 368300 w 4940931"/>
                <a:gd name="connsiteY1135" fmla="*/ 52070 h 138429"/>
                <a:gd name="connsiteX1136" fmla="*/ 375285 w 4940931"/>
                <a:gd name="connsiteY1136" fmla="*/ 39370 h 138429"/>
                <a:gd name="connsiteX1137" fmla="*/ 386080 w 4940931"/>
                <a:gd name="connsiteY1137" fmla="*/ 31750 h 138429"/>
                <a:gd name="connsiteX1138" fmla="*/ 400050 w 4940931"/>
                <a:gd name="connsiteY1138" fmla="*/ 29210 h 138429"/>
                <a:gd name="connsiteX1139" fmla="*/ 201930 w 4940931"/>
                <a:gd name="connsiteY1139" fmla="*/ 29210 h 138429"/>
                <a:gd name="connsiteX1140" fmla="*/ 216535 w 4940931"/>
                <a:gd name="connsiteY1140" fmla="*/ 32385 h 138429"/>
                <a:gd name="connsiteX1141" fmla="*/ 226695 w 4940931"/>
                <a:gd name="connsiteY1141" fmla="*/ 40640 h 138429"/>
                <a:gd name="connsiteX1142" fmla="*/ 233045 w 4940931"/>
                <a:gd name="connsiteY1142" fmla="*/ 53340 h 138429"/>
                <a:gd name="connsiteX1143" fmla="*/ 234950 w 4940931"/>
                <a:gd name="connsiteY1143" fmla="*/ 68580 h 138429"/>
                <a:gd name="connsiteX1144" fmla="*/ 233680 w 4940931"/>
                <a:gd name="connsiteY1144" fmla="*/ 68580 h 138429"/>
                <a:gd name="connsiteX1145" fmla="*/ 233680 w 4940931"/>
                <a:gd name="connsiteY1145" fmla="*/ 72390 h 138429"/>
                <a:gd name="connsiteX1146" fmla="*/ 233680 w 4940931"/>
                <a:gd name="connsiteY1146" fmla="*/ 75565 h 138429"/>
                <a:gd name="connsiteX1147" fmla="*/ 182245 w 4940931"/>
                <a:gd name="connsiteY1147" fmla="*/ 75565 h 138429"/>
                <a:gd name="connsiteX1148" fmla="*/ 184785 w 4940931"/>
                <a:gd name="connsiteY1148" fmla="*/ 85090 h 138429"/>
                <a:gd name="connsiteX1149" fmla="*/ 189230 w 4940931"/>
                <a:gd name="connsiteY1149" fmla="*/ 91440 h 138429"/>
                <a:gd name="connsiteX1150" fmla="*/ 194945 w 4940931"/>
                <a:gd name="connsiteY1150" fmla="*/ 95250 h 138429"/>
                <a:gd name="connsiteX1151" fmla="*/ 201930 w 4940931"/>
                <a:gd name="connsiteY1151" fmla="*/ 96520 h 138429"/>
                <a:gd name="connsiteX1152" fmla="*/ 207010 w 4940931"/>
                <a:gd name="connsiteY1152" fmla="*/ 96520 h 138429"/>
                <a:gd name="connsiteX1153" fmla="*/ 211455 w 4940931"/>
                <a:gd name="connsiteY1153" fmla="*/ 95250 h 138429"/>
                <a:gd name="connsiteX1154" fmla="*/ 215265 w 4940931"/>
                <a:gd name="connsiteY1154" fmla="*/ 93345 h 138429"/>
                <a:gd name="connsiteX1155" fmla="*/ 219710 w 4940931"/>
                <a:gd name="connsiteY1155" fmla="*/ 90805 h 138429"/>
                <a:gd name="connsiteX1156" fmla="*/ 228600 w 4940931"/>
                <a:gd name="connsiteY1156" fmla="*/ 100330 h 138429"/>
                <a:gd name="connsiteX1157" fmla="*/ 222885 w 4940931"/>
                <a:gd name="connsiteY1157" fmla="*/ 104775 h 138429"/>
                <a:gd name="connsiteX1158" fmla="*/ 217170 w 4940931"/>
                <a:gd name="connsiteY1158" fmla="*/ 107950 h 138429"/>
                <a:gd name="connsiteX1159" fmla="*/ 210185 w 4940931"/>
                <a:gd name="connsiteY1159" fmla="*/ 109855 h 138429"/>
                <a:gd name="connsiteX1160" fmla="*/ 201295 w 4940931"/>
                <a:gd name="connsiteY1160" fmla="*/ 110490 h 138429"/>
                <a:gd name="connsiteX1161" fmla="*/ 191770 w 4940931"/>
                <a:gd name="connsiteY1161" fmla="*/ 109220 h 138429"/>
                <a:gd name="connsiteX1162" fmla="*/ 184150 w 4940931"/>
                <a:gd name="connsiteY1162" fmla="*/ 105410 h 138429"/>
                <a:gd name="connsiteX1163" fmla="*/ 177800 w 4940931"/>
                <a:gd name="connsiteY1163" fmla="*/ 100330 h 138429"/>
                <a:gd name="connsiteX1164" fmla="*/ 172720 w 4940931"/>
                <a:gd name="connsiteY1164" fmla="*/ 92710 h 138429"/>
                <a:gd name="connsiteX1165" fmla="*/ 168910 w 4940931"/>
                <a:gd name="connsiteY1165" fmla="*/ 82550 h 138429"/>
                <a:gd name="connsiteX1166" fmla="*/ 167640 w 4940931"/>
                <a:gd name="connsiteY1166" fmla="*/ 69850 h 138429"/>
                <a:gd name="connsiteX1167" fmla="*/ 170180 w 4940931"/>
                <a:gd name="connsiteY1167" fmla="*/ 52070 h 138429"/>
                <a:gd name="connsiteX1168" fmla="*/ 177165 w 4940931"/>
                <a:gd name="connsiteY1168" fmla="*/ 39370 h 138429"/>
                <a:gd name="connsiteX1169" fmla="*/ 187960 w 4940931"/>
                <a:gd name="connsiteY1169" fmla="*/ 31750 h 138429"/>
                <a:gd name="connsiteX1170" fmla="*/ 201930 w 4940931"/>
                <a:gd name="connsiteY1170" fmla="*/ 29210 h 138429"/>
                <a:gd name="connsiteX1171" fmla="*/ 4664706 w 4940931"/>
                <a:gd name="connsiteY1171" fmla="*/ 28574 h 138429"/>
                <a:gd name="connsiteX1172" fmla="*/ 4678676 w 4940931"/>
                <a:gd name="connsiteY1172" fmla="*/ 31749 h 138429"/>
                <a:gd name="connsiteX1173" fmla="*/ 4689471 w 4940931"/>
                <a:gd name="connsiteY1173" fmla="*/ 40004 h 138429"/>
                <a:gd name="connsiteX1174" fmla="*/ 4696456 w 4940931"/>
                <a:gd name="connsiteY1174" fmla="*/ 52704 h 138429"/>
                <a:gd name="connsiteX1175" fmla="*/ 4698996 w 4940931"/>
                <a:gd name="connsiteY1175" fmla="*/ 69214 h 138429"/>
                <a:gd name="connsiteX1176" fmla="*/ 4699631 w 4940931"/>
                <a:gd name="connsiteY1176" fmla="*/ 69214 h 138429"/>
                <a:gd name="connsiteX1177" fmla="*/ 4697091 w 4940931"/>
                <a:gd name="connsiteY1177" fmla="*/ 86359 h 138429"/>
                <a:gd name="connsiteX1178" fmla="*/ 4689471 w 4940931"/>
                <a:gd name="connsiteY1178" fmla="*/ 99059 h 138429"/>
                <a:gd name="connsiteX1179" fmla="*/ 4678041 w 4940931"/>
                <a:gd name="connsiteY1179" fmla="*/ 107314 h 138429"/>
                <a:gd name="connsiteX1180" fmla="*/ 4664071 w 4940931"/>
                <a:gd name="connsiteY1180" fmla="*/ 109854 h 138429"/>
                <a:gd name="connsiteX1181" fmla="*/ 4650101 w 4940931"/>
                <a:gd name="connsiteY1181" fmla="*/ 106679 h 138429"/>
                <a:gd name="connsiteX1182" fmla="*/ 4639306 w 4940931"/>
                <a:gd name="connsiteY1182" fmla="*/ 98424 h 138429"/>
                <a:gd name="connsiteX1183" fmla="*/ 4632321 w 4940931"/>
                <a:gd name="connsiteY1183" fmla="*/ 85724 h 138429"/>
                <a:gd name="connsiteX1184" fmla="*/ 4629781 w 4940931"/>
                <a:gd name="connsiteY1184" fmla="*/ 69214 h 138429"/>
                <a:gd name="connsiteX1185" fmla="*/ 4632321 w 4940931"/>
                <a:gd name="connsiteY1185" fmla="*/ 52069 h 138429"/>
                <a:gd name="connsiteX1186" fmla="*/ 4639941 w 4940931"/>
                <a:gd name="connsiteY1186" fmla="*/ 39369 h 138429"/>
                <a:gd name="connsiteX1187" fmla="*/ 4650736 w 4940931"/>
                <a:gd name="connsiteY1187" fmla="*/ 31114 h 138429"/>
                <a:gd name="connsiteX1188" fmla="*/ 4664706 w 4940931"/>
                <a:gd name="connsiteY1188" fmla="*/ 28574 h 138429"/>
                <a:gd name="connsiteX1189" fmla="*/ 4264655 w 4940931"/>
                <a:gd name="connsiteY1189" fmla="*/ 28574 h 138429"/>
                <a:gd name="connsiteX1190" fmla="*/ 4278625 w 4940931"/>
                <a:gd name="connsiteY1190" fmla="*/ 31749 h 138429"/>
                <a:gd name="connsiteX1191" fmla="*/ 4289420 w 4940931"/>
                <a:gd name="connsiteY1191" fmla="*/ 40004 h 138429"/>
                <a:gd name="connsiteX1192" fmla="*/ 4296405 w 4940931"/>
                <a:gd name="connsiteY1192" fmla="*/ 52704 h 138429"/>
                <a:gd name="connsiteX1193" fmla="*/ 4298945 w 4940931"/>
                <a:gd name="connsiteY1193" fmla="*/ 69214 h 138429"/>
                <a:gd name="connsiteX1194" fmla="*/ 4299580 w 4940931"/>
                <a:gd name="connsiteY1194" fmla="*/ 69214 h 138429"/>
                <a:gd name="connsiteX1195" fmla="*/ 4297040 w 4940931"/>
                <a:gd name="connsiteY1195" fmla="*/ 86359 h 138429"/>
                <a:gd name="connsiteX1196" fmla="*/ 4289420 w 4940931"/>
                <a:gd name="connsiteY1196" fmla="*/ 99059 h 138429"/>
                <a:gd name="connsiteX1197" fmla="*/ 4277990 w 4940931"/>
                <a:gd name="connsiteY1197" fmla="*/ 107314 h 138429"/>
                <a:gd name="connsiteX1198" fmla="*/ 4264020 w 4940931"/>
                <a:gd name="connsiteY1198" fmla="*/ 109854 h 138429"/>
                <a:gd name="connsiteX1199" fmla="*/ 4250050 w 4940931"/>
                <a:gd name="connsiteY1199" fmla="*/ 106679 h 138429"/>
                <a:gd name="connsiteX1200" fmla="*/ 4239255 w 4940931"/>
                <a:gd name="connsiteY1200" fmla="*/ 98424 h 138429"/>
                <a:gd name="connsiteX1201" fmla="*/ 4232270 w 4940931"/>
                <a:gd name="connsiteY1201" fmla="*/ 85724 h 138429"/>
                <a:gd name="connsiteX1202" fmla="*/ 4229730 w 4940931"/>
                <a:gd name="connsiteY1202" fmla="*/ 69214 h 138429"/>
                <a:gd name="connsiteX1203" fmla="*/ 4232270 w 4940931"/>
                <a:gd name="connsiteY1203" fmla="*/ 52069 h 138429"/>
                <a:gd name="connsiteX1204" fmla="*/ 4239890 w 4940931"/>
                <a:gd name="connsiteY1204" fmla="*/ 39369 h 138429"/>
                <a:gd name="connsiteX1205" fmla="*/ 4250685 w 4940931"/>
                <a:gd name="connsiteY1205" fmla="*/ 31114 h 138429"/>
                <a:gd name="connsiteX1206" fmla="*/ 4264655 w 4940931"/>
                <a:gd name="connsiteY1206" fmla="*/ 28574 h 138429"/>
                <a:gd name="connsiteX1207" fmla="*/ 1420495 w 4940931"/>
                <a:gd name="connsiteY1207" fmla="*/ 28574 h 138429"/>
                <a:gd name="connsiteX1208" fmla="*/ 1434465 w 4940931"/>
                <a:gd name="connsiteY1208" fmla="*/ 31749 h 138429"/>
                <a:gd name="connsiteX1209" fmla="*/ 1445260 w 4940931"/>
                <a:gd name="connsiteY1209" fmla="*/ 40004 h 138429"/>
                <a:gd name="connsiteX1210" fmla="*/ 1452245 w 4940931"/>
                <a:gd name="connsiteY1210" fmla="*/ 52704 h 138429"/>
                <a:gd name="connsiteX1211" fmla="*/ 1454785 w 4940931"/>
                <a:gd name="connsiteY1211" fmla="*/ 69214 h 138429"/>
                <a:gd name="connsiteX1212" fmla="*/ 1455420 w 4940931"/>
                <a:gd name="connsiteY1212" fmla="*/ 69214 h 138429"/>
                <a:gd name="connsiteX1213" fmla="*/ 1452880 w 4940931"/>
                <a:gd name="connsiteY1213" fmla="*/ 86359 h 138429"/>
                <a:gd name="connsiteX1214" fmla="*/ 1445260 w 4940931"/>
                <a:gd name="connsiteY1214" fmla="*/ 99059 h 138429"/>
                <a:gd name="connsiteX1215" fmla="*/ 1433830 w 4940931"/>
                <a:gd name="connsiteY1215" fmla="*/ 107314 h 138429"/>
                <a:gd name="connsiteX1216" fmla="*/ 1419860 w 4940931"/>
                <a:gd name="connsiteY1216" fmla="*/ 109854 h 138429"/>
                <a:gd name="connsiteX1217" fmla="*/ 1405890 w 4940931"/>
                <a:gd name="connsiteY1217" fmla="*/ 106679 h 138429"/>
                <a:gd name="connsiteX1218" fmla="*/ 1395095 w 4940931"/>
                <a:gd name="connsiteY1218" fmla="*/ 98424 h 138429"/>
                <a:gd name="connsiteX1219" fmla="*/ 1388110 w 4940931"/>
                <a:gd name="connsiteY1219" fmla="*/ 85724 h 138429"/>
                <a:gd name="connsiteX1220" fmla="*/ 1385570 w 4940931"/>
                <a:gd name="connsiteY1220" fmla="*/ 69214 h 138429"/>
                <a:gd name="connsiteX1221" fmla="*/ 1388110 w 4940931"/>
                <a:gd name="connsiteY1221" fmla="*/ 52069 h 138429"/>
                <a:gd name="connsiteX1222" fmla="*/ 1395730 w 4940931"/>
                <a:gd name="connsiteY1222" fmla="*/ 39369 h 138429"/>
                <a:gd name="connsiteX1223" fmla="*/ 1406525 w 4940931"/>
                <a:gd name="connsiteY1223" fmla="*/ 31114 h 138429"/>
                <a:gd name="connsiteX1224" fmla="*/ 1420495 w 4940931"/>
                <a:gd name="connsiteY1224" fmla="*/ 28574 h 138429"/>
                <a:gd name="connsiteX1225" fmla="*/ 3143245 w 4940931"/>
                <a:gd name="connsiteY1225" fmla="*/ 5079 h 138429"/>
                <a:gd name="connsiteX1226" fmla="*/ 3219445 w 4940931"/>
                <a:gd name="connsiteY1226" fmla="*/ 5079 h 138429"/>
                <a:gd name="connsiteX1227" fmla="*/ 3219445 w 4940931"/>
                <a:gd name="connsiteY1227" fmla="*/ 20319 h 138429"/>
                <a:gd name="connsiteX1228" fmla="*/ 3188965 w 4940931"/>
                <a:gd name="connsiteY1228" fmla="*/ 20319 h 138429"/>
                <a:gd name="connsiteX1229" fmla="*/ 3188965 w 4940931"/>
                <a:gd name="connsiteY1229" fmla="*/ 108584 h 138429"/>
                <a:gd name="connsiteX1230" fmla="*/ 3173090 w 4940931"/>
                <a:gd name="connsiteY1230" fmla="*/ 108584 h 138429"/>
                <a:gd name="connsiteX1231" fmla="*/ 3173090 w 4940931"/>
                <a:gd name="connsiteY1231" fmla="*/ 20319 h 138429"/>
                <a:gd name="connsiteX1232" fmla="*/ 3143245 w 4940931"/>
                <a:gd name="connsiteY1232" fmla="*/ 20319 h 138429"/>
                <a:gd name="connsiteX1233" fmla="*/ 1628774 w 4940931"/>
                <a:gd name="connsiteY1233" fmla="*/ 5079 h 138429"/>
                <a:gd name="connsiteX1234" fmla="*/ 1704970 w 4940931"/>
                <a:gd name="connsiteY1234" fmla="*/ 5079 h 138429"/>
                <a:gd name="connsiteX1235" fmla="*/ 1704970 w 4940931"/>
                <a:gd name="connsiteY1235" fmla="*/ 20319 h 138429"/>
                <a:gd name="connsiteX1236" fmla="*/ 1675129 w 4940931"/>
                <a:gd name="connsiteY1236" fmla="*/ 20319 h 138429"/>
                <a:gd name="connsiteX1237" fmla="*/ 1675129 w 4940931"/>
                <a:gd name="connsiteY1237" fmla="*/ 108584 h 138429"/>
                <a:gd name="connsiteX1238" fmla="*/ 1659255 w 4940931"/>
                <a:gd name="connsiteY1238" fmla="*/ 108584 h 138429"/>
                <a:gd name="connsiteX1239" fmla="*/ 1659255 w 4940931"/>
                <a:gd name="connsiteY1239" fmla="*/ 20319 h 138429"/>
                <a:gd name="connsiteX1240" fmla="*/ 1628774 w 4940931"/>
                <a:gd name="connsiteY1240" fmla="*/ 20319 h 138429"/>
                <a:gd name="connsiteX1241" fmla="*/ 0 w 4940931"/>
                <a:gd name="connsiteY1241" fmla="*/ 5079 h 138429"/>
                <a:gd name="connsiteX1242" fmla="*/ 76200 w 4940931"/>
                <a:gd name="connsiteY1242" fmla="*/ 5079 h 138429"/>
                <a:gd name="connsiteX1243" fmla="*/ 76200 w 4940931"/>
                <a:gd name="connsiteY1243" fmla="*/ 20319 h 138429"/>
                <a:gd name="connsiteX1244" fmla="*/ 45720 w 4940931"/>
                <a:gd name="connsiteY1244" fmla="*/ 20319 h 138429"/>
                <a:gd name="connsiteX1245" fmla="*/ 45720 w 4940931"/>
                <a:gd name="connsiteY1245" fmla="*/ 108584 h 138429"/>
                <a:gd name="connsiteX1246" fmla="*/ 29845 w 4940931"/>
                <a:gd name="connsiteY1246" fmla="*/ 108584 h 138429"/>
                <a:gd name="connsiteX1247" fmla="*/ 29845 w 4940931"/>
                <a:gd name="connsiteY1247" fmla="*/ 20319 h 138429"/>
                <a:gd name="connsiteX1248" fmla="*/ 0 w 4940931"/>
                <a:gd name="connsiteY1248" fmla="*/ 20319 h 138429"/>
                <a:gd name="connsiteX1249" fmla="*/ 1362075 w 4940931"/>
                <a:gd name="connsiteY1249" fmla="*/ 1269 h 138429"/>
                <a:gd name="connsiteX1250" fmla="*/ 1365885 w 4940931"/>
                <a:gd name="connsiteY1250" fmla="*/ 1904 h 138429"/>
                <a:gd name="connsiteX1251" fmla="*/ 1369060 w 4940931"/>
                <a:gd name="connsiteY1251" fmla="*/ 3809 h 138429"/>
                <a:gd name="connsiteX1252" fmla="*/ 1370965 w 4940931"/>
                <a:gd name="connsiteY1252" fmla="*/ 6984 h 138429"/>
                <a:gd name="connsiteX1253" fmla="*/ 1371600 w 4940931"/>
                <a:gd name="connsiteY1253" fmla="*/ 10794 h 138429"/>
                <a:gd name="connsiteX1254" fmla="*/ 1370965 w 4940931"/>
                <a:gd name="connsiteY1254" fmla="*/ 14604 h 138429"/>
                <a:gd name="connsiteX1255" fmla="*/ 1369060 w 4940931"/>
                <a:gd name="connsiteY1255" fmla="*/ 17779 h 138429"/>
                <a:gd name="connsiteX1256" fmla="*/ 1365885 w 4940931"/>
                <a:gd name="connsiteY1256" fmla="*/ 19684 h 138429"/>
                <a:gd name="connsiteX1257" fmla="*/ 1362075 w 4940931"/>
                <a:gd name="connsiteY1257" fmla="*/ 20319 h 138429"/>
                <a:gd name="connsiteX1258" fmla="*/ 1358265 w 4940931"/>
                <a:gd name="connsiteY1258" fmla="*/ 19684 h 138429"/>
                <a:gd name="connsiteX1259" fmla="*/ 1355090 w 4940931"/>
                <a:gd name="connsiteY1259" fmla="*/ 17779 h 138429"/>
                <a:gd name="connsiteX1260" fmla="*/ 1353185 w 4940931"/>
                <a:gd name="connsiteY1260" fmla="*/ 14604 h 138429"/>
                <a:gd name="connsiteX1261" fmla="*/ 1352550 w 4940931"/>
                <a:gd name="connsiteY1261" fmla="*/ 10794 h 138429"/>
                <a:gd name="connsiteX1262" fmla="*/ 1353185 w 4940931"/>
                <a:gd name="connsiteY1262" fmla="*/ 6984 h 138429"/>
                <a:gd name="connsiteX1263" fmla="*/ 1355090 w 4940931"/>
                <a:gd name="connsiteY1263" fmla="*/ 3809 h 138429"/>
                <a:gd name="connsiteX1264" fmla="*/ 1358265 w 4940931"/>
                <a:gd name="connsiteY1264" fmla="*/ 1904 h 138429"/>
                <a:gd name="connsiteX1265" fmla="*/ 1362075 w 4940931"/>
                <a:gd name="connsiteY1265" fmla="*/ 1269 h 138429"/>
                <a:gd name="connsiteX1266" fmla="*/ 4789801 w 4940931"/>
                <a:gd name="connsiteY1266" fmla="*/ 634 h 138429"/>
                <a:gd name="connsiteX1267" fmla="*/ 4789801 w 4940931"/>
                <a:gd name="connsiteY1267" fmla="*/ 65404 h 138429"/>
                <a:gd name="connsiteX1268" fmla="*/ 4814566 w 4940931"/>
                <a:gd name="connsiteY1268" fmla="*/ 31114 h 138429"/>
                <a:gd name="connsiteX1269" fmla="*/ 4831711 w 4940931"/>
                <a:gd name="connsiteY1269" fmla="*/ 31114 h 138429"/>
                <a:gd name="connsiteX1270" fmla="*/ 4812026 w 4940931"/>
                <a:gd name="connsiteY1270" fmla="*/ 57149 h 138429"/>
                <a:gd name="connsiteX1271" fmla="*/ 4835521 w 4940931"/>
                <a:gd name="connsiteY1271" fmla="*/ 108584 h 138429"/>
                <a:gd name="connsiteX1272" fmla="*/ 4819011 w 4940931"/>
                <a:gd name="connsiteY1272" fmla="*/ 108584 h 138429"/>
                <a:gd name="connsiteX1273" fmla="*/ 4801866 w 4940931"/>
                <a:gd name="connsiteY1273" fmla="*/ 69849 h 138429"/>
                <a:gd name="connsiteX1274" fmla="*/ 4789801 w 4940931"/>
                <a:gd name="connsiteY1274" fmla="*/ 85724 h 138429"/>
                <a:gd name="connsiteX1275" fmla="*/ 4789801 w 4940931"/>
                <a:gd name="connsiteY1275" fmla="*/ 108584 h 138429"/>
                <a:gd name="connsiteX1276" fmla="*/ 4774561 w 4940931"/>
                <a:gd name="connsiteY1276" fmla="*/ 108584 h 138429"/>
                <a:gd name="connsiteX1277" fmla="*/ 4774561 w 4940931"/>
                <a:gd name="connsiteY1277" fmla="*/ 8889 h 138429"/>
                <a:gd name="connsiteX1278" fmla="*/ 4472301 w 4940931"/>
                <a:gd name="connsiteY1278" fmla="*/ 634 h 138429"/>
                <a:gd name="connsiteX1279" fmla="*/ 4472301 w 4940931"/>
                <a:gd name="connsiteY1279" fmla="*/ 109219 h 138429"/>
                <a:gd name="connsiteX1280" fmla="*/ 4457061 w 4940931"/>
                <a:gd name="connsiteY1280" fmla="*/ 109219 h 138429"/>
                <a:gd name="connsiteX1281" fmla="*/ 4457696 w 4940931"/>
                <a:gd name="connsiteY1281" fmla="*/ 108584 h 138429"/>
                <a:gd name="connsiteX1282" fmla="*/ 4457696 w 4940931"/>
                <a:gd name="connsiteY1282" fmla="*/ 100964 h 138429"/>
                <a:gd name="connsiteX1283" fmla="*/ 4453251 w 4940931"/>
                <a:gd name="connsiteY1283" fmla="*/ 104774 h 138429"/>
                <a:gd name="connsiteX1284" fmla="*/ 4448171 w 4940931"/>
                <a:gd name="connsiteY1284" fmla="*/ 107949 h 138429"/>
                <a:gd name="connsiteX1285" fmla="*/ 4443091 w 4940931"/>
                <a:gd name="connsiteY1285" fmla="*/ 109854 h 138429"/>
                <a:gd name="connsiteX1286" fmla="*/ 4437376 w 4940931"/>
                <a:gd name="connsiteY1286" fmla="*/ 109854 h 138429"/>
                <a:gd name="connsiteX1287" fmla="*/ 4425946 w 4940931"/>
                <a:gd name="connsiteY1287" fmla="*/ 107314 h 138429"/>
                <a:gd name="connsiteX1288" fmla="*/ 4416421 w 4940931"/>
                <a:gd name="connsiteY1288" fmla="*/ 99694 h 138429"/>
                <a:gd name="connsiteX1289" fmla="*/ 4410071 w 4940931"/>
                <a:gd name="connsiteY1289" fmla="*/ 86994 h 138429"/>
                <a:gd name="connsiteX1290" fmla="*/ 4407531 w 4940931"/>
                <a:gd name="connsiteY1290" fmla="*/ 67944 h 138429"/>
                <a:gd name="connsiteX1291" fmla="*/ 4410071 w 4940931"/>
                <a:gd name="connsiteY1291" fmla="*/ 50799 h 138429"/>
                <a:gd name="connsiteX1292" fmla="*/ 4417056 w 4940931"/>
                <a:gd name="connsiteY1292" fmla="*/ 38734 h 138429"/>
                <a:gd name="connsiteX1293" fmla="*/ 4426581 w 4940931"/>
                <a:gd name="connsiteY1293" fmla="*/ 31749 h 138429"/>
                <a:gd name="connsiteX1294" fmla="*/ 4438011 w 4940931"/>
                <a:gd name="connsiteY1294" fmla="*/ 29209 h 138429"/>
                <a:gd name="connsiteX1295" fmla="*/ 4443726 w 4940931"/>
                <a:gd name="connsiteY1295" fmla="*/ 29844 h 138429"/>
                <a:gd name="connsiteX1296" fmla="*/ 4448806 w 4940931"/>
                <a:gd name="connsiteY1296" fmla="*/ 31749 h 138429"/>
                <a:gd name="connsiteX1297" fmla="*/ 4453251 w 4940931"/>
                <a:gd name="connsiteY1297" fmla="*/ 34924 h 138429"/>
                <a:gd name="connsiteX1298" fmla="*/ 4457061 w 4940931"/>
                <a:gd name="connsiteY1298" fmla="*/ 38099 h 138429"/>
                <a:gd name="connsiteX1299" fmla="*/ 4457061 w 4940931"/>
                <a:gd name="connsiteY1299" fmla="*/ 8254 h 138429"/>
                <a:gd name="connsiteX1300" fmla="*/ 4390385 w 4940931"/>
                <a:gd name="connsiteY1300" fmla="*/ 634 h 138429"/>
                <a:gd name="connsiteX1301" fmla="*/ 4390385 w 4940931"/>
                <a:gd name="connsiteY1301" fmla="*/ 108584 h 138429"/>
                <a:gd name="connsiteX1302" fmla="*/ 4375145 w 4940931"/>
                <a:gd name="connsiteY1302" fmla="*/ 108584 h 138429"/>
                <a:gd name="connsiteX1303" fmla="*/ 4375145 w 4940931"/>
                <a:gd name="connsiteY1303" fmla="*/ 8889 h 138429"/>
                <a:gd name="connsiteX1304" fmla="*/ 3946521 w 4940931"/>
                <a:gd name="connsiteY1304" fmla="*/ 634 h 138429"/>
                <a:gd name="connsiteX1305" fmla="*/ 3946521 w 4940931"/>
                <a:gd name="connsiteY1305" fmla="*/ 38099 h 138429"/>
                <a:gd name="connsiteX1306" fmla="*/ 3950331 w 4940931"/>
                <a:gd name="connsiteY1306" fmla="*/ 34289 h 138429"/>
                <a:gd name="connsiteX1307" fmla="*/ 3954776 w 4940931"/>
                <a:gd name="connsiteY1307" fmla="*/ 31114 h 138429"/>
                <a:gd name="connsiteX1308" fmla="*/ 3960491 w 4940931"/>
                <a:gd name="connsiteY1308" fmla="*/ 29209 h 138429"/>
                <a:gd name="connsiteX1309" fmla="*/ 3966206 w 4940931"/>
                <a:gd name="connsiteY1309" fmla="*/ 29209 h 138429"/>
                <a:gd name="connsiteX1310" fmla="*/ 3978271 w 4940931"/>
                <a:gd name="connsiteY1310" fmla="*/ 31749 h 138429"/>
                <a:gd name="connsiteX1311" fmla="*/ 3987161 w 4940931"/>
                <a:gd name="connsiteY1311" fmla="*/ 38099 h 138429"/>
                <a:gd name="connsiteX1312" fmla="*/ 3992241 w 4940931"/>
                <a:gd name="connsiteY1312" fmla="*/ 49529 h 138429"/>
                <a:gd name="connsiteX1313" fmla="*/ 3994146 w 4940931"/>
                <a:gd name="connsiteY1313" fmla="*/ 64134 h 138429"/>
                <a:gd name="connsiteX1314" fmla="*/ 3994146 w 4940931"/>
                <a:gd name="connsiteY1314" fmla="*/ 108584 h 138429"/>
                <a:gd name="connsiteX1315" fmla="*/ 3978906 w 4940931"/>
                <a:gd name="connsiteY1315" fmla="*/ 108584 h 138429"/>
                <a:gd name="connsiteX1316" fmla="*/ 3978271 w 4940931"/>
                <a:gd name="connsiteY1316" fmla="*/ 108584 h 138429"/>
                <a:gd name="connsiteX1317" fmla="*/ 3978271 w 4940931"/>
                <a:gd name="connsiteY1317" fmla="*/ 64769 h 138429"/>
                <a:gd name="connsiteX1318" fmla="*/ 3974461 w 4940931"/>
                <a:gd name="connsiteY1318" fmla="*/ 48894 h 138429"/>
                <a:gd name="connsiteX1319" fmla="*/ 3962396 w 4940931"/>
                <a:gd name="connsiteY1319" fmla="*/ 43814 h 138429"/>
                <a:gd name="connsiteX1320" fmla="*/ 3956046 w 4940931"/>
                <a:gd name="connsiteY1320" fmla="*/ 45084 h 138429"/>
                <a:gd name="connsiteX1321" fmla="*/ 3950966 w 4940931"/>
                <a:gd name="connsiteY1321" fmla="*/ 48894 h 138429"/>
                <a:gd name="connsiteX1322" fmla="*/ 3947791 w 4940931"/>
                <a:gd name="connsiteY1322" fmla="*/ 55244 h 138429"/>
                <a:gd name="connsiteX1323" fmla="*/ 3946521 w 4940931"/>
                <a:gd name="connsiteY1323" fmla="*/ 63499 h 138429"/>
                <a:gd name="connsiteX1324" fmla="*/ 3946521 w 4940931"/>
                <a:gd name="connsiteY1324" fmla="*/ 109219 h 138429"/>
                <a:gd name="connsiteX1325" fmla="*/ 3931281 w 4940931"/>
                <a:gd name="connsiteY1325" fmla="*/ 109219 h 138429"/>
                <a:gd name="connsiteX1326" fmla="*/ 3931281 w 4940931"/>
                <a:gd name="connsiteY1326" fmla="*/ 8889 h 138429"/>
                <a:gd name="connsiteX1327" fmla="*/ 3248021 w 4940931"/>
                <a:gd name="connsiteY1327" fmla="*/ 634 h 138429"/>
                <a:gd name="connsiteX1328" fmla="*/ 3248021 w 4940931"/>
                <a:gd name="connsiteY1328" fmla="*/ 38099 h 138429"/>
                <a:gd name="connsiteX1329" fmla="*/ 3251831 w 4940931"/>
                <a:gd name="connsiteY1329" fmla="*/ 34289 h 138429"/>
                <a:gd name="connsiteX1330" fmla="*/ 3256276 w 4940931"/>
                <a:gd name="connsiteY1330" fmla="*/ 31114 h 138429"/>
                <a:gd name="connsiteX1331" fmla="*/ 3261991 w 4940931"/>
                <a:gd name="connsiteY1331" fmla="*/ 29209 h 138429"/>
                <a:gd name="connsiteX1332" fmla="*/ 3267706 w 4940931"/>
                <a:gd name="connsiteY1332" fmla="*/ 29209 h 138429"/>
                <a:gd name="connsiteX1333" fmla="*/ 3279771 w 4940931"/>
                <a:gd name="connsiteY1333" fmla="*/ 31749 h 138429"/>
                <a:gd name="connsiteX1334" fmla="*/ 3288661 w 4940931"/>
                <a:gd name="connsiteY1334" fmla="*/ 38099 h 138429"/>
                <a:gd name="connsiteX1335" fmla="*/ 3293741 w 4940931"/>
                <a:gd name="connsiteY1335" fmla="*/ 49529 h 138429"/>
                <a:gd name="connsiteX1336" fmla="*/ 3295646 w 4940931"/>
                <a:gd name="connsiteY1336" fmla="*/ 64134 h 138429"/>
                <a:gd name="connsiteX1337" fmla="*/ 3295646 w 4940931"/>
                <a:gd name="connsiteY1337" fmla="*/ 108584 h 138429"/>
                <a:gd name="connsiteX1338" fmla="*/ 3280406 w 4940931"/>
                <a:gd name="connsiteY1338" fmla="*/ 108584 h 138429"/>
                <a:gd name="connsiteX1339" fmla="*/ 3279771 w 4940931"/>
                <a:gd name="connsiteY1339" fmla="*/ 108584 h 138429"/>
                <a:gd name="connsiteX1340" fmla="*/ 3279771 w 4940931"/>
                <a:gd name="connsiteY1340" fmla="*/ 64769 h 138429"/>
                <a:gd name="connsiteX1341" fmla="*/ 3275961 w 4940931"/>
                <a:gd name="connsiteY1341" fmla="*/ 48894 h 138429"/>
                <a:gd name="connsiteX1342" fmla="*/ 3263896 w 4940931"/>
                <a:gd name="connsiteY1342" fmla="*/ 43814 h 138429"/>
                <a:gd name="connsiteX1343" fmla="*/ 3257546 w 4940931"/>
                <a:gd name="connsiteY1343" fmla="*/ 45084 h 138429"/>
                <a:gd name="connsiteX1344" fmla="*/ 3252466 w 4940931"/>
                <a:gd name="connsiteY1344" fmla="*/ 48894 h 138429"/>
                <a:gd name="connsiteX1345" fmla="*/ 3249291 w 4940931"/>
                <a:gd name="connsiteY1345" fmla="*/ 55244 h 138429"/>
                <a:gd name="connsiteX1346" fmla="*/ 3248021 w 4940931"/>
                <a:gd name="connsiteY1346" fmla="*/ 63499 h 138429"/>
                <a:gd name="connsiteX1347" fmla="*/ 3248021 w 4940931"/>
                <a:gd name="connsiteY1347" fmla="*/ 109219 h 138429"/>
                <a:gd name="connsiteX1348" fmla="*/ 3232781 w 4940931"/>
                <a:gd name="connsiteY1348" fmla="*/ 109219 h 138429"/>
                <a:gd name="connsiteX1349" fmla="*/ 3232781 w 4940931"/>
                <a:gd name="connsiteY1349" fmla="*/ 8889 h 138429"/>
                <a:gd name="connsiteX1350" fmla="*/ 2432681 w 4940931"/>
                <a:gd name="connsiteY1350" fmla="*/ 634 h 138429"/>
                <a:gd name="connsiteX1351" fmla="*/ 2432681 w 4940931"/>
                <a:gd name="connsiteY1351" fmla="*/ 38099 h 138429"/>
                <a:gd name="connsiteX1352" fmla="*/ 2436491 w 4940931"/>
                <a:gd name="connsiteY1352" fmla="*/ 34289 h 138429"/>
                <a:gd name="connsiteX1353" fmla="*/ 2440936 w 4940931"/>
                <a:gd name="connsiteY1353" fmla="*/ 31114 h 138429"/>
                <a:gd name="connsiteX1354" fmla="*/ 2446651 w 4940931"/>
                <a:gd name="connsiteY1354" fmla="*/ 29209 h 138429"/>
                <a:gd name="connsiteX1355" fmla="*/ 2452366 w 4940931"/>
                <a:gd name="connsiteY1355" fmla="*/ 29209 h 138429"/>
                <a:gd name="connsiteX1356" fmla="*/ 2464431 w 4940931"/>
                <a:gd name="connsiteY1356" fmla="*/ 31749 h 138429"/>
                <a:gd name="connsiteX1357" fmla="*/ 2473321 w 4940931"/>
                <a:gd name="connsiteY1357" fmla="*/ 38099 h 138429"/>
                <a:gd name="connsiteX1358" fmla="*/ 2478401 w 4940931"/>
                <a:gd name="connsiteY1358" fmla="*/ 49529 h 138429"/>
                <a:gd name="connsiteX1359" fmla="*/ 2480306 w 4940931"/>
                <a:gd name="connsiteY1359" fmla="*/ 64134 h 138429"/>
                <a:gd name="connsiteX1360" fmla="*/ 2480306 w 4940931"/>
                <a:gd name="connsiteY1360" fmla="*/ 108584 h 138429"/>
                <a:gd name="connsiteX1361" fmla="*/ 2465066 w 4940931"/>
                <a:gd name="connsiteY1361" fmla="*/ 108584 h 138429"/>
                <a:gd name="connsiteX1362" fmla="*/ 2464431 w 4940931"/>
                <a:gd name="connsiteY1362" fmla="*/ 108584 h 138429"/>
                <a:gd name="connsiteX1363" fmla="*/ 2464431 w 4940931"/>
                <a:gd name="connsiteY1363" fmla="*/ 64769 h 138429"/>
                <a:gd name="connsiteX1364" fmla="*/ 2460621 w 4940931"/>
                <a:gd name="connsiteY1364" fmla="*/ 48894 h 138429"/>
                <a:gd name="connsiteX1365" fmla="*/ 2448556 w 4940931"/>
                <a:gd name="connsiteY1365" fmla="*/ 43814 h 138429"/>
                <a:gd name="connsiteX1366" fmla="*/ 2442206 w 4940931"/>
                <a:gd name="connsiteY1366" fmla="*/ 45084 h 138429"/>
                <a:gd name="connsiteX1367" fmla="*/ 2437126 w 4940931"/>
                <a:gd name="connsiteY1367" fmla="*/ 48894 h 138429"/>
                <a:gd name="connsiteX1368" fmla="*/ 2433951 w 4940931"/>
                <a:gd name="connsiteY1368" fmla="*/ 55244 h 138429"/>
                <a:gd name="connsiteX1369" fmla="*/ 2432681 w 4940931"/>
                <a:gd name="connsiteY1369" fmla="*/ 63499 h 138429"/>
                <a:gd name="connsiteX1370" fmla="*/ 2432681 w 4940931"/>
                <a:gd name="connsiteY1370" fmla="*/ 109219 h 138429"/>
                <a:gd name="connsiteX1371" fmla="*/ 2417441 w 4940931"/>
                <a:gd name="connsiteY1371" fmla="*/ 109219 h 138429"/>
                <a:gd name="connsiteX1372" fmla="*/ 2417441 w 4940931"/>
                <a:gd name="connsiteY1372" fmla="*/ 8889 h 138429"/>
                <a:gd name="connsiteX1373" fmla="*/ 1734181 w 4940931"/>
                <a:gd name="connsiteY1373" fmla="*/ 634 h 138429"/>
                <a:gd name="connsiteX1374" fmla="*/ 1734181 w 4940931"/>
                <a:gd name="connsiteY1374" fmla="*/ 38099 h 138429"/>
                <a:gd name="connsiteX1375" fmla="*/ 1737991 w 4940931"/>
                <a:gd name="connsiteY1375" fmla="*/ 34289 h 138429"/>
                <a:gd name="connsiteX1376" fmla="*/ 1742436 w 4940931"/>
                <a:gd name="connsiteY1376" fmla="*/ 31114 h 138429"/>
                <a:gd name="connsiteX1377" fmla="*/ 1748151 w 4940931"/>
                <a:gd name="connsiteY1377" fmla="*/ 29209 h 138429"/>
                <a:gd name="connsiteX1378" fmla="*/ 1753866 w 4940931"/>
                <a:gd name="connsiteY1378" fmla="*/ 29209 h 138429"/>
                <a:gd name="connsiteX1379" fmla="*/ 1765931 w 4940931"/>
                <a:gd name="connsiteY1379" fmla="*/ 31749 h 138429"/>
                <a:gd name="connsiteX1380" fmla="*/ 1774821 w 4940931"/>
                <a:gd name="connsiteY1380" fmla="*/ 38099 h 138429"/>
                <a:gd name="connsiteX1381" fmla="*/ 1779901 w 4940931"/>
                <a:gd name="connsiteY1381" fmla="*/ 49529 h 138429"/>
                <a:gd name="connsiteX1382" fmla="*/ 1781806 w 4940931"/>
                <a:gd name="connsiteY1382" fmla="*/ 64134 h 138429"/>
                <a:gd name="connsiteX1383" fmla="*/ 1781806 w 4940931"/>
                <a:gd name="connsiteY1383" fmla="*/ 108584 h 138429"/>
                <a:gd name="connsiteX1384" fmla="*/ 1766566 w 4940931"/>
                <a:gd name="connsiteY1384" fmla="*/ 108584 h 138429"/>
                <a:gd name="connsiteX1385" fmla="*/ 1765931 w 4940931"/>
                <a:gd name="connsiteY1385" fmla="*/ 108584 h 138429"/>
                <a:gd name="connsiteX1386" fmla="*/ 1765931 w 4940931"/>
                <a:gd name="connsiteY1386" fmla="*/ 64769 h 138429"/>
                <a:gd name="connsiteX1387" fmla="*/ 1762121 w 4940931"/>
                <a:gd name="connsiteY1387" fmla="*/ 48894 h 138429"/>
                <a:gd name="connsiteX1388" fmla="*/ 1750056 w 4940931"/>
                <a:gd name="connsiteY1388" fmla="*/ 43814 h 138429"/>
                <a:gd name="connsiteX1389" fmla="*/ 1743706 w 4940931"/>
                <a:gd name="connsiteY1389" fmla="*/ 45084 h 138429"/>
                <a:gd name="connsiteX1390" fmla="*/ 1738626 w 4940931"/>
                <a:gd name="connsiteY1390" fmla="*/ 48894 h 138429"/>
                <a:gd name="connsiteX1391" fmla="*/ 1735451 w 4940931"/>
                <a:gd name="connsiteY1391" fmla="*/ 55244 h 138429"/>
                <a:gd name="connsiteX1392" fmla="*/ 1734181 w 4940931"/>
                <a:gd name="connsiteY1392" fmla="*/ 63499 h 138429"/>
                <a:gd name="connsiteX1393" fmla="*/ 1734181 w 4940931"/>
                <a:gd name="connsiteY1393" fmla="*/ 109219 h 138429"/>
                <a:gd name="connsiteX1394" fmla="*/ 1718941 w 4940931"/>
                <a:gd name="connsiteY1394" fmla="*/ 109219 h 138429"/>
                <a:gd name="connsiteX1395" fmla="*/ 1718941 w 4940931"/>
                <a:gd name="connsiteY1395" fmla="*/ 8889 h 138429"/>
                <a:gd name="connsiteX1396" fmla="*/ 803275 w 4940931"/>
                <a:gd name="connsiteY1396" fmla="*/ 634 h 138429"/>
                <a:gd name="connsiteX1397" fmla="*/ 803275 w 4940931"/>
                <a:gd name="connsiteY1397" fmla="*/ 38099 h 138429"/>
                <a:gd name="connsiteX1398" fmla="*/ 807085 w 4940931"/>
                <a:gd name="connsiteY1398" fmla="*/ 34289 h 138429"/>
                <a:gd name="connsiteX1399" fmla="*/ 811530 w 4940931"/>
                <a:gd name="connsiteY1399" fmla="*/ 31114 h 138429"/>
                <a:gd name="connsiteX1400" fmla="*/ 817245 w 4940931"/>
                <a:gd name="connsiteY1400" fmla="*/ 29209 h 138429"/>
                <a:gd name="connsiteX1401" fmla="*/ 822960 w 4940931"/>
                <a:gd name="connsiteY1401" fmla="*/ 29209 h 138429"/>
                <a:gd name="connsiteX1402" fmla="*/ 835025 w 4940931"/>
                <a:gd name="connsiteY1402" fmla="*/ 31749 h 138429"/>
                <a:gd name="connsiteX1403" fmla="*/ 843915 w 4940931"/>
                <a:gd name="connsiteY1403" fmla="*/ 38099 h 138429"/>
                <a:gd name="connsiteX1404" fmla="*/ 848995 w 4940931"/>
                <a:gd name="connsiteY1404" fmla="*/ 49529 h 138429"/>
                <a:gd name="connsiteX1405" fmla="*/ 850900 w 4940931"/>
                <a:gd name="connsiteY1405" fmla="*/ 64134 h 138429"/>
                <a:gd name="connsiteX1406" fmla="*/ 850900 w 4940931"/>
                <a:gd name="connsiteY1406" fmla="*/ 108584 h 138429"/>
                <a:gd name="connsiteX1407" fmla="*/ 835660 w 4940931"/>
                <a:gd name="connsiteY1407" fmla="*/ 108584 h 138429"/>
                <a:gd name="connsiteX1408" fmla="*/ 835025 w 4940931"/>
                <a:gd name="connsiteY1408" fmla="*/ 108584 h 138429"/>
                <a:gd name="connsiteX1409" fmla="*/ 835025 w 4940931"/>
                <a:gd name="connsiteY1409" fmla="*/ 64769 h 138429"/>
                <a:gd name="connsiteX1410" fmla="*/ 831215 w 4940931"/>
                <a:gd name="connsiteY1410" fmla="*/ 48894 h 138429"/>
                <a:gd name="connsiteX1411" fmla="*/ 819150 w 4940931"/>
                <a:gd name="connsiteY1411" fmla="*/ 43814 h 138429"/>
                <a:gd name="connsiteX1412" fmla="*/ 812800 w 4940931"/>
                <a:gd name="connsiteY1412" fmla="*/ 45084 h 138429"/>
                <a:gd name="connsiteX1413" fmla="*/ 807720 w 4940931"/>
                <a:gd name="connsiteY1413" fmla="*/ 48894 h 138429"/>
                <a:gd name="connsiteX1414" fmla="*/ 804545 w 4940931"/>
                <a:gd name="connsiteY1414" fmla="*/ 55244 h 138429"/>
                <a:gd name="connsiteX1415" fmla="*/ 803275 w 4940931"/>
                <a:gd name="connsiteY1415" fmla="*/ 63499 h 138429"/>
                <a:gd name="connsiteX1416" fmla="*/ 803275 w 4940931"/>
                <a:gd name="connsiteY1416" fmla="*/ 109219 h 138429"/>
                <a:gd name="connsiteX1417" fmla="*/ 788035 w 4940931"/>
                <a:gd name="connsiteY1417" fmla="*/ 109219 h 138429"/>
                <a:gd name="connsiteX1418" fmla="*/ 788035 w 4940931"/>
                <a:gd name="connsiteY1418" fmla="*/ 8889 h 138429"/>
                <a:gd name="connsiteX1419" fmla="*/ 104774 w 4940931"/>
                <a:gd name="connsiteY1419" fmla="*/ 634 h 138429"/>
                <a:gd name="connsiteX1420" fmla="*/ 104774 w 4940931"/>
                <a:gd name="connsiteY1420" fmla="*/ 38099 h 138429"/>
                <a:gd name="connsiteX1421" fmla="*/ 108584 w 4940931"/>
                <a:gd name="connsiteY1421" fmla="*/ 34289 h 138429"/>
                <a:gd name="connsiteX1422" fmla="*/ 113029 w 4940931"/>
                <a:gd name="connsiteY1422" fmla="*/ 31114 h 138429"/>
                <a:gd name="connsiteX1423" fmla="*/ 118744 w 4940931"/>
                <a:gd name="connsiteY1423" fmla="*/ 29209 h 138429"/>
                <a:gd name="connsiteX1424" fmla="*/ 124459 w 4940931"/>
                <a:gd name="connsiteY1424" fmla="*/ 29209 h 138429"/>
                <a:gd name="connsiteX1425" fmla="*/ 136524 w 4940931"/>
                <a:gd name="connsiteY1425" fmla="*/ 31749 h 138429"/>
                <a:gd name="connsiteX1426" fmla="*/ 145414 w 4940931"/>
                <a:gd name="connsiteY1426" fmla="*/ 38099 h 138429"/>
                <a:gd name="connsiteX1427" fmla="*/ 150494 w 4940931"/>
                <a:gd name="connsiteY1427" fmla="*/ 49529 h 138429"/>
                <a:gd name="connsiteX1428" fmla="*/ 152399 w 4940931"/>
                <a:gd name="connsiteY1428" fmla="*/ 64134 h 138429"/>
                <a:gd name="connsiteX1429" fmla="*/ 152399 w 4940931"/>
                <a:gd name="connsiteY1429" fmla="*/ 108584 h 138429"/>
                <a:gd name="connsiteX1430" fmla="*/ 137159 w 4940931"/>
                <a:gd name="connsiteY1430" fmla="*/ 108584 h 138429"/>
                <a:gd name="connsiteX1431" fmla="*/ 136524 w 4940931"/>
                <a:gd name="connsiteY1431" fmla="*/ 108584 h 138429"/>
                <a:gd name="connsiteX1432" fmla="*/ 136524 w 4940931"/>
                <a:gd name="connsiteY1432" fmla="*/ 64769 h 138429"/>
                <a:gd name="connsiteX1433" fmla="*/ 132714 w 4940931"/>
                <a:gd name="connsiteY1433" fmla="*/ 48894 h 138429"/>
                <a:gd name="connsiteX1434" fmla="*/ 120649 w 4940931"/>
                <a:gd name="connsiteY1434" fmla="*/ 43814 h 138429"/>
                <a:gd name="connsiteX1435" fmla="*/ 114299 w 4940931"/>
                <a:gd name="connsiteY1435" fmla="*/ 45084 h 138429"/>
                <a:gd name="connsiteX1436" fmla="*/ 109219 w 4940931"/>
                <a:gd name="connsiteY1436" fmla="*/ 48894 h 138429"/>
                <a:gd name="connsiteX1437" fmla="*/ 106044 w 4940931"/>
                <a:gd name="connsiteY1437" fmla="*/ 55244 h 138429"/>
                <a:gd name="connsiteX1438" fmla="*/ 104774 w 4940931"/>
                <a:gd name="connsiteY1438" fmla="*/ 63499 h 138429"/>
                <a:gd name="connsiteX1439" fmla="*/ 104774 w 4940931"/>
                <a:gd name="connsiteY1439" fmla="*/ 109219 h 138429"/>
                <a:gd name="connsiteX1440" fmla="*/ 89534 w 4940931"/>
                <a:gd name="connsiteY1440" fmla="*/ 109219 h 138429"/>
                <a:gd name="connsiteX1441" fmla="*/ 89534 w 4940931"/>
                <a:gd name="connsiteY1441" fmla="*/ 8889 h 138429"/>
                <a:gd name="connsiteX1442" fmla="*/ 3894450 w 4940931"/>
                <a:gd name="connsiteY1442" fmla="*/ 0 h 138429"/>
                <a:gd name="connsiteX1443" fmla="*/ 3894450 w 4940931"/>
                <a:gd name="connsiteY1443" fmla="*/ 30480 h 138429"/>
                <a:gd name="connsiteX1444" fmla="*/ 3913500 w 4940931"/>
                <a:gd name="connsiteY1444" fmla="*/ 30480 h 138429"/>
                <a:gd name="connsiteX1445" fmla="*/ 3913500 w 4940931"/>
                <a:gd name="connsiteY1445" fmla="*/ 44450 h 138429"/>
                <a:gd name="connsiteX1446" fmla="*/ 3894450 w 4940931"/>
                <a:gd name="connsiteY1446" fmla="*/ 44450 h 138429"/>
                <a:gd name="connsiteX1447" fmla="*/ 3894450 w 4940931"/>
                <a:gd name="connsiteY1447" fmla="*/ 86995 h 138429"/>
                <a:gd name="connsiteX1448" fmla="*/ 3894450 w 4940931"/>
                <a:gd name="connsiteY1448" fmla="*/ 91440 h 138429"/>
                <a:gd name="connsiteX1449" fmla="*/ 3895720 w 4940931"/>
                <a:gd name="connsiteY1449" fmla="*/ 94615 h 138429"/>
                <a:gd name="connsiteX1450" fmla="*/ 3898260 w 4940931"/>
                <a:gd name="connsiteY1450" fmla="*/ 95885 h 138429"/>
                <a:gd name="connsiteX1451" fmla="*/ 3902070 w 4940931"/>
                <a:gd name="connsiteY1451" fmla="*/ 95885 h 138429"/>
                <a:gd name="connsiteX1452" fmla="*/ 3908420 w 4940931"/>
                <a:gd name="connsiteY1452" fmla="*/ 95250 h 138429"/>
                <a:gd name="connsiteX1453" fmla="*/ 3913500 w 4940931"/>
                <a:gd name="connsiteY1453" fmla="*/ 93345 h 138429"/>
                <a:gd name="connsiteX1454" fmla="*/ 3911595 w 4940931"/>
                <a:gd name="connsiteY1454" fmla="*/ 106680 h 138429"/>
                <a:gd name="connsiteX1455" fmla="*/ 3905245 w 4940931"/>
                <a:gd name="connsiteY1455" fmla="*/ 109220 h 138429"/>
                <a:gd name="connsiteX1456" fmla="*/ 3896990 w 4940931"/>
                <a:gd name="connsiteY1456" fmla="*/ 110490 h 138429"/>
                <a:gd name="connsiteX1457" fmla="*/ 3890005 w 4940931"/>
                <a:gd name="connsiteY1457" fmla="*/ 109220 h 138429"/>
                <a:gd name="connsiteX1458" fmla="*/ 3884290 w 4940931"/>
                <a:gd name="connsiteY1458" fmla="*/ 105410 h 138429"/>
                <a:gd name="connsiteX1459" fmla="*/ 3880480 w 4940931"/>
                <a:gd name="connsiteY1459" fmla="*/ 99060 h 138429"/>
                <a:gd name="connsiteX1460" fmla="*/ 3879210 w 4940931"/>
                <a:gd name="connsiteY1460" fmla="*/ 89535 h 138429"/>
                <a:gd name="connsiteX1461" fmla="*/ 3879210 w 4940931"/>
                <a:gd name="connsiteY1461" fmla="*/ 44450 h 138429"/>
                <a:gd name="connsiteX1462" fmla="*/ 3868415 w 4940931"/>
                <a:gd name="connsiteY1462" fmla="*/ 44450 h 138429"/>
                <a:gd name="connsiteX1463" fmla="*/ 3868415 w 4940931"/>
                <a:gd name="connsiteY1463" fmla="*/ 30480 h 138429"/>
                <a:gd name="connsiteX1464" fmla="*/ 3879210 w 4940931"/>
                <a:gd name="connsiteY1464" fmla="*/ 30480 h 138429"/>
                <a:gd name="connsiteX1465" fmla="*/ 3879210 w 4940931"/>
                <a:gd name="connsiteY1465" fmla="*/ 8255 h 138429"/>
                <a:gd name="connsiteX1466" fmla="*/ 3664581 w 4940931"/>
                <a:gd name="connsiteY1466" fmla="*/ 0 h 138429"/>
                <a:gd name="connsiteX1467" fmla="*/ 3664581 w 4940931"/>
                <a:gd name="connsiteY1467" fmla="*/ 30480 h 138429"/>
                <a:gd name="connsiteX1468" fmla="*/ 3683631 w 4940931"/>
                <a:gd name="connsiteY1468" fmla="*/ 30480 h 138429"/>
                <a:gd name="connsiteX1469" fmla="*/ 3683631 w 4940931"/>
                <a:gd name="connsiteY1469" fmla="*/ 44450 h 138429"/>
                <a:gd name="connsiteX1470" fmla="*/ 3664581 w 4940931"/>
                <a:gd name="connsiteY1470" fmla="*/ 44450 h 138429"/>
                <a:gd name="connsiteX1471" fmla="*/ 3664581 w 4940931"/>
                <a:gd name="connsiteY1471" fmla="*/ 86995 h 138429"/>
                <a:gd name="connsiteX1472" fmla="*/ 3664581 w 4940931"/>
                <a:gd name="connsiteY1472" fmla="*/ 91440 h 138429"/>
                <a:gd name="connsiteX1473" fmla="*/ 3665851 w 4940931"/>
                <a:gd name="connsiteY1473" fmla="*/ 94615 h 138429"/>
                <a:gd name="connsiteX1474" fmla="*/ 3668391 w 4940931"/>
                <a:gd name="connsiteY1474" fmla="*/ 95885 h 138429"/>
                <a:gd name="connsiteX1475" fmla="*/ 3672201 w 4940931"/>
                <a:gd name="connsiteY1475" fmla="*/ 95885 h 138429"/>
                <a:gd name="connsiteX1476" fmla="*/ 3678551 w 4940931"/>
                <a:gd name="connsiteY1476" fmla="*/ 95250 h 138429"/>
                <a:gd name="connsiteX1477" fmla="*/ 3683631 w 4940931"/>
                <a:gd name="connsiteY1477" fmla="*/ 93345 h 138429"/>
                <a:gd name="connsiteX1478" fmla="*/ 3681726 w 4940931"/>
                <a:gd name="connsiteY1478" fmla="*/ 106680 h 138429"/>
                <a:gd name="connsiteX1479" fmla="*/ 3675376 w 4940931"/>
                <a:gd name="connsiteY1479" fmla="*/ 109220 h 138429"/>
                <a:gd name="connsiteX1480" fmla="*/ 3667121 w 4940931"/>
                <a:gd name="connsiteY1480" fmla="*/ 110490 h 138429"/>
                <a:gd name="connsiteX1481" fmla="*/ 3660136 w 4940931"/>
                <a:gd name="connsiteY1481" fmla="*/ 109220 h 138429"/>
                <a:gd name="connsiteX1482" fmla="*/ 3654421 w 4940931"/>
                <a:gd name="connsiteY1482" fmla="*/ 105410 h 138429"/>
                <a:gd name="connsiteX1483" fmla="*/ 3650611 w 4940931"/>
                <a:gd name="connsiteY1483" fmla="*/ 99060 h 138429"/>
                <a:gd name="connsiteX1484" fmla="*/ 3649341 w 4940931"/>
                <a:gd name="connsiteY1484" fmla="*/ 89535 h 138429"/>
                <a:gd name="connsiteX1485" fmla="*/ 3649341 w 4940931"/>
                <a:gd name="connsiteY1485" fmla="*/ 44450 h 138429"/>
                <a:gd name="connsiteX1486" fmla="*/ 3638546 w 4940931"/>
                <a:gd name="connsiteY1486" fmla="*/ 44450 h 138429"/>
                <a:gd name="connsiteX1487" fmla="*/ 3638546 w 4940931"/>
                <a:gd name="connsiteY1487" fmla="*/ 30480 h 138429"/>
                <a:gd name="connsiteX1488" fmla="*/ 3649341 w 4940931"/>
                <a:gd name="connsiteY1488" fmla="*/ 30480 h 138429"/>
                <a:gd name="connsiteX1489" fmla="*/ 3649341 w 4940931"/>
                <a:gd name="connsiteY1489" fmla="*/ 8255 h 138429"/>
                <a:gd name="connsiteX1490" fmla="*/ 3610605 w 4940931"/>
                <a:gd name="connsiteY1490" fmla="*/ 0 h 138429"/>
                <a:gd name="connsiteX1491" fmla="*/ 3610605 w 4940931"/>
                <a:gd name="connsiteY1491" fmla="*/ 30480 h 138429"/>
                <a:gd name="connsiteX1492" fmla="*/ 3629655 w 4940931"/>
                <a:gd name="connsiteY1492" fmla="*/ 30480 h 138429"/>
                <a:gd name="connsiteX1493" fmla="*/ 3629655 w 4940931"/>
                <a:gd name="connsiteY1493" fmla="*/ 44450 h 138429"/>
                <a:gd name="connsiteX1494" fmla="*/ 3610605 w 4940931"/>
                <a:gd name="connsiteY1494" fmla="*/ 44450 h 138429"/>
                <a:gd name="connsiteX1495" fmla="*/ 3610605 w 4940931"/>
                <a:gd name="connsiteY1495" fmla="*/ 86995 h 138429"/>
                <a:gd name="connsiteX1496" fmla="*/ 3610605 w 4940931"/>
                <a:gd name="connsiteY1496" fmla="*/ 91440 h 138429"/>
                <a:gd name="connsiteX1497" fmla="*/ 3611875 w 4940931"/>
                <a:gd name="connsiteY1497" fmla="*/ 94615 h 138429"/>
                <a:gd name="connsiteX1498" fmla="*/ 3614415 w 4940931"/>
                <a:gd name="connsiteY1498" fmla="*/ 95885 h 138429"/>
                <a:gd name="connsiteX1499" fmla="*/ 3618225 w 4940931"/>
                <a:gd name="connsiteY1499" fmla="*/ 95885 h 138429"/>
                <a:gd name="connsiteX1500" fmla="*/ 3624575 w 4940931"/>
                <a:gd name="connsiteY1500" fmla="*/ 95250 h 138429"/>
                <a:gd name="connsiteX1501" fmla="*/ 3629655 w 4940931"/>
                <a:gd name="connsiteY1501" fmla="*/ 93345 h 138429"/>
                <a:gd name="connsiteX1502" fmla="*/ 3627750 w 4940931"/>
                <a:gd name="connsiteY1502" fmla="*/ 106680 h 138429"/>
                <a:gd name="connsiteX1503" fmla="*/ 3621400 w 4940931"/>
                <a:gd name="connsiteY1503" fmla="*/ 109220 h 138429"/>
                <a:gd name="connsiteX1504" fmla="*/ 3613145 w 4940931"/>
                <a:gd name="connsiteY1504" fmla="*/ 110490 h 138429"/>
                <a:gd name="connsiteX1505" fmla="*/ 3606160 w 4940931"/>
                <a:gd name="connsiteY1505" fmla="*/ 109220 h 138429"/>
                <a:gd name="connsiteX1506" fmla="*/ 3600445 w 4940931"/>
                <a:gd name="connsiteY1506" fmla="*/ 105410 h 138429"/>
                <a:gd name="connsiteX1507" fmla="*/ 3596635 w 4940931"/>
                <a:gd name="connsiteY1507" fmla="*/ 99060 h 138429"/>
                <a:gd name="connsiteX1508" fmla="*/ 3595365 w 4940931"/>
                <a:gd name="connsiteY1508" fmla="*/ 89535 h 138429"/>
                <a:gd name="connsiteX1509" fmla="*/ 3595365 w 4940931"/>
                <a:gd name="connsiteY1509" fmla="*/ 44450 h 138429"/>
                <a:gd name="connsiteX1510" fmla="*/ 3584570 w 4940931"/>
                <a:gd name="connsiteY1510" fmla="*/ 44450 h 138429"/>
                <a:gd name="connsiteX1511" fmla="*/ 3584570 w 4940931"/>
                <a:gd name="connsiteY1511" fmla="*/ 30480 h 138429"/>
                <a:gd name="connsiteX1512" fmla="*/ 3595365 w 4940931"/>
                <a:gd name="connsiteY1512" fmla="*/ 30480 h 138429"/>
                <a:gd name="connsiteX1513" fmla="*/ 3595365 w 4940931"/>
                <a:gd name="connsiteY1513" fmla="*/ 8255 h 138429"/>
                <a:gd name="connsiteX1514" fmla="*/ 3445505 w 4940931"/>
                <a:gd name="connsiteY1514" fmla="*/ 0 h 138429"/>
                <a:gd name="connsiteX1515" fmla="*/ 3445505 w 4940931"/>
                <a:gd name="connsiteY1515" fmla="*/ 37465 h 138429"/>
                <a:gd name="connsiteX1516" fmla="*/ 3449950 w 4940931"/>
                <a:gd name="connsiteY1516" fmla="*/ 33655 h 138429"/>
                <a:gd name="connsiteX1517" fmla="*/ 3453760 w 4940931"/>
                <a:gd name="connsiteY1517" fmla="*/ 31115 h 138429"/>
                <a:gd name="connsiteX1518" fmla="*/ 3458840 w 4940931"/>
                <a:gd name="connsiteY1518" fmla="*/ 29210 h 138429"/>
                <a:gd name="connsiteX1519" fmla="*/ 3465825 w 4940931"/>
                <a:gd name="connsiteY1519" fmla="*/ 28575 h 138429"/>
                <a:gd name="connsiteX1520" fmla="*/ 3477890 w 4940931"/>
                <a:gd name="connsiteY1520" fmla="*/ 31115 h 138429"/>
                <a:gd name="connsiteX1521" fmla="*/ 3487415 w 4940931"/>
                <a:gd name="connsiteY1521" fmla="*/ 38735 h 138429"/>
                <a:gd name="connsiteX1522" fmla="*/ 3493765 w 4940931"/>
                <a:gd name="connsiteY1522" fmla="*/ 51435 h 138429"/>
                <a:gd name="connsiteX1523" fmla="*/ 3496305 w 4940931"/>
                <a:gd name="connsiteY1523" fmla="*/ 70485 h 138429"/>
                <a:gd name="connsiteX1524" fmla="*/ 3495670 w 4940931"/>
                <a:gd name="connsiteY1524" fmla="*/ 71120 h 138429"/>
                <a:gd name="connsiteX1525" fmla="*/ 3493130 w 4940931"/>
                <a:gd name="connsiteY1525" fmla="*/ 88265 h 138429"/>
                <a:gd name="connsiteX1526" fmla="*/ 3486145 w 4940931"/>
                <a:gd name="connsiteY1526" fmla="*/ 100330 h 138429"/>
                <a:gd name="connsiteX1527" fmla="*/ 3476620 w 4940931"/>
                <a:gd name="connsiteY1527" fmla="*/ 107315 h 138429"/>
                <a:gd name="connsiteX1528" fmla="*/ 3465190 w 4940931"/>
                <a:gd name="connsiteY1528" fmla="*/ 109855 h 138429"/>
                <a:gd name="connsiteX1529" fmla="*/ 3454395 w 4940931"/>
                <a:gd name="connsiteY1529" fmla="*/ 107315 h 138429"/>
                <a:gd name="connsiteX1530" fmla="*/ 3445505 w 4940931"/>
                <a:gd name="connsiteY1530" fmla="*/ 100965 h 138429"/>
                <a:gd name="connsiteX1531" fmla="*/ 3445505 w 4940931"/>
                <a:gd name="connsiteY1531" fmla="*/ 107950 h 138429"/>
                <a:gd name="connsiteX1532" fmla="*/ 3430265 w 4940931"/>
                <a:gd name="connsiteY1532" fmla="*/ 107950 h 138429"/>
                <a:gd name="connsiteX1533" fmla="*/ 3430265 w 4940931"/>
                <a:gd name="connsiteY1533" fmla="*/ 7620 h 138429"/>
                <a:gd name="connsiteX1534" fmla="*/ 2380611 w 4940931"/>
                <a:gd name="connsiteY1534" fmla="*/ 0 h 138429"/>
                <a:gd name="connsiteX1535" fmla="*/ 2380611 w 4940931"/>
                <a:gd name="connsiteY1535" fmla="*/ 30480 h 138429"/>
                <a:gd name="connsiteX1536" fmla="*/ 2399661 w 4940931"/>
                <a:gd name="connsiteY1536" fmla="*/ 30480 h 138429"/>
                <a:gd name="connsiteX1537" fmla="*/ 2399661 w 4940931"/>
                <a:gd name="connsiteY1537" fmla="*/ 44450 h 138429"/>
                <a:gd name="connsiteX1538" fmla="*/ 2380611 w 4940931"/>
                <a:gd name="connsiteY1538" fmla="*/ 44450 h 138429"/>
                <a:gd name="connsiteX1539" fmla="*/ 2380611 w 4940931"/>
                <a:gd name="connsiteY1539" fmla="*/ 86995 h 138429"/>
                <a:gd name="connsiteX1540" fmla="*/ 2380611 w 4940931"/>
                <a:gd name="connsiteY1540" fmla="*/ 91440 h 138429"/>
                <a:gd name="connsiteX1541" fmla="*/ 2381881 w 4940931"/>
                <a:gd name="connsiteY1541" fmla="*/ 94615 h 138429"/>
                <a:gd name="connsiteX1542" fmla="*/ 2384421 w 4940931"/>
                <a:gd name="connsiteY1542" fmla="*/ 95885 h 138429"/>
                <a:gd name="connsiteX1543" fmla="*/ 2388231 w 4940931"/>
                <a:gd name="connsiteY1543" fmla="*/ 95885 h 138429"/>
                <a:gd name="connsiteX1544" fmla="*/ 2394581 w 4940931"/>
                <a:gd name="connsiteY1544" fmla="*/ 95250 h 138429"/>
                <a:gd name="connsiteX1545" fmla="*/ 2399661 w 4940931"/>
                <a:gd name="connsiteY1545" fmla="*/ 93345 h 138429"/>
                <a:gd name="connsiteX1546" fmla="*/ 2397756 w 4940931"/>
                <a:gd name="connsiteY1546" fmla="*/ 106680 h 138429"/>
                <a:gd name="connsiteX1547" fmla="*/ 2391406 w 4940931"/>
                <a:gd name="connsiteY1547" fmla="*/ 109220 h 138429"/>
                <a:gd name="connsiteX1548" fmla="*/ 2383151 w 4940931"/>
                <a:gd name="connsiteY1548" fmla="*/ 110490 h 138429"/>
                <a:gd name="connsiteX1549" fmla="*/ 2376166 w 4940931"/>
                <a:gd name="connsiteY1549" fmla="*/ 109220 h 138429"/>
                <a:gd name="connsiteX1550" fmla="*/ 2370451 w 4940931"/>
                <a:gd name="connsiteY1550" fmla="*/ 105410 h 138429"/>
                <a:gd name="connsiteX1551" fmla="*/ 2366641 w 4940931"/>
                <a:gd name="connsiteY1551" fmla="*/ 99060 h 138429"/>
                <a:gd name="connsiteX1552" fmla="*/ 2365371 w 4940931"/>
                <a:gd name="connsiteY1552" fmla="*/ 89535 h 138429"/>
                <a:gd name="connsiteX1553" fmla="*/ 2365371 w 4940931"/>
                <a:gd name="connsiteY1553" fmla="*/ 44450 h 138429"/>
                <a:gd name="connsiteX1554" fmla="*/ 2354576 w 4940931"/>
                <a:gd name="connsiteY1554" fmla="*/ 44450 h 138429"/>
                <a:gd name="connsiteX1555" fmla="*/ 2354576 w 4940931"/>
                <a:gd name="connsiteY1555" fmla="*/ 30480 h 138429"/>
                <a:gd name="connsiteX1556" fmla="*/ 2365371 w 4940931"/>
                <a:gd name="connsiteY1556" fmla="*/ 30480 h 138429"/>
                <a:gd name="connsiteX1557" fmla="*/ 2365371 w 4940931"/>
                <a:gd name="connsiteY1557" fmla="*/ 8255 h 138429"/>
                <a:gd name="connsiteX1558" fmla="*/ 2150741 w 4940931"/>
                <a:gd name="connsiteY1558" fmla="*/ 0 h 138429"/>
                <a:gd name="connsiteX1559" fmla="*/ 2150741 w 4940931"/>
                <a:gd name="connsiteY1559" fmla="*/ 30480 h 138429"/>
                <a:gd name="connsiteX1560" fmla="*/ 2169791 w 4940931"/>
                <a:gd name="connsiteY1560" fmla="*/ 30480 h 138429"/>
                <a:gd name="connsiteX1561" fmla="*/ 2169791 w 4940931"/>
                <a:gd name="connsiteY1561" fmla="*/ 44450 h 138429"/>
                <a:gd name="connsiteX1562" fmla="*/ 2150741 w 4940931"/>
                <a:gd name="connsiteY1562" fmla="*/ 44450 h 138429"/>
                <a:gd name="connsiteX1563" fmla="*/ 2150741 w 4940931"/>
                <a:gd name="connsiteY1563" fmla="*/ 86995 h 138429"/>
                <a:gd name="connsiteX1564" fmla="*/ 2150741 w 4940931"/>
                <a:gd name="connsiteY1564" fmla="*/ 91440 h 138429"/>
                <a:gd name="connsiteX1565" fmla="*/ 2152011 w 4940931"/>
                <a:gd name="connsiteY1565" fmla="*/ 94615 h 138429"/>
                <a:gd name="connsiteX1566" fmla="*/ 2154551 w 4940931"/>
                <a:gd name="connsiteY1566" fmla="*/ 95885 h 138429"/>
                <a:gd name="connsiteX1567" fmla="*/ 2158361 w 4940931"/>
                <a:gd name="connsiteY1567" fmla="*/ 95885 h 138429"/>
                <a:gd name="connsiteX1568" fmla="*/ 2164711 w 4940931"/>
                <a:gd name="connsiteY1568" fmla="*/ 95250 h 138429"/>
                <a:gd name="connsiteX1569" fmla="*/ 2169791 w 4940931"/>
                <a:gd name="connsiteY1569" fmla="*/ 93345 h 138429"/>
                <a:gd name="connsiteX1570" fmla="*/ 2167886 w 4940931"/>
                <a:gd name="connsiteY1570" fmla="*/ 106680 h 138429"/>
                <a:gd name="connsiteX1571" fmla="*/ 2161536 w 4940931"/>
                <a:gd name="connsiteY1571" fmla="*/ 109220 h 138429"/>
                <a:gd name="connsiteX1572" fmla="*/ 2153281 w 4940931"/>
                <a:gd name="connsiteY1572" fmla="*/ 110490 h 138429"/>
                <a:gd name="connsiteX1573" fmla="*/ 2146296 w 4940931"/>
                <a:gd name="connsiteY1573" fmla="*/ 109220 h 138429"/>
                <a:gd name="connsiteX1574" fmla="*/ 2140581 w 4940931"/>
                <a:gd name="connsiteY1574" fmla="*/ 105410 h 138429"/>
                <a:gd name="connsiteX1575" fmla="*/ 2136771 w 4940931"/>
                <a:gd name="connsiteY1575" fmla="*/ 99060 h 138429"/>
                <a:gd name="connsiteX1576" fmla="*/ 2135501 w 4940931"/>
                <a:gd name="connsiteY1576" fmla="*/ 89535 h 138429"/>
                <a:gd name="connsiteX1577" fmla="*/ 2135501 w 4940931"/>
                <a:gd name="connsiteY1577" fmla="*/ 44450 h 138429"/>
                <a:gd name="connsiteX1578" fmla="*/ 2124706 w 4940931"/>
                <a:gd name="connsiteY1578" fmla="*/ 44450 h 138429"/>
                <a:gd name="connsiteX1579" fmla="*/ 2124706 w 4940931"/>
                <a:gd name="connsiteY1579" fmla="*/ 30480 h 138429"/>
                <a:gd name="connsiteX1580" fmla="*/ 2135501 w 4940931"/>
                <a:gd name="connsiteY1580" fmla="*/ 30480 h 138429"/>
                <a:gd name="connsiteX1581" fmla="*/ 2135501 w 4940931"/>
                <a:gd name="connsiteY1581" fmla="*/ 8255 h 138429"/>
                <a:gd name="connsiteX1582" fmla="*/ 2096131 w 4940931"/>
                <a:gd name="connsiteY1582" fmla="*/ 0 h 138429"/>
                <a:gd name="connsiteX1583" fmla="*/ 2096131 w 4940931"/>
                <a:gd name="connsiteY1583" fmla="*/ 30480 h 138429"/>
                <a:gd name="connsiteX1584" fmla="*/ 2115181 w 4940931"/>
                <a:gd name="connsiteY1584" fmla="*/ 30480 h 138429"/>
                <a:gd name="connsiteX1585" fmla="*/ 2115181 w 4940931"/>
                <a:gd name="connsiteY1585" fmla="*/ 44450 h 138429"/>
                <a:gd name="connsiteX1586" fmla="*/ 2096131 w 4940931"/>
                <a:gd name="connsiteY1586" fmla="*/ 44450 h 138429"/>
                <a:gd name="connsiteX1587" fmla="*/ 2096131 w 4940931"/>
                <a:gd name="connsiteY1587" fmla="*/ 86995 h 138429"/>
                <a:gd name="connsiteX1588" fmla="*/ 2096131 w 4940931"/>
                <a:gd name="connsiteY1588" fmla="*/ 91440 h 138429"/>
                <a:gd name="connsiteX1589" fmla="*/ 2097401 w 4940931"/>
                <a:gd name="connsiteY1589" fmla="*/ 94615 h 138429"/>
                <a:gd name="connsiteX1590" fmla="*/ 2099941 w 4940931"/>
                <a:gd name="connsiteY1590" fmla="*/ 95885 h 138429"/>
                <a:gd name="connsiteX1591" fmla="*/ 2103751 w 4940931"/>
                <a:gd name="connsiteY1591" fmla="*/ 95885 h 138429"/>
                <a:gd name="connsiteX1592" fmla="*/ 2110101 w 4940931"/>
                <a:gd name="connsiteY1592" fmla="*/ 95250 h 138429"/>
                <a:gd name="connsiteX1593" fmla="*/ 2115181 w 4940931"/>
                <a:gd name="connsiteY1593" fmla="*/ 93345 h 138429"/>
                <a:gd name="connsiteX1594" fmla="*/ 2113276 w 4940931"/>
                <a:gd name="connsiteY1594" fmla="*/ 106680 h 138429"/>
                <a:gd name="connsiteX1595" fmla="*/ 2106926 w 4940931"/>
                <a:gd name="connsiteY1595" fmla="*/ 109220 h 138429"/>
                <a:gd name="connsiteX1596" fmla="*/ 2098671 w 4940931"/>
                <a:gd name="connsiteY1596" fmla="*/ 110490 h 138429"/>
                <a:gd name="connsiteX1597" fmla="*/ 2091686 w 4940931"/>
                <a:gd name="connsiteY1597" fmla="*/ 109220 h 138429"/>
                <a:gd name="connsiteX1598" fmla="*/ 2085971 w 4940931"/>
                <a:gd name="connsiteY1598" fmla="*/ 105410 h 138429"/>
                <a:gd name="connsiteX1599" fmla="*/ 2082161 w 4940931"/>
                <a:gd name="connsiteY1599" fmla="*/ 99060 h 138429"/>
                <a:gd name="connsiteX1600" fmla="*/ 2080891 w 4940931"/>
                <a:gd name="connsiteY1600" fmla="*/ 89535 h 138429"/>
                <a:gd name="connsiteX1601" fmla="*/ 2080891 w 4940931"/>
                <a:gd name="connsiteY1601" fmla="*/ 44450 h 138429"/>
                <a:gd name="connsiteX1602" fmla="*/ 2070096 w 4940931"/>
                <a:gd name="connsiteY1602" fmla="*/ 44450 h 138429"/>
                <a:gd name="connsiteX1603" fmla="*/ 2070096 w 4940931"/>
                <a:gd name="connsiteY1603" fmla="*/ 30480 h 138429"/>
                <a:gd name="connsiteX1604" fmla="*/ 2080891 w 4940931"/>
                <a:gd name="connsiteY1604" fmla="*/ 30480 h 138429"/>
                <a:gd name="connsiteX1605" fmla="*/ 2080891 w 4940931"/>
                <a:gd name="connsiteY1605" fmla="*/ 8255 h 138429"/>
                <a:gd name="connsiteX1606" fmla="*/ 1931665 w 4940931"/>
                <a:gd name="connsiteY1606" fmla="*/ 0 h 138429"/>
                <a:gd name="connsiteX1607" fmla="*/ 1931665 w 4940931"/>
                <a:gd name="connsiteY1607" fmla="*/ 37465 h 138429"/>
                <a:gd name="connsiteX1608" fmla="*/ 1936110 w 4940931"/>
                <a:gd name="connsiteY1608" fmla="*/ 33655 h 138429"/>
                <a:gd name="connsiteX1609" fmla="*/ 1939920 w 4940931"/>
                <a:gd name="connsiteY1609" fmla="*/ 31115 h 138429"/>
                <a:gd name="connsiteX1610" fmla="*/ 1945000 w 4940931"/>
                <a:gd name="connsiteY1610" fmla="*/ 29210 h 138429"/>
                <a:gd name="connsiteX1611" fmla="*/ 1951985 w 4940931"/>
                <a:gd name="connsiteY1611" fmla="*/ 28575 h 138429"/>
                <a:gd name="connsiteX1612" fmla="*/ 1964050 w 4940931"/>
                <a:gd name="connsiteY1612" fmla="*/ 31115 h 138429"/>
                <a:gd name="connsiteX1613" fmla="*/ 1973575 w 4940931"/>
                <a:gd name="connsiteY1613" fmla="*/ 38735 h 138429"/>
                <a:gd name="connsiteX1614" fmla="*/ 1979925 w 4940931"/>
                <a:gd name="connsiteY1614" fmla="*/ 51435 h 138429"/>
                <a:gd name="connsiteX1615" fmla="*/ 1982465 w 4940931"/>
                <a:gd name="connsiteY1615" fmla="*/ 70485 h 138429"/>
                <a:gd name="connsiteX1616" fmla="*/ 1981830 w 4940931"/>
                <a:gd name="connsiteY1616" fmla="*/ 71120 h 138429"/>
                <a:gd name="connsiteX1617" fmla="*/ 1979290 w 4940931"/>
                <a:gd name="connsiteY1617" fmla="*/ 88265 h 138429"/>
                <a:gd name="connsiteX1618" fmla="*/ 1972305 w 4940931"/>
                <a:gd name="connsiteY1618" fmla="*/ 100330 h 138429"/>
                <a:gd name="connsiteX1619" fmla="*/ 1962780 w 4940931"/>
                <a:gd name="connsiteY1619" fmla="*/ 107315 h 138429"/>
                <a:gd name="connsiteX1620" fmla="*/ 1951350 w 4940931"/>
                <a:gd name="connsiteY1620" fmla="*/ 109855 h 138429"/>
                <a:gd name="connsiteX1621" fmla="*/ 1940555 w 4940931"/>
                <a:gd name="connsiteY1621" fmla="*/ 107315 h 138429"/>
                <a:gd name="connsiteX1622" fmla="*/ 1931665 w 4940931"/>
                <a:gd name="connsiteY1622" fmla="*/ 100965 h 138429"/>
                <a:gd name="connsiteX1623" fmla="*/ 1931665 w 4940931"/>
                <a:gd name="connsiteY1623" fmla="*/ 107950 h 138429"/>
                <a:gd name="connsiteX1624" fmla="*/ 1916425 w 4940931"/>
                <a:gd name="connsiteY1624" fmla="*/ 107950 h 138429"/>
                <a:gd name="connsiteX1625" fmla="*/ 1916425 w 4940931"/>
                <a:gd name="connsiteY1625" fmla="*/ 7620 h 138429"/>
                <a:gd name="connsiteX1626" fmla="*/ 1316991 w 4940931"/>
                <a:gd name="connsiteY1626" fmla="*/ 0 h 138429"/>
                <a:gd name="connsiteX1627" fmla="*/ 1316991 w 4940931"/>
                <a:gd name="connsiteY1627" fmla="*/ 30480 h 138429"/>
                <a:gd name="connsiteX1628" fmla="*/ 1336041 w 4940931"/>
                <a:gd name="connsiteY1628" fmla="*/ 30480 h 138429"/>
                <a:gd name="connsiteX1629" fmla="*/ 1336041 w 4940931"/>
                <a:gd name="connsiteY1629" fmla="*/ 44450 h 138429"/>
                <a:gd name="connsiteX1630" fmla="*/ 1316991 w 4940931"/>
                <a:gd name="connsiteY1630" fmla="*/ 44450 h 138429"/>
                <a:gd name="connsiteX1631" fmla="*/ 1316991 w 4940931"/>
                <a:gd name="connsiteY1631" fmla="*/ 86995 h 138429"/>
                <a:gd name="connsiteX1632" fmla="*/ 1316991 w 4940931"/>
                <a:gd name="connsiteY1632" fmla="*/ 91440 h 138429"/>
                <a:gd name="connsiteX1633" fmla="*/ 1318261 w 4940931"/>
                <a:gd name="connsiteY1633" fmla="*/ 94615 h 138429"/>
                <a:gd name="connsiteX1634" fmla="*/ 1320801 w 4940931"/>
                <a:gd name="connsiteY1634" fmla="*/ 95885 h 138429"/>
                <a:gd name="connsiteX1635" fmla="*/ 1324611 w 4940931"/>
                <a:gd name="connsiteY1635" fmla="*/ 95885 h 138429"/>
                <a:gd name="connsiteX1636" fmla="*/ 1330961 w 4940931"/>
                <a:gd name="connsiteY1636" fmla="*/ 95250 h 138429"/>
                <a:gd name="connsiteX1637" fmla="*/ 1336041 w 4940931"/>
                <a:gd name="connsiteY1637" fmla="*/ 93345 h 138429"/>
                <a:gd name="connsiteX1638" fmla="*/ 1334136 w 4940931"/>
                <a:gd name="connsiteY1638" fmla="*/ 106680 h 138429"/>
                <a:gd name="connsiteX1639" fmla="*/ 1327786 w 4940931"/>
                <a:gd name="connsiteY1639" fmla="*/ 109220 h 138429"/>
                <a:gd name="connsiteX1640" fmla="*/ 1319531 w 4940931"/>
                <a:gd name="connsiteY1640" fmla="*/ 110490 h 138429"/>
                <a:gd name="connsiteX1641" fmla="*/ 1312546 w 4940931"/>
                <a:gd name="connsiteY1641" fmla="*/ 109220 h 138429"/>
                <a:gd name="connsiteX1642" fmla="*/ 1306831 w 4940931"/>
                <a:gd name="connsiteY1642" fmla="*/ 105410 h 138429"/>
                <a:gd name="connsiteX1643" fmla="*/ 1303021 w 4940931"/>
                <a:gd name="connsiteY1643" fmla="*/ 99060 h 138429"/>
                <a:gd name="connsiteX1644" fmla="*/ 1301751 w 4940931"/>
                <a:gd name="connsiteY1644" fmla="*/ 89535 h 138429"/>
                <a:gd name="connsiteX1645" fmla="*/ 1301751 w 4940931"/>
                <a:gd name="connsiteY1645" fmla="*/ 44450 h 138429"/>
                <a:gd name="connsiteX1646" fmla="*/ 1290956 w 4940931"/>
                <a:gd name="connsiteY1646" fmla="*/ 44450 h 138429"/>
                <a:gd name="connsiteX1647" fmla="*/ 1290956 w 4940931"/>
                <a:gd name="connsiteY1647" fmla="*/ 30480 h 138429"/>
                <a:gd name="connsiteX1648" fmla="*/ 1301751 w 4940931"/>
                <a:gd name="connsiteY1648" fmla="*/ 30480 h 138429"/>
                <a:gd name="connsiteX1649" fmla="*/ 1301751 w 4940931"/>
                <a:gd name="connsiteY1649" fmla="*/ 8255 h 138429"/>
                <a:gd name="connsiteX1650" fmla="*/ 751206 w 4940931"/>
                <a:gd name="connsiteY1650" fmla="*/ 0 h 138429"/>
                <a:gd name="connsiteX1651" fmla="*/ 751206 w 4940931"/>
                <a:gd name="connsiteY1651" fmla="*/ 30480 h 138429"/>
                <a:gd name="connsiteX1652" fmla="*/ 770256 w 4940931"/>
                <a:gd name="connsiteY1652" fmla="*/ 30480 h 138429"/>
                <a:gd name="connsiteX1653" fmla="*/ 770256 w 4940931"/>
                <a:gd name="connsiteY1653" fmla="*/ 44450 h 138429"/>
                <a:gd name="connsiteX1654" fmla="*/ 751206 w 4940931"/>
                <a:gd name="connsiteY1654" fmla="*/ 44450 h 138429"/>
                <a:gd name="connsiteX1655" fmla="*/ 751206 w 4940931"/>
                <a:gd name="connsiteY1655" fmla="*/ 86995 h 138429"/>
                <a:gd name="connsiteX1656" fmla="*/ 751206 w 4940931"/>
                <a:gd name="connsiteY1656" fmla="*/ 91440 h 138429"/>
                <a:gd name="connsiteX1657" fmla="*/ 752476 w 4940931"/>
                <a:gd name="connsiteY1657" fmla="*/ 94615 h 138429"/>
                <a:gd name="connsiteX1658" fmla="*/ 755016 w 4940931"/>
                <a:gd name="connsiteY1658" fmla="*/ 95885 h 138429"/>
                <a:gd name="connsiteX1659" fmla="*/ 758826 w 4940931"/>
                <a:gd name="connsiteY1659" fmla="*/ 95885 h 138429"/>
                <a:gd name="connsiteX1660" fmla="*/ 765176 w 4940931"/>
                <a:gd name="connsiteY1660" fmla="*/ 95250 h 138429"/>
                <a:gd name="connsiteX1661" fmla="*/ 770256 w 4940931"/>
                <a:gd name="connsiteY1661" fmla="*/ 93345 h 138429"/>
                <a:gd name="connsiteX1662" fmla="*/ 768351 w 4940931"/>
                <a:gd name="connsiteY1662" fmla="*/ 106680 h 138429"/>
                <a:gd name="connsiteX1663" fmla="*/ 762001 w 4940931"/>
                <a:gd name="connsiteY1663" fmla="*/ 109220 h 138429"/>
                <a:gd name="connsiteX1664" fmla="*/ 753746 w 4940931"/>
                <a:gd name="connsiteY1664" fmla="*/ 110490 h 138429"/>
                <a:gd name="connsiteX1665" fmla="*/ 746761 w 4940931"/>
                <a:gd name="connsiteY1665" fmla="*/ 109220 h 138429"/>
                <a:gd name="connsiteX1666" fmla="*/ 741045 w 4940931"/>
                <a:gd name="connsiteY1666" fmla="*/ 105410 h 138429"/>
                <a:gd name="connsiteX1667" fmla="*/ 737236 w 4940931"/>
                <a:gd name="connsiteY1667" fmla="*/ 99060 h 138429"/>
                <a:gd name="connsiteX1668" fmla="*/ 735966 w 4940931"/>
                <a:gd name="connsiteY1668" fmla="*/ 89535 h 138429"/>
                <a:gd name="connsiteX1669" fmla="*/ 735966 w 4940931"/>
                <a:gd name="connsiteY1669" fmla="*/ 44450 h 138429"/>
                <a:gd name="connsiteX1670" fmla="*/ 725171 w 4940931"/>
                <a:gd name="connsiteY1670" fmla="*/ 44450 h 138429"/>
                <a:gd name="connsiteX1671" fmla="*/ 725171 w 4940931"/>
                <a:gd name="connsiteY1671" fmla="*/ 30480 h 138429"/>
                <a:gd name="connsiteX1672" fmla="*/ 735966 w 4940931"/>
                <a:gd name="connsiteY1672" fmla="*/ 30480 h 138429"/>
                <a:gd name="connsiteX1673" fmla="*/ 735966 w 4940931"/>
                <a:gd name="connsiteY1673" fmla="*/ 8255 h 138429"/>
                <a:gd name="connsiteX1674" fmla="*/ 521335 w 4940931"/>
                <a:gd name="connsiteY1674" fmla="*/ 0 h 138429"/>
                <a:gd name="connsiteX1675" fmla="*/ 521335 w 4940931"/>
                <a:gd name="connsiteY1675" fmla="*/ 30480 h 138429"/>
                <a:gd name="connsiteX1676" fmla="*/ 540385 w 4940931"/>
                <a:gd name="connsiteY1676" fmla="*/ 30480 h 138429"/>
                <a:gd name="connsiteX1677" fmla="*/ 540385 w 4940931"/>
                <a:gd name="connsiteY1677" fmla="*/ 44450 h 138429"/>
                <a:gd name="connsiteX1678" fmla="*/ 521335 w 4940931"/>
                <a:gd name="connsiteY1678" fmla="*/ 44450 h 138429"/>
                <a:gd name="connsiteX1679" fmla="*/ 521335 w 4940931"/>
                <a:gd name="connsiteY1679" fmla="*/ 86995 h 138429"/>
                <a:gd name="connsiteX1680" fmla="*/ 521335 w 4940931"/>
                <a:gd name="connsiteY1680" fmla="*/ 91440 h 138429"/>
                <a:gd name="connsiteX1681" fmla="*/ 522605 w 4940931"/>
                <a:gd name="connsiteY1681" fmla="*/ 94615 h 138429"/>
                <a:gd name="connsiteX1682" fmla="*/ 525145 w 4940931"/>
                <a:gd name="connsiteY1682" fmla="*/ 95885 h 138429"/>
                <a:gd name="connsiteX1683" fmla="*/ 528955 w 4940931"/>
                <a:gd name="connsiteY1683" fmla="*/ 95885 h 138429"/>
                <a:gd name="connsiteX1684" fmla="*/ 535305 w 4940931"/>
                <a:gd name="connsiteY1684" fmla="*/ 95250 h 138429"/>
                <a:gd name="connsiteX1685" fmla="*/ 540385 w 4940931"/>
                <a:gd name="connsiteY1685" fmla="*/ 93345 h 138429"/>
                <a:gd name="connsiteX1686" fmla="*/ 538480 w 4940931"/>
                <a:gd name="connsiteY1686" fmla="*/ 106680 h 138429"/>
                <a:gd name="connsiteX1687" fmla="*/ 532130 w 4940931"/>
                <a:gd name="connsiteY1687" fmla="*/ 109220 h 138429"/>
                <a:gd name="connsiteX1688" fmla="*/ 523875 w 4940931"/>
                <a:gd name="connsiteY1688" fmla="*/ 110490 h 138429"/>
                <a:gd name="connsiteX1689" fmla="*/ 516890 w 4940931"/>
                <a:gd name="connsiteY1689" fmla="*/ 109220 h 138429"/>
                <a:gd name="connsiteX1690" fmla="*/ 511175 w 4940931"/>
                <a:gd name="connsiteY1690" fmla="*/ 105410 h 138429"/>
                <a:gd name="connsiteX1691" fmla="*/ 507365 w 4940931"/>
                <a:gd name="connsiteY1691" fmla="*/ 99060 h 138429"/>
                <a:gd name="connsiteX1692" fmla="*/ 506095 w 4940931"/>
                <a:gd name="connsiteY1692" fmla="*/ 89535 h 138429"/>
                <a:gd name="connsiteX1693" fmla="*/ 506095 w 4940931"/>
                <a:gd name="connsiteY1693" fmla="*/ 44450 h 138429"/>
                <a:gd name="connsiteX1694" fmla="*/ 495300 w 4940931"/>
                <a:gd name="connsiteY1694" fmla="*/ 44450 h 138429"/>
                <a:gd name="connsiteX1695" fmla="*/ 495300 w 4940931"/>
                <a:gd name="connsiteY1695" fmla="*/ 30480 h 138429"/>
                <a:gd name="connsiteX1696" fmla="*/ 506095 w 4940931"/>
                <a:gd name="connsiteY1696" fmla="*/ 30480 h 138429"/>
                <a:gd name="connsiteX1697" fmla="*/ 506095 w 4940931"/>
                <a:gd name="connsiteY1697" fmla="*/ 8255 h 138429"/>
                <a:gd name="connsiteX1698" fmla="*/ 466724 w 4940931"/>
                <a:gd name="connsiteY1698" fmla="*/ 0 h 138429"/>
                <a:gd name="connsiteX1699" fmla="*/ 466724 w 4940931"/>
                <a:gd name="connsiteY1699" fmla="*/ 30480 h 138429"/>
                <a:gd name="connsiteX1700" fmla="*/ 485774 w 4940931"/>
                <a:gd name="connsiteY1700" fmla="*/ 30480 h 138429"/>
                <a:gd name="connsiteX1701" fmla="*/ 485774 w 4940931"/>
                <a:gd name="connsiteY1701" fmla="*/ 44450 h 138429"/>
                <a:gd name="connsiteX1702" fmla="*/ 466724 w 4940931"/>
                <a:gd name="connsiteY1702" fmla="*/ 44450 h 138429"/>
                <a:gd name="connsiteX1703" fmla="*/ 466724 w 4940931"/>
                <a:gd name="connsiteY1703" fmla="*/ 86995 h 138429"/>
                <a:gd name="connsiteX1704" fmla="*/ 466724 w 4940931"/>
                <a:gd name="connsiteY1704" fmla="*/ 91440 h 138429"/>
                <a:gd name="connsiteX1705" fmla="*/ 467994 w 4940931"/>
                <a:gd name="connsiteY1705" fmla="*/ 94615 h 138429"/>
                <a:gd name="connsiteX1706" fmla="*/ 470534 w 4940931"/>
                <a:gd name="connsiteY1706" fmla="*/ 95885 h 138429"/>
                <a:gd name="connsiteX1707" fmla="*/ 474344 w 4940931"/>
                <a:gd name="connsiteY1707" fmla="*/ 95885 h 138429"/>
                <a:gd name="connsiteX1708" fmla="*/ 480694 w 4940931"/>
                <a:gd name="connsiteY1708" fmla="*/ 95250 h 138429"/>
                <a:gd name="connsiteX1709" fmla="*/ 485774 w 4940931"/>
                <a:gd name="connsiteY1709" fmla="*/ 93345 h 138429"/>
                <a:gd name="connsiteX1710" fmla="*/ 483869 w 4940931"/>
                <a:gd name="connsiteY1710" fmla="*/ 106680 h 138429"/>
                <a:gd name="connsiteX1711" fmla="*/ 477519 w 4940931"/>
                <a:gd name="connsiteY1711" fmla="*/ 109220 h 138429"/>
                <a:gd name="connsiteX1712" fmla="*/ 469264 w 4940931"/>
                <a:gd name="connsiteY1712" fmla="*/ 110490 h 138429"/>
                <a:gd name="connsiteX1713" fmla="*/ 462279 w 4940931"/>
                <a:gd name="connsiteY1713" fmla="*/ 109220 h 138429"/>
                <a:gd name="connsiteX1714" fmla="*/ 456564 w 4940931"/>
                <a:gd name="connsiteY1714" fmla="*/ 105410 h 138429"/>
                <a:gd name="connsiteX1715" fmla="*/ 452754 w 4940931"/>
                <a:gd name="connsiteY1715" fmla="*/ 99060 h 138429"/>
                <a:gd name="connsiteX1716" fmla="*/ 451484 w 4940931"/>
                <a:gd name="connsiteY1716" fmla="*/ 89535 h 138429"/>
                <a:gd name="connsiteX1717" fmla="*/ 451484 w 4940931"/>
                <a:gd name="connsiteY1717" fmla="*/ 44450 h 138429"/>
                <a:gd name="connsiteX1718" fmla="*/ 440689 w 4940931"/>
                <a:gd name="connsiteY1718" fmla="*/ 44450 h 138429"/>
                <a:gd name="connsiteX1719" fmla="*/ 440689 w 4940931"/>
                <a:gd name="connsiteY1719" fmla="*/ 30480 h 138429"/>
                <a:gd name="connsiteX1720" fmla="*/ 451484 w 4940931"/>
                <a:gd name="connsiteY1720" fmla="*/ 30480 h 138429"/>
                <a:gd name="connsiteX1721" fmla="*/ 451484 w 4940931"/>
                <a:gd name="connsiteY1721" fmla="*/ 8255 h 138429"/>
                <a:gd name="connsiteX1722" fmla="*/ 302259 w 4940931"/>
                <a:gd name="connsiteY1722" fmla="*/ 0 h 138429"/>
                <a:gd name="connsiteX1723" fmla="*/ 302259 w 4940931"/>
                <a:gd name="connsiteY1723" fmla="*/ 37465 h 138429"/>
                <a:gd name="connsiteX1724" fmla="*/ 306704 w 4940931"/>
                <a:gd name="connsiteY1724" fmla="*/ 33655 h 138429"/>
                <a:gd name="connsiteX1725" fmla="*/ 310514 w 4940931"/>
                <a:gd name="connsiteY1725" fmla="*/ 31115 h 138429"/>
                <a:gd name="connsiteX1726" fmla="*/ 315594 w 4940931"/>
                <a:gd name="connsiteY1726" fmla="*/ 29210 h 138429"/>
                <a:gd name="connsiteX1727" fmla="*/ 322579 w 4940931"/>
                <a:gd name="connsiteY1727" fmla="*/ 28575 h 138429"/>
                <a:gd name="connsiteX1728" fmla="*/ 334644 w 4940931"/>
                <a:gd name="connsiteY1728" fmla="*/ 31115 h 138429"/>
                <a:gd name="connsiteX1729" fmla="*/ 344169 w 4940931"/>
                <a:gd name="connsiteY1729" fmla="*/ 38735 h 138429"/>
                <a:gd name="connsiteX1730" fmla="*/ 350519 w 4940931"/>
                <a:gd name="connsiteY1730" fmla="*/ 51435 h 138429"/>
                <a:gd name="connsiteX1731" fmla="*/ 353059 w 4940931"/>
                <a:gd name="connsiteY1731" fmla="*/ 70485 h 138429"/>
                <a:gd name="connsiteX1732" fmla="*/ 352424 w 4940931"/>
                <a:gd name="connsiteY1732" fmla="*/ 71120 h 138429"/>
                <a:gd name="connsiteX1733" fmla="*/ 349884 w 4940931"/>
                <a:gd name="connsiteY1733" fmla="*/ 88265 h 138429"/>
                <a:gd name="connsiteX1734" fmla="*/ 342899 w 4940931"/>
                <a:gd name="connsiteY1734" fmla="*/ 100330 h 138429"/>
                <a:gd name="connsiteX1735" fmla="*/ 333374 w 4940931"/>
                <a:gd name="connsiteY1735" fmla="*/ 107315 h 138429"/>
                <a:gd name="connsiteX1736" fmla="*/ 321944 w 4940931"/>
                <a:gd name="connsiteY1736" fmla="*/ 109855 h 138429"/>
                <a:gd name="connsiteX1737" fmla="*/ 311149 w 4940931"/>
                <a:gd name="connsiteY1737" fmla="*/ 107315 h 138429"/>
                <a:gd name="connsiteX1738" fmla="*/ 302259 w 4940931"/>
                <a:gd name="connsiteY1738" fmla="*/ 100965 h 138429"/>
                <a:gd name="connsiteX1739" fmla="*/ 302259 w 4940931"/>
                <a:gd name="connsiteY1739" fmla="*/ 107950 h 138429"/>
                <a:gd name="connsiteX1740" fmla="*/ 287019 w 4940931"/>
                <a:gd name="connsiteY1740" fmla="*/ 107950 h 138429"/>
                <a:gd name="connsiteX1741" fmla="*/ 287019 w 4940931"/>
                <a:gd name="connsiteY1741" fmla="*/ 7620 h 138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Lst>
              <a:rect l="l" t="t" r="r" b="b"/>
              <a:pathLst>
                <a:path w="4940931" h="138429">
                  <a:moveTo>
                    <a:pt x="1032512" y="137477"/>
                  </a:moveTo>
                  <a:lnTo>
                    <a:pt x="1032512" y="137794"/>
                  </a:lnTo>
                  <a:lnTo>
                    <a:pt x="1030607" y="138429"/>
                  </a:lnTo>
                  <a:close/>
                  <a:moveTo>
                    <a:pt x="4929501" y="87629"/>
                  </a:moveTo>
                  <a:cubicBezTo>
                    <a:pt x="4930771" y="87629"/>
                    <a:pt x="4932676" y="87629"/>
                    <a:pt x="4933946" y="88264"/>
                  </a:cubicBezTo>
                  <a:cubicBezTo>
                    <a:pt x="4935216" y="88264"/>
                    <a:pt x="4936486" y="89534"/>
                    <a:pt x="4937756" y="90804"/>
                  </a:cubicBezTo>
                  <a:cubicBezTo>
                    <a:pt x="4939026" y="92074"/>
                    <a:pt x="4939661" y="93344"/>
                    <a:pt x="4940296" y="94614"/>
                  </a:cubicBezTo>
                  <a:cubicBezTo>
                    <a:pt x="4940296" y="95884"/>
                    <a:pt x="4940931" y="97789"/>
                    <a:pt x="4940931" y="99059"/>
                  </a:cubicBezTo>
                  <a:cubicBezTo>
                    <a:pt x="4940931" y="99059"/>
                    <a:pt x="4940931" y="102234"/>
                    <a:pt x="4940296" y="103504"/>
                  </a:cubicBezTo>
                  <a:cubicBezTo>
                    <a:pt x="4940296" y="104774"/>
                    <a:pt x="4939026" y="106044"/>
                    <a:pt x="4937756" y="107314"/>
                  </a:cubicBezTo>
                  <a:cubicBezTo>
                    <a:pt x="4936486" y="108584"/>
                    <a:pt x="4935216" y="109219"/>
                    <a:pt x="4933946" y="109854"/>
                  </a:cubicBezTo>
                  <a:cubicBezTo>
                    <a:pt x="4932676" y="109854"/>
                    <a:pt x="4930771" y="110489"/>
                    <a:pt x="4929501" y="110489"/>
                  </a:cubicBezTo>
                  <a:cubicBezTo>
                    <a:pt x="4928231" y="110489"/>
                    <a:pt x="4926326" y="110489"/>
                    <a:pt x="4925056" y="109854"/>
                  </a:cubicBezTo>
                  <a:cubicBezTo>
                    <a:pt x="4923786" y="109854"/>
                    <a:pt x="4922516" y="108584"/>
                    <a:pt x="4921246" y="107314"/>
                  </a:cubicBezTo>
                  <a:cubicBezTo>
                    <a:pt x="4919976" y="106044"/>
                    <a:pt x="4919341" y="104774"/>
                    <a:pt x="4918706" y="103504"/>
                  </a:cubicBezTo>
                  <a:cubicBezTo>
                    <a:pt x="4918706" y="102234"/>
                    <a:pt x="4918071" y="100329"/>
                    <a:pt x="4918071" y="99059"/>
                  </a:cubicBezTo>
                  <a:cubicBezTo>
                    <a:pt x="4918071" y="97789"/>
                    <a:pt x="4918071" y="95884"/>
                    <a:pt x="4918706" y="94614"/>
                  </a:cubicBezTo>
                  <a:cubicBezTo>
                    <a:pt x="4918706" y="93344"/>
                    <a:pt x="4919976" y="92074"/>
                    <a:pt x="4921246" y="90804"/>
                  </a:cubicBezTo>
                  <a:cubicBezTo>
                    <a:pt x="4922516" y="89534"/>
                    <a:pt x="4923786" y="88899"/>
                    <a:pt x="4925056" y="88264"/>
                  </a:cubicBezTo>
                  <a:cubicBezTo>
                    <a:pt x="4926326" y="88264"/>
                    <a:pt x="4928231" y="87629"/>
                    <a:pt x="4929501" y="87629"/>
                  </a:cubicBezTo>
                  <a:close/>
                  <a:moveTo>
                    <a:pt x="3079110" y="87629"/>
                  </a:moveTo>
                  <a:cubicBezTo>
                    <a:pt x="3080380" y="87629"/>
                    <a:pt x="3082285" y="87629"/>
                    <a:pt x="3083555" y="88264"/>
                  </a:cubicBezTo>
                  <a:cubicBezTo>
                    <a:pt x="3084825" y="88264"/>
                    <a:pt x="3086095" y="89534"/>
                    <a:pt x="3087365" y="90804"/>
                  </a:cubicBezTo>
                  <a:cubicBezTo>
                    <a:pt x="3088635" y="92074"/>
                    <a:pt x="3089270" y="93344"/>
                    <a:pt x="3089905" y="94614"/>
                  </a:cubicBezTo>
                  <a:cubicBezTo>
                    <a:pt x="3089905" y="95884"/>
                    <a:pt x="3090540" y="97789"/>
                    <a:pt x="3090540" y="99059"/>
                  </a:cubicBezTo>
                  <a:cubicBezTo>
                    <a:pt x="3090540" y="99059"/>
                    <a:pt x="3090540" y="102234"/>
                    <a:pt x="3089905" y="103504"/>
                  </a:cubicBezTo>
                  <a:cubicBezTo>
                    <a:pt x="3089905" y="104774"/>
                    <a:pt x="3088635" y="106044"/>
                    <a:pt x="3087365" y="107314"/>
                  </a:cubicBezTo>
                  <a:cubicBezTo>
                    <a:pt x="3086095" y="108584"/>
                    <a:pt x="3084825" y="109219"/>
                    <a:pt x="3083555" y="109854"/>
                  </a:cubicBezTo>
                  <a:cubicBezTo>
                    <a:pt x="3082285" y="109854"/>
                    <a:pt x="3080380" y="110489"/>
                    <a:pt x="3079110" y="110489"/>
                  </a:cubicBezTo>
                  <a:cubicBezTo>
                    <a:pt x="3077840" y="110489"/>
                    <a:pt x="3075935" y="110489"/>
                    <a:pt x="3074665" y="109854"/>
                  </a:cubicBezTo>
                  <a:cubicBezTo>
                    <a:pt x="3073395" y="109854"/>
                    <a:pt x="3072125" y="108584"/>
                    <a:pt x="3070855" y="107314"/>
                  </a:cubicBezTo>
                  <a:cubicBezTo>
                    <a:pt x="3069585" y="106044"/>
                    <a:pt x="3068950" y="104774"/>
                    <a:pt x="3068315" y="103504"/>
                  </a:cubicBezTo>
                  <a:cubicBezTo>
                    <a:pt x="3068315" y="102234"/>
                    <a:pt x="3067680" y="100329"/>
                    <a:pt x="3067680" y="99059"/>
                  </a:cubicBezTo>
                  <a:cubicBezTo>
                    <a:pt x="3067680" y="97789"/>
                    <a:pt x="3067680" y="95884"/>
                    <a:pt x="3068315" y="94614"/>
                  </a:cubicBezTo>
                  <a:cubicBezTo>
                    <a:pt x="3068315" y="93344"/>
                    <a:pt x="3069585" y="92074"/>
                    <a:pt x="3070855" y="90804"/>
                  </a:cubicBezTo>
                  <a:cubicBezTo>
                    <a:pt x="3072125" y="89534"/>
                    <a:pt x="3073395" y="88899"/>
                    <a:pt x="3074665" y="88264"/>
                  </a:cubicBezTo>
                  <a:cubicBezTo>
                    <a:pt x="3075935" y="88264"/>
                    <a:pt x="3077840" y="87629"/>
                    <a:pt x="3079110" y="87629"/>
                  </a:cubicBezTo>
                  <a:close/>
                  <a:moveTo>
                    <a:pt x="1565275" y="87629"/>
                  </a:moveTo>
                  <a:cubicBezTo>
                    <a:pt x="1566545" y="87629"/>
                    <a:pt x="1568450" y="87629"/>
                    <a:pt x="1569720" y="88264"/>
                  </a:cubicBezTo>
                  <a:cubicBezTo>
                    <a:pt x="1570990" y="88264"/>
                    <a:pt x="1572260" y="89534"/>
                    <a:pt x="1573529" y="90804"/>
                  </a:cubicBezTo>
                  <a:cubicBezTo>
                    <a:pt x="1574800" y="92074"/>
                    <a:pt x="1575435" y="93344"/>
                    <a:pt x="1576069" y="94614"/>
                  </a:cubicBezTo>
                  <a:cubicBezTo>
                    <a:pt x="1576069" y="95884"/>
                    <a:pt x="1576705" y="97789"/>
                    <a:pt x="1576705" y="99059"/>
                  </a:cubicBezTo>
                  <a:cubicBezTo>
                    <a:pt x="1576705" y="99059"/>
                    <a:pt x="1576705" y="102234"/>
                    <a:pt x="1576069" y="103504"/>
                  </a:cubicBezTo>
                  <a:cubicBezTo>
                    <a:pt x="1576069" y="104774"/>
                    <a:pt x="1574800" y="106044"/>
                    <a:pt x="1573529" y="107314"/>
                  </a:cubicBezTo>
                  <a:cubicBezTo>
                    <a:pt x="1572260" y="108584"/>
                    <a:pt x="1570990" y="109219"/>
                    <a:pt x="1569720" y="109854"/>
                  </a:cubicBezTo>
                  <a:cubicBezTo>
                    <a:pt x="1568450" y="109854"/>
                    <a:pt x="1566545" y="110489"/>
                    <a:pt x="1565275" y="110489"/>
                  </a:cubicBezTo>
                  <a:cubicBezTo>
                    <a:pt x="1564005" y="110489"/>
                    <a:pt x="1562099" y="110489"/>
                    <a:pt x="1560830" y="109854"/>
                  </a:cubicBezTo>
                  <a:cubicBezTo>
                    <a:pt x="1559559" y="109854"/>
                    <a:pt x="1558289" y="108584"/>
                    <a:pt x="1557020" y="107314"/>
                  </a:cubicBezTo>
                  <a:cubicBezTo>
                    <a:pt x="1555750" y="106044"/>
                    <a:pt x="1555114" y="104774"/>
                    <a:pt x="1554479" y="103504"/>
                  </a:cubicBezTo>
                  <a:cubicBezTo>
                    <a:pt x="1554479" y="102234"/>
                    <a:pt x="1553844" y="100329"/>
                    <a:pt x="1553844" y="99059"/>
                  </a:cubicBezTo>
                  <a:cubicBezTo>
                    <a:pt x="1553844" y="97789"/>
                    <a:pt x="1553844" y="95884"/>
                    <a:pt x="1554479" y="94614"/>
                  </a:cubicBezTo>
                  <a:cubicBezTo>
                    <a:pt x="1554479" y="93344"/>
                    <a:pt x="1555750" y="92074"/>
                    <a:pt x="1557020" y="90804"/>
                  </a:cubicBezTo>
                  <a:cubicBezTo>
                    <a:pt x="1558289" y="89534"/>
                    <a:pt x="1559559" y="88899"/>
                    <a:pt x="1560830" y="88264"/>
                  </a:cubicBezTo>
                  <a:cubicBezTo>
                    <a:pt x="1562099" y="88264"/>
                    <a:pt x="1564005" y="87629"/>
                    <a:pt x="1565275" y="87629"/>
                  </a:cubicBezTo>
                  <a:close/>
                  <a:moveTo>
                    <a:pt x="2642230" y="73024"/>
                  </a:moveTo>
                  <a:cubicBezTo>
                    <a:pt x="2637150" y="73024"/>
                    <a:pt x="2633340" y="74294"/>
                    <a:pt x="2630800" y="76199"/>
                  </a:cubicBezTo>
                  <a:cubicBezTo>
                    <a:pt x="2627625" y="78104"/>
                    <a:pt x="2626355" y="81279"/>
                    <a:pt x="2626355" y="84454"/>
                  </a:cubicBezTo>
                  <a:cubicBezTo>
                    <a:pt x="2626355" y="86994"/>
                    <a:pt x="2626355" y="88899"/>
                    <a:pt x="2627625" y="90169"/>
                  </a:cubicBezTo>
                  <a:cubicBezTo>
                    <a:pt x="2628260" y="92074"/>
                    <a:pt x="2629530" y="93344"/>
                    <a:pt x="2630800" y="93979"/>
                  </a:cubicBezTo>
                  <a:cubicBezTo>
                    <a:pt x="2632070" y="95249"/>
                    <a:pt x="2633340" y="95884"/>
                    <a:pt x="2635245" y="96519"/>
                  </a:cubicBezTo>
                  <a:cubicBezTo>
                    <a:pt x="2637150" y="96519"/>
                    <a:pt x="2639055" y="97154"/>
                    <a:pt x="2641595" y="97154"/>
                  </a:cubicBezTo>
                  <a:cubicBezTo>
                    <a:pt x="2643500" y="97154"/>
                    <a:pt x="2645405" y="97154"/>
                    <a:pt x="2647310" y="96519"/>
                  </a:cubicBezTo>
                  <a:cubicBezTo>
                    <a:pt x="2649215" y="96519"/>
                    <a:pt x="2651120" y="95249"/>
                    <a:pt x="2652390" y="93979"/>
                  </a:cubicBezTo>
                  <a:cubicBezTo>
                    <a:pt x="2654295" y="93344"/>
                    <a:pt x="2655565" y="92074"/>
                    <a:pt x="2656835" y="90804"/>
                  </a:cubicBezTo>
                  <a:cubicBezTo>
                    <a:pt x="2658105" y="89534"/>
                    <a:pt x="2659375" y="88264"/>
                    <a:pt x="2660010" y="86994"/>
                  </a:cubicBezTo>
                  <a:lnTo>
                    <a:pt x="2660010" y="75564"/>
                  </a:lnTo>
                  <a:cubicBezTo>
                    <a:pt x="2660010" y="75564"/>
                    <a:pt x="2657470" y="74294"/>
                    <a:pt x="2656200" y="74294"/>
                  </a:cubicBezTo>
                  <a:cubicBezTo>
                    <a:pt x="2654930" y="74294"/>
                    <a:pt x="2653660" y="73659"/>
                    <a:pt x="2652390" y="73659"/>
                  </a:cubicBezTo>
                  <a:cubicBezTo>
                    <a:pt x="2651120" y="73659"/>
                    <a:pt x="2649850" y="73659"/>
                    <a:pt x="2647945" y="73024"/>
                  </a:cubicBezTo>
                  <a:cubicBezTo>
                    <a:pt x="2646040" y="73024"/>
                    <a:pt x="2644135" y="73024"/>
                    <a:pt x="2642230" y="73024"/>
                  </a:cubicBezTo>
                  <a:close/>
                  <a:moveTo>
                    <a:pt x="4664706" y="43814"/>
                  </a:moveTo>
                  <a:cubicBezTo>
                    <a:pt x="4661531" y="43814"/>
                    <a:pt x="4658991" y="43814"/>
                    <a:pt x="4657086" y="45719"/>
                  </a:cubicBezTo>
                  <a:cubicBezTo>
                    <a:pt x="4654546" y="46989"/>
                    <a:pt x="4652641" y="48894"/>
                    <a:pt x="4651371" y="50799"/>
                  </a:cubicBezTo>
                  <a:cubicBezTo>
                    <a:pt x="4649466" y="53339"/>
                    <a:pt x="4648831" y="55879"/>
                    <a:pt x="4647561" y="59054"/>
                  </a:cubicBezTo>
                  <a:cubicBezTo>
                    <a:pt x="4646926" y="62229"/>
                    <a:pt x="4646291" y="65404"/>
                    <a:pt x="4646291" y="69849"/>
                  </a:cubicBezTo>
                  <a:cubicBezTo>
                    <a:pt x="4646291" y="74294"/>
                    <a:pt x="4646291" y="78104"/>
                    <a:pt x="4647561" y="81279"/>
                  </a:cubicBezTo>
                  <a:cubicBezTo>
                    <a:pt x="4648196" y="84454"/>
                    <a:pt x="4650101" y="87629"/>
                    <a:pt x="4651371" y="89534"/>
                  </a:cubicBezTo>
                  <a:cubicBezTo>
                    <a:pt x="4653276" y="92074"/>
                    <a:pt x="4655181" y="93344"/>
                    <a:pt x="4657721" y="94614"/>
                  </a:cubicBezTo>
                  <a:cubicBezTo>
                    <a:pt x="4660261" y="95884"/>
                    <a:pt x="4662801" y="96519"/>
                    <a:pt x="4665341" y="96519"/>
                  </a:cubicBezTo>
                  <a:cubicBezTo>
                    <a:pt x="4667881" y="96519"/>
                    <a:pt x="4671056" y="95884"/>
                    <a:pt x="4672961" y="94614"/>
                  </a:cubicBezTo>
                  <a:cubicBezTo>
                    <a:pt x="4675501" y="93344"/>
                    <a:pt x="4677406" y="91439"/>
                    <a:pt x="4678676" y="88899"/>
                  </a:cubicBezTo>
                  <a:cubicBezTo>
                    <a:pt x="4680581" y="86359"/>
                    <a:pt x="4681851" y="83819"/>
                    <a:pt x="4682486" y="80644"/>
                  </a:cubicBezTo>
                  <a:cubicBezTo>
                    <a:pt x="4683121" y="77469"/>
                    <a:pt x="4683756" y="74294"/>
                    <a:pt x="4683756" y="70484"/>
                  </a:cubicBezTo>
                  <a:lnTo>
                    <a:pt x="4684391" y="69849"/>
                  </a:lnTo>
                  <a:cubicBezTo>
                    <a:pt x="4684391" y="66039"/>
                    <a:pt x="4684391" y="62229"/>
                    <a:pt x="4683121" y="59054"/>
                  </a:cubicBezTo>
                  <a:cubicBezTo>
                    <a:pt x="4682486" y="55879"/>
                    <a:pt x="4680581" y="53339"/>
                    <a:pt x="4679311" y="50799"/>
                  </a:cubicBezTo>
                  <a:cubicBezTo>
                    <a:pt x="4677406" y="48259"/>
                    <a:pt x="4675501" y="46989"/>
                    <a:pt x="4672961" y="45719"/>
                  </a:cubicBezTo>
                  <a:cubicBezTo>
                    <a:pt x="4670421" y="44449"/>
                    <a:pt x="4667881" y="43814"/>
                    <a:pt x="4664706" y="43814"/>
                  </a:cubicBezTo>
                  <a:close/>
                  <a:moveTo>
                    <a:pt x="4264020" y="43814"/>
                  </a:moveTo>
                  <a:cubicBezTo>
                    <a:pt x="4260845" y="43814"/>
                    <a:pt x="4258305" y="43814"/>
                    <a:pt x="4256400" y="45719"/>
                  </a:cubicBezTo>
                  <a:cubicBezTo>
                    <a:pt x="4253860" y="46989"/>
                    <a:pt x="4251955" y="48894"/>
                    <a:pt x="4250685" y="50799"/>
                  </a:cubicBezTo>
                  <a:cubicBezTo>
                    <a:pt x="4248780" y="53339"/>
                    <a:pt x="4247510" y="55879"/>
                    <a:pt x="4246875" y="59054"/>
                  </a:cubicBezTo>
                  <a:cubicBezTo>
                    <a:pt x="4246240" y="62229"/>
                    <a:pt x="4245605" y="65404"/>
                    <a:pt x="4245605" y="69849"/>
                  </a:cubicBezTo>
                  <a:cubicBezTo>
                    <a:pt x="4245605" y="74294"/>
                    <a:pt x="4245605" y="78104"/>
                    <a:pt x="4246875" y="81279"/>
                  </a:cubicBezTo>
                  <a:cubicBezTo>
                    <a:pt x="4247510" y="84454"/>
                    <a:pt x="4249415" y="87629"/>
                    <a:pt x="4250685" y="89534"/>
                  </a:cubicBezTo>
                  <a:cubicBezTo>
                    <a:pt x="4252590" y="92074"/>
                    <a:pt x="4254495" y="93344"/>
                    <a:pt x="4257035" y="94614"/>
                  </a:cubicBezTo>
                  <a:cubicBezTo>
                    <a:pt x="4259575" y="95884"/>
                    <a:pt x="4262115" y="96519"/>
                    <a:pt x="4264655" y="96519"/>
                  </a:cubicBezTo>
                  <a:cubicBezTo>
                    <a:pt x="4267195" y="96519"/>
                    <a:pt x="4270370" y="95884"/>
                    <a:pt x="4272275" y="94614"/>
                  </a:cubicBezTo>
                  <a:cubicBezTo>
                    <a:pt x="4274815" y="93344"/>
                    <a:pt x="4276720" y="91439"/>
                    <a:pt x="4277990" y="88899"/>
                  </a:cubicBezTo>
                  <a:cubicBezTo>
                    <a:pt x="4279895" y="86359"/>
                    <a:pt x="4281165" y="83819"/>
                    <a:pt x="4281800" y="80644"/>
                  </a:cubicBezTo>
                  <a:cubicBezTo>
                    <a:pt x="4282435" y="77469"/>
                    <a:pt x="4283070" y="74294"/>
                    <a:pt x="4283070" y="70484"/>
                  </a:cubicBezTo>
                  <a:lnTo>
                    <a:pt x="4283705" y="69849"/>
                  </a:lnTo>
                  <a:cubicBezTo>
                    <a:pt x="4283705" y="66039"/>
                    <a:pt x="4283705" y="62229"/>
                    <a:pt x="4282435" y="59054"/>
                  </a:cubicBezTo>
                  <a:cubicBezTo>
                    <a:pt x="4281800" y="55879"/>
                    <a:pt x="4279895" y="53339"/>
                    <a:pt x="4278625" y="50799"/>
                  </a:cubicBezTo>
                  <a:cubicBezTo>
                    <a:pt x="4276720" y="48259"/>
                    <a:pt x="4274815" y="46989"/>
                    <a:pt x="4272275" y="45719"/>
                  </a:cubicBezTo>
                  <a:cubicBezTo>
                    <a:pt x="4269735" y="44449"/>
                    <a:pt x="4267195" y="43814"/>
                    <a:pt x="4264020" y="43814"/>
                  </a:cubicBezTo>
                  <a:close/>
                  <a:moveTo>
                    <a:pt x="1420495" y="43814"/>
                  </a:moveTo>
                  <a:cubicBezTo>
                    <a:pt x="1417320" y="43814"/>
                    <a:pt x="1414780" y="43814"/>
                    <a:pt x="1412875" y="45719"/>
                  </a:cubicBezTo>
                  <a:cubicBezTo>
                    <a:pt x="1410335" y="46989"/>
                    <a:pt x="1408430" y="48894"/>
                    <a:pt x="1407160" y="50799"/>
                  </a:cubicBezTo>
                  <a:cubicBezTo>
                    <a:pt x="1405255" y="53339"/>
                    <a:pt x="1403985" y="55879"/>
                    <a:pt x="1403350" y="59054"/>
                  </a:cubicBezTo>
                  <a:cubicBezTo>
                    <a:pt x="1402715" y="62229"/>
                    <a:pt x="1402080" y="65404"/>
                    <a:pt x="1402080" y="69849"/>
                  </a:cubicBezTo>
                  <a:cubicBezTo>
                    <a:pt x="1402080" y="74294"/>
                    <a:pt x="1402080" y="78104"/>
                    <a:pt x="1403350" y="81279"/>
                  </a:cubicBezTo>
                  <a:cubicBezTo>
                    <a:pt x="1403985" y="84454"/>
                    <a:pt x="1405890" y="87629"/>
                    <a:pt x="1407160" y="89534"/>
                  </a:cubicBezTo>
                  <a:cubicBezTo>
                    <a:pt x="1409065" y="92074"/>
                    <a:pt x="1410970" y="93344"/>
                    <a:pt x="1413510" y="94614"/>
                  </a:cubicBezTo>
                  <a:cubicBezTo>
                    <a:pt x="1416050" y="95884"/>
                    <a:pt x="1418590" y="96519"/>
                    <a:pt x="1421130" y="96519"/>
                  </a:cubicBezTo>
                  <a:cubicBezTo>
                    <a:pt x="1423670" y="96519"/>
                    <a:pt x="1426845" y="95884"/>
                    <a:pt x="1428750" y="94614"/>
                  </a:cubicBezTo>
                  <a:cubicBezTo>
                    <a:pt x="1431290" y="93344"/>
                    <a:pt x="1433195" y="91439"/>
                    <a:pt x="1434465" y="88899"/>
                  </a:cubicBezTo>
                  <a:cubicBezTo>
                    <a:pt x="1436370" y="86359"/>
                    <a:pt x="1437640" y="83819"/>
                    <a:pt x="1438275" y="80644"/>
                  </a:cubicBezTo>
                  <a:cubicBezTo>
                    <a:pt x="1438910" y="77469"/>
                    <a:pt x="1439545" y="74294"/>
                    <a:pt x="1439545" y="70484"/>
                  </a:cubicBezTo>
                  <a:lnTo>
                    <a:pt x="1440180" y="69849"/>
                  </a:lnTo>
                  <a:cubicBezTo>
                    <a:pt x="1440180" y="66039"/>
                    <a:pt x="1440180" y="62229"/>
                    <a:pt x="1438910" y="59054"/>
                  </a:cubicBezTo>
                  <a:cubicBezTo>
                    <a:pt x="1438275" y="55879"/>
                    <a:pt x="1436370" y="53339"/>
                    <a:pt x="1435100" y="50799"/>
                  </a:cubicBezTo>
                  <a:cubicBezTo>
                    <a:pt x="1433195" y="48259"/>
                    <a:pt x="1431290" y="46989"/>
                    <a:pt x="1428750" y="45719"/>
                  </a:cubicBezTo>
                  <a:cubicBezTo>
                    <a:pt x="1426210" y="44449"/>
                    <a:pt x="1423670" y="43814"/>
                    <a:pt x="1420495" y="43814"/>
                  </a:cubicBezTo>
                  <a:close/>
                  <a:moveTo>
                    <a:pt x="4041770" y="43180"/>
                  </a:moveTo>
                  <a:cubicBezTo>
                    <a:pt x="4039230" y="43180"/>
                    <a:pt x="4036690" y="43180"/>
                    <a:pt x="4034785" y="44450"/>
                  </a:cubicBezTo>
                  <a:cubicBezTo>
                    <a:pt x="4032880" y="45085"/>
                    <a:pt x="4030975" y="46355"/>
                    <a:pt x="4029705" y="48260"/>
                  </a:cubicBezTo>
                  <a:cubicBezTo>
                    <a:pt x="4028435" y="50165"/>
                    <a:pt x="4027165" y="52070"/>
                    <a:pt x="4025895" y="54610"/>
                  </a:cubicBezTo>
                  <a:cubicBezTo>
                    <a:pt x="4025260" y="57150"/>
                    <a:pt x="4023990" y="59690"/>
                    <a:pt x="4023990" y="62865"/>
                  </a:cubicBezTo>
                  <a:lnTo>
                    <a:pt x="4060185" y="62865"/>
                  </a:lnTo>
                  <a:cubicBezTo>
                    <a:pt x="4060185" y="62865"/>
                    <a:pt x="4059550" y="57785"/>
                    <a:pt x="4058915" y="55245"/>
                  </a:cubicBezTo>
                  <a:cubicBezTo>
                    <a:pt x="4058280" y="52705"/>
                    <a:pt x="4057010" y="50800"/>
                    <a:pt x="4055740" y="48895"/>
                  </a:cubicBezTo>
                  <a:cubicBezTo>
                    <a:pt x="4054470" y="46990"/>
                    <a:pt x="4052565" y="45720"/>
                    <a:pt x="4050025" y="44450"/>
                  </a:cubicBezTo>
                  <a:cubicBezTo>
                    <a:pt x="4047485" y="43180"/>
                    <a:pt x="4044945" y="43180"/>
                    <a:pt x="4041770" y="43180"/>
                  </a:cubicBezTo>
                  <a:close/>
                  <a:moveTo>
                    <a:pt x="3728081" y="43180"/>
                  </a:moveTo>
                  <a:cubicBezTo>
                    <a:pt x="3725541" y="43180"/>
                    <a:pt x="3723001" y="43180"/>
                    <a:pt x="3721096" y="44450"/>
                  </a:cubicBezTo>
                  <a:cubicBezTo>
                    <a:pt x="3719191" y="45085"/>
                    <a:pt x="3717286" y="46355"/>
                    <a:pt x="3716016" y="48260"/>
                  </a:cubicBezTo>
                  <a:cubicBezTo>
                    <a:pt x="3714746" y="50165"/>
                    <a:pt x="3713476" y="52070"/>
                    <a:pt x="3712206" y="54610"/>
                  </a:cubicBezTo>
                  <a:cubicBezTo>
                    <a:pt x="3711571" y="57150"/>
                    <a:pt x="3710301" y="59690"/>
                    <a:pt x="3710301" y="62865"/>
                  </a:cubicBezTo>
                  <a:lnTo>
                    <a:pt x="3746496" y="62865"/>
                  </a:lnTo>
                  <a:cubicBezTo>
                    <a:pt x="3746496" y="62865"/>
                    <a:pt x="3745861" y="57785"/>
                    <a:pt x="3745226" y="55245"/>
                  </a:cubicBezTo>
                  <a:cubicBezTo>
                    <a:pt x="3744591" y="52705"/>
                    <a:pt x="3743321" y="50800"/>
                    <a:pt x="3742051" y="48895"/>
                  </a:cubicBezTo>
                  <a:cubicBezTo>
                    <a:pt x="3740781" y="46990"/>
                    <a:pt x="3738876" y="45720"/>
                    <a:pt x="3736336" y="44450"/>
                  </a:cubicBezTo>
                  <a:cubicBezTo>
                    <a:pt x="3733796" y="43180"/>
                    <a:pt x="3731256" y="43180"/>
                    <a:pt x="3728081" y="43180"/>
                  </a:cubicBezTo>
                  <a:close/>
                  <a:moveTo>
                    <a:pt x="3541391" y="43180"/>
                  </a:moveTo>
                  <a:cubicBezTo>
                    <a:pt x="3538851" y="43180"/>
                    <a:pt x="3536311" y="43180"/>
                    <a:pt x="3534406" y="44450"/>
                  </a:cubicBezTo>
                  <a:cubicBezTo>
                    <a:pt x="3532501" y="45085"/>
                    <a:pt x="3530596" y="46355"/>
                    <a:pt x="3529326" y="48260"/>
                  </a:cubicBezTo>
                  <a:cubicBezTo>
                    <a:pt x="3528056" y="50165"/>
                    <a:pt x="3526786" y="52070"/>
                    <a:pt x="3525516" y="54610"/>
                  </a:cubicBezTo>
                  <a:cubicBezTo>
                    <a:pt x="3524881" y="57150"/>
                    <a:pt x="3524246" y="59690"/>
                    <a:pt x="3523611" y="62865"/>
                  </a:cubicBezTo>
                  <a:lnTo>
                    <a:pt x="3559806" y="62865"/>
                  </a:lnTo>
                  <a:cubicBezTo>
                    <a:pt x="3559806" y="62865"/>
                    <a:pt x="3559171" y="57785"/>
                    <a:pt x="3558536" y="55245"/>
                  </a:cubicBezTo>
                  <a:cubicBezTo>
                    <a:pt x="3557901" y="52705"/>
                    <a:pt x="3556631" y="50800"/>
                    <a:pt x="3555361" y="48895"/>
                  </a:cubicBezTo>
                  <a:cubicBezTo>
                    <a:pt x="3554091" y="46990"/>
                    <a:pt x="3552186" y="45720"/>
                    <a:pt x="3549646" y="44450"/>
                  </a:cubicBezTo>
                  <a:cubicBezTo>
                    <a:pt x="3547106" y="43180"/>
                    <a:pt x="3544566" y="43180"/>
                    <a:pt x="3541391" y="43180"/>
                  </a:cubicBezTo>
                  <a:close/>
                  <a:moveTo>
                    <a:pt x="3463285" y="43180"/>
                  </a:moveTo>
                  <a:cubicBezTo>
                    <a:pt x="3461380" y="43180"/>
                    <a:pt x="3459475" y="43180"/>
                    <a:pt x="3458205" y="43815"/>
                  </a:cubicBezTo>
                  <a:cubicBezTo>
                    <a:pt x="3456300" y="43815"/>
                    <a:pt x="3455030" y="45085"/>
                    <a:pt x="3453125" y="45720"/>
                  </a:cubicBezTo>
                  <a:cubicBezTo>
                    <a:pt x="3451855" y="46355"/>
                    <a:pt x="3449950" y="47625"/>
                    <a:pt x="3448680" y="48895"/>
                  </a:cubicBezTo>
                  <a:cubicBezTo>
                    <a:pt x="3447410" y="50165"/>
                    <a:pt x="3446140" y="51435"/>
                    <a:pt x="3445505" y="52705"/>
                  </a:cubicBezTo>
                  <a:lnTo>
                    <a:pt x="3445505" y="85725"/>
                  </a:lnTo>
                  <a:cubicBezTo>
                    <a:pt x="3445505" y="85725"/>
                    <a:pt x="3447410" y="88265"/>
                    <a:pt x="3448680" y="89535"/>
                  </a:cubicBezTo>
                  <a:cubicBezTo>
                    <a:pt x="3449950" y="90805"/>
                    <a:pt x="3451220" y="92075"/>
                    <a:pt x="3453125" y="92710"/>
                  </a:cubicBezTo>
                  <a:cubicBezTo>
                    <a:pt x="3455030" y="93980"/>
                    <a:pt x="3456300" y="94615"/>
                    <a:pt x="3458205" y="95250"/>
                  </a:cubicBezTo>
                  <a:cubicBezTo>
                    <a:pt x="3460110" y="95250"/>
                    <a:pt x="3462015" y="95885"/>
                    <a:pt x="3463920" y="95885"/>
                  </a:cubicBezTo>
                  <a:cubicBezTo>
                    <a:pt x="3469635" y="95885"/>
                    <a:pt x="3473445" y="93980"/>
                    <a:pt x="3476620" y="89535"/>
                  </a:cubicBezTo>
                  <a:cubicBezTo>
                    <a:pt x="3479795" y="85090"/>
                    <a:pt x="3481065" y="79375"/>
                    <a:pt x="3481065" y="71120"/>
                  </a:cubicBezTo>
                  <a:lnTo>
                    <a:pt x="3480430" y="71755"/>
                  </a:lnTo>
                  <a:cubicBezTo>
                    <a:pt x="3480430" y="62230"/>
                    <a:pt x="3479160" y="54610"/>
                    <a:pt x="3475985" y="50165"/>
                  </a:cubicBezTo>
                  <a:cubicBezTo>
                    <a:pt x="3472810" y="45720"/>
                    <a:pt x="3468365" y="43180"/>
                    <a:pt x="3463285" y="43180"/>
                  </a:cubicBezTo>
                  <a:close/>
                  <a:moveTo>
                    <a:pt x="3343271" y="43180"/>
                  </a:moveTo>
                  <a:cubicBezTo>
                    <a:pt x="3340731" y="43180"/>
                    <a:pt x="3338191" y="43180"/>
                    <a:pt x="3336286" y="44450"/>
                  </a:cubicBezTo>
                  <a:cubicBezTo>
                    <a:pt x="3334381" y="45085"/>
                    <a:pt x="3332476" y="46355"/>
                    <a:pt x="3331206" y="48260"/>
                  </a:cubicBezTo>
                  <a:cubicBezTo>
                    <a:pt x="3329936" y="50165"/>
                    <a:pt x="3328666" y="52070"/>
                    <a:pt x="3327396" y="54610"/>
                  </a:cubicBezTo>
                  <a:cubicBezTo>
                    <a:pt x="3326761" y="57150"/>
                    <a:pt x="3326126" y="59690"/>
                    <a:pt x="3325491" y="62865"/>
                  </a:cubicBezTo>
                  <a:lnTo>
                    <a:pt x="3361686" y="62865"/>
                  </a:lnTo>
                  <a:cubicBezTo>
                    <a:pt x="3361686" y="62865"/>
                    <a:pt x="3361051" y="57785"/>
                    <a:pt x="3360416" y="55245"/>
                  </a:cubicBezTo>
                  <a:cubicBezTo>
                    <a:pt x="3359781" y="52705"/>
                    <a:pt x="3358511" y="50800"/>
                    <a:pt x="3357241" y="48895"/>
                  </a:cubicBezTo>
                  <a:cubicBezTo>
                    <a:pt x="3355971" y="46990"/>
                    <a:pt x="3354066" y="45720"/>
                    <a:pt x="3351526" y="44450"/>
                  </a:cubicBezTo>
                  <a:cubicBezTo>
                    <a:pt x="3348986" y="43180"/>
                    <a:pt x="3346446" y="43180"/>
                    <a:pt x="3343271" y="43180"/>
                  </a:cubicBezTo>
                  <a:close/>
                  <a:moveTo>
                    <a:pt x="2976876" y="43180"/>
                  </a:moveTo>
                  <a:cubicBezTo>
                    <a:pt x="2974336" y="43180"/>
                    <a:pt x="2971796" y="43180"/>
                    <a:pt x="2969891" y="44450"/>
                  </a:cubicBezTo>
                  <a:cubicBezTo>
                    <a:pt x="2967986" y="45085"/>
                    <a:pt x="2966081" y="46355"/>
                    <a:pt x="2964811" y="48260"/>
                  </a:cubicBezTo>
                  <a:cubicBezTo>
                    <a:pt x="2963541" y="50165"/>
                    <a:pt x="2962271" y="52070"/>
                    <a:pt x="2961001" y="54610"/>
                  </a:cubicBezTo>
                  <a:cubicBezTo>
                    <a:pt x="2960366" y="57150"/>
                    <a:pt x="2959731" y="59690"/>
                    <a:pt x="2959096" y="62865"/>
                  </a:cubicBezTo>
                  <a:lnTo>
                    <a:pt x="2995291" y="62865"/>
                  </a:lnTo>
                  <a:cubicBezTo>
                    <a:pt x="2995291" y="62865"/>
                    <a:pt x="2994656" y="57785"/>
                    <a:pt x="2994021" y="55245"/>
                  </a:cubicBezTo>
                  <a:cubicBezTo>
                    <a:pt x="2993386" y="52705"/>
                    <a:pt x="2992116" y="50800"/>
                    <a:pt x="2990846" y="48895"/>
                  </a:cubicBezTo>
                  <a:cubicBezTo>
                    <a:pt x="2989576" y="46990"/>
                    <a:pt x="2987671" y="45720"/>
                    <a:pt x="2985131" y="44450"/>
                  </a:cubicBezTo>
                  <a:cubicBezTo>
                    <a:pt x="2982591" y="43180"/>
                    <a:pt x="2980051" y="43180"/>
                    <a:pt x="2976876" y="43180"/>
                  </a:cubicBezTo>
                  <a:close/>
                  <a:moveTo>
                    <a:pt x="2527930" y="43180"/>
                  </a:moveTo>
                  <a:cubicBezTo>
                    <a:pt x="2525390" y="43180"/>
                    <a:pt x="2522850" y="43180"/>
                    <a:pt x="2520945" y="44450"/>
                  </a:cubicBezTo>
                  <a:cubicBezTo>
                    <a:pt x="2519040" y="45085"/>
                    <a:pt x="2517135" y="46355"/>
                    <a:pt x="2515865" y="48260"/>
                  </a:cubicBezTo>
                  <a:cubicBezTo>
                    <a:pt x="2514595" y="50165"/>
                    <a:pt x="2513325" y="52070"/>
                    <a:pt x="2512055" y="54610"/>
                  </a:cubicBezTo>
                  <a:cubicBezTo>
                    <a:pt x="2511420" y="57150"/>
                    <a:pt x="2510150" y="59690"/>
                    <a:pt x="2510150" y="62865"/>
                  </a:cubicBezTo>
                  <a:lnTo>
                    <a:pt x="2546345" y="62865"/>
                  </a:lnTo>
                  <a:cubicBezTo>
                    <a:pt x="2546345" y="62865"/>
                    <a:pt x="2545710" y="57785"/>
                    <a:pt x="2545075" y="55245"/>
                  </a:cubicBezTo>
                  <a:cubicBezTo>
                    <a:pt x="2544440" y="52705"/>
                    <a:pt x="2543170" y="50800"/>
                    <a:pt x="2541900" y="48895"/>
                  </a:cubicBezTo>
                  <a:cubicBezTo>
                    <a:pt x="2540630" y="46990"/>
                    <a:pt x="2538725" y="45720"/>
                    <a:pt x="2536185" y="44450"/>
                  </a:cubicBezTo>
                  <a:cubicBezTo>
                    <a:pt x="2533645" y="43180"/>
                    <a:pt x="2531105" y="43180"/>
                    <a:pt x="2527930" y="43180"/>
                  </a:cubicBezTo>
                  <a:close/>
                  <a:moveTo>
                    <a:pt x="2214240" y="43180"/>
                  </a:moveTo>
                  <a:cubicBezTo>
                    <a:pt x="2211700" y="43180"/>
                    <a:pt x="2209160" y="43180"/>
                    <a:pt x="2207255" y="44450"/>
                  </a:cubicBezTo>
                  <a:cubicBezTo>
                    <a:pt x="2205350" y="45085"/>
                    <a:pt x="2203445" y="46355"/>
                    <a:pt x="2202175" y="48260"/>
                  </a:cubicBezTo>
                  <a:cubicBezTo>
                    <a:pt x="2200905" y="50165"/>
                    <a:pt x="2199635" y="52070"/>
                    <a:pt x="2198365" y="54610"/>
                  </a:cubicBezTo>
                  <a:cubicBezTo>
                    <a:pt x="2197730" y="57150"/>
                    <a:pt x="2196460" y="59690"/>
                    <a:pt x="2196460" y="62865"/>
                  </a:cubicBezTo>
                  <a:lnTo>
                    <a:pt x="2232655" y="62865"/>
                  </a:lnTo>
                  <a:cubicBezTo>
                    <a:pt x="2232655" y="62865"/>
                    <a:pt x="2232020" y="57785"/>
                    <a:pt x="2231385" y="55245"/>
                  </a:cubicBezTo>
                  <a:cubicBezTo>
                    <a:pt x="2230750" y="52705"/>
                    <a:pt x="2229480" y="50800"/>
                    <a:pt x="2228210" y="48895"/>
                  </a:cubicBezTo>
                  <a:cubicBezTo>
                    <a:pt x="2226940" y="46990"/>
                    <a:pt x="2225035" y="45720"/>
                    <a:pt x="2222495" y="44450"/>
                  </a:cubicBezTo>
                  <a:cubicBezTo>
                    <a:pt x="2219955" y="43180"/>
                    <a:pt x="2217415" y="43180"/>
                    <a:pt x="2214240" y="43180"/>
                  </a:cubicBezTo>
                  <a:close/>
                  <a:moveTo>
                    <a:pt x="2027551" y="43180"/>
                  </a:moveTo>
                  <a:cubicBezTo>
                    <a:pt x="2025011" y="43180"/>
                    <a:pt x="2022471" y="43180"/>
                    <a:pt x="2020566" y="44450"/>
                  </a:cubicBezTo>
                  <a:cubicBezTo>
                    <a:pt x="2018661" y="45085"/>
                    <a:pt x="2016756" y="46355"/>
                    <a:pt x="2015486" y="48260"/>
                  </a:cubicBezTo>
                  <a:cubicBezTo>
                    <a:pt x="2014216" y="50165"/>
                    <a:pt x="2012946" y="52070"/>
                    <a:pt x="2011676" y="54610"/>
                  </a:cubicBezTo>
                  <a:cubicBezTo>
                    <a:pt x="2011041" y="57150"/>
                    <a:pt x="2010406" y="59690"/>
                    <a:pt x="2009771" y="62865"/>
                  </a:cubicBezTo>
                  <a:lnTo>
                    <a:pt x="2045966" y="62865"/>
                  </a:lnTo>
                  <a:cubicBezTo>
                    <a:pt x="2045966" y="62865"/>
                    <a:pt x="2045331" y="57785"/>
                    <a:pt x="2044696" y="55245"/>
                  </a:cubicBezTo>
                  <a:cubicBezTo>
                    <a:pt x="2044061" y="52705"/>
                    <a:pt x="2042791" y="50800"/>
                    <a:pt x="2041521" y="48895"/>
                  </a:cubicBezTo>
                  <a:cubicBezTo>
                    <a:pt x="2040251" y="46990"/>
                    <a:pt x="2038346" y="45720"/>
                    <a:pt x="2035806" y="44450"/>
                  </a:cubicBezTo>
                  <a:cubicBezTo>
                    <a:pt x="2033266" y="43180"/>
                    <a:pt x="2030726" y="43180"/>
                    <a:pt x="2027551" y="43180"/>
                  </a:cubicBezTo>
                  <a:close/>
                  <a:moveTo>
                    <a:pt x="1949445" y="43180"/>
                  </a:moveTo>
                  <a:cubicBezTo>
                    <a:pt x="1947540" y="43180"/>
                    <a:pt x="1945635" y="43180"/>
                    <a:pt x="1944365" y="43815"/>
                  </a:cubicBezTo>
                  <a:cubicBezTo>
                    <a:pt x="1942460" y="43815"/>
                    <a:pt x="1941190" y="45085"/>
                    <a:pt x="1939285" y="45720"/>
                  </a:cubicBezTo>
                  <a:cubicBezTo>
                    <a:pt x="1938015" y="46355"/>
                    <a:pt x="1936110" y="47625"/>
                    <a:pt x="1934840" y="48895"/>
                  </a:cubicBezTo>
                  <a:cubicBezTo>
                    <a:pt x="1933570" y="50165"/>
                    <a:pt x="1932300" y="51435"/>
                    <a:pt x="1931665" y="52705"/>
                  </a:cubicBezTo>
                  <a:lnTo>
                    <a:pt x="1931665" y="85725"/>
                  </a:lnTo>
                  <a:cubicBezTo>
                    <a:pt x="1931665" y="85725"/>
                    <a:pt x="1933570" y="88265"/>
                    <a:pt x="1934840" y="89535"/>
                  </a:cubicBezTo>
                  <a:cubicBezTo>
                    <a:pt x="1936110" y="90805"/>
                    <a:pt x="1937380" y="92075"/>
                    <a:pt x="1939285" y="92710"/>
                  </a:cubicBezTo>
                  <a:cubicBezTo>
                    <a:pt x="1941190" y="93980"/>
                    <a:pt x="1942460" y="94615"/>
                    <a:pt x="1944365" y="95250"/>
                  </a:cubicBezTo>
                  <a:cubicBezTo>
                    <a:pt x="1946270" y="95250"/>
                    <a:pt x="1948175" y="95885"/>
                    <a:pt x="1950080" y="95885"/>
                  </a:cubicBezTo>
                  <a:cubicBezTo>
                    <a:pt x="1955795" y="95885"/>
                    <a:pt x="1959605" y="93980"/>
                    <a:pt x="1962780" y="89535"/>
                  </a:cubicBezTo>
                  <a:cubicBezTo>
                    <a:pt x="1965955" y="85090"/>
                    <a:pt x="1967225" y="79375"/>
                    <a:pt x="1967225" y="71120"/>
                  </a:cubicBezTo>
                  <a:lnTo>
                    <a:pt x="1966590" y="71755"/>
                  </a:lnTo>
                  <a:cubicBezTo>
                    <a:pt x="1966590" y="62230"/>
                    <a:pt x="1965320" y="54610"/>
                    <a:pt x="1962145" y="50165"/>
                  </a:cubicBezTo>
                  <a:cubicBezTo>
                    <a:pt x="1958970" y="45720"/>
                    <a:pt x="1954525" y="43180"/>
                    <a:pt x="1949445" y="43180"/>
                  </a:cubicBezTo>
                  <a:close/>
                  <a:moveTo>
                    <a:pt x="1829431" y="43180"/>
                  </a:moveTo>
                  <a:cubicBezTo>
                    <a:pt x="1826891" y="43180"/>
                    <a:pt x="1824351" y="43180"/>
                    <a:pt x="1822446" y="44450"/>
                  </a:cubicBezTo>
                  <a:cubicBezTo>
                    <a:pt x="1820541" y="45085"/>
                    <a:pt x="1818636" y="46355"/>
                    <a:pt x="1817366" y="48260"/>
                  </a:cubicBezTo>
                  <a:cubicBezTo>
                    <a:pt x="1816096" y="50165"/>
                    <a:pt x="1814826" y="52070"/>
                    <a:pt x="1813556" y="54610"/>
                  </a:cubicBezTo>
                  <a:cubicBezTo>
                    <a:pt x="1812921" y="57150"/>
                    <a:pt x="1811651" y="59690"/>
                    <a:pt x="1811651" y="62865"/>
                  </a:cubicBezTo>
                  <a:lnTo>
                    <a:pt x="1847846" y="62865"/>
                  </a:lnTo>
                  <a:cubicBezTo>
                    <a:pt x="1847846" y="62865"/>
                    <a:pt x="1847211" y="57785"/>
                    <a:pt x="1846576" y="55245"/>
                  </a:cubicBezTo>
                  <a:cubicBezTo>
                    <a:pt x="1845941" y="52705"/>
                    <a:pt x="1844671" y="50800"/>
                    <a:pt x="1843401" y="48895"/>
                  </a:cubicBezTo>
                  <a:cubicBezTo>
                    <a:pt x="1842131" y="46990"/>
                    <a:pt x="1840226" y="45720"/>
                    <a:pt x="1837686" y="44450"/>
                  </a:cubicBezTo>
                  <a:cubicBezTo>
                    <a:pt x="1835146" y="43180"/>
                    <a:pt x="1832606" y="43180"/>
                    <a:pt x="1829431" y="43180"/>
                  </a:cubicBezTo>
                  <a:close/>
                  <a:moveTo>
                    <a:pt x="1178561" y="43180"/>
                  </a:moveTo>
                  <a:cubicBezTo>
                    <a:pt x="1176021" y="43180"/>
                    <a:pt x="1173481" y="43180"/>
                    <a:pt x="1171576" y="44450"/>
                  </a:cubicBezTo>
                  <a:cubicBezTo>
                    <a:pt x="1169671" y="45085"/>
                    <a:pt x="1167766" y="46355"/>
                    <a:pt x="1166496" y="48260"/>
                  </a:cubicBezTo>
                  <a:cubicBezTo>
                    <a:pt x="1165226" y="50165"/>
                    <a:pt x="1163956" y="52070"/>
                    <a:pt x="1162686" y="54610"/>
                  </a:cubicBezTo>
                  <a:cubicBezTo>
                    <a:pt x="1162051" y="57150"/>
                    <a:pt x="1160781" y="59690"/>
                    <a:pt x="1160781" y="62865"/>
                  </a:cubicBezTo>
                  <a:lnTo>
                    <a:pt x="1196976" y="62865"/>
                  </a:lnTo>
                  <a:cubicBezTo>
                    <a:pt x="1196976" y="62865"/>
                    <a:pt x="1196341" y="57785"/>
                    <a:pt x="1195706" y="55245"/>
                  </a:cubicBezTo>
                  <a:cubicBezTo>
                    <a:pt x="1195071" y="52705"/>
                    <a:pt x="1193801" y="50800"/>
                    <a:pt x="1192531" y="48895"/>
                  </a:cubicBezTo>
                  <a:cubicBezTo>
                    <a:pt x="1191261" y="46990"/>
                    <a:pt x="1189356" y="45720"/>
                    <a:pt x="1186816" y="44450"/>
                  </a:cubicBezTo>
                  <a:cubicBezTo>
                    <a:pt x="1184276" y="43180"/>
                    <a:pt x="1181736" y="43180"/>
                    <a:pt x="1178561" y="43180"/>
                  </a:cubicBezTo>
                  <a:close/>
                  <a:moveTo>
                    <a:pt x="898525" y="43180"/>
                  </a:moveTo>
                  <a:cubicBezTo>
                    <a:pt x="895985" y="43180"/>
                    <a:pt x="893445" y="43180"/>
                    <a:pt x="891540" y="44450"/>
                  </a:cubicBezTo>
                  <a:cubicBezTo>
                    <a:pt x="889635" y="45085"/>
                    <a:pt x="887730" y="46355"/>
                    <a:pt x="886460" y="48260"/>
                  </a:cubicBezTo>
                  <a:cubicBezTo>
                    <a:pt x="885190" y="50165"/>
                    <a:pt x="883920" y="52070"/>
                    <a:pt x="882650" y="54610"/>
                  </a:cubicBezTo>
                  <a:cubicBezTo>
                    <a:pt x="882015" y="57150"/>
                    <a:pt x="881380" y="59690"/>
                    <a:pt x="880745" y="62865"/>
                  </a:cubicBezTo>
                  <a:lnTo>
                    <a:pt x="916940" y="62865"/>
                  </a:lnTo>
                  <a:cubicBezTo>
                    <a:pt x="916940" y="62865"/>
                    <a:pt x="916305" y="57785"/>
                    <a:pt x="915670" y="55245"/>
                  </a:cubicBezTo>
                  <a:cubicBezTo>
                    <a:pt x="915035" y="52705"/>
                    <a:pt x="913765" y="50800"/>
                    <a:pt x="912495" y="48895"/>
                  </a:cubicBezTo>
                  <a:cubicBezTo>
                    <a:pt x="911225" y="46990"/>
                    <a:pt x="909320" y="45720"/>
                    <a:pt x="906780" y="44450"/>
                  </a:cubicBezTo>
                  <a:cubicBezTo>
                    <a:pt x="904240" y="43180"/>
                    <a:pt x="901700" y="43180"/>
                    <a:pt x="898525" y="43180"/>
                  </a:cubicBezTo>
                  <a:close/>
                  <a:moveTo>
                    <a:pt x="584834" y="43180"/>
                  </a:moveTo>
                  <a:cubicBezTo>
                    <a:pt x="582294" y="43180"/>
                    <a:pt x="579754" y="43180"/>
                    <a:pt x="577849" y="44450"/>
                  </a:cubicBezTo>
                  <a:cubicBezTo>
                    <a:pt x="575944" y="45085"/>
                    <a:pt x="574039" y="46355"/>
                    <a:pt x="572769" y="48260"/>
                  </a:cubicBezTo>
                  <a:cubicBezTo>
                    <a:pt x="571499" y="50165"/>
                    <a:pt x="570229" y="52070"/>
                    <a:pt x="568959" y="54610"/>
                  </a:cubicBezTo>
                  <a:cubicBezTo>
                    <a:pt x="568324" y="57150"/>
                    <a:pt x="567689" y="59690"/>
                    <a:pt x="567054" y="62865"/>
                  </a:cubicBezTo>
                  <a:lnTo>
                    <a:pt x="603249" y="62865"/>
                  </a:lnTo>
                  <a:cubicBezTo>
                    <a:pt x="603249" y="62865"/>
                    <a:pt x="602614" y="57785"/>
                    <a:pt x="601979" y="55245"/>
                  </a:cubicBezTo>
                  <a:cubicBezTo>
                    <a:pt x="601344" y="52705"/>
                    <a:pt x="600074" y="50800"/>
                    <a:pt x="598804" y="48895"/>
                  </a:cubicBezTo>
                  <a:cubicBezTo>
                    <a:pt x="597534" y="46990"/>
                    <a:pt x="595629" y="45720"/>
                    <a:pt x="593089" y="44450"/>
                  </a:cubicBezTo>
                  <a:cubicBezTo>
                    <a:pt x="590549" y="43180"/>
                    <a:pt x="588009" y="43180"/>
                    <a:pt x="584834" y="43180"/>
                  </a:cubicBezTo>
                  <a:close/>
                  <a:moveTo>
                    <a:pt x="398145" y="43180"/>
                  </a:moveTo>
                  <a:cubicBezTo>
                    <a:pt x="395605" y="43180"/>
                    <a:pt x="393065" y="43180"/>
                    <a:pt x="391160" y="44450"/>
                  </a:cubicBezTo>
                  <a:cubicBezTo>
                    <a:pt x="389255" y="45085"/>
                    <a:pt x="387350" y="46355"/>
                    <a:pt x="386080" y="48260"/>
                  </a:cubicBezTo>
                  <a:cubicBezTo>
                    <a:pt x="384810" y="50165"/>
                    <a:pt x="383540" y="52070"/>
                    <a:pt x="382270" y="54610"/>
                  </a:cubicBezTo>
                  <a:cubicBezTo>
                    <a:pt x="381635" y="57150"/>
                    <a:pt x="380365" y="59690"/>
                    <a:pt x="380365" y="62865"/>
                  </a:cubicBezTo>
                  <a:lnTo>
                    <a:pt x="416560" y="62865"/>
                  </a:lnTo>
                  <a:cubicBezTo>
                    <a:pt x="416560" y="62865"/>
                    <a:pt x="415925" y="57785"/>
                    <a:pt x="415290" y="55245"/>
                  </a:cubicBezTo>
                  <a:cubicBezTo>
                    <a:pt x="414655" y="52705"/>
                    <a:pt x="413385" y="50800"/>
                    <a:pt x="412115" y="48895"/>
                  </a:cubicBezTo>
                  <a:cubicBezTo>
                    <a:pt x="410845" y="46990"/>
                    <a:pt x="408940" y="45720"/>
                    <a:pt x="406400" y="44450"/>
                  </a:cubicBezTo>
                  <a:cubicBezTo>
                    <a:pt x="403860" y="43180"/>
                    <a:pt x="401320" y="43180"/>
                    <a:pt x="398145" y="43180"/>
                  </a:cubicBezTo>
                  <a:close/>
                  <a:moveTo>
                    <a:pt x="320039" y="43180"/>
                  </a:moveTo>
                  <a:cubicBezTo>
                    <a:pt x="318134" y="43180"/>
                    <a:pt x="316229" y="43180"/>
                    <a:pt x="314959" y="43815"/>
                  </a:cubicBezTo>
                  <a:cubicBezTo>
                    <a:pt x="313054" y="43815"/>
                    <a:pt x="311784" y="45085"/>
                    <a:pt x="309879" y="45720"/>
                  </a:cubicBezTo>
                  <a:cubicBezTo>
                    <a:pt x="308609" y="46355"/>
                    <a:pt x="306704" y="47625"/>
                    <a:pt x="305434" y="48895"/>
                  </a:cubicBezTo>
                  <a:cubicBezTo>
                    <a:pt x="304164" y="50165"/>
                    <a:pt x="302894" y="51435"/>
                    <a:pt x="302259" y="52705"/>
                  </a:cubicBezTo>
                  <a:lnTo>
                    <a:pt x="302259" y="85725"/>
                  </a:lnTo>
                  <a:cubicBezTo>
                    <a:pt x="302259" y="85725"/>
                    <a:pt x="304164" y="88265"/>
                    <a:pt x="305434" y="89535"/>
                  </a:cubicBezTo>
                  <a:cubicBezTo>
                    <a:pt x="306704" y="90805"/>
                    <a:pt x="307974" y="92075"/>
                    <a:pt x="309879" y="92710"/>
                  </a:cubicBezTo>
                  <a:cubicBezTo>
                    <a:pt x="311784" y="93980"/>
                    <a:pt x="313054" y="94615"/>
                    <a:pt x="314959" y="95250"/>
                  </a:cubicBezTo>
                  <a:cubicBezTo>
                    <a:pt x="316864" y="95250"/>
                    <a:pt x="318769" y="95885"/>
                    <a:pt x="320674" y="95885"/>
                  </a:cubicBezTo>
                  <a:cubicBezTo>
                    <a:pt x="326389" y="95885"/>
                    <a:pt x="330199" y="93980"/>
                    <a:pt x="333374" y="89535"/>
                  </a:cubicBezTo>
                  <a:cubicBezTo>
                    <a:pt x="336549" y="85090"/>
                    <a:pt x="337819" y="79375"/>
                    <a:pt x="337819" y="71120"/>
                  </a:cubicBezTo>
                  <a:lnTo>
                    <a:pt x="337184" y="71755"/>
                  </a:lnTo>
                  <a:cubicBezTo>
                    <a:pt x="337184" y="62230"/>
                    <a:pt x="335914" y="54610"/>
                    <a:pt x="332739" y="50165"/>
                  </a:cubicBezTo>
                  <a:cubicBezTo>
                    <a:pt x="329564" y="45720"/>
                    <a:pt x="325119" y="43180"/>
                    <a:pt x="320039" y="43180"/>
                  </a:cubicBezTo>
                  <a:close/>
                  <a:moveTo>
                    <a:pt x="200025" y="43180"/>
                  </a:moveTo>
                  <a:cubicBezTo>
                    <a:pt x="197485" y="43180"/>
                    <a:pt x="194945" y="43180"/>
                    <a:pt x="193040" y="44450"/>
                  </a:cubicBezTo>
                  <a:cubicBezTo>
                    <a:pt x="191135" y="45085"/>
                    <a:pt x="189230" y="46355"/>
                    <a:pt x="187960" y="48260"/>
                  </a:cubicBezTo>
                  <a:cubicBezTo>
                    <a:pt x="186690" y="50165"/>
                    <a:pt x="185420" y="52070"/>
                    <a:pt x="184150" y="54610"/>
                  </a:cubicBezTo>
                  <a:cubicBezTo>
                    <a:pt x="183515" y="57150"/>
                    <a:pt x="182880" y="59690"/>
                    <a:pt x="182245" y="62865"/>
                  </a:cubicBezTo>
                  <a:lnTo>
                    <a:pt x="218440" y="62865"/>
                  </a:lnTo>
                  <a:cubicBezTo>
                    <a:pt x="218440" y="62865"/>
                    <a:pt x="217805" y="57785"/>
                    <a:pt x="217170" y="55245"/>
                  </a:cubicBezTo>
                  <a:cubicBezTo>
                    <a:pt x="216535" y="52705"/>
                    <a:pt x="215265" y="50800"/>
                    <a:pt x="213995" y="48895"/>
                  </a:cubicBezTo>
                  <a:cubicBezTo>
                    <a:pt x="212725" y="46990"/>
                    <a:pt x="210820" y="45720"/>
                    <a:pt x="208280" y="44450"/>
                  </a:cubicBezTo>
                  <a:cubicBezTo>
                    <a:pt x="205740" y="43180"/>
                    <a:pt x="203200" y="43180"/>
                    <a:pt x="200025" y="43180"/>
                  </a:cubicBezTo>
                  <a:close/>
                  <a:moveTo>
                    <a:pt x="4439281" y="43179"/>
                  </a:moveTo>
                  <a:cubicBezTo>
                    <a:pt x="4433566" y="43179"/>
                    <a:pt x="4429756" y="45084"/>
                    <a:pt x="4426581" y="49529"/>
                  </a:cubicBezTo>
                  <a:cubicBezTo>
                    <a:pt x="4423406" y="53974"/>
                    <a:pt x="4422136" y="59689"/>
                    <a:pt x="4422136" y="67944"/>
                  </a:cubicBezTo>
                  <a:cubicBezTo>
                    <a:pt x="4422136" y="73024"/>
                    <a:pt x="4422136" y="76834"/>
                    <a:pt x="4423406" y="80644"/>
                  </a:cubicBezTo>
                  <a:cubicBezTo>
                    <a:pt x="4424041" y="84454"/>
                    <a:pt x="4425311" y="86994"/>
                    <a:pt x="4426581" y="89534"/>
                  </a:cubicBezTo>
                  <a:cubicBezTo>
                    <a:pt x="4427851" y="92074"/>
                    <a:pt x="4429756" y="93344"/>
                    <a:pt x="4432296" y="94614"/>
                  </a:cubicBezTo>
                  <a:cubicBezTo>
                    <a:pt x="4434201" y="95884"/>
                    <a:pt x="4436741" y="96519"/>
                    <a:pt x="4439916" y="96519"/>
                  </a:cubicBezTo>
                  <a:cubicBezTo>
                    <a:pt x="4441821" y="96519"/>
                    <a:pt x="4443726" y="96519"/>
                    <a:pt x="4444996" y="95884"/>
                  </a:cubicBezTo>
                  <a:cubicBezTo>
                    <a:pt x="4446901" y="95884"/>
                    <a:pt x="4448171" y="94614"/>
                    <a:pt x="4450076" y="93344"/>
                  </a:cubicBezTo>
                  <a:cubicBezTo>
                    <a:pt x="4451346" y="92709"/>
                    <a:pt x="4453251" y="91439"/>
                    <a:pt x="4454521" y="90169"/>
                  </a:cubicBezTo>
                  <a:cubicBezTo>
                    <a:pt x="4455791" y="88899"/>
                    <a:pt x="4457061" y="87629"/>
                    <a:pt x="4457696" y="86359"/>
                  </a:cubicBezTo>
                  <a:lnTo>
                    <a:pt x="4457696" y="53339"/>
                  </a:lnTo>
                  <a:cubicBezTo>
                    <a:pt x="4457696" y="53339"/>
                    <a:pt x="4455791" y="50799"/>
                    <a:pt x="4454521" y="49529"/>
                  </a:cubicBezTo>
                  <a:cubicBezTo>
                    <a:pt x="4453251" y="48259"/>
                    <a:pt x="4451981" y="46989"/>
                    <a:pt x="4450076" y="46354"/>
                  </a:cubicBezTo>
                  <a:cubicBezTo>
                    <a:pt x="4448806" y="45084"/>
                    <a:pt x="4446901" y="44449"/>
                    <a:pt x="4444996" y="43814"/>
                  </a:cubicBezTo>
                  <a:cubicBezTo>
                    <a:pt x="4443091" y="43814"/>
                    <a:pt x="4441186" y="43179"/>
                    <a:pt x="4439281" y="43179"/>
                  </a:cubicBezTo>
                  <a:close/>
                  <a:moveTo>
                    <a:pt x="1014731" y="43179"/>
                  </a:moveTo>
                  <a:cubicBezTo>
                    <a:pt x="1009016" y="43179"/>
                    <a:pt x="1005206" y="45084"/>
                    <a:pt x="1002032" y="49529"/>
                  </a:cubicBezTo>
                  <a:cubicBezTo>
                    <a:pt x="998856" y="53974"/>
                    <a:pt x="997587" y="59689"/>
                    <a:pt x="997587" y="67944"/>
                  </a:cubicBezTo>
                  <a:cubicBezTo>
                    <a:pt x="997587" y="77469"/>
                    <a:pt x="998856" y="84454"/>
                    <a:pt x="1002032" y="88899"/>
                  </a:cubicBezTo>
                  <a:cubicBezTo>
                    <a:pt x="1005206" y="93979"/>
                    <a:pt x="1009016" y="95884"/>
                    <a:pt x="1015367" y="95884"/>
                  </a:cubicBezTo>
                  <a:cubicBezTo>
                    <a:pt x="1018541" y="95884"/>
                    <a:pt x="1022352" y="95249"/>
                    <a:pt x="1024891" y="93344"/>
                  </a:cubicBezTo>
                  <a:cubicBezTo>
                    <a:pt x="1028067" y="91439"/>
                    <a:pt x="1030607" y="88899"/>
                    <a:pt x="1033147" y="86359"/>
                  </a:cubicBezTo>
                  <a:lnTo>
                    <a:pt x="1033147" y="53339"/>
                  </a:lnTo>
                  <a:cubicBezTo>
                    <a:pt x="1033147" y="53339"/>
                    <a:pt x="1031242" y="50799"/>
                    <a:pt x="1029971" y="49529"/>
                  </a:cubicBezTo>
                  <a:cubicBezTo>
                    <a:pt x="1028702" y="48259"/>
                    <a:pt x="1027431" y="46989"/>
                    <a:pt x="1025526" y="46354"/>
                  </a:cubicBezTo>
                  <a:cubicBezTo>
                    <a:pt x="1023621" y="45084"/>
                    <a:pt x="1022352" y="44449"/>
                    <a:pt x="1020446" y="43814"/>
                  </a:cubicBezTo>
                  <a:cubicBezTo>
                    <a:pt x="1018541" y="43179"/>
                    <a:pt x="1016636" y="43179"/>
                    <a:pt x="1014731" y="43179"/>
                  </a:cubicBezTo>
                  <a:close/>
                  <a:moveTo>
                    <a:pt x="4524370" y="31114"/>
                  </a:moveTo>
                  <a:lnTo>
                    <a:pt x="4538975" y="31114"/>
                  </a:lnTo>
                  <a:lnTo>
                    <a:pt x="4552310" y="84454"/>
                  </a:lnTo>
                  <a:lnTo>
                    <a:pt x="4566915" y="31114"/>
                  </a:lnTo>
                  <a:lnTo>
                    <a:pt x="4579615" y="31114"/>
                  </a:lnTo>
                  <a:lnTo>
                    <a:pt x="4594220" y="84454"/>
                  </a:lnTo>
                  <a:lnTo>
                    <a:pt x="4606920" y="31114"/>
                  </a:lnTo>
                  <a:lnTo>
                    <a:pt x="4622160" y="31114"/>
                  </a:lnTo>
                  <a:lnTo>
                    <a:pt x="4600570" y="108584"/>
                  </a:lnTo>
                  <a:lnTo>
                    <a:pt x="4587235" y="108584"/>
                  </a:lnTo>
                  <a:lnTo>
                    <a:pt x="4572630" y="54609"/>
                  </a:lnTo>
                  <a:lnTo>
                    <a:pt x="4558660" y="108584"/>
                  </a:lnTo>
                  <a:lnTo>
                    <a:pt x="4545325" y="108584"/>
                  </a:lnTo>
                  <a:close/>
                  <a:moveTo>
                    <a:pt x="4123686" y="31114"/>
                  </a:moveTo>
                  <a:lnTo>
                    <a:pt x="4138926" y="31114"/>
                  </a:lnTo>
                  <a:lnTo>
                    <a:pt x="4152261" y="84454"/>
                  </a:lnTo>
                  <a:lnTo>
                    <a:pt x="4166866" y="31114"/>
                  </a:lnTo>
                  <a:lnTo>
                    <a:pt x="4178931" y="31114"/>
                  </a:lnTo>
                  <a:lnTo>
                    <a:pt x="4193536" y="84454"/>
                  </a:lnTo>
                  <a:lnTo>
                    <a:pt x="4206871" y="31114"/>
                  </a:lnTo>
                  <a:lnTo>
                    <a:pt x="4222111" y="31114"/>
                  </a:lnTo>
                  <a:lnTo>
                    <a:pt x="4200521" y="108584"/>
                  </a:lnTo>
                  <a:lnTo>
                    <a:pt x="4187186" y="108584"/>
                  </a:lnTo>
                  <a:lnTo>
                    <a:pt x="4172581" y="54609"/>
                  </a:lnTo>
                  <a:lnTo>
                    <a:pt x="4157976" y="108584"/>
                  </a:lnTo>
                  <a:lnTo>
                    <a:pt x="4145276" y="108584"/>
                  </a:lnTo>
                  <a:close/>
                  <a:moveTo>
                    <a:pt x="2837811" y="31114"/>
                  </a:moveTo>
                  <a:lnTo>
                    <a:pt x="2852416" y="31114"/>
                  </a:lnTo>
                  <a:lnTo>
                    <a:pt x="2865751" y="84454"/>
                  </a:lnTo>
                  <a:lnTo>
                    <a:pt x="2880356" y="31114"/>
                  </a:lnTo>
                  <a:lnTo>
                    <a:pt x="2893056" y="31114"/>
                  </a:lnTo>
                  <a:lnTo>
                    <a:pt x="2907661" y="84454"/>
                  </a:lnTo>
                  <a:lnTo>
                    <a:pt x="2920361" y="31114"/>
                  </a:lnTo>
                  <a:lnTo>
                    <a:pt x="2935601" y="31114"/>
                  </a:lnTo>
                  <a:lnTo>
                    <a:pt x="2914011" y="108584"/>
                  </a:lnTo>
                  <a:lnTo>
                    <a:pt x="2900676" y="108584"/>
                  </a:lnTo>
                  <a:lnTo>
                    <a:pt x="2886706" y="54609"/>
                  </a:lnTo>
                  <a:lnTo>
                    <a:pt x="2872101" y="108584"/>
                  </a:lnTo>
                  <a:lnTo>
                    <a:pt x="2858766" y="108584"/>
                  </a:lnTo>
                  <a:close/>
                  <a:moveTo>
                    <a:pt x="1354455" y="31114"/>
                  </a:moveTo>
                  <a:lnTo>
                    <a:pt x="1369695" y="31114"/>
                  </a:lnTo>
                  <a:lnTo>
                    <a:pt x="1369695" y="109219"/>
                  </a:lnTo>
                  <a:lnTo>
                    <a:pt x="1354455" y="109219"/>
                  </a:lnTo>
                  <a:close/>
                  <a:moveTo>
                    <a:pt x="2646040" y="29844"/>
                  </a:moveTo>
                  <a:cubicBezTo>
                    <a:pt x="2650485" y="29844"/>
                    <a:pt x="2654295" y="29844"/>
                    <a:pt x="2658105" y="31749"/>
                  </a:cubicBezTo>
                  <a:cubicBezTo>
                    <a:pt x="2661915" y="33019"/>
                    <a:pt x="2665090" y="34289"/>
                    <a:pt x="2667630" y="36829"/>
                  </a:cubicBezTo>
                  <a:cubicBezTo>
                    <a:pt x="2670170" y="38734"/>
                    <a:pt x="2672075" y="41909"/>
                    <a:pt x="2673345" y="45084"/>
                  </a:cubicBezTo>
                  <a:cubicBezTo>
                    <a:pt x="2674615" y="48259"/>
                    <a:pt x="2675250" y="52069"/>
                    <a:pt x="2675250" y="56514"/>
                  </a:cubicBezTo>
                  <a:lnTo>
                    <a:pt x="2675250" y="109854"/>
                  </a:lnTo>
                  <a:lnTo>
                    <a:pt x="2660010" y="109854"/>
                  </a:lnTo>
                  <a:lnTo>
                    <a:pt x="2660010" y="108584"/>
                  </a:lnTo>
                  <a:lnTo>
                    <a:pt x="2660010" y="100964"/>
                  </a:lnTo>
                  <a:cubicBezTo>
                    <a:pt x="2660010" y="100964"/>
                    <a:pt x="2656200" y="104139"/>
                    <a:pt x="2654930" y="104774"/>
                  </a:cubicBezTo>
                  <a:cubicBezTo>
                    <a:pt x="2653660" y="105409"/>
                    <a:pt x="2652390" y="106679"/>
                    <a:pt x="2651120" y="107314"/>
                  </a:cubicBezTo>
                  <a:cubicBezTo>
                    <a:pt x="2649850" y="107949"/>
                    <a:pt x="2647945" y="108584"/>
                    <a:pt x="2646040" y="109219"/>
                  </a:cubicBezTo>
                  <a:cubicBezTo>
                    <a:pt x="2644135" y="109219"/>
                    <a:pt x="2641595" y="109854"/>
                    <a:pt x="2639055" y="109854"/>
                  </a:cubicBezTo>
                  <a:cubicBezTo>
                    <a:pt x="2635880" y="109854"/>
                    <a:pt x="2632705" y="109854"/>
                    <a:pt x="2629530" y="108584"/>
                  </a:cubicBezTo>
                  <a:cubicBezTo>
                    <a:pt x="2626355" y="107949"/>
                    <a:pt x="2623180" y="106044"/>
                    <a:pt x="2620640" y="104139"/>
                  </a:cubicBezTo>
                  <a:cubicBezTo>
                    <a:pt x="2618100" y="102234"/>
                    <a:pt x="2616195" y="99059"/>
                    <a:pt x="2614290" y="95884"/>
                  </a:cubicBezTo>
                  <a:cubicBezTo>
                    <a:pt x="2612385" y="92709"/>
                    <a:pt x="2611750" y="88264"/>
                    <a:pt x="2611750" y="83819"/>
                  </a:cubicBezTo>
                  <a:cubicBezTo>
                    <a:pt x="2611750" y="79374"/>
                    <a:pt x="2612385" y="75564"/>
                    <a:pt x="2614290" y="72389"/>
                  </a:cubicBezTo>
                  <a:cubicBezTo>
                    <a:pt x="2615560" y="69214"/>
                    <a:pt x="2618100" y="66674"/>
                    <a:pt x="2620640" y="64769"/>
                  </a:cubicBezTo>
                  <a:cubicBezTo>
                    <a:pt x="2623180" y="62864"/>
                    <a:pt x="2626990" y="60959"/>
                    <a:pt x="2630800" y="60324"/>
                  </a:cubicBezTo>
                  <a:cubicBezTo>
                    <a:pt x="2634610" y="59054"/>
                    <a:pt x="2638420" y="59054"/>
                    <a:pt x="2642865" y="59054"/>
                  </a:cubicBezTo>
                  <a:cubicBezTo>
                    <a:pt x="2646675" y="59054"/>
                    <a:pt x="2650485" y="59054"/>
                    <a:pt x="2653025" y="59689"/>
                  </a:cubicBezTo>
                  <a:cubicBezTo>
                    <a:pt x="2655565" y="59689"/>
                    <a:pt x="2658105" y="60959"/>
                    <a:pt x="2660010" y="61594"/>
                  </a:cubicBezTo>
                  <a:lnTo>
                    <a:pt x="2660010" y="55879"/>
                  </a:lnTo>
                  <a:cubicBezTo>
                    <a:pt x="2660010" y="51434"/>
                    <a:pt x="2658740" y="48259"/>
                    <a:pt x="2656200" y="46354"/>
                  </a:cubicBezTo>
                  <a:cubicBezTo>
                    <a:pt x="2653660" y="43814"/>
                    <a:pt x="2649850" y="43179"/>
                    <a:pt x="2645405" y="43179"/>
                  </a:cubicBezTo>
                  <a:cubicBezTo>
                    <a:pt x="2641595" y="43179"/>
                    <a:pt x="2637785" y="43179"/>
                    <a:pt x="2634610" y="44449"/>
                  </a:cubicBezTo>
                  <a:cubicBezTo>
                    <a:pt x="2631435" y="45084"/>
                    <a:pt x="2628260" y="46354"/>
                    <a:pt x="2625085" y="48259"/>
                  </a:cubicBezTo>
                  <a:lnTo>
                    <a:pt x="2619370" y="36829"/>
                  </a:lnTo>
                  <a:cubicBezTo>
                    <a:pt x="2623180" y="34289"/>
                    <a:pt x="2626990" y="33019"/>
                    <a:pt x="2631435" y="31749"/>
                  </a:cubicBezTo>
                  <a:cubicBezTo>
                    <a:pt x="2635880" y="30479"/>
                    <a:pt x="2640325" y="29844"/>
                    <a:pt x="2646040" y="29844"/>
                  </a:cubicBezTo>
                  <a:close/>
                  <a:moveTo>
                    <a:pt x="1114426" y="29844"/>
                  </a:moveTo>
                  <a:lnTo>
                    <a:pt x="1129666" y="29844"/>
                  </a:lnTo>
                  <a:lnTo>
                    <a:pt x="1129666" y="107949"/>
                  </a:lnTo>
                  <a:lnTo>
                    <a:pt x="1114426" y="107949"/>
                  </a:lnTo>
                  <a:lnTo>
                    <a:pt x="1114426" y="100964"/>
                  </a:lnTo>
                  <a:cubicBezTo>
                    <a:pt x="1114426" y="100964"/>
                    <a:pt x="1109981" y="106044"/>
                    <a:pt x="1106171" y="107314"/>
                  </a:cubicBezTo>
                  <a:cubicBezTo>
                    <a:pt x="1102996" y="109219"/>
                    <a:pt x="1098551" y="109854"/>
                    <a:pt x="1094741" y="109854"/>
                  </a:cubicBezTo>
                  <a:cubicBezTo>
                    <a:pt x="1085851" y="109854"/>
                    <a:pt x="1078866" y="106679"/>
                    <a:pt x="1073786" y="100964"/>
                  </a:cubicBezTo>
                  <a:cubicBezTo>
                    <a:pt x="1069341" y="95249"/>
                    <a:pt x="1066800" y="86359"/>
                    <a:pt x="1066800" y="74929"/>
                  </a:cubicBezTo>
                  <a:lnTo>
                    <a:pt x="1066800" y="30479"/>
                  </a:lnTo>
                  <a:lnTo>
                    <a:pt x="1082040" y="30479"/>
                  </a:lnTo>
                  <a:lnTo>
                    <a:pt x="1082040" y="74294"/>
                  </a:lnTo>
                  <a:cubicBezTo>
                    <a:pt x="1082040" y="81279"/>
                    <a:pt x="1083311" y="86994"/>
                    <a:pt x="1085851" y="90169"/>
                  </a:cubicBezTo>
                  <a:cubicBezTo>
                    <a:pt x="1088390" y="93979"/>
                    <a:pt x="1092201" y="95249"/>
                    <a:pt x="1097916" y="95249"/>
                  </a:cubicBezTo>
                  <a:cubicBezTo>
                    <a:pt x="1102996" y="95249"/>
                    <a:pt x="1106806" y="93344"/>
                    <a:pt x="1109981" y="90169"/>
                  </a:cubicBezTo>
                  <a:cubicBezTo>
                    <a:pt x="1112521" y="86994"/>
                    <a:pt x="1114426" y="81914"/>
                    <a:pt x="1114426" y="75564"/>
                  </a:cubicBezTo>
                  <a:close/>
                  <a:moveTo>
                    <a:pt x="1011556" y="29844"/>
                  </a:moveTo>
                  <a:cubicBezTo>
                    <a:pt x="1013461" y="29844"/>
                    <a:pt x="1015367" y="29844"/>
                    <a:pt x="1017272" y="30479"/>
                  </a:cubicBezTo>
                  <a:cubicBezTo>
                    <a:pt x="1019176" y="30479"/>
                    <a:pt x="1021081" y="31749"/>
                    <a:pt x="1022352" y="32384"/>
                  </a:cubicBezTo>
                  <a:cubicBezTo>
                    <a:pt x="1024257" y="33019"/>
                    <a:pt x="1025526" y="34289"/>
                    <a:pt x="1026797" y="35559"/>
                  </a:cubicBezTo>
                  <a:cubicBezTo>
                    <a:pt x="1028067" y="36829"/>
                    <a:pt x="1029336" y="37464"/>
                    <a:pt x="1030607" y="38734"/>
                  </a:cubicBezTo>
                  <a:lnTo>
                    <a:pt x="1030607" y="31749"/>
                  </a:lnTo>
                  <a:lnTo>
                    <a:pt x="1045847" y="31749"/>
                  </a:lnTo>
                  <a:lnTo>
                    <a:pt x="1045847" y="130809"/>
                  </a:lnTo>
                  <a:lnTo>
                    <a:pt x="1032512" y="137477"/>
                  </a:lnTo>
                  <a:lnTo>
                    <a:pt x="1032512" y="101599"/>
                  </a:lnTo>
                  <a:cubicBezTo>
                    <a:pt x="1032512" y="101599"/>
                    <a:pt x="1026797" y="106679"/>
                    <a:pt x="1022986" y="107949"/>
                  </a:cubicBezTo>
                  <a:cubicBezTo>
                    <a:pt x="1019812" y="109854"/>
                    <a:pt x="1016001" y="110489"/>
                    <a:pt x="1011556" y="110489"/>
                  </a:cubicBezTo>
                  <a:cubicBezTo>
                    <a:pt x="1007111" y="110489"/>
                    <a:pt x="1003301" y="109854"/>
                    <a:pt x="999491" y="107949"/>
                  </a:cubicBezTo>
                  <a:cubicBezTo>
                    <a:pt x="995681" y="106679"/>
                    <a:pt x="992506" y="104139"/>
                    <a:pt x="989966" y="100329"/>
                  </a:cubicBezTo>
                  <a:cubicBezTo>
                    <a:pt x="987426" y="97154"/>
                    <a:pt x="984886" y="92709"/>
                    <a:pt x="983616" y="87629"/>
                  </a:cubicBezTo>
                  <a:cubicBezTo>
                    <a:pt x="982346" y="82549"/>
                    <a:pt x="981076" y="76199"/>
                    <a:pt x="981076" y="68579"/>
                  </a:cubicBezTo>
                  <a:cubicBezTo>
                    <a:pt x="981076" y="61594"/>
                    <a:pt x="981711" y="55879"/>
                    <a:pt x="983616" y="51434"/>
                  </a:cubicBezTo>
                  <a:cubicBezTo>
                    <a:pt x="985521" y="46354"/>
                    <a:pt x="987426" y="42544"/>
                    <a:pt x="990601" y="39369"/>
                  </a:cubicBezTo>
                  <a:cubicBezTo>
                    <a:pt x="993142" y="36194"/>
                    <a:pt x="996951" y="33654"/>
                    <a:pt x="1000126" y="32384"/>
                  </a:cubicBezTo>
                  <a:cubicBezTo>
                    <a:pt x="1003937" y="31114"/>
                    <a:pt x="1007746" y="29844"/>
                    <a:pt x="1011556" y="29844"/>
                  </a:cubicBezTo>
                  <a:close/>
                  <a:moveTo>
                    <a:pt x="4871716" y="29210"/>
                  </a:moveTo>
                  <a:cubicBezTo>
                    <a:pt x="4876796" y="29210"/>
                    <a:pt x="4881241" y="29845"/>
                    <a:pt x="4885686" y="31750"/>
                  </a:cubicBezTo>
                  <a:cubicBezTo>
                    <a:pt x="4890131" y="33655"/>
                    <a:pt x="4894576" y="35560"/>
                    <a:pt x="4897751" y="38100"/>
                  </a:cubicBezTo>
                  <a:lnTo>
                    <a:pt x="4899021" y="38100"/>
                  </a:lnTo>
                  <a:lnTo>
                    <a:pt x="4892036" y="50165"/>
                  </a:lnTo>
                  <a:cubicBezTo>
                    <a:pt x="4888861" y="47625"/>
                    <a:pt x="4885686" y="46355"/>
                    <a:pt x="4882511" y="45085"/>
                  </a:cubicBezTo>
                  <a:cubicBezTo>
                    <a:pt x="4879336" y="43815"/>
                    <a:pt x="4875526" y="43180"/>
                    <a:pt x="4872351" y="43180"/>
                  </a:cubicBezTo>
                  <a:cubicBezTo>
                    <a:pt x="4869176" y="43180"/>
                    <a:pt x="4866001" y="43815"/>
                    <a:pt x="4864096" y="45085"/>
                  </a:cubicBezTo>
                  <a:cubicBezTo>
                    <a:pt x="4862191" y="46355"/>
                    <a:pt x="4861556" y="48260"/>
                    <a:pt x="4861556" y="50165"/>
                  </a:cubicBezTo>
                  <a:cubicBezTo>
                    <a:pt x="4861556" y="51435"/>
                    <a:pt x="4861556" y="52070"/>
                    <a:pt x="4861556" y="52705"/>
                  </a:cubicBezTo>
                  <a:cubicBezTo>
                    <a:pt x="4861556" y="53340"/>
                    <a:pt x="4862826" y="54610"/>
                    <a:pt x="4863461" y="55245"/>
                  </a:cubicBezTo>
                  <a:cubicBezTo>
                    <a:pt x="4864731" y="55880"/>
                    <a:pt x="4866001" y="57150"/>
                    <a:pt x="4867906" y="57785"/>
                  </a:cubicBezTo>
                  <a:cubicBezTo>
                    <a:pt x="4869811" y="59055"/>
                    <a:pt x="4872351" y="59690"/>
                    <a:pt x="4874891" y="60960"/>
                  </a:cubicBezTo>
                  <a:cubicBezTo>
                    <a:pt x="4879336" y="62865"/>
                    <a:pt x="4883146" y="64135"/>
                    <a:pt x="4886321" y="66040"/>
                  </a:cubicBezTo>
                  <a:cubicBezTo>
                    <a:pt x="4889496" y="67310"/>
                    <a:pt x="4892036" y="69215"/>
                    <a:pt x="4894576" y="71120"/>
                  </a:cubicBezTo>
                  <a:cubicBezTo>
                    <a:pt x="4896481" y="73025"/>
                    <a:pt x="4898386" y="75565"/>
                    <a:pt x="4899656" y="78105"/>
                  </a:cubicBezTo>
                  <a:cubicBezTo>
                    <a:pt x="4900926" y="80645"/>
                    <a:pt x="4901561" y="83820"/>
                    <a:pt x="4901561" y="87630"/>
                  </a:cubicBezTo>
                  <a:cubicBezTo>
                    <a:pt x="4901561" y="92075"/>
                    <a:pt x="4900926" y="95250"/>
                    <a:pt x="4899021" y="98425"/>
                  </a:cubicBezTo>
                  <a:cubicBezTo>
                    <a:pt x="4897116" y="101600"/>
                    <a:pt x="4895211" y="103505"/>
                    <a:pt x="4892671" y="105410"/>
                  </a:cubicBezTo>
                  <a:cubicBezTo>
                    <a:pt x="4890131" y="107315"/>
                    <a:pt x="4886956" y="108585"/>
                    <a:pt x="4883146" y="109220"/>
                  </a:cubicBezTo>
                  <a:cubicBezTo>
                    <a:pt x="4879336" y="109855"/>
                    <a:pt x="4876161" y="110490"/>
                    <a:pt x="4872351" y="110490"/>
                  </a:cubicBezTo>
                  <a:cubicBezTo>
                    <a:pt x="4867271" y="110490"/>
                    <a:pt x="4862191" y="109855"/>
                    <a:pt x="4857111" y="107950"/>
                  </a:cubicBezTo>
                  <a:cubicBezTo>
                    <a:pt x="4851396" y="106045"/>
                    <a:pt x="4846951" y="103505"/>
                    <a:pt x="4842506" y="100965"/>
                  </a:cubicBezTo>
                  <a:lnTo>
                    <a:pt x="4849491" y="89535"/>
                  </a:lnTo>
                  <a:cubicBezTo>
                    <a:pt x="4853301" y="92075"/>
                    <a:pt x="4857111" y="93980"/>
                    <a:pt x="4860921" y="95250"/>
                  </a:cubicBezTo>
                  <a:cubicBezTo>
                    <a:pt x="4864731" y="96520"/>
                    <a:pt x="4868541" y="97155"/>
                    <a:pt x="4872351" y="97155"/>
                  </a:cubicBezTo>
                  <a:cubicBezTo>
                    <a:pt x="4877431" y="97155"/>
                    <a:pt x="4880606" y="96520"/>
                    <a:pt x="4883146" y="94615"/>
                  </a:cubicBezTo>
                  <a:cubicBezTo>
                    <a:pt x="4885686" y="93345"/>
                    <a:pt x="4886321" y="90805"/>
                    <a:pt x="4886321" y="88265"/>
                  </a:cubicBezTo>
                  <a:cubicBezTo>
                    <a:pt x="4886321" y="86995"/>
                    <a:pt x="4886321" y="85725"/>
                    <a:pt x="4885051" y="84455"/>
                  </a:cubicBezTo>
                  <a:cubicBezTo>
                    <a:pt x="4884416" y="83185"/>
                    <a:pt x="4883146" y="82550"/>
                    <a:pt x="4881241" y="81280"/>
                  </a:cubicBezTo>
                  <a:cubicBezTo>
                    <a:pt x="4879971" y="80010"/>
                    <a:pt x="4878066" y="79375"/>
                    <a:pt x="4875526" y="78105"/>
                  </a:cubicBezTo>
                  <a:cubicBezTo>
                    <a:pt x="4872986" y="77470"/>
                    <a:pt x="4871081" y="76200"/>
                    <a:pt x="4867906" y="74930"/>
                  </a:cubicBezTo>
                  <a:cubicBezTo>
                    <a:pt x="4863461" y="73025"/>
                    <a:pt x="4860286" y="71755"/>
                    <a:pt x="4857111" y="69850"/>
                  </a:cubicBezTo>
                  <a:cubicBezTo>
                    <a:pt x="4853936" y="67945"/>
                    <a:pt x="4852031" y="66675"/>
                    <a:pt x="4850126" y="64770"/>
                  </a:cubicBezTo>
                  <a:cubicBezTo>
                    <a:pt x="4848221" y="62865"/>
                    <a:pt x="4846951" y="60960"/>
                    <a:pt x="4846316" y="58420"/>
                  </a:cubicBezTo>
                  <a:cubicBezTo>
                    <a:pt x="4845681" y="55880"/>
                    <a:pt x="4845046" y="53340"/>
                    <a:pt x="4845046" y="50165"/>
                  </a:cubicBezTo>
                  <a:cubicBezTo>
                    <a:pt x="4845046" y="46990"/>
                    <a:pt x="4845681" y="43815"/>
                    <a:pt x="4846951" y="40640"/>
                  </a:cubicBezTo>
                  <a:cubicBezTo>
                    <a:pt x="4848221" y="38100"/>
                    <a:pt x="4850126" y="35560"/>
                    <a:pt x="4852666" y="34290"/>
                  </a:cubicBezTo>
                  <a:cubicBezTo>
                    <a:pt x="4855206" y="32385"/>
                    <a:pt x="4857746" y="31115"/>
                    <a:pt x="4860921" y="30480"/>
                  </a:cubicBezTo>
                  <a:cubicBezTo>
                    <a:pt x="4864096" y="29845"/>
                    <a:pt x="4867906" y="29210"/>
                    <a:pt x="4871716" y="29210"/>
                  </a:cubicBezTo>
                  <a:close/>
                  <a:moveTo>
                    <a:pt x="4749796" y="29210"/>
                  </a:moveTo>
                  <a:cubicBezTo>
                    <a:pt x="4752971" y="29210"/>
                    <a:pt x="4755511" y="29210"/>
                    <a:pt x="4757416" y="29845"/>
                  </a:cubicBezTo>
                  <a:cubicBezTo>
                    <a:pt x="4759321" y="30480"/>
                    <a:pt x="4761226" y="31115"/>
                    <a:pt x="4763131" y="32385"/>
                  </a:cubicBezTo>
                  <a:lnTo>
                    <a:pt x="4759321" y="46990"/>
                  </a:lnTo>
                  <a:lnTo>
                    <a:pt x="4758051" y="46990"/>
                  </a:lnTo>
                  <a:cubicBezTo>
                    <a:pt x="4758051" y="46990"/>
                    <a:pt x="4754876" y="45085"/>
                    <a:pt x="4752971" y="45085"/>
                  </a:cubicBezTo>
                  <a:cubicBezTo>
                    <a:pt x="4751066" y="45085"/>
                    <a:pt x="4749161" y="44450"/>
                    <a:pt x="4746621" y="44450"/>
                  </a:cubicBezTo>
                  <a:cubicBezTo>
                    <a:pt x="4741541" y="44450"/>
                    <a:pt x="4737731" y="46355"/>
                    <a:pt x="4735191" y="49530"/>
                  </a:cubicBezTo>
                  <a:cubicBezTo>
                    <a:pt x="4732651" y="52705"/>
                    <a:pt x="4731381" y="57785"/>
                    <a:pt x="4731381" y="64770"/>
                  </a:cubicBezTo>
                  <a:lnTo>
                    <a:pt x="4731381" y="109220"/>
                  </a:lnTo>
                  <a:lnTo>
                    <a:pt x="4716141" y="109220"/>
                  </a:lnTo>
                  <a:lnTo>
                    <a:pt x="4716141" y="31115"/>
                  </a:lnTo>
                  <a:lnTo>
                    <a:pt x="4731381" y="31115"/>
                  </a:lnTo>
                  <a:lnTo>
                    <a:pt x="4731381" y="38735"/>
                  </a:lnTo>
                  <a:cubicBezTo>
                    <a:pt x="4731381" y="38735"/>
                    <a:pt x="4733286" y="36195"/>
                    <a:pt x="4734556" y="34925"/>
                  </a:cubicBezTo>
                  <a:cubicBezTo>
                    <a:pt x="4735826" y="33655"/>
                    <a:pt x="4737096" y="33020"/>
                    <a:pt x="4739001" y="31750"/>
                  </a:cubicBezTo>
                  <a:cubicBezTo>
                    <a:pt x="4740271" y="31115"/>
                    <a:pt x="4742176" y="30480"/>
                    <a:pt x="4744081" y="29845"/>
                  </a:cubicBezTo>
                  <a:cubicBezTo>
                    <a:pt x="4745986" y="29845"/>
                    <a:pt x="4747891" y="29210"/>
                    <a:pt x="4749796" y="29210"/>
                  </a:cubicBezTo>
                  <a:close/>
                  <a:moveTo>
                    <a:pt x="4349110" y="29210"/>
                  </a:moveTo>
                  <a:cubicBezTo>
                    <a:pt x="4352285" y="29210"/>
                    <a:pt x="4354825" y="29210"/>
                    <a:pt x="4356730" y="29845"/>
                  </a:cubicBezTo>
                  <a:cubicBezTo>
                    <a:pt x="4358635" y="29845"/>
                    <a:pt x="4360540" y="31115"/>
                    <a:pt x="4362445" y="32385"/>
                  </a:cubicBezTo>
                  <a:lnTo>
                    <a:pt x="4358635" y="46990"/>
                  </a:lnTo>
                  <a:lnTo>
                    <a:pt x="4357365" y="46990"/>
                  </a:lnTo>
                  <a:cubicBezTo>
                    <a:pt x="4357365" y="46990"/>
                    <a:pt x="4354190" y="45085"/>
                    <a:pt x="4352285" y="45085"/>
                  </a:cubicBezTo>
                  <a:cubicBezTo>
                    <a:pt x="4350380" y="45085"/>
                    <a:pt x="4348475" y="44450"/>
                    <a:pt x="4345935" y="44450"/>
                  </a:cubicBezTo>
                  <a:cubicBezTo>
                    <a:pt x="4340855" y="44450"/>
                    <a:pt x="4337045" y="46355"/>
                    <a:pt x="4334505" y="49530"/>
                  </a:cubicBezTo>
                  <a:cubicBezTo>
                    <a:pt x="4331965" y="52705"/>
                    <a:pt x="4330695" y="57785"/>
                    <a:pt x="4330695" y="64770"/>
                  </a:cubicBezTo>
                  <a:lnTo>
                    <a:pt x="4330695" y="109220"/>
                  </a:lnTo>
                  <a:lnTo>
                    <a:pt x="4315455" y="109220"/>
                  </a:lnTo>
                  <a:lnTo>
                    <a:pt x="4315455" y="31115"/>
                  </a:lnTo>
                  <a:lnTo>
                    <a:pt x="4330695" y="31115"/>
                  </a:lnTo>
                  <a:lnTo>
                    <a:pt x="4330695" y="38735"/>
                  </a:lnTo>
                  <a:cubicBezTo>
                    <a:pt x="4330695" y="38735"/>
                    <a:pt x="4332600" y="36195"/>
                    <a:pt x="4333870" y="34925"/>
                  </a:cubicBezTo>
                  <a:cubicBezTo>
                    <a:pt x="4335140" y="33655"/>
                    <a:pt x="4336410" y="33020"/>
                    <a:pt x="4338315" y="31750"/>
                  </a:cubicBezTo>
                  <a:cubicBezTo>
                    <a:pt x="4339585" y="31115"/>
                    <a:pt x="4341490" y="30480"/>
                    <a:pt x="4343395" y="29845"/>
                  </a:cubicBezTo>
                  <a:cubicBezTo>
                    <a:pt x="4345300" y="29845"/>
                    <a:pt x="4347205" y="29210"/>
                    <a:pt x="4349110" y="29210"/>
                  </a:cubicBezTo>
                  <a:close/>
                  <a:moveTo>
                    <a:pt x="4044310" y="29210"/>
                  </a:moveTo>
                  <a:cubicBezTo>
                    <a:pt x="4050025" y="29210"/>
                    <a:pt x="4054470" y="30480"/>
                    <a:pt x="4058915" y="32385"/>
                  </a:cubicBezTo>
                  <a:cubicBezTo>
                    <a:pt x="4062725" y="34290"/>
                    <a:pt x="4066535" y="37465"/>
                    <a:pt x="4069075" y="40640"/>
                  </a:cubicBezTo>
                  <a:cubicBezTo>
                    <a:pt x="4071615" y="44450"/>
                    <a:pt x="4073520" y="48260"/>
                    <a:pt x="4075425" y="53340"/>
                  </a:cubicBezTo>
                  <a:cubicBezTo>
                    <a:pt x="4076695" y="57785"/>
                    <a:pt x="4077330" y="62865"/>
                    <a:pt x="4077330" y="68580"/>
                  </a:cubicBezTo>
                  <a:lnTo>
                    <a:pt x="4076060" y="68580"/>
                  </a:lnTo>
                  <a:cubicBezTo>
                    <a:pt x="4076060" y="68580"/>
                    <a:pt x="4076060" y="71120"/>
                    <a:pt x="4076060" y="72390"/>
                  </a:cubicBezTo>
                  <a:cubicBezTo>
                    <a:pt x="4076060" y="73660"/>
                    <a:pt x="4076060" y="74295"/>
                    <a:pt x="4076060" y="75565"/>
                  </a:cubicBezTo>
                  <a:lnTo>
                    <a:pt x="4024625" y="75565"/>
                  </a:lnTo>
                  <a:cubicBezTo>
                    <a:pt x="4024625" y="79375"/>
                    <a:pt x="4025895" y="82550"/>
                    <a:pt x="4027165" y="85090"/>
                  </a:cubicBezTo>
                  <a:cubicBezTo>
                    <a:pt x="4028435" y="87630"/>
                    <a:pt x="4029705" y="90170"/>
                    <a:pt x="4031610" y="91440"/>
                  </a:cubicBezTo>
                  <a:cubicBezTo>
                    <a:pt x="4033515" y="93345"/>
                    <a:pt x="4035420" y="94615"/>
                    <a:pt x="4037325" y="95250"/>
                  </a:cubicBezTo>
                  <a:cubicBezTo>
                    <a:pt x="4039230" y="95885"/>
                    <a:pt x="4041770" y="96520"/>
                    <a:pt x="4044310" y="96520"/>
                  </a:cubicBezTo>
                  <a:cubicBezTo>
                    <a:pt x="4046215" y="96520"/>
                    <a:pt x="4047485" y="96520"/>
                    <a:pt x="4049390" y="96520"/>
                  </a:cubicBezTo>
                  <a:cubicBezTo>
                    <a:pt x="4050660" y="96520"/>
                    <a:pt x="4052565" y="95885"/>
                    <a:pt x="4053835" y="95250"/>
                  </a:cubicBezTo>
                  <a:cubicBezTo>
                    <a:pt x="4055105" y="95250"/>
                    <a:pt x="4056375" y="93980"/>
                    <a:pt x="4057645" y="93345"/>
                  </a:cubicBezTo>
                  <a:cubicBezTo>
                    <a:pt x="4058915" y="93345"/>
                    <a:pt x="4060185" y="92075"/>
                    <a:pt x="4062090" y="90805"/>
                  </a:cubicBezTo>
                  <a:lnTo>
                    <a:pt x="4070980" y="100330"/>
                  </a:lnTo>
                  <a:cubicBezTo>
                    <a:pt x="4070980" y="100330"/>
                    <a:pt x="4067170" y="103505"/>
                    <a:pt x="4065265" y="104775"/>
                  </a:cubicBezTo>
                  <a:cubicBezTo>
                    <a:pt x="4063360" y="106045"/>
                    <a:pt x="4061455" y="106680"/>
                    <a:pt x="4059550" y="107950"/>
                  </a:cubicBezTo>
                  <a:cubicBezTo>
                    <a:pt x="4057645" y="108585"/>
                    <a:pt x="4055105" y="109855"/>
                    <a:pt x="4052565" y="109855"/>
                  </a:cubicBezTo>
                  <a:cubicBezTo>
                    <a:pt x="4050025" y="109855"/>
                    <a:pt x="4046850" y="110490"/>
                    <a:pt x="4043675" y="110490"/>
                  </a:cubicBezTo>
                  <a:cubicBezTo>
                    <a:pt x="4040500" y="110490"/>
                    <a:pt x="4037325" y="110490"/>
                    <a:pt x="4034150" y="109220"/>
                  </a:cubicBezTo>
                  <a:cubicBezTo>
                    <a:pt x="4030975" y="108585"/>
                    <a:pt x="4028435" y="107315"/>
                    <a:pt x="4026530" y="105410"/>
                  </a:cubicBezTo>
                  <a:cubicBezTo>
                    <a:pt x="4023990" y="104140"/>
                    <a:pt x="4022085" y="102235"/>
                    <a:pt x="4020180" y="100330"/>
                  </a:cubicBezTo>
                  <a:cubicBezTo>
                    <a:pt x="4018275" y="98425"/>
                    <a:pt x="4016370" y="95885"/>
                    <a:pt x="4015100" y="92710"/>
                  </a:cubicBezTo>
                  <a:cubicBezTo>
                    <a:pt x="4013195" y="89535"/>
                    <a:pt x="4011925" y="86360"/>
                    <a:pt x="4011290" y="82550"/>
                  </a:cubicBezTo>
                  <a:cubicBezTo>
                    <a:pt x="4010655" y="78740"/>
                    <a:pt x="4010020" y="74295"/>
                    <a:pt x="4010020" y="69850"/>
                  </a:cubicBezTo>
                  <a:cubicBezTo>
                    <a:pt x="4010020" y="63500"/>
                    <a:pt x="4010655" y="57150"/>
                    <a:pt x="4012560" y="52070"/>
                  </a:cubicBezTo>
                  <a:cubicBezTo>
                    <a:pt x="4014465" y="46990"/>
                    <a:pt x="4016370" y="42545"/>
                    <a:pt x="4019545" y="39370"/>
                  </a:cubicBezTo>
                  <a:cubicBezTo>
                    <a:pt x="4022720" y="36195"/>
                    <a:pt x="4025895" y="33020"/>
                    <a:pt x="4030340" y="31750"/>
                  </a:cubicBezTo>
                  <a:cubicBezTo>
                    <a:pt x="4034785" y="29845"/>
                    <a:pt x="4039230" y="29210"/>
                    <a:pt x="4044310" y="29210"/>
                  </a:cubicBezTo>
                  <a:close/>
                  <a:moveTo>
                    <a:pt x="3811900" y="29210"/>
                  </a:moveTo>
                  <a:cubicBezTo>
                    <a:pt x="3815075" y="29210"/>
                    <a:pt x="3817615" y="29210"/>
                    <a:pt x="3819520" y="29845"/>
                  </a:cubicBezTo>
                  <a:cubicBezTo>
                    <a:pt x="3821425" y="29845"/>
                    <a:pt x="3823330" y="31115"/>
                    <a:pt x="3825235" y="32385"/>
                  </a:cubicBezTo>
                  <a:lnTo>
                    <a:pt x="3821425" y="46990"/>
                  </a:lnTo>
                  <a:lnTo>
                    <a:pt x="3820155" y="46990"/>
                  </a:lnTo>
                  <a:cubicBezTo>
                    <a:pt x="3820155" y="46990"/>
                    <a:pt x="3816980" y="45085"/>
                    <a:pt x="3815075" y="45085"/>
                  </a:cubicBezTo>
                  <a:cubicBezTo>
                    <a:pt x="3813170" y="45085"/>
                    <a:pt x="3811265" y="44450"/>
                    <a:pt x="3808725" y="44450"/>
                  </a:cubicBezTo>
                  <a:cubicBezTo>
                    <a:pt x="3803645" y="44450"/>
                    <a:pt x="3799835" y="46355"/>
                    <a:pt x="3797295" y="49530"/>
                  </a:cubicBezTo>
                  <a:cubicBezTo>
                    <a:pt x="3794755" y="52705"/>
                    <a:pt x="3793485" y="57785"/>
                    <a:pt x="3793485" y="64770"/>
                  </a:cubicBezTo>
                  <a:lnTo>
                    <a:pt x="3793485" y="109220"/>
                  </a:lnTo>
                  <a:lnTo>
                    <a:pt x="3778245" y="109220"/>
                  </a:lnTo>
                  <a:lnTo>
                    <a:pt x="3778245" y="31115"/>
                  </a:lnTo>
                  <a:lnTo>
                    <a:pt x="3793485" y="31115"/>
                  </a:lnTo>
                  <a:lnTo>
                    <a:pt x="3793485" y="38735"/>
                  </a:lnTo>
                  <a:cubicBezTo>
                    <a:pt x="3793485" y="38735"/>
                    <a:pt x="3795390" y="36195"/>
                    <a:pt x="3796660" y="34925"/>
                  </a:cubicBezTo>
                  <a:cubicBezTo>
                    <a:pt x="3797930" y="33655"/>
                    <a:pt x="3799200" y="33020"/>
                    <a:pt x="3801105" y="31750"/>
                  </a:cubicBezTo>
                  <a:cubicBezTo>
                    <a:pt x="3802375" y="31115"/>
                    <a:pt x="3804280" y="30480"/>
                    <a:pt x="3806185" y="29845"/>
                  </a:cubicBezTo>
                  <a:cubicBezTo>
                    <a:pt x="3808090" y="29845"/>
                    <a:pt x="3809995" y="29210"/>
                    <a:pt x="3811900" y="29210"/>
                  </a:cubicBezTo>
                  <a:close/>
                  <a:moveTo>
                    <a:pt x="3729986" y="29210"/>
                  </a:moveTo>
                  <a:cubicBezTo>
                    <a:pt x="3735701" y="29210"/>
                    <a:pt x="3740146" y="30480"/>
                    <a:pt x="3744591" y="32385"/>
                  </a:cubicBezTo>
                  <a:cubicBezTo>
                    <a:pt x="3748401" y="34290"/>
                    <a:pt x="3752211" y="37465"/>
                    <a:pt x="3754751" y="40640"/>
                  </a:cubicBezTo>
                  <a:cubicBezTo>
                    <a:pt x="3757291" y="44450"/>
                    <a:pt x="3759196" y="48260"/>
                    <a:pt x="3761101" y="53340"/>
                  </a:cubicBezTo>
                  <a:cubicBezTo>
                    <a:pt x="3762371" y="57785"/>
                    <a:pt x="3763006" y="62865"/>
                    <a:pt x="3763006" y="68580"/>
                  </a:cubicBezTo>
                  <a:lnTo>
                    <a:pt x="3761736" y="68580"/>
                  </a:lnTo>
                  <a:cubicBezTo>
                    <a:pt x="3761736" y="68580"/>
                    <a:pt x="3761736" y="71120"/>
                    <a:pt x="3761736" y="72390"/>
                  </a:cubicBezTo>
                  <a:cubicBezTo>
                    <a:pt x="3761736" y="73660"/>
                    <a:pt x="3761736" y="74295"/>
                    <a:pt x="3761736" y="75565"/>
                  </a:cubicBezTo>
                  <a:lnTo>
                    <a:pt x="3710301" y="75565"/>
                  </a:lnTo>
                  <a:cubicBezTo>
                    <a:pt x="3710301" y="79375"/>
                    <a:pt x="3711571" y="82550"/>
                    <a:pt x="3712841" y="85090"/>
                  </a:cubicBezTo>
                  <a:cubicBezTo>
                    <a:pt x="3714111" y="87630"/>
                    <a:pt x="3715381" y="90170"/>
                    <a:pt x="3717286" y="91440"/>
                  </a:cubicBezTo>
                  <a:cubicBezTo>
                    <a:pt x="3719191" y="93345"/>
                    <a:pt x="3721096" y="94615"/>
                    <a:pt x="3723001" y="95250"/>
                  </a:cubicBezTo>
                  <a:cubicBezTo>
                    <a:pt x="3724906" y="95885"/>
                    <a:pt x="3727446" y="96520"/>
                    <a:pt x="3729986" y="96520"/>
                  </a:cubicBezTo>
                  <a:cubicBezTo>
                    <a:pt x="3731891" y="96520"/>
                    <a:pt x="3733161" y="96520"/>
                    <a:pt x="3735066" y="96520"/>
                  </a:cubicBezTo>
                  <a:cubicBezTo>
                    <a:pt x="3736336" y="96520"/>
                    <a:pt x="3738241" y="95885"/>
                    <a:pt x="3739511" y="95250"/>
                  </a:cubicBezTo>
                  <a:cubicBezTo>
                    <a:pt x="3740781" y="95250"/>
                    <a:pt x="3742051" y="93980"/>
                    <a:pt x="3743321" y="93345"/>
                  </a:cubicBezTo>
                  <a:cubicBezTo>
                    <a:pt x="3744591" y="93345"/>
                    <a:pt x="3745861" y="92075"/>
                    <a:pt x="3747766" y="90805"/>
                  </a:cubicBezTo>
                  <a:lnTo>
                    <a:pt x="3756656" y="100330"/>
                  </a:lnTo>
                  <a:cubicBezTo>
                    <a:pt x="3756656" y="100330"/>
                    <a:pt x="3752846" y="103505"/>
                    <a:pt x="3750941" y="104775"/>
                  </a:cubicBezTo>
                  <a:cubicBezTo>
                    <a:pt x="3749036" y="106045"/>
                    <a:pt x="3747131" y="106680"/>
                    <a:pt x="3745226" y="107950"/>
                  </a:cubicBezTo>
                  <a:cubicBezTo>
                    <a:pt x="3743321" y="108585"/>
                    <a:pt x="3740781" y="109855"/>
                    <a:pt x="3738241" y="109855"/>
                  </a:cubicBezTo>
                  <a:cubicBezTo>
                    <a:pt x="3735701" y="109855"/>
                    <a:pt x="3732526" y="110490"/>
                    <a:pt x="3729351" y="110490"/>
                  </a:cubicBezTo>
                  <a:cubicBezTo>
                    <a:pt x="3726176" y="110490"/>
                    <a:pt x="3723001" y="110490"/>
                    <a:pt x="3719826" y="109220"/>
                  </a:cubicBezTo>
                  <a:cubicBezTo>
                    <a:pt x="3716651" y="108585"/>
                    <a:pt x="3714111" y="107315"/>
                    <a:pt x="3712206" y="105410"/>
                  </a:cubicBezTo>
                  <a:cubicBezTo>
                    <a:pt x="3709666" y="104140"/>
                    <a:pt x="3707761" y="102235"/>
                    <a:pt x="3705856" y="100330"/>
                  </a:cubicBezTo>
                  <a:cubicBezTo>
                    <a:pt x="3703951" y="98425"/>
                    <a:pt x="3702046" y="95885"/>
                    <a:pt x="3700776" y="92710"/>
                  </a:cubicBezTo>
                  <a:cubicBezTo>
                    <a:pt x="3698871" y="89535"/>
                    <a:pt x="3697601" y="86360"/>
                    <a:pt x="3696966" y="82550"/>
                  </a:cubicBezTo>
                  <a:cubicBezTo>
                    <a:pt x="3696331" y="78740"/>
                    <a:pt x="3695696" y="74295"/>
                    <a:pt x="3695696" y="69850"/>
                  </a:cubicBezTo>
                  <a:cubicBezTo>
                    <a:pt x="3695696" y="63500"/>
                    <a:pt x="3696331" y="57150"/>
                    <a:pt x="3698236" y="52070"/>
                  </a:cubicBezTo>
                  <a:cubicBezTo>
                    <a:pt x="3700141" y="46990"/>
                    <a:pt x="3702046" y="42545"/>
                    <a:pt x="3705221" y="39370"/>
                  </a:cubicBezTo>
                  <a:cubicBezTo>
                    <a:pt x="3708396" y="36195"/>
                    <a:pt x="3711571" y="33020"/>
                    <a:pt x="3716016" y="31750"/>
                  </a:cubicBezTo>
                  <a:cubicBezTo>
                    <a:pt x="3720461" y="29845"/>
                    <a:pt x="3724906" y="29210"/>
                    <a:pt x="3729986" y="29210"/>
                  </a:cubicBezTo>
                  <a:close/>
                  <a:moveTo>
                    <a:pt x="3543296" y="29210"/>
                  </a:moveTo>
                  <a:cubicBezTo>
                    <a:pt x="3549011" y="29210"/>
                    <a:pt x="3553456" y="30480"/>
                    <a:pt x="3557901" y="32385"/>
                  </a:cubicBezTo>
                  <a:cubicBezTo>
                    <a:pt x="3561711" y="34290"/>
                    <a:pt x="3565521" y="37465"/>
                    <a:pt x="3568061" y="40640"/>
                  </a:cubicBezTo>
                  <a:cubicBezTo>
                    <a:pt x="3570601" y="44450"/>
                    <a:pt x="3572506" y="48260"/>
                    <a:pt x="3574411" y="53340"/>
                  </a:cubicBezTo>
                  <a:cubicBezTo>
                    <a:pt x="3575681" y="57785"/>
                    <a:pt x="3576316" y="62865"/>
                    <a:pt x="3576316" y="68580"/>
                  </a:cubicBezTo>
                  <a:lnTo>
                    <a:pt x="3575046" y="68580"/>
                  </a:lnTo>
                  <a:cubicBezTo>
                    <a:pt x="3575046" y="68580"/>
                    <a:pt x="3575046" y="71120"/>
                    <a:pt x="3575046" y="72390"/>
                  </a:cubicBezTo>
                  <a:cubicBezTo>
                    <a:pt x="3575046" y="73660"/>
                    <a:pt x="3575046" y="74295"/>
                    <a:pt x="3575046" y="75565"/>
                  </a:cubicBezTo>
                  <a:lnTo>
                    <a:pt x="3523611" y="75565"/>
                  </a:lnTo>
                  <a:cubicBezTo>
                    <a:pt x="3523611" y="79375"/>
                    <a:pt x="3524881" y="82550"/>
                    <a:pt x="3526151" y="85090"/>
                  </a:cubicBezTo>
                  <a:cubicBezTo>
                    <a:pt x="3527421" y="87630"/>
                    <a:pt x="3528691" y="90170"/>
                    <a:pt x="3530596" y="91440"/>
                  </a:cubicBezTo>
                  <a:cubicBezTo>
                    <a:pt x="3532501" y="93345"/>
                    <a:pt x="3534406" y="94615"/>
                    <a:pt x="3536311" y="95250"/>
                  </a:cubicBezTo>
                  <a:cubicBezTo>
                    <a:pt x="3538216" y="95885"/>
                    <a:pt x="3540756" y="96520"/>
                    <a:pt x="3543296" y="96520"/>
                  </a:cubicBezTo>
                  <a:cubicBezTo>
                    <a:pt x="3545201" y="96520"/>
                    <a:pt x="3546471" y="96520"/>
                    <a:pt x="3548376" y="96520"/>
                  </a:cubicBezTo>
                  <a:cubicBezTo>
                    <a:pt x="3549646" y="96520"/>
                    <a:pt x="3551551" y="95885"/>
                    <a:pt x="3552821" y="95250"/>
                  </a:cubicBezTo>
                  <a:cubicBezTo>
                    <a:pt x="3554091" y="95250"/>
                    <a:pt x="3555361" y="93980"/>
                    <a:pt x="3556631" y="93345"/>
                  </a:cubicBezTo>
                  <a:cubicBezTo>
                    <a:pt x="3557901" y="93345"/>
                    <a:pt x="3559171" y="92075"/>
                    <a:pt x="3561076" y="90805"/>
                  </a:cubicBezTo>
                  <a:lnTo>
                    <a:pt x="3569966" y="100330"/>
                  </a:lnTo>
                  <a:cubicBezTo>
                    <a:pt x="3569966" y="100330"/>
                    <a:pt x="3566156" y="103505"/>
                    <a:pt x="3564251" y="104775"/>
                  </a:cubicBezTo>
                  <a:cubicBezTo>
                    <a:pt x="3562346" y="106045"/>
                    <a:pt x="3560441" y="106680"/>
                    <a:pt x="3558536" y="107950"/>
                  </a:cubicBezTo>
                  <a:cubicBezTo>
                    <a:pt x="3556631" y="108585"/>
                    <a:pt x="3554091" y="109855"/>
                    <a:pt x="3551551" y="109855"/>
                  </a:cubicBezTo>
                  <a:cubicBezTo>
                    <a:pt x="3549011" y="109855"/>
                    <a:pt x="3545836" y="110490"/>
                    <a:pt x="3542661" y="110490"/>
                  </a:cubicBezTo>
                  <a:cubicBezTo>
                    <a:pt x="3539486" y="110490"/>
                    <a:pt x="3536311" y="110490"/>
                    <a:pt x="3533136" y="109220"/>
                  </a:cubicBezTo>
                  <a:cubicBezTo>
                    <a:pt x="3529961" y="108585"/>
                    <a:pt x="3527421" y="107315"/>
                    <a:pt x="3525516" y="105410"/>
                  </a:cubicBezTo>
                  <a:cubicBezTo>
                    <a:pt x="3522976" y="104140"/>
                    <a:pt x="3521071" y="102235"/>
                    <a:pt x="3519166" y="100330"/>
                  </a:cubicBezTo>
                  <a:cubicBezTo>
                    <a:pt x="3517261" y="98425"/>
                    <a:pt x="3515356" y="95885"/>
                    <a:pt x="3514086" y="92710"/>
                  </a:cubicBezTo>
                  <a:cubicBezTo>
                    <a:pt x="3512181" y="89535"/>
                    <a:pt x="3510911" y="86360"/>
                    <a:pt x="3510276" y="82550"/>
                  </a:cubicBezTo>
                  <a:cubicBezTo>
                    <a:pt x="3509641" y="78740"/>
                    <a:pt x="3509006" y="74295"/>
                    <a:pt x="3509006" y="69850"/>
                  </a:cubicBezTo>
                  <a:cubicBezTo>
                    <a:pt x="3509006" y="63500"/>
                    <a:pt x="3509641" y="57150"/>
                    <a:pt x="3511546" y="52070"/>
                  </a:cubicBezTo>
                  <a:cubicBezTo>
                    <a:pt x="3513451" y="46990"/>
                    <a:pt x="3515356" y="42545"/>
                    <a:pt x="3518531" y="39370"/>
                  </a:cubicBezTo>
                  <a:cubicBezTo>
                    <a:pt x="3521706" y="36195"/>
                    <a:pt x="3524881" y="33020"/>
                    <a:pt x="3529326" y="31750"/>
                  </a:cubicBezTo>
                  <a:cubicBezTo>
                    <a:pt x="3533771" y="29845"/>
                    <a:pt x="3538216" y="29210"/>
                    <a:pt x="3543296" y="29210"/>
                  </a:cubicBezTo>
                  <a:close/>
                  <a:moveTo>
                    <a:pt x="3345176" y="29210"/>
                  </a:moveTo>
                  <a:cubicBezTo>
                    <a:pt x="3350891" y="29210"/>
                    <a:pt x="3355336" y="30480"/>
                    <a:pt x="3359781" y="32385"/>
                  </a:cubicBezTo>
                  <a:cubicBezTo>
                    <a:pt x="3363591" y="34290"/>
                    <a:pt x="3367401" y="37465"/>
                    <a:pt x="3369941" y="40640"/>
                  </a:cubicBezTo>
                  <a:cubicBezTo>
                    <a:pt x="3372481" y="44450"/>
                    <a:pt x="3374386" y="48260"/>
                    <a:pt x="3376291" y="53340"/>
                  </a:cubicBezTo>
                  <a:cubicBezTo>
                    <a:pt x="3377561" y="57785"/>
                    <a:pt x="3378196" y="62865"/>
                    <a:pt x="3378196" y="68580"/>
                  </a:cubicBezTo>
                  <a:lnTo>
                    <a:pt x="3376926" y="68580"/>
                  </a:lnTo>
                  <a:cubicBezTo>
                    <a:pt x="3376926" y="68580"/>
                    <a:pt x="3376926" y="71120"/>
                    <a:pt x="3376926" y="72390"/>
                  </a:cubicBezTo>
                  <a:cubicBezTo>
                    <a:pt x="3376926" y="73660"/>
                    <a:pt x="3376926" y="74295"/>
                    <a:pt x="3376926" y="75565"/>
                  </a:cubicBezTo>
                  <a:lnTo>
                    <a:pt x="3325491" y="75565"/>
                  </a:lnTo>
                  <a:cubicBezTo>
                    <a:pt x="3325491" y="79375"/>
                    <a:pt x="3326761" y="82550"/>
                    <a:pt x="3328031" y="85090"/>
                  </a:cubicBezTo>
                  <a:cubicBezTo>
                    <a:pt x="3329301" y="87630"/>
                    <a:pt x="3330571" y="90170"/>
                    <a:pt x="3332476" y="91440"/>
                  </a:cubicBezTo>
                  <a:cubicBezTo>
                    <a:pt x="3334381" y="93345"/>
                    <a:pt x="3336286" y="94615"/>
                    <a:pt x="3338191" y="95250"/>
                  </a:cubicBezTo>
                  <a:cubicBezTo>
                    <a:pt x="3340096" y="95885"/>
                    <a:pt x="3342636" y="96520"/>
                    <a:pt x="3345176" y="96520"/>
                  </a:cubicBezTo>
                  <a:cubicBezTo>
                    <a:pt x="3347081" y="96520"/>
                    <a:pt x="3348351" y="96520"/>
                    <a:pt x="3350256" y="96520"/>
                  </a:cubicBezTo>
                  <a:cubicBezTo>
                    <a:pt x="3351526" y="96520"/>
                    <a:pt x="3353431" y="95885"/>
                    <a:pt x="3354701" y="95250"/>
                  </a:cubicBezTo>
                  <a:cubicBezTo>
                    <a:pt x="3355971" y="95250"/>
                    <a:pt x="3357241" y="93980"/>
                    <a:pt x="3358511" y="93345"/>
                  </a:cubicBezTo>
                  <a:cubicBezTo>
                    <a:pt x="3359781" y="93345"/>
                    <a:pt x="3361051" y="92075"/>
                    <a:pt x="3362956" y="90805"/>
                  </a:cubicBezTo>
                  <a:lnTo>
                    <a:pt x="3371846" y="100330"/>
                  </a:lnTo>
                  <a:cubicBezTo>
                    <a:pt x="3371846" y="100330"/>
                    <a:pt x="3368036" y="103505"/>
                    <a:pt x="3366131" y="104775"/>
                  </a:cubicBezTo>
                  <a:cubicBezTo>
                    <a:pt x="3364226" y="106045"/>
                    <a:pt x="3362321" y="106680"/>
                    <a:pt x="3360416" y="107950"/>
                  </a:cubicBezTo>
                  <a:cubicBezTo>
                    <a:pt x="3358511" y="108585"/>
                    <a:pt x="3355971" y="109855"/>
                    <a:pt x="3353431" y="109855"/>
                  </a:cubicBezTo>
                  <a:cubicBezTo>
                    <a:pt x="3350891" y="109855"/>
                    <a:pt x="3347716" y="110490"/>
                    <a:pt x="3344541" y="110490"/>
                  </a:cubicBezTo>
                  <a:cubicBezTo>
                    <a:pt x="3341366" y="110490"/>
                    <a:pt x="3338191" y="110490"/>
                    <a:pt x="3335016" y="109220"/>
                  </a:cubicBezTo>
                  <a:cubicBezTo>
                    <a:pt x="3331841" y="108585"/>
                    <a:pt x="3329301" y="107315"/>
                    <a:pt x="3327396" y="105410"/>
                  </a:cubicBezTo>
                  <a:cubicBezTo>
                    <a:pt x="3324856" y="104140"/>
                    <a:pt x="3322951" y="102235"/>
                    <a:pt x="3321046" y="100330"/>
                  </a:cubicBezTo>
                  <a:cubicBezTo>
                    <a:pt x="3319141" y="98425"/>
                    <a:pt x="3317236" y="95885"/>
                    <a:pt x="3315966" y="92710"/>
                  </a:cubicBezTo>
                  <a:cubicBezTo>
                    <a:pt x="3314061" y="89535"/>
                    <a:pt x="3312791" y="86360"/>
                    <a:pt x="3312156" y="82550"/>
                  </a:cubicBezTo>
                  <a:cubicBezTo>
                    <a:pt x="3311521" y="78740"/>
                    <a:pt x="3310886" y="74295"/>
                    <a:pt x="3310886" y="69850"/>
                  </a:cubicBezTo>
                  <a:cubicBezTo>
                    <a:pt x="3310886" y="63500"/>
                    <a:pt x="3311521" y="57150"/>
                    <a:pt x="3313426" y="52070"/>
                  </a:cubicBezTo>
                  <a:cubicBezTo>
                    <a:pt x="3315331" y="46990"/>
                    <a:pt x="3317236" y="42545"/>
                    <a:pt x="3320411" y="39370"/>
                  </a:cubicBezTo>
                  <a:cubicBezTo>
                    <a:pt x="3323586" y="36195"/>
                    <a:pt x="3326761" y="33020"/>
                    <a:pt x="3331206" y="31750"/>
                  </a:cubicBezTo>
                  <a:cubicBezTo>
                    <a:pt x="3335651" y="29845"/>
                    <a:pt x="3340096" y="29210"/>
                    <a:pt x="3345176" y="29210"/>
                  </a:cubicBezTo>
                  <a:close/>
                  <a:moveTo>
                    <a:pt x="3060696" y="29210"/>
                  </a:moveTo>
                  <a:cubicBezTo>
                    <a:pt x="3063871" y="29210"/>
                    <a:pt x="3066411" y="29210"/>
                    <a:pt x="3068316" y="29845"/>
                  </a:cubicBezTo>
                  <a:cubicBezTo>
                    <a:pt x="3070221" y="29845"/>
                    <a:pt x="3072126" y="31115"/>
                    <a:pt x="3074031" y="32385"/>
                  </a:cubicBezTo>
                  <a:lnTo>
                    <a:pt x="3070221" y="46990"/>
                  </a:lnTo>
                  <a:lnTo>
                    <a:pt x="3068951" y="46990"/>
                  </a:lnTo>
                  <a:cubicBezTo>
                    <a:pt x="3068951" y="46990"/>
                    <a:pt x="3065776" y="45085"/>
                    <a:pt x="3063871" y="45085"/>
                  </a:cubicBezTo>
                  <a:cubicBezTo>
                    <a:pt x="3061966" y="45085"/>
                    <a:pt x="3060061" y="44450"/>
                    <a:pt x="3057521" y="44450"/>
                  </a:cubicBezTo>
                  <a:cubicBezTo>
                    <a:pt x="3052441" y="44450"/>
                    <a:pt x="3048631" y="46355"/>
                    <a:pt x="3046091" y="49530"/>
                  </a:cubicBezTo>
                  <a:cubicBezTo>
                    <a:pt x="3043551" y="52705"/>
                    <a:pt x="3042281" y="57785"/>
                    <a:pt x="3042281" y="64770"/>
                  </a:cubicBezTo>
                  <a:lnTo>
                    <a:pt x="3042281" y="109220"/>
                  </a:lnTo>
                  <a:lnTo>
                    <a:pt x="3027041" y="109220"/>
                  </a:lnTo>
                  <a:lnTo>
                    <a:pt x="3027041" y="31115"/>
                  </a:lnTo>
                  <a:lnTo>
                    <a:pt x="3042281" y="31115"/>
                  </a:lnTo>
                  <a:lnTo>
                    <a:pt x="3042281" y="38735"/>
                  </a:lnTo>
                  <a:cubicBezTo>
                    <a:pt x="3042281" y="38735"/>
                    <a:pt x="3044186" y="36195"/>
                    <a:pt x="3045456" y="34925"/>
                  </a:cubicBezTo>
                  <a:cubicBezTo>
                    <a:pt x="3046726" y="33655"/>
                    <a:pt x="3047996" y="33020"/>
                    <a:pt x="3049901" y="31750"/>
                  </a:cubicBezTo>
                  <a:cubicBezTo>
                    <a:pt x="3051171" y="31115"/>
                    <a:pt x="3053076" y="30480"/>
                    <a:pt x="3054981" y="29845"/>
                  </a:cubicBezTo>
                  <a:cubicBezTo>
                    <a:pt x="3056886" y="29845"/>
                    <a:pt x="3058791" y="29210"/>
                    <a:pt x="3060696" y="29210"/>
                  </a:cubicBezTo>
                  <a:close/>
                  <a:moveTo>
                    <a:pt x="2978781" y="29210"/>
                  </a:moveTo>
                  <a:cubicBezTo>
                    <a:pt x="2984496" y="29210"/>
                    <a:pt x="2988941" y="30480"/>
                    <a:pt x="2993386" y="32385"/>
                  </a:cubicBezTo>
                  <a:cubicBezTo>
                    <a:pt x="2997196" y="34290"/>
                    <a:pt x="3001006" y="37465"/>
                    <a:pt x="3003546" y="40640"/>
                  </a:cubicBezTo>
                  <a:cubicBezTo>
                    <a:pt x="3006086" y="44450"/>
                    <a:pt x="3007991" y="48260"/>
                    <a:pt x="3009896" y="53340"/>
                  </a:cubicBezTo>
                  <a:cubicBezTo>
                    <a:pt x="3011166" y="57785"/>
                    <a:pt x="3011801" y="62865"/>
                    <a:pt x="3011801" y="68580"/>
                  </a:cubicBezTo>
                  <a:lnTo>
                    <a:pt x="3010531" y="68580"/>
                  </a:lnTo>
                  <a:cubicBezTo>
                    <a:pt x="3010531" y="68580"/>
                    <a:pt x="3010531" y="71120"/>
                    <a:pt x="3010531" y="72390"/>
                  </a:cubicBezTo>
                  <a:cubicBezTo>
                    <a:pt x="3010531" y="73660"/>
                    <a:pt x="3010531" y="74295"/>
                    <a:pt x="3010531" y="75565"/>
                  </a:cubicBezTo>
                  <a:lnTo>
                    <a:pt x="2959096" y="75565"/>
                  </a:lnTo>
                  <a:cubicBezTo>
                    <a:pt x="2959096" y="79375"/>
                    <a:pt x="2960366" y="82550"/>
                    <a:pt x="2961636" y="85090"/>
                  </a:cubicBezTo>
                  <a:cubicBezTo>
                    <a:pt x="2962906" y="87630"/>
                    <a:pt x="2964176" y="90170"/>
                    <a:pt x="2966081" y="91440"/>
                  </a:cubicBezTo>
                  <a:cubicBezTo>
                    <a:pt x="2967986" y="93345"/>
                    <a:pt x="2969891" y="94615"/>
                    <a:pt x="2971796" y="95250"/>
                  </a:cubicBezTo>
                  <a:cubicBezTo>
                    <a:pt x="2974336" y="95885"/>
                    <a:pt x="2976241" y="96520"/>
                    <a:pt x="2978781" y="96520"/>
                  </a:cubicBezTo>
                  <a:cubicBezTo>
                    <a:pt x="2980686" y="96520"/>
                    <a:pt x="2981956" y="96520"/>
                    <a:pt x="2983861" y="96520"/>
                  </a:cubicBezTo>
                  <a:cubicBezTo>
                    <a:pt x="2985131" y="96520"/>
                    <a:pt x="2987036" y="95885"/>
                    <a:pt x="2988306" y="95250"/>
                  </a:cubicBezTo>
                  <a:cubicBezTo>
                    <a:pt x="2989576" y="95250"/>
                    <a:pt x="2990846" y="93980"/>
                    <a:pt x="2992116" y="93345"/>
                  </a:cubicBezTo>
                  <a:cubicBezTo>
                    <a:pt x="2993386" y="93345"/>
                    <a:pt x="2994656" y="92075"/>
                    <a:pt x="2996561" y="90805"/>
                  </a:cubicBezTo>
                  <a:lnTo>
                    <a:pt x="3005451" y="100330"/>
                  </a:lnTo>
                  <a:cubicBezTo>
                    <a:pt x="3005451" y="100330"/>
                    <a:pt x="3001641" y="103505"/>
                    <a:pt x="2999736" y="104775"/>
                  </a:cubicBezTo>
                  <a:cubicBezTo>
                    <a:pt x="2997831" y="106045"/>
                    <a:pt x="2995926" y="106680"/>
                    <a:pt x="2994021" y="107950"/>
                  </a:cubicBezTo>
                  <a:cubicBezTo>
                    <a:pt x="2992116" y="108585"/>
                    <a:pt x="2989576" y="109855"/>
                    <a:pt x="2987036" y="109855"/>
                  </a:cubicBezTo>
                  <a:cubicBezTo>
                    <a:pt x="2984496" y="109855"/>
                    <a:pt x="2981321" y="110490"/>
                    <a:pt x="2978146" y="110490"/>
                  </a:cubicBezTo>
                  <a:cubicBezTo>
                    <a:pt x="2974971" y="110490"/>
                    <a:pt x="2971796" y="110490"/>
                    <a:pt x="2968621" y="109220"/>
                  </a:cubicBezTo>
                  <a:cubicBezTo>
                    <a:pt x="2965446" y="108585"/>
                    <a:pt x="2962906" y="107315"/>
                    <a:pt x="2961001" y="105410"/>
                  </a:cubicBezTo>
                  <a:cubicBezTo>
                    <a:pt x="2958461" y="104140"/>
                    <a:pt x="2956556" y="102235"/>
                    <a:pt x="2954651" y="100330"/>
                  </a:cubicBezTo>
                  <a:cubicBezTo>
                    <a:pt x="2952746" y="98425"/>
                    <a:pt x="2950841" y="95885"/>
                    <a:pt x="2949571" y="92710"/>
                  </a:cubicBezTo>
                  <a:cubicBezTo>
                    <a:pt x="2947666" y="89535"/>
                    <a:pt x="2946396" y="86360"/>
                    <a:pt x="2945761" y="82550"/>
                  </a:cubicBezTo>
                  <a:cubicBezTo>
                    <a:pt x="2945126" y="78740"/>
                    <a:pt x="2944491" y="74295"/>
                    <a:pt x="2944491" y="69850"/>
                  </a:cubicBezTo>
                  <a:cubicBezTo>
                    <a:pt x="2944491" y="63500"/>
                    <a:pt x="2945126" y="57150"/>
                    <a:pt x="2947031" y="52070"/>
                  </a:cubicBezTo>
                  <a:cubicBezTo>
                    <a:pt x="2948936" y="46990"/>
                    <a:pt x="2950841" y="42545"/>
                    <a:pt x="2954016" y="39370"/>
                  </a:cubicBezTo>
                  <a:cubicBezTo>
                    <a:pt x="2957191" y="36195"/>
                    <a:pt x="2960366" y="33020"/>
                    <a:pt x="2964811" y="31750"/>
                  </a:cubicBezTo>
                  <a:cubicBezTo>
                    <a:pt x="2969256" y="29845"/>
                    <a:pt x="2973701" y="29210"/>
                    <a:pt x="2978781" y="29210"/>
                  </a:cubicBezTo>
                  <a:close/>
                  <a:moveTo>
                    <a:pt x="2798440" y="29210"/>
                  </a:moveTo>
                  <a:cubicBezTo>
                    <a:pt x="2803520" y="29210"/>
                    <a:pt x="2807965" y="29845"/>
                    <a:pt x="2813045" y="31750"/>
                  </a:cubicBezTo>
                  <a:cubicBezTo>
                    <a:pt x="2817490" y="33655"/>
                    <a:pt x="2821935" y="35560"/>
                    <a:pt x="2825110" y="38100"/>
                  </a:cubicBezTo>
                  <a:lnTo>
                    <a:pt x="2827015" y="38100"/>
                  </a:lnTo>
                  <a:lnTo>
                    <a:pt x="2820030" y="50165"/>
                  </a:lnTo>
                  <a:cubicBezTo>
                    <a:pt x="2816855" y="47625"/>
                    <a:pt x="2813680" y="46355"/>
                    <a:pt x="2810505" y="45085"/>
                  </a:cubicBezTo>
                  <a:cubicBezTo>
                    <a:pt x="2807330" y="43815"/>
                    <a:pt x="2803520" y="43180"/>
                    <a:pt x="2799710" y="43180"/>
                  </a:cubicBezTo>
                  <a:cubicBezTo>
                    <a:pt x="2795900" y="43180"/>
                    <a:pt x="2793360" y="43815"/>
                    <a:pt x="2791455" y="45085"/>
                  </a:cubicBezTo>
                  <a:cubicBezTo>
                    <a:pt x="2789550" y="46355"/>
                    <a:pt x="2788915" y="48260"/>
                    <a:pt x="2788915" y="50165"/>
                  </a:cubicBezTo>
                  <a:cubicBezTo>
                    <a:pt x="2788915" y="51435"/>
                    <a:pt x="2788915" y="52070"/>
                    <a:pt x="2788915" y="52705"/>
                  </a:cubicBezTo>
                  <a:cubicBezTo>
                    <a:pt x="2788915" y="53340"/>
                    <a:pt x="2790185" y="54610"/>
                    <a:pt x="2790820" y="55245"/>
                  </a:cubicBezTo>
                  <a:cubicBezTo>
                    <a:pt x="2792090" y="55880"/>
                    <a:pt x="2793360" y="57150"/>
                    <a:pt x="2795265" y="57785"/>
                  </a:cubicBezTo>
                  <a:cubicBezTo>
                    <a:pt x="2797170" y="59055"/>
                    <a:pt x="2799710" y="59690"/>
                    <a:pt x="2802250" y="60960"/>
                  </a:cubicBezTo>
                  <a:cubicBezTo>
                    <a:pt x="2806695" y="62865"/>
                    <a:pt x="2810505" y="64135"/>
                    <a:pt x="2813680" y="66040"/>
                  </a:cubicBezTo>
                  <a:cubicBezTo>
                    <a:pt x="2816855" y="67310"/>
                    <a:pt x="2819395" y="69215"/>
                    <a:pt x="2821935" y="71120"/>
                  </a:cubicBezTo>
                  <a:cubicBezTo>
                    <a:pt x="2823840" y="73025"/>
                    <a:pt x="2825745" y="75565"/>
                    <a:pt x="2827015" y="78105"/>
                  </a:cubicBezTo>
                  <a:cubicBezTo>
                    <a:pt x="2828285" y="80645"/>
                    <a:pt x="2828920" y="83820"/>
                    <a:pt x="2828920" y="87630"/>
                  </a:cubicBezTo>
                  <a:cubicBezTo>
                    <a:pt x="2828920" y="92075"/>
                    <a:pt x="2828285" y="95250"/>
                    <a:pt x="2826380" y="98425"/>
                  </a:cubicBezTo>
                  <a:cubicBezTo>
                    <a:pt x="2824475" y="101600"/>
                    <a:pt x="2822570" y="103505"/>
                    <a:pt x="2820030" y="105410"/>
                  </a:cubicBezTo>
                  <a:cubicBezTo>
                    <a:pt x="2817490" y="107315"/>
                    <a:pt x="2814315" y="108585"/>
                    <a:pt x="2810505" y="109220"/>
                  </a:cubicBezTo>
                  <a:cubicBezTo>
                    <a:pt x="2806695" y="109855"/>
                    <a:pt x="2803520" y="110490"/>
                    <a:pt x="2799710" y="110490"/>
                  </a:cubicBezTo>
                  <a:cubicBezTo>
                    <a:pt x="2794630" y="110490"/>
                    <a:pt x="2789550" y="109855"/>
                    <a:pt x="2783835" y="107950"/>
                  </a:cubicBezTo>
                  <a:cubicBezTo>
                    <a:pt x="2778120" y="106045"/>
                    <a:pt x="2773675" y="103505"/>
                    <a:pt x="2769230" y="100965"/>
                  </a:cubicBezTo>
                  <a:lnTo>
                    <a:pt x="2776215" y="89535"/>
                  </a:lnTo>
                  <a:cubicBezTo>
                    <a:pt x="2780025" y="92075"/>
                    <a:pt x="2783835" y="93980"/>
                    <a:pt x="2787645" y="95250"/>
                  </a:cubicBezTo>
                  <a:cubicBezTo>
                    <a:pt x="2791455" y="96520"/>
                    <a:pt x="2795265" y="97155"/>
                    <a:pt x="2799075" y="97155"/>
                  </a:cubicBezTo>
                  <a:cubicBezTo>
                    <a:pt x="2804155" y="97155"/>
                    <a:pt x="2807330" y="96520"/>
                    <a:pt x="2809870" y="94615"/>
                  </a:cubicBezTo>
                  <a:cubicBezTo>
                    <a:pt x="2812410" y="93345"/>
                    <a:pt x="2813045" y="90805"/>
                    <a:pt x="2813045" y="88265"/>
                  </a:cubicBezTo>
                  <a:cubicBezTo>
                    <a:pt x="2813045" y="86995"/>
                    <a:pt x="2813045" y="85725"/>
                    <a:pt x="2811775" y="84455"/>
                  </a:cubicBezTo>
                  <a:cubicBezTo>
                    <a:pt x="2811140" y="83185"/>
                    <a:pt x="2809870" y="82550"/>
                    <a:pt x="2807965" y="81280"/>
                  </a:cubicBezTo>
                  <a:cubicBezTo>
                    <a:pt x="2806695" y="80010"/>
                    <a:pt x="2804790" y="79375"/>
                    <a:pt x="2802250" y="78105"/>
                  </a:cubicBezTo>
                  <a:cubicBezTo>
                    <a:pt x="2800345" y="77470"/>
                    <a:pt x="2797805" y="76200"/>
                    <a:pt x="2794630" y="74930"/>
                  </a:cubicBezTo>
                  <a:cubicBezTo>
                    <a:pt x="2790185" y="73025"/>
                    <a:pt x="2787010" y="71755"/>
                    <a:pt x="2783835" y="69850"/>
                  </a:cubicBezTo>
                  <a:cubicBezTo>
                    <a:pt x="2780660" y="67945"/>
                    <a:pt x="2778755" y="66675"/>
                    <a:pt x="2776850" y="64770"/>
                  </a:cubicBezTo>
                  <a:cubicBezTo>
                    <a:pt x="2774945" y="62865"/>
                    <a:pt x="2773675" y="60960"/>
                    <a:pt x="2773040" y="58420"/>
                  </a:cubicBezTo>
                  <a:cubicBezTo>
                    <a:pt x="2772405" y="55880"/>
                    <a:pt x="2771770" y="53340"/>
                    <a:pt x="2771770" y="50165"/>
                  </a:cubicBezTo>
                  <a:cubicBezTo>
                    <a:pt x="2771770" y="46990"/>
                    <a:pt x="2772405" y="43815"/>
                    <a:pt x="2773675" y="40640"/>
                  </a:cubicBezTo>
                  <a:cubicBezTo>
                    <a:pt x="2774945" y="38100"/>
                    <a:pt x="2776850" y="35560"/>
                    <a:pt x="2779390" y="34290"/>
                  </a:cubicBezTo>
                  <a:cubicBezTo>
                    <a:pt x="2781930" y="32385"/>
                    <a:pt x="2784470" y="31115"/>
                    <a:pt x="2787645" y="30480"/>
                  </a:cubicBezTo>
                  <a:cubicBezTo>
                    <a:pt x="2790820" y="29845"/>
                    <a:pt x="2794630" y="29210"/>
                    <a:pt x="2798440" y="29210"/>
                  </a:cubicBezTo>
                  <a:close/>
                  <a:moveTo>
                    <a:pt x="2723510" y="29210"/>
                  </a:moveTo>
                  <a:cubicBezTo>
                    <a:pt x="2725415" y="29210"/>
                    <a:pt x="2727320" y="29210"/>
                    <a:pt x="2729225" y="29210"/>
                  </a:cubicBezTo>
                  <a:cubicBezTo>
                    <a:pt x="2733670" y="29210"/>
                    <a:pt x="2738115" y="29845"/>
                    <a:pt x="2741290" y="31750"/>
                  </a:cubicBezTo>
                  <a:cubicBezTo>
                    <a:pt x="2744465" y="33020"/>
                    <a:pt x="2747640" y="35560"/>
                    <a:pt x="2750180" y="38100"/>
                  </a:cubicBezTo>
                  <a:cubicBezTo>
                    <a:pt x="2752720" y="41275"/>
                    <a:pt x="2753990" y="44450"/>
                    <a:pt x="2755260" y="48895"/>
                  </a:cubicBezTo>
                  <a:cubicBezTo>
                    <a:pt x="2756530" y="53340"/>
                    <a:pt x="2757165" y="58420"/>
                    <a:pt x="2757165" y="64135"/>
                  </a:cubicBezTo>
                  <a:lnTo>
                    <a:pt x="2757165" y="108585"/>
                  </a:lnTo>
                  <a:lnTo>
                    <a:pt x="2741925" y="108585"/>
                  </a:lnTo>
                  <a:lnTo>
                    <a:pt x="2741290" y="108585"/>
                  </a:lnTo>
                  <a:lnTo>
                    <a:pt x="2741290" y="64770"/>
                  </a:lnTo>
                  <a:cubicBezTo>
                    <a:pt x="2741290" y="57785"/>
                    <a:pt x="2740020" y="52070"/>
                    <a:pt x="2737480" y="48895"/>
                  </a:cubicBezTo>
                  <a:cubicBezTo>
                    <a:pt x="2734940" y="45085"/>
                    <a:pt x="2731130" y="43180"/>
                    <a:pt x="2725415" y="43180"/>
                  </a:cubicBezTo>
                  <a:cubicBezTo>
                    <a:pt x="2722875" y="43180"/>
                    <a:pt x="2720970" y="43180"/>
                    <a:pt x="2718430" y="44450"/>
                  </a:cubicBezTo>
                  <a:cubicBezTo>
                    <a:pt x="2716525" y="45085"/>
                    <a:pt x="2714620" y="46990"/>
                    <a:pt x="2713350" y="48260"/>
                  </a:cubicBezTo>
                  <a:cubicBezTo>
                    <a:pt x="2712080" y="50165"/>
                    <a:pt x="2710810" y="52070"/>
                    <a:pt x="2710175" y="54610"/>
                  </a:cubicBezTo>
                  <a:cubicBezTo>
                    <a:pt x="2710175" y="57150"/>
                    <a:pt x="2709540" y="59690"/>
                    <a:pt x="2709540" y="62865"/>
                  </a:cubicBezTo>
                  <a:lnTo>
                    <a:pt x="2709540" y="108585"/>
                  </a:lnTo>
                  <a:lnTo>
                    <a:pt x="2694300" y="108585"/>
                  </a:lnTo>
                  <a:lnTo>
                    <a:pt x="2694300" y="30480"/>
                  </a:lnTo>
                  <a:lnTo>
                    <a:pt x="2709540" y="30480"/>
                  </a:lnTo>
                  <a:lnTo>
                    <a:pt x="2709540" y="38100"/>
                  </a:lnTo>
                  <a:cubicBezTo>
                    <a:pt x="2709540" y="38100"/>
                    <a:pt x="2711445" y="35560"/>
                    <a:pt x="2713350" y="34290"/>
                  </a:cubicBezTo>
                  <a:cubicBezTo>
                    <a:pt x="2714620" y="33020"/>
                    <a:pt x="2716525" y="32385"/>
                    <a:pt x="2717795" y="31115"/>
                  </a:cubicBezTo>
                  <a:cubicBezTo>
                    <a:pt x="2719700" y="30480"/>
                    <a:pt x="2721605" y="29845"/>
                    <a:pt x="2723510" y="29210"/>
                  </a:cubicBezTo>
                  <a:close/>
                  <a:moveTo>
                    <a:pt x="2530470" y="29210"/>
                  </a:moveTo>
                  <a:cubicBezTo>
                    <a:pt x="2536185" y="29210"/>
                    <a:pt x="2540630" y="30480"/>
                    <a:pt x="2545075" y="32385"/>
                  </a:cubicBezTo>
                  <a:cubicBezTo>
                    <a:pt x="2548885" y="34290"/>
                    <a:pt x="2552695" y="37465"/>
                    <a:pt x="2555235" y="40640"/>
                  </a:cubicBezTo>
                  <a:cubicBezTo>
                    <a:pt x="2557775" y="44450"/>
                    <a:pt x="2559680" y="48260"/>
                    <a:pt x="2561585" y="53340"/>
                  </a:cubicBezTo>
                  <a:cubicBezTo>
                    <a:pt x="2562855" y="57785"/>
                    <a:pt x="2563490" y="62865"/>
                    <a:pt x="2563490" y="68580"/>
                  </a:cubicBezTo>
                  <a:lnTo>
                    <a:pt x="2562220" y="68580"/>
                  </a:lnTo>
                  <a:cubicBezTo>
                    <a:pt x="2562220" y="68580"/>
                    <a:pt x="2562220" y="71120"/>
                    <a:pt x="2562220" y="72390"/>
                  </a:cubicBezTo>
                  <a:cubicBezTo>
                    <a:pt x="2562220" y="73660"/>
                    <a:pt x="2562220" y="74295"/>
                    <a:pt x="2562220" y="75565"/>
                  </a:cubicBezTo>
                  <a:lnTo>
                    <a:pt x="2510785" y="75565"/>
                  </a:lnTo>
                  <a:cubicBezTo>
                    <a:pt x="2510785" y="79375"/>
                    <a:pt x="2512055" y="82550"/>
                    <a:pt x="2513325" y="85090"/>
                  </a:cubicBezTo>
                  <a:cubicBezTo>
                    <a:pt x="2514595" y="87630"/>
                    <a:pt x="2515865" y="90170"/>
                    <a:pt x="2517770" y="91440"/>
                  </a:cubicBezTo>
                  <a:cubicBezTo>
                    <a:pt x="2519675" y="93345"/>
                    <a:pt x="2521580" y="94615"/>
                    <a:pt x="2523485" y="95250"/>
                  </a:cubicBezTo>
                  <a:cubicBezTo>
                    <a:pt x="2525390" y="95885"/>
                    <a:pt x="2527930" y="96520"/>
                    <a:pt x="2530470" y="96520"/>
                  </a:cubicBezTo>
                  <a:cubicBezTo>
                    <a:pt x="2532375" y="96520"/>
                    <a:pt x="2533645" y="96520"/>
                    <a:pt x="2535550" y="96520"/>
                  </a:cubicBezTo>
                  <a:cubicBezTo>
                    <a:pt x="2536820" y="96520"/>
                    <a:pt x="2538725" y="95885"/>
                    <a:pt x="2539995" y="95250"/>
                  </a:cubicBezTo>
                  <a:cubicBezTo>
                    <a:pt x="2541265" y="95250"/>
                    <a:pt x="2542535" y="93980"/>
                    <a:pt x="2543805" y="93345"/>
                  </a:cubicBezTo>
                  <a:cubicBezTo>
                    <a:pt x="2545075" y="93345"/>
                    <a:pt x="2546345" y="92075"/>
                    <a:pt x="2548250" y="90805"/>
                  </a:cubicBezTo>
                  <a:lnTo>
                    <a:pt x="2557140" y="100330"/>
                  </a:lnTo>
                  <a:cubicBezTo>
                    <a:pt x="2557140" y="100330"/>
                    <a:pt x="2553330" y="103505"/>
                    <a:pt x="2551425" y="104775"/>
                  </a:cubicBezTo>
                  <a:cubicBezTo>
                    <a:pt x="2549520" y="106045"/>
                    <a:pt x="2547615" y="106680"/>
                    <a:pt x="2545710" y="107950"/>
                  </a:cubicBezTo>
                  <a:cubicBezTo>
                    <a:pt x="2543805" y="108585"/>
                    <a:pt x="2541265" y="109855"/>
                    <a:pt x="2538725" y="109855"/>
                  </a:cubicBezTo>
                  <a:cubicBezTo>
                    <a:pt x="2536185" y="109855"/>
                    <a:pt x="2533010" y="110490"/>
                    <a:pt x="2529835" y="110490"/>
                  </a:cubicBezTo>
                  <a:cubicBezTo>
                    <a:pt x="2526660" y="110490"/>
                    <a:pt x="2523485" y="110490"/>
                    <a:pt x="2520310" y="109220"/>
                  </a:cubicBezTo>
                  <a:cubicBezTo>
                    <a:pt x="2517135" y="108585"/>
                    <a:pt x="2514595" y="107315"/>
                    <a:pt x="2512690" y="105410"/>
                  </a:cubicBezTo>
                  <a:cubicBezTo>
                    <a:pt x="2510785" y="103505"/>
                    <a:pt x="2508245" y="102235"/>
                    <a:pt x="2506340" y="100330"/>
                  </a:cubicBezTo>
                  <a:cubicBezTo>
                    <a:pt x="2504435" y="98425"/>
                    <a:pt x="2502530" y="95885"/>
                    <a:pt x="2501260" y="92710"/>
                  </a:cubicBezTo>
                  <a:cubicBezTo>
                    <a:pt x="2499355" y="89535"/>
                    <a:pt x="2498085" y="86360"/>
                    <a:pt x="2497450" y="82550"/>
                  </a:cubicBezTo>
                  <a:cubicBezTo>
                    <a:pt x="2496815" y="78740"/>
                    <a:pt x="2496180" y="74295"/>
                    <a:pt x="2496180" y="69850"/>
                  </a:cubicBezTo>
                  <a:cubicBezTo>
                    <a:pt x="2496180" y="63500"/>
                    <a:pt x="2496815" y="57150"/>
                    <a:pt x="2498720" y="52070"/>
                  </a:cubicBezTo>
                  <a:cubicBezTo>
                    <a:pt x="2500625" y="46990"/>
                    <a:pt x="2502530" y="42545"/>
                    <a:pt x="2505705" y="39370"/>
                  </a:cubicBezTo>
                  <a:cubicBezTo>
                    <a:pt x="2508880" y="36195"/>
                    <a:pt x="2512055" y="33020"/>
                    <a:pt x="2516500" y="31750"/>
                  </a:cubicBezTo>
                  <a:cubicBezTo>
                    <a:pt x="2520945" y="29845"/>
                    <a:pt x="2525390" y="29210"/>
                    <a:pt x="2530470" y="29210"/>
                  </a:cubicBezTo>
                  <a:close/>
                  <a:moveTo>
                    <a:pt x="2298061" y="29210"/>
                  </a:moveTo>
                  <a:cubicBezTo>
                    <a:pt x="2301236" y="29210"/>
                    <a:pt x="2303776" y="29210"/>
                    <a:pt x="2305681" y="29845"/>
                  </a:cubicBezTo>
                  <a:cubicBezTo>
                    <a:pt x="2307586" y="29845"/>
                    <a:pt x="2309491" y="31115"/>
                    <a:pt x="2311396" y="32385"/>
                  </a:cubicBezTo>
                  <a:lnTo>
                    <a:pt x="2307586" y="46990"/>
                  </a:lnTo>
                  <a:lnTo>
                    <a:pt x="2306316" y="46990"/>
                  </a:lnTo>
                  <a:cubicBezTo>
                    <a:pt x="2306316" y="46990"/>
                    <a:pt x="2303141" y="45085"/>
                    <a:pt x="2301236" y="45085"/>
                  </a:cubicBezTo>
                  <a:cubicBezTo>
                    <a:pt x="2299331" y="45085"/>
                    <a:pt x="2297426" y="44450"/>
                    <a:pt x="2294886" y="44450"/>
                  </a:cubicBezTo>
                  <a:cubicBezTo>
                    <a:pt x="2289806" y="44450"/>
                    <a:pt x="2285996" y="46355"/>
                    <a:pt x="2283456" y="49530"/>
                  </a:cubicBezTo>
                  <a:cubicBezTo>
                    <a:pt x="2280916" y="52705"/>
                    <a:pt x="2279646" y="57785"/>
                    <a:pt x="2279646" y="64770"/>
                  </a:cubicBezTo>
                  <a:lnTo>
                    <a:pt x="2279646" y="109220"/>
                  </a:lnTo>
                  <a:lnTo>
                    <a:pt x="2264406" y="109220"/>
                  </a:lnTo>
                  <a:lnTo>
                    <a:pt x="2264406" y="31115"/>
                  </a:lnTo>
                  <a:lnTo>
                    <a:pt x="2279646" y="31115"/>
                  </a:lnTo>
                  <a:lnTo>
                    <a:pt x="2279646" y="38735"/>
                  </a:lnTo>
                  <a:cubicBezTo>
                    <a:pt x="2279646" y="38735"/>
                    <a:pt x="2281551" y="36195"/>
                    <a:pt x="2282821" y="34925"/>
                  </a:cubicBezTo>
                  <a:cubicBezTo>
                    <a:pt x="2284091" y="33655"/>
                    <a:pt x="2285361" y="33020"/>
                    <a:pt x="2287266" y="31750"/>
                  </a:cubicBezTo>
                  <a:cubicBezTo>
                    <a:pt x="2288536" y="31115"/>
                    <a:pt x="2290441" y="30480"/>
                    <a:pt x="2292346" y="29845"/>
                  </a:cubicBezTo>
                  <a:cubicBezTo>
                    <a:pt x="2294251" y="29845"/>
                    <a:pt x="2296156" y="29210"/>
                    <a:pt x="2298061" y="29210"/>
                  </a:cubicBezTo>
                  <a:close/>
                  <a:moveTo>
                    <a:pt x="2216145" y="29210"/>
                  </a:moveTo>
                  <a:cubicBezTo>
                    <a:pt x="2221860" y="29210"/>
                    <a:pt x="2226305" y="30480"/>
                    <a:pt x="2230750" y="32385"/>
                  </a:cubicBezTo>
                  <a:cubicBezTo>
                    <a:pt x="2234560" y="34290"/>
                    <a:pt x="2238370" y="37465"/>
                    <a:pt x="2240910" y="40640"/>
                  </a:cubicBezTo>
                  <a:cubicBezTo>
                    <a:pt x="2243450" y="44450"/>
                    <a:pt x="2245355" y="48260"/>
                    <a:pt x="2247260" y="53340"/>
                  </a:cubicBezTo>
                  <a:cubicBezTo>
                    <a:pt x="2248530" y="57785"/>
                    <a:pt x="2249165" y="62865"/>
                    <a:pt x="2249165" y="68580"/>
                  </a:cubicBezTo>
                  <a:lnTo>
                    <a:pt x="2247895" y="68580"/>
                  </a:lnTo>
                  <a:cubicBezTo>
                    <a:pt x="2247895" y="68580"/>
                    <a:pt x="2247895" y="71120"/>
                    <a:pt x="2247895" y="72390"/>
                  </a:cubicBezTo>
                  <a:cubicBezTo>
                    <a:pt x="2247895" y="73660"/>
                    <a:pt x="2247895" y="74295"/>
                    <a:pt x="2247895" y="75565"/>
                  </a:cubicBezTo>
                  <a:lnTo>
                    <a:pt x="2196460" y="75565"/>
                  </a:lnTo>
                  <a:cubicBezTo>
                    <a:pt x="2196460" y="79375"/>
                    <a:pt x="2197730" y="82550"/>
                    <a:pt x="2199000" y="85090"/>
                  </a:cubicBezTo>
                  <a:cubicBezTo>
                    <a:pt x="2200270" y="87630"/>
                    <a:pt x="2201540" y="90170"/>
                    <a:pt x="2203445" y="91440"/>
                  </a:cubicBezTo>
                  <a:cubicBezTo>
                    <a:pt x="2205350" y="93345"/>
                    <a:pt x="2207255" y="94615"/>
                    <a:pt x="2209160" y="95250"/>
                  </a:cubicBezTo>
                  <a:cubicBezTo>
                    <a:pt x="2211065" y="95885"/>
                    <a:pt x="2213605" y="96520"/>
                    <a:pt x="2216145" y="96520"/>
                  </a:cubicBezTo>
                  <a:cubicBezTo>
                    <a:pt x="2218050" y="96520"/>
                    <a:pt x="2219320" y="96520"/>
                    <a:pt x="2221225" y="96520"/>
                  </a:cubicBezTo>
                  <a:cubicBezTo>
                    <a:pt x="2222495" y="96520"/>
                    <a:pt x="2224400" y="95885"/>
                    <a:pt x="2225670" y="95250"/>
                  </a:cubicBezTo>
                  <a:cubicBezTo>
                    <a:pt x="2226940" y="95250"/>
                    <a:pt x="2228210" y="93980"/>
                    <a:pt x="2229480" y="93345"/>
                  </a:cubicBezTo>
                  <a:cubicBezTo>
                    <a:pt x="2230750" y="93345"/>
                    <a:pt x="2232020" y="92075"/>
                    <a:pt x="2233925" y="90805"/>
                  </a:cubicBezTo>
                  <a:lnTo>
                    <a:pt x="2242815" y="100330"/>
                  </a:lnTo>
                  <a:cubicBezTo>
                    <a:pt x="2242815" y="100330"/>
                    <a:pt x="2239005" y="103505"/>
                    <a:pt x="2237100" y="104775"/>
                  </a:cubicBezTo>
                  <a:cubicBezTo>
                    <a:pt x="2235195" y="106045"/>
                    <a:pt x="2233290" y="106680"/>
                    <a:pt x="2231385" y="107950"/>
                  </a:cubicBezTo>
                  <a:cubicBezTo>
                    <a:pt x="2229480" y="108585"/>
                    <a:pt x="2226940" y="109855"/>
                    <a:pt x="2224400" y="109855"/>
                  </a:cubicBezTo>
                  <a:cubicBezTo>
                    <a:pt x="2221860" y="109855"/>
                    <a:pt x="2218685" y="110490"/>
                    <a:pt x="2215510" y="110490"/>
                  </a:cubicBezTo>
                  <a:cubicBezTo>
                    <a:pt x="2212335" y="110490"/>
                    <a:pt x="2209160" y="110490"/>
                    <a:pt x="2205985" y="109220"/>
                  </a:cubicBezTo>
                  <a:cubicBezTo>
                    <a:pt x="2202810" y="108585"/>
                    <a:pt x="2200270" y="107315"/>
                    <a:pt x="2198365" y="105410"/>
                  </a:cubicBezTo>
                  <a:cubicBezTo>
                    <a:pt x="2195825" y="104140"/>
                    <a:pt x="2193920" y="102235"/>
                    <a:pt x="2192015" y="100330"/>
                  </a:cubicBezTo>
                  <a:cubicBezTo>
                    <a:pt x="2190110" y="98425"/>
                    <a:pt x="2188205" y="95885"/>
                    <a:pt x="2186935" y="92710"/>
                  </a:cubicBezTo>
                  <a:cubicBezTo>
                    <a:pt x="2185030" y="89535"/>
                    <a:pt x="2183760" y="86360"/>
                    <a:pt x="2183125" y="82550"/>
                  </a:cubicBezTo>
                  <a:cubicBezTo>
                    <a:pt x="2182490" y="78740"/>
                    <a:pt x="2181855" y="74295"/>
                    <a:pt x="2181855" y="69850"/>
                  </a:cubicBezTo>
                  <a:cubicBezTo>
                    <a:pt x="2181855" y="63500"/>
                    <a:pt x="2182490" y="57150"/>
                    <a:pt x="2184395" y="52070"/>
                  </a:cubicBezTo>
                  <a:cubicBezTo>
                    <a:pt x="2186300" y="46990"/>
                    <a:pt x="2188205" y="42545"/>
                    <a:pt x="2191380" y="39370"/>
                  </a:cubicBezTo>
                  <a:cubicBezTo>
                    <a:pt x="2194555" y="36195"/>
                    <a:pt x="2197730" y="33020"/>
                    <a:pt x="2202175" y="31750"/>
                  </a:cubicBezTo>
                  <a:cubicBezTo>
                    <a:pt x="2206620" y="29845"/>
                    <a:pt x="2211065" y="29210"/>
                    <a:pt x="2216145" y="29210"/>
                  </a:cubicBezTo>
                  <a:close/>
                  <a:moveTo>
                    <a:pt x="2029456" y="29210"/>
                  </a:moveTo>
                  <a:cubicBezTo>
                    <a:pt x="2035171" y="29210"/>
                    <a:pt x="2039616" y="30480"/>
                    <a:pt x="2044061" y="32385"/>
                  </a:cubicBezTo>
                  <a:cubicBezTo>
                    <a:pt x="2047871" y="34290"/>
                    <a:pt x="2051681" y="37465"/>
                    <a:pt x="2054221" y="40640"/>
                  </a:cubicBezTo>
                  <a:cubicBezTo>
                    <a:pt x="2056761" y="44450"/>
                    <a:pt x="2058666" y="48260"/>
                    <a:pt x="2060571" y="53340"/>
                  </a:cubicBezTo>
                  <a:cubicBezTo>
                    <a:pt x="2061841" y="57785"/>
                    <a:pt x="2062476" y="62865"/>
                    <a:pt x="2062476" y="68580"/>
                  </a:cubicBezTo>
                  <a:lnTo>
                    <a:pt x="2061206" y="68580"/>
                  </a:lnTo>
                  <a:cubicBezTo>
                    <a:pt x="2061206" y="68580"/>
                    <a:pt x="2061206" y="71120"/>
                    <a:pt x="2061206" y="72390"/>
                  </a:cubicBezTo>
                  <a:cubicBezTo>
                    <a:pt x="2061206" y="73660"/>
                    <a:pt x="2061206" y="74295"/>
                    <a:pt x="2061206" y="75565"/>
                  </a:cubicBezTo>
                  <a:lnTo>
                    <a:pt x="2009771" y="75565"/>
                  </a:lnTo>
                  <a:cubicBezTo>
                    <a:pt x="2009771" y="79375"/>
                    <a:pt x="2011041" y="82550"/>
                    <a:pt x="2012311" y="85090"/>
                  </a:cubicBezTo>
                  <a:cubicBezTo>
                    <a:pt x="2013581" y="87630"/>
                    <a:pt x="2014851" y="90170"/>
                    <a:pt x="2016756" y="91440"/>
                  </a:cubicBezTo>
                  <a:cubicBezTo>
                    <a:pt x="2018661" y="93345"/>
                    <a:pt x="2020566" y="94615"/>
                    <a:pt x="2022471" y="95250"/>
                  </a:cubicBezTo>
                  <a:cubicBezTo>
                    <a:pt x="2024376" y="95885"/>
                    <a:pt x="2026916" y="96520"/>
                    <a:pt x="2029456" y="96520"/>
                  </a:cubicBezTo>
                  <a:cubicBezTo>
                    <a:pt x="2031361" y="96520"/>
                    <a:pt x="2032631" y="96520"/>
                    <a:pt x="2034536" y="96520"/>
                  </a:cubicBezTo>
                  <a:cubicBezTo>
                    <a:pt x="2035806" y="96520"/>
                    <a:pt x="2037711" y="95885"/>
                    <a:pt x="2038981" y="95250"/>
                  </a:cubicBezTo>
                  <a:cubicBezTo>
                    <a:pt x="2040251" y="95250"/>
                    <a:pt x="2041521" y="93980"/>
                    <a:pt x="2042791" y="93345"/>
                  </a:cubicBezTo>
                  <a:cubicBezTo>
                    <a:pt x="2044061" y="93345"/>
                    <a:pt x="2045331" y="92075"/>
                    <a:pt x="2047236" y="90805"/>
                  </a:cubicBezTo>
                  <a:lnTo>
                    <a:pt x="2056126" y="100330"/>
                  </a:lnTo>
                  <a:cubicBezTo>
                    <a:pt x="2056126" y="100330"/>
                    <a:pt x="2052316" y="103505"/>
                    <a:pt x="2050411" y="104775"/>
                  </a:cubicBezTo>
                  <a:cubicBezTo>
                    <a:pt x="2048506" y="106045"/>
                    <a:pt x="2046601" y="106680"/>
                    <a:pt x="2044696" y="107950"/>
                  </a:cubicBezTo>
                  <a:cubicBezTo>
                    <a:pt x="2042791" y="108585"/>
                    <a:pt x="2040251" y="109855"/>
                    <a:pt x="2037711" y="109855"/>
                  </a:cubicBezTo>
                  <a:cubicBezTo>
                    <a:pt x="2035171" y="109855"/>
                    <a:pt x="2031996" y="110490"/>
                    <a:pt x="2028821" y="110490"/>
                  </a:cubicBezTo>
                  <a:cubicBezTo>
                    <a:pt x="2025646" y="110490"/>
                    <a:pt x="2022471" y="110490"/>
                    <a:pt x="2019296" y="109220"/>
                  </a:cubicBezTo>
                  <a:cubicBezTo>
                    <a:pt x="2016121" y="108585"/>
                    <a:pt x="2013581" y="107315"/>
                    <a:pt x="2011676" y="105410"/>
                  </a:cubicBezTo>
                  <a:cubicBezTo>
                    <a:pt x="2009136" y="104140"/>
                    <a:pt x="2007231" y="102235"/>
                    <a:pt x="2005326" y="100330"/>
                  </a:cubicBezTo>
                  <a:cubicBezTo>
                    <a:pt x="2003421" y="98425"/>
                    <a:pt x="2001516" y="95885"/>
                    <a:pt x="2000246" y="92710"/>
                  </a:cubicBezTo>
                  <a:cubicBezTo>
                    <a:pt x="1998341" y="89535"/>
                    <a:pt x="1997071" y="86360"/>
                    <a:pt x="1996436" y="82550"/>
                  </a:cubicBezTo>
                  <a:cubicBezTo>
                    <a:pt x="1995801" y="78740"/>
                    <a:pt x="1995166" y="74295"/>
                    <a:pt x="1995166" y="69850"/>
                  </a:cubicBezTo>
                  <a:cubicBezTo>
                    <a:pt x="1995166" y="63500"/>
                    <a:pt x="1995801" y="57150"/>
                    <a:pt x="1997706" y="52070"/>
                  </a:cubicBezTo>
                  <a:cubicBezTo>
                    <a:pt x="1999611" y="46990"/>
                    <a:pt x="2001516" y="42545"/>
                    <a:pt x="2004691" y="39370"/>
                  </a:cubicBezTo>
                  <a:cubicBezTo>
                    <a:pt x="2007866" y="36195"/>
                    <a:pt x="2011041" y="33020"/>
                    <a:pt x="2015486" y="31750"/>
                  </a:cubicBezTo>
                  <a:cubicBezTo>
                    <a:pt x="2019931" y="29845"/>
                    <a:pt x="2024376" y="29210"/>
                    <a:pt x="2029456" y="29210"/>
                  </a:cubicBezTo>
                  <a:close/>
                  <a:moveTo>
                    <a:pt x="1831336" y="29210"/>
                  </a:moveTo>
                  <a:cubicBezTo>
                    <a:pt x="1837051" y="29210"/>
                    <a:pt x="1841496" y="30480"/>
                    <a:pt x="1845941" y="32385"/>
                  </a:cubicBezTo>
                  <a:cubicBezTo>
                    <a:pt x="1849751" y="34290"/>
                    <a:pt x="1853561" y="37465"/>
                    <a:pt x="1856101" y="40640"/>
                  </a:cubicBezTo>
                  <a:cubicBezTo>
                    <a:pt x="1858641" y="44450"/>
                    <a:pt x="1860546" y="48260"/>
                    <a:pt x="1862451" y="53340"/>
                  </a:cubicBezTo>
                  <a:cubicBezTo>
                    <a:pt x="1863721" y="57785"/>
                    <a:pt x="1864356" y="62865"/>
                    <a:pt x="1864356" y="68580"/>
                  </a:cubicBezTo>
                  <a:lnTo>
                    <a:pt x="1863086" y="68580"/>
                  </a:lnTo>
                  <a:cubicBezTo>
                    <a:pt x="1863086" y="68580"/>
                    <a:pt x="1863086" y="71120"/>
                    <a:pt x="1863086" y="72390"/>
                  </a:cubicBezTo>
                  <a:cubicBezTo>
                    <a:pt x="1863086" y="73660"/>
                    <a:pt x="1863086" y="74295"/>
                    <a:pt x="1863086" y="75565"/>
                  </a:cubicBezTo>
                  <a:lnTo>
                    <a:pt x="1811651" y="75565"/>
                  </a:lnTo>
                  <a:cubicBezTo>
                    <a:pt x="1811651" y="79375"/>
                    <a:pt x="1812921" y="82550"/>
                    <a:pt x="1814191" y="85090"/>
                  </a:cubicBezTo>
                  <a:cubicBezTo>
                    <a:pt x="1815461" y="87630"/>
                    <a:pt x="1816731" y="90170"/>
                    <a:pt x="1818636" y="91440"/>
                  </a:cubicBezTo>
                  <a:cubicBezTo>
                    <a:pt x="1820541" y="93345"/>
                    <a:pt x="1822446" y="94615"/>
                    <a:pt x="1824351" y="95250"/>
                  </a:cubicBezTo>
                  <a:cubicBezTo>
                    <a:pt x="1826256" y="95885"/>
                    <a:pt x="1828796" y="96520"/>
                    <a:pt x="1831336" y="96520"/>
                  </a:cubicBezTo>
                  <a:cubicBezTo>
                    <a:pt x="1833241" y="96520"/>
                    <a:pt x="1834511" y="96520"/>
                    <a:pt x="1836416" y="96520"/>
                  </a:cubicBezTo>
                  <a:cubicBezTo>
                    <a:pt x="1837686" y="96520"/>
                    <a:pt x="1839591" y="95885"/>
                    <a:pt x="1840861" y="95250"/>
                  </a:cubicBezTo>
                  <a:cubicBezTo>
                    <a:pt x="1842131" y="95250"/>
                    <a:pt x="1843401" y="93980"/>
                    <a:pt x="1844671" y="93345"/>
                  </a:cubicBezTo>
                  <a:cubicBezTo>
                    <a:pt x="1845941" y="93345"/>
                    <a:pt x="1847211" y="92075"/>
                    <a:pt x="1849116" y="90805"/>
                  </a:cubicBezTo>
                  <a:lnTo>
                    <a:pt x="1858006" y="100330"/>
                  </a:lnTo>
                  <a:cubicBezTo>
                    <a:pt x="1858006" y="100330"/>
                    <a:pt x="1854196" y="103505"/>
                    <a:pt x="1852291" y="104775"/>
                  </a:cubicBezTo>
                  <a:cubicBezTo>
                    <a:pt x="1850386" y="106045"/>
                    <a:pt x="1848481" y="106680"/>
                    <a:pt x="1846576" y="107950"/>
                  </a:cubicBezTo>
                  <a:cubicBezTo>
                    <a:pt x="1844671" y="108585"/>
                    <a:pt x="1842131" y="109855"/>
                    <a:pt x="1839591" y="109855"/>
                  </a:cubicBezTo>
                  <a:cubicBezTo>
                    <a:pt x="1837051" y="109855"/>
                    <a:pt x="1833876" y="110490"/>
                    <a:pt x="1830701" y="110490"/>
                  </a:cubicBezTo>
                  <a:cubicBezTo>
                    <a:pt x="1827526" y="110490"/>
                    <a:pt x="1824351" y="110490"/>
                    <a:pt x="1821176" y="109220"/>
                  </a:cubicBezTo>
                  <a:cubicBezTo>
                    <a:pt x="1818001" y="108585"/>
                    <a:pt x="1815461" y="107315"/>
                    <a:pt x="1813556" y="105410"/>
                  </a:cubicBezTo>
                  <a:cubicBezTo>
                    <a:pt x="1811016" y="104140"/>
                    <a:pt x="1809111" y="102235"/>
                    <a:pt x="1807206" y="100330"/>
                  </a:cubicBezTo>
                  <a:cubicBezTo>
                    <a:pt x="1805301" y="98425"/>
                    <a:pt x="1803396" y="95885"/>
                    <a:pt x="1802126" y="92710"/>
                  </a:cubicBezTo>
                  <a:cubicBezTo>
                    <a:pt x="1800221" y="89535"/>
                    <a:pt x="1798951" y="86360"/>
                    <a:pt x="1798316" y="82550"/>
                  </a:cubicBezTo>
                  <a:cubicBezTo>
                    <a:pt x="1797681" y="78740"/>
                    <a:pt x="1797046" y="74295"/>
                    <a:pt x="1797046" y="69850"/>
                  </a:cubicBezTo>
                  <a:cubicBezTo>
                    <a:pt x="1797046" y="63500"/>
                    <a:pt x="1797681" y="57150"/>
                    <a:pt x="1799586" y="52070"/>
                  </a:cubicBezTo>
                  <a:cubicBezTo>
                    <a:pt x="1801491" y="46990"/>
                    <a:pt x="1803396" y="42545"/>
                    <a:pt x="1806571" y="39370"/>
                  </a:cubicBezTo>
                  <a:cubicBezTo>
                    <a:pt x="1809746" y="36195"/>
                    <a:pt x="1812921" y="33020"/>
                    <a:pt x="1817366" y="31750"/>
                  </a:cubicBezTo>
                  <a:cubicBezTo>
                    <a:pt x="1821811" y="29845"/>
                    <a:pt x="1826256" y="29210"/>
                    <a:pt x="1831336" y="29210"/>
                  </a:cubicBezTo>
                  <a:close/>
                  <a:moveTo>
                    <a:pt x="1501140" y="29210"/>
                  </a:moveTo>
                  <a:cubicBezTo>
                    <a:pt x="1503046" y="29210"/>
                    <a:pt x="1504951" y="29210"/>
                    <a:pt x="1506856" y="29210"/>
                  </a:cubicBezTo>
                  <a:cubicBezTo>
                    <a:pt x="1511301" y="29210"/>
                    <a:pt x="1515746" y="29845"/>
                    <a:pt x="1518920" y="31750"/>
                  </a:cubicBezTo>
                  <a:cubicBezTo>
                    <a:pt x="1522096" y="33020"/>
                    <a:pt x="1525271" y="35560"/>
                    <a:pt x="1527811" y="38100"/>
                  </a:cubicBezTo>
                  <a:cubicBezTo>
                    <a:pt x="1530351" y="41275"/>
                    <a:pt x="1531621" y="44450"/>
                    <a:pt x="1532891" y="48895"/>
                  </a:cubicBezTo>
                  <a:cubicBezTo>
                    <a:pt x="1534161" y="53340"/>
                    <a:pt x="1534796" y="58420"/>
                    <a:pt x="1534796" y="64135"/>
                  </a:cubicBezTo>
                  <a:lnTo>
                    <a:pt x="1534796" y="108585"/>
                  </a:lnTo>
                  <a:lnTo>
                    <a:pt x="1519556" y="108585"/>
                  </a:lnTo>
                  <a:lnTo>
                    <a:pt x="1518920" y="108585"/>
                  </a:lnTo>
                  <a:lnTo>
                    <a:pt x="1518920" y="64770"/>
                  </a:lnTo>
                  <a:cubicBezTo>
                    <a:pt x="1518920" y="57785"/>
                    <a:pt x="1517651" y="52070"/>
                    <a:pt x="1515111" y="48895"/>
                  </a:cubicBezTo>
                  <a:cubicBezTo>
                    <a:pt x="1512571" y="45085"/>
                    <a:pt x="1508761" y="43180"/>
                    <a:pt x="1503046" y="43180"/>
                  </a:cubicBezTo>
                  <a:cubicBezTo>
                    <a:pt x="1500506" y="43180"/>
                    <a:pt x="1498601" y="43180"/>
                    <a:pt x="1496061" y="44450"/>
                  </a:cubicBezTo>
                  <a:cubicBezTo>
                    <a:pt x="1494156" y="45085"/>
                    <a:pt x="1492250" y="46990"/>
                    <a:pt x="1490981" y="48260"/>
                  </a:cubicBezTo>
                  <a:cubicBezTo>
                    <a:pt x="1489711" y="50165"/>
                    <a:pt x="1488441" y="52070"/>
                    <a:pt x="1487806" y="54610"/>
                  </a:cubicBezTo>
                  <a:cubicBezTo>
                    <a:pt x="1487806" y="57150"/>
                    <a:pt x="1487170" y="59690"/>
                    <a:pt x="1487170" y="62865"/>
                  </a:cubicBezTo>
                  <a:lnTo>
                    <a:pt x="1487170" y="108585"/>
                  </a:lnTo>
                  <a:lnTo>
                    <a:pt x="1471931" y="108585"/>
                  </a:lnTo>
                  <a:lnTo>
                    <a:pt x="1471931" y="30480"/>
                  </a:lnTo>
                  <a:lnTo>
                    <a:pt x="1487170" y="30480"/>
                  </a:lnTo>
                  <a:lnTo>
                    <a:pt x="1487170" y="38100"/>
                  </a:lnTo>
                  <a:cubicBezTo>
                    <a:pt x="1487170" y="38100"/>
                    <a:pt x="1489076" y="35560"/>
                    <a:pt x="1490981" y="34290"/>
                  </a:cubicBezTo>
                  <a:cubicBezTo>
                    <a:pt x="1492250" y="33020"/>
                    <a:pt x="1494156" y="32385"/>
                    <a:pt x="1495426" y="31115"/>
                  </a:cubicBezTo>
                  <a:cubicBezTo>
                    <a:pt x="1497331" y="30480"/>
                    <a:pt x="1499236" y="29845"/>
                    <a:pt x="1501140" y="29210"/>
                  </a:cubicBezTo>
                  <a:close/>
                  <a:moveTo>
                    <a:pt x="1250316" y="29210"/>
                  </a:moveTo>
                  <a:cubicBezTo>
                    <a:pt x="1255396" y="29210"/>
                    <a:pt x="1259841" y="29845"/>
                    <a:pt x="1264286" y="31750"/>
                  </a:cubicBezTo>
                  <a:cubicBezTo>
                    <a:pt x="1268731" y="33655"/>
                    <a:pt x="1273176" y="35560"/>
                    <a:pt x="1276350" y="38100"/>
                  </a:cubicBezTo>
                  <a:lnTo>
                    <a:pt x="1278256" y="38100"/>
                  </a:lnTo>
                  <a:lnTo>
                    <a:pt x="1271271" y="50165"/>
                  </a:lnTo>
                  <a:cubicBezTo>
                    <a:pt x="1268095" y="47625"/>
                    <a:pt x="1264921" y="46355"/>
                    <a:pt x="1261746" y="45085"/>
                  </a:cubicBezTo>
                  <a:cubicBezTo>
                    <a:pt x="1258570" y="43815"/>
                    <a:pt x="1254761" y="43180"/>
                    <a:pt x="1250951" y="43180"/>
                  </a:cubicBezTo>
                  <a:cubicBezTo>
                    <a:pt x="1247141" y="43180"/>
                    <a:pt x="1244601" y="43815"/>
                    <a:pt x="1242696" y="45085"/>
                  </a:cubicBezTo>
                  <a:cubicBezTo>
                    <a:pt x="1240791" y="46355"/>
                    <a:pt x="1240156" y="48260"/>
                    <a:pt x="1240156" y="50165"/>
                  </a:cubicBezTo>
                  <a:cubicBezTo>
                    <a:pt x="1240156" y="51435"/>
                    <a:pt x="1240156" y="52070"/>
                    <a:pt x="1240156" y="52705"/>
                  </a:cubicBezTo>
                  <a:cubicBezTo>
                    <a:pt x="1240156" y="53340"/>
                    <a:pt x="1241426" y="54610"/>
                    <a:pt x="1242061" y="55245"/>
                  </a:cubicBezTo>
                  <a:cubicBezTo>
                    <a:pt x="1243331" y="55880"/>
                    <a:pt x="1244601" y="57150"/>
                    <a:pt x="1246506" y="57785"/>
                  </a:cubicBezTo>
                  <a:cubicBezTo>
                    <a:pt x="1248411" y="59055"/>
                    <a:pt x="1250951" y="59690"/>
                    <a:pt x="1253491" y="60960"/>
                  </a:cubicBezTo>
                  <a:cubicBezTo>
                    <a:pt x="1257936" y="62865"/>
                    <a:pt x="1261746" y="64135"/>
                    <a:pt x="1264921" y="66040"/>
                  </a:cubicBezTo>
                  <a:cubicBezTo>
                    <a:pt x="1268095" y="67310"/>
                    <a:pt x="1270635" y="69215"/>
                    <a:pt x="1273176" y="71120"/>
                  </a:cubicBezTo>
                  <a:cubicBezTo>
                    <a:pt x="1275080" y="73025"/>
                    <a:pt x="1276985" y="75565"/>
                    <a:pt x="1278256" y="78105"/>
                  </a:cubicBezTo>
                  <a:cubicBezTo>
                    <a:pt x="1279525" y="80645"/>
                    <a:pt x="1280161" y="83820"/>
                    <a:pt x="1280161" y="87630"/>
                  </a:cubicBezTo>
                  <a:cubicBezTo>
                    <a:pt x="1280161" y="92075"/>
                    <a:pt x="1279525" y="95250"/>
                    <a:pt x="1277621" y="98425"/>
                  </a:cubicBezTo>
                  <a:cubicBezTo>
                    <a:pt x="1275716" y="101600"/>
                    <a:pt x="1273811" y="103505"/>
                    <a:pt x="1271271" y="105410"/>
                  </a:cubicBezTo>
                  <a:cubicBezTo>
                    <a:pt x="1268731" y="107315"/>
                    <a:pt x="1265556" y="108585"/>
                    <a:pt x="1261746" y="109220"/>
                  </a:cubicBezTo>
                  <a:cubicBezTo>
                    <a:pt x="1257936" y="109855"/>
                    <a:pt x="1254761" y="110490"/>
                    <a:pt x="1250951" y="110490"/>
                  </a:cubicBezTo>
                  <a:cubicBezTo>
                    <a:pt x="1245871" y="110490"/>
                    <a:pt x="1240791" y="109855"/>
                    <a:pt x="1235711" y="107950"/>
                  </a:cubicBezTo>
                  <a:cubicBezTo>
                    <a:pt x="1229996" y="106045"/>
                    <a:pt x="1225551" y="103505"/>
                    <a:pt x="1221106" y="100965"/>
                  </a:cubicBezTo>
                  <a:lnTo>
                    <a:pt x="1228091" y="89535"/>
                  </a:lnTo>
                  <a:cubicBezTo>
                    <a:pt x="1231901" y="92075"/>
                    <a:pt x="1235711" y="93980"/>
                    <a:pt x="1239521" y="95250"/>
                  </a:cubicBezTo>
                  <a:cubicBezTo>
                    <a:pt x="1243331" y="96520"/>
                    <a:pt x="1247141" y="97155"/>
                    <a:pt x="1250951" y="97155"/>
                  </a:cubicBezTo>
                  <a:cubicBezTo>
                    <a:pt x="1256031" y="97155"/>
                    <a:pt x="1259205" y="96520"/>
                    <a:pt x="1261746" y="94615"/>
                  </a:cubicBezTo>
                  <a:cubicBezTo>
                    <a:pt x="1264286" y="93345"/>
                    <a:pt x="1264921" y="90805"/>
                    <a:pt x="1264921" y="88265"/>
                  </a:cubicBezTo>
                  <a:cubicBezTo>
                    <a:pt x="1264921" y="86995"/>
                    <a:pt x="1264921" y="85725"/>
                    <a:pt x="1263650" y="84455"/>
                  </a:cubicBezTo>
                  <a:cubicBezTo>
                    <a:pt x="1263015" y="83185"/>
                    <a:pt x="1261746" y="82550"/>
                    <a:pt x="1259841" y="81280"/>
                  </a:cubicBezTo>
                  <a:cubicBezTo>
                    <a:pt x="1258570" y="80010"/>
                    <a:pt x="1256666" y="79375"/>
                    <a:pt x="1254125" y="78105"/>
                  </a:cubicBezTo>
                  <a:cubicBezTo>
                    <a:pt x="1252221" y="77470"/>
                    <a:pt x="1249681" y="76200"/>
                    <a:pt x="1246506" y="74930"/>
                  </a:cubicBezTo>
                  <a:cubicBezTo>
                    <a:pt x="1242061" y="73025"/>
                    <a:pt x="1238886" y="71755"/>
                    <a:pt x="1235711" y="69850"/>
                  </a:cubicBezTo>
                  <a:cubicBezTo>
                    <a:pt x="1232536" y="67945"/>
                    <a:pt x="1230631" y="66675"/>
                    <a:pt x="1228726" y="64770"/>
                  </a:cubicBezTo>
                  <a:cubicBezTo>
                    <a:pt x="1226821" y="62865"/>
                    <a:pt x="1225551" y="60960"/>
                    <a:pt x="1224916" y="58420"/>
                  </a:cubicBezTo>
                  <a:cubicBezTo>
                    <a:pt x="1224281" y="55880"/>
                    <a:pt x="1223646" y="53340"/>
                    <a:pt x="1223646" y="50165"/>
                  </a:cubicBezTo>
                  <a:cubicBezTo>
                    <a:pt x="1223646" y="46990"/>
                    <a:pt x="1224281" y="43815"/>
                    <a:pt x="1225551" y="40640"/>
                  </a:cubicBezTo>
                  <a:cubicBezTo>
                    <a:pt x="1226821" y="38100"/>
                    <a:pt x="1228726" y="35560"/>
                    <a:pt x="1231266" y="34290"/>
                  </a:cubicBezTo>
                  <a:cubicBezTo>
                    <a:pt x="1233806" y="32385"/>
                    <a:pt x="1236346" y="31115"/>
                    <a:pt x="1239521" y="30480"/>
                  </a:cubicBezTo>
                  <a:cubicBezTo>
                    <a:pt x="1242696" y="29845"/>
                    <a:pt x="1246506" y="29210"/>
                    <a:pt x="1250316" y="29210"/>
                  </a:cubicBezTo>
                  <a:close/>
                  <a:moveTo>
                    <a:pt x="1180466" y="29210"/>
                  </a:moveTo>
                  <a:cubicBezTo>
                    <a:pt x="1186181" y="29210"/>
                    <a:pt x="1190626" y="30480"/>
                    <a:pt x="1195071" y="32385"/>
                  </a:cubicBezTo>
                  <a:cubicBezTo>
                    <a:pt x="1198881" y="34290"/>
                    <a:pt x="1202691" y="37465"/>
                    <a:pt x="1205231" y="40640"/>
                  </a:cubicBezTo>
                  <a:cubicBezTo>
                    <a:pt x="1207771" y="44450"/>
                    <a:pt x="1209676" y="48260"/>
                    <a:pt x="1211581" y="53340"/>
                  </a:cubicBezTo>
                  <a:cubicBezTo>
                    <a:pt x="1212851" y="57785"/>
                    <a:pt x="1213486" y="62865"/>
                    <a:pt x="1213486" y="68580"/>
                  </a:cubicBezTo>
                  <a:lnTo>
                    <a:pt x="1212216" y="68580"/>
                  </a:lnTo>
                  <a:cubicBezTo>
                    <a:pt x="1212216" y="68580"/>
                    <a:pt x="1212216" y="71120"/>
                    <a:pt x="1212216" y="72390"/>
                  </a:cubicBezTo>
                  <a:cubicBezTo>
                    <a:pt x="1212216" y="73660"/>
                    <a:pt x="1212216" y="74295"/>
                    <a:pt x="1212216" y="75565"/>
                  </a:cubicBezTo>
                  <a:lnTo>
                    <a:pt x="1160781" y="75565"/>
                  </a:lnTo>
                  <a:cubicBezTo>
                    <a:pt x="1160781" y="79375"/>
                    <a:pt x="1162051" y="82550"/>
                    <a:pt x="1163321" y="85090"/>
                  </a:cubicBezTo>
                  <a:cubicBezTo>
                    <a:pt x="1164591" y="87630"/>
                    <a:pt x="1165861" y="90170"/>
                    <a:pt x="1167766" y="91440"/>
                  </a:cubicBezTo>
                  <a:cubicBezTo>
                    <a:pt x="1169671" y="93345"/>
                    <a:pt x="1171576" y="94615"/>
                    <a:pt x="1173481" y="95250"/>
                  </a:cubicBezTo>
                  <a:cubicBezTo>
                    <a:pt x="1175386" y="95885"/>
                    <a:pt x="1177926" y="96520"/>
                    <a:pt x="1180466" y="96520"/>
                  </a:cubicBezTo>
                  <a:cubicBezTo>
                    <a:pt x="1182371" y="96520"/>
                    <a:pt x="1183641" y="96520"/>
                    <a:pt x="1185546" y="96520"/>
                  </a:cubicBezTo>
                  <a:cubicBezTo>
                    <a:pt x="1186816" y="96520"/>
                    <a:pt x="1188721" y="95885"/>
                    <a:pt x="1189991" y="95250"/>
                  </a:cubicBezTo>
                  <a:cubicBezTo>
                    <a:pt x="1191261" y="95250"/>
                    <a:pt x="1192531" y="93980"/>
                    <a:pt x="1193801" y="93345"/>
                  </a:cubicBezTo>
                  <a:cubicBezTo>
                    <a:pt x="1195071" y="93345"/>
                    <a:pt x="1196341" y="92075"/>
                    <a:pt x="1198246" y="90805"/>
                  </a:cubicBezTo>
                  <a:lnTo>
                    <a:pt x="1207136" y="100330"/>
                  </a:lnTo>
                  <a:cubicBezTo>
                    <a:pt x="1207136" y="100330"/>
                    <a:pt x="1203326" y="103505"/>
                    <a:pt x="1201421" y="104775"/>
                  </a:cubicBezTo>
                  <a:cubicBezTo>
                    <a:pt x="1199516" y="106045"/>
                    <a:pt x="1197611" y="106680"/>
                    <a:pt x="1195706" y="107950"/>
                  </a:cubicBezTo>
                  <a:cubicBezTo>
                    <a:pt x="1193801" y="108585"/>
                    <a:pt x="1191261" y="109855"/>
                    <a:pt x="1188721" y="109855"/>
                  </a:cubicBezTo>
                  <a:cubicBezTo>
                    <a:pt x="1186181" y="109855"/>
                    <a:pt x="1183006" y="110490"/>
                    <a:pt x="1179831" y="110490"/>
                  </a:cubicBezTo>
                  <a:cubicBezTo>
                    <a:pt x="1176656" y="110490"/>
                    <a:pt x="1173481" y="110490"/>
                    <a:pt x="1170306" y="109220"/>
                  </a:cubicBezTo>
                  <a:cubicBezTo>
                    <a:pt x="1167131" y="108585"/>
                    <a:pt x="1164591" y="107315"/>
                    <a:pt x="1162686" y="105410"/>
                  </a:cubicBezTo>
                  <a:cubicBezTo>
                    <a:pt x="1160781" y="103505"/>
                    <a:pt x="1158241" y="102235"/>
                    <a:pt x="1156336" y="100330"/>
                  </a:cubicBezTo>
                  <a:cubicBezTo>
                    <a:pt x="1154431" y="98425"/>
                    <a:pt x="1152526" y="95885"/>
                    <a:pt x="1151256" y="92710"/>
                  </a:cubicBezTo>
                  <a:cubicBezTo>
                    <a:pt x="1149351" y="89535"/>
                    <a:pt x="1148081" y="86360"/>
                    <a:pt x="1147446" y="82550"/>
                  </a:cubicBezTo>
                  <a:cubicBezTo>
                    <a:pt x="1146811" y="78740"/>
                    <a:pt x="1146176" y="74295"/>
                    <a:pt x="1146176" y="69850"/>
                  </a:cubicBezTo>
                  <a:cubicBezTo>
                    <a:pt x="1146176" y="63500"/>
                    <a:pt x="1146811" y="57150"/>
                    <a:pt x="1148716" y="52070"/>
                  </a:cubicBezTo>
                  <a:cubicBezTo>
                    <a:pt x="1150621" y="46990"/>
                    <a:pt x="1152526" y="42545"/>
                    <a:pt x="1155701" y="39370"/>
                  </a:cubicBezTo>
                  <a:cubicBezTo>
                    <a:pt x="1158876" y="36195"/>
                    <a:pt x="1162051" y="33020"/>
                    <a:pt x="1166496" y="31750"/>
                  </a:cubicBezTo>
                  <a:cubicBezTo>
                    <a:pt x="1170941" y="29845"/>
                    <a:pt x="1175386" y="29210"/>
                    <a:pt x="1180466" y="29210"/>
                  </a:cubicBezTo>
                  <a:close/>
                  <a:moveTo>
                    <a:pt x="901065" y="29210"/>
                  </a:moveTo>
                  <a:cubicBezTo>
                    <a:pt x="906780" y="29210"/>
                    <a:pt x="911225" y="30480"/>
                    <a:pt x="915670" y="32385"/>
                  </a:cubicBezTo>
                  <a:cubicBezTo>
                    <a:pt x="919480" y="34290"/>
                    <a:pt x="923290" y="37465"/>
                    <a:pt x="925830" y="40640"/>
                  </a:cubicBezTo>
                  <a:cubicBezTo>
                    <a:pt x="928370" y="44450"/>
                    <a:pt x="930275" y="48260"/>
                    <a:pt x="932180" y="53340"/>
                  </a:cubicBezTo>
                  <a:cubicBezTo>
                    <a:pt x="933450" y="57785"/>
                    <a:pt x="934085" y="62865"/>
                    <a:pt x="934085" y="68580"/>
                  </a:cubicBezTo>
                  <a:lnTo>
                    <a:pt x="932815" y="68580"/>
                  </a:lnTo>
                  <a:cubicBezTo>
                    <a:pt x="932815" y="68580"/>
                    <a:pt x="932815" y="71120"/>
                    <a:pt x="932815" y="72390"/>
                  </a:cubicBezTo>
                  <a:cubicBezTo>
                    <a:pt x="932815" y="73660"/>
                    <a:pt x="932815" y="74295"/>
                    <a:pt x="932815" y="75565"/>
                  </a:cubicBezTo>
                  <a:lnTo>
                    <a:pt x="881380" y="75565"/>
                  </a:lnTo>
                  <a:cubicBezTo>
                    <a:pt x="881380" y="79375"/>
                    <a:pt x="882650" y="82550"/>
                    <a:pt x="883920" y="85090"/>
                  </a:cubicBezTo>
                  <a:cubicBezTo>
                    <a:pt x="885190" y="87630"/>
                    <a:pt x="886460" y="90170"/>
                    <a:pt x="888365" y="91440"/>
                  </a:cubicBezTo>
                  <a:cubicBezTo>
                    <a:pt x="890270" y="93345"/>
                    <a:pt x="892175" y="94615"/>
                    <a:pt x="894080" y="95250"/>
                  </a:cubicBezTo>
                  <a:cubicBezTo>
                    <a:pt x="895985" y="95885"/>
                    <a:pt x="898525" y="96520"/>
                    <a:pt x="901065" y="96520"/>
                  </a:cubicBezTo>
                  <a:cubicBezTo>
                    <a:pt x="902970" y="96520"/>
                    <a:pt x="904240" y="96520"/>
                    <a:pt x="906145" y="96520"/>
                  </a:cubicBezTo>
                  <a:cubicBezTo>
                    <a:pt x="907415" y="96520"/>
                    <a:pt x="909320" y="95885"/>
                    <a:pt x="910590" y="95250"/>
                  </a:cubicBezTo>
                  <a:cubicBezTo>
                    <a:pt x="911860" y="95250"/>
                    <a:pt x="913130" y="93980"/>
                    <a:pt x="914400" y="93345"/>
                  </a:cubicBezTo>
                  <a:cubicBezTo>
                    <a:pt x="915670" y="93345"/>
                    <a:pt x="916940" y="92075"/>
                    <a:pt x="918845" y="90805"/>
                  </a:cubicBezTo>
                  <a:lnTo>
                    <a:pt x="927735" y="100330"/>
                  </a:lnTo>
                  <a:cubicBezTo>
                    <a:pt x="927735" y="100330"/>
                    <a:pt x="923925" y="103505"/>
                    <a:pt x="922020" y="104775"/>
                  </a:cubicBezTo>
                  <a:cubicBezTo>
                    <a:pt x="920115" y="106045"/>
                    <a:pt x="918210" y="106680"/>
                    <a:pt x="916305" y="107950"/>
                  </a:cubicBezTo>
                  <a:cubicBezTo>
                    <a:pt x="914400" y="108585"/>
                    <a:pt x="911860" y="109855"/>
                    <a:pt x="909320" y="109855"/>
                  </a:cubicBezTo>
                  <a:cubicBezTo>
                    <a:pt x="906780" y="109855"/>
                    <a:pt x="903605" y="110490"/>
                    <a:pt x="900430" y="110490"/>
                  </a:cubicBezTo>
                  <a:cubicBezTo>
                    <a:pt x="897255" y="110490"/>
                    <a:pt x="894080" y="110490"/>
                    <a:pt x="890905" y="109220"/>
                  </a:cubicBezTo>
                  <a:cubicBezTo>
                    <a:pt x="887730" y="108585"/>
                    <a:pt x="885190" y="107315"/>
                    <a:pt x="883285" y="105410"/>
                  </a:cubicBezTo>
                  <a:cubicBezTo>
                    <a:pt x="881380" y="103505"/>
                    <a:pt x="878840" y="102235"/>
                    <a:pt x="876935" y="100330"/>
                  </a:cubicBezTo>
                  <a:cubicBezTo>
                    <a:pt x="875030" y="98425"/>
                    <a:pt x="873125" y="95885"/>
                    <a:pt x="871855" y="92710"/>
                  </a:cubicBezTo>
                  <a:cubicBezTo>
                    <a:pt x="869950" y="89535"/>
                    <a:pt x="868680" y="86360"/>
                    <a:pt x="868045" y="82550"/>
                  </a:cubicBezTo>
                  <a:cubicBezTo>
                    <a:pt x="867410" y="78740"/>
                    <a:pt x="866775" y="74295"/>
                    <a:pt x="866775" y="69850"/>
                  </a:cubicBezTo>
                  <a:cubicBezTo>
                    <a:pt x="866775" y="63500"/>
                    <a:pt x="867410" y="57150"/>
                    <a:pt x="869315" y="52070"/>
                  </a:cubicBezTo>
                  <a:cubicBezTo>
                    <a:pt x="871220" y="46990"/>
                    <a:pt x="873125" y="42545"/>
                    <a:pt x="876300" y="39370"/>
                  </a:cubicBezTo>
                  <a:cubicBezTo>
                    <a:pt x="879475" y="36195"/>
                    <a:pt x="882650" y="33020"/>
                    <a:pt x="887095" y="31750"/>
                  </a:cubicBezTo>
                  <a:cubicBezTo>
                    <a:pt x="891540" y="29845"/>
                    <a:pt x="895985" y="29210"/>
                    <a:pt x="901065" y="29210"/>
                  </a:cubicBezTo>
                  <a:close/>
                  <a:moveTo>
                    <a:pt x="668656" y="29210"/>
                  </a:moveTo>
                  <a:cubicBezTo>
                    <a:pt x="671830" y="29210"/>
                    <a:pt x="674370" y="29210"/>
                    <a:pt x="676275" y="29845"/>
                  </a:cubicBezTo>
                  <a:cubicBezTo>
                    <a:pt x="678181" y="29845"/>
                    <a:pt x="680086" y="31115"/>
                    <a:pt x="681991" y="32385"/>
                  </a:cubicBezTo>
                  <a:lnTo>
                    <a:pt x="678181" y="46990"/>
                  </a:lnTo>
                  <a:lnTo>
                    <a:pt x="676910" y="46990"/>
                  </a:lnTo>
                  <a:cubicBezTo>
                    <a:pt x="676910" y="46990"/>
                    <a:pt x="673736" y="45085"/>
                    <a:pt x="671830" y="45085"/>
                  </a:cubicBezTo>
                  <a:cubicBezTo>
                    <a:pt x="669925" y="45085"/>
                    <a:pt x="668020" y="44450"/>
                    <a:pt x="665480" y="44450"/>
                  </a:cubicBezTo>
                  <a:cubicBezTo>
                    <a:pt x="660400" y="44450"/>
                    <a:pt x="656590" y="46355"/>
                    <a:pt x="654050" y="49530"/>
                  </a:cubicBezTo>
                  <a:cubicBezTo>
                    <a:pt x="651510" y="52705"/>
                    <a:pt x="650240" y="57785"/>
                    <a:pt x="650240" y="64770"/>
                  </a:cubicBezTo>
                  <a:lnTo>
                    <a:pt x="650240" y="109220"/>
                  </a:lnTo>
                  <a:lnTo>
                    <a:pt x="635000" y="109220"/>
                  </a:lnTo>
                  <a:lnTo>
                    <a:pt x="635000" y="31115"/>
                  </a:lnTo>
                  <a:lnTo>
                    <a:pt x="650240" y="31115"/>
                  </a:lnTo>
                  <a:lnTo>
                    <a:pt x="650240" y="38735"/>
                  </a:lnTo>
                  <a:cubicBezTo>
                    <a:pt x="650240" y="38735"/>
                    <a:pt x="652145" y="36195"/>
                    <a:pt x="653416" y="34925"/>
                  </a:cubicBezTo>
                  <a:cubicBezTo>
                    <a:pt x="654685" y="33655"/>
                    <a:pt x="655955" y="33020"/>
                    <a:pt x="657861" y="31750"/>
                  </a:cubicBezTo>
                  <a:cubicBezTo>
                    <a:pt x="659130" y="31115"/>
                    <a:pt x="661035" y="30480"/>
                    <a:pt x="662940" y="29845"/>
                  </a:cubicBezTo>
                  <a:cubicBezTo>
                    <a:pt x="664845" y="29845"/>
                    <a:pt x="666751" y="29210"/>
                    <a:pt x="668656" y="29210"/>
                  </a:cubicBezTo>
                  <a:close/>
                  <a:moveTo>
                    <a:pt x="586739" y="29210"/>
                  </a:moveTo>
                  <a:cubicBezTo>
                    <a:pt x="592454" y="29210"/>
                    <a:pt x="596899" y="30480"/>
                    <a:pt x="601344" y="32385"/>
                  </a:cubicBezTo>
                  <a:cubicBezTo>
                    <a:pt x="605154" y="34290"/>
                    <a:pt x="608964" y="37465"/>
                    <a:pt x="611504" y="40640"/>
                  </a:cubicBezTo>
                  <a:cubicBezTo>
                    <a:pt x="614044" y="44450"/>
                    <a:pt x="615949" y="48260"/>
                    <a:pt x="617854" y="53340"/>
                  </a:cubicBezTo>
                  <a:cubicBezTo>
                    <a:pt x="619124" y="57785"/>
                    <a:pt x="619759" y="62865"/>
                    <a:pt x="619759" y="68580"/>
                  </a:cubicBezTo>
                  <a:lnTo>
                    <a:pt x="618489" y="68580"/>
                  </a:lnTo>
                  <a:cubicBezTo>
                    <a:pt x="618489" y="68580"/>
                    <a:pt x="618489" y="71120"/>
                    <a:pt x="618489" y="72390"/>
                  </a:cubicBezTo>
                  <a:cubicBezTo>
                    <a:pt x="618489" y="73660"/>
                    <a:pt x="618489" y="74295"/>
                    <a:pt x="618489" y="75565"/>
                  </a:cubicBezTo>
                  <a:lnTo>
                    <a:pt x="567054" y="75565"/>
                  </a:lnTo>
                  <a:cubicBezTo>
                    <a:pt x="567054" y="79375"/>
                    <a:pt x="568324" y="82550"/>
                    <a:pt x="569594" y="85090"/>
                  </a:cubicBezTo>
                  <a:cubicBezTo>
                    <a:pt x="570864" y="87630"/>
                    <a:pt x="572134" y="90170"/>
                    <a:pt x="574039" y="91440"/>
                  </a:cubicBezTo>
                  <a:cubicBezTo>
                    <a:pt x="575944" y="93345"/>
                    <a:pt x="577849" y="94615"/>
                    <a:pt x="579754" y="95250"/>
                  </a:cubicBezTo>
                  <a:cubicBezTo>
                    <a:pt x="581659" y="95885"/>
                    <a:pt x="584199" y="96520"/>
                    <a:pt x="586739" y="96520"/>
                  </a:cubicBezTo>
                  <a:cubicBezTo>
                    <a:pt x="588644" y="96520"/>
                    <a:pt x="589914" y="96520"/>
                    <a:pt x="591819" y="96520"/>
                  </a:cubicBezTo>
                  <a:cubicBezTo>
                    <a:pt x="593089" y="96520"/>
                    <a:pt x="594994" y="95885"/>
                    <a:pt x="596264" y="95250"/>
                  </a:cubicBezTo>
                  <a:cubicBezTo>
                    <a:pt x="597534" y="95250"/>
                    <a:pt x="598804" y="93980"/>
                    <a:pt x="600074" y="93345"/>
                  </a:cubicBezTo>
                  <a:cubicBezTo>
                    <a:pt x="601344" y="93345"/>
                    <a:pt x="602614" y="92075"/>
                    <a:pt x="604519" y="90805"/>
                  </a:cubicBezTo>
                  <a:lnTo>
                    <a:pt x="613409" y="100330"/>
                  </a:lnTo>
                  <a:cubicBezTo>
                    <a:pt x="613409" y="100330"/>
                    <a:pt x="609599" y="103505"/>
                    <a:pt x="607694" y="104775"/>
                  </a:cubicBezTo>
                  <a:cubicBezTo>
                    <a:pt x="605789" y="106045"/>
                    <a:pt x="603884" y="106680"/>
                    <a:pt x="601979" y="107950"/>
                  </a:cubicBezTo>
                  <a:cubicBezTo>
                    <a:pt x="600074" y="108585"/>
                    <a:pt x="597534" y="109855"/>
                    <a:pt x="594994" y="109855"/>
                  </a:cubicBezTo>
                  <a:cubicBezTo>
                    <a:pt x="592454" y="109855"/>
                    <a:pt x="589279" y="110490"/>
                    <a:pt x="586104" y="110490"/>
                  </a:cubicBezTo>
                  <a:cubicBezTo>
                    <a:pt x="582929" y="110490"/>
                    <a:pt x="579754" y="110490"/>
                    <a:pt x="576579" y="109220"/>
                  </a:cubicBezTo>
                  <a:cubicBezTo>
                    <a:pt x="573404" y="108585"/>
                    <a:pt x="570864" y="107315"/>
                    <a:pt x="568959" y="105410"/>
                  </a:cubicBezTo>
                  <a:cubicBezTo>
                    <a:pt x="566419" y="104140"/>
                    <a:pt x="564514" y="102235"/>
                    <a:pt x="562609" y="100330"/>
                  </a:cubicBezTo>
                  <a:cubicBezTo>
                    <a:pt x="560704" y="98425"/>
                    <a:pt x="558799" y="95885"/>
                    <a:pt x="557529" y="92710"/>
                  </a:cubicBezTo>
                  <a:cubicBezTo>
                    <a:pt x="555624" y="89535"/>
                    <a:pt x="554354" y="86360"/>
                    <a:pt x="553719" y="82550"/>
                  </a:cubicBezTo>
                  <a:cubicBezTo>
                    <a:pt x="553084" y="78740"/>
                    <a:pt x="552449" y="74295"/>
                    <a:pt x="552449" y="69850"/>
                  </a:cubicBezTo>
                  <a:cubicBezTo>
                    <a:pt x="552449" y="63500"/>
                    <a:pt x="553084" y="57150"/>
                    <a:pt x="554989" y="52070"/>
                  </a:cubicBezTo>
                  <a:cubicBezTo>
                    <a:pt x="556894" y="46990"/>
                    <a:pt x="558799" y="42545"/>
                    <a:pt x="561974" y="39370"/>
                  </a:cubicBezTo>
                  <a:cubicBezTo>
                    <a:pt x="565149" y="36195"/>
                    <a:pt x="568324" y="33020"/>
                    <a:pt x="572769" y="31750"/>
                  </a:cubicBezTo>
                  <a:cubicBezTo>
                    <a:pt x="577214" y="29845"/>
                    <a:pt x="581659" y="29210"/>
                    <a:pt x="586739" y="29210"/>
                  </a:cubicBezTo>
                  <a:close/>
                  <a:moveTo>
                    <a:pt x="400050" y="29210"/>
                  </a:moveTo>
                  <a:cubicBezTo>
                    <a:pt x="405765" y="29210"/>
                    <a:pt x="410210" y="30480"/>
                    <a:pt x="414655" y="32385"/>
                  </a:cubicBezTo>
                  <a:cubicBezTo>
                    <a:pt x="418465" y="34290"/>
                    <a:pt x="422275" y="37465"/>
                    <a:pt x="424815" y="40640"/>
                  </a:cubicBezTo>
                  <a:cubicBezTo>
                    <a:pt x="427355" y="44450"/>
                    <a:pt x="429260" y="48260"/>
                    <a:pt x="431165" y="53340"/>
                  </a:cubicBezTo>
                  <a:cubicBezTo>
                    <a:pt x="432435" y="57785"/>
                    <a:pt x="433070" y="62865"/>
                    <a:pt x="433070" y="68580"/>
                  </a:cubicBezTo>
                  <a:lnTo>
                    <a:pt x="431800" y="68580"/>
                  </a:lnTo>
                  <a:cubicBezTo>
                    <a:pt x="431800" y="68580"/>
                    <a:pt x="431800" y="71120"/>
                    <a:pt x="431800" y="72390"/>
                  </a:cubicBezTo>
                  <a:cubicBezTo>
                    <a:pt x="431800" y="73660"/>
                    <a:pt x="431800" y="74295"/>
                    <a:pt x="431800" y="75565"/>
                  </a:cubicBezTo>
                  <a:lnTo>
                    <a:pt x="380365" y="75565"/>
                  </a:lnTo>
                  <a:cubicBezTo>
                    <a:pt x="380365" y="79375"/>
                    <a:pt x="381635" y="82550"/>
                    <a:pt x="382905" y="85090"/>
                  </a:cubicBezTo>
                  <a:cubicBezTo>
                    <a:pt x="384175" y="87630"/>
                    <a:pt x="385445" y="90170"/>
                    <a:pt x="387350" y="91440"/>
                  </a:cubicBezTo>
                  <a:cubicBezTo>
                    <a:pt x="389255" y="93345"/>
                    <a:pt x="391160" y="94615"/>
                    <a:pt x="393065" y="95250"/>
                  </a:cubicBezTo>
                  <a:cubicBezTo>
                    <a:pt x="394970" y="95885"/>
                    <a:pt x="397510" y="96520"/>
                    <a:pt x="400050" y="96520"/>
                  </a:cubicBezTo>
                  <a:cubicBezTo>
                    <a:pt x="401955" y="96520"/>
                    <a:pt x="403225" y="96520"/>
                    <a:pt x="405130" y="96520"/>
                  </a:cubicBezTo>
                  <a:cubicBezTo>
                    <a:pt x="406400" y="96520"/>
                    <a:pt x="408305" y="95885"/>
                    <a:pt x="409575" y="95250"/>
                  </a:cubicBezTo>
                  <a:cubicBezTo>
                    <a:pt x="410845" y="95250"/>
                    <a:pt x="412115" y="93980"/>
                    <a:pt x="413385" y="93345"/>
                  </a:cubicBezTo>
                  <a:cubicBezTo>
                    <a:pt x="414655" y="93345"/>
                    <a:pt x="415925" y="92075"/>
                    <a:pt x="417830" y="90805"/>
                  </a:cubicBezTo>
                  <a:lnTo>
                    <a:pt x="426720" y="100330"/>
                  </a:lnTo>
                  <a:cubicBezTo>
                    <a:pt x="426720" y="100330"/>
                    <a:pt x="422910" y="103505"/>
                    <a:pt x="421005" y="104775"/>
                  </a:cubicBezTo>
                  <a:cubicBezTo>
                    <a:pt x="419100" y="106045"/>
                    <a:pt x="417195" y="106680"/>
                    <a:pt x="415290" y="107950"/>
                  </a:cubicBezTo>
                  <a:cubicBezTo>
                    <a:pt x="413385" y="108585"/>
                    <a:pt x="410845" y="109855"/>
                    <a:pt x="408305" y="109855"/>
                  </a:cubicBezTo>
                  <a:cubicBezTo>
                    <a:pt x="405765" y="109855"/>
                    <a:pt x="402590" y="110490"/>
                    <a:pt x="399415" y="110490"/>
                  </a:cubicBezTo>
                  <a:cubicBezTo>
                    <a:pt x="396240" y="110490"/>
                    <a:pt x="393065" y="110490"/>
                    <a:pt x="389890" y="109220"/>
                  </a:cubicBezTo>
                  <a:cubicBezTo>
                    <a:pt x="386715" y="108585"/>
                    <a:pt x="384175" y="107315"/>
                    <a:pt x="382270" y="105410"/>
                  </a:cubicBezTo>
                  <a:cubicBezTo>
                    <a:pt x="380365" y="103505"/>
                    <a:pt x="377825" y="102235"/>
                    <a:pt x="375920" y="100330"/>
                  </a:cubicBezTo>
                  <a:cubicBezTo>
                    <a:pt x="374015" y="98425"/>
                    <a:pt x="372110" y="95885"/>
                    <a:pt x="370840" y="92710"/>
                  </a:cubicBezTo>
                  <a:cubicBezTo>
                    <a:pt x="368935" y="89535"/>
                    <a:pt x="367665" y="86360"/>
                    <a:pt x="367030" y="82550"/>
                  </a:cubicBezTo>
                  <a:cubicBezTo>
                    <a:pt x="366395" y="78740"/>
                    <a:pt x="365760" y="74295"/>
                    <a:pt x="365760" y="69850"/>
                  </a:cubicBezTo>
                  <a:cubicBezTo>
                    <a:pt x="365760" y="63500"/>
                    <a:pt x="366395" y="57150"/>
                    <a:pt x="368300" y="52070"/>
                  </a:cubicBezTo>
                  <a:cubicBezTo>
                    <a:pt x="370205" y="46990"/>
                    <a:pt x="372110" y="42545"/>
                    <a:pt x="375285" y="39370"/>
                  </a:cubicBezTo>
                  <a:cubicBezTo>
                    <a:pt x="378460" y="36195"/>
                    <a:pt x="381635" y="33020"/>
                    <a:pt x="386080" y="31750"/>
                  </a:cubicBezTo>
                  <a:cubicBezTo>
                    <a:pt x="390525" y="29845"/>
                    <a:pt x="394970" y="29210"/>
                    <a:pt x="400050" y="29210"/>
                  </a:cubicBezTo>
                  <a:close/>
                  <a:moveTo>
                    <a:pt x="201930" y="29210"/>
                  </a:moveTo>
                  <a:cubicBezTo>
                    <a:pt x="207645" y="29210"/>
                    <a:pt x="212090" y="30480"/>
                    <a:pt x="216535" y="32385"/>
                  </a:cubicBezTo>
                  <a:cubicBezTo>
                    <a:pt x="220345" y="34290"/>
                    <a:pt x="224155" y="37465"/>
                    <a:pt x="226695" y="40640"/>
                  </a:cubicBezTo>
                  <a:cubicBezTo>
                    <a:pt x="229235" y="44450"/>
                    <a:pt x="231140" y="48260"/>
                    <a:pt x="233045" y="53340"/>
                  </a:cubicBezTo>
                  <a:cubicBezTo>
                    <a:pt x="234315" y="57785"/>
                    <a:pt x="234950" y="62865"/>
                    <a:pt x="234950" y="68580"/>
                  </a:cubicBezTo>
                  <a:lnTo>
                    <a:pt x="233680" y="68580"/>
                  </a:lnTo>
                  <a:cubicBezTo>
                    <a:pt x="233680" y="68580"/>
                    <a:pt x="233680" y="71120"/>
                    <a:pt x="233680" y="72390"/>
                  </a:cubicBezTo>
                  <a:cubicBezTo>
                    <a:pt x="233680" y="73660"/>
                    <a:pt x="233680" y="74295"/>
                    <a:pt x="233680" y="75565"/>
                  </a:cubicBezTo>
                  <a:lnTo>
                    <a:pt x="182245" y="75565"/>
                  </a:lnTo>
                  <a:cubicBezTo>
                    <a:pt x="182245" y="79375"/>
                    <a:pt x="183515" y="82550"/>
                    <a:pt x="184785" y="85090"/>
                  </a:cubicBezTo>
                  <a:cubicBezTo>
                    <a:pt x="186055" y="87630"/>
                    <a:pt x="187325" y="90170"/>
                    <a:pt x="189230" y="91440"/>
                  </a:cubicBezTo>
                  <a:cubicBezTo>
                    <a:pt x="191135" y="93345"/>
                    <a:pt x="193040" y="94615"/>
                    <a:pt x="194945" y="95250"/>
                  </a:cubicBezTo>
                  <a:cubicBezTo>
                    <a:pt x="196850" y="95885"/>
                    <a:pt x="199390" y="96520"/>
                    <a:pt x="201930" y="96520"/>
                  </a:cubicBezTo>
                  <a:cubicBezTo>
                    <a:pt x="203835" y="96520"/>
                    <a:pt x="205105" y="96520"/>
                    <a:pt x="207010" y="96520"/>
                  </a:cubicBezTo>
                  <a:cubicBezTo>
                    <a:pt x="208280" y="96520"/>
                    <a:pt x="210185" y="95885"/>
                    <a:pt x="211455" y="95250"/>
                  </a:cubicBezTo>
                  <a:cubicBezTo>
                    <a:pt x="212725" y="95250"/>
                    <a:pt x="213995" y="93980"/>
                    <a:pt x="215265" y="93345"/>
                  </a:cubicBezTo>
                  <a:cubicBezTo>
                    <a:pt x="216535" y="93345"/>
                    <a:pt x="217805" y="92075"/>
                    <a:pt x="219710" y="90805"/>
                  </a:cubicBezTo>
                  <a:lnTo>
                    <a:pt x="228600" y="100330"/>
                  </a:lnTo>
                  <a:cubicBezTo>
                    <a:pt x="228600" y="100330"/>
                    <a:pt x="224790" y="103505"/>
                    <a:pt x="222885" y="104775"/>
                  </a:cubicBezTo>
                  <a:cubicBezTo>
                    <a:pt x="220980" y="106045"/>
                    <a:pt x="219075" y="106680"/>
                    <a:pt x="217170" y="107950"/>
                  </a:cubicBezTo>
                  <a:cubicBezTo>
                    <a:pt x="215265" y="108585"/>
                    <a:pt x="212725" y="109855"/>
                    <a:pt x="210185" y="109855"/>
                  </a:cubicBezTo>
                  <a:cubicBezTo>
                    <a:pt x="207645" y="109855"/>
                    <a:pt x="204470" y="110490"/>
                    <a:pt x="201295" y="110490"/>
                  </a:cubicBezTo>
                  <a:cubicBezTo>
                    <a:pt x="198120" y="110490"/>
                    <a:pt x="194945" y="110490"/>
                    <a:pt x="191770" y="109220"/>
                  </a:cubicBezTo>
                  <a:cubicBezTo>
                    <a:pt x="188595" y="108585"/>
                    <a:pt x="186055" y="107315"/>
                    <a:pt x="184150" y="105410"/>
                  </a:cubicBezTo>
                  <a:cubicBezTo>
                    <a:pt x="181610" y="104140"/>
                    <a:pt x="179705" y="102235"/>
                    <a:pt x="177800" y="100330"/>
                  </a:cubicBezTo>
                  <a:cubicBezTo>
                    <a:pt x="175895" y="98425"/>
                    <a:pt x="173990" y="95885"/>
                    <a:pt x="172720" y="92710"/>
                  </a:cubicBezTo>
                  <a:cubicBezTo>
                    <a:pt x="170815" y="89535"/>
                    <a:pt x="169545" y="86360"/>
                    <a:pt x="168910" y="82550"/>
                  </a:cubicBezTo>
                  <a:cubicBezTo>
                    <a:pt x="168275" y="78740"/>
                    <a:pt x="167640" y="74295"/>
                    <a:pt x="167640" y="69850"/>
                  </a:cubicBezTo>
                  <a:cubicBezTo>
                    <a:pt x="167640" y="63500"/>
                    <a:pt x="168275" y="57150"/>
                    <a:pt x="170180" y="52070"/>
                  </a:cubicBezTo>
                  <a:cubicBezTo>
                    <a:pt x="172085" y="46990"/>
                    <a:pt x="173990" y="42545"/>
                    <a:pt x="177165" y="39370"/>
                  </a:cubicBezTo>
                  <a:cubicBezTo>
                    <a:pt x="180340" y="36195"/>
                    <a:pt x="183515" y="33020"/>
                    <a:pt x="187960" y="31750"/>
                  </a:cubicBezTo>
                  <a:cubicBezTo>
                    <a:pt x="192405" y="29845"/>
                    <a:pt x="196850" y="29210"/>
                    <a:pt x="201930" y="29210"/>
                  </a:cubicBezTo>
                  <a:close/>
                  <a:moveTo>
                    <a:pt x="4664706" y="28574"/>
                  </a:moveTo>
                  <a:cubicBezTo>
                    <a:pt x="4669786" y="28574"/>
                    <a:pt x="4674231" y="29209"/>
                    <a:pt x="4678676" y="31749"/>
                  </a:cubicBezTo>
                  <a:cubicBezTo>
                    <a:pt x="4683121" y="33654"/>
                    <a:pt x="4686296" y="36194"/>
                    <a:pt x="4689471" y="40004"/>
                  </a:cubicBezTo>
                  <a:cubicBezTo>
                    <a:pt x="4692646" y="43814"/>
                    <a:pt x="4695186" y="47624"/>
                    <a:pt x="4696456" y="52704"/>
                  </a:cubicBezTo>
                  <a:cubicBezTo>
                    <a:pt x="4698361" y="57784"/>
                    <a:pt x="4698996" y="63499"/>
                    <a:pt x="4698996" y="69214"/>
                  </a:cubicBezTo>
                  <a:lnTo>
                    <a:pt x="4699631" y="69214"/>
                  </a:lnTo>
                  <a:cubicBezTo>
                    <a:pt x="4699631" y="75564"/>
                    <a:pt x="4698996" y="81279"/>
                    <a:pt x="4697091" y="86359"/>
                  </a:cubicBezTo>
                  <a:cubicBezTo>
                    <a:pt x="4695186" y="91439"/>
                    <a:pt x="4692646" y="95884"/>
                    <a:pt x="4689471" y="99059"/>
                  </a:cubicBezTo>
                  <a:cubicBezTo>
                    <a:pt x="4686296" y="102869"/>
                    <a:pt x="4682486" y="105409"/>
                    <a:pt x="4678041" y="107314"/>
                  </a:cubicBezTo>
                  <a:cubicBezTo>
                    <a:pt x="4673596" y="109219"/>
                    <a:pt x="4669151" y="109854"/>
                    <a:pt x="4664071" y="109854"/>
                  </a:cubicBezTo>
                  <a:cubicBezTo>
                    <a:pt x="4658991" y="109854"/>
                    <a:pt x="4654546" y="108584"/>
                    <a:pt x="4650101" y="106679"/>
                  </a:cubicBezTo>
                  <a:cubicBezTo>
                    <a:pt x="4645656" y="104774"/>
                    <a:pt x="4642481" y="102234"/>
                    <a:pt x="4639306" y="98424"/>
                  </a:cubicBezTo>
                  <a:cubicBezTo>
                    <a:pt x="4636131" y="94614"/>
                    <a:pt x="4633591" y="90804"/>
                    <a:pt x="4632321" y="85724"/>
                  </a:cubicBezTo>
                  <a:cubicBezTo>
                    <a:pt x="4630416" y="80644"/>
                    <a:pt x="4629781" y="74929"/>
                    <a:pt x="4629781" y="69214"/>
                  </a:cubicBezTo>
                  <a:cubicBezTo>
                    <a:pt x="4629781" y="63499"/>
                    <a:pt x="4630416" y="57149"/>
                    <a:pt x="4632321" y="52069"/>
                  </a:cubicBezTo>
                  <a:cubicBezTo>
                    <a:pt x="4634226" y="46989"/>
                    <a:pt x="4636766" y="42544"/>
                    <a:pt x="4639941" y="39369"/>
                  </a:cubicBezTo>
                  <a:cubicBezTo>
                    <a:pt x="4643116" y="35559"/>
                    <a:pt x="4646926" y="33019"/>
                    <a:pt x="4650736" y="31114"/>
                  </a:cubicBezTo>
                  <a:cubicBezTo>
                    <a:pt x="4655181" y="29209"/>
                    <a:pt x="4659626" y="28574"/>
                    <a:pt x="4664706" y="28574"/>
                  </a:cubicBezTo>
                  <a:close/>
                  <a:moveTo>
                    <a:pt x="4264655" y="28574"/>
                  </a:moveTo>
                  <a:cubicBezTo>
                    <a:pt x="4269735" y="28574"/>
                    <a:pt x="4274180" y="29209"/>
                    <a:pt x="4278625" y="31749"/>
                  </a:cubicBezTo>
                  <a:cubicBezTo>
                    <a:pt x="4283070" y="33654"/>
                    <a:pt x="4286245" y="36194"/>
                    <a:pt x="4289420" y="40004"/>
                  </a:cubicBezTo>
                  <a:cubicBezTo>
                    <a:pt x="4292595" y="43814"/>
                    <a:pt x="4295135" y="47624"/>
                    <a:pt x="4296405" y="52704"/>
                  </a:cubicBezTo>
                  <a:cubicBezTo>
                    <a:pt x="4298310" y="57784"/>
                    <a:pt x="4298945" y="63499"/>
                    <a:pt x="4298945" y="69214"/>
                  </a:cubicBezTo>
                  <a:lnTo>
                    <a:pt x="4299580" y="69214"/>
                  </a:lnTo>
                  <a:cubicBezTo>
                    <a:pt x="4299580" y="75564"/>
                    <a:pt x="4298945" y="81279"/>
                    <a:pt x="4297040" y="86359"/>
                  </a:cubicBezTo>
                  <a:cubicBezTo>
                    <a:pt x="4295135" y="91439"/>
                    <a:pt x="4292595" y="95884"/>
                    <a:pt x="4289420" y="99059"/>
                  </a:cubicBezTo>
                  <a:cubicBezTo>
                    <a:pt x="4286245" y="102869"/>
                    <a:pt x="4282435" y="105409"/>
                    <a:pt x="4277990" y="107314"/>
                  </a:cubicBezTo>
                  <a:cubicBezTo>
                    <a:pt x="4273545" y="109219"/>
                    <a:pt x="4269100" y="109854"/>
                    <a:pt x="4264020" y="109854"/>
                  </a:cubicBezTo>
                  <a:cubicBezTo>
                    <a:pt x="4258940" y="109854"/>
                    <a:pt x="4254495" y="108584"/>
                    <a:pt x="4250050" y="106679"/>
                  </a:cubicBezTo>
                  <a:cubicBezTo>
                    <a:pt x="4245605" y="104774"/>
                    <a:pt x="4242430" y="102234"/>
                    <a:pt x="4239255" y="98424"/>
                  </a:cubicBezTo>
                  <a:cubicBezTo>
                    <a:pt x="4236080" y="94614"/>
                    <a:pt x="4233540" y="90804"/>
                    <a:pt x="4232270" y="85724"/>
                  </a:cubicBezTo>
                  <a:cubicBezTo>
                    <a:pt x="4230365" y="80644"/>
                    <a:pt x="4229730" y="74929"/>
                    <a:pt x="4229730" y="69214"/>
                  </a:cubicBezTo>
                  <a:cubicBezTo>
                    <a:pt x="4229730" y="63499"/>
                    <a:pt x="4230365" y="57149"/>
                    <a:pt x="4232270" y="52069"/>
                  </a:cubicBezTo>
                  <a:cubicBezTo>
                    <a:pt x="4234175" y="46989"/>
                    <a:pt x="4236715" y="42544"/>
                    <a:pt x="4239890" y="39369"/>
                  </a:cubicBezTo>
                  <a:cubicBezTo>
                    <a:pt x="4243065" y="35559"/>
                    <a:pt x="4246875" y="33019"/>
                    <a:pt x="4250685" y="31114"/>
                  </a:cubicBezTo>
                  <a:cubicBezTo>
                    <a:pt x="4255130" y="29209"/>
                    <a:pt x="4259575" y="28574"/>
                    <a:pt x="4264655" y="28574"/>
                  </a:cubicBezTo>
                  <a:close/>
                  <a:moveTo>
                    <a:pt x="1420495" y="28574"/>
                  </a:moveTo>
                  <a:cubicBezTo>
                    <a:pt x="1425575" y="28574"/>
                    <a:pt x="1430020" y="29209"/>
                    <a:pt x="1434465" y="31749"/>
                  </a:cubicBezTo>
                  <a:cubicBezTo>
                    <a:pt x="1438910" y="33654"/>
                    <a:pt x="1442085" y="36194"/>
                    <a:pt x="1445260" y="40004"/>
                  </a:cubicBezTo>
                  <a:cubicBezTo>
                    <a:pt x="1448435" y="43814"/>
                    <a:pt x="1450975" y="47624"/>
                    <a:pt x="1452245" y="52704"/>
                  </a:cubicBezTo>
                  <a:cubicBezTo>
                    <a:pt x="1454150" y="57784"/>
                    <a:pt x="1454785" y="63499"/>
                    <a:pt x="1454785" y="69214"/>
                  </a:cubicBezTo>
                  <a:lnTo>
                    <a:pt x="1455420" y="69214"/>
                  </a:lnTo>
                  <a:cubicBezTo>
                    <a:pt x="1455420" y="75564"/>
                    <a:pt x="1454785" y="81279"/>
                    <a:pt x="1452880" y="86359"/>
                  </a:cubicBezTo>
                  <a:cubicBezTo>
                    <a:pt x="1450975" y="91439"/>
                    <a:pt x="1448435" y="95884"/>
                    <a:pt x="1445260" y="99059"/>
                  </a:cubicBezTo>
                  <a:cubicBezTo>
                    <a:pt x="1442085" y="102869"/>
                    <a:pt x="1438275" y="105409"/>
                    <a:pt x="1433830" y="107314"/>
                  </a:cubicBezTo>
                  <a:cubicBezTo>
                    <a:pt x="1429385" y="109219"/>
                    <a:pt x="1424940" y="109854"/>
                    <a:pt x="1419860" y="109854"/>
                  </a:cubicBezTo>
                  <a:cubicBezTo>
                    <a:pt x="1414780" y="109854"/>
                    <a:pt x="1410335" y="108584"/>
                    <a:pt x="1405890" y="106679"/>
                  </a:cubicBezTo>
                  <a:cubicBezTo>
                    <a:pt x="1401444" y="104774"/>
                    <a:pt x="1398270" y="102234"/>
                    <a:pt x="1395095" y="98424"/>
                  </a:cubicBezTo>
                  <a:cubicBezTo>
                    <a:pt x="1391920" y="94614"/>
                    <a:pt x="1389380" y="90804"/>
                    <a:pt x="1388110" y="85724"/>
                  </a:cubicBezTo>
                  <a:cubicBezTo>
                    <a:pt x="1386205" y="80644"/>
                    <a:pt x="1385570" y="74929"/>
                    <a:pt x="1385570" y="69214"/>
                  </a:cubicBezTo>
                  <a:cubicBezTo>
                    <a:pt x="1385570" y="63499"/>
                    <a:pt x="1386205" y="57149"/>
                    <a:pt x="1388110" y="52069"/>
                  </a:cubicBezTo>
                  <a:cubicBezTo>
                    <a:pt x="1390015" y="46989"/>
                    <a:pt x="1392555" y="42544"/>
                    <a:pt x="1395730" y="39369"/>
                  </a:cubicBezTo>
                  <a:cubicBezTo>
                    <a:pt x="1398905" y="35559"/>
                    <a:pt x="1402715" y="33019"/>
                    <a:pt x="1406525" y="31114"/>
                  </a:cubicBezTo>
                  <a:cubicBezTo>
                    <a:pt x="1410970" y="29209"/>
                    <a:pt x="1415415" y="28574"/>
                    <a:pt x="1420495" y="28574"/>
                  </a:cubicBezTo>
                  <a:close/>
                  <a:moveTo>
                    <a:pt x="3143245" y="5079"/>
                  </a:moveTo>
                  <a:lnTo>
                    <a:pt x="3219445" y="5079"/>
                  </a:lnTo>
                  <a:lnTo>
                    <a:pt x="3219445" y="20319"/>
                  </a:lnTo>
                  <a:lnTo>
                    <a:pt x="3188965" y="20319"/>
                  </a:lnTo>
                  <a:lnTo>
                    <a:pt x="3188965" y="108584"/>
                  </a:lnTo>
                  <a:lnTo>
                    <a:pt x="3173090" y="108584"/>
                  </a:lnTo>
                  <a:lnTo>
                    <a:pt x="3173090" y="20319"/>
                  </a:lnTo>
                  <a:lnTo>
                    <a:pt x="3143245" y="20319"/>
                  </a:lnTo>
                  <a:close/>
                  <a:moveTo>
                    <a:pt x="1628774" y="5079"/>
                  </a:moveTo>
                  <a:lnTo>
                    <a:pt x="1704970" y="5079"/>
                  </a:lnTo>
                  <a:lnTo>
                    <a:pt x="1704970" y="20319"/>
                  </a:lnTo>
                  <a:lnTo>
                    <a:pt x="1675129" y="20319"/>
                  </a:lnTo>
                  <a:lnTo>
                    <a:pt x="1675129" y="108584"/>
                  </a:lnTo>
                  <a:lnTo>
                    <a:pt x="1659255" y="108584"/>
                  </a:lnTo>
                  <a:lnTo>
                    <a:pt x="1659255" y="20319"/>
                  </a:lnTo>
                  <a:lnTo>
                    <a:pt x="1628774" y="20319"/>
                  </a:lnTo>
                  <a:close/>
                  <a:moveTo>
                    <a:pt x="0" y="5079"/>
                  </a:moveTo>
                  <a:lnTo>
                    <a:pt x="76200" y="5079"/>
                  </a:lnTo>
                  <a:lnTo>
                    <a:pt x="76200" y="20319"/>
                  </a:lnTo>
                  <a:lnTo>
                    <a:pt x="45720" y="20319"/>
                  </a:lnTo>
                  <a:lnTo>
                    <a:pt x="45720" y="108584"/>
                  </a:lnTo>
                  <a:lnTo>
                    <a:pt x="29845" y="108584"/>
                  </a:lnTo>
                  <a:lnTo>
                    <a:pt x="29845" y="20319"/>
                  </a:lnTo>
                  <a:lnTo>
                    <a:pt x="0" y="20319"/>
                  </a:lnTo>
                  <a:close/>
                  <a:moveTo>
                    <a:pt x="1362075" y="1269"/>
                  </a:moveTo>
                  <a:cubicBezTo>
                    <a:pt x="1363345" y="1269"/>
                    <a:pt x="1364615" y="1269"/>
                    <a:pt x="1365885" y="1904"/>
                  </a:cubicBezTo>
                  <a:cubicBezTo>
                    <a:pt x="1367155" y="1904"/>
                    <a:pt x="1367790" y="3174"/>
                    <a:pt x="1369060" y="3809"/>
                  </a:cubicBezTo>
                  <a:cubicBezTo>
                    <a:pt x="1369695" y="4444"/>
                    <a:pt x="1370965" y="5714"/>
                    <a:pt x="1370965" y="6984"/>
                  </a:cubicBezTo>
                  <a:cubicBezTo>
                    <a:pt x="1370965" y="8254"/>
                    <a:pt x="1371600" y="9524"/>
                    <a:pt x="1371600" y="10794"/>
                  </a:cubicBezTo>
                  <a:cubicBezTo>
                    <a:pt x="1371600" y="10794"/>
                    <a:pt x="1371600" y="13334"/>
                    <a:pt x="1370965" y="14604"/>
                  </a:cubicBezTo>
                  <a:cubicBezTo>
                    <a:pt x="1370965" y="15874"/>
                    <a:pt x="1369695" y="17144"/>
                    <a:pt x="1369060" y="17779"/>
                  </a:cubicBezTo>
                  <a:cubicBezTo>
                    <a:pt x="1368425" y="18414"/>
                    <a:pt x="1367155" y="19684"/>
                    <a:pt x="1365885" y="19684"/>
                  </a:cubicBezTo>
                  <a:cubicBezTo>
                    <a:pt x="1364615" y="19684"/>
                    <a:pt x="1363345" y="20319"/>
                    <a:pt x="1362075" y="20319"/>
                  </a:cubicBezTo>
                  <a:cubicBezTo>
                    <a:pt x="1360805" y="20319"/>
                    <a:pt x="1359535" y="20319"/>
                    <a:pt x="1358265" y="19684"/>
                  </a:cubicBezTo>
                  <a:cubicBezTo>
                    <a:pt x="1356995" y="19684"/>
                    <a:pt x="1355725" y="18414"/>
                    <a:pt x="1355090" y="17779"/>
                  </a:cubicBezTo>
                  <a:cubicBezTo>
                    <a:pt x="1354455" y="17144"/>
                    <a:pt x="1353185" y="15874"/>
                    <a:pt x="1353185" y="14604"/>
                  </a:cubicBezTo>
                  <a:cubicBezTo>
                    <a:pt x="1353185" y="13334"/>
                    <a:pt x="1352550" y="12064"/>
                    <a:pt x="1352550" y="10794"/>
                  </a:cubicBezTo>
                  <a:cubicBezTo>
                    <a:pt x="1352550" y="9524"/>
                    <a:pt x="1352550" y="8254"/>
                    <a:pt x="1353185" y="6984"/>
                  </a:cubicBezTo>
                  <a:cubicBezTo>
                    <a:pt x="1353185" y="5714"/>
                    <a:pt x="1354455" y="4444"/>
                    <a:pt x="1355090" y="3809"/>
                  </a:cubicBezTo>
                  <a:cubicBezTo>
                    <a:pt x="1355725" y="3174"/>
                    <a:pt x="1356995" y="1904"/>
                    <a:pt x="1358265" y="1904"/>
                  </a:cubicBezTo>
                  <a:cubicBezTo>
                    <a:pt x="1359535" y="1904"/>
                    <a:pt x="1360805" y="1269"/>
                    <a:pt x="1362075" y="1269"/>
                  </a:cubicBezTo>
                  <a:close/>
                  <a:moveTo>
                    <a:pt x="4789801" y="634"/>
                  </a:moveTo>
                  <a:lnTo>
                    <a:pt x="4789801" y="65404"/>
                  </a:lnTo>
                  <a:lnTo>
                    <a:pt x="4814566" y="31114"/>
                  </a:lnTo>
                  <a:lnTo>
                    <a:pt x="4831711" y="31114"/>
                  </a:lnTo>
                  <a:lnTo>
                    <a:pt x="4812026" y="57149"/>
                  </a:lnTo>
                  <a:lnTo>
                    <a:pt x="4835521" y="108584"/>
                  </a:lnTo>
                  <a:lnTo>
                    <a:pt x="4819011" y="108584"/>
                  </a:lnTo>
                  <a:lnTo>
                    <a:pt x="4801866" y="69849"/>
                  </a:lnTo>
                  <a:lnTo>
                    <a:pt x="4789801" y="85724"/>
                  </a:lnTo>
                  <a:lnTo>
                    <a:pt x="4789801" y="108584"/>
                  </a:lnTo>
                  <a:lnTo>
                    <a:pt x="4774561" y="108584"/>
                  </a:lnTo>
                  <a:lnTo>
                    <a:pt x="4774561" y="8889"/>
                  </a:lnTo>
                  <a:close/>
                  <a:moveTo>
                    <a:pt x="4472301" y="634"/>
                  </a:moveTo>
                  <a:lnTo>
                    <a:pt x="4472301" y="109219"/>
                  </a:lnTo>
                  <a:lnTo>
                    <a:pt x="4457061" y="109219"/>
                  </a:lnTo>
                  <a:lnTo>
                    <a:pt x="4457696" y="108584"/>
                  </a:lnTo>
                  <a:lnTo>
                    <a:pt x="4457696" y="100964"/>
                  </a:lnTo>
                  <a:cubicBezTo>
                    <a:pt x="4457696" y="100964"/>
                    <a:pt x="4454521" y="103504"/>
                    <a:pt x="4453251" y="104774"/>
                  </a:cubicBezTo>
                  <a:cubicBezTo>
                    <a:pt x="4451981" y="106044"/>
                    <a:pt x="4450076" y="106679"/>
                    <a:pt x="4448171" y="107949"/>
                  </a:cubicBezTo>
                  <a:cubicBezTo>
                    <a:pt x="4446266" y="108584"/>
                    <a:pt x="4444361" y="109219"/>
                    <a:pt x="4443091" y="109854"/>
                  </a:cubicBezTo>
                  <a:cubicBezTo>
                    <a:pt x="4441186" y="109854"/>
                    <a:pt x="4439281" y="109854"/>
                    <a:pt x="4437376" y="109854"/>
                  </a:cubicBezTo>
                  <a:cubicBezTo>
                    <a:pt x="4432931" y="109854"/>
                    <a:pt x="4429121" y="109219"/>
                    <a:pt x="4425946" y="107314"/>
                  </a:cubicBezTo>
                  <a:cubicBezTo>
                    <a:pt x="4422136" y="106044"/>
                    <a:pt x="4418961" y="103504"/>
                    <a:pt x="4416421" y="99694"/>
                  </a:cubicBezTo>
                  <a:cubicBezTo>
                    <a:pt x="4413881" y="96519"/>
                    <a:pt x="4411341" y="92074"/>
                    <a:pt x="4410071" y="86994"/>
                  </a:cubicBezTo>
                  <a:cubicBezTo>
                    <a:pt x="4408801" y="81914"/>
                    <a:pt x="4407531" y="75564"/>
                    <a:pt x="4407531" y="67944"/>
                  </a:cubicBezTo>
                  <a:cubicBezTo>
                    <a:pt x="4407531" y="61594"/>
                    <a:pt x="4408166" y="55244"/>
                    <a:pt x="4410071" y="50799"/>
                  </a:cubicBezTo>
                  <a:cubicBezTo>
                    <a:pt x="4411976" y="45719"/>
                    <a:pt x="4413881" y="41909"/>
                    <a:pt x="4417056" y="38734"/>
                  </a:cubicBezTo>
                  <a:cubicBezTo>
                    <a:pt x="4419596" y="35559"/>
                    <a:pt x="4423406" y="33019"/>
                    <a:pt x="4426581" y="31749"/>
                  </a:cubicBezTo>
                  <a:cubicBezTo>
                    <a:pt x="4430391" y="29844"/>
                    <a:pt x="4434201" y="29209"/>
                    <a:pt x="4438011" y="29209"/>
                  </a:cubicBezTo>
                  <a:cubicBezTo>
                    <a:pt x="4439916" y="29209"/>
                    <a:pt x="4441821" y="29209"/>
                    <a:pt x="4443726" y="29844"/>
                  </a:cubicBezTo>
                  <a:cubicBezTo>
                    <a:pt x="4445631" y="29844"/>
                    <a:pt x="4447536" y="31114"/>
                    <a:pt x="4448806" y="31749"/>
                  </a:cubicBezTo>
                  <a:cubicBezTo>
                    <a:pt x="4450711" y="32384"/>
                    <a:pt x="4451981" y="33654"/>
                    <a:pt x="4453251" y="34924"/>
                  </a:cubicBezTo>
                  <a:cubicBezTo>
                    <a:pt x="4454521" y="36194"/>
                    <a:pt x="4455791" y="36829"/>
                    <a:pt x="4457061" y="38099"/>
                  </a:cubicBezTo>
                  <a:lnTo>
                    <a:pt x="4457061" y="8254"/>
                  </a:lnTo>
                  <a:close/>
                  <a:moveTo>
                    <a:pt x="4390385" y="634"/>
                  </a:moveTo>
                  <a:lnTo>
                    <a:pt x="4390385" y="108584"/>
                  </a:lnTo>
                  <a:lnTo>
                    <a:pt x="4375145" y="108584"/>
                  </a:lnTo>
                  <a:lnTo>
                    <a:pt x="4375145" y="8889"/>
                  </a:lnTo>
                  <a:close/>
                  <a:moveTo>
                    <a:pt x="3946521" y="634"/>
                  </a:moveTo>
                  <a:lnTo>
                    <a:pt x="3946521" y="38099"/>
                  </a:lnTo>
                  <a:cubicBezTo>
                    <a:pt x="3946521" y="38099"/>
                    <a:pt x="3948426" y="35559"/>
                    <a:pt x="3950331" y="34289"/>
                  </a:cubicBezTo>
                  <a:cubicBezTo>
                    <a:pt x="3951601" y="33019"/>
                    <a:pt x="3953506" y="32384"/>
                    <a:pt x="3954776" y="31114"/>
                  </a:cubicBezTo>
                  <a:cubicBezTo>
                    <a:pt x="3956681" y="30479"/>
                    <a:pt x="3958586" y="29844"/>
                    <a:pt x="3960491" y="29209"/>
                  </a:cubicBezTo>
                  <a:cubicBezTo>
                    <a:pt x="3962396" y="29209"/>
                    <a:pt x="3964301" y="29209"/>
                    <a:pt x="3966206" y="29209"/>
                  </a:cubicBezTo>
                  <a:cubicBezTo>
                    <a:pt x="3970651" y="29209"/>
                    <a:pt x="3975096" y="29844"/>
                    <a:pt x="3978271" y="31749"/>
                  </a:cubicBezTo>
                  <a:cubicBezTo>
                    <a:pt x="3981446" y="33019"/>
                    <a:pt x="3984621" y="35559"/>
                    <a:pt x="3987161" y="38099"/>
                  </a:cubicBezTo>
                  <a:cubicBezTo>
                    <a:pt x="3989701" y="41274"/>
                    <a:pt x="3990971" y="44449"/>
                    <a:pt x="3992241" y="49529"/>
                  </a:cubicBezTo>
                  <a:cubicBezTo>
                    <a:pt x="3993511" y="53974"/>
                    <a:pt x="3994146" y="59054"/>
                    <a:pt x="3994146" y="64134"/>
                  </a:cubicBezTo>
                  <a:lnTo>
                    <a:pt x="3994146" y="108584"/>
                  </a:lnTo>
                  <a:lnTo>
                    <a:pt x="3978906" y="108584"/>
                  </a:lnTo>
                  <a:lnTo>
                    <a:pt x="3978271" y="108584"/>
                  </a:lnTo>
                  <a:lnTo>
                    <a:pt x="3978271" y="64769"/>
                  </a:lnTo>
                  <a:cubicBezTo>
                    <a:pt x="3978271" y="57784"/>
                    <a:pt x="3977001" y="52069"/>
                    <a:pt x="3974461" y="48894"/>
                  </a:cubicBezTo>
                  <a:cubicBezTo>
                    <a:pt x="3971921" y="45084"/>
                    <a:pt x="3968111" y="43814"/>
                    <a:pt x="3962396" y="43814"/>
                  </a:cubicBezTo>
                  <a:cubicBezTo>
                    <a:pt x="3959856" y="43814"/>
                    <a:pt x="3957951" y="43814"/>
                    <a:pt x="3956046" y="45084"/>
                  </a:cubicBezTo>
                  <a:cubicBezTo>
                    <a:pt x="3954141" y="45719"/>
                    <a:pt x="3952236" y="46989"/>
                    <a:pt x="3950966" y="48894"/>
                  </a:cubicBezTo>
                  <a:cubicBezTo>
                    <a:pt x="3949696" y="50799"/>
                    <a:pt x="3948426" y="52704"/>
                    <a:pt x="3947791" y="55244"/>
                  </a:cubicBezTo>
                  <a:cubicBezTo>
                    <a:pt x="3947156" y="57784"/>
                    <a:pt x="3946521" y="60324"/>
                    <a:pt x="3946521" y="63499"/>
                  </a:cubicBezTo>
                  <a:lnTo>
                    <a:pt x="3946521" y="109219"/>
                  </a:lnTo>
                  <a:lnTo>
                    <a:pt x="3931281" y="109219"/>
                  </a:lnTo>
                  <a:lnTo>
                    <a:pt x="3931281" y="8889"/>
                  </a:lnTo>
                  <a:close/>
                  <a:moveTo>
                    <a:pt x="3248021" y="634"/>
                  </a:moveTo>
                  <a:lnTo>
                    <a:pt x="3248021" y="38099"/>
                  </a:lnTo>
                  <a:cubicBezTo>
                    <a:pt x="3248021" y="38099"/>
                    <a:pt x="3249926" y="35559"/>
                    <a:pt x="3251831" y="34289"/>
                  </a:cubicBezTo>
                  <a:cubicBezTo>
                    <a:pt x="3253101" y="33019"/>
                    <a:pt x="3255006" y="32384"/>
                    <a:pt x="3256276" y="31114"/>
                  </a:cubicBezTo>
                  <a:cubicBezTo>
                    <a:pt x="3258181" y="30479"/>
                    <a:pt x="3260086" y="29844"/>
                    <a:pt x="3261991" y="29209"/>
                  </a:cubicBezTo>
                  <a:cubicBezTo>
                    <a:pt x="3263896" y="29209"/>
                    <a:pt x="3265801" y="29209"/>
                    <a:pt x="3267706" y="29209"/>
                  </a:cubicBezTo>
                  <a:cubicBezTo>
                    <a:pt x="3272151" y="29209"/>
                    <a:pt x="3276596" y="29844"/>
                    <a:pt x="3279771" y="31749"/>
                  </a:cubicBezTo>
                  <a:cubicBezTo>
                    <a:pt x="3282946" y="33019"/>
                    <a:pt x="3286121" y="35559"/>
                    <a:pt x="3288661" y="38099"/>
                  </a:cubicBezTo>
                  <a:cubicBezTo>
                    <a:pt x="3291201" y="41274"/>
                    <a:pt x="3292471" y="44449"/>
                    <a:pt x="3293741" y="49529"/>
                  </a:cubicBezTo>
                  <a:cubicBezTo>
                    <a:pt x="3295011" y="53974"/>
                    <a:pt x="3295646" y="59054"/>
                    <a:pt x="3295646" y="64134"/>
                  </a:cubicBezTo>
                  <a:lnTo>
                    <a:pt x="3295646" y="108584"/>
                  </a:lnTo>
                  <a:lnTo>
                    <a:pt x="3280406" y="108584"/>
                  </a:lnTo>
                  <a:lnTo>
                    <a:pt x="3279771" y="108584"/>
                  </a:lnTo>
                  <a:lnTo>
                    <a:pt x="3279771" y="64769"/>
                  </a:lnTo>
                  <a:cubicBezTo>
                    <a:pt x="3279771" y="57784"/>
                    <a:pt x="3278501" y="52069"/>
                    <a:pt x="3275961" y="48894"/>
                  </a:cubicBezTo>
                  <a:cubicBezTo>
                    <a:pt x="3273421" y="45084"/>
                    <a:pt x="3269611" y="43814"/>
                    <a:pt x="3263896" y="43814"/>
                  </a:cubicBezTo>
                  <a:cubicBezTo>
                    <a:pt x="3261356" y="43814"/>
                    <a:pt x="3259451" y="43814"/>
                    <a:pt x="3257546" y="45084"/>
                  </a:cubicBezTo>
                  <a:cubicBezTo>
                    <a:pt x="3255641" y="45719"/>
                    <a:pt x="3253736" y="46989"/>
                    <a:pt x="3252466" y="48894"/>
                  </a:cubicBezTo>
                  <a:cubicBezTo>
                    <a:pt x="3251196" y="50799"/>
                    <a:pt x="3249926" y="52704"/>
                    <a:pt x="3249291" y="55244"/>
                  </a:cubicBezTo>
                  <a:cubicBezTo>
                    <a:pt x="3248656" y="57784"/>
                    <a:pt x="3248021" y="60324"/>
                    <a:pt x="3248021" y="63499"/>
                  </a:cubicBezTo>
                  <a:lnTo>
                    <a:pt x="3248021" y="109219"/>
                  </a:lnTo>
                  <a:lnTo>
                    <a:pt x="3232781" y="109219"/>
                  </a:lnTo>
                  <a:lnTo>
                    <a:pt x="3232781" y="8889"/>
                  </a:lnTo>
                  <a:close/>
                  <a:moveTo>
                    <a:pt x="2432681" y="634"/>
                  </a:moveTo>
                  <a:lnTo>
                    <a:pt x="2432681" y="38099"/>
                  </a:lnTo>
                  <a:cubicBezTo>
                    <a:pt x="2432681" y="38099"/>
                    <a:pt x="2434586" y="35559"/>
                    <a:pt x="2436491" y="34289"/>
                  </a:cubicBezTo>
                  <a:cubicBezTo>
                    <a:pt x="2437761" y="33019"/>
                    <a:pt x="2439666" y="32384"/>
                    <a:pt x="2440936" y="31114"/>
                  </a:cubicBezTo>
                  <a:cubicBezTo>
                    <a:pt x="2442841" y="30479"/>
                    <a:pt x="2444746" y="29844"/>
                    <a:pt x="2446651" y="29209"/>
                  </a:cubicBezTo>
                  <a:cubicBezTo>
                    <a:pt x="2448556" y="29209"/>
                    <a:pt x="2450461" y="29209"/>
                    <a:pt x="2452366" y="29209"/>
                  </a:cubicBezTo>
                  <a:cubicBezTo>
                    <a:pt x="2456811" y="29209"/>
                    <a:pt x="2461256" y="29844"/>
                    <a:pt x="2464431" y="31749"/>
                  </a:cubicBezTo>
                  <a:cubicBezTo>
                    <a:pt x="2467606" y="33019"/>
                    <a:pt x="2470781" y="35559"/>
                    <a:pt x="2473321" y="38099"/>
                  </a:cubicBezTo>
                  <a:cubicBezTo>
                    <a:pt x="2475861" y="41274"/>
                    <a:pt x="2477131" y="44449"/>
                    <a:pt x="2478401" y="49529"/>
                  </a:cubicBezTo>
                  <a:cubicBezTo>
                    <a:pt x="2479671" y="53974"/>
                    <a:pt x="2480306" y="59054"/>
                    <a:pt x="2480306" y="64134"/>
                  </a:cubicBezTo>
                  <a:lnTo>
                    <a:pt x="2480306" y="108584"/>
                  </a:lnTo>
                  <a:lnTo>
                    <a:pt x="2465066" y="108584"/>
                  </a:lnTo>
                  <a:lnTo>
                    <a:pt x="2464431" y="108584"/>
                  </a:lnTo>
                  <a:lnTo>
                    <a:pt x="2464431" y="64769"/>
                  </a:lnTo>
                  <a:cubicBezTo>
                    <a:pt x="2464431" y="57784"/>
                    <a:pt x="2463161" y="52069"/>
                    <a:pt x="2460621" y="48894"/>
                  </a:cubicBezTo>
                  <a:cubicBezTo>
                    <a:pt x="2458081" y="45084"/>
                    <a:pt x="2454271" y="43814"/>
                    <a:pt x="2448556" y="43814"/>
                  </a:cubicBezTo>
                  <a:cubicBezTo>
                    <a:pt x="2446016" y="43814"/>
                    <a:pt x="2444111" y="43814"/>
                    <a:pt x="2442206" y="45084"/>
                  </a:cubicBezTo>
                  <a:cubicBezTo>
                    <a:pt x="2440301" y="45719"/>
                    <a:pt x="2438396" y="46989"/>
                    <a:pt x="2437126" y="48894"/>
                  </a:cubicBezTo>
                  <a:cubicBezTo>
                    <a:pt x="2435856" y="50799"/>
                    <a:pt x="2434586" y="52704"/>
                    <a:pt x="2433951" y="55244"/>
                  </a:cubicBezTo>
                  <a:cubicBezTo>
                    <a:pt x="2433316" y="57784"/>
                    <a:pt x="2432681" y="60324"/>
                    <a:pt x="2432681" y="63499"/>
                  </a:cubicBezTo>
                  <a:lnTo>
                    <a:pt x="2432681" y="109219"/>
                  </a:lnTo>
                  <a:lnTo>
                    <a:pt x="2417441" y="109219"/>
                  </a:lnTo>
                  <a:lnTo>
                    <a:pt x="2417441" y="8889"/>
                  </a:lnTo>
                  <a:close/>
                  <a:moveTo>
                    <a:pt x="1734181" y="634"/>
                  </a:moveTo>
                  <a:lnTo>
                    <a:pt x="1734181" y="38099"/>
                  </a:lnTo>
                  <a:cubicBezTo>
                    <a:pt x="1734181" y="38099"/>
                    <a:pt x="1736086" y="35559"/>
                    <a:pt x="1737991" y="34289"/>
                  </a:cubicBezTo>
                  <a:cubicBezTo>
                    <a:pt x="1739261" y="33019"/>
                    <a:pt x="1741166" y="32384"/>
                    <a:pt x="1742436" y="31114"/>
                  </a:cubicBezTo>
                  <a:cubicBezTo>
                    <a:pt x="1744341" y="30479"/>
                    <a:pt x="1746246" y="29844"/>
                    <a:pt x="1748151" y="29209"/>
                  </a:cubicBezTo>
                  <a:cubicBezTo>
                    <a:pt x="1750056" y="29209"/>
                    <a:pt x="1751961" y="29209"/>
                    <a:pt x="1753866" y="29209"/>
                  </a:cubicBezTo>
                  <a:cubicBezTo>
                    <a:pt x="1758311" y="29209"/>
                    <a:pt x="1762756" y="29844"/>
                    <a:pt x="1765931" y="31749"/>
                  </a:cubicBezTo>
                  <a:cubicBezTo>
                    <a:pt x="1769106" y="33019"/>
                    <a:pt x="1772281" y="35559"/>
                    <a:pt x="1774821" y="38099"/>
                  </a:cubicBezTo>
                  <a:cubicBezTo>
                    <a:pt x="1777361" y="41274"/>
                    <a:pt x="1778631" y="44449"/>
                    <a:pt x="1779901" y="49529"/>
                  </a:cubicBezTo>
                  <a:cubicBezTo>
                    <a:pt x="1781171" y="53974"/>
                    <a:pt x="1781806" y="59054"/>
                    <a:pt x="1781806" y="64134"/>
                  </a:cubicBezTo>
                  <a:lnTo>
                    <a:pt x="1781806" y="108584"/>
                  </a:lnTo>
                  <a:lnTo>
                    <a:pt x="1766566" y="108584"/>
                  </a:lnTo>
                  <a:lnTo>
                    <a:pt x="1765931" y="108584"/>
                  </a:lnTo>
                  <a:lnTo>
                    <a:pt x="1765931" y="64769"/>
                  </a:lnTo>
                  <a:cubicBezTo>
                    <a:pt x="1765931" y="57784"/>
                    <a:pt x="1764661" y="52069"/>
                    <a:pt x="1762121" y="48894"/>
                  </a:cubicBezTo>
                  <a:cubicBezTo>
                    <a:pt x="1759581" y="45084"/>
                    <a:pt x="1755771" y="43814"/>
                    <a:pt x="1750056" y="43814"/>
                  </a:cubicBezTo>
                  <a:cubicBezTo>
                    <a:pt x="1747516" y="43814"/>
                    <a:pt x="1745611" y="43814"/>
                    <a:pt x="1743706" y="45084"/>
                  </a:cubicBezTo>
                  <a:cubicBezTo>
                    <a:pt x="1741801" y="45719"/>
                    <a:pt x="1739896" y="46989"/>
                    <a:pt x="1738626" y="48894"/>
                  </a:cubicBezTo>
                  <a:cubicBezTo>
                    <a:pt x="1737356" y="50799"/>
                    <a:pt x="1736086" y="52704"/>
                    <a:pt x="1735451" y="55244"/>
                  </a:cubicBezTo>
                  <a:cubicBezTo>
                    <a:pt x="1734816" y="57784"/>
                    <a:pt x="1734181" y="60324"/>
                    <a:pt x="1734181" y="63499"/>
                  </a:cubicBezTo>
                  <a:lnTo>
                    <a:pt x="1734181" y="109219"/>
                  </a:lnTo>
                  <a:lnTo>
                    <a:pt x="1718941" y="109219"/>
                  </a:lnTo>
                  <a:lnTo>
                    <a:pt x="1718941" y="8889"/>
                  </a:lnTo>
                  <a:close/>
                  <a:moveTo>
                    <a:pt x="803275" y="634"/>
                  </a:moveTo>
                  <a:lnTo>
                    <a:pt x="803275" y="38099"/>
                  </a:lnTo>
                  <a:cubicBezTo>
                    <a:pt x="803275" y="38099"/>
                    <a:pt x="805180" y="35559"/>
                    <a:pt x="807085" y="34289"/>
                  </a:cubicBezTo>
                  <a:cubicBezTo>
                    <a:pt x="808355" y="33019"/>
                    <a:pt x="810260" y="32384"/>
                    <a:pt x="811530" y="31114"/>
                  </a:cubicBezTo>
                  <a:cubicBezTo>
                    <a:pt x="813435" y="30479"/>
                    <a:pt x="815340" y="29844"/>
                    <a:pt x="817245" y="29209"/>
                  </a:cubicBezTo>
                  <a:cubicBezTo>
                    <a:pt x="819150" y="29209"/>
                    <a:pt x="821055" y="29209"/>
                    <a:pt x="822960" y="29209"/>
                  </a:cubicBezTo>
                  <a:cubicBezTo>
                    <a:pt x="827405" y="29209"/>
                    <a:pt x="831850" y="29844"/>
                    <a:pt x="835025" y="31749"/>
                  </a:cubicBezTo>
                  <a:cubicBezTo>
                    <a:pt x="838200" y="33019"/>
                    <a:pt x="841375" y="35559"/>
                    <a:pt x="843915" y="38099"/>
                  </a:cubicBezTo>
                  <a:cubicBezTo>
                    <a:pt x="846455" y="41274"/>
                    <a:pt x="847725" y="44449"/>
                    <a:pt x="848995" y="49529"/>
                  </a:cubicBezTo>
                  <a:cubicBezTo>
                    <a:pt x="850265" y="53974"/>
                    <a:pt x="850900" y="59054"/>
                    <a:pt x="850900" y="64134"/>
                  </a:cubicBezTo>
                  <a:lnTo>
                    <a:pt x="850900" y="108584"/>
                  </a:lnTo>
                  <a:lnTo>
                    <a:pt x="835660" y="108584"/>
                  </a:lnTo>
                  <a:lnTo>
                    <a:pt x="835025" y="108584"/>
                  </a:lnTo>
                  <a:lnTo>
                    <a:pt x="835025" y="64769"/>
                  </a:lnTo>
                  <a:cubicBezTo>
                    <a:pt x="835025" y="57784"/>
                    <a:pt x="833755" y="52069"/>
                    <a:pt x="831215" y="48894"/>
                  </a:cubicBezTo>
                  <a:cubicBezTo>
                    <a:pt x="828675" y="45084"/>
                    <a:pt x="824865" y="43814"/>
                    <a:pt x="819150" y="43814"/>
                  </a:cubicBezTo>
                  <a:cubicBezTo>
                    <a:pt x="816610" y="43814"/>
                    <a:pt x="814705" y="43814"/>
                    <a:pt x="812800" y="45084"/>
                  </a:cubicBezTo>
                  <a:cubicBezTo>
                    <a:pt x="810895" y="45719"/>
                    <a:pt x="808990" y="46989"/>
                    <a:pt x="807720" y="48894"/>
                  </a:cubicBezTo>
                  <a:cubicBezTo>
                    <a:pt x="806450" y="50799"/>
                    <a:pt x="805180" y="52704"/>
                    <a:pt x="804545" y="55244"/>
                  </a:cubicBezTo>
                  <a:cubicBezTo>
                    <a:pt x="803910" y="57784"/>
                    <a:pt x="803275" y="60324"/>
                    <a:pt x="803275" y="63499"/>
                  </a:cubicBezTo>
                  <a:lnTo>
                    <a:pt x="803275" y="109219"/>
                  </a:lnTo>
                  <a:lnTo>
                    <a:pt x="788035" y="109219"/>
                  </a:lnTo>
                  <a:lnTo>
                    <a:pt x="788035" y="8889"/>
                  </a:lnTo>
                  <a:close/>
                  <a:moveTo>
                    <a:pt x="104774" y="634"/>
                  </a:moveTo>
                  <a:lnTo>
                    <a:pt x="104774" y="38099"/>
                  </a:lnTo>
                  <a:cubicBezTo>
                    <a:pt x="104774" y="38099"/>
                    <a:pt x="106679" y="35559"/>
                    <a:pt x="108584" y="34289"/>
                  </a:cubicBezTo>
                  <a:cubicBezTo>
                    <a:pt x="109854" y="33019"/>
                    <a:pt x="111759" y="32384"/>
                    <a:pt x="113029" y="31114"/>
                  </a:cubicBezTo>
                  <a:cubicBezTo>
                    <a:pt x="114934" y="30479"/>
                    <a:pt x="116839" y="29844"/>
                    <a:pt x="118744" y="29209"/>
                  </a:cubicBezTo>
                  <a:cubicBezTo>
                    <a:pt x="120649" y="29209"/>
                    <a:pt x="122554" y="29209"/>
                    <a:pt x="124459" y="29209"/>
                  </a:cubicBezTo>
                  <a:cubicBezTo>
                    <a:pt x="128904" y="29209"/>
                    <a:pt x="133349" y="29844"/>
                    <a:pt x="136524" y="31749"/>
                  </a:cubicBezTo>
                  <a:cubicBezTo>
                    <a:pt x="139699" y="33019"/>
                    <a:pt x="142874" y="35559"/>
                    <a:pt x="145414" y="38099"/>
                  </a:cubicBezTo>
                  <a:cubicBezTo>
                    <a:pt x="147954" y="41274"/>
                    <a:pt x="149224" y="44449"/>
                    <a:pt x="150494" y="49529"/>
                  </a:cubicBezTo>
                  <a:cubicBezTo>
                    <a:pt x="151764" y="53974"/>
                    <a:pt x="152399" y="59054"/>
                    <a:pt x="152399" y="64134"/>
                  </a:cubicBezTo>
                  <a:lnTo>
                    <a:pt x="152399" y="108584"/>
                  </a:lnTo>
                  <a:lnTo>
                    <a:pt x="137159" y="108584"/>
                  </a:lnTo>
                  <a:lnTo>
                    <a:pt x="136524" y="108584"/>
                  </a:lnTo>
                  <a:lnTo>
                    <a:pt x="136524" y="64769"/>
                  </a:lnTo>
                  <a:cubicBezTo>
                    <a:pt x="136524" y="57784"/>
                    <a:pt x="135254" y="52069"/>
                    <a:pt x="132714" y="48894"/>
                  </a:cubicBezTo>
                  <a:cubicBezTo>
                    <a:pt x="130174" y="45084"/>
                    <a:pt x="126364" y="43814"/>
                    <a:pt x="120649" y="43814"/>
                  </a:cubicBezTo>
                  <a:cubicBezTo>
                    <a:pt x="118109" y="43814"/>
                    <a:pt x="116204" y="43814"/>
                    <a:pt x="114299" y="45084"/>
                  </a:cubicBezTo>
                  <a:cubicBezTo>
                    <a:pt x="112394" y="45719"/>
                    <a:pt x="110489" y="46989"/>
                    <a:pt x="109219" y="48894"/>
                  </a:cubicBezTo>
                  <a:cubicBezTo>
                    <a:pt x="107949" y="50799"/>
                    <a:pt x="106679" y="52704"/>
                    <a:pt x="106044" y="55244"/>
                  </a:cubicBezTo>
                  <a:cubicBezTo>
                    <a:pt x="105409" y="57784"/>
                    <a:pt x="104774" y="60324"/>
                    <a:pt x="104774" y="63499"/>
                  </a:cubicBezTo>
                  <a:lnTo>
                    <a:pt x="104774" y="109219"/>
                  </a:lnTo>
                  <a:lnTo>
                    <a:pt x="89534" y="109219"/>
                  </a:lnTo>
                  <a:lnTo>
                    <a:pt x="89534" y="8889"/>
                  </a:lnTo>
                  <a:close/>
                  <a:moveTo>
                    <a:pt x="3894450" y="0"/>
                  </a:moveTo>
                  <a:lnTo>
                    <a:pt x="3894450" y="30480"/>
                  </a:lnTo>
                  <a:lnTo>
                    <a:pt x="3913500" y="30480"/>
                  </a:lnTo>
                  <a:lnTo>
                    <a:pt x="3913500" y="44450"/>
                  </a:lnTo>
                  <a:lnTo>
                    <a:pt x="3894450" y="44450"/>
                  </a:lnTo>
                  <a:lnTo>
                    <a:pt x="3894450" y="86995"/>
                  </a:lnTo>
                  <a:cubicBezTo>
                    <a:pt x="3894450" y="86995"/>
                    <a:pt x="3894450" y="90170"/>
                    <a:pt x="3894450" y="91440"/>
                  </a:cubicBezTo>
                  <a:cubicBezTo>
                    <a:pt x="3894450" y="92710"/>
                    <a:pt x="3895085" y="93345"/>
                    <a:pt x="3895720" y="94615"/>
                  </a:cubicBezTo>
                  <a:cubicBezTo>
                    <a:pt x="3896355" y="95250"/>
                    <a:pt x="3896990" y="95885"/>
                    <a:pt x="3898260" y="95885"/>
                  </a:cubicBezTo>
                  <a:cubicBezTo>
                    <a:pt x="3899530" y="95885"/>
                    <a:pt x="3900800" y="95885"/>
                    <a:pt x="3902070" y="95885"/>
                  </a:cubicBezTo>
                  <a:cubicBezTo>
                    <a:pt x="3903975" y="95885"/>
                    <a:pt x="3905880" y="95885"/>
                    <a:pt x="3908420" y="95250"/>
                  </a:cubicBezTo>
                  <a:cubicBezTo>
                    <a:pt x="3910325" y="94615"/>
                    <a:pt x="3912230" y="93980"/>
                    <a:pt x="3913500" y="93345"/>
                  </a:cubicBezTo>
                  <a:lnTo>
                    <a:pt x="3911595" y="106680"/>
                  </a:lnTo>
                  <a:cubicBezTo>
                    <a:pt x="3911595" y="106680"/>
                    <a:pt x="3907785" y="108585"/>
                    <a:pt x="3905245" y="109220"/>
                  </a:cubicBezTo>
                  <a:cubicBezTo>
                    <a:pt x="3902705" y="109855"/>
                    <a:pt x="3900165" y="110490"/>
                    <a:pt x="3896990" y="110490"/>
                  </a:cubicBezTo>
                  <a:cubicBezTo>
                    <a:pt x="3894450" y="110490"/>
                    <a:pt x="3891910" y="110490"/>
                    <a:pt x="3890005" y="109220"/>
                  </a:cubicBezTo>
                  <a:cubicBezTo>
                    <a:pt x="3888100" y="108585"/>
                    <a:pt x="3886195" y="107315"/>
                    <a:pt x="3884290" y="105410"/>
                  </a:cubicBezTo>
                  <a:cubicBezTo>
                    <a:pt x="3882385" y="103505"/>
                    <a:pt x="3881115" y="101600"/>
                    <a:pt x="3880480" y="99060"/>
                  </a:cubicBezTo>
                  <a:cubicBezTo>
                    <a:pt x="3879845" y="96520"/>
                    <a:pt x="3879210" y="93345"/>
                    <a:pt x="3879210" y="89535"/>
                  </a:cubicBezTo>
                  <a:lnTo>
                    <a:pt x="3879210" y="44450"/>
                  </a:lnTo>
                  <a:lnTo>
                    <a:pt x="3868415" y="44450"/>
                  </a:lnTo>
                  <a:lnTo>
                    <a:pt x="3868415" y="30480"/>
                  </a:lnTo>
                  <a:lnTo>
                    <a:pt x="3879210" y="30480"/>
                  </a:lnTo>
                  <a:lnTo>
                    <a:pt x="3879210" y="8255"/>
                  </a:lnTo>
                  <a:close/>
                  <a:moveTo>
                    <a:pt x="3664581" y="0"/>
                  </a:moveTo>
                  <a:lnTo>
                    <a:pt x="3664581" y="30480"/>
                  </a:lnTo>
                  <a:lnTo>
                    <a:pt x="3683631" y="30480"/>
                  </a:lnTo>
                  <a:lnTo>
                    <a:pt x="3683631" y="44450"/>
                  </a:lnTo>
                  <a:lnTo>
                    <a:pt x="3664581" y="44450"/>
                  </a:lnTo>
                  <a:lnTo>
                    <a:pt x="3664581" y="86995"/>
                  </a:lnTo>
                  <a:cubicBezTo>
                    <a:pt x="3664581" y="86995"/>
                    <a:pt x="3664581" y="90170"/>
                    <a:pt x="3664581" y="91440"/>
                  </a:cubicBezTo>
                  <a:cubicBezTo>
                    <a:pt x="3664581" y="92710"/>
                    <a:pt x="3665216" y="93345"/>
                    <a:pt x="3665851" y="94615"/>
                  </a:cubicBezTo>
                  <a:cubicBezTo>
                    <a:pt x="3666486" y="95250"/>
                    <a:pt x="3667121" y="95885"/>
                    <a:pt x="3668391" y="95885"/>
                  </a:cubicBezTo>
                  <a:cubicBezTo>
                    <a:pt x="3669661" y="95885"/>
                    <a:pt x="3670931" y="95885"/>
                    <a:pt x="3672201" y="95885"/>
                  </a:cubicBezTo>
                  <a:cubicBezTo>
                    <a:pt x="3674106" y="95885"/>
                    <a:pt x="3676011" y="95885"/>
                    <a:pt x="3678551" y="95250"/>
                  </a:cubicBezTo>
                  <a:cubicBezTo>
                    <a:pt x="3680456" y="94615"/>
                    <a:pt x="3682361" y="93980"/>
                    <a:pt x="3683631" y="93345"/>
                  </a:cubicBezTo>
                  <a:lnTo>
                    <a:pt x="3681726" y="106680"/>
                  </a:lnTo>
                  <a:cubicBezTo>
                    <a:pt x="3681726" y="106680"/>
                    <a:pt x="3677916" y="108585"/>
                    <a:pt x="3675376" y="109220"/>
                  </a:cubicBezTo>
                  <a:cubicBezTo>
                    <a:pt x="3672836" y="109855"/>
                    <a:pt x="3670296" y="110490"/>
                    <a:pt x="3667121" y="110490"/>
                  </a:cubicBezTo>
                  <a:cubicBezTo>
                    <a:pt x="3664581" y="110490"/>
                    <a:pt x="3662041" y="110490"/>
                    <a:pt x="3660136" y="109220"/>
                  </a:cubicBezTo>
                  <a:cubicBezTo>
                    <a:pt x="3658231" y="108585"/>
                    <a:pt x="3656326" y="107315"/>
                    <a:pt x="3654421" y="105410"/>
                  </a:cubicBezTo>
                  <a:cubicBezTo>
                    <a:pt x="3652516" y="103505"/>
                    <a:pt x="3651246" y="101600"/>
                    <a:pt x="3650611" y="99060"/>
                  </a:cubicBezTo>
                  <a:cubicBezTo>
                    <a:pt x="3649976" y="96520"/>
                    <a:pt x="3649341" y="93345"/>
                    <a:pt x="3649341" y="89535"/>
                  </a:cubicBezTo>
                  <a:lnTo>
                    <a:pt x="3649341" y="44450"/>
                  </a:lnTo>
                  <a:lnTo>
                    <a:pt x="3638546" y="44450"/>
                  </a:lnTo>
                  <a:lnTo>
                    <a:pt x="3638546" y="30480"/>
                  </a:lnTo>
                  <a:lnTo>
                    <a:pt x="3649341" y="30480"/>
                  </a:lnTo>
                  <a:lnTo>
                    <a:pt x="3649341" y="8255"/>
                  </a:lnTo>
                  <a:close/>
                  <a:moveTo>
                    <a:pt x="3610605" y="0"/>
                  </a:moveTo>
                  <a:lnTo>
                    <a:pt x="3610605" y="30480"/>
                  </a:lnTo>
                  <a:lnTo>
                    <a:pt x="3629655" y="30480"/>
                  </a:lnTo>
                  <a:lnTo>
                    <a:pt x="3629655" y="44450"/>
                  </a:lnTo>
                  <a:lnTo>
                    <a:pt x="3610605" y="44450"/>
                  </a:lnTo>
                  <a:lnTo>
                    <a:pt x="3610605" y="86995"/>
                  </a:lnTo>
                  <a:cubicBezTo>
                    <a:pt x="3610605" y="86995"/>
                    <a:pt x="3610605" y="90170"/>
                    <a:pt x="3610605" y="91440"/>
                  </a:cubicBezTo>
                  <a:cubicBezTo>
                    <a:pt x="3610605" y="92710"/>
                    <a:pt x="3611240" y="93345"/>
                    <a:pt x="3611875" y="94615"/>
                  </a:cubicBezTo>
                  <a:cubicBezTo>
                    <a:pt x="3612510" y="95250"/>
                    <a:pt x="3613145" y="95885"/>
                    <a:pt x="3614415" y="95885"/>
                  </a:cubicBezTo>
                  <a:cubicBezTo>
                    <a:pt x="3615685" y="95885"/>
                    <a:pt x="3616955" y="95885"/>
                    <a:pt x="3618225" y="95885"/>
                  </a:cubicBezTo>
                  <a:cubicBezTo>
                    <a:pt x="3620130" y="95885"/>
                    <a:pt x="3622035" y="95885"/>
                    <a:pt x="3624575" y="95250"/>
                  </a:cubicBezTo>
                  <a:cubicBezTo>
                    <a:pt x="3626480" y="94615"/>
                    <a:pt x="3628385" y="93980"/>
                    <a:pt x="3629655" y="93345"/>
                  </a:cubicBezTo>
                  <a:lnTo>
                    <a:pt x="3627750" y="106680"/>
                  </a:lnTo>
                  <a:cubicBezTo>
                    <a:pt x="3627750" y="106680"/>
                    <a:pt x="3623940" y="108585"/>
                    <a:pt x="3621400" y="109220"/>
                  </a:cubicBezTo>
                  <a:cubicBezTo>
                    <a:pt x="3618860" y="109855"/>
                    <a:pt x="3616320" y="110490"/>
                    <a:pt x="3613145" y="110490"/>
                  </a:cubicBezTo>
                  <a:cubicBezTo>
                    <a:pt x="3610605" y="110490"/>
                    <a:pt x="3608065" y="110490"/>
                    <a:pt x="3606160" y="109220"/>
                  </a:cubicBezTo>
                  <a:cubicBezTo>
                    <a:pt x="3604255" y="108585"/>
                    <a:pt x="3602350" y="107315"/>
                    <a:pt x="3600445" y="105410"/>
                  </a:cubicBezTo>
                  <a:cubicBezTo>
                    <a:pt x="3598540" y="103505"/>
                    <a:pt x="3597270" y="101600"/>
                    <a:pt x="3596635" y="99060"/>
                  </a:cubicBezTo>
                  <a:cubicBezTo>
                    <a:pt x="3596000" y="96520"/>
                    <a:pt x="3595365" y="93345"/>
                    <a:pt x="3595365" y="89535"/>
                  </a:cubicBezTo>
                  <a:lnTo>
                    <a:pt x="3595365" y="44450"/>
                  </a:lnTo>
                  <a:lnTo>
                    <a:pt x="3584570" y="44450"/>
                  </a:lnTo>
                  <a:lnTo>
                    <a:pt x="3584570" y="30480"/>
                  </a:lnTo>
                  <a:lnTo>
                    <a:pt x="3595365" y="30480"/>
                  </a:lnTo>
                  <a:lnTo>
                    <a:pt x="3595365" y="8255"/>
                  </a:lnTo>
                  <a:close/>
                  <a:moveTo>
                    <a:pt x="3445505" y="0"/>
                  </a:moveTo>
                  <a:lnTo>
                    <a:pt x="3445505" y="37465"/>
                  </a:lnTo>
                  <a:cubicBezTo>
                    <a:pt x="3445505" y="37465"/>
                    <a:pt x="3448680" y="34925"/>
                    <a:pt x="3449950" y="33655"/>
                  </a:cubicBezTo>
                  <a:cubicBezTo>
                    <a:pt x="3451220" y="33020"/>
                    <a:pt x="3452490" y="31750"/>
                    <a:pt x="3453760" y="31115"/>
                  </a:cubicBezTo>
                  <a:cubicBezTo>
                    <a:pt x="3455030" y="30480"/>
                    <a:pt x="3456935" y="29845"/>
                    <a:pt x="3458840" y="29210"/>
                  </a:cubicBezTo>
                  <a:cubicBezTo>
                    <a:pt x="3460745" y="29210"/>
                    <a:pt x="3463285" y="28575"/>
                    <a:pt x="3465825" y="28575"/>
                  </a:cubicBezTo>
                  <a:cubicBezTo>
                    <a:pt x="3470270" y="28575"/>
                    <a:pt x="3474080" y="29210"/>
                    <a:pt x="3477890" y="31115"/>
                  </a:cubicBezTo>
                  <a:cubicBezTo>
                    <a:pt x="3481700" y="32385"/>
                    <a:pt x="3484875" y="34925"/>
                    <a:pt x="3487415" y="38735"/>
                  </a:cubicBezTo>
                  <a:cubicBezTo>
                    <a:pt x="3489955" y="41910"/>
                    <a:pt x="3492495" y="46355"/>
                    <a:pt x="3493765" y="51435"/>
                  </a:cubicBezTo>
                  <a:cubicBezTo>
                    <a:pt x="3495035" y="56515"/>
                    <a:pt x="3496305" y="62865"/>
                    <a:pt x="3496305" y="70485"/>
                  </a:cubicBezTo>
                  <a:lnTo>
                    <a:pt x="3495670" y="71120"/>
                  </a:lnTo>
                  <a:cubicBezTo>
                    <a:pt x="3495670" y="77470"/>
                    <a:pt x="3495035" y="83820"/>
                    <a:pt x="3493130" y="88265"/>
                  </a:cubicBezTo>
                  <a:cubicBezTo>
                    <a:pt x="3491225" y="93345"/>
                    <a:pt x="3489320" y="97155"/>
                    <a:pt x="3486145" y="100330"/>
                  </a:cubicBezTo>
                  <a:cubicBezTo>
                    <a:pt x="3483605" y="103505"/>
                    <a:pt x="3479795" y="106045"/>
                    <a:pt x="3476620" y="107315"/>
                  </a:cubicBezTo>
                  <a:cubicBezTo>
                    <a:pt x="3472810" y="109220"/>
                    <a:pt x="3469000" y="109855"/>
                    <a:pt x="3465190" y="109855"/>
                  </a:cubicBezTo>
                  <a:cubicBezTo>
                    <a:pt x="3461380" y="109855"/>
                    <a:pt x="3457570" y="109220"/>
                    <a:pt x="3454395" y="107315"/>
                  </a:cubicBezTo>
                  <a:cubicBezTo>
                    <a:pt x="3450585" y="105410"/>
                    <a:pt x="3448045" y="103505"/>
                    <a:pt x="3445505" y="100965"/>
                  </a:cubicBezTo>
                  <a:lnTo>
                    <a:pt x="3445505" y="107950"/>
                  </a:lnTo>
                  <a:lnTo>
                    <a:pt x="3430265" y="107950"/>
                  </a:lnTo>
                  <a:lnTo>
                    <a:pt x="3430265" y="7620"/>
                  </a:lnTo>
                  <a:close/>
                  <a:moveTo>
                    <a:pt x="2380611" y="0"/>
                  </a:moveTo>
                  <a:lnTo>
                    <a:pt x="2380611" y="30480"/>
                  </a:lnTo>
                  <a:lnTo>
                    <a:pt x="2399661" y="30480"/>
                  </a:lnTo>
                  <a:lnTo>
                    <a:pt x="2399661" y="44450"/>
                  </a:lnTo>
                  <a:lnTo>
                    <a:pt x="2380611" y="44450"/>
                  </a:lnTo>
                  <a:lnTo>
                    <a:pt x="2380611" y="86995"/>
                  </a:lnTo>
                  <a:cubicBezTo>
                    <a:pt x="2380611" y="86995"/>
                    <a:pt x="2380611" y="90170"/>
                    <a:pt x="2380611" y="91440"/>
                  </a:cubicBezTo>
                  <a:cubicBezTo>
                    <a:pt x="2380611" y="92710"/>
                    <a:pt x="2381246" y="93345"/>
                    <a:pt x="2381881" y="94615"/>
                  </a:cubicBezTo>
                  <a:cubicBezTo>
                    <a:pt x="2382516" y="95250"/>
                    <a:pt x="2383151" y="95885"/>
                    <a:pt x="2384421" y="95885"/>
                  </a:cubicBezTo>
                  <a:cubicBezTo>
                    <a:pt x="2385691" y="95885"/>
                    <a:pt x="2386961" y="95885"/>
                    <a:pt x="2388231" y="95885"/>
                  </a:cubicBezTo>
                  <a:cubicBezTo>
                    <a:pt x="2390136" y="95885"/>
                    <a:pt x="2392041" y="95885"/>
                    <a:pt x="2394581" y="95250"/>
                  </a:cubicBezTo>
                  <a:cubicBezTo>
                    <a:pt x="2396486" y="94615"/>
                    <a:pt x="2398391" y="93980"/>
                    <a:pt x="2399661" y="93345"/>
                  </a:cubicBezTo>
                  <a:lnTo>
                    <a:pt x="2397756" y="106680"/>
                  </a:lnTo>
                  <a:cubicBezTo>
                    <a:pt x="2397756" y="106680"/>
                    <a:pt x="2393946" y="108585"/>
                    <a:pt x="2391406" y="109220"/>
                  </a:cubicBezTo>
                  <a:cubicBezTo>
                    <a:pt x="2388866" y="109855"/>
                    <a:pt x="2386326" y="110490"/>
                    <a:pt x="2383151" y="110490"/>
                  </a:cubicBezTo>
                  <a:cubicBezTo>
                    <a:pt x="2380611" y="110490"/>
                    <a:pt x="2378071" y="110490"/>
                    <a:pt x="2376166" y="109220"/>
                  </a:cubicBezTo>
                  <a:cubicBezTo>
                    <a:pt x="2374261" y="108585"/>
                    <a:pt x="2372356" y="107315"/>
                    <a:pt x="2370451" y="105410"/>
                  </a:cubicBezTo>
                  <a:cubicBezTo>
                    <a:pt x="2368546" y="103505"/>
                    <a:pt x="2367276" y="101600"/>
                    <a:pt x="2366641" y="99060"/>
                  </a:cubicBezTo>
                  <a:cubicBezTo>
                    <a:pt x="2366006" y="96520"/>
                    <a:pt x="2365371" y="93345"/>
                    <a:pt x="2365371" y="89535"/>
                  </a:cubicBezTo>
                  <a:lnTo>
                    <a:pt x="2365371" y="44450"/>
                  </a:lnTo>
                  <a:lnTo>
                    <a:pt x="2354576" y="44450"/>
                  </a:lnTo>
                  <a:lnTo>
                    <a:pt x="2354576" y="30480"/>
                  </a:lnTo>
                  <a:lnTo>
                    <a:pt x="2365371" y="30480"/>
                  </a:lnTo>
                  <a:lnTo>
                    <a:pt x="2365371" y="8255"/>
                  </a:lnTo>
                  <a:close/>
                  <a:moveTo>
                    <a:pt x="2150741" y="0"/>
                  </a:moveTo>
                  <a:lnTo>
                    <a:pt x="2150741" y="30480"/>
                  </a:lnTo>
                  <a:lnTo>
                    <a:pt x="2169791" y="30480"/>
                  </a:lnTo>
                  <a:lnTo>
                    <a:pt x="2169791" y="44450"/>
                  </a:lnTo>
                  <a:lnTo>
                    <a:pt x="2150741" y="44450"/>
                  </a:lnTo>
                  <a:lnTo>
                    <a:pt x="2150741" y="86995"/>
                  </a:lnTo>
                  <a:cubicBezTo>
                    <a:pt x="2150741" y="86995"/>
                    <a:pt x="2150741" y="90170"/>
                    <a:pt x="2150741" y="91440"/>
                  </a:cubicBezTo>
                  <a:cubicBezTo>
                    <a:pt x="2150741" y="92710"/>
                    <a:pt x="2151376" y="93345"/>
                    <a:pt x="2152011" y="94615"/>
                  </a:cubicBezTo>
                  <a:cubicBezTo>
                    <a:pt x="2152646" y="95250"/>
                    <a:pt x="2153281" y="95885"/>
                    <a:pt x="2154551" y="95885"/>
                  </a:cubicBezTo>
                  <a:cubicBezTo>
                    <a:pt x="2155821" y="95885"/>
                    <a:pt x="2157091" y="95885"/>
                    <a:pt x="2158361" y="95885"/>
                  </a:cubicBezTo>
                  <a:cubicBezTo>
                    <a:pt x="2160266" y="95885"/>
                    <a:pt x="2162171" y="95885"/>
                    <a:pt x="2164711" y="95250"/>
                  </a:cubicBezTo>
                  <a:cubicBezTo>
                    <a:pt x="2166616" y="94615"/>
                    <a:pt x="2168521" y="93980"/>
                    <a:pt x="2169791" y="93345"/>
                  </a:cubicBezTo>
                  <a:lnTo>
                    <a:pt x="2167886" y="106680"/>
                  </a:lnTo>
                  <a:cubicBezTo>
                    <a:pt x="2167886" y="106680"/>
                    <a:pt x="2164076" y="108585"/>
                    <a:pt x="2161536" y="109220"/>
                  </a:cubicBezTo>
                  <a:cubicBezTo>
                    <a:pt x="2158996" y="109855"/>
                    <a:pt x="2156456" y="110490"/>
                    <a:pt x="2153281" y="110490"/>
                  </a:cubicBezTo>
                  <a:cubicBezTo>
                    <a:pt x="2150741" y="110490"/>
                    <a:pt x="2148201" y="110490"/>
                    <a:pt x="2146296" y="109220"/>
                  </a:cubicBezTo>
                  <a:cubicBezTo>
                    <a:pt x="2144391" y="108585"/>
                    <a:pt x="2142486" y="107315"/>
                    <a:pt x="2140581" y="105410"/>
                  </a:cubicBezTo>
                  <a:cubicBezTo>
                    <a:pt x="2138676" y="103505"/>
                    <a:pt x="2137406" y="101600"/>
                    <a:pt x="2136771" y="99060"/>
                  </a:cubicBezTo>
                  <a:cubicBezTo>
                    <a:pt x="2136136" y="96520"/>
                    <a:pt x="2135501" y="93345"/>
                    <a:pt x="2135501" y="89535"/>
                  </a:cubicBezTo>
                  <a:lnTo>
                    <a:pt x="2135501" y="44450"/>
                  </a:lnTo>
                  <a:lnTo>
                    <a:pt x="2124706" y="44450"/>
                  </a:lnTo>
                  <a:lnTo>
                    <a:pt x="2124706" y="30480"/>
                  </a:lnTo>
                  <a:lnTo>
                    <a:pt x="2135501" y="30480"/>
                  </a:lnTo>
                  <a:lnTo>
                    <a:pt x="2135501" y="8255"/>
                  </a:lnTo>
                  <a:close/>
                  <a:moveTo>
                    <a:pt x="2096131" y="0"/>
                  </a:moveTo>
                  <a:lnTo>
                    <a:pt x="2096131" y="30480"/>
                  </a:lnTo>
                  <a:lnTo>
                    <a:pt x="2115181" y="30480"/>
                  </a:lnTo>
                  <a:lnTo>
                    <a:pt x="2115181" y="44450"/>
                  </a:lnTo>
                  <a:lnTo>
                    <a:pt x="2096131" y="44450"/>
                  </a:lnTo>
                  <a:lnTo>
                    <a:pt x="2096131" y="86995"/>
                  </a:lnTo>
                  <a:cubicBezTo>
                    <a:pt x="2096131" y="86995"/>
                    <a:pt x="2096131" y="90170"/>
                    <a:pt x="2096131" y="91440"/>
                  </a:cubicBezTo>
                  <a:cubicBezTo>
                    <a:pt x="2096131" y="92710"/>
                    <a:pt x="2096766" y="93345"/>
                    <a:pt x="2097401" y="94615"/>
                  </a:cubicBezTo>
                  <a:cubicBezTo>
                    <a:pt x="2098036" y="95250"/>
                    <a:pt x="2098671" y="95885"/>
                    <a:pt x="2099941" y="95885"/>
                  </a:cubicBezTo>
                  <a:cubicBezTo>
                    <a:pt x="2101211" y="95885"/>
                    <a:pt x="2102481" y="95885"/>
                    <a:pt x="2103751" y="95885"/>
                  </a:cubicBezTo>
                  <a:cubicBezTo>
                    <a:pt x="2105656" y="95885"/>
                    <a:pt x="2107561" y="95885"/>
                    <a:pt x="2110101" y="95250"/>
                  </a:cubicBezTo>
                  <a:cubicBezTo>
                    <a:pt x="2112006" y="94615"/>
                    <a:pt x="2113911" y="93980"/>
                    <a:pt x="2115181" y="93345"/>
                  </a:cubicBezTo>
                  <a:lnTo>
                    <a:pt x="2113276" y="106680"/>
                  </a:lnTo>
                  <a:cubicBezTo>
                    <a:pt x="2113276" y="106680"/>
                    <a:pt x="2109466" y="108585"/>
                    <a:pt x="2106926" y="109220"/>
                  </a:cubicBezTo>
                  <a:cubicBezTo>
                    <a:pt x="2104386" y="109855"/>
                    <a:pt x="2101846" y="110490"/>
                    <a:pt x="2098671" y="110490"/>
                  </a:cubicBezTo>
                  <a:cubicBezTo>
                    <a:pt x="2096131" y="110490"/>
                    <a:pt x="2093591" y="110490"/>
                    <a:pt x="2091686" y="109220"/>
                  </a:cubicBezTo>
                  <a:cubicBezTo>
                    <a:pt x="2089781" y="108585"/>
                    <a:pt x="2087876" y="107315"/>
                    <a:pt x="2085971" y="105410"/>
                  </a:cubicBezTo>
                  <a:cubicBezTo>
                    <a:pt x="2084066" y="103505"/>
                    <a:pt x="2082796" y="101600"/>
                    <a:pt x="2082161" y="99060"/>
                  </a:cubicBezTo>
                  <a:cubicBezTo>
                    <a:pt x="2081526" y="96520"/>
                    <a:pt x="2080891" y="93345"/>
                    <a:pt x="2080891" y="89535"/>
                  </a:cubicBezTo>
                  <a:lnTo>
                    <a:pt x="2080891" y="44450"/>
                  </a:lnTo>
                  <a:lnTo>
                    <a:pt x="2070096" y="44450"/>
                  </a:lnTo>
                  <a:lnTo>
                    <a:pt x="2070096" y="30480"/>
                  </a:lnTo>
                  <a:lnTo>
                    <a:pt x="2080891" y="30480"/>
                  </a:lnTo>
                  <a:lnTo>
                    <a:pt x="2080891" y="8255"/>
                  </a:lnTo>
                  <a:close/>
                  <a:moveTo>
                    <a:pt x="1931665" y="0"/>
                  </a:moveTo>
                  <a:lnTo>
                    <a:pt x="1931665" y="37465"/>
                  </a:lnTo>
                  <a:cubicBezTo>
                    <a:pt x="1931665" y="37465"/>
                    <a:pt x="1934840" y="34925"/>
                    <a:pt x="1936110" y="33655"/>
                  </a:cubicBezTo>
                  <a:cubicBezTo>
                    <a:pt x="1937380" y="33020"/>
                    <a:pt x="1938650" y="31750"/>
                    <a:pt x="1939920" y="31115"/>
                  </a:cubicBezTo>
                  <a:cubicBezTo>
                    <a:pt x="1941190" y="30480"/>
                    <a:pt x="1943095" y="29845"/>
                    <a:pt x="1945000" y="29210"/>
                  </a:cubicBezTo>
                  <a:cubicBezTo>
                    <a:pt x="1946905" y="29210"/>
                    <a:pt x="1949445" y="28575"/>
                    <a:pt x="1951985" y="28575"/>
                  </a:cubicBezTo>
                  <a:cubicBezTo>
                    <a:pt x="1956430" y="28575"/>
                    <a:pt x="1960240" y="29210"/>
                    <a:pt x="1964050" y="31115"/>
                  </a:cubicBezTo>
                  <a:cubicBezTo>
                    <a:pt x="1967860" y="32385"/>
                    <a:pt x="1971035" y="34925"/>
                    <a:pt x="1973575" y="38735"/>
                  </a:cubicBezTo>
                  <a:cubicBezTo>
                    <a:pt x="1976115" y="41910"/>
                    <a:pt x="1978655" y="46355"/>
                    <a:pt x="1979925" y="51435"/>
                  </a:cubicBezTo>
                  <a:cubicBezTo>
                    <a:pt x="1981195" y="56515"/>
                    <a:pt x="1982465" y="62865"/>
                    <a:pt x="1982465" y="70485"/>
                  </a:cubicBezTo>
                  <a:lnTo>
                    <a:pt x="1981830" y="71120"/>
                  </a:lnTo>
                  <a:cubicBezTo>
                    <a:pt x="1981830" y="77470"/>
                    <a:pt x="1981195" y="83820"/>
                    <a:pt x="1979290" y="88265"/>
                  </a:cubicBezTo>
                  <a:cubicBezTo>
                    <a:pt x="1977385" y="93345"/>
                    <a:pt x="1975480" y="97155"/>
                    <a:pt x="1972305" y="100330"/>
                  </a:cubicBezTo>
                  <a:cubicBezTo>
                    <a:pt x="1969765" y="103505"/>
                    <a:pt x="1965955" y="106045"/>
                    <a:pt x="1962780" y="107315"/>
                  </a:cubicBezTo>
                  <a:cubicBezTo>
                    <a:pt x="1958970" y="109220"/>
                    <a:pt x="1955160" y="109855"/>
                    <a:pt x="1951350" y="109855"/>
                  </a:cubicBezTo>
                  <a:cubicBezTo>
                    <a:pt x="1947540" y="109855"/>
                    <a:pt x="1943730" y="109220"/>
                    <a:pt x="1940555" y="107315"/>
                  </a:cubicBezTo>
                  <a:cubicBezTo>
                    <a:pt x="1936745" y="105410"/>
                    <a:pt x="1934205" y="103505"/>
                    <a:pt x="1931665" y="100965"/>
                  </a:cubicBezTo>
                  <a:lnTo>
                    <a:pt x="1931665" y="107950"/>
                  </a:lnTo>
                  <a:lnTo>
                    <a:pt x="1916425" y="107950"/>
                  </a:lnTo>
                  <a:lnTo>
                    <a:pt x="1916425" y="7620"/>
                  </a:lnTo>
                  <a:close/>
                  <a:moveTo>
                    <a:pt x="1316991" y="0"/>
                  </a:moveTo>
                  <a:lnTo>
                    <a:pt x="1316991" y="30480"/>
                  </a:lnTo>
                  <a:lnTo>
                    <a:pt x="1336041" y="30480"/>
                  </a:lnTo>
                  <a:lnTo>
                    <a:pt x="1336041" y="44450"/>
                  </a:lnTo>
                  <a:lnTo>
                    <a:pt x="1316991" y="44450"/>
                  </a:lnTo>
                  <a:lnTo>
                    <a:pt x="1316991" y="86995"/>
                  </a:lnTo>
                  <a:cubicBezTo>
                    <a:pt x="1316991" y="86995"/>
                    <a:pt x="1316991" y="90170"/>
                    <a:pt x="1316991" y="91440"/>
                  </a:cubicBezTo>
                  <a:cubicBezTo>
                    <a:pt x="1316991" y="92710"/>
                    <a:pt x="1317627" y="93345"/>
                    <a:pt x="1318261" y="94615"/>
                  </a:cubicBezTo>
                  <a:cubicBezTo>
                    <a:pt x="1318896" y="95250"/>
                    <a:pt x="1319531" y="95885"/>
                    <a:pt x="1320801" y="95885"/>
                  </a:cubicBezTo>
                  <a:cubicBezTo>
                    <a:pt x="1322072" y="95885"/>
                    <a:pt x="1323341" y="95885"/>
                    <a:pt x="1324611" y="95885"/>
                  </a:cubicBezTo>
                  <a:cubicBezTo>
                    <a:pt x="1326516" y="95885"/>
                    <a:pt x="1328422" y="95885"/>
                    <a:pt x="1330961" y="95250"/>
                  </a:cubicBezTo>
                  <a:cubicBezTo>
                    <a:pt x="1332867" y="94615"/>
                    <a:pt x="1334772" y="93980"/>
                    <a:pt x="1336041" y="93345"/>
                  </a:cubicBezTo>
                  <a:lnTo>
                    <a:pt x="1334136" y="106680"/>
                  </a:lnTo>
                  <a:cubicBezTo>
                    <a:pt x="1334136" y="106680"/>
                    <a:pt x="1330326" y="108585"/>
                    <a:pt x="1327786" y="109220"/>
                  </a:cubicBezTo>
                  <a:cubicBezTo>
                    <a:pt x="1325246" y="109855"/>
                    <a:pt x="1322706" y="110490"/>
                    <a:pt x="1319531" y="110490"/>
                  </a:cubicBezTo>
                  <a:cubicBezTo>
                    <a:pt x="1316991" y="110490"/>
                    <a:pt x="1314451" y="110490"/>
                    <a:pt x="1312546" y="109220"/>
                  </a:cubicBezTo>
                  <a:cubicBezTo>
                    <a:pt x="1310641" y="108585"/>
                    <a:pt x="1308736" y="107315"/>
                    <a:pt x="1306831" y="105410"/>
                  </a:cubicBezTo>
                  <a:cubicBezTo>
                    <a:pt x="1304926" y="103505"/>
                    <a:pt x="1303656" y="101600"/>
                    <a:pt x="1303021" y="99060"/>
                  </a:cubicBezTo>
                  <a:cubicBezTo>
                    <a:pt x="1302386" y="96520"/>
                    <a:pt x="1301751" y="93345"/>
                    <a:pt x="1301751" y="89535"/>
                  </a:cubicBezTo>
                  <a:lnTo>
                    <a:pt x="1301751" y="44450"/>
                  </a:lnTo>
                  <a:lnTo>
                    <a:pt x="1290956" y="44450"/>
                  </a:lnTo>
                  <a:lnTo>
                    <a:pt x="1290956" y="30480"/>
                  </a:lnTo>
                  <a:lnTo>
                    <a:pt x="1301751" y="30480"/>
                  </a:lnTo>
                  <a:lnTo>
                    <a:pt x="1301751" y="8255"/>
                  </a:lnTo>
                  <a:close/>
                  <a:moveTo>
                    <a:pt x="751206" y="0"/>
                  </a:moveTo>
                  <a:lnTo>
                    <a:pt x="751206" y="30480"/>
                  </a:lnTo>
                  <a:lnTo>
                    <a:pt x="770256" y="30480"/>
                  </a:lnTo>
                  <a:lnTo>
                    <a:pt x="770256" y="44450"/>
                  </a:lnTo>
                  <a:lnTo>
                    <a:pt x="751206" y="44450"/>
                  </a:lnTo>
                  <a:lnTo>
                    <a:pt x="751206" y="86995"/>
                  </a:lnTo>
                  <a:cubicBezTo>
                    <a:pt x="751206" y="86995"/>
                    <a:pt x="751206" y="90170"/>
                    <a:pt x="751206" y="91440"/>
                  </a:cubicBezTo>
                  <a:cubicBezTo>
                    <a:pt x="751206" y="92710"/>
                    <a:pt x="751841" y="93345"/>
                    <a:pt x="752476" y="94615"/>
                  </a:cubicBezTo>
                  <a:cubicBezTo>
                    <a:pt x="753111" y="95250"/>
                    <a:pt x="753746" y="95885"/>
                    <a:pt x="755016" y="95885"/>
                  </a:cubicBezTo>
                  <a:cubicBezTo>
                    <a:pt x="756286" y="95885"/>
                    <a:pt x="757556" y="95885"/>
                    <a:pt x="758826" y="95885"/>
                  </a:cubicBezTo>
                  <a:cubicBezTo>
                    <a:pt x="760731" y="95885"/>
                    <a:pt x="762636" y="95885"/>
                    <a:pt x="765176" y="95250"/>
                  </a:cubicBezTo>
                  <a:cubicBezTo>
                    <a:pt x="767081" y="94615"/>
                    <a:pt x="768986" y="93980"/>
                    <a:pt x="770256" y="93345"/>
                  </a:cubicBezTo>
                  <a:lnTo>
                    <a:pt x="768351" y="106680"/>
                  </a:lnTo>
                  <a:cubicBezTo>
                    <a:pt x="768351" y="106680"/>
                    <a:pt x="764541" y="108585"/>
                    <a:pt x="762001" y="109220"/>
                  </a:cubicBezTo>
                  <a:cubicBezTo>
                    <a:pt x="759461" y="109855"/>
                    <a:pt x="756921" y="110490"/>
                    <a:pt x="753746" y="110490"/>
                  </a:cubicBezTo>
                  <a:cubicBezTo>
                    <a:pt x="751206" y="110490"/>
                    <a:pt x="748666" y="110490"/>
                    <a:pt x="746761" y="109220"/>
                  </a:cubicBezTo>
                  <a:cubicBezTo>
                    <a:pt x="744856" y="108585"/>
                    <a:pt x="742951" y="107315"/>
                    <a:pt x="741045" y="105410"/>
                  </a:cubicBezTo>
                  <a:cubicBezTo>
                    <a:pt x="739141" y="103505"/>
                    <a:pt x="737871" y="101600"/>
                    <a:pt x="737236" y="99060"/>
                  </a:cubicBezTo>
                  <a:cubicBezTo>
                    <a:pt x="736600" y="96520"/>
                    <a:pt x="735966" y="93345"/>
                    <a:pt x="735966" y="89535"/>
                  </a:cubicBezTo>
                  <a:lnTo>
                    <a:pt x="735966" y="44450"/>
                  </a:lnTo>
                  <a:lnTo>
                    <a:pt x="725171" y="44450"/>
                  </a:lnTo>
                  <a:lnTo>
                    <a:pt x="725171" y="30480"/>
                  </a:lnTo>
                  <a:lnTo>
                    <a:pt x="735966" y="30480"/>
                  </a:lnTo>
                  <a:lnTo>
                    <a:pt x="735966" y="8255"/>
                  </a:lnTo>
                  <a:close/>
                  <a:moveTo>
                    <a:pt x="521335" y="0"/>
                  </a:moveTo>
                  <a:lnTo>
                    <a:pt x="521335" y="30480"/>
                  </a:lnTo>
                  <a:lnTo>
                    <a:pt x="540385" y="30480"/>
                  </a:lnTo>
                  <a:lnTo>
                    <a:pt x="540385" y="44450"/>
                  </a:lnTo>
                  <a:lnTo>
                    <a:pt x="521335" y="44450"/>
                  </a:lnTo>
                  <a:lnTo>
                    <a:pt x="521335" y="86995"/>
                  </a:lnTo>
                  <a:cubicBezTo>
                    <a:pt x="521335" y="86995"/>
                    <a:pt x="521335" y="90170"/>
                    <a:pt x="521335" y="91440"/>
                  </a:cubicBezTo>
                  <a:cubicBezTo>
                    <a:pt x="521335" y="92710"/>
                    <a:pt x="521970" y="93345"/>
                    <a:pt x="522605" y="94615"/>
                  </a:cubicBezTo>
                  <a:cubicBezTo>
                    <a:pt x="523240" y="95250"/>
                    <a:pt x="523875" y="95885"/>
                    <a:pt x="525145" y="95885"/>
                  </a:cubicBezTo>
                  <a:cubicBezTo>
                    <a:pt x="526415" y="95885"/>
                    <a:pt x="527685" y="95885"/>
                    <a:pt x="528955" y="95885"/>
                  </a:cubicBezTo>
                  <a:cubicBezTo>
                    <a:pt x="530860" y="95885"/>
                    <a:pt x="532765" y="95885"/>
                    <a:pt x="535305" y="95250"/>
                  </a:cubicBezTo>
                  <a:cubicBezTo>
                    <a:pt x="537210" y="94615"/>
                    <a:pt x="539115" y="93980"/>
                    <a:pt x="540385" y="93345"/>
                  </a:cubicBezTo>
                  <a:lnTo>
                    <a:pt x="538480" y="106680"/>
                  </a:lnTo>
                  <a:cubicBezTo>
                    <a:pt x="538480" y="106680"/>
                    <a:pt x="534670" y="108585"/>
                    <a:pt x="532130" y="109220"/>
                  </a:cubicBezTo>
                  <a:cubicBezTo>
                    <a:pt x="529590" y="109855"/>
                    <a:pt x="527050" y="110490"/>
                    <a:pt x="523875" y="110490"/>
                  </a:cubicBezTo>
                  <a:cubicBezTo>
                    <a:pt x="521335" y="110490"/>
                    <a:pt x="518795" y="110490"/>
                    <a:pt x="516890" y="109220"/>
                  </a:cubicBezTo>
                  <a:cubicBezTo>
                    <a:pt x="514985" y="108585"/>
                    <a:pt x="513080" y="107315"/>
                    <a:pt x="511175" y="105410"/>
                  </a:cubicBezTo>
                  <a:cubicBezTo>
                    <a:pt x="509270" y="103505"/>
                    <a:pt x="508000" y="101600"/>
                    <a:pt x="507365" y="99060"/>
                  </a:cubicBezTo>
                  <a:cubicBezTo>
                    <a:pt x="506730" y="96520"/>
                    <a:pt x="506095" y="93345"/>
                    <a:pt x="506095" y="89535"/>
                  </a:cubicBezTo>
                  <a:lnTo>
                    <a:pt x="506095" y="44450"/>
                  </a:lnTo>
                  <a:lnTo>
                    <a:pt x="495300" y="44450"/>
                  </a:lnTo>
                  <a:lnTo>
                    <a:pt x="495300" y="30480"/>
                  </a:lnTo>
                  <a:lnTo>
                    <a:pt x="506095" y="30480"/>
                  </a:lnTo>
                  <a:lnTo>
                    <a:pt x="506095" y="8255"/>
                  </a:lnTo>
                  <a:close/>
                  <a:moveTo>
                    <a:pt x="466724" y="0"/>
                  </a:moveTo>
                  <a:lnTo>
                    <a:pt x="466724" y="30480"/>
                  </a:lnTo>
                  <a:lnTo>
                    <a:pt x="485774" y="30480"/>
                  </a:lnTo>
                  <a:lnTo>
                    <a:pt x="485774" y="44450"/>
                  </a:lnTo>
                  <a:lnTo>
                    <a:pt x="466724" y="44450"/>
                  </a:lnTo>
                  <a:lnTo>
                    <a:pt x="466724" y="86995"/>
                  </a:lnTo>
                  <a:cubicBezTo>
                    <a:pt x="466724" y="86995"/>
                    <a:pt x="466724" y="90170"/>
                    <a:pt x="466724" y="91440"/>
                  </a:cubicBezTo>
                  <a:cubicBezTo>
                    <a:pt x="466724" y="92710"/>
                    <a:pt x="467359" y="93345"/>
                    <a:pt x="467994" y="94615"/>
                  </a:cubicBezTo>
                  <a:cubicBezTo>
                    <a:pt x="468629" y="95250"/>
                    <a:pt x="469264" y="95885"/>
                    <a:pt x="470534" y="95885"/>
                  </a:cubicBezTo>
                  <a:cubicBezTo>
                    <a:pt x="471804" y="95885"/>
                    <a:pt x="473074" y="95885"/>
                    <a:pt x="474344" y="95885"/>
                  </a:cubicBezTo>
                  <a:cubicBezTo>
                    <a:pt x="476249" y="95885"/>
                    <a:pt x="478154" y="95885"/>
                    <a:pt x="480694" y="95250"/>
                  </a:cubicBezTo>
                  <a:cubicBezTo>
                    <a:pt x="482599" y="94615"/>
                    <a:pt x="484504" y="93980"/>
                    <a:pt x="485774" y="93345"/>
                  </a:cubicBezTo>
                  <a:lnTo>
                    <a:pt x="483869" y="106680"/>
                  </a:lnTo>
                  <a:cubicBezTo>
                    <a:pt x="483869" y="106680"/>
                    <a:pt x="480059" y="108585"/>
                    <a:pt x="477519" y="109220"/>
                  </a:cubicBezTo>
                  <a:cubicBezTo>
                    <a:pt x="474979" y="109855"/>
                    <a:pt x="472439" y="110490"/>
                    <a:pt x="469264" y="110490"/>
                  </a:cubicBezTo>
                  <a:cubicBezTo>
                    <a:pt x="466724" y="110490"/>
                    <a:pt x="464184" y="110490"/>
                    <a:pt x="462279" y="109220"/>
                  </a:cubicBezTo>
                  <a:cubicBezTo>
                    <a:pt x="460374" y="108585"/>
                    <a:pt x="458469" y="107315"/>
                    <a:pt x="456564" y="105410"/>
                  </a:cubicBezTo>
                  <a:cubicBezTo>
                    <a:pt x="454659" y="103505"/>
                    <a:pt x="453389" y="101600"/>
                    <a:pt x="452754" y="99060"/>
                  </a:cubicBezTo>
                  <a:cubicBezTo>
                    <a:pt x="452119" y="96520"/>
                    <a:pt x="451484" y="93345"/>
                    <a:pt x="451484" y="89535"/>
                  </a:cubicBezTo>
                  <a:lnTo>
                    <a:pt x="451484" y="44450"/>
                  </a:lnTo>
                  <a:lnTo>
                    <a:pt x="440689" y="44450"/>
                  </a:lnTo>
                  <a:lnTo>
                    <a:pt x="440689" y="30480"/>
                  </a:lnTo>
                  <a:lnTo>
                    <a:pt x="451484" y="30480"/>
                  </a:lnTo>
                  <a:lnTo>
                    <a:pt x="451484" y="8255"/>
                  </a:lnTo>
                  <a:close/>
                  <a:moveTo>
                    <a:pt x="302259" y="0"/>
                  </a:moveTo>
                  <a:lnTo>
                    <a:pt x="302259" y="37465"/>
                  </a:lnTo>
                  <a:cubicBezTo>
                    <a:pt x="302259" y="37465"/>
                    <a:pt x="305434" y="34925"/>
                    <a:pt x="306704" y="33655"/>
                  </a:cubicBezTo>
                  <a:cubicBezTo>
                    <a:pt x="307974" y="33020"/>
                    <a:pt x="309244" y="31750"/>
                    <a:pt x="310514" y="31115"/>
                  </a:cubicBezTo>
                  <a:cubicBezTo>
                    <a:pt x="311784" y="30480"/>
                    <a:pt x="313689" y="29845"/>
                    <a:pt x="315594" y="29210"/>
                  </a:cubicBezTo>
                  <a:cubicBezTo>
                    <a:pt x="317499" y="29210"/>
                    <a:pt x="320039" y="28575"/>
                    <a:pt x="322579" y="28575"/>
                  </a:cubicBezTo>
                  <a:cubicBezTo>
                    <a:pt x="327024" y="28575"/>
                    <a:pt x="330834" y="29210"/>
                    <a:pt x="334644" y="31115"/>
                  </a:cubicBezTo>
                  <a:cubicBezTo>
                    <a:pt x="338454" y="32385"/>
                    <a:pt x="341629" y="34925"/>
                    <a:pt x="344169" y="38735"/>
                  </a:cubicBezTo>
                  <a:cubicBezTo>
                    <a:pt x="346709" y="41910"/>
                    <a:pt x="349249" y="46355"/>
                    <a:pt x="350519" y="51435"/>
                  </a:cubicBezTo>
                  <a:cubicBezTo>
                    <a:pt x="351789" y="56515"/>
                    <a:pt x="353059" y="62865"/>
                    <a:pt x="353059" y="70485"/>
                  </a:cubicBezTo>
                  <a:lnTo>
                    <a:pt x="352424" y="71120"/>
                  </a:lnTo>
                  <a:cubicBezTo>
                    <a:pt x="352424" y="77470"/>
                    <a:pt x="351789" y="83820"/>
                    <a:pt x="349884" y="88265"/>
                  </a:cubicBezTo>
                  <a:cubicBezTo>
                    <a:pt x="347979" y="93345"/>
                    <a:pt x="346074" y="97155"/>
                    <a:pt x="342899" y="100330"/>
                  </a:cubicBezTo>
                  <a:cubicBezTo>
                    <a:pt x="340359" y="103505"/>
                    <a:pt x="336549" y="106045"/>
                    <a:pt x="333374" y="107315"/>
                  </a:cubicBezTo>
                  <a:cubicBezTo>
                    <a:pt x="329564" y="109220"/>
                    <a:pt x="325754" y="109855"/>
                    <a:pt x="321944" y="109855"/>
                  </a:cubicBezTo>
                  <a:cubicBezTo>
                    <a:pt x="318134" y="109855"/>
                    <a:pt x="314324" y="109220"/>
                    <a:pt x="311149" y="107315"/>
                  </a:cubicBezTo>
                  <a:cubicBezTo>
                    <a:pt x="307339" y="105410"/>
                    <a:pt x="304799" y="103505"/>
                    <a:pt x="302259" y="100965"/>
                  </a:cubicBezTo>
                  <a:lnTo>
                    <a:pt x="302259" y="107950"/>
                  </a:lnTo>
                  <a:lnTo>
                    <a:pt x="287019" y="107950"/>
                  </a:lnTo>
                  <a:lnTo>
                    <a:pt x="287019" y="7620"/>
                  </a:lnTo>
                  <a:close/>
                </a:path>
              </a:pathLst>
            </a:custGeom>
            <a:solidFill>
              <a:srgbClr val="FFFFFF"/>
            </a:solidFill>
            <a:ln w="63500" cap="flat">
              <a:noFill/>
              <a:prstDash val="solid"/>
              <a:miter/>
            </a:ln>
          </p:spPr>
          <p:txBody>
            <a:bodyPr rtlCol="0" anchor="ctr"/>
            <a:lstStyle/>
            <a:p>
              <a:endParaRPr lang="en-US"/>
            </a:p>
          </p:txBody>
        </p:sp>
      </p:grpSp>
      <p:sp>
        <p:nvSpPr>
          <p:cNvPr id="28" name="Subtitle 2">
            <a:extLst>
              <a:ext uri="{FF2B5EF4-FFF2-40B4-BE49-F238E27FC236}">
                <a16:creationId xmlns:a16="http://schemas.microsoft.com/office/drawing/2014/main" id="{632E76BF-46D5-8E94-88AA-4783DD302E89}"/>
              </a:ext>
            </a:extLst>
          </p:cNvPr>
          <p:cNvSpPr>
            <a:spLocks noGrp="1"/>
          </p:cNvSpPr>
          <p:nvPr>
            <p:ph type="subTitle" idx="1" hasCustomPrompt="1"/>
          </p:nvPr>
        </p:nvSpPr>
        <p:spPr>
          <a:xfrm>
            <a:off x="889762" y="4436485"/>
            <a:ext cx="4907628" cy="511939"/>
          </a:xfrm>
        </p:spPr>
        <p:txBody>
          <a:bodyPr wrap="square">
            <a:noAutofit/>
          </a:bodyPr>
          <a:lstStyle>
            <a:lvl1pPr marL="0" indent="0" algn="l">
              <a:buNone/>
              <a:defRPr lang="en-GB" sz="1600" kern="1200" dirty="0">
                <a:solidFill>
                  <a:schemeClr val="bg1"/>
                </a:solidFill>
                <a:latin typeface="EYInterstate Regular" panose="02000503020000020004" pitchFamily="2" charset="0"/>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29" name="Title 4">
            <a:extLst>
              <a:ext uri="{FF2B5EF4-FFF2-40B4-BE49-F238E27FC236}">
                <a16:creationId xmlns:a16="http://schemas.microsoft.com/office/drawing/2014/main" id="{1F7B1FDC-B90E-6693-A750-B9BA4B535E8A}"/>
              </a:ext>
            </a:extLst>
          </p:cNvPr>
          <p:cNvSpPr>
            <a:spLocks noGrp="1"/>
          </p:cNvSpPr>
          <p:nvPr>
            <p:ph type="title"/>
          </p:nvPr>
        </p:nvSpPr>
        <p:spPr>
          <a:xfrm>
            <a:off x="889762" y="2698751"/>
            <a:ext cx="4906009" cy="1654043"/>
          </a:xfrm>
        </p:spPr>
        <p:txBody>
          <a:bodyPr anchor="t">
            <a:noAutofit/>
          </a:bodyPr>
          <a:lstStyle>
            <a:lvl1pPr>
              <a:defRPr sz="4200" b="1" i="0">
                <a:solidFill>
                  <a:schemeClr val="bg1"/>
                </a:solidFill>
                <a:latin typeface="EYInterstate Regular" panose="02000503020000020004" pitchFamily="2" charset="0"/>
              </a:defRPr>
            </a:lvl1pPr>
          </a:lstStyle>
          <a:p>
            <a:r>
              <a:rPr lang="en-GB"/>
              <a:t>Click to edit Master title style</a:t>
            </a:r>
            <a:endParaRPr lang="en-US"/>
          </a:p>
        </p:txBody>
      </p:sp>
      <p:sp>
        <p:nvSpPr>
          <p:cNvPr id="30" name="Text Placeholder 288">
            <a:extLst>
              <a:ext uri="{FF2B5EF4-FFF2-40B4-BE49-F238E27FC236}">
                <a16:creationId xmlns:a16="http://schemas.microsoft.com/office/drawing/2014/main" id="{1673B89D-F206-B9D2-CDB7-BDE045C7447F}"/>
              </a:ext>
            </a:extLst>
          </p:cNvPr>
          <p:cNvSpPr>
            <a:spLocks noGrp="1"/>
          </p:cNvSpPr>
          <p:nvPr>
            <p:ph type="body" sz="quarter" idx="10"/>
          </p:nvPr>
        </p:nvSpPr>
        <p:spPr>
          <a:xfrm>
            <a:off x="889762" y="5047485"/>
            <a:ext cx="4906010" cy="246221"/>
          </a:xfrm>
        </p:spPr>
        <p:txBody>
          <a:bodyPr wrap="square">
            <a:spAutoFit/>
          </a:bodyPr>
          <a:lstStyle>
            <a:lvl1pPr marL="0" indent="0">
              <a:buNone/>
              <a:defRPr sz="1600" b="1">
                <a:latin typeface="EYInterstate Regular" panose="02000503020000020004" pitchFamily="2" charset="0"/>
              </a:defRPr>
            </a:lvl1pPr>
            <a:lvl2pPr marL="252000" indent="0">
              <a:buNone/>
              <a:defRPr sz="1600" b="1">
                <a:latin typeface="+mj-lt"/>
              </a:defRPr>
            </a:lvl2pPr>
            <a:lvl3pPr marL="504000" indent="0">
              <a:buNone/>
              <a:defRPr sz="1600" b="1">
                <a:latin typeface="+mj-lt"/>
              </a:defRPr>
            </a:lvl3pPr>
            <a:lvl4pPr marL="756000" indent="0">
              <a:buNone/>
              <a:defRPr sz="1600" b="1">
                <a:latin typeface="+mj-lt"/>
              </a:defRPr>
            </a:lvl4pPr>
            <a:lvl5pPr marL="1008000" indent="0">
              <a:buNone/>
              <a:defRPr sz="1600" b="1">
                <a:latin typeface="+mj-lt"/>
              </a:defRPr>
            </a:lvl5pPr>
          </a:lstStyle>
          <a:p>
            <a:pPr lvl="0"/>
            <a:r>
              <a:rPr lang="en-GB"/>
              <a:t>Click to edit Master text styles</a:t>
            </a:r>
          </a:p>
        </p:txBody>
      </p:sp>
      <p:grpSp>
        <p:nvGrpSpPr>
          <p:cNvPr id="2" name="Group 1">
            <a:extLst>
              <a:ext uri="{FF2B5EF4-FFF2-40B4-BE49-F238E27FC236}">
                <a16:creationId xmlns:a16="http://schemas.microsoft.com/office/drawing/2014/main" id="{8F7E7875-967C-8167-6219-7AD2981B3A46}"/>
              </a:ext>
            </a:extLst>
          </p:cNvPr>
          <p:cNvGrpSpPr/>
          <p:nvPr userDrawn="1"/>
        </p:nvGrpSpPr>
        <p:grpSpPr>
          <a:xfrm>
            <a:off x="485774" y="1291008"/>
            <a:ext cx="5706110" cy="4360545"/>
            <a:chOff x="485774" y="1291008"/>
            <a:chExt cx="5706110" cy="4360545"/>
          </a:xfrm>
        </p:grpSpPr>
        <p:sp>
          <p:nvSpPr>
            <p:cNvPr id="26" name="Freeform 25">
              <a:extLst>
                <a:ext uri="{FF2B5EF4-FFF2-40B4-BE49-F238E27FC236}">
                  <a16:creationId xmlns:a16="http://schemas.microsoft.com/office/drawing/2014/main" id="{F7E50E80-DFF0-E065-898F-1AFD970459B6}"/>
                </a:ext>
              </a:extLst>
            </p:cNvPr>
            <p:cNvSpPr/>
            <p:nvPr userDrawn="1"/>
          </p:nvSpPr>
          <p:spPr>
            <a:xfrm>
              <a:off x="485774" y="5549953"/>
              <a:ext cx="508000" cy="101600"/>
            </a:xfrm>
            <a:custGeom>
              <a:avLst/>
              <a:gdLst>
                <a:gd name="connsiteX0" fmla="*/ 406400 w 508000"/>
                <a:gd name="connsiteY0" fmla="*/ 0 h 101600"/>
                <a:gd name="connsiteX1" fmla="*/ 508000 w 508000"/>
                <a:gd name="connsiteY1" fmla="*/ 0 h 101600"/>
                <a:gd name="connsiteX2" fmla="*/ 508000 w 508000"/>
                <a:gd name="connsiteY2" fmla="*/ 101600 h 101600"/>
                <a:gd name="connsiteX3" fmla="*/ 406400 w 508000"/>
                <a:gd name="connsiteY3" fmla="*/ 101600 h 101600"/>
                <a:gd name="connsiteX4" fmla="*/ 203200 w 508000"/>
                <a:gd name="connsiteY4" fmla="*/ 0 h 101600"/>
                <a:gd name="connsiteX5" fmla="*/ 304800 w 508000"/>
                <a:gd name="connsiteY5" fmla="*/ 0 h 101600"/>
                <a:gd name="connsiteX6" fmla="*/ 304800 w 508000"/>
                <a:gd name="connsiteY6" fmla="*/ 101600 h 101600"/>
                <a:gd name="connsiteX7" fmla="*/ 203200 w 508000"/>
                <a:gd name="connsiteY7" fmla="*/ 101600 h 101600"/>
                <a:gd name="connsiteX8" fmla="*/ 0 w 508000"/>
                <a:gd name="connsiteY8" fmla="*/ 0 h 101600"/>
                <a:gd name="connsiteX9" fmla="*/ 101600 w 508000"/>
                <a:gd name="connsiteY9" fmla="*/ 0 h 101600"/>
                <a:gd name="connsiteX10" fmla="*/ 101600 w 508000"/>
                <a:gd name="connsiteY10" fmla="*/ 101600 h 101600"/>
                <a:gd name="connsiteX11" fmla="*/ 0 w 508000"/>
                <a:gd name="connsiteY11" fmla="*/ 101600 h 10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8000" h="101600">
                  <a:moveTo>
                    <a:pt x="406400" y="0"/>
                  </a:moveTo>
                  <a:lnTo>
                    <a:pt x="508000" y="0"/>
                  </a:lnTo>
                  <a:lnTo>
                    <a:pt x="508000" y="101600"/>
                  </a:lnTo>
                  <a:lnTo>
                    <a:pt x="406400" y="101600"/>
                  </a:lnTo>
                  <a:close/>
                  <a:moveTo>
                    <a:pt x="203200" y="0"/>
                  </a:moveTo>
                  <a:lnTo>
                    <a:pt x="304800" y="0"/>
                  </a:lnTo>
                  <a:lnTo>
                    <a:pt x="304800" y="101600"/>
                  </a:lnTo>
                  <a:lnTo>
                    <a:pt x="203200" y="101600"/>
                  </a:lnTo>
                  <a:close/>
                  <a:moveTo>
                    <a:pt x="0" y="0"/>
                  </a:moveTo>
                  <a:lnTo>
                    <a:pt x="101600" y="0"/>
                  </a:lnTo>
                  <a:lnTo>
                    <a:pt x="101600" y="101600"/>
                  </a:lnTo>
                  <a:lnTo>
                    <a:pt x="0" y="101600"/>
                  </a:lnTo>
                  <a:close/>
                </a:path>
              </a:pathLst>
            </a:custGeom>
            <a:solidFill>
              <a:schemeClr val="tx2"/>
            </a:solidFill>
            <a:ln w="63500" cap="flat">
              <a:noFill/>
              <a:prstDash val="solid"/>
              <a:miter/>
            </a:ln>
          </p:spPr>
          <p:txBody>
            <a:bodyPr rtlCol="0" anchor="ctr"/>
            <a:lstStyle/>
            <a:p>
              <a:endParaRPr lang="en-US"/>
            </a:p>
          </p:txBody>
        </p:sp>
        <p:sp>
          <p:nvSpPr>
            <p:cNvPr id="31" name="Freeform 30">
              <a:extLst>
                <a:ext uri="{FF2B5EF4-FFF2-40B4-BE49-F238E27FC236}">
                  <a16:creationId xmlns:a16="http://schemas.microsoft.com/office/drawing/2014/main" id="{90AAC841-3D56-6842-04D1-F0B7D973D86D}"/>
                </a:ext>
              </a:extLst>
            </p:cNvPr>
            <p:cNvSpPr/>
            <p:nvPr userDrawn="1"/>
          </p:nvSpPr>
          <p:spPr>
            <a:xfrm>
              <a:off x="485775" y="1291008"/>
              <a:ext cx="5706109" cy="4359275"/>
            </a:xfrm>
            <a:custGeom>
              <a:avLst/>
              <a:gdLst>
                <a:gd name="connsiteX0" fmla="*/ 0 w 5706109"/>
                <a:gd name="connsiteY0" fmla="*/ 4157346 h 4359275"/>
                <a:gd name="connsiteX1" fmla="*/ 101600 w 5706109"/>
                <a:gd name="connsiteY1" fmla="*/ 4157346 h 4359275"/>
                <a:gd name="connsiteX2" fmla="*/ 101600 w 5706109"/>
                <a:gd name="connsiteY2" fmla="*/ 1075055 h 4359275"/>
                <a:gd name="connsiteX3" fmla="*/ 101600 w 5706109"/>
                <a:gd name="connsiteY3" fmla="*/ 1075055 h 4359275"/>
                <a:gd name="connsiteX4" fmla="*/ 191770 w 5706109"/>
                <a:gd name="connsiteY4" fmla="*/ 1059180 h 4359275"/>
                <a:gd name="connsiteX5" fmla="*/ 861060 w 5706109"/>
                <a:gd name="connsiteY5" fmla="*/ 942975 h 4359275"/>
                <a:gd name="connsiteX6" fmla="*/ 1195705 w 5706109"/>
                <a:gd name="connsiteY6" fmla="*/ 885190 h 4359275"/>
                <a:gd name="connsiteX7" fmla="*/ 1362710 w 5706109"/>
                <a:gd name="connsiteY7" fmla="*/ 855980 h 4359275"/>
                <a:gd name="connsiteX8" fmla="*/ 1529715 w 5706109"/>
                <a:gd name="connsiteY8" fmla="*/ 826770 h 4359275"/>
                <a:gd name="connsiteX9" fmla="*/ 1864360 w 5706109"/>
                <a:gd name="connsiteY9" fmla="*/ 768985 h 4359275"/>
                <a:gd name="connsiteX10" fmla="*/ 2031365 w 5706109"/>
                <a:gd name="connsiteY10" fmla="*/ 739775 h 4359275"/>
                <a:gd name="connsiteX11" fmla="*/ 2198370 w 5706109"/>
                <a:gd name="connsiteY11" fmla="*/ 710565 h 4359275"/>
                <a:gd name="connsiteX12" fmla="*/ 2365375 w 5706109"/>
                <a:gd name="connsiteY12" fmla="*/ 681355 h 4359275"/>
                <a:gd name="connsiteX13" fmla="*/ 2532380 w 5706109"/>
                <a:gd name="connsiteY13" fmla="*/ 652145 h 4359275"/>
                <a:gd name="connsiteX14" fmla="*/ 2699385 w 5706109"/>
                <a:gd name="connsiteY14" fmla="*/ 622935 h 4359275"/>
                <a:gd name="connsiteX15" fmla="*/ 2866390 w 5706109"/>
                <a:gd name="connsiteY15" fmla="*/ 593725 h 4359275"/>
                <a:gd name="connsiteX16" fmla="*/ 5461000 w 5706109"/>
                <a:gd name="connsiteY16" fmla="*/ 144145 h 4359275"/>
                <a:gd name="connsiteX17" fmla="*/ 5602605 w 5706109"/>
                <a:gd name="connsiteY17" fmla="*/ 119380 h 4359275"/>
                <a:gd name="connsiteX18" fmla="*/ 5602605 w 5706109"/>
                <a:gd name="connsiteY18" fmla="*/ 119380 h 4359275"/>
                <a:gd name="connsiteX19" fmla="*/ 5602605 w 5706109"/>
                <a:gd name="connsiteY19" fmla="*/ 4257676 h 4359275"/>
                <a:gd name="connsiteX20" fmla="*/ 609600 w 5706109"/>
                <a:gd name="connsiteY20" fmla="*/ 4257676 h 4359275"/>
                <a:gd name="connsiteX21" fmla="*/ 609600 w 5706109"/>
                <a:gd name="connsiteY21" fmla="*/ 4359276 h 4359275"/>
                <a:gd name="connsiteX22" fmla="*/ 5706110 w 5706109"/>
                <a:gd name="connsiteY22" fmla="*/ 4359276 h 4359275"/>
                <a:gd name="connsiteX23" fmla="*/ 5706110 w 5706109"/>
                <a:gd name="connsiteY23" fmla="*/ 0 h 4359275"/>
                <a:gd name="connsiteX24" fmla="*/ 5704840 w 5706109"/>
                <a:gd name="connsiteY24" fmla="*/ 0 h 4359275"/>
                <a:gd name="connsiteX25" fmla="*/ 5445760 w 5706109"/>
                <a:gd name="connsiteY25" fmla="*/ 45085 h 4359275"/>
                <a:gd name="connsiteX26" fmla="*/ 2851150 w 5706109"/>
                <a:gd name="connsiteY26" fmla="*/ 494665 h 4359275"/>
                <a:gd name="connsiteX27" fmla="*/ 2684145 w 5706109"/>
                <a:gd name="connsiteY27" fmla="*/ 523875 h 4359275"/>
                <a:gd name="connsiteX28" fmla="*/ 2517140 w 5706109"/>
                <a:gd name="connsiteY28" fmla="*/ 553085 h 4359275"/>
                <a:gd name="connsiteX29" fmla="*/ 2350135 w 5706109"/>
                <a:gd name="connsiteY29" fmla="*/ 582295 h 4359275"/>
                <a:gd name="connsiteX30" fmla="*/ 2183130 w 5706109"/>
                <a:gd name="connsiteY30" fmla="*/ 611505 h 4359275"/>
                <a:gd name="connsiteX31" fmla="*/ 2016125 w 5706109"/>
                <a:gd name="connsiteY31" fmla="*/ 640715 h 4359275"/>
                <a:gd name="connsiteX32" fmla="*/ 1849120 w 5706109"/>
                <a:gd name="connsiteY32" fmla="*/ 669925 h 4359275"/>
                <a:gd name="connsiteX33" fmla="*/ 1514475 w 5706109"/>
                <a:gd name="connsiteY33" fmla="*/ 727710 h 4359275"/>
                <a:gd name="connsiteX34" fmla="*/ 1347470 w 5706109"/>
                <a:gd name="connsiteY34" fmla="*/ 756920 h 4359275"/>
                <a:gd name="connsiteX35" fmla="*/ 1180465 w 5706109"/>
                <a:gd name="connsiteY35" fmla="*/ 786130 h 4359275"/>
                <a:gd name="connsiteX36" fmla="*/ 845820 w 5706109"/>
                <a:gd name="connsiteY36" fmla="*/ 843915 h 4359275"/>
                <a:gd name="connsiteX37" fmla="*/ 176530 w 5706109"/>
                <a:gd name="connsiteY37" fmla="*/ 960120 h 4359275"/>
                <a:gd name="connsiteX38" fmla="*/ 3175 w 5706109"/>
                <a:gd name="connsiteY38" fmla="*/ 989965 h 4359275"/>
                <a:gd name="connsiteX39" fmla="*/ 1905 w 5706109"/>
                <a:gd name="connsiteY39" fmla="*/ 989965 h 4359275"/>
                <a:gd name="connsiteX40" fmla="*/ 1905 w 5706109"/>
                <a:gd name="connsiteY40" fmla="*/ 4158616 h 4359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5706109" h="4359275">
                  <a:moveTo>
                    <a:pt x="0" y="4157346"/>
                  </a:moveTo>
                  <a:lnTo>
                    <a:pt x="101600" y="4157346"/>
                  </a:lnTo>
                  <a:lnTo>
                    <a:pt x="101600" y="1075055"/>
                  </a:lnTo>
                  <a:lnTo>
                    <a:pt x="101600" y="1075055"/>
                  </a:lnTo>
                  <a:lnTo>
                    <a:pt x="191770" y="1059180"/>
                  </a:lnTo>
                  <a:lnTo>
                    <a:pt x="861060" y="942975"/>
                  </a:lnTo>
                  <a:lnTo>
                    <a:pt x="1195705" y="885190"/>
                  </a:lnTo>
                  <a:lnTo>
                    <a:pt x="1362710" y="855980"/>
                  </a:lnTo>
                  <a:lnTo>
                    <a:pt x="1529715" y="826770"/>
                  </a:lnTo>
                  <a:lnTo>
                    <a:pt x="1864360" y="768985"/>
                  </a:lnTo>
                  <a:lnTo>
                    <a:pt x="2031365" y="739775"/>
                  </a:lnTo>
                  <a:lnTo>
                    <a:pt x="2198370" y="710565"/>
                  </a:lnTo>
                  <a:lnTo>
                    <a:pt x="2365375" y="681355"/>
                  </a:lnTo>
                  <a:lnTo>
                    <a:pt x="2532380" y="652145"/>
                  </a:lnTo>
                  <a:lnTo>
                    <a:pt x="2699385" y="622935"/>
                  </a:lnTo>
                  <a:lnTo>
                    <a:pt x="2866390" y="593725"/>
                  </a:lnTo>
                  <a:cubicBezTo>
                    <a:pt x="3731260" y="443865"/>
                    <a:pt x="4596130" y="294005"/>
                    <a:pt x="5461000" y="144145"/>
                  </a:cubicBezTo>
                  <a:lnTo>
                    <a:pt x="5602605" y="119380"/>
                  </a:lnTo>
                  <a:lnTo>
                    <a:pt x="5602605" y="119380"/>
                  </a:lnTo>
                  <a:lnTo>
                    <a:pt x="5602605" y="4257676"/>
                  </a:lnTo>
                  <a:lnTo>
                    <a:pt x="609600" y="4257676"/>
                  </a:lnTo>
                  <a:lnTo>
                    <a:pt x="609600" y="4359276"/>
                  </a:lnTo>
                  <a:lnTo>
                    <a:pt x="5706110" y="4359276"/>
                  </a:lnTo>
                  <a:lnTo>
                    <a:pt x="5706110" y="0"/>
                  </a:lnTo>
                  <a:lnTo>
                    <a:pt x="5704840" y="0"/>
                  </a:lnTo>
                  <a:cubicBezTo>
                    <a:pt x="5618480" y="15240"/>
                    <a:pt x="5532120" y="30480"/>
                    <a:pt x="5445760" y="45085"/>
                  </a:cubicBezTo>
                  <a:cubicBezTo>
                    <a:pt x="4580890" y="194945"/>
                    <a:pt x="3716020" y="344805"/>
                    <a:pt x="2851150" y="494665"/>
                  </a:cubicBezTo>
                  <a:lnTo>
                    <a:pt x="2684145" y="523875"/>
                  </a:lnTo>
                  <a:lnTo>
                    <a:pt x="2517140" y="553085"/>
                  </a:lnTo>
                  <a:lnTo>
                    <a:pt x="2350135" y="582295"/>
                  </a:lnTo>
                  <a:lnTo>
                    <a:pt x="2183130" y="611505"/>
                  </a:lnTo>
                  <a:lnTo>
                    <a:pt x="2016125" y="640715"/>
                  </a:lnTo>
                  <a:lnTo>
                    <a:pt x="1849120" y="669925"/>
                  </a:lnTo>
                  <a:lnTo>
                    <a:pt x="1514475" y="727710"/>
                  </a:lnTo>
                  <a:lnTo>
                    <a:pt x="1347470" y="756920"/>
                  </a:lnTo>
                  <a:lnTo>
                    <a:pt x="1180465" y="786130"/>
                  </a:lnTo>
                  <a:lnTo>
                    <a:pt x="845820" y="843915"/>
                  </a:lnTo>
                  <a:lnTo>
                    <a:pt x="176530" y="960120"/>
                  </a:lnTo>
                  <a:lnTo>
                    <a:pt x="3175" y="989965"/>
                  </a:lnTo>
                  <a:lnTo>
                    <a:pt x="1905" y="989965"/>
                  </a:lnTo>
                  <a:lnTo>
                    <a:pt x="1905" y="4158616"/>
                  </a:lnTo>
                  <a:close/>
                </a:path>
              </a:pathLst>
            </a:custGeom>
            <a:gradFill flip="none" rotWithShape="1">
              <a:gsLst>
                <a:gs pos="39000">
                  <a:srgbClr val="FFE600"/>
                </a:gs>
                <a:gs pos="68000">
                  <a:srgbClr val="FF32FF"/>
                </a:gs>
                <a:gs pos="100000">
                  <a:srgbClr val="E95023"/>
                </a:gs>
              </a:gsLst>
              <a:lin ang="18720000" scaled="0"/>
              <a:tileRect/>
            </a:gradFill>
            <a:ln w="8181" cap="flat">
              <a:noFill/>
              <a:prstDash val="solid"/>
              <a:miter/>
            </a:ln>
          </p:spPr>
          <p:txBody>
            <a:bodyPr rtlCol="0" anchor="ctr"/>
            <a:lstStyle/>
            <a:p>
              <a:pPr lvl="0"/>
              <a:endParaRPr lang="en-US"/>
            </a:p>
          </p:txBody>
        </p:sp>
      </p:grpSp>
      <p:pic>
        <p:nvPicPr>
          <p:cNvPr id="9" name="Graphic 8">
            <a:extLst>
              <a:ext uri="{FF2B5EF4-FFF2-40B4-BE49-F238E27FC236}">
                <a16:creationId xmlns:a16="http://schemas.microsoft.com/office/drawing/2014/main" id="{4353FFA2-F4A4-426C-E2E6-F52718FBE0E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752931" y="5425071"/>
            <a:ext cx="2031701" cy="1034813"/>
          </a:xfrm>
          <a:prstGeom prst="rect">
            <a:avLst/>
          </a:prstGeom>
        </p:spPr>
      </p:pic>
    </p:spTree>
    <p:extLst>
      <p:ext uri="{BB962C8B-B14F-4D97-AF65-F5344CB8AC3E}">
        <p14:creationId xmlns:p14="http://schemas.microsoft.com/office/powerpoint/2010/main" val="871799160"/>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Title Slide Frame 7">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EAFCAD8-0916-AF46-1471-030E4128E25A}"/>
              </a:ext>
              <a:ext uri="{C183D7F6-B498-43B3-948B-1728B52AA6E4}">
                <adec:decorative xmlns:adec="http://schemas.microsoft.com/office/drawing/2017/decorative" val="1"/>
              </a:ext>
            </a:extLst>
          </p:cNvPr>
          <p:cNvSpPr/>
          <p:nvPr userDrawn="1"/>
        </p:nvSpPr>
        <p:spPr>
          <a:xfrm>
            <a:off x="0" y="0"/>
            <a:ext cx="8386354" cy="6858000"/>
          </a:xfrm>
          <a:prstGeom prst="rect">
            <a:avLst/>
          </a:prstGeom>
          <a:gradFill flip="none" rotWithShape="1">
            <a:gsLst>
              <a:gs pos="0">
                <a:schemeClr val="tx1">
                  <a:lumMod val="0"/>
                  <a:alpha val="0"/>
                </a:schemeClr>
              </a:gs>
              <a:gs pos="95000">
                <a:srgbClr val="000000">
                  <a:alpha val="70000"/>
                </a:srgbClr>
              </a:gs>
            </a:gsLst>
            <a:lin ang="108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endParaRPr lang="en-US" sz="1200" b="1">
              <a:solidFill>
                <a:schemeClr val="tx1"/>
              </a:solidFill>
            </a:endParaRPr>
          </a:p>
        </p:txBody>
      </p:sp>
      <p:sp>
        <p:nvSpPr>
          <p:cNvPr id="28" name="Subtitle 2">
            <a:extLst>
              <a:ext uri="{FF2B5EF4-FFF2-40B4-BE49-F238E27FC236}">
                <a16:creationId xmlns:a16="http://schemas.microsoft.com/office/drawing/2014/main" id="{632E76BF-46D5-8E94-88AA-4783DD302E89}"/>
              </a:ext>
            </a:extLst>
          </p:cNvPr>
          <p:cNvSpPr>
            <a:spLocks noGrp="1"/>
          </p:cNvSpPr>
          <p:nvPr>
            <p:ph type="subTitle" idx="1" hasCustomPrompt="1"/>
          </p:nvPr>
        </p:nvSpPr>
        <p:spPr>
          <a:xfrm>
            <a:off x="889762" y="4436485"/>
            <a:ext cx="4907628" cy="511939"/>
          </a:xfrm>
        </p:spPr>
        <p:txBody>
          <a:bodyPr wrap="square">
            <a:noAutofit/>
          </a:bodyPr>
          <a:lstStyle>
            <a:lvl1pPr marL="0" indent="0" algn="l">
              <a:buNone/>
              <a:defRPr lang="en-GB" sz="1600" kern="1200" dirty="0">
                <a:solidFill>
                  <a:schemeClr val="bg1"/>
                </a:solidFill>
                <a:latin typeface="EYInterstate Regular" panose="02000503020000020004" pitchFamily="2" charset="0"/>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29" name="Title 4">
            <a:extLst>
              <a:ext uri="{FF2B5EF4-FFF2-40B4-BE49-F238E27FC236}">
                <a16:creationId xmlns:a16="http://schemas.microsoft.com/office/drawing/2014/main" id="{1F7B1FDC-B90E-6693-A750-B9BA4B535E8A}"/>
              </a:ext>
            </a:extLst>
          </p:cNvPr>
          <p:cNvSpPr>
            <a:spLocks noGrp="1"/>
          </p:cNvSpPr>
          <p:nvPr>
            <p:ph type="title"/>
          </p:nvPr>
        </p:nvSpPr>
        <p:spPr>
          <a:xfrm>
            <a:off x="889762" y="2698751"/>
            <a:ext cx="4906009" cy="1654043"/>
          </a:xfrm>
        </p:spPr>
        <p:txBody>
          <a:bodyPr anchor="t">
            <a:noAutofit/>
          </a:bodyPr>
          <a:lstStyle>
            <a:lvl1pPr>
              <a:defRPr sz="4200" b="1" i="0">
                <a:solidFill>
                  <a:schemeClr val="bg1"/>
                </a:solidFill>
                <a:latin typeface="EYInterstate Regular" panose="02000503020000020004" pitchFamily="2" charset="0"/>
              </a:defRPr>
            </a:lvl1pPr>
          </a:lstStyle>
          <a:p>
            <a:r>
              <a:rPr lang="en-GB"/>
              <a:t>Click to edit Master title style</a:t>
            </a:r>
            <a:endParaRPr lang="en-US"/>
          </a:p>
        </p:txBody>
      </p:sp>
      <p:sp>
        <p:nvSpPr>
          <p:cNvPr id="30" name="Text Placeholder 288">
            <a:extLst>
              <a:ext uri="{FF2B5EF4-FFF2-40B4-BE49-F238E27FC236}">
                <a16:creationId xmlns:a16="http://schemas.microsoft.com/office/drawing/2014/main" id="{1673B89D-F206-B9D2-CDB7-BDE045C7447F}"/>
              </a:ext>
            </a:extLst>
          </p:cNvPr>
          <p:cNvSpPr>
            <a:spLocks noGrp="1"/>
          </p:cNvSpPr>
          <p:nvPr>
            <p:ph type="body" sz="quarter" idx="10"/>
          </p:nvPr>
        </p:nvSpPr>
        <p:spPr>
          <a:xfrm>
            <a:off x="889762" y="5047485"/>
            <a:ext cx="4906010" cy="246221"/>
          </a:xfrm>
        </p:spPr>
        <p:txBody>
          <a:bodyPr wrap="square">
            <a:spAutoFit/>
          </a:bodyPr>
          <a:lstStyle>
            <a:lvl1pPr marL="0" indent="0">
              <a:buNone/>
              <a:defRPr sz="1600" b="1">
                <a:latin typeface="EYInterstate Regular" panose="02000503020000020004" pitchFamily="2" charset="0"/>
              </a:defRPr>
            </a:lvl1pPr>
            <a:lvl2pPr marL="252000" indent="0">
              <a:buNone/>
              <a:defRPr sz="1600" b="1">
                <a:latin typeface="+mj-lt"/>
              </a:defRPr>
            </a:lvl2pPr>
            <a:lvl3pPr marL="504000" indent="0">
              <a:buNone/>
              <a:defRPr sz="1600" b="1">
                <a:latin typeface="+mj-lt"/>
              </a:defRPr>
            </a:lvl3pPr>
            <a:lvl4pPr marL="756000" indent="0">
              <a:buNone/>
              <a:defRPr sz="1600" b="1">
                <a:latin typeface="+mj-lt"/>
              </a:defRPr>
            </a:lvl4pPr>
            <a:lvl5pPr marL="1008000" indent="0">
              <a:buNone/>
              <a:defRPr sz="1600" b="1">
                <a:latin typeface="+mj-lt"/>
              </a:defRPr>
            </a:lvl5pPr>
          </a:lstStyle>
          <a:p>
            <a:pPr lvl="0"/>
            <a:r>
              <a:rPr lang="en-GB"/>
              <a:t>Click to edit Master text styles</a:t>
            </a:r>
          </a:p>
        </p:txBody>
      </p:sp>
      <p:grpSp>
        <p:nvGrpSpPr>
          <p:cNvPr id="5" name="Group 4">
            <a:extLst>
              <a:ext uri="{FF2B5EF4-FFF2-40B4-BE49-F238E27FC236}">
                <a16:creationId xmlns:a16="http://schemas.microsoft.com/office/drawing/2014/main" id="{AA89752D-8E95-B790-7077-E6201AB412C3}"/>
              </a:ext>
            </a:extLst>
          </p:cNvPr>
          <p:cNvGrpSpPr/>
          <p:nvPr userDrawn="1"/>
        </p:nvGrpSpPr>
        <p:grpSpPr>
          <a:xfrm>
            <a:off x="485775" y="6164633"/>
            <a:ext cx="4940935" cy="318770"/>
            <a:chOff x="485775" y="6164633"/>
            <a:chExt cx="4940935" cy="318770"/>
          </a:xfrm>
        </p:grpSpPr>
        <p:sp>
          <p:nvSpPr>
            <p:cNvPr id="25" name="Freeform 24">
              <a:extLst>
                <a:ext uri="{FF2B5EF4-FFF2-40B4-BE49-F238E27FC236}">
                  <a16:creationId xmlns:a16="http://schemas.microsoft.com/office/drawing/2014/main" id="{F8AD9B21-63CE-8D03-9802-DB2391C6BC13}"/>
                </a:ext>
              </a:extLst>
            </p:cNvPr>
            <p:cNvSpPr/>
            <p:nvPr userDrawn="1"/>
          </p:nvSpPr>
          <p:spPr bwMode="black">
            <a:xfrm>
              <a:off x="485779" y="6344974"/>
              <a:ext cx="4940931" cy="138429"/>
            </a:xfrm>
            <a:custGeom>
              <a:avLst/>
              <a:gdLst>
                <a:gd name="connsiteX0" fmla="*/ 1032512 w 4940931"/>
                <a:gd name="connsiteY0" fmla="*/ 137477 h 138429"/>
                <a:gd name="connsiteX1" fmla="*/ 1032512 w 4940931"/>
                <a:gd name="connsiteY1" fmla="*/ 137794 h 138429"/>
                <a:gd name="connsiteX2" fmla="*/ 1030607 w 4940931"/>
                <a:gd name="connsiteY2" fmla="*/ 138429 h 138429"/>
                <a:gd name="connsiteX3" fmla="*/ 4929501 w 4940931"/>
                <a:gd name="connsiteY3" fmla="*/ 87629 h 138429"/>
                <a:gd name="connsiteX4" fmla="*/ 4933946 w 4940931"/>
                <a:gd name="connsiteY4" fmla="*/ 88264 h 138429"/>
                <a:gd name="connsiteX5" fmla="*/ 4937756 w 4940931"/>
                <a:gd name="connsiteY5" fmla="*/ 90804 h 138429"/>
                <a:gd name="connsiteX6" fmla="*/ 4940296 w 4940931"/>
                <a:gd name="connsiteY6" fmla="*/ 94614 h 138429"/>
                <a:gd name="connsiteX7" fmla="*/ 4940931 w 4940931"/>
                <a:gd name="connsiteY7" fmla="*/ 99059 h 138429"/>
                <a:gd name="connsiteX8" fmla="*/ 4940296 w 4940931"/>
                <a:gd name="connsiteY8" fmla="*/ 103504 h 138429"/>
                <a:gd name="connsiteX9" fmla="*/ 4937756 w 4940931"/>
                <a:gd name="connsiteY9" fmla="*/ 107314 h 138429"/>
                <a:gd name="connsiteX10" fmla="*/ 4933946 w 4940931"/>
                <a:gd name="connsiteY10" fmla="*/ 109854 h 138429"/>
                <a:gd name="connsiteX11" fmla="*/ 4929501 w 4940931"/>
                <a:gd name="connsiteY11" fmla="*/ 110489 h 138429"/>
                <a:gd name="connsiteX12" fmla="*/ 4925056 w 4940931"/>
                <a:gd name="connsiteY12" fmla="*/ 109854 h 138429"/>
                <a:gd name="connsiteX13" fmla="*/ 4921246 w 4940931"/>
                <a:gd name="connsiteY13" fmla="*/ 107314 h 138429"/>
                <a:gd name="connsiteX14" fmla="*/ 4918706 w 4940931"/>
                <a:gd name="connsiteY14" fmla="*/ 103504 h 138429"/>
                <a:gd name="connsiteX15" fmla="*/ 4918071 w 4940931"/>
                <a:gd name="connsiteY15" fmla="*/ 99059 h 138429"/>
                <a:gd name="connsiteX16" fmla="*/ 4918706 w 4940931"/>
                <a:gd name="connsiteY16" fmla="*/ 94614 h 138429"/>
                <a:gd name="connsiteX17" fmla="*/ 4921246 w 4940931"/>
                <a:gd name="connsiteY17" fmla="*/ 90804 h 138429"/>
                <a:gd name="connsiteX18" fmla="*/ 4925056 w 4940931"/>
                <a:gd name="connsiteY18" fmla="*/ 88264 h 138429"/>
                <a:gd name="connsiteX19" fmla="*/ 4929501 w 4940931"/>
                <a:gd name="connsiteY19" fmla="*/ 87629 h 138429"/>
                <a:gd name="connsiteX20" fmla="*/ 3079110 w 4940931"/>
                <a:gd name="connsiteY20" fmla="*/ 87629 h 138429"/>
                <a:gd name="connsiteX21" fmla="*/ 3083555 w 4940931"/>
                <a:gd name="connsiteY21" fmla="*/ 88264 h 138429"/>
                <a:gd name="connsiteX22" fmla="*/ 3087365 w 4940931"/>
                <a:gd name="connsiteY22" fmla="*/ 90804 h 138429"/>
                <a:gd name="connsiteX23" fmla="*/ 3089905 w 4940931"/>
                <a:gd name="connsiteY23" fmla="*/ 94614 h 138429"/>
                <a:gd name="connsiteX24" fmla="*/ 3090540 w 4940931"/>
                <a:gd name="connsiteY24" fmla="*/ 99059 h 138429"/>
                <a:gd name="connsiteX25" fmla="*/ 3089905 w 4940931"/>
                <a:gd name="connsiteY25" fmla="*/ 103504 h 138429"/>
                <a:gd name="connsiteX26" fmla="*/ 3087365 w 4940931"/>
                <a:gd name="connsiteY26" fmla="*/ 107314 h 138429"/>
                <a:gd name="connsiteX27" fmla="*/ 3083555 w 4940931"/>
                <a:gd name="connsiteY27" fmla="*/ 109854 h 138429"/>
                <a:gd name="connsiteX28" fmla="*/ 3079110 w 4940931"/>
                <a:gd name="connsiteY28" fmla="*/ 110489 h 138429"/>
                <a:gd name="connsiteX29" fmla="*/ 3074665 w 4940931"/>
                <a:gd name="connsiteY29" fmla="*/ 109854 h 138429"/>
                <a:gd name="connsiteX30" fmla="*/ 3070855 w 4940931"/>
                <a:gd name="connsiteY30" fmla="*/ 107314 h 138429"/>
                <a:gd name="connsiteX31" fmla="*/ 3068315 w 4940931"/>
                <a:gd name="connsiteY31" fmla="*/ 103504 h 138429"/>
                <a:gd name="connsiteX32" fmla="*/ 3067680 w 4940931"/>
                <a:gd name="connsiteY32" fmla="*/ 99059 h 138429"/>
                <a:gd name="connsiteX33" fmla="*/ 3068315 w 4940931"/>
                <a:gd name="connsiteY33" fmla="*/ 94614 h 138429"/>
                <a:gd name="connsiteX34" fmla="*/ 3070855 w 4940931"/>
                <a:gd name="connsiteY34" fmla="*/ 90804 h 138429"/>
                <a:gd name="connsiteX35" fmla="*/ 3074665 w 4940931"/>
                <a:gd name="connsiteY35" fmla="*/ 88264 h 138429"/>
                <a:gd name="connsiteX36" fmla="*/ 3079110 w 4940931"/>
                <a:gd name="connsiteY36" fmla="*/ 87629 h 138429"/>
                <a:gd name="connsiteX37" fmla="*/ 1565275 w 4940931"/>
                <a:gd name="connsiteY37" fmla="*/ 87629 h 138429"/>
                <a:gd name="connsiteX38" fmla="*/ 1569720 w 4940931"/>
                <a:gd name="connsiteY38" fmla="*/ 88264 h 138429"/>
                <a:gd name="connsiteX39" fmla="*/ 1573529 w 4940931"/>
                <a:gd name="connsiteY39" fmla="*/ 90804 h 138429"/>
                <a:gd name="connsiteX40" fmla="*/ 1576069 w 4940931"/>
                <a:gd name="connsiteY40" fmla="*/ 94614 h 138429"/>
                <a:gd name="connsiteX41" fmla="*/ 1576705 w 4940931"/>
                <a:gd name="connsiteY41" fmla="*/ 99059 h 138429"/>
                <a:gd name="connsiteX42" fmla="*/ 1576069 w 4940931"/>
                <a:gd name="connsiteY42" fmla="*/ 103504 h 138429"/>
                <a:gd name="connsiteX43" fmla="*/ 1573529 w 4940931"/>
                <a:gd name="connsiteY43" fmla="*/ 107314 h 138429"/>
                <a:gd name="connsiteX44" fmla="*/ 1569720 w 4940931"/>
                <a:gd name="connsiteY44" fmla="*/ 109854 h 138429"/>
                <a:gd name="connsiteX45" fmla="*/ 1565275 w 4940931"/>
                <a:gd name="connsiteY45" fmla="*/ 110489 h 138429"/>
                <a:gd name="connsiteX46" fmla="*/ 1560830 w 4940931"/>
                <a:gd name="connsiteY46" fmla="*/ 109854 h 138429"/>
                <a:gd name="connsiteX47" fmla="*/ 1557020 w 4940931"/>
                <a:gd name="connsiteY47" fmla="*/ 107314 h 138429"/>
                <a:gd name="connsiteX48" fmla="*/ 1554479 w 4940931"/>
                <a:gd name="connsiteY48" fmla="*/ 103504 h 138429"/>
                <a:gd name="connsiteX49" fmla="*/ 1553844 w 4940931"/>
                <a:gd name="connsiteY49" fmla="*/ 99059 h 138429"/>
                <a:gd name="connsiteX50" fmla="*/ 1554479 w 4940931"/>
                <a:gd name="connsiteY50" fmla="*/ 94614 h 138429"/>
                <a:gd name="connsiteX51" fmla="*/ 1557020 w 4940931"/>
                <a:gd name="connsiteY51" fmla="*/ 90804 h 138429"/>
                <a:gd name="connsiteX52" fmla="*/ 1560830 w 4940931"/>
                <a:gd name="connsiteY52" fmla="*/ 88264 h 138429"/>
                <a:gd name="connsiteX53" fmla="*/ 1565275 w 4940931"/>
                <a:gd name="connsiteY53" fmla="*/ 87629 h 138429"/>
                <a:gd name="connsiteX54" fmla="*/ 2642230 w 4940931"/>
                <a:gd name="connsiteY54" fmla="*/ 73024 h 138429"/>
                <a:gd name="connsiteX55" fmla="*/ 2630800 w 4940931"/>
                <a:gd name="connsiteY55" fmla="*/ 76199 h 138429"/>
                <a:gd name="connsiteX56" fmla="*/ 2626355 w 4940931"/>
                <a:gd name="connsiteY56" fmla="*/ 84454 h 138429"/>
                <a:gd name="connsiteX57" fmla="*/ 2627625 w 4940931"/>
                <a:gd name="connsiteY57" fmla="*/ 90169 h 138429"/>
                <a:gd name="connsiteX58" fmla="*/ 2630800 w 4940931"/>
                <a:gd name="connsiteY58" fmla="*/ 93979 h 138429"/>
                <a:gd name="connsiteX59" fmla="*/ 2635245 w 4940931"/>
                <a:gd name="connsiteY59" fmla="*/ 96519 h 138429"/>
                <a:gd name="connsiteX60" fmla="*/ 2641595 w 4940931"/>
                <a:gd name="connsiteY60" fmla="*/ 97154 h 138429"/>
                <a:gd name="connsiteX61" fmla="*/ 2647310 w 4940931"/>
                <a:gd name="connsiteY61" fmla="*/ 96519 h 138429"/>
                <a:gd name="connsiteX62" fmla="*/ 2652390 w 4940931"/>
                <a:gd name="connsiteY62" fmla="*/ 93979 h 138429"/>
                <a:gd name="connsiteX63" fmla="*/ 2656835 w 4940931"/>
                <a:gd name="connsiteY63" fmla="*/ 90804 h 138429"/>
                <a:gd name="connsiteX64" fmla="*/ 2660010 w 4940931"/>
                <a:gd name="connsiteY64" fmla="*/ 86994 h 138429"/>
                <a:gd name="connsiteX65" fmla="*/ 2660010 w 4940931"/>
                <a:gd name="connsiteY65" fmla="*/ 75564 h 138429"/>
                <a:gd name="connsiteX66" fmla="*/ 2656200 w 4940931"/>
                <a:gd name="connsiteY66" fmla="*/ 74294 h 138429"/>
                <a:gd name="connsiteX67" fmla="*/ 2652390 w 4940931"/>
                <a:gd name="connsiteY67" fmla="*/ 73659 h 138429"/>
                <a:gd name="connsiteX68" fmla="*/ 2647945 w 4940931"/>
                <a:gd name="connsiteY68" fmla="*/ 73024 h 138429"/>
                <a:gd name="connsiteX69" fmla="*/ 2642230 w 4940931"/>
                <a:gd name="connsiteY69" fmla="*/ 73024 h 138429"/>
                <a:gd name="connsiteX70" fmla="*/ 4664706 w 4940931"/>
                <a:gd name="connsiteY70" fmla="*/ 43814 h 138429"/>
                <a:gd name="connsiteX71" fmla="*/ 4657086 w 4940931"/>
                <a:gd name="connsiteY71" fmla="*/ 45719 h 138429"/>
                <a:gd name="connsiteX72" fmla="*/ 4651371 w 4940931"/>
                <a:gd name="connsiteY72" fmla="*/ 50799 h 138429"/>
                <a:gd name="connsiteX73" fmla="*/ 4647561 w 4940931"/>
                <a:gd name="connsiteY73" fmla="*/ 59054 h 138429"/>
                <a:gd name="connsiteX74" fmla="*/ 4646291 w 4940931"/>
                <a:gd name="connsiteY74" fmla="*/ 69849 h 138429"/>
                <a:gd name="connsiteX75" fmla="*/ 4647561 w 4940931"/>
                <a:gd name="connsiteY75" fmla="*/ 81279 h 138429"/>
                <a:gd name="connsiteX76" fmla="*/ 4651371 w 4940931"/>
                <a:gd name="connsiteY76" fmla="*/ 89534 h 138429"/>
                <a:gd name="connsiteX77" fmla="*/ 4657721 w 4940931"/>
                <a:gd name="connsiteY77" fmla="*/ 94614 h 138429"/>
                <a:gd name="connsiteX78" fmla="*/ 4665341 w 4940931"/>
                <a:gd name="connsiteY78" fmla="*/ 96519 h 138429"/>
                <a:gd name="connsiteX79" fmla="*/ 4672961 w 4940931"/>
                <a:gd name="connsiteY79" fmla="*/ 94614 h 138429"/>
                <a:gd name="connsiteX80" fmla="*/ 4678676 w 4940931"/>
                <a:gd name="connsiteY80" fmla="*/ 88899 h 138429"/>
                <a:gd name="connsiteX81" fmla="*/ 4682486 w 4940931"/>
                <a:gd name="connsiteY81" fmla="*/ 80644 h 138429"/>
                <a:gd name="connsiteX82" fmla="*/ 4683756 w 4940931"/>
                <a:gd name="connsiteY82" fmla="*/ 70484 h 138429"/>
                <a:gd name="connsiteX83" fmla="*/ 4684391 w 4940931"/>
                <a:gd name="connsiteY83" fmla="*/ 69849 h 138429"/>
                <a:gd name="connsiteX84" fmla="*/ 4683121 w 4940931"/>
                <a:gd name="connsiteY84" fmla="*/ 59054 h 138429"/>
                <a:gd name="connsiteX85" fmla="*/ 4679311 w 4940931"/>
                <a:gd name="connsiteY85" fmla="*/ 50799 h 138429"/>
                <a:gd name="connsiteX86" fmla="*/ 4672961 w 4940931"/>
                <a:gd name="connsiteY86" fmla="*/ 45719 h 138429"/>
                <a:gd name="connsiteX87" fmla="*/ 4664706 w 4940931"/>
                <a:gd name="connsiteY87" fmla="*/ 43814 h 138429"/>
                <a:gd name="connsiteX88" fmla="*/ 4264020 w 4940931"/>
                <a:gd name="connsiteY88" fmla="*/ 43814 h 138429"/>
                <a:gd name="connsiteX89" fmla="*/ 4256400 w 4940931"/>
                <a:gd name="connsiteY89" fmla="*/ 45719 h 138429"/>
                <a:gd name="connsiteX90" fmla="*/ 4250685 w 4940931"/>
                <a:gd name="connsiteY90" fmla="*/ 50799 h 138429"/>
                <a:gd name="connsiteX91" fmla="*/ 4246875 w 4940931"/>
                <a:gd name="connsiteY91" fmla="*/ 59054 h 138429"/>
                <a:gd name="connsiteX92" fmla="*/ 4245605 w 4940931"/>
                <a:gd name="connsiteY92" fmla="*/ 69849 h 138429"/>
                <a:gd name="connsiteX93" fmla="*/ 4246875 w 4940931"/>
                <a:gd name="connsiteY93" fmla="*/ 81279 h 138429"/>
                <a:gd name="connsiteX94" fmla="*/ 4250685 w 4940931"/>
                <a:gd name="connsiteY94" fmla="*/ 89534 h 138429"/>
                <a:gd name="connsiteX95" fmla="*/ 4257035 w 4940931"/>
                <a:gd name="connsiteY95" fmla="*/ 94614 h 138429"/>
                <a:gd name="connsiteX96" fmla="*/ 4264655 w 4940931"/>
                <a:gd name="connsiteY96" fmla="*/ 96519 h 138429"/>
                <a:gd name="connsiteX97" fmla="*/ 4272275 w 4940931"/>
                <a:gd name="connsiteY97" fmla="*/ 94614 h 138429"/>
                <a:gd name="connsiteX98" fmla="*/ 4277990 w 4940931"/>
                <a:gd name="connsiteY98" fmla="*/ 88899 h 138429"/>
                <a:gd name="connsiteX99" fmla="*/ 4281800 w 4940931"/>
                <a:gd name="connsiteY99" fmla="*/ 80644 h 138429"/>
                <a:gd name="connsiteX100" fmla="*/ 4283070 w 4940931"/>
                <a:gd name="connsiteY100" fmla="*/ 70484 h 138429"/>
                <a:gd name="connsiteX101" fmla="*/ 4283705 w 4940931"/>
                <a:gd name="connsiteY101" fmla="*/ 69849 h 138429"/>
                <a:gd name="connsiteX102" fmla="*/ 4282435 w 4940931"/>
                <a:gd name="connsiteY102" fmla="*/ 59054 h 138429"/>
                <a:gd name="connsiteX103" fmla="*/ 4278625 w 4940931"/>
                <a:gd name="connsiteY103" fmla="*/ 50799 h 138429"/>
                <a:gd name="connsiteX104" fmla="*/ 4272275 w 4940931"/>
                <a:gd name="connsiteY104" fmla="*/ 45719 h 138429"/>
                <a:gd name="connsiteX105" fmla="*/ 4264020 w 4940931"/>
                <a:gd name="connsiteY105" fmla="*/ 43814 h 138429"/>
                <a:gd name="connsiteX106" fmla="*/ 1420495 w 4940931"/>
                <a:gd name="connsiteY106" fmla="*/ 43814 h 138429"/>
                <a:gd name="connsiteX107" fmla="*/ 1412875 w 4940931"/>
                <a:gd name="connsiteY107" fmla="*/ 45719 h 138429"/>
                <a:gd name="connsiteX108" fmla="*/ 1407160 w 4940931"/>
                <a:gd name="connsiteY108" fmla="*/ 50799 h 138429"/>
                <a:gd name="connsiteX109" fmla="*/ 1403350 w 4940931"/>
                <a:gd name="connsiteY109" fmla="*/ 59054 h 138429"/>
                <a:gd name="connsiteX110" fmla="*/ 1402080 w 4940931"/>
                <a:gd name="connsiteY110" fmla="*/ 69849 h 138429"/>
                <a:gd name="connsiteX111" fmla="*/ 1403350 w 4940931"/>
                <a:gd name="connsiteY111" fmla="*/ 81279 h 138429"/>
                <a:gd name="connsiteX112" fmla="*/ 1407160 w 4940931"/>
                <a:gd name="connsiteY112" fmla="*/ 89534 h 138429"/>
                <a:gd name="connsiteX113" fmla="*/ 1413510 w 4940931"/>
                <a:gd name="connsiteY113" fmla="*/ 94614 h 138429"/>
                <a:gd name="connsiteX114" fmla="*/ 1421130 w 4940931"/>
                <a:gd name="connsiteY114" fmla="*/ 96519 h 138429"/>
                <a:gd name="connsiteX115" fmla="*/ 1428750 w 4940931"/>
                <a:gd name="connsiteY115" fmla="*/ 94614 h 138429"/>
                <a:gd name="connsiteX116" fmla="*/ 1434465 w 4940931"/>
                <a:gd name="connsiteY116" fmla="*/ 88899 h 138429"/>
                <a:gd name="connsiteX117" fmla="*/ 1438275 w 4940931"/>
                <a:gd name="connsiteY117" fmla="*/ 80644 h 138429"/>
                <a:gd name="connsiteX118" fmla="*/ 1439545 w 4940931"/>
                <a:gd name="connsiteY118" fmla="*/ 70484 h 138429"/>
                <a:gd name="connsiteX119" fmla="*/ 1440180 w 4940931"/>
                <a:gd name="connsiteY119" fmla="*/ 69849 h 138429"/>
                <a:gd name="connsiteX120" fmla="*/ 1438910 w 4940931"/>
                <a:gd name="connsiteY120" fmla="*/ 59054 h 138429"/>
                <a:gd name="connsiteX121" fmla="*/ 1435100 w 4940931"/>
                <a:gd name="connsiteY121" fmla="*/ 50799 h 138429"/>
                <a:gd name="connsiteX122" fmla="*/ 1428750 w 4940931"/>
                <a:gd name="connsiteY122" fmla="*/ 45719 h 138429"/>
                <a:gd name="connsiteX123" fmla="*/ 1420495 w 4940931"/>
                <a:gd name="connsiteY123" fmla="*/ 43814 h 138429"/>
                <a:gd name="connsiteX124" fmla="*/ 4041770 w 4940931"/>
                <a:gd name="connsiteY124" fmla="*/ 43180 h 138429"/>
                <a:gd name="connsiteX125" fmla="*/ 4034785 w 4940931"/>
                <a:gd name="connsiteY125" fmla="*/ 44450 h 138429"/>
                <a:gd name="connsiteX126" fmla="*/ 4029705 w 4940931"/>
                <a:gd name="connsiteY126" fmla="*/ 48260 h 138429"/>
                <a:gd name="connsiteX127" fmla="*/ 4025895 w 4940931"/>
                <a:gd name="connsiteY127" fmla="*/ 54610 h 138429"/>
                <a:gd name="connsiteX128" fmla="*/ 4023990 w 4940931"/>
                <a:gd name="connsiteY128" fmla="*/ 62865 h 138429"/>
                <a:gd name="connsiteX129" fmla="*/ 4060185 w 4940931"/>
                <a:gd name="connsiteY129" fmla="*/ 62865 h 138429"/>
                <a:gd name="connsiteX130" fmla="*/ 4058915 w 4940931"/>
                <a:gd name="connsiteY130" fmla="*/ 55245 h 138429"/>
                <a:gd name="connsiteX131" fmla="*/ 4055740 w 4940931"/>
                <a:gd name="connsiteY131" fmla="*/ 48895 h 138429"/>
                <a:gd name="connsiteX132" fmla="*/ 4050025 w 4940931"/>
                <a:gd name="connsiteY132" fmla="*/ 44450 h 138429"/>
                <a:gd name="connsiteX133" fmla="*/ 4041770 w 4940931"/>
                <a:gd name="connsiteY133" fmla="*/ 43180 h 138429"/>
                <a:gd name="connsiteX134" fmla="*/ 3728081 w 4940931"/>
                <a:gd name="connsiteY134" fmla="*/ 43180 h 138429"/>
                <a:gd name="connsiteX135" fmla="*/ 3721096 w 4940931"/>
                <a:gd name="connsiteY135" fmla="*/ 44450 h 138429"/>
                <a:gd name="connsiteX136" fmla="*/ 3716016 w 4940931"/>
                <a:gd name="connsiteY136" fmla="*/ 48260 h 138429"/>
                <a:gd name="connsiteX137" fmla="*/ 3712206 w 4940931"/>
                <a:gd name="connsiteY137" fmla="*/ 54610 h 138429"/>
                <a:gd name="connsiteX138" fmla="*/ 3710301 w 4940931"/>
                <a:gd name="connsiteY138" fmla="*/ 62865 h 138429"/>
                <a:gd name="connsiteX139" fmla="*/ 3746496 w 4940931"/>
                <a:gd name="connsiteY139" fmla="*/ 62865 h 138429"/>
                <a:gd name="connsiteX140" fmla="*/ 3745226 w 4940931"/>
                <a:gd name="connsiteY140" fmla="*/ 55245 h 138429"/>
                <a:gd name="connsiteX141" fmla="*/ 3742051 w 4940931"/>
                <a:gd name="connsiteY141" fmla="*/ 48895 h 138429"/>
                <a:gd name="connsiteX142" fmla="*/ 3736336 w 4940931"/>
                <a:gd name="connsiteY142" fmla="*/ 44450 h 138429"/>
                <a:gd name="connsiteX143" fmla="*/ 3728081 w 4940931"/>
                <a:gd name="connsiteY143" fmla="*/ 43180 h 138429"/>
                <a:gd name="connsiteX144" fmla="*/ 3541391 w 4940931"/>
                <a:gd name="connsiteY144" fmla="*/ 43180 h 138429"/>
                <a:gd name="connsiteX145" fmla="*/ 3534406 w 4940931"/>
                <a:gd name="connsiteY145" fmla="*/ 44450 h 138429"/>
                <a:gd name="connsiteX146" fmla="*/ 3529326 w 4940931"/>
                <a:gd name="connsiteY146" fmla="*/ 48260 h 138429"/>
                <a:gd name="connsiteX147" fmla="*/ 3525516 w 4940931"/>
                <a:gd name="connsiteY147" fmla="*/ 54610 h 138429"/>
                <a:gd name="connsiteX148" fmla="*/ 3523611 w 4940931"/>
                <a:gd name="connsiteY148" fmla="*/ 62865 h 138429"/>
                <a:gd name="connsiteX149" fmla="*/ 3559806 w 4940931"/>
                <a:gd name="connsiteY149" fmla="*/ 62865 h 138429"/>
                <a:gd name="connsiteX150" fmla="*/ 3558536 w 4940931"/>
                <a:gd name="connsiteY150" fmla="*/ 55245 h 138429"/>
                <a:gd name="connsiteX151" fmla="*/ 3555361 w 4940931"/>
                <a:gd name="connsiteY151" fmla="*/ 48895 h 138429"/>
                <a:gd name="connsiteX152" fmla="*/ 3549646 w 4940931"/>
                <a:gd name="connsiteY152" fmla="*/ 44450 h 138429"/>
                <a:gd name="connsiteX153" fmla="*/ 3541391 w 4940931"/>
                <a:gd name="connsiteY153" fmla="*/ 43180 h 138429"/>
                <a:gd name="connsiteX154" fmla="*/ 3463285 w 4940931"/>
                <a:gd name="connsiteY154" fmla="*/ 43180 h 138429"/>
                <a:gd name="connsiteX155" fmla="*/ 3458205 w 4940931"/>
                <a:gd name="connsiteY155" fmla="*/ 43815 h 138429"/>
                <a:gd name="connsiteX156" fmla="*/ 3453125 w 4940931"/>
                <a:gd name="connsiteY156" fmla="*/ 45720 h 138429"/>
                <a:gd name="connsiteX157" fmla="*/ 3448680 w 4940931"/>
                <a:gd name="connsiteY157" fmla="*/ 48895 h 138429"/>
                <a:gd name="connsiteX158" fmla="*/ 3445505 w 4940931"/>
                <a:gd name="connsiteY158" fmla="*/ 52705 h 138429"/>
                <a:gd name="connsiteX159" fmla="*/ 3445505 w 4940931"/>
                <a:gd name="connsiteY159" fmla="*/ 85725 h 138429"/>
                <a:gd name="connsiteX160" fmla="*/ 3448680 w 4940931"/>
                <a:gd name="connsiteY160" fmla="*/ 89535 h 138429"/>
                <a:gd name="connsiteX161" fmla="*/ 3453125 w 4940931"/>
                <a:gd name="connsiteY161" fmla="*/ 92710 h 138429"/>
                <a:gd name="connsiteX162" fmla="*/ 3458205 w 4940931"/>
                <a:gd name="connsiteY162" fmla="*/ 95250 h 138429"/>
                <a:gd name="connsiteX163" fmla="*/ 3463920 w 4940931"/>
                <a:gd name="connsiteY163" fmla="*/ 95885 h 138429"/>
                <a:gd name="connsiteX164" fmla="*/ 3476620 w 4940931"/>
                <a:gd name="connsiteY164" fmla="*/ 89535 h 138429"/>
                <a:gd name="connsiteX165" fmla="*/ 3481065 w 4940931"/>
                <a:gd name="connsiteY165" fmla="*/ 71120 h 138429"/>
                <a:gd name="connsiteX166" fmla="*/ 3480430 w 4940931"/>
                <a:gd name="connsiteY166" fmla="*/ 71755 h 138429"/>
                <a:gd name="connsiteX167" fmla="*/ 3475985 w 4940931"/>
                <a:gd name="connsiteY167" fmla="*/ 50165 h 138429"/>
                <a:gd name="connsiteX168" fmla="*/ 3463285 w 4940931"/>
                <a:gd name="connsiteY168" fmla="*/ 43180 h 138429"/>
                <a:gd name="connsiteX169" fmla="*/ 3343271 w 4940931"/>
                <a:gd name="connsiteY169" fmla="*/ 43180 h 138429"/>
                <a:gd name="connsiteX170" fmla="*/ 3336286 w 4940931"/>
                <a:gd name="connsiteY170" fmla="*/ 44450 h 138429"/>
                <a:gd name="connsiteX171" fmla="*/ 3331206 w 4940931"/>
                <a:gd name="connsiteY171" fmla="*/ 48260 h 138429"/>
                <a:gd name="connsiteX172" fmla="*/ 3327396 w 4940931"/>
                <a:gd name="connsiteY172" fmla="*/ 54610 h 138429"/>
                <a:gd name="connsiteX173" fmla="*/ 3325491 w 4940931"/>
                <a:gd name="connsiteY173" fmla="*/ 62865 h 138429"/>
                <a:gd name="connsiteX174" fmla="*/ 3361686 w 4940931"/>
                <a:gd name="connsiteY174" fmla="*/ 62865 h 138429"/>
                <a:gd name="connsiteX175" fmla="*/ 3360416 w 4940931"/>
                <a:gd name="connsiteY175" fmla="*/ 55245 h 138429"/>
                <a:gd name="connsiteX176" fmla="*/ 3357241 w 4940931"/>
                <a:gd name="connsiteY176" fmla="*/ 48895 h 138429"/>
                <a:gd name="connsiteX177" fmla="*/ 3351526 w 4940931"/>
                <a:gd name="connsiteY177" fmla="*/ 44450 h 138429"/>
                <a:gd name="connsiteX178" fmla="*/ 3343271 w 4940931"/>
                <a:gd name="connsiteY178" fmla="*/ 43180 h 138429"/>
                <a:gd name="connsiteX179" fmla="*/ 2976876 w 4940931"/>
                <a:gd name="connsiteY179" fmla="*/ 43180 h 138429"/>
                <a:gd name="connsiteX180" fmla="*/ 2969891 w 4940931"/>
                <a:gd name="connsiteY180" fmla="*/ 44450 h 138429"/>
                <a:gd name="connsiteX181" fmla="*/ 2964811 w 4940931"/>
                <a:gd name="connsiteY181" fmla="*/ 48260 h 138429"/>
                <a:gd name="connsiteX182" fmla="*/ 2961001 w 4940931"/>
                <a:gd name="connsiteY182" fmla="*/ 54610 h 138429"/>
                <a:gd name="connsiteX183" fmla="*/ 2959096 w 4940931"/>
                <a:gd name="connsiteY183" fmla="*/ 62865 h 138429"/>
                <a:gd name="connsiteX184" fmla="*/ 2995291 w 4940931"/>
                <a:gd name="connsiteY184" fmla="*/ 62865 h 138429"/>
                <a:gd name="connsiteX185" fmla="*/ 2994021 w 4940931"/>
                <a:gd name="connsiteY185" fmla="*/ 55245 h 138429"/>
                <a:gd name="connsiteX186" fmla="*/ 2990846 w 4940931"/>
                <a:gd name="connsiteY186" fmla="*/ 48895 h 138429"/>
                <a:gd name="connsiteX187" fmla="*/ 2985131 w 4940931"/>
                <a:gd name="connsiteY187" fmla="*/ 44450 h 138429"/>
                <a:gd name="connsiteX188" fmla="*/ 2976876 w 4940931"/>
                <a:gd name="connsiteY188" fmla="*/ 43180 h 138429"/>
                <a:gd name="connsiteX189" fmla="*/ 2527930 w 4940931"/>
                <a:gd name="connsiteY189" fmla="*/ 43180 h 138429"/>
                <a:gd name="connsiteX190" fmla="*/ 2520945 w 4940931"/>
                <a:gd name="connsiteY190" fmla="*/ 44450 h 138429"/>
                <a:gd name="connsiteX191" fmla="*/ 2515865 w 4940931"/>
                <a:gd name="connsiteY191" fmla="*/ 48260 h 138429"/>
                <a:gd name="connsiteX192" fmla="*/ 2512055 w 4940931"/>
                <a:gd name="connsiteY192" fmla="*/ 54610 h 138429"/>
                <a:gd name="connsiteX193" fmla="*/ 2510150 w 4940931"/>
                <a:gd name="connsiteY193" fmla="*/ 62865 h 138429"/>
                <a:gd name="connsiteX194" fmla="*/ 2546345 w 4940931"/>
                <a:gd name="connsiteY194" fmla="*/ 62865 h 138429"/>
                <a:gd name="connsiteX195" fmla="*/ 2545075 w 4940931"/>
                <a:gd name="connsiteY195" fmla="*/ 55245 h 138429"/>
                <a:gd name="connsiteX196" fmla="*/ 2541900 w 4940931"/>
                <a:gd name="connsiteY196" fmla="*/ 48895 h 138429"/>
                <a:gd name="connsiteX197" fmla="*/ 2536185 w 4940931"/>
                <a:gd name="connsiteY197" fmla="*/ 44450 h 138429"/>
                <a:gd name="connsiteX198" fmla="*/ 2527930 w 4940931"/>
                <a:gd name="connsiteY198" fmla="*/ 43180 h 138429"/>
                <a:gd name="connsiteX199" fmla="*/ 2214240 w 4940931"/>
                <a:gd name="connsiteY199" fmla="*/ 43180 h 138429"/>
                <a:gd name="connsiteX200" fmla="*/ 2207255 w 4940931"/>
                <a:gd name="connsiteY200" fmla="*/ 44450 h 138429"/>
                <a:gd name="connsiteX201" fmla="*/ 2202175 w 4940931"/>
                <a:gd name="connsiteY201" fmla="*/ 48260 h 138429"/>
                <a:gd name="connsiteX202" fmla="*/ 2198365 w 4940931"/>
                <a:gd name="connsiteY202" fmla="*/ 54610 h 138429"/>
                <a:gd name="connsiteX203" fmla="*/ 2196460 w 4940931"/>
                <a:gd name="connsiteY203" fmla="*/ 62865 h 138429"/>
                <a:gd name="connsiteX204" fmla="*/ 2232655 w 4940931"/>
                <a:gd name="connsiteY204" fmla="*/ 62865 h 138429"/>
                <a:gd name="connsiteX205" fmla="*/ 2231385 w 4940931"/>
                <a:gd name="connsiteY205" fmla="*/ 55245 h 138429"/>
                <a:gd name="connsiteX206" fmla="*/ 2228210 w 4940931"/>
                <a:gd name="connsiteY206" fmla="*/ 48895 h 138429"/>
                <a:gd name="connsiteX207" fmla="*/ 2222495 w 4940931"/>
                <a:gd name="connsiteY207" fmla="*/ 44450 h 138429"/>
                <a:gd name="connsiteX208" fmla="*/ 2214240 w 4940931"/>
                <a:gd name="connsiteY208" fmla="*/ 43180 h 138429"/>
                <a:gd name="connsiteX209" fmla="*/ 2027551 w 4940931"/>
                <a:gd name="connsiteY209" fmla="*/ 43180 h 138429"/>
                <a:gd name="connsiteX210" fmla="*/ 2020566 w 4940931"/>
                <a:gd name="connsiteY210" fmla="*/ 44450 h 138429"/>
                <a:gd name="connsiteX211" fmla="*/ 2015486 w 4940931"/>
                <a:gd name="connsiteY211" fmla="*/ 48260 h 138429"/>
                <a:gd name="connsiteX212" fmla="*/ 2011676 w 4940931"/>
                <a:gd name="connsiteY212" fmla="*/ 54610 h 138429"/>
                <a:gd name="connsiteX213" fmla="*/ 2009771 w 4940931"/>
                <a:gd name="connsiteY213" fmla="*/ 62865 h 138429"/>
                <a:gd name="connsiteX214" fmla="*/ 2045966 w 4940931"/>
                <a:gd name="connsiteY214" fmla="*/ 62865 h 138429"/>
                <a:gd name="connsiteX215" fmla="*/ 2044696 w 4940931"/>
                <a:gd name="connsiteY215" fmla="*/ 55245 h 138429"/>
                <a:gd name="connsiteX216" fmla="*/ 2041521 w 4940931"/>
                <a:gd name="connsiteY216" fmla="*/ 48895 h 138429"/>
                <a:gd name="connsiteX217" fmla="*/ 2035806 w 4940931"/>
                <a:gd name="connsiteY217" fmla="*/ 44450 h 138429"/>
                <a:gd name="connsiteX218" fmla="*/ 2027551 w 4940931"/>
                <a:gd name="connsiteY218" fmla="*/ 43180 h 138429"/>
                <a:gd name="connsiteX219" fmla="*/ 1949445 w 4940931"/>
                <a:gd name="connsiteY219" fmla="*/ 43180 h 138429"/>
                <a:gd name="connsiteX220" fmla="*/ 1944365 w 4940931"/>
                <a:gd name="connsiteY220" fmla="*/ 43815 h 138429"/>
                <a:gd name="connsiteX221" fmla="*/ 1939285 w 4940931"/>
                <a:gd name="connsiteY221" fmla="*/ 45720 h 138429"/>
                <a:gd name="connsiteX222" fmla="*/ 1934840 w 4940931"/>
                <a:gd name="connsiteY222" fmla="*/ 48895 h 138429"/>
                <a:gd name="connsiteX223" fmla="*/ 1931665 w 4940931"/>
                <a:gd name="connsiteY223" fmla="*/ 52705 h 138429"/>
                <a:gd name="connsiteX224" fmla="*/ 1931665 w 4940931"/>
                <a:gd name="connsiteY224" fmla="*/ 85725 h 138429"/>
                <a:gd name="connsiteX225" fmla="*/ 1934840 w 4940931"/>
                <a:gd name="connsiteY225" fmla="*/ 89535 h 138429"/>
                <a:gd name="connsiteX226" fmla="*/ 1939285 w 4940931"/>
                <a:gd name="connsiteY226" fmla="*/ 92710 h 138429"/>
                <a:gd name="connsiteX227" fmla="*/ 1944365 w 4940931"/>
                <a:gd name="connsiteY227" fmla="*/ 95250 h 138429"/>
                <a:gd name="connsiteX228" fmla="*/ 1950080 w 4940931"/>
                <a:gd name="connsiteY228" fmla="*/ 95885 h 138429"/>
                <a:gd name="connsiteX229" fmla="*/ 1962780 w 4940931"/>
                <a:gd name="connsiteY229" fmla="*/ 89535 h 138429"/>
                <a:gd name="connsiteX230" fmla="*/ 1967225 w 4940931"/>
                <a:gd name="connsiteY230" fmla="*/ 71120 h 138429"/>
                <a:gd name="connsiteX231" fmla="*/ 1966590 w 4940931"/>
                <a:gd name="connsiteY231" fmla="*/ 71755 h 138429"/>
                <a:gd name="connsiteX232" fmla="*/ 1962145 w 4940931"/>
                <a:gd name="connsiteY232" fmla="*/ 50165 h 138429"/>
                <a:gd name="connsiteX233" fmla="*/ 1949445 w 4940931"/>
                <a:gd name="connsiteY233" fmla="*/ 43180 h 138429"/>
                <a:gd name="connsiteX234" fmla="*/ 1829431 w 4940931"/>
                <a:gd name="connsiteY234" fmla="*/ 43180 h 138429"/>
                <a:gd name="connsiteX235" fmla="*/ 1822446 w 4940931"/>
                <a:gd name="connsiteY235" fmla="*/ 44450 h 138429"/>
                <a:gd name="connsiteX236" fmla="*/ 1817366 w 4940931"/>
                <a:gd name="connsiteY236" fmla="*/ 48260 h 138429"/>
                <a:gd name="connsiteX237" fmla="*/ 1813556 w 4940931"/>
                <a:gd name="connsiteY237" fmla="*/ 54610 h 138429"/>
                <a:gd name="connsiteX238" fmla="*/ 1811651 w 4940931"/>
                <a:gd name="connsiteY238" fmla="*/ 62865 h 138429"/>
                <a:gd name="connsiteX239" fmla="*/ 1847846 w 4940931"/>
                <a:gd name="connsiteY239" fmla="*/ 62865 h 138429"/>
                <a:gd name="connsiteX240" fmla="*/ 1846576 w 4940931"/>
                <a:gd name="connsiteY240" fmla="*/ 55245 h 138429"/>
                <a:gd name="connsiteX241" fmla="*/ 1843401 w 4940931"/>
                <a:gd name="connsiteY241" fmla="*/ 48895 h 138429"/>
                <a:gd name="connsiteX242" fmla="*/ 1837686 w 4940931"/>
                <a:gd name="connsiteY242" fmla="*/ 44450 h 138429"/>
                <a:gd name="connsiteX243" fmla="*/ 1829431 w 4940931"/>
                <a:gd name="connsiteY243" fmla="*/ 43180 h 138429"/>
                <a:gd name="connsiteX244" fmla="*/ 1178561 w 4940931"/>
                <a:gd name="connsiteY244" fmla="*/ 43180 h 138429"/>
                <a:gd name="connsiteX245" fmla="*/ 1171576 w 4940931"/>
                <a:gd name="connsiteY245" fmla="*/ 44450 h 138429"/>
                <a:gd name="connsiteX246" fmla="*/ 1166496 w 4940931"/>
                <a:gd name="connsiteY246" fmla="*/ 48260 h 138429"/>
                <a:gd name="connsiteX247" fmla="*/ 1162686 w 4940931"/>
                <a:gd name="connsiteY247" fmla="*/ 54610 h 138429"/>
                <a:gd name="connsiteX248" fmla="*/ 1160781 w 4940931"/>
                <a:gd name="connsiteY248" fmla="*/ 62865 h 138429"/>
                <a:gd name="connsiteX249" fmla="*/ 1196976 w 4940931"/>
                <a:gd name="connsiteY249" fmla="*/ 62865 h 138429"/>
                <a:gd name="connsiteX250" fmla="*/ 1195706 w 4940931"/>
                <a:gd name="connsiteY250" fmla="*/ 55245 h 138429"/>
                <a:gd name="connsiteX251" fmla="*/ 1192531 w 4940931"/>
                <a:gd name="connsiteY251" fmla="*/ 48895 h 138429"/>
                <a:gd name="connsiteX252" fmla="*/ 1186816 w 4940931"/>
                <a:gd name="connsiteY252" fmla="*/ 44450 h 138429"/>
                <a:gd name="connsiteX253" fmla="*/ 1178561 w 4940931"/>
                <a:gd name="connsiteY253" fmla="*/ 43180 h 138429"/>
                <a:gd name="connsiteX254" fmla="*/ 898525 w 4940931"/>
                <a:gd name="connsiteY254" fmla="*/ 43180 h 138429"/>
                <a:gd name="connsiteX255" fmla="*/ 891540 w 4940931"/>
                <a:gd name="connsiteY255" fmla="*/ 44450 h 138429"/>
                <a:gd name="connsiteX256" fmla="*/ 886460 w 4940931"/>
                <a:gd name="connsiteY256" fmla="*/ 48260 h 138429"/>
                <a:gd name="connsiteX257" fmla="*/ 882650 w 4940931"/>
                <a:gd name="connsiteY257" fmla="*/ 54610 h 138429"/>
                <a:gd name="connsiteX258" fmla="*/ 880745 w 4940931"/>
                <a:gd name="connsiteY258" fmla="*/ 62865 h 138429"/>
                <a:gd name="connsiteX259" fmla="*/ 916940 w 4940931"/>
                <a:gd name="connsiteY259" fmla="*/ 62865 h 138429"/>
                <a:gd name="connsiteX260" fmla="*/ 915670 w 4940931"/>
                <a:gd name="connsiteY260" fmla="*/ 55245 h 138429"/>
                <a:gd name="connsiteX261" fmla="*/ 912495 w 4940931"/>
                <a:gd name="connsiteY261" fmla="*/ 48895 h 138429"/>
                <a:gd name="connsiteX262" fmla="*/ 906780 w 4940931"/>
                <a:gd name="connsiteY262" fmla="*/ 44450 h 138429"/>
                <a:gd name="connsiteX263" fmla="*/ 898525 w 4940931"/>
                <a:gd name="connsiteY263" fmla="*/ 43180 h 138429"/>
                <a:gd name="connsiteX264" fmla="*/ 584834 w 4940931"/>
                <a:gd name="connsiteY264" fmla="*/ 43180 h 138429"/>
                <a:gd name="connsiteX265" fmla="*/ 577849 w 4940931"/>
                <a:gd name="connsiteY265" fmla="*/ 44450 h 138429"/>
                <a:gd name="connsiteX266" fmla="*/ 572769 w 4940931"/>
                <a:gd name="connsiteY266" fmla="*/ 48260 h 138429"/>
                <a:gd name="connsiteX267" fmla="*/ 568959 w 4940931"/>
                <a:gd name="connsiteY267" fmla="*/ 54610 h 138429"/>
                <a:gd name="connsiteX268" fmla="*/ 567054 w 4940931"/>
                <a:gd name="connsiteY268" fmla="*/ 62865 h 138429"/>
                <a:gd name="connsiteX269" fmla="*/ 603249 w 4940931"/>
                <a:gd name="connsiteY269" fmla="*/ 62865 h 138429"/>
                <a:gd name="connsiteX270" fmla="*/ 601979 w 4940931"/>
                <a:gd name="connsiteY270" fmla="*/ 55245 h 138429"/>
                <a:gd name="connsiteX271" fmla="*/ 598804 w 4940931"/>
                <a:gd name="connsiteY271" fmla="*/ 48895 h 138429"/>
                <a:gd name="connsiteX272" fmla="*/ 593089 w 4940931"/>
                <a:gd name="connsiteY272" fmla="*/ 44450 h 138429"/>
                <a:gd name="connsiteX273" fmla="*/ 584834 w 4940931"/>
                <a:gd name="connsiteY273" fmla="*/ 43180 h 138429"/>
                <a:gd name="connsiteX274" fmla="*/ 398145 w 4940931"/>
                <a:gd name="connsiteY274" fmla="*/ 43180 h 138429"/>
                <a:gd name="connsiteX275" fmla="*/ 391160 w 4940931"/>
                <a:gd name="connsiteY275" fmla="*/ 44450 h 138429"/>
                <a:gd name="connsiteX276" fmla="*/ 386080 w 4940931"/>
                <a:gd name="connsiteY276" fmla="*/ 48260 h 138429"/>
                <a:gd name="connsiteX277" fmla="*/ 382270 w 4940931"/>
                <a:gd name="connsiteY277" fmla="*/ 54610 h 138429"/>
                <a:gd name="connsiteX278" fmla="*/ 380365 w 4940931"/>
                <a:gd name="connsiteY278" fmla="*/ 62865 h 138429"/>
                <a:gd name="connsiteX279" fmla="*/ 416560 w 4940931"/>
                <a:gd name="connsiteY279" fmla="*/ 62865 h 138429"/>
                <a:gd name="connsiteX280" fmla="*/ 415290 w 4940931"/>
                <a:gd name="connsiteY280" fmla="*/ 55245 h 138429"/>
                <a:gd name="connsiteX281" fmla="*/ 412115 w 4940931"/>
                <a:gd name="connsiteY281" fmla="*/ 48895 h 138429"/>
                <a:gd name="connsiteX282" fmla="*/ 406400 w 4940931"/>
                <a:gd name="connsiteY282" fmla="*/ 44450 h 138429"/>
                <a:gd name="connsiteX283" fmla="*/ 398145 w 4940931"/>
                <a:gd name="connsiteY283" fmla="*/ 43180 h 138429"/>
                <a:gd name="connsiteX284" fmla="*/ 320039 w 4940931"/>
                <a:gd name="connsiteY284" fmla="*/ 43180 h 138429"/>
                <a:gd name="connsiteX285" fmla="*/ 314959 w 4940931"/>
                <a:gd name="connsiteY285" fmla="*/ 43815 h 138429"/>
                <a:gd name="connsiteX286" fmla="*/ 309879 w 4940931"/>
                <a:gd name="connsiteY286" fmla="*/ 45720 h 138429"/>
                <a:gd name="connsiteX287" fmla="*/ 305434 w 4940931"/>
                <a:gd name="connsiteY287" fmla="*/ 48895 h 138429"/>
                <a:gd name="connsiteX288" fmla="*/ 302259 w 4940931"/>
                <a:gd name="connsiteY288" fmla="*/ 52705 h 138429"/>
                <a:gd name="connsiteX289" fmla="*/ 302259 w 4940931"/>
                <a:gd name="connsiteY289" fmla="*/ 85725 h 138429"/>
                <a:gd name="connsiteX290" fmla="*/ 305434 w 4940931"/>
                <a:gd name="connsiteY290" fmla="*/ 89535 h 138429"/>
                <a:gd name="connsiteX291" fmla="*/ 309879 w 4940931"/>
                <a:gd name="connsiteY291" fmla="*/ 92710 h 138429"/>
                <a:gd name="connsiteX292" fmla="*/ 314959 w 4940931"/>
                <a:gd name="connsiteY292" fmla="*/ 95250 h 138429"/>
                <a:gd name="connsiteX293" fmla="*/ 320674 w 4940931"/>
                <a:gd name="connsiteY293" fmla="*/ 95885 h 138429"/>
                <a:gd name="connsiteX294" fmla="*/ 333374 w 4940931"/>
                <a:gd name="connsiteY294" fmla="*/ 89535 h 138429"/>
                <a:gd name="connsiteX295" fmla="*/ 337819 w 4940931"/>
                <a:gd name="connsiteY295" fmla="*/ 71120 h 138429"/>
                <a:gd name="connsiteX296" fmla="*/ 337184 w 4940931"/>
                <a:gd name="connsiteY296" fmla="*/ 71755 h 138429"/>
                <a:gd name="connsiteX297" fmla="*/ 332739 w 4940931"/>
                <a:gd name="connsiteY297" fmla="*/ 50165 h 138429"/>
                <a:gd name="connsiteX298" fmla="*/ 320039 w 4940931"/>
                <a:gd name="connsiteY298" fmla="*/ 43180 h 138429"/>
                <a:gd name="connsiteX299" fmla="*/ 200025 w 4940931"/>
                <a:gd name="connsiteY299" fmla="*/ 43180 h 138429"/>
                <a:gd name="connsiteX300" fmla="*/ 193040 w 4940931"/>
                <a:gd name="connsiteY300" fmla="*/ 44450 h 138429"/>
                <a:gd name="connsiteX301" fmla="*/ 187960 w 4940931"/>
                <a:gd name="connsiteY301" fmla="*/ 48260 h 138429"/>
                <a:gd name="connsiteX302" fmla="*/ 184150 w 4940931"/>
                <a:gd name="connsiteY302" fmla="*/ 54610 h 138429"/>
                <a:gd name="connsiteX303" fmla="*/ 182245 w 4940931"/>
                <a:gd name="connsiteY303" fmla="*/ 62865 h 138429"/>
                <a:gd name="connsiteX304" fmla="*/ 218440 w 4940931"/>
                <a:gd name="connsiteY304" fmla="*/ 62865 h 138429"/>
                <a:gd name="connsiteX305" fmla="*/ 217170 w 4940931"/>
                <a:gd name="connsiteY305" fmla="*/ 55245 h 138429"/>
                <a:gd name="connsiteX306" fmla="*/ 213995 w 4940931"/>
                <a:gd name="connsiteY306" fmla="*/ 48895 h 138429"/>
                <a:gd name="connsiteX307" fmla="*/ 208280 w 4940931"/>
                <a:gd name="connsiteY307" fmla="*/ 44450 h 138429"/>
                <a:gd name="connsiteX308" fmla="*/ 200025 w 4940931"/>
                <a:gd name="connsiteY308" fmla="*/ 43180 h 138429"/>
                <a:gd name="connsiteX309" fmla="*/ 4439281 w 4940931"/>
                <a:gd name="connsiteY309" fmla="*/ 43179 h 138429"/>
                <a:gd name="connsiteX310" fmla="*/ 4426581 w 4940931"/>
                <a:gd name="connsiteY310" fmla="*/ 49529 h 138429"/>
                <a:gd name="connsiteX311" fmla="*/ 4422136 w 4940931"/>
                <a:gd name="connsiteY311" fmla="*/ 67944 h 138429"/>
                <a:gd name="connsiteX312" fmla="*/ 4423406 w 4940931"/>
                <a:gd name="connsiteY312" fmla="*/ 80644 h 138429"/>
                <a:gd name="connsiteX313" fmla="*/ 4426581 w 4940931"/>
                <a:gd name="connsiteY313" fmla="*/ 89534 h 138429"/>
                <a:gd name="connsiteX314" fmla="*/ 4432296 w 4940931"/>
                <a:gd name="connsiteY314" fmla="*/ 94614 h 138429"/>
                <a:gd name="connsiteX315" fmla="*/ 4439916 w 4940931"/>
                <a:gd name="connsiteY315" fmla="*/ 96519 h 138429"/>
                <a:gd name="connsiteX316" fmla="*/ 4444996 w 4940931"/>
                <a:gd name="connsiteY316" fmla="*/ 95884 h 138429"/>
                <a:gd name="connsiteX317" fmla="*/ 4450076 w 4940931"/>
                <a:gd name="connsiteY317" fmla="*/ 93344 h 138429"/>
                <a:gd name="connsiteX318" fmla="*/ 4454521 w 4940931"/>
                <a:gd name="connsiteY318" fmla="*/ 90169 h 138429"/>
                <a:gd name="connsiteX319" fmla="*/ 4457696 w 4940931"/>
                <a:gd name="connsiteY319" fmla="*/ 86359 h 138429"/>
                <a:gd name="connsiteX320" fmla="*/ 4457696 w 4940931"/>
                <a:gd name="connsiteY320" fmla="*/ 53339 h 138429"/>
                <a:gd name="connsiteX321" fmla="*/ 4454521 w 4940931"/>
                <a:gd name="connsiteY321" fmla="*/ 49529 h 138429"/>
                <a:gd name="connsiteX322" fmla="*/ 4450076 w 4940931"/>
                <a:gd name="connsiteY322" fmla="*/ 46354 h 138429"/>
                <a:gd name="connsiteX323" fmla="*/ 4444996 w 4940931"/>
                <a:gd name="connsiteY323" fmla="*/ 43814 h 138429"/>
                <a:gd name="connsiteX324" fmla="*/ 4439281 w 4940931"/>
                <a:gd name="connsiteY324" fmla="*/ 43179 h 138429"/>
                <a:gd name="connsiteX325" fmla="*/ 1014731 w 4940931"/>
                <a:gd name="connsiteY325" fmla="*/ 43179 h 138429"/>
                <a:gd name="connsiteX326" fmla="*/ 1002032 w 4940931"/>
                <a:gd name="connsiteY326" fmla="*/ 49529 h 138429"/>
                <a:gd name="connsiteX327" fmla="*/ 997587 w 4940931"/>
                <a:gd name="connsiteY327" fmla="*/ 67944 h 138429"/>
                <a:gd name="connsiteX328" fmla="*/ 1002032 w 4940931"/>
                <a:gd name="connsiteY328" fmla="*/ 88899 h 138429"/>
                <a:gd name="connsiteX329" fmla="*/ 1015367 w 4940931"/>
                <a:gd name="connsiteY329" fmla="*/ 95884 h 138429"/>
                <a:gd name="connsiteX330" fmla="*/ 1024891 w 4940931"/>
                <a:gd name="connsiteY330" fmla="*/ 93344 h 138429"/>
                <a:gd name="connsiteX331" fmla="*/ 1033147 w 4940931"/>
                <a:gd name="connsiteY331" fmla="*/ 86359 h 138429"/>
                <a:gd name="connsiteX332" fmla="*/ 1033147 w 4940931"/>
                <a:gd name="connsiteY332" fmla="*/ 53339 h 138429"/>
                <a:gd name="connsiteX333" fmla="*/ 1029971 w 4940931"/>
                <a:gd name="connsiteY333" fmla="*/ 49529 h 138429"/>
                <a:gd name="connsiteX334" fmla="*/ 1025526 w 4940931"/>
                <a:gd name="connsiteY334" fmla="*/ 46354 h 138429"/>
                <a:gd name="connsiteX335" fmla="*/ 1020446 w 4940931"/>
                <a:gd name="connsiteY335" fmla="*/ 43814 h 138429"/>
                <a:gd name="connsiteX336" fmla="*/ 1014731 w 4940931"/>
                <a:gd name="connsiteY336" fmla="*/ 43179 h 138429"/>
                <a:gd name="connsiteX337" fmla="*/ 4524370 w 4940931"/>
                <a:gd name="connsiteY337" fmla="*/ 31114 h 138429"/>
                <a:gd name="connsiteX338" fmla="*/ 4538975 w 4940931"/>
                <a:gd name="connsiteY338" fmla="*/ 31114 h 138429"/>
                <a:gd name="connsiteX339" fmla="*/ 4552310 w 4940931"/>
                <a:gd name="connsiteY339" fmla="*/ 84454 h 138429"/>
                <a:gd name="connsiteX340" fmla="*/ 4566915 w 4940931"/>
                <a:gd name="connsiteY340" fmla="*/ 31114 h 138429"/>
                <a:gd name="connsiteX341" fmla="*/ 4579615 w 4940931"/>
                <a:gd name="connsiteY341" fmla="*/ 31114 h 138429"/>
                <a:gd name="connsiteX342" fmla="*/ 4594220 w 4940931"/>
                <a:gd name="connsiteY342" fmla="*/ 84454 h 138429"/>
                <a:gd name="connsiteX343" fmla="*/ 4606920 w 4940931"/>
                <a:gd name="connsiteY343" fmla="*/ 31114 h 138429"/>
                <a:gd name="connsiteX344" fmla="*/ 4622160 w 4940931"/>
                <a:gd name="connsiteY344" fmla="*/ 31114 h 138429"/>
                <a:gd name="connsiteX345" fmla="*/ 4600570 w 4940931"/>
                <a:gd name="connsiteY345" fmla="*/ 108584 h 138429"/>
                <a:gd name="connsiteX346" fmla="*/ 4587235 w 4940931"/>
                <a:gd name="connsiteY346" fmla="*/ 108584 h 138429"/>
                <a:gd name="connsiteX347" fmla="*/ 4572630 w 4940931"/>
                <a:gd name="connsiteY347" fmla="*/ 54609 h 138429"/>
                <a:gd name="connsiteX348" fmla="*/ 4558660 w 4940931"/>
                <a:gd name="connsiteY348" fmla="*/ 108584 h 138429"/>
                <a:gd name="connsiteX349" fmla="*/ 4545325 w 4940931"/>
                <a:gd name="connsiteY349" fmla="*/ 108584 h 138429"/>
                <a:gd name="connsiteX350" fmla="*/ 4123686 w 4940931"/>
                <a:gd name="connsiteY350" fmla="*/ 31114 h 138429"/>
                <a:gd name="connsiteX351" fmla="*/ 4138926 w 4940931"/>
                <a:gd name="connsiteY351" fmla="*/ 31114 h 138429"/>
                <a:gd name="connsiteX352" fmla="*/ 4152261 w 4940931"/>
                <a:gd name="connsiteY352" fmla="*/ 84454 h 138429"/>
                <a:gd name="connsiteX353" fmla="*/ 4166866 w 4940931"/>
                <a:gd name="connsiteY353" fmla="*/ 31114 h 138429"/>
                <a:gd name="connsiteX354" fmla="*/ 4178931 w 4940931"/>
                <a:gd name="connsiteY354" fmla="*/ 31114 h 138429"/>
                <a:gd name="connsiteX355" fmla="*/ 4193536 w 4940931"/>
                <a:gd name="connsiteY355" fmla="*/ 84454 h 138429"/>
                <a:gd name="connsiteX356" fmla="*/ 4206871 w 4940931"/>
                <a:gd name="connsiteY356" fmla="*/ 31114 h 138429"/>
                <a:gd name="connsiteX357" fmla="*/ 4222111 w 4940931"/>
                <a:gd name="connsiteY357" fmla="*/ 31114 h 138429"/>
                <a:gd name="connsiteX358" fmla="*/ 4200521 w 4940931"/>
                <a:gd name="connsiteY358" fmla="*/ 108584 h 138429"/>
                <a:gd name="connsiteX359" fmla="*/ 4187186 w 4940931"/>
                <a:gd name="connsiteY359" fmla="*/ 108584 h 138429"/>
                <a:gd name="connsiteX360" fmla="*/ 4172581 w 4940931"/>
                <a:gd name="connsiteY360" fmla="*/ 54609 h 138429"/>
                <a:gd name="connsiteX361" fmla="*/ 4157976 w 4940931"/>
                <a:gd name="connsiteY361" fmla="*/ 108584 h 138429"/>
                <a:gd name="connsiteX362" fmla="*/ 4145276 w 4940931"/>
                <a:gd name="connsiteY362" fmla="*/ 108584 h 138429"/>
                <a:gd name="connsiteX363" fmla="*/ 2837811 w 4940931"/>
                <a:gd name="connsiteY363" fmla="*/ 31114 h 138429"/>
                <a:gd name="connsiteX364" fmla="*/ 2852416 w 4940931"/>
                <a:gd name="connsiteY364" fmla="*/ 31114 h 138429"/>
                <a:gd name="connsiteX365" fmla="*/ 2865751 w 4940931"/>
                <a:gd name="connsiteY365" fmla="*/ 84454 h 138429"/>
                <a:gd name="connsiteX366" fmla="*/ 2880356 w 4940931"/>
                <a:gd name="connsiteY366" fmla="*/ 31114 h 138429"/>
                <a:gd name="connsiteX367" fmla="*/ 2893056 w 4940931"/>
                <a:gd name="connsiteY367" fmla="*/ 31114 h 138429"/>
                <a:gd name="connsiteX368" fmla="*/ 2907661 w 4940931"/>
                <a:gd name="connsiteY368" fmla="*/ 84454 h 138429"/>
                <a:gd name="connsiteX369" fmla="*/ 2920361 w 4940931"/>
                <a:gd name="connsiteY369" fmla="*/ 31114 h 138429"/>
                <a:gd name="connsiteX370" fmla="*/ 2935601 w 4940931"/>
                <a:gd name="connsiteY370" fmla="*/ 31114 h 138429"/>
                <a:gd name="connsiteX371" fmla="*/ 2914011 w 4940931"/>
                <a:gd name="connsiteY371" fmla="*/ 108584 h 138429"/>
                <a:gd name="connsiteX372" fmla="*/ 2900676 w 4940931"/>
                <a:gd name="connsiteY372" fmla="*/ 108584 h 138429"/>
                <a:gd name="connsiteX373" fmla="*/ 2886706 w 4940931"/>
                <a:gd name="connsiteY373" fmla="*/ 54609 h 138429"/>
                <a:gd name="connsiteX374" fmla="*/ 2872101 w 4940931"/>
                <a:gd name="connsiteY374" fmla="*/ 108584 h 138429"/>
                <a:gd name="connsiteX375" fmla="*/ 2858766 w 4940931"/>
                <a:gd name="connsiteY375" fmla="*/ 108584 h 138429"/>
                <a:gd name="connsiteX376" fmla="*/ 1354455 w 4940931"/>
                <a:gd name="connsiteY376" fmla="*/ 31114 h 138429"/>
                <a:gd name="connsiteX377" fmla="*/ 1369695 w 4940931"/>
                <a:gd name="connsiteY377" fmla="*/ 31114 h 138429"/>
                <a:gd name="connsiteX378" fmla="*/ 1369695 w 4940931"/>
                <a:gd name="connsiteY378" fmla="*/ 109219 h 138429"/>
                <a:gd name="connsiteX379" fmla="*/ 1354455 w 4940931"/>
                <a:gd name="connsiteY379" fmla="*/ 109219 h 138429"/>
                <a:gd name="connsiteX380" fmla="*/ 2646040 w 4940931"/>
                <a:gd name="connsiteY380" fmla="*/ 29844 h 138429"/>
                <a:gd name="connsiteX381" fmla="*/ 2658105 w 4940931"/>
                <a:gd name="connsiteY381" fmla="*/ 31749 h 138429"/>
                <a:gd name="connsiteX382" fmla="*/ 2667630 w 4940931"/>
                <a:gd name="connsiteY382" fmla="*/ 36829 h 138429"/>
                <a:gd name="connsiteX383" fmla="*/ 2673345 w 4940931"/>
                <a:gd name="connsiteY383" fmla="*/ 45084 h 138429"/>
                <a:gd name="connsiteX384" fmla="*/ 2675250 w 4940931"/>
                <a:gd name="connsiteY384" fmla="*/ 56514 h 138429"/>
                <a:gd name="connsiteX385" fmla="*/ 2675250 w 4940931"/>
                <a:gd name="connsiteY385" fmla="*/ 109854 h 138429"/>
                <a:gd name="connsiteX386" fmla="*/ 2660010 w 4940931"/>
                <a:gd name="connsiteY386" fmla="*/ 109854 h 138429"/>
                <a:gd name="connsiteX387" fmla="*/ 2660010 w 4940931"/>
                <a:gd name="connsiteY387" fmla="*/ 108584 h 138429"/>
                <a:gd name="connsiteX388" fmla="*/ 2660010 w 4940931"/>
                <a:gd name="connsiteY388" fmla="*/ 100964 h 138429"/>
                <a:gd name="connsiteX389" fmla="*/ 2654930 w 4940931"/>
                <a:gd name="connsiteY389" fmla="*/ 104774 h 138429"/>
                <a:gd name="connsiteX390" fmla="*/ 2651120 w 4940931"/>
                <a:gd name="connsiteY390" fmla="*/ 107314 h 138429"/>
                <a:gd name="connsiteX391" fmla="*/ 2646040 w 4940931"/>
                <a:gd name="connsiteY391" fmla="*/ 109219 h 138429"/>
                <a:gd name="connsiteX392" fmla="*/ 2639055 w 4940931"/>
                <a:gd name="connsiteY392" fmla="*/ 109854 h 138429"/>
                <a:gd name="connsiteX393" fmla="*/ 2629530 w 4940931"/>
                <a:gd name="connsiteY393" fmla="*/ 108584 h 138429"/>
                <a:gd name="connsiteX394" fmla="*/ 2620640 w 4940931"/>
                <a:gd name="connsiteY394" fmla="*/ 104139 h 138429"/>
                <a:gd name="connsiteX395" fmla="*/ 2614290 w 4940931"/>
                <a:gd name="connsiteY395" fmla="*/ 95884 h 138429"/>
                <a:gd name="connsiteX396" fmla="*/ 2611750 w 4940931"/>
                <a:gd name="connsiteY396" fmla="*/ 83819 h 138429"/>
                <a:gd name="connsiteX397" fmla="*/ 2614290 w 4940931"/>
                <a:gd name="connsiteY397" fmla="*/ 72389 h 138429"/>
                <a:gd name="connsiteX398" fmla="*/ 2620640 w 4940931"/>
                <a:gd name="connsiteY398" fmla="*/ 64769 h 138429"/>
                <a:gd name="connsiteX399" fmla="*/ 2630800 w 4940931"/>
                <a:gd name="connsiteY399" fmla="*/ 60324 h 138429"/>
                <a:gd name="connsiteX400" fmla="*/ 2642865 w 4940931"/>
                <a:gd name="connsiteY400" fmla="*/ 59054 h 138429"/>
                <a:gd name="connsiteX401" fmla="*/ 2653025 w 4940931"/>
                <a:gd name="connsiteY401" fmla="*/ 59689 h 138429"/>
                <a:gd name="connsiteX402" fmla="*/ 2660010 w 4940931"/>
                <a:gd name="connsiteY402" fmla="*/ 61594 h 138429"/>
                <a:gd name="connsiteX403" fmla="*/ 2660010 w 4940931"/>
                <a:gd name="connsiteY403" fmla="*/ 55879 h 138429"/>
                <a:gd name="connsiteX404" fmla="*/ 2656200 w 4940931"/>
                <a:gd name="connsiteY404" fmla="*/ 46354 h 138429"/>
                <a:gd name="connsiteX405" fmla="*/ 2645405 w 4940931"/>
                <a:gd name="connsiteY405" fmla="*/ 43179 h 138429"/>
                <a:gd name="connsiteX406" fmla="*/ 2634610 w 4940931"/>
                <a:gd name="connsiteY406" fmla="*/ 44449 h 138429"/>
                <a:gd name="connsiteX407" fmla="*/ 2625085 w 4940931"/>
                <a:gd name="connsiteY407" fmla="*/ 48259 h 138429"/>
                <a:gd name="connsiteX408" fmla="*/ 2619370 w 4940931"/>
                <a:gd name="connsiteY408" fmla="*/ 36829 h 138429"/>
                <a:gd name="connsiteX409" fmla="*/ 2631435 w 4940931"/>
                <a:gd name="connsiteY409" fmla="*/ 31749 h 138429"/>
                <a:gd name="connsiteX410" fmla="*/ 2646040 w 4940931"/>
                <a:gd name="connsiteY410" fmla="*/ 29844 h 138429"/>
                <a:gd name="connsiteX411" fmla="*/ 1114426 w 4940931"/>
                <a:gd name="connsiteY411" fmla="*/ 29844 h 138429"/>
                <a:gd name="connsiteX412" fmla="*/ 1129666 w 4940931"/>
                <a:gd name="connsiteY412" fmla="*/ 29844 h 138429"/>
                <a:gd name="connsiteX413" fmla="*/ 1129666 w 4940931"/>
                <a:gd name="connsiteY413" fmla="*/ 107949 h 138429"/>
                <a:gd name="connsiteX414" fmla="*/ 1114426 w 4940931"/>
                <a:gd name="connsiteY414" fmla="*/ 107949 h 138429"/>
                <a:gd name="connsiteX415" fmla="*/ 1114426 w 4940931"/>
                <a:gd name="connsiteY415" fmla="*/ 100964 h 138429"/>
                <a:gd name="connsiteX416" fmla="*/ 1106171 w 4940931"/>
                <a:gd name="connsiteY416" fmla="*/ 107314 h 138429"/>
                <a:gd name="connsiteX417" fmla="*/ 1094741 w 4940931"/>
                <a:gd name="connsiteY417" fmla="*/ 109854 h 138429"/>
                <a:gd name="connsiteX418" fmla="*/ 1073786 w 4940931"/>
                <a:gd name="connsiteY418" fmla="*/ 100964 h 138429"/>
                <a:gd name="connsiteX419" fmla="*/ 1066800 w 4940931"/>
                <a:gd name="connsiteY419" fmla="*/ 74929 h 138429"/>
                <a:gd name="connsiteX420" fmla="*/ 1066800 w 4940931"/>
                <a:gd name="connsiteY420" fmla="*/ 30479 h 138429"/>
                <a:gd name="connsiteX421" fmla="*/ 1082040 w 4940931"/>
                <a:gd name="connsiteY421" fmla="*/ 30479 h 138429"/>
                <a:gd name="connsiteX422" fmla="*/ 1082040 w 4940931"/>
                <a:gd name="connsiteY422" fmla="*/ 74294 h 138429"/>
                <a:gd name="connsiteX423" fmla="*/ 1085851 w 4940931"/>
                <a:gd name="connsiteY423" fmla="*/ 90169 h 138429"/>
                <a:gd name="connsiteX424" fmla="*/ 1097916 w 4940931"/>
                <a:gd name="connsiteY424" fmla="*/ 95249 h 138429"/>
                <a:gd name="connsiteX425" fmla="*/ 1109981 w 4940931"/>
                <a:gd name="connsiteY425" fmla="*/ 90169 h 138429"/>
                <a:gd name="connsiteX426" fmla="*/ 1114426 w 4940931"/>
                <a:gd name="connsiteY426" fmla="*/ 75564 h 138429"/>
                <a:gd name="connsiteX427" fmla="*/ 1011556 w 4940931"/>
                <a:gd name="connsiteY427" fmla="*/ 29844 h 138429"/>
                <a:gd name="connsiteX428" fmla="*/ 1017272 w 4940931"/>
                <a:gd name="connsiteY428" fmla="*/ 30479 h 138429"/>
                <a:gd name="connsiteX429" fmla="*/ 1022352 w 4940931"/>
                <a:gd name="connsiteY429" fmla="*/ 32384 h 138429"/>
                <a:gd name="connsiteX430" fmla="*/ 1026797 w 4940931"/>
                <a:gd name="connsiteY430" fmla="*/ 35559 h 138429"/>
                <a:gd name="connsiteX431" fmla="*/ 1030607 w 4940931"/>
                <a:gd name="connsiteY431" fmla="*/ 38734 h 138429"/>
                <a:gd name="connsiteX432" fmla="*/ 1030607 w 4940931"/>
                <a:gd name="connsiteY432" fmla="*/ 31749 h 138429"/>
                <a:gd name="connsiteX433" fmla="*/ 1045847 w 4940931"/>
                <a:gd name="connsiteY433" fmla="*/ 31749 h 138429"/>
                <a:gd name="connsiteX434" fmla="*/ 1045847 w 4940931"/>
                <a:gd name="connsiteY434" fmla="*/ 130809 h 138429"/>
                <a:gd name="connsiteX435" fmla="*/ 1032512 w 4940931"/>
                <a:gd name="connsiteY435" fmla="*/ 137477 h 138429"/>
                <a:gd name="connsiteX436" fmla="*/ 1032512 w 4940931"/>
                <a:gd name="connsiteY436" fmla="*/ 101599 h 138429"/>
                <a:gd name="connsiteX437" fmla="*/ 1022986 w 4940931"/>
                <a:gd name="connsiteY437" fmla="*/ 107949 h 138429"/>
                <a:gd name="connsiteX438" fmla="*/ 1011556 w 4940931"/>
                <a:gd name="connsiteY438" fmla="*/ 110489 h 138429"/>
                <a:gd name="connsiteX439" fmla="*/ 999491 w 4940931"/>
                <a:gd name="connsiteY439" fmla="*/ 107949 h 138429"/>
                <a:gd name="connsiteX440" fmla="*/ 989966 w 4940931"/>
                <a:gd name="connsiteY440" fmla="*/ 100329 h 138429"/>
                <a:gd name="connsiteX441" fmla="*/ 983616 w 4940931"/>
                <a:gd name="connsiteY441" fmla="*/ 87629 h 138429"/>
                <a:gd name="connsiteX442" fmla="*/ 981076 w 4940931"/>
                <a:gd name="connsiteY442" fmla="*/ 68579 h 138429"/>
                <a:gd name="connsiteX443" fmla="*/ 983616 w 4940931"/>
                <a:gd name="connsiteY443" fmla="*/ 51434 h 138429"/>
                <a:gd name="connsiteX444" fmla="*/ 990601 w 4940931"/>
                <a:gd name="connsiteY444" fmla="*/ 39369 h 138429"/>
                <a:gd name="connsiteX445" fmla="*/ 1000126 w 4940931"/>
                <a:gd name="connsiteY445" fmla="*/ 32384 h 138429"/>
                <a:gd name="connsiteX446" fmla="*/ 1011556 w 4940931"/>
                <a:gd name="connsiteY446" fmla="*/ 29844 h 138429"/>
                <a:gd name="connsiteX447" fmla="*/ 4871716 w 4940931"/>
                <a:gd name="connsiteY447" fmla="*/ 29210 h 138429"/>
                <a:gd name="connsiteX448" fmla="*/ 4885686 w 4940931"/>
                <a:gd name="connsiteY448" fmla="*/ 31750 h 138429"/>
                <a:gd name="connsiteX449" fmla="*/ 4897751 w 4940931"/>
                <a:gd name="connsiteY449" fmla="*/ 38100 h 138429"/>
                <a:gd name="connsiteX450" fmla="*/ 4899021 w 4940931"/>
                <a:gd name="connsiteY450" fmla="*/ 38100 h 138429"/>
                <a:gd name="connsiteX451" fmla="*/ 4892036 w 4940931"/>
                <a:gd name="connsiteY451" fmla="*/ 50165 h 138429"/>
                <a:gd name="connsiteX452" fmla="*/ 4882511 w 4940931"/>
                <a:gd name="connsiteY452" fmla="*/ 45085 h 138429"/>
                <a:gd name="connsiteX453" fmla="*/ 4872351 w 4940931"/>
                <a:gd name="connsiteY453" fmla="*/ 43180 h 138429"/>
                <a:gd name="connsiteX454" fmla="*/ 4864096 w 4940931"/>
                <a:gd name="connsiteY454" fmla="*/ 45085 h 138429"/>
                <a:gd name="connsiteX455" fmla="*/ 4861556 w 4940931"/>
                <a:gd name="connsiteY455" fmla="*/ 50165 h 138429"/>
                <a:gd name="connsiteX456" fmla="*/ 4861556 w 4940931"/>
                <a:gd name="connsiteY456" fmla="*/ 52705 h 138429"/>
                <a:gd name="connsiteX457" fmla="*/ 4863461 w 4940931"/>
                <a:gd name="connsiteY457" fmla="*/ 55245 h 138429"/>
                <a:gd name="connsiteX458" fmla="*/ 4867906 w 4940931"/>
                <a:gd name="connsiteY458" fmla="*/ 57785 h 138429"/>
                <a:gd name="connsiteX459" fmla="*/ 4874891 w 4940931"/>
                <a:gd name="connsiteY459" fmla="*/ 60960 h 138429"/>
                <a:gd name="connsiteX460" fmla="*/ 4886321 w 4940931"/>
                <a:gd name="connsiteY460" fmla="*/ 66040 h 138429"/>
                <a:gd name="connsiteX461" fmla="*/ 4894576 w 4940931"/>
                <a:gd name="connsiteY461" fmla="*/ 71120 h 138429"/>
                <a:gd name="connsiteX462" fmla="*/ 4899656 w 4940931"/>
                <a:gd name="connsiteY462" fmla="*/ 78105 h 138429"/>
                <a:gd name="connsiteX463" fmla="*/ 4901561 w 4940931"/>
                <a:gd name="connsiteY463" fmla="*/ 87630 h 138429"/>
                <a:gd name="connsiteX464" fmla="*/ 4899021 w 4940931"/>
                <a:gd name="connsiteY464" fmla="*/ 98425 h 138429"/>
                <a:gd name="connsiteX465" fmla="*/ 4892671 w 4940931"/>
                <a:gd name="connsiteY465" fmla="*/ 105410 h 138429"/>
                <a:gd name="connsiteX466" fmla="*/ 4883146 w 4940931"/>
                <a:gd name="connsiteY466" fmla="*/ 109220 h 138429"/>
                <a:gd name="connsiteX467" fmla="*/ 4872351 w 4940931"/>
                <a:gd name="connsiteY467" fmla="*/ 110490 h 138429"/>
                <a:gd name="connsiteX468" fmla="*/ 4857111 w 4940931"/>
                <a:gd name="connsiteY468" fmla="*/ 107950 h 138429"/>
                <a:gd name="connsiteX469" fmla="*/ 4842506 w 4940931"/>
                <a:gd name="connsiteY469" fmla="*/ 100965 h 138429"/>
                <a:gd name="connsiteX470" fmla="*/ 4849491 w 4940931"/>
                <a:gd name="connsiteY470" fmla="*/ 89535 h 138429"/>
                <a:gd name="connsiteX471" fmla="*/ 4860921 w 4940931"/>
                <a:gd name="connsiteY471" fmla="*/ 95250 h 138429"/>
                <a:gd name="connsiteX472" fmla="*/ 4872351 w 4940931"/>
                <a:gd name="connsiteY472" fmla="*/ 97155 h 138429"/>
                <a:gd name="connsiteX473" fmla="*/ 4883146 w 4940931"/>
                <a:gd name="connsiteY473" fmla="*/ 94615 h 138429"/>
                <a:gd name="connsiteX474" fmla="*/ 4886321 w 4940931"/>
                <a:gd name="connsiteY474" fmla="*/ 88265 h 138429"/>
                <a:gd name="connsiteX475" fmla="*/ 4885051 w 4940931"/>
                <a:gd name="connsiteY475" fmla="*/ 84455 h 138429"/>
                <a:gd name="connsiteX476" fmla="*/ 4881241 w 4940931"/>
                <a:gd name="connsiteY476" fmla="*/ 81280 h 138429"/>
                <a:gd name="connsiteX477" fmla="*/ 4875526 w 4940931"/>
                <a:gd name="connsiteY477" fmla="*/ 78105 h 138429"/>
                <a:gd name="connsiteX478" fmla="*/ 4867906 w 4940931"/>
                <a:gd name="connsiteY478" fmla="*/ 74930 h 138429"/>
                <a:gd name="connsiteX479" fmla="*/ 4857111 w 4940931"/>
                <a:gd name="connsiteY479" fmla="*/ 69850 h 138429"/>
                <a:gd name="connsiteX480" fmla="*/ 4850126 w 4940931"/>
                <a:gd name="connsiteY480" fmla="*/ 64770 h 138429"/>
                <a:gd name="connsiteX481" fmla="*/ 4846316 w 4940931"/>
                <a:gd name="connsiteY481" fmla="*/ 58420 h 138429"/>
                <a:gd name="connsiteX482" fmla="*/ 4845046 w 4940931"/>
                <a:gd name="connsiteY482" fmla="*/ 50165 h 138429"/>
                <a:gd name="connsiteX483" fmla="*/ 4846951 w 4940931"/>
                <a:gd name="connsiteY483" fmla="*/ 40640 h 138429"/>
                <a:gd name="connsiteX484" fmla="*/ 4852666 w 4940931"/>
                <a:gd name="connsiteY484" fmla="*/ 34290 h 138429"/>
                <a:gd name="connsiteX485" fmla="*/ 4860921 w 4940931"/>
                <a:gd name="connsiteY485" fmla="*/ 30480 h 138429"/>
                <a:gd name="connsiteX486" fmla="*/ 4871716 w 4940931"/>
                <a:gd name="connsiteY486" fmla="*/ 29210 h 138429"/>
                <a:gd name="connsiteX487" fmla="*/ 4749796 w 4940931"/>
                <a:gd name="connsiteY487" fmla="*/ 29210 h 138429"/>
                <a:gd name="connsiteX488" fmla="*/ 4757416 w 4940931"/>
                <a:gd name="connsiteY488" fmla="*/ 29845 h 138429"/>
                <a:gd name="connsiteX489" fmla="*/ 4763131 w 4940931"/>
                <a:gd name="connsiteY489" fmla="*/ 32385 h 138429"/>
                <a:gd name="connsiteX490" fmla="*/ 4759321 w 4940931"/>
                <a:gd name="connsiteY490" fmla="*/ 46990 h 138429"/>
                <a:gd name="connsiteX491" fmla="*/ 4758051 w 4940931"/>
                <a:gd name="connsiteY491" fmla="*/ 46990 h 138429"/>
                <a:gd name="connsiteX492" fmla="*/ 4752971 w 4940931"/>
                <a:gd name="connsiteY492" fmla="*/ 45085 h 138429"/>
                <a:gd name="connsiteX493" fmla="*/ 4746621 w 4940931"/>
                <a:gd name="connsiteY493" fmla="*/ 44450 h 138429"/>
                <a:gd name="connsiteX494" fmla="*/ 4735191 w 4940931"/>
                <a:gd name="connsiteY494" fmla="*/ 49530 h 138429"/>
                <a:gd name="connsiteX495" fmla="*/ 4731381 w 4940931"/>
                <a:gd name="connsiteY495" fmla="*/ 64770 h 138429"/>
                <a:gd name="connsiteX496" fmla="*/ 4731381 w 4940931"/>
                <a:gd name="connsiteY496" fmla="*/ 109220 h 138429"/>
                <a:gd name="connsiteX497" fmla="*/ 4716141 w 4940931"/>
                <a:gd name="connsiteY497" fmla="*/ 109220 h 138429"/>
                <a:gd name="connsiteX498" fmla="*/ 4716141 w 4940931"/>
                <a:gd name="connsiteY498" fmla="*/ 31115 h 138429"/>
                <a:gd name="connsiteX499" fmla="*/ 4731381 w 4940931"/>
                <a:gd name="connsiteY499" fmla="*/ 31115 h 138429"/>
                <a:gd name="connsiteX500" fmla="*/ 4731381 w 4940931"/>
                <a:gd name="connsiteY500" fmla="*/ 38735 h 138429"/>
                <a:gd name="connsiteX501" fmla="*/ 4734556 w 4940931"/>
                <a:gd name="connsiteY501" fmla="*/ 34925 h 138429"/>
                <a:gd name="connsiteX502" fmla="*/ 4739001 w 4940931"/>
                <a:gd name="connsiteY502" fmla="*/ 31750 h 138429"/>
                <a:gd name="connsiteX503" fmla="*/ 4744081 w 4940931"/>
                <a:gd name="connsiteY503" fmla="*/ 29845 h 138429"/>
                <a:gd name="connsiteX504" fmla="*/ 4749796 w 4940931"/>
                <a:gd name="connsiteY504" fmla="*/ 29210 h 138429"/>
                <a:gd name="connsiteX505" fmla="*/ 4349110 w 4940931"/>
                <a:gd name="connsiteY505" fmla="*/ 29210 h 138429"/>
                <a:gd name="connsiteX506" fmla="*/ 4356730 w 4940931"/>
                <a:gd name="connsiteY506" fmla="*/ 29845 h 138429"/>
                <a:gd name="connsiteX507" fmla="*/ 4362445 w 4940931"/>
                <a:gd name="connsiteY507" fmla="*/ 32385 h 138429"/>
                <a:gd name="connsiteX508" fmla="*/ 4358635 w 4940931"/>
                <a:gd name="connsiteY508" fmla="*/ 46990 h 138429"/>
                <a:gd name="connsiteX509" fmla="*/ 4357365 w 4940931"/>
                <a:gd name="connsiteY509" fmla="*/ 46990 h 138429"/>
                <a:gd name="connsiteX510" fmla="*/ 4352285 w 4940931"/>
                <a:gd name="connsiteY510" fmla="*/ 45085 h 138429"/>
                <a:gd name="connsiteX511" fmla="*/ 4345935 w 4940931"/>
                <a:gd name="connsiteY511" fmla="*/ 44450 h 138429"/>
                <a:gd name="connsiteX512" fmla="*/ 4334505 w 4940931"/>
                <a:gd name="connsiteY512" fmla="*/ 49530 h 138429"/>
                <a:gd name="connsiteX513" fmla="*/ 4330695 w 4940931"/>
                <a:gd name="connsiteY513" fmla="*/ 64770 h 138429"/>
                <a:gd name="connsiteX514" fmla="*/ 4330695 w 4940931"/>
                <a:gd name="connsiteY514" fmla="*/ 109220 h 138429"/>
                <a:gd name="connsiteX515" fmla="*/ 4315455 w 4940931"/>
                <a:gd name="connsiteY515" fmla="*/ 109220 h 138429"/>
                <a:gd name="connsiteX516" fmla="*/ 4315455 w 4940931"/>
                <a:gd name="connsiteY516" fmla="*/ 31115 h 138429"/>
                <a:gd name="connsiteX517" fmla="*/ 4330695 w 4940931"/>
                <a:gd name="connsiteY517" fmla="*/ 31115 h 138429"/>
                <a:gd name="connsiteX518" fmla="*/ 4330695 w 4940931"/>
                <a:gd name="connsiteY518" fmla="*/ 38735 h 138429"/>
                <a:gd name="connsiteX519" fmla="*/ 4333870 w 4940931"/>
                <a:gd name="connsiteY519" fmla="*/ 34925 h 138429"/>
                <a:gd name="connsiteX520" fmla="*/ 4338315 w 4940931"/>
                <a:gd name="connsiteY520" fmla="*/ 31750 h 138429"/>
                <a:gd name="connsiteX521" fmla="*/ 4343395 w 4940931"/>
                <a:gd name="connsiteY521" fmla="*/ 29845 h 138429"/>
                <a:gd name="connsiteX522" fmla="*/ 4349110 w 4940931"/>
                <a:gd name="connsiteY522" fmla="*/ 29210 h 138429"/>
                <a:gd name="connsiteX523" fmla="*/ 4044310 w 4940931"/>
                <a:gd name="connsiteY523" fmla="*/ 29210 h 138429"/>
                <a:gd name="connsiteX524" fmla="*/ 4058915 w 4940931"/>
                <a:gd name="connsiteY524" fmla="*/ 32385 h 138429"/>
                <a:gd name="connsiteX525" fmla="*/ 4069075 w 4940931"/>
                <a:gd name="connsiteY525" fmla="*/ 40640 h 138429"/>
                <a:gd name="connsiteX526" fmla="*/ 4075425 w 4940931"/>
                <a:gd name="connsiteY526" fmla="*/ 53340 h 138429"/>
                <a:gd name="connsiteX527" fmla="*/ 4077330 w 4940931"/>
                <a:gd name="connsiteY527" fmla="*/ 68580 h 138429"/>
                <a:gd name="connsiteX528" fmla="*/ 4076060 w 4940931"/>
                <a:gd name="connsiteY528" fmla="*/ 68580 h 138429"/>
                <a:gd name="connsiteX529" fmla="*/ 4076060 w 4940931"/>
                <a:gd name="connsiteY529" fmla="*/ 72390 h 138429"/>
                <a:gd name="connsiteX530" fmla="*/ 4076060 w 4940931"/>
                <a:gd name="connsiteY530" fmla="*/ 75565 h 138429"/>
                <a:gd name="connsiteX531" fmla="*/ 4024625 w 4940931"/>
                <a:gd name="connsiteY531" fmla="*/ 75565 h 138429"/>
                <a:gd name="connsiteX532" fmla="*/ 4027165 w 4940931"/>
                <a:gd name="connsiteY532" fmla="*/ 85090 h 138429"/>
                <a:gd name="connsiteX533" fmla="*/ 4031610 w 4940931"/>
                <a:gd name="connsiteY533" fmla="*/ 91440 h 138429"/>
                <a:gd name="connsiteX534" fmla="*/ 4037325 w 4940931"/>
                <a:gd name="connsiteY534" fmla="*/ 95250 h 138429"/>
                <a:gd name="connsiteX535" fmla="*/ 4044310 w 4940931"/>
                <a:gd name="connsiteY535" fmla="*/ 96520 h 138429"/>
                <a:gd name="connsiteX536" fmla="*/ 4049390 w 4940931"/>
                <a:gd name="connsiteY536" fmla="*/ 96520 h 138429"/>
                <a:gd name="connsiteX537" fmla="*/ 4053835 w 4940931"/>
                <a:gd name="connsiteY537" fmla="*/ 95250 h 138429"/>
                <a:gd name="connsiteX538" fmla="*/ 4057645 w 4940931"/>
                <a:gd name="connsiteY538" fmla="*/ 93345 h 138429"/>
                <a:gd name="connsiteX539" fmla="*/ 4062090 w 4940931"/>
                <a:gd name="connsiteY539" fmla="*/ 90805 h 138429"/>
                <a:gd name="connsiteX540" fmla="*/ 4070980 w 4940931"/>
                <a:gd name="connsiteY540" fmla="*/ 100330 h 138429"/>
                <a:gd name="connsiteX541" fmla="*/ 4065265 w 4940931"/>
                <a:gd name="connsiteY541" fmla="*/ 104775 h 138429"/>
                <a:gd name="connsiteX542" fmla="*/ 4059550 w 4940931"/>
                <a:gd name="connsiteY542" fmla="*/ 107950 h 138429"/>
                <a:gd name="connsiteX543" fmla="*/ 4052565 w 4940931"/>
                <a:gd name="connsiteY543" fmla="*/ 109855 h 138429"/>
                <a:gd name="connsiteX544" fmla="*/ 4043675 w 4940931"/>
                <a:gd name="connsiteY544" fmla="*/ 110490 h 138429"/>
                <a:gd name="connsiteX545" fmla="*/ 4034150 w 4940931"/>
                <a:gd name="connsiteY545" fmla="*/ 109220 h 138429"/>
                <a:gd name="connsiteX546" fmla="*/ 4026530 w 4940931"/>
                <a:gd name="connsiteY546" fmla="*/ 105410 h 138429"/>
                <a:gd name="connsiteX547" fmla="*/ 4020180 w 4940931"/>
                <a:gd name="connsiteY547" fmla="*/ 100330 h 138429"/>
                <a:gd name="connsiteX548" fmla="*/ 4015100 w 4940931"/>
                <a:gd name="connsiteY548" fmla="*/ 92710 h 138429"/>
                <a:gd name="connsiteX549" fmla="*/ 4011290 w 4940931"/>
                <a:gd name="connsiteY549" fmla="*/ 82550 h 138429"/>
                <a:gd name="connsiteX550" fmla="*/ 4010020 w 4940931"/>
                <a:gd name="connsiteY550" fmla="*/ 69850 h 138429"/>
                <a:gd name="connsiteX551" fmla="*/ 4012560 w 4940931"/>
                <a:gd name="connsiteY551" fmla="*/ 52070 h 138429"/>
                <a:gd name="connsiteX552" fmla="*/ 4019545 w 4940931"/>
                <a:gd name="connsiteY552" fmla="*/ 39370 h 138429"/>
                <a:gd name="connsiteX553" fmla="*/ 4030340 w 4940931"/>
                <a:gd name="connsiteY553" fmla="*/ 31750 h 138429"/>
                <a:gd name="connsiteX554" fmla="*/ 4044310 w 4940931"/>
                <a:gd name="connsiteY554" fmla="*/ 29210 h 138429"/>
                <a:gd name="connsiteX555" fmla="*/ 3811900 w 4940931"/>
                <a:gd name="connsiteY555" fmla="*/ 29210 h 138429"/>
                <a:gd name="connsiteX556" fmla="*/ 3819520 w 4940931"/>
                <a:gd name="connsiteY556" fmla="*/ 29845 h 138429"/>
                <a:gd name="connsiteX557" fmla="*/ 3825235 w 4940931"/>
                <a:gd name="connsiteY557" fmla="*/ 32385 h 138429"/>
                <a:gd name="connsiteX558" fmla="*/ 3821425 w 4940931"/>
                <a:gd name="connsiteY558" fmla="*/ 46990 h 138429"/>
                <a:gd name="connsiteX559" fmla="*/ 3820155 w 4940931"/>
                <a:gd name="connsiteY559" fmla="*/ 46990 h 138429"/>
                <a:gd name="connsiteX560" fmla="*/ 3815075 w 4940931"/>
                <a:gd name="connsiteY560" fmla="*/ 45085 h 138429"/>
                <a:gd name="connsiteX561" fmla="*/ 3808725 w 4940931"/>
                <a:gd name="connsiteY561" fmla="*/ 44450 h 138429"/>
                <a:gd name="connsiteX562" fmla="*/ 3797295 w 4940931"/>
                <a:gd name="connsiteY562" fmla="*/ 49530 h 138429"/>
                <a:gd name="connsiteX563" fmla="*/ 3793485 w 4940931"/>
                <a:gd name="connsiteY563" fmla="*/ 64770 h 138429"/>
                <a:gd name="connsiteX564" fmla="*/ 3793485 w 4940931"/>
                <a:gd name="connsiteY564" fmla="*/ 109220 h 138429"/>
                <a:gd name="connsiteX565" fmla="*/ 3778245 w 4940931"/>
                <a:gd name="connsiteY565" fmla="*/ 109220 h 138429"/>
                <a:gd name="connsiteX566" fmla="*/ 3778245 w 4940931"/>
                <a:gd name="connsiteY566" fmla="*/ 31115 h 138429"/>
                <a:gd name="connsiteX567" fmla="*/ 3793485 w 4940931"/>
                <a:gd name="connsiteY567" fmla="*/ 31115 h 138429"/>
                <a:gd name="connsiteX568" fmla="*/ 3793485 w 4940931"/>
                <a:gd name="connsiteY568" fmla="*/ 38735 h 138429"/>
                <a:gd name="connsiteX569" fmla="*/ 3796660 w 4940931"/>
                <a:gd name="connsiteY569" fmla="*/ 34925 h 138429"/>
                <a:gd name="connsiteX570" fmla="*/ 3801105 w 4940931"/>
                <a:gd name="connsiteY570" fmla="*/ 31750 h 138429"/>
                <a:gd name="connsiteX571" fmla="*/ 3806185 w 4940931"/>
                <a:gd name="connsiteY571" fmla="*/ 29845 h 138429"/>
                <a:gd name="connsiteX572" fmla="*/ 3811900 w 4940931"/>
                <a:gd name="connsiteY572" fmla="*/ 29210 h 138429"/>
                <a:gd name="connsiteX573" fmla="*/ 3729986 w 4940931"/>
                <a:gd name="connsiteY573" fmla="*/ 29210 h 138429"/>
                <a:gd name="connsiteX574" fmla="*/ 3744591 w 4940931"/>
                <a:gd name="connsiteY574" fmla="*/ 32385 h 138429"/>
                <a:gd name="connsiteX575" fmla="*/ 3754751 w 4940931"/>
                <a:gd name="connsiteY575" fmla="*/ 40640 h 138429"/>
                <a:gd name="connsiteX576" fmla="*/ 3761101 w 4940931"/>
                <a:gd name="connsiteY576" fmla="*/ 53340 h 138429"/>
                <a:gd name="connsiteX577" fmla="*/ 3763006 w 4940931"/>
                <a:gd name="connsiteY577" fmla="*/ 68580 h 138429"/>
                <a:gd name="connsiteX578" fmla="*/ 3761736 w 4940931"/>
                <a:gd name="connsiteY578" fmla="*/ 68580 h 138429"/>
                <a:gd name="connsiteX579" fmla="*/ 3761736 w 4940931"/>
                <a:gd name="connsiteY579" fmla="*/ 72390 h 138429"/>
                <a:gd name="connsiteX580" fmla="*/ 3761736 w 4940931"/>
                <a:gd name="connsiteY580" fmla="*/ 75565 h 138429"/>
                <a:gd name="connsiteX581" fmla="*/ 3710301 w 4940931"/>
                <a:gd name="connsiteY581" fmla="*/ 75565 h 138429"/>
                <a:gd name="connsiteX582" fmla="*/ 3712841 w 4940931"/>
                <a:gd name="connsiteY582" fmla="*/ 85090 h 138429"/>
                <a:gd name="connsiteX583" fmla="*/ 3717286 w 4940931"/>
                <a:gd name="connsiteY583" fmla="*/ 91440 h 138429"/>
                <a:gd name="connsiteX584" fmla="*/ 3723001 w 4940931"/>
                <a:gd name="connsiteY584" fmla="*/ 95250 h 138429"/>
                <a:gd name="connsiteX585" fmla="*/ 3729986 w 4940931"/>
                <a:gd name="connsiteY585" fmla="*/ 96520 h 138429"/>
                <a:gd name="connsiteX586" fmla="*/ 3735066 w 4940931"/>
                <a:gd name="connsiteY586" fmla="*/ 96520 h 138429"/>
                <a:gd name="connsiteX587" fmla="*/ 3739511 w 4940931"/>
                <a:gd name="connsiteY587" fmla="*/ 95250 h 138429"/>
                <a:gd name="connsiteX588" fmla="*/ 3743321 w 4940931"/>
                <a:gd name="connsiteY588" fmla="*/ 93345 h 138429"/>
                <a:gd name="connsiteX589" fmla="*/ 3747766 w 4940931"/>
                <a:gd name="connsiteY589" fmla="*/ 90805 h 138429"/>
                <a:gd name="connsiteX590" fmla="*/ 3756656 w 4940931"/>
                <a:gd name="connsiteY590" fmla="*/ 100330 h 138429"/>
                <a:gd name="connsiteX591" fmla="*/ 3750941 w 4940931"/>
                <a:gd name="connsiteY591" fmla="*/ 104775 h 138429"/>
                <a:gd name="connsiteX592" fmla="*/ 3745226 w 4940931"/>
                <a:gd name="connsiteY592" fmla="*/ 107950 h 138429"/>
                <a:gd name="connsiteX593" fmla="*/ 3738241 w 4940931"/>
                <a:gd name="connsiteY593" fmla="*/ 109855 h 138429"/>
                <a:gd name="connsiteX594" fmla="*/ 3729351 w 4940931"/>
                <a:gd name="connsiteY594" fmla="*/ 110490 h 138429"/>
                <a:gd name="connsiteX595" fmla="*/ 3719826 w 4940931"/>
                <a:gd name="connsiteY595" fmla="*/ 109220 h 138429"/>
                <a:gd name="connsiteX596" fmla="*/ 3712206 w 4940931"/>
                <a:gd name="connsiteY596" fmla="*/ 105410 h 138429"/>
                <a:gd name="connsiteX597" fmla="*/ 3705856 w 4940931"/>
                <a:gd name="connsiteY597" fmla="*/ 100330 h 138429"/>
                <a:gd name="connsiteX598" fmla="*/ 3700776 w 4940931"/>
                <a:gd name="connsiteY598" fmla="*/ 92710 h 138429"/>
                <a:gd name="connsiteX599" fmla="*/ 3696966 w 4940931"/>
                <a:gd name="connsiteY599" fmla="*/ 82550 h 138429"/>
                <a:gd name="connsiteX600" fmla="*/ 3695696 w 4940931"/>
                <a:gd name="connsiteY600" fmla="*/ 69850 h 138429"/>
                <a:gd name="connsiteX601" fmla="*/ 3698236 w 4940931"/>
                <a:gd name="connsiteY601" fmla="*/ 52070 h 138429"/>
                <a:gd name="connsiteX602" fmla="*/ 3705221 w 4940931"/>
                <a:gd name="connsiteY602" fmla="*/ 39370 h 138429"/>
                <a:gd name="connsiteX603" fmla="*/ 3716016 w 4940931"/>
                <a:gd name="connsiteY603" fmla="*/ 31750 h 138429"/>
                <a:gd name="connsiteX604" fmla="*/ 3729986 w 4940931"/>
                <a:gd name="connsiteY604" fmla="*/ 29210 h 138429"/>
                <a:gd name="connsiteX605" fmla="*/ 3543296 w 4940931"/>
                <a:gd name="connsiteY605" fmla="*/ 29210 h 138429"/>
                <a:gd name="connsiteX606" fmla="*/ 3557901 w 4940931"/>
                <a:gd name="connsiteY606" fmla="*/ 32385 h 138429"/>
                <a:gd name="connsiteX607" fmla="*/ 3568061 w 4940931"/>
                <a:gd name="connsiteY607" fmla="*/ 40640 h 138429"/>
                <a:gd name="connsiteX608" fmla="*/ 3574411 w 4940931"/>
                <a:gd name="connsiteY608" fmla="*/ 53340 h 138429"/>
                <a:gd name="connsiteX609" fmla="*/ 3576316 w 4940931"/>
                <a:gd name="connsiteY609" fmla="*/ 68580 h 138429"/>
                <a:gd name="connsiteX610" fmla="*/ 3575046 w 4940931"/>
                <a:gd name="connsiteY610" fmla="*/ 68580 h 138429"/>
                <a:gd name="connsiteX611" fmla="*/ 3575046 w 4940931"/>
                <a:gd name="connsiteY611" fmla="*/ 72390 h 138429"/>
                <a:gd name="connsiteX612" fmla="*/ 3575046 w 4940931"/>
                <a:gd name="connsiteY612" fmla="*/ 75565 h 138429"/>
                <a:gd name="connsiteX613" fmla="*/ 3523611 w 4940931"/>
                <a:gd name="connsiteY613" fmla="*/ 75565 h 138429"/>
                <a:gd name="connsiteX614" fmla="*/ 3526151 w 4940931"/>
                <a:gd name="connsiteY614" fmla="*/ 85090 h 138429"/>
                <a:gd name="connsiteX615" fmla="*/ 3530596 w 4940931"/>
                <a:gd name="connsiteY615" fmla="*/ 91440 h 138429"/>
                <a:gd name="connsiteX616" fmla="*/ 3536311 w 4940931"/>
                <a:gd name="connsiteY616" fmla="*/ 95250 h 138429"/>
                <a:gd name="connsiteX617" fmla="*/ 3543296 w 4940931"/>
                <a:gd name="connsiteY617" fmla="*/ 96520 h 138429"/>
                <a:gd name="connsiteX618" fmla="*/ 3548376 w 4940931"/>
                <a:gd name="connsiteY618" fmla="*/ 96520 h 138429"/>
                <a:gd name="connsiteX619" fmla="*/ 3552821 w 4940931"/>
                <a:gd name="connsiteY619" fmla="*/ 95250 h 138429"/>
                <a:gd name="connsiteX620" fmla="*/ 3556631 w 4940931"/>
                <a:gd name="connsiteY620" fmla="*/ 93345 h 138429"/>
                <a:gd name="connsiteX621" fmla="*/ 3561076 w 4940931"/>
                <a:gd name="connsiteY621" fmla="*/ 90805 h 138429"/>
                <a:gd name="connsiteX622" fmla="*/ 3569966 w 4940931"/>
                <a:gd name="connsiteY622" fmla="*/ 100330 h 138429"/>
                <a:gd name="connsiteX623" fmla="*/ 3564251 w 4940931"/>
                <a:gd name="connsiteY623" fmla="*/ 104775 h 138429"/>
                <a:gd name="connsiteX624" fmla="*/ 3558536 w 4940931"/>
                <a:gd name="connsiteY624" fmla="*/ 107950 h 138429"/>
                <a:gd name="connsiteX625" fmla="*/ 3551551 w 4940931"/>
                <a:gd name="connsiteY625" fmla="*/ 109855 h 138429"/>
                <a:gd name="connsiteX626" fmla="*/ 3542661 w 4940931"/>
                <a:gd name="connsiteY626" fmla="*/ 110490 h 138429"/>
                <a:gd name="connsiteX627" fmla="*/ 3533136 w 4940931"/>
                <a:gd name="connsiteY627" fmla="*/ 109220 h 138429"/>
                <a:gd name="connsiteX628" fmla="*/ 3525516 w 4940931"/>
                <a:gd name="connsiteY628" fmla="*/ 105410 h 138429"/>
                <a:gd name="connsiteX629" fmla="*/ 3519166 w 4940931"/>
                <a:gd name="connsiteY629" fmla="*/ 100330 h 138429"/>
                <a:gd name="connsiteX630" fmla="*/ 3514086 w 4940931"/>
                <a:gd name="connsiteY630" fmla="*/ 92710 h 138429"/>
                <a:gd name="connsiteX631" fmla="*/ 3510276 w 4940931"/>
                <a:gd name="connsiteY631" fmla="*/ 82550 h 138429"/>
                <a:gd name="connsiteX632" fmla="*/ 3509006 w 4940931"/>
                <a:gd name="connsiteY632" fmla="*/ 69850 h 138429"/>
                <a:gd name="connsiteX633" fmla="*/ 3511546 w 4940931"/>
                <a:gd name="connsiteY633" fmla="*/ 52070 h 138429"/>
                <a:gd name="connsiteX634" fmla="*/ 3518531 w 4940931"/>
                <a:gd name="connsiteY634" fmla="*/ 39370 h 138429"/>
                <a:gd name="connsiteX635" fmla="*/ 3529326 w 4940931"/>
                <a:gd name="connsiteY635" fmla="*/ 31750 h 138429"/>
                <a:gd name="connsiteX636" fmla="*/ 3543296 w 4940931"/>
                <a:gd name="connsiteY636" fmla="*/ 29210 h 138429"/>
                <a:gd name="connsiteX637" fmla="*/ 3345176 w 4940931"/>
                <a:gd name="connsiteY637" fmla="*/ 29210 h 138429"/>
                <a:gd name="connsiteX638" fmla="*/ 3359781 w 4940931"/>
                <a:gd name="connsiteY638" fmla="*/ 32385 h 138429"/>
                <a:gd name="connsiteX639" fmla="*/ 3369941 w 4940931"/>
                <a:gd name="connsiteY639" fmla="*/ 40640 h 138429"/>
                <a:gd name="connsiteX640" fmla="*/ 3376291 w 4940931"/>
                <a:gd name="connsiteY640" fmla="*/ 53340 h 138429"/>
                <a:gd name="connsiteX641" fmla="*/ 3378196 w 4940931"/>
                <a:gd name="connsiteY641" fmla="*/ 68580 h 138429"/>
                <a:gd name="connsiteX642" fmla="*/ 3376926 w 4940931"/>
                <a:gd name="connsiteY642" fmla="*/ 68580 h 138429"/>
                <a:gd name="connsiteX643" fmla="*/ 3376926 w 4940931"/>
                <a:gd name="connsiteY643" fmla="*/ 72390 h 138429"/>
                <a:gd name="connsiteX644" fmla="*/ 3376926 w 4940931"/>
                <a:gd name="connsiteY644" fmla="*/ 75565 h 138429"/>
                <a:gd name="connsiteX645" fmla="*/ 3325491 w 4940931"/>
                <a:gd name="connsiteY645" fmla="*/ 75565 h 138429"/>
                <a:gd name="connsiteX646" fmla="*/ 3328031 w 4940931"/>
                <a:gd name="connsiteY646" fmla="*/ 85090 h 138429"/>
                <a:gd name="connsiteX647" fmla="*/ 3332476 w 4940931"/>
                <a:gd name="connsiteY647" fmla="*/ 91440 h 138429"/>
                <a:gd name="connsiteX648" fmla="*/ 3338191 w 4940931"/>
                <a:gd name="connsiteY648" fmla="*/ 95250 h 138429"/>
                <a:gd name="connsiteX649" fmla="*/ 3345176 w 4940931"/>
                <a:gd name="connsiteY649" fmla="*/ 96520 h 138429"/>
                <a:gd name="connsiteX650" fmla="*/ 3350256 w 4940931"/>
                <a:gd name="connsiteY650" fmla="*/ 96520 h 138429"/>
                <a:gd name="connsiteX651" fmla="*/ 3354701 w 4940931"/>
                <a:gd name="connsiteY651" fmla="*/ 95250 h 138429"/>
                <a:gd name="connsiteX652" fmla="*/ 3358511 w 4940931"/>
                <a:gd name="connsiteY652" fmla="*/ 93345 h 138429"/>
                <a:gd name="connsiteX653" fmla="*/ 3362956 w 4940931"/>
                <a:gd name="connsiteY653" fmla="*/ 90805 h 138429"/>
                <a:gd name="connsiteX654" fmla="*/ 3371846 w 4940931"/>
                <a:gd name="connsiteY654" fmla="*/ 100330 h 138429"/>
                <a:gd name="connsiteX655" fmla="*/ 3366131 w 4940931"/>
                <a:gd name="connsiteY655" fmla="*/ 104775 h 138429"/>
                <a:gd name="connsiteX656" fmla="*/ 3360416 w 4940931"/>
                <a:gd name="connsiteY656" fmla="*/ 107950 h 138429"/>
                <a:gd name="connsiteX657" fmla="*/ 3353431 w 4940931"/>
                <a:gd name="connsiteY657" fmla="*/ 109855 h 138429"/>
                <a:gd name="connsiteX658" fmla="*/ 3344541 w 4940931"/>
                <a:gd name="connsiteY658" fmla="*/ 110490 h 138429"/>
                <a:gd name="connsiteX659" fmla="*/ 3335016 w 4940931"/>
                <a:gd name="connsiteY659" fmla="*/ 109220 h 138429"/>
                <a:gd name="connsiteX660" fmla="*/ 3327396 w 4940931"/>
                <a:gd name="connsiteY660" fmla="*/ 105410 h 138429"/>
                <a:gd name="connsiteX661" fmla="*/ 3321046 w 4940931"/>
                <a:gd name="connsiteY661" fmla="*/ 100330 h 138429"/>
                <a:gd name="connsiteX662" fmla="*/ 3315966 w 4940931"/>
                <a:gd name="connsiteY662" fmla="*/ 92710 h 138429"/>
                <a:gd name="connsiteX663" fmla="*/ 3312156 w 4940931"/>
                <a:gd name="connsiteY663" fmla="*/ 82550 h 138429"/>
                <a:gd name="connsiteX664" fmla="*/ 3310886 w 4940931"/>
                <a:gd name="connsiteY664" fmla="*/ 69850 h 138429"/>
                <a:gd name="connsiteX665" fmla="*/ 3313426 w 4940931"/>
                <a:gd name="connsiteY665" fmla="*/ 52070 h 138429"/>
                <a:gd name="connsiteX666" fmla="*/ 3320411 w 4940931"/>
                <a:gd name="connsiteY666" fmla="*/ 39370 h 138429"/>
                <a:gd name="connsiteX667" fmla="*/ 3331206 w 4940931"/>
                <a:gd name="connsiteY667" fmla="*/ 31750 h 138429"/>
                <a:gd name="connsiteX668" fmla="*/ 3345176 w 4940931"/>
                <a:gd name="connsiteY668" fmla="*/ 29210 h 138429"/>
                <a:gd name="connsiteX669" fmla="*/ 3060696 w 4940931"/>
                <a:gd name="connsiteY669" fmla="*/ 29210 h 138429"/>
                <a:gd name="connsiteX670" fmla="*/ 3068316 w 4940931"/>
                <a:gd name="connsiteY670" fmla="*/ 29845 h 138429"/>
                <a:gd name="connsiteX671" fmla="*/ 3074031 w 4940931"/>
                <a:gd name="connsiteY671" fmla="*/ 32385 h 138429"/>
                <a:gd name="connsiteX672" fmla="*/ 3070221 w 4940931"/>
                <a:gd name="connsiteY672" fmla="*/ 46990 h 138429"/>
                <a:gd name="connsiteX673" fmla="*/ 3068951 w 4940931"/>
                <a:gd name="connsiteY673" fmla="*/ 46990 h 138429"/>
                <a:gd name="connsiteX674" fmla="*/ 3063871 w 4940931"/>
                <a:gd name="connsiteY674" fmla="*/ 45085 h 138429"/>
                <a:gd name="connsiteX675" fmla="*/ 3057521 w 4940931"/>
                <a:gd name="connsiteY675" fmla="*/ 44450 h 138429"/>
                <a:gd name="connsiteX676" fmla="*/ 3046091 w 4940931"/>
                <a:gd name="connsiteY676" fmla="*/ 49530 h 138429"/>
                <a:gd name="connsiteX677" fmla="*/ 3042281 w 4940931"/>
                <a:gd name="connsiteY677" fmla="*/ 64770 h 138429"/>
                <a:gd name="connsiteX678" fmla="*/ 3042281 w 4940931"/>
                <a:gd name="connsiteY678" fmla="*/ 109220 h 138429"/>
                <a:gd name="connsiteX679" fmla="*/ 3027041 w 4940931"/>
                <a:gd name="connsiteY679" fmla="*/ 109220 h 138429"/>
                <a:gd name="connsiteX680" fmla="*/ 3027041 w 4940931"/>
                <a:gd name="connsiteY680" fmla="*/ 31115 h 138429"/>
                <a:gd name="connsiteX681" fmla="*/ 3042281 w 4940931"/>
                <a:gd name="connsiteY681" fmla="*/ 31115 h 138429"/>
                <a:gd name="connsiteX682" fmla="*/ 3042281 w 4940931"/>
                <a:gd name="connsiteY682" fmla="*/ 38735 h 138429"/>
                <a:gd name="connsiteX683" fmla="*/ 3045456 w 4940931"/>
                <a:gd name="connsiteY683" fmla="*/ 34925 h 138429"/>
                <a:gd name="connsiteX684" fmla="*/ 3049901 w 4940931"/>
                <a:gd name="connsiteY684" fmla="*/ 31750 h 138429"/>
                <a:gd name="connsiteX685" fmla="*/ 3054981 w 4940931"/>
                <a:gd name="connsiteY685" fmla="*/ 29845 h 138429"/>
                <a:gd name="connsiteX686" fmla="*/ 3060696 w 4940931"/>
                <a:gd name="connsiteY686" fmla="*/ 29210 h 138429"/>
                <a:gd name="connsiteX687" fmla="*/ 2978781 w 4940931"/>
                <a:gd name="connsiteY687" fmla="*/ 29210 h 138429"/>
                <a:gd name="connsiteX688" fmla="*/ 2993386 w 4940931"/>
                <a:gd name="connsiteY688" fmla="*/ 32385 h 138429"/>
                <a:gd name="connsiteX689" fmla="*/ 3003546 w 4940931"/>
                <a:gd name="connsiteY689" fmla="*/ 40640 h 138429"/>
                <a:gd name="connsiteX690" fmla="*/ 3009896 w 4940931"/>
                <a:gd name="connsiteY690" fmla="*/ 53340 h 138429"/>
                <a:gd name="connsiteX691" fmla="*/ 3011801 w 4940931"/>
                <a:gd name="connsiteY691" fmla="*/ 68580 h 138429"/>
                <a:gd name="connsiteX692" fmla="*/ 3010531 w 4940931"/>
                <a:gd name="connsiteY692" fmla="*/ 68580 h 138429"/>
                <a:gd name="connsiteX693" fmla="*/ 3010531 w 4940931"/>
                <a:gd name="connsiteY693" fmla="*/ 72390 h 138429"/>
                <a:gd name="connsiteX694" fmla="*/ 3010531 w 4940931"/>
                <a:gd name="connsiteY694" fmla="*/ 75565 h 138429"/>
                <a:gd name="connsiteX695" fmla="*/ 2959096 w 4940931"/>
                <a:gd name="connsiteY695" fmla="*/ 75565 h 138429"/>
                <a:gd name="connsiteX696" fmla="*/ 2961636 w 4940931"/>
                <a:gd name="connsiteY696" fmla="*/ 85090 h 138429"/>
                <a:gd name="connsiteX697" fmla="*/ 2966081 w 4940931"/>
                <a:gd name="connsiteY697" fmla="*/ 91440 h 138429"/>
                <a:gd name="connsiteX698" fmla="*/ 2971796 w 4940931"/>
                <a:gd name="connsiteY698" fmla="*/ 95250 h 138429"/>
                <a:gd name="connsiteX699" fmla="*/ 2978781 w 4940931"/>
                <a:gd name="connsiteY699" fmla="*/ 96520 h 138429"/>
                <a:gd name="connsiteX700" fmla="*/ 2983861 w 4940931"/>
                <a:gd name="connsiteY700" fmla="*/ 96520 h 138429"/>
                <a:gd name="connsiteX701" fmla="*/ 2988306 w 4940931"/>
                <a:gd name="connsiteY701" fmla="*/ 95250 h 138429"/>
                <a:gd name="connsiteX702" fmla="*/ 2992116 w 4940931"/>
                <a:gd name="connsiteY702" fmla="*/ 93345 h 138429"/>
                <a:gd name="connsiteX703" fmla="*/ 2996561 w 4940931"/>
                <a:gd name="connsiteY703" fmla="*/ 90805 h 138429"/>
                <a:gd name="connsiteX704" fmla="*/ 3005451 w 4940931"/>
                <a:gd name="connsiteY704" fmla="*/ 100330 h 138429"/>
                <a:gd name="connsiteX705" fmla="*/ 2999736 w 4940931"/>
                <a:gd name="connsiteY705" fmla="*/ 104775 h 138429"/>
                <a:gd name="connsiteX706" fmla="*/ 2994021 w 4940931"/>
                <a:gd name="connsiteY706" fmla="*/ 107950 h 138429"/>
                <a:gd name="connsiteX707" fmla="*/ 2987036 w 4940931"/>
                <a:gd name="connsiteY707" fmla="*/ 109855 h 138429"/>
                <a:gd name="connsiteX708" fmla="*/ 2978146 w 4940931"/>
                <a:gd name="connsiteY708" fmla="*/ 110490 h 138429"/>
                <a:gd name="connsiteX709" fmla="*/ 2968621 w 4940931"/>
                <a:gd name="connsiteY709" fmla="*/ 109220 h 138429"/>
                <a:gd name="connsiteX710" fmla="*/ 2961001 w 4940931"/>
                <a:gd name="connsiteY710" fmla="*/ 105410 h 138429"/>
                <a:gd name="connsiteX711" fmla="*/ 2954651 w 4940931"/>
                <a:gd name="connsiteY711" fmla="*/ 100330 h 138429"/>
                <a:gd name="connsiteX712" fmla="*/ 2949571 w 4940931"/>
                <a:gd name="connsiteY712" fmla="*/ 92710 h 138429"/>
                <a:gd name="connsiteX713" fmla="*/ 2945761 w 4940931"/>
                <a:gd name="connsiteY713" fmla="*/ 82550 h 138429"/>
                <a:gd name="connsiteX714" fmla="*/ 2944491 w 4940931"/>
                <a:gd name="connsiteY714" fmla="*/ 69850 h 138429"/>
                <a:gd name="connsiteX715" fmla="*/ 2947031 w 4940931"/>
                <a:gd name="connsiteY715" fmla="*/ 52070 h 138429"/>
                <a:gd name="connsiteX716" fmla="*/ 2954016 w 4940931"/>
                <a:gd name="connsiteY716" fmla="*/ 39370 h 138429"/>
                <a:gd name="connsiteX717" fmla="*/ 2964811 w 4940931"/>
                <a:gd name="connsiteY717" fmla="*/ 31750 h 138429"/>
                <a:gd name="connsiteX718" fmla="*/ 2978781 w 4940931"/>
                <a:gd name="connsiteY718" fmla="*/ 29210 h 138429"/>
                <a:gd name="connsiteX719" fmla="*/ 2798440 w 4940931"/>
                <a:gd name="connsiteY719" fmla="*/ 29210 h 138429"/>
                <a:gd name="connsiteX720" fmla="*/ 2813045 w 4940931"/>
                <a:gd name="connsiteY720" fmla="*/ 31750 h 138429"/>
                <a:gd name="connsiteX721" fmla="*/ 2825110 w 4940931"/>
                <a:gd name="connsiteY721" fmla="*/ 38100 h 138429"/>
                <a:gd name="connsiteX722" fmla="*/ 2827015 w 4940931"/>
                <a:gd name="connsiteY722" fmla="*/ 38100 h 138429"/>
                <a:gd name="connsiteX723" fmla="*/ 2820030 w 4940931"/>
                <a:gd name="connsiteY723" fmla="*/ 50165 h 138429"/>
                <a:gd name="connsiteX724" fmla="*/ 2810505 w 4940931"/>
                <a:gd name="connsiteY724" fmla="*/ 45085 h 138429"/>
                <a:gd name="connsiteX725" fmla="*/ 2799710 w 4940931"/>
                <a:gd name="connsiteY725" fmla="*/ 43180 h 138429"/>
                <a:gd name="connsiteX726" fmla="*/ 2791455 w 4940931"/>
                <a:gd name="connsiteY726" fmla="*/ 45085 h 138429"/>
                <a:gd name="connsiteX727" fmla="*/ 2788915 w 4940931"/>
                <a:gd name="connsiteY727" fmla="*/ 50165 h 138429"/>
                <a:gd name="connsiteX728" fmla="*/ 2788915 w 4940931"/>
                <a:gd name="connsiteY728" fmla="*/ 52705 h 138429"/>
                <a:gd name="connsiteX729" fmla="*/ 2790820 w 4940931"/>
                <a:gd name="connsiteY729" fmla="*/ 55245 h 138429"/>
                <a:gd name="connsiteX730" fmla="*/ 2795265 w 4940931"/>
                <a:gd name="connsiteY730" fmla="*/ 57785 h 138429"/>
                <a:gd name="connsiteX731" fmla="*/ 2802250 w 4940931"/>
                <a:gd name="connsiteY731" fmla="*/ 60960 h 138429"/>
                <a:gd name="connsiteX732" fmla="*/ 2813680 w 4940931"/>
                <a:gd name="connsiteY732" fmla="*/ 66040 h 138429"/>
                <a:gd name="connsiteX733" fmla="*/ 2821935 w 4940931"/>
                <a:gd name="connsiteY733" fmla="*/ 71120 h 138429"/>
                <a:gd name="connsiteX734" fmla="*/ 2827015 w 4940931"/>
                <a:gd name="connsiteY734" fmla="*/ 78105 h 138429"/>
                <a:gd name="connsiteX735" fmla="*/ 2828920 w 4940931"/>
                <a:gd name="connsiteY735" fmla="*/ 87630 h 138429"/>
                <a:gd name="connsiteX736" fmla="*/ 2826380 w 4940931"/>
                <a:gd name="connsiteY736" fmla="*/ 98425 h 138429"/>
                <a:gd name="connsiteX737" fmla="*/ 2820030 w 4940931"/>
                <a:gd name="connsiteY737" fmla="*/ 105410 h 138429"/>
                <a:gd name="connsiteX738" fmla="*/ 2810505 w 4940931"/>
                <a:gd name="connsiteY738" fmla="*/ 109220 h 138429"/>
                <a:gd name="connsiteX739" fmla="*/ 2799710 w 4940931"/>
                <a:gd name="connsiteY739" fmla="*/ 110490 h 138429"/>
                <a:gd name="connsiteX740" fmla="*/ 2783835 w 4940931"/>
                <a:gd name="connsiteY740" fmla="*/ 107950 h 138429"/>
                <a:gd name="connsiteX741" fmla="*/ 2769230 w 4940931"/>
                <a:gd name="connsiteY741" fmla="*/ 100965 h 138429"/>
                <a:gd name="connsiteX742" fmla="*/ 2776215 w 4940931"/>
                <a:gd name="connsiteY742" fmla="*/ 89535 h 138429"/>
                <a:gd name="connsiteX743" fmla="*/ 2787645 w 4940931"/>
                <a:gd name="connsiteY743" fmla="*/ 95250 h 138429"/>
                <a:gd name="connsiteX744" fmla="*/ 2799075 w 4940931"/>
                <a:gd name="connsiteY744" fmla="*/ 97155 h 138429"/>
                <a:gd name="connsiteX745" fmla="*/ 2809870 w 4940931"/>
                <a:gd name="connsiteY745" fmla="*/ 94615 h 138429"/>
                <a:gd name="connsiteX746" fmla="*/ 2813045 w 4940931"/>
                <a:gd name="connsiteY746" fmla="*/ 88265 h 138429"/>
                <a:gd name="connsiteX747" fmla="*/ 2811775 w 4940931"/>
                <a:gd name="connsiteY747" fmla="*/ 84455 h 138429"/>
                <a:gd name="connsiteX748" fmla="*/ 2807965 w 4940931"/>
                <a:gd name="connsiteY748" fmla="*/ 81280 h 138429"/>
                <a:gd name="connsiteX749" fmla="*/ 2802250 w 4940931"/>
                <a:gd name="connsiteY749" fmla="*/ 78105 h 138429"/>
                <a:gd name="connsiteX750" fmla="*/ 2794630 w 4940931"/>
                <a:gd name="connsiteY750" fmla="*/ 74930 h 138429"/>
                <a:gd name="connsiteX751" fmla="*/ 2783835 w 4940931"/>
                <a:gd name="connsiteY751" fmla="*/ 69850 h 138429"/>
                <a:gd name="connsiteX752" fmla="*/ 2776850 w 4940931"/>
                <a:gd name="connsiteY752" fmla="*/ 64770 h 138429"/>
                <a:gd name="connsiteX753" fmla="*/ 2773040 w 4940931"/>
                <a:gd name="connsiteY753" fmla="*/ 58420 h 138429"/>
                <a:gd name="connsiteX754" fmla="*/ 2771770 w 4940931"/>
                <a:gd name="connsiteY754" fmla="*/ 50165 h 138429"/>
                <a:gd name="connsiteX755" fmla="*/ 2773675 w 4940931"/>
                <a:gd name="connsiteY755" fmla="*/ 40640 h 138429"/>
                <a:gd name="connsiteX756" fmla="*/ 2779390 w 4940931"/>
                <a:gd name="connsiteY756" fmla="*/ 34290 h 138429"/>
                <a:gd name="connsiteX757" fmla="*/ 2787645 w 4940931"/>
                <a:gd name="connsiteY757" fmla="*/ 30480 h 138429"/>
                <a:gd name="connsiteX758" fmla="*/ 2798440 w 4940931"/>
                <a:gd name="connsiteY758" fmla="*/ 29210 h 138429"/>
                <a:gd name="connsiteX759" fmla="*/ 2723510 w 4940931"/>
                <a:gd name="connsiteY759" fmla="*/ 29210 h 138429"/>
                <a:gd name="connsiteX760" fmla="*/ 2729225 w 4940931"/>
                <a:gd name="connsiteY760" fmla="*/ 29210 h 138429"/>
                <a:gd name="connsiteX761" fmla="*/ 2741290 w 4940931"/>
                <a:gd name="connsiteY761" fmla="*/ 31750 h 138429"/>
                <a:gd name="connsiteX762" fmla="*/ 2750180 w 4940931"/>
                <a:gd name="connsiteY762" fmla="*/ 38100 h 138429"/>
                <a:gd name="connsiteX763" fmla="*/ 2755260 w 4940931"/>
                <a:gd name="connsiteY763" fmla="*/ 48895 h 138429"/>
                <a:gd name="connsiteX764" fmla="*/ 2757165 w 4940931"/>
                <a:gd name="connsiteY764" fmla="*/ 64135 h 138429"/>
                <a:gd name="connsiteX765" fmla="*/ 2757165 w 4940931"/>
                <a:gd name="connsiteY765" fmla="*/ 108585 h 138429"/>
                <a:gd name="connsiteX766" fmla="*/ 2741925 w 4940931"/>
                <a:gd name="connsiteY766" fmla="*/ 108585 h 138429"/>
                <a:gd name="connsiteX767" fmla="*/ 2741290 w 4940931"/>
                <a:gd name="connsiteY767" fmla="*/ 108585 h 138429"/>
                <a:gd name="connsiteX768" fmla="*/ 2741290 w 4940931"/>
                <a:gd name="connsiteY768" fmla="*/ 64770 h 138429"/>
                <a:gd name="connsiteX769" fmla="*/ 2737480 w 4940931"/>
                <a:gd name="connsiteY769" fmla="*/ 48895 h 138429"/>
                <a:gd name="connsiteX770" fmla="*/ 2725415 w 4940931"/>
                <a:gd name="connsiteY770" fmla="*/ 43180 h 138429"/>
                <a:gd name="connsiteX771" fmla="*/ 2718430 w 4940931"/>
                <a:gd name="connsiteY771" fmla="*/ 44450 h 138429"/>
                <a:gd name="connsiteX772" fmla="*/ 2713350 w 4940931"/>
                <a:gd name="connsiteY772" fmla="*/ 48260 h 138429"/>
                <a:gd name="connsiteX773" fmla="*/ 2710175 w 4940931"/>
                <a:gd name="connsiteY773" fmla="*/ 54610 h 138429"/>
                <a:gd name="connsiteX774" fmla="*/ 2709540 w 4940931"/>
                <a:gd name="connsiteY774" fmla="*/ 62865 h 138429"/>
                <a:gd name="connsiteX775" fmla="*/ 2709540 w 4940931"/>
                <a:gd name="connsiteY775" fmla="*/ 108585 h 138429"/>
                <a:gd name="connsiteX776" fmla="*/ 2694300 w 4940931"/>
                <a:gd name="connsiteY776" fmla="*/ 108585 h 138429"/>
                <a:gd name="connsiteX777" fmla="*/ 2694300 w 4940931"/>
                <a:gd name="connsiteY777" fmla="*/ 30480 h 138429"/>
                <a:gd name="connsiteX778" fmla="*/ 2709540 w 4940931"/>
                <a:gd name="connsiteY778" fmla="*/ 30480 h 138429"/>
                <a:gd name="connsiteX779" fmla="*/ 2709540 w 4940931"/>
                <a:gd name="connsiteY779" fmla="*/ 38100 h 138429"/>
                <a:gd name="connsiteX780" fmla="*/ 2713350 w 4940931"/>
                <a:gd name="connsiteY780" fmla="*/ 34290 h 138429"/>
                <a:gd name="connsiteX781" fmla="*/ 2717795 w 4940931"/>
                <a:gd name="connsiteY781" fmla="*/ 31115 h 138429"/>
                <a:gd name="connsiteX782" fmla="*/ 2723510 w 4940931"/>
                <a:gd name="connsiteY782" fmla="*/ 29210 h 138429"/>
                <a:gd name="connsiteX783" fmla="*/ 2530470 w 4940931"/>
                <a:gd name="connsiteY783" fmla="*/ 29210 h 138429"/>
                <a:gd name="connsiteX784" fmla="*/ 2545075 w 4940931"/>
                <a:gd name="connsiteY784" fmla="*/ 32385 h 138429"/>
                <a:gd name="connsiteX785" fmla="*/ 2555235 w 4940931"/>
                <a:gd name="connsiteY785" fmla="*/ 40640 h 138429"/>
                <a:gd name="connsiteX786" fmla="*/ 2561585 w 4940931"/>
                <a:gd name="connsiteY786" fmla="*/ 53340 h 138429"/>
                <a:gd name="connsiteX787" fmla="*/ 2563490 w 4940931"/>
                <a:gd name="connsiteY787" fmla="*/ 68580 h 138429"/>
                <a:gd name="connsiteX788" fmla="*/ 2562220 w 4940931"/>
                <a:gd name="connsiteY788" fmla="*/ 68580 h 138429"/>
                <a:gd name="connsiteX789" fmla="*/ 2562220 w 4940931"/>
                <a:gd name="connsiteY789" fmla="*/ 72390 h 138429"/>
                <a:gd name="connsiteX790" fmla="*/ 2562220 w 4940931"/>
                <a:gd name="connsiteY790" fmla="*/ 75565 h 138429"/>
                <a:gd name="connsiteX791" fmla="*/ 2510785 w 4940931"/>
                <a:gd name="connsiteY791" fmla="*/ 75565 h 138429"/>
                <a:gd name="connsiteX792" fmla="*/ 2513325 w 4940931"/>
                <a:gd name="connsiteY792" fmla="*/ 85090 h 138429"/>
                <a:gd name="connsiteX793" fmla="*/ 2517770 w 4940931"/>
                <a:gd name="connsiteY793" fmla="*/ 91440 h 138429"/>
                <a:gd name="connsiteX794" fmla="*/ 2523485 w 4940931"/>
                <a:gd name="connsiteY794" fmla="*/ 95250 h 138429"/>
                <a:gd name="connsiteX795" fmla="*/ 2530470 w 4940931"/>
                <a:gd name="connsiteY795" fmla="*/ 96520 h 138429"/>
                <a:gd name="connsiteX796" fmla="*/ 2535550 w 4940931"/>
                <a:gd name="connsiteY796" fmla="*/ 96520 h 138429"/>
                <a:gd name="connsiteX797" fmla="*/ 2539995 w 4940931"/>
                <a:gd name="connsiteY797" fmla="*/ 95250 h 138429"/>
                <a:gd name="connsiteX798" fmla="*/ 2543805 w 4940931"/>
                <a:gd name="connsiteY798" fmla="*/ 93345 h 138429"/>
                <a:gd name="connsiteX799" fmla="*/ 2548250 w 4940931"/>
                <a:gd name="connsiteY799" fmla="*/ 90805 h 138429"/>
                <a:gd name="connsiteX800" fmla="*/ 2557140 w 4940931"/>
                <a:gd name="connsiteY800" fmla="*/ 100330 h 138429"/>
                <a:gd name="connsiteX801" fmla="*/ 2551425 w 4940931"/>
                <a:gd name="connsiteY801" fmla="*/ 104775 h 138429"/>
                <a:gd name="connsiteX802" fmla="*/ 2545710 w 4940931"/>
                <a:gd name="connsiteY802" fmla="*/ 107950 h 138429"/>
                <a:gd name="connsiteX803" fmla="*/ 2538725 w 4940931"/>
                <a:gd name="connsiteY803" fmla="*/ 109855 h 138429"/>
                <a:gd name="connsiteX804" fmla="*/ 2529835 w 4940931"/>
                <a:gd name="connsiteY804" fmla="*/ 110490 h 138429"/>
                <a:gd name="connsiteX805" fmla="*/ 2520310 w 4940931"/>
                <a:gd name="connsiteY805" fmla="*/ 109220 h 138429"/>
                <a:gd name="connsiteX806" fmla="*/ 2512690 w 4940931"/>
                <a:gd name="connsiteY806" fmla="*/ 105410 h 138429"/>
                <a:gd name="connsiteX807" fmla="*/ 2506340 w 4940931"/>
                <a:gd name="connsiteY807" fmla="*/ 100330 h 138429"/>
                <a:gd name="connsiteX808" fmla="*/ 2501260 w 4940931"/>
                <a:gd name="connsiteY808" fmla="*/ 92710 h 138429"/>
                <a:gd name="connsiteX809" fmla="*/ 2497450 w 4940931"/>
                <a:gd name="connsiteY809" fmla="*/ 82550 h 138429"/>
                <a:gd name="connsiteX810" fmla="*/ 2496180 w 4940931"/>
                <a:gd name="connsiteY810" fmla="*/ 69850 h 138429"/>
                <a:gd name="connsiteX811" fmla="*/ 2498720 w 4940931"/>
                <a:gd name="connsiteY811" fmla="*/ 52070 h 138429"/>
                <a:gd name="connsiteX812" fmla="*/ 2505705 w 4940931"/>
                <a:gd name="connsiteY812" fmla="*/ 39370 h 138429"/>
                <a:gd name="connsiteX813" fmla="*/ 2516500 w 4940931"/>
                <a:gd name="connsiteY813" fmla="*/ 31750 h 138429"/>
                <a:gd name="connsiteX814" fmla="*/ 2530470 w 4940931"/>
                <a:gd name="connsiteY814" fmla="*/ 29210 h 138429"/>
                <a:gd name="connsiteX815" fmla="*/ 2298061 w 4940931"/>
                <a:gd name="connsiteY815" fmla="*/ 29210 h 138429"/>
                <a:gd name="connsiteX816" fmla="*/ 2305681 w 4940931"/>
                <a:gd name="connsiteY816" fmla="*/ 29845 h 138429"/>
                <a:gd name="connsiteX817" fmla="*/ 2311396 w 4940931"/>
                <a:gd name="connsiteY817" fmla="*/ 32385 h 138429"/>
                <a:gd name="connsiteX818" fmla="*/ 2307586 w 4940931"/>
                <a:gd name="connsiteY818" fmla="*/ 46990 h 138429"/>
                <a:gd name="connsiteX819" fmla="*/ 2306316 w 4940931"/>
                <a:gd name="connsiteY819" fmla="*/ 46990 h 138429"/>
                <a:gd name="connsiteX820" fmla="*/ 2301236 w 4940931"/>
                <a:gd name="connsiteY820" fmla="*/ 45085 h 138429"/>
                <a:gd name="connsiteX821" fmla="*/ 2294886 w 4940931"/>
                <a:gd name="connsiteY821" fmla="*/ 44450 h 138429"/>
                <a:gd name="connsiteX822" fmla="*/ 2283456 w 4940931"/>
                <a:gd name="connsiteY822" fmla="*/ 49530 h 138429"/>
                <a:gd name="connsiteX823" fmla="*/ 2279646 w 4940931"/>
                <a:gd name="connsiteY823" fmla="*/ 64770 h 138429"/>
                <a:gd name="connsiteX824" fmla="*/ 2279646 w 4940931"/>
                <a:gd name="connsiteY824" fmla="*/ 109220 h 138429"/>
                <a:gd name="connsiteX825" fmla="*/ 2264406 w 4940931"/>
                <a:gd name="connsiteY825" fmla="*/ 109220 h 138429"/>
                <a:gd name="connsiteX826" fmla="*/ 2264406 w 4940931"/>
                <a:gd name="connsiteY826" fmla="*/ 31115 h 138429"/>
                <a:gd name="connsiteX827" fmla="*/ 2279646 w 4940931"/>
                <a:gd name="connsiteY827" fmla="*/ 31115 h 138429"/>
                <a:gd name="connsiteX828" fmla="*/ 2279646 w 4940931"/>
                <a:gd name="connsiteY828" fmla="*/ 38735 h 138429"/>
                <a:gd name="connsiteX829" fmla="*/ 2282821 w 4940931"/>
                <a:gd name="connsiteY829" fmla="*/ 34925 h 138429"/>
                <a:gd name="connsiteX830" fmla="*/ 2287266 w 4940931"/>
                <a:gd name="connsiteY830" fmla="*/ 31750 h 138429"/>
                <a:gd name="connsiteX831" fmla="*/ 2292346 w 4940931"/>
                <a:gd name="connsiteY831" fmla="*/ 29845 h 138429"/>
                <a:gd name="connsiteX832" fmla="*/ 2298061 w 4940931"/>
                <a:gd name="connsiteY832" fmla="*/ 29210 h 138429"/>
                <a:gd name="connsiteX833" fmla="*/ 2216145 w 4940931"/>
                <a:gd name="connsiteY833" fmla="*/ 29210 h 138429"/>
                <a:gd name="connsiteX834" fmla="*/ 2230750 w 4940931"/>
                <a:gd name="connsiteY834" fmla="*/ 32385 h 138429"/>
                <a:gd name="connsiteX835" fmla="*/ 2240910 w 4940931"/>
                <a:gd name="connsiteY835" fmla="*/ 40640 h 138429"/>
                <a:gd name="connsiteX836" fmla="*/ 2247260 w 4940931"/>
                <a:gd name="connsiteY836" fmla="*/ 53340 h 138429"/>
                <a:gd name="connsiteX837" fmla="*/ 2249165 w 4940931"/>
                <a:gd name="connsiteY837" fmla="*/ 68580 h 138429"/>
                <a:gd name="connsiteX838" fmla="*/ 2247895 w 4940931"/>
                <a:gd name="connsiteY838" fmla="*/ 68580 h 138429"/>
                <a:gd name="connsiteX839" fmla="*/ 2247895 w 4940931"/>
                <a:gd name="connsiteY839" fmla="*/ 72390 h 138429"/>
                <a:gd name="connsiteX840" fmla="*/ 2247895 w 4940931"/>
                <a:gd name="connsiteY840" fmla="*/ 75565 h 138429"/>
                <a:gd name="connsiteX841" fmla="*/ 2196460 w 4940931"/>
                <a:gd name="connsiteY841" fmla="*/ 75565 h 138429"/>
                <a:gd name="connsiteX842" fmla="*/ 2199000 w 4940931"/>
                <a:gd name="connsiteY842" fmla="*/ 85090 h 138429"/>
                <a:gd name="connsiteX843" fmla="*/ 2203445 w 4940931"/>
                <a:gd name="connsiteY843" fmla="*/ 91440 h 138429"/>
                <a:gd name="connsiteX844" fmla="*/ 2209160 w 4940931"/>
                <a:gd name="connsiteY844" fmla="*/ 95250 h 138429"/>
                <a:gd name="connsiteX845" fmla="*/ 2216145 w 4940931"/>
                <a:gd name="connsiteY845" fmla="*/ 96520 h 138429"/>
                <a:gd name="connsiteX846" fmla="*/ 2221225 w 4940931"/>
                <a:gd name="connsiteY846" fmla="*/ 96520 h 138429"/>
                <a:gd name="connsiteX847" fmla="*/ 2225670 w 4940931"/>
                <a:gd name="connsiteY847" fmla="*/ 95250 h 138429"/>
                <a:gd name="connsiteX848" fmla="*/ 2229480 w 4940931"/>
                <a:gd name="connsiteY848" fmla="*/ 93345 h 138429"/>
                <a:gd name="connsiteX849" fmla="*/ 2233925 w 4940931"/>
                <a:gd name="connsiteY849" fmla="*/ 90805 h 138429"/>
                <a:gd name="connsiteX850" fmla="*/ 2242815 w 4940931"/>
                <a:gd name="connsiteY850" fmla="*/ 100330 h 138429"/>
                <a:gd name="connsiteX851" fmla="*/ 2237100 w 4940931"/>
                <a:gd name="connsiteY851" fmla="*/ 104775 h 138429"/>
                <a:gd name="connsiteX852" fmla="*/ 2231385 w 4940931"/>
                <a:gd name="connsiteY852" fmla="*/ 107950 h 138429"/>
                <a:gd name="connsiteX853" fmla="*/ 2224400 w 4940931"/>
                <a:gd name="connsiteY853" fmla="*/ 109855 h 138429"/>
                <a:gd name="connsiteX854" fmla="*/ 2215510 w 4940931"/>
                <a:gd name="connsiteY854" fmla="*/ 110490 h 138429"/>
                <a:gd name="connsiteX855" fmla="*/ 2205985 w 4940931"/>
                <a:gd name="connsiteY855" fmla="*/ 109220 h 138429"/>
                <a:gd name="connsiteX856" fmla="*/ 2198365 w 4940931"/>
                <a:gd name="connsiteY856" fmla="*/ 105410 h 138429"/>
                <a:gd name="connsiteX857" fmla="*/ 2192015 w 4940931"/>
                <a:gd name="connsiteY857" fmla="*/ 100330 h 138429"/>
                <a:gd name="connsiteX858" fmla="*/ 2186935 w 4940931"/>
                <a:gd name="connsiteY858" fmla="*/ 92710 h 138429"/>
                <a:gd name="connsiteX859" fmla="*/ 2183125 w 4940931"/>
                <a:gd name="connsiteY859" fmla="*/ 82550 h 138429"/>
                <a:gd name="connsiteX860" fmla="*/ 2181855 w 4940931"/>
                <a:gd name="connsiteY860" fmla="*/ 69850 h 138429"/>
                <a:gd name="connsiteX861" fmla="*/ 2184395 w 4940931"/>
                <a:gd name="connsiteY861" fmla="*/ 52070 h 138429"/>
                <a:gd name="connsiteX862" fmla="*/ 2191380 w 4940931"/>
                <a:gd name="connsiteY862" fmla="*/ 39370 h 138429"/>
                <a:gd name="connsiteX863" fmla="*/ 2202175 w 4940931"/>
                <a:gd name="connsiteY863" fmla="*/ 31750 h 138429"/>
                <a:gd name="connsiteX864" fmla="*/ 2216145 w 4940931"/>
                <a:gd name="connsiteY864" fmla="*/ 29210 h 138429"/>
                <a:gd name="connsiteX865" fmla="*/ 2029456 w 4940931"/>
                <a:gd name="connsiteY865" fmla="*/ 29210 h 138429"/>
                <a:gd name="connsiteX866" fmla="*/ 2044061 w 4940931"/>
                <a:gd name="connsiteY866" fmla="*/ 32385 h 138429"/>
                <a:gd name="connsiteX867" fmla="*/ 2054221 w 4940931"/>
                <a:gd name="connsiteY867" fmla="*/ 40640 h 138429"/>
                <a:gd name="connsiteX868" fmla="*/ 2060571 w 4940931"/>
                <a:gd name="connsiteY868" fmla="*/ 53340 h 138429"/>
                <a:gd name="connsiteX869" fmla="*/ 2062476 w 4940931"/>
                <a:gd name="connsiteY869" fmla="*/ 68580 h 138429"/>
                <a:gd name="connsiteX870" fmla="*/ 2061206 w 4940931"/>
                <a:gd name="connsiteY870" fmla="*/ 68580 h 138429"/>
                <a:gd name="connsiteX871" fmla="*/ 2061206 w 4940931"/>
                <a:gd name="connsiteY871" fmla="*/ 72390 h 138429"/>
                <a:gd name="connsiteX872" fmla="*/ 2061206 w 4940931"/>
                <a:gd name="connsiteY872" fmla="*/ 75565 h 138429"/>
                <a:gd name="connsiteX873" fmla="*/ 2009771 w 4940931"/>
                <a:gd name="connsiteY873" fmla="*/ 75565 h 138429"/>
                <a:gd name="connsiteX874" fmla="*/ 2012311 w 4940931"/>
                <a:gd name="connsiteY874" fmla="*/ 85090 h 138429"/>
                <a:gd name="connsiteX875" fmla="*/ 2016756 w 4940931"/>
                <a:gd name="connsiteY875" fmla="*/ 91440 h 138429"/>
                <a:gd name="connsiteX876" fmla="*/ 2022471 w 4940931"/>
                <a:gd name="connsiteY876" fmla="*/ 95250 h 138429"/>
                <a:gd name="connsiteX877" fmla="*/ 2029456 w 4940931"/>
                <a:gd name="connsiteY877" fmla="*/ 96520 h 138429"/>
                <a:gd name="connsiteX878" fmla="*/ 2034536 w 4940931"/>
                <a:gd name="connsiteY878" fmla="*/ 96520 h 138429"/>
                <a:gd name="connsiteX879" fmla="*/ 2038981 w 4940931"/>
                <a:gd name="connsiteY879" fmla="*/ 95250 h 138429"/>
                <a:gd name="connsiteX880" fmla="*/ 2042791 w 4940931"/>
                <a:gd name="connsiteY880" fmla="*/ 93345 h 138429"/>
                <a:gd name="connsiteX881" fmla="*/ 2047236 w 4940931"/>
                <a:gd name="connsiteY881" fmla="*/ 90805 h 138429"/>
                <a:gd name="connsiteX882" fmla="*/ 2056126 w 4940931"/>
                <a:gd name="connsiteY882" fmla="*/ 100330 h 138429"/>
                <a:gd name="connsiteX883" fmla="*/ 2050411 w 4940931"/>
                <a:gd name="connsiteY883" fmla="*/ 104775 h 138429"/>
                <a:gd name="connsiteX884" fmla="*/ 2044696 w 4940931"/>
                <a:gd name="connsiteY884" fmla="*/ 107950 h 138429"/>
                <a:gd name="connsiteX885" fmla="*/ 2037711 w 4940931"/>
                <a:gd name="connsiteY885" fmla="*/ 109855 h 138429"/>
                <a:gd name="connsiteX886" fmla="*/ 2028821 w 4940931"/>
                <a:gd name="connsiteY886" fmla="*/ 110490 h 138429"/>
                <a:gd name="connsiteX887" fmla="*/ 2019296 w 4940931"/>
                <a:gd name="connsiteY887" fmla="*/ 109220 h 138429"/>
                <a:gd name="connsiteX888" fmla="*/ 2011676 w 4940931"/>
                <a:gd name="connsiteY888" fmla="*/ 105410 h 138429"/>
                <a:gd name="connsiteX889" fmla="*/ 2005326 w 4940931"/>
                <a:gd name="connsiteY889" fmla="*/ 100330 h 138429"/>
                <a:gd name="connsiteX890" fmla="*/ 2000246 w 4940931"/>
                <a:gd name="connsiteY890" fmla="*/ 92710 h 138429"/>
                <a:gd name="connsiteX891" fmla="*/ 1996436 w 4940931"/>
                <a:gd name="connsiteY891" fmla="*/ 82550 h 138429"/>
                <a:gd name="connsiteX892" fmla="*/ 1995166 w 4940931"/>
                <a:gd name="connsiteY892" fmla="*/ 69850 h 138429"/>
                <a:gd name="connsiteX893" fmla="*/ 1997706 w 4940931"/>
                <a:gd name="connsiteY893" fmla="*/ 52070 h 138429"/>
                <a:gd name="connsiteX894" fmla="*/ 2004691 w 4940931"/>
                <a:gd name="connsiteY894" fmla="*/ 39370 h 138429"/>
                <a:gd name="connsiteX895" fmla="*/ 2015486 w 4940931"/>
                <a:gd name="connsiteY895" fmla="*/ 31750 h 138429"/>
                <a:gd name="connsiteX896" fmla="*/ 2029456 w 4940931"/>
                <a:gd name="connsiteY896" fmla="*/ 29210 h 138429"/>
                <a:gd name="connsiteX897" fmla="*/ 1831336 w 4940931"/>
                <a:gd name="connsiteY897" fmla="*/ 29210 h 138429"/>
                <a:gd name="connsiteX898" fmla="*/ 1845941 w 4940931"/>
                <a:gd name="connsiteY898" fmla="*/ 32385 h 138429"/>
                <a:gd name="connsiteX899" fmla="*/ 1856101 w 4940931"/>
                <a:gd name="connsiteY899" fmla="*/ 40640 h 138429"/>
                <a:gd name="connsiteX900" fmla="*/ 1862451 w 4940931"/>
                <a:gd name="connsiteY900" fmla="*/ 53340 h 138429"/>
                <a:gd name="connsiteX901" fmla="*/ 1864356 w 4940931"/>
                <a:gd name="connsiteY901" fmla="*/ 68580 h 138429"/>
                <a:gd name="connsiteX902" fmla="*/ 1863086 w 4940931"/>
                <a:gd name="connsiteY902" fmla="*/ 68580 h 138429"/>
                <a:gd name="connsiteX903" fmla="*/ 1863086 w 4940931"/>
                <a:gd name="connsiteY903" fmla="*/ 72390 h 138429"/>
                <a:gd name="connsiteX904" fmla="*/ 1863086 w 4940931"/>
                <a:gd name="connsiteY904" fmla="*/ 75565 h 138429"/>
                <a:gd name="connsiteX905" fmla="*/ 1811651 w 4940931"/>
                <a:gd name="connsiteY905" fmla="*/ 75565 h 138429"/>
                <a:gd name="connsiteX906" fmla="*/ 1814191 w 4940931"/>
                <a:gd name="connsiteY906" fmla="*/ 85090 h 138429"/>
                <a:gd name="connsiteX907" fmla="*/ 1818636 w 4940931"/>
                <a:gd name="connsiteY907" fmla="*/ 91440 h 138429"/>
                <a:gd name="connsiteX908" fmla="*/ 1824351 w 4940931"/>
                <a:gd name="connsiteY908" fmla="*/ 95250 h 138429"/>
                <a:gd name="connsiteX909" fmla="*/ 1831336 w 4940931"/>
                <a:gd name="connsiteY909" fmla="*/ 96520 h 138429"/>
                <a:gd name="connsiteX910" fmla="*/ 1836416 w 4940931"/>
                <a:gd name="connsiteY910" fmla="*/ 96520 h 138429"/>
                <a:gd name="connsiteX911" fmla="*/ 1840861 w 4940931"/>
                <a:gd name="connsiteY911" fmla="*/ 95250 h 138429"/>
                <a:gd name="connsiteX912" fmla="*/ 1844671 w 4940931"/>
                <a:gd name="connsiteY912" fmla="*/ 93345 h 138429"/>
                <a:gd name="connsiteX913" fmla="*/ 1849116 w 4940931"/>
                <a:gd name="connsiteY913" fmla="*/ 90805 h 138429"/>
                <a:gd name="connsiteX914" fmla="*/ 1858006 w 4940931"/>
                <a:gd name="connsiteY914" fmla="*/ 100330 h 138429"/>
                <a:gd name="connsiteX915" fmla="*/ 1852291 w 4940931"/>
                <a:gd name="connsiteY915" fmla="*/ 104775 h 138429"/>
                <a:gd name="connsiteX916" fmla="*/ 1846576 w 4940931"/>
                <a:gd name="connsiteY916" fmla="*/ 107950 h 138429"/>
                <a:gd name="connsiteX917" fmla="*/ 1839591 w 4940931"/>
                <a:gd name="connsiteY917" fmla="*/ 109855 h 138429"/>
                <a:gd name="connsiteX918" fmla="*/ 1830701 w 4940931"/>
                <a:gd name="connsiteY918" fmla="*/ 110490 h 138429"/>
                <a:gd name="connsiteX919" fmla="*/ 1821176 w 4940931"/>
                <a:gd name="connsiteY919" fmla="*/ 109220 h 138429"/>
                <a:gd name="connsiteX920" fmla="*/ 1813556 w 4940931"/>
                <a:gd name="connsiteY920" fmla="*/ 105410 h 138429"/>
                <a:gd name="connsiteX921" fmla="*/ 1807206 w 4940931"/>
                <a:gd name="connsiteY921" fmla="*/ 100330 h 138429"/>
                <a:gd name="connsiteX922" fmla="*/ 1802126 w 4940931"/>
                <a:gd name="connsiteY922" fmla="*/ 92710 h 138429"/>
                <a:gd name="connsiteX923" fmla="*/ 1798316 w 4940931"/>
                <a:gd name="connsiteY923" fmla="*/ 82550 h 138429"/>
                <a:gd name="connsiteX924" fmla="*/ 1797046 w 4940931"/>
                <a:gd name="connsiteY924" fmla="*/ 69850 h 138429"/>
                <a:gd name="connsiteX925" fmla="*/ 1799586 w 4940931"/>
                <a:gd name="connsiteY925" fmla="*/ 52070 h 138429"/>
                <a:gd name="connsiteX926" fmla="*/ 1806571 w 4940931"/>
                <a:gd name="connsiteY926" fmla="*/ 39370 h 138429"/>
                <a:gd name="connsiteX927" fmla="*/ 1817366 w 4940931"/>
                <a:gd name="connsiteY927" fmla="*/ 31750 h 138429"/>
                <a:gd name="connsiteX928" fmla="*/ 1831336 w 4940931"/>
                <a:gd name="connsiteY928" fmla="*/ 29210 h 138429"/>
                <a:gd name="connsiteX929" fmla="*/ 1501140 w 4940931"/>
                <a:gd name="connsiteY929" fmla="*/ 29210 h 138429"/>
                <a:gd name="connsiteX930" fmla="*/ 1506856 w 4940931"/>
                <a:gd name="connsiteY930" fmla="*/ 29210 h 138429"/>
                <a:gd name="connsiteX931" fmla="*/ 1518920 w 4940931"/>
                <a:gd name="connsiteY931" fmla="*/ 31750 h 138429"/>
                <a:gd name="connsiteX932" fmla="*/ 1527811 w 4940931"/>
                <a:gd name="connsiteY932" fmla="*/ 38100 h 138429"/>
                <a:gd name="connsiteX933" fmla="*/ 1532891 w 4940931"/>
                <a:gd name="connsiteY933" fmla="*/ 48895 h 138429"/>
                <a:gd name="connsiteX934" fmla="*/ 1534796 w 4940931"/>
                <a:gd name="connsiteY934" fmla="*/ 64135 h 138429"/>
                <a:gd name="connsiteX935" fmla="*/ 1534796 w 4940931"/>
                <a:gd name="connsiteY935" fmla="*/ 108585 h 138429"/>
                <a:gd name="connsiteX936" fmla="*/ 1519556 w 4940931"/>
                <a:gd name="connsiteY936" fmla="*/ 108585 h 138429"/>
                <a:gd name="connsiteX937" fmla="*/ 1518920 w 4940931"/>
                <a:gd name="connsiteY937" fmla="*/ 108585 h 138429"/>
                <a:gd name="connsiteX938" fmla="*/ 1518920 w 4940931"/>
                <a:gd name="connsiteY938" fmla="*/ 64770 h 138429"/>
                <a:gd name="connsiteX939" fmla="*/ 1515111 w 4940931"/>
                <a:gd name="connsiteY939" fmla="*/ 48895 h 138429"/>
                <a:gd name="connsiteX940" fmla="*/ 1503046 w 4940931"/>
                <a:gd name="connsiteY940" fmla="*/ 43180 h 138429"/>
                <a:gd name="connsiteX941" fmla="*/ 1496061 w 4940931"/>
                <a:gd name="connsiteY941" fmla="*/ 44450 h 138429"/>
                <a:gd name="connsiteX942" fmla="*/ 1490981 w 4940931"/>
                <a:gd name="connsiteY942" fmla="*/ 48260 h 138429"/>
                <a:gd name="connsiteX943" fmla="*/ 1487806 w 4940931"/>
                <a:gd name="connsiteY943" fmla="*/ 54610 h 138429"/>
                <a:gd name="connsiteX944" fmla="*/ 1487170 w 4940931"/>
                <a:gd name="connsiteY944" fmla="*/ 62865 h 138429"/>
                <a:gd name="connsiteX945" fmla="*/ 1487170 w 4940931"/>
                <a:gd name="connsiteY945" fmla="*/ 108585 h 138429"/>
                <a:gd name="connsiteX946" fmla="*/ 1471931 w 4940931"/>
                <a:gd name="connsiteY946" fmla="*/ 108585 h 138429"/>
                <a:gd name="connsiteX947" fmla="*/ 1471931 w 4940931"/>
                <a:gd name="connsiteY947" fmla="*/ 30480 h 138429"/>
                <a:gd name="connsiteX948" fmla="*/ 1487170 w 4940931"/>
                <a:gd name="connsiteY948" fmla="*/ 30480 h 138429"/>
                <a:gd name="connsiteX949" fmla="*/ 1487170 w 4940931"/>
                <a:gd name="connsiteY949" fmla="*/ 38100 h 138429"/>
                <a:gd name="connsiteX950" fmla="*/ 1490981 w 4940931"/>
                <a:gd name="connsiteY950" fmla="*/ 34290 h 138429"/>
                <a:gd name="connsiteX951" fmla="*/ 1495426 w 4940931"/>
                <a:gd name="connsiteY951" fmla="*/ 31115 h 138429"/>
                <a:gd name="connsiteX952" fmla="*/ 1501140 w 4940931"/>
                <a:gd name="connsiteY952" fmla="*/ 29210 h 138429"/>
                <a:gd name="connsiteX953" fmla="*/ 1250316 w 4940931"/>
                <a:gd name="connsiteY953" fmla="*/ 29210 h 138429"/>
                <a:gd name="connsiteX954" fmla="*/ 1264286 w 4940931"/>
                <a:gd name="connsiteY954" fmla="*/ 31750 h 138429"/>
                <a:gd name="connsiteX955" fmla="*/ 1276350 w 4940931"/>
                <a:gd name="connsiteY955" fmla="*/ 38100 h 138429"/>
                <a:gd name="connsiteX956" fmla="*/ 1278256 w 4940931"/>
                <a:gd name="connsiteY956" fmla="*/ 38100 h 138429"/>
                <a:gd name="connsiteX957" fmla="*/ 1271271 w 4940931"/>
                <a:gd name="connsiteY957" fmla="*/ 50165 h 138429"/>
                <a:gd name="connsiteX958" fmla="*/ 1261746 w 4940931"/>
                <a:gd name="connsiteY958" fmla="*/ 45085 h 138429"/>
                <a:gd name="connsiteX959" fmla="*/ 1250951 w 4940931"/>
                <a:gd name="connsiteY959" fmla="*/ 43180 h 138429"/>
                <a:gd name="connsiteX960" fmla="*/ 1242696 w 4940931"/>
                <a:gd name="connsiteY960" fmla="*/ 45085 h 138429"/>
                <a:gd name="connsiteX961" fmla="*/ 1240156 w 4940931"/>
                <a:gd name="connsiteY961" fmla="*/ 50165 h 138429"/>
                <a:gd name="connsiteX962" fmla="*/ 1240156 w 4940931"/>
                <a:gd name="connsiteY962" fmla="*/ 52705 h 138429"/>
                <a:gd name="connsiteX963" fmla="*/ 1242061 w 4940931"/>
                <a:gd name="connsiteY963" fmla="*/ 55245 h 138429"/>
                <a:gd name="connsiteX964" fmla="*/ 1246506 w 4940931"/>
                <a:gd name="connsiteY964" fmla="*/ 57785 h 138429"/>
                <a:gd name="connsiteX965" fmla="*/ 1253491 w 4940931"/>
                <a:gd name="connsiteY965" fmla="*/ 60960 h 138429"/>
                <a:gd name="connsiteX966" fmla="*/ 1264921 w 4940931"/>
                <a:gd name="connsiteY966" fmla="*/ 66040 h 138429"/>
                <a:gd name="connsiteX967" fmla="*/ 1273176 w 4940931"/>
                <a:gd name="connsiteY967" fmla="*/ 71120 h 138429"/>
                <a:gd name="connsiteX968" fmla="*/ 1278256 w 4940931"/>
                <a:gd name="connsiteY968" fmla="*/ 78105 h 138429"/>
                <a:gd name="connsiteX969" fmla="*/ 1280161 w 4940931"/>
                <a:gd name="connsiteY969" fmla="*/ 87630 h 138429"/>
                <a:gd name="connsiteX970" fmla="*/ 1277621 w 4940931"/>
                <a:gd name="connsiteY970" fmla="*/ 98425 h 138429"/>
                <a:gd name="connsiteX971" fmla="*/ 1271271 w 4940931"/>
                <a:gd name="connsiteY971" fmla="*/ 105410 h 138429"/>
                <a:gd name="connsiteX972" fmla="*/ 1261746 w 4940931"/>
                <a:gd name="connsiteY972" fmla="*/ 109220 h 138429"/>
                <a:gd name="connsiteX973" fmla="*/ 1250951 w 4940931"/>
                <a:gd name="connsiteY973" fmla="*/ 110490 h 138429"/>
                <a:gd name="connsiteX974" fmla="*/ 1235711 w 4940931"/>
                <a:gd name="connsiteY974" fmla="*/ 107950 h 138429"/>
                <a:gd name="connsiteX975" fmla="*/ 1221106 w 4940931"/>
                <a:gd name="connsiteY975" fmla="*/ 100965 h 138429"/>
                <a:gd name="connsiteX976" fmla="*/ 1228091 w 4940931"/>
                <a:gd name="connsiteY976" fmla="*/ 89535 h 138429"/>
                <a:gd name="connsiteX977" fmla="*/ 1239521 w 4940931"/>
                <a:gd name="connsiteY977" fmla="*/ 95250 h 138429"/>
                <a:gd name="connsiteX978" fmla="*/ 1250951 w 4940931"/>
                <a:gd name="connsiteY978" fmla="*/ 97155 h 138429"/>
                <a:gd name="connsiteX979" fmla="*/ 1261746 w 4940931"/>
                <a:gd name="connsiteY979" fmla="*/ 94615 h 138429"/>
                <a:gd name="connsiteX980" fmla="*/ 1264921 w 4940931"/>
                <a:gd name="connsiteY980" fmla="*/ 88265 h 138429"/>
                <a:gd name="connsiteX981" fmla="*/ 1263650 w 4940931"/>
                <a:gd name="connsiteY981" fmla="*/ 84455 h 138429"/>
                <a:gd name="connsiteX982" fmla="*/ 1259841 w 4940931"/>
                <a:gd name="connsiteY982" fmla="*/ 81280 h 138429"/>
                <a:gd name="connsiteX983" fmla="*/ 1254125 w 4940931"/>
                <a:gd name="connsiteY983" fmla="*/ 78105 h 138429"/>
                <a:gd name="connsiteX984" fmla="*/ 1246506 w 4940931"/>
                <a:gd name="connsiteY984" fmla="*/ 74930 h 138429"/>
                <a:gd name="connsiteX985" fmla="*/ 1235711 w 4940931"/>
                <a:gd name="connsiteY985" fmla="*/ 69850 h 138429"/>
                <a:gd name="connsiteX986" fmla="*/ 1228726 w 4940931"/>
                <a:gd name="connsiteY986" fmla="*/ 64770 h 138429"/>
                <a:gd name="connsiteX987" fmla="*/ 1224916 w 4940931"/>
                <a:gd name="connsiteY987" fmla="*/ 58420 h 138429"/>
                <a:gd name="connsiteX988" fmla="*/ 1223646 w 4940931"/>
                <a:gd name="connsiteY988" fmla="*/ 50165 h 138429"/>
                <a:gd name="connsiteX989" fmla="*/ 1225551 w 4940931"/>
                <a:gd name="connsiteY989" fmla="*/ 40640 h 138429"/>
                <a:gd name="connsiteX990" fmla="*/ 1231266 w 4940931"/>
                <a:gd name="connsiteY990" fmla="*/ 34290 h 138429"/>
                <a:gd name="connsiteX991" fmla="*/ 1239521 w 4940931"/>
                <a:gd name="connsiteY991" fmla="*/ 30480 h 138429"/>
                <a:gd name="connsiteX992" fmla="*/ 1250316 w 4940931"/>
                <a:gd name="connsiteY992" fmla="*/ 29210 h 138429"/>
                <a:gd name="connsiteX993" fmla="*/ 1180466 w 4940931"/>
                <a:gd name="connsiteY993" fmla="*/ 29210 h 138429"/>
                <a:gd name="connsiteX994" fmla="*/ 1195071 w 4940931"/>
                <a:gd name="connsiteY994" fmla="*/ 32385 h 138429"/>
                <a:gd name="connsiteX995" fmla="*/ 1205231 w 4940931"/>
                <a:gd name="connsiteY995" fmla="*/ 40640 h 138429"/>
                <a:gd name="connsiteX996" fmla="*/ 1211581 w 4940931"/>
                <a:gd name="connsiteY996" fmla="*/ 53340 h 138429"/>
                <a:gd name="connsiteX997" fmla="*/ 1213486 w 4940931"/>
                <a:gd name="connsiteY997" fmla="*/ 68580 h 138429"/>
                <a:gd name="connsiteX998" fmla="*/ 1212216 w 4940931"/>
                <a:gd name="connsiteY998" fmla="*/ 68580 h 138429"/>
                <a:gd name="connsiteX999" fmla="*/ 1212216 w 4940931"/>
                <a:gd name="connsiteY999" fmla="*/ 72390 h 138429"/>
                <a:gd name="connsiteX1000" fmla="*/ 1212216 w 4940931"/>
                <a:gd name="connsiteY1000" fmla="*/ 75565 h 138429"/>
                <a:gd name="connsiteX1001" fmla="*/ 1160781 w 4940931"/>
                <a:gd name="connsiteY1001" fmla="*/ 75565 h 138429"/>
                <a:gd name="connsiteX1002" fmla="*/ 1163321 w 4940931"/>
                <a:gd name="connsiteY1002" fmla="*/ 85090 h 138429"/>
                <a:gd name="connsiteX1003" fmla="*/ 1167766 w 4940931"/>
                <a:gd name="connsiteY1003" fmla="*/ 91440 h 138429"/>
                <a:gd name="connsiteX1004" fmla="*/ 1173481 w 4940931"/>
                <a:gd name="connsiteY1004" fmla="*/ 95250 h 138429"/>
                <a:gd name="connsiteX1005" fmla="*/ 1180466 w 4940931"/>
                <a:gd name="connsiteY1005" fmla="*/ 96520 h 138429"/>
                <a:gd name="connsiteX1006" fmla="*/ 1185546 w 4940931"/>
                <a:gd name="connsiteY1006" fmla="*/ 96520 h 138429"/>
                <a:gd name="connsiteX1007" fmla="*/ 1189991 w 4940931"/>
                <a:gd name="connsiteY1007" fmla="*/ 95250 h 138429"/>
                <a:gd name="connsiteX1008" fmla="*/ 1193801 w 4940931"/>
                <a:gd name="connsiteY1008" fmla="*/ 93345 h 138429"/>
                <a:gd name="connsiteX1009" fmla="*/ 1198246 w 4940931"/>
                <a:gd name="connsiteY1009" fmla="*/ 90805 h 138429"/>
                <a:gd name="connsiteX1010" fmla="*/ 1207136 w 4940931"/>
                <a:gd name="connsiteY1010" fmla="*/ 100330 h 138429"/>
                <a:gd name="connsiteX1011" fmla="*/ 1201421 w 4940931"/>
                <a:gd name="connsiteY1011" fmla="*/ 104775 h 138429"/>
                <a:gd name="connsiteX1012" fmla="*/ 1195706 w 4940931"/>
                <a:gd name="connsiteY1012" fmla="*/ 107950 h 138429"/>
                <a:gd name="connsiteX1013" fmla="*/ 1188721 w 4940931"/>
                <a:gd name="connsiteY1013" fmla="*/ 109855 h 138429"/>
                <a:gd name="connsiteX1014" fmla="*/ 1179831 w 4940931"/>
                <a:gd name="connsiteY1014" fmla="*/ 110490 h 138429"/>
                <a:gd name="connsiteX1015" fmla="*/ 1170306 w 4940931"/>
                <a:gd name="connsiteY1015" fmla="*/ 109220 h 138429"/>
                <a:gd name="connsiteX1016" fmla="*/ 1162686 w 4940931"/>
                <a:gd name="connsiteY1016" fmla="*/ 105410 h 138429"/>
                <a:gd name="connsiteX1017" fmla="*/ 1156336 w 4940931"/>
                <a:gd name="connsiteY1017" fmla="*/ 100330 h 138429"/>
                <a:gd name="connsiteX1018" fmla="*/ 1151256 w 4940931"/>
                <a:gd name="connsiteY1018" fmla="*/ 92710 h 138429"/>
                <a:gd name="connsiteX1019" fmla="*/ 1147446 w 4940931"/>
                <a:gd name="connsiteY1019" fmla="*/ 82550 h 138429"/>
                <a:gd name="connsiteX1020" fmla="*/ 1146176 w 4940931"/>
                <a:gd name="connsiteY1020" fmla="*/ 69850 h 138429"/>
                <a:gd name="connsiteX1021" fmla="*/ 1148716 w 4940931"/>
                <a:gd name="connsiteY1021" fmla="*/ 52070 h 138429"/>
                <a:gd name="connsiteX1022" fmla="*/ 1155701 w 4940931"/>
                <a:gd name="connsiteY1022" fmla="*/ 39370 h 138429"/>
                <a:gd name="connsiteX1023" fmla="*/ 1166496 w 4940931"/>
                <a:gd name="connsiteY1023" fmla="*/ 31750 h 138429"/>
                <a:gd name="connsiteX1024" fmla="*/ 1180466 w 4940931"/>
                <a:gd name="connsiteY1024" fmla="*/ 29210 h 138429"/>
                <a:gd name="connsiteX1025" fmla="*/ 901065 w 4940931"/>
                <a:gd name="connsiteY1025" fmla="*/ 29210 h 138429"/>
                <a:gd name="connsiteX1026" fmla="*/ 915670 w 4940931"/>
                <a:gd name="connsiteY1026" fmla="*/ 32385 h 138429"/>
                <a:gd name="connsiteX1027" fmla="*/ 925830 w 4940931"/>
                <a:gd name="connsiteY1027" fmla="*/ 40640 h 138429"/>
                <a:gd name="connsiteX1028" fmla="*/ 932180 w 4940931"/>
                <a:gd name="connsiteY1028" fmla="*/ 53340 h 138429"/>
                <a:gd name="connsiteX1029" fmla="*/ 934085 w 4940931"/>
                <a:gd name="connsiteY1029" fmla="*/ 68580 h 138429"/>
                <a:gd name="connsiteX1030" fmla="*/ 932815 w 4940931"/>
                <a:gd name="connsiteY1030" fmla="*/ 68580 h 138429"/>
                <a:gd name="connsiteX1031" fmla="*/ 932815 w 4940931"/>
                <a:gd name="connsiteY1031" fmla="*/ 72390 h 138429"/>
                <a:gd name="connsiteX1032" fmla="*/ 932815 w 4940931"/>
                <a:gd name="connsiteY1032" fmla="*/ 75565 h 138429"/>
                <a:gd name="connsiteX1033" fmla="*/ 881380 w 4940931"/>
                <a:gd name="connsiteY1033" fmla="*/ 75565 h 138429"/>
                <a:gd name="connsiteX1034" fmla="*/ 883920 w 4940931"/>
                <a:gd name="connsiteY1034" fmla="*/ 85090 h 138429"/>
                <a:gd name="connsiteX1035" fmla="*/ 888365 w 4940931"/>
                <a:gd name="connsiteY1035" fmla="*/ 91440 h 138429"/>
                <a:gd name="connsiteX1036" fmla="*/ 894080 w 4940931"/>
                <a:gd name="connsiteY1036" fmla="*/ 95250 h 138429"/>
                <a:gd name="connsiteX1037" fmla="*/ 901065 w 4940931"/>
                <a:gd name="connsiteY1037" fmla="*/ 96520 h 138429"/>
                <a:gd name="connsiteX1038" fmla="*/ 906145 w 4940931"/>
                <a:gd name="connsiteY1038" fmla="*/ 96520 h 138429"/>
                <a:gd name="connsiteX1039" fmla="*/ 910590 w 4940931"/>
                <a:gd name="connsiteY1039" fmla="*/ 95250 h 138429"/>
                <a:gd name="connsiteX1040" fmla="*/ 914400 w 4940931"/>
                <a:gd name="connsiteY1040" fmla="*/ 93345 h 138429"/>
                <a:gd name="connsiteX1041" fmla="*/ 918845 w 4940931"/>
                <a:gd name="connsiteY1041" fmla="*/ 90805 h 138429"/>
                <a:gd name="connsiteX1042" fmla="*/ 927735 w 4940931"/>
                <a:gd name="connsiteY1042" fmla="*/ 100330 h 138429"/>
                <a:gd name="connsiteX1043" fmla="*/ 922020 w 4940931"/>
                <a:gd name="connsiteY1043" fmla="*/ 104775 h 138429"/>
                <a:gd name="connsiteX1044" fmla="*/ 916305 w 4940931"/>
                <a:gd name="connsiteY1044" fmla="*/ 107950 h 138429"/>
                <a:gd name="connsiteX1045" fmla="*/ 909320 w 4940931"/>
                <a:gd name="connsiteY1045" fmla="*/ 109855 h 138429"/>
                <a:gd name="connsiteX1046" fmla="*/ 900430 w 4940931"/>
                <a:gd name="connsiteY1046" fmla="*/ 110490 h 138429"/>
                <a:gd name="connsiteX1047" fmla="*/ 890905 w 4940931"/>
                <a:gd name="connsiteY1047" fmla="*/ 109220 h 138429"/>
                <a:gd name="connsiteX1048" fmla="*/ 883285 w 4940931"/>
                <a:gd name="connsiteY1048" fmla="*/ 105410 h 138429"/>
                <a:gd name="connsiteX1049" fmla="*/ 876935 w 4940931"/>
                <a:gd name="connsiteY1049" fmla="*/ 100330 h 138429"/>
                <a:gd name="connsiteX1050" fmla="*/ 871855 w 4940931"/>
                <a:gd name="connsiteY1050" fmla="*/ 92710 h 138429"/>
                <a:gd name="connsiteX1051" fmla="*/ 868045 w 4940931"/>
                <a:gd name="connsiteY1051" fmla="*/ 82550 h 138429"/>
                <a:gd name="connsiteX1052" fmla="*/ 866775 w 4940931"/>
                <a:gd name="connsiteY1052" fmla="*/ 69850 h 138429"/>
                <a:gd name="connsiteX1053" fmla="*/ 869315 w 4940931"/>
                <a:gd name="connsiteY1053" fmla="*/ 52070 h 138429"/>
                <a:gd name="connsiteX1054" fmla="*/ 876300 w 4940931"/>
                <a:gd name="connsiteY1054" fmla="*/ 39370 h 138429"/>
                <a:gd name="connsiteX1055" fmla="*/ 887095 w 4940931"/>
                <a:gd name="connsiteY1055" fmla="*/ 31750 h 138429"/>
                <a:gd name="connsiteX1056" fmla="*/ 901065 w 4940931"/>
                <a:gd name="connsiteY1056" fmla="*/ 29210 h 138429"/>
                <a:gd name="connsiteX1057" fmla="*/ 668656 w 4940931"/>
                <a:gd name="connsiteY1057" fmla="*/ 29210 h 138429"/>
                <a:gd name="connsiteX1058" fmla="*/ 676275 w 4940931"/>
                <a:gd name="connsiteY1058" fmla="*/ 29845 h 138429"/>
                <a:gd name="connsiteX1059" fmla="*/ 681991 w 4940931"/>
                <a:gd name="connsiteY1059" fmla="*/ 32385 h 138429"/>
                <a:gd name="connsiteX1060" fmla="*/ 678181 w 4940931"/>
                <a:gd name="connsiteY1060" fmla="*/ 46990 h 138429"/>
                <a:gd name="connsiteX1061" fmla="*/ 676910 w 4940931"/>
                <a:gd name="connsiteY1061" fmla="*/ 46990 h 138429"/>
                <a:gd name="connsiteX1062" fmla="*/ 671830 w 4940931"/>
                <a:gd name="connsiteY1062" fmla="*/ 45085 h 138429"/>
                <a:gd name="connsiteX1063" fmla="*/ 665480 w 4940931"/>
                <a:gd name="connsiteY1063" fmla="*/ 44450 h 138429"/>
                <a:gd name="connsiteX1064" fmla="*/ 654050 w 4940931"/>
                <a:gd name="connsiteY1064" fmla="*/ 49530 h 138429"/>
                <a:gd name="connsiteX1065" fmla="*/ 650240 w 4940931"/>
                <a:gd name="connsiteY1065" fmla="*/ 64770 h 138429"/>
                <a:gd name="connsiteX1066" fmla="*/ 650240 w 4940931"/>
                <a:gd name="connsiteY1066" fmla="*/ 109220 h 138429"/>
                <a:gd name="connsiteX1067" fmla="*/ 635000 w 4940931"/>
                <a:gd name="connsiteY1067" fmla="*/ 109220 h 138429"/>
                <a:gd name="connsiteX1068" fmla="*/ 635000 w 4940931"/>
                <a:gd name="connsiteY1068" fmla="*/ 31115 h 138429"/>
                <a:gd name="connsiteX1069" fmla="*/ 650240 w 4940931"/>
                <a:gd name="connsiteY1069" fmla="*/ 31115 h 138429"/>
                <a:gd name="connsiteX1070" fmla="*/ 650240 w 4940931"/>
                <a:gd name="connsiteY1070" fmla="*/ 38735 h 138429"/>
                <a:gd name="connsiteX1071" fmla="*/ 653416 w 4940931"/>
                <a:gd name="connsiteY1071" fmla="*/ 34925 h 138429"/>
                <a:gd name="connsiteX1072" fmla="*/ 657861 w 4940931"/>
                <a:gd name="connsiteY1072" fmla="*/ 31750 h 138429"/>
                <a:gd name="connsiteX1073" fmla="*/ 662940 w 4940931"/>
                <a:gd name="connsiteY1073" fmla="*/ 29845 h 138429"/>
                <a:gd name="connsiteX1074" fmla="*/ 668656 w 4940931"/>
                <a:gd name="connsiteY1074" fmla="*/ 29210 h 138429"/>
                <a:gd name="connsiteX1075" fmla="*/ 586739 w 4940931"/>
                <a:gd name="connsiteY1075" fmla="*/ 29210 h 138429"/>
                <a:gd name="connsiteX1076" fmla="*/ 601344 w 4940931"/>
                <a:gd name="connsiteY1076" fmla="*/ 32385 h 138429"/>
                <a:gd name="connsiteX1077" fmla="*/ 611504 w 4940931"/>
                <a:gd name="connsiteY1077" fmla="*/ 40640 h 138429"/>
                <a:gd name="connsiteX1078" fmla="*/ 617854 w 4940931"/>
                <a:gd name="connsiteY1078" fmla="*/ 53340 h 138429"/>
                <a:gd name="connsiteX1079" fmla="*/ 619759 w 4940931"/>
                <a:gd name="connsiteY1079" fmla="*/ 68580 h 138429"/>
                <a:gd name="connsiteX1080" fmla="*/ 618489 w 4940931"/>
                <a:gd name="connsiteY1080" fmla="*/ 68580 h 138429"/>
                <a:gd name="connsiteX1081" fmla="*/ 618489 w 4940931"/>
                <a:gd name="connsiteY1081" fmla="*/ 72390 h 138429"/>
                <a:gd name="connsiteX1082" fmla="*/ 618489 w 4940931"/>
                <a:gd name="connsiteY1082" fmla="*/ 75565 h 138429"/>
                <a:gd name="connsiteX1083" fmla="*/ 567054 w 4940931"/>
                <a:gd name="connsiteY1083" fmla="*/ 75565 h 138429"/>
                <a:gd name="connsiteX1084" fmla="*/ 569594 w 4940931"/>
                <a:gd name="connsiteY1084" fmla="*/ 85090 h 138429"/>
                <a:gd name="connsiteX1085" fmla="*/ 574039 w 4940931"/>
                <a:gd name="connsiteY1085" fmla="*/ 91440 h 138429"/>
                <a:gd name="connsiteX1086" fmla="*/ 579754 w 4940931"/>
                <a:gd name="connsiteY1086" fmla="*/ 95250 h 138429"/>
                <a:gd name="connsiteX1087" fmla="*/ 586739 w 4940931"/>
                <a:gd name="connsiteY1087" fmla="*/ 96520 h 138429"/>
                <a:gd name="connsiteX1088" fmla="*/ 591819 w 4940931"/>
                <a:gd name="connsiteY1088" fmla="*/ 96520 h 138429"/>
                <a:gd name="connsiteX1089" fmla="*/ 596264 w 4940931"/>
                <a:gd name="connsiteY1089" fmla="*/ 95250 h 138429"/>
                <a:gd name="connsiteX1090" fmla="*/ 600074 w 4940931"/>
                <a:gd name="connsiteY1090" fmla="*/ 93345 h 138429"/>
                <a:gd name="connsiteX1091" fmla="*/ 604519 w 4940931"/>
                <a:gd name="connsiteY1091" fmla="*/ 90805 h 138429"/>
                <a:gd name="connsiteX1092" fmla="*/ 613409 w 4940931"/>
                <a:gd name="connsiteY1092" fmla="*/ 100330 h 138429"/>
                <a:gd name="connsiteX1093" fmla="*/ 607694 w 4940931"/>
                <a:gd name="connsiteY1093" fmla="*/ 104775 h 138429"/>
                <a:gd name="connsiteX1094" fmla="*/ 601979 w 4940931"/>
                <a:gd name="connsiteY1094" fmla="*/ 107950 h 138429"/>
                <a:gd name="connsiteX1095" fmla="*/ 594994 w 4940931"/>
                <a:gd name="connsiteY1095" fmla="*/ 109855 h 138429"/>
                <a:gd name="connsiteX1096" fmla="*/ 586104 w 4940931"/>
                <a:gd name="connsiteY1096" fmla="*/ 110490 h 138429"/>
                <a:gd name="connsiteX1097" fmla="*/ 576579 w 4940931"/>
                <a:gd name="connsiteY1097" fmla="*/ 109220 h 138429"/>
                <a:gd name="connsiteX1098" fmla="*/ 568959 w 4940931"/>
                <a:gd name="connsiteY1098" fmla="*/ 105410 h 138429"/>
                <a:gd name="connsiteX1099" fmla="*/ 562609 w 4940931"/>
                <a:gd name="connsiteY1099" fmla="*/ 100330 h 138429"/>
                <a:gd name="connsiteX1100" fmla="*/ 557529 w 4940931"/>
                <a:gd name="connsiteY1100" fmla="*/ 92710 h 138429"/>
                <a:gd name="connsiteX1101" fmla="*/ 553719 w 4940931"/>
                <a:gd name="connsiteY1101" fmla="*/ 82550 h 138429"/>
                <a:gd name="connsiteX1102" fmla="*/ 552449 w 4940931"/>
                <a:gd name="connsiteY1102" fmla="*/ 69850 h 138429"/>
                <a:gd name="connsiteX1103" fmla="*/ 554989 w 4940931"/>
                <a:gd name="connsiteY1103" fmla="*/ 52070 h 138429"/>
                <a:gd name="connsiteX1104" fmla="*/ 561974 w 4940931"/>
                <a:gd name="connsiteY1104" fmla="*/ 39370 h 138429"/>
                <a:gd name="connsiteX1105" fmla="*/ 572769 w 4940931"/>
                <a:gd name="connsiteY1105" fmla="*/ 31750 h 138429"/>
                <a:gd name="connsiteX1106" fmla="*/ 586739 w 4940931"/>
                <a:gd name="connsiteY1106" fmla="*/ 29210 h 138429"/>
                <a:gd name="connsiteX1107" fmla="*/ 400050 w 4940931"/>
                <a:gd name="connsiteY1107" fmla="*/ 29210 h 138429"/>
                <a:gd name="connsiteX1108" fmla="*/ 414655 w 4940931"/>
                <a:gd name="connsiteY1108" fmla="*/ 32385 h 138429"/>
                <a:gd name="connsiteX1109" fmla="*/ 424815 w 4940931"/>
                <a:gd name="connsiteY1109" fmla="*/ 40640 h 138429"/>
                <a:gd name="connsiteX1110" fmla="*/ 431165 w 4940931"/>
                <a:gd name="connsiteY1110" fmla="*/ 53340 h 138429"/>
                <a:gd name="connsiteX1111" fmla="*/ 433070 w 4940931"/>
                <a:gd name="connsiteY1111" fmla="*/ 68580 h 138429"/>
                <a:gd name="connsiteX1112" fmla="*/ 431800 w 4940931"/>
                <a:gd name="connsiteY1112" fmla="*/ 68580 h 138429"/>
                <a:gd name="connsiteX1113" fmla="*/ 431800 w 4940931"/>
                <a:gd name="connsiteY1113" fmla="*/ 72390 h 138429"/>
                <a:gd name="connsiteX1114" fmla="*/ 431800 w 4940931"/>
                <a:gd name="connsiteY1114" fmla="*/ 75565 h 138429"/>
                <a:gd name="connsiteX1115" fmla="*/ 380365 w 4940931"/>
                <a:gd name="connsiteY1115" fmla="*/ 75565 h 138429"/>
                <a:gd name="connsiteX1116" fmla="*/ 382905 w 4940931"/>
                <a:gd name="connsiteY1116" fmla="*/ 85090 h 138429"/>
                <a:gd name="connsiteX1117" fmla="*/ 387350 w 4940931"/>
                <a:gd name="connsiteY1117" fmla="*/ 91440 h 138429"/>
                <a:gd name="connsiteX1118" fmla="*/ 393065 w 4940931"/>
                <a:gd name="connsiteY1118" fmla="*/ 95250 h 138429"/>
                <a:gd name="connsiteX1119" fmla="*/ 400050 w 4940931"/>
                <a:gd name="connsiteY1119" fmla="*/ 96520 h 138429"/>
                <a:gd name="connsiteX1120" fmla="*/ 405130 w 4940931"/>
                <a:gd name="connsiteY1120" fmla="*/ 96520 h 138429"/>
                <a:gd name="connsiteX1121" fmla="*/ 409575 w 4940931"/>
                <a:gd name="connsiteY1121" fmla="*/ 95250 h 138429"/>
                <a:gd name="connsiteX1122" fmla="*/ 413385 w 4940931"/>
                <a:gd name="connsiteY1122" fmla="*/ 93345 h 138429"/>
                <a:gd name="connsiteX1123" fmla="*/ 417830 w 4940931"/>
                <a:gd name="connsiteY1123" fmla="*/ 90805 h 138429"/>
                <a:gd name="connsiteX1124" fmla="*/ 426720 w 4940931"/>
                <a:gd name="connsiteY1124" fmla="*/ 100330 h 138429"/>
                <a:gd name="connsiteX1125" fmla="*/ 421005 w 4940931"/>
                <a:gd name="connsiteY1125" fmla="*/ 104775 h 138429"/>
                <a:gd name="connsiteX1126" fmla="*/ 415290 w 4940931"/>
                <a:gd name="connsiteY1126" fmla="*/ 107950 h 138429"/>
                <a:gd name="connsiteX1127" fmla="*/ 408305 w 4940931"/>
                <a:gd name="connsiteY1127" fmla="*/ 109855 h 138429"/>
                <a:gd name="connsiteX1128" fmla="*/ 399415 w 4940931"/>
                <a:gd name="connsiteY1128" fmla="*/ 110490 h 138429"/>
                <a:gd name="connsiteX1129" fmla="*/ 389890 w 4940931"/>
                <a:gd name="connsiteY1129" fmla="*/ 109220 h 138429"/>
                <a:gd name="connsiteX1130" fmla="*/ 382270 w 4940931"/>
                <a:gd name="connsiteY1130" fmla="*/ 105410 h 138429"/>
                <a:gd name="connsiteX1131" fmla="*/ 375920 w 4940931"/>
                <a:gd name="connsiteY1131" fmla="*/ 100330 h 138429"/>
                <a:gd name="connsiteX1132" fmla="*/ 370840 w 4940931"/>
                <a:gd name="connsiteY1132" fmla="*/ 92710 h 138429"/>
                <a:gd name="connsiteX1133" fmla="*/ 367030 w 4940931"/>
                <a:gd name="connsiteY1133" fmla="*/ 82550 h 138429"/>
                <a:gd name="connsiteX1134" fmla="*/ 365760 w 4940931"/>
                <a:gd name="connsiteY1134" fmla="*/ 69850 h 138429"/>
                <a:gd name="connsiteX1135" fmla="*/ 368300 w 4940931"/>
                <a:gd name="connsiteY1135" fmla="*/ 52070 h 138429"/>
                <a:gd name="connsiteX1136" fmla="*/ 375285 w 4940931"/>
                <a:gd name="connsiteY1136" fmla="*/ 39370 h 138429"/>
                <a:gd name="connsiteX1137" fmla="*/ 386080 w 4940931"/>
                <a:gd name="connsiteY1137" fmla="*/ 31750 h 138429"/>
                <a:gd name="connsiteX1138" fmla="*/ 400050 w 4940931"/>
                <a:gd name="connsiteY1138" fmla="*/ 29210 h 138429"/>
                <a:gd name="connsiteX1139" fmla="*/ 201930 w 4940931"/>
                <a:gd name="connsiteY1139" fmla="*/ 29210 h 138429"/>
                <a:gd name="connsiteX1140" fmla="*/ 216535 w 4940931"/>
                <a:gd name="connsiteY1140" fmla="*/ 32385 h 138429"/>
                <a:gd name="connsiteX1141" fmla="*/ 226695 w 4940931"/>
                <a:gd name="connsiteY1141" fmla="*/ 40640 h 138429"/>
                <a:gd name="connsiteX1142" fmla="*/ 233045 w 4940931"/>
                <a:gd name="connsiteY1142" fmla="*/ 53340 h 138429"/>
                <a:gd name="connsiteX1143" fmla="*/ 234950 w 4940931"/>
                <a:gd name="connsiteY1143" fmla="*/ 68580 h 138429"/>
                <a:gd name="connsiteX1144" fmla="*/ 233680 w 4940931"/>
                <a:gd name="connsiteY1144" fmla="*/ 68580 h 138429"/>
                <a:gd name="connsiteX1145" fmla="*/ 233680 w 4940931"/>
                <a:gd name="connsiteY1145" fmla="*/ 72390 h 138429"/>
                <a:gd name="connsiteX1146" fmla="*/ 233680 w 4940931"/>
                <a:gd name="connsiteY1146" fmla="*/ 75565 h 138429"/>
                <a:gd name="connsiteX1147" fmla="*/ 182245 w 4940931"/>
                <a:gd name="connsiteY1147" fmla="*/ 75565 h 138429"/>
                <a:gd name="connsiteX1148" fmla="*/ 184785 w 4940931"/>
                <a:gd name="connsiteY1148" fmla="*/ 85090 h 138429"/>
                <a:gd name="connsiteX1149" fmla="*/ 189230 w 4940931"/>
                <a:gd name="connsiteY1149" fmla="*/ 91440 h 138429"/>
                <a:gd name="connsiteX1150" fmla="*/ 194945 w 4940931"/>
                <a:gd name="connsiteY1150" fmla="*/ 95250 h 138429"/>
                <a:gd name="connsiteX1151" fmla="*/ 201930 w 4940931"/>
                <a:gd name="connsiteY1151" fmla="*/ 96520 h 138429"/>
                <a:gd name="connsiteX1152" fmla="*/ 207010 w 4940931"/>
                <a:gd name="connsiteY1152" fmla="*/ 96520 h 138429"/>
                <a:gd name="connsiteX1153" fmla="*/ 211455 w 4940931"/>
                <a:gd name="connsiteY1153" fmla="*/ 95250 h 138429"/>
                <a:gd name="connsiteX1154" fmla="*/ 215265 w 4940931"/>
                <a:gd name="connsiteY1154" fmla="*/ 93345 h 138429"/>
                <a:gd name="connsiteX1155" fmla="*/ 219710 w 4940931"/>
                <a:gd name="connsiteY1155" fmla="*/ 90805 h 138429"/>
                <a:gd name="connsiteX1156" fmla="*/ 228600 w 4940931"/>
                <a:gd name="connsiteY1156" fmla="*/ 100330 h 138429"/>
                <a:gd name="connsiteX1157" fmla="*/ 222885 w 4940931"/>
                <a:gd name="connsiteY1157" fmla="*/ 104775 h 138429"/>
                <a:gd name="connsiteX1158" fmla="*/ 217170 w 4940931"/>
                <a:gd name="connsiteY1158" fmla="*/ 107950 h 138429"/>
                <a:gd name="connsiteX1159" fmla="*/ 210185 w 4940931"/>
                <a:gd name="connsiteY1159" fmla="*/ 109855 h 138429"/>
                <a:gd name="connsiteX1160" fmla="*/ 201295 w 4940931"/>
                <a:gd name="connsiteY1160" fmla="*/ 110490 h 138429"/>
                <a:gd name="connsiteX1161" fmla="*/ 191770 w 4940931"/>
                <a:gd name="connsiteY1161" fmla="*/ 109220 h 138429"/>
                <a:gd name="connsiteX1162" fmla="*/ 184150 w 4940931"/>
                <a:gd name="connsiteY1162" fmla="*/ 105410 h 138429"/>
                <a:gd name="connsiteX1163" fmla="*/ 177800 w 4940931"/>
                <a:gd name="connsiteY1163" fmla="*/ 100330 h 138429"/>
                <a:gd name="connsiteX1164" fmla="*/ 172720 w 4940931"/>
                <a:gd name="connsiteY1164" fmla="*/ 92710 h 138429"/>
                <a:gd name="connsiteX1165" fmla="*/ 168910 w 4940931"/>
                <a:gd name="connsiteY1165" fmla="*/ 82550 h 138429"/>
                <a:gd name="connsiteX1166" fmla="*/ 167640 w 4940931"/>
                <a:gd name="connsiteY1166" fmla="*/ 69850 h 138429"/>
                <a:gd name="connsiteX1167" fmla="*/ 170180 w 4940931"/>
                <a:gd name="connsiteY1167" fmla="*/ 52070 h 138429"/>
                <a:gd name="connsiteX1168" fmla="*/ 177165 w 4940931"/>
                <a:gd name="connsiteY1168" fmla="*/ 39370 h 138429"/>
                <a:gd name="connsiteX1169" fmla="*/ 187960 w 4940931"/>
                <a:gd name="connsiteY1169" fmla="*/ 31750 h 138429"/>
                <a:gd name="connsiteX1170" fmla="*/ 201930 w 4940931"/>
                <a:gd name="connsiteY1170" fmla="*/ 29210 h 138429"/>
                <a:gd name="connsiteX1171" fmla="*/ 4664706 w 4940931"/>
                <a:gd name="connsiteY1171" fmla="*/ 28574 h 138429"/>
                <a:gd name="connsiteX1172" fmla="*/ 4678676 w 4940931"/>
                <a:gd name="connsiteY1172" fmla="*/ 31749 h 138429"/>
                <a:gd name="connsiteX1173" fmla="*/ 4689471 w 4940931"/>
                <a:gd name="connsiteY1173" fmla="*/ 40004 h 138429"/>
                <a:gd name="connsiteX1174" fmla="*/ 4696456 w 4940931"/>
                <a:gd name="connsiteY1174" fmla="*/ 52704 h 138429"/>
                <a:gd name="connsiteX1175" fmla="*/ 4698996 w 4940931"/>
                <a:gd name="connsiteY1175" fmla="*/ 69214 h 138429"/>
                <a:gd name="connsiteX1176" fmla="*/ 4699631 w 4940931"/>
                <a:gd name="connsiteY1176" fmla="*/ 69214 h 138429"/>
                <a:gd name="connsiteX1177" fmla="*/ 4697091 w 4940931"/>
                <a:gd name="connsiteY1177" fmla="*/ 86359 h 138429"/>
                <a:gd name="connsiteX1178" fmla="*/ 4689471 w 4940931"/>
                <a:gd name="connsiteY1178" fmla="*/ 99059 h 138429"/>
                <a:gd name="connsiteX1179" fmla="*/ 4678041 w 4940931"/>
                <a:gd name="connsiteY1179" fmla="*/ 107314 h 138429"/>
                <a:gd name="connsiteX1180" fmla="*/ 4664071 w 4940931"/>
                <a:gd name="connsiteY1180" fmla="*/ 109854 h 138429"/>
                <a:gd name="connsiteX1181" fmla="*/ 4650101 w 4940931"/>
                <a:gd name="connsiteY1181" fmla="*/ 106679 h 138429"/>
                <a:gd name="connsiteX1182" fmla="*/ 4639306 w 4940931"/>
                <a:gd name="connsiteY1182" fmla="*/ 98424 h 138429"/>
                <a:gd name="connsiteX1183" fmla="*/ 4632321 w 4940931"/>
                <a:gd name="connsiteY1183" fmla="*/ 85724 h 138429"/>
                <a:gd name="connsiteX1184" fmla="*/ 4629781 w 4940931"/>
                <a:gd name="connsiteY1184" fmla="*/ 69214 h 138429"/>
                <a:gd name="connsiteX1185" fmla="*/ 4632321 w 4940931"/>
                <a:gd name="connsiteY1185" fmla="*/ 52069 h 138429"/>
                <a:gd name="connsiteX1186" fmla="*/ 4639941 w 4940931"/>
                <a:gd name="connsiteY1186" fmla="*/ 39369 h 138429"/>
                <a:gd name="connsiteX1187" fmla="*/ 4650736 w 4940931"/>
                <a:gd name="connsiteY1187" fmla="*/ 31114 h 138429"/>
                <a:gd name="connsiteX1188" fmla="*/ 4664706 w 4940931"/>
                <a:gd name="connsiteY1188" fmla="*/ 28574 h 138429"/>
                <a:gd name="connsiteX1189" fmla="*/ 4264655 w 4940931"/>
                <a:gd name="connsiteY1189" fmla="*/ 28574 h 138429"/>
                <a:gd name="connsiteX1190" fmla="*/ 4278625 w 4940931"/>
                <a:gd name="connsiteY1190" fmla="*/ 31749 h 138429"/>
                <a:gd name="connsiteX1191" fmla="*/ 4289420 w 4940931"/>
                <a:gd name="connsiteY1191" fmla="*/ 40004 h 138429"/>
                <a:gd name="connsiteX1192" fmla="*/ 4296405 w 4940931"/>
                <a:gd name="connsiteY1192" fmla="*/ 52704 h 138429"/>
                <a:gd name="connsiteX1193" fmla="*/ 4298945 w 4940931"/>
                <a:gd name="connsiteY1193" fmla="*/ 69214 h 138429"/>
                <a:gd name="connsiteX1194" fmla="*/ 4299580 w 4940931"/>
                <a:gd name="connsiteY1194" fmla="*/ 69214 h 138429"/>
                <a:gd name="connsiteX1195" fmla="*/ 4297040 w 4940931"/>
                <a:gd name="connsiteY1195" fmla="*/ 86359 h 138429"/>
                <a:gd name="connsiteX1196" fmla="*/ 4289420 w 4940931"/>
                <a:gd name="connsiteY1196" fmla="*/ 99059 h 138429"/>
                <a:gd name="connsiteX1197" fmla="*/ 4277990 w 4940931"/>
                <a:gd name="connsiteY1197" fmla="*/ 107314 h 138429"/>
                <a:gd name="connsiteX1198" fmla="*/ 4264020 w 4940931"/>
                <a:gd name="connsiteY1198" fmla="*/ 109854 h 138429"/>
                <a:gd name="connsiteX1199" fmla="*/ 4250050 w 4940931"/>
                <a:gd name="connsiteY1199" fmla="*/ 106679 h 138429"/>
                <a:gd name="connsiteX1200" fmla="*/ 4239255 w 4940931"/>
                <a:gd name="connsiteY1200" fmla="*/ 98424 h 138429"/>
                <a:gd name="connsiteX1201" fmla="*/ 4232270 w 4940931"/>
                <a:gd name="connsiteY1201" fmla="*/ 85724 h 138429"/>
                <a:gd name="connsiteX1202" fmla="*/ 4229730 w 4940931"/>
                <a:gd name="connsiteY1202" fmla="*/ 69214 h 138429"/>
                <a:gd name="connsiteX1203" fmla="*/ 4232270 w 4940931"/>
                <a:gd name="connsiteY1203" fmla="*/ 52069 h 138429"/>
                <a:gd name="connsiteX1204" fmla="*/ 4239890 w 4940931"/>
                <a:gd name="connsiteY1204" fmla="*/ 39369 h 138429"/>
                <a:gd name="connsiteX1205" fmla="*/ 4250685 w 4940931"/>
                <a:gd name="connsiteY1205" fmla="*/ 31114 h 138429"/>
                <a:gd name="connsiteX1206" fmla="*/ 4264655 w 4940931"/>
                <a:gd name="connsiteY1206" fmla="*/ 28574 h 138429"/>
                <a:gd name="connsiteX1207" fmla="*/ 1420495 w 4940931"/>
                <a:gd name="connsiteY1207" fmla="*/ 28574 h 138429"/>
                <a:gd name="connsiteX1208" fmla="*/ 1434465 w 4940931"/>
                <a:gd name="connsiteY1208" fmla="*/ 31749 h 138429"/>
                <a:gd name="connsiteX1209" fmla="*/ 1445260 w 4940931"/>
                <a:gd name="connsiteY1209" fmla="*/ 40004 h 138429"/>
                <a:gd name="connsiteX1210" fmla="*/ 1452245 w 4940931"/>
                <a:gd name="connsiteY1210" fmla="*/ 52704 h 138429"/>
                <a:gd name="connsiteX1211" fmla="*/ 1454785 w 4940931"/>
                <a:gd name="connsiteY1211" fmla="*/ 69214 h 138429"/>
                <a:gd name="connsiteX1212" fmla="*/ 1455420 w 4940931"/>
                <a:gd name="connsiteY1212" fmla="*/ 69214 h 138429"/>
                <a:gd name="connsiteX1213" fmla="*/ 1452880 w 4940931"/>
                <a:gd name="connsiteY1213" fmla="*/ 86359 h 138429"/>
                <a:gd name="connsiteX1214" fmla="*/ 1445260 w 4940931"/>
                <a:gd name="connsiteY1214" fmla="*/ 99059 h 138429"/>
                <a:gd name="connsiteX1215" fmla="*/ 1433830 w 4940931"/>
                <a:gd name="connsiteY1215" fmla="*/ 107314 h 138429"/>
                <a:gd name="connsiteX1216" fmla="*/ 1419860 w 4940931"/>
                <a:gd name="connsiteY1216" fmla="*/ 109854 h 138429"/>
                <a:gd name="connsiteX1217" fmla="*/ 1405890 w 4940931"/>
                <a:gd name="connsiteY1217" fmla="*/ 106679 h 138429"/>
                <a:gd name="connsiteX1218" fmla="*/ 1395095 w 4940931"/>
                <a:gd name="connsiteY1218" fmla="*/ 98424 h 138429"/>
                <a:gd name="connsiteX1219" fmla="*/ 1388110 w 4940931"/>
                <a:gd name="connsiteY1219" fmla="*/ 85724 h 138429"/>
                <a:gd name="connsiteX1220" fmla="*/ 1385570 w 4940931"/>
                <a:gd name="connsiteY1220" fmla="*/ 69214 h 138429"/>
                <a:gd name="connsiteX1221" fmla="*/ 1388110 w 4940931"/>
                <a:gd name="connsiteY1221" fmla="*/ 52069 h 138429"/>
                <a:gd name="connsiteX1222" fmla="*/ 1395730 w 4940931"/>
                <a:gd name="connsiteY1222" fmla="*/ 39369 h 138429"/>
                <a:gd name="connsiteX1223" fmla="*/ 1406525 w 4940931"/>
                <a:gd name="connsiteY1223" fmla="*/ 31114 h 138429"/>
                <a:gd name="connsiteX1224" fmla="*/ 1420495 w 4940931"/>
                <a:gd name="connsiteY1224" fmla="*/ 28574 h 138429"/>
                <a:gd name="connsiteX1225" fmla="*/ 3143245 w 4940931"/>
                <a:gd name="connsiteY1225" fmla="*/ 5079 h 138429"/>
                <a:gd name="connsiteX1226" fmla="*/ 3219445 w 4940931"/>
                <a:gd name="connsiteY1226" fmla="*/ 5079 h 138429"/>
                <a:gd name="connsiteX1227" fmla="*/ 3219445 w 4940931"/>
                <a:gd name="connsiteY1227" fmla="*/ 20319 h 138429"/>
                <a:gd name="connsiteX1228" fmla="*/ 3188965 w 4940931"/>
                <a:gd name="connsiteY1228" fmla="*/ 20319 h 138429"/>
                <a:gd name="connsiteX1229" fmla="*/ 3188965 w 4940931"/>
                <a:gd name="connsiteY1229" fmla="*/ 108584 h 138429"/>
                <a:gd name="connsiteX1230" fmla="*/ 3173090 w 4940931"/>
                <a:gd name="connsiteY1230" fmla="*/ 108584 h 138429"/>
                <a:gd name="connsiteX1231" fmla="*/ 3173090 w 4940931"/>
                <a:gd name="connsiteY1231" fmla="*/ 20319 h 138429"/>
                <a:gd name="connsiteX1232" fmla="*/ 3143245 w 4940931"/>
                <a:gd name="connsiteY1232" fmla="*/ 20319 h 138429"/>
                <a:gd name="connsiteX1233" fmla="*/ 1628774 w 4940931"/>
                <a:gd name="connsiteY1233" fmla="*/ 5079 h 138429"/>
                <a:gd name="connsiteX1234" fmla="*/ 1704970 w 4940931"/>
                <a:gd name="connsiteY1234" fmla="*/ 5079 h 138429"/>
                <a:gd name="connsiteX1235" fmla="*/ 1704970 w 4940931"/>
                <a:gd name="connsiteY1235" fmla="*/ 20319 h 138429"/>
                <a:gd name="connsiteX1236" fmla="*/ 1675129 w 4940931"/>
                <a:gd name="connsiteY1236" fmla="*/ 20319 h 138429"/>
                <a:gd name="connsiteX1237" fmla="*/ 1675129 w 4940931"/>
                <a:gd name="connsiteY1237" fmla="*/ 108584 h 138429"/>
                <a:gd name="connsiteX1238" fmla="*/ 1659255 w 4940931"/>
                <a:gd name="connsiteY1238" fmla="*/ 108584 h 138429"/>
                <a:gd name="connsiteX1239" fmla="*/ 1659255 w 4940931"/>
                <a:gd name="connsiteY1239" fmla="*/ 20319 h 138429"/>
                <a:gd name="connsiteX1240" fmla="*/ 1628774 w 4940931"/>
                <a:gd name="connsiteY1240" fmla="*/ 20319 h 138429"/>
                <a:gd name="connsiteX1241" fmla="*/ 0 w 4940931"/>
                <a:gd name="connsiteY1241" fmla="*/ 5079 h 138429"/>
                <a:gd name="connsiteX1242" fmla="*/ 76200 w 4940931"/>
                <a:gd name="connsiteY1242" fmla="*/ 5079 h 138429"/>
                <a:gd name="connsiteX1243" fmla="*/ 76200 w 4940931"/>
                <a:gd name="connsiteY1243" fmla="*/ 20319 h 138429"/>
                <a:gd name="connsiteX1244" fmla="*/ 45720 w 4940931"/>
                <a:gd name="connsiteY1244" fmla="*/ 20319 h 138429"/>
                <a:gd name="connsiteX1245" fmla="*/ 45720 w 4940931"/>
                <a:gd name="connsiteY1245" fmla="*/ 108584 h 138429"/>
                <a:gd name="connsiteX1246" fmla="*/ 29845 w 4940931"/>
                <a:gd name="connsiteY1246" fmla="*/ 108584 h 138429"/>
                <a:gd name="connsiteX1247" fmla="*/ 29845 w 4940931"/>
                <a:gd name="connsiteY1247" fmla="*/ 20319 h 138429"/>
                <a:gd name="connsiteX1248" fmla="*/ 0 w 4940931"/>
                <a:gd name="connsiteY1248" fmla="*/ 20319 h 138429"/>
                <a:gd name="connsiteX1249" fmla="*/ 1362075 w 4940931"/>
                <a:gd name="connsiteY1249" fmla="*/ 1269 h 138429"/>
                <a:gd name="connsiteX1250" fmla="*/ 1365885 w 4940931"/>
                <a:gd name="connsiteY1250" fmla="*/ 1904 h 138429"/>
                <a:gd name="connsiteX1251" fmla="*/ 1369060 w 4940931"/>
                <a:gd name="connsiteY1251" fmla="*/ 3809 h 138429"/>
                <a:gd name="connsiteX1252" fmla="*/ 1370965 w 4940931"/>
                <a:gd name="connsiteY1252" fmla="*/ 6984 h 138429"/>
                <a:gd name="connsiteX1253" fmla="*/ 1371600 w 4940931"/>
                <a:gd name="connsiteY1253" fmla="*/ 10794 h 138429"/>
                <a:gd name="connsiteX1254" fmla="*/ 1370965 w 4940931"/>
                <a:gd name="connsiteY1254" fmla="*/ 14604 h 138429"/>
                <a:gd name="connsiteX1255" fmla="*/ 1369060 w 4940931"/>
                <a:gd name="connsiteY1255" fmla="*/ 17779 h 138429"/>
                <a:gd name="connsiteX1256" fmla="*/ 1365885 w 4940931"/>
                <a:gd name="connsiteY1256" fmla="*/ 19684 h 138429"/>
                <a:gd name="connsiteX1257" fmla="*/ 1362075 w 4940931"/>
                <a:gd name="connsiteY1257" fmla="*/ 20319 h 138429"/>
                <a:gd name="connsiteX1258" fmla="*/ 1358265 w 4940931"/>
                <a:gd name="connsiteY1258" fmla="*/ 19684 h 138429"/>
                <a:gd name="connsiteX1259" fmla="*/ 1355090 w 4940931"/>
                <a:gd name="connsiteY1259" fmla="*/ 17779 h 138429"/>
                <a:gd name="connsiteX1260" fmla="*/ 1353185 w 4940931"/>
                <a:gd name="connsiteY1260" fmla="*/ 14604 h 138429"/>
                <a:gd name="connsiteX1261" fmla="*/ 1352550 w 4940931"/>
                <a:gd name="connsiteY1261" fmla="*/ 10794 h 138429"/>
                <a:gd name="connsiteX1262" fmla="*/ 1353185 w 4940931"/>
                <a:gd name="connsiteY1262" fmla="*/ 6984 h 138429"/>
                <a:gd name="connsiteX1263" fmla="*/ 1355090 w 4940931"/>
                <a:gd name="connsiteY1263" fmla="*/ 3809 h 138429"/>
                <a:gd name="connsiteX1264" fmla="*/ 1358265 w 4940931"/>
                <a:gd name="connsiteY1264" fmla="*/ 1904 h 138429"/>
                <a:gd name="connsiteX1265" fmla="*/ 1362075 w 4940931"/>
                <a:gd name="connsiteY1265" fmla="*/ 1269 h 138429"/>
                <a:gd name="connsiteX1266" fmla="*/ 4789801 w 4940931"/>
                <a:gd name="connsiteY1266" fmla="*/ 634 h 138429"/>
                <a:gd name="connsiteX1267" fmla="*/ 4789801 w 4940931"/>
                <a:gd name="connsiteY1267" fmla="*/ 65404 h 138429"/>
                <a:gd name="connsiteX1268" fmla="*/ 4814566 w 4940931"/>
                <a:gd name="connsiteY1268" fmla="*/ 31114 h 138429"/>
                <a:gd name="connsiteX1269" fmla="*/ 4831711 w 4940931"/>
                <a:gd name="connsiteY1269" fmla="*/ 31114 h 138429"/>
                <a:gd name="connsiteX1270" fmla="*/ 4812026 w 4940931"/>
                <a:gd name="connsiteY1270" fmla="*/ 57149 h 138429"/>
                <a:gd name="connsiteX1271" fmla="*/ 4835521 w 4940931"/>
                <a:gd name="connsiteY1271" fmla="*/ 108584 h 138429"/>
                <a:gd name="connsiteX1272" fmla="*/ 4819011 w 4940931"/>
                <a:gd name="connsiteY1272" fmla="*/ 108584 h 138429"/>
                <a:gd name="connsiteX1273" fmla="*/ 4801866 w 4940931"/>
                <a:gd name="connsiteY1273" fmla="*/ 69849 h 138429"/>
                <a:gd name="connsiteX1274" fmla="*/ 4789801 w 4940931"/>
                <a:gd name="connsiteY1274" fmla="*/ 85724 h 138429"/>
                <a:gd name="connsiteX1275" fmla="*/ 4789801 w 4940931"/>
                <a:gd name="connsiteY1275" fmla="*/ 108584 h 138429"/>
                <a:gd name="connsiteX1276" fmla="*/ 4774561 w 4940931"/>
                <a:gd name="connsiteY1276" fmla="*/ 108584 h 138429"/>
                <a:gd name="connsiteX1277" fmla="*/ 4774561 w 4940931"/>
                <a:gd name="connsiteY1277" fmla="*/ 8889 h 138429"/>
                <a:gd name="connsiteX1278" fmla="*/ 4472301 w 4940931"/>
                <a:gd name="connsiteY1278" fmla="*/ 634 h 138429"/>
                <a:gd name="connsiteX1279" fmla="*/ 4472301 w 4940931"/>
                <a:gd name="connsiteY1279" fmla="*/ 109219 h 138429"/>
                <a:gd name="connsiteX1280" fmla="*/ 4457061 w 4940931"/>
                <a:gd name="connsiteY1280" fmla="*/ 109219 h 138429"/>
                <a:gd name="connsiteX1281" fmla="*/ 4457696 w 4940931"/>
                <a:gd name="connsiteY1281" fmla="*/ 108584 h 138429"/>
                <a:gd name="connsiteX1282" fmla="*/ 4457696 w 4940931"/>
                <a:gd name="connsiteY1282" fmla="*/ 100964 h 138429"/>
                <a:gd name="connsiteX1283" fmla="*/ 4453251 w 4940931"/>
                <a:gd name="connsiteY1283" fmla="*/ 104774 h 138429"/>
                <a:gd name="connsiteX1284" fmla="*/ 4448171 w 4940931"/>
                <a:gd name="connsiteY1284" fmla="*/ 107949 h 138429"/>
                <a:gd name="connsiteX1285" fmla="*/ 4443091 w 4940931"/>
                <a:gd name="connsiteY1285" fmla="*/ 109854 h 138429"/>
                <a:gd name="connsiteX1286" fmla="*/ 4437376 w 4940931"/>
                <a:gd name="connsiteY1286" fmla="*/ 109854 h 138429"/>
                <a:gd name="connsiteX1287" fmla="*/ 4425946 w 4940931"/>
                <a:gd name="connsiteY1287" fmla="*/ 107314 h 138429"/>
                <a:gd name="connsiteX1288" fmla="*/ 4416421 w 4940931"/>
                <a:gd name="connsiteY1288" fmla="*/ 99694 h 138429"/>
                <a:gd name="connsiteX1289" fmla="*/ 4410071 w 4940931"/>
                <a:gd name="connsiteY1289" fmla="*/ 86994 h 138429"/>
                <a:gd name="connsiteX1290" fmla="*/ 4407531 w 4940931"/>
                <a:gd name="connsiteY1290" fmla="*/ 67944 h 138429"/>
                <a:gd name="connsiteX1291" fmla="*/ 4410071 w 4940931"/>
                <a:gd name="connsiteY1291" fmla="*/ 50799 h 138429"/>
                <a:gd name="connsiteX1292" fmla="*/ 4417056 w 4940931"/>
                <a:gd name="connsiteY1292" fmla="*/ 38734 h 138429"/>
                <a:gd name="connsiteX1293" fmla="*/ 4426581 w 4940931"/>
                <a:gd name="connsiteY1293" fmla="*/ 31749 h 138429"/>
                <a:gd name="connsiteX1294" fmla="*/ 4438011 w 4940931"/>
                <a:gd name="connsiteY1294" fmla="*/ 29209 h 138429"/>
                <a:gd name="connsiteX1295" fmla="*/ 4443726 w 4940931"/>
                <a:gd name="connsiteY1295" fmla="*/ 29844 h 138429"/>
                <a:gd name="connsiteX1296" fmla="*/ 4448806 w 4940931"/>
                <a:gd name="connsiteY1296" fmla="*/ 31749 h 138429"/>
                <a:gd name="connsiteX1297" fmla="*/ 4453251 w 4940931"/>
                <a:gd name="connsiteY1297" fmla="*/ 34924 h 138429"/>
                <a:gd name="connsiteX1298" fmla="*/ 4457061 w 4940931"/>
                <a:gd name="connsiteY1298" fmla="*/ 38099 h 138429"/>
                <a:gd name="connsiteX1299" fmla="*/ 4457061 w 4940931"/>
                <a:gd name="connsiteY1299" fmla="*/ 8254 h 138429"/>
                <a:gd name="connsiteX1300" fmla="*/ 4390385 w 4940931"/>
                <a:gd name="connsiteY1300" fmla="*/ 634 h 138429"/>
                <a:gd name="connsiteX1301" fmla="*/ 4390385 w 4940931"/>
                <a:gd name="connsiteY1301" fmla="*/ 108584 h 138429"/>
                <a:gd name="connsiteX1302" fmla="*/ 4375145 w 4940931"/>
                <a:gd name="connsiteY1302" fmla="*/ 108584 h 138429"/>
                <a:gd name="connsiteX1303" fmla="*/ 4375145 w 4940931"/>
                <a:gd name="connsiteY1303" fmla="*/ 8889 h 138429"/>
                <a:gd name="connsiteX1304" fmla="*/ 3946521 w 4940931"/>
                <a:gd name="connsiteY1304" fmla="*/ 634 h 138429"/>
                <a:gd name="connsiteX1305" fmla="*/ 3946521 w 4940931"/>
                <a:gd name="connsiteY1305" fmla="*/ 38099 h 138429"/>
                <a:gd name="connsiteX1306" fmla="*/ 3950331 w 4940931"/>
                <a:gd name="connsiteY1306" fmla="*/ 34289 h 138429"/>
                <a:gd name="connsiteX1307" fmla="*/ 3954776 w 4940931"/>
                <a:gd name="connsiteY1307" fmla="*/ 31114 h 138429"/>
                <a:gd name="connsiteX1308" fmla="*/ 3960491 w 4940931"/>
                <a:gd name="connsiteY1308" fmla="*/ 29209 h 138429"/>
                <a:gd name="connsiteX1309" fmla="*/ 3966206 w 4940931"/>
                <a:gd name="connsiteY1309" fmla="*/ 29209 h 138429"/>
                <a:gd name="connsiteX1310" fmla="*/ 3978271 w 4940931"/>
                <a:gd name="connsiteY1310" fmla="*/ 31749 h 138429"/>
                <a:gd name="connsiteX1311" fmla="*/ 3987161 w 4940931"/>
                <a:gd name="connsiteY1311" fmla="*/ 38099 h 138429"/>
                <a:gd name="connsiteX1312" fmla="*/ 3992241 w 4940931"/>
                <a:gd name="connsiteY1312" fmla="*/ 49529 h 138429"/>
                <a:gd name="connsiteX1313" fmla="*/ 3994146 w 4940931"/>
                <a:gd name="connsiteY1313" fmla="*/ 64134 h 138429"/>
                <a:gd name="connsiteX1314" fmla="*/ 3994146 w 4940931"/>
                <a:gd name="connsiteY1314" fmla="*/ 108584 h 138429"/>
                <a:gd name="connsiteX1315" fmla="*/ 3978906 w 4940931"/>
                <a:gd name="connsiteY1315" fmla="*/ 108584 h 138429"/>
                <a:gd name="connsiteX1316" fmla="*/ 3978271 w 4940931"/>
                <a:gd name="connsiteY1316" fmla="*/ 108584 h 138429"/>
                <a:gd name="connsiteX1317" fmla="*/ 3978271 w 4940931"/>
                <a:gd name="connsiteY1317" fmla="*/ 64769 h 138429"/>
                <a:gd name="connsiteX1318" fmla="*/ 3974461 w 4940931"/>
                <a:gd name="connsiteY1318" fmla="*/ 48894 h 138429"/>
                <a:gd name="connsiteX1319" fmla="*/ 3962396 w 4940931"/>
                <a:gd name="connsiteY1319" fmla="*/ 43814 h 138429"/>
                <a:gd name="connsiteX1320" fmla="*/ 3956046 w 4940931"/>
                <a:gd name="connsiteY1320" fmla="*/ 45084 h 138429"/>
                <a:gd name="connsiteX1321" fmla="*/ 3950966 w 4940931"/>
                <a:gd name="connsiteY1321" fmla="*/ 48894 h 138429"/>
                <a:gd name="connsiteX1322" fmla="*/ 3947791 w 4940931"/>
                <a:gd name="connsiteY1322" fmla="*/ 55244 h 138429"/>
                <a:gd name="connsiteX1323" fmla="*/ 3946521 w 4940931"/>
                <a:gd name="connsiteY1323" fmla="*/ 63499 h 138429"/>
                <a:gd name="connsiteX1324" fmla="*/ 3946521 w 4940931"/>
                <a:gd name="connsiteY1324" fmla="*/ 109219 h 138429"/>
                <a:gd name="connsiteX1325" fmla="*/ 3931281 w 4940931"/>
                <a:gd name="connsiteY1325" fmla="*/ 109219 h 138429"/>
                <a:gd name="connsiteX1326" fmla="*/ 3931281 w 4940931"/>
                <a:gd name="connsiteY1326" fmla="*/ 8889 h 138429"/>
                <a:gd name="connsiteX1327" fmla="*/ 3248021 w 4940931"/>
                <a:gd name="connsiteY1327" fmla="*/ 634 h 138429"/>
                <a:gd name="connsiteX1328" fmla="*/ 3248021 w 4940931"/>
                <a:gd name="connsiteY1328" fmla="*/ 38099 h 138429"/>
                <a:gd name="connsiteX1329" fmla="*/ 3251831 w 4940931"/>
                <a:gd name="connsiteY1329" fmla="*/ 34289 h 138429"/>
                <a:gd name="connsiteX1330" fmla="*/ 3256276 w 4940931"/>
                <a:gd name="connsiteY1330" fmla="*/ 31114 h 138429"/>
                <a:gd name="connsiteX1331" fmla="*/ 3261991 w 4940931"/>
                <a:gd name="connsiteY1331" fmla="*/ 29209 h 138429"/>
                <a:gd name="connsiteX1332" fmla="*/ 3267706 w 4940931"/>
                <a:gd name="connsiteY1332" fmla="*/ 29209 h 138429"/>
                <a:gd name="connsiteX1333" fmla="*/ 3279771 w 4940931"/>
                <a:gd name="connsiteY1333" fmla="*/ 31749 h 138429"/>
                <a:gd name="connsiteX1334" fmla="*/ 3288661 w 4940931"/>
                <a:gd name="connsiteY1334" fmla="*/ 38099 h 138429"/>
                <a:gd name="connsiteX1335" fmla="*/ 3293741 w 4940931"/>
                <a:gd name="connsiteY1335" fmla="*/ 49529 h 138429"/>
                <a:gd name="connsiteX1336" fmla="*/ 3295646 w 4940931"/>
                <a:gd name="connsiteY1336" fmla="*/ 64134 h 138429"/>
                <a:gd name="connsiteX1337" fmla="*/ 3295646 w 4940931"/>
                <a:gd name="connsiteY1337" fmla="*/ 108584 h 138429"/>
                <a:gd name="connsiteX1338" fmla="*/ 3280406 w 4940931"/>
                <a:gd name="connsiteY1338" fmla="*/ 108584 h 138429"/>
                <a:gd name="connsiteX1339" fmla="*/ 3279771 w 4940931"/>
                <a:gd name="connsiteY1339" fmla="*/ 108584 h 138429"/>
                <a:gd name="connsiteX1340" fmla="*/ 3279771 w 4940931"/>
                <a:gd name="connsiteY1340" fmla="*/ 64769 h 138429"/>
                <a:gd name="connsiteX1341" fmla="*/ 3275961 w 4940931"/>
                <a:gd name="connsiteY1341" fmla="*/ 48894 h 138429"/>
                <a:gd name="connsiteX1342" fmla="*/ 3263896 w 4940931"/>
                <a:gd name="connsiteY1342" fmla="*/ 43814 h 138429"/>
                <a:gd name="connsiteX1343" fmla="*/ 3257546 w 4940931"/>
                <a:gd name="connsiteY1343" fmla="*/ 45084 h 138429"/>
                <a:gd name="connsiteX1344" fmla="*/ 3252466 w 4940931"/>
                <a:gd name="connsiteY1344" fmla="*/ 48894 h 138429"/>
                <a:gd name="connsiteX1345" fmla="*/ 3249291 w 4940931"/>
                <a:gd name="connsiteY1345" fmla="*/ 55244 h 138429"/>
                <a:gd name="connsiteX1346" fmla="*/ 3248021 w 4940931"/>
                <a:gd name="connsiteY1346" fmla="*/ 63499 h 138429"/>
                <a:gd name="connsiteX1347" fmla="*/ 3248021 w 4940931"/>
                <a:gd name="connsiteY1347" fmla="*/ 109219 h 138429"/>
                <a:gd name="connsiteX1348" fmla="*/ 3232781 w 4940931"/>
                <a:gd name="connsiteY1348" fmla="*/ 109219 h 138429"/>
                <a:gd name="connsiteX1349" fmla="*/ 3232781 w 4940931"/>
                <a:gd name="connsiteY1349" fmla="*/ 8889 h 138429"/>
                <a:gd name="connsiteX1350" fmla="*/ 2432681 w 4940931"/>
                <a:gd name="connsiteY1350" fmla="*/ 634 h 138429"/>
                <a:gd name="connsiteX1351" fmla="*/ 2432681 w 4940931"/>
                <a:gd name="connsiteY1351" fmla="*/ 38099 h 138429"/>
                <a:gd name="connsiteX1352" fmla="*/ 2436491 w 4940931"/>
                <a:gd name="connsiteY1352" fmla="*/ 34289 h 138429"/>
                <a:gd name="connsiteX1353" fmla="*/ 2440936 w 4940931"/>
                <a:gd name="connsiteY1353" fmla="*/ 31114 h 138429"/>
                <a:gd name="connsiteX1354" fmla="*/ 2446651 w 4940931"/>
                <a:gd name="connsiteY1354" fmla="*/ 29209 h 138429"/>
                <a:gd name="connsiteX1355" fmla="*/ 2452366 w 4940931"/>
                <a:gd name="connsiteY1355" fmla="*/ 29209 h 138429"/>
                <a:gd name="connsiteX1356" fmla="*/ 2464431 w 4940931"/>
                <a:gd name="connsiteY1356" fmla="*/ 31749 h 138429"/>
                <a:gd name="connsiteX1357" fmla="*/ 2473321 w 4940931"/>
                <a:gd name="connsiteY1357" fmla="*/ 38099 h 138429"/>
                <a:gd name="connsiteX1358" fmla="*/ 2478401 w 4940931"/>
                <a:gd name="connsiteY1358" fmla="*/ 49529 h 138429"/>
                <a:gd name="connsiteX1359" fmla="*/ 2480306 w 4940931"/>
                <a:gd name="connsiteY1359" fmla="*/ 64134 h 138429"/>
                <a:gd name="connsiteX1360" fmla="*/ 2480306 w 4940931"/>
                <a:gd name="connsiteY1360" fmla="*/ 108584 h 138429"/>
                <a:gd name="connsiteX1361" fmla="*/ 2465066 w 4940931"/>
                <a:gd name="connsiteY1361" fmla="*/ 108584 h 138429"/>
                <a:gd name="connsiteX1362" fmla="*/ 2464431 w 4940931"/>
                <a:gd name="connsiteY1362" fmla="*/ 108584 h 138429"/>
                <a:gd name="connsiteX1363" fmla="*/ 2464431 w 4940931"/>
                <a:gd name="connsiteY1363" fmla="*/ 64769 h 138429"/>
                <a:gd name="connsiteX1364" fmla="*/ 2460621 w 4940931"/>
                <a:gd name="connsiteY1364" fmla="*/ 48894 h 138429"/>
                <a:gd name="connsiteX1365" fmla="*/ 2448556 w 4940931"/>
                <a:gd name="connsiteY1365" fmla="*/ 43814 h 138429"/>
                <a:gd name="connsiteX1366" fmla="*/ 2442206 w 4940931"/>
                <a:gd name="connsiteY1366" fmla="*/ 45084 h 138429"/>
                <a:gd name="connsiteX1367" fmla="*/ 2437126 w 4940931"/>
                <a:gd name="connsiteY1367" fmla="*/ 48894 h 138429"/>
                <a:gd name="connsiteX1368" fmla="*/ 2433951 w 4940931"/>
                <a:gd name="connsiteY1368" fmla="*/ 55244 h 138429"/>
                <a:gd name="connsiteX1369" fmla="*/ 2432681 w 4940931"/>
                <a:gd name="connsiteY1369" fmla="*/ 63499 h 138429"/>
                <a:gd name="connsiteX1370" fmla="*/ 2432681 w 4940931"/>
                <a:gd name="connsiteY1370" fmla="*/ 109219 h 138429"/>
                <a:gd name="connsiteX1371" fmla="*/ 2417441 w 4940931"/>
                <a:gd name="connsiteY1371" fmla="*/ 109219 h 138429"/>
                <a:gd name="connsiteX1372" fmla="*/ 2417441 w 4940931"/>
                <a:gd name="connsiteY1372" fmla="*/ 8889 h 138429"/>
                <a:gd name="connsiteX1373" fmla="*/ 1734181 w 4940931"/>
                <a:gd name="connsiteY1373" fmla="*/ 634 h 138429"/>
                <a:gd name="connsiteX1374" fmla="*/ 1734181 w 4940931"/>
                <a:gd name="connsiteY1374" fmla="*/ 38099 h 138429"/>
                <a:gd name="connsiteX1375" fmla="*/ 1737991 w 4940931"/>
                <a:gd name="connsiteY1375" fmla="*/ 34289 h 138429"/>
                <a:gd name="connsiteX1376" fmla="*/ 1742436 w 4940931"/>
                <a:gd name="connsiteY1376" fmla="*/ 31114 h 138429"/>
                <a:gd name="connsiteX1377" fmla="*/ 1748151 w 4940931"/>
                <a:gd name="connsiteY1377" fmla="*/ 29209 h 138429"/>
                <a:gd name="connsiteX1378" fmla="*/ 1753866 w 4940931"/>
                <a:gd name="connsiteY1378" fmla="*/ 29209 h 138429"/>
                <a:gd name="connsiteX1379" fmla="*/ 1765931 w 4940931"/>
                <a:gd name="connsiteY1379" fmla="*/ 31749 h 138429"/>
                <a:gd name="connsiteX1380" fmla="*/ 1774821 w 4940931"/>
                <a:gd name="connsiteY1380" fmla="*/ 38099 h 138429"/>
                <a:gd name="connsiteX1381" fmla="*/ 1779901 w 4940931"/>
                <a:gd name="connsiteY1381" fmla="*/ 49529 h 138429"/>
                <a:gd name="connsiteX1382" fmla="*/ 1781806 w 4940931"/>
                <a:gd name="connsiteY1382" fmla="*/ 64134 h 138429"/>
                <a:gd name="connsiteX1383" fmla="*/ 1781806 w 4940931"/>
                <a:gd name="connsiteY1383" fmla="*/ 108584 h 138429"/>
                <a:gd name="connsiteX1384" fmla="*/ 1766566 w 4940931"/>
                <a:gd name="connsiteY1384" fmla="*/ 108584 h 138429"/>
                <a:gd name="connsiteX1385" fmla="*/ 1765931 w 4940931"/>
                <a:gd name="connsiteY1385" fmla="*/ 108584 h 138429"/>
                <a:gd name="connsiteX1386" fmla="*/ 1765931 w 4940931"/>
                <a:gd name="connsiteY1386" fmla="*/ 64769 h 138429"/>
                <a:gd name="connsiteX1387" fmla="*/ 1762121 w 4940931"/>
                <a:gd name="connsiteY1387" fmla="*/ 48894 h 138429"/>
                <a:gd name="connsiteX1388" fmla="*/ 1750056 w 4940931"/>
                <a:gd name="connsiteY1388" fmla="*/ 43814 h 138429"/>
                <a:gd name="connsiteX1389" fmla="*/ 1743706 w 4940931"/>
                <a:gd name="connsiteY1389" fmla="*/ 45084 h 138429"/>
                <a:gd name="connsiteX1390" fmla="*/ 1738626 w 4940931"/>
                <a:gd name="connsiteY1390" fmla="*/ 48894 h 138429"/>
                <a:gd name="connsiteX1391" fmla="*/ 1735451 w 4940931"/>
                <a:gd name="connsiteY1391" fmla="*/ 55244 h 138429"/>
                <a:gd name="connsiteX1392" fmla="*/ 1734181 w 4940931"/>
                <a:gd name="connsiteY1392" fmla="*/ 63499 h 138429"/>
                <a:gd name="connsiteX1393" fmla="*/ 1734181 w 4940931"/>
                <a:gd name="connsiteY1393" fmla="*/ 109219 h 138429"/>
                <a:gd name="connsiteX1394" fmla="*/ 1718941 w 4940931"/>
                <a:gd name="connsiteY1394" fmla="*/ 109219 h 138429"/>
                <a:gd name="connsiteX1395" fmla="*/ 1718941 w 4940931"/>
                <a:gd name="connsiteY1395" fmla="*/ 8889 h 138429"/>
                <a:gd name="connsiteX1396" fmla="*/ 803275 w 4940931"/>
                <a:gd name="connsiteY1396" fmla="*/ 634 h 138429"/>
                <a:gd name="connsiteX1397" fmla="*/ 803275 w 4940931"/>
                <a:gd name="connsiteY1397" fmla="*/ 38099 h 138429"/>
                <a:gd name="connsiteX1398" fmla="*/ 807085 w 4940931"/>
                <a:gd name="connsiteY1398" fmla="*/ 34289 h 138429"/>
                <a:gd name="connsiteX1399" fmla="*/ 811530 w 4940931"/>
                <a:gd name="connsiteY1399" fmla="*/ 31114 h 138429"/>
                <a:gd name="connsiteX1400" fmla="*/ 817245 w 4940931"/>
                <a:gd name="connsiteY1400" fmla="*/ 29209 h 138429"/>
                <a:gd name="connsiteX1401" fmla="*/ 822960 w 4940931"/>
                <a:gd name="connsiteY1401" fmla="*/ 29209 h 138429"/>
                <a:gd name="connsiteX1402" fmla="*/ 835025 w 4940931"/>
                <a:gd name="connsiteY1402" fmla="*/ 31749 h 138429"/>
                <a:gd name="connsiteX1403" fmla="*/ 843915 w 4940931"/>
                <a:gd name="connsiteY1403" fmla="*/ 38099 h 138429"/>
                <a:gd name="connsiteX1404" fmla="*/ 848995 w 4940931"/>
                <a:gd name="connsiteY1404" fmla="*/ 49529 h 138429"/>
                <a:gd name="connsiteX1405" fmla="*/ 850900 w 4940931"/>
                <a:gd name="connsiteY1405" fmla="*/ 64134 h 138429"/>
                <a:gd name="connsiteX1406" fmla="*/ 850900 w 4940931"/>
                <a:gd name="connsiteY1406" fmla="*/ 108584 h 138429"/>
                <a:gd name="connsiteX1407" fmla="*/ 835660 w 4940931"/>
                <a:gd name="connsiteY1407" fmla="*/ 108584 h 138429"/>
                <a:gd name="connsiteX1408" fmla="*/ 835025 w 4940931"/>
                <a:gd name="connsiteY1408" fmla="*/ 108584 h 138429"/>
                <a:gd name="connsiteX1409" fmla="*/ 835025 w 4940931"/>
                <a:gd name="connsiteY1409" fmla="*/ 64769 h 138429"/>
                <a:gd name="connsiteX1410" fmla="*/ 831215 w 4940931"/>
                <a:gd name="connsiteY1410" fmla="*/ 48894 h 138429"/>
                <a:gd name="connsiteX1411" fmla="*/ 819150 w 4940931"/>
                <a:gd name="connsiteY1411" fmla="*/ 43814 h 138429"/>
                <a:gd name="connsiteX1412" fmla="*/ 812800 w 4940931"/>
                <a:gd name="connsiteY1412" fmla="*/ 45084 h 138429"/>
                <a:gd name="connsiteX1413" fmla="*/ 807720 w 4940931"/>
                <a:gd name="connsiteY1413" fmla="*/ 48894 h 138429"/>
                <a:gd name="connsiteX1414" fmla="*/ 804545 w 4940931"/>
                <a:gd name="connsiteY1414" fmla="*/ 55244 h 138429"/>
                <a:gd name="connsiteX1415" fmla="*/ 803275 w 4940931"/>
                <a:gd name="connsiteY1415" fmla="*/ 63499 h 138429"/>
                <a:gd name="connsiteX1416" fmla="*/ 803275 w 4940931"/>
                <a:gd name="connsiteY1416" fmla="*/ 109219 h 138429"/>
                <a:gd name="connsiteX1417" fmla="*/ 788035 w 4940931"/>
                <a:gd name="connsiteY1417" fmla="*/ 109219 h 138429"/>
                <a:gd name="connsiteX1418" fmla="*/ 788035 w 4940931"/>
                <a:gd name="connsiteY1418" fmla="*/ 8889 h 138429"/>
                <a:gd name="connsiteX1419" fmla="*/ 104774 w 4940931"/>
                <a:gd name="connsiteY1419" fmla="*/ 634 h 138429"/>
                <a:gd name="connsiteX1420" fmla="*/ 104774 w 4940931"/>
                <a:gd name="connsiteY1420" fmla="*/ 38099 h 138429"/>
                <a:gd name="connsiteX1421" fmla="*/ 108584 w 4940931"/>
                <a:gd name="connsiteY1421" fmla="*/ 34289 h 138429"/>
                <a:gd name="connsiteX1422" fmla="*/ 113029 w 4940931"/>
                <a:gd name="connsiteY1422" fmla="*/ 31114 h 138429"/>
                <a:gd name="connsiteX1423" fmla="*/ 118744 w 4940931"/>
                <a:gd name="connsiteY1423" fmla="*/ 29209 h 138429"/>
                <a:gd name="connsiteX1424" fmla="*/ 124459 w 4940931"/>
                <a:gd name="connsiteY1424" fmla="*/ 29209 h 138429"/>
                <a:gd name="connsiteX1425" fmla="*/ 136524 w 4940931"/>
                <a:gd name="connsiteY1425" fmla="*/ 31749 h 138429"/>
                <a:gd name="connsiteX1426" fmla="*/ 145414 w 4940931"/>
                <a:gd name="connsiteY1426" fmla="*/ 38099 h 138429"/>
                <a:gd name="connsiteX1427" fmla="*/ 150494 w 4940931"/>
                <a:gd name="connsiteY1427" fmla="*/ 49529 h 138429"/>
                <a:gd name="connsiteX1428" fmla="*/ 152399 w 4940931"/>
                <a:gd name="connsiteY1428" fmla="*/ 64134 h 138429"/>
                <a:gd name="connsiteX1429" fmla="*/ 152399 w 4940931"/>
                <a:gd name="connsiteY1429" fmla="*/ 108584 h 138429"/>
                <a:gd name="connsiteX1430" fmla="*/ 137159 w 4940931"/>
                <a:gd name="connsiteY1430" fmla="*/ 108584 h 138429"/>
                <a:gd name="connsiteX1431" fmla="*/ 136524 w 4940931"/>
                <a:gd name="connsiteY1431" fmla="*/ 108584 h 138429"/>
                <a:gd name="connsiteX1432" fmla="*/ 136524 w 4940931"/>
                <a:gd name="connsiteY1432" fmla="*/ 64769 h 138429"/>
                <a:gd name="connsiteX1433" fmla="*/ 132714 w 4940931"/>
                <a:gd name="connsiteY1433" fmla="*/ 48894 h 138429"/>
                <a:gd name="connsiteX1434" fmla="*/ 120649 w 4940931"/>
                <a:gd name="connsiteY1434" fmla="*/ 43814 h 138429"/>
                <a:gd name="connsiteX1435" fmla="*/ 114299 w 4940931"/>
                <a:gd name="connsiteY1435" fmla="*/ 45084 h 138429"/>
                <a:gd name="connsiteX1436" fmla="*/ 109219 w 4940931"/>
                <a:gd name="connsiteY1436" fmla="*/ 48894 h 138429"/>
                <a:gd name="connsiteX1437" fmla="*/ 106044 w 4940931"/>
                <a:gd name="connsiteY1437" fmla="*/ 55244 h 138429"/>
                <a:gd name="connsiteX1438" fmla="*/ 104774 w 4940931"/>
                <a:gd name="connsiteY1438" fmla="*/ 63499 h 138429"/>
                <a:gd name="connsiteX1439" fmla="*/ 104774 w 4940931"/>
                <a:gd name="connsiteY1439" fmla="*/ 109219 h 138429"/>
                <a:gd name="connsiteX1440" fmla="*/ 89534 w 4940931"/>
                <a:gd name="connsiteY1440" fmla="*/ 109219 h 138429"/>
                <a:gd name="connsiteX1441" fmla="*/ 89534 w 4940931"/>
                <a:gd name="connsiteY1441" fmla="*/ 8889 h 138429"/>
                <a:gd name="connsiteX1442" fmla="*/ 3894450 w 4940931"/>
                <a:gd name="connsiteY1442" fmla="*/ 0 h 138429"/>
                <a:gd name="connsiteX1443" fmla="*/ 3894450 w 4940931"/>
                <a:gd name="connsiteY1443" fmla="*/ 30480 h 138429"/>
                <a:gd name="connsiteX1444" fmla="*/ 3913500 w 4940931"/>
                <a:gd name="connsiteY1444" fmla="*/ 30480 h 138429"/>
                <a:gd name="connsiteX1445" fmla="*/ 3913500 w 4940931"/>
                <a:gd name="connsiteY1445" fmla="*/ 44450 h 138429"/>
                <a:gd name="connsiteX1446" fmla="*/ 3894450 w 4940931"/>
                <a:gd name="connsiteY1446" fmla="*/ 44450 h 138429"/>
                <a:gd name="connsiteX1447" fmla="*/ 3894450 w 4940931"/>
                <a:gd name="connsiteY1447" fmla="*/ 86995 h 138429"/>
                <a:gd name="connsiteX1448" fmla="*/ 3894450 w 4940931"/>
                <a:gd name="connsiteY1448" fmla="*/ 91440 h 138429"/>
                <a:gd name="connsiteX1449" fmla="*/ 3895720 w 4940931"/>
                <a:gd name="connsiteY1449" fmla="*/ 94615 h 138429"/>
                <a:gd name="connsiteX1450" fmla="*/ 3898260 w 4940931"/>
                <a:gd name="connsiteY1450" fmla="*/ 95885 h 138429"/>
                <a:gd name="connsiteX1451" fmla="*/ 3902070 w 4940931"/>
                <a:gd name="connsiteY1451" fmla="*/ 95885 h 138429"/>
                <a:gd name="connsiteX1452" fmla="*/ 3908420 w 4940931"/>
                <a:gd name="connsiteY1452" fmla="*/ 95250 h 138429"/>
                <a:gd name="connsiteX1453" fmla="*/ 3913500 w 4940931"/>
                <a:gd name="connsiteY1453" fmla="*/ 93345 h 138429"/>
                <a:gd name="connsiteX1454" fmla="*/ 3911595 w 4940931"/>
                <a:gd name="connsiteY1454" fmla="*/ 106680 h 138429"/>
                <a:gd name="connsiteX1455" fmla="*/ 3905245 w 4940931"/>
                <a:gd name="connsiteY1455" fmla="*/ 109220 h 138429"/>
                <a:gd name="connsiteX1456" fmla="*/ 3896990 w 4940931"/>
                <a:gd name="connsiteY1456" fmla="*/ 110490 h 138429"/>
                <a:gd name="connsiteX1457" fmla="*/ 3890005 w 4940931"/>
                <a:gd name="connsiteY1457" fmla="*/ 109220 h 138429"/>
                <a:gd name="connsiteX1458" fmla="*/ 3884290 w 4940931"/>
                <a:gd name="connsiteY1458" fmla="*/ 105410 h 138429"/>
                <a:gd name="connsiteX1459" fmla="*/ 3880480 w 4940931"/>
                <a:gd name="connsiteY1459" fmla="*/ 99060 h 138429"/>
                <a:gd name="connsiteX1460" fmla="*/ 3879210 w 4940931"/>
                <a:gd name="connsiteY1460" fmla="*/ 89535 h 138429"/>
                <a:gd name="connsiteX1461" fmla="*/ 3879210 w 4940931"/>
                <a:gd name="connsiteY1461" fmla="*/ 44450 h 138429"/>
                <a:gd name="connsiteX1462" fmla="*/ 3868415 w 4940931"/>
                <a:gd name="connsiteY1462" fmla="*/ 44450 h 138429"/>
                <a:gd name="connsiteX1463" fmla="*/ 3868415 w 4940931"/>
                <a:gd name="connsiteY1463" fmla="*/ 30480 h 138429"/>
                <a:gd name="connsiteX1464" fmla="*/ 3879210 w 4940931"/>
                <a:gd name="connsiteY1464" fmla="*/ 30480 h 138429"/>
                <a:gd name="connsiteX1465" fmla="*/ 3879210 w 4940931"/>
                <a:gd name="connsiteY1465" fmla="*/ 8255 h 138429"/>
                <a:gd name="connsiteX1466" fmla="*/ 3664581 w 4940931"/>
                <a:gd name="connsiteY1466" fmla="*/ 0 h 138429"/>
                <a:gd name="connsiteX1467" fmla="*/ 3664581 w 4940931"/>
                <a:gd name="connsiteY1467" fmla="*/ 30480 h 138429"/>
                <a:gd name="connsiteX1468" fmla="*/ 3683631 w 4940931"/>
                <a:gd name="connsiteY1468" fmla="*/ 30480 h 138429"/>
                <a:gd name="connsiteX1469" fmla="*/ 3683631 w 4940931"/>
                <a:gd name="connsiteY1469" fmla="*/ 44450 h 138429"/>
                <a:gd name="connsiteX1470" fmla="*/ 3664581 w 4940931"/>
                <a:gd name="connsiteY1470" fmla="*/ 44450 h 138429"/>
                <a:gd name="connsiteX1471" fmla="*/ 3664581 w 4940931"/>
                <a:gd name="connsiteY1471" fmla="*/ 86995 h 138429"/>
                <a:gd name="connsiteX1472" fmla="*/ 3664581 w 4940931"/>
                <a:gd name="connsiteY1472" fmla="*/ 91440 h 138429"/>
                <a:gd name="connsiteX1473" fmla="*/ 3665851 w 4940931"/>
                <a:gd name="connsiteY1473" fmla="*/ 94615 h 138429"/>
                <a:gd name="connsiteX1474" fmla="*/ 3668391 w 4940931"/>
                <a:gd name="connsiteY1474" fmla="*/ 95885 h 138429"/>
                <a:gd name="connsiteX1475" fmla="*/ 3672201 w 4940931"/>
                <a:gd name="connsiteY1475" fmla="*/ 95885 h 138429"/>
                <a:gd name="connsiteX1476" fmla="*/ 3678551 w 4940931"/>
                <a:gd name="connsiteY1476" fmla="*/ 95250 h 138429"/>
                <a:gd name="connsiteX1477" fmla="*/ 3683631 w 4940931"/>
                <a:gd name="connsiteY1477" fmla="*/ 93345 h 138429"/>
                <a:gd name="connsiteX1478" fmla="*/ 3681726 w 4940931"/>
                <a:gd name="connsiteY1478" fmla="*/ 106680 h 138429"/>
                <a:gd name="connsiteX1479" fmla="*/ 3675376 w 4940931"/>
                <a:gd name="connsiteY1479" fmla="*/ 109220 h 138429"/>
                <a:gd name="connsiteX1480" fmla="*/ 3667121 w 4940931"/>
                <a:gd name="connsiteY1480" fmla="*/ 110490 h 138429"/>
                <a:gd name="connsiteX1481" fmla="*/ 3660136 w 4940931"/>
                <a:gd name="connsiteY1481" fmla="*/ 109220 h 138429"/>
                <a:gd name="connsiteX1482" fmla="*/ 3654421 w 4940931"/>
                <a:gd name="connsiteY1482" fmla="*/ 105410 h 138429"/>
                <a:gd name="connsiteX1483" fmla="*/ 3650611 w 4940931"/>
                <a:gd name="connsiteY1483" fmla="*/ 99060 h 138429"/>
                <a:gd name="connsiteX1484" fmla="*/ 3649341 w 4940931"/>
                <a:gd name="connsiteY1484" fmla="*/ 89535 h 138429"/>
                <a:gd name="connsiteX1485" fmla="*/ 3649341 w 4940931"/>
                <a:gd name="connsiteY1485" fmla="*/ 44450 h 138429"/>
                <a:gd name="connsiteX1486" fmla="*/ 3638546 w 4940931"/>
                <a:gd name="connsiteY1486" fmla="*/ 44450 h 138429"/>
                <a:gd name="connsiteX1487" fmla="*/ 3638546 w 4940931"/>
                <a:gd name="connsiteY1487" fmla="*/ 30480 h 138429"/>
                <a:gd name="connsiteX1488" fmla="*/ 3649341 w 4940931"/>
                <a:gd name="connsiteY1488" fmla="*/ 30480 h 138429"/>
                <a:gd name="connsiteX1489" fmla="*/ 3649341 w 4940931"/>
                <a:gd name="connsiteY1489" fmla="*/ 8255 h 138429"/>
                <a:gd name="connsiteX1490" fmla="*/ 3610605 w 4940931"/>
                <a:gd name="connsiteY1490" fmla="*/ 0 h 138429"/>
                <a:gd name="connsiteX1491" fmla="*/ 3610605 w 4940931"/>
                <a:gd name="connsiteY1491" fmla="*/ 30480 h 138429"/>
                <a:gd name="connsiteX1492" fmla="*/ 3629655 w 4940931"/>
                <a:gd name="connsiteY1492" fmla="*/ 30480 h 138429"/>
                <a:gd name="connsiteX1493" fmla="*/ 3629655 w 4940931"/>
                <a:gd name="connsiteY1493" fmla="*/ 44450 h 138429"/>
                <a:gd name="connsiteX1494" fmla="*/ 3610605 w 4940931"/>
                <a:gd name="connsiteY1494" fmla="*/ 44450 h 138429"/>
                <a:gd name="connsiteX1495" fmla="*/ 3610605 w 4940931"/>
                <a:gd name="connsiteY1495" fmla="*/ 86995 h 138429"/>
                <a:gd name="connsiteX1496" fmla="*/ 3610605 w 4940931"/>
                <a:gd name="connsiteY1496" fmla="*/ 91440 h 138429"/>
                <a:gd name="connsiteX1497" fmla="*/ 3611875 w 4940931"/>
                <a:gd name="connsiteY1497" fmla="*/ 94615 h 138429"/>
                <a:gd name="connsiteX1498" fmla="*/ 3614415 w 4940931"/>
                <a:gd name="connsiteY1498" fmla="*/ 95885 h 138429"/>
                <a:gd name="connsiteX1499" fmla="*/ 3618225 w 4940931"/>
                <a:gd name="connsiteY1499" fmla="*/ 95885 h 138429"/>
                <a:gd name="connsiteX1500" fmla="*/ 3624575 w 4940931"/>
                <a:gd name="connsiteY1500" fmla="*/ 95250 h 138429"/>
                <a:gd name="connsiteX1501" fmla="*/ 3629655 w 4940931"/>
                <a:gd name="connsiteY1501" fmla="*/ 93345 h 138429"/>
                <a:gd name="connsiteX1502" fmla="*/ 3627750 w 4940931"/>
                <a:gd name="connsiteY1502" fmla="*/ 106680 h 138429"/>
                <a:gd name="connsiteX1503" fmla="*/ 3621400 w 4940931"/>
                <a:gd name="connsiteY1503" fmla="*/ 109220 h 138429"/>
                <a:gd name="connsiteX1504" fmla="*/ 3613145 w 4940931"/>
                <a:gd name="connsiteY1504" fmla="*/ 110490 h 138429"/>
                <a:gd name="connsiteX1505" fmla="*/ 3606160 w 4940931"/>
                <a:gd name="connsiteY1505" fmla="*/ 109220 h 138429"/>
                <a:gd name="connsiteX1506" fmla="*/ 3600445 w 4940931"/>
                <a:gd name="connsiteY1506" fmla="*/ 105410 h 138429"/>
                <a:gd name="connsiteX1507" fmla="*/ 3596635 w 4940931"/>
                <a:gd name="connsiteY1507" fmla="*/ 99060 h 138429"/>
                <a:gd name="connsiteX1508" fmla="*/ 3595365 w 4940931"/>
                <a:gd name="connsiteY1508" fmla="*/ 89535 h 138429"/>
                <a:gd name="connsiteX1509" fmla="*/ 3595365 w 4940931"/>
                <a:gd name="connsiteY1509" fmla="*/ 44450 h 138429"/>
                <a:gd name="connsiteX1510" fmla="*/ 3584570 w 4940931"/>
                <a:gd name="connsiteY1510" fmla="*/ 44450 h 138429"/>
                <a:gd name="connsiteX1511" fmla="*/ 3584570 w 4940931"/>
                <a:gd name="connsiteY1511" fmla="*/ 30480 h 138429"/>
                <a:gd name="connsiteX1512" fmla="*/ 3595365 w 4940931"/>
                <a:gd name="connsiteY1512" fmla="*/ 30480 h 138429"/>
                <a:gd name="connsiteX1513" fmla="*/ 3595365 w 4940931"/>
                <a:gd name="connsiteY1513" fmla="*/ 8255 h 138429"/>
                <a:gd name="connsiteX1514" fmla="*/ 3445505 w 4940931"/>
                <a:gd name="connsiteY1514" fmla="*/ 0 h 138429"/>
                <a:gd name="connsiteX1515" fmla="*/ 3445505 w 4940931"/>
                <a:gd name="connsiteY1515" fmla="*/ 37465 h 138429"/>
                <a:gd name="connsiteX1516" fmla="*/ 3449950 w 4940931"/>
                <a:gd name="connsiteY1516" fmla="*/ 33655 h 138429"/>
                <a:gd name="connsiteX1517" fmla="*/ 3453760 w 4940931"/>
                <a:gd name="connsiteY1517" fmla="*/ 31115 h 138429"/>
                <a:gd name="connsiteX1518" fmla="*/ 3458840 w 4940931"/>
                <a:gd name="connsiteY1518" fmla="*/ 29210 h 138429"/>
                <a:gd name="connsiteX1519" fmla="*/ 3465825 w 4940931"/>
                <a:gd name="connsiteY1519" fmla="*/ 28575 h 138429"/>
                <a:gd name="connsiteX1520" fmla="*/ 3477890 w 4940931"/>
                <a:gd name="connsiteY1520" fmla="*/ 31115 h 138429"/>
                <a:gd name="connsiteX1521" fmla="*/ 3487415 w 4940931"/>
                <a:gd name="connsiteY1521" fmla="*/ 38735 h 138429"/>
                <a:gd name="connsiteX1522" fmla="*/ 3493765 w 4940931"/>
                <a:gd name="connsiteY1522" fmla="*/ 51435 h 138429"/>
                <a:gd name="connsiteX1523" fmla="*/ 3496305 w 4940931"/>
                <a:gd name="connsiteY1523" fmla="*/ 70485 h 138429"/>
                <a:gd name="connsiteX1524" fmla="*/ 3495670 w 4940931"/>
                <a:gd name="connsiteY1524" fmla="*/ 71120 h 138429"/>
                <a:gd name="connsiteX1525" fmla="*/ 3493130 w 4940931"/>
                <a:gd name="connsiteY1525" fmla="*/ 88265 h 138429"/>
                <a:gd name="connsiteX1526" fmla="*/ 3486145 w 4940931"/>
                <a:gd name="connsiteY1526" fmla="*/ 100330 h 138429"/>
                <a:gd name="connsiteX1527" fmla="*/ 3476620 w 4940931"/>
                <a:gd name="connsiteY1527" fmla="*/ 107315 h 138429"/>
                <a:gd name="connsiteX1528" fmla="*/ 3465190 w 4940931"/>
                <a:gd name="connsiteY1528" fmla="*/ 109855 h 138429"/>
                <a:gd name="connsiteX1529" fmla="*/ 3454395 w 4940931"/>
                <a:gd name="connsiteY1529" fmla="*/ 107315 h 138429"/>
                <a:gd name="connsiteX1530" fmla="*/ 3445505 w 4940931"/>
                <a:gd name="connsiteY1530" fmla="*/ 100965 h 138429"/>
                <a:gd name="connsiteX1531" fmla="*/ 3445505 w 4940931"/>
                <a:gd name="connsiteY1531" fmla="*/ 107950 h 138429"/>
                <a:gd name="connsiteX1532" fmla="*/ 3430265 w 4940931"/>
                <a:gd name="connsiteY1532" fmla="*/ 107950 h 138429"/>
                <a:gd name="connsiteX1533" fmla="*/ 3430265 w 4940931"/>
                <a:gd name="connsiteY1533" fmla="*/ 7620 h 138429"/>
                <a:gd name="connsiteX1534" fmla="*/ 2380611 w 4940931"/>
                <a:gd name="connsiteY1534" fmla="*/ 0 h 138429"/>
                <a:gd name="connsiteX1535" fmla="*/ 2380611 w 4940931"/>
                <a:gd name="connsiteY1535" fmla="*/ 30480 h 138429"/>
                <a:gd name="connsiteX1536" fmla="*/ 2399661 w 4940931"/>
                <a:gd name="connsiteY1536" fmla="*/ 30480 h 138429"/>
                <a:gd name="connsiteX1537" fmla="*/ 2399661 w 4940931"/>
                <a:gd name="connsiteY1537" fmla="*/ 44450 h 138429"/>
                <a:gd name="connsiteX1538" fmla="*/ 2380611 w 4940931"/>
                <a:gd name="connsiteY1538" fmla="*/ 44450 h 138429"/>
                <a:gd name="connsiteX1539" fmla="*/ 2380611 w 4940931"/>
                <a:gd name="connsiteY1539" fmla="*/ 86995 h 138429"/>
                <a:gd name="connsiteX1540" fmla="*/ 2380611 w 4940931"/>
                <a:gd name="connsiteY1540" fmla="*/ 91440 h 138429"/>
                <a:gd name="connsiteX1541" fmla="*/ 2381881 w 4940931"/>
                <a:gd name="connsiteY1541" fmla="*/ 94615 h 138429"/>
                <a:gd name="connsiteX1542" fmla="*/ 2384421 w 4940931"/>
                <a:gd name="connsiteY1542" fmla="*/ 95885 h 138429"/>
                <a:gd name="connsiteX1543" fmla="*/ 2388231 w 4940931"/>
                <a:gd name="connsiteY1543" fmla="*/ 95885 h 138429"/>
                <a:gd name="connsiteX1544" fmla="*/ 2394581 w 4940931"/>
                <a:gd name="connsiteY1544" fmla="*/ 95250 h 138429"/>
                <a:gd name="connsiteX1545" fmla="*/ 2399661 w 4940931"/>
                <a:gd name="connsiteY1545" fmla="*/ 93345 h 138429"/>
                <a:gd name="connsiteX1546" fmla="*/ 2397756 w 4940931"/>
                <a:gd name="connsiteY1546" fmla="*/ 106680 h 138429"/>
                <a:gd name="connsiteX1547" fmla="*/ 2391406 w 4940931"/>
                <a:gd name="connsiteY1547" fmla="*/ 109220 h 138429"/>
                <a:gd name="connsiteX1548" fmla="*/ 2383151 w 4940931"/>
                <a:gd name="connsiteY1548" fmla="*/ 110490 h 138429"/>
                <a:gd name="connsiteX1549" fmla="*/ 2376166 w 4940931"/>
                <a:gd name="connsiteY1549" fmla="*/ 109220 h 138429"/>
                <a:gd name="connsiteX1550" fmla="*/ 2370451 w 4940931"/>
                <a:gd name="connsiteY1550" fmla="*/ 105410 h 138429"/>
                <a:gd name="connsiteX1551" fmla="*/ 2366641 w 4940931"/>
                <a:gd name="connsiteY1551" fmla="*/ 99060 h 138429"/>
                <a:gd name="connsiteX1552" fmla="*/ 2365371 w 4940931"/>
                <a:gd name="connsiteY1552" fmla="*/ 89535 h 138429"/>
                <a:gd name="connsiteX1553" fmla="*/ 2365371 w 4940931"/>
                <a:gd name="connsiteY1553" fmla="*/ 44450 h 138429"/>
                <a:gd name="connsiteX1554" fmla="*/ 2354576 w 4940931"/>
                <a:gd name="connsiteY1554" fmla="*/ 44450 h 138429"/>
                <a:gd name="connsiteX1555" fmla="*/ 2354576 w 4940931"/>
                <a:gd name="connsiteY1555" fmla="*/ 30480 h 138429"/>
                <a:gd name="connsiteX1556" fmla="*/ 2365371 w 4940931"/>
                <a:gd name="connsiteY1556" fmla="*/ 30480 h 138429"/>
                <a:gd name="connsiteX1557" fmla="*/ 2365371 w 4940931"/>
                <a:gd name="connsiteY1557" fmla="*/ 8255 h 138429"/>
                <a:gd name="connsiteX1558" fmla="*/ 2150741 w 4940931"/>
                <a:gd name="connsiteY1558" fmla="*/ 0 h 138429"/>
                <a:gd name="connsiteX1559" fmla="*/ 2150741 w 4940931"/>
                <a:gd name="connsiteY1559" fmla="*/ 30480 h 138429"/>
                <a:gd name="connsiteX1560" fmla="*/ 2169791 w 4940931"/>
                <a:gd name="connsiteY1560" fmla="*/ 30480 h 138429"/>
                <a:gd name="connsiteX1561" fmla="*/ 2169791 w 4940931"/>
                <a:gd name="connsiteY1561" fmla="*/ 44450 h 138429"/>
                <a:gd name="connsiteX1562" fmla="*/ 2150741 w 4940931"/>
                <a:gd name="connsiteY1562" fmla="*/ 44450 h 138429"/>
                <a:gd name="connsiteX1563" fmla="*/ 2150741 w 4940931"/>
                <a:gd name="connsiteY1563" fmla="*/ 86995 h 138429"/>
                <a:gd name="connsiteX1564" fmla="*/ 2150741 w 4940931"/>
                <a:gd name="connsiteY1564" fmla="*/ 91440 h 138429"/>
                <a:gd name="connsiteX1565" fmla="*/ 2152011 w 4940931"/>
                <a:gd name="connsiteY1565" fmla="*/ 94615 h 138429"/>
                <a:gd name="connsiteX1566" fmla="*/ 2154551 w 4940931"/>
                <a:gd name="connsiteY1566" fmla="*/ 95885 h 138429"/>
                <a:gd name="connsiteX1567" fmla="*/ 2158361 w 4940931"/>
                <a:gd name="connsiteY1567" fmla="*/ 95885 h 138429"/>
                <a:gd name="connsiteX1568" fmla="*/ 2164711 w 4940931"/>
                <a:gd name="connsiteY1568" fmla="*/ 95250 h 138429"/>
                <a:gd name="connsiteX1569" fmla="*/ 2169791 w 4940931"/>
                <a:gd name="connsiteY1569" fmla="*/ 93345 h 138429"/>
                <a:gd name="connsiteX1570" fmla="*/ 2167886 w 4940931"/>
                <a:gd name="connsiteY1570" fmla="*/ 106680 h 138429"/>
                <a:gd name="connsiteX1571" fmla="*/ 2161536 w 4940931"/>
                <a:gd name="connsiteY1571" fmla="*/ 109220 h 138429"/>
                <a:gd name="connsiteX1572" fmla="*/ 2153281 w 4940931"/>
                <a:gd name="connsiteY1572" fmla="*/ 110490 h 138429"/>
                <a:gd name="connsiteX1573" fmla="*/ 2146296 w 4940931"/>
                <a:gd name="connsiteY1573" fmla="*/ 109220 h 138429"/>
                <a:gd name="connsiteX1574" fmla="*/ 2140581 w 4940931"/>
                <a:gd name="connsiteY1574" fmla="*/ 105410 h 138429"/>
                <a:gd name="connsiteX1575" fmla="*/ 2136771 w 4940931"/>
                <a:gd name="connsiteY1575" fmla="*/ 99060 h 138429"/>
                <a:gd name="connsiteX1576" fmla="*/ 2135501 w 4940931"/>
                <a:gd name="connsiteY1576" fmla="*/ 89535 h 138429"/>
                <a:gd name="connsiteX1577" fmla="*/ 2135501 w 4940931"/>
                <a:gd name="connsiteY1577" fmla="*/ 44450 h 138429"/>
                <a:gd name="connsiteX1578" fmla="*/ 2124706 w 4940931"/>
                <a:gd name="connsiteY1578" fmla="*/ 44450 h 138429"/>
                <a:gd name="connsiteX1579" fmla="*/ 2124706 w 4940931"/>
                <a:gd name="connsiteY1579" fmla="*/ 30480 h 138429"/>
                <a:gd name="connsiteX1580" fmla="*/ 2135501 w 4940931"/>
                <a:gd name="connsiteY1580" fmla="*/ 30480 h 138429"/>
                <a:gd name="connsiteX1581" fmla="*/ 2135501 w 4940931"/>
                <a:gd name="connsiteY1581" fmla="*/ 8255 h 138429"/>
                <a:gd name="connsiteX1582" fmla="*/ 2096131 w 4940931"/>
                <a:gd name="connsiteY1582" fmla="*/ 0 h 138429"/>
                <a:gd name="connsiteX1583" fmla="*/ 2096131 w 4940931"/>
                <a:gd name="connsiteY1583" fmla="*/ 30480 h 138429"/>
                <a:gd name="connsiteX1584" fmla="*/ 2115181 w 4940931"/>
                <a:gd name="connsiteY1584" fmla="*/ 30480 h 138429"/>
                <a:gd name="connsiteX1585" fmla="*/ 2115181 w 4940931"/>
                <a:gd name="connsiteY1585" fmla="*/ 44450 h 138429"/>
                <a:gd name="connsiteX1586" fmla="*/ 2096131 w 4940931"/>
                <a:gd name="connsiteY1586" fmla="*/ 44450 h 138429"/>
                <a:gd name="connsiteX1587" fmla="*/ 2096131 w 4940931"/>
                <a:gd name="connsiteY1587" fmla="*/ 86995 h 138429"/>
                <a:gd name="connsiteX1588" fmla="*/ 2096131 w 4940931"/>
                <a:gd name="connsiteY1588" fmla="*/ 91440 h 138429"/>
                <a:gd name="connsiteX1589" fmla="*/ 2097401 w 4940931"/>
                <a:gd name="connsiteY1589" fmla="*/ 94615 h 138429"/>
                <a:gd name="connsiteX1590" fmla="*/ 2099941 w 4940931"/>
                <a:gd name="connsiteY1590" fmla="*/ 95885 h 138429"/>
                <a:gd name="connsiteX1591" fmla="*/ 2103751 w 4940931"/>
                <a:gd name="connsiteY1591" fmla="*/ 95885 h 138429"/>
                <a:gd name="connsiteX1592" fmla="*/ 2110101 w 4940931"/>
                <a:gd name="connsiteY1592" fmla="*/ 95250 h 138429"/>
                <a:gd name="connsiteX1593" fmla="*/ 2115181 w 4940931"/>
                <a:gd name="connsiteY1593" fmla="*/ 93345 h 138429"/>
                <a:gd name="connsiteX1594" fmla="*/ 2113276 w 4940931"/>
                <a:gd name="connsiteY1594" fmla="*/ 106680 h 138429"/>
                <a:gd name="connsiteX1595" fmla="*/ 2106926 w 4940931"/>
                <a:gd name="connsiteY1595" fmla="*/ 109220 h 138429"/>
                <a:gd name="connsiteX1596" fmla="*/ 2098671 w 4940931"/>
                <a:gd name="connsiteY1596" fmla="*/ 110490 h 138429"/>
                <a:gd name="connsiteX1597" fmla="*/ 2091686 w 4940931"/>
                <a:gd name="connsiteY1597" fmla="*/ 109220 h 138429"/>
                <a:gd name="connsiteX1598" fmla="*/ 2085971 w 4940931"/>
                <a:gd name="connsiteY1598" fmla="*/ 105410 h 138429"/>
                <a:gd name="connsiteX1599" fmla="*/ 2082161 w 4940931"/>
                <a:gd name="connsiteY1599" fmla="*/ 99060 h 138429"/>
                <a:gd name="connsiteX1600" fmla="*/ 2080891 w 4940931"/>
                <a:gd name="connsiteY1600" fmla="*/ 89535 h 138429"/>
                <a:gd name="connsiteX1601" fmla="*/ 2080891 w 4940931"/>
                <a:gd name="connsiteY1601" fmla="*/ 44450 h 138429"/>
                <a:gd name="connsiteX1602" fmla="*/ 2070096 w 4940931"/>
                <a:gd name="connsiteY1602" fmla="*/ 44450 h 138429"/>
                <a:gd name="connsiteX1603" fmla="*/ 2070096 w 4940931"/>
                <a:gd name="connsiteY1603" fmla="*/ 30480 h 138429"/>
                <a:gd name="connsiteX1604" fmla="*/ 2080891 w 4940931"/>
                <a:gd name="connsiteY1604" fmla="*/ 30480 h 138429"/>
                <a:gd name="connsiteX1605" fmla="*/ 2080891 w 4940931"/>
                <a:gd name="connsiteY1605" fmla="*/ 8255 h 138429"/>
                <a:gd name="connsiteX1606" fmla="*/ 1931665 w 4940931"/>
                <a:gd name="connsiteY1606" fmla="*/ 0 h 138429"/>
                <a:gd name="connsiteX1607" fmla="*/ 1931665 w 4940931"/>
                <a:gd name="connsiteY1607" fmla="*/ 37465 h 138429"/>
                <a:gd name="connsiteX1608" fmla="*/ 1936110 w 4940931"/>
                <a:gd name="connsiteY1608" fmla="*/ 33655 h 138429"/>
                <a:gd name="connsiteX1609" fmla="*/ 1939920 w 4940931"/>
                <a:gd name="connsiteY1609" fmla="*/ 31115 h 138429"/>
                <a:gd name="connsiteX1610" fmla="*/ 1945000 w 4940931"/>
                <a:gd name="connsiteY1610" fmla="*/ 29210 h 138429"/>
                <a:gd name="connsiteX1611" fmla="*/ 1951985 w 4940931"/>
                <a:gd name="connsiteY1611" fmla="*/ 28575 h 138429"/>
                <a:gd name="connsiteX1612" fmla="*/ 1964050 w 4940931"/>
                <a:gd name="connsiteY1612" fmla="*/ 31115 h 138429"/>
                <a:gd name="connsiteX1613" fmla="*/ 1973575 w 4940931"/>
                <a:gd name="connsiteY1613" fmla="*/ 38735 h 138429"/>
                <a:gd name="connsiteX1614" fmla="*/ 1979925 w 4940931"/>
                <a:gd name="connsiteY1614" fmla="*/ 51435 h 138429"/>
                <a:gd name="connsiteX1615" fmla="*/ 1982465 w 4940931"/>
                <a:gd name="connsiteY1615" fmla="*/ 70485 h 138429"/>
                <a:gd name="connsiteX1616" fmla="*/ 1981830 w 4940931"/>
                <a:gd name="connsiteY1616" fmla="*/ 71120 h 138429"/>
                <a:gd name="connsiteX1617" fmla="*/ 1979290 w 4940931"/>
                <a:gd name="connsiteY1617" fmla="*/ 88265 h 138429"/>
                <a:gd name="connsiteX1618" fmla="*/ 1972305 w 4940931"/>
                <a:gd name="connsiteY1618" fmla="*/ 100330 h 138429"/>
                <a:gd name="connsiteX1619" fmla="*/ 1962780 w 4940931"/>
                <a:gd name="connsiteY1619" fmla="*/ 107315 h 138429"/>
                <a:gd name="connsiteX1620" fmla="*/ 1951350 w 4940931"/>
                <a:gd name="connsiteY1620" fmla="*/ 109855 h 138429"/>
                <a:gd name="connsiteX1621" fmla="*/ 1940555 w 4940931"/>
                <a:gd name="connsiteY1621" fmla="*/ 107315 h 138429"/>
                <a:gd name="connsiteX1622" fmla="*/ 1931665 w 4940931"/>
                <a:gd name="connsiteY1622" fmla="*/ 100965 h 138429"/>
                <a:gd name="connsiteX1623" fmla="*/ 1931665 w 4940931"/>
                <a:gd name="connsiteY1623" fmla="*/ 107950 h 138429"/>
                <a:gd name="connsiteX1624" fmla="*/ 1916425 w 4940931"/>
                <a:gd name="connsiteY1624" fmla="*/ 107950 h 138429"/>
                <a:gd name="connsiteX1625" fmla="*/ 1916425 w 4940931"/>
                <a:gd name="connsiteY1625" fmla="*/ 7620 h 138429"/>
                <a:gd name="connsiteX1626" fmla="*/ 1316991 w 4940931"/>
                <a:gd name="connsiteY1626" fmla="*/ 0 h 138429"/>
                <a:gd name="connsiteX1627" fmla="*/ 1316991 w 4940931"/>
                <a:gd name="connsiteY1627" fmla="*/ 30480 h 138429"/>
                <a:gd name="connsiteX1628" fmla="*/ 1336041 w 4940931"/>
                <a:gd name="connsiteY1628" fmla="*/ 30480 h 138429"/>
                <a:gd name="connsiteX1629" fmla="*/ 1336041 w 4940931"/>
                <a:gd name="connsiteY1629" fmla="*/ 44450 h 138429"/>
                <a:gd name="connsiteX1630" fmla="*/ 1316991 w 4940931"/>
                <a:gd name="connsiteY1630" fmla="*/ 44450 h 138429"/>
                <a:gd name="connsiteX1631" fmla="*/ 1316991 w 4940931"/>
                <a:gd name="connsiteY1631" fmla="*/ 86995 h 138429"/>
                <a:gd name="connsiteX1632" fmla="*/ 1316991 w 4940931"/>
                <a:gd name="connsiteY1632" fmla="*/ 91440 h 138429"/>
                <a:gd name="connsiteX1633" fmla="*/ 1318261 w 4940931"/>
                <a:gd name="connsiteY1633" fmla="*/ 94615 h 138429"/>
                <a:gd name="connsiteX1634" fmla="*/ 1320801 w 4940931"/>
                <a:gd name="connsiteY1634" fmla="*/ 95885 h 138429"/>
                <a:gd name="connsiteX1635" fmla="*/ 1324611 w 4940931"/>
                <a:gd name="connsiteY1635" fmla="*/ 95885 h 138429"/>
                <a:gd name="connsiteX1636" fmla="*/ 1330961 w 4940931"/>
                <a:gd name="connsiteY1636" fmla="*/ 95250 h 138429"/>
                <a:gd name="connsiteX1637" fmla="*/ 1336041 w 4940931"/>
                <a:gd name="connsiteY1637" fmla="*/ 93345 h 138429"/>
                <a:gd name="connsiteX1638" fmla="*/ 1334136 w 4940931"/>
                <a:gd name="connsiteY1638" fmla="*/ 106680 h 138429"/>
                <a:gd name="connsiteX1639" fmla="*/ 1327786 w 4940931"/>
                <a:gd name="connsiteY1639" fmla="*/ 109220 h 138429"/>
                <a:gd name="connsiteX1640" fmla="*/ 1319531 w 4940931"/>
                <a:gd name="connsiteY1640" fmla="*/ 110490 h 138429"/>
                <a:gd name="connsiteX1641" fmla="*/ 1312546 w 4940931"/>
                <a:gd name="connsiteY1641" fmla="*/ 109220 h 138429"/>
                <a:gd name="connsiteX1642" fmla="*/ 1306831 w 4940931"/>
                <a:gd name="connsiteY1642" fmla="*/ 105410 h 138429"/>
                <a:gd name="connsiteX1643" fmla="*/ 1303021 w 4940931"/>
                <a:gd name="connsiteY1643" fmla="*/ 99060 h 138429"/>
                <a:gd name="connsiteX1644" fmla="*/ 1301751 w 4940931"/>
                <a:gd name="connsiteY1644" fmla="*/ 89535 h 138429"/>
                <a:gd name="connsiteX1645" fmla="*/ 1301751 w 4940931"/>
                <a:gd name="connsiteY1645" fmla="*/ 44450 h 138429"/>
                <a:gd name="connsiteX1646" fmla="*/ 1290956 w 4940931"/>
                <a:gd name="connsiteY1646" fmla="*/ 44450 h 138429"/>
                <a:gd name="connsiteX1647" fmla="*/ 1290956 w 4940931"/>
                <a:gd name="connsiteY1647" fmla="*/ 30480 h 138429"/>
                <a:gd name="connsiteX1648" fmla="*/ 1301751 w 4940931"/>
                <a:gd name="connsiteY1648" fmla="*/ 30480 h 138429"/>
                <a:gd name="connsiteX1649" fmla="*/ 1301751 w 4940931"/>
                <a:gd name="connsiteY1649" fmla="*/ 8255 h 138429"/>
                <a:gd name="connsiteX1650" fmla="*/ 751206 w 4940931"/>
                <a:gd name="connsiteY1650" fmla="*/ 0 h 138429"/>
                <a:gd name="connsiteX1651" fmla="*/ 751206 w 4940931"/>
                <a:gd name="connsiteY1651" fmla="*/ 30480 h 138429"/>
                <a:gd name="connsiteX1652" fmla="*/ 770256 w 4940931"/>
                <a:gd name="connsiteY1652" fmla="*/ 30480 h 138429"/>
                <a:gd name="connsiteX1653" fmla="*/ 770256 w 4940931"/>
                <a:gd name="connsiteY1653" fmla="*/ 44450 h 138429"/>
                <a:gd name="connsiteX1654" fmla="*/ 751206 w 4940931"/>
                <a:gd name="connsiteY1654" fmla="*/ 44450 h 138429"/>
                <a:gd name="connsiteX1655" fmla="*/ 751206 w 4940931"/>
                <a:gd name="connsiteY1655" fmla="*/ 86995 h 138429"/>
                <a:gd name="connsiteX1656" fmla="*/ 751206 w 4940931"/>
                <a:gd name="connsiteY1656" fmla="*/ 91440 h 138429"/>
                <a:gd name="connsiteX1657" fmla="*/ 752476 w 4940931"/>
                <a:gd name="connsiteY1657" fmla="*/ 94615 h 138429"/>
                <a:gd name="connsiteX1658" fmla="*/ 755016 w 4940931"/>
                <a:gd name="connsiteY1658" fmla="*/ 95885 h 138429"/>
                <a:gd name="connsiteX1659" fmla="*/ 758826 w 4940931"/>
                <a:gd name="connsiteY1659" fmla="*/ 95885 h 138429"/>
                <a:gd name="connsiteX1660" fmla="*/ 765176 w 4940931"/>
                <a:gd name="connsiteY1660" fmla="*/ 95250 h 138429"/>
                <a:gd name="connsiteX1661" fmla="*/ 770256 w 4940931"/>
                <a:gd name="connsiteY1661" fmla="*/ 93345 h 138429"/>
                <a:gd name="connsiteX1662" fmla="*/ 768351 w 4940931"/>
                <a:gd name="connsiteY1662" fmla="*/ 106680 h 138429"/>
                <a:gd name="connsiteX1663" fmla="*/ 762001 w 4940931"/>
                <a:gd name="connsiteY1663" fmla="*/ 109220 h 138429"/>
                <a:gd name="connsiteX1664" fmla="*/ 753746 w 4940931"/>
                <a:gd name="connsiteY1664" fmla="*/ 110490 h 138429"/>
                <a:gd name="connsiteX1665" fmla="*/ 746761 w 4940931"/>
                <a:gd name="connsiteY1665" fmla="*/ 109220 h 138429"/>
                <a:gd name="connsiteX1666" fmla="*/ 741045 w 4940931"/>
                <a:gd name="connsiteY1666" fmla="*/ 105410 h 138429"/>
                <a:gd name="connsiteX1667" fmla="*/ 737236 w 4940931"/>
                <a:gd name="connsiteY1667" fmla="*/ 99060 h 138429"/>
                <a:gd name="connsiteX1668" fmla="*/ 735966 w 4940931"/>
                <a:gd name="connsiteY1668" fmla="*/ 89535 h 138429"/>
                <a:gd name="connsiteX1669" fmla="*/ 735966 w 4940931"/>
                <a:gd name="connsiteY1669" fmla="*/ 44450 h 138429"/>
                <a:gd name="connsiteX1670" fmla="*/ 725171 w 4940931"/>
                <a:gd name="connsiteY1670" fmla="*/ 44450 h 138429"/>
                <a:gd name="connsiteX1671" fmla="*/ 725171 w 4940931"/>
                <a:gd name="connsiteY1671" fmla="*/ 30480 h 138429"/>
                <a:gd name="connsiteX1672" fmla="*/ 735966 w 4940931"/>
                <a:gd name="connsiteY1672" fmla="*/ 30480 h 138429"/>
                <a:gd name="connsiteX1673" fmla="*/ 735966 w 4940931"/>
                <a:gd name="connsiteY1673" fmla="*/ 8255 h 138429"/>
                <a:gd name="connsiteX1674" fmla="*/ 521335 w 4940931"/>
                <a:gd name="connsiteY1674" fmla="*/ 0 h 138429"/>
                <a:gd name="connsiteX1675" fmla="*/ 521335 w 4940931"/>
                <a:gd name="connsiteY1675" fmla="*/ 30480 h 138429"/>
                <a:gd name="connsiteX1676" fmla="*/ 540385 w 4940931"/>
                <a:gd name="connsiteY1676" fmla="*/ 30480 h 138429"/>
                <a:gd name="connsiteX1677" fmla="*/ 540385 w 4940931"/>
                <a:gd name="connsiteY1677" fmla="*/ 44450 h 138429"/>
                <a:gd name="connsiteX1678" fmla="*/ 521335 w 4940931"/>
                <a:gd name="connsiteY1678" fmla="*/ 44450 h 138429"/>
                <a:gd name="connsiteX1679" fmla="*/ 521335 w 4940931"/>
                <a:gd name="connsiteY1679" fmla="*/ 86995 h 138429"/>
                <a:gd name="connsiteX1680" fmla="*/ 521335 w 4940931"/>
                <a:gd name="connsiteY1680" fmla="*/ 91440 h 138429"/>
                <a:gd name="connsiteX1681" fmla="*/ 522605 w 4940931"/>
                <a:gd name="connsiteY1681" fmla="*/ 94615 h 138429"/>
                <a:gd name="connsiteX1682" fmla="*/ 525145 w 4940931"/>
                <a:gd name="connsiteY1682" fmla="*/ 95885 h 138429"/>
                <a:gd name="connsiteX1683" fmla="*/ 528955 w 4940931"/>
                <a:gd name="connsiteY1683" fmla="*/ 95885 h 138429"/>
                <a:gd name="connsiteX1684" fmla="*/ 535305 w 4940931"/>
                <a:gd name="connsiteY1684" fmla="*/ 95250 h 138429"/>
                <a:gd name="connsiteX1685" fmla="*/ 540385 w 4940931"/>
                <a:gd name="connsiteY1685" fmla="*/ 93345 h 138429"/>
                <a:gd name="connsiteX1686" fmla="*/ 538480 w 4940931"/>
                <a:gd name="connsiteY1686" fmla="*/ 106680 h 138429"/>
                <a:gd name="connsiteX1687" fmla="*/ 532130 w 4940931"/>
                <a:gd name="connsiteY1687" fmla="*/ 109220 h 138429"/>
                <a:gd name="connsiteX1688" fmla="*/ 523875 w 4940931"/>
                <a:gd name="connsiteY1688" fmla="*/ 110490 h 138429"/>
                <a:gd name="connsiteX1689" fmla="*/ 516890 w 4940931"/>
                <a:gd name="connsiteY1689" fmla="*/ 109220 h 138429"/>
                <a:gd name="connsiteX1690" fmla="*/ 511175 w 4940931"/>
                <a:gd name="connsiteY1690" fmla="*/ 105410 h 138429"/>
                <a:gd name="connsiteX1691" fmla="*/ 507365 w 4940931"/>
                <a:gd name="connsiteY1691" fmla="*/ 99060 h 138429"/>
                <a:gd name="connsiteX1692" fmla="*/ 506095 w 4940931"/>
                <a:gd name="connsiteY1692" fmla="*/ 89535 h 138429"/>
                <a:gd name="connsiteX1693" fmla="*/ 506095 w 4940931"/>
                <a:gd name="connsiteY1693" fmla="*/ 44450 h 138429"/>
                <a:gd name="connsiteX1694" fmla="*/ 495300 w 4940931"/>
                <a:gd name="connsiteY1694" fmla="*/ 44450 h 138429"/>
                <a:gd name="connsiteX1695" fmla="*/ 495300 w 4940931"/>
                <a:gd name="connsiteY1695" fmla="*/ 30480 h 138429"/>
                <a:gd name="connsiteX1696" fmla="*/ 506095 w 4940931"/>
                <a:gd name="connsiteY1696" fmla="*/ 30480 h 138429"/>
                <a:gd name="connsiteX1697" fmla="*/ 506095 w 4940931"/>
                <a:gd name="connsiteY1697" fmla="*/ 8255 h 138429"/>
                <a:gd name="connsiteX1698" fmla="*/ 466724 w 4940931"/>
                <a:gd name="connsiteY1698" fmla="*/ 0 h 138429"/>
                <a:gd name="connsiteX1699" fmla="*/ 466724 w 4940931"/>
                <a:gd name="connsiteY1699" fmla="*/ 30480 h 138429"/>
                <a:gd name="connsiteX1700" fmla="*/ 485774 w 4940931"/>
                <a:gd name="connsiteY1700" fmla="*/ 30480 h 138429"/>
                <a:gd name="connsiteX1701" fmla="*/ 485774 w 4940931"/>
                <a:gd name="connsiteY1701" fmla="*/ 44450 h 138429"/>
                <a:gd name="connsiteX1702" fmla="*/ 466724 w 4940931"/>
                <a:gd name="connsiteY1702" fmla="*/ 44450 h 138429"/>
                <a:gd name="connsiteX1703" fmla="*/ 466724 w 4940931"/>
                <a:gd name="connsiteY1703" fmla="*/ 86995 h 138429"/>
                <a:gd name="connsiteX1704" fmla="*/ 466724 w 4940931"/>
                <a:gd name="connsiteY1704" fmla="*/ 91440 h 138429"/>
                <a:gd name="connsiteX1705" fmla="*/ 467994 w 4940931"/>
                <a:gd name="connsiteY1705" fmla="*/ 94615 h 138429"/>
                <a:gd name="connsiteX1706" fmla="*/ 470534 w 4940931"/>
                <a:gd name="connsiteY1706" fmla="*/ 95885 h 138429"/>
                <a:gd name="connsiteX1707" fmla="*/ 474344 w 4940931"/>
                <a:gd name="connsiteY1707" fmla="*/ 95885 h 138429"/>
                <a:gd name="connsiteX1708" fmla="*/ 480694 w 4940931"/>
                <a:gd name="connsiteY1708" fmla="*/ 95250 h 138429"/>
                <a:gd name="connsiteX1709" fmla="*/ 485774 w 4940931"/>
                <a:gd name="connsiteY1709" fmla="*/ 93345 h 138429"/>
                <a:gd name="connsiteX1710" fmla="*/ 483869 w 4940931"/>
                <a:gd name="connsiteY1710" fmla="*/ 106680 h 138429"/>
                <a:gd name="connsiteX1711" fmla="*/ 477519 w 4940931"/>
                <a:gd name="connsiteY1711" fmla="*/ 109220 h 138429"/>
                <a:gd name="connsiteX1712" fmla="*/ 469264 w 4940931"/>
                <a:gd name="connsiteY1712" fmla="*/ 110490 h 138429"/>
                <a:gd name="connsiteX1713" fmla="*/ 462279 w 4940931"/>
                <a:gd name="connsiteY1713" fmla="*/ 109220 h 138429"/>
                <a:gd name="connsiteX1714" fmla="*/ 456564 w 4940931"/>
                <a:gd name="connsiteY1714" fmla="*/ 105410 h 138429"/>
                <a:gd name="connsiteX1715" fmla="*/ 452754 w 4940931"/>
                <a:gd name="connsiteY1715" fmla="*/ 99060 h 138429"/>
                <a:gd name="connsiteX1716" fmla="*/ 451484 w 4940931"/>
                <a:gd name="connsiteY1716" fmla="*/ 89535 h 138429"/>
                <a:gd name="connsiteX1717" fmla="*/ 451484 w 4940931"/>
                <a:gd name="connsiteY1717" fmla="*/ 44450 h 138429"/>
                <a:gd name="connsiteX1718" fmla="*/ 440689 w 4940931"/>
                <a:gd name="connsiteY1718" fmla="*/ 44450 h 138429"/>
                <a:gd name="connsiteX1719" fmla="*/ 440689 w 4940931"/>
                <a:gd name="connsiteY1719" fmla="*/ 30480 h 138429"/>
                <a:gd name="connsiteX1720" fmla="*/ 451484 w 4940931"/>
                <a:gd name="connsiteY1720" fmla="*/ 30480 h 138429"/>
                <a:gd name="connsiteX1721" fmla="*/ 451484 w 4940931"/>
                <a:gd name="connsiteY1721" fmla="*/ 8255 h 138429"/>
                <a:gd name="connsiteX1722" fmla="*/ 302259 w 4940931"/>
                <a:gd name="connsiteY1722" fmla="*/ 0 h 138429"/>
                <a:gd name="connsiteX1723" fmla="*/ 302259 w 4940931"/>
                <a:gd name="connsiteY1723" fmla="*/ 37465 h 138429"/>
                <a:gd name="connsiteX1724" fmla="*/ 306704 w 4940931"/>
                <a:gd name="connsiteY1724" fmla="*/ 33655 h 138429"/>
                <a:gd name="connsiteX1725" fmla="*/ 310514 w 4940931"/>
                <a:gd name="connsiteY1725" fmla="*/ 31115 h 138429"/>
                <a:gd name="connsiteX1726" fmla="*/ 315594 w 4940931"/>
                <a:gd name="connsiteY1726" fmla="*/ 29210 h 138429"/>
                <a:gd name="connsiteX1727" fmla="*/ 322579 w 4940931"/>
                <a:gd name="connsiteY1727" fmla="*/ 28575 h 138429"/>
                <a:gd name="connsiteX1728" fmla="*/ 334644 w 4940931"/>
                <a:gd name="connsiteY1728" fmla="*/ 31115 h 138429"/>
                <a:gd name="connsiteX1729" fmla="*/ 344169 w 4940931"/>
                <a:gd name="connsiteY1729" fmla="*/ 38735 h 138429"/>
                <a:gd name="connsiteX1730" fmla="*/ 350519 w 4940931"/>
                <a:gd name="connsiteY1730" fmla="*/ 51435 h 138429"/>
                <a:gd name="connsiteX1731" fmla="*/ 353059 w 4940931"/>
                <a:gd name="connsiteY1731" fmla="*/ 70485 h 138429"/>
                <a:gd name="connsiteX1732" fmla="*/ 352424 w 4940931"/>
                <a:gd name="connsiteY1732" fmla="*/ 71120 h 138429"/>
                <a:gd name="connsiteX1733" fmla="*/ 349884 w 4940931"/>
                <a:gd name="connsiteY1733" fmla="*/ 88265 h 138429"/>
                <a:gd name="connsiteX1734" fmla="*/ 342899 w 4940931"/>
                <a:gd name="connsiteY1734" fmla="*/ 100330 h 138429"/>
                <a:gd name="connsiteX1735" fmla="*/ 333374 w 4940931"/>
                <a:gd name="connsiteY1735" fmla="*/ 107315 h 138429"/>
                <a:gd name="connsiteX1736" fmla="*/ 321944 w 4940931"/>
                <a:gd name="connsiteY1736" fmla="*/ 109855 h 138429"/>
                <a:gd name="connsiteX1737" fmla="*/ 311149 w 4940931"/>
                <a:gd name="connsiteY1737" fmla="*/ 107315 h 138429"/>
                <a:gd name="connsiteX1738" fmla="*/ 302259 w 4940931"/>
                <a:gd name="connsiteY1738" fmla="*/ 100965 h 138429"/>
                <a:gd name="connsiteX1739" fmla="*/ 302259 w 4940931"/>
                <a:gd name="connsiteY1739" fmla="*/ 107950 h 138429"/>
                <a:gd name="connsiteX1740" fmla="*/ 287019 w 4940931"/>
                <a:gd name="connsiteY1740" fmla="*/ 107950 h 138429"/>
                <a:gd name="connsiteX1741" fmla="*/ 287019 w 4940931"/>
                <a:gd name="connsiteY1741" fmla="*/ 7620 h 138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Lst>
              <a:rect l="l" t="t" r="r" b="b"/>
              <a:pathLst>
                <a:path w="4940931" h="138429">
                  <a:moveTo>
                    <a:pt x="1032512" y="137477"/>
                  </a:moveTo>
                  <a:lnTo>
                    <a:pt x="1032512" y="137794"/>
                  </a:lnTo>
                  <a:lnTo>
                    <a:pt x="1030607" y="138429"/>
                  </a:lnTo>
                  <a:close/>
                  <a:moveTo>
                    <a:pt x="4929501" y="87629"/>
                  </a:moveTo>
                  <a:cubicBezTo>
                    <a:pt x="4930771" y="87629"/>
                    <a:pt x="4932676" y="87629"/>
                    <a:pt x="4933946" y="88264"/>
                  </a:cubicBezTo>
                  <a:cubicBezTo>
                    <a:pt x="4935216" y="88264"/>
                    <a:pt x="4936486" y="89534"/>
                    <a:pt x="4937756" y="90804"/>
                  </a:cubicBezTo>
                  <a:cubicBezTo>
                    <a:pt x="4939026" y="92074"/>
                    <a:pt x="4939661" y="93344"/>
                    <a:pt x="4940296" y="94614"/>
                  </a:cubicBezTo>
                  <a:cubicBezTo>
                    <a:pt x="4940296" y="95884"/>
                    <a:pt x="4940931" y="97789"/>
                    <a:pt x="4940931" y="99059"/>
                  </a:cubicBezTo>
                  <a:cubicBezTo>
                    <a:pt x="4940931" y="99059"/>
                    <a:pt x="4940931" y="102234"/>
                    <a:pt x="4940296" y="103504"/>
                  </a:cubicBezTo>
                  <a:cubicBezTo>
                    <a:pt x="4940296" y="104774"/>
                    <a:pt x="4939026" y="106044"/>
                    <a:pt x="4937756" y="107314"/>
                  </a:cubicBezTo>
                  <a:cubicBezTo>
                    <a:pt x="4936486" y="108584"/>
                    <a:pt x="4935216" y="109219"/>
                    <a:pt x="4933946" y="109854"/>
                  </a:cubicBezTo>
                  <a:cubicBezTo>
                    <a:pt x="4932676" y="109854"/>
                    <a:pt x="4930771" y="110489"/>
                    <a:pt x="4929501" y="110489"/>
                  </a:cubicBezTo>
                  <a:cubicBezTo>
                    <a:pt x="4928231" y="110489"/>
                    <a:pt x="4926326" y="110489"/>
                    <a:pt x="4925056" y="109854"/>
                  </a:cubicBezTo>
                  <a:cubicBezTo>
                    <a:pt x="4923786" y="109854"/>
                    <a:pt x="4922516" y="108584"/>
                    <a:pt x="4921246" y="107314"/>
                  </a:cubicBezTo>
                  <a:cubicBezTo>
                    <a:pt x="4919976" y="106044"/>
                    <a:pt x="4919341" y="104774"/>
                    <a:pt x="4918706" y="103504"/>
                  </a:cubicBezTo>
                  <a:cubicBezTo>
                    <a:pt x="4918706" y="102234"/>
                    <a:pt x="4918071" y="100329"/>
                    <a:pt x="4918071" y="99059"/>
                  </a:cubicBezTo>
                  <a:cubicBezTo>
                    <a:pt x="4918071" y="97789"/>
                    <a:pt x="4918071" y="95884"/>
                    <a:pt x="4918706" y="94614"/>
                  </a:cubicBezTo>
                  <a:cubicBezTo>
                    <a:pt x="4918706" y="93344"/>
                    <a:pt x="4919976" y="92074"/>
                    <a:pt x="4921246" y="90804"/>
                  </a:cubicBezTo>
                  <a:cubicBezTo>
                    <a:pt x="4922516" y="89534"/>
                    <a:pt x="4923786" y="88899"/>
                    <a:pt x="4925056" y="88264"/>
                  </a:cubicBezTo>
                  <a:cubicBezTo>
                    <a:pt x="4926326" y="88264"/>
                    <a:pt x="4928231" y="87629"/>
                    <a:pt x="4929501" y="87629"/>
                  </a:cubicBezTo>
                  <a:close/>
                  <a:moveTo>
                    <a:pt x="3079110" y="87629"/>
                  </a:moveTo>
                  <a:cubicBezTo>
                    <a:pt x="3080380" y="87629"/>
                    <a:pt x="3082285" y="87629"/>
                    <a:pt x="3083555" y="88264"/>
                  </a:cubicBezTo>
                  <a:cubicBezTo>
                    <a:pt x="3084825" y="88264"/>
                    <a:pt x="3086095" y="89534"/>
                    <a:pt x="3087365" y="90804"/>
                  </a:cubicBezTo>
                  <a:cubicBezTo>
                    <a:pt x="3088635" y="92074"/>
                    <a:pt x="3089270" y="93344"/>
                    <a:pt x="3089905" y="94614"/>
                  </a:cubicBezTo>
                  <a:cubicBezTo>
                    <a:pt x="3089905" y="95884"/>
                    <a:pt x="3090540" y="97789"/>
                    <a:pt x="3090540" y="99059"/>
                  </a:cubicBezTo>
                  <a:cubicBezTo>
                    <a:pt x="3090540" y="99059"/>
                    <a:pt x="3090540" y="102234"/>
                    <a:pt x="3089905" y="103504"/>
                  </a:cubicBezTo>
                  <a:cubicBezTo>
                    <a:pt x="3089905" y="104774"/>
                    <a:pt x="3088635" y="106044"/>
                    <a:pt x="3087365" y="107314"/>
                  </a:cubicBezTo>
                  <a:cubicBezTo>
                    <a:pt x="3086095" y="108584"/>
                    <a:pt x="3084825" y="109219"/>
                    <a:pt x="3083555" y="109854"/>
                  </a:cubicBezTo>
                  <a:cubicBezTo>
                    <a:pt x="3082285" y="109854"/>
                    <a:pt x="3080380" y="110489"/>
                    <a:pt x="3079110" y="110489"/>
                  </a:cubicBezTo>
                  <a:cubicBezTo>
                    <a:pt x="3077840" y="110489"/>
                    <a:pt x="3075935" y="110489"/>
                    <a:pt x="3074665" y="109854"/>
                  </a:cubicBezTo>
                  <a:cubicBezTo>
                    <a:pt x="3073395" y="109854"/>
                    <a:pt x="3072125" y="108584"/>
                    <a:pt x="3070855" y="107314"/>
                  </a:cubicBezTo>
                  <a:cubicBezTo>
                    <a:pt x="3069585" y="106044"/>
                    <a:pt x="3068950" y="104774"/>
                    <a:pt x="3068315" y="103504"/>
                  </a:cubicBezTo>
                  <a:cubicBezTo>
                    <a:pt x="3068315" y="102234"/>
                    <a:pt x="3067680" y="100329"/>
                    <a:pt x="3067680" y="99059"/>
                  </a:cubicBezTo>
                  <a:cubicBezTo>
                    <a:pt x="3067680" y="97789"/>
                    <a:pt x="3067680" y="95884"/>
                    <a:pt x="3068315" y="94614"/>
                  </a:cubicBezTo>
                  <a:cubicBezTo>
                    <a:pt x="3068315" y="93344"/>
                    <a:pt x="3069585" y="92074"/>
                    <a:pt x="3070855" y="90804"/>
                  </a:cubicBezTo>
                  <a:cubicBezTo>
                    <a:pt x="3072125" y="89534"/>
                    <a:pt x="3073395" y="88899"/>
                    <a:pt x="3074665" y="88264"/>
                  </a:cubicBezTo>
                  <a:cubicBezTo>
                    <a:pt x="3075935" y="88264"/>
                    <a:pt x="3077840" y="87629"/>
                    <a:pt x="3079110" y="87629"/>
                  </a:cubicBezTo>
                  <a:close/>
                  <a:moveTo>
                    <a:pt x="1565275" y="87629"/>
                  </a:moveTo>
                  <a:cubicBezTo>
                    <a:pt x="1566545" y="87629"/>
                    <a:pt x="1568450" y="87629"/>
                    <a:pt x="1569720" y="88264"/>
                  </a:cubicBezTo>
                  <a:cubicBezTo>
                    <a:pt x="1570990" y="88264"/>
                    <a:pt x="1572260" y="89534"/>
                    <a:pt x="1573529" y="90804"/>
                  </a:cubicBezTo>
                  <a:cubicBezTo>
                    <a:pt x="1574800" y="92074"/>
                    <a:pt x="1575435" y="93344"/>
                    <a:pt x="1576069" y="94614"/>
                  </a:cubicBezTo>
                  <a:cubicBezTo>
                    <a:pt x="1576069" y="95884"/>
                    <a:pt x="1576705" y="97789"/>
                    <a:pt x="1576705" y="99059"/>
                  </a:cubicBezTo>
                  <a:cubicBezTo>
                    <a:pt x="1576705" y="99059"/>
                    <a:pt x="1576705" y="102234"/>
                    <a:pt x="1576069" y="103504"/>
                  </a:cubicBezTo>
                  <a:cubicBezTo>
                    <a:pt x="1576069" y="104774"/>
                    <a:pt x="1574800" y="106044"/>
                    <a:pt x="1573529" y="107314"/>
                  </a:cubicBezTo>
                  <a:cubicBezTo>
                    <a:pt x="1572260" y="108584"/>
                    <a:pt x="1570990" y="109219"/>
                    <a:pt x="1569720" y="109854"/>
                  </a:cubicBezTo>
                  <a:cubicBezTo>
                    <a:pt x="1568450" y="109854"/>
                    <a:pt x="1566545" y="110489"/>
                    <a:pt x="1565275" y="110489"/>
                  </a:cubicBezTo>
                  <a:cubicBezTo>
                    <a:pt x="1564005" y="110489"/>
                    <a:pt x="1562099" y="110489"/>
                    <a:pt x="1560830" y="109854"/>
                  </a:cubicBezTo>
                  <a:cubicBezTo>
                    <a:pt x="1559559" y="109854"/>
                    <a:pt x="1558289" y="108584"/>
                    <a:pt x="1557020" y="107314"/>
                  </a:cubicBezTo>
                  <a:cubicBezTo>
                    <a:pt x="1555750" y="106044"/>
                    <a:pt x="1555114" y="104774"/>
                    <a:pt x="1554479" y="103504"/>
                  </a:cubicBezTo>
                  <a:cubicBezTo>
                    <a:pt x="1554479" y="102234"/>
                    <a:pt x="1553844" y="100329"/>
                    <a:pt x="1553844" y="99059"/>
                  </a:cubicBezTo>
                  <a:cubicBezTo>
                    <a:pt x="1553844" y="97789"/>
                    <a:pt x="1553844" y="95884"/>
                    <a:pt x="1554479" y="94614"/>
                  </a:cubicBezTo>
                  <a:cubicBezTo>
                    <a:pt x="1554479" y="93344"/>
                    <a:pt x="1555750" y="92074"/>
                    <a:pt x="1557020" y="90804"/>
                  </a:cubicBezTo>
                  <a:cubicBezTo>
                    <a:pt x="1558289" y="89534"/>
                    <a:pt x="1559559" y="88899"/>
                    <a:pt x="1560830" y="88264"/>
                  </a:cubicBezTo>
                  <a:cubicBezTo>
                    <a:pt x="1562099" y="88264"/>
                    <a:pt x="1564005" y="87629"/>
                    <a:pt x="1565275" y="87629"/>
                  </a:cubicBezTo>
                  <a:close/>
                  <a:moveTo>
                    <a:pt x="2642230" y="73024"/>
                  </a:moveTo>
                  <a:cubicBezTo>
                    <a:pt x="2637150" y="73024"/>
                    <a:pt x="2633340" y="74294"/>
                    <a:pt x="2630800" y="76199"/>
                  </a:cubicBezTo>
                  <a:cubicBezTo>
                    <a:pt x="2627625" y="78104"/>
                    <a:pt x="2626355" y="81279"/>
                    <a:pt x="2626355" y="84454"/>
                  </a:cubicBezTo>
                  <a:cubicBezTo>
                    <a:pt x="2626355" y="86994"/>
                    <a:pt x="2626355" y="88899"/>
                    <a:pt x="2627625" y="90169"/>
                  </a:cubicBezTo>
                  <a:cubicBezTo>
                    <a:pt x="2628260" y="92074"/>
                    <a:pt x="2629530" y="93344"/>
                    <a:pt x="2630800" y="93979"/>
                  </a:cubicBezTo>
                  <a:cubicBezTo>
                    <a:pt x="2632070" y="95249"/>
                    <a:pt x="2633340" y="95884"/>
                    <a:pt x="2635245" y="96519"/>
                  </a:cubicBezTo>
                  <a:cubicBezTo>
                    <a:pt x="2637150" y="96519"/>
                    <a:pt x="2639055" y="97154"/>
                    <a:pt x="2641595" y="97154"/>
                  </a:cubicBezTo>
                  <a:cubicBezTo>
                    <a:pt x="2643500" y="97154"/>
                    <a:pt x="2645405" y="97154"/>
                    <a:pt x="2647310" y="96519"/>
                  </a:cubicBezTo>
                  <a:cubicBezTo>
                    <a:pt x="2649215" y="96519"/>
                    <a:pt x="2651120" y="95249"/>
                    <a:pt x="2652390" y="93979"/>
                  </a:cubicBezTo>
                  <a:cubicBezTo>
                    <a:pt x="2654295" y="93344"/>
                    <a:pt x="2655565" y="92074"/>
                    <a:pt x="2656835" y="90804"/>
                  </a:cubicBezTo>
                  <a:cubicBezTo>
                    <a:pt x="2658105" y="89534"/>
                    <a:pt x="2659375" y="88264"/>
                    <a:pt x="2660010" y="86994"/>
                  </a:cubicBezTo>
                  <a:lnTo>
                    <a:pt x="2660010" y="75564"/>
                  </a:lnTo>
                  <a:cubicBezTo>
                    <a:pt x="2660010" y="75564"/>
                    <a:pt x="2657470" y="74294"/>
                    <a:pt x="2656200" y="74294"/>
                  </a:cubicBezTo>
                  <a:cubicBezTo>
                    <a:pt x="2654930" y="74294"/>
                    <a:pt x="2653660" y="73659"/>
                    <a:pt x="2652390" y="73659"/>
                  </a:cubicBezTo>
                  <a:cubicBezTo>
                    <a:pt x="2651120" y="73659"/>
                    <a:pt x="2649850" y="73659"/>
                    <a:pt x="2647945" y="73024"/>
                  </a:cubicBezTo>
                  <a:cubicBezTo>
                    <a:pt x="2646040" y="73024"/>
                    <a:pt x="2644135" y="73024"/>
                    <a:pt x="2642230" y="73024"/>
                  </a:cubicBezTo>
                  <a:close/>
                  <a:moveTo>
                    <a:pt x="4664706" y="43814"/>
                  </a:moveTo>
                  <a:cubicBezTo>
                    <a:pt x="4661531" y="43814"/>
                    <a:pt x="4658991" y="43814"/>
                    <a:pt x="4657086" y="45719"/>
                  </a:cubicBezTo>
                  <a:cubicBezTo>
                    <a:pt x="4654546" y="46989"/>
                    <a:pt x="4652641" y="48894"/>
                    <a:pt x="4651371" y="50799"/>
                  </a:cubicBezTo>
                  <a:cubicBezTo>
                    <a:pt x="4649466" y="53339"/>
                    <a:pt x="4648831" y="55879"/>
                    <a:pt x="4647561" y="59054"/>
                  </a:cubicBezTo>
                  <a:cubicBezTo>
                    <a:pt x="4646926" y="62229"/>
                    <a:pt x="4646291" y="65404"/>
                    <a:pt x="4646291" y="69849"/>
                  </a:cubicBezTo>
                  <a:cubicBezTo>
                    <a:pt x="4646291" y="74294"/>
                    <a:pt x="4646291" y="78104"/>
                    <a:pt x="4647561" y="81279"/>
                  </a:cubicBezTo>
                  <a:cubicBezTo>
                    <a:pt x="4648196" y="84454"/>
                    <a:pt x="4650101" y="87629"/>
                    <a:pt x="4651371" y="89534"/>
                  </a:cubicBezTo>
                  <a:cubicBezTo>
                    <a:pt x="4653276" y="92074"/>
                    <a:pt x="4655181" y="93344"/>
                    <a:pt x="4657721" y="94614"/>
                  </a:cubicBezTo>
                  <a:cubicBezTo>
                    <a:pt x="4660261" y="95884"/>
                    <a:pt x="4662801" y="96519"/>
                    <a:pt x="4665341" y="96519"/>
                  </a:cubicBezTo>
                  <a:cubicBezTo>
                    <a:pt x="4667881" y="96519"/>
                    <a:pt x="4671056" y="95884"/>
                    <a:pt x="4672961" y="94614"/>
                  </a:cubicBezTo>
                  <a:cubicBezTo>
                    <a:pt x="4675501" y="93344"/>
                    <a:pt x="4677406" y="91439"/>
                    <a:pt x="4678676" y="88899"/>
                  </a:cubicBezTo>
                  <a:cubicBezTo>
                    <a:pt x="4680581" y="86359"/>
                    <a:pt x="4681851" y="83819"/>
                    <a:pt x="4682486" y="80644"/>
                  </a:cubicBezTo>
                  <a:cubicBezTo>
                    <a:pt x="4683121" y="77469"/>
                    <a:pt x="4683756" y="74294"/>
                    <a:pt x="4683756" y="70484"/>
                  </a:cubicBezTo>
                  <a:lnTo>
                    <a:pt x="4684391" y="69849"/>
                  </a:lnTo>
                  <a:cubicBezTo>
                    <a:pt x="4684391" y="66039"/>
                    <a:pt x="4684391" y="62229"/>
                    <a:pt x="4683121" y="59054"/>
                  </a:cubicBezTo>
                  <a:cubicBezTo>
                    <a:pt x="4682486" y="55879"/>
                    <a:pt x="4680581" y="53339"/>
                    <a:pt x="4679311" y="50799"/>
                  </a:cubicBezTo>
                  <a:cubicBezTo>
                    <a:pt x="4677406" y="48259"/>
                    <a:pt x="4675501" y="46989"/>
                    <a:pt x="4672961" y="45719"/>
                  </a:cubicBezTo>
                  <a:cubicBezTo>
                    <a:pt x="4670421" y="44449"/>
                    <a:pt x="4667881" y="43814"/>
                    <a:pt x="4664706" y="43814"/>
                  </a:cubicBezTo>
                  <a:close/>
                  <a:moveTo>
                    <a:pt x="4264020" y="43814"/>
                  </a:moveTo>
                  <a:cubicBezTo>
                    <a:pt x="4260845" y="43814"/>
                    <a:pt x="4258305" y="43814"/>
                    <a:pt x="4256400" y="45719"/>
                  </a:cubicBezTo>
                  <a:cubicBezTo>
                    <a:pt x="4253860" y="46989"/>
                    <a:pt x="4251955" y="48894"/>
                    <a:pt x="4250685" y="50799"/>
                  </a:cubicBezTo>
                  <a:cubicBezTo>
                    <a:pt x="4248780" y="53339"/>
                    <a:pt x="4247510" y="55879"/>
                    <a:pt x="4246875" y="59054"/>
                  </a:cubicBezTo>
                  <a:cubicBezTo>
                    <a:pt x="4246240" y="62229"/>
                    <a:pt x="4245605" y="65404"/>
                    <a:pt x="4245605" y="69849"/>
                  </a:cubicBezTo>
                  <a:cubicBezTo>
                    <a:pt x="4245605" y="74294"/>
                    <a:pt x="4245605" y="78104"/>
                    <a:pt x="4246875" y="81279"/>
                  </a:cubicBezTo>
                  <a:cubicBezTo>
                    <a:pt x="4247510" y="84454"/>
                    <a:pt x="4249415" y="87629"/>
                    <a:pt x="4250685" y="89534"/>
                  </a:cubicBezTo>
                  <a:cubicBezTo>
                    <a:pt x="4252590" y="92074"/>
                    <a:pt x="4254495" y="93344"/>
                    <a:pt x="4257035" y="94614"/>
                  </a:cubicBezTo>
                  <a:cubicBezTo>
                    <a:pt x="4259575" y="95884"/>
                    <a:pt x="4262115" y="96519"/>
                    <a:pt x="4264655" y="96519"/>
                  </a:cubicBezTo>
                  <a:cubicBezTo>
                    <a:pt x="4267195" y="96519"/>
                    <a:pt x="4270370" y="95884"/>
                    <a:pt x="4272275" y="94614"/>
                  </a:cubicBezTo>
                  <a:cubicBezTo>
                    <a:pt x="4274815" y="93344"/>
                    <a:pt x="4276720" y="91439"/>
                    <a:pt x="4277990" y="88899"/>
                  </a:cubicBezTo>
                  <a:cubicBezTo>
                    <a:pt x="4279895" y="86359"/>
                    <a:pt x="4281165" y="83819"/>
                    <a:pt x="4281800" y="80644"/>
                  </a:cubicBezTo>
                  <a:cubicBezTo>
                    <a:pt x="4282435" y="77469"/>
                    <a:pt x="4283070" y="74294"/>
                    <a:pt x="4283070" y="70484"/>
                  </a:cubicBezTo>
                  <a:lnTo>
                    <a:pt x="4283705" y="69849"/>
                  </a:lnTo>
                  <a:cubicBezTo>
                    <a:pt x="4283705" y="66039"/>
                    <a:pt x="4283705" y="62229"/>
                    <a:pt x="4282435" y="59054"/>
                  </a:cubicBezTo>
                  <a:cubicBezTo>
                    <a:pt x="4281800" y="55879"/>
                    <a:pt x="4279895" y="53339"/>
                    <a:pt x="4278625" y="50799"/>
                  </a:cubicBezTo>
                  <a:cubicBezTo>
                    <a:pt x="4276720" y="48259"/>
                    <a:pt x="4274815" y="46989"/>
                    <a:pt x="4272275" y="45719"/>
                  </a:cubicBezTo>
                  <a:cubicBezTo>
                    <a:pt x="4269735" y="44449"/>
                    <a:pt x="4267195" y="43814"/>
                    <a:pt x="4264020" y="43814"/>
                  </a:cubicBezTo>
                  <a:close/>
                  <a:moveTo>
                    <a:pt x="1420495" y="43814"/>
                  </a:moveTo>
                  <a:cubicBezTo>
                    <a:pt x="1417320" y="43814"/>
                    <a:pt x="1414780" y="43814"/>
                    <a:pt x="1412875" y="45719"/>
                  </a:cubicBezTo>
                  <a:cubicBezTo>
                    <a:pt x="1410335" y="46989"/>
                    <a:pt x="1408430" y="48894"/>
                    <a:pt x="1407160" y="50799"/>
                  </a:cubicBezTo>
                  <a:cubicBezTo>
                    <a:pt x="1405255" y="53339"/>
                    <a:pt x="1403985" y="55879"/>
                    <a:pt x="1403350" y="59054"/>
                  </a:cubicBezTo>
                  <a:cubicBezTo>
                    <a:pt x="1402715" y="62229"/>
                    <a:pt x="1402080" y="65404"/>
                    <a:pt x="1402080" y="69849"/>
                  </a:cubicBezTo>
                  <a:cubicBezTo>
                    <a:pt x="1402080" y="74294"/>
                    <a:pt x="1402080" y="78104"/>
                    <a:pt x="1403350" y="81279"/>
                  </a:cubicBezTo>
                  <a:cubicBezTo>
                    <a:pt x="1403985" y="84454"/>
                    <a:pt x="1405890" y="87629"/>
                    <a:pt x="1407160" y="89534"/>
                  </a:cubicBezTo>
                  <a:cubicBezTo>
                    <a:pt x="1409065" y="92074"/>
                    <a:pt x="1410970" y="93344"/>
                    <a:pt x="1413510" y="94614"/>
                  </a:cubicBezTo>
                  <a:cubicBezTo>
                    <a:pt x="1416050" y="95884"/>
                    <a:pt x="1418590" y="96519"/>
                    <a:pt x="1421130" y="96519"/>
                  </a:cubicBezTo>
                  <a:cubicBezTo>
                    <a:pt x="1423670" y="96519"/>
                    <a:pt x="1426845" y="95884"/>
                    <a:pt x="1428750" y="94614"/>
                  </a:cubicBezTo>
                  <a:cubicBezTo>
                    <a:pt x="1431290" y="93344"/>
                    <a:pt x="1433195" y="91439"/>
                    <a:pt x="1434465" y="88899"/>
                  </a:cubicBezTo>
                  <a:cubicBezTo>
                    <a:pt x="1436370" y="86359"/>
                    <a:pt x="1437640" y="83819"/>
                    <a:pt x="1438275" y="80644"/>
                  </a:cubicBezTo>
                  <a:cubicBezTo>
                    <a:pt x="1438910" y="77469"/>
                    <a:pt x="1439545" y="74294"/>
                    <a:pt x="1439545" y="70484"/>
                  </a:cubicBezTo>
                  <a:lnTo>
                    <a:pt x="1440180" y="69849"/>
                  </a:lnTo>
                  <a:cubicBezTo>
                    <a:pt x="1440180" y="66039"/>
                    <a:pt x="1440180" y="62229"/>
                    <a:pt x="1438910" y="59054"/>
                  </a:cubicBezTo>
                  <a:cubicBezTo>
                    <a:pt x="1438275" y="55879"/>
                    <a:pt x="1436370" y="53339"/>
                    <a:pt x="1435100" y="50799"/>
                  </a:cubicBezTo>
                  <a:cubicBezTo>
                    <a:pt x="1433195" y="48259"/>
                    <a:pt x="1431290" y="46989"/>
                    <a:pt x="1428750" y="45719"/>
                  </a:cubicBezTo>
                  <a:cubicBezTo>
                    <a:pt x="1426210" y="44449"/>
                    <a:pt x="1423670" y="43814"/>
                    <a:pt x="1420495" y="43814"/>
                  </a:cubicBezTo>
                  <a:close/>
                  <a:moveTo>
                    <a:pt x="4041770" y="43180"/>
                  </a:moveTo>
                  <a:cubicBezTo>
                    <a:pt x="4039230" y="43180"/>
                    <a:pt x="4036690" y="43180"/>
                    <a:pt x="4034785" y="44450"/>
                  </a:cubicBezTo>
                  <a:cubicBezTo>
                    <a:pt x="4032880" y="45085"/>
                    <a:pt x="4030975" y="46355"/>
                    <a:pt x="4029705" y="48260"/>
                  </a:cubicBezTo>
                  <a:cubicBezTo>
                    <a:pt x="4028435" y="50165"/>
                    <a:pt x="4027165" y="52070"/>
                    <a:pt x="4025895" y="54610"/>
                  </a:cubicBezTo>
                  <a:cubicBezTo>
                    <a:pt x="4025260" y="57150"/>
                    <a:pt x="4023990" y="59690"/>
                    <a:pt x="4023990" y="62865"/>
                  </a:cubicBezTo>
                  <a:lnTo>
                    <a:pt x="4060185" y="62865"/>
                  </a:lnTo>
                  <a:cubicBezTo>
                    <a:pt x="4060185" y="62865"/>
                    <a:pt x="4059550" y="57785"/>
                    <a:pt x="4058915" y="55245"/>
                  </a:cubicBezTo>
                  <a:cubicBezTo>
                    <a:pt x="4058280" y="52705"/>
                    <a:pt x="4057010" y="50800"/>
                    <a:pt x="4055740" y="48895"/>
                  </a:cubicBezTo>
                  <a:cubicBezTo>
                    <a:pt x="4054470" y="46990"/>
                    <a:pt x="4052565" y="45720"/>
                    <a:pt x="4050025" y="44450"/>
                  </a:cubicBezTo>
                  <a:cubicBezTo>
                    <a:pt x="4047485" y="43180"/>
                    <a:pt x="4044945" y="43180"/>
                    <a:pt x="4041770" y="43180"/>
                  </a:cubicBezTo>
                  <a:close/>
                  <a:moveTo>
                    <a:pt x="3728081" y="43180"/>
                  </a:moveTo>
                  <a:cubicBezTo>
                    <a:pt x="3725541" y="43180"/>
                    <a:pt x="3723001" y="43180"/>
                    <a:pt x="3721096" y="44450"/>
                  </a:cubicBezTo>
                  <a:cubicBezTo>
                    <a:pt x="3719191" y="45085"/>
                    <a:pt x="3717286" y="46355"/>
                    <a:pt x="3716016" y="48260"/>
                  </a:cubicBezTo>
                  <a:cubicBezTo>
                    <a:pt x="3714746" y="50165"/>
                    <a:pt x="3713476" y="52070"/>
                    <a:pt x="3712206" y="54610"/>
                  </a:cubicBezTo>
                  <a:cubicBezTo>
                    <a:pt x="3711571" y="57150"/>
                    <a:pt x="3710301" y="59690"/>
                    <a:pt x="3710301" y="62865"/>
                  </a:cubicBezTo>
                  <a:lnTo>
                    <a:pt x="3746496" y="62865"/>
                  </a:lnTo>
                  <a:cubicBezTo>
                    <a:pt x="3746496" y="62865"/>
                    <a:pt x="3745861" y="57785"/>
                    <a:pt x="3745226" y="55245"/>
                  </a:cubicBezTo>
                  <a:cubicBezTo>
                    <a:pt x="3744591" y="52705"/>
                    <a:pt x="3743321" y="50800"/>
                    <a:pt x="3742051" y="48895"/>
                  </a:cubicBezTo>
                  <a:cubicBezTo>
                    <a:pt x="3740781" y="46990"/>
                    <a:pt x="3738876" y="45720"/>
                    <a:pt x="3736336" y="44450"/>
                  </a:cubicBezTo>
                  <a:cubicBezTo>
                    <a:pt x="3733796" y="43180"/>
                    <a:pt x="3731256" y="43180"/>
                    <a:pt x="3728081" y="43180"/>
                  </a:cubicBezTo>
                  <a:close/>
                  <a:moveTo>
                    <a:pt x="3541391" y="43180"/>
                  </a:moveTo>
                  <a:cubicBezTo>
                    <a:pt x="3538851" y="43180"/>
                    <a:pt x="3536311" y="43180"/>
                    <a:pt x="3534406" y="44450"/>
                  </a:cubicBezTo>
                  <a:cubicBezTo>
                    <a:pt x="3532501" y="45085"/>
                    <a:pt x="3530596" y="46355"/>
                    <a:pt x="3529326" y="48260"/>
                  </a:cubicBezTo>
                  <a:cubicBezTo>
                    <a:pt x="3528056" y="50165"/>
                    <a:pt x="3526786" y="52070"/>
                    <a:pt x="3525516" y="54610"/>
                  </a:cubicBezTo>
                  <a:cubicBezTo>
                    <a:pt x="3524881" y="57150"/>
                    <a:pt x="3524246" y="59690"/>
                    <a:pt x="3523611" y="62865"/>
                  </a:cubicBezTo>
                  <a:lnTo>
                    <a:pt x="3559806" y="62865"/>
                  </a:lnTo>
                  <a:cubicBezTo>
                    <a:pt x="3559806" y="62865"/>
                    <a:pt x="3559171" y="57785"/>
                    <a:pt x="3558536" y="55245"/>
                  </a:cubicBezTo>
                  <a:cubicBezTo>
                    <a:pt x="3557901" y="52705"/>
                    <a:pt x="3556631" y="50800"/>
                    <a:pt x="3555361" y="48895"/>
                  </a:cubicBezTo>
                  <a:cubicBezTo>
                    <a:pt x="3554091" y="46990"/>
                    <a:pt x="3552186" y="45720"/>
                    <a:pt x="3549646" y="44450"/>
                  </a:cubicBezTo>
                  <a:cubicBezTo>
                    <a:pt x="3547106" y="43180"/>
                    <a:pt x="3544566" y="43180"/>
                    <a:pt x="3541391" y="43180"/>
                  </a:cubicBezTo>
                  <a:close/>
                  <a:moveTo>
                    <a:pt x="3463285" y="43180"/>
                  </a:moveTo>
                  <a:cubicBezTo>
                    <a:pt x="3461380" y="43180"/>
                    <a:pt x="3459475" y="43180"/>
                    <a:pt x="3458205" y="43815"/>
                  </a:cubicBezTo>
                  <a:cubicBezTo>
                    <a:pt x="3456300" y="43815"/>
                    <a:pt x="3455030" y="45085"/>
                    <a:pt x="3453125" y="45720"/>
                  </a:cubicBezTo>
                  <a:cubicBezTo>
                    <a:pt x="3451855" y="46355"/>
                    <a:pt x="3449950" y="47625"/>
                    <a:pt x="3448680" y="48895"/>
                  </a:cubicBezTo>
                  <a:cubicBezTo>
                    <a:pt x="3447410" y="50165"/>
                    <a:pt x="3446140" y="51435"/>
                    <a:pt x="3445505" y="52705"/>
                  </a:cubicBezTo>
                  <a:lnTo>
                    <a:pt x="3445505" y="85725"/>
                  </a:lnTo>
                  <a:cubicBezTo>
                    <a:pt x="3445505" y="85725"/>
                    <a:pt x="3447410" y="88265"/>
                    <a:pt x="3448680" y="89535"/>
                  </a:cubicBezTo>
                  <a:cubicBezTo>
                    <a:pt x="3449950" y="90805"/>
                    <a:pt x="3451220" y="92075"/>
                    <a:pt x="3453125" y="92710"/>
                  </a:cubicBezTo>
                  <a:cubicBezTo>
                    <a:pt x="3455030" y="93980"/>
                    <a:pt x="3456300" y="94615"/>
                    <a:pt x="3458205" y="95250"/>
                  </a:cubicBezTo>
                  <a:cubicBezTo>
                    <a:pt x="3460110" y="95250"/>
                    <a:pt x="3462015" y="95885"/>
                    <a:pt x="3463920" y="95885"/>
                  </a:cubicBezTo>
                  <a:cubicBezTo>
                    <a:pt x="3469635" y="95885"/>
                    <a:pt x="3473445" y="93980"/>
                    <a:pt x="3476620" y="89535"/>
                  </a:cubicBezTo>
                  <a:cubicBezTo>
                    <a:pt x="3479795" y="85090"/>
                    <a:pt x="3481065" y="79375"/>
                    <a:pt x="3481065" y="71120"/>
                  </a:cubicBezTo>
                  <a:lnTo>
                    <a:pt x="3480430" y="71755"/>
                  </a:lnTo>
                  <a:cubicBezTo>
                    <a:pt x="3480430" y="62230"/>
                    <a:pt x="3479160" y="54610"/>
                    <a:pt x="3475985" y="50165"/>
                  </a:cubicBezTo>
                  <a:cubicBezTo>
                    <a:pt x="3472810" y="45720"/>
                    <a:pt x="3468365" y="43180"/>
                    <a:pt x="3463285" y="43180"/>
                  </a:cubicBezTo>
                  <a:close/>
                  <a:moveTo>
                    <a:pt x="3343271" y="43180"/>
                  </a:moveTo>
                  <a:cubicBezTo>
                    <a:pt x="3340731" y="43180"/>
                    <a:pt x="3338191" y="43180"/>
                    <a:pt x="3336286" y="44450"/>
                  </a:cubicBezTo>
                  <a:cubicBezTo>
                    <a:pt x="3334381" y="45085"/>
                    <a:pt x="3332476" y="46355"/>
                    <a:pt x="3331206" y="48260"/>
                  </a:cubicBezTo>
                  <a:cubicBezTo>
                    <a:pt x="3329936" y="50165"/>
                    <a:pt x="3328666" y="52070"/>
                    <a:pt x="3327396" y="54610"/>
                  </a:cubicBezTo>
                  <a:cubicBezTo>
                    <a:pt x="3326761" y="57150"/>
                    <a:pt x="3326126" y="59690"/>
                    <a:pt x="3325491" y="62865"/>
                  </a:cubicBezTo>
                  <a:lnTo>
                    <a:pt x="3361686" y="62865"/>
                  </a:lnTo>
                  <a:cubicBezTo>
                    <a:pt x="3361686" y="62865"/>
                    <a:pt x="3361051" y="57785"/>
                    <a:pt x="3360416" y="55245"/>
                  </a:cubicBezTo>
                  <a:cubicBezTo>
                    <a:pt x="3359781" y="52705"/>
                    <a:pt x="3358511" y="50800"/>
                    <a:pt x="3357241" y="48895"/>
                  </a:cubicBezTo>
                  <a:cubicBezTo>
                    <a:pt x="3355971" y="46990"/>
                    <a:pt x="3354066" y="45720"/>
                    <a:pt x="3351526" y="44450"/>
                  </a:cubicBezTo>
                  <a:cubicBezTo>
                    <a:pt x="3348986" y="43180"/>
                    <a:pt x="3346446" y="43180"/>
                    <a:pt x="3343271" y="43180"/>
                  </a:cubicBezTo>
                  <a:close/>
                  <a:moveTo>
                    <a:pt x="2976876" y="43180"/>
                  </a:moveTo>
                  <a:cubicBezTo>
                    <a:pt x="2974336" y="43180"/>
                    <a:pt x="2971796" y="43180"/>
                    <a:pt x="2969891" y="44450"/>
                  </a:cubicBezTo>
                  <a:cubicBezTo>
                    <a:pt x="2967986" y="45085"/>
                    <a:pt x="2966081" y="46355"/>
                    <a:pt x="2964811" y="48260"/>
                  </a:cubicBezTo>
                  <a:cubicBezTo>
                    <a:pt x="2963541" y="50165"/>
                    <a:pt x="2962271" y="52070"/>
                    <a:pt x="2961001" y="54610"/>
                  </a:cubicBezTo>
                  <a:cubicBezTo>
                    <a:pt x="2960366" y="57150"/>
                    <a:pt x="2959731" y="59690"/>
                    <a:pt x="2959096" y="62865"/>
                  </a:cubicBezTo>
                  <a:lnTo>
                    <a:pt x="2995291" y="62865"/>
                  </a:lnTo>
                  <a:cubicBezTo>
                    <a:pt x="2995291" y="62865"/>
                    <a:pt x="2994656" y="57785"/>
                    <a:pt x="2994021" y="55245"/>
                  </a:cubicBezTo>
                  <a:cubicBezTo>
                    <a:pt x="2993386" y="52705"/>
                    <a:pt x="2992116" y="50800"/>
                    <a:pt x="2990846" y="48895"/>
                  </a:cubicBezTo>
                  <a:cubicBezTo>
                    <a:pt x="2989576" y="46990"/>
                    <a:pt x="2987671" y="45720"/>
                    <a:pt x="2985131" y="44450"/>
                  </a:cubicBezTo>
                  <a:cubicBezTo>
                    <a:pt x="2982591" y="43180"/>
                    <a:pt x="2980051" y="43180"/>
                    <a:pt x="2976876" y="43180"/>
                  </a:cubicBezTo>
                  <a:close/>
                  <a:moveTo>
                    <a:pt x="2527930" y="43180"/>
                  </a:moveTo>
                  <a:cubicBezTo>
                    <a:pt x="2525390" y="43180"/>
                    <a:pt x="2522850" y="43180"/>
                    <a:pt x="2520945" y="44450"/>
                  </a:cubicBezTo>
                  <a:cubicBezTo>
                    <a:pt x="2519040" y="45085"/>
                    <a:pt x="2517135" y="46355"/>
                    <a:pt x="2515865" y="48260"/>
                  </a:cubicBezTo>
                  <a:cubicBezTo>
                    <a:pt x="2514595" y="50165"/>
                    <a:pt x="2513325" y="52070"/>
                    <a:pt x="2512055" y="54610"/>
                  </a:cubicBezTo>
                  <a:cubicBezTo>
                    <a:pt x="2511420" y="57150"/>
                    <a:pt x="2510150" y="59690"/>
                    <a:pt x="2510150" y="62865"/>
                  </a:cubicBezTo>
                  <a:lnTo>
                    <a:pt x="2546345" y="62865"/>
                  </a:lnTo>
                  <a:cubicBezTo>
                    <a:pt x="2546345" y="62865"/>
                    <a:pt x="2545710" y="57785"/>
                    <a:pt x="2545075" y="55245"/>
                  </a:cubicBezTo>
                  <a:cubicBezTo>
                    <a:pt x="2544440" y="52705"/>
                    <a:pt x="2543170" y="50800"/>
                    <a:pt x="2541900" y="48895"/>
                  </a:cubicBezTo>
                  <a:cubicBezTo>
                    <a:pt x="2540630" y="46990"/>
                    <a:pt x="2538725" y="45720"/>
                    <a:pt x="2536185" y="44450"/>
                  </a:cubicBezTo>
                  <a:cubicBezTo>
                    <a:pt x="2533645" y="43180"/>
                    <a:pt x="2531105" y="43180"/>
                    <a:pt x="2527930" y="43180"/>
                  </a:cubicBezTo>
                  <a:close/>
                  <a:moveTo>
                    <a:pt x="2214240" y="43180"/>
                  </a:moveTo>
                  <a:cubicBezTo>
                    <a:pt x="2211700" y="43180"/>
                    <a:pt x="2209160" y="43180"/>
                    <a:pt x="2207255" y="44450"/>
                  </a:cubicBezTo>
                  <a:cubicBezTo>
                    <a:pt x="2205350" y="45085"/>
                    <a:pt x="2203445" y="46355"/>
                    <a:pt x="2202175" y="48260"/>
                  </a:cubicBezTo>
                  <a:cubicBezTo>
                    <a:pt x="2200905" y="50165"/>
                    <a:pt x="2199635" y="52070"/>
                    <a:pt x="2198365" y="54610"/>
                  </a:cubicBezTo>
                  <a:cubicBezTo>
                    <a:pt x="2197730" y="57150"/>
                    <a:pt x="2196460" y="59690"/>
                    <a:pt x="2196460" y="62865"/>
                  </a:cubicBezTo>
                  <a:lnTo>
                    <a:pt x="2232655" y="62865"/>
                  </a:lnTo>
                  <a:cubicBezTo>
                    <a:pt x="2232655" y="62865"/>
                    <a:pt x="2232020" y="57785"/>
                    <a:pt x="2231385" y="55245"/>
                  </a:cubicBezTo>
                  <a:cubicBezTo>
                    <a:pt x="2230750" y="52705"/>
                    <a:pt x="2229480" y="50800"/>
                    <a:pt x="2228210" y="48895"/>
                  </a:cubicBezTo>
                  <a:cubicBezTo>
                    <a:pt x="2226940" y="46990"/>
                    <a:pt x="2225035" y="45720"/>
                    <a:pt x="2222495" y="44450"/>
                  </a:cubicBezTo>
                  <a:cubicBezTo>
                    <a:pt x="2219955" y="43180"/>
                    <a:pt x="2217415" y="43180"/>
                    <a:pt x="2214240" y="43180"/>
                  </a:cubicBezTo>
                  <a:close/>
                  <a:moveTo>
                    <a:pt x="2027551" y="43180"/>
                  </a:moveTo>
                  <a:cubicBezTo>
                    <a:pt x="2025011" y="43180"/>
                    <a:pt x="2022471" y="43180"/>
                    <a:pt x="2020566" y="44450"/>
                  </a:cubicBezTo>
                  <a:cubicBezTo>
                    <a:pt x="2018661" y="45085"/>
                    <a:pt x="2016756" y="46355"/>
                    <a:pt x="2015486" y="48260"/>
                  </a:cubicBezTo>
                  <a:cubicBezTo>
                    <a:pt x="2014216" y="50165"/>
                    <a:pt x="2012946" y="52070"/>
                    <a:pt x="2011676" y="54610"/>
                  </a:cubicBezTo>
                  <a:cubicBezTo>
                    <a:pt x="2011041" y="57150"/>
                    <a:pt x="2010406" y="59690"/>
                    <a:pt x="2009771" y="62865"/>
                  </a:cubicBezTo>
                  <a:lnTo>
                    <a:pt x="2045966" y="62865"/>
                  </a:lnTo>
                  <a:cubicBezTo>
                    <a:pt x="2045966" y="62865"/>
                    <a:pt x="2045331" y="57785"/>
                    <a:pt x="2044696" y="55245"/>
                  </a:cubicBezTo>
                  <a:cubicBezTo>
                    <a:pt x="2044061" y="52705"/>
                    <a:pt x="2042791" y="50800"/>
                    <a:pt x="2041521" y="48895"/>
                  </a:cubicBezTo>
                  <a:cubicBezTo>
                    <a:pt x="2040251" y="46990"/>
                    <a:pt x="2038346" y="45720"/>
                    <a:pt x="2035806" y="44450"/>
                  </a:cubicBezTo>
                  <a:cubicBezTo>
                    <a:pt x="2033266" y="43180"/>
                    <a:pt x="2030726" y="43180"/>
                    <a:pt x="2027551" y="43180"/>
                  </a:cubicBezTo>
                  <a:close/>
                  <a:moveTo>
                    <a:pt x="1949445" y="43180"/>
                  </a:moveTo>
                  <a:cubicBezTo>
                    <a:pt x="1947540" y="43180"/>
                    <a:pt x="1945635" y="43180"/>
                    <a:pt x="1944365" y="43815"/>
                  </a:cubicBezTo>
                  <a:cubicBezTo>
                    <a:pt x="1942460" y="43815"/>
                    <a:pt x="1941190" y="45085"/>
                    <a:pt x="1939285" y="45720"/>
                  </a:cubicBezTo>
                  <a:cubicBezTo>
                    <a:pt x="1938015" y="46355"/>
                    <a:pt x="1936110" y="47625"/>
                    <a:pt x="1934840" y="48895"/>
                  </a:cubicBezTo>
                  <a:cubicBezTo>
                    <a:pt x="1933570" y="50165"/>
                    <a:pt x="1932300" y="51435"/>
                    <a:pt x="1931665" y="52705"/>
                  </a:cubicBezTo>
                  <a:lnTo>
                    <a:pt x="1931665" y="85725"/>
                  </a:lnTo>
                  <a:cubicBezTo>
                    <a:pt x="1931665" y="85725"/>
                    <a:pt x="1933570" y="88265"/>
                    <a:pt x="1934840" y="89535"/>
                  </a:cubicBezTo>
                  <a:cubicBezTo>
                    <a:pt x="1936110" y="90805"/>
                    <a:pt x="1937380" y="92075"/>
                    <a:pt x="1939285" y="92710"/>
                  </a:cubicBezTo>
                  <a:cubicBezTo>
                    <a:pt x="1941190" y="93980"/>
                    <a:pt x="1942460" y="94615"/>
                    <a:pt x="1944365" y="95250"/>
                  </a:cubicBezTo>
                  <a:cubicBezTo>
                    <a:pt x="1946270" y="95250"/>
                    <a:pt x="1948175" y="95885"/>
                    <a:pt x="1950080" y="95885"/>
                  </a:cubicBezTo>
                  <a:cubicBezTo>
                    <a:pt x="1955795" y="95885"/>
                    <a:pt x="1959605" y="93980"/>
                    <a:pt x="1962780" y="89535"/>
                  </a:cubicBezTo>
                  <a:cubicBezTo>
                    <a:pt x="1965955" y="85090"/>
                    <a:pt x="1967225" y="79375"/>
                    <a:pt x="1967225" y="71120"/>
                  </a:cubicBezTo>
                  <a:lnTo>
                    <a:pt x="1966590" y="71755"/>
                  </a:lnTo>
                  <a:cubicBezTo>
                    <a:pt x="1966590" y="62230"/>
                    <a:pt x="1965320" y="54610"/>
                    <a:pt x="1962145" y="50165"/>
                  </a:cubicBezTo>
                  <a:cubicBezTo>
                    <a:pt x="1958970" y="45720"/>
                    <a:pt x="1954525" y="43180"/>
                    <a:pt x="1949445" y="43180"/>
                  </a:cubicBezTo>
                  <a:close/>
                  <a:moveTo>
                    <a:pt x="1829431" y="43180"/>
                  </a:moveTo>
                  <a:cubicBezTo>
                    <a:pt x="1826891" y="43180"/>
                    <a:pt x="1824351" y="43180"/>
                    <a:pt x="1822446" y="44450"/>
                  </a:cubicBezTo>
                  <a:cubicBezTo>
                    <a:pt x="1820541" y="45085"/>
                    <a:pt x="1818636" y="46355"/>
                    <a:pt x="1817366" y="48260"/>
                  </a:cubicBezTo>
                  <a:cubicBezTo>
                    <a:pt x="1816096" y="50165"/>
                    <a:pt x="1814826" y="52070"/>
                    <a:pt x="1813556" y="54610"/>
                  </a:cubicBezTo>
                  <a:cubicBezTo>
                    <a:pt x="1812921" y="57150"/>
                    <a:pt x="1811651" y="59690"/>
                    <a:pt x="1811651" y="62865"/>
                  </a:cubicBezTo>
                  <a:lnTo>
                    <a:pt x="1847846" y="62865"/>
                  </a:lnTo>
                  <a:cubicBezTo>
                    <a:pt x="1847846" y="62865"/>
                    <a:pt x="1847211" y="57785"/>
                    <a:pt x="1846576" y="55245"/>
                  </a:cubicBezTo>
                  <a:cubicBezTo>
                    <a:pt x="1845941" y="52705"/>
                    <a:pt x="1844671" y="50800"/>
                    <a:pt x="1843401" y="48895"/>
                  </a:cubicBezTo>
                  <a:cubicBezTo>
                    <a:pt x="1842131" y="46990"/>
                    <a:pt x="1840226" y="45720"/>
                    <a:pt x="1837686" y="44450"/>
                  </a:cubicBezTo>
                  <a:cubicBezTo>
                    <a:pt x="1835146" y="43180"/>
                    <a:pt x="1832606" y="43180"/>
                    <a:pt x="1829431" y="43180"/>
                  </a:cubicBezTo>
                  <a:close/>
                  <a:moveTo>
                    <a:pt x="1178561" y="43180"/>
                  </a:moveTo>
                  <a:cubicBezTo>
                    <a:pt x="1176021" y="43180"/>
                    <a:pt x="1173481" y="43180"/>
                    <a:pt x="1171576" y="44450"/>
                  </a:cubicBezTo>
                  <a:cubicBezTo>
                    <a:pt x="1169671" y="45085"/>
                    <a:pt x="1167766" y="46355"/>
                    <a:pt x="1166496" y="48260"/>
                  </a:cubicBezTo>
                  <a:cubicBezTo>
                    <a:pt x="1165226" y="50165"/>
                    <a:pt x="1163956" y="52070"/>
                    <a:pt x="1162686" y="54610"/>
                  </a:cubicBezTo>
                  <a:cubicBezTo>
                    <a:pt x="1162051" y="57150"/>
                    <a:pt x="1160781" y="59690"/>
                    <a:pt x="1160781" y="62865"/>
                  </a:cubicBezTo>
                  <a:lnTo>
                    <a:pt x="1196976" y="62865"/>
                  </a:lnTo>
                  <a:cubicBezTo>
                    <a:pt x="1196976" y="62865"/>
                    <a:pt x="1196341" y="57785"/>
                    <a:pt x="1195706" y="55245"/>
                  </a:cubicBezTo>
                  <a:cubicBezTo>
                    <a:pt x="1195071" y="52705"/>
                    <a:pt x="1193801" y="50800"/>
                    <a:pt x="1192531" y="48895"/>
                  </a:cubicBezTo>
                  <a:cubicBezTo>
                    <a:pt x="1191261" y="46990"/>
                    <a:pt x="1189356" y="45720"/>
                    <a:pt x="1186816" y="44450"/>
                  </a:cubicBezTo>
                  <a:cubicBezTo>
                    <a:pt x="1184276" y="43180"/>
                    <a:pt x="1181736" y="43180"/>
                    <a:pt x="1178561" y="43180"/>
                  </a:cubicBezTo>
                  <a:close/>
                  <a:moveTo>
                    <a:pt x="898525" y="43180"/>
                  </a:moveTo>
                  <a:cubicBezTo>
                    <a:pt x="895985" y="43180"/>
                    <a:pt x="893445" y="43180"/>
                    <a:pt x="891540" y="44450"/>
                  </a:cubicBezTo>
                  <a:cubicBezTo>
                    <a:pt x="889635" y="45085"/>
                    <a:pt x="887730" y="46355"/>
                    <a:pt x="886460" y="48260"/>
                  </a:cubicBezTo>
                  <a:cubicBezTo>
                    <a:pt x="885190" y="50165"/>
                    <a:pt x="883920" y="52070"/>
                    <a:pt x="882650" y="54610"/>
                  </a:cubicBezTo>
                  <a:cubicBezTo>
                    <a:pt x="882015" y="57150"/>
                    <a:pt x="881380" y="59690"/>
                    <a:pt x="880745" y="62865"/>
                  </a:cubicBezTo>
                  <a:lnTo>
                    <a:pt x="916940" y="62865"/>
                  </a:lnTo>
                  <a:cubicBezTo>
                    <a:pt x="916940" y="62865"/>
                    <a:pt x="916305" y="57785"/>
                    <a:pt x="915670" y="55245"/>
                  </a:cubicBezTo>
                  <a:cubicBezTo>
                    <a:pt x="915035" y="52705"/>
                    <a:pt x="913765" y="50800"/>
                    <a:pt x="912495" y="48895"/>
                  </a:cubicBezTo>
                  <a:cubicBezTo>
                    <a:pt x="911225" y="46990"/>
                    <a:pt x="909320" y="45720"/>
                    <a:pt x="906780" y="44450"/>
                  </a:cubicBezTo>
                  <a:cubicBezTo>
                    <a:pt x="904240" y="43180"/>
                    <a:pt x="901700" y="43180"/>
                    <a:pt x="898525" y="43180"/>
                  </a:cubicBezTo>
                  <a:close/>
                  <a:moveTo>
                    <a:pt x="584834" y="43180"/>
                  </a:moveTo>
                  <a:cubicBezTo>
                    <a:pt x="582294" y="43180"/>
                    <a:pt x="579754" y="43180"/>
                    <a:pt x="577849" y="44450"/>
                  </a:cubicBezTo>
                  <a:cubicBezTo>
                    <a:pt x="575944" y="45085"/>
                    <a:pt x="574039" y="46355"/>
                    <a:pt x="572769" y="48260"/>
                  </a:cubicBezTo>
                  <a:cubicBezTo>
                    <a:pt x="571499" y="50165"/>
                    <a:pt x="570229" y="52070"/>
                    <a:pt x="568959" y="54610"/>
                  </a:cubicBezTo>
                  <a:cubicBezTo>
                    <a:pt x="568324" y="57150"/>
                    <a:pt x="567689" y="59690"/>
                    <a:pt x="567054" y="62865"/>
                  </a:cubicBezTo>
                  <a:lnTo>
                    <a:pt x="603249" y="62865"/>
                  </a:lnTo>
                  <a:cubicBezTo>
                    <a:pt x="603249" y="62865"/>
                    <a:pt x="602614" y="57785"/>
                    <a:pt x="601979" y="55245"/>
                  </a:cubicBezTo>
                  <a:cubicBezTo>
                    <a:pt x="601344" y="52705"/>
                    <a:pt x="600074" y="50800"/>
                    <a:pt x="598804" y="48895"/>
                  </a:cubicBezTo>
                  <a:cubicBezTo>
                    <a:pt x="597534" y="46990"/>
                    <a:pt x="595629" y="45720"/>
                    <a:pt x="593089" y="44450"/>
                  </a:cubicBezTo>
                  <a:cubicBezTo>
                    <a:pt x="590549" y="43180"/>
                    <a:pt x="588009" y="43180"/>
                    <a:pt x="584834" y="43180"/>
                  </a:cubicBezTo>
                  <a:close/>
                  <a:moveTo>
                    <a:pt x="398145" y="43180"/>
                  </a:moveTo>
                  <a:cubicBezTo>
                    <a:pt x="395605" y="43180"/>
                    <a:pt x="393065" y="43180"/>
                    <a:pt x="391160" y="44450"/>
                  </a:cubicBezTo>
                  <a:cubicBezTo>
                    <a:pt x="389255" y="45085"/>
                    <a:pt x="387350" y="46355"/>
                    <a:pt x="386080" y="48260"/>
                  </a:cubicBezTo>
                  <a:cubicBezTo>
                    <a:pt x="384810" y="50165"/>
                    <a:pt x="383540" y="52070"/>
                    <a:pt x="382270" y="54610"/>
                  </a:cubicBezTo>
                  <a:cubicBezTo>
                    <a:pt x="381635" y="57150"/>
                    <a:pt x="380365" y="59690"/>
                    <a:pt x="380365" y="62865"/>
                  </a:cubicBezTo>
                  <a:lnTo>
                    <a:pt x="416560" y="62865"/>
                  </a:lnTo>
                  <a:cubicBezTo>
                    <a:pt x="416560" y="62865"/>
                    <a:pt x="415925" y="57785"/>
                    <a:pt x="415290" y="55245"/>
                  </a:cubicBezTo>
                  <a:cubicBezTo>
                    <a:pt x="414655" y="52705"/>
                    <a:pt x="413385" y="50800"/>
                    <a:pt x="412115" y="48895"/>
                  </a:cubicBezTo>
                  <a:cubicBezTo>
                    <a:pt x="410845" y="46990"/>
                    <a:pt x="408940" y="45720"/>
                    <a:pt x="406400" y="44450"/>
                  </a:cubicBezTo>
                  <a:cubicBezTo>
                    <a:pt x="403860" y="43180"/>
                    <a:pt x="401320" y="43180"/>
                    <a:pt x="398145" y="43180"/>
                  </a:cubicBezTo>
                  <a:close/>
                  <a:moveTo>
                    <a:pt x="320039" y="43180"/>
                  </a:moveTo>
                  <a:cubicBezTo>
                    <a:pt x="318134" y="43180"/>
                    <a:pt x="316229" y="43180"/>
                    <a:pt x="314959" y="43815"/>
                  </a:cubicBezTo>
                  <a:cubicBezTo>
                    <a:pt x="313054" y="43815"/>
                    <a:pt x="311784" y="45085"/>
                    <a:pt x="309879" y="45720"/>
                  </a:cubicBezTo>
                  <a:cubicBezTo>
                    <a:pt x="308609" y="46355"/>
                    <a:pt x="306704" y="47625"/>
                    <a:pt x="305434" y="48895"/>
                  </a:cubicBezTo>
                  <a:cubicBezTo>
                    <a:pt x="304164" y="50165"/>
                    <a:pt x="302894" y="51435"/>
                    <a:pt x="302259" y="52705"/>
                  </a:cubicBezTo>
                  <a:lnTo>
                    <a:pt x="302259" y="85725"/>
                  </a:lnTo>
                  <a:cubicBezTo>
                    <a:pt x="302259" y="85725"/>
                    <a:pt x="304164" y="88265"/>
                    <a:pt x="305434" y="89535"/>
                  </a:cubicBezTo>
                  <a:cubicBezTo>
                    <a:pt x="306704" y="90805"/>
                    <a:pt x="307974" y="92075"/>
                    <a:pt x="309879" y="92710"/>
                  </a:cubicBezTo>
                  <a:cubicBezTo>
                    <a:pt x="311784" y="93980"/>
                    <a:pt x="313054" y="94615"/>
                    <a:pt x="314959" y="95250"/>
                  </a:cubicBezTo>
                  <a:cubicBezTo>
                    <a:pt x="316864" y="95250"/>
                    <a:pt x="318769" y="95885"/>
                    <a:pt x="320674" y="95885"/>
                  </a:cubicBezTo>
                  <a:cubicBezTo>
                    <a:pt x="326389" y="95885"/>
                    <a:pt x="330199" y="93980"/>
                    <a:pt x="333374" y="89535"/>
                  </a:cubicBezTo>
                  <a:cubicBezTo>
                    <a:pt x="336549" y="85090"/>
                    <a:pt x="337819" y="79375"/>
                    <a:pt x="337819" y="71120"/>
                  </a:cubicBezTo>
                  <a:lnTo>
                    <a:pt x="337184" y="71755"/>
                  </a:lnTo>
                  <a:cubicBezTo>
                    <a:pt x="337184" y="62230"/>
                    <a:pt x="335914" y="54610"/>
                    <a:pt x="332739" y="50165"/>
                  </a:cubicBezTo>
                  <a:cubicBezTo>
                    <a:pt x="329564" y="45720"/>
                    <a:pt x="325119" y="43180"/>
                    <a:pt x="320039" y="43180"/>
                  </a:cubicBezTo>
                  <a:close/>
                  <a:moveTo>
                    <a:pt x="200025" y="43180"/>
                  </a:moveTo>
                  <a:cubicBezTo>
                    <a:pt x="197485" y="43180"/>
                    <a:pt x="194945" y="43180"/>
                    <a:pt x="193040" y="44450"/>
                  </a:cubicBezTo>
                  <a:cubicBezTo>
                    <a:pt x="191135" y="45085"/>
                    <a:pt x="189230" y="46355"/>
                    <a:pt x="187960" y="48260"/>
                  </a:cubicBezTo>
                  <a:cubicBezTo>
                    <a:pt x="186690" y="50165"/>
                    <a:pt x="185420" y="52070"/>
                    <a:pt x="184150" y="54610"/>
                  </a:cubicBezTo>
                  <a:cubicBezTo>
                    <a:pt x="183515" y="57150"/>
                    <a:pt x="182880" y="59690"/>
                    <a:pt x="182245" y="62865"/>
                  </a:cubicBezTo>
                  <a:lnTo>
                    <a:pt x="218440" y="62865"/>
                  </a:lnTo>
                  <a:cubicBezTo>
                    <a:pt x="218440" y="62865"/>
                    <a:pt x="217805" y="57785"/>
                    <a:pt x="217170" y="55245"/>
                  </a:cubicBezTo>
                  <a:cubicBezTo>
                    <a:pt x="216535" y="52705"/>
                    <a:pt x="215265" y="50800"/>
                    <a:pt x="213995" y="48895"/>
                  </a:cubicBezTo>
                  <a:cubicBezTo>
                    <a:pt x="212725" y="46990"/>
                    <a:pt x="210820" y="45720"/>
                    <a:pt x="208280" y="44450"/>
                  </a:cubicBezTo>
                  <a:cubicBezTo>
                    <a:pt x="205740" y="43180"/>
                    <a:pt x="203200" y="43180"/>
                    <a:pt x="200025" y="43180"/>
                  </a:cubicBezTo>
                  <a:close/>
                  <a:moveTo>
                    <a:pt x="4439281" y="43179"/>
                  </a:moveTo>
                  <a:cubicBezTo>
                    <a:pt x="4433566" y="43179"/>
                    <a:pt x="4429756" y="45084"/>
                    <a:pt x="4426581" y="49529"/>
                  </a:cubicBezTo>
                  <a:cubicBezTo>
                    <a:pt x="4423406" y="53974"/>
                    <a:pt x="4422136" y="59689"/>
                    <a:pt x="4422136" y="67944"/>
                  </a:cubicBezTo>
                  <a:cubicBezTo>
                    <a:pt x="4422136" y="73024"/>
                    <a:pt x="4422136" y="76834"/>
                    <a:pt x="4423406" y="80644"/>
                  </a:cubicBezTo>
                  <a:cubicBezTo>
                    <a:pt x="4424041" y="84454"/>
                    <a:pt x="4425311" y="86994"/>
                    <a:pt x="4426581" y="89534"/>
                  </a:cubicBezTo>
                  <a:cubicBezTo>
                    <a:pt x="4427851" y="92074"/>
                    <a:pt x="4429756" y="93344"/>
                    <a:pt x="4432296" y="94614"/>
                  </a:cubicBezTo>
                  <a:cubicBezTo>
                    <a:pt x="4434201" y="95884"/>
                    <a:pt x="4436741" y="96519"/>
                    <a:pt x="4439916" y="96519"/>
                  </a:cubicBezTo>
                  <a:cubicBezTo>
                    <a:pt x="4441821" y="96519"/>
                    <a:pt x="4443726" y="96519"/>
                    <a:pt x="4444996" y="95884"/>
                  </a:cubicBezTo>
                  <a:cubicBezTo>
                    <a:pt x="4446901" y="95884"/>
                    <a:pt x="4448171" y="94614"/>
                    <a:pt x="4450076" y="93344"/>
                  </a:cubicBezTo>
                  <a:cubicBezTo>
                    <a:pt x="4451346" y="92709"/>
                    <a:pt x="4453251" y="91439"/>
                    <a:pt x="4454521" y="90169"/>
                  </a:cubicBezTo>
                  <a:cubicBezTo>
                    <a:pt x="4455791" y="88899"/>
                    <a:pt x="4457061" y="87629"/>
                    <a:pt x="4457696" y="86359"/>
                  </a:cubicBezTo>
                  <a:lnTo>
                    <a:pt x="4457696" y="53339"/>
                  </a:lnTo>
                  <a:cubicBezTo>
                    <a:pt x="4457696" y="53339"/>
                    <a:pt x="4455791" y="50799"/>
                    <a:pt x="4454521" y="49529"/>
                  </a:cubicBezTo>
                  <a:cubicBezTo>
                    <a:pt x="4453251" y="48259"/>
                    <a:pt x="4451981" y="46989"/>
                    <a:pt x="4450076" y="46354"/>
                  </a:cubicBezTo>
                  <a:cubicBezTo>
                    <a:pt x="4448806" y="45084"/>
                    <a:pt x="4446901" y="44449"/>
                    <a:pt x="4444996" y="43814"/>
                  </a:cubicBezTo>
                  <a:cubicBezTo>
                    <a:pt x="4443091" y="43814"/>
                    <a:pt x="4441186" y="43179"/>
                    <a:pt x="4439281" y="43179"/>
                  </a:cubicBezTo>
                  <a:close/>
                  <a:moveTo>
                    <a:pt x="1014731" y="43179"/>
                  </a:moveTo>
                  <a:cubicBezTo>
                    <a:pt x="1009016" y="43179"/>
                    <a:pt x="1005206" y="45084"/>
                    <a:pt x="1002032" y="49529"/>
                  </a:cubicBezTo>
                  <a:cubicBezTo>
                    <a:pt x="998856" y="53974"/>
                    <a:pt x="997587" y="59689"/>
                    <a:pt x="997587" y="67944"/>
                  </a:cubicBezTo>
                  <a:cubicBezTo>
                    <a:pt x="997587" y="77469"/>
                    <a:pt x="998856" y="84454"/>
                    <a:pt x="1002032" y="88899"/>
                  </a:cubicBezTo>
                  <a:cubicBezTo>
                    <a:pt x="1005206" y="93979"/>
                    <a:pt x="1009016" y="95884"/>
                    <a:pt x="1015367" y="95884"/>
                  </a:cubicBezTo>
                  <a:cubicBezTo>
                    <a:pt x="1018541" y="95884"/>
                    <a:pt x="1022352" y="95249"/>
                    <a:pt x="1024891" y="93344"/>
                  </a:cubicBezTo>
                  <a:cubicBezTo>
                    <a:pt x="1028067" y="91439"/>
                    <a:pt x="1030607" y="88899"/>
                    <a:pt x="1033147" y="86359"/>
                  </a:cubicBezTo>
                  <a:lnTo>
                    <a:pt x="1033147" y="53339"/>
                  </a:lnTo>
                  <a:cubicBezTo>
                    <a:pt x="1033147" y="53339"/>
                    <a:pt x="1031242" y="50799"/>
                    <a:pt x="1029971" y="49529"/>
                  </a:cubicBezTo>
                  <a:cubicBezTo>
                    <a:pt x="1028702" y="48259"/>
                    <a:pt x="1027431" y="46989"/>
                    <a:pt x="1025526" y="46354"/>
                  </a:cubicBezTo>
                  <a:cubicBezTo>
                    <a:pt x="1023621" y="45084"/>
                    <a:pt x="1022352" y="44449"/>
                    <a:pt x="1020446" y="43814"/>
                  </a:cubicBezTo>
                  <a:cubicBezTo>
                    <a:pt x="1018541" y="43179"/>
                    <a:pt x="1016636" y="43179"/>
                    <a:pt x="1014731" y="43179"/>
                  </a:cubicBezTo>
                  <a:close/>
                  <a:moveTo>
                    <a:pt x="4524370" y="31114"/>
                  </a:moveTo>
                  <a:lnTo>
                    <a:pt x="4538975" y="31114"/>
                  </a:lnTo>
                  <a:lnTo>
                    <a:pt x="4552310" y="84454"/>
                  </a:lnTo>
                  <a:lnTo>
                    <a:pt x="4566915" y="31114"/>
                  </a:lnTo>
                  <a:lnTo>
                    <a:pt x="4579615" y="31114"/>
                  </a:lnTo>
                  <a:lnTo>
                    <a:pt x="4594220" y="84454"/>
                  </a:lnTo>
                  <a:lnTo>
                    <a:pt x="4606920" y="31114"/>
                  </a:lnTo>
                  <a:lnTo>
                    <a:pt x="4622160" y="31114"/>
                  </a:lnTo>
                  <a:lnTo>
                    <a:pt x="4600570" y="108584"/>
                  </a:lnTo>
                  <a:lnTo>
                    <a:pt x="4587235" y="108584"/>
                  </a:lnTo>
                  <a:lnTo>
                    <a:pt x="4572630" y="54609"/>
                  </a:lnTo>
                  <a:lnTo>
                    <a:pt x="4558660" y="108584"/>
                  </a:lnTo>
                  <a:lnTo>
                    <a:pt x="4545325" y="108584"/>
                  </a:lnTo>
                  <a:close/>
                  <a:moveTo>
                    <a:pt x="4123686" y="31114"/>
                  </a:moveTo>
                  <a:lnTo>
                    <a:pt x="4138926" y="31114"/>
                  </a:lnTo>
                  <a:lnTo>
                    <a:pt x="4152261" y="84454"/>
                  </a:lnTo>
                  <a:lnTo>
                    <a:pt x="4166866" y="31114"/>
                  </a:lnTo>
                  <a:lnTo>
                    <a:pt x="4178931" y="31114"/>
                  </a:lnTo>
                  <a:lnTo>
                    <a:pt x="4193536" y="84454"/>
                  </a:lnTo>
                  <a:lnTo>
                    <a:pt x="4206871" y="31114"/>
                  </a:lnTo>
                  <a:lnTo>
                    <a:pt x="4222111" y="31114"/>
                  </a:lnTo>
                  <a:lnTo>
                    <a:pt x="4200521" y="108584"/>
                  </a:lnTo>
                  <a:lnTo>
                    <a:pt x="4187186" y="108584"/>
                  </a:lnTo>
                  <a:lnTo>
                    <a:pt x="4172581" y="54609"/>
                  </a:lnTo>
                  <a:lnTo>
                    <a:pt x="4157976" y="108584"/>
                  </a:lnTo>
                  <a:lnTo>
                    <a:pt x="4145276" y="108584"/>
                  </a:lnTo>
                  <a:close/>
                  <a:moveTo>
                    <a:pt x="2837811" y="31114"/>
                  </a:moveTo>
                  <a:lnTo>
                    <a:pt x="2852416" y="31114"/>
                  </a:lnTo>
                  <a:lnTo>
                    <a:pt x="2865751" y="84454"/>
                  </a:lnTo>
                  <a:lnTo>
                    <a:pt x="2880356" y="31114"/>
                  </a:lnTo>
                  <a:lnTo>
                    <a:pt x="2893056" y="31114"/>
                  </a:lnTo>
                  <a:lnTo>
                    <a:pt x="2907661" y="84454"/>
                  </a:lnTo>
                  <a:lnTo>
                    <a:pt x="2920361" y="31114"/>
                  </a:lnTo>
                  <a:lnTo>
                    <a:pt x="2935601" y="31114"/>
                  </a:lnTo>
                  <a:lnTo>
                    <a:pt x="2914011" y="108584"/>
                  </a:lnTo>
                  <a:lnTo>
                    <a:pt x="2900676" y="108584"/>
                  </a:lnTo>
                  <a:lnTo>
                    <a:pt x="2886706" y="54609"/>
                  </a:lnTo>
                  <a:lnTo>
                    <a:pt x="2872101" y="108584"/>
                  </a:lnTo>
                  <a:lnTo>
                    <a:pt x="2858766" y="108584"/>
                  </a:lnTo>
                  <a:close/>
                  <a:moveTo>
                    <a:pt x="1354455" y="31114"/>
                  </a:moveTo>
                  <a:lnTo>
                    <a:pt x="1369695" y="31114"/>
                  </a:lnTo>
                  <a:lnTo>
                    <a:pt x="1369695" y="109219"/>
                  </a:lnTo>
                  <a:lnTo>
                    <a:pt x="1354455" y="109219"/>
                  </a:lnTo>
                  <a:close/>
                  <a:moveTo>
                    <a:pt x="2646040" y="29844"/>
                  </a:moveTo>
                  <a:cubicBezTo>
                    <a:pt x="2650485" y="29844"/>
                    <a:pt x="2654295" y="29844"/>
                    <a:pt x="2658105" y="31749"/>
                  </a:cubicBezTo>
                  <a:cubicBezTo>
                    <a:pt x="2661915" y="33019"/>
                    <a:pt x="2665090" y="34289"/>
                    <a:pt x="2667630" y="36829"/>
                  </a:cubicBezTo>
                  <a:cubicBezTo>
                    <a:pt x="2670170" y="38734"/>
                    <a:pt x="2672075" y="41909"/>
                    <a:pt x="2673345" y="45084"/>
                  </a:cubicBezTo>
                  <a:cubicBezTo>
                    <a:pt x="2674615" y="48259"/>
                    <a:pt x="2675250" y="52069"/>
                    <a:pt x="2675250" y="56514"/>
                  </a:cubicBezTo>
                  <a:lnTo>
                    <a:pt x="2675250" y="109854"/>
                  </a:lnTo>
                  <a:lnTo>
                    <a:pt x="2660010" y="109854"/>
                  </a:lnTo>
                  <a:lnTo>
                    <a:pt x="2660010" y="108584"/>
                  </a:lnTo>
                  <a:lnTo>
                    <a:pt x="2660010" y="100964"/>
                  </a:lnTo>
                  <a:cubicBezTo>
                    <a:pt x="2660010" y="100964"/>
                    <a:pt x="2656200" y="104139"/>
                    <a:pt x="2654930" y="104774"/>
                  </a:cubicBezTo>
                  <a:cubicBezTo>
                    <a:pt x="2653660" y="105409"/>
                    <a:pt x="2652390" y="106679"/>
                    <a:pt x="2651120" y="107314"/>
                  </a:cubicBezTo>
                  <a:cubicBezTo>
                    <a:pt x="2649850" y="107949"/>
                    <a:pt x="2647945" y="108584"/>
                    <a:pt x="2646040" y="109219"/>
                  </a:cubicBezTo>
                  <a:cubicBezTo>
                    <a:pt x="2644135" y="109219"/>
                    <a:pt x="2641595" y="109854"/>
                    <a:pt x="2639055" y="109854"/>
                  </a:cubicBezTo>
                  <a:cubicBezTo>
                    <a:pt x="2635880" y="109854"/>
                    <a:pt x="2632705" y="109854"/>
                    <a:pt x="2629530" y="108584"/>
                  </a:cubicBezTo>
                  <a:cubicBezTo>
                    <a:pt x="2626355" y="107949"/>
                    <a:pt x="2623180" y="106044"/>
                    <a:pt x="2620640" y="104139"/>
                  </a:cubicBezTo>
                  <a:cubicBezTo>
                    <a:pt x="2618100" y="102234"/>
                    <a:pt x="2616195" y="99059"/>
                    <a:pt x="2614290" y="95884"/>
                  </a:cubicBezTo>
                  <a:cubicBezTo>
                    <a:pt x="2612385" y="92709"/>
                    <a:pt x="2611750" y="88264"/>
                    <a:pt x="2611750" y="83819"/>
                  </a:cubicBezTo>
                  <a:cubicBezTo>
                    <a:pt x="2611750" y="79374"/>
                    <a:pt x="2612385" y="75564"/>
                    <a:pt x="2614290" y="72389"/>
                  </a:cubicBezTo>
                  <a:cubicBezTo>
                    <a:pt x="2615560" y="69214"/>
                    <a:pt x="2618100" y="66674"/>
                    <a:pt x="2620640" y="64769"/>
                  </a:cubicBezTo>
                  <a:cubicBezTo>
                    <a:pt x="2623180" y="62864"/>
                    <a:pt x="2626990" y="60959"/>
                    <a:pt x="2630800" y="60324"/>
                  </a:cubicBezTo>
                  <a:cubicBezTo>
                    <a:pt x="2634610" y="59054"/>
                    <a:pt x="2638420" y="59054"/>
                    <a:pt x="2642865" y="59054"/>
                  </a:cubicBezTo>
                  <a:cubicBezTo>
                    <a:pt x="2646675" y="59054"/>
                    <a:pt x="2650485" y="59054"/>
                    <a:pt x="2653025" y="59689"/>
                  </a:cubicBezTo>
                  <a:cubicBezTo>
                    <a:pt x="2655565" y="59689"/>
                    <a:pt x="2658105" y="60959"/>
                    <a:pt x="2660010" y="61594"/>
                  </a:cubicBezTo>
                  <a:lnTo>
                    <a:pt x="2660010" y="55879"/>
                  </a:lnTo>
                  <a:cubicBezTo>
                    <a:pt x="2660010" y="51434"/>
                    <a:pt x="2658740" y="48259"/>
                    <a:pt x="2656200" y="46354"/>
                  </a:cubicBezTo>
                  <a:cubicBezTo>
                    <a:pt x="2653660" y="43814"/>
                    <a:pt x="2649850" y="43179"/>
                    <a:pt x="2645405" y="43179"/>
                  </a:cubicBezTo>
                  <a:cubicBezTo>
                    <a:pt x="2641595" y="43179"/>
                    <a:pt x="2637785" y="43179"/>
                    <a:pt x="2634610" y="44449"/>
                  </a:cubicBezTo>
                  <a:cubicBezTo>
                    <a:pt x="2631435" y="45084"/>
                    <a:pt x="2628260" y="46354"/>
                    <a:pt x="2625085" y="48259"/>
                  </a:cubicBezTo>
                  <a:lnTo>
                    <a:pt x="2619370" y="36829"/>
                  </a:lnTo>
                  <a:cubicBezTo>
                    <a:pt x="2623180" y="34289"/>
                    <a:pt x="2626990" y="33019"/>
                    <a:pt x="2631435" y="31749"/>
                  </a:cubicBezTo>
                  <a:cubicBezTo>
                    <a:pt x="2635880" y="30479"/>
                    <a:pt x="2640325" y="29844"/>
                    <a:pt x="2646040" y="29844"/>
                  </a:cubicBezTo>
                  <a:close/>
                  <a:moveTo>
                    <a:pt x="1114426" y="29844"/>
                  </a:moveTo>
                  <a:lnTo>
                    <a:pt x="1129666" y="29844"/>
                  </a:lnTo>
                  <a:lnTo>
                    <a:pt x="1129666" y="107949"/>
                  </a:lnTo>
                  <a:lnTo>
                    <a:pt x="1114426" y="107949"/>
                  </a:lnTo>
                  <a:lnTo>
                    <a:pt x="1114426" y="100964"/>
                  </a:lnTo>
                  <a:cubicBezTo>
                    <a:pt x="1114426" y="100964"/>
                    <a:pt x="1109981" y="106044"/>
                    <a:pt x="1106171" y="107314"/>
                  </a:cubicBezTo>
                  <a:cubicBezTo>
                    <a:pt x="1102996" y="109219"/>
                    <a:pt x="1098551" y="109854"/>
                    <a:pt x="1094741" y="109854"/>
                  </a:cubicBezTo>
                  <a:cubicBezTo>
                    <a:pt x="1085851" y="109854"/>
                    <a:pt x="1078866" y="106679"/>
                    <a:pt x="1073786" y="100964"/>
                  </a:cubicBezTo>
                  <a:cubicBezTo>
                    <a:pt x="1069341" y="95249"/>
                    <a:pt x="1066800" y="86359"/>
                    <a:pt x="1066800" y="74929"/>
                  </a:cubicBezTo>
                  <a:lnTo>
                    <a:pt x="1066800" y="30479"/>
                  </a:lnTo>
                  <a:lnTo>
                    <a:pt x="1082040" y="30479"/>
                  </a:lnTo>
                  <a:lnTo>
                    <a:pt x="1082040" y="74294"/>
                  </a:lnTo>
                  <a:cubicBezTo>
                    <a:pt x="1082040" y="81279"/>
                    <a:pt x="1083311" y="86994"/>
                    <a:pt x="1085851" y="90169"/>
                  </a:cubicBezTo>
                  <a:cubicBezTo>
                    <a:pt x="1088390" y="93979"/>
                    <a:pt x="1092201" y="95249"/>
                    <a:pt x="1097916" y="95249"/>
                  </a:cubicBezTo>
                  <a:cubicBezTo>
                    <a:pt x="1102996" y="95249"/>
                    <a:pt x="1106806" y="93344"/>
                    <a:pt x="1109981" y="90169"/>
                  </a:cubicBezTo>
                  <a:cubicBezTo>
                    <a:pt x="1112521" y="86994"/>
                    <a:pt x="1114426" y="81914"/>
                    <a:pt x="1114426" y="75564"/>
                  </a:cubicBezTo>
                  <a:close/>
                  <a:moveTo>
                    <a:pt x="1011556" y="29844"/>
                  </a:moveTo>
                  <a:cubicBezTo>
                    <a:pt x="1013461" y="29844"/>
                    <a:pt x="1015367" y="29844"/>
                    <a:pt x="1017272" y="30479"/>
                  </a:cubicBezTo>
                  <a:cubicBezTo>
                    <a:pt x="1019176" y="30479"/>
                    <a:pt x="1021081" y="31749"/>
                    <a:pt x="1022352" y="32384"/>
                  </a:cubicBezTo>
                  <a:cubicBezTo>
                    <a:pt x="1024257" y="33019"/>
                    <a:pt x="1025526" y="34289"/>
                    <a:pt x="1026797" y="35559"/>
                  </a:cubicBezTo>
                  <a:cubicBezTo>
                    <a:pt x="1028067" y="36829"/>
                    <a:pt x="1029336" y="37464"/>
                    <a:pt x="1030607" y="38734"/>
                  </a:cubicBezTo>
                  <a:lnTo>
                    <a:pt x="1030607" y="31749"/>
                  </a:lnTo>
                  <a:lnTo>
                    <a:pt x="1045847" y="31749"/>
                  </a:lnTo>
                  <a:lnTo>
                    <a:pt x="1045847" y="130809"/>
                  </a:lnTo>
                  <a:lnTo>
                    <a:pt x="1032512" y="137477"/>
                  </a:lnTo>
                  <a:lnTo>
                    <a:pt x="1032512" y="101599"/>
                  </a:lnTo>
                  <a:cubicBezTo>
                    <a:pt x="1032512" y="101599"/>
                    <a:pt x="1026797" y="106679"/>
                    <a:pt x="1022986" y="107949"/>
                  </a:cubicBezTo>
                  <a:cubicBezTo>
                    <a:pt x="1019812" y="109854"/>
                    <a:pt x="1016001" y="110489"/>
                    <a:pt x="1011556" y="110489"/>
                  </a:cubicBezTo>
                  <a:cubicBezTo>
                    <a:pt x="1007111" y="110489"/>
                    <a:pt x="1003301" y="109854"/>
                    <a:pt x="999491" y="107949"/>
                  </a:cubicBezTo>
                  <a:cubicBezTo>
                    <a:pt x="995681" y="106679"/>
                    <a:pt x="992506" y="104139"/>
                    <a:pt x="989966" y="100329"/>
                  </a:cubicBezTo>
                  <a:cubicBezTo>
                    <a:pt x="987426" y="97154"/>
                    <a:pt x="984886" y="92709"/>
                    <a:pt x="983616" y="87629"/>
                  </a:cubicBezTo>
                  <a:cubicBezTo>
                    <a:pt x="982346" y="82549"/>
                    <a:pt x="981076" y="76199"/>
                    <a:pt x="981076" y="68579"/>
                  </a:cubicBezTo>
                  <a:cubicBezTo>
                    <a:pt x="981076" y="61594"/>
                    <a:pt x="981711" y="55879"/>
                    <a:pt x="983616" y="51434"/>
                  </a:cubicBezTo>
                  <a:cubicBezTo>
                    <a:pt x="985521" y="46354"/>
                    <a:pt x="987426" y="42544"/>
                    <a:pt x="990601" y="39369"/>
                  </a:cubicBezTo>
                  <a:cubicBezTo>
                    <a:pt x="993142" y="36194"/>
                    <a:pt x="996951" y="33654"/>
                    <a:pt x="1000126" y="32384"/>
                  </a:cubicBezTo>
                  <a:cubicBezTo>
                    <a:pt x="1003937" y="31114"/>
                    <a:pt x="1007746" y="29844"/>
                    <a:pt x="1011556" y="29844"/>
                  </a:cubicBezTo>
                  <a:close/>
                  <a:moveTo>
                    <a:pt x="4871716" y="29210"/>
                  </a:moveTo>
                  <a:cubicBezTo>
                    <a:pt x="4876796" y="29210"/>
                    <a:pt x="4881241" y="29845"/>
                    <a:pt x="4885686" y="31750"/>
                  </a:cubicBezTo>
                  <a:cubicBezTo>
                    <a:pt x="4890131" y="33655"/>
                    <a:pt x="4894576" y="35560"/>
                    <a:pt x="4897751" y="38100"/>
                  </a:cubicBezTo>
                  <a:lnTo>
                    <a:pt x="4899021" y="38100"/>
                  </a:lnTo>
                  <a:lnTo>
                    <a:pt x="4892036" y="50165"/>
                  </a:lnTo>
                  <a:cubicBezTo>
                    <a:pt x="4888861" y="47625"/>
                    <a:pt x="4885686" y="46355"/>
                    <a:pt x="4882511" y="45085"/>
                  </a:cubicBezTo>
                  <a:cubicBezTo>
                    <a:pt x="4879336" y="43815"/>
                    <a:pt x="4875526" y="43180"/>
                    <a:pt x="4872351" y="43180"/>
                  </a:cubicBezTo>
                  <a:cubicBezTo>
                    <a:pt x="4869176" y="43180"/>
                    <a:pt x="4866001" y="43815"/>
                    <a:pt x="4864096" y="45085"/>
                  </a:cubicBezTo>
                  <a:cubicBezTo>
                    <a:pt x="4862191" y="46355"/>
                    <a:pt x="4861556" y="48260"/>
                    <a:pt x="4861556" y="50165"/>
                  </a:cubicBezTo>
                  <a:cubicBezTo>
                    <a:pt x="4861556" y="51435"/>
                    <a:pt x="4861556" y="52070"/>
                    <a:pt x="4861556" y="52705"/>
                  </a:cubicBezTo>
                  <a:cubicBezTo>
                    <a:pt x="4861556" y="53340"/>
                    <a:pt x="4862826" y="54610"/>
                    <a:pt x="4863461" y="55245"/>
                  </a:cubicBezTo>
                  <a:cubicBezTo>
                    <a:pt x="4864731" y="55880"/>
                    <a:pt x="4866001" y="57150"/>
                    <a:pt x="4867906" y="57785"/>
                  </a:cubicBezTo>
                  <a:cubicBezTo>
                    <a:pt x="4869811" y="59055"/>
                    <a:pt x="4872351" y="59690"/>
                    <a:pt x="4874891" y="60960"/>
                  </a:cubicBezTo>
                  <a:cubicBezTo>
                    <a:pt x="4879336" y="62865"/>
                    <a:pt x="4883146" y="64135"/>
                    <a:pt x="4886321" y="66040"/>
                  </a:cubicBezTo>
                  <a:cubicBezTo>
                    <a:pt x="4889496" y="67310"/>
                    <a:pt x="4892036" y="69215"/>
                    <a:pt x="4894576" y="71120"/>
                  </a:cubicBezTo>
                  <a:cubicBezTo>
                    <a:pt x="4896481" y="73025"/>
                    <a:pt x="4898386" y="75565"/>
                    <a:pt x="4899656" y="78105"/>
                  </a:cubicBezTo>
                  <a:cubicBezTo>
                    <a:pt x="4900926" y="80645"/>
                    <a:pt x="4901561" y="83820"/>
                    <a:pt x="4901561" y="87630"/>
                  </a:cubicBezTo>
                  <a:cubicBezTo>
                    <a:pt x="4901561" y="92075"/>
                    <a:pt x="4900926" y="95250"/>
                    <a:pt x="4899021" y="98425"/>
                  </a:cubicBezTo>
                  <a:cubicBezTo>
                    <a:pt x="4897116" y="101600"/>
                    <a:pt x="4895211" y="103505"/>
                    <a:pt x="4892671" y="105410"/>
                  </a:cubicBezTo>
                  <a:cubicBezTo>
                    <a:pt x="4890131" y="107315"/>
                    <a:pt x="4886956" y="108585"/>
                    <a:pt x="4883146" y="109220"/>
                  </a:cubicBezTo>
                  <a:cubicBezTo>
                    <a:pt x="4879336" y="109855"/>
                    <a:pt x="4876161" y="110490"/>
                    <a:pt x="4872351" y="110490"/>
                  </a:cubicBezTo>
                  <a:cubicBezTo>
                    <a:pt x="4867271" y="110490"/>
                    <a:pt x="4862191" y="109855"/>
                    <a:pt x="4857111" y="107950"/>
                  </a:cubicBezTo>
                  <a:cubicBezTo>
                    <a:pt x="4851396" y="106045"/>
                    <a:pt x="4846951" y="103505"/>
                    <a:pt x="4842506" y="100965"/>
                  </a:cubicBezTo>
                  <a:lnTo>
                    <a:pt x="4849491" y="89535"/>
                  </a:lnTo>
                  <a:cubicBezTo>
                    <a:pt x="4853301" y="92075"/>
                    <a:pt x="4857111" y="93980"/>
                    <a:pt x="4860921" y="95250"/>
                  </a:cubicBezTo>
                  <a:cubicBezTo>
                    <a:pt x="4864731" y="96520"/>
                    <a:pt x="4868541" y="97155"/>
                    <a:pt x="4872351" y="97155"/>
                  </a:cubicBezTo>
                  <a:cubicBezTo>
                    <a:pt x="4877431" y="97155"/>
                    <a:pt x="4880606" y="96520"/>
                    <a:pt x="4883146" y="94615"/>
                  </a:cubicBezTo>
                  <a:cubicBezTo>
                    <a:pt x="4885686" y="93345"/>
                    <a:pt x="4886321" y="90805"/>
                    <a:pt x="4886321" y="88265"/>
                  </a:cubicBezTo>
                  <a:cubicBezTo>
                    <a:pt x="4886321" y="86995"/>
                    <a:pt x="4886321" y="85725"/>
                    <a:pt x="4885051" y="84455"/>
                  </a:cubicBezTo>
                  <a:cubicBezTo>
                    <a:pt x="4884416" y="83185"/>
                    <a:pt x="4883146" y="82550"/>
                    <a:pt x="4881241" y="81280"/>
                  </a:cubicBezTo>
                  <a:cubicBezTo>
                    <a:pt x="4879971" y="80010"/>
                    <a:pt x="4878066" y="79375"/>
                    <a:pt x="4875526" y="78105"/>
                  </a:cubicBezTo>
                  <a:cubicBezTo>
                    <a:pt x="4872986" y="77470"/>
                    <a:pt x="4871081" y="76200"/>
                    <a:pt x="4867906" y="74930"/>
                  </a:cubicBezTo>
                  <a:cubicBezTo>
                    <a:pt x="4863461" y="73025"/>
                    <a:pt x="4860286" y="71755"/>
                    <a:pt x="4857111" y="69850"/>
                  </a:cubicBezTo>
                  <a:cubicBezTo>
                    <a:pt x="4853936" y="67945"/>
                    <a:pt x="4852031" y="66675"/>
                    <a:pt x="4850126" y="64770"/>
                  </a:cubicBezTo>
                  <a:cubicBezTo>
                    <a:pt x="4848221" y="62865"/>
                    <a:pt x="4846951" y="60960"/>
                    <a:pt x="4846316" y="58420"/>
                  </a:cubicBezTo>
                  <a:cubicBezTo>
                    <a:pt x="4845681" y="55880"/>
                    <a:pt x="4845046" y="53340"/>
                    <a:pt x="4845046" y="50165"/>
                  </a:cubicBezTo>
                  <a:cubicBezTo>
                    <a:pt x="4845046" y="46990"/>
                    <a:pt x="4845681" y="43815"/>
                    <a:pt x="4846951" y="40640"/>
                  </a:cubicBezTo>
                  <a:cubicBezTo>
                    <a:pt x="4848221" y="38100"/>
                    <a:pt x="4850126" y="35560"/>
                    <a:pt x="4852666" y="34290"/>
                  </a:cubicBezTo>
                  <a:cubicBezTo>
                    <a:pt x="4855206" y="32385"/>
                    <a:pt x="4857746" y="31115"/>
                    <a:pt x="4860921" y="30480"/>
                  </a:cubicBezTo>
                  <a:cubicBezTo>
                    <a:pt x="4864096" y="29845"/>
                    <a:pt x="4867906" y="29210"/>
                    <a:pt x="4871716" y="29210"/>
                  </a:cubicBezTo>
                  <a:close/>
                  <a:moveTo>
                    <a:pt x="4749796" y="29210"/>
                  </a:moveTo>
                  <a:cubicBezTo>
                    <a:pt x="4752971" y="29210"/>
                    <a:pt x="4755511" y="29210"/>
                    <a:pt x="4757416" y="29845"/>
                  </a:cubicBezTo>
                  <a:cubicBezTo>
                    <a:pt x="4759321" y="30480"/>
                    <a:pt x="4761226" y="31115"/>
                    <a:pt x="4763131" y="32385"/>
                  </a:cubicBezTo>
                  <a:lnTo>
                    <a:pt x="4759321" y="46990"/>
                  </a:lnTo>
                  <a:lnTo>
                    <a:pt x="4758051" y="46990"/>
                  </a:lnTo>
                  <a:cubicBezTo>
                    <a:pt x="4758051" y="46990"/>
                    <a:pt x="4754876" y="45085"/>
                    <a:pt x="4752971" y="45085"/>
                  </a:cubicBezTo>
                  <a:cubicBezTo>
                    <a:pt x="4751066" y="45085"/>
                    <a:pt x="4749161" y="44450"/>
                    <a:pt x="4746621" y="44450"/>
                  </a:cubicBezTo>
                  <a:cubicBezTo>
                    <a:pt x="4741541" y="44450"/>
                    <a:pt x="4737731" y="46355"/>
                    <a:pt x="4735191" y="49530"/>
                  </a:cubicBezTo>
                  <a:cubicBezTo>
                    <a:pt x="4732651" y="52705"/>
                    <a:pt x="4731381" y="57785"/>
                    <a:pt x="4731381" y="64770"/>
                  </a:cubicBezTo>
                  <a:lnTo>
                    <a:pt x="4731381" y="109220"/>
                  </a:lnTo>
                  <a:lnTo>
                    <a:pt x="4716141" y="109220"/>
                  </a:lnTo>
                  <a:lnTo>
                    <a:pt x="4716141" y="31115"/>
                  </a:lnTo>
                  <a:lnTo>
                    <a:pt x="4731381" y="31115"/>
                  </a:lnTo>
                  <a:lnTo>
                    <a:pt x="4731381" y="38735"/>
                  </a:lnTo>
                  <a:cubicBezTo>
                    <a:pt x="4731381" y="38735"/>
                    <a:pt x="4733286" y="36195"/>
                    <a:pt x="4734556" y="34925"/>
                  </a:cubicBezTo>
                  <a:cubicBezTo>
                    <a:pt x="4735826" y="33655"/>
                    <a:pt x="4737096" y="33020"/>
                    <a:pt x="4739001" y="31750"/>
                  </a:cubicBezTo>
                  <a:cubicBezTo>
                    <a:pt x="4740271" y="31115"/>
                    <a:pt x="4742176" y="30480"/>
                    <a:pt x="4744081" y="29845"/>
                  </a:cubicBezTo>
                  <a:cubicBezTo>
                    <a:pt x="4745986" y="29845"/>
                    <a:pt x="4747891" y="29210"/>
                    <a:pt x="4749796" y="29210"/>
                  </a:cubicBezTo>
                  <a:close/>
                  <a:moveTo>
                    <a:pt x="4349110" y="29210"/>
                  </a:moveTo>
                  <a:cubicBezTo>
                    <a:pt x="4352285" y="29210"/>
                    <a:pt x="4354825" y="29210"/>
                    <a:pt x="4356730" y="29845"/>
                  </a:cubicBezTo>
                  <a:cubicBezTo>
                    <a:pt x="4358635" y="29845"/>
                    <a:pt x="4360540" y="31115"/>
                    <a:pt x="4362445" y="32385"/>
                  </a:cubicBezTo>
                  <a:lnTo>
                    <a:pt x="4358635" y="46990"/>
                  </a:lnTo>
                  <a:lnTo>
                    <a:pt x="4357365" y="46990"/>
                  </a:lnTo>
                  <a:cubicBezTo>
                    <a:pt x="4357365" y="46990"/>
                    <a:pt x="4354190" y="45085"/>
                    <a:pt x="4352285" y="45085"/>
                  </a:cubicBezTo>
                  <a:cubicBezTo>
                    <a:pt x="4350380" y="45085"/>
                    <a:pt x="4348475" y="44450"/>
                    <a:pt x="4345935" y="44450"/>
                  </a:cubicBezTo>
                  <a:cubicBezTo>
                    <a:pt x="4340855" y="44450"/>
                    <a:pt x="4337045" y="46355"/>
                    <a:pt x="4334505" y="49530"/>
                  </a:cubicBezTo>
                  <a:cubicBezTo>
                    <a:pt x="4331965" y="52705"/>
                    <a:pt x="4330695" y="57785"/>
                    <a:pt x="4330695" y="64770"/>
                  </a:cubicBezTo>
                  <a:lnTo>
                    <a:pt x="4330695" y="109220"/>
                  </a:lnTo>
                  <a:lnTo>
                    <a:pt x="4315455" y="109220"/>
                  </a:lnTo>
                  <a:lnTo>
                    <a:pt x="4315455" y="31115"/>
                  </a:lnTo>
                  <a:lnTo>
                    <a:pt x="4330695" y="31115"/>
                  </a:lnTo>
                  <a:lnTo>
                    <a:pt x="4330695" y="38735"/>
                  </a:lnTo>
                  <a:cubicBezTo>
                    <a:pt x="4330695" y="38735"/>
                    <a:pt x="4332600" y="36195"/>
                    <a:pt x="4333870" y="34925"/>
                  </a:cubicBezTo>
                  <a:cubicBezTo>
                    <a:pt x="4335140" y="33655"/>
                    <a:pt x="4336410" y="33020"/>
                    <a:pt x="4338315" y="31750"/>
                  </a:cubicBezTo>
                  <a:cubicBezTo>
                    <a:pt x="4339585" y="31115"/>
                    <a:pt x="4341490" y="30480"/>
                    <a:pt x="4343395" y="29845"/>
                  </a:cubicBezTo>
                  <a:cubicBezTo>
                    <a:pt x="4345300" y="29845"/>
                    <a:pt x="4347205" y="29210"/>
                    <a:pt x="4349110" y="29210"/>
                  </a:cubicBezTo>
                  <a:close/>
                  <a:moveTo>
                    <a:pt x="4044310" y="29210"/>
                  </a:moveTo>
                  <a:cubicBezTo>
                    <a:pt x="4050025" y="29210"/>
                    <a:pt x="4054470" y="30480"/>
                    <a:pt x="4058915" y="32385"/>
                  </a:cubicBezTo>
                  <a:cubicBezTo>
                    <a:pt x="4062725" y="34290"/>
                    <a:pt x="4066535" y="37465"/>
                    <a:pt x="4069075" y="40640"/>
                  </a:cubicBezTo>
                  <a:cubicBezTo>
                    <a:pt x="4071615" y="44450"/>
                    <a:pt x="4073520" y="48260"/>
                    <a:pt x="4075425" y="53340"/>
                  </a:cubicBezTo>
                  <a:cubicBezTo>
                    <a:pt x="4076695" y="57785"/>
                    <a:pt x="4077330" y="62865"/>
                    <a:pt x="4077330" y="68580"/>
                  </a:cubicBezTo>
                  <a:lnTo>
                    <a:pt x="4076060" y="68580"/>
                  </a:lnTo>
                  <a:cubicBezTo>
                    <a:pt x="4076060" y="68580"/>
                    <a:pt x="4076060" y="71120"/>
                    <a:pt x="4076060" y="72390"/>
                  </a:cubicBezTo>
                  <a:cubicBezTo>
                    <a:pt x="4076060" y="73660"/>
                    <a:pt x="4076060" y="74295"/>
                    <a:pt x="4076060" y="75565"/>
                  </a:cubicBezTo>
                  <a:lnTo>
                    <a:pt x="4024625" y="75565"/>
                  </a:lnTo>
                  <a:cubicBezTo>
                    <a:pt x="4024625" y="79375"/>
                    <a:pt x="4025895" y="82550"/>
                    <a:pt x="4027165" y="85090"/>
                  </a:cubicBezTo>
                  <a:cubicBezTo>
                    <a:pt x="4028435" y="87630"/>
                    <a:pt x="4029705" y="90170"/>
                    <a:pt x="4031610" y="91440"/>
                  </a:cubicBezTo>
                  <a:cubicBezTo>
                    <a:pt x="4033515" y="93345"/>
                    <a:pt x="4035420" y="94615"/>
                    <a:pt x="4037325" y="95250"/>
                  </a:cubicBezTo>
                  <a:cubicBezTo>
                    <a:pt x="4039230" y="95885"/>
                    <a:pt x="4041770" y="96520"/>
                    <a:pt x="4044310" y="96520"/>
                  </a:cubicBezTo>
                  <a:cubicBezTo>
                    <a:pt x="4046215" y="96520"/>
                    <a:pt x="4047485" y="96520"/>
                    <a:pt x="4049390" y="96520"/>
                  </a:cubicBezTo>
                  <a:cubicBezTo>
                    <a:pt x="4050660" y="96520"/>
                    <a:pt x="4052565" y="95885"/>
                    <a:pt x="4053835" y="95250"/>
                  </a:cubicBezTo>
                  <a:cubicBezTo>
                    <a:pt x="4055105" y="95250"/>
                    <a:pt x="4056375" y="93980"/>
                    <a:pt x="4057645" y="93345"/>
                  </a:cubicBezTo>
                  <a:cubicBezTo>
                    <a:pt x="4058915" y="93345"/>
                    <a:pt x="4060185" y="92075"/>
                    <a:pt x="4062090" y="90805"/>
                  </a:cubicBezTo>
                  <a:lnTo>
                    <a:pt x="4070980" y="100330"/>
                  </a:lnTo>
                  <a:cubicBezTo>
                    <a:pt x="4070980" y="100330"/>
                    <a:pt x="4067170" y="103505"/>
                    <a:pt x="4065265" y="104775"/>
                  </a:cubicBezTo>
                  <a:cubicBezTo>
                    <a:pt x="4063360" y="106045"/>
                    <a:pt x="4061455" y="106680"/>
                    <a:pt x="4059550" y="107950"/>
                  </a:cubicBezTo>
                  <a:cubicBezTo>
                    <a:pt x="4057645" y="108585"/>
                    <a:pt x="4055105" y="109855"/>
                    <a:pt x="4052565" y="109855"/>
                  </a:cubicBezTo>
                  <a:cubicBezTo>
                    <a:pt x="4050025" y="109855"/>
                    <a:pt x="4046850" y="110490"/>
                    <a:pt x="4043675" y="110490"/>
                  </a:cubicBezTo>
                  <a:cubicBezTo>
                    <a:pt x="4040500" y="110490"/>
                    <a:pt x="4037325" y="110490"/>
                    <a:pt x="4034150" y="109220"/>
                  </a:cubicBezTo>
                  <a:cubicBezTo>
                    <a:pt x="4030975" y="108585"/>
                    <a:pt x="4028435" y="107315"/>
                    <a:pt x="4026530" y="105410"/>
                  </a:cubicBezTo>
                  <a:cubicBezTo>
                    <a:pt x="4023990" y="104140"/>
                    <a:pt x="4022085" y="102235"/>
                    <a:pt x="4020180" y="100330"/>
                  </a:cubicBezTo>
                  <a:cubicBezTo>
                    <a:pt x="4018275" y="98425"/>
                    <a:pt x="4016370" y="95885"/>
                    <a:pt x="4015100" y="92710"/>
                  </a:cubicBezTo>
                  <a:cubicBezTo>
                    <a:pt x="4013195" y="89535"/>
                    <a:pt x="4011925" y="86360"/>
                    <a:pt x="4011290" y="82550"/>
                  </a:cubicBezTo>
                  <a:cubicBezTo>
                    <a:pt x="4010655" y="78740"/>
                    <a:pt x="4010020" y="74295"/>
                    <a:pt x="4010020" y="69850"/>
                  </a:cubicBezTo>
                  <a:cubicBezTo>
                    <a:pt x="4010020" y="63500"/>
                    <a:pt x="4010655" y="57150"/>
                    <a:pt x="4012560" y="52070"/>
                  </a:cubicBezTo>
                  <a:cubicBezTo>
                    <a:pt x="4014465" y="46990"/>
                    <a:pt x="4016370" y="42545"/>
                    <a:pt x="4019545" y="39370"/>
                  </a:cubicBezTo>
                  <a:cubicBezTo>
                    <a:pt x="4022720" y="36195"/>
                    <a:pt x="4025895" y="33020"/>
                    <a:pt x="4030340" y="31750"/>
                  </a:cubicBezTo>
                  <a:cubicBezTo>
                    <a:pt x="4034785" y="29845"/>
                    <a:pt x="4039230" y="29210"/>
                    <a:pt x="4044310" y="29210"/>
                  </a:cubicBezTo>
                  <a:close/>
                  <a:moveTo>
                    <a:pt x="3811900" y="29210"/>
                  </a:moveTo>
                  <a:cubicBezTo>
                    <a:pt x="3815075" y="29210"/>
                    <a:pt x="3817615" y="29210"/>
                    <a:pt x="3819520" y="29845"/>
                  </a:cubicBezTo>
                  <a:cubicBezTo>
                    <a:pt x="3821425" y="29845"/>
                    <a:pt x="3823330" y="31115"/>
                    <a:pt x="3825235" y="32385"/>
                  </a:cubicBezTo>
                  <a:lnTo>
                    <a:pt x="3821425" y="46990"/>
                  </a:lnTo>
                  <a:lnTo>
                    <a:pt x="3820155" y="46990"/>
                  </a:lnTo>
                  <a:cubicBezTo>
                    <a:pt x="3820155" y="46990"/>
                    <a:pt x="3816980" y="45085"/>
                    <a:pt x="3815075" y="45085"/>
                  </a:cubicBezTo>
                  <a:cubicBezTo>
                    <a:pt x="3813170" y="45085"/>
                    <a:pt x="3811265" y="44450"/>
                    <a:pt x="3808725" y="44450"/>
                  </a:cubicBezTo>
                  <a:cubicBezTo>
                    <a:pt x="3803645" y="44450"/>
                    <a:pt x="3799835" y="46355"/>
                    <a:pt x="3797295" y="49530"/>
                  </a:cubicBezTo>
                  <a:cubicBezTo>
                    <a:pt x="3794755" y="52705"/>
                    <a:pt x="3793485" y="57785"/>
                    <a:pt x="3793485" y="64770"/>
                  </a:cubicBezTo>
                  <a:lnTo>
                    <a:pt x="3793485" y="109220"/>
                  </a:lnTo>
                  <a:lnTo>
                    <a:pt x="3778245" y="109220"/>
                  </a:lnTo>
                  <a:lnTo>
                    <a:pt x="3778245" y="31115"/>
                  </a:lnTo>
                  <a:lnTo>
                    <a:pt x="3793485" y="31115"/>
                  </a:lnTo>
                  <a:lnTo>
                    <a:pt x="3793485" y="38735"/>
                  </a:lnTo>
                  <a:cubicBezTo>
                    <a:pt x="3793485" y="38735"/>
                    <a:pt x="3795390" y="36195"/>
                    <a:pt x="3796660" y="34925"/>
                  </a:cubicBezTo>
                  <a:cubicBezTo>
                    <a:pt x="3797930" y="33655"/>
                    <a:pt x="3799200" y="33020"/>
                    <a:pt x="3801105" y="31750"/>
                  </a:cubicBezTo>
                  <a:cubicBezTo>
                    <a:pt x="3802375" y="31115"/>
                    <a:pt x="3804280" y="30480"/>
                    <a:pt x="3806185" y="29845"/>
                  </a:cubicBezTo>
                  <a:cubicBezTo>
                    <a:pt x="3808090" y="29845"/>
                    <a:pt x="3809995" y="29210"/>
                    <a:pt x="3811900" y="29210"/>
                  </a:cubicBezTo>
                  <a:close/>
                  <a:moveTo>
                    <a:pt x="3729986" y="29210"/>
                  </a:moveTo>
                  <a:cubicBezTo>
                    <a:pt x="3735701" y="29210"/>
                    <a:pt x="3740146" y="30480"/>
                    <a:pt x="3744591" y="32385"/>
                  </a:cubicBezTo>
                  <a:cubicBezTo>
                    <a:pt x="3748401" y="34290"/>
                    <a:pt x="3752211" y="37465"/>
                    <a:pt x="3754751" y="40640"/>
                  </a:cubicBezTo>
                  <a:cubicBezTo>
                    <a:pt x="3757291" y="44450"/>
                    <a:pt x="3759196" y="48260"/>
                    <a:pt x="3761101" y="53340"/>
                  </a:cubicBezTo>
                  <a:cubicBezTo>
                    <a:pt x="3762371" y="57785"/>
                    <a:pt x="3763006" y="62865"/>
                    <a:pt x="3763006" y="68580"/>
                  </a:cubicBezTo>
                  <a:lnTo>
                    <a:pt x="3761736" y="68580"/>
                  </a:lnTo>
                  <a:cubicBezTo>
                    <a:pt x="3761736" y="68580"/>
                    <a:pt x="3761736" y="71120"/>
                    <a:pt x="3761736" y="72390"/>
                  </a:cubicBezTo>
                  <a:cubicBezTo>
                    <a:pt x="3761736" y="73660"/>
                    <a:pt x="3761736" y="74295"/>
                    <a:pt x="3761736" y="75565"/>
                  </a:cubicBezTo>
                  <a:lnTo>
                    <a:pt x="3710301" y="75565"/>
                  </a:lnTo>
                  <a:cubicBezTo>
                    <a:pt x="3710301" y="79375"/>
                    <a:pt x="3711571" y="82550"/>
                    <a:pt x="3712841" y="85090"/>
                  </a:cubicBezTo>
                  <a:cubicBezTo>
                    <a:pt x="3714111" y="87630"/>
                    <a:pt x="3715381" y="90170"/>
                    <a:pt x="3717286" y="91440"/>
                  </a:cubicBezTo>
                  <a:cubicBezTo>
                    <a:pt x="3719191" y="93345"/>
                    <a:pt x="3721096" y="94615"/>
                    <a:pt x="3723001" y="95250"/>
                  </a:cubicBezTo>
                  <a:cubicBezTo>
                    <a:pt x="3724906" y="95885"/>
                    <a:pt x="3727446" y="96520"/>
                    <a:pt x="3729986" y="96520"/>
                  </a:cubicBezTo>
                  <a:cubicBezTo>
                    <a:pt x="3731891" y="96520"/>
                    <a:pt x="3733161" y="96520"/>
                    <a:pt x="3735066" y="96520"/>
                  </a:cubicBezTo>
                  <a:cubicBezTo>
                    <a:pt x="3736336" y="96520"/>
                    <a:pt x="3738241" y="95885"/>
                    <a:pt x="3739511" y="95250"/>
                  </a:cubicBezTo>
                  <a:cubicBezTo>
                    <a:pt x="3740781" y="95250"/>
                    <a:pt x="3742051" y="93980"/>
                    <a:pt x="3743321" y="93345"/>
                  </a:cubicBezTo>
                  <a:cubicBezTo>
                    <a:pt x="3744591" y="93345"/>
                    <a:pt x="3745861" y="92075"/>
                    <a:pt x="3747766" y="90805"/>
                  </a:cubicBezTo>
                  <a:lnTo>
                    <a:pt x="3756656" y="100330"/>
                  </a:lnTo>
                  <a:cubicBezTo>
                    <a:pt x="3756656" y="100330"/>
                    <a:pt x="3752846" y="103505"/>
                    <a:pt x="3750941" y="104775"/>
                  </a:cubicBezTo>
                  <a:cubicBezTo>
                    <a:pt x="3749036" y="106045"/>
                    <a:pt x="3747131" y="106680"/>
                    <a:pt x="3745226" y="107950"/>
                  </a:cubicBezTo>
                  <a:cubicBezTo>
                    <a:pt x="3743321" y="108585"/>
                    <a:pt x="3740781" y="109855"/>
                    <a:pt x="3738241" y="109855"/>
                  </a:cubicBezTo>
                  <a:cubicBezTo>
                    <a:pt x="3735701" y="109855"/>
                    <a:pt x="3732526" y="110490"/>
                    <a:pt x="3729351" y="110490"/>
                  </a:cubicBezTo>
                  <a:cubicBezTo>
                    <a:pt x="3726176" y="110490"/>
                    <a:pt x="3723001" y="110490"/>
                    <a:pt x="3719826" y="109220"/>
                  </a:cubicBezTo>
                  <a:cubicBezTo>
                    <a:pt x="3716651" y="108585"/>
                    <a:pt x="3714111" y="107315"/>
                    <a:pt x="3712206" y="105410"/>
                  </a:cubicBezTo>
                  <a:cubicBezTo>
                    <a:pt x="3709666" y="104140"/>
                    <a:pt x="3707761" y="102235"/>
                    <a:pt x="3705856" y="100330"/>
                  </a:cubicBezTo>
                  <a:cubicBezTo>
                    <a:pt x="3703951" y="98425"/>
                    <a:pt x="3702046" y="95885"/>
                    <a:pt x="3700776" y="92710"/>
                  </a:cubicBezTo>
                  <a:cubicBezTo>
                    <a:pt x="3698871" y="89535"/>
                    <a:pt x="3697601" y="86360"/>
                    <a:pt x="3696966" y="82550"/>
                  </a:cubicBezTo>
                  <a:cubicBezTo>
                    <a:pt x="3696331" y="78740"/>
                    <a:pt x="3695696" y="74295"/>
                    <a:pt x="3695696" y="69850"/>
                  </a:cubicBezTo>
                  <a:cubicBezTo>
                    <a:pt x="3695696" y="63500"/>
                    <a:pt x="3696331" y="57150"/>
                    <a:pt x="3698236" y="52070"/>
                  </a:cubicBezTo>
                  <a:cubicBezTo>
                    <a:pt x="3700141" y="46990"/>
                    <a:pt x="3702046" y="42545"/>
                    <a:pt x="3705221" y="39370"/>
                  </a:cubicBezTo>
                  <a:cubicBezTo>
                    <a:pt x="3708396" y="36195"/>
                    <a:pt x="3711571" y="33020"/>
                    <a:pt x="3716016" y="31750"/>
                  </a:cubicBezTo>
                  <a:cubicBezTo>
                    <a:pt x="3720461" y="29845"/>
                    <a:pt x="3724906" y="29210"/>
                    <a:pt x="3729986" y="29210"/>
                  </a:cubicBezTo>
                  <a:close/>
                  <a:moveTo>
                    <a:pt x="3543296" y="29210"/>
                  </a:moveTo>
                  <a:cubicBezTo>
                    <a:pt x="3549011" y="29210"/>
                    <a:pt x="3553456" y="30480"/>
                    <a:pt x="3557901" y="32385"/>
                  </a:cubicBezTo>
                  <a:cubicBezTo>
                    <a:pt x="3561711" y="34290"/>
                    <a:pt x="3565521" y="37465"/>
                    <a:pt x="3568061" y="40640"/>
                  </a:cubicBezTo>
                  <a:cubicBezTo>
                    <a:pt x="3570601" y="44450"/>
                    <a:pt x="3572506" y="48260"/>
                    <a:pt x="3574411" y="53340"/>
                  </a:cubicBezTo>
                  <a:cubicBezTo>
                    <a:pt x="3575681" y="57785"/>
                    <a:pt x="3576316" y="62865"/>
                    <a:pt x="3576316" y="68580"/>
                  </a:cubicBezTo>
                  <a:lnTo>
                    <a:pt x="3575046" y="68580"/>
                  </a:lnTo>
                  <a:cubicBezTo>
                    <a:pt x="3575046" y="68580"/>
                    <a:pt x="3575046" y="71120"/>
                    <a:pt x="3575046" y="72390"/>
                  </a:cubicBezTo>
                  <a:cubicBezTo>
                    <a:pt x="3575046" y="73660"/>
                    <a:pt x="3575046" y="74295"/>
                    <a:pt x="3575046" y="75565"/>
                  </a:cubicBezTo>
                  <a:lnTo>
                    <a:pt x="3523611" y="75565"/>
                  </a:lnTo>
                  <a:cubicBezTo>
                    <a:pt x="3523611" y="79375"/>
                    <a:pt x="3524881" y="82550"/>
                    <a:pt x="3526151" y="85090"/>
                  </a:cubicBezTo>
                  <a:cubicBezTo>
                    <a:pt x="3527421" y="87630"/>
                    <a:pt x="3528691" y="90170"/>
                    <a:pt x="3530596" y="91440"/>
                  </a:cubicBezTo>
                  <a:cubicBezTo>
                    <a:pt x="3532501" y="93345"/>
                    <a:pt x="3534406" y="94615"/>
                    <a:pt x="3536311" y="95250"/>
                  </a:cubicBezTo>
                  <a:cubicBezTo>
                    <a:pt x="3538216" y="95885"/>
                    <a:pt x="3540756" y="96520"/>
                    <a:pt x="3543296" y="96520"/>
                  </a:cubicBezTo>
                  <a:cubicBezTo>
                    <a:pt x="3545201" y="96520"/>
                    <a:pt x="3546471" y="96520"/>
                    <a:pt x="3548376" y="96520"/>
                  </a:cubicBezTo>
                  <a:cubicBezTo>
                    <a:pt x="3549646" y="96520"/>
                    <a:pt x="3551551" y="95885"/>
                    <a:pt x="3552821" y="95250"/>
                  </a:cubicBezTo>
                  <a:cubicBezTo>
                    <a:pt x="3554091" y="95250"/>
                    <a:pt x="3555361" y="93980"/>
                    <a:pt x="3556631" y="93345"/>
                  </a:cubicBezTo>
                  <a:cubicBezTo>
                    <a:pt x="3557901" y="93345"/>
                    <a:pt x="3559171" y="92075"/>
                    <a:pt x="3561076" y="90805"/>
                  </a:cubicBezTo>
                  <a:lnTo>
                    <a:pt x="3569966" y="100330"/>
                  </a:lnTo>
                  <a:cubicBezTo>
                    <a:pt x="3569966" y="100330"/>
                    <a:pt x="3566156" y="103505"/>
                    <a:pt x="3564251" y="104775"/>
                  </a:cubicBezTo>
                  <a:cubicBezTo>
                    <a:pt x="3562346" y="106045"/>
                    <a:pt x="3560441" y="106680"/>
                    <a:pt x="3558536" y="107950"/>
                  </a:cubicBezTo>
                  <a:cubicBezTo>
                    <a:pt x="3556631" y="108585"/>
                    <a:pt x="3554091" y="109855"/>
                    <a:pt x="3551551" y="109855"/>
                  </a:cubicBezTo>
                  <a:cubicBezTo>
                    <a:pt x="3549011" y="109855"/>
                    <a:pt x="3545836" y="110490"/>
                    <a:pt x="3542661" y="110490"/>
                  </a:cubicBezTo>
                  <a:cubicBezTo>
                    <a:pt x="3539486" y="110490"/>
                    <a:pt x="3536311" y="110490"/>
                    <a:pt x="3533136" y="109220"/>
                  </a:cubicBezTo>
                  <a:cubicBezTo>
                    <a:pt x="3529961" y="108585"/>
                    <a:pt x="3527421" y="107315"/>
                    <a:pt x="3525516" y="105410"/>
                  </a:cubicBezTo>
                  <a:cubicBezTo>
                    <a:pt x="3522976" y="104140"/>
                    <a:pt x="3521071" y="102235"/>
                    <a:pt x="3519166" y="100330"/>
                  </a:cubicBezTo>
                  <a:cubicBezTo>
                    <a:pt x="3517261" y="98425"/>
                    <a:pt x="3515356" y="95885"/>
                    <a:pt x="3514086" y="92710"/>
                  </a:cubicBezTo>
                  <a:cubicBezTo>
                    <a:pt x="3512181" y="89535"/>
                    <a:pt x="3510911" y="86360"/>
                    <a:pt x="3510276" y="82550"/>
                  </a:cubicBezTo>
                  <a:cubicBezTo>
                    <a:pt x="3509641" y="78740"/>
                    <a:pt x="3509006" y="74295"/>
                    <a:pt x="3509006" y="69850"/>
                  </a:cubicBezTo>
                  <a:cubicBezTo>
                    <a:pt x="3509006" y="63500"/>
                    <a:pt x="3509641" y="57150"/>
                    <a:pt x="3511546" y="52070"/>
                  </a:cubicBezTo>
                  <a:cubicBezTo>
                    <a:pt x="3513451" y="46990"/>
                    <a:pt x="3515356" y="42545"/>
                    <a:pt x="3518531" y="39370"/>
                  </a:cubicBezTo>
                  <a:cubicBezTo>
                    <a:pt x="3521706" y="36195"/>
                    <a:pt x="3524881" y="33020"/>
                    <a:pt x="3529326" y="31750"/>
                  </a:cubicBezTo>
                  <a:cubicBezTo>
                    <a:pt x="3533771" y="29845"/>
                    <a:pt x="3538216" y="29210"/>
                    <a:pt x="3543296" y="29210"/>
                  </a:cubicBezTo>
                  <a:close/>
                  <a:moveTo>
                    <a:pt x="3345176" y="29210"/>
                  </a:moveTo>
                  <a:cubicBezTo>
                    <a:pt x="3350891" y="29210"/>
                    <a:pt x="3355336" y="30480"/>
                    <a:pt x="3359781" y="32385"/>
                  </a:cubicBezTo>
                  <a:cubicBezTo>
                    <a:pt x="3363591" y="34290"/>
                    <a:pt x="3367401" y="37465"/>
                    <a:pt x="3369941" y="40640"/>
                  </a:cubicBezTo>
                  <a:cubicBezTo>
                    <a:pt x="3372481" y="44450"/>
                    <a:pt x="3374386" y="48260"/>
                    <a:pt x="3376291" y="53340"/>
                  </a:cubicBezTo>
                  <a:cubicBezTo>
                    <a:pt x="3377561" y="57785"/>
                    <a:pt x="3378196" y="62865"/>
                    <a:pt x="3378196" y="68580"/>
                  </a:cubicBezTo>
                  <a:lnTo>
                    <a:pt x="3376926" y="68580"/>
                  </a:lnTo>
                  <a:cubicBezTo>
                    <a:pt x="3376926" y="68580"/>
                    <a:pt x="3376926" y="71120"/>
                    <a:pt x="3376926" y="72390"/>
                  </a:cubicBezTo>
                  <a:cubicBezTo>
                    <a:pt x="3376926" y="73660"/>
                    <a:pt x="3376926" y="74295"/>
                    <a:pt x="3376926" y="75565"/>
                  </a:cubicBezTo>
                  <a:lnTo>
                    <a:pt x="3325491" y="75565"/>
                  </a:lnTo>
                  <a:cubicBezTo>
                    <a:pt x="3325491" y="79375"/>
                    <a:pt x="3326761" y="82550"/>
                    <a:pt x="3328031" y="85090"/>
                  </a:cubicBezTo>
                  <a:cubicBezTo>
                    <a:pt x="3329301" y="87630"/>
                    <a:pt x="3330571" y="90170"/>
                    <a:pt x="3332476" y="91440"/>
                  </a:cubicBezTo>
                  <a:cubicBezTo>
                    <a:pt x="3334381" y="93345"/>
                    <a:pt x="3336286" y="94615"/>
                    <a:pt x="3338191" y="95250"/>
                  </a:cubicBezTo>
                  <a:cubicBezTo>
                    <a:pt x="3340096" y="95885"/>
                    <a:pt x="3342636" y="96520"/>
                    <a:pt x="3345176" y="96520"/>
                  </a:cubicBezTo>
                  <a:cubicBezTo>
                    <a:pt x="3347081" y="96520"/>
                    <a:pt x="3348351" y="96520"/>
                    <a:pt x="3350256" y="96520"/>
                  </a:cubicBezTo>
                  <a:cubicBezTo>
                    <a:pt x="3351526" y="96520"/>
                    <a:pt x="3353431" y="95885"/>
                    <a:pt x="3354701" y="95250"/>
                  </a:cubicBezTo>
                  <a:cubicBezTo>
                    <a:pt x="3355971" y="95250"/>
                    <a:pt x="3357241" y="93980"/>
                    <a:pt x="3358511" y="93345"/>
                  </a:cubicBezTo>
                  <a:cubicBezTo>
                    <a:pt x="3359781" y="93345"/>
                    <a:pt x="3361051" y="92075"/>
                    <a:pt x="3362956" y="90805"/>
                  </a:cubicBezTo>
                  <a:lnTo>
                    <a:pt x="3371846" y="100330"/>
                  </a:lnTo>
                  <a:cubicBezTo>
                    <a:pt x="3371846" y="100330"/>
                    <a:pt x="3368036" y="103505"/>
                    <a:pt x="3366131" y="104775"/>
                  </a:cubicBezTo>
                  <a:cubicBezTo>
                    <a:pt x="3364226" y="106045"/>
                    <a:pt x="3362321" y="106680"/>
                    <a:pt x="3360416" y="107950"/>
                  </a:cubicBezTo>
                  <a:cubicBezTo>
                    <a:pt x="3358511" y="108585"/>
                    <a:pt x="3355971" y="109855"/>
                    <a:pt x="3353431" y="109855"/>
                  </a:cubicBezTo>
                  <a:cubicBezTo>
                    <a:pt x="3350891" y="109855"/>
                    <a:pt x="3347716" y="110490"/>
                    <a:pt x="3344541" y="110490"/>
                  </a:cubicBezTo>
                  <a:cubicBezTo>
                    <a:pt x="3341366" y="110490"/>
                    <a:pt x="3338191" y="110490"/>
                    <a:pt x="3335016" y="109220"/>
                  </a:cubicBezTo>
                  <a:cubicBezTo>
                    <a:pt x="3331841" y="108585"/>
                    <a:pt x="3329301" y="107315"/>
                    <a:pt x="3327396" y="105410"/>
                  </a:cubicBezTo>
                  <a:cubicBezTo>
                    <a:pt x="3324856" y="104140"/>
                    <a:pt x="3322951" y="102235"/>
                    <a:pt x="3321046" y="100330"/>
                  </a:cubicBezTo>
                  <a:cubicBezTo>
                    <a:pt x="3319141" y="98425"/>
                    <a:pt x="3317236" y="95885"/>
                    <a:pt x="3315966" y="92710"/>
                  </a:cubicBezTo>
                  <a:cubicBezTo>
                    <a:pt x="3314061" y="89535"/>
                    <a:pt x="3312791" y="86360"/>
                    <a:pt x="3312156" y="82550"/>
                  </a:cubicBezTo>
                  <a:cubicBezTo>
                    <a:pt x="3311521" y="78740"/>
                    <a:pt x="3310886" y="74295"/>
                    <a:pt x="3310886" y="69850"/>
                  </a:cubicBezTo>
                  <a:cubicBezTo>
                    <a:pt x="3310886" y="63500"/>
                    <a:pt x="3311521" y="57150"/>
                    <a:pt x="3313426" y="52070"/>
                  </a:cubicBezTo>
                  <a:cubicBezTo>
                    <a:pt x="3315331" y="46990"/>
                    <a:pt x="3317236" y="42545"/>
                    <a:pt x="3320411" y="39370"/>
                  </a:cubicBezTo>
                  <a:cubicBezTo>
                    <a:pt x="3323586" y="36195"/>
                    <a:pt x="3326761" y="33020"/>
                    <a:pt x="3331206" y="31750"/>
                  </a:cubicBezTo>
                  <a:cubicBezTo>
                    <a:pt x="3335651" y="29845"/>
                    <a:pt x="3340096" y="29210"/>
                    <a:pt x="3345176" y="29210"/>
                  </a:cubicBezTo>
                  <a:close/>
                  <a:moveTo>
                    <a:pt x="3060696" y="29210"/>
                  </a:moveTo>
                  <a:cubicBezTo>
                    <a:pt x="3063871" y="29210"/>
                    <a:pt x="3066411" y="29210"/>
                    <a:pt x="3068316" y="29845"/>
                  </a:cubicBezTo>
                  <a:cubicBezTo>
                    <a:pt x="3070221" y="29845"/>
                    <a:pt x="3072126" y="31115"/>
                    <a:pt x="3074031" y="32385"/>
                  </a:cubicBezTo>
                  <a:lnTo>
                    <a:pt x="3070221" y="46990"/>
                  </a:lnTo>
                  <a:lnTo>
                    <a:pt x="3068951" y="46990"/>
                  </a:lnTo>
                  <a:cubicBezTo>
                    <a:pt x="3068951" y="46990"/>
                    <a:pt x="3065776" y="45085"/>
                    <a:pt x="3063871" y="45085"/>
                  </a:cubicBezTo>
                  <a:cubicBezTo>
                    <a:pt x="3061966" y="45085"/>
                    <a:pt x="3060061" y="44450"/>
                    <a:pt x="3057521" y="44450"/>
                  </a:cubicBezTo>
                  <a:cubicBezTo>
                    <a:pt x="3052441" y="44450"/>
                    <a:pt x="3048631" y="46355"/>
                    <a:pt x="3046091" y="49530"/>
                  </a:cubicBezTo>
                  <a:cubicBezTo>
                    <a:pt x="3043551" y="52705"/>
                    <a:pt x="3042281" y="57785"/>
                    <a:pt x="3042281" y="64770"/>
                  </a:cubicBezTo>
                  <a:lnTo>
                    <a:pt x="3042281" y="109220"/>
                  </a:lnTo>
                  <a:lnTo>
                    <a:pt x="3027041" y="109220"/>
                  </a:lnTo>
                  <a:lnTo>
                    <a:pt x="3027041" y="31115"/>
                  </a:lnTo>
                  <a:lnTo>
                    <a:pt x="3042281" y="31115"/>
                  </a:lnTo>
                  <a:lnTo>
                    <a:pt x="3042281" y="38735"/>
                  </a:lnTo>
                  <a:cubicBezTo>
                    <a:pt x="3042281" y="38735"/>
                    <a:pt x="3044186" y="36195"/>
                    <a:pt x="3045456" y="34925"/>
                  </a:cubicBezTo>
                  <a:cubicBezTo>
                    <a:pt x="3046726" y="33655"/>
                    <a:pt x="3047996" y="33020"/>
                    <a:pt x="3049901" y="31750"/>
                  </a:cubicBezTo>
                  <a:cubicBezTo>
                    <a:pt x="3051171" y="31115"/>
                    <a:pt x="3053076" y="30480"/>
                    <a:pt x="3054981" y="29845"/>
                  </a:cubicBezTo>
                  <a:cubicBezTo>
                    <a:pt x="3056886" y="29845"/>
                    <a:pt x="3058791" y="29210"/>
                    <a:pt x="3060696" y="29210"/>
                  </a:cubicBezTo>
                  <a:close/>
                  <a:moveTo>
                    <a:pt x="2978781" y="29210"/>
                  </a:moveTo>
                  <a:cubicBezTo>
                    <a:pt x="2984496" y="29210"/>
                    <a:pt x="2988941" y="30480"/>
                    <a:pt x="2993386" y="32385"/>
                  </a:cubicBezTo>
                  <a:cubicBezTo>
                    <a:pt x="2997196" y="34290"/>
                    <a:pt x="3001006" y="37465"/>
                    <a:pt x="3003546" y="40640"/>
                  </a:cubicBezTo>
                  <a:cubicBezTo>
                    <a:pt x="3006086" y="44450"/>
                    <a:pt x="3007991" y="48260"/>
                    <a:pt x="3009896" y="53340"/>
                  </a:cubicBezTo>
                  <a:cubicBezTo>
                    <a:pt x="3011166" y="57785"/>
                    <a:pt x="3011801" y="62865"/>
                    <a:pt x="3011801" y="68580"/>
                  </a:cubicBezTo>
                  <a:lnTo>
                    <a:pt x="3010531" y="68580"/>
                  </a:lnTo>
                  <a:cubicBezTo>
                    <a:pt x="3010531" y="68580"/>
                    <a:pt x="3010531" y="71120"/>
                    <a:pt x="3010531" y="72390"/>
                  </a:cubicBezTo>
                  <a:cubicBezTo>
                    <a:pt x="3010531" y="73660"/>
                    <a:pt x="3010531" y="74295"/>
                    <a:pt x="3010531" y="75565"/>
                  </a:cubicBezTo>
                  <a:lnTo>
                    <a:pt x="2959096" y="75565"/>
                  </a:lnTo>
                  <a:cubicBezTo>
                    <a:pt x="2959096" y="79375"/>
                    <a:pt x="2960366" y="82550"/>
                    <a:pt x="2961636" y="85090"/>
                  </a:cubicBezTo>
                  <a:cubicBezTo>
                    <a:pt x="2962906" y="87630"/>
                    <a:pt x="2964176" y="90170"/>
                    <a:pt x="2966081" y="91440"/>
                  </a:cubicBezTo>
                  <a:cubicBezTo>
                    <a:pt x="2967986" y="93345"/>
                    <a:pt x="2969891" y="94615"/>
                    <a:pt x="2971796" y="95250"/>
                  </a:cubicBezTo>
                  <a:cubicBezTo>
                    <a:pt x="2974336" y="95885"/>
                    <a:pt x="2976241" y="96520"/>
                    <a:pt x="2978781" y="96520"/>
                  </a:cubicBezTo>
                  <a:cubicBezTo>
                    <a:pt x="2980686" y="96520"/>
                    <a:pt x="2981956" y="96520"/>
                    <a:pt x="2983861" y="96520"/>
                  </a:cubicBezTo>
                  <a:cubicBezTo>
                    <a:pt x="2985131" y="96520"/>
                    <a:pt x="2987036" y="95885"/>
                    <a:pt x="2988306" y="95250"/>
                  </a:cubicBezTo>
                  <a:cubicBezTo>
                    <a:pt x="2989576" y="95250"/>
                    <a:pt x="2990846" y="93980"/>
                    <a:pt x="2992116" y="93345"/>
                  </a:cubicBezTo>
                  <a:cubicBezTo>
                    <a:pt x="2993386" y="93345"/>
                    <a:pt x="2994656" y="92075"/>
                    <a:pt x="2996561" y="90805"/>
                  </a:cubicBezTo>
                  <a:lnTo>
                    <a:pt x="3005451" y="100330"/>
                  </a:lnTo>
                  <a:cubicBezTo>
                    <a:pt x="3005451" y="100330"/>
                    <a:pt x="3001641" y="103505"/>
                    <a:pt x="2999736" y="104775"/>
                  </a:cubicBezTo>
                  <a:cubicBezTo>
                    <a:pt x="2997831" y="106045"/>
                    <a:pt x="2995926" y="106680"/>
                    <a:pt x="2994021" y="107950"/>
                  </a:cubicBezTo>
                  <a:cubicBezTo>
                    <a:pt x="2992116" y="108585"/>
                    <a:pt x="2989576" y="109855"/>
                    <a:pt x="2987036" y="109855"/>
                  </a:cubicBezTo>
                  <a:cubicBezTo>
                    <a:pt x="2984496" y="109855"/>
                    <a:pt x="2981321" y="110490"/>
                    <a:pt x="2978146" y="110490"/>
                  </a:cubicBezTo>
                  <a:cubicBezTo>
                    <a:pt x="2974971" y="110490"/>
                    <a:pt x="2971796" y="110490"/>
                    <a:pt x="2968621" y="109220"/>
                  </a:cubicBezTo>
                  <a:cubicBezTo>
                    <a:pt x="2965446" y="108585"/>
                    <a:pt x="2962906" y="107315"/>
                    <a:pt x="2961001" y="105410"/>
                  </a:cubicBezTo>
                  <a:cubicBezTo>
                    <a:pt x="2958461" y="104140"/>
                    <a:pt x="2956556" y="102235"/>
                    <a:pt x="2954651" y="100330"/>
                  </a:cubicBezTo>
                  <a:cubicBezTo>
                    <a:pt x="2952746" y="98425"/>
                    <a:pt x="2950841" y="95885"/>
                    <a:pt x="2949571" y="92710"/>
                  </a:cubicBezTo>
                  <a:cubicBezTo>
                    <a:pt x="2947666" y="89535"/>
                    <a:pt x="2946396" y="86360"/>
                    <a:pt x="2945761" y="82550"/>
                  </a:cubicBezTo>
                  <a:cubicBezTo>
                    <a:pt x="2945126" y="78740"/>
                    <a:pt x="2944491" y="74295"/>
                    <a:pt x="2944491" y="69850"/>
                  </a:cubicBezTo>
                  <a:cubicBezTo>
                    <a:pt x="2944491" y="63500"/>
                    <a:pt x="2945126" y="57150"/>
                    <a:pt x="2947031" y="52070"/>
                  </a:cubicBezTo>
                  <a:cubicBezTo>
                    <a:pt x="2948936" y="46990"/>
                    <a:pt x="2950841" y="42545"/>
                    <a:pt x="2954016" y="39370"/>
                  </a:cubicBezTo>
                  <a:cubicBezTo>
                    <a:pt x="2957191" y="36195"/>
                    <a:pt x="2960366" y="33020"/>
                    <a:pt x="2964811" y="31750"/>
                  </a:cubicBezTo>
                  <a:cubicBezTo>
                    <a:pt x="2969256" y="29845"/>
                    <a:pt x="2973701" y="29210"/>
                    <a:pt x="2978781" y="29210"/>
                  </a:cubicBezTo>
                  <a:close/>
                  <a:moveTo>
                    <a:pt x="2798440" y="29210"/>
                  </a:moveTo>
                  <a:cubicBezTo>
                    <a:pt x="2803520" y="29210"/>
                    <a:pt x="2807965" y="29845"/>
                    <a:pt x="2813045" y="31750"/>
                  </a:cubicBezTo>
                  <a:cubicBezTo>
                    <a:pt x="2817490" y="33655"/>
                    <a:pt x="2821935" y="35560"/>
                    <a:pt x="2825110" y="38100"/>
                  </a:cubicBezTo>
                  <a:lnTo>
                    <a:pt x="2827015" y="38100"/>
                  </a:lnTo>
                  <a:lnTo>
                    <a:pt x="2820030" y="50165"/>
                  </a:lnTo>
                  <a:cubicBezTo>
                    <a:pt x="2816855" y="47625"/>
                    <a:pt x="2813680" y="46355"/>
                    <a:pt x="2810505" y="45085"/>
                  </a:cubicBezTo>
                  <a:cubicBezTo>
                    <a:pt x="2807330" y="43815"/>
                    <a:pt x="2803520" y="43180"/>
                    <a:pt x="2799710" y="43180"/>
                  </a:cubicBezTo>
                  <a:cubicBezTo>
                    <a:pt x="2795900" y="43180"/>
                    <a:pt x="2793360" y="43815"/>
                    <a:pt x="2791455" y="45085"/>
                  </a:cubicBezTo>
                  <a:cubicBezTo>
                    <a:pt x="2789550" y="46355"/>
                    <a:pt x="2788915" y="48260"/>
                    <a:pt x="2788915" y="50165"/>
                  </a:cubicBezTo>
                  <a:cubicBezTo>
                    <a:pt x="2788915" y="51435"/>
                    <a:pt x="2788915" y="52070"/>
                    <a:pt x="2788915" y="52705"/>
                  </a:cubicBezTo>
                  <a:cubicBezTo>
                    <a:pt x="2788915" y="53340"/>
                    <a:pt x="2790185" y="54610"/>
                    <a:pt x="2790820" y="55245"/>
                  </a:cubicBezTo>
                  <a:cubicBezTo>
                    <a:pt x="2792090" y="55880"/>
                    <a:pt x="2793360" y="57150"/>
                    <a:pt x="2795265" y="57785"/>
                  </a:cubicBezTo>
                  <a:cubicBezTo>
                    <a:pt x="2797170" y="59055"/>
                    <a:pt x="2799710" y="59690"/>
                    <a:pt x="2802250" y="60960"/>
                  </a:cubicBezTo>
                  <a:cubicBezTo>
                    <a:pt x="2806695" y="62865"/>
                    <a:pt x="2810505" y="64135"/>
                    <a:pt x="2813680" y="66040"/>
                  </a:cubicBezTo>
                  <a:cubicBezTo>
                    <a:pt x="2816855" y="67310"/>
                    <a:pt x="2819395" y="69215"/>
                    <a:pt x="2821935" y="71120"/>
                  </a:cubicBezTo>
                  <a:cubicBezTo>
                    <a:pt x="2823840" y="73025"/>
                    <a:pt x="2825745" y="75565"/>
                    <a:pt x="2827015" y="78105"/>
                  </a:cubicBezTo>
                  <a:cubicBezTo>
                    <a:pt x="2828285" y="80645"/>
                    <a:pt x="2828920" y="83820"/>
                    <a:pt x="2828920" y="87630"/>
                  </a:cubicBezTo>
                  <a:cubicBezTo>
                    <a:pt x="2828920" y="92075"/>
                    <a:pt x="2828285" y="95250"/>
                    <a:pt x="2826380" y="98425"/>
                  </a:cubicBezTo>
                  <a:cubicBezTo>
                    <a:pt x="2824475" y="101600"/>
                    <a:pt x="2822570" y="103505"/>
                    <a:pt x="2820030" y="105410"/>
                  </a:cubicBezTo>
                  <a:cubicBezTo>
                    <a:pt x="2817490" y="107315"/>
                    <a:pt x="2814315" y="108585"/>
                    <a:pt x="2810505" y="109220"/>
                  </a:cubicBezTo>
                  <a:cubicBezTo>
                    <a:pt x="2806695" y="109855"/>
                    <a:pt x="2803520" y="110490"/>
                    <a:pt x="2799710" y="110490"/>
                  </a:cubicBezTo>
                  <a:cubicBezTo>
                    <a:pt x="2794630" y="110490"/>
                    <a:pt x="2789550" y="109855"/>
                    <a:pt x="2783835" y="107950"/>
                  </a:cubicBezTo>
                  <a:cubicBezTo>
                    <a:pt x="2778120" y="106045"/>
                    <a:pt x="2773675" y="103505"/>
                    <a:pt x="2769230" y="100965"/>
                  </a:cubicBezTo>
                  <a:lnTo>
                    <a:pt x="2776215" y="89535"/>
                  </a:lnTo>
                  <a:cubicBezTo>
                    <a:pt x="2780025" y="92075"/>
                    <a:pt x="2783835" y="93980"/>
                    <a:pt x="2787645" y="95250"/>
                  </a:cubicBezTo>
                  <a:cubicBezTo>
                    <a:pt x="2791455" y="96520"/>
                    <a:pt x="2795265" y="97155"/>
                    <a:pt x="2799075" y="97155"/>
                  </a:cubicBezTo>
                  <a:cubicBezTo>
                    <a:pt x="2804155" y="97155"/>
                    <a:pt x="2807330" y="96520"/>
                    <a:pt x="2809870" y="94615"/>
                  </a:cubicBezTo>
                  <a:cubicBezTo>
                    <a:pt x="2812410" y="93345"/>
                    <a:pt x="2813045" y="90805"/>
                    <a:pt x="2813045" y="88265"/>
                  </a:cubicBezTo>
                  <a:cubicBezTo>
                    <a:pt x="2813045" y="86995"/>
                    <a:pt x="2813045" y="85725"/>
                    <a:pt x="2811775" y="84455"/>
                  </a:cubicBezTo>
                  <a:cubicBezTo>
                    <a:pt x="2811140" y="83185"/>
                    <a:pt x="2809870" y="82550"/>
                    <a:pt x="2807965" y="81280"/>
                  </a:cubicBezTo>
                  <a:cubicBezTo>
                    <a:pt x="2806695" y="80010"/>
                    <a:pt x="2804790" y="79375"/>
                    <a:pt x="2802250" y="78105"/>
                  </a:cubicBezTo>
                  <a:cubicBezTo>
                    <a:pt x="2800345" y="77470"/>
                    <a:pt x="2797805" y="76200"/>
                    <a:pt x="2794630" y="74930"/>
                  </a:cubicBezTo>
                  <a:cubicBezTo>
                    <a:pt x="2790185" y="73025"/>
                    <a:pt x="2787010" y="71755"/>
                    <a:pt x="2783835" y="69850"/>
                  </a:cubicBezTo>
                  <a:cubicBezTo>
                    <a:pt x="2780660" y="67945"/>
                    <a:pt x="2778755" y="66675"/>
                    <a:pt x="2776850" y="64770"/>
                  </a:cubicBezTo>
                  <a:cubicBezTo>
                    <a:pt x="2774945" y="62865"/>
                    <a:pt x="2773675" y="60960"/>
                    <a:pt x="2773040" y="58420"/>
                  </a:cubicBezTo>
                  <a:cubicBezTo>
                    <a:pt x="2772405" y="55880"/>
                    <a:pt x="2771770" y="53340"/>
                    <a:pt x="2771770" y="50165"/>
                  </a:cubicBezTo>
                  <a:cubicBezTo>
                    <a:pt x="2771770" y="46990"/>
                    <a:pt x="2772405" y="43815"/>
                    <a:pt x="2773675" y="40640"/>
                  </a:cubicBezTo>
                  <a:cubicBezTo>
                    <a:pt x="2774945" y="38100"/>
                    <a:pt x="2776850" y="35560"/>
                    <a:pt x="2779390" y="34290"/>
                  </a:cubicBezTo>
                  <a:cubicBezTo>
                    <a:pt x="2781930" y="32385"/>
                    <a:pt x="2784470" y="31115"/>
                    <a:pt x="2787645" y="30480"/>
                  </a:cubicBezTo>
                  <a:cubicBezTo>
                    <a:pt x="2790820" y="29845"/>
                    <a:pt x="2794630" y="29210"/>
                    <a:pt x="2798440" y="29210"/>
                  </a:cubicBezTo>
                  <a:close/>
                  <a:moveTo>
                    <a:pt x="2723510" y="29210"/>
                  </a:moveTo>
                  <a:cubicBezTo>
                    <a:pt x="2725415" y="29210"/>
                    <a:pt x="2727320" y="29210"/>
                    <a:pt x="2729225" y="29210"/>
                  </a:cubicBezTo>
                  <a:cubicBezTo>
                    <a:pt x="2733670" y="29210"/>
                    <a:pt x="2738115" y="29845"/>
                    <a:pt x="2741290" y="31750"/>
                  </a:cubicBezTo>
                  <a:cubicBezTo>
                    <a:pt x="2744465" y="33020"/>
                    <a:pt x="2747640" y="35560"/>
                    <a:pt x="2750180" y="38100"/>
                  </a:cubicBezTo>
                  <a:cubicBezTo>
                    <a:pt x="2752720" y="41275"/>
                    <a:pt x="2753990" y="44450"/>
                    <a:pt x="2755260" y="48895"/>
                  </a:cubicBezTo>
                  <a:cubicBezTo>
                    <a:pt x="2756530" y="53340"/>
                    <a:pt x="2757165" y="58420"/>
                    <a:pt x="2757165" y="64135"/>
                  </a:cubicBezTo>
                  <a:lnTo>
                    <a:pt x="2757165" y="108585"/>
                  </a:lnTo>
                  <a:lnTo>
                    <a:pt x="2741925" y="108585"/>
                  </a:lnTo>
                  <a:lnTo>
                    <a:pt x="2741290" y="108585"/>
                  </a:lnTo>
                  <a:lnTo>
                    <a:pt x="2741290" y="64770"/>
                  </a:lnTo>
                  <a:cubicBezTo>
                    <a:pt x="2741290" y="57785"/>
                    <a:pt x="2740020" y="52070"/>
                    <a:pt x="2737480" y="48895"/>
                  </a:cubicBezTo>
                  <a:cubicBezTo>
                    <a:pt x="2734940" y="45085"/>
                    <a:pt x="2731130" y="43180"/>
                    <a:pt x="2725415" y="43180"/>
                  </a:cubicBezTo>
                  <a:cubicBezTo>
                    <a:pt x="2722875" y="43180"/>
                    <a:pt x="2720970" y="43180"/>
                    <a:pt x="2718430" y="44450"/>
                  </a:cubicBezTo>
                  <a:cubicBezTo>
                    <a:pt x="2716525" y="45085"/>
                    <a:pt x="2714620" y="46990"/>
                    <a:pt x="2713350" y="48260"/>
                  </a:cubicBezTo>
                  <a:cubicBezTo>
                    <a:pt x="2712080" y="50165"/>
                    <a:pt x="2710810" y="52070"/>
                    <a:pt x="2710175" y="54610"/>
                  </a:cubicBezTo>
                  <a:cubicBezTo>
                    <a:pt x="2710175" y="57150"/>
                    <a:pt x="2709540" y="59690"/>
                    <a:pt x="2709540" y="62865"/>
                  </a:cubicBezTo>
                  <a:lnTo>
                    <a:pt x="2709540" y="108585"/>
                  </a:lnTo>
                  <a:lnTo>
                    <a:pt x="2694300" y="108585"/>
                  </a:lnTo>
                  <a:lnTo>
                    <a:pt x="2694300" y="30480"/>
                  </a:lnTo>
                  <a:lnTo>
                    <a:pt x="2709540" y="30480"/>
                  </a:lnTo>
                  <a:lnTo>
                    <a:pt x="2709540" y="38100"/>
                  </a:lnTo>
                  <a:cubicBezTo>
                    <a:pt x="2709540" y="38100"/>
                    <a:pt x="2711445" y="35560"/>
                    <a:pt x="2713350" y="34290"/>
                  </a:cubicBezTo>
                  <a:cubicBezTo>
                    <a:pt x="2714620" y="33020"/>
                    <a:pt x="2716525" y="32385"/>
                    <a:pt x="2717795" y="31115"/>
                  </a:cubicBezTo>
                  <a:cubicBezTo>
                    <a:pt x="2719700" y="30480"/>
                    <a:pt x="2721605" y="29845"/>
                    <a:pt x="2723510" y="29210"/>
                  </a:cubicBezTo>
                  <a:close/>
                  <a:moveTo>
                    <a:pt x="2530470" y="29210"/>
                  </a:moveTo>
                  <a:cubicBezTo>
                    <a:pt x="2536185" y="29210"/>
                    <a:pt x="2540630" y="30480"/>
                    <a:pt x="2545075" y="32385"/>
                  </a:cubicBezTo>
                  <a:cubicBezTo>
                    <a:pt x="2548885" y="34290"/>
                    <a:pt x="2552695" y="37465"/>
                    <a:pt x="2555235" y="40640"/>
                  </a:cubicBezTo>
                  <a:cubicBezTo>
                    <a:pt x="2557775" y="44450"/>
                    <a:pt x="2559680" y="48260"/>
                    <a:pt x="2561585" y="53340"/>
                  </a:cubicBezTo>
                  <a:cubicBezTo>
                    <a:pt x="2562855" y="57785"/>
                    <a:pt x="2563490" y="62865"/>
                    <a:pt x="2563490" y="68580"/>
                  </a:cubicBezTo>
                  <a:lnTo>
                    <a:pt x="2562220" y="68580"/>
                  </a:lnTo>
                  <a:cubicBezTo>
                    <a:pt x="2562220" y="68580"/>
                    <a:pt x="2562220" y="71120"/>
                    <a:pt x="2562220" y="72390"/>
                  </a:cubicBezTo>
                  <a:cubicBezTo>
                    <a:pt x="2562220" y="73660"/>
                    <a:pt x="2562220" y="74295"/>
                    <a:pt x="2562220" y="75565"/>
                  </a:cubicBezTo>
                  <a:lnTo>
                    <a:pt x="2510785" y="75565"/>
                  </a:lnTo>
                  <a:cubicBezTo>
                    <a:pt x="2510785" y="79375"/>
                    <a:pt x="2512055" y="82550"/>
                    <a:pt x="2513325" y="85090"/>
                  </a:cubicBezTo>
                  <a:cubicBezTo>
                    <a:pt x="2514595" y="87630"/>
                    <a:pt x="2515865" y="90170"/>
                    <a:pt x="2517770" y="91440"/>
                  </a:cubicBezTo>
                  <a:cubicBezTo>
                    <a:pt x="2519675" y="93345"/>
                    <a:pt x="2521580" y="94615"/>
                    <a:pt x="2523485" y="95250"/>
                  </a:cubicBezTo>
                  <a:cubicBezTo>
                    <a:pt x="2525390" y="95885"/>
                    <a:pt x="2527930" y="96520"/>
                    <a:pt x="2530470" y="96520"/>
                  </a:cubicBezTo>
                  <a:cubicBezTo>
                    <a:pt x="2532375" y="96520"/>
                    <a:pt x="2533645" y="96520"/>
                    <a:pt x="2535550" y="96520"/>
                  </a:cubicBezTo>
                  <a:cubicBezTo>
                    <a:pt x="2536820" y="96520"/>
                    <a:pt x="2538725" y="95885"/>
                    <a:pt x="2539995" y="95250"/>
                  </a:cubicBezTo>
                  <a:cubicBezTo>
                    <a:pt x="2541265" y="95250"/>
                    <a:pt x="2542535" y="93980"/>
                    <a:pt x="2543805" y="93345"/>
                  </a:cubicBezTo>
                  <a:cubicBezTo>
                    <a:pt x="2545075" y="93345"/>
                    <a:pt x="2546345" y="92075"/>
                    <a:pt x="2548250" y="90805"/>
                  </a:cubicBezTo>
                  <a:lnTo>
                    <a:pt x="2557140" y="100330"/>
                  </a:lnTo>
                  <a:cubicBezTo>
                    <a:pt x="2557140" y="100330"/>
                    <a:pt x="2553330" y="103505"/>
                    <a:pt x="2551425" y="104775"/>
                  </a:cubicBezTo>
                  <a:cubicBezTo>
                    <a:pt x="2549520" y="106045"/>
                    <a:pt x="2547615" y="106680"/>
                    <a:pt x="2545710" y="107950"/>
                  </a:cubicBezTo>
                  <a:cubicBezTo>
                    <a:pt x="2543805" y="108585"/>
                    <a:pt x="2541265" y="109855"/>
                    <a:pt x="2538725" y="109855"/>
                  </a:cubicBezTo>
                  <a:cubicBezTo>
                    <a:pt x="2536185" y="109855"/>
                    <a:pt x="2533010" y="110490"/>
                    <a:pt x="2529835" y="110490"/>
                  </a:cubicBezTo>
                  <a:cubicBezTo>
                    <a:pt x="2526660" y="110490"/>
                    <a:pt x="2523485" y="110490"/>
                    <a:pt x="2520310" y="109220"/>
                  </a:cubicBezTo>
                  <a:cubicBezTo>
                    <a:pt x="2517135" y="108585"/>
                    <a:pt x="2514595" y="107315"/>
                    <a:pt x="2512690" y="105410"/>
                  </a:cubicBezTo>
                  <a:cubicBezTo>
                    <a:pt x="2510785" y="103505"/>
                    <a:pt x="2508245" y="102235"/>
                    <a:pt x="2506340" y="100330"/>
                  </a:cubicBezTo>
                  <a:cubicBezTo>
                    <a:pt x="2504435" y="98425"/>
                    <a:pt x="2502530" y="95885"/>
                    <a:pt x="2501260" y="92710"/>
                  </a:cubicBezTo>
                  <a:cubicBezTo>
                    <a:pt x="2499355" y="89535"/>
                    <a:pt x="2498085" y="86360"/>
                    <a:pt x="2497450" y="82550"/>
                  </a:cubicBezTo>
                  <a:cubicBezTo>
                    <a:pt x="2496815" y="78740"/>
                    <a:pt x="2496180" y="74295"/>
                    <a:pt x="2496180" y="69850"/>
                  </a:cubicBezTo>
                  <a:cubicBezTo>
                    <a:pt x="2496180" y="63500"/>
                    <a:pt x="2496815" y="57150"/>
                    <a:pt x="2498720" y="52070"/>
                  </a:cubicBezTo>
                  <a:cubicBezTo>
                    <a:pt x="2500625" y="46990"/>
                    <a:pt x="2502530" y="42545"/>
                    <a:pt x="2505705" y="39370"/>
                  </a:cubicBezTo>
                  <a:cubicBezTo>
                    <a:pt x="2508880" y="36195"/>
                    <a:pt x="2512055" y="33020"/>
                    <a:pt x="2516500" y="31750"/>
                  </a:cubicBezTo>
                  <a:cubicBezTo>
                    <a:pt x="2520945" y="29845"/>
                    <a:pt x="2525390" y="29210"/>
                    <a:pt x="2530470" y="29210"/>
                  </a:cubicBezTo>
                  <a:close/>
                  <a:moveTo>
                    <a:pt x="2298061" y="29210"/>
                  </a:moveTo>
                  <a:cubicBezTo>
                    <a:pt x="2301236" y="29210"/>
                    <a:pt x="2303776" y="29210"/>
                    <a:pt x="2305681" y="29845"/>
                  </a:cubicBezTo>
                  <a:cubicBezTo>
                    <a:pt x="2307586" y="29845"/>
                    <a:pt x="2309491" y="31115"/>
                    <a:pt x="2311396" y="32385"/>
                  </a:cubicBezTo>
                  <a:lnTo>
                    <a:pt x="2307586" y="46990"/>
                  </a:lnTo>
                  <a:lnTo>
                    <a:pt x="2306316" y="46990"/>
                  </a:lnTo>
                  <a:cubicBezTo>
                    <a:pt x="2306316" y="46990"/>
                    <a:pt x="2303141" y="45085"/>
                    <a:pt x="2301236" y="45085"/>
                  </a:cubicBezTo>
                  <a:cubicBezTo>
                    <a:pt x="2299331" y="45085"/>
                    <a:pt x="2297426" y="44450"/>
                    <a:pt x="2294886" y="44450"/>
                  </a:cubicBezTo>
                  <a:cubicBezTo>
                    <a:pt x="2289806" y="44450"/>
                    <a:pt x="2285996" y="46355"/>
                    <a:pt x="2283456" y="49530"/>
                  </a:cubicBezTo>
                  <a:cubicBezTo>
                    <a:pt x="2280916" y="52705"/>
                    <a:pt x="2279646" y="57785"/>
                    <a:pt x="2279646" y="64770"/>
                  </a:cubicBezTo>
                  <a:lnTo>
                    <a:pt x="2279646" y="109220"/>
                  </a:lnTo>
                  <a:lnTo>
                    <a:pt x="2264406" y="109220"/>
                  </a:lnTo>
                  <a:lnTo>
                    <a:pt x="2264406" y="31115"/>
                  </a:lnTo>
                  <a:lnTo>
                    <a:pt x="2279646" y="31115"/>
                  </a:lnTo>
                  <a:lnTo>
                    <a:pt x="2279646" y="38735"/>
                  </a:lnTo>
                  <a:cubicBezTo>
                    <a:pt x="2279646" y="38735"/>
                    <a:pt x="2281551" y="36195"/>
                    <a:pt x="2282821" y="34925"/>
                  </a:cubicBezTo>
                  <a:cubicBezTo>
                    <a:pt x="2284091" y="33655"/>
                    <a:pt x="2285361" y="33020"/>
                    <a:pt x="2287266" y="31750"/>
                  </a:cubicBezTo>
                  <a:cubicBezTo>
                    <a:pt x="2288536" y="31115"/>
                    <a:pt x="2290441" y="30480"/>
                    <a:pt x="2292346" y="29845"/>
                  </a:cubicBezTo>
                  <a:cubicBezTo>
                    <a:pt x="2294251" y="29845"/>
                    <a:pt x="2296156" y="29210"/>
                    <a:pt x="2298061" y="29210"/>
                  </a:cubicBezTo>
                  <a:close/>
                  <a:moveTo>
                    <a:pt x="2216145" y="29210"/>
                  </a:moveTo>
                  <a:cubicBezTo>
                    <a:pt x="2221860" y="29210"/>
                    <a:pt x="2226305" y="30480"/>
                    <a:pt x="2230750" y="32385"/>
                  </a:cubicBezTo>
                  <a:cubicBezTo>
                    <a:pt x="2234560" y="34290"/>
                    <a:pt x="2238370" y="37465"/>
                    <a:pt x="2240910" y="40640"/>
                  </a:cubicBezTo>
                  <a:cubicBezTo>
                    <a:pt x="2243450" y="44450"/>
                    <a:pt x="2245355" y="48260"/>
                    <a:pt x="2247260" y="53340"/>
                  </a:cubicBezTo>
                  <a:cubicBezTo>
                    <a:pt x="2248530" y="57785"/>
                    <a:pt x="2249165" y="62865"/>
                    <a:pt x="2249165" y="68580"/>
                  </a:cubicBezTo>
                  <a:lnTo>
                    <a:pt x="2247895" y="68580"/>
                  </a:lnTo>
                  <a:cubicBezTo>
                    <a:pt x="2247895" y="68580"/>
                    <a:pt x="2247895" y="71120"/>
                    <a:pt x="2247895" y="72390"/>
                  </a:cubicBezTo>
                  <a:cubicBezTo>
                    <a:pt x="2247895" y="73660"/>
                    <a:pt x="2247895" y="74295"/>
                    <a:pt x="2247895" y="75565"/>
                  </a:cubicBezTo>
                  <a:lnTo>
                    <a:pt x="2196460" y="75565"/>
                  </a:lnTo>
                  <a:cubicBezTo>
                    <a:pt x="2196460" y="79375"/>
                    <a:pt x="2197730" y="82550"/>
                    <a:pt x="2199000" y="85090"/>
                  </a:cubicBezTo>
                  <a:cubicBezTo>
                    <a:pt x="2200270" y="87630"/>
                    <a:pt x="2201540" y="90170"/>
                    <a:pt x="2203445" y="91440"/>
                  </a:cubicBezTo>
                  <a:cubicBezTo>
                    <a:pt x="2205350" y="93345"/>
                    <a:pt x="2207255" y="94615"/>
                    <a:pt x="2209160" y="95250"/>
                  </a:cubicBezTo>
                  <a:cubicBezTo>
                    <a:pt x="2211065" y="95885"/>
                    <a:pt x="2213605" y="96520"/>
                    <a:pt x="2216145" y="96520"/>
                  </a:cubicBezTo>
                  <a:cubicBezTo>
                    <a:pt x="2218050" y="96520"/>
                    <a:pt x="2219320" y="96520"/>
                    <a:pt x="2221225" y="96520"/>
                  </a:cubicBezTo>
                  <a:cubicBezTo>
                    <a:pt x="2222495" y="96520"/>
                    <a:pt x="2224400" y="95885"/>
                    <a:pt x="2225670" y="95250"/>
                  </a:cubicBezTo>
                  <a:cubicBezTo>
                    <a:pt x="2226940" y="95250"/>
                    <a:pt x="2228210" y="93980"/>
                    <a:pt x="2229480" y="93345"/>
                  </a:cubicBezTo>
                  <a:cubicBezTo>
                    <a:pt x="2230750" y="93345"/>
                    <a:pt x="2232020" y="92075"/>
                    <a:pt x="2233925" y="90805"/>
                  </a:cubicBezTo>
                  <a:lnTo>
                    <a:pt x="2242815" y="100330"/>
                  </a:lnTo>
                  <a:cubicBezTo>
                    <a:pt x="2242815" y="100330"/>
                    <a:pt x="2239005" y="103505"/>
                    <a:pt x="2237100" y="104775"/>
                  </a:cubicBezTo>
                  <a:cubicBezTo>
                    <a:pt x="2235195" y="106045"/>
                    <a:pt x="2233290" y="106680"/>
                    <a:pt x="2231385" y="107950"/>
                  </a:cubicBezTo>
                  <a:cubicBezTo>
                    <a:pt x="2229480" y="108585"/>
                    <a:pt x="2226940" y="109855"/>
                    <a:pt x="2224400" y="109855"/>
                  </a:cubicBezTo>
                  <a:cubicBezTo>
                    <a:pt x="2221860" y="109855"/>
                    <a:pt x="2218685" y="110490"/>
                    <a:pt x="2215510" y="110490"/>
                  </a:cubicBezTo>
                  <a:cubicBezTo>
                    <a:pt x="2212335" y="110490"/>
                    <a:pt x="2209160" y="110490"/>
                    <a:pt x="2205985" y="109220"/>
                  </a:cubicBezTo>
                  <a:cubicBezTo>
                    <a:pt x="2202810" y="108585"/>
                    <a:pt x="2200270" y="107315"/>
                    <a:pt x="2198365" y="105410"/>
                  </a:cubicBezTo>
                  <a:cubicBezTo>
                    <a:pt x="2195825" y="104140"/>
                    <a:pt x="2193920" y="102235"/>
                    <a:pt x="2192015" y="100330"/>
                  </a:cubicBezTo>
                  <a:cubicBezTo>
                    <a:pt x="2190110" y="98425"/>
                    <a:pt x="2188205" y="95885"/>
                    <a:pt x="2186935" y="92710"/>
                  </a:cubicBezTo>
                  <a:cubicBezTo>
                    <a:pt x="2185030" y="89535"/>
                    <a:pt x="2183760" y="86360"/>
                    <a:pt x="2183125" y="82550"/>
                  </a:cubicBezTo>
                  <a:cubicBezTo>
                    <a:pt x="2182490" y="78740"/>
                    <a:pt x="2181855" y="74295"/>
                    <a:pt x="2181855" y="69850"/>
                  </a:cubicBezTo>
                  <a:cubicBezTo>
                    <a:pt x="2181855" y="63500"/>
                    <a:pt x="2182490" y="57150"/>
                    <a:pt x="2184395" y="52070"/>
                  </a:cubicBezTo>
                  <a:cubicBezTo>
                    <a:pt x="2186300" y="46990"/>
                    <a:pt x="2188205" y="42545"/>
                    <a:pt x="2191380" y="39370"/>
                  </a:cubicBezTo>
                  <a:cubicBezTo>
                    <a:pt x="2194555" y="36195"/>
                    <a:pt x="2197730" y="33020"/>
                    <a:pt x="2202175" y="31750"/>
                  </a:cubicBezTo>
                  <a:cubicBezTo>
                    <a:pt x="2206620" y="29845"/>
                    <a:pt x="2211065" y="29210"/>
                    <a:pt x="2216145" y="29210"/>
                  </a:cubicBezTo>
                  <a:close/>
                  <a:moveTo>
                    <a:pt x="2029456" y="29210"/>
                  </a:moveTo>
                  <a:cubicBezTo>
                    <a:pt x="2035171" y="29210"/>
                    <a:pt x="2039616" y="30480"/>
                    <a:pt x="2044061" y="32385"/>
                  </a:cubicBezTo>
                  <a:cubicBezTo>
                    <a:pt x="2047871" y="34290"/>
                    <a:pt x="2051681" y="37465"/>
                    <a:pt x="2054221" y="40640"/>
                  </a:cubicBezTo>
                  <a:cubicBezTo>
                    <a:pt x="2056761" y="44450"/>
                    <a:pt x="2058666" y="48260"/>
                    <a:pt x="2060571" y="53340"/>
                  </a:cubicBezTo>
                  <a:cubicBezTo>
                    <a:pt x="2061841" y="57785"/>
                    <a:pt x="2062476" y="62865"/>
                    <a:pt x="2062476" y="68580"/>
                  </a:cubicBezTo>
                  <a:lnTo>
                    <a:pt x="2061206" y="68580"/>
                  </a:lnTo>
                  <a:cubicBezTo>
                    <a:pt x="2061206" y="68580"/>
                    <a:pt x="2061206" y="71120"/>
                    <a:pt x="2061206" y="72390"/>
                  </a:cubicBezTo>
                  <a:cubicBezTo>
                    <a:pt x="2061206" y="73660"/>
                    <a:pt x="2061206" y="74295"/>
                    <a:pt x="2061206" y="75565"/>
                  </a:cubicBezTo>
                  <a:lnTo>
                    <a:pt x="2009771" y="75565"/>
                  </a:lnTo>
                  <a:cubicBezTo>
                    <a:pt x="2009771" y="79375"/>
                    <a:pt x="2011041" y="82550"/>
                    <a:pt x="2012311" y="85090"/>
                  </a:cubicBezTo>
                  <a:cubicBezTo>
                    <a:pt x="2013581" y="87630"/>
                    <a:pt x="2014851" y="90170"/>
                    <a:pt x="2016756" y="91440"/>
                  </a:cubicBezTo>
                  <a:cubicBezTo>
                    <a:pt x="2018661" y="93345"/>
                    <a:pt x="2020566" y="94615"/>
                    <a:pt x="2022471" y="95250"/>
                  </a:cubicBezTo>
                  <a:cubicBezTo>
                    <a:pt x="2024376" y="95885"/>
                    <a:pt x="2026916" y="96520"/>
                    <a:pt x="2029456" y="96520"/>
                  </a:cubicBezTo>
                  <a:cubicBezTo>
                    <a:pt x="2031361" y="96520"/>
                    <a:pt x="2032631" y="96520"/>
                    <a:pt x="2034536" y="96520"/>
                  </a:cubicBezTo>
                  <a:cubicBezTo>
                    <a:pt x="2035806" y="96520"/>
                    <a:pt x="2037711" y="95885"/>
                    <a:pt x="2038981" y="95250"/>
                  </a:cubicBezTo>
                  <a:cubicBezTo>
                    <a:pt x="2040251" y="95250"/>
                    <a:pt x="2041521" y="93980"/>
                    <a:pt x="2042791" y="93345"/>
                  </a:cubicBezTo>
                  <a:cubicBezTo>
                    <a:pt x="2044061" y="93345"/>
                    <a:pt x="2045331" y="92075"/>
                    <a:pt x="2047236" y="90805"/>
                  </a:cubicBezTo>
                  <a:lnTo>
                    <a:pt x="2056126" y="100330"/>
                  </a:lnTo>
                  <a:cubicBezTo>
                    <a:pt x="2056126" y="100330"/>
                    <a:pt x="2052316" y="103505"/>
                    <a:pt x="2050411" y="104775"/>
                  </a:cubicBezTo>
                  <a:cubicBezTo>
                    <a:pt x="2048506" y="106045"/>
                    <a:pt x="2046601" y="106680"/>
                    <a:pt x="2044696" y="107950"/>
                  </a:cubicBezTo>
                  <a:cubicBezTo>
                    <a:pt x="2042791" y="108585"/>
                    <a:pt x="2040251" y="109855"/>
                    <a:pt x="2037711" y="109855"/>
                  </a:cubicBezTo>
                  <a:cubicBezTo>
                    <a:pt x="2035171" y="109855"/>
                    <a:pt x="2031996" y="110490"/>
                    <a:pt x="2028821" y="110490"/>
                  </a:cubicBezTo>
                  <a:cubicBezTo>
                    <a:pt x="2025646" y="110490"/>
                    <a:pt x="2022471" y="110490"/>
                    <a:pt x="2019296" y="109220"/>
                  </a:cubicBezTo>
                  <a:cubicBezTo>
                    <a:pt x="2016121" y="108585"/>
                    <a:pt x="2013581" y="107315"/>
                    <a:pt x="2011676" y="105410"/>
                  </a:cubicBezTo>
                  <a:cubicBezTo>
                    <a:pt x="2009136" y="104140"/>
                    <a:pt x="2007231" y="102235"/>
                    <a:pt x="2005326" y="100330"/>
                  </a:cubicBezTo>
                  <a:cubicBezTo>
                    <a:pt x="2003421" y="98425"/>
                    <a:pt x="2001516" y="95885"/>
                    <a:pt x="2000246" y="92710"/>
                  </a:cubicBezTo>
                  <a:cubicBezTo>
                    <a:pt x="1998341" y="89535"/>
                    <a:pt x="1997071" y="86360"/>
                    <a:pt x="1996436" y="82550"/>
                  </a:cubicBezTo>
                  <a:cubicBezTo>
                    <a:pt x="1995801" y="78740"/>
                    <a:pt x="1995166" y="74295"/>
                    <a:pt x="1995166" y="69850"/>
                  </a:cubicBezTo>
                  <a:cubicBezTo>
                    <a:pt x="1995166" y="63500"/>
                    <a:pt x="1995801" y="57150"/>
                    <a:pt x="1997706" y="52070"/>
                  </a:cubicBezTo>
                  <a:cubicBezTo>
                    <a:pt x="1999611" y="46990"/>
                    <a:pt x="2001516" y="42545"/>
                    <a:pt x="2004691" y="39370"/>
                  </a:cubicBezTo>
                  <a:cubicBezTo>
                    <a:pt x="2007866" y="36195"/>
                    <a:pt x="2011041" y="33020"/>
                    <a:pt x="2015486" y="31750"/>
                  </a:cubicBezTo>
                  <a:cubicBezTo>
                    <a:pt x="2019931" y="29845"/>
                    <a:pt x="2024376" y="29210"/>
                    <a:pt x="2029456" y="29210"/>
                  </a:cubicBezTo>
                  <a:close/>
                  <a:moveTo>
                    <a:pt x="1831336" y="29210"/>
                  </a:moveTo>
                  <a:cubicBezTo>
                    <a:pt x="1837051" y="29210"/>
                    <a:pt x="1841496" y="30480"/>
                    <a:pt x="1845941" y="32385"/>
                  </a:cubicBezTo>
                  <a:cubicBezTo>
                    <a:pt x="1849751" y="34290"/>
                    <a:pt x="1853561" y="37465"/>
                    <a:pt x="1856101" y="40640"/>
                  </a:cubicBezTo>
                  <a:cubicBezTo>
                    <a:pt x="1858641" y="44450"/>
                    <a:pt x="1860546" y="48260"/>
                    <a:pt x="1862451" y="53340"/>
                  </a:cubicBezTo>
                  <a:cubicBezTo>
                    <a:pt x="1863721" y="57785"/>
                    <a:pt x="1864356" y="62865"/>
                    <a:pt x="1864356" y="68580"/>
                  </a:cubicBezTo>
                  <a:lnTo>
                    <a:pt x="1863086" y="68580"/>
                  </a:lnTo>
                  <a:cubicBezTo>
                    <a:pt x="1863086" y="68580"/>
                    <a:pt x="1863086" y="71120"/>
                    <a:pt x="1863086" y="72390"/>
                  </a:cubicBezTo>
                  <a:cubicBezTo>
                    <a:pt x="1863086" y="73660"/>
                    <a:pt x="1863086" y="74295"/>
                    <a:pt x="1863086" y="75565"/>
                  </a:cubicBezTo>
                  <a:lnTo>
                    <a:pt x="1811651" y="75565"/>
                  </a:lnTo>
                  <a:cubicBezTo>
                    <a:pt x="1811651" y="79375"/>
                    <a:pt x="1812921" y="82550"/>
                    <a:pt x="1814191" y="85090"/>
                  </a:cubicBezTo>
                  <a:cubicBezTo>
                    <a:pt x="1815461" y="87630"/>
                    <a:pt x="1816731" y="90170"/>
                    <a:pt x="1818636" y="91440"/>
                  </a:cubicBezTo>
                  <a:cubicBezTo>
                    <a:pt x="1820541" y="93345"/>
                    <a:pt x="1822446" y="94615"/>
                    <a:pt x="1824351" y="95250"/>
                  </a:cubicBezTo>
                  <a:cubicBezTo>
                    <a:pt x="1826256" y="95885"/>
                    <a:pt x="1828796" y="96520"/>
                    <a:pt x="1831336" y="96520"/>
                  </a:cubicBezTo>
                  <a:cubicBezTo>
                    <a:pt x="1833241" y="96520"/>
                    <a:pt x="1834511" y="96520"/>
                    <a:pt x="1836416" y="96520"/>
                  </a:cubicBezTo>
                  <a:cubicBezTo>
                    <a:pt x="1837686" y="96520"/>
                    <a:pt x="1839591" y="95885"/>
                    <a:pt x="1840861" y="95250"/>
                  </a:cubicBezTo>
                  <a:cubicBezTo>
                    <a:pt x="1842131" y="95250"/>
                    <a:pt x="1843401" y="93980"/>
                    <a:pt x="1844671" y="93345"/>
                  </a:cubicBezTo>
                  <a:cubicBezTo>
                    <a:pt x="1845941" y="93345"/>
                    <a:pt x="1847211" y="92075"/>
                    <a:pt x="1849116" y="90805"/>
                  </a:cubicBezTo>
                  <a:lnTo>
                    <a:pt x="1858006" y="100330"/>
                  </a:lnTo>
                  <a:cubicBezTo>
                    <a:pt x="1858006" y="100330"/>
                    <a:pt x="1854196" y="103505"/>
                    <a:pt x="1852291" y="104775"/>
                  </a:cubicBezTo>
                  <a:cubicBezTo>
                    <a:pt x="1850386" y="106045"/>
                    <a:pt x="1848481" y="106680"/>
                    <a:pt x="1846576" y="107950"/>
                  </a:cubicBezTo>
                  <a:cubicBezTo>
                    <a:pt x="1844671" y="108585"/>
                    <a:pt x="1842131" y="109855"/>
                    <a:pt x="1839591" y="109855"/>
                  </a:cubicBezTo>
                  <a:cubicBezTo>
                    <a:pt x="1837051" y="109855"/>
                    <a:pt x="1833876" y="110490"/>
                    <a:pt x="1830701" y="110490"/>
                  </a:cubicBezTo>
                  <a:cubicBezTo>
                    <a:pt x="1827526" y="110490"/>
                    <a:pt x="1824351" y="110490"/>
                    <a:pt x="1821176" y="109220"/>
                  </a:cubicBezTo>
                  <a:cubicBezTo>
                    <a:pt x="1818001" y="108585"/>
                    <a:pt x="1815461" y="107315"/>
                    <a:pt x="1813556" y="105410"/>
                  </a:cubicBezTo>
                  <a:cubicBezTo>
                    <a:pt x="1811016" y="104140"/>
                    <a:pt x="1809111" y="102235"/>
                    <a:pt x="1807206" y="100330"/>
                  </a:cubicBezTo>
                  <a:cubicBezTo>
                    <a:pt x="1805301" y="98425"/>
                    <a:pt x="1803396" y="95885"/>
                    <a:pt x="1802126" y="92710"/>
                  </a:cubicBezTo>
                  <a:cubicBezTo>
                    <a:pt x="1800221" y="89535"/>
                    <a:pt x="1798951" y="86360"/>
                    <a:pt x="1798316" y="82550"/>
                  </a:cubicBezTo>
                  <a:cubicBezTo>
                    <a:pt x="1797681" y="78740"/>
                    <a:pt x="1797046" y="74295"/>
                    <a:pt x="1797046" y="69850"/>
                  </a:cubicBezTo>
                  <a:cubicBezTo>
                    <a:pt x="1797046" y="63500"/>
                    <a:pt x="1797681" y="57150"/>
                    <a:pt x="1799586" y="52070"/>
                  </a:cubicBezTo>
                  <a:cubicBezTo>
                    <a:pt x="1801491" y="46990"/>
                    <a:pt x="1803396" y="42545"/>
                    <a:pt x="1806571" y="39370"/>
                  </a:cubicBezTo>
                  <a:cubicBezTo>
                    <a:pt x="1809746" y="36195"/>
                    <a:pt x="1812921" y="33020"/>
                    <a:pt x="1817366" y="31750"/>
                  </a:cubicBezTo>
                  <a:cubicBezTo>
                    <a:pt x="1821811" y="29845"/>
                    <a:pt x="1826256" y="29210"/>
                    <a:pt x="1831336" y="29210"/>
                  </a:cubicBezTo>
                  <a:close/>
                  <a:moveTo>
                    <a:pt x="1501140" y="29210"/>
                  </a:moveTo>
                  <a:cubicBezTo>
                    <a:pt x="1503046" y="29210"/>
                    <a:pt x="1504951" y="29210"/>
                    <a:pt x="1506856" y="29210"/>
                  </a:cubicBezTo>
                  <a:cubicBezTo>
                    <a:pt x="1511301" y="29210"/>
                    <a:pt x="1515746" y="29845"/>
                    <a:pt x="1518920" y="31750"/>
                  </a:cubicBezTo>
                  <a:cubicBezTo>
                    <a:pt x="1522096" y="33020"/>
                    <a:pt x="1525271" y="35560"/>
                    <a:pt x="1527811" y="38100"/>
                  </a:cubicBezTo>
                  <a:cubicBezTo>
                    <a:pt x="1530351" y="41275"/>
                    <a:pt x="1531621" y="44450"/>
                    <a:pt x="1532891" y="48895"/>
                  </a:cubicBezTo>
                  <a:cubicBezTo>
                    <a:pt x="1534161" y="53340"/>
                    <a:pt x="1534796" y="58420"/>
                    <a:pt x="1534796" y="64135"/>
                  </a:cubicBezTo>
                  <a:lnTo>
                    <a:pt x="1534796" y="108585"/>
                  </a:lnTo>
                  <a:lnTo>
                    <a:pt x="1519556" y="108585"/>
                  </a:lnTo>
                  <a:lnTo>
                    <a:pt x="1518920" y="108585"/>
                  </a:lnTo>
                  <a:lnTo>
                    <a:pt x="1518920" y="64770"/>
                  </a:lnTo>
                  <a:cubicBezTo>
                    <a:pt x="1518920" y="57785"/>
                    <a:pt x="1517651" y="52070"/>
                    <a:pt x="1515111" y="48895"/>
                  </a:cubicBezTo>
                  <a:cubicBezTo>
                    <a:pt x="1512571" y="45085"/>
                    <a:pt x="1508761" y="43180"/>
                    <a:pt x="1503046" y="43180"/>
                  </a:cubicBezTo>
                  <a:cubicBezTo>
                    <a:pt x="1500506" y="43180"/>
                    <a:pt x="1498601" y="43180"/>
                    <a:pt x="1496061" y="44450"/>
                  </a:cubicBezTo>
                  <a:cubicBezTo>
                    <a:pt x="1494156" y="45085"/>
                    <a:pt x="1492250" y="46990"/>
                    <a:pt x="1490981" y="48260"/>
                  </a:cubicBezTo>
                  <a:cubicBezTo>
                    <a:pt x="1489711" y="50165"/>
                    <a:pt x="1488441" y="52070"/>
                    <a:pt x="1487806" y="54610"/>
                  </a:cubicBezTo>
                  <a:cubicBezTo>
                    <a:pt x="1487806" y="57150"/>
                    <a:pt x="1487170" y="59690"/>
                    <a:pt x="1487170" y="62865"/>
                  </a:cubicBezTo>
                  <a:lnTo>
                    <a:pt x="1487170" y="108585"/>
                  </a:lnTo>
                  <a:lnTo>
                    <a:pt x="1471931" y="108585"/>
                  </a:lnTo>
                  <a:lnTo>
                    <a:pt x="1471931" y="30480"/>
                  </a:lnTo>
                  <a:lnTo>
                    <a:pt x="1487170" y="30480"/>
                  </a:lnTo>
                  <a:lnTo>
                    <a:pt x="1487170" y="38100"/>
                  </a:lnTo>
                  <a:cubicBezTo>
                    <a:pt x="1487170" y="38100"/>
                    <a:pt x="1489076" y="35560"/>
                    <a:pt x="1490981" y="34290"/>
                  </a:cubicBezTo>
                  <a:cubicBezTo>
                    <a:pt x="1492250" y="33020"/>
                    <a:pt x="1494156" y="32385"/>
                    <a:pt x="1495426" y="31115"/>
                  </a:cubicBezTo>
                  <a:cubicBezTo>
                    <a:pt x="1497331" y="30480"/>
                    <a:pt x="1499236" y="29845"/>
                    <a:pt x="1501140" y="29210"/>
                  </a:cubicBezTo>
                  <a:close/>
                  <a:moveTo>
                    <a:pt x="1250316" y="29210"/>
                  </a:moveTo>
                  <a:cubicBezTo>
                    <a:pt x="1255396" y="29210"/>
                    <a:pt x="1259841" y="29845"/>
                    <a:pt x="1264286" y="31750"/>
                  </a:cubicBezTo>
                  <a:cubicBezTo>
                    <a:pt x="1268731" y="33655"/>
                    <a:pt x="1273176" y="35560"/>
                    <a:pt x="1276350" y="38100"/>
                  </a:cubicBezTo>
                  <a:lnTo>
                    <a:pt x="1278256" y="38100"/>
                  </a:lnTo>
                  <a:lnTo>
                    <a:pt x="1271271" y="50165"/>
                  </a:lnTo>
                  <a:cubicBezTo>
                    <a:pt x="1268095" y="47625"/>
                    <a:pt x="1264921" y="46355"/>
                    <a:pt x="1261746" y="45085"/>
                  </a:cubicBezTo>
                  <a:cubicBezTo>
                    <a:pt x="1258570" y="43815"/>
                    <a:pt x="1254761" y="43180"/>
                    <a:pt x="1250951" y="43180"/>
                  </a:cubicBezTo>
                  <a:cubicBezTo>
                    <a:pt x="1247141" y="43180"/>
                    <a:pt x="1244601" y="43815"/>
                    <a:pt x="1242696" y="45085"/>
                  </a:cubicBezTo>
                  <a:cubicBezTo>
                    <a:pt x="1240791" y="46355"/>
                    <a:pt x="1240156" y="48260"/>
                    <a:pt x="1240156" y="50165"/>
                  </a:cubicBezTo>
                  <a:cubicBezTo>
                    <a:pt x="1240156" y="51435"/>
                    <a:pt x="1240156" y="52070"/>
                    <a:pt x="1240156" y="52705"/>
                  </a:cubicBezTo>
                  <a:cubicBezTo>
                    <a:pt x="1240156" y="53340"/>
                    <a:pt x="1241426" y="54610"/>
                    <a:pt x="1242061" y="55245"/>
                  </a:cubicBezTo>
                  <a:cubicBezTo>
                    <a:pt x="1243331" y="55880"/>
                    <a:pt x="1244601" y="57150"/>
                    <a:pt x="1246506" y="57785"/>
                  </a:cubicBezTo>
                  <a:cubicBezTo>
                    <a:pt x="1248411" y="59055"/>
                    <a:pt x="1250951" y="59690"/>
                    <a:pt x="1253491" y="60960"/>
                  </a:cubicBezTo>
                  <a:cubicBezTo>
                    <a:pt x="1257936" y="62865"/>
                    <a:pt x="1261746" y="64135"/>
                    <a:pt x="1264921" y="66040"/>
                  </a:cubicBezTo>
                  <a:cubicBezTo>
                    <a:pt x="1268095" y="67310"/>
                    <a:pt x="1270635" y="69215"/>
                    <a:pt x="1273176" y="71120"/>
                  </a:cubicBezTo>
                  <a:cubicBezTo>
                    <a:pt x="1275080" y="73025"/>
                    <a:pt x="1276985" y="75565"/>
                    <a:pt x="1278256" y="78105"/>
                  </a:cubicBezTo>
                  <a:cubicBezTo>
                    <a:pt x="1279525" y="80645"/>
                    <a:pt x="1280161" y="83820"/>
                    <a:pt x="1280161" y="87630"/>
                  </a:cubicBezTo>
                  <a:cubicBezTo>
                    <a:pt x="1280161" y="92075"/>
                    <a:pt x="1279525" y="95250"/>
                    <a:pt x="1277621" y="98425"/>
                  </a:cubicBezTo>
                  <a:cubicBezTo>
                    <a:pt x="1275716" y="101600"/>
                    <a:pt x="1273811" y="103505"/>
                    <a:pt x="1271271" y="105410"/>
                  </a:cubicBezTo>
                  <a:cubicBezTo>
                    <a:pt x="1268731" y="107315"/>
                    <a:pt x="1265556" y="108585"/>
                    <a:pt x="1261746" y="109220"/>
                  </a:cubicBezTo>
                  <a:cubicBezTo>
                    <a:pt x="1257936" y="109855"/>
                    <a:pt x="1254761" y="110490"/>
                    <a:pt x="1250951" y="110490"/>
                  </a:cubicBezTo>
                  <a:cubicBezTo>
                    <a:pt x="1245871" y="110490"/>
                    <a:pt x="1240791" y="109855"/>
                    <a:pt x="1235711" y="107950"/>
                  </a:cubicBezTo>
                  <a:cubicBezTo>
                    <a:pt x="1229996" y="106045"/>
                    <a:pt x="1225551" y="103505"/>
                    <a:pt x="1221106" y="100965"/>
                  </a:cubicBezTo>
                  <a:lnTo>
                    <a:pt x="1228091" y="89535"/>
                  </a:lnTo>
                  <a:cubicBezTo>
                    <a:pt x="1231901" y="92075"/>
                    <a:pt x="1235711" y="93980"/>
                    <a:pt x="1239521" y="95250"/>
                  </a:cubicBezTo>
                  <a:cubicBezTo>
                    <a:pt x="1243331" y="96520"/>
                    <a:pt x="1247141" y="97155"/>
                    <a:pt x="1250951" y="97155"/>
                  </a:cubicBezTo>
                  <a:cubicBezTo>
                    <a:pt x="1256031" y="97155"/>
                    <a:pt x="1259205" y="96520"/>
                    <a:pt x="1261746" y="94615"/>
                  </a:cubicBezTo>
                  <a:cubicBezTo>
                    <a:pt x="1264286" y="93345"/>
                    <a:pt x="1264921" y="90805"/>
                    <a:pt x="1264921" y="88265"/>
                  </a:cubicBezTo>
                  <a:cubicBezTo>
                    <a:pt x="1264921" y="86995"/>
                    <a:pt x="1264921" y="85725"/>
                    <a:pt x="1263650" y="84455"/>
                  </a:cubicBezTo>
                  <a:cubicBezTo>
                    <a:pt x="1263015" y="83185"/>
                    <a:pt x="1261746" y="82550"/>
                    <a:pt x="1259841" y="81280"/>
                  </a:cubicBezTo>
                  <a:cubicBezTo>
                    <a:pt x="1258570" y="80010"/>
                    <a:pt x="1256666" y="79375"/>
                    <a:pt x="1254125" y="78105"/>
                  </a:cubicBezTo>
                  <a:cubicBezTo>
                    <a:pt x="1252221" y="77470"/>
                    <a:pt x="1249681" y="76200"/>
                    <a:pt x="1246506" y="74930"/>
                  </a:cubicBezTo>
                  <a:cubicBezTo>
                    <a:pt x="1242061" y="73025"/>
                    <a:pt x="1238886" y="71755"/>
                    <a:pt x="1235711" y="69850"/>
                  </a:cubicBezTo>
                  <a:cubicBezTo>
                    <a:pt x="1232536" y="67945"/>
                    <a:pt x="1230631" y="66675"/>
                    <a:pt x="1228726" y="64770"/>
                  </a:cubicBezTo>
                  <a:cubicBezTo>
                    <a:pt x="1226821" y="62865"/>
                    <a:pt x="1225551" y="60960"/>
                    <a:pt x="1224916" y="58420"/>
                  </a:cubicBezTo>
                  <a:cubicBezTo>
                    <a:pt x="1224281" y="55880"/>
                    <a:pt x="1223646" y="53340"/>
                    <a:pt x="1223646" y="50165"/>
                  </a:cubicBezTo>
                  <a:cubicBezTo>
                    <a:pt x="1223646" y="46990"/>
                    <a:pt x="1224281" y="43815"/>
                    <a:pt x="1225551" y="40640"/>
                  </a:cubicBezTo>
                  <a:cubicBezTo>
                    <a:pt x="1226821" y="38100"/>
                    <a:pt x="1228726" y="35560"/>
                    <a:pt x="1231266" y="34290"/>
                  </a:cubicBezTo>
                  <a:cubicBezTo>
                    <a:pt x="1233806" y="32385"/>
                    <a:pt x="1236346" y="31115"/>
                    <a:pt x="1239521" y="30480"/>
                  </a:cubicBezTo>
                  <a:cubicBezTo>
                    <a:pt x="1242696" y="29845"/>
                    <a:pt x="1246506" y="29210"/>
                    <a:pt x="1250316" y="29210"/>
                  </a:cubicBezTo>
                  <a:close/>
                  <a:moveTo>
                    <a:pt x="1180466" y="29210"/>
                  </a:moveTo>
                  <a:cubicBezTo>
                    <a:pt x="1186181" y="29210"/>
                    <a:pt x="1190626" y="30480"/>
                    <a:pt x="1195071" y="32385"/>
                  </a:cubicBezTo>
                  <a:cubicBezTo>
                    <a:pt x="1198881" y="34290"/>
                    <a:pt x="1202691" y="37465"/>
                    <a:pt x="1205231" y="40640"/>
                  </a:cubicBezTo>
                  <a:cubicBezTo>
                    <a:pt x="1207771" y="44450"/>
                    <a:pt x="1209676" y="48260"/>
                    <a:pt x="1211581" y="53340"/>
                  </a:cubicBezTo>
                  <a:cubicBezTo>
                    <a:pt x="1212851" y="57785"/>
                    <a:pt x="1213486" y="62865"/>
                    <a:pt x="1213486" y="68580"/>
                  </a:cubicBezTo>
                  <a:lnTo>
                    <a:pt x="1212216" y="68580"/>
                  </a:lnTo>
                  <a:cubicBezTo>
                    <a:pt x="1212216" y="68580"/>
                    <a:pt x="1212216" y="71120"/>
                    <a:pt x="1212216" y="72390"/>
                  </a:cubicBezTo>
                  <a:cubicBezTo>
                    <a:pt x="1212216" y="73660"/>
                    <a:pt x="1212216" y="74295"/>
                    <a:pt x="1212216" y="75565"/>
                  </a:cubicBezTo>
                  <a:lnTo>
                    <a:pt x="1160781" y="75565"/>
                  </a:lnTo>
                  <a:cubicBezTo>
                    <a:pt x="1160781" y="79375"/>
                    <a:pt x="1162051" y="82550"/>
                    <a:pt x="1163321" y="85090"/>
                  </a:cubicBezTo>
                  <a:cubicBezTo>
                    <a:pt x="1164591" y="87630"/>
                    <a:pt x="1165861" y="90170"/>
                    <a:pt x="1167766" y="91440"/>
                  </a:cubicBezTo>
                  <a:cubicBezTo>
                    <a:pt x="1169671" y="93345"/>
                    <a:pt x="1171576" y="94615"/>
                    <a:pt x="1173481" y="95250"/>
                  </a:cubicBezTo>
                  <a:cubicBezTo>
                    <a:pt x="1175386" y="95885"/>
                    <a:pt x="1177926" y="96520"/>
                    <a:pt x="1180466" y="96520"/>
                  </a:cubicBezTo>
                  <a:cubicBezTo>
                    <a:pt x="1182371" y="96520"/>
                    <a:pt x="1183641" y="96520"/>
                    <a:pt x="1185546" y="96520"/>
                  </a:cubicBezTo>
                  <a:cubicBezTo>
                    <a:pt x="1186816" y="96520"/>
                    <a:pt x="1188721" y="95885"/>
                    <a:pt x="1189991" y="95250"/>
                  </a:cubicBezTo>
                  <a:cubicBezTo>
                    <a:pt x="1191261" y="95250"/>
                    <a:pt x="1192531" y="93980"/>
                    <a:pt x="1193801" y="93345"/>
                  </a:cubicBezTo>
                  <a:cubicBezTo>
                    <a:pt x="1195071" y="93345"/>
                    <a:pt x="1196341" y="92075"/>
                    <a:pt x="1198246" y="90805"/>
                  </a:cubicBezTo>
                  <a:lnTo>
                    <a:pt x="1207136" y="100330"/>
                  </a:lnTo>
                  <a:cubicBezTo>
                    <a:pt x="1207136" y="100330"/>
                    <a:pt x="1203326" y="103505"/>
                    <a:pt x="1201421" y="104775"/>
                  </a:cubicBezTo>
                  <a:cubicBezTo>
                    <a:pt x="1199516" y="106045"/>
                    <a:pt x="1197611" y="106680"/>
                    <a:pt x="1195706" y="107950"/>
                  </a:cubicBezTo>
                  <a:cubicBezTo>
                    <a:pt x="1193801" y="108585"/>
                    <a:pt x="1191261" y="109855"/>
                    <a:pt x="1188721" y="109855"/>
                  </a:cubicBezTo>
                  <a:cubicBezTo>
                    <a:pt x="1186181" y="109855"/>
                    <a:pt x="1183006" y="110490"/>
                    <a:pt x="1179831" y="110490"/>
                  </a:cubicBezTo>
                  <a:cubicBezTo>
                    <a:pt x="1176656" y="110490"/>
                    <a:pt x="1173481" y="110490"/>
                    <a:pt x="1170306" y="109220"/>
                  </a:cubicBezTo>
                  <a:cubicBezTo>
                    <a:pt x="1167131" y="108585"/>
                    <a:pt x="1164591" y="107315"/>
                    <a:pt x="1162686" y="105410"/>
                  </a:cubicBezTo>
                  <a:cubicBezTo>
                    <a:pt x="1160781" y="103505"/>
                    <a:pt x="1158241" y="102235"/>
                    <a:pt x="1156336" y="100330"/>
                  </a:cubicBezTo>
                  <a:cubicBezTo>
                    <a:pt x="1154431" y="98425"/>
                    <a:pt x="1152526" y="95885"/>
                    <a:pt x="1151256" y="92710"/>
                  </a:cubicBezTo>
                  <a:cubicBezTo>
                    <a:pt x="1149351" y="89535"/>
                    <a:pt x="1148081" y="86360"/>
                    <a:pt x="1147446" y="82550"/>
                  </a:cubicBezTo>
                  <a:cubicBezTo>
                    <a:pt x="1146811" y="78740"/>
                    <a:pt x="1146176" y="74295"/>
                    <a:pt x="1146176" y="69850"/>
                  </a:cubicBezTo>
                  <a:cubicBezTo>
                    <a:pt x="1146176" y="63500"/>
                    <a:pt x="1146811" y="57150"/>
                    <a:pt x="1148716" y="52070"/>
                  </a:cubicBezTo>
                  <a:cubicBezTo>
                    <a:pt x="1150621" y="46990"/>
                    <a:pt x="1152526" y="42545"/>
                    <a:pt x="1155701" y="39370"/>
                  </a:cubicBezTo>
                  <a:cubicBezTo>
                    <a:pt x="1158876" y="36195"/>
                    <a:pt x="1162051" y="33020"/>
                    <a:pt x="1166496" y="31750"/>
                  </a:cubicBezTo>
                  <a:cubicBezTo>
                    <a:pt x="1170941" y="29845"/>
                    <a:pt x="1175386" y="29210"/>
                    <a:pt x="1180466" y="29210"/>
                  </a:cubicBezTo>
                  <a:close/>
                  <a:moveTo>
                    <a:pt x="901065" y="29210"/>
                  </a:moveTo>
                  <a:cubicBezTo>
                    <a:pt x="906780" y="29210"/>
                    <a:pt x="911225" y="30480"/>
                    <a:pt x="915670" y="32385"/>
                  </a:cubicBezTo>
                  <a:cubicBezTo>
                    <a:pt x="919480" y="34290"/>
                    <a:pt x="923290" y="37465"/>
                    <a:pt x="925830" y="40640"/>
                  </a:cubicBezTo>
                  <a:cubicBezTo>
                    <a:pt x="928370" y="44450"/>
                    <a:pt x="930275" y="48260"/>
                    <a:pt x="932180" y="53340"/>
                  </a:cubicBezTo>
                  <a:cubicBezTo>
                    <a:pt x="933450" y="57785"/>
                    <a:pt x="934085" y="62865"/>
                    <a:pt x="934085" y="68580"/>
                  </a:cubicBezTo>
                  <a:lnTo>
                    <a:pt x="932815" y="68580"/>
                  </a:lnTo>
                  <a:cubicBezTo>
                    <a:pt x="932815" y="68580"/>
                    <a:pt x="932815" y="71120"/>
                    <a:pt x="932815" y="72390"/>
                  </a:cubicBezTo>
                  <a:cubicBezTo>
                    <a:pt x="932815" y="73660"/>
                    <a:pt x="932815" y="74295"/>
                    <a:pt x="932815" y="75565"/>
                  </a:cubicBezTo>
                  <a:lnTo>
                    <a:pt x="881380" y="75565"/>
                  </a:lnTo>
                  <a:cubicBezTo>
                    <a:pt x="881380" y="79375"/>
                    <a:pt x="882650" y="82550"/>
                    <a:pt x="883920" y="85090"/>
                  </a:cubicBezTo>
                  <a:cubicBezTo>
                    <a:pt x="885190" y="87630"/>
                    <a:pt x="886460" y="90170"/>
                    <a:pt x="888365" y="91440"/>
                  </a:cubicBezTo>
                  <a:cubicBezTo>
                    <a:pt x="890270" y="93345"/>
                    <a:pt x="892175" y="94615"/>
                    <a:pt x="894080" y="95250"/>
                  </a:cubicBezTo>
                  <a:cubicBezTo>
                    <a:pt x="895985" y="95885"/>
                    <a:pt x="898525" y="96520"/>
                    <a:pt x="901065" y="96520"/>
                  </a:cubicBezTo>
                  <a:cubicBezTo>
                    <a:pt x="902970" y="96520"/>
                    <a:pt x="904240" y="96520"/>
                    <a:pt x="906145" y="96520"/>
                  </a:cubicBezTo>
                  <a:cubicBezTo>
                    <a:pt x="907415" y="96520"/>
                    <a:pt x="909320" y="95885"/>
                    <a:pt x="910590" y="95250"/>
                  </a:cubicBezTo>
                  <a:cubicBezTo>
                    <a:pt x="911860" y="95250"/>
                    <a:pt x="913130" y="93980"/>
                    <a:pt x="914400" y="93345"/>
                  </a:cubicBezTo>
                  <a:cubicBezTo>
                    <a:pt x="915670" y="93345"/>
                    <a:pt x="916940" y="92075"/>
                    <a:pt x="918845" y="90805"/>
                  </a:cubicBezTo>
                  <a:lnTo>
                    <a:pt x="927735" y="100330"/>
                  </a:lnTo>
                  <a:cubicBezTo>
                    <a:pt x="927735" y="100330"/>
                    <a:pt x="923925" y="103505"/>
                    <a:pt x="922020" y="104775"/>
                  </a:cubicBezTo>
                  <a:cubicBezTo>
                    <a:pt x="920115" y="106045"/>
                    <a:pt x="918210" y="106680"/>
                    <a:pt x="916305" y="107950"/>
                  </a:cubicBezTo>
                  <a:cubicBezTo>
                    <a:pt x="914400" y="108585"/>
                    <a:pt x="911860" y="109855"/>
                    <a:pt x="909320" y="109855"/>
                  </a:cubicBezTo>
                  <a:cubicBezTo>
                    <a:pt x="906780" y="109855"/>
                    <a:pt x="903605" y="110490"/>
                    <a:pt x="900430" y="110490"/>
                  </a:cubicBezTo>
                  <a:cubicBezTo>
                    <a:pt x="897255" y="110490"/>
                    <a:pt x="894080" y="110490"/>
                    <a:pt x="890905" y="109220"/>
                  </a:cubicBezTo>
                  <a:cubicBezTo>
                    <a:pt x="887730" y="108585"/>
                    <a:pt x="885190" y="107315"/>
                    <a:pt x="883285" y="105410"/>
                  </a:cubicBezTo>
                  <a:cubicBezTo>
                    <a:pt x="881380" y="103505"/>
                    <a:pt x="878840" y="102235"/>
                    <a:pt x="876935" y="100330"/>
                  </a:cubicBezTo>
                  <a:cubicBezTo>
                    <a:pt x="875030" y="98425"/>
                    <a:pt x="873125" y="95885"/>
                    <a:pt x="871855" y="92710"/>
                  </a:cubicBezTo>
                  <a:cubicBezTo>
                    <a:pt x="869950" y="89535"/>
                    <a:pt x="868680" y="86360"/>
                    <a:pt x="868045" y="82550"/>
                  </a:cubicBezTo>
                  <a:cubicBezTo>
                    <a:pt x="867410" y="78740"/>
                    <a:pt x="866775" y="74295"/>
                    <a:pt x="866775" y="69850"/>
                  </a:cubicBezTo>
                  <a:cubicBezTo>
                    <a:pt x="866775" y="63500"/>
                    <a:pt x="867410" y="57150"/>
                    <a:pt x="869315" y="52070"/>
                  </a:cubicBezTo>
                  <a:cubicBezTo>
                    <a:pt x="871220" y="46990"/>
                    <a:pt x="873125" y="42545"/>
                    <a:pt x="876300" y="39370"/>
                  </a:cubicBezTo>
                  <a:cubicBezTo>
                    <a:pt x="879475" y="36195"/>
                    <a:pt x="882650" y="33020"/>
                    <a:pt x="887095" y="31750"/>
                  </a:cubicBezTo>
                  <a:cubicBezTo>
                    <a:pt x="891540" y="29845"/>
                    <a:pt x="895985" y="29210"/>
                    <a:pt x="901065" y="29210"/>
                  </a:cubicBezTo>
                  <a:close/>
                  <a:moveTo>
                    <a:pt x="668656" y="29210"/>
                  </a:moveTo>
                  <a:cubicBezTo>
                    <a:pt x="671830" y="29210"/>
                    <a:pt x="674370" y="29210"/>
                    <a:pt x="676275" y="29845"/>
                  </a:cubicBezTo>
                  <a:cubicBezTo>
                    <a:pt x="678181" y="29845"/>
                    <a:pt x="680086" y="31115"/>
                    <a:pt x="681991" y="32385"/>
                  </a:cubicBezTo>
                  <a:lnTo>
                    <a:pt x="678181" y="46990"/>
                  </a:lnTo>
                  <a:lnTo>
                    <a:pt x="676910" y="46990"/>
                  </a:lnTo>
                  <a:cubicBezTo>
                    <a:pt x="676910" y="46990"/>
                    <a:pt x="673736" y="45085"/>
                    <a:pt x="671830" y="45085"/>
                  </a:cubicBezTo>
                  <a:cubicBezTo>
                    <a:pt x="669925" y="45085"/>
                    <a:pt x="668020" y="44450"/>
                    <a:pt x="665480" y="44450"/>
                  </a:cubicBezTo>
                  <a:cubicBezTo>
                    <a:pt x="660400" y="44450"/>
                    <a:pt x="656590" y="46355"/>
                    <a:pt x="654050" y="49530"/>
                  </a:cubicBezTo>
                  <a:cubicBezTo>
                    <a:pt x="651510" y="52705"/>
                    <a:pt x="650240" y="57785"/>
                    <a:pt x="650240" y="64770"/>
                  </a:cubicBezTo>
                  <a:lnTo>
                    <a:pt x="650240" y="109220"/>
                  </a:lnTo>
                  <a:lnTo>
                    <a:pt x="635000" y="109220"/>
                  </a:lnTo>
                  <a:lnTo>
                    <a:pt x="635000" y="31115"/>
                  </a:lnTo>
                  <a:lnTo>
                    <a:pt x="650240" y="31115"/>
                  </a:lnTo>
                  <a:lnTo>
                    <a:pt x="650240" y="38735"/>
                  </a:lnTo>
                  <a:cubicBezTo>
                    <a:pt x="650240" y="38735"/>
                    <a:pt x="652145" y="36195"/>
                    <a:pt x="653416" y="34925"/>
                  </a:cubicBezTo>
                  <a:cubicBezTo>
                    <a:pt x="654685" y="33655"/>
                    <a:pt x="655955" y="33020"/>
                    <a:pt x="657861" y="31750"/>
                  </a:cubicBezTo>
                  <a:cubicBezTo>
                    <a:pt x="659130" y="31115"/>
                    <a:pt x="661035" y="30480"/>
                    <a:pt x="662940" y="29845"/>
                  </a:cubicBezTo>
                  <a:cubicBezTo>
                    <a:pt x="664845" y="29845"/>
                    <a:pt x="666751" y="29210"/>
                    <a:pt x="668656" y="29210"/>
                  </a:cubicBezTo>
                  <a:close/>
                  <a:moveTo>
                    <a:pt x="586739" y="29210"/>
                  </a:moveTo>
                  <a:cubicBezTo>
                    <a:pt x="592454" y="29210"/>
                    <a:pt x="596899" y="30480"/>
                    <a:pt x="601344" y="32385"/>
                  </a:cubicBezTo>
                  <a:cubicBezTo>
                    <a:pt x="605154" y="34290"/>
                    <a:pt x="608964" y="37465"/>
                    <a:pt x="611504" y="40640"/>
                  </a:cubicBezTo>
                  <a:cubicBezTo>
                    <a:pt x="614044" y="44450"/>
                    <a:pt x="615949" y="48260"/>
                    <a:pt x="617854" y="53340"/>
                  </a:cubicBezTo>
                  <a:cubicBezTo>
                    <a:pt x="619124" y="57785"/>
                    <a:pt x="619759" y="62865"/>
                    <a:pt x="619759" y="68580"/>
                  </a:cubicBezTo>
                  <a:lnTo>
                    <a:pt x="618489" y="68580"/>
                  </a:lnTo>
                  <a:cubicBezTo>
                    <a:pt x="618489" y="68580"/>
                    <a:pt x="618489" y="71120"/>
                    <a:pt x="618489" y="72390"/>
                  </a:cubicBezTo>
                  <a:cubicBezTo>
                    <a:pt x="618489" y="73660"/>
                    <a:pt x="618489" y="74295"/>
                    <a:pt x="618489" y="75565"/>
                  </a:cubicBezTo>
                  <a:lnTo>
                    <a:pt x="567054" y="75565"/>
                  </a:lnTo>
                  <a:cubicBezTo>
                    <a:pt x="567054" y="79375"/>
                    <a:pt x="568324" y="82550"/>
                    <a:pt x="569594" y="85090"/>
                  </a:cubicBezTo>
                  <a:cubicBezTo>
                    <a:pt x="570864" y="87630"/>
                    <a:pt x="572134" y="90170"/>
                    <a:pt x="574039" y="91440"/>
                  </a:cubicBezTo>
                  <a:cubicBezTo>
                    <a:pt x="575944" y="93345"/>
                    <a:pt x="577849" y="94615"/>
                    <a:pt x="579754" y="95250"/>
                  </a:cubicBezTo>
                  <a:cubicBezTo>
                    <a:pt x="581659" y="95885"/>
                    <a:pt x="584199" y="96520"/>
                    <a:pt x="586739" y="96520"/>
                  </a:cubicBezTo>
                  <a:cubicBezTo>
                    <a:pt x="588644" y="96520"/>
                    <a:pt x="589914" y="96520"/>
                    <a:pt x="591819" y="96520"/>
                  </a:cubicBezTo>
                  <a:cubicBezTo>
                    <a:pt x="593089" y="96520"/>
                    <a:pt x="594994" y="95885"/>
                    <a:pt x="596264" y="95250"/>
                  </a:cubicBezTo>
                  <a:cubicBezTo>
                    <a:pt x="597534" y="95250"/>
                    <a:pt x="598804" y="93980"/>
                    <a:pt x="600074" y="93345"/>
                  </a:cubicBezTo>
                  <a:cubicBezTo>
                    <a:pt x="601344" y="93345"/>
                    <a:pt x="602614" y="92075"/>
                    <a:pt x="604519" y="90805"/>
                  </a:cubicBezTo>
                  <a:lnTo>
                    <a:pt x="613409" y="100330"/>
                  </a:lnTo>
                  <a:cubicBezTo>
                    <a:pt x="613409" y="100330"/>
                    <a:pt x="609599" y="103505"/>
                    <a:pt x="607694" y="104775"/>
                  </a:cubicBezTo>
                  <a:cubicBezTo>
                    <a:pt x="605789" y="106045"/>
                    <a:pt x="603884" y="106680"/>
                    <a:pt x="601979" y="107950"/>
                  </a:cubicBezTo>
                  <a:cubicBezTo>
                    <a:pt x="600074" y="108585"/>
                    <a:pt x="597534" y="109855"/>
                    <a:pt x="594994" y="109855"/>
                  </a:cubicBezTo>
                  <a:cubicBezTo>
                    <a:pt x="592454" y="109855"/>
                    <a:pt x="589279" y="110490"/>
                    <a:pt x="586104" y="110490"/>
                  </a:cubicBezTo>
                  <a:cubicBezTo>
                    <a:pt x="582929" y="110490"/>
                    <a:pt x="579754" y="110490"/>
                    <a:pt x="576579" y="109220"/>
                  </a:cubicBezTo>
                  <a:cubicBezTo>
                    <a:pt x="573404" y="108585"/>
                    <a:pt x="570864" y="107315"/>
                    <a:pt x="568959" y="105410"/>
                  </a:cubicBezTo>
                  <a:cubicBezTo>
                    <a:pt x="566419" y="104140"/>
                    <a:pt x="564514" y="102235"/>
                    <a:pt x="562609" y="100330"/>
                  </a:cubicBezTo>
                  <a:cubicBezTo>
                    <a:pt x="560704" y="98425"/>
                    <a:pt x="558799" y="95885"/>
                    <a:pt x="557529" y="92710"/>
                  </a:cubicBezTo>
                  <a:cubicBezTo>
                    <a:pt x="555624" y="89535"/>
                    <a:pt x="554354" y="86360"/>
                    <a:pt x="553719" y="82550"/>
                  </a:cubicBezTo>
                  <a:cubicBezTo>
                    <a:pt x="553084" y="78740"/>
                    <a:pt x="552449" y="74295"/>
                    <a:pt x="552449" y="69850"/>
                  </a:cubicBezTo>
                  <a:cubicBezTo>
                    <a:pt x="552449" y="63500"/>
                    <a:pt x="553084" y="57150"/>
                    <a:pt x="554989" y="52070"/>
                  </a:cubicBezTo>
                  <a:cubicBezTo>
                    <a:pt x="556894" y="46990"/>
                    <a:pt x="558799" y="42545"/>
                    <a:pt x="561974" y="39370"/>
                  </a:cubicBezTo>
                  <a:cubicBezTo>
                    <a:pt x="565149" y="36195"/>
                    <a:pt x="568324" y="33020"/>
                    <a:pt x="572769" y="31750"/>
                  </a:cubicBezTo>
                  <a:cubicBezTo>
                    <a:pt x="577214" y="29845"/>
                    <a:pt x="581659" y="29210"/>
                    <a:pt x="586739" y="29210"/>
                  </a:cubicBezTo>
                  <a:close/>
                  <a:moveTo>
                    <a:pt x="400050" y="29210"/>
                  </a:moveTo>
                  <a:cubicBezTo>
                    <a:pt x="405765" y="29210"/>
                    <a:pt x="410210" y="30480"/>
                    <a:pt x="414655" y="32385"/>
                  </a:cubicBezTo>
                  <a:cubicBezTo>
                    <a:pt x="418465" y="34290"/>
                    <a:pt x="422275" y="37465"/>
                    <a:pt x="424815" y="40640"/>
                  </a:cubicBezTo>
                  <a:cubicBezTo>
                    <a:pt x="427355" y="44450"/>
                    <a:pt x="429260" y="48260"/>
                    <a:pt x="431165" y="53340"/>
                  </a:cubicBezTo>
                  <a:cubicBezTo>
                    <a:pt x="432435" y="57785"/>
                    <a:pt x="433070" y="62865"/>
                    <a:pt x="433070" y="68580"/>
                  </a:cubicBezTo>
                  <a:lnTo>
                    <a:pt x="431800" y="68580"/>
                  </a:lnTo>
                  <a:cubicBezTo>
                    <a:pt x="431800" y="68580"/>
                    <a:pt x="431800" y="71120"/>
                    <a:pt x="431800" y="72390"/>
                  </a:cubicBezTo>
                  <a:cubicBezTo>
                    <a:pt x="431800" y="73660"/>
                    <a:pt x="431800" y="74295"/>
                    <a:pt x="431800" y="75565"/>
                  </a:cubicBezTo>
                  <a:lnTo>
                    <a:pt x="380365" y="75565"/>
                  </a:lnTo>
                  <a:cubicBezTo>
                    <a:pt x="380365" y="79375"/>
                    <a:pt x="381635" y="82550"/>
                    <a:pt x="382905" y="85090"/>
                  </a:cubicBezTo>
                  <a:cubicBezTo>
                    <a:pt x="384175" y="87630"/>
                    <a:pt x="385445" y="90170"/>
                    <a:pt x="387350" y="91440"/>
                  </a:cubicBezTo>
                  <a:cubicBezTo>
                    <a:pt x="389255" y="93345"/>
                    <a:pt x="391160" y="94615"/>
                    <a:pt x="393065" y="95250"/>
                  </a:cubicBezTo>
                  <a:cubicBezTo>
                    <a:pt x="394970" y="95885"/>
                    <a:pt x="397510" y="96520"/>
                    <a:pt x="400050" y="96520"/>
                  </a:cubicBezTo>
                  <a:cubicBezTo>
                    <a:pt x="401955" y="96520"/>
                    <a:pt x="403225" y="96520"/>
                    <a:pt x="405130" y="96520"/>
                  </a:cubicBezTo>
                  <a:cubicBezTo>
                    <a:pt x="406400" y="96520"/>
                    <a:pt x="408305" y="95885"/>
                    <a:pt x="409575" y="95250"/>
                  </a:cubicBezTo>
                  <a:cubicBezTo>
                    <a:pt x="410845" y="95250"/>
                    <a:pt x="412115" y="93980"/>
                    <a:pt x="413385" y="93345"/>
                  </a:cubicBezTo>
                  <a:cubicBezTo>
                    <a:pt x="414655" y="93345"/>
                    <a:pt x="415925" y="92075"/>
                    <a:pt x="417830" y="90805"/>
                  </a:cubicBezTo>
                  <a:lnTo>
                    <a:pt x="426720" y="100330"/>
                  </a:lnTo>
                  <a:cubicBezTo>
                    <a:pt x="426720" y="100330"/>
                    <a:pt x="422910" y="103505"/>
                    <a:pt x="421005" y="104775"/>
                  </a:cubicBezTo>
                  <a:cubicBezTo>
                    <a:pt x="419100" y="106045"/>
                    <a:pt x="417195" y="106680"/>
                    <a:pt x="415290" y="107950"/>
                  </a:cubicBezTo>
                  <a:cubicBezTo>
                    <a:pt x="413385" y="108585"/>
                    <a:pt x="410845" y="109855"/>
                    <a:pt x="408305" y="109855"/>
                  </a:cubicBezTo>
                  <a:cubicBezTo>
                    <a:pt x="405765" y="109855"/>
                    <a:pt x="402590" y="110490"/>
                    <a:pt x="399415" y="110490"/>
                  </a:cubicBezTo>
                  <a:cubicBezTo>
                    <a:pt x="396240" y="110490"/>
                    <a:pt x="393065" y="110490"/>
                    <a:pt x="389890" y="109220"/>
                  </a:cubicBezTo>
                  <a:cubicBezTo>
                    <a:pt x="386715" y="108585"/>
                    <a:pt x="384175" y="107315"/>
                    <a:pt x="382270" y="105410"/>
                  </a:cubicBezTo>
                  <a:cubicBezTo>
                    <a:pt x="380365" y="103505"/>
                    <a:pt x="377825" y="102235"/>
                    <a:pt x="375920" y="100330"/>
                  </a:cubicBezTo>
                  <a:cubicBezTo>
                    <a:pt x="374015" y="98425"/>
                    <a:pt x="372110" y="95885"/>
                    <a:pt x="370840" y="92710"/>
                  </a:cubicBezTo>
                  <a:cubicBezTo>
                    <a:pt x="368935" y="89535"/>
                    <a:pt x="367665" y="86360"/>
                    <a:pt x="367030" y="82550"/>
                  </a:cubicBezTo>
                  <a:cubicBezTo>
                    <a:pt x="366395" y="78740"/>
                    <a:pt x="365760" y="74295"/>
                    <a:pt x="365760" y="69850"/>
                  </a:cubicBezTo>
                  <a:cubicBezTo>
                    <a:pt x="365760" y="63500"/>
                    <a:pt x="366395" y="57150"/>
                    <a:pt x="368300" y="52070"/>
                  </a:cubicBezTo>
                  <a:cubicBezTo>
                    <a:pt x="370205" y="46990"/>
                    <a:pt x="372110" y="42545"/>
                    <a:pt x="375285" y="39370"/>
                  </a:cubicBezTo>
                  <a:cubicBezTo>
                    <a:pt x="378460" y="36195"/>
                    <a:pt x="381635" y="33020"/>
                    <a:pt x="386080" y="31750"/>
                  </a:cubicBezTo>
                  <a:cubicBezTo>
                    <a:pt x="390525" y="29845"/>
                    <a:pt x="394970" y="29210"/>
                    <a:pt x="400050" y="29210"/>
                  </a:cubicBezTo>
                  <a:close/>
                  <a:moveTo>
                    <a:pt x="201930" y="29210"/>
                  </a:moveTo>
                  <a:cubicBezTo>
                    <a:pt x="207645" y="29210"/>
                    <a:pt x="212090" y="30480"/>
                    <a:pt x="216535" y="32385"/>
                  </a:cubicBezTo>
                  <a:cubicBezTo>
                    <a:pt x="220345" y="34290"/>
                    <a:pt x="224155" y="37465"/>
                    <a:pt x="226695" y="40640"/>
                  </a:cubicBezTo>
                  <a:cubicBezTo>
                    <a:pt x="229235" y="44450"/>
                    <a:pt x="231140" y="48260"/>
                    <a:pt x="233045" y="53340"/>
                  </a:cubicBezTo>
                  <a:cubicBezTo>
                    <a:pt x="234315" y="57785"/>
                    <a:pt x="234950" y="62865"/>
                    <a:pt x="234950" y="68580"/>
                  </a:cubicBezTo>
                  <a:lnTo>
                    <a:pt x="233680" y="68580"/>
                  </a:lnTo>
                  <a:cubicBezTo>
                    <a:pt x="233680" y="68580"/>
                    <a:pt x="233680" y="71120"/>
                    <a:pt x="233680" y="72390"/>
                  </a:cubicBezTo>
                  <a:cubicBezTo>
                    <a:pt x="233680" y="73660"/>
                    <a:pt x="233680" y="74295"/>
                    <a:pt x="233680" y="75565"/>
                  </a:cubicBezTo>
                  <a:lnTo>
                    <a:pt x="182245" y="75565"/>
                  </a:lnTo>
                  <a:cubicBezTo>
                    <a:pt x="182245" y="79375"/>
                    <a:pt x="183515" y="82550"/>
                    <a:pt x="184785" y="85090"/>
                  </a:cubicBezTo>
                  <a:cubicBezTo>
                    <a:pt x="186055" y="87630"/>
                    <a:pt x="187325" y="90170"/>
                    <a:pt x="189230" y="91440"/>
                  </a:cubicBezTo>
                  <a:cubicBezTo>
                    <a:pt x="191135" y="93345"/>
                    <a:pt x="193040" y="94615"/>
                    <a:pt x="194945" y="95250"/>
                  </a:cubicBezTo>
                  <a:cubicBezTo>
                    <a:pt x="196850" y="95885"/>
                    <a:pt x="199390" y="96520"/>
                    <a:pt x="201930" y="96520"/>
                  </a:cubicBezTo>
                  <a:cubicBezTo>
                    <a:pt x="203835" y="96520"/>
                    <a:pt x="205105" y="96520"/>
                    <a:pt x="207010" y="96520"/>
                  </a:cubicBezTo>
                  <a:cubicBezTo>
                    <a:pt x="208280" y="96520"/>
                    <a:pt x="210185" y="95885"/>
                    <a:pt x="211455" y="95250"/>
                  </a:cubicBezTo>
                  <a:cubicBezTo>
                    <a:pt x="212725" y="95250"/>
                    <a:pt x="213995" y="93980"/>
                    <a:pt x="215265" y="93345"/>
                  </a:cubicBezTo>
                  <a:cubicBezTo>
                    <a:pt x="216535" y="93345"/>
                    <a:pt x="217805" y="92075"/>
                    <a:pt x="219710" y="90805"/>
                  </a:cubicBezTo>
                  <a:lnTo>
                    <a:pt x="228600" y="100330"/>
                  </a:lnTo>
                  <a:cubicBezTo>
                    <a:pt x="228600" y="100330"/>
                    <a:pt x="224790" y="103505"/>
                    <a:pt x="222885" y="104775"/>
                  </a:cubicBezTo>
                  <a:cubicBezTo>
                    <a:pt x="220980" y="106045"/>
                    <a:pt x="219075" y="106680"/>
                    <a:pt x="217170" y="107950"/>
                  </a:cubicBezTo>
                  <a:cubicBezTo>
                    <a:pt x="215265" y="108585"/>
                    <a:pt x="212725" y="109855"/>
                    <a:pt x="210185" y="109855"/>
                  </a:cubicBezTo>
                  <a:cubicBezTo>
                    <a:pt x="207645" y="109855"/>
                    <a:pt x="204470" y="110490"/>
                    <a:pt x="201295" y="110490"/>
                  </a:cubicBezTo>
                  <a:cubicBezTo>
                    <a:pt x="198120" y="110490"/>
                    <a:pt x="194945" y="110490"/>
                    <a:pt x="191770" y="109220"/>
                  </a:cubicBezTo>
                  <a:cubicBezTo>
                    <a:pt x="188595" y="108585"/>
                    <a:pt x="186055" y="107315"/>
                    <a:pt x="184150" y="105410"/>
                  </a:cubicBezTo>
                  <a:cubicBezTo>
                    <a:pt x="181610" y="104140"/>
                    <a:pt x="179705" y="102235"/>
                    <a:pt x="177800" y="100330"/>
                  </a:cubicBezTo>
                  <a:cubicBezTo>
                    <a:pt x="175895" y="98425"/>
                    <a:pt x="173990" y="95885"/>
                    <a:pt x="172720" y="92710"/>
                  </a:cubicBezTo>
                  <a:cubicBezTo>
                    <a:pt x="170815" y="89535"/>
                    <a:pt x="169545" y="86360"/>
                    <a:pt x="168910" y="82550"/>
                  </a:cubicBezTo>
                  <a:cubicBezTo>
                    <a:pt x="168275" y="78740"/>
                    <a:pt x="167640" y="74295"/>
                    <a:pt x="167640" y="69850"/>
                  </a:cubicBezTo>
                  <a:cubicBezTo>
                    <a:pt x="167640" y="63500"/>
                    <a:pt x="168275" y="57150"/>
                    <a:pt x="170180" y="52070"/>
                  </a:cubicBezTo>
                  <a:cubicBezTo>
                    <a:pt x="172085" y="46990"/>
                    <a:pt x="173990" y="42545"/>
                    <a:pt x="177165" y="39370"/>
                  </a:cubicBezTo>
                  <a:cubicBezTo>
                    <a:pt x="180340" y="36195"/>
                    <a:pt x="183515" y="33020"/>
                    <a:pt x="187960" y="31750"/>
                  </a:cubicBezTo>
                  <a:cubicBezTo>
                    <a:pt x="192405" y="29845"/>
                    <a:pt x="196850" y="29210"/>
                    <a:pt x="201930" y="29210"/>
                  </a:cubicBezTo>
                  <a:close/>
                  <a:moveTo>
                    <a:pt x="4664706" y="28574"/>
                  </a:moveTo>
                  <a:cubicBezTo>
                    <a:pt x="4669786" y="28574"/>
                    <a:pt x="4674231" y="29209"/>
                    <a:pt x="4678676" y="31749"/>
                  </a:cubicBezTo>
                  <a:cubicBezTo>
                    <a:pt x="4683121" y="33654"/>
                    <a:pt x="4686296" y="36194"/>
                    <a:pt x="4689471" y="40004"/>
                  </a:cubicBezTo>
                  <a:cubicBezTo>
                    <a:pt x="4692646" y="43814"/>
                    <a:pt x="4695186" y="47624"/>
                    <a:pt x="4696456" y="52704"/>
                  </a:cubicBezTo>
                  <a:cubicBezTo>
                    <a:pt x="4698361" y="57784"/>
                    <a:pt x="4698996" y="63499"/>
                    <a:pt x="4698996" y="69214"/>
                  </a:cubicBezTo>
                  <a:lnTo>
                    <a:pt x="4699631" y="69214"/>
                  </a:lnTo>
                  <a:cubicBezTo>
                    <a:pt x="4699631" y="75564"/>
                    <a:pt x="4698996" y="81279"/>
                    <a:pt x="4697091" y="86359"/>
                  </a:cubicBezTo>
                  <a:cubicBezTo>
                    <a:pt x="4695186" y="91439"/>
                    <a:pt x="4692646" y="95884"/>
                    <a:pt x="4689471" y="99059"/>
                  </a:cubicBezTo>
                  <a:cubicBezTo>
                    <a:pt x="4686296" y="102869"/>
                    <a:pt x="4682486" y="105409"/>
                    <a:pt x="4678041" y="107314"/>
                  </a:cubicBezTo>
                  <a:cubicBezTo>
                    <a:pt x="4673596" y="109219"/>
                    <a:pt x="4669151" y="109854"/>
                    <a:pt x="4664071" y="109854"/>
                  </a:cubicBezTo>
                  <a:cubicBezTo>
                    <a:pt x="4658991" y="109854"/>
                    <a:pt x="4654546" y="108584"/>
                    <a:pt x="4650101" y="106679"/>
                  </a:cubicBezTo>
                  <a:cubicBezTo>
                    <a:pt x="4645656" y="104774"/>
                    <a:pt x="4642481" y="102234"/>
                    <a:pt x="4639306" y="98424"/>
                  </a:cubicBezTo>
                  <a:cubicBezTo>
                    <a:pt x="4636131" y="94614"/>
                    <a:pt x="4633591" y="90804"/>
                    <a:pt x="4632321" y="85724"/>
                  </a:cubicBezTo>
                  <a:cubicBezTo>
                    <a:pt x="4630416" y="80644"/>
                    <a:pt x="4629781" y="74929"/>
                    <a:pt x="4629781" y="69214"/>
                  </a:cubicBezTo>
                  <a:cubicBezTo>
                    <a:pt x="4629781" y="63499"/>
                    <a:pt x="4630416" y="57149"/>
                    <a:pt x="4632321" y="52069"/>
                  </a:cubicBezTo>
                  <a:cubicBezTo>
                    <a:pt x="4634226" y="46989"/>
                    <a:pt x="4636766" y="42544"/>
                    <a:pt x="4639941" y="39369"/>
                  </a:cubicBezTo>
                  <a:cubicBezTo>
                    <a:pt x="4643116" y="35559"/>
                    <a:pt x="4646926" y="33019"/>
                    <a:pt x="4650736" y="31114"/>
                  </a:cubicBezTo>
                  <a:cubicBezTo>
                    <a:pt x="4655181" y="29209"/>
                    <a:pt x="4659626" y="28574"/>
                    <a:pt x="4664706" y="28574"/>
                  </a:cubicBezTo>
                  <a:close/>
                  <a:moveTo>
                    <a:pt x="4264655" y="28574"/>
                  </a:moveTo>
                  <a:cubicBezTo>
                    <a:pt x="4269735" y="28574"/>
                    <a:pt x="4274180" y="29209"/>
                    <a:pt x="4278625" y="31749"/>
                  </a:cubicBezTo>
                  <a:cubicBezTo>
                    <a:pt x="4283070" y="33654"/>
                    <a:pt x="4286245" y="36194"/>
                    <a:pt x="4289420" y="40004"/>
                  </a:cubicBezTo>
                  <a:cubicBezTo>
                    <a:pt x="4292595" y="43814"/>
                    <a:pt x="4295135" y="47624"/>
                    <a:pt x="4296405" y="52704"/>
                  </a:cubicBezTo>
                  <a:cubicBezTo>
                    <a:pt x="4298310" y="57784"/>
                    <a:pt x="4298945" y="63499"/>
                    <a:pt x="4298945" y="69214"/>
                  </a:cubicBezTo>
                  <a:lnTo>
                    <a:pt x="4299580" y="69214"/>
                  </a:lnTo>
                  <a:cubicBezTo>
                    <a:pt x="4299580" y="75564"/>
                    <a:pt x="4298945" y="81279"/>
                    <a:pt x="4297040" y="86359"/>
                  </a:cubicBezTo>
                  <a:cubicBezTo>
                    <a:pt x="4295135" y="91439"/>
                    <a:pt x="4292595" y="95884"/>
                    <a:pt x="4289420" y="99059"/>
                  </a:cubicBezTo>
                  <a:cubicBezTo>
                    <a:pt x="4286245" y="102869"/>
                    <a:pt x="4282435" y="105409"/>
                    <a:pt x="4277990" y="107314"/>
                  </a:cubicBezTo>
                  <a:cubicBezTo>
                    <a:pt x="4273545" y="109219"/>
                    <a:pt x="4269100" y="109854"/>
                    <a:pt x="4264020" y="109854"/>
                  </a:cubicBezTo>
                  <a:cubicBezTo>
                    <a:pt x="4258940" y="109854"/>
                    <a:pt x="4254495" y="108584"/>
                    <a:pt x="4250050" y="106679"/>
                  </a:cubicBezTo>
                  <a:cubicBezTo>
                    <a:pt x="4245605" y="104774"/>
                    <a:pt x="4242430" y="102234"/>
                    <a:pt x="4239255" y="98424"/>
                  </a:cubicBezTo>
                  <a:cubicBezTo>
                    <a:pt x="4236080" y="94614"/>
                    <a:pt x="4233540" y="90804"/>
                    <a:pt x="4232270" y="85724"/>
                  </a:cubicBezTo>
                  <a:cubicBezTo>
                    <a:pt x="4230365" y="80644"/>
                    <a:pt x="4229730" y="74929"/>
                    <a:pt x="4229730" y="69214"/>
                  </a:cubicBezTo>
                  <a:cubicBezTo>
                    <a:pt x="4229730" y="63499"/>
                    <a:pt x="4230365" y="57149"/>
                    <a:pt x="4232270" y="52069"/>
                  </a:cubicBezTo>
                  <a:cubicBezTo>
                    <a:pt x="4234175" y="46989"/>
                    <a:pt x="4236715" y="42544"/>
                    <a:pt x="4239890" y="39369"/>
                  </a:cubicBezTo>
                  <a:cubicBezTo>
                    <a:pt x="4243065" y="35559"/>
                    <a:pt x="4246875" y="33019"/>
                    <a:pt x="4250685" y="31114"/>
                  </a:cubicBezTo>
                  <a:cubicBezTo>
                    <a:pt x="4255130" y="29209"/>
                    <a:pt x="4259575" y="28574"/>
                    <a:pt x="4264655" y="28574"/>
                  </a:cubicBezTo>
                  <a:close/>
                  <a:moveTo>
                    <a:pt x="1420495" y="28574"/>
                  </a:moveTo>
                  <a:cubicBezTo>
                    <a:pt x="1425575" y="28574"/>
                    <a:pt x="1430020" y="29209"/>
                    <a:pt x="1434465" y="31749"/>
                  </a:cubicBezTo>
                  <a:cubicBezTo>
                    <a:pt x="1438910" y="33654"/>
                    <a:pt x="1442085" y="36194"/>
                    <a:pt x="1445260" y="40004"/>
                  </a:cubicBezTo>
                  <a:cubicBezTo>
                    <a:pt x="1448435" y="43814"/>
                    <a:pt x="1450975" y="47624"/>
                    <a:pt x="1452245" y="52704"/>
                  </a:cubicBezTo>
                  <a:cubicBezTo>
                    <a:pt x="1454150" y="57784"/>
                    <a:pt x="1454785" y="63499"/>
                    <a:pt x="1454785" y="69214"/>
                  </a:cubicBezTo>
                  <a:lnTo>
                    <a:pt x="1455420" y="69214"/>
                  </a:lnTo>
                  <a:cubicBezTo>
                    <a:pt x="1455420" y="75564"/>
                    <a:pt x="1454785" y="81279"/>
                    <a:pt x="1452880" y="86359"/>
                  </a:cubicBezTo>
                  <a:cubicBezTo>
                    <a:pt x="1450975" y="91439"/>
                    <a:pt x="1448435" y="95884"/>
                    <a:pt x="1445260" y="99059"/>
                  </a:cubicBezTo>
                  <a:cubicBezTo>
                    <a:pt x="1442085" y="102869"/>
                    <a:pt x="1438275" y="105409"/>
                    <a:pt x="1433830" y="107314"/>
                  </a:cubicBezTo>
                  <a:cubicBezTo>
                    <a:pt x="1429385" y="109219"/>
                    <a:pt x="1424940" y="109854"/>
                    <a:pt x="1419860" y="109854"/>
                  </a:cubicBezTo>
                  <a:cubicBezTo>
                    <a:pt x="1414780" y="109854"/>
                    <a:pt x="1410335" y="108584"/>
                    <a:pt x="1405890" y="106679"/>
                  </a:cubicBezTo>
                  <a:cubicBezTo>
                    <a:pt x="1401444" y="104774"/>
                    <a:pt x="1398270" y="102234"/>
                    <a:pt x="1395095" y="98424"/>
                  </a:cubicBezTo>
                  <a:cubicBezTo>
                    <a:pt x="1391920" y="94614"/>
                    <a:pt x="1389380" y="90804"/>
                    <a:pt x="1388110" y="85724"/>
                  </a:cubicBezTo>
                  <a:cubicBezTo>
                    <a:pt x="1386205" y="80644"/>
                    <a:pt x="1385570" y="74929"/>
                    <a:pt x="1385570" y="69214"/>
                  </a:cubicBezTo>
                  <a:cubicBezTo>
                    <a:pt x="1385570" y="63499"/>
                    <a:pt x="1386205" y="57149"/>
                    <a:pt x="1388110" y="52069"/>
                  </a:cubicBezTo>
                  <a:cubicBezTo>
                    <a:pt x="1390015" y="46989"/>
                    <a:pt x="1392555" y="42544"/>
                    <a:pt x="1395730" y="39369"/>
                  </a:cubicBezTo>
                  <a:cubicBezTo>
                    <a:pt x="1398905" y="35559"/>
                    <a:pt x="1402715" y="33019"/>
                    <a:pt x="1406525" y="31114"/>
                  </a:cubicBezTo>
                  <a:cubicBezTo>
                    <a:pt x="1410970" y="29209"/>
                    <a:pt x="1415415" y="28574"/>
                    <a:pt x="1420495" y="28574"/>
                  </a:cubicBezTo>
                  <a:close/>
                  <a:moveTo>
                    <a:pt x="3143245" y="5079"/>
                  </a:moveTo>
                  <a:lnTo>
                    <a:pt x="3219445" y="5079"/>
                  </a:lnTo>
                  <a:lnTo>
                    <a:pt x="3219445" y="20319"/>
                  </a:lnTo>
                  <a:lnTo>
                    <a:pt x="3188965" y="20319"/>
                  </a:lnTo>
                  <a:lnTo>
                    <a:pt x="3188965" y="108584"/>
                  </a:lnTo>
                  <a:lnTo>
                    <a:pt x="3173090" y="108584"/>
                  </a:lnTo>
                  <a:lnTo>
                    <a:pt x="3173090" y="20319"/>
                  </a:lnTo>
                  <a:lnTo>
                    <a:pt x="3143245" y="20319"/>
                  </a:lnTo>
                  <a:close/>
                  <a:moveTo>
                    <a:pt x="1628774" y="5079"/>
                  </a:moveTo>
                  <a:lnTo>
                    <a:pt x="1704970" y="5079"/>
                  </a:lnTo>
                  <a:lnTo>
                    <a:pt x="1704970" y="20319"/>
                  </a:lnTo>
                  <a:lnTo>
                    <a:pt x="1675129" y="20319"/>
                  </a:lnTo>
                  <a:lnTo>
                    <a:pt x="1675129" y="108584"/>
                  </a:lnTo>
                  <a:lnTo>
                    <a:pt x="1659255" y="108584"/>
                  </a:lnTo>
                  <a:lnTo>
                    <a:pt x="1659255" y="20319"/>
                  </a:lnTo>
                  <a:lnTo>
                    <a:pt x="1628774" y="20319"/>
                  </a:lnTo>
                  <a:close/>
                  <a:moveTo>
                    <a:pt x="0" y="5079"/>
                  </a:moveTo>
                  <a:lnTo>
                    <a:pt x="76200" y="5079"/>
                  </a:lnTo>
                  <a:lnTo>
                    <a:pt x="76200" y="20319"/>
                  </a:lnTo>
                  <a:lnTo>
                    <a:pt x="45720" y="20319"/>
                  </a:lnTo>
                  <a:lnTo>
                    <a:pt x="45720" y="108584"/>
                  </a:lnTo>
                  <a:lnTo>
                    <a:pt x="29845" y="108584"/>
                  </a:lnTo>
                  <a:lnTo>
                    <a:pt x="29845" y="20319"/>
                  </a:lnTo>
                  <a:lnTo>
                    <a:pt x="0" y="20319"/>
                  </a:lnTo>
                  <a:close/>
                  <a:moveTo>
                    <a:pt x="1362075" y="1269"/>
                  </a:moveTo>
                  <a:cubicBezTo>
                    <a:pt x="1363345" y="1269"/>
                    <a:pt x="1364615" y="1269"/>
                    <a:pt x="1365885" y="1904"/>
                  </a:cubicBezTo>
                  <a:cubicBezTo>
                    <a:pt x="1367155" y="1904"/>
                    <a:pt x="1367790" y="3174"/>
                    <a:pt x="1369060" y="3809"/>
                  </a:cubicBezTo>
                  <a:cubicBezTo>
                    <a:pt x="1369695" y="4444"/>
                    <a:pt x="1370965" y="5714"/>
                    <a:pt x="1370965" y="6984"/>
                  </a:cubicBezTo>
                  <a:cubicBezTo>
                    <a:pt x="1370965" y="8254"/>
                    <a:pt x="1371600" y="9524"/>
                    <a:pt x="1371600" y="10794"/>
                  </a:cubicBezTo>
                  <a:cubicBezTo>
                    <a:pt x="1371600" y="10794"/>
                    <a:pt x="1371600" y="13334"/>
                    <a:pt x="1370965" y="14604"/>
                  </a:cubicBezTo>
                  <a:cubicBezTo>
                    <a:pt x="1370965" y="15874"/>
                    <a:pt x="1369695" y="17144"/>
                    <a:pt x="1369060" y="17779"/>
                  </a:cubicBezTo>
                  <a:cubicBezTo>
                    <a:pt x="1368425" y="18414"/>
                    <a:pt x="1367155" y="19684"/>
                    <a:pt x="1365885" y="19684"/>
                  </a:cubicBezTo>
                  <a:cubicBezTo>
                    <a:pt x="1364615" y="19684"/>
                    <a:pt x="1363345" y="20319"/>
                    <a:pt x="1362075" y="20319"/>
                  </a:cubicBezTo>
                  <a:cubicBezTo>
                    <a:pt x="1360805" y="20319"/>
                    <a:pt x="1359535" y="20319"/>
                    <a:pt x="1358265" y="19684"/>
                  </a:cubicBezTo>
                  <a:cubicBezTo>
                    <a:pt x="1356995" y="19684"/>
                    <a:pt x="1355725" y="18414"/>
                    <a:pt x="1355090" y="17779"/>
                  </a:cubicBezTo>
                  <a:cubicBezTo>
                    <a:pt x="1354455" y="17144"/>
                    <a:pt x="1353185" y="15874"/>
                    <a:pt x="1353185" y="14604"/>
                  </a:cubicBezTo>
                  <a:cubicBezTo>
                    <a:pt x="1353185" y="13334"/>
                    <a:pt x="1352550" y="12064"/>
                    <a:pt x="1352550" y="10794"/>
                  </a:cubicBezTo>
                  <a:cubicBezTo>
                    <a:pt x="1352550" y="9524"/>
                    <a:pt x="1352550" y="8254"/>
                    <a:pt x="1353185" y="6984"/>
                  </a:cubicBezTo>
                  <a:cubicBezTo>
                    <a:pt x="1353185" y="5714"/>
                    <a:pt x="1354455" y="4444"/>
                    <a:pt x="1355090" y="3809"/>
                  </a:cubicBezTo>
                  <a:cubicBezTo>
                    <a:pt x="1355725" y="3174"/>
                    <a:pt x="1356995" y="1904"/>
                    <a:pt x="1358265" y="1904"/>
                  </a:cubicBezTo>
                  <a:cubicBezTo>
                    <a:pt x="1359535" y="1904"/>
                    <a:pt x="1360805" y="1269"/>
                    <a:pt x="1362075" y="1269"/>
                  </a:cubicBezTo>
                  <a:close/>
                  <a:moveTo>
                    <a:pt x="4789801" y="634"/>
                  </a:moveTo>
                  <a:lnTo>
                    <a:pt x="4789801" y="65404"/>
                  </a:lnTo>
                  <a:lnTo>
                    <a:pt x="4814566" y="31114"/>
                  </a:lnTo>
                  <a:lnTo>
                    <a:pt x="4831711" y="31114"/>
                  </a:lnTo>
                  <a:lnTo>
                    <a:pt x="4812026" y="57149"/>
                  </a:lnTo>
                  <a:lnTo>
                    <a:pt x="4835521" y="108584"/>
                  </a:lnTo>
                  <a:lnTo>
                    <a:pt x="4819011" y="108584"/>
                  </a:lnTo>
                  <a:lnTo>
                    <a:pt x="4801866" y="69849"/>
                  </a:lnTo>
                  <a:lnTo>
                    <a:pt x="4789801" y="85724"/>
                  </a:lnTo>
                  <a:lnTo>
                    <a:pt x="4789801" y="108584"/>
                  </a:lnTo>
                  <a:lnTo>
                    <a:pt x="4774561" y="108584"/>
                  </a:lnTo>
                  <a:lnTo>
                    <a:pt x="4774561" y="8889"/>
                  </a:lnTo>
                  <a:close/>
                  <a:moveTo>
                    <a:pt x="4472301" y="634"/>
                  </a:moveTo>
                  <a:lnTo>
                    <a:pt x="4472301" y="109219"/>
                  </a:lnTo>
                  <a:lnTo>
                    <a:pt x="4457061" y="109219"/>
                  </a:lnTo>
                  <a:lnTo>
                    <a:pt x="4457696" y="108584"/>
                  </a:lnTo>
                  <a:lnTo>
                    <a:pt x="4457696" y="100964"/>
                  </a:lnTo>
                  <a:cubicBezTo>
                    <a:pt x="4457696" y="100964"/>
                    <a:pt x="4454521" y="103504"/>
                    <a:pt x="4453251" y="104774"/>
                  </a:cubicBezTo>
                  <a:cubicBezTo>
                    <a:pt x="4451981" y="106044"/>
                    <a:pt x="4450076" y="106679"/>
                    <a:pt x="4448171" y="107949"/>
                  </a:cubicBezTo>
                  <a:cubicBezTo>
                    <a:pt x="4446266" y="108584"/>
                    <a:pt x="4444361" y="109219"/>
                    <a:pt x="4443091" y="109854"/>
                  </a:cubicBezTo>
                  <a:cubicBezTo>
                    <a:pt x="4441186" y="109854"/>
                    <a:pt x="4439281" y="109854"/>
                    <a:pt x="4437376" y="109854"/>
                  </a:cubicBezTo>
                  <a:cubicBezTo>
                    <a:pt x="4432931" y="109854"/>
                    <a:pt x="4429121" y="109219"/>
                    <a:pt x="4425946" y="107314"/>
                  </a:cubicBezTo>
                  <a:cubicBezTo>
                    <a:pt x="4422136" y="106044"/>
                    <a:pt x="4418961" y="103504"/>
                    <a:pt x="4416421" y="99694"/>
                  </a:cubicBezTo>
                  <a:cubicBezTo>
                    <a:pt x="4413881" y="96519"/>
                    <a:pt x="4411341" y="92074"/>
                    <a:pt x="4410071" y="86994"/>
                  </a:cubicBezTo>
                  <a:cubicBezTo>
                    <a:pt x="4408801" y="81914"/>
                    <a:pt x="4407531" y="75564"/>
                    <a:pt x="4407531" y="67944"/>
                  </a:cubicBezTo>
                  <a:cubicBezTo>
                    <a:pt x="4407531" y="61594"/>
                    <a:pt x="4408166" y="55244"/>
                    <a:pt x="4410071" y="50799"/>
                  </a:cubicBezTo>
                  <a:cubicBezTo>
                    <a:pt x="4411976" y="45719"/>
                    <a:pt x="4413881" y="41909"/>
                    <a:pt x="4417056" y="38734"/>
                  </a:cubicBezTo>
                  <a:cubicBezTo>
                    <a:pt x="4419596" y="35559"/>
                    <a:pt x="4423406" y="33019"/>
                    <a:pt x="4426581" y="31749"/>
                  </a:cubicBezTo>
                  <a:cubicBezTo>
                    <a:pt x="4430391" y="29844"/>
                    <a:pt x="4434201" y="29209"/>
                    <a:pt x="4438011" y="29209"/>
                  </a:cubicBezTo>
                  <a:cubicBezTo>
                    <a:pt x="4439916" y="29209"/>
                    <a:pt x="4441821" y="29209"/>
                    <a:pt x="4443726" y="29844"/>
                  </a:cubicBezTo>
                  <a:cubicBezTo>
                    <a:pt x="4445631" y="29844"/>
                    <a:pt x="4447536" y="31114"/>
                    <a:pt x="4448806" y="31749"/>
                  </a:cubicBezTo>
                  <a:cubicBezTo>
                    <a:pt x="4450711" y="32384"/>
                    <a:pt x="4451981" y="33654"/>
                    <a:pt x="4453251" y="34924"/>
                  </a:cubicBezTo>
                  <a:cubicBezTo>
                    <a:pt x="4454521" y="36194"/>
                    <a:pt x="4455791" y="36829"/>
                    <a:pt x="4457061" y="38099"/>
                  </a:cubicBezTo>
                  <a:lnTo>
                    <a:pt x="4457061" y="8254"/>
                  </a:lnTo>
                  <a:close/>
                  <a:moveTo>
                    <a:pt x="4390385" y="634"/>
                  </a:moveTo>
                  <a:lnTo>
                    <a:pt x="4390385" y="108584"/>
                  </a:lnTo>
                  <a:lnTo>
                    <a:pt x="4375145" y="108584"/>
                  </a:lnTo>
                  <a:lnTo>
                    <a:pt x="4375145" y="8889"/>
                  </a:lnTo>
                  <a:close/>
                  <a:moveTo>
                    <a:pt x="3946521" y="634"/>
                  </a:moveTo>
                  <a:lnTo>
                    <a:pt x="3946521" y="38099"/>
                  </a:lnTo>
                  <a:cubicBezTo>
                    <a:pt x="3946521" y="38099"/>
                    <a:pt x="3948426" y="35559"/>
                    <a:pt x="3950331" y="34289"/>
                  </a:cubicBezTo>
                  <a:cubicBezTo>
                    <a:pt x="3951601" y="33019"/>
                    <a:pt x="3953506" y="32384"/>
                    <a:pt x="3954776" y="31114"/>
                  </a:cubicBezTo>
                  <a:cubicBezTo>
                    <a:pt x="3956681" y="30479"/>
                    <a:pt x="3958586" y="29844"/>
                    <a:pt x="3960491" y="29209"/>
                  </a:cubicBezTo>
                  <a:cubicBezTo>
                    <a:pt x="3962396" y="29209"/>
                    <a:pt x="3964301" y="29209"/>
                    <a:pt x="3966206" y="29209"/>
                  </a:cubicBezTo>
                  <a:cubicBezTo>
                    <a:pt x="3970651" y="29209"/>
                    <a:pt x="3975096" y="29844"/>
                    <a:pt x="3978271" y="31749"/>
                  </a:cubicBezTo>
                  <a:cubicBezTo>
                    <a:pt x="3981446" y="33019"/>
                    <a:pt x="3984621" y="35559"/>
                    <a:pt x="3987161" y="38099"/>
                  </a:cubicBezTo>
                  <a:cubicBezTo>
                    <a:pt x="3989701" y="41274"/>
                    <a:pt x="3990971" y="44449"/>
                    <a:pt x="3992241" y="49529"/>
                  </a:cubicBezTo>
                  <a:cubicBezTo>
                    <a:pt x="3993511" y="53974"/>
                    <a:pt x="3994146" y="59054"/>
                    <a:pt x="3994146" y="64134"/>
                  </a:cubicBezTo>
                  <a:lnTo>
                    <a:pt x="3994146" y="108584"/>
                  </a:lnTo>
                  <a:lnTo>
                    <a:pt x="3978906" y="108584"/>
                  </a:lnTo>
                  <a:lnTo>
                    <a:pt x="3978271" y="108584"/>
                  </a:lnTo>
                  <a:lnTo>
                    <a:pt x="3978271" y="64769"/>
                  </a:lnTo>
                  <a:cubicBezTo>
                    <a:pt x="3978271" y="57784"/>
                    <a:pt x="3977001" y="52069"/>
                    <a:pt x="3974461" y="48894"/>
                  </a:cubicBezTo>
                  <a:cubicBezTo>
                    <a:pt x="3971921" y="45084"/>
                    <a:pt x="3968111" y="43814"/>
                    <a:pt x="3962396" y="43814"/>
                  </a:cubicBezTo>
                  <a:cubicBezTo>
                    <a:pt x="3959856" y="43814"/>
                    <a:pt x="3957951" y="43814"/>
                    <a:pt x="3956046" y="45084"/>
                  </a:cubicBezTo>
                  <a:cubicBezTo>
                    <a:pt x="3954141" y="45719"/>
                    <a:pt x="3952236" y="46989"/>
                    <a:pt x="3950966" y="48894"/>
                  </a:cubicBezTo>
                  <a:cubicBezTo>
                    <a:pt x="3949696" y="50799"/>
                    <a:pt x="3948426" y="52704"/>
                    <a:pt x="3947791" y="55244"/>
                  </a:cubicBezTo>
                  <a:cubicBezTo>
                    <a:pt x="3947156" y="57784"/>
                    <a:pt x="3946521" y="60324"/>
                    <a:pt x="3946521" y="63499"/>
                  </a:cubicBezTo>
                  <a:lnTo>
                    <a:pt x="3946521" y="109219"/>
                  </a:lnTo>
                  <a:lnTo>
                    <a:pt x="3931281" y="109219"/>
                  </a:lnTo>
                  <a:lnTo>
                    <a:pt x="3931281" y="8889"/>
                  </a:lnTo>
                  <a:close/>
                  <a:moveTo>
                    <a:pt x="3248021" y="634"/>
                  </a:moveTo>
                  <a:lnTo>
                    <a:pt x="3248021" y="38099"/>
                  </a:lnTo>
                  <a:cubicBezTo>
                    <a:pt x="3248021" y="38099"/>
                    <a:pt x="3249926" y="35559"/>
                    <a:pt x="3251831" y="34289"/>
                  </a:cubicBezTo>
                  <a:cubicBezTo>
                    <a:pt x="3253101" y="33019"/>
                    <a:pt x="3255006" y="32384"/>
                    <a:pt x="3256276" y="31114"/>
                  </a:cubicBezTo>
                  <a:cubicBezTo>
                    <a:pt x="3258181" y="30479"/>
                    <a:pt x="3260086" y="29844"/>
                    <a:pt x="3261991" y="29209"/>
                  </a:cubicBezTo>
                  <a:cubicBezTo>
                    <a:pt x="3263896" y="29209"/>
                    <a:pt x="3265801" y="29209"/>
                    <a:pt x="3267706" y="29209"/>
                  </a:cubicBezTo>
                  <a:cubicBezTo>
                    <a:pt x="3272151" y="29209"/>
                    <a:pt x="3276596" y="29844"/>
                    <a:pt x="3279771" y="31749"/>
                  </a:cubicBezTo>
                  <a:cubicBezTo>
                    <a:pt x="3282946" y="33019"/>
                    <a:pt x="3286121" y="35559"/>
                    <a:pt x="3288661" y="38099"/>
                  </a:cubicBezTo>
                  <a:cubicBezTo>
                    <a:pt x="3291201" y="41274"/>
                    <a:pt x="3292471" y="44449"/>
                    <a:pt x="3293741" y="49529"/>
                  </a:cubicBezTo>
                  <a:cubicBezTo>
                    <a:pt x="3295011" y="53974"/>
                    <a:pt x="3295646" y="59054"/>
                    <a:pt x="3295646" y="64134"/>
                  </a:cubicBezTo>
                  <a:lnTo>
                    <a:pt x="3295646" y="108584"/>
                  </a:lnTo>
                  <a:lnTo>
                    <a:pt x="3280406" y="108584"/>
                  </a:lnTo>
                  <a:lnTo>
                    <a:pt x="3279771" y="108584"/>
                  </a:lnTo>
                  <a:lnTo>
                    <a:pt x="3279771" y="64769"/>
                  </a:lnTo>
                  <a:cubicBezTo>
                    <a:pt x="3279771" y="57784"/>
                    <a:pt x="3278501" y="52069"/>
                    <a:pt x="3275961" y="48894"/>
                  </a:cubicBezTo>
                  <a:cubicBezTo>
                    <a:pt x="3273421" y="45084"/>
                    <a:pt x="3269611" y="43814"/>
                    <a:pt x="3263896" y="43814"/>
                  </a:cubicBezTo>
                  <a:cubicBezTo>
                    <a:pt x="3261356" y="43814"/>
                    <a:pt x="3259451" y="43814"/>
                    <a:pt x="3257546" y="45084"/>
                  </a:cubicBezTo>
                  <a:cubicBezTo>
                    <a:pt x="3255641" y="45719"/>
                    <a:pt x="3253736" y="46989"/>
                    <a:pt x="3252466" y="48894"/>
                  </a:cubicBezTo>
                  <a:cubicBezTo>
                    <a:pt x="3251196" y="50799"/>
                    <a:pt x="3249926" y="52704"/>
                    <a:pt x="3249291" y="55244"/>
                  </a:cubicBezTo>
                  <a:cubicBezTo>
                    <a:pt x="3248656" y="57784"/>
                    <a:pt x="3248021" y="60324"/>
                    <a:pt x="3248021" y="63499"/>
                  </a:cubicBezTo>
                  <a:lnTo>
                    <a:pt x="3248021" y="109219"/>
                  </a:lnTo>
                  <a:lnTo>
                    <a:pt x="3232781" y="109219"/>
                  </a:lnTo>
                  <a:lnTo>
                    <a:pt x="3232781" y="8889"/>
                  </a:lnTo>
                  <a:close/>
                  <a:moveTo>
                    <a:pt x="2432681" y="634"/>
                  </a:moveTo>
                  <a:lnTo>
                    <a:pt x="2432681" y="38099"/>
                  </a:lnTo>
                  <a:cubicBezTo>
                    <a:pt x="2432681" y="38099"/>
                    <a:pt x="2434586" y="35559"/>
                    <a:pt x="2436491" y="34289"/>
                  </a:cubicBezTo>
                  <a:cubicBezTo>
                    <a:pt x="2437761" y="33019"/>
                    <a:pt x="2439666" y="32384"/>
                    <a:pt x="2440936" y="31114"/>
                  </a:cubicBezTo>
                  <a:cubicBezTo>
                    <a:pt x="2442841" y="30479"/>
                    <a:pt x="2444746" y="29844"/>
                    <a:pt x="2446651" y="29209"/>
                  </a:cubicBezTo>
                  <a:cubicBezTo>
                    <a:pt x="2448556" y="29209"/>
                    <a:pt x="2450461" y="29209"/>
                    <a:pt x="2452366" y="29209"/>
                  </a:cubicBezTo>
                  <a:cubicBezTo>
                    <a:pt x="2456811" y="29209"/>
                    <a:pt x="2461256" y="29844"/>
                    <a:pt x="2464431" y="31749"/>
                  </a:cubicBezTo>
                  <a:cubicBezTo>
                    <a:pt x="2467606" y="33019"/>
                    <a:pt x="2470781" y="35559"/>
                    <a:pt x="2473321" y="38099"/>
                  </a:cubicBezTo>
                  <a:cubicBezTo>
                    <a:pt x="2475861" y="41274"/>
                    <a:pt x="2477131" y="44449"/>
                    <a:pt x="2478401" y="49529"/>
                  </a:cubicBezTo>
                  <a:cubicBezTo>
                    <a:pt x="2479671" y="53974"/>
                    <a:pt x="2480306" y="59054"/>
                    <a:pt x="2480306" y="64134"/>
                  </a:cubicBezTo>
                  <a:lnTo>
                    <a:pt x="2480306" y="108584"/>
                  </a:lnTo>
                  <a:lnTo>
                    <a:pt x="2465066" y="108584"/>
                  </a:lnTo>
                  <a:lnTo>
                    <a:pt x="2464431" y="108584"/>
                  </a:lnTo>
                  <a:lnTo>
                    <a:pt x="2464431" y="64769"/>
                  </a:lnTo>
                  <a:cubicBezTo>
                    <a:pt x="2464431" y="57784"/>
                    <a:pt x="2463161" y="52069"/>
                    <a:pt x="2460621" y="48894"/>
                  </a:cubicBezTo>
                  <a:cubicBezTo>
                    <a:pt x="2458081" y="45084"/>
                    <a:pt x="2454271" y="43814"/>
                    <a:pt x="2448556" y="43814"/>
                  </a:cubicBezTo>
                  <a:cubicBezTo>
                    <a:pt x="2446016" y="43814"/>
                    <a:pt x="2444111" y="43814"/>
                    <a:pt x="2442206" y="45084"/>
                  </a:cubicBezTo>
                  <a:cubicBezTo>
                    <a:pt x="2440301" y="45719"/>
                    <a:pt x="2438396" y="46989"/>
                    <a:pt x="2437126" y="48894"/>
                  </a:cubicBezTo>
                  <a:cubicBezTo>
                    <a:pt x="2435856" y="50799"/>
                    <a:pt x="2434586" y="52704"/>
                    <a:pt x="2433951" y="55244"/>
                  </a:cubicBezTo>
                  <a:cubicBezTo>
                    <a:pt x="2433316" y="57784"/>
                    <a:pt x="2432681" y="60324"/>
                    <a:pt x="2432681" y="63499"/>
                  </a:cubicBezTo>
                  <a:lnTo>
                    <a:pt x="2432681" y="109219"/>
                  </a:lnTo>
                  <a:lnTo>
                    <a:pt x="2417441" y="109219"/>
                  </a:lnTo>
                  <a:lnTo>
                    <a:pt x="2417441" y="8889"/>
                  </a:lnTo>
                  <a:close/>
                  <a:moveTo>
                    <a:pt x="1734181" y="634"/>
                  </a:moveTo>
                  <a:lnTo>
                    <a:pt x="1734181" y="38099"/>
                  </a:lnTo>
                  <a:cubicBezTo>
                    <a:pt x="1734181" y="38099"/>
                    <a:pt x="1736086" y="35559"/>
                    <a:pt x="1737991" y="34289"/>
                  </a:cubicBezTo>
                  <a:cubicBezTo>
                    <a:pt x="1739261" y="33019"/>
                    <a:pt x="1741166" y="32384"/>
                    <a:pt x="1742436" y="31114"/>
                  </a:cubicBezTo>
                  <a:cubicBezTo>
                    <a:pt x="1744341" y="30479"/>
                    <a:pt x="1746246" y="29844"/>
                    <a:pt x="1748151" y="29209"/>
                  </a:cubicBezTo>
                  <a:cubicBezTo>
                    <a:pt x="1750056" y="29209"/>
                    <a:pt x="1751961" y="29209"/>
                    <a:pt x="1753866" y="29209"/>
                  </a:cubicBezTo>
                  <a:cubicBezTo>
                    <a:pt x="1758311" y="29209"/>
                    <a:pt x="1762756" y="29844"/>
                    <a:pt x="1765931" y="31749"/>
                  </a:cubicBezTo>
                  <a:cubicBezTo>
                    <a:pt x="1769106" y="33019"/>
                    <a:pt x="1772281" y="35559"/>
                    <a:pt x="1774821" y="38099"/>
                  </a:cubicBezTo>
                  <a:cubicBezTo>
                    <a:pt x="1777361" y="41274"/>
                    <a:pt x="1778631" y="44449"/>
                    <a:pt x="1779901" y="49529"/>
                  </a:cubicBezTo>
                  <a:cubicBezTo>
                    <a:pt x="1781171" y="53974"/>
                    <a:pt x="1781806" y="59054"/>
                    <a:pt x="1781806" y="64134"/>
                  </a:cubicBezTo>
                  <a:lnTo>
                    <a:pt x="1781806" y="108584"/>
                  </a:lnTo>
                  <a:lnTo>
                    <a:pt x="1766566" y="108584"/>
                  </a:lnTo>
                  <a:lnTo>
                    <a:pt x="1765931" y="108584"/>
                  </a:lnTo>
                  <a:lnTo>
                    <a:pt x="1765931" y="64769"/>
                  </a:lnTo>
                  <a:cubicBezTo>
                    <a:pt x="1765931" y="57784"/>
                    <a:pt x="1764661" y="52069"/>
                    <a:pt x="1762121" y="48894"/>
                  </a:cubicBezTo>
                  <a:cubicBezTo>
                    <a:pt x="1759581" y="45084"/>
                    <a:pt x="1755771" y="43814"/>
                    <a:pt x="1750056" y="43814"/>
                  </a:cubicBezTo>
                  <a:cubicBezTo>
                    <a:pt x="1747516" y="43814"/>
                    <a:pt x="1745611" y="43814"/>
                    <a:pt x="1743706" y="45084"/>
                  </a:cubicBezTo>
                  <a:cubicBezTo>
                    <a:pt x="1741801" y="45719"/>
                    <a:pt x="1739896" y="46989"/>
                    <a:pt x="1738626" y="48894"/>
                  </a:cubicBezTo>
                  <a:cubicBezTo>
                    <a:pt x="1737356" y="50799"/>
                    <a:pt x="1736086" y="52704"/>
                    <a:pt x="1735451" y="55244"/>
                  </a:cubicBezTo>
                  <a:cubicBezTo>
                    <a:pt x="1734816" y="57784"/>
                    <a:pt x="1734181" y="60324"/>
                    <a:pt x="1734181" y="63499"/>
                  </a:cubicBezTo>
                  <a:lnTo>
                    <a:pt x="1734181" y="109219"/>
                  </a:lnTo>
                  <a:lnTo>
                    <a:pt x="1718941" y="109219"/>
                  </a:lnTo>
                  <a:lnTo>
                    <a:pt x="1718941" y="8889"/>
                  </a:lnTo>
                  <a:close/>
                  <a:moveTo>
                    <a:pt x="803275" y="634"/>
                  </a:moveTo>
                  <a:lnTo>
                    <a:pt x="803275" y="38099"/>
                  </a:lnTo>
                  <a:cubicBezTo>
                    <a:pt x="803275" y="38099"/>
                    <a:pt x="805180" y="35559"/>
                    <a:pt x="807085" y="34289"/>
                  </a:cubicBezTo>
                  <a:cubicBezTo>
                    <a:pt x="808355" y="33019"/>
                    <a:pt x="810260" y="32384"/>
                    <a:pt x="811530" y="31114"/>
                  </a:cubicBezTo>
                  <a:cubicBezTo>
                    <a:pt x="813435" y="30479"/>
                    <a:pt x="815340" y="29844"/>
                    <a:pt x="817245" y="29209"/>
                  </a:cubicBezTo>
                  <a:cubicBezTo>
                    <a:pt x="819150" y="29209"/>
                    <a:pt x="821055" y="29209"/>
                    <a:pt x="822960" y="29209"/>
                  </a:cubicBezTo>
                  <a:cubicBezTo>
                    <a:pt x="827405" y="29209"/>
                    <a:pt x="831850" y="29844"/>
                    <a:pt x="835025" y="31749"/>
                  </a:cubicBezTo>
                  <a:cubicBezTo>
                    <a:pt x="838200" y="33019"/>
                    <a:pt x="841375" y="35559"/>
                    <a:pt x="843915" y="38099"/>
                  </a:cubicBezTo>
                  <a:cubicBezTo>
                    <a:pt x="846455" y="41274"/>
                    <a:pt x="847725" y="44449"/>
                    <a:pt x="848995" y="49529"/>
                  </a:cubicBezTo>
                  <a:cubicBezTo>
                    <a:pt x="850265" y="53974"/>
                    <a:pt x="850900" y="59054"/>
                    <a:pt x="850900" y="64134"/>
                  </a:cubicBezTo>
                  <a:lnTo>
                    <a:pt x="850900" y="108584"/>
                  </a:lnTo>
                  <a:lnTo>
                    <a:pt x="835660" y="108584"/>
                  </a:lnTo>
                  <a:lnTo>
                    <a:pt x="835025" y="108584"/>
                  </a:lnTo>
                  <a:lnTo>
                    <a:pt x="835025" y="64769"/>
                  </a:lnTo>
                  <a:cubicBezTo>
                    <a:pt x="835025" y="57784"/>
                    <a:pt x="833755" y="52069"/>
                    <a:pt x="831215" y="48894"/>
                  </a:cubicBezTo>
                  <a:cubicBezTo>
                    <a:pt x="828675" y="45084"/>
                    <a:pt x="824865" y="43814"/>
                    <a:pt x="819150" y="43814"/>
                  </a:cubicBezTo>
                  <a:cubicBezTo>
                    <a:pt x="816610" y="43814"/>
                    <a:pt x="814705" y="43814"/>
                    <a:pt x="812800" y="45084"/>
                  </a:cubicBezTo>
                  <a:cubicBezTo>
                    <a:pt x="810895" y="45719"/>
                    <a:pt x="808990" y="46989"/>
                    <a:pt x="807720" y="48894"/>
                  </a:cubicBezTo>
                  <a:cubicBezTo>
                    <a:pt x="806450" y="50799"/>
                    <a:pt x="805180" y="52704"/>
                    <a:pt x="804545" y="55244"/>
                  </a:cubicBezTo>
                  <a:cubicBezTo>
                    <a:pt x="803910" y="57784"/>
                    <a:pt x="803275" y="60324"/>
                    <a:pt x="803275" y="63499"/>
                  </a:cubicBezTo>
                  <a:lnTo>
                    <a:pt x="803275" y="109219"/>
                  </a:lnTo>
                  <a:lnTo>
                    <a:pt x="788035" y="109219"/>
                  </a:lnTo>
                  <a:lnTo>
                    <a:pt x="788035" y="8889"/>
                  </a:lnTo>
                  <a:close/>
                  <a:moveTo>
                    <a:pt x="104774" y="634"/>
                  </a:moveTo>
                  <a:lnTo>
                    <a:pt x="104774" y="38099"/>
                  </a:lnTo>
                  <a:cubicBezTo>
                    <a:pt x="104774" y="38099"/>
                    <a:pt x="106679" y="35559"/>
                    <a:pt x="108584" y="34289"/>
                  </a:cubicBezTo>
                  <a:cubicBezTo>
                    <a:pt x="109854" y="33019"/>
                    <a:pt x="111759" y="32384"/>
                    <a:pt x="113029" y="31114"/>
                  </a:cubicBezTo>
                  <a:cubicBezTo>
                    <a:pt x="114934" y="30479"/>
                    <a:pt x="116839" y="29844"/>
                    <a:pt x="118744" y="29209"/>
                  </a:cubicBezTo>
                  <a:cubicBezTo>
                    <a:pt x="120649" y="29209"/>
                    <a:pt x="122554" y="29209"/>
                    <a:pt x="124459" y="29209"/>
                  </a:cubicBezTo>
                  <a:cubicBezTo>
                    <a:pt x="128904" y="29209"/>
                    <a:pt x="133349" y="29844"/>
                    <a:pt x="136524" y="31749"/>
                  </a:cubicBezTo>
                  <a:cubicBezTo>
                    <a:pt x="139699" y="33019"/>
                    <a:pt x="142874" y="35559"/>
                    <a:pt x="145414" y="38099"/>
                  </a:cubicBezTo>
                  <a:cubicBezTo>
                    <a:pt x="147954" y="41274"/>
                    <a:pt x="149224" y="44449"/>
                    <a:pt x="150494" y="49529"/>
                  </a:cubicBezTo>
                  <a:cubicBezTo>
                    <a:pt x="151764" y="53974"/>
                    <a:pt x="152399" y="59054"/>
                    <a:pt x="152399" y="64134"/>
                  </a:cubicBezTo>
                  <a:lnTo>
                    <a:pt x="152399" y="108584"/>
                  </a:lnTo>
                  <a:lnTo>
                    <a:pt x="137159" y="108584"/>
                  </a:lnTo>
                  <a:lnTo>
                    <a:pt x="136524" y="108584"/>
                  </a:lnTo>
                  <a:lnTo>
                    <a:pt x="136524" y="64769"/>
                  </a:lnTo>
                  <a:cubicBezTo>
                    <a:pt x="136524" y="57784"/>
                    <a:pt x="135254" y="52069"/>
                    <a:pt x="132714" y="48894"/>
                  </a:cubicBezTo>
                  <a:cubicBezTo>
                    <a:pt x="130174" y="45084"/>
                    <a:pt x="126364" y="43814"/>
                    <a:pt x="120649" y="43814"/>
                  </a:cubicBezTo>
                  <a:cubicBezTo>
                    <a:pt x="118109" y="43814"/>
                    <a:pt x="116204" y="43814"/>
                    <a:pt x="114299" y="45084"/>
                  </a:cubicBezTo>
                  <a:cubicBezTo>
                    <a:pt x="112394" y="45719"/>
                    <a:pt x="110489" y="46989"/>
                    <a:pt x="109219" y="48894"/>
                  </a:cubicBezTo>
                  <a:cubicBezTo>
                    <a:pt x="107949" y="50799"/>
                    <a:pt x="106679" y="52704"/>
                    <a:pt x="106044" y="55244"/>
                  </a:cubicBezTo>
                  <a:cubicBezTo>
                    <a:pt x="105409" y="57784"/>
                    <a:pt x="104774" y="60324"/>
                    <a:pt x="104774" y="63499"/>
                  </a:cubicBezTo>
                  <a:lnTo>
                    <a:pt x="104774" y="109219"/>
                  </a:lnTo>
                  <a:lnTo>
                    <a:pt x="89534" y="109219"/>
                  </a:lnTo>
                  <a:lnTo>
                    <a:pt x="89534" y="8889"/>
                  </a:lnTo>
                  <a:close/>
                  <a:moveTo>
                    <a:pt x="3894450" y="0"/>
                  </a:moveTo>
                  <a:lnTo>
                    <a:pt x="3894450" y="30480"/>
                  </a:lnTo>
                  <a:lnTo>
                    <a:pt x="3913500" y="30480"/>
                  </a:lnTo>
                  <a:lnTo>
                    <a:pt x="3913500" y="44450"/>
                  </a:lnTo>
                  <a:lnTo>
                    <a:pt x="3894450" y="44450"/>
                  </a:lnTo>
                  <a:lnTo>
                    <a:pt x="3894450" y="86995"/>
                  </a:lnTo>
                  <a:cubicBezTo>
                    <a:pt x="3894450" y="86995"/>
                    <a:pt x="3894450" y="90170"/>
                    <a:pt x="3894450" y="91440"/>
                  </a:cubicBezTo>
                  <a:cubicBezTo>
                    <a:pt x="3894450" y="92710"/>
                    <a:pt x="3895085" y="93345"/>
                    <a:pt x="3895720" y="94615"/>
                  </a:cubicBezTo>
                  <a:cubicBezTo>
                    <a:pt x="3896355" y="95250"/>
                    <a:pt x="3896990" y="95885"/>
                    <a:pt x="3898260" y="95885"/>
                  </a:cubicBezTo>
                  <a:cubicBezTo>
                    <a:pt x="3899530" y="95885"/>
                    <a:pt x="3900800" y="95885"/>
                    <a:pt x="3902070" y="95885"/>
                  </a:cubicBezTo>
                  <a:cubicBezTo>
                    <a:pt x="3903975" y="95885"/>
                    <a:pt x="3905880" y="95885"/>
                    <a:pt x="3908420" y="95250"/>
                  </a:cubicBezTo>
                  <a:cubicBezTo>
                    <a:pt x="3910325" y="94615"/>
                    <a:pt x="3912230" y="93980"/>
                    <a:pt x="3913500" y="93345"/>
                  </a:cubicBezTo>
                  <a:lnTo>
                    <a:pt x="3911595" y="106680"/>
                  </a:lnTo>
                  <a:cubicBezTo>
                    <a:pt x="3911595" y="106680"/>
                    <a:pt x="3907785" y="108585"/>
                    <a:pt x="3905245" y="109220"/>
                  </a:cubicBezTo>
                  <a:cubicBezTo>
                    <a:pt x="3902705" y="109855"/>
                    <a:pt x="3900165" y="110490"/>
                    <a:pt x="3896990" y="110490"/>
                  </a:cubicBezTo>
                  <a:cubicBezTo>
                    <a:pt x="3894450" y="110490"/>
                    <a:pt x="3891910" y="110490"/>
                    <a:pt x="3890005" y="109220"/>
                  </a:cubicBezTo>
                  <a:cubicBezTo>
                    <a:pt x="3888100" y="108585"/>
                    <a:pt x="3886195" y="107315"/>
                    <a:pt x="3884290" y="105410"/>
                  </a:cubicBezTo>
                  <a:cubicBezTo>
                    <a:pt x="3882385" y="103505"/>
                    <a:pt x="3881115" y="101600"/>
                    <a:pt x="3880480" y="99060"/>
                  </a:cubicBezTo>
                  <a:cubicBezTo>
                    <a:pt x="3879845" y="96520"/>
                    <a:pt x="3879210" y="93345"/>
                    <a:pt x="3879210" y="89535"/>
                  </a:cubicBezTo>
                  <a:lnTo>
                    <a:pt x="3879210" y="44450"/>
                  </a:lnTo>
                  <a:lnTo>
                    <a:pt x="3868415" y="44450"/>
                  </a:lnTo>
                  <a:lnTo>
                    <a:pt x="3868415" y="30480"/>
                  </a:lnTo>
                  <a:lnTo>
                    <a:pt x="3879210" y="30480"/>
                  </a:lnTo>
                  <a:lnTo>
                    <a:pt x="3879210" y="8255"/>
                  </a:lnTo>
                  <a:close/>
                  <a:moveTo>
                    <a:pt x="3664581" y="0"/>
                  </a:moveTo>
                  <a:lnTo>
                    <a:pt x="3664581" y="30480"/>
                  </a:lnTo>
                  <a:lnTo>
                    <a:pt x="3683631" y="30480"/>
                  </a:lnTo>
                  <a:lnTo>
                    <a:pt x="3683631" y="44450"/>
                  </a:lnTo>
                  <a:lnTo>
                    <a:pt x="3664581" y="44450"/>
                  </a:lnTo>
                  <a:lnTo>
                    <a:pt x="3664581" y="86995"/>
                  </a:lnTo>
                  <a:cubicBezTo>
                    <a:pt x="3664581" y="86995"/>
                    <a:pt x="3664581" y="90170"/>
                    <a:pt x="3664581" y="91440"/>
                  </a:cubicBezTo>
                  <a:cubicBezTo>
                    <a:pt x="3664581" y="92710"/>
                    <a:pt x="3665216" y="93345"/>
                    <a:pt x="3665851" y="94615"/>
                  </a:cubicBezTo>
                  <a:cubicBezTo>
                    <a:pt x="3666486" y="95250"/>
                    <a:pt x="3667121" y="95885"/>
                    <a:pt x="3668391" y="95885"/>
                  </a:cubicBezTo>
                  <a:cubicBezTo>
                    <a:pt x="3669661" y="95885"/>
                    <a:pt x="3670931" y="95885"/>
                    <a:pt x="3672201" y="95885"/>
                  </a:cubicBezTo>
                  <a:cubicBezTo>
                    <a:pt x="3674106" y="95885"/>
                    <a:pt x="3676011" y="95885"/>
                    <a:pt x="3678551" y="95250"/>
                  </a:cubicBezTo>
                  <a:cubicBezTo>
                    <a:pt x="3680456" y="94615"/>
                    <a:pt x="3682361" y="93980"/>
                    <a:pt x="3683631" y="93345"/>
                  </a:cubicBezTo>
                  <a:lnTo>
                    <a:pt x="3681726" y="106680"/>
                  </a:lnTo>
                  <a:cubicBezTo>
                    <a:pt x="3681726" y="106680"/>
                    <a:pt x="3677916" y="108585"/>
                    <a:pt x="3675376" y="109220"/>
                  </a:cubicBezTo>
                  <a:cubicBezTo>
                    <a:pt x="3672836" y="109855"/>
                    <a:pt x="3670296" y="110490"/>
                    <a:pt x="3667121" y="110490"/>
                  </a:cubicBezTo>
                  <a:cubicBezTo>
                    <a:pt x="3664581" y="110490"/>
                    <a:pt x="3662041" y="110490"/>
                    <a:pt x="3660136" y="109220"/>
                  </a:cubicBezTo>
                  <a:cubicBezTo>
                    <a:pt x="3658231" y="108585"/>
                    <a:pt x="3656326" y="107315"/>
                    <a:pt x="3654421" y="105410"/>
                  </a:cubicBezTo>
                  <a:cubicBezTo>
                    <a:pt x="3652516" y="103505"/>
                    <a:pt x="3651246" y="101600"/>
                    <a:pt x="3650611" y="99060"/>
                  </a:cubicBezTo>
                  <a:cubicBezTo>
                    <a:pt x="3649976" y="96520"/>
                    <a:pt x="3649341" y="93345"/>
                    <a:pt x="3649341" y="89535"/>
                  </a:cubicBezTo>
                  <a:lnTo>
                    <a:pt x="3649341" y="44450"/>
                  </a:lnTo>
                  <a:lnTo>
                    <a:pt x="3638546" y="44450"/>
                  </a:lnTo>
                  <a:lnTo>
                    <a:pt x="3638546" y="30480"/>
                  </a:lnTo>
                  <a:lnTo>
                    <a:pt x="3649341" y="30480"/>
                  </a:lnTo>
                  <a:lnTo>
                    <a:pt x="3649341" y="8255"/>
                  </a:lnTo>
                  <a:close/>
                  <a:moveTo>
                    <a:pt x="3610605" y="0"/>
                  </a:moveTo>
                  <a:lnTo>
                    <a:pt x="3610605" y="30480"/>
                  </a:lnTo>
                  <a:lnTo>
                    <a:pt x="3629655" y="30480"/>
                  </a:lnTo>
                  <a:lnTo>
                    <a:pt x="3629655" y="44450"/>
                  </a:lnTo>
                  <a:lnTo>
                    <a:pt x="3610605" y="44450"/>
                  </a:lnTo>
                  <a:lnTo>
                    <a:pt x="3610605" y="86995"/>
                  </a:lnTo>
                  <a:cubicBezTo>
                    <a:pt x="3610605" y="86995"/>
                    <a:pt x="3610605" y="90170"/>
                    <a:pt x="3610605" y="91440"/>
                  </a:cubicBezTo>
                  <a:cubicBezTo>
                    <a:pt x="3610605" y="92710"/>
                    <a:pt x="3611240" y="93345"/>
                    <a:pt x="3611875" y="94615"/>
                  </a:cubicBezTo>
                  <a:cubicBezTo>
                    <a:pt x="3612510" y="95250"/>
                    <a:pt x="3613145" y="95885"/>
                    <a:pt x="3614415" y="95885"/>
                  </a:cubicBezTo>
                  <a:cubicBezTo>
                    <a:pt x="3615685" y="95885"/>
                    <a:pt x="3616955" y="95885"/>
                    <a:pt x="3618225" y="95885"/>
                  </a:cubicBezTo>
                  <a:cubicBezTo>
                    <a:pt x="3620130" y="95885"/>
                    <a:pt x="3622035" y="95885"/>
                    <a:pt x="3624575" y="95250"/>
                  </a:cubicBezTo>
                  <a:cubicBezTo>
                    <a:pt x="3626480" y="94615"/>
                    <a:pt x="3628385" y="93980"/>
                    <a:pt x="3629655" y="93345"/>
                  </a:cubicBezTo>
                  <a:lnTo>
                    <a:pt x="3627750" y="106680"/>
                  </a:lnTo>
                  <a:cubicBezTo>
                    <a:pt x="3627750" y="106680"/>
                    <a:pt x="3623940" y="108585"/>
                    <a:pt x="3621400" y="109220"/>
                  </a:cubicBezTo>
                  <a:cubicBezTo>
                    <a:pt x="3618860" y="109855"/>
                    <a:pt x="3616320" y="110490"/>
                    <a:pt x="3613145" y="110490"/>
                  </a:cubicBezTo>
                  <a:cubicBezTo>
                    <a:pt x="3610605" y="110490"/>
                    <a:pt x="3608065" y="110490"/>
                    <a:pt x="3606160" y="109220"/>
                  </a:cubicBezTo>
                  <a:cubicBezTo>
                    <a:pt x="3604255" y="108585"/>
                    <a:pt x="3602350" y="107315"/>
                    <a:pt x="3600445" y="105410"/>
                  </a:cubicBezTo>
                  <a:cubicBezTo>
                    <a:pt x="3598540" y="103505"/>
                    <a:pt x="3597270" y="101600"/>
                    <a:pt x="3596635" y="99060"/>
                  </a:cubicBezTo>
                  <a:cubicBezTo>
                    <a:pt x="3596000" y="96520"/>
                    <a:pt x="3595365" y="93345"/>
                    <a:pt x="3595365" y="89535"/>
                  </a:cubicBezTo>
                  <a:lnTo>
                    <a:pt x="3595365" y="44450"/>
                  </a:lnTo>
                  <a:lnTo>
                    <a:pt x="3584570" y="44450"/>
                  </a:lnTo>
                  <a:lnTo>
                    <a:pt x="3584570" y="30480"/>
                  </a:lnTo>
                  <a:lnTo>
                    <a:pt x="3595365" y="30480"/>
                  </a:lnTo>
                  <a:lnTo>
                    <a:pt x="3595365" y="8255"/>
                  </a:lnTo>
                  <a:close/>
                  <a:moveTo>
                    <a:pt x="3445505" y="0"/>
                  </a:moveTo>
                  <a:lnTo>
                    <a:pt x="3445505" y="37465"/>
                  </a:lnTo>
                  <a:cubicBezTo>
                    <a:pt x="3445505" y="37465"/>
                    <a:pt x="3448680" y="34925"/>
                    <a:pt x="3449950" y="33655"/>
                  </a:cubicBezTo>
                  <a:cubicBezTo>
                    <a:pt x="3451220" y="33020"/>
                    <a:pt x="3452490" y="31750"/>
                    <a:pt x="3453760" y="31115"/>
                  </a:cubicBezTo>
                  <a:cubicBezTo>
                    <a:pt x="3455030" y="30480"/>
                    <a:pt x="3456935" y="29845"/>
                    <a:pt x="3458840" y="29210"/>
                  </a:cubicBezTo>
                  <a:cubicBezTo>
                    <a:pt x="3460745" y="29210"/>
                    <a:pt x="3463285" y="28575"/>
                    <a:pt x="3465825" y="28575"/>
                  </a:cubicBezTo>
                  <a:cubicBezTo>
                    <a:pt x="3470270" y="28575"/>
                    <a:pt x="3474080" y="29210"/>
                    <a:pt x="3477890" y="31115"/>
                  </a:cubicBezTo>
                  <a:cubicBezTo>
                    <a:pt x="3481700" y="32385"/>
                    <a:pt x="3484875" y="34925"/>
                    <a:pt x="3487415" y="38735"/>
                  </a:cubicBezTo>
                  <a:cubicBezTo>
                    <a:pt x="3489955" y="41910"/>
                    <a:pt x="3492495" y="46355"/>
                    <a:pt x="3493765" y="51435"/>
                  </a:cubicBezTo>
                  <a:cubicBezTo>
                    <a:pt x="3495035" y="56515"/>
                    <a:pt x="3496305" y="62865"/>
                    <a:pt x="3496305" y="70485"/>
                  </a:cubicBezTo>
                  <a:lnTo>
                    <a:pt x="3495670" y="71120"/>
                  </a:lnTo>
                  <a:cubicBezTo>
                    <a:pt x="3495670" y="77470"/>
                    <a:pt x="3495035" y="83820"/>
                    <a:pt x="3493130" y="88265"/>
                  </a:cubicBezTo>
                  <a:cubicBezTo>
                    <a:pt x="3491225" y="93345"/>
                    <a:pt x="3489320" y="97155"/>
                    <a:pt x="3486145" y="100330"/>
                  </a:cubicBezTo>
                  <a:cubicBezTo>
                    <a:pt x="3483605" y="103505"/>
                    <a:pt x="3479795" y="106045"/>
                    <a:pt x="3476620" y="107315"/>
                  </a:cubicBezTo>
                  <a:cubicBezTo>
                    <a:pt x="3472810" y="109220"/>
                    <a:pt x="3469000" y="109855"/>
                    <a:pt x="3465190" y="109855"/>
                  </a:cubicBezTo>
                  <a:cubicBezTo>
                    <a:pt x="3461380" y="109855"/>
                    <a:pt x="3457570" y="109220"/>
                    <a:pt x="3454395" y="107315"/>
                  </a:cubicBezTo>
                  <a:cubicBezTo>
                    <a:pt x="3450585" y="105410"/>
                    <a:pt x="3448045" y="103505"/>
                    <a:pt x="3445505" y="100965"/>
                  </a:cubicBezTo>
                  <a:lnTo>
                    <a:pt x="3445505" y="107950"/>
                  </a:lnTo>
                  <a:lnTo>
                    <a:pt x="3430265" y="107950"/>
                  </a:lnTo>
                  <a:lnTo>
                    <a:pt x="3430265" y="7620"/>
                  </a:lnTo>
                  <a:close/>
                  <a:moveTo>
                    <a:pt x="2380611" y="0"/>
                  </a:moveTo>
                  <a:lnTo>
                    <a:pt x="2380611" y="30480"/>
                  </a:lnTo>
                  <a:lnTo>
                    <a:pt x="2399661" y="30480"/>
                  </a:lnTo>
                  <a:lnTo>
                    <a:pt x="2399661" y="44450"/>
                  </a:lnTo>
                  <a:lnTo>
                    <a:pt x="2380611" y="44450"/>
                  </a:lnTo>
                  <a:lnTo>
                    <a:pt x="2380611" y="86995"/>
                  </a:lnTo>
                  <a:cubicBezTo>
                    <a:pt x="2380611" y="86995"/>
                    <a:pt x="2380611" y="90170"/>
                    <a:pt x="2380611" y="91440"/>
                  </a:cubicBezTo>
                  <a:cubicBezTo>
                    <a:pt x="2380611" y="92710"/>
                    <a:pt x="2381246" y="93345"/>
                    <a:pt x="2381881" y="94615"/>
                  </a:cubicBezTo>
                  <a:cubicBezTo>
                    <a:pt x="2382516" y="95250"/>
                    <a:pt x="2383151" y="95885"/>
                    <a:pt x="2384421" y="95885"/>
                  </a:cubicBezTo>
                  <a:cubicBezTo>
                    <a:pt x="2385691" y="95885"/>
                    <a:pt x="2386961" y="95885"/>
                    <a:pt x="2388231" y="95885"/>
                  </a:cubicBezTo>
                  <a:cubicBezTo>
                    <a:pt x="2390136" y="95885"/>
                    <a:pt x="2392041" y="95885"/>
                    <a:pt x="2394581" y="95250"/>
                  </a:cubicBezTo>
                  <a:cubicBezTo>
                    <a:pt x="2396486" y="94615"/>
                    <a:pt x="2398391" y="93980"/>
                    <a:pt x="2399661" y="93345"/>
                  </a:cubicBezTo>
                  <a:lnTo>
                    <a:pt x="2397756" y="106680"/>
                  </a:lnTo>
                  <a:cubicBezTo>
                    <a:pt x="2397756" y="106680"/>
                    <a:pt x="2393946" y="108585"/>
                    <a:pt x="2391406" y="109220"/>
                  </a:cubicBezTo>
                  <a:cubicBezTo>
                    <a:pt x="2388866" y="109855"/>
                    <a:pt x="2386326" y="110490"/>
                    <a:pt x="2383151" y="110490"/>
                  </a:cubicBezTo>
                  <a:cubicBezTo>
                    <a:pt x="2380611" y="110490"/>
                    <a:pt x="2378071" y="110490"/>
                    <a:pt x="2376166" y="109220"/>
                  </a:cubicBezTo>
                  <a:cubicBezTo>
                    <a:pt x="2374261" y="108585"/>
                    <a:pt x="2372356" y="107315"/>
                    <a:pt x="2370451" y="105410"/>
                  </a:cubicBezTo>
                  <a:cubicBezTo>
                    <a:pt x="2368546" y="103505"/>
                    <a:pt x="2367276" y="101600"/>
                    <a:pt x="2366641" y="99060"/>
                  </a:cubicBezTo>
                  <a:cubicBezTo>
                    <a:pt x="2366006" y="96520"/>
                    <a:pt x="2365371" y="93345"/>
                    <a:pt x="2365371" y="89535"/>
                  </a:cubicBezTo>
                  <a:lnTo>
                    <a:pt x="2365371" y="44450"/>
                  </a:lnTo>
                  <a:lnTo>
                    <a:pt x="2354576" y="44450"/>
                  </a:lnTo>
                  <a:lnTo>
                    <a:pt x="2354576" y="30480"/>
                  </a:lnTo>
                  <a:lnTo>
                    <a:pt x="2365371" y="30480"/>
                  </a:lnTo>
                  <a:lnTo>
                    <a:pt x="2365371" y="8255"/>
                  </a:lnTo>
                  <a:close/>
                  <a:moveTo>
                    <a:pt x="2150741" y="0"/>
                  </a:moveTo>
                  <a:lnTo>
                    <a:pt x="2150741" y="30480"/>
                  </a:lnTo>
                  <a:lnTo>
                    <a:pt x="2169791" y="30480"/>
                  </a:lnTo>
                  <a:lnTo>
                    <a:pt x="2169791" y="44450"/>
                  </a:lnTo>
                  <a:lnTo>
                    <a:pt x="2150741" y="44450"/>
                  </a:lnTo>
                  <a:lnTo>
                    <a:pt x="2150741" y="86995"/>
                  </a:lnTo>
                  <a:cubicBezTo>
                    <a:pt x="2150741" y="86995"/>
                    <a:pt x="2150741" y="90170"/>
                    <a:pt x="2150741" y="91440"/>
                  </a:cubicBezTo>
                  <a:cubicBezTo>
                    <a:pt x="2150741" y="92710"/>
                    <a:pt x="2151376" y="93345"/>
                    <a:pt x="2152011" y="94615"/>
                  </a:cubicBezTo>
                  <a:cubicBezTo>
                    <a:pt x="2152646" y="95250"/>
                    <a:pt x="2153281" y="95885"/>
                    <a:pt x="2154551" y="95885"/>
                  </a:cubicBezTo>
                  <a:cubicBezTo>
                    <a:pt x="2155821" y="95885"/>
                    <a:pt x="2157091" y="95885"/>
                    <a:pt x="2158361" y="95885"/>
                  </a:cubicBezTo>
                  <a:cubicBezTo>
                    <a:pt x="2160266" y="95885"/>
                    <a:pt x="2162171" y="95885"/>
                    <a:pt x="2164711" y="95250"/>
                  </a:cubicBezTo>
                  <a:cubicBezTo>
                    <a:pt x="2166616" y="94615"/>
                    <a:pt x="2168521" y="93980"/>
                    <a:pt x="2169791" y="93345"/>
                  </a:cubicBezTo>
                  <a:lnTo>
                    <a:pt x="2167886" y="106680"/>
                  </a:lnTo>
                  <a:cubicBezTo>
                    <a:pt x="2167886" y="106680"/>
                    <a:pt x="2164076" y="108585"/>
                    <a:pt x="2161536" y="109220"/>
                  </a:cubicBezTo>
                  <a:cubicBezTo>
                    <a:pt x="2158996" y="109855"/>
                    <a:pt x="2156456" y="110490"/>
                    <a:pt x="2153281" y="110490"/>
                  </a:cubicBezTo>
                  <a:cubicBezTo>
                    <a:pt x="2150741" y="110490"/>
                    <a:pt x="2148201" y="110490"/>
                    <a:pt x="2146296" y="109220"/>
                  </a:cubicBezTo>
                  <a:cubicBezTo>
                    <a:pt x="2144391" y="108585"/>
                    <a:pt x="2142486" y="107315"/>
                    <a:pt x="2140581" y="105410"/>
                  </a:cubicBezTo>
                  <a:cubicBezTo>
                    <a:pt x="2138676" y="103505"/>
                    <a:pt x="2137406" y="101600"/>
                    <a:pt x="2136771" y="99060"/>
                  </a:cubicBezTo>
                  <a:cubicBezTo>
                    <a:pt x="2136136" y="96520"/>
                    <a:pt x="2135501" y="93345"/>
                    <a:pt x="2135501" y="89535"/>
                  </a:cubicBezTo>
                  <a:lnTo>
                    <a:pt x="2135501" y="44450"/>
                  </a:lnTo>
                  <a:lnTo>
                    <a:pt x="2124706" y="44450"/>
                  </a:lnTo>
                  <a:lnTo>
                    <a:pt x="2124706" y="30480"/>
                  </a:lnTo>
                  <a:lnTo>
                    <a:pt x="2135501" y="30480"/>
                  </a:lnTo>
                  <a:lnTo>
                    <a:pt x="2135501" y="8255"/>
                  </a:lnTo>
                  <a:close/>
                  <a:moveTo>
                    <a:pt x="2096131" y="0"/>
                  </a:moveTo>
                  <a:lnTo>
                    <a:pt x="2096131" y="30480"/>
                  </a:lnTo>
                  <a:lnTo>
                    <a:pt x="2115181" y="30480"/>
                  </a:lnTo>
                  <a:lnTo>
                    <a:pt x="2115181" y="44450"/>
                  </a:lnTo>
                  <a:lnTo>
                    <a:pt x="2096131" y="44450"/>
                  </a:lnTo>
                  <a:lnTo>
                    <a:pt x="2096131" y="86995"/>
                  </a:lnTo>
                  <a:cubicBezTo>
                    <a:pt x="2096131" y="86995"/>
                    <a:pt x="2096131" y="90170"/>
                    <a:pt x="2096131" y="91440"/>
                  </a:cubicBezTo>
                  <a:cubicBezTo>
                    <a:pt x="2096131" y="92710"/>
                    <a:pt x="2096766" y="93345"/>
                    <a:pt x="2097401" y="94615"/>
                  </a:cubicBezTo>
                  <a:cubicBezTo>
                    <a:pt x="2098036" y="95250"/>
                    <a:pt x="2098671" y="95885"/>
                    <a:pt x="2099941" y="95885"/>
                  </a:cubicBezTo>
                  <a:cubicBezTo>
                    <a:pt x="2101211" y="95885"/>
                    <a:pt x="2102481" y="95885"/>
                    <a:pt x="2103751" y="95885"/>
                  </a:cubicBezTo>
                  <a:cubicBezTo>
                    <a:pt x="2105656" y="95885"/>
                    <a:pt x="2107561" y="95885"/>
                    <a:pt x="2110101" y="95250"/>
                  </a:cubicBezTo>
                  <a:cubicBezTo>
                    <a:pt x="2112006" y="94615"/>
                    <a:pt x="2113911" y="93980"/>
                    <a:pt x="2115181" y="93345"/>
                  </a:cubicBezTo>
                  <a:lnTo>
                    <a:pt x="2113276" y="106680"/>
                  </a:lnTo>
                  <a:cubicBezTo>
                    <a:pt x="2113276" y="106680"/>
                    <a:pt x="2109466" y="108585"/>
                    <a:pt x="2106926" y="109220"/>
                  </a:cubicBezTo>
                  <a:cubicBezTo>
                    <a:pt x="2104386" y="109855"/>
                    <a:pt x="2101846" y="110490"/>
                    <a:pt x="2098671" y="110490"/>
                  </a:cubicBezTo>
                  <a:cubicBezTo>
                    <a:pt x="2096131" y="110490"/>
                    <a:pt x="2093591" y="110490"/>
                    <a:pt x="2091686" y="109220"/>
                  </a:cubicBezTo>
                  <a:cubicBezTo>
                    <a:pt x="2089781" y="108585"/>
                    <a:pt x="2087876" y="107315"/>
                    <a:pt x="2085971" y="105410"/>
                  </a:cubicBezTo>
                  <a:cubicBezTo>
                    <a:pt x="2084066" y="103505"/>
                    <a:pt x="2082796" y="101600"/>
                    <a:pt x="2082161" y="99060"/>
                  </a:cubicBezTo>
                  <a:cubicBezTo>
                    <a:pt x="2081526" y="96520"/>
                    <a:pt x="2080891" y="93345"/>
                    <a:pt x="2080891" y="89535"/>
                  </a:cubicBezTo>
                  <a:lnTo>
                    <a:pt x="2080891" y="44450"/>
                  </a:lnTo>
                  <a:lnTo>
                    <a:pt x="2070096" y="44450"/>
                  </a:lnTo>
                  <a:lnTo>
                    <a:pt x="2070096" y="30480"/>
                  </a:lnTo>
                  <a:lnTo>
                    <a:pt x="2080891" y="30480"/>
                  </a:lnTo>
                  <a:lnTo>
                    <a:pt x="2080891" y="8255"/>
                  </a:lnTo>
                  <a:close/>
                  <a:moveTo>
                    <a:pt x="1931665" y="0"/>
                  </a:moveTo>
                  <a:lnTo>
                    <a:pt x="1931665" y="37465"/>
                  </a:lnTo>
                  <a:cubicBezTo>
                    <a:pt x="1931665" y="37465"/>
                    <a:pt x="1934840" y="34925"/>
                    <a:pt x="1936110" y="33655"/>
                  </a:cubicBezTo>
                  <a:cubicBezTo>
                    <a:pt x="1937380" y="33020"/>
                    <a:pt x="1938650" y="31750"/>
                    <a:pt x="1939920" y="31115"/>
                  </a:cubicBezTo>
                  <a:cubicBezTo>
                    <a:pt x="1941190" y="30480"/>
                    <a:pt x="1943095" y="29845"/>
                    <a:pt x="1945000" y="29210"/>
                  </a:cubicBezTo>
                  <a:cubicBezTo>
                    <a:pt x="1946905" y="29210"/>
                    <a:pt x="1949445" y="28575"/>
                    <a:pt x="1951985" y="28575"/>
                  </a:cubicBezTo>
                  <a:cubicBezTo>
                    <a:pt x="1956430" y="28575"/>
                    <a:pt x="1960240" y="29210"/>
                    <a:pt x="1964050" y="31115"/>
                  </a:cubicBezTo>
                  <a:cubicBezTo>
                    <a:pt x="1967860" y="32385"/>
                    <a:pt x="1971035" y="34925"/>
                    <a:pt x="1973575" y="38735"/>
                  </a:cubicBezTo>
                  <a:cubicBezTo>
                    <a:pt x="1976115" y="41910"/>
                    <a:pt x="1978655" y="46355"/>
                    <a:pt x="1979925" y="51435"/>
                  </a:cubicBezTo>
                  <a:cubicBezTo>
                    <a:pt x="1981195" y="56515"/>
                    <a:pt x="1982465" y="62865"/>
                    <a:pt x="1982465" y="70485"/>
                  </a:cubicBezTo>
                  <a:lnTo>
                    <a:pt x="1981830" y="71120"/>
                  </a:lnTo>
                  <a:cubicBezTo>
                    <a:pt x="1981830" y="77470"/>
                    <a:pt x="1981195" y="83820"/>
                    <a:pt x="1979290" y="88265"/>
                  </a:cubicBezTo>
                  <a:cubicBezTo>
                    <a:pt x="1977385" y="93345"/>
                    <a:pt x="1975480" y="97155"/>
                    <a:pt x="1972305" y="100330"/>
                  </a:cubicBezTo>
                  <a:cubicBezTo>
                    <a:pt x="1969765" y="103505"/>
                    <a:pt x="1965955" y="106045"/>
                    <a:pt x="1962780" y="107315"/>
                  </a:cubicBezTo>
                  <a:cubicBezTo>
                    <a:pt x="1958970" y="109220"/>
                    <a:pt x="1955160" y="109855"/>
                    <a:pt x="1951350" y="109855"/>
                  </a:cubicBezTo>
                  <a:cubicBezTo>
                    <a:pt x="1947540" y="109855"/>
                    <a:pt x="1943730" y="109220"/>
                    <a:pt x="1940555" y="107315"/>
                  </a:cubicBezTo>
                  <a:cubicBezTo>
                    <a:pt x="1936745" y="105410"/>
                    <a:pt x="1934205" y="103505"/>
                    <a:pt x="1931665" y="100965"/>
                  </a:cubicBezTo>
                  <a:lnTo>
                    <a:pt x="1931665" y="107950"/>
                  </a:lnTo>
                  <a:lnTo>
                    <a:pt x="1916425" y="107950"/>
                  </a:lnTo>
                  <a:lnTo>
                    <a:pt x="1916425" y="7620"/>
                  </a:lnTo>
                  <a:close/>
                  <a:moveTo>
                    <a:pt x="1316991" y="0"/>
                  </a:moveTo>
                  <a:lnTo>
                    <a:pt x="1316991" y="30480"/>
                  </a:lnTo>
                  <a:lnTo>
                    <a:pt x="1336041" y="30480"/>
                  </a:lnTo>
                  <a:lnTo>
                    <a:pt x="1336041" y="44450"/>
                  </a:lnTo>
                  <a:lnTo>
                    <a:pt x="1316991" y="44450"/>
                  </a:lnTo>
                  <a:lnTo>
                    <a:pt x="1316991" y="86995"/>
                  </a:lnTo>
                  <a:cubicBezTo>
                    <a:pt x="1316991" y="86995"/>
                    <a:pt x="1316991" y="90170"/>
                    <a:pt x="1316991" y="91440"/>
                  </a:cubicBezTo>
                  <a:cubicBezTo>
                    <a:pt x="1316991" y="92710"/>
                    <a:pt x="1317627" y="93345"/>
                    <a:pt x="1318261" y="94615"/>
                  </a:cubicBezTo>
                  <a:cubicBezTo>
                    <a:pt x="1318896" y="95250"/>
                    <a:pt x="1319531" y="95885"/>
                    <a:pt x="1320801" y="95885"/>
                  </a:cubicBezTo>
                  <a:cubicBezTo>
                    <a:pt x="1322072" y="95885"/>
                    <a:pt x="1323341" y="95885"/>
                    <a:pt x="1324611" y="95885"/>
                  </a:cubicBezTo>
                  <a:cubicBezTo>
                    <a:pt x="1326516" y="95885"/>
                    <a:pt x="1328422" y="95885"/>
                    <a:pt x="1330961" y="95250"/>
                  </a:cubicBezTo>
                  <a:cubicBezTo>
                    <a:pt x="1332867" y="94615"/>
                    <a:pt x="1334772" y="93980"/>
                    <a:pt x="1336041" y="93345"/>
                  </a:cubicBezTo>
                  <a:lnTo>
                    <a:pt x="1334136" y="106680"/>
                  </a:lnTo>
                  <a:cubicBezTo>
                    <a:pt x="1334136" y="106680"/>
                    <a:pt x="1330326" y="108585"/>
                    <a:pt x="1327786" y="109220"/>
                  </a:cubicBezTo>
                  <a:cubicBezTo>
                    <a:pt x="1325246" y="109855"/>
                    <a:pt x="1322706" y="110490"/>
                    <a:pt x="1319531" y="110490"/>
                  </a:cubicBezTo>
                  <a:cubicBezTo>
                    <a:pt x="1316991" y="110490"/>
                    <a:pt x="1314451" y="110490"/>
                    <a:pt x="1312546" y="109220"/>
                  </a:cubicBezTo>
                  <a:cubicBezTo>
                    <a:pt x="1310641" y="108585"/>
                    <a:pt x="1308736" y="107315"/>
                    <a:pt x="1306831" y="105410"/>
                  </a:cubicBezTo>
                  <a:cubicBezTo>
                    <a:pt x="1304926" y="103505"/>
                    <a:pt x="1303656" y="101600"/>
                    <a:pt x="1303021" y="99060"/>
                  </a:cubicBezTo>
                  <a:cubicBezTo>
                    <a:pt x="1302386" y="96520"/>
                    <a:pt x="1301751" y="93345"/>
                    <a:pt x="1301751" y="89535"/>
                  </a:cubicBezTo>
                  <a:lnTo>
                    <a:pt x="1301751" y="44450"/>
                  </a:lnTo>
                  <a:lnTo>
                    <a:pt x="1290956" y="44450"/>
                  </a:lnTo>
                  <a:lnTo>
                    <a:pt x="1290956" y="30480"/>
                  </a:lnTo>
                  <a:lnTo>
                    <a:pt x="1301751" y="30480"/>
                  </a:lnTo>
                  <a:lnTo>
                    <a:pt x="1301751" y="8255"/>
                  </a:lnTo>
                  <a:close/>
                  <a:moveTo>
                    <a:pt x="751206" y="0"/>
                  </a:moveTo>
                  <a:lnTo>
                    <a:pt x="751206" y="30480"/>
                  </a:lnTo>
                  <a:lnTo>
                    <a:pt x="770256" y="30480"/>
                  </a:lnTo>
                  <a:lnTo>
                    <a:pt x="770256" y="44450"/>
                  </a:lnTo>
                  <a:lnTo>
                    <a:pt x="751206" y="44450"/>
                  </a:lnTo>
                  <a:lnTo>
                    <a:pt x="751206" y="86995"/>
                  </a:lnTo>
                  <a:cubicBezTo>
                    <a:pt x="751206" y="86995"/>
                    <a:pt x="751206" y="90170"/>
                    <a:pt x="751206" y="91440"/>
                  </a:cubicBezTo>
                  <a:cubicBezTo>
                    <a:pt x="751206" y="92710"/>
                    <a:pt x="751841" y="93345"/>
                    <a:pt x="752476" y="94615"/>
                  </a:cubicBezTo>
                  <a:cubicBezTo>
                    <a:pt x="753111" y="95250"/>
                    <a:pt x="753746" y="95885"/>
                    <a:pt x="755016" y="95885"/>
                  </a:cubicBezTo>
                  <a:cubicBezTo>
                    <a:pt x="756286" y="95885"/>
                    <a:pt x="757556" y="95885"/>
                    <a:pt x="758826" y="95885"/>
                  </a:cubicBezTo>
                  <a:cubicBezTo>
                    <a:pt x="760731" y="95885"/>
                    <a:pt x="762636" y="95885"/>
                    <a:pt x="765176" y="95250"/>
                  </a:cubicBezTo>
                  <a:cubicBezTo>
                    <a:pt x="767081" y="94615"/>
                    <a:pt x="768986" y="93980"/>
                    <a:pt x="770256" y="93345"/>
                  </a:cubicBezTo>
                  <a:lnTo>
                    <a:pt x="768351" y="106680"/>
                  </a:lnTo>
                  <a:cubicBezTo>
                    <a:pt x="768351" y="106680"/>
                    <a:pt x="764541" y="108585"/>
                    <a:pt x="762001" y="109220"/>
                  </a:cubicBezTo>
                  <a:cubicBezTo>
                    <a:pt x="759461" y="109855"/>
                    <a:pt x="756921" y="110490"/>
                    <a:pt x="753746" y="110490"/>
                  </a:cubicBezTo>
                  <a:cubicBezTo>
                    <a:pt x="751206" y="110490"/>
                    <a:pt x="748666" y="110490"/>
                    <a:pt x="746761" y="109220"/>
                  </a:cubicBezTo>
                  <a:cubicBezTo>
                    <a:pt x="744856" y="108585"/>
                    <a:pt x="742951" y="107315"/>
                    <a:pt x="741045" y="105410"/>
                  </a:cubicBezTo>
                  <a:cubicBezTo>
                    <a:pt x="739141" y="103505"/>
                    <a:pt x="737871" y="101600"/>
                    <a:pt x="737236" y="99060"/>
                  </a:cubicBezTo>
                  <a:cubicBezTo>
                    <a:pt x="736600" y="96520"/>
                    <a:pt x="735966" y="93345"/>
                    <a:pt x="735966" y="89535"/>
                  </a:cubicBezTo>
                  <a:lnTo>
                    <a:pt x="735966" y="44450"/>
                  </a:lnTo>
                  <a:lnTo>
                    <a:pt x="725171" y="44450"/>
                  </a:lnTo>
                  <a:lnTo>
                    <a:pt x="725171" y="30480"/>
                  </a:lnTo>
                  <a:lnTo>
                    <a:pt x="735966" y="30480"/>
                  </a:lnTo>
                  <a:lnTo>
                    <a:pt x="735966" y="8255"/>
                  </a:lnTo>
                  <a:close/>
                  <a:moveTo>
                    <a:pt x="521335" y="0"/>
                  </a:moveTo>
                  <a:lnTo>
                    <a:pt x="521335" y="30480"/>
                  </a:lnTo>
                  <a:lnTo>
                    <a:pt x="540385" y="30480"/>
                  </a:lnTo>
                  <a:lnTo>
                    <a:pt x="540385" y="44450"/>
                  </a:lnTo>
                  <a:lnTo>
                    <a:pt x="521335" y="44450"/>
                  </a:lnTo>
                  <a:lnTo>
                    <a:pt x="521335" y="86995"/>
                  </a:lnTo>
                  <a:cubicBezTo>
                    <a:pt x="521335" y="86995"/>
                    <a:pt x="521335" y="90170"/>
                    <a:pt x="521335" y="91440"/>
                  </a:cubicBezTo>
                  <a:cubicBezTo>
                    <a:pt x="521335" y="92710"/>
                    <a:pt x="521970" y="93345"/>
                    <a:pt x="522605" y="94615"/>
                  </a:cubicBezTo>
                  <a:cubicBezTo>
                    <a:pt x="523240" y="95250"/>
                    <a:pt x="523875" y="95885"/>
                    <a:pt x="525145" y="95885"/>
                  </a:cubicBezTo>
                  <a:cubicBezTo>
                    <a:pt x="526415" y="95885"/>
                    <a:pt x="527685" y="95885"/>
                    <a:pt x="528955" y="95885"/>
                  </a:cubicBezTo>
                  <a:cubicBezTo>
                    <a:pt x="530860" y="95885"/>
                    <a:pt x="532765" y="95885"/>
                    <a:pt x="535305" y="95250"/>
                  </a:cubicBezTo>
                  <a:cubicBezTo>
                    <a:pt x="537210" y="94615"/>
                    <a:pt x="539115" y="93980"/>
                    <a:pt x="540385" y="93345"/>
                  </a:cubicBezTo>
                  <a:lnTo>
                    <a:pt x="538480" y="106680"/>
                  </a:lnTo>
                  <a:cubicBezTo>
                    <a:pt x="538480" y="106680"/>
                    <a:pt x="534670" y="108585"/>
                    <a:pt x="532130" y="109220"/>
                  </a:cubicBezTo>
                  <a:cubicBezTo>
                    <a:pt x="529590" y="109855"/>
                    <a:pt x="527050" y="110490"/>
                    <a:pt x="523875" y="110490"/>
                  </a:cubicBezTo>
                  <a:cubicBezTo>
                    <a:pt x="521335" y="110490"/>
                    <a:pt x="518795" y="110490"/>
                    <a:pt x="516890" y="109220"/>
                  </a:cubicBezTo>
                  <a:cubicBezTo>
                    <a:pt x="514985" y="108585"/>
                    <a:pt x="513080" y="107315"/>
                    <a:pt x="511175" y="105410"/>
                  </a:cubicBezTo>
                  <a:cubicBezTo>
                    <a:pt x="509270" y="103505"/>
                    <a:pt x="508000" y="101600"/>
                    <a:pt x="507365" y="99060"/>
                  </a:cubicBezTo>
                  <a:cubicBezTo>
                    <a:pt x="506730" y="96520"/>
                    <a:pt x="506095" y="93345"/>
                    <a:pt x="506095" y="89535"/>
                  </a:cubicBezTo>
                  <a:lnTo>
                    <a:pt x="506095" y="44450"/>
                  </a:lnTo>
                  <a:lnTo>
                    <a:pt x="495300" y="44450"/>
                  </a:lnTo>
                  <a:lnTo>
                    <a:pt x="495300" y="30480"/>
                  </a:lnTo>
                  <a:lnTo>
                    <a:pt x="506095" y="30480"/>
                  </a:lnTo>
                  <a:lnTo>
                    <a:pt x="506095" y="8255"/>
                  </a:lnTo>
                  <a:close/>
                  <a:moveTo>
                    <a:pt x="466724" y="0"/>
                  </a:moveTo>
                  <a:lnTo>
                    <a:pt x="466724" y="30480"/>
                  </a:lnTo>
                  <a:lnTo>
                    <a:pt x="485774" y="30480"/>
                  </a:lnTo>
                  <a:lnTo>
                    <a:pt x="485774" y="44450"/>
                  </a:lnTo>
                  <a:lnTo>
                    <a:pt x="466724" y="44450"/>
                  </a:lnTo>
                  <a:lnTo>
                    <a:pt x="466724" y="86995"/>
                  </a:lnTo>
                  <a:cubicBezTo>
                    <a:pt x="466724" y="86995"/>
                    <a:pt x="466724" y="90170"/>
                    <a:pt x="466724" y="91440"/>
                  </a:cubicBezTo>
                  <a:cubicBezTo>
                    <a:pt x="466724" y="92710"/>
                    <a:pt x="467359" y="93345"/>
                    <a:pt x="467994" y="94615"/>
                  </a:cubicBezTo>
                  <a:cubicBezTo>
                    <a:pt x="468629" y="95250"/>
                    <a:pt x="469264" y="95885"/>
                    <a:pt x="470534" y="95885"/>
                  </a:cubicBezTo>
                  <a:cubicBezTo>
                    <a:pt x="471804" y="95885"/>
                    <a:pt x="473074" y="95885"/>
                    <a:pt x="474344" y="95885"/>
                  </a:cubicBezTo>
                  <a:cubicBezTo>
                    <a:pt x="476249" y="95885"/>
                    <a:pt x="478154" y="95885"/>
                    <a:pt x="480694" y="95250"/>
                  </a:cubicBezTo>
                  <a:cubicBezTo>
                    <a:pt x="482599" y="94615"/>
                    <a:pt x="484504" y="93980"/>
                    <a:pt x="485774" y="93345"/>
                  </a:cubicBezTo>
                  <a:lnTo>
                    <a:pt x="483869" y="106680"/>
                  </a:lnTo>
                  <a:cubicBezTo>
                    <a:pt x="483869" y="106680"/>
                    <a:pt x="480059" y="108585"/>
                    <a:pt x="477519" y="109220"/>
                  </a:cubicBezTo>
                  <a:cubicBezTo>
                    <a:pt x="474979" y="109855"/>
                    <a:pt x="472439" y="110490"/>
                    <a:pt x="469264" y="110490"/>
                  </a:cubicBezTo>
                  <a:cubicBezTo>
                    <a:pt x="466724" y="110490"/>
                    <a:pt x="464184" y="110490"/>
                    <a:pt x="462279" y="109220"/>
                  </a:cubicBezTo>
                  <a:cubicBezTo>
                    <a:pt x="460374" y="108585"/>
                    <a:pt x="458469" y="107315"/>
                    <a:pt x="456564" y="105410"/>
                  </a:cubicBezTo>
                  <a:cubicBezTo>
                    <a:pt x="454659" y="103505"/>
                    <a:pt x="453389" y="101600"/>
                    <a:pt x="452754" y="99060"/>
                  </a:cubicBezTo>
                  <a:cubicBezTo>
                    <a:pt x="452119" y="96520"/>
                    <a:pt x="451484" y="93345"/>
                    <a:pt x="451484" y="89535"/>
                  </a:cubicBezTo>
                  <a:lnTo>
                    <a:pt x="451484" y="44450"/>
                  </a:lnTo>
                  <a:lnTo>
                    <a:pt x="440689" y="44450"/>
                  </a:lnTo>
                  <a:lnTo>
                    <a:pt x="440689" y="30480"/>
                  </a:lnTo>
                  <a:lnTo>
                    <a:pt x="451484" y="30480"/>
                  </a:lnTo>
                  <a:lnTo>
                    <a:pt x="451484" y="8255"/>
                  </a:lnTo>
                  <a:close/>
                  <a:moveTo>
                    <a:pt x="302259" y="0"/>
                  </a:moveTo>
                  <a:lnTo>
                    <a:pt x="302259" y="37465"/>
                  </a:lnTo>
                  <a:cubicBezTo>
                    <a:pt x="302259" y="37465"/>
                    <a:pt x="305434" y="34925"/>
                    <a:pt x="306704" y="33655"/>
                  </a:cubicBezTo>
                  <a:cubicBezTo>
                    <a:pt x="307974" y="33020"/>
                    <a:pt x="309244" y="31750"/>
                    <a:pt x="310514" y="31115"/>
                  </a:cubicBezTo>
                  <a:cubicBezTo>
                    <a:pt x="311784" y="30480"/>
                    <a:pt x="313689" y="29845"/>
                    <a:pt x="315594" y="29210"/>
                  </a:cubicBezTo>
                  <a:cubicBezTo>
                    <a:pt x="317499" y="29210"/>
                    <a:pt x="320039" y="28575"/>
                    <a:pt x="322579" y="28575"/>
                  </a:cubicBezTo>
                  <a:cubicBezTo>
                    <a:pt x="327024" y="28575"/>
                    <a:pt x="330834" y="29210"/>
                    <a:pt x="334644" y="31115"/>
                  </a:cubicBezTo>
                  <a:cubicBezTo>
                    <a:pt x="338454" y="32385"/>
                    <a:pt x="341629" y="34925"/>
                    <a:pt x="344169" y="38735"/>
                  </a:cubicBezTo>
                  <a:cubicBezTo>
                    <a:pt x="346709" y="41910"/>
                    <a:pt x="349249" y="46355"/>
                    <a:pt x="350519" y="51435"/>
                  </a:cubicBezTo>
                  <a:cubicBezTo>
                    <a:pt x="351789" y="56515"/>
                    <a:pt x="353059" y="62865"/>
                    <a:pt x="353059" y="70485"/>
                  </a:cubicBezTo>
                  <a:lnTo>
                    <a:pt x="352424" y="71120"/>
                  </a:lnTo>
                  <a:cubicBezTo>
                    <a:pt x="352424" y="77470"/>
                    <a:pt x="351789" y="83820"/>
                    <a:pt x="349884" y="88265"/>
                  </a:cubicBezTo>
                  <a:cubicBezTo>
                    <a:pt x="347979" y="93345"/>
                    <a:pt x="346074" y="97155"/>
                    <a:pt x="342899" y="100330"/>
                  </a:cubicBezTo>
                  <a:cubicBezTo>
                    <a:pt x="340359" y="103505"/>
                    <a:pt x="336549" y="106045"/>
                    <a:pt x="333374" y="107315"/>
                  </a:cubicBezTo>
                  <a:cubicBezTo>
                    <a:pt x="329564" y="109220"/>
                    <a:pt x="325754" y="109855"/>
                    <a:pt x="321944" y="109855"/>
                  </a:cubicBezTo>
                  <a:cubicBezTo>
                    <a:pt x="318134" y="109855"/>
                    <a:pt x="314324" y="109220"/>
                    <a:pt x="311149" y="107315"/>
                  </a:cubicBezTo>
                  <a:cubicBezTo>
                    <a:pt x="307339" y="105410"/>
                    <a:pt x="304799" y="103505"/>
                    <a:pt x="302259" y="100965"/>
                  </a:cubicBezTo>
                  <a:lnTo>
                    <a:pt x="302259" y="107950"/>
                  </a:lnTo>
                  <a:lnTo>
                    <a:pt x="287019" y="107950"/>
                  </a:lnTo>
                  <a:lnTo>
                    <a:pt x="287019" y="7620"/>
                  </a:lnTo>
                  <a:close/>
                </a:path>
              </a:pathLst>
            </a:custGeom>
            <a:solidFill>
              <a:srgbClr val="FFFFFF"/>
            </a:solidFill>
            <a:ln w="63500" cap="flat">
              <a:noFill/>
              <a:prstDash val="solid"/>
              <a:miter/>
            </a:ln>
          </p:spPr>
          <p:txBody>
            <a:bodyPr rtlCol="0" anchor="ctr"/>
            <a:lstStyle/>
            <a:p>
              <a:endParaRPr lang="en-US"/>
            </a:p>
          </p:txBody>
        </p:sp>
        <p:sp>
          <p:nvSpPr>
            <p:cNvPr id="24" name="Freeform 23">
              <a:extLst>
                <a:ext uri="{FF2B5EF4-FFF2-40B4-BE49-F238E27FC236}">
                  <a16:creationId xmlns:a16="http://schemas.microsoft.com/office/drawing/2014/main" id="{BDF3ED9A-57E4-25C5-BC4E-AC1C77798191}"/>
                </a:ext>
              </a:extLst>
            </p:cNvPr>
            <p:cNvSpPr/>
            <p:nvPr userDrawn="1"/>
          </p:nvSpPr>
          <p:spPr>
            <a:xfrm>
              <a:off x="485775" y="6164633"/>
              <a:ext cx="405765" cy="81280"/>
            </a:xfrm>
            <a:custGeom>
              <a:avLst/>
              <a:gdLst>
                <a:gd name="connsiteX0" fmla="*/ 324485 w 405765"/>
                <a:gd name="connsiteY0" fmla="*/ 0 h 81280"/>
                <a:gd name="connsiteX1" fmla="*/ 405765 w 405765"/>
                <a:gd name="connsiteY1" fmla="*/ 0 h 81280"/>
                <a:gd name="connsiteX2" fmla="*/ 405765 w 405765"/>
                <a:gd name="connsiteY2" fmla="*/ 81280 h 81280"/>
                <a:gd name="connsiteX3" fmla="*/ 324485 w 405765"/>
                <a:gd name="connsiteY3" fmla="*/ 81280 h 81280"/>
                <a:gd name="connsiteX4" fmla="*/ 161925 w 405765"/>
                <a:gd name="connsiteY4" fmla="*/ 0 h 81280"/>
                <a:gd name="connsiteX5" fmla="*/ 243205 w 405765"/>
                <a:gd name="connsiteY5" fmla="*/ 0 h 81280"/>
                <a:gd name="connsiteX6" fmla="*/ 243205 w 405765"/>
                <a:gd name="connsiteY6" fmla="*/ 81280 h 81280"/>
                <a:gd name="connsiteX7" fmla="*/ 161925 w 405765"/>
                <a:gd name="connsiteY7" fmla="*/ 81280 h 81280"/>
                <a:gd name="connsiteX8" fmla="*/ 0 w 405765"/>
                <a:gd name="connsiteY8" fmla="*/ 0 h 81280"/>
                <a:gd name="connsiteX9" fmla="*/ 81280 w 405765"/>
                <a:gd name="connsiteY9" fmla="*/ 0 h 81280"/>
                <a:gd name="connsiteX10" fmla="*/ 81280 w 405765"/>
                <a:gd name="connsiteY10" fmla="*/ 81280 h 81280"/>
                <a:gd name="connsiteX11" fmla="*/ 0 w 405765"/>
                <a:gd name="connsiteY11" fmla="*/ 81280 h 81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05765" h="81280">
                  <a:moveTo>
                    <a:pt x="324485" y="0"/>
                  </a:moveTo>
                  <a:lnTo>
                    <a:pt x="405765" y="0"/>
                  </a:lnTo>
                  <a:lnTo>
                    <a:pt x="405765" y="81280"/>
                  </a:lnTo>
                  <a:lnTo>
                    <a:pt x="324485" y="81280"/>
                  </a:lnTo>
                  <a:close/>
                  <a:moveTo>
                    <a:pt x="161925" y="0"/>
                  </a:moveTo>
                  <a:lnTo>
                    <a:pt x="243205" y="0"/>
                  </a:lnTo>
                  <a:lnTo>
                    <a:pt x="243205" y="81280"/>
                  </a:lnTo>
                  <a:lnTo>
                    <a:pt x="161925" y="81280"/>
                  </a:lnTo>
                  <a:close/>
                  <a:moveTo>
                    <a:pt x="0" y="0"/>
                  </a:moveTo>
                  <a:lnTo>
                    <a:pt x="81280" y="0"/>
                  </a:lnTo>
                  <a:lnTo>
                    <a:pt x="81280" y="81280"/>
                  </a:lnTo>
                  <a:lnTo>
                    <a:pt x="0" y="81280"/>
                  </a:lnTo>
                  <a:close/>
                </a:path>
              </a:pathLst>
            </a:custGeom>
            <a:solidFill>
              <a:srgbClr val="FFE600"/>
            </a:solidFill>
            <a:ln w="63500" cap="flat">
              <a:noFill/>
              <a:prstDash val="solid"/>
              <a:miter/>
            </a:ln>
          </p:spPr>
          <p:txBody>
            <a:bodyPr rtlCol="0" anchor="ctr"/>
            <a:lstStyle/>
            <a:p>
              <a:endParaRPr lang="en-US"/>
            </a:p>
          </p:txBody>
        </p:sp>
      </p:grpSp>
      <p:grpSp>
        <p:nvGrpSpPr>
          <p:cNvPr id="4" name="Group 3">
            <a:extLst>
              <a:ext uri="{FF2B5EF4-FFF2-40B4-BE49-F238E27FC236}">
                <a16:creationId xmlns:a16="http://schemas.microsoft.com/office/drawing/2014/main" id="{D6FD7948-9E7C-1CE1-F28B-D2D349BB86F0}"/>
              </a:ext>
            </a:extLst>
          </p:cNvPr>
          <p:cNvGrpSpPr/>
          <p:nvPr userDrawn="1"/>
        </p:nvGrpSpPr>
        <p:grpSpPr>
          <a:xfrm>
            <a:off x="485774" y="1291008"/>
            <a:ext cx="5706110" cy="4360545"/>
            <a:chOff x="485774" y="1291008"/>
            <a:chExt cx="5706110" cy="4360545"/>
          </a:xfrm>
        </p:grpSpPr>
        <p:sp>
          <p:nvSpPr>
            <p:cNvPr id="26" name="Freeform 25">
              <a:extLst>
                <a:ext uri="{FF2B5EF4-FFF2-40B4-BE49-F238E27FC236}">
                  <a16:creationId xmlns:a16="http://schemas.microsoft.com/office/drawing/2014/main" id="{F7E50E80-DFF0-E065-898F-1AFD970459B6}"/>
                </a:ext>
              </a:extLst>
            </p:cNvPr>
            <p:cNvSpPr/>
            <p:nvPr userDrawn="1"/>
          </p:nvSpPr>
          <p:spPr>
            <a:xfrm>
              <a:off x="485774" y="5549953"/>
              <a:ext cx="508000" cy="101600"/>
            </a:xfrm>
            <a:custGeom>
              <a:avLst/>
              <a:gdLst>
                <a:gd name="connsiteX0" fmla="*/ 406400 w 508000"/>
                <a:gd name="connsiteY0" fmla="*/ 0 h 101600"/>
                <a:gd name="connsiteX1" fmla="*/ 508000 w 508000"/>
                <a:gd name="connsiteY1" fmla="*/ 0 h 101600"/>
                <a:gd name="connsiteX2" fmla="*/ 508000 w 508000"/>
                <a:gd name="connsiteY2" fmla="*/ 101600 h 101600"/>
                <a:gd name="connsiteX3" fmla="*/ 406400 w 508000"/>
                <a:gd name="connsiteY3" fmla="*/ 101600 h 101600"/>
                <a:gd name="connsiteX4" fmla="*/ 203200 w 508000"/>
                <a:gd name="connsiteY4" fmla="*/ 0 h 101600"/>
                <a:gd name="connsiteX5" fmla="*/ 304800 w 508000"/>
                <a:gd name="connsiteY5" fmla="*/ 0 h 101600"/>
                <a:gd name="connsiteX6" fmla="*/ 304800 w 508000"/>
                <a:gd name="connsiteY6" fmla="*/ 101600 h 101600"/>
                <a:gd name="connsiteX7" fmla="*/ 203200 w 508000"/>
                <a:gd name="connsiteY7" fmla="*/ 101600 h 101600"/>
                <a:gd name="connsiteX8" fmla="*/ 0 w 508000"/>
                <a:gd name="connsiteY8" fmla="*/ 0 h 101600"/>
                <a:gd name="connsiteX9" fmla="*/ 101600 w 508000"/>
                <a:gd name="connsiteY9" fmla="*/ 0 h 101600"/>
                <a:gd name="connsiteX10" fmla="*/ 101600 w 508000"/>
                <a:gd name="connsiteY10" fmla="*/ 101600 h 101600"/>
                <a:gd name="connsiteX11" fmla="*/ 0 w 508000"/>
                <a:gd name="connsiteY11" fmla="*/ 101600 h 10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8000" h="101600">
                  <a:moveTo>
                    <a:pt x="406400" y="0"/>
                  </a:moveTo>
                  <a:lnTo>
                    <a:pt x="508000" y="0"/>
                  </a:lnTo>
                  <a:lnTo>
                    <a:pt x="508000" y="101600"/>
                  </a:lnTo>
                  <a:lnTo>
                    <a:pt x="406400" y="101600"/>
                  </a:lnTo>
                  <a:close/>
                  <a:moveTo>
                    <a:pt x="203200" y="0"/>
                  </a:moveTo>
                  <a:lnTo>
                    <a:pt x="304800" y="0"/>
                  </a:lnTo>
                  <a:lnTo>
                    <a:pt x="304800" y="101600"/>
                  </a:lnTo>
                  <a:lnTo>
                    <a:pt x="203200" y="101600"/>
                  </a:lnTo>
                  <a:close/>
                  <a:moveTo>
                    <a:pt x="0" y="0"/>
                  </a:moveTo>
                  <a:lnTo>
                    <a:pt x="101600" y="0"/>
                  </a:lnTo>
                  <a:lnTo>
                    <a:pt x="101600" y="101600"/>
                  </a:lnTo>
                  <a:lnTo>
                    <a:pt x="0" y="101600"/>
                  </a:lnTo>
                  <a:close/>
                </a:path>
              </a:pathLst>
            </a:custGeom>
            <a:solidFill>
              <a:schemeClr val="tx2"/>
            </a:solidFill>
            <a:ln w="63500" cap="flat">
              <a:noFill/>
              <a:prstDash val="solid"/>
              <a:miter/>
            </a:ln>
          </p:spPr>
          <p:txBody>
            <a:bodyPr rtlCol="0" anchor="ctr"/>
            <a:lstStyle/>
            <a:p>
              <a:endParaRPr lang="en-US"/>
            </a:p>
          </p:txBody>
        </p:sp>
        <p:sp>
          <p:nvSpPr>
            <p:cNvPr id="31" name="Freeform 30">
              <a:extLst>
                <a:ext uri="{FF2B5EF4-FFF2-40B4-BE49-F238E27FC236}">
                  <a16:creationId xmlns:a16="http://schemas.microsoft.com/office/drawing/2014/main" id="{90AAC841-3D56-6842-04D1-F0B7D973D86D}"/>
                </a:ext>
              </a:extLst>
            </p:cNvPr>
            <p:cNvSpPr/>
            <p:nvPr userDrawn="1"/>
          </p:nvSpPr>
          <p:spPr>
            <a:xfrm>
              <a:off x="485775" y="1291008"/>
              <a:ext cx="5706109" cy="4359275"/>
            </a:xfrm>
            <a:custGeom>
              <a:avLst/>
              <a:gdLst>
                <a:gd name="connsiteX0" fmla="*/ 0 w 5706109"/>
                <a:gd name="connsiteY0" fmla="*/ 4157346 h 4359275"/>
                <a:gd name="connsiteX1" fmla="*/ 101600 w 5706109"/>
                <a:gd name="connsiteY1" fmla="*/ 4157346 h 4359275"/>
                <a:gd name="connsiteX2" fmla="*/ 101600 w 5706109"/>
                <a:gd name="connsiteY2" fmla="*/ 1075055 h 4359275"/>
                <a:gd name="connsiteX3" fmla="*/ 101600 w 5706109"/>
                <a:gd name="connsiteY3" fmla="*/ 1075055 h 4359275"/>
                <a:gd name="connsiteX4" fmla="*/ 191770 w 5706109"/>
                <a:gd name="connsiteY4" fmla="*/ 1059180 h 4359275"/>
                <a:gd name="connsiteX5" fmla="*/ 861060 w 5706109"/>
                <a:gd name="connsiteY5" fmla="*/ 942975 h 4359275"/>
                <a:gd name="connsiteX6" fmla="*/ 1195705 w 5706109"/>
                <a:gd name="connsiteY6" fmla="*/ 885190 h 4359275"/>
                <a:gd name="connsiteX7" fmla="*/ 1362710 w 5706109"/>
                <a:gd name="connsiteY7" fmla="*/ 855980 h 4359275"/>
                <a:gd name="connsiteX8" fmla="*/ 1529715 w 5706109"/>
                <a:gd name="connsiteY8" fmla="*/ 826770 h 4359275"/>
                <a:gd name="connsiteX9" fmla="*/ 1864360 w 5706109"/>
                <a:gd name="connsiteY9" fmla="*/ 768985 h 4359275"/>
                <a:gd name="connsiteX10" fmla="*/ 2031365 w 5706109"/>
                <a:gd name="connsiteY10" fmla="*/ 739775 h 4359275"/>
                <a:gd name="connsiteX11" fmla="*/ 2198370 w 5706109"/>
                <a:gd name="connsiteY11" fmla="*/ 710565 h 4359275"/>
                <a:gd name="connsiteX12" fmla="*/ 2365375 w 5706109"/>
                <a:gd name="connsiteY12" fmla="*/ 681355 h 4359275"/>
                <a:gd name="connsiteX13" fmla="*/ 2532380 w 5706109"/>
                <a:gd name="connsiteY13" fmla="*/ 652145 h 4359275"/>
                <a:gd name="connsiteX14" fmla="*/ 2699385 w 5706109"/>
                <a:gd name="connsiteY14" fmla="*/ 622935 h 4359275"/>
                <a:gd name="connsiteX15" fmla="*/ 2866390 w 5706109"/>
                <a:gd name="connsiteY15" fmla="*/ 593725 h 4359275"/>
                <a:gd name="connsiteX16" fmla="*/ 5461000 w 5706109"/>
                <a:gd name="connsiteY16" fmla="*/ 144145 h 4359275"/>
                <a:gd name="connsiteX17" fmla="*/ 5602605 w 5706109"/>
                <a:gd name="connsiteY17" fmla="*/ 119380 h 4359275"/>
                <a:gd name="connsiteX18" fmla="*/ 5602605 w 5706109"/>
                <a:gd name="connsiteY18" fmla="*/ 119380 h 4359275"/>
                <a:gd name="connsiteX19" fmla="*/ 5602605 w 5706109"/>
                <a:gd name="connsiteY19" fmla="*/ 4257676 h 4359275"/>
                <a:gd name="connsiteX20" fmla="*/ 609600 w 5706109"/>
                <a:gd name="connsiteY20" fmla="*/ 4257676 h 4359275"/>
                <a:gd name="connsiteX21" fmla="*/ 609600 w 5706109"/>
                <a:gd name="connsiteY21" fmla="*/ 4359276 h 4359275"/>
                <a:gd name="connsiteX22" fmla="*/ 5706110 w 5706109"/>
                <a:gd name="connsiteY22" fmla="*/ 4359276 h 4359275"/>
                <a:gd name="connsiteX23" fmla="*/ 5706110 w 5706109"/>
                <a:gd name="connsiteY23" fmla="*/ 0 h 4359275"/>
                <a:gd name="connsiteX24" fmla="*/ 5704840 w 5706109"/>
                <a:gd name="connsiteY24" fmla="*/ 0 h 4359275"/>
                <a:gd name="connsiteX25" fmla="*/ 5445760 w 5706109"/>
                <a:gd name="connsiteY25" fmla="*/ 45085 h 4359275"/>
                <a:gd name="connsiteX26" fmla="*/ 2851150 w 5706109"/>
                <a:gd name="connsiteY26" fmla="*/ 494665 h 4359275"/>
                <a:gd name="connsiteX27" fmla="*/ 2684145 w 5706109"/>
                <a:gd name="connsiteY27" fmla="*/ 523875 h 4359275"/>
                <a:gd name="connsiteX28" fmla="*/ 2517140 w 5706109"/>
                <a:gd name="connsiteY28" fmla="*/ 553085 h 4359275"/>
                <a:gd name="connsiteX29" fmla="*/ 2350135 w 5706109"/>
                <a:gd name="connsiteY29" fmla="*/ 582295 h 4359275"/>
                <a:gd name="connsiteX30" fmla="*/ 2183130 w 5706109"/>
                <a:gd name="connsiteY30" fmla="*/ 611505 h 4359275"/>
                <a:gd name="connsiteX31" fmla="*/ 2016125 w 5706109"/>
                <a:gd name="connsiteY31" fmla="*/ 640715 h 4359275"/>
                <a:gd name="connsiteX32" fmla="*/ 1849120 w 5706109"/>
                <a:gd name="connsiteY32" fmla="*/ 669925 h 4359275"/>
                <a:gd name="connsiteX33" fmla="*/ 1514475 w 5706109"/>
                <a:gd name="connsiteY33" fmla="*/ 727710 h 4359275"/>
                <a:gd name="connsiteX34" fmla="*/ 1347470 w 5706109"/>
                <a:gd name="connsiteY34" fmla="*/ 756920 h 4359275"/>
                <a:gd name="connsiteX35" fmla="*/ 1180465 w 5706109"/>
                <a:gd name="connsiteY35" fmla="*/ 786130 h 4359275"/>
                <a:gd name="connsiteX36" fmla="*/ 845820 w 5706109"/>
                <a:gd name="connsiteY36" fmla="*/ 843915 h 4359275"/>
                <a:gd name="connsiteX37" fmla="*/ 176530 w 5706109"/>
                <a:gd name="connsiteY37" fmla="*/ 960120 h 4359275"/>
                <a:gd name="connsiteX38" fmla="*/ 3175 w 5706109"/>
                <a:gd name="connsiteY38" fmla="*/ 989965 h 4359275"/>
                <a:gd name="connsiteX39" fmla="*/ 1905 w 5706109"/>
                <a:gd name="connsiteY39" fmla="*/ 989965 h 4359275"/>
                <a:gd name="connsiteX40" fmla="*/ 1905 w 5706109"/>
                <a:gd name="connsiteY40" fmla="*/ 4158616 h 4359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5706109" h="4359275">
                  <a:moveTo>
                    <a:pt x="0" y="4157346"/>
                  </a:moveTo>
                  <a:lnTo>
                    <a:pt x="101600" y="4157346"/>
                  </a:lnTo>
                  <a:lnTo>
                    <a:pt x="101600" y="1075055"/>
                  </a:lnTo>
                  <a:lnTo>
                    <a:pt x="101600" y="1075055"/>
                  </a:lnTo>
                  <a:lnTo>
                    <a:pt x="191770" y="1059180"/>
                  </a:lnTo>
                  <a:lnTo>
                    <a:pt x="861060" y="942975"/>
                  </a:lnTo>
                  <a:lnTo>
                    <a:pt x="1195705" y="885190"/>
                  </a:lnTo>
                  <a:lnTo>
                    <a:pt x="1362710" y="855980"/>
                  </a:lnTo>
                  <a:lnTo>
                    <a:pt x="1529715" y="826770"/>
                  </a:lnTo>
                  <a:lnTo>
                    <a:pt x="1864360" y="768985"/>
                  </a:lnTo>
                  <a:lnTo>
                    <a:pt x="2031365" y="739775"/>
                  </a:lnTo>
                  <a:lnTo>
                    <a:pt x="2198370" y="710565"/>
                  </a:lnTo>
                  <a:lnTo>
                    <a:pt x="2365375" y="681355"/>
                  </a:lnTo>
                  <a:lnTo>
                    <a:pt x="2532380" y="652145"/>
                  </a:lnTo>
                  <a:lnTo>
                    <a:pt x="2699385" y="622935"/>
                  </a:lnTo>
                  <a:lnTo>
                    <a:pt x="2866390" y="593725"/>
                  </a:lnTo>
                  <a:cubicBezTo>
                    <a:pt x="3731260" y="443865"/>
                    <a:pt x="4596130" y="294005"/>
                    <a:pt x="5461000" y="144145"/>
                  </a:cubicBezTo>
                  <a:lnTo>
                    <a:pt x="5602605" y="119380"/>
                  </a:lnTo>
                  <a:lnTo>
                    <a:pt x="5602605" y="119380"/>
                  </a:lnTo>
                  <a:lnTo>
                    <a:pt x="5602605" y="4257676"/>
                  </a:lnTo>
                  <a:lnTo>
                    <a:pt x="609600" y="4257676"/>
                  </a:lnTo>
                  <a:lnTo>
                    <a:pt x="609600" y="4359276"/>
                  </a:lnTo>
                  <a:lnTo>
                    <a:pt x="5706110" y="4359276"/>
                  </a:lnTo>
                  <a:lnTo>
                    <a:pt x="5706110" y="0"/>
                  </a:lnTo>
                  <a:lnTo>
                    <a:pt x="5704840" y="0"/>
                  </a:lnTo>
                  <a:cubicBezTo>
                    <a:pt x="5618480" y="15240"/>
                    <a:pt x="5532120" y="30480"/>
                    <a:pt x="5445760" y="45085"/>
                  </a:cubicBezTo>
                  <a:cubicBezTo>
                    <a:pt x="4580890" y="194945"/>
                    <a:pt x="3716020" y="344805"/>
                    <a:pt x="2851150" y="494665"/>
                  </a:cubicBezTo>
                  <a:lnTo>
                    <a:pt x="2684145" y="523875"/>
                  </a:lnTo>
                  <a:lnTo>
                    <a:pt x="2517140" y="553085"/>
                  </a:lnTo>
                  <a:lnTo>
                    <a:pt x="2350135" y="582295"/>
                  </a:lnTo>
                  <a:lnTo>
                    <a:pt x="2183130" y="611505"/>
                  </a:lnTo>
                  <a:lnTo>
                    <a:pt x="2016125" y="640715"/>
                  </a:lnTo>
                  <a:lnTo>
                    <a:pt x="1849120" y="669925"/>
                  </a:lnTo>
                  <a:lnTo>
                    <a:pt x="1514475" y="727710"/>
                  </a:lnTo>
                  <a:lnTo>
                    <a:pt x="1347470" y="756920"/>
                  </a:lnTo>
                  <a:lnTo>
                    <a:pt x="1180465" y="786130"/>
                  </a:lnTo>
                  <a:lnTo>
                    <a:pt x="845820" y="843915"/>
                  </a:lnTo>
                  <a:lnTo>
                    <a:pt x="176530" y="960120"/>
                  </a:lnTo>
                  <a:lnTo>
                    <a:pt x="3175" y="989965"/>
                  </a:lnTo>
                  <a:lnTo>
                    <a:pt x="1905" y="989965"/>
                  </a:lnTo>
                  <a:lnTo>
                    <a:pt x="1905" y="4158616"/>
                  </a:lnTo>
                  <a:close/>
                </a:path>
              </a:pathLst>
            </a:custGeom>
            <a:gradFill flip="none" rotWithShape="1">
              <a:gsLst>
                <a:gs pos="39000">
                  <a:srgbClr val="FFE600"/>
                </a:gs>
                <a:gs pos="68000">
                  <a:srgbClr val="C5FD45"/>
                </a:gs>
                <a:gs pos="100000">
                  <a:srgbClr val="80FBFD"/>
                </a:gs>
              </a:gsLst>
              <a:lin ang="18720000" scaled="0"/>
              <a:tileRect/>
            </a:gradFill>
            <a:ln w="8181" cap="flat">
              <a:noFill/>
              <a:prstDash val="solid"/>
              <a:miter/>
            </a:ln>
          </p:spPr>
          <p:txBody>
            <a:bodyPr rtlCol="0" anchor="ctr"/>
            <a:lstStyle/>
            <a:p>
              <a:pPr lvl="0"/>
              <a:endParaRPr lang="en-US"/>
            </a:p>
          </p:txBody>
        </p:sp>
      </p:grpSp>
      <p:pic>
        <p:nvPicPr>
          <p:cNvPr id="9" name="Graphic 8">
            <a:extLst>
              <a:ext uri="{FF2B5EF4-FFF2-40B4-BE49-F238E27FC236}">
                <a16:creationId xmlns:a16="http://schemas.microsoft.com/office/drawing/2014/main" id="{86B85352-EF53-2896-2F69-AD84AB5A39A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752931" y="5425071"/>
            <a:ext cx="2031701" cy="1034813"/>
          </a:xfrm>
          <a:prstGeom prst="rect">
            <a:avLst/>
          </a:prstGeom>
        </p:spPr>
      </p:pic>
    </p:spTree>
    <p:extLst>
      <p:ext uri="{BB962C8B-B14F-4D97-AF65-F5344CB8AC3E}">
        <p14:creationId xmlns:p14="http://schemas.microsoft.com/office/powerpoint/2010/main" val="2765613975"/>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7" name="Picture 6" descr="A blurry image of a colorful light&#10;&#10;Description automatically generated">
            <a:extLst>
              <a:ext uri="{FF2B5EF4-FFF2-40B4-BE49-F238E27FC236}">
                <a16:creationId xmlns:a16="http://schemas.microsoft.com/office/drawing/2014/main" id="{388CF986-E6D2-86D0-6501-D59429EAD0A3}"/>
              </a:ext>
            </a:extLst>
          </p:cNvPr>
          <p:cNvPicPr>
            <a:picLocks/>
          </p:cNvPicPr>
          <p:nvPr userDrawn="1"/>
        </p:nvPicPr>
        <p:blipFill>
          <a:blip r:embed="rId2">
            <a:extLst>
              <a:ext uri="{28A0092B-C50C-407E-A947-70E740481C1C}">
                <a14:useLocalDpi xmlns:a14="http://schemas.microsoft.com/office/drawing/2010/main" val="0"/>
              </a:ext>
            </a:extLst>
          </a:blip>
          <a:stretch>
            <a:fillRect/>
          </a:stretch>
        </p:blipFill>
        <p:spPr bwMode="hidden">
          <a:xfrm>
            <a:off x="0" y="0"/>
            <a:ext cx="12193200" cy="6858000"/>
          </a:xfrm>
          <a:prstGeom prst="rect">
            <a:avLst/>
          </a:prstGeom>
        </p:spPr>
      </p:pic>
      <p:sp>
        <p:nvSpPr>
          <p:cNvPr id="2" name="Title 1">
            <a:extLst>
              <a:ext uri="{FF2B5EF4-FFF2-40B4-BE49-F238E27FC236}">
                <a16:creationId xmlns:a16="http://schemas.microsoft.com/office/drawing/2014/main" id="{DCB74E28-9D0B-F1B4-F101-2628EB1EA46E}"/>
              </a:ext>
            </a:extLst>
          </p:cNvPr>
          <p:cNvSpPr>
            <a:spLocks noGrp="1"/>
          </p:cNvSpPr>
          <p:nvPr>
            <p:ph type="title"/>
          </p:nvPr>
        </p:nvSpPr>
        <p:spPr>
          <a:xfrm>
            <a:off x="485775" y="1970406"/>
            <a:ext cx="7394575" cy="2869882"/>
          </a:xfrm>
        </p:spPr>
        <p:txBody>
          <a:bodyPr anchor="t"/>
          <a:lstStyle>
            <a:lvl1pPr>
              <a:defRPr sz="6000">
                <a:solidFill>
                  <a:schemeClr val="bg1"/>
                </a:solidFill>
              </a:defRPr>
            </a:lvl1pPr>
          </a:lstStyle>
          <a:p>
            <a:r>
              <a:rPr lang="en-GB"/>
              <a:t>Click to edit Master title style</a:t>
            </a:r>
            <a:endParaRPr lang="en-US"/>
          </a:p>
        </p:txBody>
      </p:sp>
      <p:sp>
        <p:nvSpPr>
          <p:cNvPr id="8" name="Text Placeholder 7">
            <a:extLst>
              <a:ext uri="{FF2B5EF4-FFF2-40B4-BE49-F238E27FC236}">
                <a16:creationId xmlns:a16="http://schemas.microsoft.com/office/drawing/2014/main" id="{A475298B-22BF-3DF1-FBE7-DF673E5A2734}"/>
              </a:ext>
            </a:extLst>
          </p:cNvPr>
          <p:cNvSpPr>
            <a:spLocks noGrp="1"/>
          </p:cNvSpPr>
          <p:nvPr>
            <p:ph type="body" sz="quarter" idx="13" hasCustomPrompt="1"/>
          </p:nvPr>
        </p:nvSpPr>
        <p:spPr>
          <a:xfrm>
            <a:off x="485775" y="370800"/>
            <a:ext cx="7394575" cy="313932"/>
          </a:xfrm>
        </p:spPr>
        <p:txBody>
          <a:bodyPr>
            <a:noAutofit/>
          </a:bodyPr>
          <a:lstStyle>
            <a:lvl1pPr marL="0" indent="0">
              <a:lnSpc>
                <a:spcPct val="85000"/>
              </a:lnSpc>
              <a:buNone/>
              <a:defRPr lang="en-US" sz="2400" b="1" i="0" kern="1200" dirty="0">
                <a:solidFill>
                  <a:schemeClr val="tx2"/>
                </a:solidFill>
                <a:latin typeface="EYInterstate Regular" panose="02000503020000020004" pitchFamily="2" charset="0"/>
                <a:ea typeface="+mj-ea"/>
                <a:cs typeface="Arial" pitchFamily="34" charset="0"/>
              </a:defRPr>
            </a:lvl1pPr>
          </a:lstStyle>
          <a:p>
            <a:pPr lvl="0"/>
            <a:r>
              <a:rPr lang="en-GB"/>
              <a:t>Chapter 00</a:t>
            </a:r>
            <a:endParaRPr lang="en-US"/>
          </a:p>
        </p:txBody>
      </p:sp>
      <p:sp>
        <p:nvSpPr>
          <p:cNvPr id="16" name="Date Placeholder 15">
            <a:extLst>
              <a:ext uri="{FF2B5EF4-FFF2-40B4-BE49-F238E27FC236}">
                <a16:creationId xmlns:a16="http://schemas.microsoft.com/office/drawing/2014/main" id="{DB4372B3-E211-F19D-CBD9-6CEDF871BD0C}"/>
              </a:ext>
            </a:extLst>
          </p:cNvPr>
          <p:cNvSpPr>
            <a:spLocks noGrp="1"/>
          </p:cNvSpPr>
          <p:nvPr>
            <p:ph type="dt" sz="half" idx="14"/>
          </p:nvPr>
        </p:nvSpPr>
        <p:spPr/>
        <p:txBody>
          <a:bodyPr/>
          <a:lstStyle/>
          <a:p>
            <a:fld id="{FF9ACBEA-473D-4201-8CE6-0C9010A9AFA1}" type="datetime3">
              <a:rPr lang="en-US" smtClean="0"/>
              <a:t>18 March 2026</a:t>
            </a:fld>
            <a:endParaRPr lang="en-US"/>
          </a:p>
        </p:txBody>
      </p:sp>
      <p:sp>
        <p:nvSpPr>
          <p:cNvPr id="17" name="Footer Placeholder 16">
            <a:extLst>
              <a:ext uri="{FF2B5EF4-FFF2-40B4-BE49-F238E27FC236}">
                <a16:creationId xmlns:a16="http://schemas.microsoft.com/office/drawing/2014/main" id="{53173B02-1E93-D358-4602-350A7447C76C}"/>
              </a:ext>
            </a:extLst>
          </p:cNvPr>
          <p:cNvSpPr>
            <a:spLocks noGrp="1"/>
          </p:cNvSpPr>
          <p:nvPr>
            <p:ph type="ftr" sz="quarter" idx="15"/>
          </p:nvPr>
        </p:nvSpPr>
        <p:spPr/>
        <p:txBody>
          <a:bodyPr/>
          <a:lstStyle/>
          <a:p>
            <a:r>
              <a:rPr lang="en-US"/>
              <a:t>Customer Experience</a:t>
            </a:r>
          </a:p>
        </p:txBody>
      </p:sp>
      <p:sp>
        <p:nvSpPr>
          <p:cNvPr id="18" name="Slide Number Placeholder 17">
            <a:extLst>
              <a:ext uri="{FF2B5EF4-FFF2-40B4-BE49-F238E27FC236}">
                <a16:creationId xmlns:a16="http://schemas.microsoft.com/office/drawing/2014/main" id="{A5E3423F-0FF8-8E54-CEB8-1F15261AFD0E}"/>
              </a:ext>
            </a:extLst>
          </p:cNvPr>
          <p:cNvSpPr>
            <a:spLocks noGrp="1"/>
          </p:cNvSpPr>
          <p:nvPr>
            <p:ph type="sldNum" sz="quarter" idx="16"/>
          </p:nvPr>
        </p:nvSpPr>
        <p:spPr/>
        <p:txBody>
          <a:bodyPr/>
          <a:lstStyle/>
          <a:p>
            <a:fld id="{F1BC30E3-FFE5-4B91-AA19-87A149EBB9EE}" type="slidenum">
              <a:rPr lang="en-GB" smtClean="0"/>
              <a:pPr/>
              <a:t>‹#›</a:t>
            </a:fld>
            <a:endParaRPr lang="en-GB"/>
          </a:p>
        </p:txBody>
      </p:sp>
      <p:pic>
        <p:nvPicPr>
          <p:cNvPr id="9" name="Graphic 8">
            <a:extLst>
              <a:ext uri="{FF2B5EF4-FFF2-40B4-BE49-F238E27FC236}">
                <a16:creationId xmlns:a16="http://schemas.microsoft.com/office/drawing/2014/main" id="{5A165088-5147-31CA-103E-1D2C18CF6D48}"/>
              </a:ext>
            </a:extLst>
          </p:cNvPr>
          <p:cNvPicPr/>
          <p:nvPr userDrawn="1"/>
        </p:nvPicPr>
        <p:blipFill>
          <a:blip r:embed="rId3">
            <a:extLst>
              <a:ext uri="{96DAC541-7B7A-43D3-8B79-37D633B846F1}">
                <asvg:svgBlip xmlns:asvg="http://schemas.microsoft.com/office/drawing/2016/SVG/main" r:embed="rId4"/>
              </a:ext>
            </a:extLst>
          </a:blip>
          <a:stretch>
            <a:fillRect/>
          </a:stretch>
        </p:blipFill>
        <p:spPr>
          <a:xfrm>
            <a:off x="11089246" y="6289101"/>
            <a:ext cx="880813" cy="341755"/>
          </a:xfrm>
          <a:prstGeom prst="rect">
            <a:avLst/>
          </a:prstGeom>
        </p:spPr>
      </p:pic>
    </p:spTree>
    <p:extLst>
      <p:ext uri="{BB962C8B-B14F-4D97-AF65-F5344CB8AC3E}">
        <p14:creationId xmlns:p14="http://schemas.microsoft.com/office/powerpoint/2010/main" val="3565419706"/>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Section Header 2">
    <p:spTree>
      <p:nvGrpSpPr>
        <p:cNvPr id="1" name=""/>
        <p:cNvGrpSpPr/>
        <p:nvPr/>
      </p:nvGrpSpPr>
      <p:grpSpPr>
        <a:xfrm>
          <a:off x="0" y="0"/>
          <a:ext cx="0" cy="0"/>
          <a:chOff x="0" y="0"/>
          <a:chExt cx="0" cy="0"/>
        </a:xfrm>
      </p:grpSpPr>
      <p:pic>
        <p:nvPicPr>
          <p:cNvPr id="13" name="Picture 12" descr="A blurry image of a colorful light&#10;&#10;Description automatically generated">
            <a:extLst>
              <a:ext uri="{FF2B5EF4-FFF2-40B4-BE49-F238E27FC236}">
                <a16:creationId xmlns:a16="http://schemas.microsoft.com/office/drawing/2014/main" id="{ADC82D1B-1943-B3BC-B7E9-DADF1458A765}"/>
              </a:ext>
            </a:extLst>
          </p:cNvPr>
          <p:cNvPicPr>
            <a:picLocks/>
          </p:cNvPicPr>
          <p:nvPr userDrawn="1"/>
        </p:nvPicPr>
        <p:blipFill>
          <a:blip r:embed="rId2">
            <a:extLst>
              <a:ext uri="{28A0092B-C50C-407E-A947-70E740481C1C}">
                <a14:useLocalDpi xmlns:a14="http://schemas.microsoft.com/office/drawing/2010/main" val="0"/>
              </a:ext>
            </a:extLst>
          </a:blip>
          <a:stretch>
            <a:fillRect/>
          </a:stretch>
        </p:blipFill>
        <p:spPr bwMode="hidden">
          <a:xfrm>
            <a:off x="0" y="0"/>
            <a:ext cx="12193200" cy="6858000"/>
          </a:xfrm>
          <a:prstGeom prst="rect">
            <a:avLst/>
          </a:prstGeom>
        </p:spPr>
      </p:pic>
      <p:sp>
        <p:nvSpPr>
          <p:cNvPr id="2" name="Title 1">
            <a:extLst>
              <a:ext uri="{FF2B5EF4-FFF2-40B4-BE49-F238E27FC236}">
                <a16:creationId xmlns:a16="http://schemas.microsoft.com/office/drawing/2014/main" id="{DCB74E28-9D0B-F1B4-F101-2628EB1EA46E}"/>
              </a:ext>
            </a:extLst>
          </p:cNvPr>
          <p:cNvSpPr>
            <a:spLocks noGrp="1"/>
          </p:cNvSpPr>
          <p:nvPr>
            <p:ph type="title"/>
          </p:nvPr>
        </p:nvSpPr>
        <p:spPr>
          <a:xfrm>
            <a:off x="485775" y="1970406"/>
            <a:ext cx="7394575" cy="2869882"/>
          </a:xfrm>
        </p:spPr>
        <p:txBody>
          <a:bodyPr anchor="t"/>
          <a:lstStyle>
            <a:lvl1pPr>
              <a:defRPr sz="6000">
                <a:solidFill>
                  <a:schemeClr val="bg1"/>
                </a:solidFill>
              </a:defRPr>
            </a:lvl1pPr>
          </a:lstStyle>
          <a:p>
            <a:r>
              <a:rPr lang="en-GB"/>
              <a:t>Click to edit Master title style</a:t>
            </a:r>
            <a:endParaRPr lang="en-US"/>
          </a:p>
        </p:txBody>
      </p:sp>
      <p:sp>
        <p:nvSpPr>
          <p:cNvPr id="8" name="Text Placeholder 7">
            <a:extLst>
              <a:ext uri="{FF2B5EF4-FFF2-40B4-BE49-F238E27FC236}">
                <a16:creationId xmlns:a16="http://schemas.microsoft.com/office/drawing/2014/main" id="{A475298B-22BF-3DF1-FBE7-DF673E5A2734}"/>
              </a:ext>
            </a:extLst>
          </p:cNvPr>
          <p:cNvSpPr>
            <a:spLocks noGrp="1"/>
          </p:cNvSpPr>
          <p:nvPr>
            <p:ph type="body" sz="quarter" idx="13" hasCustomPrompt="1"/>
          </p:nvPr>
        </p:nvSpPr>
        <p:spPr>
          <a:xfrm>
            <a:off x="485775" y="370800"/>
            <a:ext cx="7394575" cy="313932"/>
          </a:xfrm>
        </p:spPr>
        <p:txBody>
          <a:bodyPr>
            <a:noAutofit/>
          </a:bodyPr>
          <a:lstStyle>
            <a:lvl1pPr marL="0" indent="0">
              <a:lnSpc>
                <a:spcPct val="85000"/>
              </a:lnSpc>
              <a:buNone/>
              <a:defRPr lang="en-US" sz="2400" b="1" i="0" kern="1200" dirty="0">
                <a:solidFill>
                  <a:schemeClr val="tx2"/>
                </a:solidFill>
                <a:latin typeface="EYInterstate Regular" panose="02000503020000020004" pitchFamily="2" charset="0"/>
                <a:ea typeface="+mj-ea"/>
                <a:cs typeface="Arial" pitchFamily="34" charset="0"/>
              </a:defRPr>
            </a:lvl1pPr>
          </a:lstStyle>
          <a:p>
            <a:pPr lvl="0"/>
            <a:r>
              <a:rPr lang="en-GB"/>
              <a:t>Chapter 00</a:t>
            </a:r>
            <a:endParaRPr lang="en-US"/>
          </a:p>
        </p:txBody>
      </p:sp>
      <p:sp>
        <p:nvSpPr>
          <p:cNvPr id="14" name="Date Placeholder 13">
            <a:extLst>
              <a:ext uri="{FF2B5EF4-FFF2-40B4-BE49-F238E27FC236}">
                <a16:creationId xmlns:a16="http://schemas.microsoft.com/office/drawing/2014/main" id="{FF04263E-9F32-7609-1152-7E305FEBE745}"/>
              </a:ext>
            </a:extLst>
          </p:cNvPr>
          <p:cNvSpPr>
            <a:spLocks noGrp="1"/>
          </p:cNvSpPr>
          <p:nvPr>
            <p:ph type="dt" sz="half" idx="14"/>
          </p:nvPr>
        </p:nvSpPr>
        <p:spPr/>
        <p:txBody>
          <a:bodyPr/>
          <a:lstStyle/>
          <a:p>
            <a:fld id="{E8734977-E9EE-48E3-8247-FCE5E39FBC8D}" type="datetime3">
              <a:rPr lang="en-US" smtClean="0"/>
              <a:t>18 March 2026</a:t>
            </a:fld>
            <a:endParaRPr lang="en-US"/>
          </a:p>
        </p:txBody>
      </p:sp>
      <p:sp>
        <p:nvSpPr>
          <p:cNvPr id="15" name="Footer Placeholder 14">
            <a:extLst>
              <a:ext uri="{FF2B5EF4-FFF2-40B4-BE49-F238E27FC236}">
                <a16:creationId xmlns:a16="http://schemas.microsoft.com/office/drawing/2014/main" id="{F7F02905-9FFE-65B7-8565-3E827BBAECD9}"/>
              </a:ext>
            </a:extLst>
          </p:cNvPr>
          <p:cNvSpPr>
            <a:spLocks noGrp="1"/>
          </p:cNvSpPr>
          <p:nvPr>
            <p:ph type="ftr" sz="quarter" idx="15"/>
          </p:nvPr>
        </p:nvSpPr>
        <p:spPr/>
        <p:txBody>
          <a:bodyPr/>
          <a:lstStyle/>
          <a:p>
            <a:r>
              <a:rPr lang="en-US"/>
              <a:t>Customer Experience</a:t>
            </a:r>
          </a:p>
        </p:txBody>
      </p:sp>
      <p:sp>
        <p:nvSpPr>
          <p:cNvPr id="16" name="Slide Number Placeholder 15">
            <a:extLst>
              <a:ext uri="{FF2B5EF4-FFF2-40B4-BE49-F238E27FC236}">
                <a16:creationId xmlns:a16="http://schemas.microsoft.com/office/drawing/2014/main" id="{010BD8AE-BB2B-B523-1D74-4E8DBE2102BC}"/>
              </a:ext>
            </a:extLst>
          </p:cNvPr>
          <p:cNvSpPr>
            <a:spLocks noGrp="1"/>
          </p:cNvSpPr>
          <p:nvPr>
            <p:ph type="sldNum" sz="quarter" idx="16"/>
          </p:nvPr>
        </p:nvSpPr>
        <p:spPr/>
        <p:txBody>
          <a:bodyPr/>
          <a:lstStyle/>
          <a:p>
            <a:fld id="{F1BC30E3-FFE5-4B91-AA19-87A149EBB9EE}" type="slidenum">
              <a:rPr lang="en-GB" smtClean="0"/>
              <a:pPr/>
              <a:t>‹#›</a:t>
            </a:fld>
            <a:endParaRPr lang="en-GB"/>
          </a:p>
        </p:txBody>
      </p:sp>
      <p:pic>
        <p:nvPicPr>
          <p:cNvPr id="3" name="Graphic 2">
            <a:extLst>
              <a:ext uri="{FF2B5EF4-FFF2-40B4-BE49-F238E27FC236}">
                <a16:creationId xmlns:a16="http://schemas.microsoft.com/office/drawing/2014/main" id="{779E1581-352C-131C-5C35-5CB569948918}"/>
              </a:ext>
            </a:extLst>
          </p:cNvPr>
          <p:cNvPicPr/>
          <p:nvPr userDrawn="1"/>
        </p:nvPicPr>
        <p:blipFill>
          <a:blip r:embed="rId3">
            <a:extLst>
              <a:ext uri="{96DAC541-7B7A-43D3-8B79-37D633B846F1}">
                <asvg:svgBlip xmlns:asvg="http://schemas.microsoft.com/office/drawing/2016/SVG/main" r:embed="rId4"/>
              </a:ext>
            </a:extLst>
          </a:blip>
          <a:stretch>
            <a:fillRect/>
          </a:stretch>
        </p:blipFill>
        <p:spPr>
          <a:xfrm>
            <a:off x="11089246" y="6289101"/>
            <a:ext cx="880813" cy="341755"/>
          </a:xfrm>
          <a:prstGeom prst="rect">
            <a:avLst/>
          </a:prstGeom>
        </p:spPr>
      </p:pic>
    </p:spTree>
    <p:extLst>
      <p:ext uri="{BB962C8B-B14F-4D97-AF65-F5344CB8AC3E}">
        <p14:creationId xmlns:p14="http://schemas.microsoft.com/office/powerpoint/2010/main" val="3100344871"/>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Section Header 3">
    <p:spTree>
      <p:nvGrpSpPr>
        <p:cNvPr id="1" name=""/>
        <p:cNvGrpSpPr/>
        <p:nvPr/>
      </p:nvGrpSpPr>
      <p:grpSpPr>
        <a:xfrm>
          <a:off x="0" y="0"/>
          <a:ext cx="0" cy="0"/>
          <a:chOff x="0" y="0"/>
          <a:chExt cx="0" cy="0"/>
        </a:xfrm>
      </p:grpSpPr>
      <p:pic>
        <p:nvPicPr>
          <p:cNvPr id="3" name="Picture 2" descr="A colorful light in the dark&#10;&#10;Description automatically generated">
            <a:extLst>
              <a:ext uri="{FF2B5EF4-FFF2-40B4-BE49-F238E27FC236}">
                <a16:creationId xmlns:a16="http://schemas.microsoft.com/office/drawing/2014/main" id="{A6C92DE9-1F7F-6A8E-389D-FBCE38254ADC}"/>
              </a:ext>
            </a:extLst>
          </p:cNvPr>
          <p:cNvPicPr>
            <a:picLocks/>
          </p:cNvPicPr>
          <p:nvPr userDrawn="1"/>
        </p:nvPicPr>
        <p:blipFill>
          <a:blip r:embed="rId2">
            <a:extLst>
              <a:ext uri="{28A0092B-C50C-407E-A947-70E740481C1C}">
                <a14:useLocalDpi xmlns:a14="http://schemas.microsoft.com/office/drawing/2010/main" val="0"/>
              </a:ext>
            </a:extLst>
          </a:blip>
          <a:stretch>
            <a:fillRect/>
          </a:stretch>
        </p:blipFill>
        <p:spPr bwMode="hidden">
          <a:xfrm>
            <a:off x="0" y="0"/>
            <a:ext cx="12193200" cy="6858000"/>
          </a:xfrm>
          <a:prstGeom prst="rect">
            <a:avLst/>
          </a:prstGeom>
        </p:spPr>
      </p:pic>
      <p:sp>
        <p:nvSpPr>
          <p:cNvPr id="2" name="Title 1">
            <a:extLst>
              <a:ext uri="{FF2B5EF4-FFF2-40B4-BE49-F238E27FC236}">
                <a16:creationId xmlns:a16="http://schemas.microsoft.com/office/drawing/2014/main" id="{DCB74E28-9D0B-F1B4-F101-2628EB1EA46E}"/>
              </a:ext>
            </a:extLst>
          </p:cNvPr>
          <p:cNvSpPr>
            <a:spLocks noGrp="1"/>
          </p:cNvSpPr>
          <p:nvPr>
            <p:ph type="title"/>
          </p:nvPr>
        </p:nvSpPr>
        <p:spPr>
          <a:xfrm>
            <a:off x="485775" y="1970406"/>
            <a:ext cx="7394575" cy="2869882"/>
          </a:xfrm>
        </p:spPr>
        <p:txBody>
          <a:bodyPr anchor="t"/>
          <a:lstStyle>
            <a:lvl1pPr>
              <a:defRPr sz="6000">
                <a:solidFill>
                  <a:schemeClr val="bg1"/>
                </a:solidFill>
              </a:defRPr>
            </a:lvl1pPr>
          </a:lstStyle>
          <a:p>
            <a:r>
              <a:rPr lang="en-GB"/>
              <a:t>Click to edit Master title style</a:t>
            </a:r>
            <a:endParaRPr lang="en-US"/>
          </a:p>
        </p:txBody>
      </p:sp>
      <p:sp>
        <p:nvSpPr>
          <p:cNvPr id="8" name="Text Placeholder 7">
            <a:extLst>
              <a:ext uri="{FF2B5EF4-FFF2-40B4-BE49-F238E27FC236}">
                <a16:creationId xmlns:a16="http://schemas.microsoft.com/office/drawing/2014/main" id="{A475298B-22BF-3DF1-FBE7-DF673E5A2734}"/>
              </a:ext>
            </a:extLst>
          </p:cNvPr>
          <p:cNvSpPr>
            <a:spLocks noGrp="1"/>
          </p:cNvSpPr>
          <p:nvPr>
            <p:ph type="body" sz="quarter" idx="13" hasCustomPrompt="1"/>
          </p:nvPr>
        </p:nvSpPr>
        <p:spPr>
          <a:xfrm>
            <a:off x="485775" y="370800"/>
            <a:ext cx="7394575" cy="313932"/>
          </a:xfrm>
        </p:spPr>
        <p:txBody>
          <a:bodyPr>
            <a:noAutofit/>
          </a:bodyPr>
          <a:lstStyle>
            <a:lvl1pPr marL="0" indent="0">
              <a:lnSpc>
                <a:spcPct val="85000"/>
              </a:lnSpc>
              <a:buNone/>
              <a:defRPr lang="en-US" sz="2400" b="1" i="0" kern="1200" dirty="0">
                <a:solidFill>
                  <a:schemeClr val="tx2"/>
                </a:solidFill>
                <a:latin typeface="EYInterstate Regular" panose="02000503020000020004" pitchFamily="2" charset="0"/>
                <a:ea typeface="+mj-ea"/>
                <a:cs typeface="Arial" pitchFamily="34" charset="0"/>
              </a:defRPr>
            </a:lvl1pPr>
          </a:lstStyle>
          <a:p>
            <a:pPr lvl="0"/>
            <a:r>
              <a:rPr lang="en-GB"/>
              <a:t>Chapter 00</a:t>
            </a:r>
            <a:endParaRPr lang="en-US"/>
          </a:p>
        </p:txBody>
      </p:sp>
      <p:sp>
        <p:nvSpPr>
          <p:cNvPr id="13" name="Date Placeholder 12">
            <a:extLst>
              <a:ext uri="{FF2B5EF4-FFF2-40B4-BE49-F238E27FC236}">
                <a16:creationId xmlns:a16="http://schemas.microsoft.com/office/drawing/2014/main" id="{A4B60AF8-644E-A0B2-7653-4332A03759FC}"/>
              </a:ext>
            </a:extLst>
          </p:cNvPr>
          <p:cNvSpPr>
            <a:spLocks noGrp="1"/>
          </p:cNvSpPr>
          <p:nvPr>
            <p:ph type="dt" sz="half" idx="14"/>
          </p:nvPr>
        </p:nvSpPr>
        <p:spPr/>
        <p:txBody>
          <a:bodyPr/>
          <a:lstStyle/>
          <a:p>
            <a:fld id="{2E52E378-79B7-4CA3-BF68-C1F697A90CB4}" type="datetime3">
              <a:rPr lang="en-US" smtClean="0"/>
              <a:t>18 March 2026</a:t>
            </a:fld>
            <a:endParaRPr lang="en-US"/>
          </a:p>
        </p:txBody>
      </p:sp>
      <p:sp>
        <p:nvSpPr>
          <p:cNvPr id="14" name="Footer Placeholder 13">
            <a:extLst>
              <a:ext uri="{FF2B5EF4-FFF2-40B4-BE49-F238E27FC236}">
                <a16:creationId xmlns:a16="http://schemas.microsoft.com/office/drawing/2014/main" id="{466D1FDE-8AD4-4D56-5318-1DD8ED2FCACC}"/>
              </a:ext>
            </a:extLst>
          </p:cNvPr>
          <p:cNvSpPr>
            <a:spLocks noGrp="1"/>
          </p:cNvSpPr>
          <p:nvPr>
            <p:ph type="ftr" sz="quarter" idx="15"/>
          </p:nvPr>
        </p:nvSpPr>
        <p:spPr/>
        <p:txBody>
          <a:bodyPr/>
          <a:lstStyle/>
          <a:p>
            <a:r>
              <a:rPr lang="en-US"/>
              <a:t>Customer Experience</a:t>
            </a:r>
          </a:p>
        </p:txBody>
      </p:sp>
      <p:sp>
        <p:nvSpPr>
          <p:cNvPr id="15" name="Slide Number Placeholder 14">
            <a:extLst>
              <a:ext uri="{FF2B5EF4-FFF2-40B4-BE49-F238E27FC236}">
                <a16:creationId xmlns:a16="http://schemas.microsoft.com/office/drawing/2014/main" id="{180F9161-0A5B-9390-AAC5-925D1AE2AA83}"/>
              </a:ext>
            </a:extLst>
          </p:cNvPr>
          <p:cNvSpPr>
            <a:spLocks noGrp="1"/>
          </p:cNvSpPr>
          <p:nvPr>
            <p:ph type="sldNum" sz="quarter" idx="16"/>
          </p:nvPr>
        </p:nvSpPr>
        <p:spPr/>
        <p:txBody>
          <a:bodyPr/>
          <a:lstStyle/>
          <a:p>
            <a:fld id="{F1BC30E3-FFE5-4B91-AA19-87A149EBB9EE}" type="slidenum">
              <a:rPr lang="en-GB" smtClean="0"/>
              <a:pPr/>
              <a:t>‹#›</a:t>
            </a:fld>
            <a:endParaRPr lang="en-GB"/>
          </a:p>
        </p:txBody>
      </p:sp>
      <p:pic>
        <p:nvPicPr>
          <p:cNvPr id="5" name="Graphic 4">
            <a:extLst>
              <a:ext uri="{FF2B5EF4-FFF2-40B4-BE49-F238E27FC236}">
                <a16:creationId xmlns:a16="http://schemas.microsoft.com/office/drawing/2014/main" id="{062A5BC0-6D0A-02C1-6774-88368CB5F78C}"/>
              </a:ext>
            </a:extLst>
          </p:cNvPr>
          <p:cNvPicPr/>
          <p:nvPr userDrawn="1"/>
        </p:nvPicPr>
        <p:blipFill>
          <a:blip r:embed="rId3">
            <a:extLst>
              <a:ext uri="{96DAC541-7B7A-43D3-8B79-37D633B846F1}">
                <asvg:svgBlip xmlns:asvg="http://schemas.microsoft.com/office/drawing/2016/SVG/main" r:embed="rId4"/>
              </a:ext>
            </a:extLst>
          </a:blip>
          <a:stretch>
            <a:fillRect/>
          </a:stretch>
        </p:blipFill>
        <p:spPr>
          <a:xfrm>
            <a:off x="11089246" y="6289101"/>
            <a:ext cx="880813" cy="341755"/>
          </a:xfrm>
          <a:prstGeom prst="rect">
            <a:avLst/>
          </a:prstGeom>
        </p:spPr>
      </p:pic>
    </p:spTree>
    <p:extLst>
      <p:ext uri="{BB962C8B-B14F-4D97-AF65-F5344CB8AC3E}">
        <p14:creationId xmlns:p14="http://schemas.microsoft.com/office/powerpoint/2010/main" val="1982772848"/>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Section Header 4">
    <p:spTree>
      <p:nvGrpSpPr>
        <p:cNvPr id="1" name=""/>
        <p:cNvGrpSpPr/>
        <p:nvPr/>
      </p:nvGrpSpPr>
      <p:grpSpPr>
        <a:xfrm>
          <a:off x="0" y="0"/>
          <a:ext cx="0" cy="0"/>
          <a:chOff x="0" y="0"/>
          <a:chExt cx="0" cy="0"/>
        </a:xfrm>
      </p:grpSpPr>
      <p:pic>
        <p:nvPicPr>
          <p:cNvPr id="13" name="Picture 12" descr="A blurry image of a rainbow&#10;&#10;Description automatically generated">
            <a:extLst>
              <a:ext uri="{FF2B5EF4-FFF2-40B4-BE49-F238E27FC236}">
                <a16:creationId xmlns:a16="http://schemas.microsoft.com/office/drawing/2014/main" id="{C8E8709F-6A78-59BB-D254-AE4C7F2A57D8}"/>
              </a:ext>
            </a:extLst>
          </p:cNvPr>
          <p:cNvPicPr>
            <a:picLocks/>
          </p:cNvPicPr>
          <p:nvPr userDrawn="1"/>
        </p:nvPicPr>
        <p:blipFill>
          <a:blip r:embed="rId2">
            <a:extLst>
              <a:ext uri="{28A0092B-C50C-407E-A947-70E740481C1C}">
                <a14:useLocalDpi xmlns:a14="http://schemas.microsoft.com/office/drawing/2010/main" val="0"/>
              </a:ext>
            </a:extLst>
          </a:blip>
          <a:stretch>
            <a:fillRect/>
          </a:stretch>
        </p:blipFill>
        <p:spPr bwMode="hidden">
          <a:xfrm>
            <a:off x="0" y="0"/>
            <a:ext cx="12193200" cy="6858000"/>
          </a:xfrm>
          <a:prstGeom prst="rect">
            <a:avLst/>
          </a:prstGeom>
        </p:spPr>
      </p:pic>
      <p:sp>
        <p:nvSpPr>
          <p:cNvPr id="2" name="Title 1">
            <a:extLst>
              <a:ext uri="{FF2B5EF4-FFF2-40B4-BE49-F238E27FC236}">
                <a16:creationId xmlns:a16="http://schemas.microsoft.com/office/drawing/2014/main" id="{DCB74E28-9D0B-F1B4-F101-2628EB1EA46E}"/>
              </a:ext>
            </a:extLst>
          </p:cNvPr>
          <p:cNvSpPr>
            <a:spLocks noGrp="1"/>
          </p:cNvSpPr>
          <p:nvPr>
            <p:ph type="title"/>
          </p:nvPr>
        </p:nvSpPr>
        <p:spPr>
          <a:xfrm>
            <a:off x="485775" y="1970406"/>
            <a:ext cx="7394575" cy="2869882"/>
          </a:xfrm>
        </p:spPr>
        <p:txBody>
          <a:bodyPr anchor="t"/>
          <a:lstStyle>
            <a:lvl1pPr>
              <a:defRPr sz="6000">
                <a:solidFill>
                  <a:schemeClr val="bg1"/>
                </a:solidFill>
              </a:defRPr>
            </a:lvl1pPr>
          </a:lstStyle>
          <a:p>
            <a:r>
              <a:rPr lang="en-GB"/>
              <a:t>Click to edit Master title style</a:t>
            </a:r>
            <a:endParaRPr lang="en-US"/>
          </a:p>
        </p:txBody>
      </p:sp>
      <p:sp>
        <p:nvSpPr>
          <p:cNvPr id="8" name="Text Placeholder 7">
            <a:extLst>
              <a:ext uri="{FF2B5EF4-FFF2-40B4-BE49-F238E27FC236}">
                <a16:creationId xmlns:a16="http://schemas.microsoft.com/office/drawing/2014/main" id="{A475298B-22BF-3DF1-FBE7-DF673E5A2734}"/>
              </a:ext>
            </a:extLst>
          </p:cNvPr>
          <p:cNvSpPr>
            <a:spLocks noGrp="1"/>
          </p:cNvSpPr>
          <p:nvPr>
            <p:ph type="body" sz="quarter" idx="13" hasCustomPrompt="1"/>
          </p:nvPr>
        </p:nvSpPr>
        <p:spPr>
          <a:xfrm>
            <a:off x="485775" y="370800"/>
            <a:ext cx="7394575" cy="313932"/>
          </a:xfrm>
        </p:spPr>
        <p:txBody>
          <a:bodyPr>
            <a:noAutofit/>
          </a:bodyPr>
          <a:lstStyle>
            <a:lvl1pPr marL="0" indent="0">
              <a:lnSpc>
                <a:spcPct val="85000"/>
              </a:lnSpc>
              <a:buNone/>
              <a:defRPr lang="en-US" sz="2400" b="1" i="0" kern="1200" dirty="0">
                <a:solidFill>
                  <a:schemeClr val="tx2"/>
                </a:solidFill>
                <a:latin typeface="EYInterstate Regular" panose="02000503020000020004" pitchFamily="2" charset="0"/>
                <a:ea typeface="+mj-ea"/>
                <a:cs typeface="Arial" pitchFamily="34" charset="0"/>
              </a:defRPr>
            </a:lvl1pPr>
          </a:lstStyle>
          <a:p>
            <a:pPr lvl="0"/>
            <a:r>
              <a:rPr lang="en-GB"/>
              <a:t>Chapter 00</a:t>
            </a:r>
            <a:endParaRPr lang="en-US"/>
          </a:p>
        </p:txBody>
      </p:sp>
      <p:sp>
        <p:nvSpPr>
          <p:cNvPr id="14" name="Date Placeholder 13">
            <a:extLst>
              <a:ext uri="{FF2B5EF4-FFF2-40B4-BE49-F238E27FC236}">
                <a16:creationId xmlns:a16="http://schemas.microsoft.com/office/drawing/2014/main" id="{FA3F83A6-1D48-7A59-F89B-1AD446292A93}"/>
              </a:ext>
            </a:extLst>
          </p:cNvPr>
          <p:cNvSpPr>
            <a:spLocks noGrp="1"/>
          </p:cNvSpPr>
          <p:nvPr>
            <p:ph type="dt" sz="half" idx="14"/>
          </p:nvPr>
        </p:nvSpPr>
        <p:spPr/>
        <p:txBody>
          <a:bodyPr/>
          <a:lstStyle/>
          <a:p>
            <a:fld id="{9FA35D27-6922-412A-9076-E981F8AC26A1}" type="datetime3">
              <a:rPr lang="en-US" smtClean="0"/>
              <a:t>18 March 2026</a:t>
            </a:fld>
            <a:endParaRPr lang="en-US"/>
          </a:p>
        </p:txBody>
      </p:sp>
      <p:sp>
        <p:nvSpPr>
          <p:cNvPr id="15" name="Footer Placeholder 14">
            <a:extLst>
              <a:ext uri="{FF2B5EF4-FFF2-40B4-BE49-F238E27FC236}">
                <a16:creationId xmlns:a16="http://schemas.microsoft.com/office/drawing/2014/main" id="{7E103D91-874B-B49F-B9D9-85F52EAD810F}"/>
              </a:ext>
            </a:extLst>
          </p:cNvPr>
          <p:cNvSpPr>
            <a:spLocks noGrp="1"/>
          </p:cNvSpPr>
          <p:nvPr>
            <p:ph type="ftr" sz="quarter" idx="15"/>
          </p:nvPr>
        </p:nvSpPr>
        <p:spPr/>
        <p:txBody>
          <a:bodyPr/>
          <a:lstStyle/>
          <a:p>
            <a:r>
              <a:rPr lang="en-US"/>
              <a:t>Customer Experience</a:t>
            </a:r>
          </a:p>
        </p:txBody>
      </p:sp>
      <p:sp>
        <p:nvSpPr>
          <p:cNvPr id="16" name="Slide Number Placeholder 15">
            <a:extLst>
              <a:ext uri="{FF2B5EF4-FFF2-40B4-BE49-F238E27FC236}">
                <a16:creationId xmlns:a16="http://schemas.microsoft.com/office/drawing/2014/main" id="{0C95BFB4-BABD-DFFF-43A5-9ABB8A6638B7}"/>
              </a:ext>
            </a:extLst>
          </p:cNvPr>
          <p:cNvSpPr>
            <a:spLocks noGrp="1"/>
          </p:cNvSpPr>
          <p:nvPr>
            <p:ph type="sldNum" sz="quarter" idx="16"/>
          </p:nvPr>
        </p:nvSpPr>
        <p:spPr/>
        <p:txBody>
          <a:bodyPr/>
          <a:lstStyle/>
          <a:p>
            <a:fld id="{F1BC30E3-FFE5-4B91-AA19-87A149EBB9EE}" type="slidenum">
              <a:rPr lang="en-GB" smtClean="0"/>
              <a:pPr/>
              <a:t>‹#›</a:t>
            </a:fld>
            <a:endParaRPr lang="en-GB"/>
          </a:p>
        </p:txBody>
      </p:sp>
      <p:pic>
        <p:nvPicPr>
          <p:cNvPr id="7" name="Graphic 6">
            <a:extLst>
              <a:ext uri="{FF2B5EF4-FFF2-40B4-BE49-F238E27FC236}">
                <a16:creationId xmlns:a16="http://schemas.microsoft.com/office/drawing/2014/main" id="{9637D351-EB1E-5C2F-EFC4-01C15DABFC0B}"/>
              </a:ext>
            </a:extLst>
          </p:cNvPr>
          <p:cNvPicPr/>
          <p:nvPr userDrawn="1"/>
        </p:nvPicPr>
        <p:blipFill>
          <a:blip r:embed="rId3">
            <a:extLst>
              <a:ext uri="{96DAC541-7B7A-43D3-8B79-37D633B846F1}">
                <asvg:svgBlip xmlns:asvg="http://schemas.microsoft.com/office/drawing/2016/SVG/main" r:embed="rId4"/>
              </a:ext>
            </a:extLst>
          </a:blip>
          <a:stretch>
            <a:fillRect/>
          </a:stretch>
        </p:blipFill>
        <p:spPr>
          <a:xfrm>
            <a:off x="11089246" y="6289101"/>
            <a:ext cx="880813" cy="341755"/>
          </a:xfrm>
          <a:prstGeom prst="rect">
            <a:avLst/>
          </a:prstGeom>
        </p:spPr>
      </p:pic>
    </p:spTree>
    <p:extLst>
      <p:ext uri="{BB962C8B-B14F-4D97-AF65-F5344CB8AC3E}">
        <p14:creationId xmlns:p14="http://schemas.microsoft.com/office/powerpoint/2010/main" val="2607040094"/>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Section Header 5">
    <p:spTree>
      <p:nvGrpSpPr>
        <p:cNvPr id="1" name=""/>
        <p:cNvGrpSpPr/>
        <p:nvPr/>
      </p:nvGrpSpPr>
      <p:grpSpPr>
        <a:xfrm>
          <a:off x="0" y="0"/>
          <a:ext cx="0" cy="0"/>
          <a:chOff x="0" y="0"/>
          <a:chExt cx="0" cy="0"/>
        </a:xfrm>
      </p:grpSpPr>
      <p:pic>
        <p:nvPicPr>
          <p:cNvPr id="7" name="Picture 6" descr="A colorful circle on a black background&#10;&#10;Description automatically generated">
            <a:extLst>
              <a:ext uri="{FF2B5EF4-FFF2-40B4-BE49-F238E27FC236}">
                <a16:creationId xmlns:a16="http://schemas.microsoft.com/office/drawing/2014/main" id="{9B1A0959-0F7F-FF84-F8C5-2E76E9D45F4F}"/>
              </a:ext>
            </a:extLst>
          </p:cNvPr>
          <p:cNvPicPr>
            <a:picLocks/>
          </p:cNvPicPr>
          <p:nvPr userDrawn="1"/>
        </p:nvPicPr>
        <p:blipFill>
          <a:blip r:embed="rId2">
            <a:extLst>
              <a:ext uri="{28A0092B-C50C-407E-A947-70E740481C1C}">
                <a14:useLocalDpi xmlns:a14="http://schemas.microsoft.com/office/drawing/2010/main" val="0"/>
              </a:ext>
            </a:extLst>
          </a:blip>
          <a:stretch>
            <a:fillRect/>
          </a:stretch>
        </p:blipFill>
        <p:spPr bwMode="hidden">
          <a:xfrm>
            <a:off x="0" y="0"/>
            <a:ext cx="12193200" cy="6858000"/>
          </a:xfrm>
          <a:prstGeom prst="rect">
            <a:avLst/>
          </a:prstGeom>
        </p:spPr>
      </p:pic>
      <p:sp>
        <p:nvSpPr>
          <p:cNvPr id="2" name="Title 1">
            <a:extLst>
              <a:ext uri="{FF2B5EF4-FFF2-40B4-BE49-F238E27FC236}">
                <a16:creationId xmlns:a16="http://schemas.microsoft.com/office/drawing/2014/main" id="{DCB74E28-9D0B-F1B4-F101-2628EB1EA46E}"/>
              </a:ext>
            </a:extLst>
          </p:cNvPr>
          <p:cNvSpPr>
            <a:spLocks noGrp="1"/>
          </p:cNvSpPr>
          <p:nvPr>
            <p:ph type="title"/>
          </p:nvPr>
        </p:nvSpPr>
        <p:spPr>
          <a:xfrm>
            <a:off x="485775" y="1970406"/>
            <a:ext cx="7394575" cy="2869882"/>
          </a:xfrm>
        </p:spPr>
        <p:txBody>
          <a:bodyPr anchor="t"/>
          <a:lstStyle>
            <a:lvl1pPr>
              <a:defRPr sz="6000">
                <a:solidFill>
                  <a:schemeClr val="bg1"/>
                </a:solidFill>
              </a:defRPr>
            </a:lvl1pPr>
          </a:lstStyle>
          <a:p>
            <a:r>
              <a:rPr lang="en-GB"/>
              <a:t>Click to edit Master title style</a:t>
            </a:r>
            <a:endParaRPr lang="en-US"/>
          </a:p>
        </p:txBody>
      </p:sp>
      <p:sp>
        <p:nvSpPr>
          <p:cNvPr id="8" name="Text Placeholder 7">
            <a:extLst>
              <a:ext uri="{FF2B5EF4-FFF2-40B4-BE49-F238E27FC236}">
                <a16:creationId xmlns:a16="http://schemas.microsoft.com/office/drawing/2014/main" id="{A475298B-22BF-3DF1-FBE7-DF673E5A2734}"/>
              </a:ext>
            </a:extLst>
          </p:cNvPr>
          <p:cNvSpPr>
            <a:spLocks noGrp="1"/>
          </p:cNvSpPr>
          <p:nvPr>
            <p:ph type="body" sz="quarter" idx="13" hasCustomPrompt="1"/>
          </p:nvPr>
        </p:nvSpPr>
        <p:spPr>
          <a:xfrm>
            <a:off x="485775" y="370800"/>
            <a:ext cx="7394575" cy="313932"/>
          </a:xfrm>
        </p:spPr>
        <p:txBody>
          <a:bodyPr>
            <a:noAutofit/>
          </a:bodyPr>
          <a:lstStyle>
            <a:lvl1pPr marL="0" indent="0">
              <a:lnSpc>
                <a:spcPct val="85000"/>
              </a:lnSpc>
              <a:buNone/>
              <a:defRPr lang="en-US" sz="2400" b="1" i="0" kern="1200" dirty="0">
                <a:solidFill>
                  <a:schemeClr val="tx2"/>
                </a:solidFill>
                <a:latin typeface="EYInterstate Regular" panose="02000503020000020004" pitchFamily="2" charset="0"/>
                <a:ea typeface="+mj-ea"/>
                <a:cs typeface="Arial" pitchFamily="34" charset="0"/>
              </a:defRPr>
            </a:lvl1pPr>
          </a:lstStyle>
          <a:p>
            <a:pPr lvl="0"/>
            <a:r>
              <a:rPr lang="en-GB"/>
              <a:t>Chapter 00</a:t>
            </a:r>
            <a:endParaRPr lang="en-US"/>
          </a:p>
        </p:txBody>
      </p:sp>
      <p:sp>
        <p:nvSpPr>
          <p:cNvPr id="14" name="Date Placeholder 13">
            <a:extLst>
              <a:ext uri="{FF2B5EF4-FFF2-40B4-BE49-F238E27FC236}">
                <a16:creationId xmlns:a16="http://schemas.microsoft.com/office/drawing/2014/main" id="{B5D9BED5-140F-F03D-CA60-9453F1A86D9C}"/>
              </a:ext>
            </a:extLst>
          </p:cNvPr>
          <p:cNvSpPr>
            <a:spLocks noGrp="1"/>
          </p:cNvSpPr>
          <p:nvPr>
            <p:ph type="dt" sz="half" idx="14"/>
          </p:nvPr>
        </p:nvSpPr>
        <p:spPr/>
        <p:txBody>
          <a:bodyPr/>
          <a:lstStyle/>
          <a:p>
            <a:fld id="{411C1E79-E56F-4AED-8311-E0A9C9975850}" type="datetime3">
              <a:rPr lang="en-US" smtClean="0"/>
              <a:t>18 March 2026</a:t>
            </a:fld>
            <a:endParaRPr lang="en-US"/>
          </a:p>
        </p:txBody>
      </p:sp>
      <p:sp>
        <p:nvSpPr>
          <p:cNvPr id="15" name="Footer Placeholder 14">
            <a:extLst>
              <a:ext uri="{FF2B5EF4-FFF2-40B4-BE49-F238E27FC236}">
                <a16:creationId xmlns:a16="http://schemas.microsoft.com/office/drawing/2014/main" id="{E931943E-2952-F25A-ECCA-F329235A737F}"/>
              </a:ext>
            </a:extLst>
          </p:cNvPr>
          <p:cNvSpPr>
            <a:spLocks noGrp="1"/>
          </p:cNvSpPr>
          <p:nvPr>
            <p:ph type="ftr" sz="quarter" idx="15"/>
          </p:nvPr>
        </p:nvSpPr>
        <p:spPr/>
        <p:txBody>
          <a:bodyPr/>
          <a:lstStyle/>
          <a:p>
            <a:r>
              <a:rPr lang="en-US"/>
              <a:t>Customer Experience</a:t>
            </a:r>
          </a:p>
        </p:txBody>
      </p:sp>
      <p:sp>
        <p:nvSpPr>
          <p:cNvPr id="16" name="Slide Number Placeholder 15">
            <a:extLst>
              <a:ext uri="{FF2B5EF4-FFF2-40B4-BE49-F238E27FC236}">
                <a16:creationId xmlns:a16="http://schemas.microsoft.com/office/drawing/2014/main" id="{EBCB7712-53BF-0892-3D4B-354DE5C528E5}"/>
              </a:ext>
            </a:extLst>
          </p:cNvPr>
          <p:cNvSpPr>
            <a:spLocks noGrp="1"/>
          </p:cNvSpPr>
          <p:nvPr>
            <p:ph type="sldNum" sz="quarter" idx="16"/>
          </p:nvPr>
        </p:nvSpPr>
        <p:spPr/>
        <p:txBody>
          <a:bodyPr/>
          <a:lstStyle/>
          <a:p>
            <a:fld id="{F1BC30E3-FFE5-4B91-AA19-87A149EBB9EE}" type="slidenum">
              <a:rPr lang="en-GB" smtClean="0"/>
              <a:pPr/>
              <a:t>‹#›</a:t>
            </a:fld>
            <a:endParaRPr lang="en-GB"/>
          </a:p>
        </p:txBody>
      </p:sp>
      <p:pic>
        <p:nvPicPr>
          <p:cNvPr id="3" name="Graphic 2">
            <a:extLst>
              <a:ext uri="{FF2B5EF4-FFF2-40B4-BE49-F238E27FC236}">
                <a16:creationId xmlns:a16="http://schemas.microsoft.com/office/drawing/2014/main" id="{937EAACC-C80B-5E50-FD27-198F8492A779}"/>
              </a:ext>
            </a:extLst>
          </p:cNvPr>
          <p:cNvPicPr/>
          <p:nvPr userDrawn="1"/>
        </p:nvPicPr>
        <p:blipFill>
          <a:blip r:embed="rId3">
            <a:extLst>
              <a:ext uri="{96DAC541-7B7A-43D3-8B79-37D633B846F1}">
                <asvg:svgBlip xmlns:asvg="http://schemas.microsoft.com/office/drawing/2016/SVG/main" r:embed="rId4"/>
              </a:ext>
            </a:extLst>
          </a:blip>
          <a:stretch>
            <a:fillRect/>
          </a:stretch>
        </p:blipFill>
        <p:spPr>
          <a:xfrm>
            <a:off x="11089246" y="6289101"/>
            <a:ext cx="880813" cy="341755"/>
          </a:xfrm>
          <a:prstGeom prst="rect">
            <a:avLst/>
          </a:prstGeom>
        </p:spPr>
      </p:pic>
    </p:spTree>
    <p:extLst>
      <p:ext uri="{BB962C8B-B14F-4D97-AF65-F5344CB8AC3E}">
        <p14:creationId xmlns:p14="http://schemas.microsoft.com/office/powerpoint/2010/main" val="2364241058"/>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Section Header 6">
    <p:spTree>
      <p:nvGrpSpPr>
        <p:cNvPr id="1" name=""/>
        <p:cNvGrpSpPr/>
        <p:nvPr/>
      </p:nvGrpSpPr>
      <p:grpSpPr>
        <a:xfrm>
          <a:off x="0" y="0"/>
          <a:ext cx="0" cy="0"/>
          <a:chOff x="0" y="0"/>
          <a:chExt cx="0" cy="0"/>
        </a:xfrm>
      </p:grpSpPr>
      <p:pic>
        <p:nvPicPr>
          <p:cNvPr id="5" name="Picture 4" descr="A blurry image of a rainbow&#10;&#10;Description automatically generated">
            <a:extLst>
              <a:ext uri="{FF2B5EF4-FFF2-40B4-BE49-F238E27FC236}">
                <a16:creationId xmlns:a16="http://schemas.microsoft.com/office/drawing/2014/main" id="{36630E4E-7F64-A84B-6022-F16994E95375}"/>
              </a:ext>
            </a:extLst>
          </p:cNvPr>
          <p:cNvPicPr>
            <a:picLocks/>
          </p:cNvPicPr>
          <p:nvPr userDrawn="1"/>
        </p:nvPicPr>
        <p:blipFill>
          <a:blip r:embed="rId2">
            <a:extLst>
              <a:ext uri="{28A0092B-C50C-407E-A947-70E740481C1C}">
                <a14:useLocalDpi xmlns:a14="http://schemas.microsoft.com/office/drawing/2010/main" val="0"/>
              </a:ext>
            </a:extLst>
          </a:blip>
          <a:stretch>
            <a:fillRect/>
          </a:stretch>
        </p:blipFill>
        <p:spPr bwMode="hidden">
          <a:xfrm>
            <a:off x="0" y="0"/>
            <a:ext cx="12193200" cy="6858000"/>
          </a:xfrm>
          <a:prstGeom prst="rect">
            <a:avLst/>
          </a:prstGeom>
        </p:spPr>
      </p:pic>
      <p:sp>
        <p:nvSpPr>
          <p:cNvPr id="2" name="Title 1">
            <a:extLst>
              <a:ext uri="{FF2B5EF4-FFF2-40B4-BE49-F238E27FC236}">
                <a16:creationId xmlns:a16="http://schemas.microsoft.com/office/drawing/2014/main" id="{DCB74E28-9D0B-F1B4-F101-2628EB1EA46E}"/>
              </a:ext>
            </a:extLst>
          </p:cNvPr>
          <p:cNvSpPr>
            <a:spLocks noGrp="1"/>
          </p:cNvSpPr>
          <p:nvPr>
            <p:ph type="title"/>
          </p:nvPr>
        </p:nvSpPr>
        <p:spPr>
          <a:xfrm>
            <a:off x="485775" y="3053616"/>
            <a:ext cx="7394575" cy="2869882"/>
          </a:xfrm>
        </p:spPr>
        <p:txBody>
          <a:bodyPr anchor="t"/>
          <a:lstStyle>
            <a:lvl1pPr>
              <a:defRPr sz="6000">
                <a:solidFill>
                  <a:schemeClr val="bg1"/>
                </a:solidFill>
              </a:defRPr>
            </a:lvl1pPr>
          </a:lstStyle>
          <a:p>
            <a:r>
              <a:rPr lang="en-GB"/>
              <a:t>Click to edit Master title style</a:t>
            </a:r>
            <a:endParaRPr lang="en-US"/>
          </a:p>
        </p:txBody>
      </p:sp>
      <p:sp>
        <p:nvSpPr>
          <p:cNvPr id="8" name="Text Placeholder 7">
            <a:extLst>
              <a:ext uri="{FF2B5EF4-FFF2-40B4-BE49-F238E27FC236}">
                <a16:creationId xmlns:a16="http://schemas.microsoft.com/office/drawing/2014/main" id="{A475298B-22BF-3DF1-FBE7-DF673E5A2734}"/>
              </a:ext>
            </a:extLst>
          </p:cNvPr>
          <p:cNvSpPr>
            <a:spLocks noGrp="1"/>
          </p:cNvSpPr>
          <p:nvPr>
            <p:ph type="body" sz="quarter" idx="13" hasCustomPrompt="1"/>
          </p:nvPr>
        </p:nvSpPr>
        <p:spPr>
          <a:xfrm>
            <a:off x="485775" y="370800"/>
            <a:ext cx="7394575" cy="2169200"/>
          </a:xfrm>
        </p:spPr>
        <p:txBody>
          <a:bodyPr lIns="0" tIns="0" rIns="0" bIns="0" anchor="b">
            <a:noAutofit/>
          </a:bodyPr>
          <a:lstStyle>
            <a:lvl1pPr marL="0" indent="0">
              <a:lnSpc>
                <a:spcPct val="85000"/>
              </a:lnSpc>
              <a:spcAft>
                <a:spcPts val="0"/>
              </a:spcAft>
              <a:buNone/>
              <a:defRPr kumimoji="0" lang="en-US" sz="16600" b="1" i="0" u="none" strike="noStrike" kern="1200" cap="none" spc="0" normalizeH="0" baseline="0" dirty="0">
                <a:ln>
                  <a:noFill/>
                </a:ln>
                <a:solidFill>
                  <a:srgbClr val="747480">
                    <a:alpha val="50000"/>
                  </a:srgbClr>
                </a:solidFill>
                <a:effectLst/>
                <a:uLnTx/>
                <a:uFillTx/>
                <a:latin typeface="EYInterstate Light" panose="02000506000000020004" pitchFamily="2" charset="0"/>
                <a:ea typeface="+mn-ea"/>
                <a:cs typeface="+mn-cs"/>
              </a:defRPr>
            </a:lvl1pPr>
          </a:lstStyle>
          <a:p>
            <a:pPr marL="0" marR="0" lvl="0" indent="0" algn="l" defTabSz="1007887" rtl="0" eaLnBrk="1" fontAlgn="auto" latinLnBrk="0" hangingPunct="1">
              <a:lnSpc>
                <a:spcPct val="100000"/>
              </a:lnSpc>
              <a:spcBef>
                <a:spcPts val="0"/>
              </a:spcBef>
              <a:spcAft>
                <a:spcPts val="200"/>
              </a:spcAft>
              <a:buClrTx/>
              <a:buSzTx/>
              <a:buFont typeface="Arial" panose="020B0604020202020204" pitchFamily="34" charset="0"/>
              <a:buNone/>
              <a:tabLst/>
              <a:defRPr/>
            </a:pPr>
            <a:r>
              <a:rPr lang="en-GB"/>
              <a:t>00</a:t>
            </a:r>
            <a:endParaRPr lang="en-US"/>
          </a:p>
        </p:txBody>
      </p:sp>
      <p:sp>
        <p:nvSpPr>
          <p:cNvPr id="14" name="Date Placeholder 13">
            <a:extLst>
              <a:ext uri="{FF2B5EF4-FFF2-40B4-BE49-F238E27FC236}">
                <a16:creationId xmlns:a16="http://schemas.microsoft.com/office/drawing/2014/main" id="{B5D9BED5-140F-F03D-CA60-9453F1A86D9C}"/>
              </a:ext>
            </a:extLst>
          </p:cNvPr>
          <p:cNvSpPr>
            <a:spLocks noGrp="1"/>
          </p:cNvSpPr>
          <p:nvPr>
            <p:ph type="dt" sz="half" idx="14"/>
          </p:nvPr>
        </p:nvSpPr>
        <p:spPr/>
        <p:txBody>
          <a:bodyPr/>
          <a:lstStyle/>
          <a:p>
            <a:fld id="{935461A5-EA1F-4AED-BF3B-8200C8C9273D}" type="datetime3">
              <a:rPr lang="en-US" smtClean="0"/>
              <a:t>18 March 2026</a:t>
            </a:fld>
            <a:endParaRPr lang="en-US"/>
          </a:p>
        </p:txBody>
      </p:sp>
      <p:sp>
        <p:nvSpPr>
          <p:cNvPr id="15" name="Footer Placeholder 14">
            <a:extLst>
              <a:ext uri="{FF2B5EF4-FFF2-40B4-BE49-F238E27FC236}">
                <a16:creationId xmlns:a16="http://schemas.microsoft.com/office/drawing/2014/main" id="{E931943E-2952-F25A-ECCA-F329235A737F}"/>
              </a:ext>
            </a:extLst>
          </p:cNvPr>
          <p:cNvSpPr>
            <a:spLocks noGrp="1"/>
          </p:cNvSpPr>
          <p:nvPr>
            <p:ph type="ftr" sz="quarter" idx="15"/>
          </p:nvPr>
        </p:nvSpPr>
        <p:spPr/>
        <p:txBody>
          <a:bodyPr/>
          <a:lstStyle/>
          <a:p>
            <a:r>
              <a:rPr lang="en-US"/>
              <a:t>Customer Experience</a:t>
            </a:r>
          </a:p>
        </p:txBody>
      </p:sp>
      <p:sp>
        <p:nvSpPr>
          <p:cNvPr id="16" name="Slide Number Placeholder 15">
            <a:extLst>
              <a:ext uri="{FF2B5EF4-FFF2-40B4-BE49-F238E27FC236}">
                <a16:creationId xmlns:a16="http://schemas.microsoft.com/office/drawing/2014/main" id="{EBCB7712-53BF-0892-3D4B-354DE5C528E5}"/>
              </a:ext>
            </a:extLst>
          </p:cNvPr>
          <p:cNvSpPr>
            <a:spLocks noGrp="1"/>
          </p:cNvSpPr>
          <p:nvPr>
            <p:ph type="sldNum" sz="quarter" idx="16"/>
          </p:nvPr>
        </p:nvSpPr>
        <p:spPr/>
        <p:txBody>
          <a:bodyPr/>
          <a:lstStyle/>
          <a:p>
            <a:fld id="{F1BC30E3-FFE5-4B91-AA19-87A149EBB9EE}" type="slidenum">
              <a:rPr lang="en-GB" smtClean="0"/>
              <a:pPr/>
              <a:t>‹#›</a:t>
            </a:fld>
            <a:endParaRPr lang="en-GB"/>
          </a:p>
        </p:txBody>
      </p:sp>
      <p:pic>
        <p:nvPicPr>
          <p:cNvPr id="3" name="Graphic 2">
            <a:extLst>
              <a:ext uri="{FF2B5EF4-FFF2-40B4-BE49-F238E27FC236}">
                <a16:creationId xmlns:a16="http://schemas.microsoft.com/office/drawing/2014/main" id="{DCC8B11E-DB31-DEE1-2E21-1FBCA24F1992}"/>
              </a:ext>
            </a:extLst>
          </p:cNvPr>
          <p:cNvPicPr/>
          <p:nvPr userDrawn="1"/>
        </p:nvPicPr>
        <p:blipFill>
          <a:blip r:embed="rId3">
            <a:extLst>
              <a:ext uri="{96DAC541-7B7A-43D3-8B79-37D633B846F1}">
                <asvg:svgBlip xmlns:asvg="http://schemas.microsoft.com/office/drawing/2016/SVG/main" r:embed="rId4"/>
              </a:ext>
            </a:extLst>
          </a:blip>
          <a:stretch>
            <a:fillRect/>
          </a:stretch>
        </p:blipFill>
        <p:spPr>
          <a:xfrm>
            <a:off x="11089246" y="6289101"/>
            <a:ext cx="880813" cy="341755"/>
          </a:xfrm>
          <a:prstGeom prst="rect">
            <a:avLst/>
          </a:prstGeom>
        </p:spPr>
      </p:pic>
    </p:spTree>
    <p:extLst>
      <p:ext uri="{BB962C8B-B14F-4D97-AF65-F5344CB8AC3E}">
        <p14:creationId xmlns:p14="http://schemas.microsoft.com/office/powerpoint/2010/main" val="3921333219"/>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Contents">
    <p:spTree>
      <p:nvGrpSpPr>
        <p:cNvPr id="1" name=""/>
        <p:cNvGrpSpPr/>
        <p:nvPr/>
      </p:nvGrpSpPr>
      <p:grpSpPr>
        <a:xfrm>
          <a:off x="0" y="0"/>
          <a:ext cx="0" cy="0"/>
          <a:chOff x="0" y="0"/>
          <a:chExt cx="0" cy="0"/>
        </a:xfrm>
      </p:grpSpPr>
      <p:pic>
        <p:nvPicPr>
          <p:cNvPr id="11" name="Picture 10" descr="A blurry image of a rainbow&#10;&#10;Description automatically generated">
            <a:extLst>
              <a:ext uri="{FF2B5EF4-FFF2-40B4-BE49-F238E27FC236}">
                <a16:creationId xmlns:a16="http://schemas.microsoft.com/office/drawing/2014/main" id="{0CF60EBF-BB0E-A13F-6F1D-8E03C5FC39A6}"/>
              </a:ext>
            </a:extLst>
          </p:cNvPr>
          <p:cNvPicPr>
            <a:picLocks/>
          </p:cNvPicPr>
          <p:nvPr userDrawn="1"/>
        </p:nvPicPr>
        <p:blipFill>
          <a:blip r:embed="rId2">
            <a:extLst>
              <a:ext uri="{28A0092B-C50C-407E-A947-70E740481C1C}">
                <a14:useLocalDpi xmlns:a14="http://schemas.microsoft.com/office/drawing/2010/main" val="0"/>
              </a:ext>
            </a:extLst>
          </a:blip>
          <a:stretch>
            <a:fillRect/>
          </a:stretch>
        </p:blipFill>
        <p:spPr bwMode="hidden">
          <a:xfrm>
            <a:off x="0" y="0"/>
            <a:ext cx="12193200" cy="6858000"/>
          </a:xfrm>
          <a:prstGeom prst="rect">
            <a:avLst/>
          </a:prstGeom>
        </p:spPr>
      </p:pic>
      <p:sp>
        <p:nvSpPr>
          <p:cNvPr id="2" name="Title 1">
            <a:extLst>
              <a:ext uri="{FF2B5EF4-FFF2-40B4-BE49-F238E27FC236}">
                <a16:creationId xmlns:a16="http://schemas.microsoft.com/office/drawing/2014/main" id="{3930FFC6-DEA1-5FCD-0ABD-350186ADBF5D}"/>
              </a:ext>
            </a:extLst>
          </p:cNvPr>
          <p:cNvSpPr>
            <a:spLocks noGrp="1"/>
          </p:cNvSpPr>
          <p:nvPr>
            <p:ph type="title" hasCustomPrompt="1"/>
          </p:nvPr>
        </p:nvSpPr>
        <p:spPr>
          <a:xfrm>
            <a:off x="485523" y="369888"/>
            <a:ext cx="3314701" cy="470898"/>
          </a:xfrm>
        </p:spPr>
        <p:txBody>
          <a:bodyPr/>
          <a:lstStyle/>
          <a:p>
            <a:r>
              <a:rPr lang="en-GB"/>
              <a:t>Contents</a:t>
            </a:r>
            <a:endParaRPr lang="en-US"/>
          </a:p>
        </p:txBody>
      </p:sp>
      <p:sp>
        <p:nvSpPr>
          <p:cNvPr id="7" name="Text Placeholder 6">
            <a:extLst>
              <a:ext uri="{FF2B5EF4-FFF2-40B4-BE49-F238E27FC236}">
                <a16:creationId xmlns:a16="http://schemas.microsoft.com/office/drawing/2014/main" id="{7B8AEA00-448F-1217-B10E-ABF6D402B4CB}"/>
              </a:ext>
            </a:extLst>
          </p:cNvPr>
          <p:cNvSpPr>
            <a:spLocks noGrp="1"/>
          </p:cNvSpPr>
          <p:nvPr>
            <p:ph type="body" sz="quarter" idx="15" hasCustomPrompt="1"/>
          </p:nvPr>
        </p:nvSpPr>
        <p:spPr>
          <a:xfrm>
            <a:off x="485775" y="1411287"/>
            <a:ext cx="5099050" cy="4638675"/>
          </a:xfrm>
        </p:spPr>
        <p:txBody>
          <a:bodyPr/>
          <a:lstStyle>
            <a:lvl1pPr>
              <a:defRPr sz="2400"/>
            </a:lvl1pPr>
            <a:lvl2pPr>
              <a:defRPr sz="2400"/>
            </a:lvl2pPr>
            <a:lvl3pPr>
              <a:defRPr sz="2000"/>
            </a:lvl3pPr>
            <a:lvl4pPr>
              <a:defRPr sz="1800"/>
            </a:lvl4pPr>
            <a:lvl5pPr>
              <a:defRPr sz="1800"/>
            </a:lvl5pPr>
          </a:lstStyle>
          <a:p>
            <a:pPr lvl="0"/>
            <a:r>
              <a:rPr lang="en-GB"/>
              <a:t>Introduction text goes here and delete the bullet if not required</a:t>
            </a:r>
          </a:p>
          <a:p>
            <a:pPr lvl="1"/>
            <a:r>
              <a:rPr lang="en-GB"/>
              <a:t>Second level</a:t>
            </a:r>
          </a:p>
          <a:p>
            <a:pPr lvl="2"/>
            <a:r>
              <a:rPr lang="en-GB"/>
              <a:t>Third level</a:t>
            </a:r>
          </a:p>
          <a:p>
            <a:pPr lvl="3"/>
            <a:r>
              <a:rPr lang="en-GB"/>
              <a:t>Fourth level</a:t>
            </a:r>
          </a:p>
          <a:p>
            <a:pPr lvl="4"/>
            <a:r>
              <a:rPr lang="en-GB"/>
              <a:t>Fifth level</a:t>
            </a:r>
            <a:endParaRPr lang="en-US"/>
          </a:p>
        </p:txBody>
      </p:sp>
      <p:sp>
        <p:nvSpPr>
          <p:cNvPr id="16" name="Date Placeholder 15">
            <a:extLst>
              <a:ext uri="{FF2B5EF4-FFF2-40B4-BE49-F238E27FC236}">
                <a16:creationId xmlns:a16="http://schemas.microsoft.com/office/drawing/2014/main" id="{6B67F104-BCCD-4057-9F3C-70C29E057A50}"/>
              </a:ext>
            </a:extLst>
          </p:cNvPr>
          <p:cNvSpPr>
            <a:spLocks noGrp="1"/>
          </p:cNvSpPr>
          <p:nvPr>
            <p:ph type="dt" sz="half" idx="16"/>
          </p:nvPr>
        </p:nvSpPr>
        <p:spPr/>
        <p:txBody>
          <a:bodyPr/>
          <a:lstStyle/>
          <a:p>
            <a:fld id="{A63FE88D-C7D6-4070-A4D8-A9BF3E470FAF}" type="datetime3">
              <a:rPr lang="en-US" smtClean="0"/>
              <a:t>18 March 2026</a:t>
            </a:fld>
            <a:endParaRPr lang="en-US"/>
          </a:p>
        </p:txBody>
      </p:sp>
      <p:sp>
        <p:nvSpPr>
          <p:cNvPr id="17" name="Footer Placeholder 16">
            <a:extLst>
              <a:ext uri="{FF2B5EF4-FFF2-40B4-BE49-F238E27FC236}">
                <a16:creationId xmlns:a16="http://schemas.microsoft.com/office/drawing/2014/main" id="{6880D4C2-A728-3810-8EAF-6AC78A949BE5}"/>
              </a:ext>
            </a:extLst>
          </p:cNvPr>
          <p:cNvSpPr>
            <a:spLocks noGrp="1"/>
          </p:cNvSpPr>
          <p:nvPr>
            <p:ph type="ftr" sz="quarter" idx="17"/>
          </p:nvPr>
        </p:nvSpPr>
        <p:spPr/>
        <p:txBody>
          <a:bodyPr/>
          <a:lstStyle/>
          <a:p>
            <a:r>
              <a:rPr lang="en-US"/>
              <a:t>Customer Experience</a:t>
            </a:r>
          </a:p>
        </p:txBody>
      </p:sp>
      <p:sp>
        <p:nvSpPr>
          <p:cNvPr id="18" name="Slide Number Placeholder 17">
            <a:extLst>
              <a:ext uri="{FF2B5EF4-FFF2-40B4-BE49-F238E27FC236}">
                <a16:creationId xmlns:a16="http://schemas.microsoft.com/office/drawing/2014/main" id="{4CB206C2-DFD0-9033-25AE-68BCB50C1933}"/>
              </a:ext>
            </a:extLst>
          </p:cNvPr>
          <p:cNvSpPr>
            <a:spLocks noGrp="1"/>
          </p:cNvSpPr>
          <p:nvPr>
            <p:ph type="sldNum" sz="quarter" idx="18"/>
          </p:nvPr>
        </p:nvSpPr>
        <p:spPr/>
        <p:txBody>
          <a:bodyPr/>
          <a:lstStyle/>
          <a:p>
            <a:fld id="{F1BC30E3-FFE5-4B91-AA19-87A149EBB9EE}" type="slidenum">
              <a:rPr lang="en-GB" smtClean="0"/>
              <a:pPr/>
              <a:t>‹#›</a:t>
            </a:fld>
            <a:endParaRPr lang="en-GB"/>
          </a:p>
        </p:txBody>
      </p:sp>
      <p:sp>
        <p:nvSpPr>
          <p:cNvPr id="12" name="Text Placeholder 6">
            <a:extLst>
              <a:ext uri="{FF2B5EF4-FFF2-40B4-BE49-F238E27FC236}">
                <a16:creationId xmlns:a16="http://schemas.microsoft.com/office/drawing/2014/main" id="{4A244641-8AF5-E5A2-18FB-105E0DDC424F}"/>
              </a:ext>
            </a:extLst>
          </p:cNvPr>
          <p:cNvSpPr>
            <a:spLocks noGrp="1"/>
          </p:cNvSpPr>
          <p:nvPr>
            <p:ph type="body" sz="quarter" idx="21" hasCustomPrompt="1"/>
          </p:nvPr>
        </p:nvSpPr>
        <p:spPr>
          <a:xfrm>
            <a:off x="6099647" y="1411287"/>
            <a:ext cx="5610225" cy="4638675"/>
          </a:xfrm>
        </p:spPr>
        <p:txBody>
          <a:bodyPr/>
          <a:lstStyle>
            <a:lvl1pPr marL="457200" indent="-457200">
              <a:buFont typeface="+mj-lt"/>
              <a:buAutoNum type="arabicPeriod"/>
              <a:defRPr sz="1800"/>
            </a:lvl1pPr>
            <a:lvl2pPr marL="914400" indent="-457200">
              <a:defRPr sz="1600"/>
            </a:lvl2pPr>
            <a:lvl3pPr marL="914400" indent="-457200">
              <a:defRPr sz="1600"/>
            </a:lvl3pPr>
            <a:lvl4pPr marL="914400" indent="-457200">
              <a:defRPr sz="1400"/>
            </a:lvl4pPr>
            <a:lvl5pPr marL="914400" indent="-457200">
              <a:defRPr sz="1400"/>
            </a:lvl5pPr>
          </a:lstStyle>
          <a:p>
            <a:pPr lvl="0"/>
            <a:r>
              <a:rPr lang="en-IN"/>
              <a:t>Section header goes here and to insert page numbers use the tab button on the keyboard</a:t>
            </a:r>
          </a:p>
          <a:p>
            <a:pPr lvl="1"/>
            <a:r>
              <a:rPr lang="en-GB"/>
              <a:t>Second level</a:t>
            </a:r>
          </a:p>
          <a:p>
            <a:pPr lvl="2"/>
            <a:r>
              <a:rPr lang="en-GB"/>
              <a:t>Third level</a:t>
            </a:r>
          </a:p>
          <a:p>
            <a:pPr lvl="3"/>
            <a:r>
              <a:rPr lang="en-GB"/>
              <a:t>Fourth level</a:t>
            </a:r>
          </a:p>
          <a:p>
            <a:pPr lvl="4"/>
            <a:r>
              <a:rPr lang="en-GB"/>
              <a:t>Fifth level</a:t>
            </a:r>
            <a:endParaRPr lang="en-US"/>
          </a:p>
        </p:txBody>
      </p:sp>
      <p:pic>
        <p:nvPicPr>
          <p:cNvPr id="3" name="Graphic 2">
            <a:extLst>
              <a:ext uri="{FF2B5EF4-FFF2-40B4-BE49-F238E27FC236}">
                <a16:creationId xmlns:a16="http://schemas.microsoft.com/office/drawing/2014/main" id="{3655F95B-8F15-7030-7A7B-FE745DD51EDE}"/>
              </a:ext>
            </a:extLst>
          </p:cNvPr>
          <p:cNvPicPr/>
          <p:nvPr userDrawn="1"/>
        </p:nvPicPr>
        <p:blipFill>
          <a:blip r:embed="rId3">
            <a:extLst>
              <a:ext uri="{96DAC541-7B7A-43D3-8B79-37D633B846F1}">
                <asvg:svgBlip xmlns:asvg="http://schemas.microsoft.com/office/drawing/2016/SVG/main" r:embed="rId4"/>
              </a:ext>
            </a:extLst>
          </a:blip>
          <a:stretch>
            <a:fillRect/>
          </a:stretch>
        </p:blipFill>
        <p:spPr>
          <a:xfrm>
            <a:off x="11089246" y="6289101"/>
            <a:ext cx="880813" cy="341755"/>
          </a:xfrm>
          <a:prstGeom prst="rect">
            <a:avLst/>
          </a:prstGeom>
        </p:spPr>
      </p:pic>
    </p:spTree>
    <p:extLst>
      <p:ext uri="{BB962C8B-B14F-4D97-AF65-F5344CB8AC3E}">
        <p14:creationId xmlns:p14="http://schemas.microsoft.com/office/powerpoint/2010/main" val="985303854"/>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pic>
        <p:nvPicPr>
          <p:cNvPr id="8" name="Picture 7" descr="A bright light in the dark&#10;&#10;Description automatically generated">
            <a:extLst>
              <a:ext uri="{FF2B5EF4-FFF2-40B4-BE49-F238E27FC236}">
                <a16:creationId xmlns:a16="http://schemas.microsoft.com/office/drawing/2014/main" id="{C6893964-B096-BBF5-42BC-1EAE055022BA}"/>
              </a:ext>
            </a:extLst>
          </p:cNvPr>
          <p:cNvPicPr>
            <a:picLocks/>
          </p:cNvPicPr>
          <p:nvPr userDrawn="1"/>
        </p:nvPicPr>
        <p:blipFill>
          <a:blip r:embed="rId2">
            <a:extLst>
              <a:ext uri="{28A0092B-C50C-407E-A947-70E740481C1C}">
                <a14:useLocalDpi xmlns:a14="http://schemas.microsoft.com/office/drawing/2010/main" val="0"/>
              </a:ext>
            </a:extLst>
          </a:blip>
          <a:stretch>
            <a:fillRect/>
          </a:stretch>
        </p:blipFill>
        <p:spPr bwMode="hidden">
          <a:xfrm>
            <a:off x="0" y="0"/>
            <a:ext cx="12193200" cy="6858000"/>
          </a:xfrm>
          <a:prstGeom prst="rect">
            <a:avLst/>
          </a:prstGeom>
        </p:spPr>
      </p:pic>
      <p:sp>
        <p:nvSpPr>
          <p:cNvPr id="17" name="Text Placeholder 9">
            <a:extLst>
              <a:ext uri="{FF2B5EF4-FFF2-40B4-BE49-F238E27FC236}">
                <a16:creationId xmlns:a16="http://schemas.microsoft.com/office/drawing/2014/main" id="{B9199D71-1BDD-2925-CD92-9B0B3F8439E9}"/>
              </a:ext>
            </a:extLst>
          </p:cNvPr>
          <p:cNvSpPr>
            <a:spLocks noGrp="1"/>
          </p:cNvSpPr>
          <p:nvPr>
            <p:ph type="body" sz="quarter" idx="28" hasCustomPrompt="1"/>
          </p:nvPr>
        </p:nvSpPr>
        <p:spPr>
          <a:xfrm>
            <a:off x="2756521" y="1411287"/>
            <a:ext cx="1873220" cy="2031325"/>
          </a:xfrm>
        </p:spPr>
        <p:txBody>
          <a:bodyPr wrap="square">
            <a:spAutoFit/>
          </a:bodyPr>
          <a:lstStyle>
            <a:lvl1pPr marL="0" indent="0">
              <a:buNone/>
              <a:defRPr sz="13200"/>
            </a:lvl1pPr>
          </a:lstStyle>
          <a:p>
            <a:pPr lvl="0"/>
            <a:r>
              <a:rPr lang="en-GB"/>
              <a:t>0</a:t>
            </a:r>
            <a:endParaRPr lang="en-US"/>
          </a:p>
        </p:txBody>
      </p:sp>
      <p:sp>
        <p:nvSpPr>
          <p:cNvPr id="19" name="Text Placeholder 6">
            <a:extLst>
              <a:ext uri="{FF2B5EF4-FFF2-40B4-BE49-F238E27FC236}">
                <a16:creationId xmlns:a16="http://schemas.microsoft.com/office/drawing/2014/main" id="{F8391354-FDE4-DE4D-8084-A61467B9F410}"/>
              </a:ext>
            </a:extLst>
          </p:cNvPr>
          <p:cNvSpPr>
            <a:spLocks noGrp="1"/>
          </p:cNvSpPr>
          <p:nvPr>
            <p:ph type="body" sz="quarter" idx="29" hasCustomPrompt="1"/>
          </p:nvPr>
        </p:nvSpPr>
        <p:spPr>
          <a:xfrm flipH="1">
            <a:off x="2845421" y="3642518"/>
            <a:ext cx="1785600" cy="2407444"/>
          </a:xfrm>
        </p:spPr>
        <p:txBody>
          <a:bodyPr/>
          <a:lstStyle>
            <a:lvl1pPr>
              <a:defRPr>
                <a:latin typeface="+mn-lt"/>
              </a:defRPr>
            </a:lvl1pPr>
          </a:lstStyle>
          <a:p>
            <a:pPr lvl="0"/>
            <a:r>
              <a:rPr lang="en-GB"/>
              <a:t>Agenda text goes here and delete the bullet if not required</a:t>
            </a:r>
            <a:endParaRPr lang="en-US"/>
          </a:p>
        </p:txBody>
      </p:sp>
      <p:sp>
        <p:nvSpPr>
          <p:cNvPr id="20" name="Text Placeholder 9">
            <a:extLst>
              <a:ext uri="{FF2B5EF4-FFF2-40B4-BE49-F238E27FC236}">
                <a16:creationId xmlns:a16="http://schemas.microsoft.com/office/drawing/2014/main" id="{F575A1BC-5BD6-1793-C917-0720FC3DE980}"/>
              </a:ext>
            </a:extLst>
          </p:cNvPr>
          <p:cNvSpPr>
            <a:spLocks noGrp="1"/>
          </p:cNvSpPr>
          <p:nvPr>
            <p:ph type="body" sz="quarter" idx="30" hasCustomPrompt="1"/>
          </p:nvPr>
        </p:nvSpPr>
        <p:spPr>
          <a:xfrm>
            <a:off x="5116419" y="1411287"/>
            <a:ext cx="1873220" cy="2031325"/>
          </a:xfrm>
        </p:spPr>
        <p:txBody>
          <a:bodyPr wrap="square">
            <a:spAutoFit/>
          </a:bodyPr>
          <a:lstStyle>
            <a:lvl1pPr marL="0" indent="0">
              <a:buNone/>
              <a:defRPr sz="13200"/>
            </a:lvl1pPr>
          </a:lstStyle>
          <a:p>
            <a:pPr lvl="0"/>
            <a:r>
              <a:rPr lang="en-GB"/>
              <a:t>0</a:t>
            </a:r>
            <a:endParaRPr lang="en-US"/>
          </a:p>
        </p:txBody>
      </p:sp>
      <p:sp>
        <p:nvSpPr>
          <p:cNvPr id="22" name="Text Placeholder 6">
            <a:extLst>
              <a:ext uri="{FF2B5EF4-FFF2-40B4-BE49-F238E27FC236}">
                <a16:creationId xmlns:a16="http://schemas.microsoft.com/office/drawing/2014/main" id="{F9CBCE1B-3F39-C7B5-CCE2-AE84242E7749}"/>
              </a:ext>
            </a:extLst>
          </p:cNvPr>
          <p:cNvSpPr>
            <a:spLocks noGrp="1"/>
          </p:cNvSpPr>
          <p:nvPr>
            <p:ph type="body" sz="quarter" idx="31" hasCustomPrompt="1"/>
          </p:nvPr>
        </p:nvSpPr>
        <p:spPr>
          <a:xfrm flipH="1">
            <a:off x="5205319" y="3642518"/>
            <a:ext cx="1785600" cy="2407444"/>
          </a:xfrm>
        </p:spPr>
        <p:txBody>
          <a:bodyPr/>
          <a:lstStyle>
            <a:lvl1pPr>
              <a:defRPr>
                <a:latin typeface="+mn-lt"/>
              </a:defRPr>
            </a:lvl1pPr>
          </a:lstStyle>
          <a:p>
            <a:pPr lvl="0"/>
            <a:r>
              <a:rPr lang="en-GB"/>
              <a:t>Agenda text goes here and delete the bullet if not required</a:t>
            </a:r>
            <a:endParaRPr lang="en-US"/>
          </a:p>
        </p:txBody>
      </p:sp>
      <p:sp>
        <p:nvSpPr>
          <p:cNvPr id="25" name="Text Placeholder 6">
            <a:extLst>
              <a:ext uri="{FF2B5EF4-FFF2-40B4-BE49-F238E27FC236}">
                <a16:creationId xmlns:a16="http://schemas.microsoft.com/office/drawing/2014/main" id="{814015C2-B8E4-B890-4CD0-F6A3A2052CAC}"/>
              </a:ext>
            </a:extLst>
          </p:cNvPr>
          <p:cNvSpPr>
            <a:spLocks noGrp="1"/>
          </p:cNvSpPr>
          <p:nvPr>
            <p:ph type="body" sz="quarter" idx="33" hasCustomPrompt="1"/>
          </p:nvPr>
        </p:nvSpPr>
        <p:spPr>
          <a:xfrm>
            <a:off x="7565217" y="3642518"/>
            <a:ext cx="1785600" cy="2407444"/>
          </a:xfrm>
        </p:spPr>
        <p:txBody>
          <a:bodyPr/>
          <a:lstStyle>
            <a:lvl1pPr>
              <a:defRPr>
                <a:latin typeface="+mn-lt"/>
              </a:defRPr>
            </a:lvl1pPr>
          </a:lstStyle>
          <a:p>
            <a:pPr lvl="0"/>
            <a:r>
              <a:rPr lang="en-GB"/>
              <a:t>Agenda text goes here and delete the bullet if not required</a:t>
            </a:r>
            <a:endParaRPr lang="en-US"/>
          </a:p>
        </p:txBody>
      </p:sp>
      <p:sp>
        <p:nvSpPr>
          <p:cNvPr id="30" name="Text Placeholder 9">
            <a:extLst>
              <a:ext uri="{FF2B5EF4-FFF2-40B4-BE49-F238E27FC236}">
                <a16:creationId xmlns:a16="http://schemas.microsoft.com/office/drawing/2014/main" id="{37959C9A-F406-FB92-6FFF-08F42234CF91}"/>
              </a:ext>
            </a:extLst>
          </p:cNvPr>
          <p:cNvSpPr>
            <a:spLocks noGrp="1"/>
          </p:cNvSpPr>
          <p:nvPr>
            <p:ph type="body" sz="quarter" idx="34" hasCustomPrompt="1"/>
          </p:nvPr>
        </p:nvSpPr>
        <p:spPr>
          <a:xfrm>
            <a:off x="9836214" y="1411287"/>
            <a:ext cx="1873220" cy="2031325"/>
          </a:xfrm>
        </p:spPr>
        <p:txBody>
          <a:bodyPr wrap="square">
            <a:spAutoFit/>
          </a:bodyPr>
          <a:lstStyle>
            <a:lvl1pPr marL="0" indent="0">
              <a:buNone/>
              <a:defRPr sz="13200"/>
            </a:lvl1pPr>
          </a:lstStyle>
          <a:p>
            <a:pPr lvl="0"/>
            <a:r>
              <a:rPr lang="en-GB"/>
              <a:t>0</a:t>
            </a:r>
            <a:endParaRPr lang="en-US"/>
          </a:p>
        </p:txBody>
      </p:sp>
      <p:sp>
        <p:nvSpPr>
          <p:cNvPr id="34" name="Text Placeholder 6">
            <a:extLst>
              <a:ext uri="{FF2B5EF4-FFF2-40B4-BE49-F238E27FC236}">
                <a16:creationId xmlns:a16="http://schemas.microsoft.com/office/drawing/2014/main" id="{BC6A6256-32C1-F83C-4A32-D674785CF1DF}"/>
              </a:ext>
            </a:extLst>
          </p:cNvPr>
          <p:cNvSpPr>
            <a:spLocks noGrp="1"/>
          </p:cNvSpPr>
          <p:nvPr>
            <p:ph type="body" sz="quarter" idx="35" hasCustomPrompt="1"/>
          </p:nvPr>
        </p:nvSpPr>
        <p:spPr>
          <a:xfrm>
            <a:off x="9925114" y="3642518"/>
            <a:ext cx="1785600" cy="2407444"/>
          </a:xfrm>
        </p:spPr>
        <p:txBody>
          <a:bodyPr/>
          <a:lstStyle>
            <a:lvl1pPr>
              <a:defRPr>
                <a:latin typeface="+mn-lt"/>
              </a:defRPr>
            </a:lvl1pPr>
          </a:lstStyle>
          <a:p>
            <a:pPr lvl="0"/>
            <a:r>
              <a:rPr lang="en-GB"/>
              <a:t>Agenda text goes here and delete the bullet if not required</a:t>
            </a:r>
            <a:endParaRPr lang="en-US"/>
          </a:p>
        </p:txBody>
      </p:sp>
      <p:sp>
        <p:nvSpPr>
          <p:cNvPr id="2" name="Title 1">
            <a:extLst>
              <a:ext uri="{FF2B5EF4-FFF2-40B4-BE49-F238E27FC236}">
                <a16:creationId xmlns:a16="http://schemas.microsoft.com/office/drawing/2014/main" id="{E49EC5F5-14E0-4B05-29E6-E9A059AA1002}"/>
              </a:ext>
            </a:extLst>
          </p:cNvPr>
          <p:cNvSpPr>
            <a:spLocks noGrp="1"/>
          </p:cNvSpPr>
          <p:nvPr>
            <p:ph type="title" hasCustomPrompt="1"/>
          </p:nvPr>
        </p:nvSpPr>
        <p:spPr>
          <a:xfrm>
            <a:off x="485523" y="369888"/>
            <a:ext cx="11224347" cy="470898"/>
          </a:xfrm>
        </p:spPr>
        <p:txBody>
          <a:bodyPr/>
          <a:lstStyle/>
          <a:p>
            <a:r>
              <a:rPr lang="en-GB"/>
              <a:t>Agenda</a:t>
            </a:r>
            <a:endParaRPr lang="en-US"/>
          </a:p>
        </p:txBody>
      </p:sp>
      <p:sp>
        <p:nvSpPr>
          <p:cNvPr id="10" name="Text Placeholder 9">
            <a:extLst>
              <a:ext uri="{FF2B5EF4-FFF2-40B4-BE49-F238E27FC236}">
                <a16:creationId xmlns:a16="http://schemas.microsoft.com/office/drawing/2014/main" id="{920A2165-CDB3-28AA-F42A-E5E3D72C1440}"/>
              </a:ext>
            </a:extLst>
          </p:cNvPr>
          <p:cNvSpPr>
            <a:spLocks noGrp="1"/>
          </p:cNvSpPr>
          <p:nvPr>
            <p:ph type="body" sz="quarter" idx="13" hasCustomPrompt="1"/>
          </p:nvPr>
        </p:nvSpPr>
        <p:spPr>
          <a:xfrm>
            <a:off x="396623" y="1411287"/>
            <a:ext cx="1873220" cy="2031325"/>
          </a:xfrm>
        </p:spPr>
        <p:txBody>
          <a:bodyPr wrap="square">
            <a:spAutoFit/>
          </a:bodyPr>
          <a:lstStyle>
            <a:lvl1pPr marL="0" indent="0">
              <a:buNone/>
              <a:defRPr sz="13200"/>
            </a:lvl1pPr>
          </a:lstStyle>
          <a:p>
            <a:pPr lvl="0"/>
            <a:r>
              <a:rPr lang="en-GB"/>
              <a:t>0</a:t>
            </a:r>
            <a:endParaRPr lang="en-US"/>
          </a:p>
        </p:txBody>
      </p:sp>
      <p:sp>
        <p:nvSpPr>
          <p:cNvPr id="3" name="Text Placeholder 6">
            <a:extLst>
              <a:ext uri="{FF2B5EF4-FFF2-40B4-BE49-F238E27FC236}">
                <a16:creationId xmlns:a16="http://schemas.microsoft.com/office/drawing/2014/main" id="{F78D4931-12A7-7D80-F380-EDF6BE10CA42}"/>
              </a:ext>
            </a:extLst>
          </p:cNvPr>
          <p:cNvSpPr>
            <a:spLocks noGrp="1"/>
          </p:cNvSpPr>
          <p:nvPr>
            <p:ph type="body" sz="quarter" idx="27" hasCustomPrompt="1"/>
          </p:nvPr>
        </p:nvSpPr>
        <p:spPr>
          <a:xfrm>
            <a:off x="485523" y="3642518"/>
            <a:ext cx="1785600" cy="2407444"/>
          </a:xfrm>
        </p:spPr>
        <p:txBody>
          <a:bodyPr/>
          <a:lstStyle>
            <a:lvl1pPr>
              <a:defRPr>
                <a:latin typeface="+mn-lt"/>
              </a:defRPr>
            </a:lvl1pPr>
          </a:lstStyle>
          <a:p>
            <a:pPr lvl="0"/>
            <a:r>
              <a:rPr lang="en-GB"/>
              <a:t>Agenda text goes here and delete the bullet if not required</a:t>
            </a:r>
            <a:endParaRPr lang="en-US"/>
          </a:p>
        </p:txBody>
      </p:sp>
      <p:sp>
        <p:nvSpPr>
          <p:cNvPr id="23" name="Text Placeholder 9">
            <a:extLst>
              <a:ext uri="{FF2B5EF4-FFF2-40B4-BE49-F238E27FC236}">
                <a16:creationId xmlns:a16="http://schemas.microsoft.com/office/drawing/2014/main" id="{38D52684-7A0E-2BDF-C56C-F721FED04E3A}"/>
              </a:ext>
            </a:extLst>
          </p:cNvPr>
          <p:cNvSpPr>
            <a:spLocks noGrp="1"/>
          </p:cNvSpPr>
          <p:nvPr>
            <p:ph type="body" sz="quarter" idx="32" hasCustomPrompt="1"/>
          </p:nvPr>
        </p:nvSpPr>
        <p:spPr>
          <a:xfrm>
            <a:off x="7476317" y="1411287"/>
            <a:ext cx="1873220" cy="2031325"/>
          </a:xfrm>
        </p:spPr>
        <p:txBody>
          <a:bodyPr wrap="square">
            <a:spAutoFit/>
          </a:bodyPr>
          <a:lstStyle>
            <a:lvl1pPr marL="0" indent="0">
              <a:buNone/>
              <a:defRPr sz="13200"/>
            </a:lvl1pPr>
          </a:lstStyle>
          <a:p>
            <a:pPr lvl="0"/>
            <a:r>
              <a:rPr lang="en-GB"/>
              <a:t>0</a:t>
            </a:r>
            <a:endParaRPr lang="en-US"/>
          </a:p>
        </p:txBody>
      </p:sp>
      <p:sp>
        <p:nvSpPr>
          <p:cNvPr id="36" name="SmartArt Placeholder 35">
            <a:extLst>
              <a:ext uri="{FF2B5EF4-FFF2-40B4-BE49-F238E27FC236}">
                <a16:creationId xmlns:a16="http://schemas.microsoft.com/office/drawing/2014/main" id="{6D23DAA3-59C7-A352-8728-D157F22D25EF}"/>
              </a:ext>
            </a:extLst>
          </p:cNvPr>
          <p:cNvSpPr>
            <a:spLocks noGrp="1"/>
          </p:cNvSpPr>
          <p:nvPr>
            <p:ph type="dgm" sz="quarter" idx="36" hasCustomPrompt="1"/>
          </p:nvPr>
        </p:nvSpPr>
        <p:spPr>
          <a:xfrm>
            <a:off x="2556050" y="2020781"/>
            <a:ext cx="3600" cy="4030662"/>
          </a:xfrm>
          <a:solidFill>
            <a:schemeClr val="bg1"/>
          </a:solidFill>
        </p:spPr>
        <p:txBody>
          <a:bodyPr/>
          <a:lstStyle>
            <a:lvl1pPr marL="0" indent="0">
              <a:buNone/>
              <a:defRPr/>
            </a:lvl1pPr>
          </a:lstStyle>
          <a:p>
            <a:r>
              <a:rPr lang="en-US"/>
              <a:t> </a:t>
            </a:r>
          </a:p>
        </p:txBody>
      </p:sp>
      <p:sp>
        <p:nvSpPr>
          <p:cNvPr id="37" name="SmartArt Placeholder 35">
            <a:extLst>
              <a:ext uri="{FF2B5EF4-FFF2-40B4-BE49-F238E27FC236}">
                <a16:creationId xmlns:a16="http://schemas.microsoft.com/office/drawing/2014/main" id="{D33DFC67-321E-4CFE-436A-CF6FA96BA7E4}"/>
              </a:ext>
            </a:extLst>
          </p:cNvPr>
          <p:cNvSpPr>
            <a:spLocks noGrp="1"/>
          </p:cNvSpPr>
          <p:nvPr>
            <p:ph type="dgm" sz="quarter" idx="37" hasCustomPrompt="1"/>
          </p:nvPr>
        </p:nvSpPr>
        <p:spPr>
          <a:xfrm flipH="1">
            <a:off x="4915948" y="2020781"/>
            <a:ext cx="3600" cy="4030662"/>
          </a:xfrm>
          <a:solidFill>
            <a:schemeClr val="bg1"/>
          </a:solidFill>
        </p:spPr>
        <p:txBody>
          <a:bodyPr/>
          <a:lstStyle>
            <a:lvl1pPr marL="0" indent="0">
              <a:buNone/>
              <a:defRPr/>
            </a:lvl1pPr>
          </a:lstStyle>
          <a:p>
            <a:r>
              <a:rPr lang="en-US"/>
              <a:t> </a:t>
            </a:r>
          </a:p>
        </p:txBody>
      </p:sp>
      <p:sp>
        <p:nvSpPr>
          <p:cNvPr id="38" name="SmartArt Placeholder 35">
            <a:extLst>
              <a:ext uri="{FF2B5EF4-FFF2-40B4-BE49-F238E27FC236}">
                <a16:creationId xmlns:a16="http://schemas.microsoft.com/office/drawing/2014/main" id="{A43CB924-4778-AEB3-1D6C-5B802CD043B0}"/>
              </a:ext>
            </a:extLst>
          </p:cNvPr>
          <p:cNvSpPr>
            <a:spLocks noGrp="1"/>
          </p:cNvSpPr>
          <p:nvPr>
            <p:ph type="dgm" sz="quarter" idx="38" hasCustomPrompt="1"/>
          </p:nvPr>
        </p:nvSpPr>
        <p:spPr>
          <a:xfrm>
            <a:off x="7275846" y="2020781"/>
            <a:ext cx="3600" cy="4030662"/>
          </a:xfrm>
          <a:solidFill>
            <a:schemeClr val="bg1"/>
          </a:solidFill>
        </p:spPr>
        <p:txBody>
          <a:bodyPr/>
          <a:lstStyle>
            <a:lvl1pPr marL="0" indent="0">
              <a:buNone/>
              <a:defRPr/>
            </a:lvl1pPr>
          </a:lstStyle>
          <a:p>
            <a:r>
              <a:rPr lang="en-US"/>
              <a:t> </a:t>
            </a:r>
          </a:p>
        </p:txBody>
      </p:sp>
      <p:sp>
        <p:nvSpPr>
          <p:cNvPr id="39" name="SmartArt Placeholder 35">
            <a:extLst>
              <a:ext uri="{FF2B5EF4-FFF2-40B4-BE49-F238E27FC236}">
                <a16:creationId xmlns:a16="http://schemas.microsoft.com/office/drawing/2014/main" id="{225723D6-9330-76F1-3F3B-6A582AC1C154}"/>
              </a:ext>
            </a:extLst>
          </p:cNvPr>
          <p:cNvSpPr>
            <a:spLocks noGrp="1"/>
          </p:cNvSpPr>
          <p:nvPr>
            <p:ph type="dgm" sz="quarter" idx="39" hasCustomPrompt="1"/>
          </p:nvPr>
        </p:nvSpPr>
        <p:spPr>
          <a:xfrm>
            <a:off x="9635744" y="2020781"/>
            <a:ext cx="3600" cy="4030662"/>
          </a:xfrm>
          <a:solidFill>
            <a:schemeClr val="bg1"/>
          </a:solidFill>
        </p:spPr>
        <p:txBody>
          <a:bodyPr/>
          <a:lstStyle>
            <a:lvl1pPr marL="0" indent="0">
              <a:buNone/>
              <a:defRPr/>
            </a:lvl1pPr>
          </a:lstStyle>
          <a:p>
            <a:r>
              <a:rPr lang="en-US"/>
              <a:t> </a:t>
            </a:r>
          </a:p>
        </p:txBody>
      </p:sp>
      <p:sp>
        <p:nvSpPr>
          <p:cNvPr id="14" name="Date Placeholder 13">
            <a:extLst>
              <a:ext uri="{FF2B5EF4-FFF2-40B4-BE49-F238E27FC236}">
                <a16:creationId xmlns:a16="http://schemas.microsoft.com/office/drawing/2014/main" id="{019C0555-55BD-32D2-B375-0C0BC6641F54}"/>
              </a:ext>
            </a:extLst>
          </p:cNvPr>
          <p:cNvSpPr>
            <a:spLocks noGrp="1"/>
          </p:cNvSpPr>
          <p:nvPr>
            <p:ph type="dt" sz="half" idx="40"/>
          </p:nvPr>
        </p:nvSpPr>
        <p:spPr/>
        <p:txBody>
          <a:bodyPr/>
          <a:lstStyle/>
          <a:p>
            <a:fld id="{DA93650A-2795-4210-8592-DBFE3E3C08D6}" type="datetime3">
              <a:rPr lang="en-US" smtClean="0"/>
              <a:t>18 March 2026</a:t>
            </a:fld>
            <a:endParaRPr lang="en-US"/>
          </a:p>
        </p:txBody>
      </p:sp>
      <p:sp>
        <p:nvSpPr>
          <p:cNvPr id="15" name="Footer Placeholder 14">
            <a:extLst>
              <a:ext uri="{FF2B5EF4-FFF2-40B4-BE49-F238E27FC236}">
                <a16:creationId xmlns:a16="http://schemas.microsoft.com/office/drawing/2014/main" id="{CAA8F600-C044-B2C2-407F-BE157F6651C1}"/>
              </a:ext>
            </a:extLst>
          </p:cNvPr>
          <p:cNvSpPr>
            <a:spLocks noGrp="1"/>
          </p:cNvSpPr>
          <p:nvPr>
            <p:ph type="ftr" sz="quarter" idx="41"/>
          </p:nvPr>
        </p:nvSpPr>
        <p:spPr/>
        <p:txBody>
          <a:bodyPr/>
          <a:lstStyle/>
          <a:p>
            <a:r>
              <a:rPr lang="en-US"/>
              <a:t>Customer Experience</a:t>
            </a:r>
          </a:p>
        </p:txBody>
      </p:sp>
      <p:sp>
        <p:nvSpPr>
          <p:cNvPr id="16" name="Slide Number Placeholder 15">
            <a:extLst>
              <a:ext uri="{FF2B5EF4-FFF2-40B4-BE49-F238E27FC236}">
                <a16:creationId xmlns:a16="http://schemas.microsoft.com/office/drawing/2014/main" id="{04E7CD09-1595-ACE1-D22D-0DB2944898EF}"/>
              </a:ext>
            </a:extLst>
          </p:cNvPr>
          <p:cNvSpPr>
            <a:spLocks noGrp="1"/>
          </p:cNvSpPr>
          <p:nvPr>
            <p:ph type="sldNum" sz="quarter" idx="42"/>
          </p:nvPr>
        </p:nvSpPr>
        <p:spPr/>
        <p:txBody>
          <a:bodyPr/>
          <a:lstStyle/>
          <a:p>
            <a:fld id="{F1BC30E3-FFE5-4B91-AA19-87A149EBB9EE}" type="slidenum">
              <a:rPr lang="en-GB" smtClean="0"/>
              <a:pPr/>
              <a:t>‹#›</a:t>
            </a:fld>
            <a:endParaRPr lang="en-GB"/>
          </a:p>
        </p:txBody>
      </p:sp>
      <p:pic>
        <p:nvPicPr>
          <p:cNvPr id="4" name="Graphic 3">
            <a:extLst>
              <a:ext uri="{FF2B5EF4-FFF2-40B4-BE49-F238E27FC236}">
                <a16:creationId xmlns:a16="http://schemas.microsoft.com/office/drawing/2014/main" id="{D5A94DC8-3719-7E3F-E4E9-E26D71EBF36C}"/>
              </a:ext>
            </a:extLst>
          </p:cNvPr>
          <p:cNvPicPr/>
          <p:nvPr userDrawn="1"/>
        </p:nvPicPr>
        <p:blipFill>
          <a:blip r:embed="rId3">
            <a:extLst>
              <a:ext uri="{96DAC541-7B7A-43D3-8B79-37D633B846F1}">
                <asvg:svgBlip xmlns:asvg="http://schemas.microsoft.com/office/drawing/2016/SVG/main" r:embed="rId4"/>
              </a:ext>
            </a:extLst>
          </a:blip>
          <a:stretch>
            <a:fillRect/>
          </a:stretch>
        </p:blipFill>
        <p:spPr>
          <a:xfrm>
            <a:off x="11089246" y="6289101"/>
            <a:ext cx="880813" cy="341755"/>
          </a:xfrm>
          <a:prstGeom prst="rect">
            <a:avLst/>
          </a:prstGeom>
        </p:spPr>
      </p:pic>
    </p:spTree>
    <p:extLst>
      <p:ext uri="{BB962C8B-B14F-4D97-AF65-F5344CB8AC3E}">
        <p14:creationId xmlns:p14="http://schemas.microsoft.com/office/powerpoint/2010/main" val="1477877393"/>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Key Statement">
    <p:spTree>
      <p:nvGrpSpPr>
        <p:cNvPr id="1" name=""/>
        <p:cNvGrpSpPr/>
        <p:nvPr/>
      </p:nvGrpSpPr>
      <p:grpSpPr>
        <a:xfrm>
          <a:off x="0" y="0"/>
          <a:ext cx="0" cy="0"/>
          <a:chOff x="0" y="0"/>
          <a:chExt cx="0" cy="0"/>
        </a:xfrm>
      </p:grpSpPr>
      <p:pic>
        <p:nvPicPr>
          <p:cNvPr id="6" name="Picture 5" descr="A colorful circle on a black background&#10;&#10;Description automatically generated">
            <a:extLst>
              <a:ext uri="{FF2B5EF4-FFF2-40B4-BE49-F238E27FC236}">
                <a16:creationId xmlns:a16="http://schemas.microsoft.com/office/drawing/2014/main" id="{C39DD3F9-9341-288C-0536-DED981D0E40F}"/>
              </a:ext>
            </a:extLst>
          </p:cNvPr>
          <p:cNvPicPr>
            <a:picLocks/>
          </p:cNvPicPr>
          <p:nvPr userDrawn="1"/>
        </p:nvPicPr>
        <p:blipFill>
          <a:blip r:embed="rId2">
            <a:extLst>
              <a:ext uri="{28A0092B-C50C-407E-A947-70E740481C1C}">
                <a14:useLocalDpi xmlns:a14="http://schemas.microsoft.com/office/drawing/2010/main" val="0"/>
              </a:ext>
            </a:extLst>
          </a:blip>
          <a:stretch>
            <a:fillRect/>
          </a:stretch>
        </p:blipFill>
        <p:spPr bwMode="hidden">
          <a:xfrm>
            <a:off x="0" y="0"/>
            <a:ext cx="12193200" cy="6858000"/>
          </a:xfrm>
          <a:prstGeom prst="rect">
            <a:avLst/>
          </a:prstGeom>
        </p:spPr>
      </p:pic>
      <p:sp>
        <p:nvSpPr>
          <p:cNvPr id="7" name="Text Placeholder 6">
            <a:extLst>
              <a:ext uri="{FF2B5EF4-FFF2-40B4-BE49-F238E27FC236}">
                <a16:creationId xmlns:a16="http://schemas.microsoft.com/office/drawing/2014/main" id="{B1F20FD9-346B-5423-9ECF-F0D4E362CCCE}"/>
              </a:ext>
            </a:extLst>
          </p:cNvPr>
          <p:cNvSpPr>
            <a:spLocks noGrp="1"/>
          </p:cNvSpPr>
          <p:nvPr>
            <p:ph type="body" sz="quarter" idx="13"/>
          </p:nvPr>
        </p:nvSpPr>
        <p:spPr>
          <a:xfrm>
            <a:off x="485774" y="1411287"/>
            <a:ext cx="11218863" cy="4638675"/>
          </a:xfrm>
        </p:spPr>
        <p:txBody>
          <a:bodyPr/>
          <a:lstStyle>
            <a:lvl1pPr marL="0" indent="0">
              <a:lnSpc>
                <a:spcPct val="85000"/>
              </a:lnSpc>
              <a:buNone/>
              <a:defRPr sz="8000" b="1">
                <a:solidFill>
                  <a:schemeClr val="bg1"/>
                </a:solidFill>
                <a:latin typeface="EYInterstate Regular" panose="02000503020000020004" pitchFamily="2"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2" name="Date Placeholder 11">
            <a:extLst>
              <a:ext uri="{FF2B5EF4-FFF2-40B4-BE49-F238E27FC236}">
                <a16:creationId xmlns:a16="http://schemas.microsoft.com/office/drawing/2014/main" id="{D2006E5E-EB55-C43F-A9B4-8DABEB5C2397}"/>
              </a:ext>
            </a:extLst>
          </p:cNvPr>
          <p:cNvSpPr>
            <a:spLocks noGrp="1"/>
          </p:cNvSpPr>
          <p:nvPr>
            <p:ph type="dt" sz="half" idx="14"/>
          </p:nvPr>
        </p:nvSpPr>
        <p:spPr/>
        <p:txBody>
          <a:bodyPr/>
          <a:lstStyle/>
          <a:p>
            <a:fld id="{7E27D3FF-A15A-4B93-A93A-E88A20DF22D7}" type="datetime3">
              <a:rPr lang="en-US" smtClean="0"/>
              <a:t>18 March 2026</a:t>
            </a:fld>
            <a:endParaRPr lang="en-US"/>
          </a:p>
        </p:txBody>
      </p:sp>
      <p:sp>
        <p:nvSpPr>
          <p:cNvPr id="13" name="Footer Placeholder 12">
            <a:extLst>
              <a:ext uri="{FF2B5EF4-FFF2-40B4-BE49-F238E27FC236}">
                <a16:creationId xmlns:a16="http://schemas.microsoft.com/office/drawing/2014/main" id="{445F7D0D-6905-1D3D-D30A-EBA5E1125CB7}"/>
              </a:ext>
            </a:extLst>
          </p:cNvPr>
          <p:cNvSpPr>
            <a:spLocks noGrp="1"/>
          </p:cNvSpPr>
          <p:nvPr>
            <p:ph type="ftr" sz="quarter" idx="15"/>
          </p:nvPr>
        </p:nvSpPr>
        <p:spPr/>
        <p:txBody>
          <a:bodyPr/>
          <a:lstStyle/>
          <a:p>
            <a:r>
              <a:rPr lang="en-US"/>
              <a:t>Customer Experience</a:t>
            </a:r>
          </a:p>
        </p:txBody>
      </p:sp>
      <p:sp>
        <p:nvSpPr>
          <p:cNvPr id="14" name="Slide Number Placeholder 13">
            <a:extLst>
              <a:ext uri="{FF2B5EF4-FFF2-40B4-BE49-F238E27FC236}">
                <a16:creationId xmlns:a16="http://schemas.microsoft.com/office/drawing/2014/main" id="{97363F73-563F-BF23-4175-916ADF6ADD1B}"/>
              </a:ext>
            </a:extLst>
          </p:cNvPr>
          <p:cNvSpPr>
            <a:spLocks noGrp="1"/>
          </p:cNvSpPr>
          <p:nvPr>
            <p:ph type="sldNum" sz="quarter" idx="16"/>
          </p:nvPr>
        </p:nvSpPr>
        <p:spPr/>
        <p:txBody>
          <a:bodyPr/>
          <a:lstStyle/>
          <a:p>
            <a:fld id="{F1BC30E3-FFE5-4B91-AA19-87A149EBB9EE}" type="slidenum">
              <a:rPr lang="en-GB" smtClean="0"/>
              <a:pPr/>
              <a:t>‹#›</a:t>
            </a:fld>
            <a:endParaRPr lang="en-GB"/>
          </a:p>
        </p:txBody>
      </p:sp>
      <p:pic>
        <p:nvPicPr>
          <p:cNvPr id="2" name="Graphic 1">
            <a:extLst>
              <a:ext uri="{FF2B5EF4-FFF2-40B4-BE49-F238E27FC236}">
                <a16:creationId xmlns:a16="http://schemas.microsoft.com/office/drawing/2014/main" id="{9E4AFE98-7A23-BC26-5501-3A26E8150A82}"/>
              </a:ext>
            </a:extLst>
          </p:cNvPr>
          <p:cNvPicPr/>
          <p:nvPr userDrawn="1"/>
        </p:nvPicPr>
        <p:blipFill>
          <a:blip r:embed="rId3">
            <a:extLst>
              <a:ext uri="{96DAC541-7B7A-43D3-8B79-37D633B846F1}">
                <asvg:svgBlip xmlns:asvg="http://schemas.microsoft.com/office/drawing/2016/SVG/main" r:embed="rId4"/>
              </a:ext>
            </a:extLst>
          </a:blip>
          <a:stretch>
            <a:fillRect/>
          </a:stretch>
        </p:blipFill>
        <p:spPr>
          <a:xfrm>
            <a:off x="11089246" y="6289101"/>
            <a:ext cx="880813" cy="341755"/>
          </a:xfrm>
          <a:prstGeom prst="rect">
            <a:avLst/>
          </a:prstGeom>
        </p:spPr>
      </p:pic>
    </p:spTree>
    <p:extLst>
      <p:ext uri="{BB962C8B-B14F-4D97-AF65-F5344CB8AC3E}">
        <p14:creationId xmlns:p14="http://schemas.microsoft.com/office/powerpoint/2010/main" val="1674642622"/>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Key Statement 2">
    <p:spTree>
      <p:nvGrpSpPr>
        <p:cNvPr id="1" name=""/>
        <p:cNvGrpSpPr/>
        <p:nvPr/>
      </p:nvGrpSpPr>
      <p:grpSpPr>
        <a:xfrm>
          <a:off x="0" y="0"/>
          <a:ext cx="0" cy="0"/>
          <a:chOff x="0" y="0"/>
          <a:chExt cx="0" cy="0"/>
        </a:xfrm>
      </p:grpSpPr>
      <p:pic>
        <p:nvPicPr>
          <p:cNvPr id="8" name="Picture 7" descr="A blurry image of a colorful light&#10;&#10;Description automatically generated">
            <a:extLst>
              <a:ext uri="{FF2B5EF4-FFF2-40B4-BE49-F238E27FC236}">
                <a16:creationId xmlns:a16="http://schemas.microsoft.com/office/drawing/2014/main" id="{BFF9BC5C-A44C-B902-3ACE-C29AC4CE3E4C}"/>
              </a:ext>
            </a:extLst>
          </p:cNvPr>
          <p:cNvPicPr>
            <a:picLocks/>
          </p:cNvPicPr>
          <p:nvPr userDrawn="1"/>
        </p:nvPicPr>
        <p:blipFill>
          <a:blip r:embed="rId2">
            <a:extLst>
              <a:ext uri="{28A0092B-C50C-407E-A947-70E740481C1C}">
                <a14:useLocalDpi xmlns:a14="http://schemas.microsoft.com/office/drawing/2010/main" val="0"/>
              </a:ext>
            </a:extLst>
          </a:blip>
          <a:stretch>
            <a:fillRect/>
          </a:stretch>
        </p:blipFill>
        <p:spPr bwMode="hidden">
          <a:xfrm>
            <a:off x="0" y="0"/>
            <a:ext cx="12193200" cy="6858000"/>
          </a:xfrm>
          <a:prstGeom prst="rect">
            <a:avLst/>
          </a:prstGeom>
        </p:spPr>
      </p:pic>
      <p:sp>
        <p:nvSpPr>
          <p:cNvPr id="7" name="Text Placeholder 6">
            <a:extLst>
              <a:ext uri="{FF2B5EF4-FFF2-40B4-BE49-F238E27FC236}">
                <a16:creationId xmlns:a16="http://schemas.microsoft.com/office/drawing/2014/main" id="{B1F20FD9-346B-5423-9ECF-F0D4E362CCCE}"/>
              </a:ext>
            </a:extLst>
          </p:cNvPr>
          <p:cNvSpPr>
            <a:spLocks noGrp="1"/>
          </p:cNvSpPr>
          <p:nvPr>
            <p:ph type="body" sz="quarter" idx="13"/>
          </p:nvPr>
        </p:nvSpPr>
        <p:spPr>
          <a:xfrm>
            <a:off x="485774" y="1411287"/>
            <a:ext cx="11218863" cy="4638675"/>
          </a:xfrm>
        </p:spPr>
        <p:txBody>
          <a:bodyPr/>
          <a:lstStyle>
            <a:lvl1pPr marL="0" indent="0">
              <a:lnSpc>
                <a:spcPct val="85000"/>
              </a:lnSpc>
              <a:buNone/>
              <a:defRPr sz="8000" b="1">
                <a:solidFill>
                  <a:schemeClr val="bg1"/>
                </a:solidFill>
                <a:latin typeface="EYInterstate Regular" panose="02000503020000020004" pitchFamily="2"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7" name="Date Placeholder 16">
            <a:extLst>
              <a:ext uri="{FF2B5EF4-FFF2-40B4-BE49-F238E27FC236}">
                <a16:creationId xmlns:a16="http://schemas.microsoft.com/office/drawing/2014/main" id="{81B29507-2BB1-EC71-EE9B-8A9EE3F01E0A}"/>
              </a:ext>
            </a:extLst>
          </p:cNvPr>
          <p:cNvSpPr>
            <a:spLocks noGrp="1"/>
          </p:cNvSpPr>
          <p:nvPr>
            <p:ph type="dt" sz="half" idx="14"/>
          </p:nvPr>
        </p:nvSpPr>
        <p:spPr/>
        <p:txBody>
          <a:bodyPr/>
          <a:lstStyle/>
          <a:p>
            <a:fld id="{5169B91F-1051-46D7-A5C1-430C30CCD93B}" type="datetime3">
              <a:rPr lang="en-US" smtClean="0"/>
              <a:t>18 March 2026</a:t>
            </a:fld>
            <a:endParaRPr lang="en-US"/>
          </a:p>
        </p:txBody>
      </p:sp>
      <p:sp>
        <p:nvSpPr>
          <p:cNvPr id="18" name="Footer Placeholder 17">
            <a:extLst>
              <a:ext uri="{FF2B5EF4-FFF2-40B4-BE49-F238E27FC236}">
                <a16:creationId xmlns:a16="http://schemas.microsoft.com/office/drawing/2014/main" id="{E046374F-F6C3-5157-DBE0-F11F0D83F934}"/>
              </a:ext>
            </a:extLst>
          </p:cNvPr>
          <p:cNvSpPr>
            <a:spLocks noGrp="1"/>
          </p:cNvSpPr>
          <p:nvPr>
            <p:ph type="ftr" sz="quarter" idx="15"/>
          </p:nvPr>
        </p:nvSpPr>
        <p:spPr/>
        <p:txBody>
          <a:bodyPr/>
          <a:lstStyle/>
          <a:p>
            <a:r>
              <a:rPr lang="en-US"/>
              <a:t>Customer Experience</a:t>
            </a:r>
          </a:p>
        </p:txBody>
      </p:sp>
      <p:sp>
        <p:nvSpPr>
          <p:cNvPr id="19" name="Slide Number Placeholder 18">
            <a:extLst>
              <a:ext uri="{FF2B5EF4-FFF2-40B4-BE49-F238E27FC236}">
                <a16:creationId xmlns:a16="http://schemas.microsoft.com/office/drawing/2014/main" id="{C71B9A51-27B6-2F80-3AE9-7FB159956105}"/>
              </a:ext>
            </a:extLst>
          </p:cNvPr>
          <p:cNvSpPr>
            <a:spLocks noGrp="1"/>
          </p:cNvSpPr>
          <p:nvPr>
            <p:ph type="sldNum" sz="quarter" idx="16"/>
          </p:nvPr>
        </p:nvSpPr>
        <p:spPr/>
        <p:txBody>
          <a:bodyPr/>
          <a:lstStyle/>
          <a:p>
            <a:fld id="{F1BC30E3-FFE5-4B91-AA19-87A149EBB9EE}" type="slidenum">
              <a:rPr lang="en-GB" smtClean="0"/>
              <a:pPr/>
              <a:t>‹#›</a:t>
            </a:fld>
            <a:endParaRPr lang="en-GB"/>
          </a:p>
        </p:txBody>
      </p:sp>
      <p:pic>
        <p:nvPicPr>
          <p:cNvPr id="2" name="Graphic 1">
            <a:extLst>
              <a:ext uri="{FF2B5EF4-FFF2-40B4-BE49-F238E27FC236}">
                <a16:creationId xmlns:a16="http://schemas.microsoft.com/office/drawing/2014/main" id="{05FA30B0-9FF4-48D3-26E5-8C3E6AB2D37C}"/>
              </a:ext>
            </a:extLst>
          </p:cNvPr>
          <p:cNvPicPr/>
          <p:nvPr userDrawn="1"/>
        </p:nvPicPr>
        <p:blipFill>
          <a:blip r:embed="rId3">
            <a:extLst>
              <a:ext uri="{96DAC541-7B7A-43D3-8B79-37D633B846F1}">
                <asvg:svgBlip xmlns:asvg="http://schemas.microsoft.com/office/drawing/2016/SVG/main" r:embed="rId4"/>
              </a:ext>
            </a:extLst>
          </a:blip>
          <a:stretch>
            <a:fillRect/>
          </a:stretch>
        </p:blipFill>
        <p:spPr>
          <a:xfrm>
            <a:off x="11089246" y="6289101"/>
            <a:ext cx="880813" cy="341755"/>
          </a:xfrm>
          <a:prstGeom prst="rect">
            <a:avLst/>
          </a:prstGeom>
        </p:spPr>
      </p:pic>
    </p:spTree>
    <p:extLst>
      <p:ext uri="{BB962C8B-B14F-4D97-AF65-F5344CB8AC3E}">
        <p14:creationId xmlns:p14="http://schemas.microsoft.com/office/powerpoint/2010/main" val="3512225944"/>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preserve="1" userDrawn="1">
  <p:cSld name="Quote and Full Imag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86086DA-FAB4-D672-5D3E-0B069D2B24E1}"/>
              </a:ext>
              <a:ext uri="{C183D7F6-B498-43B3-948B-1728B52AA6E4}">
                <adec:decorative xmlns:adec="http://schemas.microsoft.com/office/drawing/2017/decorative" val="1"/>
              </a:ext>
            </a:extLst>
          </p:cNvPr>
          <p:cNvSpPr/>
          <p:nvPr userDrawn="1"/>
        </p:nvSpPr>
        <p:spPr>
          <a:xfrm>
            <a:off x="0" y="0"/>
            <a:ext cx="8386354" cy="6858000"/>
          </a:xfrm>
          <a:prstGeom prst="rect">
            <a:avLst/>
          </a:prstGeom>
          <a:gradFill flip="none" rotWithShape="1">
            <a:gsLst>
              <a:gs pos="0">
                <a:schemeClr val="tx1">
                  <a:lumMod val="0"/>
                  <a:alpha val="0"/>
                </a:schemeClr>
              </a:gs>
              <a:gs pos="95000">
                <a:srgbClr val="000000">
                  <a:alpha val="70000"/>
                </a:srgbClr>
              </a:gs>
            </a:gsLst>
            <a:lin ang="108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endParaRPr lang="en-US" sz="1200" b="1">
              <a:solidFill>
                <a:schemeClr val="tx1"/>
              </a:solidFill>
            </a:endParaRPr>
          </a:p>
        </p:txBody>
      </p:sp>
      <p:sp>
        <p:nvSpPr>
          <p:cNvPr id="7" name="Text Placeholder 9">
            <a:extLst>
              <a:ext uri="{FF2B5EF4-FFF2-40B4-BE49-F238E27FC236}">
                <a16:creationId xmlns:a16="http://schemas.microsoft.com/office/drawing/2014/main" id="{4BA46848-8969-3428-7E66-3827EB17DC5A}"/>
              </a:ext>
            </a:extLst>
          </p:cNvPr>
          <p:cNvSpPr>
            <a:spLocks noGrp="1"/>
          </p:cNvSpPr>
          <p:nvPr>
            <p:ph type="body" sz="quarter" idx="13" hasCustomPrompt="1"/>
          </p:nvPr>
        </p:nvSpPr>
        <p:spPr>
          <a:xfrm>
            <a:off x="864959" y="4980757"/>
            <a:ext cx="3445104" cy="193899"/>
          </a:xfrm>
        </p:spPr>
        <p:txBody>
          <a:bodyPr>
            <a:spAutoFit/>
          </a:bodyPr>
          <a:lstStyle>
            <a:lvl1pPr marL="0" indent="0">
              <a:lnSpc>
                <a:spcPct val="90000"/>
              </a:lnSpc>
              <a:buNone/>
              <a:defRPr sz="1400" b="1" i="0">
                <a:solidFill>
                  <a:schemeClr val="tx2"/>
                </a:solidFill>
                <a:latin typeface="+mn-lt"/>
              </a:defRPr>
            </a:lvl1pPr>
          </a:lstStyle>
          <a:p>
            <a:pPr lvl="0"/>
            <a:r>
              <a:rPr lang="en-GB"/>
              <a:t>Name</a:t>
            </a:r>
            <a:endParaRPr lang="en-US"/>
          </a:p>
        </p:txBody>
      </p:sp>
      <p:sp>
        <p:nvSpPr>
          <p:cNvPr id="8" name="Text Placeholder 9">
            <a:extLst>
              <a:ext uri="{FF2B5EF4-FFF2-40B4-BE49-F238E27FC236}">
                <a16:creationId xmlns:a16="http://schemas.microsoft.com/office/drawing/2014/main" id="{78B5CC24-699C-7858-0807-40619F0D533F}"/>
              </a:ext>
            </a:extLst>
          </p:cNvPr>
          <p:cNvSpPr>
            <a:spLocks noGrp="1"/>
          </p:cNvSpPr>
          <p:nvPr>
            <p:ph type="body" sz="quarter" idx="14" hasCustomPrompt="1"/>
          </p:nvPr>
        </p:nvSpPr>
        <p:spPr>
          <a:xfrm>
            <a:off x="864961" y="5184857"/>
            <a:ext cx="3445104" cy="153888"/>
          </a:xfrm>
        </p:spPr>
        <p:txBody>
          <a:bodyPr wrap="square">
            <a:spAutoFit/>
          </a:bodyPr>
          <a:lstStyle>
            <a:lvl1pPr marL="0" indent="0">
              <a:buNone/>
              <a:defRPr sz="1000" b="0" i="0">
                <a:solidFill>
                  <a:schemeClr val="bg1"/>
                </a:solidFill>
                <a:latin typeface="+mn-lt"/>
              </a:defRPr>
            </a:lvl1pPr>
          </a:lstStyle>
          <a:p>
            <a:pPr lvl="0"/>
            <a:r>
              <a:rPr lang="en-GB"/>
              <a:t>Job title</a:t>
            </a:r>
            <a:endParaRPr lang="en-US"/>
          </a:p>
        </p:txBody>
      </p:sp>
      <p:sp>
        <p:nvSpPr>
          <p:cNvPr id="18" name="Date Placeholder 17">
            <a:extLst>
              <a:ext uri="{FF2B5EF4-FFF2-40B4-BE49-F238E27FC236}">
                <a16:creationId xmlns:a16="http://schemas.microsoft.com/office/drawing/2014/main" id="{DFFEAF1E-587A-2BBD-24CD-BAC3592390EE}"/>
              </a:ext>
            </a:extLst>
          </p:cNvPr>
          <p:cNvSpPr>
            <a:spLocks noGrp="1"/>
          </p:cNvSpPr>
          <p:nvPr>
            <p:ph type="dt" sz="half" idx="31"/>
          </p:nvPr>
        </p:nvSpPr>
        <p:spPr/>
        <p:txBody>
          <a:bodyPr/>
          <a:lstStyle/>
          <a:p>
            <a:fld id="{11A32474-56ED-4409-9DA9-E0472EA53AAB}" type="datetime3">
              <a:rPr lang="en-US" smtClean="0"/>
              <a:t>18 March 2026</a:t>
            </a:fld>
            <a:endParaRPr lang="en-US"/>
          </a:p>
        </p:txBody>
      </p:sp>
      <p:sp>
        <p:nvSpPr>
          <p:cNvPr id="21" name="Footer Placeholder 20">
            <a:extLst>
              <a:ext uri="{FF2B5EF4-FFF2-40B4-BE49-F238E27FC236}">
                <a16:creationId xmlns:a16="http://schemas.microsoft.com/office/drawing/2014/main" id="{7C22E0FE-1715-0380-EFE7-5D520713B07F}"/>
              </a:ext>
            </a:extLst>
          </p:cNvPr>
          <p:cNvSpPr>
            <a:spLocks noGrp="1"/>
          </p:cNvSpPr>
          <p:nvPr>
            <p:ph type="ftr" sz="quarter" idx="32"/>
          </p:nvPr>
        </p:nvSpPr>
        <p:spPr/>
        <p:txBody>
          <a:bodyPr/>
          <a:lstStyle/>
          <a:p>
            <a:r>
              <a:rPr lang="en-US"/>
              <a:t>Customer Experience</a:t>
            </a:r>
          </a:p>
        </p:txBody>
      </p:sp>
      <p:sp>
        <p:nvSpPr>
          <p:cNvPr id="22" name="Slide Number Placeholder 21">
            <a:extLst>
              <a:ext uri="{FF2B5EF4-FFF2-40B4-BE49-F238E27FC236}">
                <a16:creationId xmlns:a16="http://schemas.microsoft.com/office/drawing/2014/main" id="{5820BCA4-5D74-8EE6-4914-C7C86F87E378}"/>
              </a:ext>
              <a:ext uri="{C183D7F6-B498-43B3-948B-1728B52AA6E4}">
                <adec:decorative xmlns:adec="http://schemas.microsoft.com/office/drawing/2017/decorative" val="0"/>
              </a:ext>
            </a:extLst>
          </p:cNvPr>
          <p:cNvSpPr>
            <a:spLocks noGrp="1"/>
          </p:cNvSpPr>
          <p:nvPr>
            <p:ph type="sldNum" sz="quarter" idx="33"/>
          </p:nvPr>
        </p:nvSpPr>
        <p:spPr/>
        <p:txBody>
          <a:bodyPr/>
          <a:lstStyle/>
          <a:p>
            <a:fld id="{F1BC30E3-FFE5-4B91-AA19-87A149EBB9EE}" type="slidenum">
              <a:rPr lang="en-GB" smtClean="0"/>
              <a:pPr/>
              <a:t>‹#›</a:t>
            </a:fld>
            <a:endParaRPr lang="en-GB"/>
          </a:p>
        </p:txBody>
      </p:sp>
      <p:sp>
        <p:nvSpPr>
          <p:cNvPr id="4" name="Text Placeholder 23">
            <a:extLst>
              <a:ext uri="{FF2B5EF4-FFF2-40B4-BE49-F238E27FC236}">
                <a16:creationId xmlns:a16="http://schemas.microsoft.com/office/drawing/2014/main" id="{E82A0447-0820-5F05-7D32-3BE15F194869}"/>
              </a:ext>
              <a:ext uri="{C183D7F6-B498-43B3-948B-1728B52AA6E4}">
                <adec:decorative xmlns:adec="http://schemas.microsoft.com/office/drawing/2017/decorative" val="0"/>
              </a:ext>
            </a:extLst>
          </p:cNvPr>
          <p:cNvSpPr>
            <a:spLocks noGrp="1"/>
          </p:cNvSpPr>
          <p:nvPr>
            <p:ph type="body" sz="quarter" idx="26" hasCustomPrompt="1"/>
          </p:nvPr>
        </p:nvSpPr>
        <p:spPr>
          <a:xfrm>
            <a:off x="772884" y="358916"/>
            <a:ext cx="2023892" cy="1419083"/>
          </a:xfrm>
        </p:spPr>
        <p:txBody>
          <a:bodyPr anchor="t"/>
          <a:lstStyle>
            <a:lvl1pPr marL="0" indent="0">
              <a:spcBef>
                <a:spcPts val="0"/>
              </a:spcBef>
              <a:spcAft>
                <a:spcPts val="0"/>
              </a:spcAft>
              <a:buNone/>
              <a:defRPr sz="19200" b="0" i="0">
                <a:solidFill>
                  <a:schemeClr val="tx2"/>
                </a:solidFill>
                <a:latin typeface="Georgia Pro" panose="02040502050405020303" pitchFamily="18" charset="0"/>
              </a:defRPr>
            </a:lvl1pPr>
          </a:lstStyle>
          <a:p>
            <a:pPr lvl="0"/>
            <a:r>
              <a:rPr lang="en-GB"/>
              <a:t>“</a:t>
            </a:r>
          </a:p>
        </p:txBody>
      </p:sp>
      <p:sp>
        <p:nvSpPr>
          <p:cNvPr id="5" name="Text Placeholder 23">
            <a:extLst>
              <a:ext uri="{FF2B5EF4-FFF2-40B4-BE49-F238E27FC236}">
                <a16:creationId xmlns:a16="http://schemas.microsoft.com/office/drawing/2014/main" id="{8A771E8A-8B2A-ED69-3AEC-E5AEDB16F0EE}"/>
              </a:ext>
              <a:ext uri="{C183D7F6-B498-43B3-948B-1728B52AA6E4}">
                <adec:decorative xmlns:adec="http://schemas.microsoft.com/office/drawing/2017/decorative" val="0"/>
              </a:ext>
            </a:extLst>
          </p:cNvPr>
          <p:cNvSpPr>
            <a:spLocks noGrp="1"/>
          </p:cNvSpPr>
          <p:nvPr>
            <p:ph type="body" sz="quarter" idx="25" hasCustomPrompt="1"/>
          </p:nvPr>
        </p:nvSpPr>
        <p:spPr>
          <a:xfrm>
            <a:off x="864959" y="1958113"/>
            <a:ext cx="7524979" cy="2721927"/>
          </a:xfrm>
        </p:spPr>
        <p:txBody>
          <a:bodyPr/>
          <a:lstStyle>
            <a:lvl1pPr marL="0" indent="0">
              <a:buNone/>
              <a:defRPr sz="4800" b="0" i="0">
                <a:latin typeface="Georgia Pro" panose="02040502050405020303" pitchFamily="18" charset="0"/>
              </a:defRPr>
            </a:lvl1pPr>
          </a:lstStyle>
          <a:p>
            <a:pPr lvl="0"/>
            <a:r>
              <a:rPr lang="en-GB"/>
              <a:t>Quote goes here.</a:t>
            </a:r>
          </a:p>
        </p:txBody>
      </p:sp>
      <p:pic>
        <p:nvPicPr>
          <p:cNvPr id="6" name="Graphic 5">
            <a:extLst>
              <a:ext uri="{FF2B5EF4-FFF2-40B4-BE49-F238E27FC236}">
                <a16:creationId xmlns:a16="http://schemas.microsoft.com/office/drawing/2014/main" id="{DBF4D1C3-2C3D-13D8-6C71-30B1DA78EF66}"/>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11089246" y="6289101"/>
            <a:ext cx="880813" cy="341755"/>
          </a:xfrm>
          <a:prstGeom prst="rect">
            <a:avLst/>
          </a:prstGeom>
        </p:spPr>
      </p:pic>
    </p:spTree>
    <p:extLst>
      <p:ext uri="{BB962C8B-B14F-4D97-AF65-F5344CB8AC3E}">
        <p14:creationId xmlns:p14="http://schemas.microsoft.com/office/powerpoint/2010/main" val="254601520"/>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preserve="1" userDrawn="1">
  <p:cSld name="Video">
    <p:spTree>
      <p:nvGrpSpPr>
        <p:cNvPr id="1" name=""/>
        <p:cNvGrpSpPr/>
        <p:nvPr/>
      </p:nvGrpSpPr>
      <p:grpSpPr>
        <a:xfrm>
          <a:off x="0" y="0"/>
          <a:ext cx="0" cy="0"/>
          <a:chOff x="0" y="0"/>
          <a:chExt cx="0" cy="0"/>
        </a:xfrm>
      </p:grpSpPr>
      <p:sp>
        <p:nvSpPr>
          <p:cNvPr id="7" name="Media Placeholder 6">
            <a:extLst>
              <a:ext uri="{FF2B5EF4-FFF2-40B4-BE49-F238E27FC236}">
                <a16:creationId xmlns:a16="http://schemas.microsoft.com/office/drawing/2014/main" id="{04648CD8-B307-812B-5BD0-91AA365C73D1}"/>
              </a:ext>
            </a:extLst>
          </p:cNvPr>
          <p:cNvSpPr>
            <a:spLocks noGrp="1"/>
          </p:cNvSpPr>
          <p:nvPr>
            <p:ph type="media" sz="quarter" idx="13"/>
          </p:nvPr>
        </p:nvSpPr>
        <p:spPr>
          <a:xfrm>
            <a:off x="0" y="0"/>
            <a:ext cx="12192000" cy="6858000"/>
          </a:xfrm>
        </p:spPr>
        <p:txBody>
          <a:bodyPr/>
          <a:lstStyle/>
          <a:p>
            <a:r>
              <a:rPr lang="en-GB"/>
              <a:t>Click icon to add media</a:t>
            </a:r>
            <a:endParaRPr lang="en-US"/>
          </a:p>
        </p:txBody>
      </p:sp>
      <p:sp>
        <p:nvSpPr>
          <p:cNvPr id="4" name="Date Placeholder 8">
            <a:extLst>
              <a:ext uri="{FF2B5EF4-FFF2-40B4-BE49-F238E27FC236}">
                <a16:creationId xmlns:a16="http://schemas.microsoft.com/office/drawing/2014/main" id="{2B2A75B8-AC69-234D-6453-3F51196FB90B}"/>
              </a:ext>
            </a:extLst>
          </p:cNvPr>
          <p:cNvSpPr>
            <a:spLocks noGrp="1"/>
          </p:cNvSpPr>
          <p:nvPr>
            <p:ph type="dt" sz="half" idx="10"/>
          </p:nvPr>
        </p:nvSpPr>
        <p:spPr>
          <a:xfrm>
            <a:off x="994845" y="6437115"/>
            <a:ext cx="1275686" cy="123111"/>
          </a:xfrm>
        </p:spPr>
        <p:txBody>
          <a:bodyPr/>
          <a:lstStyle/>
          <a:p>
            <a:fld id="{ED100413-DCFC-4499-84C5-30C432E1EC68}" type="datetime3">
              <a:rPr lang="en-US" smtClean="0"/>
              <a:t>18 March 2026</a:t>
            </a:fld>
            <a:endParaRPr lang="en-US"/>
          </a:p>
        </p:txBody>
      </p:sp>
      <p:sp>
        <p:nvSpPr>
          <p:cNvPr id="5" name="Footer Placeholder 9">
            <a:extLst>
              <a:ext uri="{FF2B5EF4-FFF2-40B4-BE49-F238E27FC236}">
                <a16:creationId xmlns:a16="http://schemas.microsoft.com/office/drawing/2014/main" id="{D1F90C88-74CB-BCA1-B76D-286F3EBEEED3}"/>
              </a:ext>
            </a:extLst>
          </p:cNvPr>
          <p:cNvSpPr>
            <a:spLocks noGrp="1"/>
          </p:cNvSpPr>
          <p:nvPr>
            <p:ph type="ftr" sz="quarter" idx="11"/>
          </p:nvPr>
        </p:nvSpPr>
        <p:spPr>
          <a:xfrm>
            <a:off x="2270531" y="6437115"/>
            <a:ext cx="3825470" cy="123111"/>
          </a:xfrm>
        </p:spPr>
        <p:txBody>
          <a:bodyPr/>
          <a:lstStyle/>
          <a:p>
            <a:r>
              <a:rPr lang="en-US"/>
              <a:t>Customer Experience</a:t>
            </a:r>
          </a:p>
        </p:txBody>
      </p:sp>
      <p:sp>
        <p:nvSpPr>
          <p:cNvPr id="6" name="Slide Number Placeholder 10">
            <a:extLst>
              <a:ext uri="{FF2B5EF4-FFF2-40B4-BE49-F238E27FC236}">
                <a16:creationId xmlns:a16="http://schemas.microsoft.com/office/drawing/2014/main" id="{85104006-7F28-1301-537B-8A442233737F}"/>
              </a:ext>
            </a:extLst>
          </p:cNvPr>
          <p:cNvSpPr>
            <a:spLocks noGrp="1"/>
          </p:cNvSpPr>
          <p:nvPr>
            <p:ph type="sldNum" sz="quarter" idx="12"/>
          </p:nvPr>
        </p:nvSpPr>
        <p:spPr>
          <a:xfrm>
            <a:off x="485747" y="6437115"/>
            <a:ext cx="509098" cy="123111"/>
          </a:xfrm>
        </p:spPr>
        <p:txBody>
          <a:bodyPr/>
          <a:lstStyle/>
          <a:p>
            <a:fld id="{F1BC30E3-FFE5-4B91-AA19-87A149EBB9EE}" type="slidenum">
              <a:rPr lang="en-GB" smtClean="0"/>
              <a:pPr/>
              <a:t>‹#›</a:t>
            </a:fld>
            <a:endParaRPr lang="en-GB"/>
          </a:p>
        </p:txBody>
      </p:sp>
      <p:pic>
        <p:nvPicPr>
          <p:cNvPr id="3" name="Graphic 2">
            <a:extLst>
              <a:ext uri="{FF2B5EF4-FFF2-40B4-BE49-F238E27FC236}">
                <a16:creationId xmlns:a16="http://schemas.microsoft.com/office/drawing/2014/main" id="{3CD1A43A-EFB6-6B2A-F30F-7737CFA2B6CB}"/>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11089246" y="6289101"/>
            <a:ext cx="880813" cy="341755"/>
          </a:xfrm>
          <a:prstGeom prst="rect">
            <a:avLst/>
          </a:prstGeom>
        </p:spPr>
      </p:pic>
    </p:spTree>
    <p:extLst>
      <p:ext uri="{BB962C8B-B14F-4D97-AF65-F5344CB8AC3E}">
        <p14:creationId xmlns:p14="http://schemas.microsoft.com/office/powerpoint/2010/main" val="3860633486"/>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935813334"/>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userDrawn="1">
  <p:cSld name="1_Content and Image">
    <p:spTree>
      <p:nvGrpSpPr>
        <p:cNvPr id="1" name=""/>
        <p:cNvGrpSpPr/>
        <p:nvPr/>
      </p:nvGrpSpPr>
      <p:grpSpPr>
        <a:xfrm>
          <a:off x="0" y="0"/>
          <a:ext cx="0" cy="0"/>
          <a:chOff x="0" y="0"/>
          <a:chExt cx="0" cy="0"/>
        </a:xfrm>
      </p:grpSpPr>
      <p:pic>
        <p:nvPicPr>
          <p:cNvPr id="6" name="Picture 5" descr="A bright yellow circle&#10;&#10;Description automatically generated with medium confidence">
            <a:extLst>
              <a:ext uri="{FF2B5EF4-FFF2-40B4-BE49-F238E27FC236}">
                <a16:creationId xmlns:a16="http://schemas.microsoft.com/office/drawing/2014/main" id="{0CE0EE1C-69FD-A2A1-0E47-EEBF86AA511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Tree>
    <p:extLst>
      <p:ext uri="{BB962C8B-B14F-4D97-AF65-F5344CB8AC3E}">
        <p14:creationId xmlns:p14="http://schemas.microsoft.com/office/powerpoint/2010/main" val="2564950249"/>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userDrawn="1">
  <p:cSld name="Instruction slide">
    <p:spTree>
      <p:nvGrpSpPr>
        <p:cNvPr id="1" name=""/>
        <p:cNvGrpSpPr/>
        <p:nvPr/>
      </p:nvGrpSpPr>
      <p:grpSpPr>
        <a:xfrm>
          <a:off x="0" y="0"/>
          <a:ext cx="0" cy="0"/>
          <a:chOff x="0" y="0"/>
          <a:chExt cx="0" cy="0"/>
        </a:xfrm>
      </p:grpSpPr>
      <p:sp>
        <p:nvSpPr>
          <p:cNvPr id="14" name="Content Placeholder 1">
            <a:extLst>
              <a:ext uri="{FF2B5EF4-FFF2-40B4-BE49-F238E27FC236}">
                <a16:creationId xmlns:a16="http://schemas.microsoft.com/office/drawing/2014/main" id="{A5EED3AD-188C-E954-617B-9CB9E1BA8A14}"/>
              </a:ext>
            </a:extLst>
          </p:cNvPr>
          <p:cNvSpPr>
            <a:spLocks noGrp="1"/>
          </p:cNvSpPr>
          <p:nvPr>
            <p:ph sz="quarter" idx="16"/>
          </p:nvPr>
        </p:nvSpPr>
        <p:spPr>
          <a:xfrm>
            <a:off x="485520" y="1989889"/>
            <a:ext cx="5356800" cy="4060073"/>
          </a:xfrm>
        </p:spPr>
        <p:txBody>
          <a:bodyPr/>
          <a:lstStyle>
            <a:lvl1pPr>
              <a:defRPr sz="1400"/>
            </a:lvl1pPr>
          </a:lstStyle>
          <a:p>
            <a:pPr lvl="0"/>
            <a:r>
              <a:rPr lang="en-GB"/>
              <a:t>Click to edit Master text styles</a:t>
            </a:r>
          </a:p>
        </p:txBody>
      </p:sp>
      <p:sp>
        <p:nvSpPr>
          <p:cNvPr id="15" name="Content Placeholder 2">
            <a:extLst>
              <a:ext uri="{FF2B5EF4-FFF2-40B4-BE49-F238E27FC236}">
                <a16:creationId xmlns:a16="http://schemas.microsoft.com/office/drawing/2014/main" id="{C87884BD-C538-2E4C-E4FE-1C5F73563883}"/>
              </a:ext>
            </a:extLst>
          </p:cNvPr>
          <p:cNvSpPr>
            <a:spLocks noGrp="1"/>
          </p:cNvSpPr>
          <p:nvPr>
            <p:ph sz="quarter" idx="15"/>
          </p:nvPr>
        </p:nvSpPr>
        <p:spPr>
          <a:xfrm>
            <a:off x="7176119" y="1989889"/>
            <a:ext cx="4533749" cy="4060073"/>
          </a:xfrm>
        </p:spPr>
        <p:txBody>
          <a:bodyPr/>
          <a:lstStyle>
            <a:lvl1pPr marL="0" indent="0">
              <a:buNone/>
              <a:defRPr sz="1400"/>
            </a:lvl1pPr>
          </a:lstStyle>
          <a:p>
            <a:pPr lvl="0"/>
            <a:r>
              <a:rPr lang="en-GB"/>
              <a:t>Click to edit Master text styles</a:t>
            </a:r>
          </a:p>
        </p:txBody>
      </p:sp>
      <p:sp>
        <p:nvSpPr>
          <p:cNvPr id="6" name="Slide Number Placeholder">
            <a:extLst>
              <a:ext uri="{FF2B5EF4-FFF2-40B4-BE49-F238E27FC236}">
                <a16:creationId xmlns:a16="http://schemas.microsoft.com/office/drawing/2014/main" id="{E26F7576-DAEE-2232-6A83-201B728CCEEC}"/>
              </a:ext>
            </a:extLst>
          </p:cNvPr>
          <p:cNvSpPr>
            <a:spLocks noGrp="1"/>
          </p:cNvSpPr>
          <p:nvPr>
            <p:ph type="sldNum" sz="quarter" idx="12"/>
          </p:nvPr>
        </p:nvSpPr>
        <p:spPr/>
        <p:txBody>
          <a:bodyPr/>
          <a:lstStyle/>
          <a:p>
            <a:fld id="{94FCA0F3-9F3A-694B-99BB-0E592A797735}" type="slidenum">
              <a:rPr lang="en-US" smtClean="0"/>
              <a:t>‹#›</a:t>
            </a:fld>
            <a:endParaRPr lang="en-US"/>
          </a:p>
        </p:txBody>
      </p:sp>
      <p:sp>
        <p:nvSpPr>
          <p:cNvPr id="4" name="Date Placeholder">
            <a:extLst>
              <a:ext uri="{FF2B5EF4-FFF2-40B4-BE49-F238E27FC236}">
                <a16:creationId xmlns:a16="http://schemas.microsoft.com/office/drawing/2014/main" id="{6DECAE16-1D46-ECE2-67B1-B4055F385487}"/>
              </a:ext>
            </a:extLst>
          </p:cNvPr>
          <p:cNvSpPr>
            <a:spLocks noGrp="1"/>
          </p:cNvSpPr>
          <p:nvPr>
            <p:ph type="dt" sz="half" idx="10"/>
          </p:nvPr>
        </p:nvSpPr>
        <p:spPr/>
        <p:txBody>
          <a:bodyPr/>
          <a:lstStyle/>
          <a:p>
            <a:fld id="{86F3B37A-2C19-4A3E-90CF-C869F5745EFC}" type="datetime3">
              <a:rPr lang="en-US" smtClean="0"/>
              <a:t>18 March 2026</a:t>
            </a:fld>
            <a:endParaRPr lang="en-US"/>
          </a:p>
        </p:txBody>
      </p:sp>
      <p:sp>
        <p:nvSpPr>
          <p:cNvPr id="5" name="Footer Placeholder">
            <a:extLst>
              <a:ext uri="{FF2B5EF4-FFF2-40B4-BE49-F238E27FC236}">
                <a16:creationId xmlns:a16="http://schemas.microsoft.com/office/drawing/2014/main" id="{98E63702-02E0-6C43-ACB9-CF47EDD90CA6}"/>
              </a:ext>
            </a:extLst>
          </p:cNvPr>
          <p:cNvSpPr>
            <a:spLocks noGrp="1"/>
          </p:cNvSpPr>
          <p:nvPr>
            <p:ph type="ftr" sz="quarter" idx="11"/>
          </p:nvPr>
        </p:nvSpPr>
        <p:spPr/>
        <p:txBody>
          <a:bodyPr/>
          <a:lstStyle/>
          <a:p>
            <a:r>
              <a:rPr lang="en-US"/>
              <a:t>Customer Experience</a:t>
            </a:r>
          </a:p>
        </p:txBody>
      </p:sp>
      <p:sp>
        <p:nvSpPr>
          <p:cNvPr id="3" name="Title">
            <a:extLst>
              <a:ext uri="{FF2B5EF4-FFF2-40B4-BE49-F238E27FC236}">
                <a16:creationId xmlns:a16="http://schemas.microsoft.com/office/drawing/2014/main" id="{314FFAF5-D636-F3D5-A584-E9A3AEB60AF6}"/>
              </a:ext>
            </a:extLst>
          </p:cNvPr>
          <p:cNvSpPr>
            <a:spLocks noGrp="1"/>
          </p:cNvSpPr>
          <p:nvPr>
            <p:ph type="title"/>
          </p:nvPr>
        </p:nvSpPr>
        <p:spPr>
          <a:xfrm>
            <a:off x="407368" y="304808"/>
            <a:ext cx="11224347" cy="470898"/>
          </a:xfrm>
        </p:spPr>
        <p:txBody>
          <a:bodyPr/>
          <a:lstStyle>
            <a:lvl1pPr>
              <a:defRPr lang="en-US" sz="6597" b="0" kern="1200" dirty="0">
                <a:solidFill>
                  <a:srgbClr val="747480"/>
                </a:solidFill>
                <a:latin typeface="EYInterstate Light"/>
                <a:ea typeface="+mn-ea"/>
                <a:cs typeface="+mn-cs"/>
              </a:defRPr>
            </a:lvl1pPr>
          </a:lstStyle>
          <a:p>
            <a:r>
              <a:rPr lang="en-GB"/>
              <a:t>Click to edit Master title style</a:t>
            </a:r>
            <a:endParaRPr lang="en-US"/>
          </a:p>
        </p:txBody>
      </p:sp>
      <p:cxnSp>
        <p:nvCxnSpPr>
          <p:cNvPr id="33" name="Straight Connector 32">
            <a:extLst>
              <a:ext uri="{FF2B5EF4-FFF2-40B4-BE49-F238E27FC236}">
                <a16:creationId xmlns:a16="http://schemas.microsoft.com/office/drawing/2014/main" id="{F6331D41-CFEC-766E-FE67-235493B3C9B0}"/>
              </a:ext>
            </a:extLst>
          </p:cNvPr>
          <p:cNvCxnSpPr>
            <a:cxnSpLocks/>
          </p:cNvCxnSpPr>
          <p:nvPr userDrawn="1"/>
        </p:nvCxnSpPr>
        <p:spPr>
          <a:xfrm>
            <a:off x="6528048" y="1989889"/>
            <a:ext cx="0" cy="2914719"/>
          </a:xfrm>
          <a:prstGeom prst="line">
            <a:avLst/>
          </a:prstGeom>
          <a:ln w="9525">
            <a:solidFill>
              <a:srgbClr val="747480"/>
            </a:solidFill>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59582618"/>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userDrawn="1">
  <p:cSld name="Contents slide">
    <p:spTree>
      <p:nvGrpSpPr>
        <p:cNvPr id="1" name=""/>
        <p:cNvGrpSpPr/>
        <p:nvPr/>
      </p:nvGrpSpPr>
      <p:grpSpPr>
        <a:xfrm>
          <a:off x="0" y="0"/>
          <a:ext cx="0" cy="0"/>
          <a:chOff x="0" y="0"/>
          <a:chExt cx="0" cy="0"/>
        </a:xfrm>
      </p:grpSpPr>
      <p:sp>
        <p:nvSpPr>
          <p:cNvPr id="57" name="Picture Placeholder 56">
            <a:extLst>
              <a:ext uri="{FF2B5EF4-FFF2-40B4-BE49-F238E27FC236}">
                <a16:creationId xmlns:a16="http://schemas.microsoft.com/office/drawing/2014/main" id="{1AB3EB23-E483-138E-BC67-3D59CC955FDC}"/>
              </a:ext>
            </a:extLst>
          </p:cNvPr>
          <p:cNvSpPr>
            <a:spLocks noGrp="1"/>
          </p:cNvSpPr>
          <p:nvPr>
            <p:ph type="pic" sz="quarter" idx="27"/>
          </p:nvPr>
        </p:nvSpPr>
        <p:spPr>
          <a:xfrm>
            <a:off x="479425" y="3673475"/>
            <a:ext cx="3624263" cy="2423646"/>
          </a:xfrm>
        </p:spPr>
        <p:txBody>
          <a:bodyPr/>
          <a:lstStyle/>
          <a:p>
            <a:endParaRPr lang="en-GB"/>
          </a:p>
        </p:txBody>
      </p:sp>
      <p:sp>
        <p:nvSpPr>
          <p:cNvPr id="58" name="Picture Placeholder 56">
            <a:extLst>
              <a:ext uri="{FF2B5EF4-FFF2-40B4-BE49-F238E27FC236}">
                <a16:creationId xmlns:a16="http://schemas.microsoft.com/office/drawing/2014/main" id="{DBB086B6-5604-D058-7963-8C4E245AAFEA}"/>
              </a:ext>
            </a:extLst>
          </p:cNvPr>
          <p:cNvSpPr>
            <a:spLocks noGrp="1"/>
          </p:cNvSpPr>
          <p:nvPr>
            <p:ph type="pic" sz="quarter" idx="28"/>
          </p:nvPr>
        </p:nvSpPr>
        <p:spPr>
          <a:xfrm>
            <a:off x="4279900" y="3673475"/>
            <a:ext cx="3624263" cy="2423646"/>
          </a:xfrm>
        </p:spPr>
        <p:txBody>
          <a:bodyPr/>
          <a:lstStyle/>
          <a:p>
            <a:endParaRPr lang="en-GB"/>
          </a:p>
        </p:txBody>
      </p:sp>
      <p:sp>
        <p:nvSpPr>
          <p:cNvPr id="59" name="Picture Placeholder 56">
            <a:extLst>
              <a:ext uri="{FF2B5EF4-FFF2-40B4-BE49-F238E27FC236}">
                <a16:creationId xmlns:a16="http://schemas.microsoft.com/office/drawing/2014/main" id="{14A8709D-DC45-4448-5D68-382C75520260}"/>
              </a:ext>
            </a:extLst>
          </p:cNvPr>
          <p:cNvSpPr>
            <a:spLocks noGrp="1"/>
          </p:cNvSpPr>
          <p:nvPr>
            <p:ph type="pic" sz="quarter" idx="29"/>
          </p:nvPr>
        </p:nvSpPr>
        <p:spPr>
          <a:xfrm>
            <a:off x="8086297" y="3673475"/>
            <a:ext cx="3624263" cy="2423646"/>
          </a:xfrm>
        </p:spPr>
        <p:txBody>
          <a:bodyPr/>
          <a:lstStyle/>
          <a:p>
            <a:endParaRPr lang="en-GB"/>
          </a:p>
        </p:txBody>
      </p:sp>
      <p:sp>
        <p:nvSpPr>
          <p:cNvPr id="2" name="Title 1">
            <a:extLst>
              <a:ext uri="{FF2B5EF4-FFF2-40B4-BE49-F238E27FC236}">
                <a16:creationId xmlns:a16="http://schemas.microsoft.com/office/drawing/2014/main" id="{138AE523-7B3C-8783-DFC0-18E1AA2D887A}"/>
              </a:ext>
            </a:extLst>
          </p:cNvPr>
          <p:cNvSpPr>
            <a:spLocks noGrp="1"/>
          </p:cNvSpPr>
          <p:nvPr>
            <p:ph type="title"/>
          </p:nvPr>
        </p:nvSpPr>
        <p:spPr>
          <a:xfrm>
            <a:off x="695400" y="382588"/>
            <a:ext cx="11014470" cy="638175"/>
          </a:xfrm>
        </p:spPr>
        <p:txBody>
          <a:bodyPr/>
          <a:lstStyle>
            <a:lvl1pPr>
              <a:defRPr b="0">
                <a:solidFill>
                  <a:srgbClr val="747480"/>
                </a:solidFill>
                <a:latin typeface="EYInterstate Light" panose="02000506000000020004" pitchFamily="2" charset="0"/>
              </a:defRPr>
            </a:lvl1pPr>
          </a:lstStyle>
          <a:p>
            <a:r>
              <a:rPr lang="en-GB"/>
              <a:t>Click to edit Master title style</a:t>
            </a:r>
            <a:endParaRPr lang="en-US"/>
          </a:p>
        </p:txBody>
      </p:sp>
      <p:sp>
        <p:nvSpPr>
          <p:cNvPr id="3" name="Date Placeholder 2">
            <a:extLst>
              <a:ext uri="{FF2B5EF4-FFF2-40B4-BE49-F238E27FC236}">
                <a16:creationId xmlns:a16="http://schemas.microsoft.com/office/drawing/2014/main" id="{7096FD95-0C81-8816-F6A7-13708A804C91}"/>
              </a:ext>
            </a:extLst>
          </p:cNvPr>
          <p:cNvSpPr>
            <a:spLocks noGrp="1"/>
          </p:cNvSpPr>
          <p:nvPr>
            <p:ph type="dt" sz="half" idx="10"/>
          </p:nvPr>
        </p:nvSpPr>
        <p:spPr/>
        <p:txBody>
          <a:bodyPr/>
          <a:lstStyle/>
          <a:p>
            <a:fld id="{870C7661-1ACF-4028-B0DE-44B195E9D9DF}" type="datetime3">
              <a:rPr lang="en-US" smtClean="0"/>
              <a:t>18 March 2026</a:t>
            </a:fld>
            <a:endParaRPr lang="en-US"/>
          </a:p>
        </p:txBody>
      </p:sp>
      <p:sp>
        <p:nvSpPr>
          <p:cNvPr id="4" name="Footer Placeholder 3">
            <a:extLst>
              <a:ext uri="{FF2B5EF4-FFF2-40B4-BE49-F238E27FC236}">
                <a16:creationId xmlns:a16="http://schemas.microsoft.com/office/drawing/2014/main" id="{434B0C7E-A414-4EA6-7DAD-5068A7AE4E81}"/>
              </a:ext>
            </a:extLst>
          </p:cNvPr>
          <p:cNvSpPr>
            <a:spLocks noGrp="1"/>
          </p:cNvSpPr>
          <p:nvPr>
            <p:ph type="ftr" sz="quarter" idx="11"/>
          </p:nvPr>
        </p:nvSpPr>
        <p:spPr/>
        <p:txBody>
          <a:bodyPr/>
          <a:lstStyle/>
          <a:p>
            <a:r>
              <a:rPr lang="en-US"/>
              <a:t>Sales Transformation</a:t>
            </a:r>
          </a:p>
        </p:txBody>
      </p:sp>
      <p:sp>
        <p:nvSpPr>
          <p:cNvPr id="5" name="Slide Number Placeholder 4">
            <a:extLst>
              <a:ext uri="{FF2B5EF4-FFF2-40B4-BE49-F238E27FC236}">
                <a16:creationId xmlns:a16="http://schemas.microsoft.com/office/drawing/2014/main" id="{830298F4-310D-68C0-AA7E-8C7FA83AB2EE}"/>
              </a:ext>
            </a:extLst>
          </p:cNvPr>
          <p:cNvSpPr>
            <a:spLocks noGrp="1"/>
          </p:cNvSpPr>
          <p:nvPr>
            <p:ph type="sldNum" sz="quarter" idx="12"/>
          </p:nvPr>
        </p:nvSpPr>
        <p:spPr/>
        <p:txBody>
          <a:bodyPr/>
          <a:lstStyle/>
          <a:p>
            <a:fld id="{94FCA0F3-9F3A-694B-99BB-0E592A797735}" type="slidenum">
              <a:rPr lang="en-US" smtClean="0"/>
              <a:t>‹#›</a:t>
            </a:fld>
            <a:endParaRPr lang="en-US"/>
          </a:p>
        </p:txBody>
      </p:sp>
      <p:cxnSp>
        <p:nvCxnSpPr>
          <p:cNvPr id="15" name="Straight Arrow Connector 14">
            <a:extLst>
              <a:ext uri="{FF2B5EF4-FFF2-40B4-BE49-F238E27FC236}">
                <a16:creationId xmlns:a16="http://schemas.microsoft.com/office/drawing/2014/main" id="{18488EFB-C662-6A33-3207-24B185D3E334}"/>
              </a:ext>
            </a:extLst>
          </p:cNvPr>
          <p:cNvCxnSpPr>
            <a:cxnSpLocks/>
          </p:cNvCxnSpPr>
          <p:nvPr userDrawn="1"/>
        </p:nvCxnSpPr>
        <p:spPr>
          <a:xfrm>
            <a:off x="1358462" y="3117373"/>
            <a:ext cx="204009" cy="0"/>
          </a:xfrm>
          <a:prstGeom prst="straightConnector1">
            <a:avLst/>
          </a:prstGeom>
          <a:noFill/>
          <a:ln w="9525" cap="flat" cmpd="sng" algn="ctr">
            <a:solidFill>
              <a:srgbClr val="747480"/>
            </a:solidFill>
            <a:prstDash val="solid"/>
            <a:tailEnd type="triangle"/>
          </a:ln>
          <a:effectLst/>
        </p:spPr>
      </p:cxnSp>
      <p:sp>
        <p:nvSpPr>
          <p:cNvPr id="16" name="Rectangle 15">
            <a:extLst>
              <a:ext uri="{FF2B5EF4-FFF2-40B4-BE49-F238E27FC236}">
                <a16:creationId xmlns:a16="http://schemas.microsoft.com/office/drawing/2014/main" id="{7427A5A3-5B86-EFD5-2CD7-89D340840103}"/>
              </a:ext>
            </a:extLst>
          </p:cNvPr>
          <p:cNvSpPr/>
          <p:nvPr userDrawn="1"/>
        </p:nvSpPr>
        <p:spPr>
          <a:xfrm>
            <a:off x="668095" y="1285874"/>
            <a:ext cx="524630" cy="421113"/>
          </a:xfrm>
          <a:prstGeom prst="rect">
            <a:avLst/>
          </a:prstGeom>
          <a:noFill/>
          <a:ln w="9525" cap="flat" cmpd="sng" algn="ctr">
            <a:noFill/>
            <a:prstDash val="solid"/>
          </a:ln>
          <a:effectLst/>
        </p:spPr>
        <p:txBody>
          <a:bodyPr lIns="0" tIns="0" rIns="0" bIns="0" rtlCol="0" anchor="ctr" anchorCtr="0"/>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2400" b="1" i="0" u="none" strike="noStrike" kern="0" cap="none" spc="0" normalizeH="0" baseline="0" noProof="0">
                <a:ln>
                  <a:noFill/>
                </a:ln>
                <a:solidFill>
                  <a:srgbClr val="FFFFFF"/>
                </a:solidFill>
                <a:effectLst/>
                <a:uLnTx/>
                <a:uFillTx/>
                <a:latin typeface="EYInterstate Regular" panose="02000503020000020004" pitchFamily="2" charset="0"/>
                <a:ea typeface="+mn-ea"/>
                <a:cs typeface="+mn-cs"/>
              </a:rPr>
              <a:t>01</a:t>
            </a:r>
          </a:p>
        </p:txBody>
      </p:sp>
      <p:cxnSp>
        <p:nvCxnSpPr>
          <p:cNvPr id="17" name="Straight Connector 16">
            <a:extLst>
              <a:ext uri="{FF2B5EF4-FFF2-40B4-BE49-F238E27FC236}">
                <a16:creationId xmlns:a16="http://schemas.microsoft.com/office/drawing/2014/main" id="{3481E9A1-8564-F2CA-98F5-8757EB341726}"/>
              </a:ext>
            </a:extLst>
          </p:cNvPr>
          <p:cNvCxnSpPr>
            <a:cxnSpLocks/>
          </p:cNvCxnSpPr>
          <p:nvPr userDrawn="1"/>
        </p:nvCxnSpPr>
        <p:spPr>
          <a:xfrm>
            <a:off x="668095" y="1828800"/>
            <a:ext cx="3435593" cy="0"/>
          </a:xfrm>
          <a:prstGeom prst="line">
            <a:avLst/>
          </a:prstGeom>
          <a:noFill/>
          <a:ln w="38100" cap="flat" cmpd="sng" algn="ctr">
            <a:gradFill>
              <a:gsLst>
                <a:gs pos="50000">
                  <a:srgbClr val="FFE600"/>
                </a:gs>
                <a:gs pos="75000">
                  <a:srgbClr val="00C864"/>
                </a:gs>
                <a:gs pos="100000">
                  <a:srgbClr val="4696FF"/>
                </a:gs>
              </a:gsLst>
              <a:lin ang="0" scaled="0"/>
            </a:gradFill>
            <a:prstDash val="solid"/>
            <a:tailEnd type="none"/>
          </a:ln>
          <a:effectLst/>
        </p:spPr>
      </p:cxnSp>
      <p:cxnSp>
        <p:nvCxnSpPr>
          <p:cNvPr id="20" name="Straight Arrow Connector 19">
            <a:extLst>
              <a:ext uri="{FF2B5EF4-FFF2-40B4-BE49-F238E27FC236}">
                <a16:creationId xmlns:a16="http://schemas.microsoft.com/office/drawing/2014/main" id="{7745C5A4-82A2-134F-E282-CD89639878F9}"/>
              </a:ext>
            </a:extLst>
          </p:cNvPr>
          <p:cNvCxnSpPr>
            <a:cxnSpLocks/>
          </p:cNvCxnSpPr>
          <p:nvPr userDrawn="1"/>
        </p:nvCxnSpPr>
        <p:spPr>
          <a:xfrm>
            <a:off x="5116623" y="3117373"/>
            <a:ext cx="204009" cy="0"/>
          </a:xfrm>
          <a:prstGeom prst="straightConnector1">
            <a:avLst/>
          </a:prstGeom>
          <a:noFill/>
          <a:ln w="9525" cap="flat" cmpd="sng" algn="ctr">
            <a:solidFill>
              <a:srgbClr val="747480"/>
            </a:solidFill>
            <a:prstDash val="solid"/>
            <a:tailEnd type="triangle"/>
          </a:ln>
          <a:effectLst/>
        </p:spPr>
      </p:cxnSp>
      <p:cxnSp>
        <p:nvCxnSpPr>
          <p:cNvPr id="21" name="Straight Connector 20">
            <a:extLst>
              <a:ext uri="{FF2B5EF4-FFF2-40B4-BE49-F238E27FC236}">
                <a16:creationId xmlns:a16="http://schemas.microsoft.com/office/drawing/2014/main" id="{36CC6971-426B-BD75-B2B6-37BDF3590F8C}"/>
              </a:ext>
            </a:extLst>
          </p:cNvPr>
          <p:cNvCxnSpPr>
            <a:cxnSpLocks/>
          </p:cNvCxnSpPr>
          <p:nvPr userDrawn="1"/>
        </p:nvCxnSpPr>
        <p:spPr>
          <a:xfrm>
            <a:off x="4455683" y="1828800"/>
            <a:ext cx="3434400" cy="0"/>
          </a:xfrm>
          <a:prstGeom prst="line">
            <a:avLst/>
          </a:prstGeom>
          <a:noFill/>
          <a:ln w="38100" cap="flat" cmpd="sng" algn="ctr">
            <a:gradFill>
              <a:gsLst>
                <a:gs pos="50000">
                  <a:srgbClr val="FFE600"/>
                </a:gs>
                <a:gs pos="75000">
                  <a:srgbClr val="00C864"/>
                </a:gs>
                <a:gs pos="100000">
                  <a:srgbClr val="4696FF"/>
                </a:gs>
              </a:gsLst>
              <a:lin ang="0" scaled="0"/>
            </a:gradFill>
            <a:prstDash val="solid"/>
            <a:tailEnd type="none"/>
          </a:ln>
          <a:effectLst/>
        </p:spPr>
      </p:cxnSp>
      <p:sp>
        <p:nvSpPr>
          <p:cNvPr id="22" name="Rectangle 21">
            <a:extLst>
              <a:ext uri="{FF2B5EF4-FFF2-40B4-BE49-F238E27FC236}">
                <a16:creationId xmlns:a16="http://schemas.microsoft.com/office/drawing/2014/main" id="{65133A5E-A831-AFFD-0646-D52E5A1F42B0}"/>
              </a:ext>
            </a:extLst>
          </p:cNvPr>
          <p:cNvSpPr/>
          <p:nvPr userDrawn="1"/>
        </p:nvSpPr>
        <p:spPr>
          <a:xfrm>
            <a:off x="4455684" y="1285874"/>
            <a:ext cx="524630" cy="421113"/>
          </a:xfrm>
          <a:prstGeom prst="rect">
            <a:avLst/>
          </a:prstGeom>
          <a:noFill/>
          <a:ln w="9525" cap="flat" cmpd="sng" algn="ctr">
            <a:noFill/>
            <a:prstDash val="solid"/>
          </a:ln>
          <a:effectLst/>
        </p:spPr>
        <p:txBody>
          <a:bodyPr lIns="0" tIns="0" rIns="0" bIns="0" rtlCol="0" anchor="ctr" anchorCtr="0"/>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2400" b="1" i="0" u="none" strike="noStrike" kern="0" cap="none" spc="0" normalizeH="0" baseline="0" noProof="0">
                <a:ln>
                  <a:noFill/>
                </a:ln>
                <a:solidFill>
                  <a:srgbClr val="FFFFFF"/>
                </a:solidFill>
                <a:effectLst/>
                <a:uLnTx/>
                <a:uFillTx/>
                <a:latin typeface="EYInterstate Regular" panose="02000503020000020004" pitchFamily="2" charset="0"/>
                <a:ea typeface="+mn-ea"/>
                <a:cs typeface="+mn-cs"/>
              </a:rPr>
              <a:t>02</a:t>
            </a:r>
          </a:p>
        </p:txBody>
      </p:sp>
      <p:cxnSp>
        <p:nvCxnSpPr>
          <p:cNvPr id="25" name="Straight Arrow Connector 24">
            <a:extLst>
              <a:ext uri="{FF2B5EF4-FFF2-40B4-BE49-F238E27FC236}">
                <a16:creationId xmlns:a16="http://schemas.microsoft.com/office/drawing/2014/main" id="{85C04AB2-5417-E210-59BA-0745AED53E80}"/>
              </a:ext>
            </a:extLst>
          </p:cNvPr>
          <p:cNvCxnSpPr>
            <a:cxnSpLocks/>
          </p:cNvCxnSpPr>
          <p:nvPr userDrawn="1"/>
        </p:nvCxnSpPr>
        <p:spPr>
          <a:xfrm>
            <a:off x="8912439" y="3117373"/>
            <a:ext cx="204009" cy="0"/>
          </a:xfrm>
          <a:prstGeom prst="straightConnector1">
            <a:avLst/>
          </a:prstGeom>
          <a:noFill/>
          <a:ln w="9525" cap="flat" cmpd="sng" algn="ctr">
            <a:solidFill>
              <a:srgbClr val="747480"/>
            </a:solidFill>
            <a:prstDash val="solid"/>
            <a:tailEnd type="triangle"/>
          </a:ln>
          <a:effectLst/>
        </p:spPr>
      </p:cxnSp>
      <p:cxnSp>
        <p:nvCxnSpPr>
          <p:cNvPr id="26" name="Straight Connector 25">
            <a:extLst>
              <a:ext uri="{FF2B5EF4-FFF2-40B4-BE49-F238E27FC236}">
                <a16:creationId xmlns:a16="http://schemas.microsoft.com/office/drawing/2014/main" id="{F97D75AB-9AFC-2C12-A919-12AC0C7F8830}"/>
              </a:ext>
            </a:extLst>
          </p:cNvPr>
          <p:cNvCxnSpPr>
            <a:cxnSpLocks/>
          </p:cNvCxnSpPr>
          <p:nvPr userDrawn="1"/>
        </p:nvCxnSpPr>
        <p:spPr>
          <a:xfrm>
            <a:off x="8264236" y="1828800"/>
            <a:ext cx="3434400" cy="0"/>
          </a:xfrm>
          <a:prstGeom prst="line">
            <a:avLst/>
          </a:prstGeom>
          <a:noFill/>
          <a:ln w="38100" cap="flat" cmpd="sng" algn="ctr">
            <a:gradFill>
              <a:gsLst>
                <a:gs pos="50000">
                  <a:srgbClr val="FFE600"/>
                </a:gs>
                <a:gs pos="75000">
                  <a:srgbClr val="00C864"/>
                </a:gs>
                <a:gs pos="100000">
                  <a:srgbClr val="4696FF"/>
                </a:gs>
              </a:gsLst>
              <a:lin ang="0" scaled="0"/>
            </a:gradFill>
            <a:prstDash val="solid"/>
            <a:tailEnd type="none"/>
          </a:ln>
          <a:effectLst/>
        </p:spPr>
      </p:cxnSp>
      <p:sp>
        <p:nvSpPr>
          <p:cNvPr id="27" name="Rectangle 26">
            <a:extLst>
              <a:ext uri="{FF2B5EF4-FFF2-40B4-BE49-F238E27FC236}">
                <a16:creationId xmlns:a16="http://schemas.microsoft.com/office/drawing/2014/main" id="{30043506-24BB-B641-F8A8-D7D940DC3A3C}"/>
              </a:ext>
            </a:extLst>
          </p:cNvPr>
          <p:cNvSpPr/>
          <p:nvPr userDrawn="1"/>
        </p:nvSpPr>
        <p:spPr>
          <a:xfrm>
            <a:off x="8264237" y="1285874"/>
            <a:ext cx="524630" cy="421113"/>
          </a:xfrm>
          <a:prstGeom prst="rect">
            <a:avLst/>
          </a:prstGeom>
          <a:noFill/>
          <a:ln w="9525" cap="flat" cmpd="sng" algn="ctr">
            <a:noFill/>
            <a:prstDash val="solid"/>
          </a:ln>
          <a:effectLst/>
        </p:spPr>
        <p:txBody>
          <a:bodyPr lIns="0" tIns="0" rIns="0" bIns="0" rtlCol="0" anchor="ctr" anchorCtr="0"/>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2400" b="1" i="0" u="none" strike="noStrike" kern="0" cap="none" spc="0" normalizeH="0" baseline="0" noProof="0">
                <a:ln>
                  <a:noFill/>
                </a:ln>
                <a:solidFill>
                  <a:srgbClr val="FFFFFF"/>
                </a:solidFill>
                <a:effectLst/>
                <a:uLnTx/>
                <a:uFillTx/>
                <a:latin typeface="EYInterstate Regular" panose="02000503020000020004" pitchFamily="2" charset="0"/>
                <a:ea typeface="+mn-ea"/>
                <a:cs typeface="+mn-cs"/>
              </a:rPr>
              <a:t>03</a:t>
            </a:r>
          </a:p>
        </p:txBody>
      </p:sp>
      <p:sp>
        <p:nvSpPr>
          <p:cNvPr id="49" name="Text Placeholder 48">
            <a:extLst>
              <a:ext uri="{FF2B5EF4-FFF2-40B4-BE49-F238E27FC236}">
                <a16:creationId xmlns:a16="http://schemas.microsoft.com/office/drawing/2014/main" id="{5AD2558B-ED01-EE69-C910-753391C972DC}"/>
              </a:ext>
            </a:extLst>
          </p:cNvPr>
          <p:cNvSpPr>
            <a:spLocks noGrp="1"/>
          </p:cNvSpPr>
          <p:nvPr>
            <p:ph type="body" sz="quarter" idx="21" hasCustomPrompt="1"/>
          </p:nvPr>
        </p:nvSpPr>
        <p:spPr>
          <a:xfrm>
            <a:off x="668664" y="2031504"/>
            <a:ext cx="3339104" cy="533400"/>
          </a:xfrm>
        </p:spPr>
        <p:txBody>
          <a:bodyPr/>
          <a:lstStyle>
            <a:lvl1pPr marL="0" indent="0">
              <a:buNone/>
              <a:defRPr/>
            </a:lvl1pPr>
            <a:lvl2pPr marL="252000" indent="0">
              <a:buNone/>
              <a:defRPr/>
            </a:lvl2pPr>
            <a:lvl3pPr marL="504000" indent="0">
              <a:buNone/>
              <a:defRPr/>
            </a:lvl3pPr>
            <a:lvl4pPr marL="756000" indent="0">
              <a:buNone/>
              <a:defRPr/>
            </a:lvl4pPr>
            <a:lvl5pPr marL="1008000" indent="0">
              <a:buNone/>
              <a:defRPr/>
            </a:lvl5pPr>
          </a:lstStyle>
          <a:p>
            <a:pPr lvl="0"/>
            <a:r>
              <a:rPr lang="en-US"/>
              <a:t>Chapter title</a:t>
            </a:r>
          </a:p>
        </p:txBody>
      </p:sp>
      <p:sp>
        <p:nvSpPr>
          <p:cNvPr id="50" name="Text Placeholder 48">
            <a:extLst>
              <a:ext uri="{FF2B5EF4-FFF2-40B4-BE49-F238E27FC236}">
                <a16:creationId xmlns:a16="http://schemas.microsoft.com/office/drawing/2014/main" id="{A3407158-093F-2454-381F-DE5BB9C7EB49}"/>
              </a:ext>
            </a:extLst>
          </p:cNvPr>
          <p:cNvSpPr>
            <a:spLocks noGrp="1"/>
          </p:cNvSpPr>
          <p:nvPr>
            <p:ph type="body" sz="quarter" idx="22" hasCustomPrompt="1"/>
          </p:nvPr>
        </p:nvSpPr>
        <p:spPr>
          <a:xfrm>
            <a:off x="4454525" y="2031504"/>
            <a:ext cx="3339104" cy="533400"/>
          </a:xfrm>
        </p:spPr>
        <p:txBody>
          <a:bodyPr/>
          <a:lstStyle>
            <a:lvl1pPr marL="0" indent="0">
              <a:buNone/>
              <a:defRPr/>
            </a:lvl1pPr>
            <a:lvl2pPr marL="252000" indent="0">
              <a:buNone/>
              <a:defRPr/>
            </a:lvl2pPr>
            <a:lvl3pPr marL="504000" indent="0">
              <a:buNone/>
              <a:defRPr/>
            </a:lvl3pPr>
            <a:lvl4pPr marL="756000" indent="0">
              <a:buNone/>
              <a:defRPr/>
            </a:lvl4pPr>
            <a:lvl5pPr marL="1008000" indent="0">
              <a:buNone/>
              <a:defRPr/>
            </a:lvl5pPr>
          </a:lstStyle>
          <a:p>
            <a:pPr lvl="0"/>
            <a:r>
              <a:rPr lang="en-US"/>
              <a:t>Chapter title</a:t>
            </a:r>
          </a:p>
        </p:txBody>
      </p:sp>
      <p:sp>
        <p:nvSpPr>
          <p:cNvPr id="51" name="Text Placeholder 48">
            <a:extLst>
              <a:ext uri="{FF2B5EF4-FFF2-40B4-BE49-F238E27FC236}">
                <a16:creationId xmlns:a16="http://schemas.microsoft.com/office/drawing/2014/main" id="{B40ECF8A-3696-D0C1-F67D-8CD1A19EA73E}"/>
              </a:ext>
            </a:extLst>
          </p:cNvPr>
          <p:cNvSpPr>
            <a:spLocks noGrp="1"/>
          </p:cNvSpPr>
          <p:nvPr>
            <p:ph type="body" sz="quarter" idx="23" hasCustomPrompt="1"/>
          </p:nvPr>
        </p:nvSpPr>
        <p:spPr>
          <a:xfrm>
            <a:off x="8264237" y="2031504"/>
            <a:ext cx="3339104" cy="533400"/>
          </a:xfrm>
        </p:spPr>
        <p:txBody>
          <a:bodyPr/>
          <a:lstStyle>
            <a:lvl1pPr marL="0" indent="0">
              <a:buNone/>
              <a:defRPr/>
            </a:lvl1pPr>
            <a:lvl2pPr marL="252000" indent="0">
              <a:buNone/>
              <a:defRPr/>
            </a:lvl2pPr>
            <a:lvl3pPr marL="504000" indent="0">
              <a:buNone/>
              <a:defRPr/>
            </a:lvl3pPr>
            <a:lvl4pPr marL="756000" indent="0">
              <a:buNone/>
              <a:defRPr/>
            </a:lvl4pPr>
            <a:lvl5pPr marL="1008000" indent="0">
              <a:buNone/>
              <a:defRPr/>
            </a:lvl5pPr>
          </a:lstStyle>
          <a:p>
            <a:pPr lvl="0"/>
            <a:r>
              <a:rPr lang="en-US"/>
              <a:t>Chapter title</a:t>
            </a:r>
          </a:p>
        </p:txBody>
      </p:sp>
      <p:sp>
        <p:nvSpPr>
          <p:cNvPr id="53" name="Text Placeholder 52">
            <a:extLst>
              <a:ext uri="{FF2B5EF4-FFF2-40B4-BE49-F238E27FC236}">
                <a16:creationId xmlns:a16="http://schemas.microsoft.com/office/drawing/2014/main" id="{A9D520B1-1DB5-4C80-7F48-117F17980A24}"/>
              </a:ext>
            </a:extLst>
          </p:cNvPr>
          <p:cNvSpPr>
            <a:spLocks noGrp="1"/>
          </p:cNvSpPr>
          <p:nvPr>
            <p:ph type="body" sz="quarter" idx="24" hasCustomPrompt="1"/>
          </p:nvPr>
        </p:nvSpPr>
        <p:spPr>
          <a:xfrm>
            <a:off x="668664" y="3054673"/>
            <a:ext cx="792138" cy="287785"/>
          </a:xfrm>
        </p:spPr>
        <p:txBody>
          <a:bodyPr/>
          <a:lstStyle>
            <a:lvl1pPr marL="0" indent="0">
              <a:buNone/>
              <a:defRPr sz="1100">
                <a:solidFill>
                  <a:srgbClr val="747480"/>
                </a:solidFill>
              </a:defRPr>
            </a:lvl1pPr>
            <a:lvl2pPr marL="252000" indent="0">
              <a:buNone/>
              <a:defRPr sz="1100">
                <a:solidFill>
                  <a:srgbClr val="747480"/>
                </a:solidFill>
              </a:defRPr>
            </a:lvl2pPr>
            <a:lvl3pPr marL="504000" indent="0">
              <a:buNone/>
              <a:defRPr sz="1100">
                <a:solidFill>
                  <a:srgbClr val="747480"/>
                </a:solidFill>
              </a:defRPr>
            </a:lvl3pPr>
            <a:lvl4pPr marL="756000" indent="0">
              <a:buNone/>
              <a:defRPr sz="1100">
                <a:solidFill>
                  <a:srgbClr val="747480"/>
                </a:solidFill>
              </a:defRPr>
            </a:lvl4pPr>
            <a:lvl5pPr marL="1008000" indent="0">
              <a:buNone/>
              <a:defRPr sz="1100">
                <a:solidFill>
                  <a:srgbClr val="747480"/>
                </a:solidFill>
              </a:defRPr>
            </a:lvl5pPr>
          </a:lstStyle>
          <a:p>
            <a:pPr lvl="0"/>
            <a:r>
              <a:rPr lang="en-US"/>
              <a:t>Slide #</a:t>
            </a:r>
          </a:p>
        </p:txBody>
      </p:sp>
      <p:sp>
        <p:nvSpPr>
          <p:cNvPr id="54" name="Text Placeholder 52">
            <a:extLst>
              <a:ext uri="{FF2B5EF4-FFF2-40B4-BE49-F238E27FC236}">
                <a16:creationId xmlns:a16="http://schemas.microsoft.com/office/drawing/2014/main" id="{E508047D-5455-5927-DA52-0A83E0C441BD}"/>
              </a:ext>
            </a:extLst>
          </p:cNvPr>
          <p:cNvSpPr>
            <a:spLocks noGrp="1"/>
          </p:cNvSpPr>
          <p:nvPr>
            <p:ph type="body" sz="quarter" idx="25" hasCustomPrompt="1"/>
          </p:nvPr>
        </p:nvSpPr>
        <p:spPr>
          <a:xfrm>
            <a:off x="4454525" y="3054673"/>
            <a:ext cx="792138" cy="287785"/>
          </a:xfrm>
        </p:spPr>
        <p:txBody>
          <a:bodyPr/>
          <a:lstStyle>
            <a:lvl1pPr marL="0" indent="0">
              <a:buNone/>
              <a:defRPr sz="1100">
                <a:solidFill>
                  <a:srgbClr val="747480"/>
                </a:solidFill>
              </a:defRPr>
            </a:lvl1pPr>
            <a:lvl2pPr marL="252000" indent="0">
              <a:buNone/>
              <a:defRPr sz="1100">
                <a:solidFill>
                  <a:srgbClr val="747480"/>
                </a:solidFill>
              </a:defRPr>
            </a:lvl2pPr>
            <a:lvl3pPr marL="504000" indent="0">
              <a:buNone/>
              <a:defRPr sz="1100">
                <a:solidFill>
                  <a:srgbClr val="747480"/>
                </a:solidFill>
              </a:defRPr>
            </a:lvl3pPr>
            <a:lvl4pPr marL="756000" indent="0">
              <a:buNone/>
              <a:defRPr sz="1100">
                <a:solidFill>
                  <a:srgbClr val="747480"/>
                </a:solidFill>
              </a:defRPr>
            </a:lvl4pPr>
            <a:lvl5pPr marL="1008000" indent="0">
              <a:buNone/>
              <a:defRPr sz="1100">
                <a:solidFill>
                  <a:srgbClr val="747480"/>
                </a:solidFill>
              </a:defRPr>
            </a:lvl5pPr>
          </a:lstStyle>
          <a:p>
            <a:pPr lvl="0"/>
            <a:r>
              <a:rPr lang="en-US"/>
              <a:t>Slide #</a:t>
            </a:r>
          </a:p>
        </p:txBody>
      </p:sp>
      <p:sp>
        <p:nvSpPr>
          <p:cNvPr id="55" name="Text Placeholder 52">
            <a:extLst>
              <a:ext uri="{FF2B5EF4-FFF2-40B4-BE49-F238E27FC236}">
                <a16:creationId xmlns:a16="http://schemas.microsoft.com/office/drawing/2014/main" id="{3A64FBC7-EA28-5CE5-789A-D68688304A5C}"/>
              </a:ext>
            </a:extLst>
          </p:cNvPr>
          <p:cNvSpPr>
            <a:spLocks noGrp="1"/>
          </p:cNvSpPr>
          <p:nvPr>
            <p:ph type="body" sz="quarter" idx="26" hasCustomPrompt="1"/>
          </p:nvPr>
        </p:nvSpPr>
        <p:spPr>
          <a:xfrm>
            <a:off x="8264237" y="3054673"/>
            <a:ext cx="792138" cy="287785"/>
          </a:xfrm>
        </p:spPr>
        <p:txBody>
          <a:bodyPr/>
          <a:lstStyle>
            <a:lvl1pPr marL="0" indent="0">
              <a:buNone/>
              <a:defRPr sz="1100">
                <a:solidFill>
                  <a:srgbClr val="747480"/>
                </a:solidFill>
              </a:defRPr>
            </a:lvl1pPr>
            <a:lvl2pPr marL="252000" indent="0">
              <a:buNone/>
              <a:defRPr sz="1100">
                <a:solidFill>
                  <a:srgbClr val="747480"/>
                </a:solidFill>
              </a:defRPr>
            </a:lvl2pPr>
            <a:lvl3pPr marL="504000" indent="0">
              <a:buNone/>
              <a:defRPr sz="1100">
                <a:solidFill>
                  <a:srgbClr val="747480"/>
                </a:solidFill>
              </a:defRPr>
            </a:lvl3pPr>
            <a:lvl4pPr marL="756000" indent="0">
              <a:buNone/>
              <a:defRPr sz="1100">
                <a:solidFill>
                  <a:srgbClr val="747480"/>
                </a:solidFill>
              </a:defRPr>
            </a:lvl4pPr>
            <a:lvl5pPr marL="1008000" indent="0">
              <a:buNone/>
              <a:defRPr sz="1100">
                <a:solidFill>
                  <a:srgbClr val="747480"/>
                </a:solidFill>
              </a:defRPr>
            </a:lvl5pPr>
          </a:lstStyle>
          <a:p>
            <a:pPr lvl="0"/>
            <a:r>
              <a:rPr lang="en-US"/>
              <a:t>Slide #</a:t>
            </a:r>
          </a:p>
        </p:txBody>
      </p:sp>
    </p:spTree>
    <p:extLst>
      <p:ext uri="{BB962C8B-B14F-4D97-AF65-F5344CB8AC3E}">
        <p14:creationId xmlns:p14="http://schemas.microsoft.com/office/powerpoint/2010/main" val="2222100657"/>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showMasterSp="0" userDrawn="1">
  <p:cSld name="Section Header with Image 2">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ECC4063-3B84-36D0-1C1F-FC414549D600}"/>
              </a:ext>
              <a:ext uri="{C183D7F6-B498-43B3-948B-1728B52AA6E4}">
                <adec:decorative xmlns:adec="http://schemas.microsoft.com/office/drawing/2017/decorative" val="1"/>
              </a:ext>
            </a:extLst>
          </p:cNvPr>
          <p:cNvSpPr/>
          <p:nvPr userDrawn="1"/>
        </p:nvSpPr>
        <p:spPr>
          <a:xfrm>
            <a:off x="0" y="0"/>
            <a:ext cx="8386354" cy="6858000"/>
          </a:xfrm>
          <a:prstGeom prst="rect">
            <a:avLst/>
          </a:prstGeom>
          <a:gradFill flip="none" rotWithShape="1">
            <a:gsLst>
              <a:gs pos="0">
                <a:schemeClr val="tx1">
                  <a:lumMod val="0"/>
                  <a:alpha val="0"/>
                </a:schemeClr>
              </a:gs>
              <a:gs pos="95000">
                <a:srgbClr val="000000">
                  <a:alpha val="70000"/>
                </a:srgbClr>
              </a:gs>
            </a:gsLst>
            <a:lin ang="108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endParaRPr lang="en-US" sz="1200" b="1">
              <a:solidFill>
                <a:schemeClr val="tx1"/>
              </a:solidFill>
            </a:endParaRPr>
          </a:p>
        </p:txBody>
      </p:sp>
      <p:sp>
        <p:nvSpPr>
          <p:cNvPr id="2" name="Title 1">
            <a:extLst>
              <a:ext uri="{FF2B5EF4-FFF2-40B4-BE49-F238E27FC236}">
                <a16:creationId xmlns:a16="http://schemas.microsoft.com/office/drawing/2014/main" id="{DCB74E28-9D0B-F1B4-F101-2628EB1EA46E}"/>
              </a:ext>
            </a:extLst>
          </p:cNvPr>
          <p:cNvSpPr>
            <a:spLocks noGrp="1"/>
          </p:cNvSpPr>
          <p:nvPr>
            <p:ph type="title"/>
          </p:nvPr>
        </p:nvSpPr>
        <p:spPr>
          <a:xfrm>
            <a:off x="485775" y="3053616"/>
            <a:ext cx="7394575" cy="2869882"/>
          </a:xfrm>
        </p:spPr>
        <p:txBody>
          <a:bodyPr anchor="t"/>
          <a:lstStyle>
            <a:lvl1pPr>
              <a:defRPr sz="6000">
                <a:solidFill>
                  <a:schemeClr val="bg1"/>
                </a:solidFill>
              </a:defRPr>
            </a:lvl1pPr>
          </a:lstStyle>
          <a:p>
            <a:r>
              <a:rPr lang="en-GB"/>
              <a:t>Click to edit Master title style</a:t>
            </a:r>
            <a:endParaRPr lang="en-US"/>
          </a:p>
        </p:txBody>
      </p:sp>
      <p:sp>
        <p:nvSpPr>
          <p:cNvPr id="8" name="Text Placeholder 7">
            <a:extLst>
              <a:ext uri="{FF2B5EF4-FFF2-40B4-BE49-F238E27FC236}">
                <a16:creationId xmlns:a16="http://schemas.microsoft.com/office/drawing/2014/main" id="{A475298B-22BF-3DF1-FBE7-DF673E5A2734}"/>
              </a:ext>
            </a:extLst>
          </p:cNvPr>
          <p:cNvSpPr>
            <a:spLocks noGrp="1"/>
          </p:cNvSpPr>
          <p:nvPr>
            <p:ph type="body" sz="quarter" idx="13" hasCustomPrompt="1"/>
          </p:nvPr>
        </p:nvSpPr>
        <p:spPr>
          <a:xfrm>
            <a:off x="485775" y="370800"/>
            <a:ext cx="7394575" cy="2169200"/>
          </a:xfrm>
        </p:spPr>
        <p:txBody>
          <a:bodyPr lIns="0" tIns="0" rIns="0" bIns="0" anchor="b">
            <a:noAutofit/>
          </a:bodyPr>
          <a:lstStyle>
            <a:lvl1pPr marL="0" indent="0">
              <a:lnSpc>
                <a:spcPct val="85000"/>
              </a:lnSpc>
              <a:spcAft>
                <a:spcPts val="0"/>
              </a:spcAft>
              <a:buNone/>
              <a:defRPr kumimoji="0" lang="en-US" sz="16600" b="1" i="0" u="none" strike="noStrike" kern="1200" cap="none" spc="0" normalizeH="0" baseline="0" dirty="0">
                <a:ln>
                  <a:noFill/>
                </a:ln>
                <a:solidFill>
                  <a:srgbClr val="FFFFFF">
                    <a:alpha val="29699"/>
                  </a:srgbClr>
                </a:solidFill>
                <a:effectLst/>
                <a:uLnTx/>
                <a:uFillTx/>
                <a:latin typeface="EYInterstate Regular" panose="02000503020000020004" pitchFamily="2" charset="0"/>
                <a:ea typeface="+mn-ea"/>
                <a:cs typeface="+mn-cs"/>
              </a:defRPr>
            </a:lvl1pPr>
          </a:lstStyle>
          <a:p>
            <a:pPr marL="0" marR="0" lvl="0" indent="0" algn="l" defTabSz="1007887" rtl="0" eaLnBrk="1" fontAlgn="auto" latinLnBrk="0" hangingPunct="1">
              <a:lnSpc>
                <a:spcPct val="100000"/>
              </a:lnSpc>
              <a:spcBef>
                <a:spcPts val="0"/>
              </a:spcBef>
              <a:spcAft>
                <a:spcPts val="200"/>
              </a:spcAft>
              <a:buClrTx/>
              <a:buSzTx/>
              <a:buFont typeface="Arial" panose="020B0604020202020204" pitchFamily="34" charset="0"/>
              <a:buNone/>
              <a:tabLst/>
              <a:defRPr/>
            </a:pPr>
            <a:r>
              <a:rPr lang="en-GB"/>
              <a:t>00</a:t>
            </a:r>
            <a:endParaRPr lang="en-US"/>
          </a:p>
        </p:txBody>
      </p:sp>
      <p:sp>
        <p:nvSpPr>
          <p:cNvPr id="14" name="Date Placeholder 13">
            <a:extLst>
              <a:ext uri="{FF2B5EF4-FFF2-40B4-BE49-F238E27FC236}">
                <a16:creationId xmlns:a16="http://schemas.microsoft.com/office/drawing/2014/main" id="{B5D9BED5-140F-F03D-CA60-9453F1A86D9C}"/>
              </a:ext>
            </a:extLst>
          </p:cNvPr>
          <p:cNvSpPr>
            <a:spLocks noGrp="1"/>
          </p:cNvSpPr>
          <p:nvPr>
            <p:ph type="dt" sz="half" idx="14"/>
          </p:nvPr>
        </p:nvSpPr>
        <p:spPr/>
        <p:txBody>
          <a:bodyPr/>
          <a:lstStyle/>
          <a:p>
            <a:fld id="{BA1052ED-6478-BF41-9AF3-C3B038B7B659}" type="datetime3">
              <a:rPr lang="en-GB" smtClean="0"/>
              <a:t>18 March, 2026</a:t>
            </a:fld>
            <a:endParaRPr lang="en-US"/>
          </a:p>
        </p:txBody>
      </p:sp>
      <p:sp>
        <p:nvSpPr>
          <p:cNvPr id="15" name="Footer Placeholder 14">
            <a:extLst>
              <a:ext uri="{FF2B5EF4-FFF2-40B4-BE49-F238E27FC236}">
                <a16:creationId xmlns:a16="http://schemas.microsoft.com/office/drawing/2014/main" id="{E931943E-2952-F25A-ECCA-F329235A737F}"/>
              </a:ext>
            </a:extLst>
          </p:cNvPr>
          <p:cNvSpPr>
            <a:spLocks noGrp="1"/>
          </p:cNvSpPr>
          <p:nvPr>
            <p:ph type="ftr" sz="quarter" idx="15"/>
          </p:nvPr>
        </p:nvSpPr>
        <p:spPr/>
        <p:txBody>
          <a:bodyPr/>
          <a:lstStyle/>
          <a:p>
            <a:endParaRPr lang="en-US"/>
          </a:p>
        </p:txBody>
      </p:sp>
      <p:sp>
        <p:nvSpPr>
          <p:cNvPr id="16" name="Slide Number Placeholder 15">
            <a:extLst>
              <a:ext uri="{FF2B5EF4-FFF2-40B4-BE49-F238E27FC236}">
                <a16:creationId xmlns:a16="http://schemas.microsoft.com/office/drawing/2014/main" id="{EBCB7712-53BF-0892-3D4B-354DE5C528E5}"/>
              </a:ext>
            </a:extLst>
          </p:cNvPr>
          <p:cNvSpPr>
            <a:spLocks noGrp="1"/>
          </p:cNvSpPr>
          <p:nvPr>
            <p:ph type="sldNum" sz="quarter" idx="16"/>
          </p:nvPr>
        </p:nvSpPr>
        <p:spPr/>
        <p:txBody>
          <a:bodyPr/>
          <a:lstStyle/>
          <a:p>
            <a:fld id="{F1BC30E3-FFE5-4B91-AA19-87A149EBB9EE}" type="slidenum">
              <a:rPr lang="en-GB" smtClean="0"/>
              <a:pPr/>
              <a:t>‹#›</a:t>
            </a:fld>
            <a:endParaRPr lang="en-GB"/>
          </a:p>
        </p:txBody>
      </p:sp>
      <p:pic>
        <p:nvPicPr>
          <p:cNvPr id="4" name="Graphic 3">
            <a:extLst>
              <a:ext uri="{FF2B5EF4-FFF2-40B4-BE49-F238E27FC236}">
                <a16:creationId xmlns:a16="http://schemas.microsoft.com/office/drawing/2014/main" id="{61DC8B67-4280-203E-539E-95D1BC16716B}"/>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11089246" y="6289101"/>
            <a:ext cx="880813" cy="341755"/>
          </a:xfrm>
          <a:prstGeom prst="rect">
            <a:avLst/>
          </a:prstGeom>
        </p:spPr>
      </p:pic>
    </p:spTree>
    <p:extLst>
      <p:ext uri="{BB962C8B-B14F-4D97-AF65-F5344CB8AC3E}">
        <p14:creationId xmlns:p14="http://schemas.microsoft.com/office/powerpoint/2010/main" val="1610024314"/>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E49EC5F5-14E0-4B05-29E6-E9A059AA1002}"/>
              </a:ext>
            </a:extLst>
          </p:cNvPr>
          <p:cNvSpPr>
            <a:spLocks noGrp="1"/>
          </p:cNvSpPr>
          <p:nvPr>
            <p:ph type="title"/>
          </p:nvPr>
        </p:nvSpPr>
        <p:spPr>
          <a:xfrm>
            <a:off x="483826" y="369888"/>
            <a:ext cx="11224800" cy="470898"/>
          </a:xfrm>
        </p:spPr>
        <p:txBody>
          <a:bodyPr/>
          <a:lstStyle/>
          <a:p>
            <a:r>
              <a:rPr lang="en-US"/>
              <a:t>Click to edit Master title style</a:t>
            </a:r>
          </a:p>
        </p:txBody>
      </p:sp>
      <p:sp>
        <p:nvSpPr>
          <p:cNvPr id="7" name="Date Placeholder 6">
            <a:extLst>
              <a:ext uri="{FF2B5EF4-FFF2-40B4-BE49-F238E27FC236}">
                <a16:creationId xmlns:a16="http://schemas.microsoft.com/office/drawing/2014/main" id="{6ABEF5EE-C1B0-CB56-30BC-F2EA02D0DD7E}"/>
              </a:ext>
            </a:extLst>
          </p:cNvPr>
          <p:cNvSpPr>
            <a:spLocks noGrp="1"/>
          </p:cNvSpPr>
          <p:nvPr>
            <p:ph type="dt" sz="half" idx="17"/>
          </p:nvPr>
        </p:nvSpPr>
        <p:spPr/>
        <p:txBody>
          <a:bodyPr/>
          <a:lstStyle/>
          <a:p>
            <a:fld id="{43792230-2CB9-401D-904F-A80444685782}" type="datetime3">
              <a:rPr lang="en-US" smtClean="0"/>
              <a:t>18 March 2026</a:t>
            </a:fld>
            <a:endParaRPr lang="en-US"/>
          </a:p>
        </p:txBody>
      </p:sp>
      <p:sp>
        <p:nvSpPr>
          <p:cNvPr id="8" name="Footer Placeholder 7">
            <a:extLst>
              <a:ext uri="{FF2B5EF4-FFF2-40B4-BE49-F238E27FC236}">
                <a16:creationId xmlns:a16="http://schemas.microsoft.com/office/drawing/2014/main" id="{E539B410-713F-D002-C7AD-50375ABC034D}"/>
              </a:ext>
            </a:extLst>
          </p:cNvPr>
          <p:cNvSpPr>
            <a:spLocks noGrp="1"/>
          </p:cNvSpPr>
          <p:nvPr>
            <p:ph type="ftr" sz="quarter" idx="18"/>
          </p:nvPr>
        </p:nvSpPr>
        <p:spPr/>
        <p:txBody>
          <a:bodyPr/>
          <a:lstStyle/>
          <a:p>
            <a:r>
              <a:rPr lang="en-US"/>
              <a:t>Customer Experience</a:t>
            </a:r>
          </a:p>
        </p:txBody>
      </p:sp>
      <p:sp>
        <p:nvSpPr>
          <p:cNvPr id="9" name="Slide Number Placeholder 8">
            <a:extLst>
              <a:ext uri="{FF2B5EF4-FFF2-40B4-BE49-F238E27FC236}">
                <a16:creationId xmlns:a16="http://schemas.microsoft.com/office/drawing/2014/main" id="{24877F87-1E81-7C70-C23C-765CF083A38E}"/>
              </a:ext>
            </a:extLst>
          </p:cNvPr>
          <p:cNvSpPr>
            <a:spLocks noGrp="1"/>
          </p:cNvSpPr>
          <p:nvPr>
            <p:ph type="sldNum" sz="quarter" idx="19"/>
          </p:nvPr>
        </p:nvSpPr>
        <p:spPr/>
        <p:txBody>
          <a:bodyPr/>
          <a:lstStyle/>
          <a:p>
            <a:fld id="{F1BC30E3-FFE5-4B91-AA19-87A149EBB9EE}" type="slidenum">
              <a:rPr lang="en-GB" smtClean="0"/>
              <a:pPr/>
              <a:t>‹#›</a:t>
            </a:fld>
            <a:endParaRPr lang="en-GB"/>
          </a:p>
        </p:txBody>
      </p:sp>
    </p:spTree>
    <p:extLst>
      <p:ext uri="{BB962C8B-B14F-4D97-AF65-F5344CB8AC3E}">
        <p14:creationId xmlns:p14="http://schemas.microsoft.com/office/powerpoint/2010/main" val="1484847219"/>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userDrawn="1">
  <p:cSld name="1_Title Only without line">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7096FD95-0C81-8816-F6A7-13708A804C91}"/>
              </a:ext>
            </a:extLst>
          </p:cNvPr>
          <p:cNvSpPr>
            <a:spLocks noGrp="1"/>
          </p:cNvSpPr>
          <p:nvPr>
            <p:ph type="dt" sz="half" idx="10"/>
          </p:nvPr>
        </p:nvSpPr>
        <p:spPr/>
        <p:txBody>
          <a:bodyPr/>
          <a:lstStyle/>
          <a:p>
            <a:fld id="{5FEF5E49-F88A-4E32-A78F-8C0AF8807ED7}" type="datetime3">
              <a:rPr lang="en-US" smtClean="0"/>
              <a:t>18 March 2026</a:t>
            </a:fld>
            <a:endParaRPr lang="en-US"/>
          </a:p>
        </p:txBody>
      </p:sp>
      <p:sp>
        <p:nvSpPr>
          <p:cNvPr id="4" name="Footer Placeholder 3">
            <a:extLst>
              <a:ext uri="{FF2B5EF4-FFF2-40B4-BE49-F238E27FC236}">
                <a16:creationId xmlns:a16="http://schemas.microsoft.com/office/drawing/2014/main" id="{434B0C7E-A414-4EA6-7DAD-5068A7AE4E81}"/>
              </a:ext>
            </a:extLst>
          </p:cNvPr>
          <p:cNvSpPr>
            <a:spLocks noGrp="1"/>
          </p:cNvSpPr>
          <p:nvPr>
            <p:ph type="ftr" sz="quarter" idx="11"/>
          </p:nvPr>
        </p:nvSpPr>
        <p:spPr/>
        <p:txBody>
          <a:bodyPr/>
          <a:lstStyle/>
          <a:p>
            <a:r>
              <a:rPr lang="en-US"/>
              <a:t>Customer Experience</a:t>
            </a:r>
          </a:p>
        </p:txBody>
      </p:sp>
      <p:sp>
        <p:nvSpPr>
          <p:cNvPr id="5" name="Slide Number Placeholder 4">
            <a:extLst>
              <a:ext uri="{FF2B5EF4-FFF2-40B4-BE49-F238E27FC236}">
                <a16:creationId xmlns:a16="http://schemas.microsoft.com/office/drawing/2014/main" id="{830298F4-310D-68C0-AA7E-8C7FA83AB2EE}"/>
              </a:ext>
            </a:extLst>
          </p:cNvPr>
          <p:cNvSpPr>
            <a:spLocks noGrp="1"/>
          </p:cNvSpPr>
          <p:nvPr>
            <p:ph type="sldNum" sz="quarter" idx="12"/>
          </p:nvPr>
        </p:nvSpPr>
        <p:spPr/>
        <p:txBody>
          <a:bodyPr/>
          <a:lstStyle/>
          <a:p>
            <a:fld id="{94FCA0F3-9F3A-694B-99BB-0E592A797735}" type="slidenum">
              <a:rPr lang="en-US" smtClean="0"/>
              <a:t>‹#›</a:t>
            </a:fld>
            <a:endParaRPr lang="en-US"/>
          </a:p>
        </p:txBody>
      </p:sp>
    </p:spTree>
    <p:extLst>
      <p:ext uri="{BB962C8B-B14F-4D97-AF65-F5344CB8AC3E}">
        <p14:creationId xmlns:p14="http://schemas.microsoft.com/office/powerpoint/2010/main" val="3608051979"/>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userDrawn="1">
  <p:cSld name="Two Content">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E49EC5F5-14E0-4B05-29E6-E9A059AA1002}"/>
              </a:ext>
            </a:extLst>
          </p:cNvPr>
          <p:cNvSpPr>
            <a:spLocks noGrp="1"/>
          </p:cNvSpPr>
          <p:nvPr>
            <p:ph type="title"/>
          </p:nvPr>
        </p:nvSpPr>
        <p:spPr>
          <a:xfrm>
            <a:off x="485523" y="369888"/>
            <a:ext cx="11224347" cy="470898"/>
          </a:xfrm>
        </p:spPr>
        <p:txBody>
          <a:bodyPr/>
          <a:lstStyle/>
          <a:p>
            <a:r>
              <a:rPr lang="en-US"/>
              <a:t>Click to edit Master title style</a:t>
            </a:r>
          </a:p>
        </p:txBody>
      </p:sp>
      <p:sp>
        <p:nvSpPr>
          <p:cNvPr id="14" name="Content Placeholder 1">
            <a:extLst>
              <a:ext uri="{FF2B5EF4-FFF2-40B4-BE49-F238E27FC236}">
                <a16:creationId xmlns:a16="http://schemas.microsoft.com/office/drawing/2014/main" id="{A5EED3AD-188C-E954-617B-9CB9E1BA8A14}"/>
              </a:ext>
            </a:extLst>
          </p:cNvPr>
          <p:cNvSpPr>
            <a:spLocks noGrp="1"/>
          </p:cNvSpPr>
          <p:nvPr>
            <p:ph sz="quarter" idx="16"/>
          </p:nvPr>
        </p:nvSpPr>
        <p:spPr>
          <a:xfrm>
            <a:off x="485520" y="1411287"/>
            <a:ext cx="5356800" cy="46386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2">
            <a:extLst>
              <a:ext uri="{FF2B5EF4-FFF2-40B4-BE49-F238E27FC236}">
                <a16:creationId xmlns:a16="http://schemas.microsoft.com/office/drawing/2014/main" id="{C87884BD-C538-2E4C-E4FE-1C5F73563883}"/>
              </a:ext>
            </a:extLst>
          </p:cNvPr>
          <p:cNvSpPr>
            <a:spLocks noGrp="1"/>
          </p:cNvSpPr>
          <p:nvPr>
            <p:ph sz="quarter" idx="15"/>
          </p:nvPr>
        </p:nvSpPr>
        <p:spPr>
          <a:xfrm>
            <a:off x="6353070" y="1411287"/>
            <a:ext cx="5356800" cy="46386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a:extLst>
              <a:ext uri="{FF2B5EF4-FFF2-40B4-BE49-F238E27FC236}">
                <a16:creationId xmlns:a16="http://schemas.microsoft.com/office/drawing/2014/main" id="{E26F7576-DAEE-2232-6A83-201B728CCEEC}"/>
              </a:ext>
            </a:extLst>
          </p:cNvPr>
          <p:cNvSpPr>
            <a:spLocks noGrp="1"/>
          </p:cNvSpPr>
          <p:nvPr>
            <p:ph type="sldNum" sz="quarter" idx="12"/>
          </p:nvPr>
        </p:nvSpPr>
        <p:spPr/>
        <p:txBody>
          <a:bodyPr/>
          <a:lstStyle/>
          <a:p>
            <a:fld id="{94FCA0F3-9F3A-694B-99BB-0E592A797735}" type="slidenum">
              <a:rPr lang="en-US" smtClean="0"/>
              <a:t>‹#›</a:t>
            </a:fld>
            <a:endParaRPr lang="en-US"/>
          </a:p>
        </p:txBody>
      </p:sp>
      <p:sp>
        <p:nvSpPr>
          <p:cNvPr id="4" name="Date Placeholder">
            <a:extLst>
              <a:ext uri="{FF2B5EF4-FFF2-40B4-BE49-F238E27FC236}">
                <a16:creationId xmlns:a16="http://schemas.microsoft.com/office/drawing/2014/main" id="{6DECAE16-1D46-ECE2-67B1-B4055F385487}"/>
              </a:ext>
            </a:extLst>
          </p:cNvPr>
          <p:cNvSpPr>
            <a:spLocks noGrp="1"/>
          </p:cNvSpPr>
          <p:nvPr>
            <p:ph type="dt" sz="half" idx="10"/>
          </p:nvPr>
        </p:nvSpPr>
        <p:spPr/>
        <p:txBody>
          <a:bodyPr/>
          <a:lstStyle/>
          <a:p>
            <a:fld id="{5BC3E6F3-DF38-4592-8728-40A5DA85A833}" type="datetime3">
              <a:rPr lang="en-US" smtClean="0"/>
              <a:t>18 March 2026</a:t>
            </a:fld>
            <a:endParaRPr lang="en-US"/>
          </a:p>
        </p:txBody>
      </p:sp>
      <p:sp>
        <p:nvSpPr>
          <p:cNvPr id="5" name="Footer Placeholder">
            <a:extLst>
              <a:ext uri="{FF2B5EF4-FFF2-40B4-BE49-F238E27FC236}">
                <a16:creationId xmlns:a16="http://schemas.microsoft.com/office/drawing/2014/main" id="{98E63702-02E0-6C43-ACB9-CF47EDD90CA6}"/>
              </a:ext>
            </a:extLst>
          </p:cNvPr>
          <p:cNvSpPr>
            <a:spLocks noGrp="1"/>
          </p:cNvSpPr>
          <p:nvPr>
            <p:ph type="ftr" sz="quarter" idx="11"/>
          </p:nvPr>
        </p:nvSpPr>
        <p:spPr/>
        <p:txBody>
          <a:bodyPr/>
          <a:lstStyle/>
          <a:p>
            <a:r>
              <a:rPr lang="en-US"/>
              <a:t>Customer Experience</a:t>
            </a:r>
          </a:p>
        </p:txBody>
      </p:sp>
    </p:spTree>
    <p:extLst>
      <p:ext uri="{BB962C8B-B14F-4D97-AF65-F5344CB8AC3E}">
        <p14:creationId xmlns:p14="http://schemas.microsoft.com/office/powerpoint/2010/main" val="3384250270"/>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E49EC5F5-14E0-4B05-29E6-E9A059AA1002}"/>
              </a:ext>
            </a:extLst>
          </p:cNvPr>
          <p:cNvSpPr>
            <a:spLocks noGrp="1"/>
          </p:cNvSpPr>
          <p:nvPr>
            <p:ph type="title"/>
          </p:nvPr>
        </p:nvSpPr>
        <p:spPr/>
        <p:txBody>
          <a:bodyPr/>
          <a:lstStyle/>
          <a:p>
            <a:r>
              <a:rPr lang="en-GB"/>
              <a:t>Click to edit Master title style</a:t>
            </a:r>
            <a:endParaRPr lang="en-US"/>
          </a:p>
        </p:txBody>
      </p:sp>
      <p:sp>
        <p:nvSpPr>
          <p:cNvPr id="14" name="Content Placeholder">
            <a:extLst>
              <a:ext uri="{FF2B5EF4-FFF2-40B4-BE49-F238E27FC236}">
                <a16:creationId xmlns:a16="http://schemas.microsoft.com/office/drawing/2014/main" id="{A5EED3AD-188C-E954-617B-9CB9E1BA8A14}"/>
              </a:ext>
            </a:extLst>
          </p:cNvPr>
          <p:cNvSpPr>
            <a:spLocks noGrp="1"/>
          </p:cNvSpPr>
          <p:nvPr>
            <p:ph sz="quarter" idx="16"/>
          </p:nvPr>
        </p:nvSpPr>
        <p:spPr>
          <a:xfrm>
            <a:off x="485521" y="1411287"/>
            <a:ext cx="11224800" cy="463867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C2E28B2B-ED84-D8B9-C6E0-AF4BC1706BD2}"/>
              </a:ext>
            </a:extLst>
          </p:cNvPr>
          <p:cNvSpPr>
            <a:spLocks noGrp="1"/>
          </p:cNvSpPr>
          <p:nvPr>
            <p:ph type="dt" sz="half" idx="17"/>
          </p:nvPr>
        </p:nvSpPr>
        <p:spPr/>
        <p:txBody>
          <a:bodyPr/>
          <a:lstStyle>
            <a:lvl1pPr>
              <a:defRPr>
                <a:solidFill>
                  <a:schemeClr val="bg1"/>
                </a:solidFill>
              </a:defRPr>
            </a:lvl1pPr>
          </a:lstStyle>
          <a:p>
            <a:fld id="{C8842DAF-2905-417A-A50D-DFA328DBE95B}" type="datetime3">
              <a:rPr lang="en-US" smtClean="0"/>
              <a:t>18 March 2026</a:t>
            </a:fld>
            <a:endParaRPr lang="en-US"/>
          </a:p>
        </p:txBody>
      </p:sp>
      <p:sp>
        <p:nvSpPr>
          <p:cNvPr id="5" name="Footer Placeholder 4">
            <a:extLst>
              <a:ext uri="{FF2B5EF4-FFF2-40B4-BE49-F238E27FC236}">
                <a16:creationId xmlns:a16="http://schemas.microsoft.com/office/drawing/2014/main" id="{422FBA85-AB9A-E34B-448A-B5BB1CE520BD}"/>
              </a:ext>
            </a:extLst>
          </p:cNvPr>
          <p:cNvSpPr>
            <a:spLocks noGrp="1"/>
          </p:cNvSpPr>
          <p:nvPr>
            <p:ph type="ftr" sz="quarter" idx="18"/>
          </p:nvPr>
        </p:nvSpPr>
        <p:spPr/>
        <p:txBody>
          <a:bodyPr/>
          <a:lstStyle>
            <a:lvl1pPr>
              <a:defRPr>
                <a:solidFill>
                  <a:schemeClr val="bg1"/>
                </a:solidFill>
              </a:defRPr>
            </a:lvl1pPr>
          </a:lstStyle>
          <a:p>
            <a:r>
              <a:rPr lang="en-US"/>
              <a:t>Product &amp; Service Innovation</a:t>
            </a:r>
          </a:p>
        </p:txBody>
      </p:sp>
      <p:sp>
        <p:nvSpPr>
          <p:cNvPr id="6" name="Slide Number Placeholder 5">
            <a:extLst>
              <a:ext uri="{FF2B5EF4-FFF2-40B4-BE49-F238E27FC236}">
                <a16:creationId xmlns:a16="http://schemas.microsoft.com/office/drawing/2014/main" id="{6A1C081B-AFD3-2CFE-BC00-E7A72056889B}"/>
              </a:ext>
            </a:extLst>
          </p:cNvPr>
          <p:cNvSpPr>
            <a:spLocks noGrp="1"/>
          </p:cNvSpPr>
          <p:nvPr>
            <p:ph type="sldNum" sz="quarter" idx="19"/>
          </p:nvPr>
        </p:nvSpPr>
        <p:spPr/>
        <p:txBody>
          <a:bodyPr/>
          <a:lstStyle>
            <a:lvl1pPr>
              <a:defRPr>
                <a:solidFill>
                  <a:schemeClr val="bg1"/>
                </a:solidFill>
              </a:defRPr>
            </a:lvl1pPr>
          </a:lstStyle>
          <a:p>
            <a:fld id="{F1BC30E3-FFE5-4B91-AA19-87A149EBB9EE}" type="slidenum">
              <a:rPr lang="en-GB" smtClean="0"/>
              <a:pPr/>
              <a:t>‹#›</a:t>
            </a:fld>
            <a:endParaRPr lang="en-GB"/>
          </a:p>
        </p:txBody>
      </p:sp>
    </p:spTree>
    <p:extLst>
      <p:ext uri="{BB962C8B-B14F-4D97-AF65-F5344CB8AC3E}">
        <p14:creationId xmlns:p14="http://schemas.microsoft.com/office/powerpoint/2010/main" val="2288370352"/>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Case Study">
    <p:spTree>
      <p:nvGrpSpPr>
        <p:cNvPr id="1" name=""/>
        <p:cNvGrpSpPr/>
        <p:nvPr/>
      </p:nvGrpSpPr>
      <p:grpSpPr>
        <a:xfrm>
          <a:off x="0" y="0"/>
          <a:ext cx="0" cy="0"/>
          <a:chOff x="0" y="0"/>
          <a:chExt cx="0" cy="0"/>
        </a:xfrm>
      </p:grpSpPr>
      <p:sp>
        <p:nvSpPr>
          <p:cNvPr id="17" name="Text Placeholder 16">
            <a:extLst>
              <a:ext uri="{FF2B5EF4-FFF2-40B4-BE49-F238E27FC236}">
                <a16:creationId xmlns:a16="http://schemas.microsoft.com/office/drawing/2014/main" id="{98E80077-B205-1CEA-CCB2-06E1EF8BCDE6}"/>
              </a:ext>
            </a:extLst>
          </p:cNvPr>
          <p:cNvSpPr>
            <a:spLocks noGrp="1"/>
          </p:cNvSpPr>
          <p:nvPr>
            <p:ph type="body" sz="quarter" idx="21"/>
          </p:nvPr>
        </p:nvSpPr>
        <p:spPr>
          <a:xfrm>
            <a:off x="2594610" y="1416137"/>
            <a:ext cx="9115259" cy="1384213"/>
          </a:xfrm>
          <a:ln>
            <a:solidFill>
              <a:srgbClr val="747480"/>
            </a:solidFill>
          </a:ln>
        </p:spPr>
        <p:txBody>
          <a:bodyPr lIns="108000" tIns="108000" rIns="108000" bIns="108000"/>
          <a:lstStyle>
            <a:lvl1pPr marL="0" indent="0">
              <a:spcBef>
                <a:spcPts val="0"/>
              </a:spcBef>
              <a:spcAft>
                <a:spcPts val="600"/>
              </a:spcAft>
              <a:buNone/>
              <a:defRPr sz="1400">
                <a:latin typeface="EYInterstate Regular" panose="02000503020000020004" pitchFamily="2" charset="0"/>
              </a:defRPr>
            </a:lvl1pPr>
            <a:lvl2pPr marL="216000" indent="-216000">
              <a:lnSpc>
                <a:spcPct val="85000"/>
              </a:lnSpc>
              <a:spcBef>
                <a:spcPts val="0"/>
              </a:spcBef>
              <a:spcAft>
                <a:spcPts val="400"/>
              </a:spcAft>
              <a:defRPr sz="1100"/>
            </a:lvl2pPr>
            <a:lvl3pPr marL="216000" indent="-216000">
              <a:lnSpc>
                <a:spcPct val="85000"/>
              </a:lnSpc>
              <a:spcBef>
                <a:spcPts val="0"/>
              </a:spcBef>
              <a:spcAft>
                <a:spcPts val="400"/>
              </a:spcAft>
              <a:defRPr sz="1100"/>
            </a:lvl3pPr>
            <a:lvl4pPr marL="216000" indent="-216000">
              <a:lnSpc>
                <a:spcPct val="85000"/>
              </a:lnSpc>
              <a:spcBef>
                <a:spcPts val="0"/>
              </a:spcBef>
              <a:spcAft>
                <a:spcPts val="400"/>
              </a:spcAft>
              <a:defRPr sz="1100"/>
            </a:lvl4pPr>
            <a:lvl5pPr marL="216000" indent="-216000">
              <a:lnSpc>
                <a:spcPct val="85000"/>
              </a:lnSpc>
              <a:spcBef>
                <a:spcPts val="0"/>
              </a:spcBef>
              <a:spcAft>
                <a:spcPts val="400"/>
              </a:spcAft>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itle">
            <a:extLst>
              <a:ext uri="{FF2B5EF4-FFF2-40B4-BE49-F238E27FC236}">
                <a16:creationId xmlns:a16="http://schemas.microsoft.com/office/drawing/2014/main" id="{E49EC5F5-14E0-4B05-29E6-E9A059AA1002}"/>
              </a:ext>
            </a:extLst>
          </p:cNvPr>
          <p:cNvSpPr>
            <a:spLocks noGrp="1"/>
          </p:cNvSpPr>
          <p:nvPr>
            <p:ph type="title"/>
          </p:nvPr>
        </p:nvSpPr>
        <p:spPr>
          <a:xfrm>
            <a:off x="485523" y="382588"/>
            <a:ext cx="11224347" cy="638175"/>
          </a:xfrm>
        </p:spPr>
        <p:txBody>
          <a:bodyPr/>
          <a:lstStyle/>
          <a:p>
            <a:r>
              <a:rPr lang="en-GB"/>
              <a:t>Click to edit Master title style</a:t>
            </a:r>
            <a:endParaRPr lang="en-US"/>
          </a:p>
        </p:txBody>
      </p:sp>
      <p:sp>
        <p:nvSpPr>
          <p:cNvPr id="4" name="Date Placeholder 3">
            <a:extLst>
              <a:ext uri="{FF2B5EF4-FFF2-40B4-BE49-F238E27FC236}">
                <a16:creationId xmlns:a16="http://schemas.microsoft.com/office/drawing/2014/main" id="{C2E28B2B-ED84-D8B9-C6E0-AF4BC1706BD2}"/>
              </a:ext>
            </a:extLst>
          </p:cNvPr>
          <p:cNvSpPr>
            <a:spLocks noGrp="1"/>
          </p:cNvSpPr>
          <p:nvPr>
            <p:ph type="dt" sz="half" idx="17"/>
          </p:nvPr>
        </p:nvSpPr>
        <p:spPr/>
        <p:txBody>
          <a:bodyPr/>
          <a:lstStyle>
            <a:lvl1pPr>
              <a:defRPr>
                <a:solidFill>
                  <a:schemeClr val="bg1"/>
                </a:solidFill>
              </a:defRPr>
            </a:lvl1pPr>
          </a:lstStyle>
          <a:p>
            <a:fld id="{285A4204-F3E0-4F51-AB83-E961D9AFAB38}" type="datetime3">
              <a:rPr lang="en-US" smtClean="0"/>
              <a:t>18 March 2026</a:t>
            </a:fld>
            <a:endParaRPr lang="en-US"/>
          </a:p>
        </p:txBody>
      </p:sp>
      <p:sp>
        <p:nvSpPr>
          <p:cNvPr id="5" name="Footer Placeholder 4">
            <a:extLst>
              <a:ext uri="{FF2B5EF4-FFF2-40B4-BE49-F238E27FC236}">
                <a16:creationId xmlns:a16="http://schemas.microsoft.com/office/drawing/2014/main" id="{422FBA85-AB9A-E34B-448A-B5BB1CE520BD}"/>
              </a:ext>
            </a:extLst>
          </p:cNvPr>
          <p:cNvSpPr>
            <a:spLocks noGrp="1"/>
          </p:cNvSpPr>
          <p:nvPr>
            <p:ph type="ftr" sz="quarter" idx="18"/>
          </p:nvPr>
        </p:nvSpPr>
        <p:spPr/>
        <p:txBody>
          <a:bodyPr/>
          <a:lstStyle>
            <a:lvl1pPr>
              <a:defRPr>
                <a:solidFill>
                  <a:schemeClr val="bg1"/>
                </a:solidFill>
              </a:defRPr>
            </a:lvl1pPr>
          </a:lstStyle>
          <a:p>
            <a:r>
              <a:rPr lang="en-US"/>
              <a:t>Product &amp; Service Innovation</a:t>
            </a:r>
          </a:p>
        </p:txBody>
      </p:sp>
      <p:sp>
        <p:nvSpPr>
          <p:cNvPr id="6" name="Slide Number Placeholder 5">
            <a:extLst>
              <a:ext uri="{FF2B5EF4-FFF2-40B4-BE49-F238E27FC236}">
                <a16:creationId xmlns:a16="http://schemas.microsoft.com/office/drawing/2014/main" id="{6A1C081B-AFD3-2CFE-BC00-E7A72056889B}"/>
              </a:ext>
            </a:extLst>
          </p:cNvPr>
          <p:cNvSpPr>
            <a:spLocks noGrp="1"/>
          </p:cNvSpPr>
          <p:nvPr>
            <p:ph type="sldNum" sz="quarter" idx="19"/>
          </p:nvPr>
        </p:nvSpPr>
        <p:spPr/>
        <p:txBody>
          <a:bodyPr/>
          <a:lstStyle>
            <a:lvl1pPr>
              <a:defRPr>
                <a:solidFill>
                  <a:schemeClr val="bg1"/>
                </a:solidFill>
              </a:defRPr>
            </a:lvl1pPr>
          </a:lstStyle>
          <a:p>
            <a:fld id="{F1BC30E3-FFE5-4B91-AA19-87A149EBB9EE}" type="slidenum">
              <a:rPr lang="en-GB" smtClean="0"/>
              <a:pPr/>
              <a:t>‹#›</a:t>
            </a:fld>
            <a:endParaRPr lang="en-GB"/>
          </a:p>
        </p:txBody>
      </p:sp>
      <p:sp>
        <p:nvSpPr>
          <p:cNvPr id="19" name="Text Placeholder 16">
            <a:extLst>
              <a:ext uri="{FF2B5EF4-FFF2-40B4-BE49-F238E27FC236}">
                <a16:creationId xmlns:a16="http://schemas.microsoft.com/office/drawing/2014/main" id="{2E6A266A-60A0-0A9A-D8DD-094E9F23AE11}"/>
              </a:ext>
            </a:extLst>
          </p:cNvPr>
          <p:cNvSpPr>
            <a:spLocks noGrp="1"/>
          </p:cNvSpPr>
          <p:nvPr>
            <p:ph type="body" sz="quarter" idx="22"/>
          </p:nvPr>
        </p:nvSpPr>
        <p:spPr>
          <a:xfrm>
            <a:off x="2594611" y="3027767"/>
            <a:ext cx="4538028" cy="3065058"/>
          </a:xfrm>
          <a:ln>
            <a:solidFill>
              <a:srgbClr val="747480"/>
            </a:solidFill>
          </a:ln>
        </p:spPr>
        <p:txBody>
          <a:bodyPr lIns="108000" tIns="108000" rIns="108000" bIns="108000"/>
          <a:lstStyle>
            <a:lvl1pPr marL="0" indent="0">
              <a:spcBef>
                <a:spcPts val="0"/>
              </a:spcBef>
              <a:spcAft>
                <a:spcPts val="600"/>
              </a:spcAft>
              <a:buNone/>
              <a:defRPr sz="1400">
                <a:latin typeface="EYInterstate Regular" panose="02000503020000020004" pitchFamily="2" charset="0"/>
              </a:defRPr>
            </a:lvl1pPr>
            <a:lvl2pPr marL="216000" indent="-216000" algn="l" defTabSz="914400" rtl="0" eaLnBrk="1" latinLnBrk="0" hangingPunct="1">
              <a:lnSpc>
                <a:spcPct val="85000"/>
              </a:lnSpc>
              <a:spcBef>
                <a:spcPts val="0"/>
              </a:spcBef>
              <a:spcAft>
                <a:spcPts val="400"/>
              </a:spcAft>
              <a:buClr>
                <a:schemeClr val="tx2"/>
              </a:buClr>
              <a:buSzPct val="100000"/>
              <a:buFont typeface="Wingdings" pitchFamily="2" charset="2"/>
              <a:buChar char="§"/>
              <a:defRPr lang="en-US" sz="1100" kern="1200" dirty="0" smtClean="0">
                <a:solidFill>
                  <a:schemeClr val="bg1"/>
                </a:solidFill>
                <a:latin typeface="+mn-lt"/>
                <a:ea typeface="+mn-ea"/>
                <a:cs typeface="+mn-cs"/>
              </a:defRPr>
            </a:lvl2pPr>
            <a:lvl3pPr marL="216000" indent="-216000" algn="l" defTabSz="914400" rtl="0" eaLnBrk="1" latinLnBrk="0" hangingPunct="1">
              <a:lnSpc>
                <a:spcPct val="85000"/>
              </a:lnSpc>
              <a:spcBef>
                <a:spcPts val="0"/>
              </a:spcBef>
              <a:spcAft>
                <a:spcPts val="400"/>
              </a:spcAft>
              <a:buClr>
                <a:schemeClr val="tx2"/>
              </a:buClr>
              <a:buSzPct val="100000"/>
              <a:buFont typeface="Wingdings" pitchFamily="2" charset="2"/>
              <a:buChar char="§"/>
              <a:defRPr lang="en-US" sz="1100" kern="1200" dirty="0" smtClean="0">
                <a:solidFill>
                  <a:schemeClr val="bg1"/>
                </a:solidFill>
                <a:latin typeface="+mn-lt"/>
                <a:ea typeface="+mn-ea"/>
                <a:cs typeface="+mn-cs"/>
              </a:defRPr>
            </a:lvl3pPr>
            <a:lvl4pPr marL="216000" indent="-216000" algn="l" defTabSz="914400" rtl="0" eaLnBrk="1" latinLnBrk="0" hangingPunct="1">
              <a:lnSpc>
                <a:spcPct val="85000"/>
              </a:lnSpc>
              <a:spcBef>
                <a:spcPts val="0"/>
              </a:spcBef>
              <a:spcAft>
                <a:spcPts val="400"/>
              </a:spcAft>
              <a:buClr>
                <a:schemeClr val="tx2"/>
              </a:buClr>
              <a:buSzPct val="100000"/>
              <a:buFont typeface="Wingdings" pitchFamily="2" charset="2"/>
              <a:buChar char="§"/>
              <a:defRPr lang="en-US" sz="1100" kern="1200" dirty="0" smtClean="0">
                <a:solidFill>
                  <a:schemeClr val="bg1"/>
                </a:solidFill>
                <a:latin typeface="+mn-lt"/>
                <a:ea typeface="+mn-ea"/>
                <a:cs typeface="+mn-cs"/>
              </a:defRPr>
            </a:lvl4pPr>
            <a:lvl5pPr marL="216000" indent="-216000" algn="l" defTabSz="914400" rtl="0" eaLnBrk="1" latinLnBrk="0" hangingPunct="1">
              <a:lnSpc>
                <a:spcPct val="85000"/>
              </a:lnSpc>
              <a:spcBef>
                <a:spcPts val="0"/>
              </a:spcBef>
              <a:spcAft>
                <a:spcPts val="400"/>
              </a:spcAft>
              <a:buClr>
                <a:schemeClr val="tx2"/>
              </a:buClr>
              <a:buSzPct val="100000"/>
              <a:buFont typeface="Wingdings" pitchFamily="2" charset="2"/>
              <a:buChar char="§"/>
              <a:defRPr lang="en-GB" sz="1100" kern="1200" dirty="0">
                <a:solidFill>
                  <a:schemeClr val="bg1"/>
                </a:solidFill>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0" name="Text Placeholder 16">
            <a:extLst>
              <a:ext uri="{FF2B5EF4-FFF2-40B4-BE49-F238E27FC236}">
                <a16:creationId xmlns:a16="http://schemas.microsoft.com/office/drawing/2014/main" id="{E993CAA3-490A-9BBE-E100-0089AEDCF91D}"/>
              </a:ext>
            </a:extLst>
          </p:cNvPr>
          <p:cNvSpPr>
            <a:spLocks noGrp="1"/>
          </p:cNvSpPr>
          <p:nvPr>
            <p:ph type="body" sz="quarter" idx="23"/>
          </p:nvPr>
        </p:nvSpPr>
        <p:spPr>
          <a:xfrm>
            <a:off x="7338061" y="3027767"/>
            <a:ext cx="4371808" cy="3065058"/>
          </a:xfrm>
          <a:ln>
            <a:solidFill>
              <a:schemeClr val="tx2"/>
            </a:solidFill>
          </a:ln>
        </p:spPr>
        <p:txBody>
          <a:bodyPr lIns="108000" tIns="108000" rIns="108000" bIns="108000"/>
          <a:lstStyle>
            <a:lvl1pPr marL="0" indent="0">
              <a:spcBef>
                <a:spcPts val="0"/>
              </a:spcBef>
              <a:spcAft>
                <a:spcPts val="600"/>
              </a:spcAft>
              <a:buNone/>
              <a:defRPr sz="1400">
                <a:latin typeface="EYInterstate Regular" panose="02000503020000020004" pitchFamily="2" charset="0"/>
              </a:defRPr>
            </a:lvl1pPr>
            <a:lvl2pPr marL="216000" indent="-216000" algn="l" defTabSz="914400" rtl="0" eaLnBrk="1" latinLnBrk="0" hangingPunct="1">
              <a:lnSpc>
                <a:spcPct val="85000"/>
              </a:lnSpc>
              <a:spcBef>
                <a:spcPts val="0"/>
              </a:spcBef>
              <a:spcAft>
                <a:spcPts val="400"/>
              </a:spcAft>
              <a:buClr>
                <a:schemeClr val="tx2"/>
              </a:buClr>
              <a:buSzPct val="100000"/>
              <a:buFont typeface="Wingdings" pitchFamily="2" charset="2"/>
              <a:buChar char="§"/>
              <a:defRPr lang="en-US" sz="1100" kern="1200" dirty="0" smtClean="0">
                <a:solidFill>
                  <a:schemeClr val="bg1"/>
                </a:solidFill>
                <a:latin typeface="+mn-lt"/>
                <a:ea typeface="+mn-ea"/>
                <a:cs typeface="+mn-cs"/>
              </a:defRPr>
            </a:lvl2pPr>
            <a:lvl3pPr marL="216000" indent="-216000" algn="l" defTabSz="914400" rtl="0" eaLnBrk="1" latinLnBrk="0" hangingPunct="1">
              <a:lnSpc>
                <a:spcPct val="85000"/>
              </a:lnSpc>
              <a:spcBef>
                <a:spcPts val="0"/>
              </a:spcBef>
              <a:spcAft>
                <a:spcPts val="400"/>
              </a:spcAft>
              <a:buClr>
                <a:schemeClr val="tx2"/>
              </a:buClr>
              <a:buSzPct val="100000"/>
              <a:buFont typeface="Wingdings" pitchFamily="2" charset="2"/>
              <a:buChar char="§"/>
              <a:defRPr lang="en-US" sz="1100" kern="1200" dirty="0" smtClean="0">
                <a:solidFill>
                  <a:schemeClr val="bg1"/>
                </a:solidFill>
                <a:latin typeface="+mn-lt"/>
                <a:ea typeface="+mn-ea"/>
                <a:cs typeface="+mn-cs"/>
              </a:defRPr>
            </a:lvl3pPr>
            <a:lvl4pPr marL="216000" indent="-216000" algn="l" defTabSz="914400" rtl="0" eaLnBrk="1" latinLnBrk="0" hangingPunct="1">
              <a:lnSpc>
                <a:spcPct val="85000"/>
              </a:lnSpc>
              <a:spcBef>
                <a:spcPts val="0"/>
              </a:spcBef>
              <a:spcAft>
                <a:spcPts val="400"/>
              </a:spcAft>
              <a:buClr>
                <a:schemeClr val="tx2"/>
              </a:buClr>
              <a:buSzPct val="100000"/>
              <a:buFont typeface="Wingdings" pitchFamily="2" charset="2"/>
              <a:buChar char="§"/>
              <a:defRPr lang="en-US" sz="1100" kern="1200" dirty="0" smtClean="0">
                <a:solidFill>
                  <a:schemeClr val="bg1"/>
                </a:solidFill>
                <a:latin typeface="+mn-lt"/>
                <a:ea typeface="+mn-ea"/>
                <a:cs typeface="+mn-cs"/>
              </a:defRPr>
            </a:lvl4pPr>
            <a:lvl5pPr marL="216000" indent="-216000" algn="l" defTabSz="914400" rtl="0" eaLnBrk="1" latinLnBrk="0" hangingPunct="1">
              <a:lnSpc>
                <a:spcPct val="85000"/>
              </a:lnSpc>
              <a:spcBef>
                <a:spcPts val="0"/>
              </a:spcBef>
              <a:spcAft>
                <a:spcPts val="400"/>
              </a:spcAft>
              <a:buClr>
                <a:schemeClr val="tx2"/>
              </a:buClr>
              <a:buSzPct val="100000"/>
              <a:buFont typeface="Wingdings" pitchFamily="2" charset="2"/>
              <a:buChar char="§"/>
              <a:defRPr lang="en-GB" sz="1100" kern="1200" dirty="0" smtClean="0">
                <a:solidFill>
                  <a:schemeClr val="bg1"/>
                </a:solidFill>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2" name="Text Placeholder 16">
            <a:extLst>
              <a:ext uri="{FF2B5EF4-FFF2-40B4-BE49-F238E27FC236}">
                <a16:creationId xmlns:a16="http://schemas.microsoft.com/office/drawing/2014/main" id="{04A99911-E42F-A98C-4A90-988209E51796}"/>
              </a:ext>
            </a:extLst>
          </p:cNvPr>
          <p:cNvSpPr>
            <a:spLocks noGrp="1"/>
          </p:cNvSpPr>
          <p:nvPr>
            <p:ph type="body" sz="quarter" idx="24"/>
          </p:nvPr>
        </p:nvSpPr>
        <p:spPr>
          <a:xfrm>
            <a:off x="485523" y="1416136"/>
            <a:ext cx="1897200" cy="4676400"/>
          </a:xfrm>
          <a:solidFill>
            <a:schemeClr val="bg2"/>
          </a:solidFill>
          <a:ln>
            <a:noFill/>
          </a:ln>
        </p:spPr>
        <p:txBody>
          <a:bodyPr lIns="108000" tIns="108000" rIns="108000" bIns="108000"/>
          <a:lstStyle>
            <a:lvl1pPr marL="0" indent="0">
              <a:spcBef>
                <a:spcPts val="0"/>
              </a:spcBef>
              <a:spcAft>
                <a:spcPts val="600"/>
              </a:spcAft>
              <a:buNone/>
              <a:defRPr sz="1400">
                <a:latin typeface="EYInterstate Regular" panose="02000503020000020004" pitchFamily="2" charset="0"/>
              </a:defRPr>
            </a:lvl1pPr>
            <a:lvl2pPr marL="216000" indent="-216000">
              <a:lnSpc>
                <a:spcPct val="85000"/>
              </a:lnSpc>
              <a:spcBef>
                <a:spcPts val="0"/>
              </a:spcBef>
              <a:spcAft>
                <a:spcPts val="400"/>
              </a:spcAft>
              <a:defRPr sz="1100"/>
            </a:lvl2pPr>
            <a:lvl3pPr marL="216000" indent="-216000">
              <a:lnSpc>
                <a:spcPct val="85000"/>
              </a:lnSpc>
              <a:spcBef>
                <a:spcPts val="0"/>
              </a:spcBef>
              <a:spcAft>
                <a:spcPts val="400"/>
              </a:spcAft>
              <a:defRPr sz="1100"/>
            </a:lvl3pPr>
            <a:lvl4pPr marL="216000" indent="-216000">
              <a:lnSpc>
                <a:spcPct val="85000"/>
              </a:lnSpc>
              <a:spcBef>
                <a:spcPts val="0"/>
              </a:spcBef>
              <a:spcAft>
                <a:spcPts val="400"/>
              </a:spcAft>
              <a:defRPr sz="1100"/>
            </a:lvl4pPr>
            <a:lvl5pPr marL="216000" indent="-216000">
              <a:lnSpc>
                <a:spcPct val="85000"/>
              </a:lnSpc>
              <a:spcBef>
                <a:spcPts val="0"/>
              </a:spcBef>
              <a:spcAft>
                <a:spcPts val="400"/>
              </a:spcAft>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421786184"/>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Contact x3">
    <p:spTree>
      <p:nvGrpSpPr>
        <p:cNvPr id="1" name=""/>
        <p:cNvGrpSpPr/>
        <p:nvPr/>
      </p:nvGrpSpPr>
      <p:grpSpPr>
        <a:xfrm>
          <a:off x="0" y="0"/>
          <a:ext cx="0" cy="0"/>
          <a:chOff x="0" y="0"/>
          <a:chExt cx="0" cy="0"/>
        </a:xfrm>
      </p:grpSpPr>
      <p:sp>
        <p:nvSpPr>
          <p:cNvPr id="74" name="Text Placeholder 10">
            <a:extLst>
              <a:ext uri="{FF2B5EF4-FFF2-40B4-BE49-F238E27FC236}">
                <a16:creationId xmlns:a16="http://schemas.microsoft.com/office/drawing/2014/main" id="{5AA0DDF1-DD6B-B00C-FABA-54C1B87B600E}"/>
              </a:ext>
            </a:extLst>
          </p:cNvPr>
          <p:cNvSpPr>
            <a:spLocks noGrp="1"/>
          </p:cNvSpPr>
          <p:nvPr>
            <p:ph type="body" sz="quarter" idx="29"/>
          </p:nvPr>
        </p:nvSpPr>
        <p:spPr>
          <a:xfrm>
            <a:off x="6101894" y="4118230"/>
            <a:ext cx="2665667" cy="1404937"/>
          </a:xfrm>
        </p:spPr>
        <p:txBody>
          <a:bodyPr/>
          <a:lstStyle>
            <a:lvl1pPr marL="0" indent="0" algn="ctr">
              <a:buNone/>
              <a:defRPr sz="1500">
                <a:solidFill>
                  <a:schemeClr val="bg1"/>
                </a:solidFill>
              </a:defRPr>
            </a:lvl1pPr>
            <a:lvl2pPr marL="0" indent="0" algn="ctr">
              <a:buNone/>
              <a:defRPr sz="1000">
                <a:solidFill>
                  <a:schemeClr val="bg1"/>
                </a:solidFill>
              </a:defRPr>
            </a:lvl2pPr>
            <a:lvl3pPr marL="0" indent="0" algn="ctr">
              <a:buNone/>
              <a:defRPr sz="1000">
                <a:solidFill>
                  <a:schemeClr val="bg1"/>
                </a:solidFill>
              </a:defRPr>
            </a:lvl3pPr>
            <a:lvl4pPr marL="0" indent="0" algn="ctr">
              <a:buNone/>
              <a:defRPr sz="1000">
                <a:solidFill>
                  <a:schemeClr val="bg1"/>
                </a:solidFill>
              </a:defRPr>
            </a:lvl4pPr>
            <a:lvl5pPr marL="0" indent="0" algn="ctr">
              <a:buNone/>
              <a:defRPr sz="10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3" name="Text Placeholder 10">
            <a:extLst>
              <a:ext uri="{FF2B5EF4-FFF2-40B4-BE49-F238E27FC236}">
                <a16:creationId xmlns:a16="http://schemas.microsoft.com/office/drawing/2014/main" id="{1B462818-77E8-E706-26B0-CC22B113B89C}"/>
              </a:ext>
            </a:extLst>
          </p:cNvPr>
          <p:cNvSpPr>
            <a:spLocks noGrp="1"/>
          </p:cNvSpPr>
          <p:nvPr>
            <p:ph type="body" sz="quarter" idx="28"/>
          </p:nvPr>
        </p:nvSpPr>
        <p:spPr>
          <a:xfrm>
            <a:off x="3252369" y="4118230"/>
            <a:ext cx="2665667" cy="1404937"/>
          </a:xfrm>
        </p:spPr>
        <p:txBody>
          <a:bodyPr/>
          <a:lstStyle>
            <a:lvl1pPr marL="0" indent="0" algn="ctr">
              <a:buNone/>
              <a:defRPr sz="1500">
                <a:solidFill>
                  <a:schemeClr val="bg1"/>
                </a:solidFill>
              </a:defRPr>
            </a:lvl1pPr>
            <a:lvl2pPr marL="0" indent="0" algn="ctr">
              <a:buNone/>
              <a:defRPr sz="1000">
                <a:solidFill>
                  <a:schemeClr val="bg1"/>
                </a:solidFill>
              </a:defRPr>
            </a:lvl2pPr>
            <a:lvl3pPr marL="0" indent="0" algn="ctr">
              <a:buNone/>
              <a:defRPr sz="1000">
                <a:solidFill>
                  <a:schemeClr val="bg1"/>
                </a:solidFill>
              </a:defRPr>
            </a:lvl3pPr>
            <a:lvl4pPr marL="0" indent="0" algn="ctr">
              <a:buNone/>
              <a:defRPr sz="1000">
                <a:solidFill>
                  <a:schemeClr val="bg1"/>
                </a:solidFill>
              </a:defRPr>
            </a:lvl4pPr>
            <a:lvl5pPr marL="0" indent="0" algn="ctr">
              <a:buNone/>
              <a:defRPr sz="10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2" name="Picture Placeholder 60">
            <a:extLst>
              <a:ext uri="{FF2B5EF4-FFF2-40B4-BE49-F238E27FC236}">
                <a16:creationId xmlns:a16="http://schemas.microsoft.com/office/drawing/2014/main" id="{C18DA453-6951-1763-FA4A-22F8EAD4037A}"/>
              </a:ext>
            </a:extLst>
          </p:cNvPr>
          <p:cNvSpPr>
            <a:spLocks noGrp="1"/>
          </p:cNvSpPr>
          <p:nvPr>
            <p:ph type="pic" sz="quarter" idx="21" hasCustomPrompt="1"/>
          </p:nvPr>
        </p:nvSpPr>
        <p:spPr>
          <a:xfrm>
            <a:off x="4044658" y="2675764"/>
            <a:ext cx="1081088" cy="1081088"/>
          </a:xfrm>
          <a:prstGeom prst="ellipse">
            <a:avLst/>
          </a:prstGeom>
          <a:solidFill>
            <a:schemeClr val="bg2"/>
          </a:solidFill>
        </p:spPr>
        <p:txBody>
          <a:bodyPr anchor="ctr"/>
          <a:lstStyle>
            <a:lvl1pPr marL="0" indent="0" algn="ctr">
              <a:buNone/>
              <a:defRPr sz="1050"/>
            </a:lvl1pPr>
          </a:lstStyle>
          <a:p>
            <a:r>
              <a:rPr lang="en-US"/>
              <a:t>Contact photo</a:t>
            </a:r>
            <a:endParaRPr lang="en-GB"/>
          </a:p>
        </p:txBody>
      </p:sp>
      <p:sp>
        <p:nvSpPr>
          <p:cNvPr id="63" name="Picture Placeholder 60">
            <a:extLst>
              <a:ext uri="{FF2B5EF4-FFF2-40B4-BE49-F238E27FC236}">
                <a16:creationId xmlns:a16="http://schemas.microsoft.com/office/drawing/2014/main" id="{55D8A96A-DBD2-1430-791E-48C3CCBC0263}"/>
              </a:ext>
            </a:extLst>
          </p:cNvPr>
          <p:cNvSpPr>
            <a:spLocks noGrp="1"/>
          </p:cNvSpPr>
          <p:nvPr>
            <p:ph type="pic" sz="quarter" idx="22" hasCustomPrompt="1"/>
          </p:nvPr>
        </p:nvSpPr>
        <p:spPr>
          <a:xfrm>
            <a:off x="6894183" y="2675764"/>
            <a:ext cx="1081088" cy="1081088"/>
          </a:xfrm>
          <a:prstGeom prst="ellipse">
            <a:avLst/>
          </a:prstGeom>
          <a:solidFill>
            <a:schemeClr val="bg2"/>
          </a:solidFill>
        </p:spPr>
        <p:txBody>
          <a:bodyPr anchor="ctr"/>
          <a:lstStyle>
            <a:lvl1pPr marL="0" indent="0" algn="ctr">
              <a:buNone/>
              <a:defRPr sz="1050"/>
            </a:lvl1pPr>
          </a:lstStyle>
          <a:p>
            <a:r>
              <a:rPr lang="en-US"/>
              <a:t>Contact photo</a:t>
            </a:r>
            <a:endParaRPr lang="en-GB"/>
          </a:p>
        </p:txBody>
      </p:sp>
      <p:sp>
        <p:nvSpPr>
          <p:cNvPr id="2" name="Title">
            <a:extLst>
              <a:ext uri="{FF2B5EF4-FFF2-40B4-BE49-F238E27FC236}">
                <a16:creationId xmlns:a16="http://schemas.microsoft.com/office/drawing/2014/main" id="{E49EC5F5-14E0-4B05-29E6-E9A059AA1002}"/>
              </a:ext>
            </a:extLst>
          </p:cNvPr>
          <p:cNvSpPr>
            <a:spLocks noGrp="1"/>
          </p:cNvSpPr>
          <p:nvPr>
            <p:ph type="title"/>
          </p:nvPr>
        </p:nvSpPr>
        <p:spPr/>
        <p:txBody>
          <a:bodyPr/>
          <a:lstStyle/>
          <a:p>
            <a:r>
              <a:rPr lang="en-GB"/>
              <a:t>Click to edit Master title style</a:t>
            </a:r>
            <a:endParaRPr lang="en-US"/>
          </a:p>
        </p:txBody>
      </p:sp>
      <p:sp>
        <p:nvSpPr>
          <p:cNvPr id="14" name="Content Placeholder">
            <a:extLst>
              <a:ext uri="{FF2B5EF4-FFF2-40B4-BE49-F238E27FC236}">
                <a16:creationId xmlns:a16="http://schemas.microsoft.com/office/drawing/2014/main" id="{A5EED3AD-188C-E954-617B-9CB9E1BA8A14}"/>
              </a:ext>
            </a:extLst>
          </p:cNvPr>
          <p:cNvSpPr>
            <a:spLocks noGrp="1"/>
          </p:cNvSpPr>
          <p:nvPr>
            <p:ph sz="quarter" idx="16"/>
          </p:nvPr>
        </p:nvSpPr>
        <p:spPr>
          <a:xfrm>
            <a:off x="485521" y="1411287"/>
            <a:ext cx="11224800" cy="721569"/>
          </a:xfrm>
        </p:spPr>
        <p:txBody>
          <a:bodyPr/>
          <a:lstStyle>
            <a:lvl1pPr marL="0" indent="0">
              <a:buNone/>
              <a:defRPr/>
            </a:lvl1pPr>
          </a:lstStyle>
          <a:p>
            <a:pPr lvl="0"/>
            <a:r>
              <a:rPr lang="en-GB"/>
              <a:t>Click to edit Master text styles</a:t>
            </a:r>
          </a:p>
        </p:txBody>
      </p:sp>
      <p:sp>
        <p:nvSpPr>
          <p:cNvPr id="4" name="Date Placeholder 3">
            <a:extLst>
              <a:ext uri="{FF2B5EF4-FFF2-40B4-BE49-F238E27FC236}">
                <a16:creationId xmlns:a16="http://schemas.microsoft.com/office/drawing/2014/main" id="{C2E28B2B-ED84-D8B9-C6E0-AF4BC1706BD2}"/>
              </a:ext>
            </a:extLst>
          </p:cNvPr>
          <p:cNvSpPr>
            <a:spLocks noGrp="1"/>
          </p:cNvSpPr>
          <p:nvPr>
            <p:ph type="dt" sz="half" idx="17"/>
          </p:nvPr>
        </p:nvSpPr>
        <p:spPr/>
        <p:txBody>
          <a:bodyPr/>
          <a:lstStyle>
            <a:lvl1pPr>
              <a:defRPr>
                <a:solidFill>
                  <a:schemeClr val="bg1"/>
                </a:solidFill>
              </a:defRPr>
            </a:lvl1pPr>
          </a:lstStyle>
          <a:p>
            <a:fld id="{F3CE083F-31E2-4BD2-963A-01D1E2CA27AD}" type="datetime3">
              <a:rPr lang="en-US" smtClean="0"/>
              <a:t>18 March 2026</a:t>
            </a:fld>
            <a:endParaRPr lang="en-US"/>
          </a:p>
        </p:txBody>
      </p:sp>
      <p:sp>
        <p:nvSpPr>
          <p:cNvPr id="5" name="Footer Placeholder 4">
            <a:extLst>
              <a:ext uri="{FF2B5EF4-FFF2-40B4-BE49-F238E27FC236}">
                <a16:creationId xmlns:a16="http://schemas.microsoft.com/office/drawing/2014/main" id="{422FBA85-AB9A-E34B-448A-B5BB1CE520BD}"/>
              </a:ext>
            </a:extLst>
          </p:cNvPr>
          <p:cNvSpPr>
            <a:spLocks noGrp="1"/>
          </p:cNvSpPr>
          <p:nvPr>
            <p:ph type="ftr" sz="quarter" idx="18"/>
          </p:nvPr>
        </p:nvSpPr>
        <p:spPr/>
        <p:txBody>
          <a:bodyPr/>
          <a:lstStyle>
            <a:lvl1pPr>
              <a:defRPr>
                <a:solidFill>
                  <a:schemeClr val="bg1"/>
                </a:solidFill>
              </a:defRPr>
            </a:lvl1pPr>
          </a:lstStyle>
          <a:p>
            <a:r>
              <a:rPr lang="en-US"/>
              <a:t>Product &amp; Service Innovation</a:t>
            </a:r>
          </a:p>
        </p:txBody>
      </p:sp>
      <p:sp>
        <p:nvSpPr>
          <p:cNvPr id="6" name="Slide Number Placeholder 5">
            <a:extLst>
              <a:ext uri="{FF2B5EF4-FFF2-40B4-BE49-F238E27FC236}">
                <a16:creationId xmlns:a16="http://schemas.microsoft.com/office/drawing/2014/main" id="{6A1C081B-AFD3-2CFE-BC00-E7A72056889B}"/>
              </a:ext>
            </a:extLst>
          </p:cNvPr>
          <p:cNvSpPr>
            <a:spLocks noGrp="1"/>
          </p:cNvSpPr>
          <p:nvPr>
            <p:ph type="sldNum" sz="quarter" idx="19"/>
          </p:nvPr>
        </p:nvSpPr>
        <p:spPr/>
        <p:txBody>
          <a:bodyPr/>
          <a:lstStyle>
            <a:lvl1pPr>
              <a:defRPr>
                <a:solidFill>
                  <a:schemeClr val="bg1"/>
                </a:solidFill>
              </a:defRPr>
            </a:lvl1pPr>
          </a:lstStyle>
          <a:p>
            <a:fld id="{F1BC30E3-FFE5-4B91-AA19-87A149EBB9EE}" type="slidenum">
              <a:rPr lang="en-GB" smtClean="0"/>
              <a:pPr/>
              <a:t>‹#›</a:t>
            </a:fld>
            <a:endParaRPr lang="en-GB"/>
          </a:p>
        </p:txBody>
      </p:sp>
      <p:pic>
        <p:nvPicPr>
          <p:cNvPr id="70" name="Graphic 69">
            <a:extLst>
              <a:ext uri="{FF2B5EF4-FFF2-40B4-BE49-F238E27FC236}">
                <a16:creationId xmlns:a16="http://schemas.microsoft.com/office/drawing/2014/main" id="{DA837DE1-7DE5-3295-0750-B39F17C09848}"/>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476641" y="5236462"/>
            <a:ext cx="215888" cy="215888"/>
          </a:xfrm>
          <a:prstGeom prst="rect">
            <a:avLst/>
          </a:prstGeom>
        </p:spPr>
      </p:pic>
      <p:pic>
        <p:nvPicPr>
          <p:cNvPr id="71" name="Graphic 70">
            <a:extLst>
              <a:ext uri="{FF2B5EF4-FFF2-40B4-BE49-F238E27FC236}">
                <a16:creationId xmlns:a16="http://schemas.microsoft.com/office/drawing/2014/main" id="{E9A24D3A-DA30-5EFB-01DA-33DD3A4AA27A}"/>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7320049" y="5236462"/>
            <a:ext cx="215888" cy="215888"/>
          </a:xfrm>
          <a:prstGeom prst="rect">
            <a:avLst/>
          </a:prstGeom>
        </p:spPr>
      </p:pic>
    </p:spTree>
    <p:extLst>
      <p:ext uri="{BB962C8B-B14F-4D97-AF65-F5344CB8AC3E}">
        <p14:creationId xmlns:p14="http://schemas.microsoft.com/office/powerpoint/2010/main" val="446888934"/>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1_Contact x3">
    <p:spTree>
      <p:nvGrpSpPr>
        <p:cNvPr id="1" name=""/>
        <p:cNvGrpSpPr/>
        <p:nvPr/>
      </p:nvGrpSpPr>
      <p:grpSpPr>
        <a:xfrm>
          <a:off x="0" y="0"/>
          <a:ext cx="0" cy="0"/>
          <a:chOff x="0" y="0"/>
          <a:chExt cx="0" cy="0"/>
        </a:xfrm>
      </p:grpSpPr>
      <p:sp>
        <p:nvSpPr>
          <p:cNvPr id="75" name="Text Placeholder 10">
            <a:extLst>
              <a:ext uri="{FF2B5EF4-FFF2-40B4-BE49-F238E27FC236}">
                <a16:creationId xmlns:a16="http://schemas.microsoft.com/office/drawing/2014/main" id="{C39A896C-494D-10A7-D27D-F7F9F8FE5E57}"/>
              </a:ext>
            </a:extLst>
          </p:cNvPr>
          <p:cNvSpPr>
            <a:spLocks noGrp="1"/>
          </p:cNvSpPr>
          <p:nvPr>
            <p:ph type="body" sz="quarter" idx="30"/>
          </p:nvPr>
        </p:nvSpPr>
        <p:spPr>
          <a:xfrm>
            <a:off x="7617776" y="4118230"/>
            <a:ext cx="2665667" cy="1404937"/>
          </a:xfrm>
        </p:spPr>
        <p:txBody>
          <a:bodyPr/>
          <a:lstStyle>
            <a:lvl1pPr marL="0" indent="0" algn="ctr">
              <a:buNone/>
              <a:defRPr sz="1500">
                <a:solidFill>
                  <a:schemeClr val="bg1"/>
                </a:solidFill>
              </a:defRPr>
            </a:lvl1pPr>
            <a:lvl2pPr marL="0" indent="0" algn="ctr">
              <a:buNone/>
              <a:defRPr sz="1000">
                <a:solidFill>
                  <a:schemeClr val="bg1"/>
                </a:solidFill>
              </a:defRPr>
            </a:lvl2pPr>
            <a:lvl3pPr marL="0" indent="0" algn="ctr">
              <a:buNone/>
              <a:defRPr sz="1000">
                <a:solidFill>
                  <a:schemeClr val="bg1"/>
                </a:solidFill>
              </a:defRPr>
            </a:lvl3pPr>
            <a:lvl4pPr marL="0" indent="0" algn="ctr">
              <a:buNone/>
              <a:defRPr sz="1000">
                <a:solidFill>
                  <a:schemeClr val="bg1"/>
                </a:solidFill>
              </a:defRPr>
            </a:lvl4pPr>
            <a:lvl5pPr marL="0" indent="0" algn="ctr">
              <a:buNone/>
              <a:defRPr sz="10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4" name="Text Placeholder 10">
            <a:extLst>
              <a:ext uri="{FF2B5EF4-FFF2-40B4-BE49-F238E27FC236}">
                <a16:creationId xmlns:a16="http://schemas.microsoft.com/office/drawing/2014/main" id="{5AA0DDF1-DD6B-B00C-FABA-54C1B87B600E}"/>
              </a:ext>
            </a:extLst>
          </p:cNvPr>
          <p:cNvSpPr>
            <a:spLocks noGrp="1"/>
          </p:cNvSpPr>
          <p:nvPr>
            <p:ph type="body" sz="quarter" idx="29"/>
          </p:nvPr>
        </p:nvSpPr>
        <p:spPr>
          <a:xfrm>
            <a:off x="4769061" y="4118230"/>
            <a:ext cx="2665667" cy="1404937"/>
          </a:xfrm>
        </p:spPr>
        <p:txBody>
          <a:bodyPr/>
          <a:lstStyle>
            <a:lvl1pPr marL="0" indent="0" algn="ctr">
              <a:buNone/>
              <a:defRPr sz="1500">
                <a:solidFill>
                  <a:schemeClr val="bg1"/>
                </a:solidFill>
              </a:defRPr>
            </a:lvl1pPr>
            <a:lvl2pPr marL="0" indent="0" algn="ctr">
              <a:buNone/>
              <a:defRPr sz="1000">
                <a:solidFill>
                  <a:schemeClr val="bg1"/>
                </a:solidFill>
              </a:defRPr>
            </a:lvl2pPr>
            <a:lvl3pPr marL="0" indent="0" algn="ctr">
              <a:buNone/>
              <a:defRPr sz="1000">
                <a:solidFill>
                  <a:schemeClr val="bg1"/>
                </a:solidFill>
              </a:defRPr>
            </a:lvl3pPr>
            <a:lvl4pPr marL="0" indent="0" algn="ctr">
              <a:buNone/>
              <a:defRPr sz="1000">
                <a:solidFill>
                  <a:schemeClr val="bg1"/>
                </a:solidFill>
              </a:defRPr>
            </a:lvl4pPr>
            <a:lvl5pPr marL="0" indent="0" algn="ctr">
              <a:buNone/>
              <a:defRPr sz="10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3" name="Text Placeholder 10">
            <a:extLst>
              <a:ext uri="{FF2B5EF4-FFF2-40B4-BE49-F238E27FC236}">
                <a16:creationId xmlns:a16="http://schemas.microsoft.com/office/drawing/2014/main" id="{1B462818-77E8-E706-26B0-CC22B113B89C}"/>
              </a:ext>
            </a:extLst>
          </p:cNvPr>
          <p:cNvSpPr>
            <a:spLocks noGrp="1"/>
          </p:cNvSpPr>
          <p:nvPr>
            <p:ph type="body" sz="quarter" idx="28"/>
          </p:nvPr>
        </p:nvSpPr>
        <p:spPr>
          <a:xfrm>
            <a:off x="1919536" y="4118230"/>
            <a:ext cx="2665667" cy="1404937"/>
          </a:xfrm>
        </p:spPr>
        <p:txBody>
          <a:bodyPr/>
          <a:lstStyle>
            <a:lvl1pPr marL="0" indent="0" algn="ctr">
              <a:buNone/>
              <a:defRPr sz="1500">
                <a:solidFill>
                  <a:schemeClr val="bg1"/>
                </a:solidFill>
              </a:defRPr>
            </a:lvl1pPr>
            <a:lvl2pPr marL="0" indent="0" algn="ctr">
              <a:buNone/>
              <a:defRPr sz="1000">
                <a:solidFill>
                  <a:schemeClr val="bg1"/>
                </a:solidFill>
              </a:defRPr>
            </a:lvl2pPr>
            <a:lvl3pPr marL="0" indent="0" algn="ctr">
              <a:buNone/>
              <a:defRPr sz="1000">
                <a:solidFill>
                  <a:schemeClr val="bg1"/>
                </a:solidFill>
              </a:defRPr>
            </a:lvl3pPr>
            <a:lvl4pPr marL="0" indent="0" algn="ctr">
              <a:buNone/>
              <a:defRPr sz="1000">
                <a:solidFill>
                  <a:schemeClr val="bg1"/>
                </a:solidFill>
              </a:defRPr>
            </a:lvl4pPr>
            <a:lvl5pPr marL="0" indent="0" algn="ctr">
              <a:buNone/>
              <a:defRPr sz="10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2" name="Picture Placeholder 60">
            <a:extLst>
              <a:ext uri="{FF2B5EF4-FFF2-40B4-BE49-F238E27FC236}">
                <a16:creationId xmlns:a16="http://schemas.microsoft.com/office/drawing/2014/main" id="{C18DA453-6951-1763-FA4A-22F8EAD4037A}"/>
              </a:ext>
            </a:extLst>
          </p:cNvPr>
          <p:cNvSpPr>
            <a:spLocks noGrp="1"/>
          </p:cNvSpPr>
          <p:nvPr>
            <p:ph type="pic" sz="quarter" idx="21" hasCustomPrompt="1"/>
          </p:nvPr>
        </p:nvSpPr>
        <p:spPr>
          <a:xfrm>
            <a:off x="2711825" y="2675764"/>
            <a:ext cx="1081088" cy="1081088"/>
          </a:xfrm>
          <a:prstGeom prst="ellipse">
            <a:avLst/>
          </a:prstGeom>
          <a:solidFill>
            <a:schemeClr val="bg2"/>
          </a:solidFill>
        </p:spPr>
        <p:txBody>
          <a:bodyPr anchor="ctr"/>
          <a:lstStyle>
            <a:lvl1pPr marL="0" indent="0" algn="ctr">
              <a:buNone/>
              <a:defRPr sz="1050"/>
            </a:lvl1pPr>
          </a:lstStyle>
          <a:p>
            <a:r>
              <a:rPr lang="en-US"/>
              <a:t>Contact photo</a:t>
            </a:r>
            <a:endParaRPr lang="en-GB"/>
          </a:p>
        </p:txBody>
      </p:sp>
      <p:sp>
        <p:nvSpPr>
          <p:cNvPr id="63" name="Picture Placeholder 60">
            <a:extLst>
              <a:ext uri="{FF2B5EF4-FFF2-40B4-BE49-F238E27FC236}">
                <a16:creationId xmlns:a16="http://schemas.microsoft.com/office/drawing/2014/main" id="{55D8A96A-DBD2-1430-791E-48C3CCBC0263}"/>
              </a:ext>
            </a:extLst>
          </p:cNvPr>
          <p:cNvSpPr>
            <a:spLocks noGrp="1"/>
          </p:cNvSpPr>
          <p:nvPr>
            <p:ph type="pic" sz="quarter" idx="22" hasCustomPrompt="1"/>
          </p:nvPr>
        </p:nvSpPr>
        <p:spPr>
          <a:xfrm>
            <a:off x="5561350" y="2675764"/>
            <a:ext cx="1081088" cy="1081088"/>
          </a:xfrm>
          <a:prstGeom prst="ellipse">
            <a:avLst/>
          </a:prstGeom>
          <a:solidFill>
            <a:schemeClr val="bg2"/>
          </a:solidFill>
        </p:spPr>
        <p:txBody>
          <a:bodyPr anchor="ctr"/>
          <a:lstStyle>
            <a:lvl1pPr marL="0" indent="0" algn="ctr">
              <a:buNone/>
              <a:defRPr sz="1050"/>
            </a:lvl1pPr>
          </a:lstStyle>
          <a:p>
            <a:r>
              <a:rPr lang="en-US"/>
              <a:t>Contact photo</a:t>
            </a:r>
            <a:endParaRPr lang="en-GB"/>
          </a:p>
        </p:txBody>
      </p:sp>
      <p:sp>
        <p:nvSpPr>
          <p:cNvPr id="64" name="Picture Placeholder 60">
            <a:extLst>
              <a:ext uri="{FF2B5EF4-FFF2-40B4-BE49-F238E27FC236}">
                <a16:creationId xmlns:a16="http://schemas.microsoft.com/office/drawing/2014/main" id="{94A52323-226F-BB27-D44D-C4333CDF72C0}"/>
              </a:ext>
            </a:extLst>
          </p:cNvPr>
          <p:cNvSpPr>
            <a:spLocks noGrp="1"/>
          </p:cNvSpPr>
          <p:nvPr>
            <p:ph type="pic" sz="quarter" idx="23" hasCustomPrompt="1"/>
          </p:nvPr>
        </p:nvSpPr>
        <p:spPr>
          <a:xfrm>
            <a:off x="8410065" y="2675764"/>
            <a:ext cx="1081088" cy="1081088"/>
          </a:xfrm>
          <a:prstGeom prst="ellipse">
            <a:avLst/>
          </a:prstGeom>
          <a:solidFill>
            <a:schemeClr val="bg2"/>
          </a:solidFill>
        </p:spPr>
        <p:txBody>
          <a:bodyPr anchor="ctr"/>
          <a:lstStyle>
            <a:lvl1pPr marL="0" indent="0" algn="ctr">
              <a:buNone/>
              <a:defRPr sz="1050"/>
            </a:lvl1pPr>
          </a:lstStyle>
          <a:p>
            <a:r>
              <a:rPr lang="en-US"/>
              <a:t>Contact photo</a:t>
            </a:r>
            <a:endParaRPr lang="en-GB"/>
          </a:p>
        </p:txBody>
      </p:sp>
      <p:sp>
        <p:nvSpPr>
          <p:cNvPr id="2" name="Title">
            <a:extLst>
              <a:ext uri="{FF2B5EF4-FFF2-40B4-BE49-F238E27FC236}">
                <a16:creationId xmlns:a16="http://schemas.microsoft.com/office/drawing/2014/main" id="{E49EC5F5-14E0-4B05-29E6-E9A059AA1002}"/>
              </a:ext>
            </a:extLst>
          </p:cNvPr>
          <p:cNvSpPr>
            <a:spLocks noGrp="1"/>
          </p:cNvSpPr>
          <p:nvPr>
            <p:ph type="title"/>
          </p:nvPr>
        </p:nvSpPr>
        <p:spPr/>
        <p:txBody>
          <a:bodyPr/>
          <a:lstStyle/>
          <a:p>
            <a:r>
              <a:rPr lang="en-GB"/>
              <a:t>Click to edit Master title style</a:t>
            </a:r>
            <a:endParaRPr lang="en-US"/>
          </a:p>
        </p:txBody>
      </p:sp>
      <p:sp>
        <p:nvSpPr>
          <p:cNvPr id="14" name="Content Placeholder">
            <a:extLst>
              <a:ext uri="{FF2B5EF4-FFF2-40B4-BE49-F238E27FC236}">
                <a16:creationId xmlns:a16="http://schemas.microsoft.com/office/drawing/2014/main" id="{A5EED3AD-188C-E954-617B-9CB9E1BA8A14}"/>
              </a:ext>
            </a:extLst>
          </p:cNvPr>
          <p:cNvSpPr>
            <a:spLocks noGrp="1"/>
          </p:cNvSpPr>
          <p:nvPr>
            <p:ph sz="quarter" idx="16"/>
          </p:nvPr>
        </p:nvSpPr>
        <p:spPr>
          <a:xfrm>
            <a:off x="485521" y="1411287"/>
            <a:ext cx="11224800" cy="721569"/>
          </a:xfrm>
        </p:spPr>
        <p:txBody>
          <a:bodyPr/>
          <a:lstStyle>
            <a:lvl1pPr marL="0" indent="0">
              <a:buNone/>
              <a:defRPr/>
            </a:lvl1pPr>
          </a:lstStyle>
          <a:p>
            <a:pPr lvl="0"/>
            <a:r>
              <a:rPr lang="en-GB"/>
              <a:t>Click to edit Master text styles</a:t>
            </a:r>
          </a:p>
        </p:txBody>
      </p:sp>
      <p:sp>
        <p:nvSpPr>
          <p:cNvPr id="4" name="Date Placeholder 3">
            <a:extLst>
              <a:ext uri="{FF2B5EF4-FFF2-40B4-BE49-F238E27FC236}">
                <a16:creationId xmlns:a16="http://schemas.microsoft.com/office/drawing/2014/main" id="{C2E28B2B-ED84-D8B9-C6E0-AF4BC1706BD2}"/>
              </a:ext>
            </a:extLst>
          </p:cNvPr>
          <p:cNvSpPr>
            <a:spLocks noGrp="1"/>
          </p:cNvSpPr>
          <p:nvPr>
            <p:ph type="dt" sz="half" idx="17"/>
          </p:nvPr>
        </p:nvSpPr>
        <p:spPr/>
        <p:txBody>
          <a:bodyPr/>
          <a:lstStyle>
            <a:lvl1pPr>
              <a:defRPr>
                <a:solidFill>
                  <a:schemeClr val="bg1"/>
                </a:solidFill>
              </a:defRPr>
            </a:lvl1pPr>
          </a:lstStyle>
          <a:p>
            <a:fld id="{8B82DB10-65D8-429E-AE9A-B818461A9FAD}" type="datetime3">
              <a:rPr lang="en-US" smtClean="0"/>
              <a:t>18 March 2026</a:t>
            </a:fld>
            <a:endParaRPr lang="en-US"/>
          </a:p>
        </p:txBody>
      </p:sp>
      <p:sp>
        <p:nvSpPr>
          <p:cNvPr id="5" name="Footer Placeholder 4">
            <a:extLst>
              <a:ext uri="{FF2B5EF4-FFF2-40B4-BE49-F238E27FC236}">
                <a16:creationId xmlns:a16="http://schemas.microsoft.com/office/drawing/2014/main" id="{422FBA85-AB9A-E34B-448A-B5BB1CE520BD}"/>
              </a:ext>
            </a:extLst>
          </p:cNvPr>
          <p:cNvSpPr>
            <a:spLocks noGrp="1"/>
          </p:cNvSpPr>
          <p:nvPr>
            <p:ph type="ftr" sz="quarter" idx="18"/>
          </p:nvPr>
        </p:nvSpPr>
        <p:spPr/>
        <p:txBody>
          <a:bodyPr/>
          <a:lstStyle>
            <a:lvl1pPr>
              <a:defRPr>
                <a:solidFill>
                  <a:schemeClr val="bg1"/>
                </a:solidFill>
              </a:defRPr>
            </a:lvl1pPr>
          </a:lstStyle>
          <a:p>
            <a:r>
              <a:rPr lang="en-US"/>
              <a:t>Product &amp; Service Innovation</a:t>
            </a:r>
          </a:p>
        </p:txBody>
      </p:sp>
      <p:sp>
        <p:nvSpPr>
          <p:cNvPr id="6" name="Slide Number Placeholder 5">
            <a:extLst>
              <a:ext uri="{FF2B5EF4-FFF2-40B4-BE49-F238E27FC236}">
                <a16:creationId xmlns:a16="http://schemas.microsoft.com/office/drawing/2014/main" id="{6A1C081B-AFD3-2CFE-BC00-E7A72056889B}"/>
              </a:ext>
            </a:extLst>
          </p:cNvPr>
          <p:cNvSpPr>
            <a:spLocks noGrp="1"/>
          </p:cNvSpPr>
          <p:nvPr>
            <p:ph type="sldNum" sz="quarter" idx="19"/>
          </p:nvPr>
        </p:nvSpPr>
        <p:spPr/>
        <p:txBody>
          <a:bodyPr/>
          <a:lstStyle>
            <a:lvl1pPr>
              <a:defRPr>
                <a:solidFill>
                  <a:schemeClr val="bg1"/>
                </a:solidFill>
              </a:defRPr>
            </a:lvl1pPr>
          </a:lstStyle>
          <a:p>
            <a:fld id="{F1BC30E3-FFE5-4B91-AA19-87A149EBB9EE}" type="slidenum">
              <a:rPr lang="en-GB" smtClean="0"/>
              <a:pPr/>
              <a:t>‹#›</a:t>
            </a:fld>
            <a:endParaRPr lang="en-GB"/>
          </a:p>
        </p:txBody>
      </p:sp>
      <p:pic>
        <p:nvPicPr>
          <p:cNvPr id="70" name="Graphic 69">
            <a:extLst>
              <a:ext uri="{FF2B5EF4-FFF2-40B4-BE49-F238E27FC236}">
                <a16:creationId xmlns:a16="http://schemas.microsoft.com/office/drawing/2014/main" id="{DA837DE1-7DE5-3295-0750-B39F17C09848}"/>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143808" y="5236462"/>
            <a:ext cx="215888" cy="215888"/>
          </a:xfrm>
          <a:prstGeom prst="rect">
            <a:avLst/>
          </a:prstGeom>
        </p:spPr>
      </p:pic>
      <p:pic>
        <p:nvPicPr>
          <p:cNvPr id="71" name="Graphic 70">
            <a:extLst>
              <a:ext uri="{FF2B5EF4-FFF2-40B4-BE49-F238E27FC236}">
                <a16:creationId xmlns:a16="http://schemas.microsoft.com/office/drawing/2014/main" id="{E9A24D3A-DA30-5EFB-01DA-33DD3A4AA27A}"/>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5987216" y="5236462"/>
            <a:ext cx="215888" cy="215888"/>
          </a:xfrm>
          <a:prstGeom prst="rect">
            <a:avLst/>
          </a:prstGeom>
        </p:spPr>
      </p:pic>
      <p:pic>
        <p:nvPicPr>
          <p:cNvPr id="72" name="Graphic 71">
            <a:extLst>
              <a:ext uri="{FF2B5EF4-FFF2-40B4-BE49-F238E27FC236}">
                <a16:creationId xmlns:a16="http://schemas.microsoft.com/office/drawing/2014/main" id="{E165150D-BCF6-A991-BC25-EAD6AE323FF4}"/>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8830625" y="5236462"/>
            <a:ext cx="215888" cy="215888"/>
          </a:xfrm>
          <a:prstGeom prst="rect">
            <a:avLst/>
          </a:prstGeom>
        </p:spPr>
      </p:pic>
    </p:spTree>
    <p:extLst>
      <p:ext uri="{BB962C8B-B14F-4D97-AF65-F5344CB8AC3E}">
        <p14:creationId xmlns:p14="http://schemas.microsoft.com/office/powerpoint/2010/main" val="4229687088"/>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Contact x4">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4BCD6A4C-53E5-64FB-E77F-BCC2DD640EE5}"/>
              </a:ext>
            </a:extLst>
          </p:cNvPr>
          <p:cNvSpPr>
            <a:spLocks noGrp="1"/>
          </p:cNvSpPr>
          <p:nvPr>
            <p:ph type="body" sz="quarter" idx="28"/>
          </p:nvPr>
        </p:nvSpPr>
        <p:spPr>
          <a:xfrm>
            <a:off x="485521" y="4118230"/>
            <a:ext cx="2665667" cy="1404937"/>
          </a:xfrm>
        </p:spPr>
        <p:txBody>
          <a:bodyPr/>
          <a:lstStyle>
            <a:lvl1pPr marL="0" indent="0" algn="ctr">
              <a:buNone/>
              <a:defRPr sz="1350">
                <a:solidFill>
                  <a:schemeClr val="bg1"/>
                </a:solidFill>
              </a:defRPr>
            </a:lvl1pPr>
            <a:lvl2pPr marL="0" indent="0" algn="ctr">
              <a:buNone/>
              <a:defRPr sz="900">
                <a:solidFill>
                  <a:schemeClr val="bg1"/>
                </a:solidFill>
              </a:defRPr>
            </a:lvl2pPr>
            <a:lvl3pPr marL="0" indent="0" algn="ctr">
              <a:buNone/>
              <a:defRPr sz="900">
                <a:solidFill>
                  <a:schemeClr val="bg1"/>
                </a:solidFill>
              </a:defRPr>
            </a:lvl3pPr>
            <a:lvl4pPr marL="0" indent="0" algn="ctr">
              <a:buNone/>
              <a:defRPr sz="900">
                <a:solidFill>
                  <a:schemeClr val="bg1"/>
                </a:solidFill>
              </a:defRPr>
            </a:lvl4pPr>
            <a:lvl5pPr marL="0" indent="0" algn="ctr">
              <a:buNone/>
              <a:defRPr sz="9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2" name="Text Placeholder 10">
            <a:extLst>
              <a:ext uri="{FF2B5EF4-FFF2-40B4-BE49-F238E27FC236}">
                <a16:creationId xmlns:a16="http://schemas.microsoft.com/office/drawing/2014/main" id="{BFCD6621-CE38-6E32-A1C4-1979DA3EC730}"/>
              </a:ext>
            </a:extLst>
          </p:cNvPr>
          <p:cNvSpPr>
            <a:spLocks noGrp="1"/>
          </p:cNvSpPr>
          <p:nvPr>
            <p:ph type="body" sz="quarter" idx="29"/>
          </p:nvPr>
        </p:nvSpPr>
        <p:spPr>
          <a:xfrm>
            <a:off x="3335047" y="4118230"/>
            <a:ext cx="2665667" cy="1404937"/>
          </a:xfrm>
        </p:spPr>
        <p:txBody>
          <a:bodyPr/>
          <a:lstStyle>
            <a:lvl1pPr marL="0" indent="0" algn="ctr">
              <a:buNone/>
              <a:defRPr sz="1350">
                <a:solidFill>
                  <a:schemeClr val="bg1"/>
                </a:solidFill>
              </a:defRPr>
            </a:lvl1pPr>
            <a:lvl2pPr marL="0" indent="0" algn="ctr">
              <a:buNone/>
              <a:defRPr sz="900">
                <a:solidFill>
                  <a:schemeClr val="bg1"/>
                </a:solidFill>
              </a:defRPr>
            </a:lvl2pPr>
            <a:lvl3pPr marL="0" indent="0" algn="ctr">
              <a:buNone/>
              <a:defRPr sz="900">
                <a:solidFill>
                  <a:schemeClr val="bg1"/>
                </a:solidFill>
              </a:defRPr>
            </a:lvl3pPr>
            <a:lvl4pPr marL="0" indent="0" algn="ctr">
              <a:buNone/>
              <a:defRPr sz="900">
                <a:solidFill>
                  <a:schemeClr val="bg1"/>
                </a:solidFill>
              </a:defRPr>
            </a:lvl4pPr>
            <a:lvl5pPr marL="0" indent="0" algn="ctr">
              <a:buNone/>
              <a:defRPr sz="9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3" name="Text Placeholder 10">
            <a:extLst>
              <a:ext uri="{FF2B5EF4-FFF2-40B4-BE49-F238E27FC236}">
                <a16:creationId xmlns:a16="http://schemas.microsoft.com/office/drawing/2014/main" id="{80AAA9E0-6B51-79BA-DEA8-583A7A1BB212}"/>
              </a:ext>
            </a:extLst>
          </p:cNvPr>
          <p:cNvSpPr>
            <a:spLocks noGrp="1"/>
          </p:cNvSpPr>
          <p:nvPr>
            <p:ph type="body" sz="quarter" idx="30"/>
          </p:nvPr>
        </p:nvSpPr>
        <p:spPr>
          <a:xfrm>
            <a:off x="6184572" y="4118230"/>
            <a:ext cx="2665667" cy="1404937"/>
          </a:xfrm>
        </p:spPr>
        <p:txBody>
          <a:bodyPr/>
          <a:lstStyle>
            <a:lvl1pPr marL="0" indent="0" algn="ctr">
              <a:buNone/>
              <a:defRPr sz="1350">
                <a:solidFill>
                  <a:schemeClr val="bg1"/>
                </a:solidFill>
              </a:defRPr>
            </a:lvl1pPr>
            <a:lvl2pPr marL="0" indent="0" algn="ctr">
              <a:buNone/>
              <a:defRPr sz="900"/>
            </a:lvl2pPr>
            <a:lvl3pPr marL="0" indent="0" algn="ctr">
              <a:buNone/>
              <a:defRPr sz="900"/>
            </a:lvl3pPr>
            <a:lvl4pPr marL="0" indent="0" algn="ctr">
              <a:buNone/>
              <a:defRPr sz="900"/>
            </a:lvl4pPr>
            <a:lvl5pPr marL="0" indent="0" algn="ctr">
              <a:buNone/>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5" name="Text Placeholder 10">
            <a:extLst>
              <a:ext uri="{FF2B5EF4-FFF2-40B4-BE49-F238E27FC236}">
                <a16:creationId xmlns:a16="http://schemas.microsoft.com/office/drawing/2014/main" id="{7A5484BF-5882-8579-369A-652CF451AA2E}"/>
              </a:ext>
            </a:extLst>
          </p:cNvPr>
          <p:cNvSpPr>
            <a:spLocks noGrp="1"/>
          </p:cNvSpPr>
          <p:nvPr>
            <p:ph type="body" sz="quarter" idx="31"/>
          </p:nvPr>
        </p:nvSpPr>
        <p:spPr>
          <a:xfrm>
            <a:off x="9033287" y="4118230"/>
            <a:ext cx="2665667" cy="1404937"/>
          </a:xfrm>
        </p:spPr>
        <p:txBody>
          <a:bodyPr/>
          <a:lstStyle>
            <a:lvl1pPr marL="0" indent="0" algn="ctr">
              <a:buNone/>
              <a:defRPr sz="1350">
                <a:solidFill>
                  <a:schemeClr val="bg1"/>
                </a:solidFill>
              </a:defRPr>
            </a:lvl1pPr>
            <a:lvl2pPr marL="0" indent="0" algn="ctr">
              <a:buNone/>
              <a:defRPr sz="900"/>
            </a:lvl2pPr>
            <a:lvl3pPr marL="0" indent="0" algn="ctr">
              <a:buNone/>
              <a:defRPr sz="900"/>
            </a:lvl3pPr>
            <a:lvl4pPr marL="0" indent="0" algn="ctr">
              <a:buNone/>
              <a:defRPr sz="900"/>
            </a:lvl4pPr>
            <a:lvl5pPr marL="0" indent="0" algn="ctr">
              <a:buNone/>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1" name="Picture Placeholder 60">
            <a:extLst>
              <a:ext uri="{FF2B5EF4-FFF2-40B4-BE49-F238E27FC236}">
                <a16:creationId xmlns:a16="http://schemas.microsoft.com/office/drawing/2014/main" id="{F14B283D-C87F-634C-1040-55C8503A4EB7}"/>
              </a:ext>
            </a:extLst>
          </p:cNvPr>
          <p:cNvSpPr>
            <a:spLocks noGrp="1"/>
          </p:cNvSpPr>
          <p:nvPr userDrawn="1">
            <p:ph type="pic" sz="quarter" idx="20" hasCustomPrompt="1"/>
          </p:nvPr>
        </p:nvSpPr>
        <p:spPr>
          <a:xfrm>
            <a:off x="1277810" y="2675764"/>
            <a:ext cx="1081088" cy="1081088"/>
          </a:xfrm>
          <a:prstGeom prst="ellipse">
            <a:avLst/>
          </a:prstGeom>
          <a:solidFill>
            <a:schemeClr val="bg2"/>
          </a:solidFill>
        </p:spPr>
        <p:txBody>
          <a:bodyPr anchor="ctr"/>
          <a:lstStyle>
            <a:lvl1pPr marL="0" indent="0" algn="ctr">
              <a:buNone/>
              <a:defRPr sz="1050"/>
            </a:lvl1pPr>
          </a:lstStyle>
          <a:p>
            <a:r>
              <a:rPr lang="en-US"/>
              <a:t>Contact photo</a:t>
            </a:r>
            <a:endParaRPr lang="en-GB"/>
          </a:p>
        </p:txBody>
      </p:sp>
      <p:sp>
        <p:nvSpPr>
          <p:cNvPr id="62" name="Picture Placeholder 60">
            <a:extLst>
              <a:ext uri="{FF2B5EF4-FFF2-40B4-BE49-F238E27FC236}">
                <a16:creationId xmlns:a16="http://schemas.microsoft.com/office/drawing/2014/main" id="{C18DA453-6951-1763-FA4A-22F8EAD4037A}"/>
              </a:ext>
            </a:extLst>
          </p:cNvPr>
          <p:cNvSpPr>
            <a:spLocks noGrp="1"/>
          </p:cNvSpPr>
          <p:nvPr>
            <p:ph type="pic" sz="quarter" idx="21" hasCustomPrompt="1"/>
          </p:nvPr>
        </p:nvSpPr>
        <p:spPr>
          <a:xfrm>
            <a:off x="4127336" y="2675764"/>
            <a:ext cx="1081088" cy="1081088"/>
          </a:xfrm>
          <a:prstGeom prst="ellipse">
            <a:avLst/>
          </a:prstGeom>
          <a:solidFill>
            <a:schemeClr val="bg2"/>
          </a:solidFill>
        </p:spPr>
        <p:txBody>
          <a:bodyPr anchor="ctr"/>
          <a:lstStyle>
            <a:lvl1pPr marL="0" indent="0" algn="ctr">
              <a:buNone/>
              <a:defRPr sz="1050"/>
            </a:lvl1pPr>
          </a:lstStyle>
          <a:p>
            <a:r>
              <a:rPr lang="en-US"/>
              <a:t>Contact photo</a:t>
            </a:r>
            <a:endParaRPr lang="en-GB"/>
          </a:p>
        </p:txBody>
      </p:sp>
      <p:sp>
        <p:nvSpPr>
          <p:cNvPr id="63" name="Picture Placeholder 60">
            <a:extLst>
              <a:ext uri="{FF2B5EF4-FFF2-40B4-BE49-F238E27FC236}">
                <a16:creationId xmlns:a16="http://schemas.microsoft.com/office/drawing/2014/main" id="{55D8A96A-DBD2-1430-791E-48C3CCBC0263}"/>
              </a:ext>
            </a:extLst>
          </p:cNvPr>
          <p:cNvSpPr>
            <a:spLocks noGrp="1"/>
          </p:cNvSpPr>
          <p:nvPr>
            <p:ph type="pic" sz="quarter" idx="22" hasCustomPrompt="1"/>
          </p:nvPr>
        </p:nvSpPr>
        <p:spPr>
          <a:xfrm>
            <a:off x="6976861" y="2675764"/>
            <a:ext cx="1081088" cy="1081088"/>
          </a:xfrm>
          <a:prstGeom prst="ellipse">
            <a:avLst/>
          </a:prstGeom>
          <a:solidFill>
            <a:schemeClr val="bg2"/>
          </a:solidFill>
        </p:spPr>
        <p:txBody>
          <a:bodyPr anchor="ctr"/>
          <a:lstStyle>
            <a:lvl1pPr marL="0" indent="0" algn="ctr">
              <a:buNone/>
              <a:defRPr sz="1050"/>
            </a:lvl1pPr>
          </a:lstStyle>
          <a:p>
            <a:r>
              <a:rPr lang="en-US"/>
              <a:t>Contact photo</a:t>
            </a:r>
            <a:endParaRPr lang="en-GB"/>
          </a:p>
        </p:txBody>
      </p:sp>
      <p:sp>
        <p:nvSpPr>
          <p:cNvPr id="64" name="Picture Placeholder 60">
            <a:extLst>
              <a:ext uri="{FF2B5EF4-FFF2-40B4-BE49-F238E27FC236}">
                <a16:creationId xmlns:a16="http://schemas.microsoft.com/office/drawing/2014/main" id="{94A52323-226F-BB27-D44D-C4333CDF72C0}"/>
              </a:ext>
            </a:extLst>
          </p:cNvPr>
          <p:cNvSpPr>
            <a:spLocks noGrp="1"/>
          </p:cNvSpPr>
          <p:nvPr>
            <p:ph type="pic" sz="quarter" idx="23" hasCustomPrompt="1"/>
          </p:nvPr>
        </p:nvSpPr>
        <p:spPr>
          <a:xfrm>
            <a:off x="9825576" y="2675764"/>
            <a:ext cx="1081088" cy="1081088"/>
          </a:xfrm>
          <a:prstGeom prst="ellipse">
            <a:avLst/>
          </a:prstGeom>
          <a:solidFill>
            <a:schemeClr val="bg2"/>
          </a:solidFill>
        </p:spPr>
        <p:txBody>
          <a:bodyPr anchor="ctr"/>
          <a:lstStyle>
            <a:lvl1pPr marL="0" indent="0" algn="ctr">
              <a:buNone/>
              <a:defRPr sz="1050"/>
            </a:lvl1pPr>
          </a:lstStyle>
          <a:p>
            <a:r>
              <a:rPr lang="en-US"/>
              <a:t>Contact photo</a:t>
            </a:r>
            <a:endParaRPr lang="en-GB"/>
          </a:p>
        </p:txBody>
      </p:sp>
      <p:sp>
        <p:nvSpPr>
          <p:cNvPr id="2" name="Title">
            <a:extLst>
              <a:ext uri="{FF2B5EF4-FFF2-40B4-BE49-F238E27FC236}">
                <a16:creationId xmlns:a16="http://schemas.microsoft.com/office/drawing/2014/main" id="{E49EC5F5-14E0-4B05-29E6-E9A059AA1002}"/>
              </a:ext>
            </a:extLst>
          </p:cNvPr>
          <p:cNvSpPr>
            <a:spLocks noGrp="1"/>
          </p:cNvSpPr>
          <p:nvPr>
            <p:ph type="title"/>
          </p:nvPr>
        </p:nvSpPr>
        <p:spPr/>
        <p:txBody>
          <a:bodyPr/>
          <a:lstStyle/>
          <a:p>
            <a:r>
              <a:rPr lang="en-GB"/>
              <a:t>Click to edit Master title style</a:t>
            </a:r>
            <a:endParaRPr lang="en-US"/>
          </a:p>
        </p:txBody>
      </p:sp>
      <p:sp>
        <p:nvSpPr>
          <p:cNvPr id="14" name="Content Placeholder">
            <a:extLst>
              <a:ext uri="{FF2B5EF4-FFF2-40B4-BE49-F238E27FC236}">
                <a16:creationId xmlns:a16="http://schemas.microsoft.com/office/drawing/2014/main" id="{A5EED3AD-188C-E954-617B-9CB9E1BA8A14}"/>
              </a:ext>
            </a:extLst>
          </p:cNvPr>
          <p:cNvSpPr>
            <a:spLocks noGrp="1"/>
          </p:cNvSpPr>
          <p:nvPr>
            <p:ph sz="quarter" idx="16"/>
          </p:nvPr>
        </p:nvSpPr>
        <p:spPr>
          <a:xfrm>
            <a:off x="485521" y="1411287"/>
            <a:ext cx="11224800" cy="721569"/>
          </a:xfrm>
        </p:spPr>
        <p:txBody>
          <a:bodyPr/>
          <a:lstStyle>
            <a:lvl1pPr marL="0" indent="0">
              <a:buNone/>
              <a:defRPr/>
            </a:lvl1pPr>
          </a:lstStyle>
          <a:p>
            <a:pPr lvl="0"/>
            <a:r>
              <a:rPr lang="en-GB"/>
              <a:t>Click to edit Master text styles</a:t>
            </a:r>
          </a:p>
        </p:txBody>
      </p:sp>
      <p:sp>
        <p:nvSpPr>
          <p:cNvPr id="4" name="Date Placeholder 3">
            <a:extLst>
              <a:ext uri="{FF2B5EF4-FFF2-40B4-BE49-F238E27FC236}">
                <a16:creationId xmlns:a16="http://schemas.microsoft.com/office/drawing/2014/main" id="{C2E28B2B-ED84-D8B9-C6E0-AF4BC1706BD2}"/>
              </a:ext>
            </a:extLst>
          </p:cNvPr>
          <p:cNvSpPr>
            <a:spLocks noGrp="1"/>
          </p:cNvSpPr>
          <p:nvPr>
            <p:ph type="dt" sz="half" idx="17"/>
          </p:nvPr>
        </p:nvSpPr>
        <p:spPr/>
        <p:txBody>
          <a:bodyPr/>
          <a:lstStyle>
            <a:lvl1pPr>
              <a:defRPr>
                <a:solidFill>
                  <a:schemeClr val="bg1"/>
                </a:solidFill>
              </a:defRPr>
            </a:lvl1pPr>
          </a:lstStyle>
          <a:p>
            <a:fld id="{C760A81D-A1ED-4E2B-9AF1-36D2F7705759}" type="datetime3">
              <a:rPr lang="en-US" smtClean="0"/>
              <a:t>18 March 2026</a:t>
            </a:fld>
            <a:endParaRPr lang="en-US"/>
          </a:p>
        </p:txBody>
      </p:sp>
      <p:sp>
        <p:nvSpPr>
          <p:cNvPr id="5" name="Footer Placeholder 4">
            <a:extLst>
              <a:ext uri="{FF2B5EF4-FFF2-40B4-BE49-F238E27FC236}">
                <a16:creationId xmlns:a16="http://schemas.microsoft.com/office/drawing/2014/main" id="{422FBA85-AB9A-E34B-448A-B5BB1CE520BD}"/>
              </a:ext>
            </a:extLst>
          </p:cNvPr>
          <p:cNvSpPr>
            <a:spLocks noGrp="1"/>
          </p:cNvSpPr>
          <p:nvPr>
            <p:ph type="ftr" sz="quarter" idx="18"/>
          </p:nvPr>
        </p:nvSpPr>
        <p:spPr/>
        <p:txBody>
          <a:bodyPr/>
          <a:lstStyle>
            <a:lvl1pPr>
              <a:defRPr>
                <a:solidFill>
                  <a:schemeClr val="bg1"/>
                </a:solidFill>
              </a:defRPr>
            </a:lvl1pPr>
          </a:lstStyle>
          <a:p>
            <a:r>
              <a:rPr lang="en-US"/>
              <a:t>Product &amp; Service Innovation</a:t>
            </a:r>
          </a:p>
        </p:txBody>
      </p:sp>
      <p:sp>
        <p:nvSpPr>
          <p:cNvPr id="6" name="Slide Number Placeholder 5">
            <a:extLst>
              <a:ext uri="{FF2B5EF4-FFF2-40B4-BE49-F238E27FC236}">
                <a16:creationId xmlns:a16="http://schemas.microsoft.com/office/drawing/2014/main" id="{6A1C081B-AFD3-2CFE-BC00-E7A72056889B}"/>
              </a:ext>
            </a:extLst>
          </p:cNvPr>
          <p:cNvSpPr>
            <a:spLocks noGrp="1"/>
          </p:cNvSpPr>
          <p:nvPr>
            <p:ph type="sldNum" sz="quarter" idx="19"/>
          </p:nvPr>
        </p:nvSpPr>
        <p:spPr/>
        <p:txBody>
          <a:bodyPr/>
          <a:lstStyle>
            <a:lvl1pPr>
              <a:defRPr>
                <a:solidFill>
                  <a:schemeClr val="bg1"/>
                </a:solidFill>
              </a:defRPr>
            </a:lvl1pPr>
          </a:lstStyle>
          <a:p>
            <a:fld id="{F1BC30E3-FFE5-4B91-AA19-87A149EBB9EE}" type="slidenum">
              <a:rPr lang="en-GB" smtClean="0"/>
              <a:pPr/>
              <a:t>‹#›</a:t>
            </a:fld>
            <a:endParaRPr lang="en-GB"/>
          </a:p>
        </p:txBody>
      </p:sp>
    </p:spTree>
    <p:extLst>
      <p:ext uri="{BB962C8B-B14F-4D97-AF65-F5344CB8AC3E}">
        <p14:creationId xmlns:p14="http://schemas.microsoft.com/office/powerpoint/2010/main" val="3275727446"/>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Contact x5">
    <p:spTree>
      <p:nvGrpSpPr>
        <p:cNvPr id="1" name=""/>
        <p:cNvGrpSpPr/>
        <p:nvPr/>
      </p:nvGrpSpPr>
      <p:grpSpPr>
        <a:xfrm>
          <a:off x="0" y="0"/>
          <a:ext cx="0" cy="0"/>
          <a:chOff x="0" y="0"/>
          <a:chExt cx="0" cy="0"/>
        </a:xfrm>
      </p:grpSpPr>
      <p:sp>
        <p:nvSpPr>
          <p:cNvPr id="13" name="Text Placeholder 10">
            <a:extLst>
              <a:ext uri="{FF2B5EF4-FFF2-40B4-BE49-F238E27FC236}">
                <a16:creationId xmlns:a16="http://schemas.microsoft.com/office/drawing/2014/main" id="{75B8AFA5-962F-4121-8CA5-36DE0CD6FD85}"/>
              </a:ext>
            </a:extLst>
          </p:cNvPr>
          <p:cNvSpPr>
            <a:spLocks noGrp="1"/>
          </p:cNvSpPr>
          <p:nvPr>
            <p:ph type="body" sz="quarter" idx="30"/>
          </p:nvPr>
        </p:nvSpPr>
        <p:spPr>
          <a:xfrm>
            <a:off x="485521" y="4118230"/>
            <a:ext cx="2052000" cy="1404937"/>
          </a:xfrm>
        </p:spPr>
        <p:txBody>
          <a:bodyPr/>
          <a:lstStyle>
            <a:lvl1pPr marL="0" indent="0" algn="ctr">
              <a:buNone/>
              <a:defRPr sz="1200">
                <a:solidFill>
                  <a:schemeClr val="bg1"/>
                </a:solidFill>
              </a:defRPr>
            </a:lvl1pPr>
            <a:lvl2pPr marL="0" indent="0" algn="ctr">
              <a:buNone/>
              <a:defRPr sz="800">
                <a:solidFill>
                  <a:schemeClr val="bg1"/>
                </a:solidFill>
              </a:defRPr>
            </a:lvl2pPr>
            <a:lvl3pPr marL="0" indent="0" algn="ctr">
              <a:buNone/>
              <a:defRPr sz="800">
                <a:solidFill>
                  <a:schemeClr val="bg1"/>
                </a:solidFill>
              </a:defRPr>
            </a:lvl3pPr>
            <a:lvl4pPr marL="0" indent="0" algn="ctr">
              <a:buNone/>
              <a:defRPr sz="800">
                <a:solidFill>
                  <a:schemeClr val="bg1"/>
                </a:solidFill>
              </a:defRPr>
            </a:lvl4pPr>
            <a:lvl5pPr marL="0" indent="0" algn="ctr">
              <a:buNone/>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5" name="Text Placeholder 10">
            <a:extLst>
              <a:ext uri="{FF2B5EF4-FFF2-40B4-BE49-F238E27FC236}">
                <a16:creationId xmlns:a16="http://schemas.microsoft.com/office/drawing/2014/main" id="{25E18A27-1DA8-9B40-3170-6B166BCF2D31}"/>
              </a:ext>
            </a:extLst>
          </p:cNvPr>
          <p:cNvSpPr>
            <a:spLocks noGrp="1"/>
          </p:cNvSpPr>
          <p:nvPr>
            <p:ph type="body" sz="quarter" idx="31"/>
          </p:nvPr>
        </p:nvSpPr>
        <p:spPr>
          <a:xfrm>
            <a:off x="2778608" y="4118230"/>
            <a:ext cx="2052000" cy="1404937"/>
          </a:xfrm>
        </p:spPr>
        <p:txBody>
          <a:bodyPr/>
          <a:lstStyle>
            <a:lvl1pPr marL="0" indent="0" algn="ctr">
              <a:buNone/>
              <a:defRPr sz="1200">
                <a:solidFill>
                  <a:schemeClr val="bg1"/>
                </a:solidFill>
              </a:defRPr>
            </a:lvl1pPr>
            <a:lvl2pPr marL="0" indent="0" algn="ctr">
              <a:buNone/>
              <a:defRPr sz="800">
                <a:solidFill>
                  <a:schemeClr val="bg1"/>
                </a:solidFill>
              </a:defRPr>
            </a:lvl2pPr>
            <a:lvl3pPr marL="0" indent="0" algn="ctr">
              <a:buNone/>
              <a:defRPr sz="800">
                <a:solidFill>
                  <a:schemeClr val="bg1"/>
                </a:solidFill>
              </a:defRPr>
            </a:lvl3pPr>
            <a:lvl4pPr marL="0" indent="0" algn="ctr">
              <a:buNone/>
              <a:defRPr sz="800">
                <a:solidFill>
                  <a:schemeClr val="bg1"/>
                </a:solidFill>
              </a:defRPr>
            </a:lvl4pPr>
            <a:lvl5pPr marL="0" indent="0" algn="ctr">
              <a:buNone/>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6" name="Text Placeholder 10">
            <a:extLst>
              <a:ext uri="{FF2B5EF4-FFF2-40B4-BE49-F238E27FC236}">
                <a16:creationId xmlns:a16="http://schemas.microsoft.com/office/drawing/2014/main" id="{FB557374-D65A-D013-5383-390FFE431779}"/>
              </a:ext>
            </a:extLst>
          </p:cNvPr>
          <p:cNvSpPr>
            <a:spLocks noGrp="1"/>
          </p:cNvSpPr>
          <p:nvPr>
            <p:ph type="body" sz="quarter" idx="32"/>
          </p:nvPr>
        </p:nvSpPr>
        <p:spPr>
          <a:xfrm>
            <a:off x="5071695" y="4118230"/>
            <a:ext cx="2052000" cy="1404937"/>
          </a:xfrm>
        </p:spPr>
        <p:txBody>
          <a:bodyPr/>
          <a:lstStyle>
            <a:lvl1pPr marL="0" indent="0" algn="ctr">
              <a:buNone/>
              <a:defRPr sz="1200">
                <a:solidFill>
                  <a:schemeClr val="bg1"/>
                </a:solidFill>
              </a:defRPr>
            </a:lvl1pPr>
            <a:lvl2pPr marL="0" indent="0" algn="ctr">
              <a:buNone/>
              <a:defRPr sz="800">
                <a:solidFill>
                  <a:schemeClr val="bg1"/>
                </a:solidFill>
              </a:defRPr>
            </a:lvl2pPr>
            <a:lvl3pPr marL="0" indent="0" algn="ctr">
              <a:buNone/>
              <a:defRPr sz="800">
                <a:solidFill>
                  <a:schemeClr val="bg1"/>
                </a:solidFill>
              </a:defRPr>
            </a:lvl3pPr>
            <a:lvl4pPr marL="0" indent="0" algn="ctr">
              <a:buNone/>
              <a:defRPr sz="800">
                <a:solidFill>
                  <a:schemeClr val="bg1"/>
                </a:solidFill>
              </a:defRPr>
            </a:lvl4pPr>
            <a:lvl5pPr marL="0" indent="0" algn="ctr">
              <a:buNone/>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7" name="Text Placeholder 10">
            <a:extLst>
              <a:ext uri="{FF2B5EF4-FFF2-40B4-BE49-F238E27FC236}">
                <a16:creationId xmlns:a16="http://schemas.microsoft.com/office/drawing/2014/main" id="{C506E3AA-599E-B570-69E8-4767A7C4AE96}"/>
              </a:ext>
            </a:extLst>
          </p:cNvPr>
          <p:cNvSpPr>
            <a:spLocks noGrp="1"/>
          </p:cNvSpPr>
          <p:nvPr>
            <p:ph type="body" sz="quarter" idx="33"/>
          </p:nvPr>
        </p:nvSpPr>
        <p:spPr>
          <a:xfrm>
            <a:off x="7364782" y="4118230"/>
            <a:ext cx="2052000" cy="1404937"/>
          </a:xfrm>
        </p:spPr>
        <p:txBody>
          <a:bodyPr/>
          <a:lstStyle>
            <a:lvl1pPr marL="0" indent="0" algn="ctr">
              <a:buNone/>
              <a:defRPr sz="1200">
                <a:solidFill>
                  <a:schemeClr val="bg1"/>
                </a:solidFill>
              </a:defRPr>
            </a:lvl1pPr>
            <a:lvl2pPr marL="0" indent="0" algn="ctr">
              <a:buNone/>
              <a:defRPr sz="800">
                <a:solidFill>
                  <a:schemeClr val="bg1"/>
                </a:solidFill>
              </a:defRPr>
            </a:lvl2pPr>
            <a:lvl3pPr marL="0" indent="0" algn="ctr">
              <a:buNone/>
              <a:defRPr sz="800">
                <a:solidFill>
                  <a:schemeClr val="bg1"/>
                </a:solidFill>
              </a:defRPr>
            </a:lvl3pPr>
            <a:lvl4pPr marL="0" indent="0" algn="ctr">
              <a:buNone/>
              <a:defRPr sz="800">
                <a:solidFill>
                  <a:schemeClr val="bg1"/>
                </a:solidFill>
              </a:defRPr>
            </a:lvl4pPr>
            <a:lvl5pPr marL="0" indent="0" algn="ctr">
              <a:buNone/>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8" name="Text Placeholder 10">
            <a:extLst>
              <a:ext uri="{FF2B5EF4-FFF2-40B4-BE49-F238E27FC236}">
                <a16:creationId xmlns:a16="http://schemas.microsoft.com/office/drawing/2014/main" id="{176E3939-EAB8-A85E-1646-A2F377C6884F}"/>
              </a:ext>
            </a:extLst>
          </p:cNvPr>
          <p:cNvSpPr>
            <a:spLocks noGrp="1"/>
          </p:cNvSpPr>
          <p:nvPr>
            <p:ph type="body" sz="quarter" idx="34"/>
          </p:nvPr>
        </p:nvSpPr>
        <p:spPr>
          <a:xfrm>
            <a:off x="9657870" y="4118230"/>
            <a:ext cx="2052000" cy="1404937"/>
          </a:xfrm>
        </p:spPr>
        <p:txBody>
          <a:bodyPr/>
          <a:lstStyle>
            <a:lvl1pPr marL="0" indent="0" algn="ctr">
              <a:buNone/>
              <a:defRPr sz="1200">
                <a:solidFill>
                  <a:schemeClr val="bg1"/>
                </a:solidFill>
              </a:defRPr>
            </a:lvl1pPr>
            <a:lvl2pPr marL="0" indent="0" algn="ctr">
              <a:buNone/>
              <a:defRPr sz="800">
                <a:solidFill>
                  <a:schemeClr val="bg1"/>
                </a:solidFill>
              </a:defRPr>
            </a:lvl2pPr>
            <a:lvl3pPr marL="0" indent="0" algn="ctr">
              <a:buNone/>
              <a:defRPr sz="800">
                <a:solidFill>
                  <a:schemeClr val="bg1"/>
                </a:solidFill>
              </a:defRPr>
            </a:lvl3pPr>
            <a:lvl4pPr marL="0" indent="0" algn="ctr">
              <a:buNone/>
              <a:defRPr sz="800">
                <a:solidFill>
                  <a:schemeClr val="bg1"/>
                </a:solidFill>
              </a:defRPr>
            </a:lvl4pPr>
            <a:lvl5pPr marL="0" indent="0" algn="ctr">
              <a:buNone/>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1" name="Picture Placeholder 60">
            <a:extLst>
              <a:ext uri="{FF2B5EF4-FFF2-40B4-BE49-F238E27FC236}">
                <a16:creationId xmlns:a16="http://schemas.microsoft.com/office/drawing/2014/main" id="{F14B283D-C87F-634C-1040-55C8503A4EB7}"/>
              </a:ext>
            </a:extLst>
          </p:cNvPr>
          <p:cNvSpPr>
            <a:spLocks noGrp="1"/>
          </p:cNvSpPr>
          <p:nvPr userDrawn="1">
            <p:ph type="pic" sz="quarter" idx="20" hasCustomPrompt="1"/>
          </p:nvPr>
        </p:nvSpPr>
        <p:spPr>
          <a:xfrm>
            <a:off x="970977" y="2675764"/>
            <a:ext cx="1081088" cy="1081088"/>
          </a:xfrm>
          <a:prstGeom prst="ellipse">
            <a:avLst/>
          </a:prstGeom>
          <a:solidFill>
            <a:schemeClr val="bg2"/>
          </a:solidFill>
        </p:spPr>
        <p:txBody>
          <a:bodyPr anchor="ctr"/>
          <a:lstStyle>
            <a:lvl1pPr marL="0" indent="0" algn="ctr">
              <a:buNone/>
              <a:defRPr sz="1050"/>
            </a:lvl1pPr>
          </a:lstStyle>
          <a:p>
            <a:r>
              <a:rPr lang="en-US"/>
              <a:t>Contact photo</a:t>
            </a:r>
            <a:endParaRPr lang="en-GB"/>
          </a:p>
        </p:txBody>
      </p:sp>
      <p:sp>
        <p:nvSpPr>
          <p:cNvPr id="62" name="Picture Placeholder 60">
            <a:extLst>
              <a:ext uri="{FF2B5EF4-FFF2-40B4-BE49-F238E27FC236}">
                <a16:creationId xmlns:a16="http://schemas.microsoft.com/office/drawing/2014/main" id="{C18DA453-6951-1763-FA4A-22F8EAD4037A}"/>
              </a:ext>
            </a:extLst>
          </p:cNvPr>
          <p:cNvSpPr>
            <a:spLocks noGrp="1"/>
          </p:cNvSpPr>
          <p:nvPr>
            <p:ph type="pic" sz="quarter" idx="21" hasCustomPrompt="1"/>
          </p:nvPr>
        </p:nvSpPr>
        <p:spPr>
          <a:xfrm>
            <a:off x="3264064" y="2675764"/>
            <a:ext cx="1081088" cy="1081088"/>
          </a:xfrm>
          <a:prstGeom prst="ellipse">
            <a:avLst/>
          </a:prstGeom>
          <a:solidFill>
            <a:schemeClr val="bg2"/>
          </a:solidFill>
        </p:spPr>
        <p:txBody>
          <a:bodyPr anchor="ctr"/>
          <a:lstStyle>
            <a:lvl1pPr marL="0" indent="0" algn="ctr">
              <a:buNone/>
              <a:defRPr sz="1050"/>
            </a:lvl1pPr>
          </a:lstStyle>
          <a:p>
            <a:r>
              <a:rPr lang="en-US"/>
              <a:t>Contact photo</a:t>
            </a:r>
            <a:endParaRPr lang="en-GB"/>
          </a:p>
        </p:txBody>
      </p:sp>
      <p:sp>
        <p:nvSpPr>
          <p:cNvPr id="63" name="Picture Placeholder 60">
            <a:extLst>
              <a:ext uri="{FF2B5EF4-FFF2-40B4-BE49-F238E27FC236}">
                <a16:creationId xmlns:a16="http://schemas.microsoft.com/office/drawing/2014/main" id="{55D8A96A-DBD2-1430-791E-48C3CCBC0263}"/>
              </a:ext>
            </a:extLst>
          </p:cNvPr>
          <p:cNvSpPr>
            <a:spLocks noGrp="1"/>
          </p:cNvSpPr>
          <p:nvPr>
            <p:ph type="pic" sz="quarter" idx="22" hasCustomPrompt="1"/>
          </p:nvPr>
        </p:nvSpPr>
        <p:spPr>
          <a:xfrm>
            <a:off x="5557151" y="2675764"/>
            <a:ext cx="1081088" cy="1081088"/>
          </a:xfrm>
          <a:prstGeom prst="ellipse">
            <a:avLst/>
          </a:prstGeom>
          <a:solidFill>
            <a:schemeClr val="bg2"/>
          </a:solidFill>
        </p:spPr>
        <p:txBody>
          <a:bodyPr anchor="ctr"/>
          <a:lstStyle>
            <a:lvl1pPr marL="0" indent="0" algn="ctr">
              <a:buNone/>
              <a:defRPr sz="1050"/>
            </a:lvl1pPr>
          </a:lstStyle>
          <a:p>
            <a:r>
              <a:rPr lang="en-US"/>
              <a:t>Contact photo</a:t>
            </a:r>
            <a:endParaRPr lang="en-GB"/>
          </a:p>
        </p:txBody>
      </p:sp>
      <p:sp>
        <p:nvSpPr>
          <p:cNvPr id="64" name="Picture Placeholder 60">
            <a:extLst>
              <a:ext uri="{FF2B5EF4-FFF2-40B4-BE49-F238E27FC236}">
                <a16:creationId xmlns:a16="http://schemas.microsoft.com/office/drawing/2014/main" id="{94A52323-226F-BB27-D44D-C4333CDF72C0}"/>
              </a:ext>
            </a:extLst>
          </p:cNvPr>
          <p:cNvSpPr>
            <a:spLocks noGrp="1"/>
          </p:cNvSpPr>
          <p:nvPr>
            <p:ph type="pic" sz="quarter" idx="23" hasCustomPrompt="1"/>
          </p:nvPr>
        </p:nvSpPr>
        <p:spPr>
          <a:xfrm>
            <a:off x="7850238" y="2675764"/>
            <a:ext cx="1081088" cy="1081088"/>
          </a:xfrm>
          <a:prstGeom prst="ellipse">
            <a:avLst/>
          </a:prstGeom>
          <a:solidFill>
            <a:schemeClr val="bg2"/>
          </a:solidFill>
        </p:spPr>
        <p:txBody>
          <a:bodyPr anchor="ctr"/>
          <a:lstStyle>
            <a:lvl1pPr marL="0" indent="0" algn="ctr">
              <a:buNone/>
              <a:defRPr sz="1050"/>
            </a:lvl1pPr>
          </a:lstStyle>
          <a:p>
            <a:r>
              <a:rPr lang="en-US"/>
              <a:t>Contact photo</a:t>
            </a:r>
            <a:endParaRPr lang="en-GB"/>
          </a:p>
        </p:txBody>
      </p:sp>
      <p:sp>
        <p:nvSpPr>
          <p:cNvPr id="2" name="Title">
            <a:extLst>
              <a:ext uri="{FF2B5EF4-FFF2-40B4-BE49-F238E27FC236}">
                <a16:creationId xmlns:a16="http://schemas.microsoft.com/office/drawing/2014/main" id="{E49EC5F5-14E0-4B05-29E6-E9A059AA1002}"/>
              </a:ext>
            </a:extLst>
          </p:cNvPr>
          <p:cNvSpPr>
            <a:spLocks noGrp="1"/>
          </p:cNvSpPr>
          <p:nvPr>
            <p:ph type="title"/>
          </p:nvPr>
        </p:nvSpPr>
        <p:spPr/>
        <p:txBody>
          <a:bodyPr/>
          <a:lstStyle/>
          <a:p>
            <a:r>
              <a:rPr lang="en-GB"/>
              <a:t>Click to edit Master title style</a:t>
            </a:r>
            <a:endParaRPr lang="en-US"/>
          </a:p>
        </p:txBody>
      </p:sp>
      <p:sp>
        <p:nvSpPr>
          <p:cNvPr id="14" name="Content Placeholder">
            <a:extLst>
              <a:ext uri="{FF2B5EF4-FFF2-40B4-BE49-F238E27FC236}">
                <a16:creationId xmlns:a16="http://schemas.microsoft.com/office/drawing/2014/main" id="{A5EED3AD-188C-E954-617B-9CB9E1BA8A14}"/>
              </a:ext>
            </a:extLst>
          </p:cNvPr>
          <p:cNvSpPr>
            <a:spLocks noGrp="1"/>
          </p:cNvSpPr>
          <p:nvPr>
            <p:ph sz="quarter" idx="16"/>
          </p:nvPr>
        </p:nvSpPr>
        <p:spPr>
          <a:xfrm>
            <a:off x="485521" y="1411287"/>
            <a:ext cx="11224800" cy="721569"/>
          </a:xfrm>
        </p:spPr>
        <p:txBody>
          <a:bodyPr/>
          <a:lstStyle>
            <a:lvl1pPr marL="0" indent="0">
              <a:buNone/>
              <a:defRPr/>
            </a:lvl1pPr>
          </a:lstStyle>
          <a:p>
            <a:pPr lvl="0"/>
            <a:r>
              <a:rPr lang="en-GB"/>
              <a:t>Click to edit Master text styles</a:t>
            </a:r>
          </a:p>
        </p:txBody>
      </p:sp>
      <p:sp>
        <p:nvSpPr>
          <p:cNvPr id="4" name="Date Placeholder 3">
            <a:extLst>
              <a:ext uri="{FF2B5EF4-FFF2-40B4-BE49-F238E27FC236}">
                <a16:creationId xmlns:a16="http://schemas.microsoft.com/office/drawing/2014/main" id="{C2E28B2B-ED84-D8B9-C6E0-AF4BC1706BD2}"/>
              </a:ext>
            </a:extLst>
          </p:cNvPr>
          <p:cNvSpPr>
            <a:spLocks noGrp="1"/>
          </p:cNvSpPr>
          <p:nvPr>
            <p:ph type="dt" sz="half" idx="17"/>
          </p:nvPr>
        </p:nvSpPr>
        <p:spPr/>
        <p:txBody>
          <a:bodyPr/>
          <a:lstStyle>
            <a:lvl1pPr>
              <a:defRPr>
                <a:solidFill>
                  <a:schemeClr val="bg1"/>
                </a:solidFill>
              </a:defRPr>
            </a:lvl1pPr>
          </a:lstStyle>
          <a:p>
            <a:fld id="{6A0989E7-35A4-41E0-828C-EA666C252368}" type="datetime3">
              <a:rPr lang="en-US" smtClean="0"/>
              <a:t>18 March 2026</a:t>
            </a:fld>
            <a:endParaRPr lang="en-US"/>
          </a:p>
        </p:txBody>
      </p:sp>
      <p:sp>
        <p:nvSpPr>
          <p:cNvPr id="5" name="Footer Placeholder 4">
            <a:extLst>
              <a:ext uri="{FF2B5EF4-FFF2-40B4-BE49-F238E27FC236}">
                <a16:creationId xmlns:a16="http://schemas.microsoft.com/office/drawing/2014/main" id="{422FBA85-AB9A-E34B-448A-B5BB1CE520BD}"/>
              </a:ext>
            </a:extLst>
          </p:cNvPr>
          <p:cNvSpPr>
            <a:spLocks noGrp="1"/>
          </p:cNvSpPr>
          <p:nvPr>
            <p:ph type="ftr" sz="quarter" idx="18"/>
          </p:nvPr>
        </p:nvSpPr>
        <p:spPr/>
        <p:txBody>
          <a:bodyPr/>
          <a:lstStyle>
            <a:lvl1pPr>
              <a:defRPr>
                <a:solidFill>
                  <a:schemeClr val="bg1"/>
                </a:solidFill>
              </a:defRPr>
            </a:lvl1pPr>
          </a:lstStyle>
          <a:p>
            <a:r>
              <a:rPr lang="en-US"/>
              <a:t>Product &amp; Service Innovation</a:t>
            </a:r>
          </a:p>
        </p:txBody>
      </p:sp>
      <p:sp>
        <p:nvSpPr>
          <p:cNvPr id="6" name="Slide Number Placeholder 5">
            <a:extLst>
              <a:ext uri="{FF2B5EF4-FFF2-40B4-BE49-F238E27FC236}">
                <a16:creationId xmlns:a16="http://schemas.microsoft.com/office/drawing/2014/main" id="{6A1C081B-AFD3-2CFE-BC00-E7A72056889B}"/>
              </a:ext>
            </a:extLst>
          </p:cNvPr>
          <p:cNvSpPr>
            <a:spLocks noGrp="1"/>
          </p:cNvSpPr>
          <p:nvPr>
            <p:ph type="sldNum" sz="quarter" idx="19"/>
          </p:nvPr>
        </p:nvSpPr>
        <p:spPr/>
        <p:txBody>
          <a:bodyPr/>
          <a:lstStyle>
            <a:lvl1pPr>
              <a:defRPr>
                <a:solidFill>
                  <a:schemeClr val="bg1"/>
                </a:solidFill>
              </a:defRPr>
            </a:lvl1pPr>
          </a:lstStyle>
          <a:p>
            <a:fld id="{F1BC30E3-FFE5-4B91-AA19-87A149EBB9EE}" type="slidenum">
              <a:rPr lang="en-GB" smtClean="0"/>
              <a:pPr/>
              <a:t>‹#›</a:t>
            </a:fld>
            <a:endParaRPr lang="en-GB"/>
          </a:p>
        </p:txBody>
      </p:sp>
      <p:sp>
        <p:nvSpPr>
          <p:cNvPr id="3" name="Picture Placeholder 60">
            <a:extLst>
              <a:ext uri="{FF2B5EF4-FFF2-40B4-BE49-F238E27FC236}">
                <a16:creationId xmlns:a16="http://schemas.microsoft.com/office/drawing/2014/main" id="{44480C05-3B6D-A3E8-D64B-ECDFF8F2C871}"/>
              </a:ext>
            </a:extLst>
          </p:cNvPr>
          <p:cNvSpPr>
            <a:spLocks noGrp="1"/>
          </p:cNvSpPr>
          <p:nvPr>
            <p:ph type="pic" sz="quarter" idx="28" hasCustomPrompt="1"/>
          </p:nvPr>
        </p:nvSpPr>
        <p:spPr>
          <a:xfrm>
            <a:off x="10143326" y="2675764"/>
            <a:ext cx="1081088" cy="1081088"/>
          </a:xfrm>
          <a:prstGeom prst="ellipse">
            <a:avLst/>
          </a:prstGeom>
          <a:solidFill>
            <a:schemeClr val="bg2"/>
          </a:solidFill>
        </p:spPr>
        <p:txBody>
          <a:bodyPr anchor="ctr"/>
          <a:lstStyle>
            <a:lvl1pPr marL="0" indent="0" algn="ctr">
              <a:buNone/>
              <a:defRPr sz="1050"/>
            </a:lvl1pPr>
          </a:lstStyle>
          <a:p>
            <a:r>
              <a:rPr lang="en-US"/>
              <a:t>Contact photo</a:t>
            </a:r>
            <a:endParaRPr lang="en-GB"/>
          </a:p>
        </p:txBody>
      </p:sp>
      <p:pic>
        <p:nvPicPr>
          <p:cNvPr id="8" name="Graphic 7">
            <a:extLst>
              <a:ext uri="{FF2B5EF4-FFF2-40B4-BE49-F238E27FC236}">
                <a16:creationId xmlns:a16="http://schemas.microsoft.com/office/drawing/2014/main" id="{D42DD88F-48BD-EC0D-ACCA-32B74F700E6A}"/>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403577" y="5085184"/>
            <a:ext cx="215888" cy="215888"/>
          </a:xfrm>
          <a:prstGeom prst="rect">
            <a:avLst/>
          </a:prstGeom>
        </p:spPr>
      </p:pic>
      <p:pic>
        <p:nvPicPr>
          <p:cNvPr id="9" name="Graphic 8">
            <a:extLst>
              <a:ext uri="{FF2B5EF4-FFF2-40B4-BE49-F238E27FC236}">
                <a16:creationId xmlns:a16="http://schemas.microsoft.com/office/drawing/2014/main" id="{AE940547-9F12-7A73-DF16-151469F4F55F}"/>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575926" y="5085184"/>
            <a:ext cx="215888" cy="215888"/>
          </a:xfrm>
          <a:prstGeom prst="rect">
            <a:avLst/>
          </a:prstGeom>
        </p:spPr>
      </p:pic>
      <p:pic>
        <p:nvPicPr>
          <p:cNvPr id="10" name="Graphic 9">
            <a:extLst>
              <a:ext uri="{FF2B5EF4-FFF2-40B4-BE49-F238E27FC236}">
                <a16:creationId xmlns:a16="http://schemas.microsoft.com/office/drawing/2014/main" id="{4296D892-7900-8747-3CC1-7FDDC18F8428}"/>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8282838" y="5085184"/>
            <a:ext cx="215888" cy="215888"/>
          </a:xfrm>
          <a:prstGeom prst="rect">
            <a:avLst/>
          </a:prstGeom>
        </p:spPr>
      </p:pic>
      <p:pic>
        <p:nvPicPr>
          <p:cNvPr id="11" name="Graphic 10">
            <a:extLst>
              <a:ext uri="{FF2B5EF4-FFF2-40B4-BE49-F238E27FC236}">
                <a16:creationId xmlns:a16="http://schemas.microsoft.com/office/drawing/2014/main" id="{3A1E4084-7938-5C99-88E5-B08655E309FA}"/>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5989751" y="5085184"/>
            <a:ext cx="215888" cy="215888"/>
          </a:xfrm>
          <a:prstGeom prst="rect">
            <a:avLst/>
          </a:prstGeom>
        </p:spPr>
      </p:pic>
      <p:pic>
        <p:nvPicPr>
          <p:cNvPr id="12" name="Graphic 11">
            <a:extLst>
              <a:ext uri="{FF2B5EF4-FFF2-40B4-BE49-F238E27FC236}">
                <a16:creationId xmlns:a16="http://schemas.microsoft.com/office/drawing/2014/main" id="{C1A48711-B840-BBCA-C1D6-0051B4716C03}"/>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696664" y="5085184"/>
            <a:ext cx="215888" cy="215888"/>
          </a:xfrm>
          <a:prstGeom prst="rect">
            <a:avLst/>
          </a:prstGeom>
        </p:spPr>
      </p:pic>
    </p:spTree>
    <p:extLst>
      <p:ext uri="{BB962C8B-B14F-4D97-AF65-F5344CB8AC3E}">
        <p14:creationId xmlns:p14="http://schemas.microsoft.com/office/powerpoint/2010/main" val="91921251"/>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E49EC5F5-14E0-4B05-29E6-E9A059AA1002}"/>
              </a:ext>
            </a:extLst>
          </p:cNvPr>
          <p:cNvSpPr>
            <a:spLocks noGrp="1"/>
          </p:cNvSpPr>
          <p:nvPr>
            <p:ph type="title"/>
          </p:nvPr>
        </p:nvSpPr>
        <p:spPr>
          <a:xfrm>
            <a:off x="485523" y="382588"/>
            <a:ext cx="11224347" cy="638175"/>
          </a:xfrm>
        </p:spPr>
        <p:txBody>
          <a:bodyPr/>
          <a:lstStyle/>
          <a:p>
            <a:r>
              <a:rPr lang="en-GB"/>
              <a:t>Click to edit Master title style</a:t>
            </a:r>
            <a:endParaRPr lang="en-US"/>
          </a:p>
        </p:txBody>
      </p:sp>
      <p:sp>
        <p:nvSpPr>
          <p:cNvPr id="14" name="Content Placeholder 1">
            <a:extLst>
              <a:ext uri="{FF2B5EF4-FFF2-40B4-BE49-F238E27FC236}">
                <a16:creationId xmlns:a16="http://schemas.microsoft.com/office/drawing/2014/main" id="{A5EED3AD-188C-E954-617B-9CB9E1BA8A14}"/>
              </a:ext>
            </a:extLst>
          </p:cNvPr>
          <p:cNvSpPr>
            <a:spLocks noGrp="1"/>
          </p:cNvSpPr>
          <p:nvPr>
            <p:ph sz="quarter" idx="16"/>
          </p:nvPr>
        </p:nvSpPr>
        <p:spPr>
          <a:xfrm>
            <a:off x="485520" y="1411287"/>
            <a:ext cx="5356800" cy="463867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5" name="Content Placeholder 2">
            <a:extLst>
              <a:ext uri="{FF2B5EF4-FFF2-40B4-BE49-F238E27FC236}">
                <a16:creationId xmlns:a16="http://schemas.microsoft.com/office/drawing/2014/main" id="{C87884BD-C538-2E4C-E4FE-1C5F73563883}"/>
              </a:ext>
            </a:extLst>
          </p:cNvPr>
          <p:cNvSpPr>
            <a:spLocks noGrp="1"/>
          </p:cNvSpPr>
          <p:nvPr>
            <p:ph sz="quarter" idx="15"/>
          </p:nvPr>
        </p:nvSpPr>
        <p:spPr>
          <a:xfrm>
            <a:off x="6353069" y="1411287"/>
            <a:ext cx="5356800" cy="463867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Slide Number Placeholder">
            <a:extLst>
              <a:ext uri="{FF2B5EF4-FFF2-40B4-BE49-F238E27FC236}">
                <a16:creationId xmlns:a16="http://schemas.microsoft.com/office/drawing/2014/main" id="{E26F7576-DAEE-2232-6A83-201B728CCEEC}"/>
              </a:ext>
            </a:extLst>
          </p:cNvPr>
          <p:cNvSpPr>
            <a:spLocks noGrp="1"/>
          </p:cNvSpPr>
          <p:nvPr>
            <p:ph type="sldNum" sz="quarter" idx="12"/>
          </p:nvPr>
        </p:nvSpPr>
        <p:spPr/>
        <p:txBody>
          <a:bodyPr/>
          <a:lstStyle/>
          <a:p>
            <a:fld id="{94FCA0F3-9F3A-694B-99BB-0E592A797735}" type="slidenum">
              <a:rPr lang="en-US" smtClean="0"/>
              <a:t>‹#›</a:t>
            </a:fld>
            <a:endParaRPr lang="en-US"/>
          </a:p>
        </p:txBody>
      </p:sp>
      <p:sp>
        <p:nvSpPr>
          <p:cNvPr id="4" name="Date Placeholder">
            <a:extLst>
              <a:ext uri="{FF2B5EF4-FFF2-40B4-BE49-F238E27FC236}">
                <a16:creationId xmlns:a16="http://schemas.microsoft.com/office/drawing/2014/main" id="{6DECAE16-1D46-ECE2-67B1-B4055F385487}"/>
              </a:ext>
            </a:extLst>
          </p:cNvPr>
          <p:cNvSpPr>
            <a:spLocks noGrp="1"/>
          </p:cNvSpPr>
          <p:nvPr>
            <p:ph type="dt" sz="half" idx="10"/>
          </p:nvPr>
        </p:nvSpPr>
        <p:spPr/>
        <p:txBody>
          <a:bodyPr/>
          <a:lstStyle/>
          <a:p>
            <a:fld id="{6DFA6CA2-C252-416E-8375-210F8EE9365B}" type="datetime3">
              <a:rPr lang="en-US" smtClean="0"/>
              <a:t>18 March 2026</a:t>
            </a:fld>
            <a:endParaRPr lang="en-US"/>
          </a:p>
        </p:txBody>
      </p:sp>
      <p:sp>
        <p:nvSpPr>
          <p:cNvPr id="5" name="Footer Placeholder">
            <a:extLst>
              <a:ext uri="{FF2B5EF4-FFF2-40B4-BE49-F238E27FC236}">
                <a16:creationId xmlns:a16="http://schemas.microsoft.com/office/drawing/2014/main" id="{98E63702-02E0-6C43-ACB9-CF47EDD90CA6}"/>
              </a:ext>
            </a:extLst>
          </p:cNvPr>
          <p:cNvSpPr>
            <a:spLocks noGrp="1"/>
          </p:cNvSpPr>
          <p:nvPr>
            <p:ph type="ftr" sz="quarter" idx="11"/>
          </p:nvPr>
        </p:nvSpPr>
        <p:spPr/>
        <p:txBody>
          <a:bodyPr/>
          <a:lstStyle/>
          <a:p>
            <a:r>
              <a:rPr lang="en-US"/>
              <a:t>Product &amp; Service Innovation</a:t>
            </a:r>
          </a:p>
        </p:txBody>
      </p:sp>
    </p:spTree>
    <p:extLst>
      <p:ext uri="{BB962C8B-B14F-4D97-AF65-F5344CB8AC3E}">
        <p14:creationId xmlns:p14="http://schemas.microsoft.com/office/powerpoint/2010/main" val="2347172449"/>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7" name="Content Placeholder 1">
            <a:extLst>
              <a:ext uri="{FF2B5EF4-FFF2-40B4-BE49-F238E27FC236}">
                <a16:creationId xmlns:a16="http://schemas.microsoft.com/office/drawing/2014/main" id="{99DD3D67-FDA7-A413-313B-AF74B5AA9F16}"/>
              </a:ext>
            </a:extLst>
          </p:cNvPr>
          <p:cNvSpPr>
            <a:spLocks noGrp="1"/>
          </p:cNvSpPr>
          <p:nvPr>
            <p:ph idx="1"/>
          </p:nvPr>
        </p:nvSpPr>
        <p:spPr>
          <a:xfrm>
            <a:off x="485522" y="1411287"/>
            <a:ext cx="3570017" cy="4638675"/>
          </a:xfrm>
        </p:spPr>
        <p:txBody>
          <a:bodyPr/>
          <a:lstStyle>
            <a:lvl1pPr>
              <a:defRPr lang="en-GB" dirty="0"/>
            </a:lvl1pPr>
            <a:lvl2pPr>
              <a:defRPr lang="en-GB" dirty="0"/>
            </a:lvl2pPr>
            <a:lvl3pPr>
              <a:defRPr lang="en-GB" dirty="0"/>
            </a:lvl3pPr>
            <a:lvl4pPr>
              <a:defRPr lang="en-GB" dirty="0"/>
            </a:lvl4pPr>
            <a:lvl5pPr>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2" name="Content Placeholder 2">
            <a:extLst>
              <a:ext uri="{FF2B5EF4-FFF2-40B4-BE49-F238E27FC236}">
                <a16:creationId xmlns:a16="http://schemas.microsoft.com/office/drawing/2014/main" id="{8FDAD40B-6BF1-FD89-F7E7-683D2B6F74A7}"/>
              </a:ext>
            </a:extLst>
          </p:cNvPr>
          <p:cNvSpPr>
            <a:spLocks noGrp="1"/>
          </p:cNvSpPr>
          <p:nvPr>
            <p:ph idx="13"/>
          </p:nvPr>
        </p:nvSpPr>
        <p:spPr>
          <a:xfrm>
            <a:off x="4312686" y="1411287"/>
            <a:ext cx="3570017" cy="4638675"/>
          </a:xfrm>
        </p:spPr>
        <p:txBody>
          <a:bodyPr/>
          <a:lstStyle>
            <a:lvl1pPr>
              <a:defRPr lang="en-GB" dirty="0"/>
            </a:lvl1pPr>
            <a:lvl2pPr>
              <a:defRPr lang="en-GB" dirty="0"/>
            </a:lvl2pPr>
            <a:lvl3pPr>
              <a:defRPr lang="en-GB" dirty="0"/>
            </a:lvl3pPr>
            <a:lvl4pPr>
              <a:defRPr lang="en-GB" dirty="0"/>
            </a:lvl4pPr>
            <a:lvl5pPr>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3" name="Content Placeholder 3">
            <a:extLst>
              <a:ext uri="{FF2B5EF4-FFF2-40B4-BE49-F238E27FC236}">
                <a16:creationId xmlns:a16="http://schemas.microsoft.com/office/drawing/2014/main" id="{6A69E41B-F39E-4366-2ADE-0A30A6B7B882}"/>
              </a:ext>
            </a:extLst>
          </p:cNvPr>
          <p:cNvSpPr>
            <a:spLocks noGrp="1"/>
          </p:cNvSpPr>
          <p:nvPr>
            <p:ph idx="14"/>
          </p:nvPr>
        </p:nvSpPr>
        <p:spPr>
          <a:xfrm>
            <a:off x="8139851" y="1411287"/>
            <a:ext cx="3570017" cy="4638675"/>
          </a:xfrm>
        </p:spPr>
        <p:txBody>
          <a:bodyPr/>
          <a:lstStyle>
            <a:lvl1pPr>
              <a:defRPr lang="en-GB" dirty="0"/>
            </a:lvl1pPr>
            <a:lvl2pPr>
              <a:defRPr lang="en-GB" dirty="0"/>
            </a:lvl2pPr>
            <a:lvl3pPr>
              <a:defRPr lang="en-GB" dirty="0"/>
            </a:lvl3pPr>
            <a:lvl4pPr>
              <a:defRPr lang="en-GB" dirty="0"/>
            </a:lvl4pPr>
            <a:lvl5pPr>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Slide Number Placeholder">
            <a:extLst>
              <a:ext uri="{FF2B5EF4-FFF2-40B4-BE49-F238E27FC236}">
                <a16:creationId xmlns:a16="http://schemas.microsoft.com/office/drawing/2014/main" id="{E26F7576-DAEE-2232-6A83-201B728CCEEC}"/>
              </a:ext>
            </a:extLst>
          </p:cNvPr>
          <p:cNvSpPr>
            <a:spLocks noGrp="1"/>
          </p:cNvSpPr>
          <p:nvPr>
            <p:ph type="sldNum" sz="quarter" idx="12"/>
          </p:nvPr>
        </p:nvSpPr>
        <p:spPr/>
        <p:txBody>
          <a:bodyPr/>
          <a:lstStyle/>
          <a:p>
            <a:fld id="{94FCA0F3-9F3A-694B-99BB-0E592A797735}" type="slidenum">
              <a:rPr lang="en-US" smtClean="0"/>
              <a:t>‹#›</a:t>
            </a:fld>
            <a:endParaRPr lang="en-US"/>
          </a:p>
        </p:txBody>
      </p:sp>
      <p:sp>
        <p:nvSpPr>
          <p:cNvPr id="4" name="Date Placeholder">
            <a:extLst>
              <a:ext uri="{FF2B5EF4-FFF2-40B4-BE49-F238E27FC236}">
                <a16:creationId xmlns:a16="http://schemas.microsoft.com/office/drawing/2014/main" id="{6DECAE16-1D46-ECE2-67B1-B4055F385487}"/>
              </a:ext>
            </a:extLst>
          </p:cNvPr>
          <p:cNvSpPr>
            <a:spLocks noGrp="1"/>
          </p:cNvSpPr>
          <p:nvPr>
            <p:ph type="dt" sz="half" idx="10"/>
          </p:nvPr>
        </p:nvSpPr>
        <p:spPr/>
        <p:txBody>
          <a:bodyPr/>
          <a:lstStyle/>
          <a:p>
            <a:fld id="{256E7795-EA08-4C7E-BE87-D80D0CD95F1F}" type="datetime3">
              <a:rPr lang="en-US" smtClean="0"/>
              <a:t>18 March 2026</a:t>
            </a:fld>
            <a:endParaRPr lang="en-US"/>
          </a:p>
        </p:txBody>
      </p:sp>
      <p:sp>
        <p:nvSpPr>
          <p:cNvPr id="5" name="Footer Placeholder">
            <a:extLst>
              <a:ext uri="{FF2B5EF4-FFF2-40B4-BE49-F238E27FC236}">
                <a16:creationId xmlns:a16="http://schemas.microsoft.com/office/drawing/2014/main" id="{98E63702-02E0-6C43-ACB9-CF47EDD90CA6}"/>
              </a:ext>
            </a:extLst>
          </p:cNvPr>
          <p:cNvSpPr>
            <a:spLocks noGrp="1"/>
          </p:cNvSpPr>
          <p:nvPr>
            <p:ph type="ftr" sz="quarter" idx="11"/>
          </p:nvPr>
        </p:nvSpPr>
        <p:spPr/>
        <p:txBody>
          <a:bodyPr/>
          <a:lstStyle/>
          <a:p>
            <a:r>
              <a:rPr lang="en-US"/>
              <a:t>Product &amp; Service Innovation</a:t>
            </a:r>
          </a:p>
        </p:txBody>
      </p:sp>
      <p:sp>
        <p:nvSpPr>
          <p:cNvPr id="3" name="Title 2">
            <a:extLst>
              <a:ext uri="{FF2B5EF4-FFF2-40B4-BE49-F238E27FC236}">
                <a16:creationId xmlns:a16="http://schemas.microsoft.com/office/drawing/2014/main" id="{8EA961CD-5D51-5DAB-76F4-3F2524B3664B}"/>
              </a:ext>
            </a:extLst>
          </p:cNvPr>
          <p:cNvSpPr>
            <a:spLocks noGrp="1"/>
          </p:cNvSpPr>
          <p:nvPr>
            <p:ph type="title"/>
          </p:nvPr>
        </p:nvSpPr>
        <p:spPr/>
        <p:txBody>
          <a:bodyPr/>
          <a:lstStyle/>
          <a:p>
            <a:r>
              <a:rPr lang="en-GB"/>
              <a:t>Click to edit Master title style</a:t>
            </a:r>
            <a:endParaRPr lang="en-US"/>
          </a:p>
        </p:txBody>
      </p:sp>
    </p:spTree>
    <p:extLst>
      <p:ext uri="{BB962C8B-B14F-4D97-AF65-F5344CB8AC3E}">
        <p14:creationId xmlns:p14="http://schemas.microsoft.com/office/powerpoint/2010/main" val="4283217532"/>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Four Content">
    <p:spTree>
      <p:nvGrpSpPr>
        <p:cNvPr id="1" name=""/>
        <p:cNvGrpSpPr/>
        <p:nvPr/>
      </p:nvGrpSpPr>
      <p:grpSpPr>
        <a:xfrm>
          <a:off x="0" y="0"/>
          <a:ext cx="0" cy="0"/>
          <a:chOff x="0" y="0"/>
          <a:chExt cx="0" cy="0"/>
        </a:xfrm>
      </p:grpSpPr>
      <p:sp>
        <p:nvSpPr>
          <p:cNvPr id="7" name="Content Placeholder 1">
            <a:extLst>
              <a:ext uri="{FF2B5EF4-FFF2-40B4-BE49-F238E27FC236}">
                <a16:creationId xmlns:a16="http://schemas.microsoft.com/office/drawing/2014/main" id="{99DD3D67-FDA7-A413-313B-AF74B5AA9F16}"/>
              </a:ext>
            </a:extLst>
          </p:cNvPr>
          <p:cNvSpPr>
            <a:spLocks noGrp="1"/>
          </p:cNvSpPr>
          <p:nvPr>
            <p:ph idx="1"/>
          </p:nvPr>
        </p:nvSpPr>
        <p:spPr>
          <a:xfrm>
            <a:off x="485523" y="1411287"/>
            <a:ext cx="2548800" cy="4638675"/>
          </a:xfrm>
        </p:spPr>
        <p:txBody>
          <a:bodyPr/>
          <a:lstStyle>
            <a:lvl1pPr>
              <a:defRPr lang="en-GB" dirty="0"/>
            </a:lvl1pPr>
            <a:lvl2pPr>
              <a:defRPr lang="en-GB" dirty="0"/>
            </a:lvl2pPr>
            <a:lvl3pPr>
              <a:defRPr lang="en-GB" dirty="0"/>
            </a:lvl3pPr>
            <a:lvl4pPr>
              <a:defRPr lang="en-GB" dirty="0"/>
            </a:lvl4pPr>
            <a:lvl5pPr>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2" name="Content Placeholder 2">
            <a:extLst>
              <a:ext uri="{FF2B5EF4-FFF2-40B4-BE49-F238E27FC236}">
                <a16:creationId xmlns:a16="http://schemas.microsoft.com/office/drawing/2014/main" id="{8FDAD40B-6BF1-FD89-F7E7-683D2B6F74A7}"/>
              </a:ext>
            </a:extLst>
          </p:cNvPr>
          <p:cNvSpPr>
            <a:spLocks noGrp="1"/>
          </p:cNvSpPr>
          <p:nvPr>
            <p:ph idx="13"/>
          </p:nvPr>
        </p:nvSpPr>
        <p:spPr>
          <a:xfrm>
            <a:off x="3377372" y="1411287"/>
            <a:ext cx="2548800" cy="4638675"/>
          </a:xfrm>
        </p:spPr>
        <p:txBody>
          <a:bodyPr/>
          <a:lstStyle>
            <a:lvl1pPr>
              <a:defRPr lang="en-GB" dirty="0"/>
            </a:lvl1pPr>
            <a:lvl2pPr>
              <a:defRPr lang="en-GB" dirty="0"/>
            </a:lvl2pPr>
            <a:lvl3pPr>
              <a:defRPr lang="en-GB" dirty="0"/>
            </a:lvl3pPr>
            <a:lvl4pPr>
              <a:defRPr lang="en-GB" dirty="0"/>
            </a:lvl4pPr>
            <a:lvl5pPr>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3" name="Content Placeholder 3">
            <a:extLst>
              <a:ext uri="{FF2B5EF4-FFF2-40B4-BE49-F238E27FC236}">
                <a16:creationId xmlns:a16="http://schemas.microsoft.com/office/drawing/2014/main" id="{6A69E41B-F39E-4366-2ADE-0A30A6B7B882}"/>
              </a:ext>
            </a:extLst>
          </p:cNvPr>
          <p:cNvSpPr>
            <a:spLocks noGrp="1"/>
          </p:cNvSpPr>
          <p:nvPr>
            <p:ph idx="14"/>
          </p:nvPr>
        </p:nvSpPr>
        <p:spPr>
          <a:xfrm>
            <a:off x="6269221" y="1411287"/>
            <a:ext cx="2548800" cy="4638675"/>
          </a:xfrm>
        </p:spPr>
        <p:txBody>
          <a:bodyPr/>
          <a:lstStyle>
            <a:lvl1pPr>
              <a:defRPr lang="en-GB" dirty="0"/>
            </a:lvl1pPr>
            <a:lvl2pPr>
              <a:defRPr lang="en-GB" dirty="0"/>
            </a:lvl2pPr>
            <a:lvl3pPr>
              <a:defRPr lang="en-GB" dirty="0"/>
            </a:lvl3pPr>
            <a:lvl4pPr>
              <a:defRPr lang="en-GB" dirty="0"/>
            </a:lvl4pPr>
            <a:lvl5pPr>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Slide Number Placeholder">
            <a:extLst>
              <a:ext uri="{FF2B5EF4-FFF2-40B4-BE49-F238E27FC236}">
                <a16:creationId xmlns:a16="http://schemas.microsoft.com/office/drawing/2014/main" id="{E26F7576-DAEE-2232-6A83-201B728CCEEC}"/>
              </a:ext>
            </a:extLst>
          </p:cNvPr>
          <p:cNvSpPr>
            <a:spLocks noGrp="1"/>
          </p:cNvSpPr>
          <p:nvPr>
            <p:ph type="sldNum" sz="quarter" idx="12"/>
          </p:nvPr>
        </p:nvSpPr>
        <p:spPr/>
        <p:txBody>
          <a:bodyPr/>
          <a:lstStyle/>
          <a:p>
            <a:fld id="{94FCA0F3-9F3A-694B-99BB-0E592A797735}" type="slidenum">
              <a:rPr lang="en-US" smtClean="0"/>
              <a:t>‹#›</a:t>
            </a:fld>
            <a:endParaRPr lang="en-US"/>
          </a:p>
        </p:txBody>
      </p:sp>
      <p:sp>
        <p:nvSpPr>
          <p:cNvPr id="4" name="Date Placeholder">
            <a:extLst>
              <a:ext uri="{FF2B5EF4-FFF2-40B4-BE49-F238E27FC236}">
                <a16:creationId xmlns:a16="http://schemas.microsoft.com/office/drawing/2014/main" id="{6DECAE16-1D46-ECE2-67B1-B4055F385487}"/>
              </a:ext>
            </a:extLst>
          </p:cNvPr>
          <p:cNvSpPr>
            <a:spLocks noGrp="1"/>
          </p:cNvSpPr>
          <p:nvPr>
            <p:ph type="dt" sz="half" idx="10"/>
          </p:nvPr>
        </p:nvSpPr>
        <p:spPr/>
        <p:txBody>
          <a:bodyPr/>
          <a:lstStyle/>
          <a:p>
            <a:fld id="{B104FDE2-F3C0-4F3E-B516-4D3B4CFC49BB}" type="datetime3">
              <a:rPr lang="en-US" smtClean="0"/>
              <a:t>18 March 2026</a:t>
            </a:fld>
            <a:endParaRPr lang="en-US"/>
          </a:p>
        </p:txBody>
      </p:sp>
      <p:sp>
        <p:nvSpPr>
          <p:cNvPr id="5" name="Footer Placeholder">
            <a:extLst>
              <a:ext uri="{FF2B5EF4-FFF2-40B4-BE49-F238E27FC236}">
                <a16:creationId xmlns:a16="http://schemas.microsoft.com/office/drawing/2014/main" id="{98E63702-02E0-6C43-ACB9-CF47EDD90CA6}"/>
              </a:ext>
            </a:extLst>
          </p:cNvPr>
          <p:cNvSpPr>
            <a:spLocks noGrp="1"/>
          </p:cNvSpPr>
          <p:nvPr>
            <p:ph type="ftr" sz="quarter" idx="11"/>
          </p:nvPr>
        </p:nvSpPr>
        <p:spPr/>
        <p:txBody>
          <a:bodyPr/>
          <a:lstStyle/>
          <a:p>
            <a:r>
              <a:rPr lang="en-US"/>
              <a:t>Product &amp; Service Innovation</a:t>
            </a:r>
          </a:p>
        </p:txBody>
      </p:sp>
      <p:sp>
        <p:nvSpPr>
          <p:cNvPr id="3" name="Title 2">
            <a:extLst>
              <a:ext uri="{FF2B5EF4-FFF2-40B4-BE49-F238E27FC236}">
                <a16:creationId xmlns:a16="http://schemas.microsoft.com/office/drawing/2014/main" id="{8EA961CD-5D51-5DAB-76F4-3F2524B3664B}"/>
              </a:ext>
            </a:extLst>
          </p:cNvPr>
          <p:cNvSpPr>
            <a:spLocks noGrp="1"/>
          </p:cNvSpPr>
          <p:nvPr>
            <p:ph type="title"/>
          </p:nvPr>
        </p:nvSpPr>
        <p:spPr>
          <a:xfrm>
            <a:off x="485523" y="382588"/>
            <a:ext cx="11224347" cy="638175"/>
          </a:xfrm>
        </p:spPr>
        <p:txBody>
          <a:bodyPr/>
          <a:lstStyle/>
          <a:p>
            <a:r>
              <a:rPr lang="en-GB"/>
              <a:t>Click to edit Master title style</a:t>
            </a:r>
            <a:endParaRPr lang="en-US"/>
          </a:p>
        </p:txBody>
      </p:sp>
      <p:sp>
        <p:nvSpPr>
          <p:cNvPr id="15" name="Content Placeholder 3">
            <a:extLst>
              <a:ext uri="{FF2B5EF4-FFF2-40B4-BE49-F238E27FC236}">
                <a16:creationId xmlns:a16="http://schemas.microsoft.com/office/drawing/2014/main" id="{3A89EC53-4B4E-25EA-86D3-0A198384FA8D}"/>
              </a:ext>
            </a:extLst>
          </p:cNvPr>
          <p:cNvSpPr>
            <a:spLocks noGrp="1"/>
          </p:cNvSpPr>
          <p:nvPr>
            <p:ph idx="15"/>
          </p:nvPr>
        </p:nvSpPr>
        <p:spPr>
          <a:xfrm>
            <a:off x="9161070" y="1411287"/>
            <a:ext cx="2548800" cy="4638675"/>
          </a:xfrm>
        </p:spPr>
        <p:txBody>
          <a:bodyPr/>
          <a:lstStyle>
            <a:lvl1pPr>
              <a:defRPr lang="en-GB" dirty="0"/>
            </a:lvl1pPr>
            <a:lvl2pPr>
              <a:defRPr lang="en-GB" dirty="0"/>
            </a:lvl2pPr>
            <a:lvl3pPr>
              <a:defRPr lang="en-GB" dirty="0"/>
            </a:lvl3pPr>
            <a:lvl4pPr>
              <a:defRPr lang="en-GB" dirty="0"/>
            </a:lvl4pPr>
            <a:lvl5pPr>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3513778298"/>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Eight Content">
    <p:spTree>
      <p:nvGrpSpPr>
        <p:cNvPr id="1" name=""/>
        <p:cNvGrpSpPr/>
        <p:nvPr/>
      </p:nvGrpSpPr>
      <p:grpSpPr>
        <a:xfrm>
          <a:off x="0" y="0"/>
          <a:ext cx="0" cy="0"/>
          <a:chOff x="0" y="0"/>
          <a:chExt cx="0" cy="0"/>
        </a:xfrm>
      </p:grpSpPr>
      <p:sp>
        <p:nvSpPr>
          <p:cNvPr id="7" name="Content Placeholder 1">
            <a:extLst>
              <a:ext uri="{FF2B5EF4-FFF2-40B4-BE49-F238E27FC236}">
                <a16:creationId xmlns:a16="http://schemas.microsoft.com/office/drawing/2014/main" id="{99DD3D67-FDA7-A413-313B-AF74B5AA9F16}"/>
              </a:ext>
            </a:extLst>
          </p:cNvPr>
          <p:cNvSpPr>
            <a:spLocks noGrp="1"/>
          </p:cNvSpPr>
          <p:nvPr>
            <p:ph idx="1"/>
          </p:nvPr>
        </p:nvSpPr>
        <p:spPr>
          <a:xfrm>
            <a:off x="485523" y="1411287"/>
            <a:ext cx="2548800" cy="2219326"/>
          </a:xfrm>
        </p:spPr>
        <p:txBody>
          <a:bodyPr/>
          <a:lstStyle>
            <a:lvl1pPr>
              <a:defRPr lang="en-GB" dirty="0"/>
            </a:lvl1pPr>
            <a:lvl2pPr>
              <a:defRPr lang="en-GB" dirty="0"/>
            </a:lvl2pPr>
            <a:lvl3pPr>
              <a:defRPr lang="en-GB" dirty="0"/>
            </a:lvl3pPr>
            <a:lvl4pPr>
              <a:defRPr lang="en-GB" dirty="0"/>
            </a:lvl4pPr>
            <a:lvl5pPr>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2" name="Content Placeholder 2">
            <a:extLst>
              <a:ext uri="{FF2B5EF4-FFF2-40B4-BE49-F238E27FC236}">
                <a16:creationId xmlns:a16="http://schemas.microsoft.com/office/drawing/2014/main" id="{8FDAD40B-6BF1-FD89-F7E7-683D2B6F74A7}"/>
              </a:ext>
            </a:extLst>
          </p:cNvPr>
          <p:cNvSpPr>
            <a:spLocks noGrp="1"/>
          </p:cNvSpPr>
          <p:nvPr>
            <p:ph idx="13"/>
          </p:nvPr>
        </p:nvSpPr>
        <p:spPr>
          <a:xfrm>
            <a:off x="3377372" y="1411287"/>
            <a:ext cx="2548800" cy="2219326"/>
          </a:xfrm>
        </p:spPr>
        <p:txBody>
          <a:bodyPr/>
          <a:lstStyle>
            <a:lvl1pPr>
              <a:defRPr lang="en-GB" dirty="0"/>
            </a:lvl1pPr>
            <a:lvl2pPr>
              <a:defRPr lang="en-GB" dirty="0"/>
            </a:lvl2pPr>
            <a:lvl3pPr>
              <a:defRPr lang="en-GB" dirty="0"/>
            </a:lvl3pPr>
            <a:lvl4pPr>
              <a:defRPr lang="en-GB" dirty="0"/>
            </a:lvl4pPr>
            <a:lvl5pPr>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3" name="Content Placeholder 3">
            <a:extLst>
              <a:ext uri="{FF2B5EF4-FFF2-40B4-BE49-F238E27FC236}">
                <a16:creationId xmlns:a16="http://schemas.microsoft.com/office/drawing/2014/main" id="{6A69E41B-F39E-4366-2ADE-0A30A6B7B882}"/>
              </a:ext>
            </a:extLst>
          </p:cNvPr>
          <p:cNvSpPr>
            <a:spLocks noGrp="1"/>
          </p:cNvSpPr>
          <p:nvPr>
            <p:ph idx="14"/>
          </p:nvPr>
        </p:nvSpPr>
        <p:spPr>
          <a:xfrm>
            <a:off x="6269221" y="1411287"/>
            <a:ext cx="2548800" cy="2219326"/>
          </a:xfrm>
        </p:spPr>
        <p:txBody>
          <a:bodyPr/>
          <a:lstStyle>
            <a:lvl1pPr>
              <a:defRPr lang="en-GB" dirty="0"/>
            </a:lvl1pPr>
            <a:lvl2pPr>
              <a:defRPr lang="en-GB" dirty="0"/>
            </a:lvl2pPr>
            <a:lvl3pPr>
              <a:defRPr lang="en-GB" dirty="0"/>
            </a:lvl3pPr>
            <a:lvl4pPr>
              <a:defRPr lang="en-GB" dirty="0"/>
            </a:lvl4pPr>
            <a:lvl5pPr>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Slide Number Placeholder">
            <a:extLst>
              <a:ext uri="{FF2B5EF4-FFF2-40B4-BE49-F238E27FC236}">
                <a16:creationId xmlns:a16="http://schemas.microsoft.com/office/drawing/2014/main" id="{E26F7576-DAEE-2232-6A83-201B728CCEEC}"/>
              </a:ext>
            </a:extLst>
          </p:cNvPr>
          <p:cNvSpPr>
            <a:spLocks noGrp="1"/>
          </p:cNvSpPr>
          <p:nvPr>
            <p:ph type="sldNum" sz="quarter" idx="12"/>
          </p:nvPr>
        </p:nvSpPr>
        <p:spPr/>
        <p:txBody>
          <a:bodyPr/>
          <a:lstStyle/>
          <a:p>
            <a:fld id="{94FCA0F3-9F3A-694B-99BB-0E592A797735}" type="slidenum">
              <a:rPr lang="en-US" smtClean="0"/>
              <a:t>‹#›</a:t>
            </a:fld>
            <a:endParaRPr lang="en-US"/>
          </a:p>
        </p:txBody>
      </p:sp>
      <p:sp>
        <p:nvSpPr>
          <p:cNvPr id="4" name="Date Placeholder">
            <a:extLst>
              <a:ext uri="{FF2B5EF4-FFF2-40B4-BE49-F238E27FC236}">
                <a16:creationId xmlns:a16="http://schemas.microsoft.com/office/drawing/2014/main" id="{6DECAE16-1D46-ECE2-67B1-B4055F385487}"/>
              </a:ext>
            </a:extLst>
          </p:cNvPr>
          <p:cNvSpPr>
            <a:spLocks noGrp="1"/>
          </p:cNvSpPr>
          <p:nvPr>
            <p:ph type="dt" sz="half" idx="10"/>
          </p:nvPr>
        </p:nvSpPr>
        <p:spPr/>
        <p:txBody>
          <a:bodyPr/>
          <a:lstStyle/>
          <a:p>
            <a:fld id="{932B812C-3BFD-4128-9ECC-7DA1890CE32E}" type="datetime3">
              <a:rPr lang="en-US" smtClean="0"/>
              <a:t>18 March 2026</a:t>
            </a:fld>
            <a:endParaRPr lang="en-US"/>
          </a:p>
        </p:txBody>
      </p:sp>
      <p:sp>
        <p:nvSpPr>
          <p:cNvPr id="5" name="Footer Placeholder">
            <a:extLst>
              <a:ext uri="{FF2B5EF4-FFF2-40B4-BE49-F238E27FC236}">
                <a16:creationId xmlns:a16="http://schemas.microsoft.com/office/drawing/2014/main" id="{98E63702-02E0-6C43-ACB9-CF47EDD90CA6}"/>
              </a:ext>
            </a:extLst>
          </p:cNvPr>
          <p:cNvSpPr>
            <a:spLocks noGrp="1"/>
          </p:cNvSpPr>
          <p:nvPr>
            <p:ph type="ftr" sz="quarter" idx="11"/>
          </p:nvPr>
        </p:nvSpPr>
        <p:spPr/>
        <p:txBody>
          <a:bodyPr/>
          <a:lstStyle/>
          <a:p>
            <a:r>
              <a:rPr lang="en-US"/>
              <a:t>Product &amp; Service Innovation</a:t>
            </a:r>
          </a:p>
        </p:txBody>
      </p:sp>
      <p:sp>
        <p:nvSpPr>
          <p:cNvPr id="3" name="Title 2">
            <a:extLst>
              <a:ext uri="{FF2B5EF4-FFF2-40B4-BE49-F238E27FC236}">
                <a16:creationId xmlns:a16="http://schemas.microsoft.com/office/drawing/2014/main" id="{8EA961CD-5D51-5DAB-76F4-3F2524B3664B}"/>
              </a:ext>
            </a:extLst>
          </p:cNvPr>
          <p:cNvSpPr>
            <a:spLocks noGrp="1"/>
          </p:cNvSpPr>
          <p:nvPr>
            <p:ph type="title"/>
          </p:nvPr>
        </p:nvSpPr>
        <p:spPr>
          <a:xfrm>
            <a:off x="485523" y="382588"/>
            <a:ext cx="11224347" cy="638175"/>
          </a:xfrm>
        </p:spPr>
        <p:txBody>
          <a:bodyPr/>
          <a:lstStyle/>
          <a:p>
            <a:r>
              <a:rPr lang="en-GB"/>
              <a:t>Click to edit Master title style</a:t>
            </a:r>
            <a:endParaRPr lang="en-US"/>
          </a:p>
        </p:txBody>
      </p:sp>
      <p:sp>
        <p:nvSpPr>
          <p:cNvPr id="15" name="Content Placeholder 3">
            <a:extLst>
              <a:ext uri="{FF2B5EF4-FFF2-40B4-BE49-F238E27FC236}">
                <a16:creationId xmlns:a16="http://schemas.microsoft.com/office/drawing/2014/main" id="{3A89EC53-4B4E-25EA-86D3-0A198384FA8D}"/>
              </a:ext>
            </a:extLst>
          </p:cNvPr>
          <p:cNvSpPr>
            <a:spLocks noGrp="1"/>
          </p:cNvSpPr>
          <p:nvPr>
            <p:ph idx="15"/>
          </p:nvPr>
        </p:nvSpPr>
        <p:spPr>
          <a:xfrm>
            <a:off x="9161070" y="1411287"/>
            <a:ext cx="2548800" cy="2219326"/>
          </a:xfrm>
        </p:spPr>
        <p:txBody>
          <a:bodyPr/>
          <a:lstStyle>
            <a:lvl1pPr>
              <a:defRPr lang="en-GB" dirty="0"/>
            </a:lvl1pPr>
            <a:lvl2pPr>
              <a:defRPr lang="en-GB" dirty="0"/>
            </a:lvl2pPr>
            <a:lvl3pPr>
              <a:defRPr lang="en-GB" dirty="0"/>
            </a:lvl3pPr>
            <a:lvl4pPr>
              <a:defRPr lang="en-GB" dirty="0"/>
            </a:lvl4pPr>
            <a:lvl5pPr>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2" name="Content Placeholder 1">
            <a:extLst>
              <a:ext uri="{FF2B5EF4-FFF2-40B4-BE49-F238E27FC236}">
                <a16:creationId xmlns:a16="http://schemas.microsoft.com/office/drawing/2014/main" id="{A0091EC5-9CD6-B52C-F192-1D28C197D5EB}"/>
              </a:ext>
            </a:extLst>
          </p:cNvPr>
          <p:cNvSpPr>
            <a:spLocks noGrp="1"/>
          </p:cNvSpPr>
          <p:nvPr>
            <p:ph idx="16"/>
          </p:nvPr>
        </p:nvSpPr>
        <p:spPr>
          <a:xfrm>
            <a:off x="485523" y="3830636"/>
            <a:ext cx="2548800" cy="2219326"/>
          </a:xfrm>
        </p:spPr>
        <p:txBody>
          <a:bodyPr/>
          <a:lstStyle>
            <a:lvl1pPr>
              <a:defRPr lang="en-GB" dirty="0"/>
            </a:lvl1pPr>
            <a:lvl2pPr>
              <a:defRPr lang="en-GB" dirty="0"/>
            </a:lvl2pPr>
            <a:lvl3pPr>
              <a:defRPr lang="en-GB" dirty="0"/>
            </a:lvl3pPr>
            <a:lvl4pPr>
              <a:defRPr lang="en-GB" dirty="0"/>
            </a:lvl4pPr>
            <a:lvl5pPr>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6" name="Content Placeholder 2">
            <a:extLst>
              <a:ext uri="{FF2B5EF4-FFF2-40B4-BE49-F238E27FC236}">
                <a16:creationId xmlns:a16="http://schemas.microsoft.com/office/drawing/2014/main" id="{BF5F74F9-864E-3DD7-6291-763A9D830F2E}"/>
              </a:ext>
            </a:extLst>
          </p:cNvPr>
          <p:cNvSpPr>
            <a:spLocks noGrp="1"/>
          </p:cNvSpPr>
          <p:nvPr>
            <p:ph idx="17"/>
          </p:nvPr>
        </p:nvSpPr>
        <p:spPr>
          <a:xfrm>
            <a:off x="3377373" y="3830636"/>
            <a:ext cx="2548800" cy="2219326"/>
          </a:xfrm>
        </p:spPr>
        <p:txBody>
          <a:bodyPr/>
          <a:lstStyle>
            <a:lvl1pPr>
              <a:defRPr lang="en-GB" dirty="0"/>
            </a:lvl1pPr>
            <a:lvl2pPr>
              <a:defRPr lang="en-GB" dirty="0"/>
            </a:lvl2pPr>
            <a:lvl3pPr>
              <a:defRPr lang="en-GB" dirty="0"/>
            </a:lvl3pPr>
            <a:lvl4pPr>
              <a:defRPr lang="en-GB" dirty="0"/>
            </a:lvl4pPr>
            <a:lvl5pPr>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7" name="Content Placeholder 3">
            <a:extLst>
              <a:ext uri="{FF2B5EF4-FFF2-40B4-BE49-F238E27FC236}">
                <a16:creationId xmlns:a16="http://schemas.microsoft.com/office/drawing/2014/main" id="{4EC6B6C9-6D62-F36C-8404-9E032EF106E3}"/>
              </a:ext>
            </a:extLst>
          </p:cNvPr>
          <p:cNvSpPr>
            <a:spLocks noGrp="1"/>
          </p:cNvSpPr>
          <p:nvPr>
            <p:ph idx="18"/>
          </p:nvPr>
        </p:nvSpPr>
        <p:spPr>
          <a:xfrm>
            <a:off x="6269221" y="3830636"/>
            <a:ext cx="2548800" cy="2219326"/>
          </a:xfrm>
        </p:spPr>
        <p:txBody>
          <a:bodyPr/>
          <a:lstStyle>
            <a:lvl1pPr>
              <a:defRPr lang="en-GB" dirty="0"/>
            </a:lvl1pPr>
            <a:lvl2pPr>
              <a:defRPr lang="en-GB" dirty="0"/>
            </a:lvl2pPr>
            <a:lvl3pPr>
              <a:defRPr lang="en-GB" dirty="0"/>
            </a:lvl3pPr>
            <a:lvl4pPr>
              <a:defRPr lang="en-GB" dirty="0"/>
            </a:lvl4pPr>
            <a:lvl5pPr>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8" name="Content Placeholder 3">
            <a:extLst>
              <a:ext uri="{FF2B5EF4-FFF2-40B4-BE49-F238E27FC236}">
                <a16:creationId xmlns:a16="http://schemas.microsoft.com/office/drawing/2014/main" id="{D7F9E8A1-A5A0-CC6C-3FD8-D24AC966E14B}"/>
              </a:ext>
            </a:extLst>
          </p:cNvPr>
          <p:cNvSpPr>
            <a:spLocks noGrp="1"/>
          </p:cNvSpPr>
          <p:nvPr>
            <p:ph idx="19"/>
          </p:nvPr>
        </p:nvSpPr>
        <p:spPr>
          <a:xfrm>
            <a:off x="9161070" y="3830636"/>
            <a:ext cx="2548800" cy="2219326"/>
          </a:xfrm>
        </p:spPr>
        <p:txBody>
          <a:bodyPr/>
          <a:lstStyle>
            <a:lvl1pPr>
              <a:defRPr lang="en-GB" dirty="0"/>
            </a:lvl1pPr>
            <a:lvl2pPr>
              <a:defRPr lang="en-GB" dirty="0"/>
            </a:lvl2pPr>
            <a:lvl3pPr>
              <a:defRPr lang="en-GB" dirty="0"/>
            </a:lvl3pPr>
            <a:lvl4pPr>
              <a:defRPr lang="en-GB" dirty="0"/>
            </a:lvl4pPr>
            <a:lvl5pPr>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906769987"/>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Three Content with Highlight">
    <p:spTree>
      <p:nvGrpSpPr>
        <p:cNvPr id="1" name=""/>
        <p:cNvGrpSpPr/>
        <p:nvPr/>
      </p:nvGrpSpPr>
      <p:grpSpPr>
        <a:xfrm>
          <a:off x="0" y="0"/>
          <a:ext cx="0" cy="0"/>
          <a:chOff x="0" y="0"/>
          <a:chExt cx="0" cy="0"/>
        </a:xfrm>
      </p:grpSpPr>
      <p:sp>
        <p:nvSpPr>
          <p:cNvPr id="7" name="Content Placeholder 1">
            <a:extLst>
              <a:ext uri="{FF2B5EF4-FFF2-40B4-BE49-F238E27FC236}">
                <a16:creationId xmlns:a16="http://schemas.microsoft.com/office/drawing/2014/main" id="{99DD3D67-FDA7-A413-313B-AF74B5AA9F16}"/>
              </a:ext>
            </a:extLst>
          </p:cNvPr>
          <p:cNvSpPr>
            <a:spLocks noGrp="1"/>
          </p:cNvSpPr>
          <p:nvPr>
            <p:ph idx="1" hasCustomPrompt="1"/>
          </p:nvPr>
        </p:nvSpPr>
        <p:spPr>
          <a:xfrm>
            <a:off x="485521" y="1411287"/>
            <a:ext cx="3571200" cy="4638675"/>
          </a:xfrm>
          <a:solidFill>
            <a:schemeClr val="bg2">
              <a:alpha val="60000"/>
            </a:schemeClr>
          </a:solidFill>
        </p:spPr>
        <p:txBody>
          <a:bodyPr lIns="251999" tIns="180000" rIns="251999" bIns="180000"/>
          <a:lstStyle>
            <a:lvl1pPr>
              <a:defRPr lang="en-GB" dirty="0"/>
            </a:lvl1pPr>
            <a:lvl2pPr>
              <a:defRPr lang="en-GB" dirty="0"/>
            </a:lvl2pPr>
            <a:lvl3pPr>
              <a:defRPr lang="en-GB" dirty="0"/>
            </a:lvl3pPr>
            <a:lvl4pPr>
              <a:defRPr lang="en-GB" dirty="0"/>
            </a:lvl4pPr>
            <a:lvl5pPr>
              <a:defRPr lang="en-US" dirty="0"/>
            </a:lvl5pPr>
          </a:lstStyle>
          <a:p>
            <a:pPr marL="252000" marR="0" lvl="0" indent="-252000" algn="l" defTabSz="914400" rtl="0" eaLnBrk="1" fontAlgn="auto" latinLnBrk="0" hangingPunct="1">
              <a:lnSpc>
                <a:spcPct val="100000"/>
              </a:lnSpc>
              <a:spcBef>
                <a:spcPts val="400"/>
              </a:spcBef>
              <a:spcAft>
                <a:spcPts val="400"/>
              </a:spcAft>
              <a:buClr>
                <a:schemeClr val="tx2"/>
              </a:buClr>
              <a:buSzPct val="100000"/>
              <a:buFont typeface="Wingdings" pitchFamily="2" charset="2"/>
              <a:buChar char="§"/>
              <a:tabLst/>
              <a:defRPr/>
            </a:pPr>
            <a:r>
              <a:rPr lang="en-GB"/>
              <a:t>Only one highlight line should appear. Delete the other two lines.</a:t>
            </a:r>
          </a:p>
          <a:p>
            <a:pPr lvl="1"/>
            <a:r>
              <a:rPr lang="en-GB"/>
              <a:t>Second level</a:t>
            </a:r>
          </a:p>
          <a:p>
            <a:pPr lvl="2"/>
            <a:r>
              <a:rPr lang="en-GB"/>
              <a:t>Third level</a:t>
            </a:r>
          </a:p>
          <a:p>
            <a:pPr lvl="3"/>
            <a:r>
              <a:rPr lang="en-GB"/>
              <a:t>Fourth level</a:t>
            </a:r>
          </a:p>
          <a:p>
            <a:pPr lvl="4"/>
            <a:r>
              <a:rPr lang="en-GB"/>
              <a:t>Fifth level</a:t>
            </a:r>
            <a:endParaRPr lang="en-US"/>
          </a:p>
        </p:txBody>
      </p:sp>
      <p:sp>
        <p:nvSpPr>
          <p:cNvPr id="12" name="Content Placeholder 2">
            <a:extLst>
              <a:ext uri="{FF2B5EF4-FFF2-40B4-BE49-F238E27FC236}">
                <a16:creationId xmlns:a16="http://schemas.microsoft.com/office/drawing/2014/main" id="{8FDAD40B-6BF1-FD89-F7E7-683D2B6F74A7}"/>
              </a:ext>
            </a:extLst>
          </p:cNvPr>
          <p:cNvSpPr>
            <a:spLocks noGrp="1"/>
          </p:cNvSpPr>
          <p:nvPr>
            <p:ph idx="13" hasCustomPrompt="1"/>
          </p:nvPr>
        </p:nvSpPr>
        <p:spPr>
          <a:xfrm>
            <a:off x="4312096" y="1411287"/>
            <a:ext cx="3571200" cy="4638675"/>
          </a:xfrm>
          <a:solidFill>
            <a:schemeClr val="bg2">
              <a:alpha val="60000"/>
            </a:schemeClr>
          </a:solidFill>
        </p:spPr>
        <p:txBody>
          <a:bodyPr lIns="251999" tIns="180000" rIns="251999" bIns="180000"/>
          <a:lstStyle>
            <a:lvl1pPr>
              <a:defRPr lang="en-GB" dirty="0"/>
            </a:lvl1pPr>
            <a:lvl2pPr>
              <a:defRPr lang="en-GB" dirty="0"/>
            </a:lvl2pPr>
            <a:lvl3pPr>
              <a:defRPr lang="en-GB" dirty="0"/>
            </a:lvl3pPr>
            <a:lvl4pPr>
              <a:defRPr lang="en-GB" dirty="0"/>
            </a:lvl4pPr>
            <a:lvl5pPr>
              <a:defRPr lang="en-US" dirty="0"/>
            </a:lvl5pPr>
          </a:lstStyle>
          <a:p>
            <a:pPr marL="252000" marR="0" lvl="0" indent="-252000" algn="l" defTabSz="914400" rtl="0" eaLnBrk="1" fontAlgn="auto" latinLnBrk="0" hangingPunct="1">
              <a:lnSpc>
                <a:spcPct val="100000"/>
              </a:lnSpc>
              <a:spcBef>
                <a:spcPts val="400"/>
              </a:spcBef>
              <a:spcAft>
                <a:spcPts val="400"/>
              </a:spcAft>
              <a:buClr>
                <a:schemeClr val="tx2"/>
              </a:buClr>
              <a:buSzPct val="100000"/>
              <a:buFont typeface="Wingdings" pitchFamily="2" charset="2"/>
              <a:buChar char="§"/>
              <a:tabLst/>
              <a:defRPr/>
            </a:pPr>
            <a:r>
              <a:rPr lang="en-GB"/>
              <a:t>Only one highlight line should appear. Delete the other two lines.</a:t>
            </a:r>
          </a:p>
          <a:p>
            <a:pPr lvl="1"/>
            <a:r>
              <a:rPr lang="en-GB"/>
              <a:t>Second level</a:t>
            </a:r>
          </a:p>
          <a:p>
            <a:pPr lvl="2"/>
            <a:r>
              <a:rPr lang="en-GB"/>
              <a:t>Third level</a:t>
            </a:r>
          </a:p>
          <a:p>
            <a:pPr lvl="3"/>
            <a:r>
              <a:rPr lang="en-GB"/>
              <a:t>Fourth level</a:t>
            </a:r>
          </a:p>
          <a:p>
            <a:pPr lvl="4"/>
            <a:r>
              <a:rPr lang="en-GB"/>
              <a:t>Fifth level</a:t>
            </a:r>
            <a:endParaRPr lang="en-US"/>
          </a:p>
        </p:txBody>
      </p:sp>
      <p:sp>
        <p:nvSpPr>
          <p:cNvPr id="13" name="Content Placeholder 3">
            <a:extLst>
              <a:ext uri="{FF2B5EF4-FFF2-40B4-BE49-F238E27FC236}">
                <a16:creationId xmlns:a16="http://schemas.microsoft.com/office/drawing/2014/main" id="{6A69E41B-F39E-4366-2ADE-0A30A6B7B882}"/>
              </a:ext>
            </a:extLst>
          </p:cNvPr>
          <p:cNvSpPr>
            <a:spLocks noGrp="1"/>
          </p:cNvSpPr>
          <p:nvPr>
            <p:ph idx="14" hasCustomPrompt="1"/>
          </p:nvPr>
        </p:nvSpPr>
        <p:spPr>
          <a:xfrm>
            <a:off x="8138670" y="1411287"/>
            <a:ext cx="3571200" cy="4638675"/>
          </a:xfrm>
          <a:solidFill>
            <a:schemeClr val="bg2">
              <a:alpha val="60000"/>
            </a:schemeClr>
          </a:solidFill>
        </p:spPr>
        <p:txBody>
          <a:bodyPr lIns="251999" tIns="180000" rIns="251999" bIns="180000"/>
          <a:lstStyle>
            <a:lvl1pPr>
              <a:defRPr lang="en-GB" dirty="0"/>
            </a:lvl1pPr>
            <a:lvl2pPr>
              <a:defRPr lang="en-GB" dirty="0"/>
            </a:lvl2pPr>
            <a:lvl3pPr>
              <a:defRPr lang="en-GB" dirty="0"/>
            </a:lvl3pPr>
            <a:lvl4pPr>
              <a:defRPr lang="en-GB" dirty="0"/>
            </a:lvl4pPr>
            <a:lvl5pPr>
              <a:defRPr lang="en-US" dirty="0"/>
            </a:lvl5pPr>
          </a:lstStyle>
          <a:p>
            <a:pPr marL="252000" marR="0" lvl="0" indent="-252000" algn="l" defTabSz="914400" rtl="0" eaLnBrk="1" fontAlgn="auto" latinLnBrk="0" hangingPunct="1">
              <a:lnSpc>
                <a:spcPct val="100000"/>
              </a:lnSpc>
              <a:spcBef>
                <a:spcPts val="400"/>
              </a:spcBef>
              <a:spcAft>
                <a:spcPts val="400"/>
              </a:spcAft>
              <a:buClr>
                <a:schemeClr val="tx2"/>
              </a:buClr>
              <a:buSzPct val="100000"/>
              <a:buFont typeface="Wingdings" pitchFamily="2" charset="2"/>
              <a:buChar char="§"/>
              <a:tabLst/>
              <a:defRPr/>
            </a:pPr>
            <a:r>
              <a:rPr lang="en-GB"/>
              <a:t>Only one highlight line should appear. Delete the other two lines.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Slide Number Placeholder ">
            <a:extLst>
              <a:ext uri="{FF2B5EF4-FFF2-40B4-BE49-F238E27FC236}">
                <a16:creationId xmlns:a16="http://schemas.microsoft.com/office/drawing/2014/main" id="{E26F7576-DAEE-2232-6A83-201B728CCEEC}"/>
              </a:ext>
            </a:extLst>
          </p:cNvPr>
          <p:cNvSpPr>
            <a:spLocks noGrp="1"/>
          </p:cNvSpPr>
          <p:nvPr>
            <p:ph type="sldNum" sz="quarter" idx="12"/>
          </p:nvPr>
        </p:nvSpPr>
        <p:spPr/>
        <p:txBody>
          <a:bodyPr/>
          <a:lstStyle/>
          <a:p>
            <a:fld id="{94FCA0F3-9F3A-694B-99BB-0E592A797735}" type="slidenum">
              <a:rPr lang="en-US" smtClean="0"/>
              <a:t>‹#›</a:t>
            </a:fld>
            <a:endParaRPr lang="en-US"/>
          </a:p>
        </p:txBody>
      </p:sp>
      <p:sp>
        <p:nvSpPr>
          <p:cNvPr id="4" name="Date Placeholder ">
            <a:extLst>
              <a:ext uri="{FF2B5EF4-FFF2-40B4-BE49-F238E27FC236}">
                <a16:creationId xmlns:a16="http://schemas.microsoft.com/office/drawing/2014/main" id="{6DECAE16-1D46-ECE2-67B1-B4055F385487}"/>
              </a:ext>
            </a:extLst>
          </p:cNvPr>
          <p:cNvSpPr>
            <a:spLocks noGrp="1"/>
          </p:cNvSpPr>
          <p:nvPr>
            <p:ph type="dt" sz="half" idx="10"/>
          </p:nvPr>
        </p:nvSpPr>
        <p:spPr/>
        <p:txBody>
          <a:bodyPr/>
          <a:lstStyle/>
          <a:p>
            <a:fld id="{A6AC975E-5AD2-4432-A1F7-B17A4678D28F}" type="datetime3">
              <a:rPr lang="en-US" smtClean="0"/>
              <a:t>18 March 2026</a:t>
            </a:fld>
            <a:endParaRPr lang="en-US"/>
          </a:p>
        </p:txBody>
      </p:sp>
      <p:sp>
        <p:nvSpPr>
          <p:cNvPr id="5" name="Footer Placeholder ">
            <a:extLst>
              <a:ext uri="{FF2B5EF4-FFF2-40B4-BE49-F238E27FC236}">
                <a16:creationId xmlns:a16="http://schemas.microsoft.com/office/drawing/2014/main" id="{98E63702-02E0-6C43-ACB9-CF47EDD90CA6}"/>
              </a:ext>
            </a:extLst>
          </p:cNvPr>
          <p:cNvSpPr>
            <a:spLocks noGrp="1"/>
          </p:cNvSpPr>
          <p:nvPr>
            <p:ph type="ftr" sz="quarter" idx="11"/>
          </p:nvPr>
        </p:nvSpPr>
        <p:spPr/>
        <p:txBody>
          <a:bodyPr/>
          <a:lstStyle/>
          <a:p>
            <a:r>
              <a:rPr lang="en-US"/>
              <a:t>Product &amp; Service Innovation</a:t>
            </a:r>
          </a:p>
        </p:txBody>
      </p:sp>
      <p:sp>
        <p:nvSpPr>
          <p:cNvPr id="8" name="Highlight line 1">
            <a:extLst>
              <a:ext uri="{FF2B5EF4-FFF2-40B4-BE49-F238E27FC236}">
                <a16:creationId xmlns:a16="http://schemas.microsoft.com/office/drawing/2014/main" id="{E1FBA9F5-4E1E-7157-650F-920396E6BD16}"/>
              </a:ext>
            </a:extLst>
          </p:cNvPr>
          <p:cNvSpPr>
            <a:spLocks noGrp="1"/>
          </p:cNvSpPr>
          <p:nvPr>
            <p:ph type="dgm" sz="quarter" idx="15" hasCustomPrompt="1"/>
          </p:nvPr>
        </p:nvSpPr>
        <p:spPr>
          <a:xfrm>
            <a:off x="485775" y="1411287"/>
            <a:ext cx="3571200" cy="36000"/>
          </a:xfrm>
          <a:solidFill>
            <a:schemeClr val="tx2"/>
          </a:solidFill>
        </p:spPr>
        <p:txBody>
          <a:bodyPr/>
          <a:lstStyle>
            <a:lvl1pPr marL="0" indent="0">
              <a:buNone/>
              <a:defRPr sz="800"/>
            </a:lvl1pPr>
          </a:lstStyle>
          <a:p>
            <a:r>
              <a:rPr lang="en-US"/>
              <a:t> </a:t>
            </a:r>
          </a:p>
        </p:txBody>
      </p:sp>
      <p:sp>
        <p:nvSpPr>
          <p:cNvPr id="9" name="Highlight line 2">
            <a:extLst>
              <a:ext uri="{FF2B5EF4-FFF2-40B4-BE49-F238E27FC236}">
                <a16:creationId xmlns:a16="http://schemas.microsoft.com/office/drawing/2014/main" id="{F0D5216F-CE4B-8B47-FCA1-EA9B01BBAD6B}"/>
              </a:ext>
            </a:extLst>
          </p:cNvPr>
          <p:cNvSpPr>
            <a:spLocks noGrp="1"/>
          </p:cNvSpPr>
          <p:nvPr>
            <p:ph type="dgm" sz="quarter" idx="16" hasCustomPrompt="1"/>
          </p:nvPr>
        </p:nvSpPr>
        <p:spPr>
          <a:xfrm>
            <a:off x="4312096" y="1411287"/>
            <a:ext cx="3571200" cy="36000"/>
          </a:xfrm>
          <a:solidFill>
            <a:schemeClr val="tx2"/>
          </a:solidFill>
        </p:spPr>
        <p:txBody>
          <a:bodyPr/>
          <a:lstStyle>
            <a:lvl1pPr marL="0" indent="0">
              <a:buNone/>
              <a:defRPr sz="800"/>
            </a:lvl1pPr>
          </a:lstStyle>
          <a:p>
            <a:r>
              <a:rPr lang="en-US"/>
              <a:t> </a:t>
            </a:r>
          </a:p>
        </p:txBody>
      </p:sp>
      <p:sp>
        <p:nvSpPr>
          <p:cNvPr id="10" name="Highlight line 3">
            <a:extLst>
              <a:ext uri="{FF2B5EF4-FFF2-40B4-BE49-F238E27FC236}">
                <a16:creationId xmlns:a16="http://schemas.microsoft.com/office/drawing/2014/main" id="{945CF969-2B44-5C5F-B1A2-132B74FE4B46}"/>
              </a:ext>
            </a:extLst>
          </p:cNvPr>
          <p:cNvSpPr>
            <a:spLocks noGrp="1"/>
          </p:cNvSpPr>
          <p:nvPr>
            <p:ph type="dgm" sz="quarter" idx="17" hasCustomPrompt="1"/>
          </p:nvPr>
        </p:nvSpPr>
        <p:spPr>
          <a:xfrm>
            <a:off x="8138670" y="1411287"/>
            <a:ext cx="3571200" cy="36000"/>
          </a:xfrm>
          <a:solidFill>
            <a:schemeClr val="tx2"/>
          </a:solidFill>
        </p:spPr>
        <p:txBody>
          <a:bodyPr/>
          <a:lstStyle>
            <a:lvl1pPr marL="0" indent="0">
              <a:buNone/>
              <a:defRPr sz="800"/>
            </a:lvl1pPr>
          </a:lstStyle>
          <a:p>
            <a:r>
              <a:rPr lang="en-US"/>
              <a:t> </a:t>
            </a:r>
          </a:p>
        </p:txBody>
      </p:sp>
      <p:sp>
        <p:nvSpPr>
          <p:cNvPr id="3" name="Title 2">
            <a:extLst>
              <a:ext uri="{FF2B5EF4-FFF2-40B4-BE49-F238E27FC236}">
                <a16:creationId xmlns:a16="http://schemas.microsoft.com/office/drawing/2014/main" id="{861D1C9E-8438-3A10-53E8-497704D4A0E4}"/>
              </a:ext>
            </a:extLst>
          </p:cNvPr>
          <p:cNvSpPr>
            <a:spLocks noGrp="1"/>
          </p:cNvSpPr>
          <p:nvPr>
            <p:ph type="title"/>
          </p:nvPr>
        </p:nvSpPr>
        <p:spPr>
          <a:xfrm>
            <a:off x="485523" y="382588"/>
            <a:ext cx="11224347" cy="638175"/>
          </a:xfrm>
        </p:spPr>
        <p:txBody>
          <a:bodyPr/>
          <a:lstStyle/>
          <a:p>
            <a:r>
              <a:rPr lang="en-GB"/>
              <a:t>Click to edit Master title style</a:t>
            </a:r>
            <a:endParaRPr lang="en-US"/>
          </a:p>
        </p:txBody>
      </p:sp>
    </p:spTree>
    <p:extLst>
      <p:ext uri="{BB962C8B-B14F-4D97-AF65-F5344CB8AC3E}">
        <p14:creationId xmlns:p14="http://schemas.microsoft.com/office/powerpoint/2010/main" val="857392106"/>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showMasterSp="0" preserve="1" userDrawn="1">
  <p:cSld name="Content and Image">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4922DF48-3559-E7A7-D505-A6D3643BCD33}"/>
              </a:ext>
            </a:extLst>
          </p:cNvPr>
          <p:cNvSpPr>
            <a:spLocks noGrp="1"/>
          </p:cNvSpPr>
          <p:nvPr>
            <p:ph type="dt" sz="half" idx="10"/>
          </p:nvPr>
        </p:nvSpPr>
        <p:spPr/>
        <p:txBody>
          <a:bodyPr/>
          <a:lstStyle/>
          <a:p>
            <a:fld id="{366666F9-D888-4E4E-A9D8-E1C870FC596B}" type="datetime3">
              <a:rPr lang="en-US" smtClean="0"/>
              <a:t>18 March 2026</a:t>
            </a:fld>
            <a:endParaRPr lang="en-US"/>
          </a:p>
        </p:txBody>
      </p:sp>
      <p:sp>
        <p:nvSpPr>
          <p:cNvPr id="4" name="Footer Placeholder 3">
            <a:extLst>
              <a:ext uri="{FF2B5EF4-FFF2-40B4-BE49-F238E27FC236}">
                <a16:creationId xmlns:a16="http://schemas.microsoft.com/office/drawing/2014/main" id="{84089C7F-B322-1F93-A5AB-0E322FB93D58}"/>
              </a:ext>
            </a:extLst>
          </p:cNvPr>
          <p:cNvSpPr>
            <a:spLocks noGrp="1"/>
          </p:cNvSpPr>
          <p:nvPr>
            <p:ph type="ftr" sz="quarter" idx="11"/>
          </p:nvPr>
        </p:nvSpPr>
        <p:spPr/>
        <p:txBody>
          <a:bodyPr/>
          <a:lstStyle/>
          <a:p>
            <a:r>
              <a:rPr lang="en-US"/>
              <a:t>Product &amp; Service Innovation</a:t>
            </a:r>
          </a:p>
        </p:txBody>
      </p:sp>
      <p:sp>
        <p:nvSpPr>
          <p:cNvPr id="5" name="Slide Number Placeholder 4">
            <a:extLst>
              <a:ext uri="{FF2B5EF4-FFF2-40B4-BE49-F238E27FC236}">
                <a16:creationId xmlns:a16="http://schemas.microsoft.com/office/drawing/2014/main" id="{0226D098-604F-1C6E-4D3F-56B3EFAD11F7}"/>
              </a:ext>
            </a:extLst>
          </p:cNvPr>
          <p:cNvSpPr>
            <a:spLocks noGrp="1"/>
          </p:cNvSpPr>
          <p:nvPr>
            <p:ph type="sldNum" sz="quarter" idx="12"/>
          </p:nvPr>
        </p:nvSpPr>
        <p:spPr/>
        <p:txBody>
          <a:bodyPr/>
          <a:lstStyle/>
          <a:p>
            <a:fld id="{F1BC30E3-FFE5-4B91-AA19-87A149EBB9EE}" type="slidenum">
              <a:rPr lang="en-GB" smtClean="0"/>
              <a:pPr/>
              <a:t>‹#›</a:t>
            </a:fld>
            <a:endParaRPr lang="en-GB"/>
          </a:p>
        </p:txBody>
      </p:sp>
      <p:sp>
        <p:nvSpPr>
          <p:cNvPr id="7" name="Content Placeholder 2">
            <a:extLst>
              <a:ext uri="{FF2B5EF4-FFF2-40B4-BE49-F238E27FC236}">
                <a16:creationId xmlns:a16="http://schemas.microsoft.com/office/drawing/2014/main" id="{34560AA6-636D-C99A-75CC-1AC2E4A0E42F}"/>
              </a:ext>
            </a:extLst>
          </p:cNvPr>
          <p:cNvSpPr>
            <a:spLocks noGrp="1"/>
          </p:cNvSpPr>
          <p:nvPr>
            <p:ph idx="1"/>
          </p:nvPr>
        </p:nvSpPr>
        <p:spPr>
          <a:xfrm>
            <a:off x="485522" y="1411289"/>
            <a:ext cx="5610479" cy="4638673"/>
          </a:xfrm>
        </p:spPr>
        <p:txBody>
          <a:bodyPr/>
          <a:lstStyle>
            <a:lvl1pPr>
              <a:defRPr lang="en-GB" dirty="0"/>
            </a:lvl1pPr>
            <a:lvl2pPr>
              <a:defRPr lang="en-GB" dirty="0"/>
            </a:lvl2pPr>
            <a:lvl3pPr>
              <a:defRPr lang="en-GB" dirty="0"/>
            </a:lvl3pPr>
            <a:lvl4pPr>
              <a:defRPr lang="en-GB" dirty="0"/>
            </a:lvl4pPr>
            <a:lvl5pPr>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0" name="Picture Placeholder 9">
            <a:extLst>
              <a:ext uri="{FF2B5EF4-FFF2-40B4-BE49-F238E27FC236}">
                <a16:creationId xmlns:a16="http://schemas.microsoft.com/office/drawing/2014/main" id="{CD83AEB6-812D-A880-EAD7-47C376F054B5}"/>
              </a:ext>
            </a:extLst>
          </p:cNvPr>
          <p:cNvSpPr>
            <a:spLocks noGrp="1"/>
          </p:cNvSpPr>
          <p:nvPr>
            <p:ph type="pic" sz="quarter" idx="13"/>
          </p:nvPr>
        </p:nvSpPr>
        <p:spPr>
          <a:xfrm>
            <a:off x="6349868" y="0"/>
            <a:ext cx="5842132" cy="6858000"/>
          </a:xfrm>
        </p:spPr>
        <p:txBody>
          <a:bodyPr/>
          <a:lstStyle/>
          <a:p>
            <a:endParaRPr lang="en-US"/>
          </a:p>
        </p:txBody>
      </p:sp>
      <p:sp>
        <p:nvSpPr>
          <p:cNvPr id="2" name="Title 1">
            <a:extLst>
              <a:ext uri="{FF2B5EF4-FFF2-40B4-BE49-F238E27FC236}">
                <a16:creationId xmlns:a16="http://schemas.microsoft.com/office/drawing/2014/main" id="{9B88C567-2561-2AD2-63FE-0886450DCC49}"/>
              </a:ext>
            </a:extLst>
          </p:cNvPr>
          <p:cNvSpPr>
            <a:spLocks noGrp="1"/>
          </p:cNvSpPr>
          <p:nvPr>
            <p:ph type="title"/>
          </p:nvPr>
        </p:nvSpPr>
        <p:spPr>
          <a:xfrm>
            <a:off x="485523" y="382588"/>
            <a:ext cx="5610477" cy="638175"/>
          </a:xfrm>
        </p:spPr>
        <p:txBody>
          <a:bodyPr/>
          <a:lstStyle/>
          <a:p>
            <a:r>
              <a:rPr lang="en-GB"/>
              <a:t>Click to edit Master title style</a:t>
            </a:r>
            <a:endParaRPr lang="en-US"/>
          </a:p>
        </p:txBody>
      </p:sp>
      <p:pic>
        <p:nvPicPr>
          <p:cNvPr id="6" name="Graphic 5">
            <a:extLst>
              <a:ext uri="{FF2B5EF4-FFF2-40B4-BE49-F238E27FC236}">
                <a16:creationId xmlns:a16="http://schemas.microsoft.com/office/drawing/2014/main" id="{A9D9CFBF-D25B-6FEE-008D-0D044CB04E57}"/>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11089246" y="6289101"/>
            <a:ext cx="880813" cy="341755"/>
          </a:xfrm>
          <a:prstGeom prst="rect">
            <a:avLst/>
          </a:prstGeom>
        </p:spPr>
      </p:pic>
    </p:spTree>
    <p:extLst>
      <p:ext uri="{BB962C8B-B14F-4D97-AF65-F5344CB8AC3E}">
        <p14:creationId xmlns:p14="http://schemas.microsoft.com/office/powerpoint/2010/main" val="2568448403"/>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showMasterSp="0" preserve="1" userDrawn="1">
  <p:cSld name="Two Content and Image">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4922DF48-3559-E7A7-D505-A6D3643BCD33}"/>
              </a:ext>
            </a:extLst>
          </p:cNvPr>
          <p:cNvSpPr>
            <a:spLocks noGrp="1"/>
          </p:cNvSpPr>
          <p:nvPr>
            <p:ph type="dt" sz="half" idx="10"/>
          </p:nvPr>
        </p:nvSpPr>
        <p:spPr/>
        <p:txBody>
          <a:bodyPr/>
          <a:lstStyle/>
          <a:p>
            <a:fld id="{D781340F-7A57-4626-933A-3651C2EDD745}" type="datetime3">
              <a:rPr lang="en-US" smtClean="0"/>
              <a:t>18 March 2026</a:t>
            </a:fld>
            <a:endParaRPr lang="en-US"/>
          </a:p>
        </p:txBody>
      </p:sp>
      <p:sp>
        <p:nvSpPr>
          <p:cNvPr id="4" name="Footer Placeholder 3">
            <a:extLst>
              <a:ext uri="{FF2B5EF4-FFF2-40B4-BE49-F238E27FC236}">
                <a16:creationId xmlns:a16="http://schemas.microsoft.com/office/drawing/2014/main" id="{84089C7F-B322-1F93-A5AB-0E322FB93D58}"/>
              </a:ext>
            </a:extLst>
          </p:cNvPr>
          <p:cNvSpPr>
            <a:spLocks noGrp="1"/>
          </p:cNvSpPr>
          <p:nvPr>
            <p:ph type="ftr" sz="quarter" idx="11"/>
          </p:nvPr>
        </p:nvSpPr>
        <p:spPr/>
        <p:txBody>
          <a:bodyPr/>
          <a:lstStyle/>
          <a:p>
            <a:r>
              <a:rPr lang="en-US"/>
              <a:t>Product &amp; Service Innovation</a:t>
            </a:r>
          </a:p>
        </p:txBody>
      </p:sp>
      <p:sp>
        <p:nvSpPr>
          <p:cNvPr id="5" name="Slide Number Placeholder 4">
            <a:extLst>
              <a:ext uri="{FF2B5EF4-FFF2-40B4-BE49-F238E27FC236}">
                <a16:creationId xmlns:a16="http://schemas.microsoft.com/office/drawing/2014/main" id="{0226D098-604F-1C6E-4D3F-56B3EFAD11F7}"/>
              </a:ext>
            </a:extLst>
          </p:cNvPr>
          <p:cNvSpPr>
            <a:spLocks noGrp="1"/>
          </p:cNvSpPr>
          <p:nvPr>
            <p:ph type="sldNum" sz="quarter" idx="12"/>
          </p:nvPr>
        </p:nvSpPr>
        <p:spPr/>
        <p:txBody>
          <a:bodyPr/>
          <a:lstStyle/>
          <a:p>
            <a:fld id="{F1BC30E3-FFE5-4B91-AA19-87A149EBB9EE}" type="slidenum">
              <a:rPr lang="en-GB" smtClean="0"/>
              <a:pPr/>
              <a:t>‹#›</a:t>
            </a:fld>
            <a:endParaRPr lang="en-GB"/>
          </a:p>
        </p:txBody>
      </p:sp>
      <p:sp>
        <p:nvSpPr>
          <p:cNvPr id="7" name="Content Placeholder 2">
            <a:extLst>
              <a:ext uri="{FF2B5EF4-FFF2-40B4-BE49-F238E27FC236}">
                <a16:creationId xmlns:a16="http://schemas.microsoft.com/office/drawing/2014/main" id="{34560AA6-636D-C99A-75CC-1AC2E4A0E42F}"/>
              </a:ext>
            </a:extLst>
          </p:cNvPr>
          <p:cNvSpPr>
            <a:spLocks noGrp="1"/>
          </p:cNvSpPr>
          <p:nvPr>
            <p:ph idx="1"/>
          </p:nvPr>
        </p:nvSpPr>
        <p:spPr>
          <a:xfrm>
            <a:off x="485523" y="1411287"/>
            <a:ext cx="3571200" cy="4638675"/>
          </a:xfrm>
        </p:spPr>
        <p:txBody>
          <a:bodyPr/>
          <a:lstStyle>
            <a:lvl1pPr>
              <a:defRPr lang="en-GB" dirty="0"/>
            </a:lvl1pPr>
            <a:lvl2pPr>
              <a:defRPr lang="en-GB" dirty="0"/>
            </a:lvl2pPr>
            <a:lvl3pPr>
              <a:defRPr lang="en-GB" dirty="0"/>
            </a:lvl3pPr>
            <a:lvl4pPr>
              <a:defRPr lang="en-GB" dirty="0"/>
            </a:lvl4pPr>
            <a:lvl5pPr>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0" name="Picture Placeholder 9">
            <a:extLst>
              <a:ext uri="{FF2B5EF4-FFF2-40B4-BE49-F238E27FC236}">
                <a16:creationId xmlns:a16="http://schemas.microsoft.com/office/drawing/2014/main" id="{CD83AEB6-812D-A880-EAD7-47C376F054B5}"/>
              </a:ext>
            </a:extLst>
          </p:cNvPr>
          <p:cNvSpPr>
            <a:spLocks noGrp="1"/>
          </p:cNvSpPr>
          <p:nvPr>
            <p:ph type="pic" sz="quarter" idx="13"/>
          </p:nvPr>
        </p:nvSpPr>
        <p:spPr>
          <a:xfrm>
            <a:off x="8389938" y="0"/>
            <a:ext cx="3802061" cy="6858000"/>
          </a:xfrm>
        </p:spPr>
        <p:txBody>
          <a:bodyPr/>
          <a:lstStyle/>
          <a:p>
            <a:endParaRPr lang="en-US"/>
          </a:p>
        </p:txBody>
      </p:sp>
      <p:sp>
        <p:nvSpPr>
          <p:cNvPr id="6" name="Content Placeholder 2">
            <a:extLst>
              <a:ext uri="{FF2B5EF4-FFF2-40B4-BE49-F238E27FC236}">
                <a16:creationId xmlns:a16="http://schemas.microsoft.com/office/drawing/2014/main" id="{E4D119AB-28F4-6336-28B6-59438D27F156}"/>
              </a:ext>
            </a:extLst>
          </p:cNvPr>
          <p:cNvSpPr>
            <a:spLocks noGrp="1"/>
          </p:cNvSpPr>
          <p:nvPr>
            <p:ph idx="30"/>
          </p:nvPr>
        </p:nvSpPr>
        <p:spPr>
          <a:xfrm>
            <a:off x="4309277" y="1411287"/>
            <a:ext cx="3571200" cy="4638675"/>
          </a:xfrm>
        </p:spPr>
        <p:txBody>
          <a:bodyPr/>
          <a:lstStyle>
            <a:lvl1pPr>
              <a:defRPr lang="en-GB" dirty="0"/>
            </a:lvl1pPr>
            <a:lvl2pPr>
              <a:defRPr lang="en-GB" dirty="0"/>
            </a:lvl2pPr>
            <a:lvl3pPr>
              <a:defRPr lang="en-GB" dirty="0"/>
            </a:lvl3pPr>
            <a:lvl4pPr>
              <a:defRPr lang="en-GB" dirty="0"/>
            </a:lvl4pPr>
            <a:lvl5pPr>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8" name="Title 7">
            <a:extLst>
              <a:ext uri="{FF2B5EF4-FFF2-40B4-BE49-F238E27FC236}">
                <a16:creationId xmlns:a16="http://schemas.microsoft.com/office/drawing/2014/main" id="{79361665-A619-0AEE-E8F0-5711C7980200}"/>
              </a:ext>
            </a:extLst>
          </p:cNvPr>
          <p:cNvSpPr>
            <a:spLocks noGrp="1"/>
          </p:cNvSpPr>
          <p:nvPr>
            <p:ph type="title"/>
          </p:nvPr>
        </p:nvSpPr>
        <p:spPr>
          <a:xfrm>
            <a:off x="485523" y="382588"/>
            <a:ext cx="7394953" cy="638175"/>
          </a:xfrm>
        </p:spPr>
        <p:txBody>
          <a:bodyPr/>
          <a:lstStyle/>
          <a:p>
            <a:r>
              <a:rPr lang="en-GB"/>
              <a:t>Click to edit Master title style</a:t>
            </a:r>
            <a:endParaRPr lang="en-US"/>
          </a:p>
        </p:txBody>
      </p:sp>
      <p:pic>
        <p:nvPicPr>
          <p:cNvPr id="2" name="Graphic 1">
            <a:extLst>
              <a:ext uri="{FF2B5EF4-FFF2-40B4-BE49-F238E27FC236}">
                <a16:creationId xmlns:a16="http://schemas.microsoft.com/office/drawing/2014/main" id="{ADECC6B2-5B86-737C-9C31-F67414593B12}"/>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11089246" y="6289101"/>
            <a:ext cx="880813" cy="341755"/>
          </a:xfrm>
          <a:prstGeom prst="rect">
            <a:avLst/>
          </a:prstGeom>
        </p:spPr>
      </p:pic>
    </p:spTree>
    <p:extLst>
      <p:ext uri="{BB962C8B-B14F-4D97-AF65-F5344CB8AC3E}">
        <p14:creationId xmlns:p14="http://schemas.microsoft.com/office/powerpoint/2010/main" val="1099672813"/>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showMasterSp="0" preserve="1" userDrawn="1">
  <p:cSld name="Three Content and Image">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4922DF48-3559-E7A7-D505-A6D3643BCD33}"/>
              </a:ext>
            </a:extLst>
          </p:cNvPr>
          <p:cNvSpPr>
            <a:spLocks noGrp="1"/>
          </p:cNvSpPr>
          <p:nvPr>
            <p:ph type="dt" sz="half" idx="10"/>
          </p:nvPr>
        </p:nvSpPr>
        <p:spPr/>
        <p:txBody>
          <a:bodyPr/>
          <a:lstStyle/>
          <a:p>
            <a:fld id="{51E36A3F-6F48-4B2E-8AED-34645AA468D2}" type="datetime3">
              <a:rPr lang="en-US" smtClean="0"/>
              <a:t>18 March 2026</a:t>
            </a:fld>
            <a:endParaRPr lang="en-US"/>
          </a:p>
        </p:txBody>
      </p:sp>
      <p:sp>
        <p:nvSpPr>
          <p:cNvPr id="4" name="Footer Placeholder 3">
            <a:extLst>
              <a:ext uri="{FF2B5EF4-FFF2-40B4-BE49-F238E27FC236}">
                <a16:creationId xmlns:a16="http://schemas.microsoft.com/office/drawing/2014/main" id="{84089C7F-B322-1F93-A5AB-0E322FB93D58}"/>
              </a:ext>
            </a:extLst>
          </p:cNvPr>
          <p:cNvSpPr>
            <a:spLocks noGrp="1"/>
          </p:cNvSpPr>
          <p:nvPr>
            <p:ph type="ftr" sz="quarter" idx="11"/>
          </p:nvPr>
        </p:nvSpPr>
        <p:spPr/>
        <p:txBody>
          <a:bodyPr/>
          <a:lstStyle/>
          <a:p>
            <a:r>
              <a:rPr lang="en-US"/>
              <a:t>Product &amp; Service Innovation</a:t>
            </a:r>
          </a:p>
        </p:txBody>
      </p:sp>
      <p:sp>
        <p:nvSpPr>
          <p:cNvPr id="5" name="Slide Number Placeholder 4">
            <a:extLst>
              <a:ext uri="{FF2B5EF4-FFF2-40B4-BE49-F238E27FC236}">
                <a16:creationId xmlns:a16="http://schemas.microsoft.com/office/drawing/2014/main" id="{0226D098-604F-1C6E-4D3F-56B3EFAD11F7}"/>
              </a:ext>
            </a:extLst>
          </p:cNvPr>
          <p:cNvSpPr>
            <a:spLocks noGrp="1"/>
          </p:cNvSpPr>
          <p:nvPr>
            <p:ph type="sldNum" sz="quarter" idx="12"/>
          </p:nvPr>
        </p:nvSpPr>
        <p:spPr/>
        <p:txBody>
          <a:bodyPr/>
          <a:lstStyle/>
          <a:p>
            <a:fld id="{F1BC30E3-FFE5-4B91-AA19-87A149EBB9EE}" type="slidenum">
              <a:rPr lang="en-GB" smtClean="0"/>
              <a:pPr/>
              <a:t>‹#›</a:t>
            </a:fld>
            <a:endParaRPr lang="en-GB"/>
          </a:p>
        </p:txBody>
      </p:sp>
      <p:sp>
        <p:nvSpPr>
          <p:cNvPr id="7" name="Content Placeholder 2">
            <a:extLst>
              <a:ext uri="{FF2B5EF4-FFF2-40B4-BE49-F238E27FC236}">
                <a16:creationId xmlns:a16="http://schemas.microsoft.com/office/drawing/2014/main" id="{34560AA6-636D-C99A-75CC-1AC2E4A0E42F}"/>
              </a:ext>
            </a:extLst>
          </p:cNvPr>
          <p:cNvSpPr>
            <a:spLocks noGrp="1"/>
          </p:cNvSpPr>
          <p:nvPr>
            <p:ph idx="1"/>
          </p:nvPr>
        </p:nvSpPr>
        <p:spPr>
          <a:xfrm>
            <a:off x="485523" y="1411287"/>
            <a:ext cx="2548800" cy="4638675"/>
          </a:xfrm>
        </p:spPr>
        <p:txBody>
          <a:bodyPr/>
          <a:lstStyle>
            <a:lvl1pPr>
              <a:defRPr lang="en-GB" dirty="0"/>
            </a:lvl1pPr>
            <a:lvl2pPr>
              <a:defRPr lang="en-GB" dirty="0"/>
            </a:lvl2pPr>
            <a:lvl3pPr>
              <a:defRPr lang="en-GB" dirty="0"/>
            </a:lvl3pPr>
            <a:lvl4pPr>
              <a:defRPr lang="en-GB" dirty="0"/>
            </a:lvl4pPr>
            <a:lvl5pPr>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0" name="Picture Placeholder 9">
            <a:extLst>
              <a:ext uri="{FF2B5EF4-FFF2-40B4-BE49-F238E27FC236}">
                <a16:creationId xmlns:a16="http://schemas.microsoft.com/office/drawing/2014/main" id="{CD83AEB6-812D-A880-EAD7-47C376F054B5}"/>
              </a:ext>
            </a:extLst>
          </p:cNvPr>
          <p:cNvSpPr>
            <a:spLocks noGrp="1"/>
          </p:cNvSpPr>
          <p:nvPr>
            <p:ph type="pic" sz="quarter" idx="13"/>
          </p:nvPr>
        </p:nvSpPr>
        <p:spPr>
          <a:xfrm>
            <a:off x="9155113" y="0"/>
            <a:ext cx="3036886" cy="6858000"/>
          </a:xfrm>
        </p:spPr>
        <p:txBody>
          <a:bodyPr/>
          <a:lstStyle/>
          <a:p>
            <a:endParaRPr lang="en-US"/>
          </a:p>
        </p:txBody>
      </p:sp>
      <p:sp>
        <p:nvSpPr>
          <p:cNvPr id="6" name="Content Placeholder 2">
            <a:extLst>
              <a:ext uri="{FF2B5EF4-FFF2-40B4-BE49-F238E27FC236}">
                <a16:creationId xmlns:a16="http://schemas.microsoft.com/office/drawing/2014/main" id="{E4D119AB-28F4-6336-28B6-59438D27F156}"/>
              </a:ext>
            </a:extLst>
          </p:cNvPr>
          <p:cNvSpPr>
            <a:spLocks noGrp="1"/>
          </p:cNvSpPr>
          <p:nvPr>
            <p:ph idx="30"/>
          </p:nvPr>
        </p:nvSpPr>
        <p:spPr>
          <a:xfrm>
            <a:off x="3302078" y="1411287"/>
            <a:ext cx="2548800" cy="4638675"/>
          </a:xfrm>
        </p:spPr>
        <p:txBody>
          <a:bodyPr/>
          <a:lstStyle>
            <a:lvl1pPr>
              <a:defRPr lang="en-GB" dirty="0"/>
            </a:lvl1pPr>
            <a:lvl2pPr>
              <a:defRPr lang="en-GB" dirty="0"/>
            </a:lvl2pPr>
            <a:lvl3pPr>
              <a:defRPr lang="en-GB" dirty="0"/>
            </a:lvl3pPr>
            <a:lvl4pPr>
              <a:defRPr lang="en-GB" dirty="0"/>
            </a:lvl4pPr>
            <a:lvl5pPr>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2" name="Content Placeholder 2">
            <a:extLst>
              <a:ext uri="{FF2B5EF4-FFF2-40B4-BE49-F238E27FC236}">
                <a16:creationId xmlns:a16="http://schemas.microsoft.com/office/drawing/2014/main" id="{E8468690-9C07-32F0-8029-E127A361B770}"/>
              </a:ext>
            </a:extLst>
          </p:cNvPr>
          <p:cNvSpPr>
            <a:spLocks noGrp="1"/>
          </p:cNvSpPr>
          <p:nvPr>
            <p:ph idx="31"/>
          </p:nvPr>
        </p:nvSpPr>
        <p:spPr>
          <a:xfrm>
            <a:off x="6118634" y="1411287"/>
            <a:ext cx="2548800" cy="4638675"/>
          </a:xfrm>
        </p:spPr>
        <p:txBody>
          <a:bodyPr/>
          <a:lstStyle>
            <a:lvl1pPr>
              <a:defRPr lang="en-GB" dirty="0"/>
            </a:lvl1pPr>
            <a:lvl2pPr>
              <a:defRPr lang="en-GB" dirty="0"/>
            </a:lvl2pPr>
            <a:lvl3pPr>
              <a:defRPr lang="en-GB" dirty="0"/>
            </a:lvl3pPr>
            <a:lvl4pPr>
              <a:defRPr lang="en-GB" dirty="0"/>
            </a:lvl4pPr>
            <a:lvl5pPr>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8" name="Title 7">
            <a:extLst>
              <a:ext uri="{FF2B5EF4-FFF2-40B4-BE49-F238E27FC236}">
                <a16:creationId xmlns:a16="http://schemas.microsoft.com/office/drawing/2014/main" id="{34452E42-0F44-3CC2-78EC-9EE78A1B18DF}"/>
              </a:ext>
            </a:extLst>
          </p:cNvPr>
          <p:cNvSpPr>
            <a:spLocks noGrp="1"/>
          </p:cNvSpPr>
          <p:nvPr>
            <p:ph type="title"/>
          </p:nvPr>
        </p:nvSpPr>
        <p:spPr>
          <a:xfrm>
            <a:off x="485524" y="382588"/>
            <a:ext cx="8181910" cy="638175"/>
          </a:xfrm>
        </p:spPr>
        <p:txBody>
          <a:bodyPr/>
          <a:lstStyle/>
          <a:p>
            <a:r>
              <a:rPr lang="en-GB"/>
              <a:t>Click to edit Master title style</a:t>
            </a:r>
            <a:endParaRPr lang="en-US"/>
          </a:p>
        </p:txBody>
      </p:sp>
      <p:pic>
        <p:nvPicPr>
          <p:cNvPr id="9" name="Graphic 8">
            <a:extLst>
              <a:ext uri="{FF2B5EF4-FFF2-40B4-BE49-F238E27FC236}">
                <a16:creationId xmlns:a16="http://schemas.microsoft.com/office/drawing/2014/main" id="{413A144F-D3BA-F33A-74F2-06968DE1E97B}"/>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11089246" y="6289101"/>
            <a:ext cx="880813" cy="341755"/>
          </a:xfrm>
          <a:prstGeom prst="rect">
            <a:avLst/>
          </a:prstGeom>
        </p:spPr>
      </p:pic>
    </p:spTree>
    <p:extLst>
      <p:ext uri="{BB962C8B-B14F-4D97-AF65-F5344CB8AC3E}">
        <p14:creationId xmlns:p14="http://schemas.microsoft.com/office/powerpoint/2010/main" val="1600543066"/>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Video and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9EC5F5-14E0-4B05-29E6-E9A059AA1002}"/>
              </a:ext>
            </a:extLst>
          </p:cNvPr>
          <p:cNvSpPr>
            <a:spLocks noGrp="1"/>
          </p:cNvSpPr>
          <p:nvPr>
            <p:ph type="title"/>
          </p:nvPr>
        </p:nvSpPr>
        <p:spPr>
          <a:xfrm>
            <a:off x="485523" y="382588"/>
            <a:ext cx="11224347" cy="638175"/>
          </a:xfrm>
        </p:spPr>
        <p:txBody>
          <a:bodyPr/>
          <a:lstStyle/>
          <a:p>
            <a:r>
              <a:rPr lang="en-GB"/>
              <a:t>Click to edit Master title style</a:t>
            </a:r>
            <a:endParaRPr lang="en-US"/>
          </a:p>
        </p:txBody>
      </p:sp>
      <p:sp>
        <p:nvSpPr>
          <p:cNvPr id="4" name="Date Placeholder 3">
            <a:extLst>
              <a:ext uri="{FF2B5EF4-FFF2-40B4-BE49-F238E27FC236}">
                <a16:creationId xmlns:a16="http://schemas.microsoft.com/office/drawing/2014/main" id="{6DECAE16-1D46-ECE2-67B1-B4055F385487}"/>
              </a:ext>
            </a:extLst>
          </p:cNvPr>
          <p:cNvSpPr>
            <a:spLocks noGrp="1"/>
          </p:cNvSpPr>
          <p:nvPr>
            <p:ph type="dt" sz="half" idx="10"/>
          </p:nvPr>
        </p:nvSpPr>
        <p:spPr/>
        <p:txBody>
          <a:bodyPr/>
          <a:lstStyle/>
          <a:p>
            <a:fld id="{52770108-D965-47D5-BC75-B63184B65A06}" type="datetime3">
              <a:rPr lang="en-US" smtClean="0"/>
              <a:t>18 March 2026</a:t>
            </a:fld>
            <a:endParaRPr lang="en-US"/>
          </a:p>
        </p:txBody>
      </p:sp>
      <p:sp>
        <p:nvSpPr>
          <p:cNvPr id="5" name="Footer Placeholder 4">
            <a:extLst>
              <a:ext uri="{FF2B5EF4-FFF2-40B4-BE49-F238E27FC236}">
                <a16:creationId xmlns:a16="http://schemas.microsoft.com/office/drawing/2014/main" id="{98E63702-02E0-6C43-ACB9-CF47EDD90CA6}"/>
              </a:ext>
            </a:extLst>
          </p:cNvPr>
          <p:cNvSpPr>
            <a:spLocks noGrp="1"/>
          </p:cNvSpPr>
          <p:nvPr>
            <p:ph type="ftr" sz="quarter" idx="11"/>
          </p:nvPr>
        </p:nvSpPr>
        <p:spPr/>
        <p:txBody>
          <a:bodyPr/>
          <a:lstStyle/>
          <a:p>
            <a:r>
              <a:rPr lang="en-US"/>
              <a:t>Product &amp; Service Innovation</a:t>
            </a:r>
          </a:p>
        </p:txBody>
      </p:sp>
      <p:sp>
        <p:nvSpPr>
          <p:cNvPr id="6" name="Slide Number Placeholder 5">
            <a:extLst>
              <a:ext uri="{FF2B5EF4-FFF2-40B4-BE49-F238E27FC236}">
                <a16:creationId xmlns:a16="http://schemas.microsoft.com/office/drawing/2014/main" id="{E26F7576-DAEE-2232-6A83-201B728CCEEC}"/>
              </a:ext>
            </a:extLst>
          </p:cNvPr>
          <p:cNvSpPr>
            <a:spLocks noGrp="1"/>
          </p:cNvSpPr>
          <p:nvPr>
            <p:ph type="sldNum" sz="quarter" idx="12"/>
          </p:nvPr>
        </p:nvSpPr>
        <p:spPr/>
        <p:txBody>
          <a:bodyPr/>
          <a:lstStyle/>
          <a:p>
            <a:fld id="{94FCA0F3-9F3A-694B-99BB-0E592A797735}" type="slidenum">
              <a:rPr lang="en-US" smtClean="0"/>
              <a:t>‹#›</a:t>
            </a:fld>
            <a:endParaRPr lang="en-US"/>
          </a:p>
        </p:txBody>
      </p:sp>
      <p:sp>
        <p:nvSpPr>
          <p:cNvPr id="12" name="Media Placeholder 11">
            <a:extLst>
              <a:ext uri="{FF2B5EF4-FFF2-40B4-BE49-F238E27FC236}">
                <a16:creationId xmlns:a16="http://schemas.microsoft.com/office/drawing/2014/main" id="{7AA8680C-DF0E-A59A-1D40-85E5B348B8F4}"/>
              </a:ext>
            </a:extLst>
          </p:cNvPr>
          <p:cNvSpPr>
            <a:spLocks noGrp="1"/>
          </p:cNvSpPr>
          <p:nvPr>
            <p:ph type="media" sz="quarter" idx="13"/>
          </p:nvPr>
        </p:nvSpPr>
        <p:spPr>
          <a:xfrm>
            <a:off x="485524" y="1411287"/>
            <a:ext cx="8160263" cy="4638675"/>
          </a:xfrm>
        </p:spPr>
        <p:txBody>
          <a:bodyPr/>
          <a:lstStyle/>
          <a:p>
            <a:r>
              <a:rPr lang="en-GB"/>
              <a:t>Click icon to add media</a:t>
            </a:r>
            <a:endParaRPr lang="en-US"/>
          </a:p>
        </p:txBody>
      </p:sp>
      <p:sp>
        <p:nvSpPr>
          <p:cNvPr id="14" name="Text Placeholder 13">
            <a:extLst>
              <a:ext uri="{FF2B5EF4-FFF2-40B4-BE49-F238E27FC236}">
                <a16:creationId xmlns:a16="http://schemas.microsoft.com/office/drawing/2014/main" id="{7E85579B-86BF-EE24-023A-9F648CFE072C}"/>
              </a:ext>
            </a:extLst>
          </p:cNvPr>
          <p:cNvSpPr>
            <a:spLocks noGrp="1"/>
          </p:cNvSpPr>
          <p:nvPr>
            <p:ph type="body" sz="quarter" idx="14"/>
          </p:nvPr>
        </p:nvSpPr>
        <p:spPr>
          <a:xfrm>
            <a:off x="8904632" y="1411287"/>
            <a:ext cx="2805238" cy="4638675"/>
          </a:xfrm>
        </p:spPr>
        <p:txBody>
          <a:bodyPr/>
          <a:lstStyle>
            <a:lvl1pPr>
              <a:defRPr lang="en-GB" dirty="0"/>
            </a:lvl1pPr>
            <a:lvl2pPr>
              <a:defRPr lang="en-GB" dirty="0"/>
            </a:lvl2pPr>
            <a:lvl3pPr>
              <a:defRPr lang="en-GB" dirty="0"/>
            </a:lvl3pPr>
            <a:lvl4pPr>
              <a:defRPr lang="en-GB" dirty="0"/>
            </a:lvl4pPr>
            <a:lvl5pPr>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2837621602"/>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Team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9EC5F5-14E0-4B05-29E6-E9A059AA1002}"/>
              </a:ext>
            </a:extLst>
          </p:cNvPr>
          <p:cNvSpPr>
            <a:spLocks noGrp="1"/>
          </p:cNvSpPr>
          <p:nvPr>
            <p:ph type="title"/>
          </p:nvPr>
        </p:nvSpPr>
        <p:spPr>
          <a:xfrm>
            <a:off x="485523" y="382588"/>
            <a:ext cx="11224347" cy="638175"/>
          </a:xfrm>
        </p:spPr>
        <p:txBody>
          <a:bodyPr/>
          <a:lstStyle/>
          <a:p>
            <a:r>
              <a:rPr lang="en-GB"/>
              <a:t>Click to edit Master title style</a:t>
            </a:r>
            <a:endParaRPr lang="en-US"/>
          </a:p>
        </p:txBody>
      </p:sp>
      <p:sp>
        <p:nvSpPr>
          <p:cNvPr id="4" name="Date Placeholder 3">
            <a:extLst>
              <a:ext uri="{FF2B5EF4-FFF2-40B4-BE49-F238E27FC236}">
                <a16:creationId xmlns:a16="http://schemas.microsoft.com/office/drawing/2014/main" id="{6DECAE16-1D46-ECE2-67B1-B4055F385487}"/>
              </a:ext>
            </a:extLst>
          </p:cNvPr>
          <p:cNvSpPr>
            <a:spLocks noGrp="1"/>
          </p:cNvSpPr>
          <p:nvPr>
            <p:ph type="dt" sz="half" idx="10"/>
          </p:nvPr>
        </p:nvSpPr>
        <p:spPr/>
        <p:txBody>
          <a:bodyPr/>
          <a:lstStyle/>
          <a:p>
            <a:fld id="{737BD30F-7FA1-42A5-871F-A2761621DE5F}" type="datetime3">
              <a:rPr lang="en-US" smtClean="0"/>
              <a:t>18 March 2026</a:t>
            </a:fld>
            <a:endParaRPr lang="en-US"/>
          </a:p>
        </p:txBody>
      </p:sp>
      <p:sp>
        <p:nvSpPr>
          <p:cNvPr id="5" name="Footer Placeholder 4">
            <a:extLst>
              <a:ext uri="{FF2B5EF4-FFF2-40B4-BE49-F238E27FC236}">
                <a16:creationId xmlns:a16="http://schemas.microsoft.com/office/drawing/2014/main" id="{98E63702-02E0-6C43-ACB9-CF47EDD90CA6}"/>
              </a:ext>
            </a:extLst>
          </p:cNvPr>
          <p:cNvSpPr>
            <a:spLocks noGrp="1"/>
          </p:cNvSpPr>
          <p:nvPr>
            <p:ph type="ftr" sz="quarter" idx="11"/>
          </p:nvPr>
        </p:nvSpPr>
        <p:spPr/>
        <p:txBody>
          <a:bodyPr/>
          <a:lstStyle/>
          <a:p>
            <a:r>
              <a:rPr lang="en-US"/>
              <a:t>Product &amp; Service Innovation</a:t>
            </a:r>
          </a:p>
        </p:txBody>
      </p:sp>
      <p:sp>
        <p:nvSpPr>
          <p:cNvPr id="6" name="Slide Number Placeholder 5">
            <a:extLst>
              <a:ext uri="{FF2B5EF4-FFF2-40B4-BE49-F238E27FC236}">
                <a16:creationId xmlns:a16="http://schemas.microsoft.com/office/drawing/2014/main" id="{E26F7576-DAEE-2232-6A83-201B728CCEEC}"/>
              </a:ext>
            </a:extLst>
          </p:cNvPr>
          <p:cNvSpPr>
            <a:spLocks noGrp="1"/>
          </p:cNvSpPr>
          <p:nvPr>
            <p:ph type="sldNum" sz="quarter" idx="12"/>
          </p:nvPr>
        </p:nvSpPr>
        <p:spPr/>
        <p:txBody>
          <a:bodyPr/>
          <a:lstStyle/>
          <a:p>
            <a:fld id="{94FCA0F3-9F3A-694B-99BB-0E592A797735}" type="slidenum">
              <a:rPr lang="en-US" smtClean="0"/>
              <a:t>‹#›</a:t>
            </a:fld>
            <a:endParaRPr lang="en-US"/>
          </a:p>
        </p:txBody>
      </p:sp>
      <p:sp>
        <p:nvSpPr>
          <p:cNvPr id="14" name="Text Placeholder 9">
            <a:extLst>
              <a:ext uri="{FF2B5EF4-FFF2-40B4-BE49-F238E27FC236}">
                <a16:creationId xmlns:a16="http://schemas.microsoft.com/office/drawing/2014/main" id="{1B7BC80A-0B74-DD25-90D5-7D9F71589678}"/>
              </a:ext>
            </a:extLst>
          </p:cNvPr>
          <p:cNvSpPr>
            <a:spLocks noGrp="1"/>
          </p:cNvSpPr>
          <p:nvPr>
            <p:ph type="body" sz="quarter" idx="13" hasCustomPrompt="1"/>
          </p:nvPr>
        </p:nvSpPr>
        <p:spPr>
          <a:xfrm>
            <a:off x="1508549" y="2016124"/>
            <a:ext cx="1526400" cy="389756"/>
          </a:xfrm>
        </p:spPr>
        <p:txBody>
          <a:bodyPr>
            <a:noAutofit/>
          </a:bodyPr>
          <a:lstStyle>
            <a:lvl1pPr marL="0" indent="0">
              <a:lnSpc>
                <a:spcPct val="90000"/>
              </a:lnSpc>
              <a:buNone/>
              <a:defRPr sz="1400" b="0" i="0">
                <a:latin typeface="+mn-lt"/>
              </a:defRPr>
            </a:lvl1pPr>
          </a:lstStyle>
          <a:p>
            <a:pPr lvl="0"/>
            <a:r>
              <a:rPr lang="en-GB"/>
              <a:t>Name</a:t>
            </a:r>
            <a:endParaRPr lang="en-US"/>
          </a:p>
        </p:txBody>
      </p:sp>
      <p:sp>
        <p:nvSpPr>
          <p:cNvPr id="15" name="Text Placeholder 9">
            <a:extLst>
              <a:ext uri="{FF2B5EF4-FFF2-40B4-BE49-F238E27FC236}">
                <a16:creationId xmlns:a16="http://schemas.microsoft.com/office/drawing/2014/main" id="{6F5E5E41-09E4-029C-0E75-C9B547EC8A03}"/>
              </a:ext>
            </a:extLst>
          </p:cNvPr>
          <p:cNvSpPr>
            <a:spLocks noGrp="1"/>
          </p:cNvSpPr>
          <p:nvPr>
            <p:ph type="body" sz="quarter" idx="14" hasCustomPrompt="1"/>
          </p:nvPr>
        </p:nvSpPr>
        <p:spPr>
          <a:xfrm>
            <a:off x="1508549" y="2419349"/>
            <a:ext cx="1526400" cy="153888"/>
          </a:xfrm>
        </p:spPr>
        <p:txBody>
          <a:bodyPr wrap="square">
            <a:spAutoFit/>
          </a:bodyPr>
          <a:lstStyle>
            <a:lvl1pPr marL="0" indent="0">
              <a:buNone/>
              <a:defRPr sz="1000" b="0" i="0">
                <a:solidFill>
                  <a:schemeClr val="tx2"/>
                </a:solidFill>
                <a:latin typeface="+mn-lt"/>
              </a:defRPr>
            </a:lvl1pPr>
          </a:lstStyle>
          <a:p>
            <a:pPr lvl="0"/>
            <a:r>
              <a:rPr lang="en-GB"/>
              <a:t>Job title</a:t>
            </a:r>
            <a:endParaRPr lang="en-US"/>
          </a:p>
        </p:txBody>
      </p:sp>
      <p:sp>
        <p:nvSpPr>
          <p:cNvPr id="16" name="Picture Placeholder 12">
            <a:extLst>
              <a:ext uri="{FF2B5EF4-FFF2-40B4-BE49-F238E27FC236}">
                <a16:creationId xmlns:a16="http://schemas.microsoft.com/office/drawing/2014/main" id="{1A34F1E0-A87C-7178-6538-22253973A914}"/>
              </a:ext>
            </a:extLst>
          </p:cNvPr>
          <p:cNvSpPr>
            <a:spLocks noGrp="1"/>
          </p:cNvSpPr>
          <p:nvPr>
            <p:ph type="pic" sz="quarter" idx="15" hasCustomPrompt="1"/>
          </p:nvPr>
        </p:nvSpPr>
        <p:spPr>
          <a:xfrm>
            <a:off x="485523" y="2016124"/>
            <a:ext cx="766800" cy="766800"/>
          </a:xfrm>
          <a:prstGeom prst="ellipse">
            <a:avLst/>
          </a:prstGeom>
        </p:spPr>
        <p:txBody>
          <a:bodyPr anchor="ctr"/>
          <a:lstStyle>
            <a:lvl1pPr marL="0" indent="0" algn="ctr">
              <a:buNone/>
              <a:defRPr sz="800" b="0">
                <a:latin typeface="+mn-lt"/>
              </a:defRPr>
            </a:lvl1pPr>
          </a:lstStyle>
          <a:p>
            <a:r>
              <a:rPr lang="en-GB"/>
              <a:t>Picture</a:t>
            </a:r>
            <a:endParaRPr lang="en-US"/>
          </a:p>
        </p:txBody>
      </p:sp>
      <p:sp>
        <p:nvSpPr>
          <p:cNvPr id="17" name="Text Placeholder 9">
            <a:extLst>
              <a:ext uri="{FF2B5EF4-FFF2-40B4-BE49-F238E27FC236}">
                <a16:creationId xmlns:a16="http://schemas.microsoft.com/office/drawing/2014/main" id="{474E37A4-57E6-2CDF-2A5F-3C554861B75B}"/>
              </a:ext>
            </a:extLst>
          </p:cNvPr>
          <p:cNvSpPr>
            <a:spLocks noGrp="1"/>
          </p:cNvSpPr>
          <p:nvPr>
            <p:ph type="body" sz="quarter" idx="25" hasCustomPrompt="1"/>
          </p:nvPr>
        </p:nvSpPr>
        <p:spPr>
          <a:xfrm>
            <a:off x="485523" y="1411287"/>
            <a:ext cx="2548800" cy="196124"/>
          </a:xfrm>
        </p:spPr>
        <p:txBody>
          <a:bodyPr>
            <a:noAutofit/>
          </a:bodyPr>
          <a:lstStyle>
            <a:lvl1pPr marL="0" indent="0">
              <a:lnSpc>
                <a:spcPct val="90000"/>
              </a:lnSpc>
              <a:buNone/>
              <a:defRPr sz="1400" b="1" i="0">
                <a:latin typeface="EYInterstate Regular" panose="02000503020000020004" pitchFamily="2" charset="0"/>
              </a:defRPr>
            </a:lvl1pPr>
          </a:lstStyle>
          <a:p>
            <a:pPr lvl="0"/>
            <a:r>
              <a:rPr lang="en-GB"/>
              <a:t>Team name</a:t>
            </a:r>
            <a:endParaRPr lang="en-US"/>
          </a:p>
        </p:txBody>
      </p:sp>
      <p:sp>
        <p:nvSpPr>
          <p:cNvPr id="18" name="Text Placeholder 9">
            <a:extLst>
              <a:ext uri="{FF2B5EF4-FFF2-40B4-BE49-F238E27FC236}">
                <a16:creationId xmlns:a16="http://schemas.microsoft.com/office/drawing/2014/main" id="{8116B2E5-B73A-D121-0F3D-AD18A29831EB}"/>
              </a:ext>
            </a:extLst>
          </p:cNvPr>
          <p:cNvSpPr>
            <a:spLocks noGrp="1"/>
          </p:cNvSpPr>
          <p:nvPr>
            <p:ph type="body" sz="quarter" idx="26" hasCustomPrompt="1"/>
          </p:nvPr>
        </p:nvSpPr>
        <p:spPr>
          <a:xfrm>
            <a:off x="1508549" y="3021964"/>
            <a:ext cx="1526400" cy="389756"/>
          </a:xfrm>
        </p:spPr>
        <p:txBody>
          <a:bodyPr>
            <a:noAutofit/>
          </a:bodyPr>
          <a:lstStyle>
            <a:lvl1pPr marL="0" indent="0">
              <a:lnSpc>
                <a:spcPct val="90000"/>
              </a:lnSpc>
              <a:buNone/>
              <a:defRPr sz="1400" b="0" i="0">
                <a:latin typeface="+mn-lt"/>
              </a:defRPr>
            </a:lvl1pPr>
          </a:lstStyle>
          <a:p>
            <a:pPr lvl="0"/>
            <a:r>
              <a:rPr lang="en-GB"/>
              <a:t>Name</a:t>
            </a:r>
            <a:endParaRPr lang="en-US"/>
          </a:p>
        </p:txBody>
      </p:sp>
      <p:sp>
        <p:nvSpPr>
          <p:cNvPr id="19" name="Text Placeholder 9">
            <a:extLst>
              <a:ext uri="{FF2B5EF4-FFF2-40B4-BE49-F238E27FC236}">
                <a16:creationId xmlns:a16="http://schemas.microsoft.com/office/drawing/2014/main" id="{EEB861F1-1DCD-AC14-72C5-74E3CBEDCC66}"/>
              </a:ext>
            </a:extLst>
          </p:cNvPr>
          <p:cNvSpPr>
            <a:spLocks noGrp="1"/>
          </p:cNvSpPr>
          <p:nvPr>
            <p:ph type="body" sz="quarter" idx="27" hasCustomPrompt="1"/>
          </p:nvPr>
        </p:nvSpPr>
        <p:spPr>
          <a:xfrm>
            <a:off x="1508549" y="3425189"/>
            <a:ext cx="1526400" cy="153888"/>
          </a:xfrm>
        </p:spPr>
        <p:txBody>
          <a:bodyPr wrap="square">
            <a:spAutoFit/>
          </a:bodyPr>
          <a:lstStyle>
            <a:lvl1pPr marL="0" indent="0">
              <a:buNone/>
              <a:defRPr sz="1000" b="0" i="0">
                <a:solidFill>
                  <a:schemeClr val="tx2"/>
                </a:solidFill>
                <a:latin typeface="+mn-lt"/>
              </a:defRPr>
            </a:lvl1pPr>
          </a:lstStyle>
          <a:p>
            <a:pPr lvl="0"/>
            <a:r>
              <a:rPr lang="en-GB"/>
              <a:t>Job title</a:t>
            </a:r>
            <a:endParaRPr lang="en-US"/>
          </a:p>
        </p:txBody>
      </p:sp>
      <p:sp>
        <p:nvSpPr>
          <p:cNvPr id="20" name="Picture Placeholder 12">
            <a:extLst>
              <a:ext uri="{FF2B5EF4-FFF2-40B4-BE49-F238E27FC236}">
                <a16:creationId xmlns:a16="http://schemas.microsoft.com/office/drawing/2014/main" id="{2AD0FA3F-F163-4A05-299B-BC661CE2D5AA}"/>
              </a:ext>
            </a:extLst>
          </p:cNvPr>
          <p:cNvSpPr>
            <a:spLocks noGrp="1"/>
          </p:cNvSpPr>
          <p:nvPr>
            <p:ph type="pic" sz="quarter" idx="28" hasCustomPrompt="1"/>
          </p:nvPr>
        </p:nvSpPr>
        <p:spPr>
          <a:xfrm>
            <a:off x="485523" y="3021964"/>
            <a:ext cx="766800" cy="766800"/>
          </a:xfrm>
          <a:prstGeom prst="ellipse">
            <a:avLst/>
          </a:prstGeom>
        </p:spPr>
        <p:txBody>
          <a:bodyPr anchor="ctr"/>
          <a:lstStyle>
            <a:lvl1pPr marL="0" indent="0" algn="ctr">
              <a:buNone/>
              <a:defRPr sz="800" b="0">
                <a:latin typeface="+mn-lt"/>
              </a:defRPr>
            </a:lvl1pPr>
          </a:lstStyle>
          <a:p>
            <a:r>
              <a:rPr lang="en-GB"/>
              <a:t>Picture</a:t>
            </a:r>
            <a:endParaRPr lang="en-US"/>
          </a:p>
        </p:txBody>
      </p:sp>
      <p:sp>
        <p:nvSpPr>
          <p:cNvPr id="21" name="Text Placeholder 9">
            <a:extLst>
              <a:ext uri="{FF2B5EF4-FFF2-40B4-BE49-F238E27FC236}">
                <a16:creationId xmlns:a16="http://schemas.microsoft.com/office/drawing/2014/main" id="{E5857066-46A9-72C9-EBC1-46A671B0000D}"/>
              </a:ext>
            </a:extLst>
          </p:cNvPr>
          <p:cNvSpPr>
            <a:spLocks noGrp="1"/>
          </p:cNvSpPr>
          <p:nvPr>
            <p:ph type="body" sz="quarter" idx="29" hasCustomPrompt="1"/>
          </p:nvPr>
        </p:nvSpPr>
        <p:spPr>
          <a:xfrm>
            <a:off x="1508549" y="4035424"/>
            <a:ext cx="1526400" cy="389756"/>
          </a:xfrm>
        </p:spPr>
        <p:txBody>
          <a:bodyPr>
            <a:noAutofit/>
          </a:bodyPr>
          <a:lstStyle>
            <a:lvl1pPr marL="0" indent="0">
              <a:lnSpc>
                <a:spcPct val="90000"/>
              </a:lnSpc>
              <a:buNone/>
              <a:defRPr sz="1400" b="0" i="0">
                <a:latin typeface="+mn-lt"/>
              </a:defRPr>
            </a:lvl1pPr>
          </a:lstStyle>
          <a:p>
            <a:pPr lvl="0"/>
            <a:r>
              <a:rPr lang="en-GB"/>
              <a:t>Name</a:t>
            </a:r>
            <a:endParaRPr lang="en-US"/>
          </a:p>
        </p:txBody>
      </p:sp>
      <p:sp>
        <p:nvSpPr>
          <p:cNvPr id="22" name="Text Placeholder 9">
            <a:extLst>
              <a:ext uri="{FF2B5EF4-FFF2-40B4-BE49-F238E27FC236}">
                <a16:creationId xmlns:a16="http://schemas.microsoft.com/office/drawing/2014/main" id="{018DCA9A-F508-544F-26AE-564194DADCBA}"/>
              </a:ext>
            </a:extLst>
          </p:cNvPr>
          <p:cNvSpPr>
            <a:spLocks noGrp="1"/>
          </p:cNvSpPr>
          <p:nvPr>
            <p:ph type="body" sz="quarter" idx="30" hasCustomPrompt="1"/>
          </p:nvPr>
        </p:nvSpPr>
        <p:spPr>
          <a:xfrm>
            <a:off x="1508549" y="4438649"/>
            <a:ext cx="1526400" cy="153888"/>
          </a:xfrm>
        </p:spPr>
        <p:txBody>
          <a:bodyPr wrap="square">
            <a:spAutoFit/>
          </a:bodyPr>
          <a:lstStyle>
            <a:lvl1pPr marL="0" indent="0">
              <a:buNone/>
              <a:defRPr sz="1000" b="0" i="0">
                <a:solidFill>
                  <a:schemeClr val="tx2"/>
                </a:solidFill>
                <a:latin typeface="+mn-lt"/>
              </a:defRPr>
            </a:lvl1pPr>
          </a:lstStyle>
          <a:p>
            <a:pPr lvl="0"/>
            <a:r>
              <a:rPr lang="en-GB"/>
              <a:t>Job title</a:t>
            </a:r>
            <a:endParaRPr lang="en-US"/>
          </a:p>
        </p:txBody>
      </p:sp>
      <p:sp>
        <p:nvSpPr>
          <p:cNvPr id="27" name="Picture Placeholder 12">
            <a:extLst>
              <a:ext uri="{FF2B5EF4-FFF2-40B4-BE49-F238E27FC236}">
                <a16:creationId xmlns:a16="http://schemas.microsoft.com/office/drawing/2014/main" id="{0057E680-F84B-F640-97B3-1574895E5903}"/>
              </a:ext>
            </a:extLst>
          </p:cNvPr>
          <p:cNvSpPr>
            <a:spLocks noGrp="1"/>
          </p:cNvSpPr>
          <p:nvPr>
            <p:ph type="pic" sz="quarter" idx="31" hasCustomPrompt="1"/>
          </p:nvPr>
        </p:nvSpPr>
        <p:spPr>
          <a:xfrm>
            <a:off x="485523" y="4035424"/>
            <a:ext cx="766800" cy="766800"/>
          </a:xfrm>
          <a:prstGeom prst="ellipse">
            <a:avLst/>
          </a:prstGeom>
        </p:spPr>
        <p:txBody>
          <a:bodyPr anchor="ctr"/>
          <a:lstStyle>
            <a:lvl1pPr marL="0" indent="0" algn="ctr">
              <a:buNone/>
              <a:defRPr sz="800" b="0">
                <a:latin typeface="+mn-lt"/>
              </a:defRPr>
            </a:lvl1pPr>
          </a:lstStyle>
          <a:p>
            <a:r>
              <a:rPr lang="en-GB"/>
              <a:t>Picture</a:t>
            </a:r>
            <a:endParaRPr lang="en-US"/>
          </a:p>
        </p:txBody>
      </p:sp>
      <p:sp>
        <p:nvSpPr>
          <p:cNvPr id="28" name="Text Placeholder 9">
            <a:extLst>
              <a:ext uri="{FF2B5EF4-FFF2-40B4-BE49-F238E27FC236}">
                <a16:creationId xmlns:a16="http://schemas.microsoft.com/office/drawing/2014/main" id="{7A0A840B-4CD0-8E51-0DB8-CAA8C5CE5614}"/>
              </a:ext>
            </a:extLst>
          </p:cNvPr>
          <p:cNvSpPr>
            <a:spLocks noGrp="1"/>
          </p:cNvSpPr>
          <p:nvPr>
            <p:ph type="body" sz="quarter" idx="32" hasCustomPrompt="1"/>
          </p:nvPr>
        </p:nvSpPr>
        <p:spPr>
          <a:xfrm>
            <a:off x="1508549" y="5041264"/>
            <a:ext cx="1526400" cy="389756"/>
          </a:xfrm>
        </p:spPr>
        <p:txBody>
          <a:bodyPr>
            <a:noAutofit/>
          </a:bodyPr>
          <a:lstStyle>
            <a:lvl1pPr marL="0" indent="0">
              <a:lnSpc>
                <a:spcPct val="90000"/>
              </a:lnSpc>
              <a:buNone/>
              <a:defRPr sz="1400" b="0" i="0">
                <a:latin typeface="+mn-lt"/>
              </a:defRPr>
            </a:lvl1pPr>
          </a:lstStyle>
          <a:p>
            <a:pPr lvl="0"/>
            <a:r>
              <a:rPr lang="en-GB"/>
              <a:t>Name</a:t>
            </a:r>
            <a:endParaRPr lang="en-US"/>
          </a:p>
        </p:txBody>
      </p:sp>
      <p:sp>
        <p:nvSpPr>
          <p:cNvPr id="29" name="Text Placeholder 9">
            <a:extLst>
              <a:ext uri="{FF2B5EF4-FFF2-40B4-BE49-F238E27FC236}">
                <a16:creationId xmlns:a16="http://schemas.microsoft.com/office/drawing/2014/main" id="{907FD0F3-2EFB-1048-729B-F8D9C5387EBD}"/>
              </a:ext>
            </a:extLst>
          </p:cNvPr>
          <p:cNvSpPr>
            <a:spLocks noGrp="1"/>
          </p:cNvSpPr>
          <p:nvPr>
            <p:ph type="body" sz="quarter" idx="33" hasCustomPrompt="1"/>
          </p:nvPr>
        </p:nvSpPr>
        <p:spPr>
          <a:xfrm>
            <a:off x="1508549" y="5444489"/>
            <a:ext cx="1526400" cy="153888"/>
          </a:xfrm>
        </p:spPr>
        <p:txBody>
          <a:bodyPr wrap="square">
            <a:spAutoFit/>
          </a:bodyPr>
          <a:lstStyle>
            <a:lvl1pPr marL="0" indent="0">
              <a:buNone/>
              <a:defRPr sz="1000" b="0" i="0">
                <a:solidFill>
                  <a:schemeClr val="tx2"/>
                </a:solidFill>
                <a:latin typeface="+mn-lt"/>
              </a:defRPr>
            </a:lvl1pPr>
          </a:lstStyle>
          <a:p>
            <a:pPr lvl="0"/>
            <a:r>
              <a:rPr lang="en-GB"/>
              <a:t>Job title</a:t>
            </a:r>
            <a:endParaRPr lang="en-US"/>
          </a:p>
        </p:txBody>
      </p:sp>
      <p:sp>
        <p:nvSpPr>
          <p:cNvPr id="30" name="Picture Placeholder 12">
            <a:extLst>
              <a:ext uri="{FF2B5EF4-FFF2-40B4-BE49-F238E27FC236}">
                <a16:creationId xmlns:a16="http://schemas.microsoft.com/office/drawing/2014/main" id="{8F182A88-FA5D-6BF5-64A4-F27206333D05}"/>
              </a:ext>
            </a:extLst>
          </p:cNvPr>
          <p:cNvSpPr>
            <a:spLocks noGrp="1"/>
          </p:cNvSpPr>
          <p:nvPr>
            <p:ph type="pic" sz="quarter" idx="34" hasCustomPrompt="1"/>
          </p:nvPr>
        </p:nvSpPr>
        <p:spPr>
          <a:xfrm>
            <a:off x="485523" y="5041264"/>
            <a:ext cx="766800" cy="766800"/>
          </a:xfrm>
          <a:prstGeom prst="ellipse">
            <a:avLst/>
          </a:prstGeom>
        </p:spPr>
        <p:txBody>
          <a:bodyPr anchor="ctr"/>
          <a:lstStyle>
            <a:lvl1pPr marL="0" indent="0" algn="ctr">
              <a:buNone/>
              <a:defRPr sz="800" b="0">
                <a:latin typeface="+mn-lt"/>
              </a:defRPr>
            </a:lvl1pPr>
          </a:lstStyle>
          <a:p>
            <a:r>
              <a:rPr lang="en-GB"/>
              <a:t>Picture</a:t>
            </a:r>
            <a:endParaRPr lang="en-US"/>
          </a:p>
        </p:txBody>
      </p:sp>
      <p:sp>
        <p:nvSpPr>
          <p:cNvPr id="31" name="Text Placeholder 9">
            <a:extLst>
              <a:ext uri="{FF2B5EF4-FFF2-40B4-BE49-F238E27FC236}">
                <a16:creationId xmlns:a16="http://schemas.microsoft.com/office/drawing/2014/main" id="{0E55779C-A246-7AA1-1246-32F3BAC3E9F9}"/>
              </a:ext>
            </a:extLst>
          </p:cNvPr>
          <p:cNvSpPr>
            <a:spLocks noGrp="1"/>
          </p:cNvSpPr>
          <p:nvPr>
            <p:ph type="body" sz="quarter" idx="35" hasCustomPrompt="1"/>
          </p:nvPr>
        </p:nvSpPr>
        <p:spPr>
          <a:xfrm>
            <a:off x="4399994" y="2016124"/>
            <a:ext cx="1526400" cy="389756"/>
          </a:xfrm>
        </p:spPr>
        <p:txBody>
          <a:bodyPr>
            <a:noAutofit/>
          </a:bodyPr>
          <a:lstStyle>
            <a:lvl1pPr marL="0" indent="0">
              <a:lnSpc>
                <a:spcPct val="90000"/>
              </a:lnSpc>
              <a:buNone/>
              <a:defRPr sz="1400" b="0" i="0">
                <a:latin typeface="+mn-lt"/>
              </a:defRPr>
            </a:lvl1pPr>
          </a:lstStyle>
          <a:p>
            <a:pPr lvl="0"/>
            <a:r>
              <a:rPr lang="en-GB"/>
              <a:t>Name</a:t>
            </a:r>
            <a:endParaRPr lang="en-US"/>
          </a:p>
        </p:txBody>
      </p:sp>
      <p:sp>
        <p:nvSpPr>
          <p:cNvPr id="32" name="Text Placeholder 9">
            <a:extLst>
              <a:ext uri="{FF2B5EF4-FFF2-40B4-BE49-F238E27FC236}">
                <a16:creationId xmlns:a16="http://schemas.microsoft.com/office/drawing/2014/main" id="{AE906D56-BF94-FEC3-DB85-DEC802C0EDF2}"/>
              </a:ext>
            </a:extLst>
          </p:cNvPr>
          <p:cNvSpPr>
            <a:spLocks noGrp="1"/>
          </p:cNvSpPr>
          <p:nvPr>
            <p:ph type="body" sz="quarter" idx="36" hasCustomPrompt="1"/>
          </p:nvPr>
        </p:nvSpPr>
        <p:spPr>
          <a:xfrm>
            <a:off x="4399994" y="2419349"/>
            <a:ext cx="1526400" cy="153888"/>
          </a:xfrm>
        </p:spPr>
        <p:txBody>
          <a:bodyPr wrap="square">
            <a:spAutoFit/>
          </a:bodyPr>
          <a:lstStyle>
            <a:lvl1pPr marL="0" indent="0">
              <a:buNone/>
              <a:defRPr sz="1000" b="0" i="0">
                <a:solidFill>
                  <a:schemeClr val="tx2"/>
                </a:solidFill>
                <a:latin typeface="+mn-lt"/>
              </a:defRPr>
            </a:lvl1pPr>
          </a:lstStyle>
          <a:p>
            <a:pPr lvl="0"/>
            <a:r>
              <a:rPr lang="en-GB"/>
              <a:t>Job title</a:t>
            </a:r>
            <a:endParaRPr lang="en-US"/>
          </a:p>
        </p:txBody>
      </p:sp>
      <p:sp>
        <p:nvSpPr>
          <p:cNvPr id="33" name="Picture Placeholder 12">
            <a:extLst>
              <a:ext uri="{FF2B5EF4-FFF2-40B4-BE49-F238E27FC236}">
                <a16:creationId xmlns:a16="http://schemas.microsoft.com/office/drawing/2014/main" id="{CF08BE99-68E9-C172-4584-192EAC7EBA24}"/>
              </a:ext>
            </a:extLst>
          </p:cNvPr>
          <p:cNvSpPr>
            <a:spLocks noGrp="1"/>
          </p:cNvSpPr>
          <p:nvPr>
            <p:ph type="pic" sz="quarter" idx="37" hasCustomPrompt="1"/>
          </p:nvPr>
        </p:nvSpPr>
        <p:spPr>
          <a:xfrm>
            <a:off x="3377372" y="2016124"/>
            <a:ext cx="766800" cy="766800"/>
          </a:xfrm>
          <a:prstGeom prst="ellipse">
            <a:avLst/>
          </a:prstGeom>
        </p:spPr>
        <p:txBody>
          <a:bodyPr anchor="ctr"/>
          <a:lstStyle>
            <a:lvl1pPr marL="0" indent="0" algn="ctr">
              <a:buNone/>
              <a:defRPr sz="800" b="0">
                <a:latin typeface="+mn-lt"/>
              </a:defRPr>
            </a:lvl1pPr>
          </a:lstStyle>
          <a:p>
            <a:r>
              <a:rPr lang="en-GB"/>
              <a:t>Picture</a:t>
            </a:r>
            <a:endParaRPr lang="en-US"/>
          </a:p>
        </p:txBody>
      </p:sp>
      <p:sp>
        <p:nvSpPr>
          <p:cNvPr id="34" name="Text Placeholder 9">
            <a:extLst>
              <a:ext uri="{FF2B5EF4-FFF2-40B4-BE49-F238E27FC236}">
                <a16:creationId xmlns:a16="http://schemas.microsoft.com/office/drawing/2014/main" id="{61B59087-059A-8552-985C-C458B49492E5}"/>
              </a:ext>
            </a:extLst>
          </p:cNvPr>
          <p:cNvSpPr>
            <a:spLocks noGrp="1"/>
          </p:cNvSpPr>
          <p:nvPr>
            <p:ph type="body" sz="quarter" idx="38" hasCustomPrompt="1"/>
          </p:nvPr>
        </p:nvSpPr>
        <p:spPr>
          <a:xfrm>
            <a:off x="3377372" y="1411287"/>
            <a:ext cx="2548800" cy="196124"/>
          </a:xfrm>
        </p:spPr>
        <p:txBody>
          <a:bodyPr>
            <a:noAutofit/>
          </a:bodyPr>
          <a:lstStyle>
            <a:lvl1pPr marL="0" indent="0">
              <a:lnSpc>
                <a:spcPct val="90000"/>
              </a:lnSpc>
              <a:buNone/>
              <a:defRPr sz="1400" b="1" i="0">
                <a:latin typeface="EYInterstate Regular" panose="02000503020000020004" pitchFamily="2" charset="0"/>
              </a:defRPr>
            </a:lvl1pPr>
          </a:lstStyle>
          <a:p>
            <a:pPr lvl="0"/>
            <a:r>
              <a:rPr lang="en-GB"/>
              <a:t>Team name</a:t>
            </a:r>
            <a:endParaRPr lang="en-US"/>
          </a:p>
        </p:txBody>
      </p:sp>
      <p:sp>
        <p:nvSpPr>
          <p:cNvPr id="35" name="Text Placeholder 9">
            <a:extLst>
              <a:ext uri="{FF2B5EF4-FFF2-40B4-BE49-F238E27FC236}">
                <a16:creationId xmlns:a16="http://schemas.microsoft.com/office/drawing/2014/main" id="{B80CEAFC-3F56-53A9-7CA1-6FF2EFEA9F71}"/>
              </a:ext>
            </a:extLst>
          </p:cNvPr>
          <p:cNvSpPr>
            <a:spLocks noGrp="1"/>
          </p:cNvSpPr>
          <p:nvPr>
            <p:ph type="body" sz="quarter" idx="39" hasCustomPrompt="1"/>
          </p:nvPr>
        </p:nvSpPr>
        <p:spPr>
          <a:xfrm>
            <a:off x="4399994" y="3021964"/>
            <a:ext cx="1526400" cy="389756"/>
          </a:xfrm>
        </p:spPr>
        <p:txBody>
          <a:bodyPr>
            <a:noAutofit/>
          </a:bodyPr>
          <a:lstStyle>
            <a:lvl1pPr marL="0" indent="0">
              <a:lnSpc>
                <a:spcPct val="90000"/>
              </a:lnSpc>
              <a:buNone/>
              <a:defRPr sz="1400" b="0" i="0">
                <a:latin typeface="+mn-lt"/>
              </a:defRPr>
            </a:lvl1pPr>
          </a:lstStyle>
          <a:p>
            <a:pPr lvl="0"/>
            <a:r>
              <a:rPr lang="en-GB"/>
              <a:t>Name</a:t>
            </a:r>
            <a:endParaRPr lang="en-US"/>
          </a:p>
        </p:txBody>
      </p:sp>
      <p:sp>
        <p:nvSpPr>
          <p:cNvPr id="36" name="Text Placeholder 9">
            <a:extLst>
              <a:ext uri="{FF2B5EF4-FFF2-40B4-BE49-F238E27FC236}">
                <a16:creationId xmlns:a16="http://schemas.microsoft.com/office/drawing/2014/main" id="{1F927087-C230-38DF-C1BC-D979647576EB}"/>
              </a:ext>
            </a:extLst>
          </p:cNvPr>
          <p:cNvSpPr>
            <a:spLocks noGrp="1"/>
          </p:cNvSpPr>
          <p:nvPr>
            <p:ph type="body" sz="quarter" idx="40" hasCustomPrompt="1"/>
          </p:nvPr>
        </p:nvSpPr>
        <p:spPr>
          <a:xfrm>
            <a:off x="4399994" y="3425189"/>
            <a:ext cx="1526400" cy="153888"/>
          </a:xfrm>
        </p:spPr>
        <p:txBody>
          <a:bodyPr wrap="square">
            <a:spAutoFit/>
          </a:bodyPr>
          <a:lstStyle>
            <a:lvl1pPr marL="0" indent="0">
              <a:buNone/>
              <a:defRPr sz="1000" b="0" i="0">
                <a:solidFill>
                  <a:schemeClr val="tx2"/>
                </a:solidFill>
                <a:latin typeface="+mn-lt"/>
              </a:defRPr>
            </a:lvl1pPr>
          </a:lstStyle>
          <a:p>
            <a:pPr lvl="0"/>
            <a:r>
              <a:rPr lang="en-GB"/>
              <a:t>Job title</a:t>
            </a:r>
            <a:endParaRPr lang="en-US"/>
          </a:p>
        </p:txBody>
      </p:sp>
      <p:sp>
        <p:nvSpPr>
          <p:cNvPr id="37" name="Picture Placeholder 12">
            <a:extLst>
              <a:ext uri="{FF2B5EF4-FFF2-40B4-BE49-F238E27FC236}">
                <a16:creationId xmlns:a16="http://schemas.microsoft.com/office/drawing/2014/main" id="{E5B079F2-242E-7156-DFAD-AED073123B53}"/>
              </a:ext>
            </a:extLst>
          </p:cNvPr>
          <p:cNvSpPr>
            <a:spLocks noGrp="1"/>
          </p:cNvSpPr>
          <p:nvPr>
            <p:ph type="pic" sz="quarter" idx="41" hasCustomPrompt="1"/>
          </p:nvPr>
        </p:nvSpPr>
        <p:spPr>
          <a:xfrm>
            <a:off x="3377372" y="3021964"/>
            <a:ext cx="766800" cy="766800"/>
          </a:xfrm>
          <a:prstGeom prst="ellipse">
            <a:avLst/>
          </a:prstGeom>
        </p:spPr>
        <p:txBody>
          <a:bodyPr anchor="ctr"/>
          <a:lstStyle>
            <a:lvl1pPr marL="0" indent="0" algn="ctr">
              <a:buNone/>
              <a:defRPr sz="800" b="0">
                <a:latin typeface="+mn-lt"/>
              </a:defRPr>
            </a:lvl1pPr>
          </a:lstStyle>
          <a:p>
            <a:r>
              <a:rPr lang="en-GB"/>
              <a:t>Picture</a:t>
            </a:r>
            <a:endParaRPr lang="en-US"/>
          </a:p>
        </p:txBody>
      </p:sp>
      <p:sp>
        <p:nvSpPr>
          <p:cNvPr id="38" name="Text Placeholder 9">
            <a:extLst>
              <a:ext uri="{FF2B5EF4-FFF2-40B4-BE49-F238E27FC236}">
                <a16:creationId xmlns:a16="http://schemas.microsoft.com/office/drawing/2014/main" id="{BAD8BB7A-C875-E730-22F2-58BF881807E3}"/>
              </a:ext>
            </a:extLst>
          </p:cNvPr>
          <p:cNvSpPr>
            <a:spLocks noGrp="1"/>
          </p:cNvSpPr>
          <p:nvPr>
            <p:ph type="body" sz="quarter" idx="42" hasCustomPrompt="1"/>
          </p:nvPr>
        </p:nvSpPr>
        <p:spPr>
          <a:xfrm>
            <a:off x="4399994" y="4035424"/>
            <a:ext cx="1526400" cy="389756"/>
          </a:xfrm>
        </p:spPr>
        <p:txBody>
          <a:bodyPr>
            <a:noAutofit/>
          </a:bodyPr>
          <a:lstStyle>
            <a:lvl1pPr marL="0" indent="0">
              <a:lnSpc>
                <a:spcPct val="90000"/>
              </a:lnSpc>
              <a:buNone/>
              <a:defRPr sz="1400" b="0" i="0">
                <a:latin typeface="+mn-lt"/>
              </a:defRPr>
            </a:lvl1pPr>
          </a:lstStyle>
          <a:p>
            <a:pPr lvl="0"/>
            <a:r>
              <a:rPr lang="en-GB"/>
              <a:t>Name</a:t>
            </a:r>
            <a:endParaRPr lang="en-US"/>
          </a:p>
        </p:txBody>
      </p:sp>
      <p:sp>
        <p:nvSpPr>
          <p:cNvPr id="39" name="Text Placeholder 9">
            <a:extLst>
              <a:ext uri="{FF2B5EF4-FFF2-40B4-BE49-F238E27FC236}">
                <a16:creationId xmlns:a16="http://schemas.microsoft.com/office/drawing/2014/main" id="{428864EC-7BF7-9E3F-14AA-1569F68FDBF7}"/>
              </a:ext>
            </a:extLst>
          </p:cNvPr>
          <p:cNvSpPr>
            <a:spLocks noGrp="1"/>
          </p:cNvSpPr>
          <p:nvPr>
            <p:ph type="body" sz="quarter" idx="43" hasCustomPrompt="1"/>
          </p:nvPr>
        </p:nvSpPr>
        <p:spPr>
          <a:xfrm>
            <a:off x="4399994" y="4438649"/>
            <a:ext cx="1526400" cy="153888"/>
          </a:xfrm>
        </p:spPr>
        <p:txBody>
          <a:bodyPr wrap="square">
            <a:spAutoFit/>
          </a:bodyPr>
          <a:lstStyle>
            <a:lvl1pPr marL="0" indent="0">
              <a:buNone/>
              <a:defRPr sz="1000" b="0" i="0">
                <a:solidFill>
                  <a:schemeClr val="tx2"/>
                </a:solidFill>
                <a:latin typeface="+mn-lt"/>
              </a:defRPr>
            </a:lvl1pPr>
          </a:lstStyle>
          <a:p>
            <a:pPr lvl="0"/>
            <a:r>
              <a:rPr lang="en-GB"/>
              <a:t>Job title</a:t>
            </a:r>
            <a:endParaRPr lang="en-US"/>
          </a:p>
        </p:txBody>
      </p:sp>
      <p:sp>
        <p:nvSpPr>
          <p:cNvPr id="40" name="Picture Placeholder 12">
            <a:extLst>
              <a:ext uri="{FF2B5EF4-FFF2-40B4-BE49-F238E27FC236}">
                <a16:creationId xmlns:a16="http://schemas.microsoft.com/office/drawing/2014/main" id="{01784631-4FDE-2C65-08D2-90389B52BB27}"/>
              </a:ext>
            </a:extLst>
          </p:cNvPr>
          <p:cNvSpPr>
            <a:spLocks noGrp="1"/>
          </p:cNvSpPr>
          <p:nvPr>
            <p:ph type="pic" sz="quarter" idx="44" hasCustomPrompt="1"/>
          </p:nvPr>
        </p:nvSpPr>
        <p:spPr>
          <a:xfrm>
            <a:off x="3377372" y="4035424"/>
            <a:ext cx="766800" cy="766800"/>
          </a:xfrm>
          <a:prstGeom prst="ellipse">
            <a:avLst/>
          </a:prstGeom>
        </p:spPr>
        <p:txBody>
          <a:bodyPr anchor="ctr"/>
          <a:lstStyle>
            <a:lvl1pPr marL="0" indent="0" algn="ctr">
              <a:buNone/>
              <a:defRPr sz="800" b="0">
                <a:latin typeface="+mn-lt"/>
              </a:defRPr>
            </a:lvl1pPr>
          </a:lstStyle>
          <a:p>
            <a:r>
              <a:rPr lang="en-GB"/>
              <a:t>Picture</a:t>
            </a:r>
            <a:endParaRPr lang="en-US"/>
          </a:p>
        </p:txBody>
      </p:sp>
      <p:sp>
        <p:nvSpPr>
          <p:cNvPr id="41" name="Text Placeholder 9">
            <a:extLst>
              <a:ext uri="{FF2B5EF4-FFF2-40B4-BE49-F238E27FC236}">
                <a16:creationId xmlns:a16="http://schemas.microsoft.com/office/drawing/2014/main" id="{0154653D-5642-2E90-794A-C1E075F2C194}"/>
              </a:ext>
            </a:extLst>
          </p:cNvPr>
          <p:cNvSpPr>
            <a:spLocks noGrp="1"/>
          </p:cNvSpPr>
          <p:nvPr>
            <p:ph type="body" sz="quarter" idx="45" hasCustomPrompt="1"/>
          </p:nvPr>
        </p:nvSpPr>
        <p:spPr>
          <a:xfrm>
            <a:off x="4399994" y="5041264"/>
            <a:ext cx="1526400" cy="389756"/>
          </a:xfrm>
        </p:spPr>
        <p:txBody>
          <a:bodyPr>
            <a:noAutofit/>
          </a:bodyPr>
          <a:lstStyle>
            <a:lvl1pPr marL="0" indent="0">
              <a:lnSpc>
                <a:spcPct val="90000"/>
              </a:lnSpc>
              <a:buNone/>
              <a:defRPr sz="1400" b="0" i="0">
                <a:latin typeface="+mn-lt"/>
              </a:defRPr>
            </a:lvl1pPr>
          </a:lstStyle>
          <a:p>
            <a:pPr lvl="0"/>
            <a:r>
              <a:rPr lang="en-GB"/>
              <a:t>Name</a:t>
            </a:r>
            <a:endParaRPr lang="en-US"/>
          </a:p>
        </p:txBody>
      </p:sp>
      <p:sp>
        <p:nvSpPr>
          <p:cNvPr id="42" name="Text Placeholder 9">
            <a:extLst>
              <a:ext uri="{FF2B5EF4-FFF2-40B4-BE49-F238E27FC236}">
                <a16:creationId xmlns:a16="http://schemas.microsoft.com/office/drawing/2014/main" id="{7B745924-C16B-48BF-AE37-F5CD447BF3BE}"/>
              </a:ext>
            </a:extLst>
          </p:cNvPr>
          <p:cNvSpPr>
            <a:spLocks noGrp="1"/>
          </p:cNvSpPr>
          <p:nvPr>
            <p:ph type="body" sz="quarter" idx="46" hasCustomPrompt="1"/>
          </p:nvPr>
        </p:nvSpPr>
        <p:spPr>
          <a:xfrm>
            <a:off x="4399994" y="5444489"/>
            <a:ext cx="1526400" cy="153888"/>
          </a:xfrm>
        </p:spPr>
        <p:txBody>
          <a:bodyPr wrap="square">
            <a:spAutoFit/>
          </a:bodyPr>
          <a:lstStyle>
            <a:lvl1pPr marL="0" indent="0">
              <a:buNone/>
              <a:defRPr sz="1000" b="0" i="0">
                <a:solidFill>
                  <a:schemeClr val="tx2"/>
                </a:solidFill>
                <a:latin typeface="+mn-lt"/>
              </a:defRPr>
            </a:lvl1pPr>
          </a:lstStyle>
          <a:p>
            <a:pPr lvl="0"/>
            <a:r>
              <a:rPr lang="en-GB"/>
              <a:t>Job title</a:t>
            </a:r>
            <a:endParaRPr lang="en-US"/>
          </a:p>
        </p:txBody>
      </p:sp>
      <p:sp>
        <p:nvSpPr>
          <p:cNvPr id="43" name="Picture Placeholder 12">
            <a:extLst>
              <a:ext uri="{FF2B5EF4-FFF2-40B4-BE49-F238E27FC236}">
                <a16:creationId xmlns:a16="http://schemas.microsoft.com/office/drawing/2014/main" id="{4E35CBCD-AFBE-52EA-7BC2-89F29ED83F88}"/>
              </a:ext>
            </a:extLst>
          </p:cNvPr>
          <p:cNvSpPr>
            <a:spLocks noGrp="1"/>
          </p:cNvSpPr>
          <p:nvPr>
            <p:ph type="pic" sz="quarter" idx="47" hasCustomPrompt="1"/>
          </p:nvPr>
        </p:nvSpPr>
        <p:spPr>
          <a:xfrm>
            <a:off x="3377372" y="5041264"/>
            <a:ext cx="766800" cy="766800"/>
          </a:xfrm>
          <a:prstGeom prst="ellipse">
            <a:avLst/>
          </a:prstGeom>
        </p:spPr>
        <p:txBody>
          <a:bodyPr anchor="ctr"/>
          <a:lstStyle>
            <a:lvl1pPr marL="0" indent="0" algn="ctr">
              <a:buNone/>
              <a:defRPr sz="800" b="0">
                <a:latin typeface="+mn-lt"/>
              </a:defRPr>
            </a:lvl1pPr>
          </a:lstStyle>
          <a:p>
            <a:r>
              <a:rPr lang="en-GB"/>
              <a:t>Picture</a:t>
            </a:r>
            <a:endParaRPr lang="en-US"/>
          </a:p>
        </p:txBody>
      </p:sp>
      <p:sp>
        <p:nvSpPr>
          <p:cNvPr id="44" name="Text Placeholder 9">
            <a:extLst>
              <a:ext uri="{FF2B5EF4-FFF2-40B4-BE49-F238E27FC236}">
                <a16:creationId xmlns:a16="http://schemas.microsoft.com/office/drawing/2014/main" id="{C6A4FD7C-43FE-CC16-4728-179DD98E56D5}"/>
              </a:ext>
            </a:extLst>
          </p:cNvPr>
          <p:cNvSpPr>
            <a:spLocks noGrp="1"/>
          </p:cNvSpPr>
          <p:nvPr>
            <p:ph type="body" sz="quarter" idx="48" hasCustomPrompt="1"/>
          </p:nvPr>
        </p:nvSpPr>
        <p:spPr>
          <a:xfrm>
            <a:off x="7292514" y="2016124"/>
            <a:ext cx="1526400" cy="389756"/>
          </a:xfrm>
        </p:spPr>
        <p:txBody>
          <a:bodyPr>
            <a:noAutofit/>
          </a:bodyPr>
          <a:lstStyle>
            <a:lvl1pPr marL="0" indent="0">
              <a:lnSpc>
                <a:spcPct val="90000"/>
              </a:lnSpc>
              <a:buNone/>
              <a:defRPr sz="1400" b="0" i="0">
                <a:latin typeface="+mn-lt"/>
              </a:defRPr>
            </a:lvl1pPr>
          </a:lstStyle>
          <a:p>
            <a:pPr lvl="0"/>
            <a:r>
              <a:rPr lang="en-GB"/>
              <a:t>Name</a:t>
            </a:r>
            <a:endParaRPr lang="en-US"/>
          </a:p>
        </p:txBody>
      </p:sp>
      <p:sp>
        <p:nvSpPr>
          <p:cNvPr id="45" name="Text Placeholder 9">
            <a:extLst>
              <a:ext uri="{FF2B5EF4-FFF2-40B4-BE49-F238E27FC236}">
                <a16:creationId xmlns:a16="http://schemas.microsoft.com/office/drawing/2014/main" id="{CCC5923F-9079-4223-BD7D-2ECA17762C80}"/>
              </a:ext>
            </a:extLst>
          </p:cNvPr>
          <p:cNvSpPr>
            <a:spLocks noGrp="1"/>
          </p:cNvSpPr>
          <p:nvPr>
            <p:ph type="body" sz="quarter" idx="49" hasCustomPrompt="1"/>
          </p:nvPr>
        </p:nvSpPr>
        <p:spPr>
          <a:xfrm>
            <a:off x="7292514" y="2419349"/>
            <a:ext cx="1526400" cy="153888"/>
          </a:xfrm>
        </p:spPr>
        <p:txBody>
          <a:bodyPr wrap="square">
            <a:spAutoFit/>
          </a:bodyPr>
          <a:lstStyle>
            <a:lvl1pPr marL="0" indent="0">
              <a:buNone/>
              <a:defRPr sz="1000" b="0" i="0">
                <a:solidFill>
                  <a:schemeClr val="tx2"/>
                </a:solidFill>
                <a:latin typeface="+mn-lt"/>
              </a:defRPr>
            </a:lvl1pPr>
          </a:lstStyle>
          <a:p>
            <a:pPr lvl="0"/>
            <a:r>
              <a:rPr lang="en-GB"/>
              <a:t>Job title</a:t>
            </a:r>
            <a:endParaRPr lang="en-US"/>
          </a:p>
        </p:txBody>
      </p:sp>
      <p:sp>
        <p:nvSpPr>
          <p:cNvPr id="46" name="Picture Placeholder 12">
            <a:extLst>
              <a:ext uri="{FF2B5EF4-FFF2-40B4-BE49-F238E27FC236}">
                <a16:creationId xmlns:a16="http://schemas.microsoft.com/office/drawing/2014/main" id="{D730576F-217C-362A-C36F-674299D51B91}"/>
              </a:ext>
            </a:extLst>
          </p:cNvPr>
          <p:cNvSpPr>
            <a:spLocks noGrp="1"/>
          </p:cNvSpPr>
          <p:nvPr>
            <p:ph type="pic" sz="quarter" idx="50" hasCustomPrompt="1"/>
          </p:nvPr>
        </p:nvSpPr>
        <p:spPr>
          <a:xfrm>
            <a:off x="6269221" y="2016124"/>
            <a:ext cx="766800" cy="766800"/>
          </a:xfrm>
          <a:prstGeom prst="ellipse">
            <a:avLst/>
          </a:prstGeom>
        </p:spPr>
        <p:txBody>
          <a:bodyPr anchor="ctr"/>
          <a:lstStyle>
            <a:lvl1pPr marL="0" indent="0" algn="ctr">
              <a:buNone/>
              <a:defRPr sz="800" b="0">
                <a:latin typeface="+mn-lt"/>
              </a:defRPr>
            </a:lvl1pPr>
          </a:lstStyle>
          <a:p>
            <a:r>
              <a:rPr lang="en-GB"/>
              <a:t>Picture</a:t>
            </a:r>
            <a:endParaRPr lang="en-US"/>
          </a:p>
        </p:txBody>
      </p:sp>
      <p:sp>
        <p:nvSpPr>
          <p:cNvPr id="47" name="Text Placeholder 9">
            <a:extLst>
              <a:ext uri="{FF2B5EF4-FFF2-40B4-BE49-F238E27FC236}">
                <a16:creationId xmlns:a16="http://schemas.microsoft.com/office/drawing/2014/main" id="{683AAA8B-B0B9-8676-2816-59B9081C3443}"/>
              </a:ext>
            </a:extLst>
          </p:cNvPr>
          <p:cNvSpPr>
            <a:spLocks noGrp="1"/>
          </p:cNvSpPr>
          <p:nvPr>
            <p:ph type="body" sz="quarter" idx="51" hasCustomPrompt="1"/>
          </p:nvPr>
        </p:nvSpPr>
        <p:spPr>
          <a:xfrm>
            <a:off x="6269221" y="1411287"/>
            <a:ext cx="2548800" cy="196124"/>
          </a:xfrm>
        </p:spPr>
        <p:txBody>
          <a:bodyPr>
            <a:noAutofit/>
          </a:bodyPr>
          <a:lstStyle>
            <a:lvl1pPr marL="0" indent="0">
              <a:lnSpc>
                <a:spcPct val="90000"/>
              </a:lnSpc>
              <a:buNone/>
              <a:defRPr sz="1400" b="1" i="0">
                <a:latin typeface="EYInterstate Regular" panose="02000503020000020004" pitchFamily="2" charset="0"/>
              </a:defRPr>
            </a:lvl1pPr>
          </a:lstStyle>
          <a:p>
            <a:pPr lvl="0"/>
            <a:r>
              <a:rPr lang="en-GB"/>
              <a:t>Team name</a:t>
            </a:r>
            <a:endParaRPr lang="en-US"/>
          </a:p>
        </p:txBody>
      </p:sp>
      <p:sp>
        <p:nvSpPr>
          <p:cNvPr id="48" name="Text Placeholder 9">
            <a:extLst>
              <a:ext uri="{FF2B5EF4-FFF2-40B4-BE49-F238E27FC236}">
                <a16:creationId xmlns:a16="http://schemas.microsoft.com/office/drawing/2014/main" id="{66FDE5EC-EECA-8ACE-6501-3066CB7FE8A4}"/>
              </a:ext>
            </a:extLst>
          </p:cNvPr>
          <p:cNvSpPr>
            <a:spLocks noGrp="1"/>
          </p:cNvSpPr>
          <p:nvPr>
            <p:ph type="body" sz="quarter" idx="52" hasCustomPrompt="1"/>
          </p:nvPr>
        </p:nvSpPr>
        <p:spPr>
          <a:xfrm>
            <a:off x="7292514" y="3021964"/>
            <a:ext cx="1526400" cy="389756"/>
          </a:xfrm>
        </p:spPr>
        <p:txBody>
          <a:bodyPr>
            <a:noAutofit/>
          </a:bodyPr>
          <a:lstStyle>
            <a:lvl1pPr marL="0" indent="0">
              <a:lnSpc>
                <a:spcPct val="90000"/>
              </a:lnSpc>
              <a:buNone/>
              <a:defRPr sz="1400" b="0" i="0">
                <a:latin typeface="+mn-lt"/>
              </a:defRPr>
            </a:lvl1pPr>
          </a:lstStyle>
          <a:p>
            <a:pPr lvl="0"/>
            <a:r>
              <a:rPr lang="en-GB"/>
              <a:t>Name</a:t>
            </a:r>
            <a:endParaRPr lang="en-US"/>
          </a:p>
        </p:txBody>
      </p:sp>
      <p:sp>
        <p:nvSpPr>
          <p:cNvPr id="49" name="Text Placeholder 9">
            <a:extLst>
              <a:ext uri="{FF2B5EF4-FFF2-40B4-BE49-F238E27FC236}">
                <a16:creationId xmlns:a16="http://schemas.microsoft.com/office/drawing/2014/main" id="{73D20F87-E90C-42D0-0ED6-6300216BB309}"/>
              </a:ext>
            </a:extLst>
          </p:cNvPr>
          <p:cNvSpPr>
            <a:spLocks noGrp="1"/>
          </p:cNvSpPr>
          <p:nvPr>
            <p:ph type="body" sz="quarter" idx="53" hasCustomPrompt="1"/>
          </p:nvPr>
        </p:nvSpPr>
        <p:spPr>
          <a:xfrm>
            <a:off x="7292514" y="3425189"/>
            <a:ext cx="1526400" cy="153888"/>
          </a:xfrm>
        </p:spPr>
        <p:txBody>
          <a:bodyPr wrap="square">
            <a:spAutoFit/>
          </a:bodyPr>
          <a:lstStyle>
            <a:lvl1pPr marL="0" indent="0">
              <a:buNone/>
              <a:defRPr sz="1000" b="0" i="0">
                <a:solidFill>
                  <a:schemeClr val="tx2"/>
                </a:solidFill>
                <a:latin typeface="+mn-lt"/>
              </a:defRPr>
            </a:lvl1pPr>
          </a:lstStyle>
          <a:p>
            <a:pPr lvl="0"/>
            <a:r>
              <a:rPr lang="en-GB"/>
              <a:t>Job title</a:t>
            </a:r>
            <a:endParaRPr lang="en-US"/>
          </a:p>
        </p:txBody>
      </p:sp>
      <p:sp>
        <p:nvSpPr>
          <p:cNvPr id="50" name="Picture Placeholder 12">
            <a:extLst>
              <a:ext uri="{FF2B5EF4-FFF2-40B4-BE49-F238E27FC236}">
                <a16:creationId xmlns:a16="http://schemas.microsoft.com/office/drawing/2014/main" id="{03693376-1C6C-F15B-897B-29DF694405E9}"/>
              </a:ext>
            </a:extLst>
          </p:cNvPr>
          <p:cNvSpPr>
            <a:spLocks noGrp="1"/>
          </p:cNvSpPr>
          <p:nvPr>
            <p:ph type="pic" sz="quarter" idx="54" hasCustomPrompt="1"/>
          </p:nvPr>
        </p:nvSpPr>
        <p:spPr>
          <a:xfrm>
            <a:off x="6269221" y="3021964"/>
            <a:ext cx="766800" cy="766800"/>
          </a:xfrm>
          <a:prstGeom prst="ellipse">
            <a:avLst/>
          </a:prstGeom>
        </p:spPr>
        <p:txBody>
          <a:bodyPr anchor="ctr"/>
          <a:lstStyle>
            <a:lvl1pPr marL="0" indent="0" algn="ctr">
              <a:buNone/>
              <a:defRPr sz="800" b="0">
                <a:latin typeface="+mn-lt"/>
              </a:defRPr>
            </a:lvl1pPr>
          </a:lstStyle>
          <a:p>
            <a:r>
              <a:rPr lang="en-GB"/>
              <a:t>Picture</a:t>
            </a:r>
            <a:endParaRPr lang="en-US"/>
          </a:p>
        </p:txBody>
      </p:sp>
      <p:sp>
        <p:nvSpPr>
          <p:cNvPr id="51" name="Text Placeholder 9">
            <a:extLst>
              <a:ext uri="{FF2B5EF4-FFF2-40B4-BE49-F238E27FC236}">
                <a16:creationId xmlns:a16="http://schemas.microsoft.com/office/drawing/2014/main" id="{77461B86-A1F2-292C-BC4A-3A720C40ECF3}"/>
              </a:ext>
            </a:extLst>
          </p:cNvPr>
          <p:cNvSpPr>
            <a:spLocks noGrp="1"/>
          </p:cNvSpPr>
          <p:nvPr>
            <p:ph type="body" sz="quarter" idx="55" hasCustomPrompt="1"/>
          </p:nvPr>
        </p:nvSpPr>
        <p:spPr>
          <a:xfrm>
            <a:off x="7292514" y="4035424"/>
            <a:ext cx="1526400" cy="389756"/>
          </a:xfrm>
        </p:spPr>
        <p:txBody>
          <a:bodyPr>
            <a:noAutofit/>
          </a:bodyPr>
          <a:lstStyle>
            <a:lvl1pPr marL="0" indent="0">
              <a:lnSpc>
                <a:spcPct val="90000"/>
              </a:lnSpc>
              <a:buNone/>
              <a:defRPr sz="1400" b="0" i="0">
                <a:latin typeface="+mn-lt"/>
              </a:defRPr>
            </a:lvl1pPr>
          </a:lstStyle>
          <a:p>
            <a:pPr lvl="0"/>
            <a:r>
              <a:rPr lang="en-GB"/>
              <a:t>Name</a:t>
            </a:r>
            <a:endParaRPr lang="en-US"/>
          </a:p>
        </p:txBody>
      </p:sp>
      <p:sp>
        <p:nvSpPr>
          <p:cNvPr id="52" name="Text Placeholder 9">
            <a:extLst>
              <a:ext uri="{FF2B5EF4-FFF2-40B4-BE49-F238E27FC236}">
                <a16:creationId xmlns:a16="http://schemas.microsoft.com/office/drawing/2014/main" id="{32236890-E7EA-252D-D7B2-D649918B3AD8}"/>
              </a:ext>
            </a:extLst>
          </p:cNvPr>
          <p:cNvSpPr>
            <a:spLocks noGrp="1"/>
          </p:cNvSpPr>
          <p:nvPr>
            <p:ph type="body" sz="quarter" idx="56" hasCustomPrompt="1"/>
          </p:nvPr>
        </p:nvSpPr>
        <p:spPr>
          <a:xfrm>
            <a:off x="7292514" y="4438649"/>
            <a:ext cx="1526400" cy="153888"/>
          </a:xfrm>
        </p:spPr>
        <p:txBody>
          <a:bodyPr wrap="square">
            <a:spAutoFit/>
          </a:bodyPr>
          <a:lstStyle>
            <a:lvl1pPr marL="0" indent="0">
              <a:buNone/>
              <a:defRPr sz="1000" b="0" i="0">
                <a:solidFill>
                  <a:schemeClr val="tx2"/>
                </a:solidFill>
                <a:latin typeface="+mn-lt"/>
              </a:defRPr>
            </a:lvl1pPr>
          </a:lstStyle>
          <a:p>
            <a:pPr lvl="0"/>
            <a:r>
              <a:rPr lang="en-GB"/>
              <a:t>Job title</a:t>
            </a:r>
            <a:endParaRPr lang="en-US"/>
          </a:p>
        </p:txBody>
      </p:sp>
      <p:sp>
        <p:nvSpPr>
          <p:cNvPr id="53" name="Picture Placeholder 12">
            <a:extLst>
              <a:ext uri="{FF2B5EF4-FFF2-40B4-BE49-F238E27FC236}">
                <a16:creationId xmlns:a16="http://schemas.microsoft.com/office/drawing/2014/main" id="{9D7279F8-145F-2BC9-392D-C195932B23E9}"/>
              </a:ext>
            </a:extLst>
          </p:cNvPr>
          <p:cNvSpPr>
            <a:spLocks noGrp="1"/>
          </p:cNvSpPr>
          <p:nvPr>
            <p:ph type="pic" sz="quarter" idx="57" hasCustomPrompt="1"/>
          </p:nvPr>
        </p:nvSpPr>
        <p:spPr>
          <a:xfrm>
            <a:off x="6269221" y="4035424"/>
            <a:ext cx="766800" cy="766800"/>
          </a:xfrm>
          <a:prstGeom prst="ellipse">
            <a:avLst/>
          </a:prstGeom>
        </p:spPr>
        <p:txBody>
          <a:bodyPr anchor="ctr"/>
          <a:lstStyle>
            <a:lvl1pPr marL="0" indent="0" algn="ctr">
              <a:buNone/>
              <a:defRPr sz="800" b="0">
                <a:latin typeface="+mn-lt"/>
              </a:defRPr>
            </a:lvl1pPr>
          </a:lstStyle>
          <a:p>
            <a:r>
              <a:rPr lang="en-GB"/>
              <a:t>Picture</a:t>
            </a:r>
            <a:endParaRPr lang="en-US"/>
          </a:p>
        </p:txBody>
      </p:sp>
      <p:sp>
        <p:nvSpPr>
          <p:cNvPr id="54" name="Text Placeholder 9">
            <a:extLst>
              <a:ext uri="{FF2B5EF4-FFF2-40B4-BE49-F238E27FC236}">
                <a16:creationId xmlns:a16="http://schemas.microsoft.com/office/drawing/2014/main" id="{38CC5E8C-843D-F801-E86E-74E733EC4AC7}"/>
              </a:ext>
            </a:extLst>
          </p:cNvPr>
          <p:cNvSpPr>
            <a:spLocks noGrp="1"/>
          </p:cNvSpPr>
          <p:nvPr>
            <p:ph type="body" sz="quarter" idx="58" hasCustomPrompt="1"/>
          </p:nvPr>
        </p:nvSpPr>
        <p:spPr>
          <a:xfrm>
            <a:off x="7292514" y="5041264"/>
            <a:ext cx="1526400" cy="389756"/>
          </a:xfrm>
        </p:spPr>
        <p:txBody>
          <a:bodyPr>
            <a:noAutofit/>
          </a:bodyPr>
          <a:lstStyle>
            <a:lvl1pPr marL="0" indent="0">
              <a:lnSpc>
                <a:spcPct val="90000"/>
              </a:lnSpc>
              <a:buNone/>
              <a:defRPr sz="1400" b="0" i="0">
                <a:latin typeface="+mn-lt"/>
              </a:defRPr>
            </a:lvl1pPr>
          </a:lstStyle>
          <a:p>
            <a:pPr lvl="0"/>
            <a:r>
              <a:rPr lang="en-GB"/>
              <a:t>Name</a:t>
            </a:r>
            <a:endParaRPr lang="en-US"/>
          </a:p>
        </p:txBody>
      </p:sp>
      <p:sp>
        <p:nvSpPr>
          <p:cNvPr id="55" name="Text Placeholder 9">
            <a:extLst>
              <a:ext uri="{FF2B5EF4-FFF2-40B4-BE49-F238E27FC236}">
                <a16:creationId xmlns:a16="http://schemas.microsoft.com/office/drawing/2014/main" id="{1F5E5E23-4BD8-2BF8-132F-46B1EEF1CE42}"/>
              </a:ext>
            </a:extLst>
          </p:cNvPr>
          <p:cNvSpPr>
            <a:spLocks noGrp="1"/>
          </p:cNvSpPr>
          <p:nvPr>
            <p:ph type="body" sz="quarter" idx="59" hasCustomPrompt="1"/>
          </p:nvPr>
        </p:nvSpPr>
        <p:spPr>
          <a:xfrm>
            <a:off x="7292514" y="5444489"/>
            <a:ext cx="1526400" cy="153888"/>
          </a:xfrm>
        </p:spPr>
        <p:txBody>
          <a:bodyPr wrap="square">
            <a:spAutoFit/>
          </a:bodyPr>
          <a:lstStyle>
            <a:lvl1pPr marL="0" indent="0">
              <a:buNone/>
              <a:defRPr sz="1000" b="0" i="0">
                <a:solidFill>
                  <a:schemeClr val="tx2"/>
                </a:solidFill>
                <a:latin typeface="+mn-lt"/>
              </a:defRPr>
            </a:lvl1pPr>
          </a:lstStyle>
          <a:p>
            <a:pPr lvl="0"/>
            <a:r>
              <a:rPr lang="en-GB"/>
              <a:t>Job title</a:t>
            </a:r>
            <a:endParaRPr lang="en-US"/>
          </a:p>
        </p:txBody>
      </p:sp>
      <p:sp>
        <p:nvSpPr>
          <p:cNvPr id="56" name="Picture Placeholder 12">
            <a:extLst>
              <a:ext uri="{FF2B5EF4-FFF2-40B4-BE49-F238E27FC236}">
                <a16:creationId xmlns:a16="http://schemas.microsoft.com/office/drawing/2014/main" id="{5CD9EB6F-BA12-B7A4-0F8D-EF9271F7223A}"/>
              </a:ext>
            </a:extLst>
          </p:cNvPr>
          <p:cNvSpPr>
            <a:spLocks noGrp="1"/>
          </p:cNvSpPr>
          <p:nvPr>
            <p:ph type="pic" sz="quarter" idx="60" hasCustomPrompt="1"/>
          </p:nvPr>
        </p:nvSpPr>
        <p:spPr>
          <a:xfrm>
            <a:off x="6269221" y="5041264"/>
            <a:ext cx="766800" cy="766800"/>
          </a:xfrm>
          <a:prstGeom prst="ellipse">
            <a:avLst/>
          </a:prstGeom>
        </p:spPr>
        <p:txBody>
          <a:bodyPr anchor="ctr"/>
          <a:lstStyle>
            <a:lvl1pPr marL="0" indent="0" algn="ctr">
              <a:buNone/>
              <a:defRPr sz="800" b="0">
                <a:latin typeface="+mn-lt"/>
              </a:defRPr>
            </a:lvl1pPr>
          </a:lstStyle>
          <a:p>
            <a:r>
              <a:rPr lang="en-GB"/>
              <a:t>Picture</a:t>
            </a:r>
            <a:endParaRPr lang="en-US"/>
          </a:p>
        </p:txBody>
      </p:sp>
      <p:sp>
        <p:nvSpPr>
          <p:cNvPr id="57" name="Text Placeholder 9">
            <a:extLst>
              <a:ext uri="{FF2B5EF4-FFF2-40B4-BE49-F238E27FC236}">
                <a16:creationId xmlns:a16="http://schemas.microsoft.com/office/drawing/2014/main" id="{23566F37-EF18-0360-14F6-C03B12159510}"/>
              </a:ext>
            </a:extLst>
          </p:cNvPr>
          <p:cNvSpPr>
            <a:spLocks noGrp="1"/>
          </p:cNvSpPr>
          <p:nvPr>
            <p:ph type="body" sz="quarter" idx="61" hasCustomPrompt="1"/>
          </p:nvPr>
        </p:nvSpPr>
        <p:spPr>
          <a:xfrm>
            <a:off x="10176432" y="2016124"/>
            <a:ext cx="1526400" cy="389756"/>
          </a:xfrm>
        </p:spPr>
        <p:txBody>
          <a:bodyPr>
            <a:noAutofit/>
          </a:bodyPr>
          <a:lstStyle>
            <a:lvl1pPr marL="0" indent="0">
              <a:lnSpc>
                <a:spcPct val="90000"/>
              </a:lnSpc>
              <a:buNone/>
              <a:defRPr sz="1400" b="0" i="0">
                <a:latin typeface="+mn-lt"/>
              </a:defRPr>
            </a:lvl1pPr>
          </a:lstStyle>
          <a:p>
            <a:pPr lvl="0"/>
            <a:r>
              <a:rPr lang="en-GB"/>
              <a:t>Name</a:t>
            </a:r>
            <a:endParaRPr lang="en-US"/>
          </a:p>
        </p:txBody>
      </p:sp>
      <p:sp>
        <p:nvSpPr>
          <p:cNvPr id="58" name="Text Placeholder 9">
            <a:extLst>
              <a:ext uri="{FF2B5EF4-FFF2-40B4-BE49-F238E27FC236}">
                <a16:creationId xmlns:a16="http://schemas.microsoft.com/office/drawing/2014/main" id="{58D642CD-278F-34F9-CF75-99A7339353CF}"/>
              </a:ext>
            </a:extLst>
          </p:cNvPr>
          <p:cNvSpPr>
            <a:spLocks noGrp="1"/>
          </p:cNvSpPr>
          <p:nvPr>
            <p:ph type="body" sz="quarter" idx="62" hasCustomPrompt="1"/>
          </p:nvPr>
        </p:nvSpPr>
        <p:spPr>
          <a:xfrm>
            <a:off x="10176432" y="2419349"/>
            <a:ext cx="1526400" cy="153888"/>
          </a:xfrm>
        </p:spPr>
        <p:txBody>
          <a:bodyPr wrap="square">
            <a:spAutoFit/>
          </a:bodyPr>
          <a:lstStyle>
            <a:lvl1pPr marL="0" indent="0">
              <a:buNone/>
              <a:defRPr sz="1000" b="0" i="0">
                <a:solidFill>
                  <a:schemeClr val="tx2"/>
                </a:solidFill>
                <a:latin typeface="+mn-lt"/>
              </a:defRPr>
            </a:lvl1pPr>
          </a:lstStyle>
          <a:p>
            <a:pPr lvl="0"/>
            <a:r>
              <a:rPr lang="en-GB"/>
              <a:t>Job title</a:t>
            </a:r>
            <a:endParaRPr lang="en-US"/>
          </a:p>
        </p:txBody>
      </p:sp>
      <p:sp>
        <p:nvSpPr>
          <p:cNvPr id="59" name="Picture Placeholder 12">
            <a:extLst>
              <a:ext uri="{FF2B5EF4-FFF2-40B4-BE49-F238E27FC236}">
                <a16:creationId xmlns:a16="http://schemas.microsoft.com/office/drawing/2014/main" id="{4F6E90F8-DB8A-5E9D-7163-AC30457FEAC0}"/>
              </a:ext>
            </a:extLst>
          </p:cNvPr>
          <p:cNvSpPr>
            <a:spLocks noGrp="1"/>
          </p:cNvSpPr>
          <p:nvPr>
            <p:ph type="pic" sz="quarter" idx="63" hasCustomPrompt="1"/>
          </p:nvPr>
        </p:nvSpPr>
        <p:spPr>
          <a:xfrm>
            <a:off x="9161070" y="2016124"/>
            <a:ext cx="766800" cy="766800"/>
          </a:xfrm>
          <a:prstGeom prst="ellipse">
            <a:avLst/>
          </a:prstGeom>
        </p:spPr>
        <p:txBody>
          <a:bodyPr anchor="ctr"/>
          <a:lstStyle>
            <a:lvl1pPr marL="0" indent="0" algn="ctr">
              <a:buNone/>
              <a:defRPr sz="800" b="0">
                <a:latin typeface="+mn-lt"/>
              </a:defRPr>
            </a:lvl1pPr>
          </a:lstStyle>
          <a:p>
            <a:r>
              <a:rPr lang="en-GB"/>
              <a:t>Picture</a:t>
            </a:r>
            <a:endParaRPr lang="en-US"/>
          </a:p>
        </p:txBody>
      </p:sp>
      <p:sp>
        <p:nvSpPr>
          <p:cNvPr id="60" name="Text Placeholder 9">
            <a:extLst>
              <a:ext uri="{FF2B5EF4-FFF2-40B4-BE49-F238E27FC236}">
                <a16:creationId xmlns:a16="http://schemas.microsoft.com/office/drawing/2014/main" id="{7435555B-D553-70C9-B67C-5A661E9585CD}"/>
              </a:ext>
            </a:extLst>
          </p:cNvPr>
          <p:cNvSpPr>
            <a:spLocks noGrp="1"/>
          </p:cNvSpPr>
          <p:nvPr>
            <p:ph type="body" sz="quarter" idx="64" hasCustomPrompt="1"/>
          </p:nvPr>
        </p:nvSpPr>
        <p:spPr>
          <a:xfrm>
            <a:off x="9161070" y="1411287"/>
            <a:ext cx="2548800" cy="196124"/>
          </a:xfrm>
        </p:spPr>
        <p:txBody>
          <a:bodyPr>
            <a:noAutofit/>
          </a:bodyPr>
          <a:lstStyle>
            <a:lvl1pPr marL="0" indent="0">
              <a:lnSpc>
                <a:spcPct val="90000"/>
              </a:lnSpc>
              <a:buNone/>
              <a:defRPr sz="1400" b="1" i="0">
                <a:latin typeface="EYInterstate Regular" panose="02000503020000020004" pitchFamily="2" charset="0"/>
              </a:defRPr>
            </a:lvl1pPr>
          </a:lstStyle>
          <a:p>
            <a:pPr lvl="0"/>
            <a:r>
              <a:rPr lang="en-GB"/>
              <a:t>Team name</a:t>
            </a:r>
            <a:endParaRPr lang="en-US"/>
          </a:p>
        </p:txBody>
      </p:sp>
      <p:sp>
        <p:nvSpPr>
          <p:cNvPr id="61" name="Text Placeholder 9">
            <a:extLst>
              <a:ext uri="{FF2B5EF4-FFF2-40B4-BE49-F238E27FC236}">
                <a16:creationId xmlns:a16="http://schemas.microsoft.com/office/drawing/2014/main" id="{5DB8DE5C-79AE-8E49-DC40-B4E1DDB68BA5}"/>
              </a:ext>
            </a:extLst>
          </p:cNvPr>
          <p:cNvSpPr>
            <a:spLocks noGrp="1"/>
          </p:cNvSpPr>
          <p:nvPr>
            <p:ph type="body" sz="quarter" idx="65" hasCustomPrompt="1"/>
          </p:nvPr>
        </p:nvSpPr>
        <p:spPr>
          <a:xfrm>
            <a:off x="10176432" y="3021964"/>
            <a:ext cx="1526400" cy="389756"/>
          </a:xfrm>
        </p:spPr>
        <p:txBody>
          <a:bodyPr>
            <a:noAutofit/>
          </a:bodyPr>
          <a:lstStyle>
            <a:lvl1pPr marL="0" indent="0">
              <a:lnSpc>
                <a:spcPct val="90000"/>
              </a:lnSpc>
              <a:buNone/>
              <a:defRPr sz="1400" b="0" i="0">
                <a:latin typeface="+mn-lt"/>
              </a:defRPr>
            </a:lvl1pPr>
          </a:lstStyle>
          <a:p>
            <a:pPr lvl="0"/>
            <a:r>
              <a:rPr lang="en-GB"/>
              <a:t>Name</a:t>
            </a:r>
            <a:endParaRPr lang="en-US"/>
          </a:p>
        </p:txBody>
      </p:sp>
      <p:sp>
        <p:nvSpPr>
          <p:cNvPr id="62" name="Text Placeholder 9">
            <a:extLst>
              <a:ext uri="{FF2B5EF4-FFF2-40B4-BE49-F238E27FC236}">
                <a16:creationId xmlns:a16="http://schemas.microsoft.com/office/drawing/2014/main" id="{289E0F5F-936F-FA54-01D7-5CD0040D07C7}"/>
              </a:ext>
            </a:extLst>
          </p:cNvPr>
          <p:cNvSpPr>
            <a:spLocks noGrp="1"/>
          </p:cNvSpPr>
          <p:nvPr>
            <p:ph type="body" sz="quarter" idx="66" hasCustomPrompt="1"/>
          </p:nvPr>
        </p:nvSpPr>
        <p:spPr>
          <a:xfrm>
            <a:off x="10176432" y="3425189"/>
            <a:ext cx="1526400" cy="153888"/>
          </a:xfrm>
        </p:spPr>
        <p:txBody>
          <a:bodyPr wrap="square">
            <a:spAutoFit/>
          </a:bodyPr>
          <a:lstStyle>
            <a:lvl1pPr marL="0" indent="0">
              <a:buNone/>
              <a:defRPr sz="1000" b="0" i="0">
                <a:solidFill>
                  <a:schemeClr val="tx2"/>
                </a:solidFill>
                <a:latin typeface="+mn-lt"/>
              </a:defRPr>
            </a:lvl1pPr>
          </a:lstStyle>
          <a:p>
            <a:pPr lvl="0"/>
            <a:r>
              <a:rPr lang="en-GB"/>
              <a:t>Job title</a:t>
            </a:r>
            <a:endParaRPr lang="en-US"/>
          </a:p>
        </p:txBody>
      </p:sp>
      <p:sp>
        <p:nvSpPr>
          <p:cNvPr id="63" name="Picture Placeholder 12">
            <a:extLst>
              <a:ext uri="{FF2B5EF4-FFF2-40B4-BE49-F238E27FC236}">
                <a16:creationId xmlns:a16="http://schemas.microsoft.com/office/drawing/2014/main" id="{11FBE638-0595-F8E5-AFBB-43DC12983672}"/>
              </a:ext>
            </a:extLst>
          </p:cNvPr>
          <p:cNvSpPr>
            <a:spLocks noGrp="1"/>
          </p:cNvSpPr>
          <p:nvPr>
            <p:ph type="pic" sz="quarter" idx="67" hasCustomPrompt="1"/>
          </p:nvPr>
        </p:nvSpPr>
        <p:spPr>
          <a:xfrm>
            <a:off x="9161070" y="3021964"/>
            <a:ext cx="766800" cy="766800"/>
          </a:xfrm>
          <a:prstGeom prst="ellipse">
            <a:avLst/>
          </a:prstGeom>
        </p:spPr>
        <p:txBody>
          <a:bodyPr anchor="ctr"/>
          <a:lstStyle>
            <a:lvl1pPr marL="0" indent="0" algn="ctr">
              <a:buNone/>
              <a:defRPr sz="800" b="0">
                <a:latin typeface="+mn-lt"/>
              </a:defRPr>
            </a:lvl1pPr>
          </a:lstStyle>
          <a:p>
            <a:r>
              <a:rPr lang="en-GB"/>
              <a:t>Picture</a:t>
            </a:r>
            <a:endParaRPr lang="en-US"/>
          </a:p>
        </p:txBody>
      </p:sp>
      <p:sp>
        <p:nvSpPr>
          <p:cNvPr id="64" name="Text Placeholder 9">
            <a:extLst>
              <a:ext uri="{FF2B5EF4-FFF2-40B4-BE49-F238E27FC236}">
                <a16:creationId xmlns:a16="http://schemas.microsoft.com/office/drawing/2014/main" id="{A3352A0C-1A08-FCFC-FF9C-CCA8F22308AE}"/>
              </a:ext>
            </a:extLst>
          </p:cNvPr>
          <p:cNvSpPr>
            <a:spLocks noGrp="1"/>
          </p:cNvSpPr>
          <p:nvPr>
            <p:ph type="body" sz="quarter" idx="68" hasCustomPrompt="1"/>
          </p:nvPr>
        </p:nvSpPr>
        <p:spPr>
          <a:xfrm>
            <a:off x="10176432" y="4035424"/>
            <a:ext cx="1526400" cy="389756"/>
          </a:xfrm>
        </p:spPr>
        <p:txBody>
          <a:bodyPr>
            <a:noAutofit/>
          </a:bodyPr>
          <a:lstStyle>
            <a:lvl1pPr marL="0" indent="0">
              <a:lnSpc>
                <a:spcPct val="90000"/>
              </a:lnSpc>
              <a:buNone/>
              <a:defRPr sz="1400" b="0" i="0">
                <a:latin typeface="+mn-lt"/>
              </a:defRPr>
            </a:lvl1pPr>
          </a:lstStyle>
          <a:p>
            <a:pPr lvl="0"/>
            <a:r>
              <a:rPr lang="en-GB"/>
              <a:t>Name</a:t>
            </a:r>
            <a:endParaRPr lang="en-US"/>
          </a:p>
        </p:txBody>
      </p:sp>
      <p:sp>
        <p:nvSpPr>
          <p:cNvPr id="65" name="Text Placeholder 9">
            <a:extLst>
              <a:ext uri="{FF2B5EF4-FFF2-40B4-BE49-F238E27FC236}">
                <a16:creationId xmlns:a16="http://schemas.microsoft.com/office/drawing/2014/main" id="{6E261588-76E1-16B7-8374-3F9A28832EF4}"/>
              </a:ext>
            </a:extLst>
          </p:cNvPr>
          <p:cNvSpPr>
            <a:spLocks noGrp="1"/>
          </p:cNvSpPr>
          <p:nvPr>
            <p:ph type="body" sz="quarter" idx="69" hasCustomPrompt="1"/>
          </p:nvPr>
        </p:nvSpPr>
        <p:spPr>
          <a:xfrm>
            <a:off x="10176432" y="4438649"/>
            <a:ext cx="1526400" cy="153888"/>
          </a:xfrm>
        </p:spPr>
        <p:txBody>
          <a:bodyPr wrap="square">
            <a:spAutoFit/>
          </a:bodyPr>
          <a:lstStyle>
            <a:lvl1pPr marL="0" indent="0">
              <a:buNone/>
              <a:defRPr sz="1000" b="0" i="0">
                <a:solidFill>
                  <a:schemeClr val="tx2"/>
                </a:solidFill>
                <a:latin typeface="+mn-lt"/>
              </a:defRPr>
            </a:lvl1pPr>
          </a:lstStyle>
          <a:p>
            <a:pPr lvl="0"/>
            <a:r>
              <a:rPr lang="en-GB"/>
              <a:t>Job title</a:t>
            </a:r>
            <a:endParaRPr lang="en-US"/>
          </a:p>
        </p:txBody>
      </p:sp>
      <p:sp>
        <p:nvSpPr>
          <p:cNvPr id="66" name="Picture Placeholder 12">
            <a:extLst>
              <a:ext uri="{FF2B5EF4-FFF2-40B4-BE49-F238E27FC236}">
                <a16:creationId xmlns:a16="http://schemas.microsoft.com/office/drawing/2014/main" id="{CAE85F7E-2BA3-3513-9E8B-8B03FE7AAC4C}"/>
              </a:ext>
            </a:extLst>
          </p:cNvPr>
          <p:cNvSpPr>
            <a:spLocks noGrp="1"/>
          </p:cNvSpPr>
          <p:nvPr>
            <p:ph type="pic" sz="quarter" idx="70" hasCustomPrompt="1"/>
          </p:nvPr>
        </p:nvSpPr>
        <p:spPr>
          <a:xfrm>
            <a:off x="9161070" y="4035424"/>
            <a:ext cx="766800" cy="766800"/>
          </a:xfrm>
          <a:prstGeom prst="ellipse">
            <a:avLst/>
          </a:prstGeom>
        </p:spPr>
        <p:txBody>
          <a:bodyPr anchor="ctr"/>
          <a:lstStyle>
            <a:lvl1pPr marL="0" indent="0" algn="ctr">
              <a:buNone/>
              <a:defRPr sz="800" b="0">
                <a:latin typeface="+mn-lt"/>
              </a:defRPr>
            </a:lvl1pPr>
          </a:lstStyle>
          <a:p>
            <a:r>
              <a:rPr lang="en-GB"/>
              <a:t>Picture</a:t>
            </a:r>
            <a:endParaRPr lang="en-US"/>
          </a:p>
        </p:txBody>
      </p:sp>
      <p:sp>
        <p:nvSpPr>
          <p:cNvPr id="67" name="Text Placeholder 9">
            <a:extLst>
              <a:ext uri="{FF2B5EF4-FFF2-40B4-BE49-F238E27FC236}">
                <a16:creationId xmlns:a16="http://schemas.microsoft.com/office/drawing/2014/main" id="{7280094F-B199-060D-4D4B-CA4F1BFCF5F3}"/>
              </a:ext>
            </a:extLst>
          </p:cNvPr>
          <p:cNvSpPr>
            <a:spLocks noGrp="1"/>
          </p:cNvSpPr>
          <p:nvPr>
            <p:ph type="body" sz="quarter" idx="71" hasCustomPrompt="1"/>
          </p:nvPr>
        </p:nvSpPr>
        <p:spPr>
          <a:xfrm>
            <a:off x="10176432" y="5041264"/>
            <a:ext cx="1526400" cy="389756"/>
          </a:xfrm>
        </p:spPr>
        <p:txBody>
          <a:bodyPr>
            <a:noAutofit/>
          </a:bodyPr>
          <a:lstStyle>
            <a:lvl1pPr marL="0" indent="0">
              <a:lnSpc>
                <a:spcPct val="90000"/>
              </a:lnSpc>
              <a:buNone/>
              <a:defRPr sz="1400" b="0" i="0">
                <a:latin typeface="+mn-lt"/>
              </a:defRPr>
            </a:lvl1pPr>
          </a:lstStyle>
          <a:p>
            <a:pPr lvl="0"/>
            <a:r>
              <a:rPr lang="en-GB"/>
              <a:t>Name</a:t>
            </a:r>
            <a:endParaRPr lang="en-US"/>
          </a:p>
        </p:txBody>
      </p:sp>
      <p:sp>
        <p:nvSpPr>
          <p:cNvPr id="68" name="Text Placeholder 9">
            <a:extLst>
              <a:ext uri="{FF2B5EF4-FFF2-40B4-BE49-F238E27FC236}">
                <a16:creationId xmlns:a16="http://schemas.microsoft.com/office/drawing/2014/main" id="{253E3C85-558C-05C1-155E-0E52AA94351F}"/>
              </a:ext>
            </a:extLst>
          </p:cNvPr>
          <p:cNvSpPr>
            <a:spLocks noGrp="1"/>
          </p:cNvSpPr>
          <p:nvPr>
            <p:ph type="body" sz="quarter" idx="72" hasCustomPrompt="1"/>
          </p:nvPr>
        </p:nvSpPr>
        <p:spPr>
          <a:xfrm>
            <a:off x="10176432" y="5444489"/>
            <a:ext cx="1526400" cy="153888"/>
          </a:xfrm>
        </p:spPr>
        <p:txBody>
          <a:bodyPr wrap="square">
            <a:spAutoFit/>
          </a:bodyPr>
          <a:lstStyle>
            <a:lvl1pPr marL="0" indent="0">
              <a:buNone/>
              <a:defRPr sz="1000" b="0" i="0">
                <a:solidFill>
                  <a:schemeClr val="tx2"/>
                </a:solidFill>
                <a:latin typeface="+mn-lt"/>
              </a:defRPr>
            </a:lvl1pPr>
          </a:lstStyle>
          <a:p>
            <a:pPr lvl="0"/>
            <a:r>
              <a:rPr lang="en-GB"/>
              <a:t>Job title</a:t>
            </a:r>
            <a:endParaRPr lang="en-US"/>
          </a:p>
        </p:txBody>
      </p:sp>
      <p:sp>
        <p:nvSpPr>
          <p:cNvPr id="69" name="Picture Placeholder 12">
            <a:extLst>
              <a:ext uri="{FF2B5EF4-FFF2-40B4-BE49-F238E27FC236}">
                <a16:creationId xmlns:a16="http://schemas.microsoft.com/office/drawing/2014/main" id="{E5B87C2C-7F36-6D34-D014-54305471A5A7}"/>
              </a:ext>
            </a:extLst>
          </p:cNvPr>
          <p:cNvSpPr>
            <a:spLocks noGrp="1"/>
          </p:cNvSpPr>
          <p:nvPr>
            <p:ph type="pic" sz="quarter" idx="73" hasCustomPrompt="1"/>
          </p:nvPr>
        </p:nvSpPr>
        <p:spPr>
          <a:xfrm>
            <a:off x="9161070" y="5041264"/>
            <a:ext cx="766800" cy="766800"/>
          </a:xfrm>
          <a:prstGeom prst="ellipse">
            <a:avLst/>
          </a:prstGeom>
        </p:spPr>
        <p:txBody>
          <a:bodyPr anchor="ctr"/>
          <a:lstStyle>
            <a:lvl1pPr marL="0" indent="0" algn="ctr">
              <a:buNone/>
              <a:defRPr sz="800" b="0">
                <a:latin typeface="+mn-lt"/>
              </a:defRPr>
            </a:lvl1pPr>
          </a:lstStyle>
          <a:p>
            <a:r>
              <a:rPr lang="en-GB"/>
              <a:t>Picture</a:t>
            </a:r>
            <a:endParaRPr lang="en-US"/>
          </a:p>
        </p:txBody>
      </p:sp>
      <p:sp>
        <p:nvSpPr>
          <p:cNvPr id="70" name="SmartArt Placeholder 7">
            <a:extLst>
              <a:ext uri="{FF2B5EF4-FFF2-40B4-BE49-F238E27FC236}">
                <a16:creationId xmlns:a16="http://schemas.microsoft.com/office/drawing/2014/main" id="{162A8BA6-6F67-C4EB-3430-78F1A0EC0F06}"/>
              </a:ext>
            </a:extLst>
          </p:cNvPr>
          <p:cNvSpPr>
            <a:spLocks noGrp="1"/>
          </p:cNvSpPr>
          <p:nvPr>
            <p:ph type="dgm" sz="quarter" idx="74" hasCustomPrompt="1"/>
          </p:nvPr>
        </p:nvSpPr>
        <p:spPr>
          <a:xfrm>
            <a:off x="485523" y="1696224"/>
            <a:ext cx="2548800" cy="18000"/>
          </a:xfrm>
          <a:solidFill>
            <a:schemeClr val="tx2"/>
          </a:solidFill>
        </p:spPr>
        <p:txBody>
          <a:bodyPr/>
          <a:lstStyle>
            <a:lvl1pPr marL="0" indent="0">
              <a:buNone/>
              <a:defRPr sz="800"/>
            </a:lvl1pPr>
          </a:lstStyle>
          <a:p>
            <a:r>
              <a:rPr lang="en-US"/>
              <a:t> </a:t>
            </a:r>
          </a:p>
        </p:txBody>
      </p:sp>
      <p:sp>
        <p:nvSpPr>
          <p:cNvPr id="71" name="SmartArt Placeholder 7">
            <a:extLst>
              <a:ext uri="{FF2B5EF4-FFF2-40B4-BE49-F238E27FC236}">
                <a16:creationId xmlns:a16="http://schemas.microsoft.com/office/drawing/2014/main" id="{EC5DF0FE-64D1-AB19-CAF1-A390D6492B0D}"/>
              </a:ext>
            </a:extLst>
          </p:cNvPr>
          <p:cNvSpPr>
            <a:spLocks noGrp="1"/>
          </p:cNvSpPr>
          <p:nvPr>
            <p:ph type="dgm" sz="quarter" idx="75" hasCustomPrompt="1"/>
          </p:nvPr>
        </p:nvSpPr>
        <p:spPr>
          <a:xfrm>
            <a:off x="3377372" y="1696224"/>
            <a:ext cx="2548800" cy="18000"/>
          </a:xfrm>
          <a:solidFill>
            <a:schemeClr val="tx2"/>
          </a:solidFill>
        </p:spPr>
        <p:txBody>
          <a:bodyPr/>
          <a:lstStyle>
            <a:lvl1pPr marL="0" indent="0">
              <a:buNone/>
              <a:defRPr sz="800"/>
            </a:lvl1pPr>
          </a:lstStyle>
          <a:p>
            <a:r>
              <a:rPr lang="en-US"/>
              <a:t> </a:t>
            </a:r>
          </a:p>
        </p:txBody>
      </p:sp>
      <p:sp>
        <p:nvSpPr>
          <p:cNvPr id="72" name="SmartArt Placeholder 7">
            <a:extLst>
              <a:ext uri="{FF2B5EF4-FFF2-40B4-BE49-F238E27FC236}">
                <a16:creationId xmlns:a16="http://schemas.microsoft.com/office/drawing/2014/main" id="{60800279-F9E3-EDED-BB35-F73EEF52F830}"/>
              </a:ext>
            </a:extLst>
          </p:cNvPr>
          <p:cNvSpPr>
            <a:spLocks noGrp="1"/>
          </p:cNvSpPr>
          <p:nvPr>
            <p:ph type="dgm" sz="quarter" idx="76" hasCustomPrompt="1"/>
          </p:nvPr>
        </p:nvSpPr>
        <p:spPr>
          <a:xfrm>
            <a:off x="6269221" y="1696224"/>
            <a:ext cx="2548800" cy="18000"/>
          </a:xfrm>
          <a:solidFill>
            <a:schemeClr val="tx2"/>
          </a:solidFill>
        </p:spPr>
        <p:txBody>
          <a:bodyPr/>
          <a:lstStyle>
            <a:lvl1pPr marL="0" indent="0">
              <a:buNone/>
              <a:defRPr sz="800"/>
            </a:lvl1pPr>
          </a:lstStyle>
          <a:p>
            <a:r>
              <a:rPr lang="en-US"/>
              <a:t> </a:t>
            </a:r>
          </a:p>
        </p:txBody>
      </p:sp>
      <p:sp>
        <p:nvSpPr>
          <p:cNvPr id="73" name="SmartArt Placeholder 7">
            <a:extLst>
              <a:ext uri="{FF2B5EF4-FFF2-40B4-BE49-F238E27FC236}">
                <a16:creationId xmlns:a16="http://schemas.microsoft.com/office/drawing/2014/main" id="{1BF95AC1-33EC-C487-C489-B7A97BBB2925}"/>
              </a:ext>
            </a:extLst>
          </p:cNvPr>
          <p:cNvSpPr>
            <a:spLocks noGrp="1"/>
          </p:cNvSpPr>
          <p:nvPr>
            <p:ph type="dgm" sz="quarter" idx="77" hasCustomPrompt="1"/>
          </p:nvPr>
        </p:nvSpPr>
        <p:spPr>
          <a:xfrm>
            <a:off x="9161070" y="1696224"/>
            <a:ext cx="2548800" cy="18000"/>
          </a:xfrm>
          <a:solidFill>
            <a:schemeClr val="tx2"/>
          </a:solidFill>
        </p:spPr>
        <p:txBody>
          <a:bodyPr/>
          <a:lstStyle>
            <a:lvl1pPr marL="0" indent="0">
              <a:buNone/>
              <a:defRPr sz="800"/>
            </a:lvl1pPr>
          </a:lstStyle>
          <a:p>
            <a:r>
              <a:rPr lang="en-US"/>
              <a:t> </a:t>
            </a:r>
          </a:p>
        </p:txBody>
      </p:sp>
    </p:spTree>
    <p:extLst>
      <p:ext uri="{BB962C8B-B14F-4D97-AF65-F5344CB8AC3E}">
        <p14:creationId xmlns:p14="http://schemas.microsoft.com/office/powerpoint/2010/main" val="2704772621"/>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8AE523-7B3C-8783-DFC0-18E1AA2D887A}"/>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7096FD95-0C81-8816-F6A7-13708A804C91}"/>
              </a:ext>
            </a:extLst>
          </p:cNvPr>
          <p:cNvSpPr>
            <a:spLocks noGrp="1"/>
          </p:cNvSpPr>
          <p:nvPr>
            <p:ph type="dt" sz="half" idx="10"/>
          </p:nvPr>
        </p:nvSpPr>
        <p:spPr/>
        <p:txBody>
          <a:bodyPr/>
          <a:lstStyle/>
          <a:p>
            <a:fld id="{1C53AC40-3FC2-4F21-9DF8-7628FE50D4CB}" type="datetime3">
              <a:rPr lang="en-US" smtClean="0"/>
              <a:t>18 March 2026</a:t>
            </a:fld>
            <a:endParaRPr lang="en-US"/>
          </a:p>
        </p:txBody>
      </p:sp>
      <p:sp>
        <p:nvSpPr>
          <p:cNvPr id="4" name="Footer Placeholder 3">
            <a:extLst>
              <a:ext uri="{FF2B5EF4-FFF2-40B4-BE49-F238E27FC236}">
                <a16:creationId xmlns:a16="http://schemas.microsoft.com/office/drawing/2014/main" id="{434B0C7E-A414-4EA6-7DAD-5068A7AE4E81}"/>
              </a:ext>
            </a:extLst>
          </p:cNvPr>
          <p:cNvSpPr>
            <a:spLocks noGrp="1"/>
          </p:cNvSpPr>
          <p:nvPr>
            <p:ph type="ftr" sz="quarter" idx="11"/>
          </p:nvPr>
        </p:nvSpPr>
        <p:spPr/>
        <p:txBody>
          <a:bodyPr/>
          <a:lstStyle/>
          <a:p>
            <a:r>
              <a:rPr lang="en-US"/>
              <a:t>Product &amp; Service Innovation</a:t>
            </a:r>
          </a:p>
        </p:txBody>
      </p:sp>
      <p:sp>
        <p:nvSpPr>
          <p:cNvPr id="5" name="Slide Number Placeholder 4">
            <a:extLst>
              <a:ext uri="{FF2B5EF4-FFF2-40B4-BE49-F238E27FC236}">
                <a16:creationId xmlns:a16="http://schemas.microsoft.com/office/drawing/2014/main" id="{830298F4-310D-68C0-AA7E-8C7FA83AB2EE}"/>
              </a:ext>
            </a:extLst>
          </p:cNvPr>
          <p:cNvSpPr>
            <a:spLocks noGrp="1"/>
          </p:cNvSpPr>
          <p:nvPr>
            <p:ph type="sldNum" sz="quarter" idx="12"/>
          </p:nvPr>
        </p:nvSpPr>
        <p:spPr/>
        <p:txBody>
          <a:bodyPr/>
          <a:lstStyle/>
          <a:p>
            <a:fld id="{94FCA0F3-9F3A-694B-99BB-0E592A797735}" type="slidenum">
              <a:rPr lang="en-US" smtClean="0"/>
              <a:t>‹#›</a:t>
            </a:fld>
            <a:endParaRPr lang="en-US"/>
          </a:p>
        </p:txBody>
      </p:sp>
    </p:spTree>
    <p:extLst>
      <p:ext uri="{BB962C8B-B14F-4D97-AF65-F5344CB8AC3E}">
        <p14:creationId xmlns:p14="http://schemas.microsoft.com/office/powerpoint/2010/main" val="2029258550"/>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type="titleOnly" preserve="1">
  <p:cSld name="2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8AE523-7B3C-8783-DFC0-18E1AA2D887A}"/>
              </a:ext>
            </a:extLst>
          </p:cNvPr>
          <p:cNvSpPr>
            <a:spLocks noGrp="1"/>
          </p:cNvSpPr>
          <p:nvPr>
            <p:ph type="title"/>
          </p:nvPr>
        </p:nvSpPr>
        <p:spPr>
          <a:xfrm>
            <a:off x="485523" y="382588"/>
            <a:ext cx="4569077" cy="638175"/>
          </a:xfrm>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7096FD95-0C81-8816-F6A7-13708A804C91}"/>
              </a:ext>
            </a:extLst>
          </p:cNvPr>
          <p:cNvSpPr>
            <a:spLocks noGrp="1"/>
          </p:cNvSpPr>
          <p:nvPr>
            <p:ph type="dt" sz="half" idx="10"/>
          </p:nvPr>
        </p:nvSpPr>
        <p:spPr/>
        <p:txBody>
          <a:bodyPr/>
          <a:lstStyle/>
          <a:p>
            <a:fld id="{1C53AC40-3FC2-4F21-9DF8-7628FE50D4CB}" type="datetime3">
              <a:rPr lang="en-US" smtClean="0"/>
              <a:t>18 March 2026</a:t>
            </a:fld>
            <a:endParaRPr lang="en-US"/>
          </a:p>
        </p:txBody>
      </p:sp>
      <p:sp>
        <p:nvSpPr>
          <p:cNvPr id="4" name="Footer Placeholder 3">
            <a:extLst>
              <a:ext uri="{FF2B5EF4-FFF2-40B4-BE49-F238E27FC236}">
                <a16:creationId xmlns:a16="http://schemas.microsoft.com/office/drawing/2014/main" id="{434B0C7E-A414-4EA6-7DAD-5068A7AE4E81}"/>
              </a:ext>
            </a:extLst>
          </p:cNvPr>
          <p:cNvSpPr>
            <a:spLocks noGrp="1"/>
          </p:cNvSpPr>
          <p:nvPr>
            <p:ph type="ftr" sz="quarter" idx="11"/>
          </p:nvPr>
        </p:nvSpPr>
        <p:spPr/>
        <p:txBody>
          <a:bodyPr/>
          <a:lstStyle/>
          <a:p>
            <a:r>
              <a:rPr lang="en-US"/>
              <a:t>Product &amp; Service Innovation</a:t>
            </a:r>
          </a:p>
        </p:txBody>
      </p:sp>
      <p:sp>
        <p:nvSpPr>
          <p:cNvPr id="5" name="Slide Number Placeholder 4">
            <a:extLst>
              <a:ext uri="{FF2B5EF4-FFF2-40B4-BE49-F238E27FC236}">
                <a16:creationId xmlns:a16="http://schemas.microsoft.com/office/drawing/2014/main" id="{830298F4-310D-68C0-AA7E-8C7FA83AB2EE}"/>
              </a:ext>
            </a:extLst>
          </p:cNvPr>
          <p:cNvSpPr>
            <a:spLocks noGrp="1"/>
          </p:cNvSpPr>
          <p:nvPr>
            <p:ph type="sldNum" sz="quarter" idx="12"/>
          </p:nvPr>
        </p:nvSpPr>
        <p:spPr/>
        <p:txBody>
          <a:bodyPr/>
          <a:lstStyle/>
          <a:p>
            <a:fld id="{94FCA0F3-9F3A-694B-99BB-0E592A797735}" type="slidenum">
              <a:rPr lang="en-US" smtClean="0"/>
              <a:t>‹#›</a:t>
            </a:fld>
            <a:endParaRPr lang="en-US"/>
          </a:p>
        </p:txBody>
      </p:sp>
    </p:spTree>
    <p:extLst>
      <p:ext uri="{BB962C8B-B14F-4D97-AF65-F5344CB8AC3E}">
        <p14:creationId xmlns:p14="http://schemas.microsoft.com/office/powerpoint/2010/main" val="451417511"/>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3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8AE523-7B3C-8783-DFC0-18E1AA2D887A}"/>
              </a:ext>
            </a:extLst>
          </p:cNvPr>
          <p:cNvSpPr>
            <a:spLocks noGrp="1"/>
          </p:cNvSpPr>
          <p:nvPr>
            <p:ph type="title"/>
          </p:nvPr>
        </p:nvSpPr>
        <p:spPr>
          <a:xfrm>
            <a:off x="485523" y="382588"/>
            <a:ext cx="11227052" cy="366254"/>
          </a:xfrm>
        </p:spPr>
        <p:txBody>
          <a:bodyPr>
            <a:spAutoFit/>
          </a:bodyPr>
          <a:lstStyle>
            <a:lvl1pPr>
              <a:defRPr>
                <a:solidFill>
                  <a:srgbClr val="747480"/>
                </a:solidFill>
              </a:defRPr>
            </a:lvl1pPr>
          </a:lstStyle>
          <a:p>
            <a:r>
              <a:rPr lang="en-GB"/>
              <a:t>Click to edit Master title style</a:t>
            </a:r>
            <a:endParaRPr lang="en-US"/>
          </a:p>
        </p:txBody>
      </p:sp>
      <p:sp>
        <p:nvSpPr>
          <p:cNvPr id="3" name="Date Placeholder 2">
            <a:extLst>
              <a:ext uri="{FF2B5EF4-FFF2-40B4-BE49-F238E27FC236}">
                <a16:creationId xmlns:a16="http://schemas.microsoft.com/office/drawing/2014/main" id="{7096FD95-0C81-8816-F6A7-13708A804C91}"/>
              </a:ext>
            </a:extLst>
          </p:cNvPr>
          <p:cNvSpPr>
            <a:spLocks noGrp="1"/>
          </p:cNvSpPr>
          <p:nvPr>
            <p:ph type="dt" sz="half" idx="10"/>
          </p:nvPr>
        </p:nvSpPr>
        <p:spPr/>
        <p:txBody>
          <a:bodyPr/>
          <a:lstStyle/>
          <a:p>
            <a:fld id="{1C53AC40-3FC2-4F21-9DF8-7628FE50D4CB}" type="datetime3">
              <a:rPr lang="en-US" smtClean="0"/>
              <a:t>18 March 2026</a:t>
            </a:fld>
            <a:endParaRPr lang="en-US"/>
          </a:p>
        </p:txBody>
      </p:sp>
      <p:sp>
        <p:nvSpPr>
          <p:cNvPr id="4" name="Footer Placeholder 3">
            <a:extLst>
              <a:ext uri="{FF2B5EF4-FFF2-40B4-BE49-F238E27FC236}">
                <a16:creationId xmlns:a16="http://schemas.microsoft.com/office/drawing/2014/main" id="{434B0C7E-A414-4EA6-7DAD-5068A7AE4E81}"/>
              </a:ext>
            </a:extLst>
          </p:cNvPr>
          <p:cNvSpPr>
            <a:spLocks noGrp="1"/>
          </p:cNvSpPr>
          <p:nvPr>
            <p:ph type="ftr" sz="quarter" idx="11"/>
          </p:nvPr>
        </p:nvSpPr>
        <p:spPr/>
        <p:txBody>
          <a:bodyPr/>
          <a:lstStyle/>
          <a:p>
            <a:r>
              <a:rPr lang="en-US"/>
              <a:t>Product &amp; Service Innovation</a:t>
            </a:r>
          </a:p>
        </p:txBody>
      </p:sp>
      <p:sp>
        <p:nvSpPr>
          <p:cNvPr id="5" name="Slide Number Placeholder 4">
            <a:extLst>
              <a:ext uri="{FF2B5EF4-FFF2-40B4-BE49-F238E27FC236}">
                <a16:creationId xmlns:a16="http://schemas.microsoft.com/office/drawing/2014/main" id="{830298F4-310D-68C0-AA7E-8C7FA83AB2EE}"/>
              </a:ext>
            </a:extLst>
          </p:cNvPr>
          <p:cNvSpPr>
            <a:spLocks noGrp="1"/>
          </p:cNvSpPr>
          <p:nvPr>
            <p:ph type="sldNum" sz="quarter" idx="12"/>
          </p:nvPr>
        </p:nvSpPr>
        <p:spPr/>
        <p:txBody>
          <a:bodyPr/>
          <a:lstStyle/>
          <a:p>
            <a:fld id="{94FCA0F3-9F3A-694B-99BB-0E592A797735}" type="slidenum">
              <a:rPr lang="en-US" smtClean="0"/>
              <a:t>‹#›</a:t>
            </a:fld>
            <a:endParaRPr lang="en-US"/>
          </a:p>
        </p:txBody>
      </p:sp>
      <p:sp>
        <p:nvSpPr>
          <p:cNvPr id="8" name="Text Placeholder 7">
            <a:extLst>
              <a:ext uri="{FF2B5EF4-FFF2-40B4-BE49-F238E27FC236}">
                <a16:creationId xmlns:a16="http://schemas.microsoft.com/office/drawing/2014/main" id="{37E9BA5D-DBBB-9404-427C-1F4EA1001AC5}"/>
              </a:ext>
            </a:extLst>
          </p:cNvPr>
          <p:cNvSpPr>
            <a:spLocks noGrp="1"/>
          </p:cNvSpPr>
          <p:nvPr>
            <p:ph type="body" sz="quarter" idx="13"/>
          </p:nvPr>
        </p:nvSpPr>
        <p:spPr>
          <a:xfrm>
            <a:off x="485523" y="692697"/>
            <a:ext cx="11161712" cy="576064"/>
          </a:xfrm>
        </p:spPr>
        <p:txBody>
          <a:bodyPr/>
          <a:lstStyle>
            <a:lvl1pPr marL="0" indent="0">
              <a:buNone/>
              <a:defRPr sz="3200">
                <a:latin typeface="EYInterstate Regular" panose="02000503020000020004" pitchFamily="2" charset="0"/>
              </a:defRPr>
            </a:lvl1pPr>
          </a:lstStyle>
          <a:p>
            <a:pPr lvl="0"/>
            <a:r>
              <a:rPr lang="en-US"/>
              <a:t>Click to edit Master text styles</a:t>
            </a:r>
          </a:p>
        </p:txBody>
      </p:sp>
    </p:spTree>
    <p:extLst>
      <p:ext uri="{BB962C8B-B14F-4D97-AF65-F5344CB8AC3E}">
        <p14:creationId xmlns:p14="http://schemas.microsoft.com/office/powerpoint/2010/main" val="4095529014"/>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7096FD95-0C81-8816-F6A7-13708A804C91}"/>
              </a:ext>
            </a:extLst>
          </p:cNvPr>
          <p:cNvSpPr>
            <a:spLocks noGrp="1"/>
          </p:cNvSpPr>
          <p:nvPr>
            <p:ph type="dt" sz="half" idx="10"/>
          </p:nvPr>
        </p:nvSpPr>
        <p:spPr/>
        <p:txBody>
          <a:bodyPr/>
          <a:lstStyle/>
          <a:p>
            <a:fld id="{FF2E3464-96D4-4C1A-9196-4AB76D3420BA}" type="datetime3">
              <a:rPr lang="en-US" smtClean="0"/>
              <a:t>18 March 2026</a:t>
            </a:fld>
            <a:endParaRPr lang="en-US"/>
          </a:p>
        </p:txBody>
      </p:sp>
      <p:sp>
        <p:nvSpPr>
          <p:cNvPr id="4" name="Footer Placeholder 3">
            <a:extLst>
              <a:ext uri="{FF2B5EF4-FFF2-40B4-BE49-F238E27FC236}">
                <a16:creationId xmlns:a16="http://schemas.microsoft.com/office/drawing/2014/main" id="{434B0C7E-A414-4EA6-7DAD-5068A7AE4E81}"/>
              </a:ext>
            </a:extLst>
          </p:cNvPr>
          <p:cNvSpPr>
            <a:spLocks noGrp="1"/>
          </p:cNvSpPr>
          <p:nvPr>
            <p:ph type="ftr" sz="quarter" idx="11"/>
          </p:nvPr>
        </p:nvSpPr>
        <p:spPr/>
        <p:txBody>
          <a:bodyPr/>
          <a:lstStyle/>
          <a:p>
            <a:r>
              <a:rPr lang="en-US"/>
              <a:t>Product &amp; Service Innovation</a:t>
            </a:r>
          </a:p>
        </p:txBody>
      </p:sp>
      <p:sp>
        <p:nvSpPr>
          <p:cNvPr id="5" name="Slide Number Placeholder 4">
            <a:extLst>
              <a:ext uri="{FF2B5EF4-FFF2-40B4-BE49-F238E27FC236}">
                <a16:creationId xmlns:a16="http://schemas.microsoft.com/office/drawing/2014/main" id="{830298F4-310D-68C0-AA7E-8C7FA83AB2EE}"/>
              </a:ext>
            </a:extLst>
          </p:cNvPr>
          <p:cNvSpPr>
            <a:spLocks noGrp="1"/>
          </p:cNvSpPr>
          <p:nvPr>
            <p:ph type="sldNum" sz="quarter" idx="12"/>
          </p:nvPr>
        </p:nvSpPr>
        <p:spPr/>
        <p:txBody>
          <a:bodyPr/>
          <a:lstStyle/>
          <a:p>
            <a:fld id="{94FCA0F3-9F3A-694B-99BB-0E592A797735}" type="slidenum">
              <a:rPr lang="en-US" smtClean="0"/>
              <a:t>‹#›</a:t>
            </a:fld>
            <a:endParaRPr lang="en-US"/>
          </a:p>
        </p:txBody>
      </p:sp>
    </p:spTree>
    <p:extLst>
      <p:ext uri="{BB962C8B-B14F-4D97-AF65-F5344CB8AC3E}">
        <p14:creationId xmlns:p14="http://schemas.microsoft.com/office/powerpoint/2010/main" val="259822331"/>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Contents slide">
    <p:spTree>
      <p:nvGrpSpPr>
        <p:cNvPr id="1" name=""/>
        <p:cNvGrpSpPr/>
        <p:nvPr/>
      </p:nvGrpSpPr>
      <p:grpSpPr>
        <a:xfrm>
          <a:off x="0" y="0"/>
          <a:ext cx="0" cy="0"/>
          <a:chOff x="0" y="0"/>
          <a:chExt cx="0" cy="0"/>
        </a:xfrm>
      </p:grpSpPr>
      <p:sp>
        <p:nvSpPr>
          <p:cNvPr id="57" name="Picture Placeholder 56">
            <a:extLst>
              <a:ext uri="{FF2B5EF4-FFF2-40B4-BE49-F238E27FC236}">
                <a16:creationId xmlns:a16="http://schemas.microsoft.com/office/drawing/2014/main" id="{1AB3EB23-E483-138E-BC67-3D59CC955FDC}"/>
              </a:ext>
            </a:extLst>
          </p:cNvPr>
          <p:cNvSpPr>
            <a:spLocks noGrp="1"/>
          </p:cNvSpPr>
          <p:nvPr>
            <p:ph type="pic" sz="quarter" idx="27"/>
          </p:nvPr>
        </p:nvSpPr>
        <p:spPr>
          <a:xfrm>
            <a:off x="479425" y="3673475"/>
            <a:ext cx="3624263" cy="2423646"/>
          </a:xfrm>
        </p:spPr>
        <p:txBody>
          <a:bodyPr/>
          <a:lstStyle/>
          <a:p>
            <a:endParaRPr lang="en-GB"/>
          </a:p>
        </p:txBody>
      </p:sp>
      <p:sp>
        <p:nvSpPr>
          <p:cNvPr id="58" name="Picture Placeholder 56">
            <a:extLst>
              <a:ext uri="{FF2B5EF4-FFF2-40B4-BE49-F238E27FC236}">
                <a16:creationId xmlns:a16="http://schemas.microsoft.com/office/drawing/2014/main" id="{DBB086B6-5604-D058-7963-8C4E245AAFEA}"/>
              </a:ext>
            </a:extLst>
          </p:cNvPr>
          <p:cNvSpPr>
            <a:spLocks noGrp="1"/>
          </p:cNvSpPr>
          <p:nvPr>
            <p:ph type="pic" sz="quarter" idx="28"/>
          </p:nvPr>
        </p:nvSpPr>
        <p:spPr>
          <a:xfrm>
            <a:off x="4279900" y="3673475"/>
            <a:ext cx="3624263" cy="2423646"/>
          </a:xfrm>
        </p:spPr>
        <p:txBody>
          <a:bodyPr/>
          <a:lstStyle/>
          <a:p>
            <a:endParaRPr lang="en-GB"/>
          </a:p>
        </p:txBody>
      </p:sp>
      <p:sp>
        <p:nvSpPr>
          <p:cNvPr id="59" name="Picture Placeholder 56">
            <a:extLst>
              <a:ext uri="{FF2B5EF4-FFF2-40B4-BE49-F238E27FC236}">
                <a16:creationId xmlns:a16="http://schemas.microsoft.com/office/drawing/2014/main" id="{14A8709D-DC45-4448-5D68-382C75520260}"/>
              </a:ext>
            </a:extLst>
          </p:cNvPr>
          <p:cNvSpPr>
            <a:spLocks noGrp="1"/>
          </p:cNvSpPr>
          <p:nvPr>
            <p:ph type="pic" sz="quarter" idx="29"/>
          </p:nvPr>
        </p:nvSpPr>
        <p:spPr>
          <a:xfrm>
            <a:off x="8086297" y="3673475"/>
            <a:ext cx="3624263" cy="2423646"/>
          </a:xfrm>
        </p:spPr>
        <p:txBody>
          <a:bodyPr/>
          <a:lstStyle/>
          <a:p>
            <a:endParaRPr lang="en-GB"/>
          </a:p>
        </p:txBody>
      </p:sp>
      <p:sp>
        <p:nvSpPr>
          <p:cNvPr id="2" name="Title 1">
            <a:extLst>
              <a:ext uri="{FF2B5EF4-FFF2-40B4-BE49-F238E27FC236}">
                <a16:creationId xmlns:a16="http://schemas.microsoft.com/office/drawing/2014/main" id="{138AE523-7B3C-8783-DFC0-18E1AA2D887A}"/>
              </a:ext>
            </a:extLst>
          </p:cNvPr>
          <p:cNvSpPr>
            <a:spLocks noGrp="1"/>
          </p:cNvSpPr>
          <p:nvPr>
            <p:ph type="title"/>
          </p:nvPr>
        </p:nvSpPr>
        <p:spPr>
          <a:xfrm>
            <a:off x="695400" y="382588"/>
            <a:ext cx="11014470" cy="638175"/>
          </a:xfrm>
        </p:spPr>
        <p:txBody>
          <a:bodyPr/>
          <a:lstStyle>
            <a:lvl1pPr>
              <a:defRPr b="0">
                <a:solidFill>
                  <a:srgbClr val="747480"/>
                </a:solidFill>
                <a:latin typeface="EYInterstate Light" panose="02000506000000020004" pitchFamily="2" charset="0"/>
              </a:defRPr>
            </a:lvl1pPr>
          </a:lstStyle>
          <a:p>
            <a:r>
              <a:rPr lang="en-GB"/>
              <a:t>Click to edit Master title style</a:t>
            </a:r>
            <a:endParaRPr lang="en-US"/>
          </a:p>
        </p:txBody>
      </p:sp>
      <p:sp>
        <p:nvSpPr>
          <p:cNvPr id="3" name="Date Placeholder 2">
            <a:extLst>
              <a:ext uri="{FF2B5EF4-FFF2-40B4-BE49-F238E27FC236}">
                <a16:creationId xmlns:a16="http://schemas.microsoft.com/office/drawing/2014/main" id="{7096FD95-0C81-8816-F6A7-13708A804C91}"/>
              </a:ext>
            </a:extLst>
          </p:cNvPr>
          <p:cNvSpPr>
            <a:spLocks noGrp="1"/>
          </p:cNvSpPr>
          <p:nvPr>
            <p:ph type="dt" sz="half" idx="10"/>
          </p:nvPr>
        </p:nvSpPr>
        <p:spPr/>
        <p:txBody>
          <a:bodyPr/>
          <a:lstStyle/>
          <a:p>
            <a:fld id="{72386B9E-51EC-43A5-9093-D479AEDC928A}" type="datetime3">
              <a:rPr lang="en-US" smtClean="0"/>
              <a:t>18 March 2026</a:t>
            </a:fld>
            <a:endParaRPr lang="en-US"/>
          </a:p>
        </p:txBody>
      </p:sp>
      <p:sp>
        <p:nvSpPr>
          <p:cNvPr id="4" name="Footer Placeholder 3">
            <a:extLst>
              <a:ext uri="{FF2B5EF4-FFF2-40B4-BE49-F238E27FC236}">
                <a16:creationId xmlns:a16="http://schemas.microsoft.com/office/drawing/2014/main" id="{434B0C7E-A414-4EA6-7DAD-5068A7AE4E81}"/>
              </a:ext>
            </a:extLst>
          </p:cNvPr>
          <p:cNvSpPr>
            <a:spLocks noGrp="1"/>
          </p:cNvSpPr>
          <p:nvPr>
            <p:ph type="ftr" sz="quarter" idx="11"/>
          </p:nvPr>
        </p:nvSpPr>
        <p:spPr/>
        <p:txBody>
          <a:bodyPr/>
          <a:lstStyle/>
          <a:p>
            <a:r>
              <a:rPr lang="en-US"/>
              <a:t>Product &amp; Service Innovation</a:t>
            </a:r>
          </a:p>
        </p:txBody>
      </p:sp>
      <p:sp>
        <p:nvSpPr>
          <p:cNvPr id="5" name="Slide Number Placeholder 4">
            <a:extLst>
              <a:ext uri="{FF2B5EF4-FFF2-40B4-BE49-F238E27FC236}">
                <a16:creationId xmlns:a16="http://schemas.microsoft.com/office/drawing/2014/main" id="{830298F4-310D-68C0-AA7E-8C7FA83AB2EE}"/>
              </a:ext>
            </a:extLst>
          </p:cNvPr>
          <p:cNvSpPr>
            <a:spLocks noGrp="1"/>
          </p:cNvSpPr>
          <p:nvPr>
            <p:ph type="sldNum" sz="quarter" idx="12"/>
          </p:nvPr>
        </p:nvSpPr>
        <p:spPr/>
        <p:txBody>
          <a:bodyPr/>
          <a:lstStyle/>
          <a:p>
            <a:fld id="{94FCA0F3-9F3A-694B-99BB-0E592A797735}" type="slidenum">
              <a:rPr lang="en-US" smtClean="0"/>
              <a:t>‹#›</a:t>
            </a:fld>
            <a:endParaRPr lang="en-US"/>
          </a:p>
        </p:txBody>
      </p:sp>
      <p:cxnSp>
        <p:nvCxnSpPr>
          <p:cNvPr id="15" name="Straight Arrow Connector 14">
            <a:extLst>
              <a:ext uri="{FF2B5EF4-FFF2-40B4-BE49-F238E27FC236}">
                <a16:creationId xmlns:a16="http://schemas.microsoft.com/office/drawing/2014/main" id="{18488EFB-C662-6A33-3207-24B185D3E334}"/>
              </a:ext>
            </a:extLst>
          </p:cNvPr>
          <p:cNvCxnSpPr>
            <a:cxnSpLocks/>
          </p:cNvCxnSpPr>
          <p:nvPr userDrawn="1"/>
        </p:nvCxnSpPr>
        <p:spPr>
          <a:xfrm>
            <a:off x="1358462" y="3117373"/>
            <a:ext cx="204009" cy="0"/>
          </a:xfrm>
          <a:prstGeom prst="straightConnector1">
            <a:avLst/>
          </a:prstGeom>
          <a:noFill/>
          <a:ln w="9525" cap="flat" cmpd="sng" algn="ctr">
            <a:solidFill>
              <a:srgbClr val="747480"/>
            </a:solidFill>
            <a:prstDash val="solid"/>
            <a:tailEnd type="triangle"/>
          </a:ln>
          <a:effectLst/>
        </p:spPr>
      </p:cxnSp>
      <p:sp>
        <p:nvSpPr>
          <p:cNvPr id="16" name="Rectangle 15">
            <a:extLst>
              <a:ext uri="{FF2B5EF4-FFF2-40B4-BE49-F238E27FC236}">
                <a16:creationId xmlns:a16="http://schemas.microsoft.com/office/drawing/2014/main" id="{7427A5A3-5B86-EFD5-2CD7-89D340840103}"/>
              </a:ext>
            </a:extLst>
          </p:cNvPr>
          <p:cNvSpPr/>
          <p:nvPr userDrawn="1"/>
        </p:nvSpPr>
        <p:spPr>
          <a:xfrm>
            <a:off x="668095" y="1285874"/>
            <a:ext cx="524630" cy="421113"/>
          </a:xfrm>
          <a:prstGeom prst="rect">
            <a:avLst/>
          </a:prstGeom>
          <a:noFill/>
          <a:ln w="9525" cap="flat" cmpd="sng" algn="ctr">
            <a:noFill/>
            <a:prstDash val="solid"/>
          </a:ln>
          <a:effectLst/>
        </p:spPr>
        <p:txBody>
          <a:bodyPr lIns="0" tIns="0" rIns="0" bIns="0" rtlCol="0" anchor="ctr" anchorCtr="0"/>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2400" b="1" i="0" u="none" strike="noStrike" kern="0" cap="none" spc="0" normalizeH="0" baseline="0" noProof="0">
                <a:ln>
                  <a:noFill/>
                </a:ln>
                <a:solidFill>
                  <a:srgbClr val="FFFFFF"/>
                </a:solidFill>
                <a:effectLst/>
                <a:uLnTx/>
                <a:uFillTx/>
                <a:latin typeface="EYInterstate Regular" panose="02000503020000020004" pitchFamily="2" charset="0"/>
                <a:ea typeface="+mn-ea"/>
                <a:cs typeface="+mn-cs"/>
              </a:rPr>
              <a:t>01</a:t>
            </a:r>
          </a:p>
        </p:txBody>
      </p:sp>
      <p:cxnSp>
        <p:nvCxnSpPr>
          <p:cNvPr id="17" name="Straight Connector 16">
            <a:extLst>
              <a:ext uri="{FF2B5EF4-FFF2-40B4-BE49-F238E27FC236}">
                <a16:creationId xmlns:a16="http://schemas.microsoft.com/office/drawing/2014/main" id="{3481E9A1-8564-F2CA-98F5-8757EB341726}"/>
              </a:ext>
            </a:extLst>
          </p:cNvPr>
          <p:cNvCxnSpPr>
            <a:cxnSpLocks/>
          </p:cNvCxnSpPr>
          <p:nvPr userDrawn="1"/>
        </p:nvCxnSpPr>
        <p:spPr>
          <a:xfrm>
            <a:off x="668095" y="1828800"/>
            <a:ext cx="3435593" cy="0"/>
          </a:xfrm>
          <a:prstGeom prst="line">
            <a:avLst/>
          </a:prstGeom>
          <a:noFill/>
          <a:ln w="38100" cap="flat" cmpd="sng" algn="ctr">
            <a:gradFill>
              <a:gsLst>
                <a:gs pos="50000">
                  <a:srgbClr val="FFE600"/>
                </a:gs>
                <a:gs pos="75000">
                  <a:srgbClr val="FF3C00"/>
                </a:gs>
                <a:gs pos="100000">
                  <a:srgbClr val="FF32FF"/>
                </a:gs>
              </a:gsLst>
              <a:lin ang="0" scaled="0"/>
            </a:gradFill>
            <a:prstDash val="solid"/>
            <a:tailEnd type="none"/>
          </a:ln>
          <a:effectLst/>
        </p:spPr>
      </p:cxnSp>
      <p:cxnSp>
        <p:nvCxnSpPr>
          <p:cNvPr id="20" name="Straight Arrow Connector 19">
            <a:extLst>
              <a:ext uri="{FF2B5EF4-FFF2-40B4-BE49-F238E27FC236}">
                <a16:creationId xmlns:a16="http://schemas.microsoft.com/office/drawing/2014/main" id="{7745C5A4-82A2-134F-E282-CD89639878F9}"/>
              </a:ext>
            </a:extLst>
          </p:cNvPr>
          <p:cNvCxnSpPr>
            <a:cxnSpLocks/>
          </p:cNvCxnSpPr>
          <p:nvPr userDrawn="1"/>
        </p:nvCxnSpPr>
        <p:spPr>
          <a:xfrm>
            <a:off x="5116623" y="3117373"/>
            <a:ext cx="204009" cy="0"/>
          </a:xfrm>
          <a:prstGeom prst="straightConnector1">
            <a:avLst/>
          </a:prstGeom>
          <a:noFill/>
          <a:ln w="9525" cap="flat" cmpd="sng" algn="ctr">
            <a:solidFill>
              <a:srgbClr val="747480"/>
            </a:solidFill>
            <a:prstDash val="solid"/>
            <a:tailEnd type="triangle"/>
          </a:ln>
          <a:effectLst/>
        </p:spPr>
      </p:cxnSp>
      <p:cxnSp>
        <p:nvCxnSpPr>
          <p:cNvPr id="21" name="Straight Connector 20">
            <a:extLst>
              <a:ext uri="{FF2B5EF4-FFF2-40B4-BE49-F238E27FC236}">
                <a16:creationId xmlns:a16="http://schemas.microsoft.com/office/drawing/2014/main" id="{36CC6971-426B-BD75-B2B6-37BDF3590F8C}"/>
              </a:ext>
            </a:extLst>
          </p:cNvPr>
          <p:cNvCxnSpPr>
            <a:cxnSpLocks/>
          </p:cNvCxnSpPr>
          <p:nvPr userDrawn="1"/>
        </p:nvCxnSpPr>
        <p:spPr>
          <a:xfrm>
            <a:off x="4455683" y="1828800"/>
            <a:ext cx="3434400" cy="0"/>
          </a:xfrm>
          <a:prstGeom prst="line">
            <a:avLst/>
          </a:prstGeom>
          <a:noFill/>
          <a:ln w="38100" cap="flat" cmpd="sng" algn="ctr">
            <a:gradFill>
              <a:gsLst>
                <a:gs pos="50000">
                  <a:srgbClr val="FFE600"/>
                </a:gs>
                <a:gs pos="75000">
                  <a:srgbClr val="FF3C00"/>
                </a:gs>
                <a:gs pos="100000">
                  <a:srgbClr val="FF32FF"/>
                </a:gs>
              </a:gsLst>
              <a:lin ang="0" scaled="0"/>
            </a:gradFill>
            <a:prstDash val="solid"/>
            <a:tailEnd type="none"/>
          </a:ln>
          <a:effectLst/>
        </p:spPr>
      </p:cxnSp>
      <p:sp>
        <p:nvSpPr>
          <p:cNvPr id="22" name="Rectangle 21">
            <a:extLst>
              <a:ext uri="{FF2B5EF4-FFF2-40B4-BE49-F238E27FC236}">
                <a16:creationId xmlns:a16="http://schemas.microsoft.com/office/drawing/2014/main" id="{65133A5E-A831-AFFD-0646-D52E5A1F42B0}"/>
              </a:ext>
            </a:extLst>
          </p:cNvPr>
          <p:cNvSpPr/>
          <p:nvPr userDrawn="1"/>
        </p:nvSpPr>
        <p:spPr>
          <a:xfrm>
            <a:off x="4455684" y="1285874"/>
            <a:ext cx="524630" cy="421113"/>
          </a:xfrm>
          <a:prstGeom prst="rect">
            <a:avLst/>
          </a:prstGeom>
          <a:noFill/>
          <a:ln w="9525" cap="flat" cmpd="sng" algn="ctr">
            <a:noFill/>
            <a:prstDash val="solid"/>
          </a:ln>
          <a:effectLst/>
        </p:spPr>
        <p:txBody>
          <a:bodyPr lIns="0" tIns="0" rIns="0" bIns="0" rtlCol="0" anchor="ctr" anchorCtr="0"/>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2400" b="1" i="0" u="none" strike="noStrike" kern="0" cap="none" spc="0" normalizeH="0" baseline="0" noProof="0">
                <a:ln>
                  <a:noFill/>
                </a:ln>
                <a:solidFill>
                  <a:srgbClr val="FFFFFF"/>
                </a:solidFill>
                <a:effectLst/>
                <a:uLnTx/>
                <a:uFillTx/>
                <a:latin typeface="EYInterstate Regular" panose="02000503020000020004" pitchFamily="2" charset="0"/>
                <a:ea typeface="+mn-ea"/>
                <a:cs typeface="+mn-cs"/>
              </a:rPr>
              <a:t>02</a:t>
            </a:r>
          </a:p>
        </p:txBody>
      </p:sp>
      <p:cxnSp>
        <p:nvCxnSpPr>
          <p:cNvPr id="25" name="Straight Arrow Connector 24">
            <a:extLst>
              <a:ext uri="{FF2B5EF4-FFF2-40B4-BE49-F238E27FC236}">
                <a16:creationId xmlns:a16="http://schemas.microsoft.com/office/drawing/2014/main" id="{85C04AB2-5417-E210-59BA-0745AED53E80}"/>
              </a:ext>
            </a:extLst>
          </p:cNvPr>
          <p:cNvCxnSpPr>
            <a:cxnSpLocks/>
          </p:cNvCxnSpPr>
          <p:nvPr userDrawn="1"/>
        </p:nvCxnSpPr>
        <p:spPr>
          <a:xfrm>
            <a:off x="8912439" y="3117373"/>
            <a:ext cx="204009" cy="0"/>
          </a:xfrm>
          <a:prstGeom prst="straightConnector1">
            <a:avLst/>
          </a:prstGeom>
          <a:noFill/>
          <a:ln w="9525" cap="flat" cmpd="sng" algn="ctr">
            <a:solidFill>
              <a:srgbClr val="747480"/>
            </a:solidFill>
            <a:prstDash val="solid"/>
            <a:tailEnd type="triangle"/>
          </a:ln>
          <a:effectLst/>
        </p:spPr>
      </p:cxnSp>
      <p:cxnSp>
        <p:nvCxnSpPr>
          <p:cNvPr id="26" name="Straight Connector 25">
            <a:extLst>
              <a:ext uri="{FF2B5EF4-FFF2-40B4-BE49-F238E27FC236}">
                <a16:creationId xmlns:a16="http://schemas.microsoft.com/office/drawing/2014/main" id="{F97D75AB-9AFC-2C12-A919-12AC0C7F8830}"/>
              </a:ext>
            </a:extLst>
          </p:cNvPr>
          <p:cNvCxnSpPr>
            <a:cxnSpLocks/>
          </p:cNvCxnSpPr>
          <p:nvPr userDrawn="1"/>
        </p:nvCxnSpPr>
        <p:spPr>
          <a:xfrm>
            <a:off x="8264236" y="1828800"/>
            <a:ext cx="3434400" cy="0"/>
          </a:xfrm>
          <a:prstGeom prst="line">
            <a:avLst/>
          </a:prstGeom>
          <a:noFill/>
          <a:ln w="38100" cap="flat" cmpd="sng" algn="ctr">
            <a:gradFill>
              <a:gsLst>
                <a:gs pos="50000">
                  <a:srgbClr val="FFE600"/>
                </a:gs>
                <a:gs pos="75000">
                  <a:srgbClr val="FF3C00"/>
                </a:gs>
                <a:gs pos="100000">
                  <a:srgbClr val="FF32FF"/>
                </a:gs>
              </a:gsLst>
              <a:lin ang="0" scaled="0"/>
            </a:gradFill>
            <a:prstDash val="solid"/>
            <a:tailEnd type="none"/>
          </a:ln>
          <a:effectLst/>
        </p:spPr>
      </p:cxnSp>
      <p:sp>
        <p:nvSpPr>
          <p:cNvPr id="27" name="Rectangle 26">
            <a:extLst>
              <a:ext uri="{FF2B5EF4-FFF2-40B4-BE49-F238E27FC236}">
                <a16:creationId xmlns:a16="http://schemas.microsoft.com/office/drawing/2014/main" id="{30043506-24BB-B641-F8A8-D7D940DC3A3C}"/>
              </a:ext>
            </a:extLst>
          </p:cNvPr>
          <p:cNvSpPr/>
          <p:nvPr userDrawn="1"/>
        </p:nvSpPr>
        <p:spPr>
          <a:xfrm>
            <a:off x="8264237" y="1285874"/>
            <a:ext cx="524630" cy="421113"/>
          </a:xfrm>
          <a:prstGeom prst="rect">
            <a:avLst/>
          </a:prstGeom>
          <a:noFill/>
          <a:ln w="9525" cap="flat" cmpd="sng" algn="ctr">
            <a:noFill/>
            <a:prstDash val="solid"/>
          </a:ln>
          <a:effectLst/>
        </p:spPr>
        <p:txBody>
          <a:bodyPr lIns="0" tIns="0" rIns="0" bIns="0" rtlCol="0" anchor="ctr" anchorCtr="0"/>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2400" b="1" i="0" u="none" strike="noStrike" kern="0" cap="none" spc="0" normalizeH="0" baseline="0" noProof="0">
                <a:ln>
                  <a:noFill/>
                </a:ln>
                <a:solidFill>
                  <a:srgbClr val="FFFFFF"/>
                </a:solidFill>
                <a:effectLst/>
                <a:uLnTx/>
                <a:uFillTx/>
                <a:latin typeface="EYInterstate Regular" panose="02000503020000020004" pitchFamily="2" charset="0"/>
                <a:ea typeface="+mn-ea"/>
                <a:cs typeface="+mn-cs"/>
              </a:rPr>
              <a:t>03</a:t>
            </a:r>
          </a:p>
        </p:txBody>
      </p:sp>
      <p:sp>
        <p:nvSpPr>
          <p:cNvPr id="49" name="Text Placeholder 48">
            <a:extLst>
              <a:ext uri="{FF2B5EF4-FFF2-40B4-BE49-F238E27FC236}">
                <a16:creationId xmlns:a16="http://schemas.microsoft.com/office/drawing/2014/main" id="{5AD2558B-ED01-EE69-C910-753391C972DC}"/>
              </a:ext>
            </a:extLst>
          </p:cNvPr>
          <p:cNvSpPr>
            <a:spLocks noGrp="1"/>
          </p:cNvSpPr>
          <p:nvPr>
            <p:ph type="body" sz="quarter" idx="21" hasCustomPrompt="1"/>
          </p:nvPr>
        </p:nvSpPr>
        <p:spPr>
          <a:xfrm>
            <a:off x="668664" y="2031504"/>
            <a:ext cx="3339104" cy="533400"/>
          </a:xfrm>
        </p:spPr>
        <p:txBody>
          <a:bodyPr/>
          <a:lstStyle>
            <a:lvl1pPr marL="0" indent="0">
              <a:buNone/>
              <a:defRPr/>
            </a:lvl1pPr>
            <a:lvl2pPr marL="252000" indent="0">
              <a:buNone/>
              <a:defRPr/>
            </a:lvl2pPr>
            <a:lvl3pPr marL="504000" indent="0">
              <a:buNone/>
              <a:defRPr/>
            </a:lvl3pPr>
            <a:lvl4pPr marL="756000" indent="0">
              <a:buNone/>
              <a:defRPr/>
            </a:lvl4pPr>
            <a:lvl5pPr marL="1008000" indent="0">
              <a:buNone/>
              <a:defRPr/>
            </a:lvl5pPr>
          </a:lstStyle>
          <a:p>
            <a:pPr lvl="0"/>
            <a:r>
              <a:rPr lang="en-US"/>
              <a:t>Chapter title</a:t>
            </a:r>
          </a:p>
        </p:txBody>
      </p:sp>
      <p:sp>
        <p:nvSpPr>
          <p:cNvPr id="50" name="Text Placeholder 48">
            <a:extLst>
              <a:ext uri="{FF2B5EF4-FFF2-40B4-BE49-F238E27FC236}">
                <a16:creationId xmlns:a16="http://schemas.microsoft.com/office/drawing/2014/main" id="{A3407158-093F-2454-381F-DE5BB9C7EB49}"/>
              </a:ext>
            </a:extLst>
          </p:cNvPr>
          <p:cNvSpPr>
            <a:spLocks noGrp="1"/>
          </p:cNvSpPr>
          <p:nvPr>
            <p:ph type="body" sz="quarter" idx="22" hasCustomPrompt="1"/>
          </p:nvPr>
        </p:nvSpPr>
        <p:spPr>
          <a:xfrm>
            <a:off x="4454525" y="2031504"/>
            <a:ext cx="3339104" cy="533400"/>
          </a:xfrm>
        </p:spPr>
        <p:txBody>
          <a:bodyPr/>
          <a:lstStyle>
            <a:lvl1pPr marL="0" indent="0">
              <a:buNone/>
              <a:defRPr/>
            </a:lvl1pPr>
            <a:lvl2pPr marL="252000" indent="0">
              <a:buNone/>
              <a:defRPr/>
            </a:lvl2pPr>
            <a:lvl3pPr marL="504000" indent="0">
              <a:buNone/>
              <a:defRPr/>
            </a:lvl3pPr>
            <a:lvl4pPr marL="756000" indent="0">
              <a:buNone/>
              <a:defRPr/>
            </a:lvl4pPr>
            <a:lvl5pPr marL="1008000" indent="0">
              <a:buNone/>
              <a:defRPr/>
            </a:lvl5pPr>
          </a:lstStyle>
          <a:p>
            <a:pPr lvl="0"/>
            <a:r>
              <a:rPr lang="en-US"/>
              <a:t>Chapter title</a:t>
            </a:r>
          </a:p>
        </p:txBody>
      </p:sp>
      <p:sp>
        <p:nvSpPr>
          <p:cNvPr id="51" name="Text Placeholder 48">
            <a:extLst>
              <a:ext uri="{FF2B5EF4-FFF2-40B4-BE49-F238E27FC236}">
                <a16:creationId xmlns:a16="http://schemas.microsoft.com/office/drawing/2014/main" id="{B40ECF8A-3696-D0C1-F67D-8CD1A19EA73E}"/>
              </a:ext>
            </a:extLst>
          </p:cNvPr>
          <p:cNvSpPr>
            <a:spLocks noGrp="1"/>
          </p:cNvSpPr>
          <p:nvPr>
            <p:ph type="body" sz="quarter" idx="23" hasCustomPrompt="1"/>
          </p:nvPr>
        </p:nvSpPr>
        <p:spPr>
          <a:xfrm>
            <a:off x="8264237" y="2031504"/>
            <a:ext cx="3339104" cy="533400"/>
          </a:xfrm>
        </p:spPr>
        <p:txBody>
          <a:bodyPr/>
          <a:lstStyle>
            <a:lvl1pPr marL="0" indent="0">
              <a:buNone/>
              <a:defRPr/>
            </a:lvl1pPr>
            <a:lvl2pPr marL="252000" indent="0">
              <a:buNone/>
              <a:defRPr/>
            </a:lvl2pPr>
            <a:lvl3pPr marL="504000" indent="0">
              <a:buNone/>
              <a:defRPr/>
            </a:lvl3pPr>
            <a:lvl4pPr marL="756000" indent="0">
              <a:buNone/>
              <a:defRPr/>
            </a:lvl4pPr>
            <a:lvl5pPr marL="1008000" indent="0">
              <a:buNone/>
              <a:defRPr/>
            </a:lvl5pPr>
          </a:lstStyle>
          <a:p>
            <a:pPr lvl="0"/>
            <a:r>
              <a:rPr lang="en-US"/>
              <a:t>Chapter title</a:t>
            </a:r>
          </a:p>
        </p:txBody>
      </p:sp>
      <p:sp>
        <p:nvSpPr>
          <p:cNvPr id="53" name="Text Placeholder 52">
            <a:extLst>
              <a:ext uri="{FF2B5EF4-FFF2-40B4-BE49-F238E27FC236}">
                <a16:creationId xmlns:a16="http://schemas.microsoft.com/office/drawing/2014/main" id="{A9D520B1-1DB5-4C80-7F48-117F17980A24}"/>
              </a:ext>
            </a:extLst>
          </p:cNvPr>
          <p:cNvSpPr>
            <a:spLocks noGrp="1"/>
          </p:cNvSpPr>
          <p:nvPr>
            <p:ph type="body" sz="quarter" idx="24" hasCustomPrompt="1"/>
          </p:nvPr>
        </p:nvSpPr>
        <p:spPr>
          <a:xfrm>
            <a:off x="668664" y="3054673"/>
            <a:ext cx="792138" cy="287785"/>
          </a:xfrm>
        </p:spPr>
        <p:txBody>
          <a:bodyPr/>
          <a:lstStyle>
            <a:lvl1pPr marL="0" indent="0">
              <a:buNone/>
              <a:defRPr sz="1100">
                <a:solidFill>
                  <a:srgbClr val="747480"/>
                </a:solidFill>
              </a:defRPr>
            </a:lvl1pPr>
            <a:lvl2pPr marL="252000" indent="0">
              <a:buNone/>
              <a:defRPr sz="1100">
                <a:solidFill>
                  <a:srgbClr val="747480"/>
                </a:solidFill>
              </a:defRPr>
            </a:lvl2pPr>
            <a:lvl3pPr marL="504000" indent="0">
              <a:buNone/>
              <a:defRPr sz="1100">
                <a:solidFill>
                  <a:srgbClr val="747480"/>
                </a:solidFill>
              </a:defRPr>
            </a:lvl3pPr>
            <a:lvl4pPr marL="756000" indent="0">
              <a:buNone/>
              <a:defRPr sz="1100">
                <a:solidFill>
                  <a:srgbClr val="747480"/>
                </a:solidFill>
              </a:defRPr>
            </a:lvl4pPr>
            <a:lvl5pPr marL="1008000" indent="0">
              <a:buNone/>
              <a:defRPr sz="1100">
                <a:solidFill>
                  <a:srgbClr val="747480"/>
                </a:solidFill>
              </a:defRPr>
            </a:lvl5pPr>
          </a:lstStyle>
          <a:p>
            <a:pPr lvl="0"/>
            <a:r>
              <a:rPr lang="en-US"/>
              <a:t>Slide #</a:t>
            </a:r>
          </a:p>
        </p:txBody>
      </p:sp>
      <p:sp>
        <p:nvSpPr>
          <p:cNvPr id="54" name="Text Placeholder 52">
            <a:extLst>
              <a:ext uri="{FF2B5EF4-FFF2-40B4-BE49-F238E27FC236}">
                <a16:creationId xmlns:a16="http://schemas.microsoft.com/office/drawing/2014/main" id="{E508047D-5455-5927-DA52-0A83E0C441BD}"/>
              </a:ext>
            </a:extLst>
          </p:cNvPr>
          <p:cNvSpPr>
            <a:spLocks noGrp="1"/>
          </p:cNvSpPr>
          <p:nvPr>
            <p:ph type="body" sz="quarter" idx="25" hasCustomPrompt="1"/>
          </p:nvPr>
        </p:nvSpPr>
        <p:spPr>
          <a:xfrm>
            <a:off x="4454525" y="3054673"/>
            <a:ext cx="792138" cy="287785"/>
          </a:xfrm>
        </p:spPr>
        <p:txBody>
          <a:bodyPr/>
          <a:lstStyle>
            <a:lvl1pPr marL="0" indent="0">
              <a:buNone/>
              <a:defRPr sz="1100">
                <a:solidFill>
                  <a:srgbClr val="747480"/>
                </a:solidFill>
              </a:defRPr>
            </a:lvl1pPr>
            <a:lvl2pPr marL="252000" indent="0">
              <a:buNone/>
              <a:defRPr sz="1100">
                <a:solidFill>
                  <a:srgbClr val="747480"/>
                </a:solidFill>
              </a:defRPr>
            </a:lvl2pPr>
            <a:lvl3pPr marL="504000" indent="0">
              <a:buNone/>
              <a:defRPr sz="1100">
                <a:solidFill>
                  <a:srgbClr val="747480"/>
                </a:solidFill>
              </a:defRPr>
            </a:lvl3pPr>
            <a:lvl4pPr marL="756000" indent="0">
              <a:buNone/>
              <a:defRPr sz="1100">
                <a:solidFill>
                  <a:srgbClr val="747480"/>
                </a:solidFill>
              </a:defRPr>
            </a:lvl4pPr>
            <a:lvl5pPr marL="1008000" indent="0">
              <a:buNone/>
              <a:defRPr sz="1100">
                <a:solidFill>
                  <a:srgbClr val="747480"/>
                </a:solidFill>
              </a:defRPr>
            </a:lvl5pPr>
          </a:lstStyle>
          <a:p>
            <a:pPr lvl="0"/>
            <a:r>
              <a:rPr lang="en-US"/>
              <a:t>Slide #</a:t>
            </a:r>
          </a:p>
        </p:txBody>
      </p:sp>
      <p:sp>
        <p:nvSpPr>
          <p:cNvPr id="55" name="Text Placeholder 52">
            <a:extLst>
              <a:ext uri="{FF2B5EF4-FFF2-40B4-BE49-F238E27FC236}">
                <a16:creationId xmlns:a16="http://schemas.microsoft.com/office/drawing/2014/main" id="{3A64FBC7-EA28-5CE5-789A-D68688304A5C}"/>
              </a:ext>
            </a:extLst>
          </p:cNvPr>
          <p:cNvSpPr>
            <a:spLocks noGrp="1"/>
          </p:cNvSpPr>
          <p:nvPr>
            <p:ph type="body" sz="quarter" idx="26" hasCustomPrompt="1"/>
          </p:nvPr>
        </p:nvSpPr>
        <p:spPr>
          <a:xfrm>
            <a:off x="8264237" y="3054673"/>
            <a:ext cx="792138" cy="287785"/>
          </a:xfrm>
        </p:spPr>
        <p:txBody>
          <a:bodyPr/>
          <a:lstStyle>
            <a:lvl1pPr marL="0" indent="0">
              <a:buNone/>
              <a:defRPr sz="1100">
                <a:solidFill>
                  <a:srgbClr val="747480"/>
                </a:solidFill>
              </a:defRPr>
            </a:lvl1pPr>
            <a:lvl2pPr marL="252000" indent="0">
              <a:buNone/>
              <a:defRPr sz="1100">
                <a:solidFill>
                  <a:srgbClr val="747480"/>
                </a:solidFill>
              </a:defRPr>
            </a:lvl2pPr>
            <a:lvl3pPr marL="504000" indent="0">
              <a:buNone/>
              <a:defRPr sz="1100">
                <a:solidFill>
                  <a:srgbClr val="747480"/>
                </a:solidFill>
              </a:defRPr>
            </a:lvl3pPr>
            <a:lvl4pPr marL="756000" indent="0">
              <a:buNone/>
              <a:defRPr sz="1100">
                <a:solidFill>
                  <a:srgbClr val="747480"/>
                </a:solidFill>
              </a:defRPr>
            </a:lvl4pPr>
            <a:lvl5pPr marL="1008000" indent="0">
              <a:buNone/>
              <a:defRPr sz="1100">
                <a:solidFill>
                  <a:srgbClr val="747480"/>
                </a:solidFill>
              </a:defRPr>
            </a:lvl5pPr>
          </a:lstStyle>
          <a:p>
            <a:pPr lvl="0"/>
            <a:r>
              <a:rPr lang="en-US"/>
              <a:t>Slide #</a:t>
            </a:r>
          </a:p>
        </p:txBody>
      </p:sp>
    </p:spTree>
    <p:extLst>
      <p:ext uri="{BB962C8B-B14F-4D97-AF65-F5344CB8AC3E}">
        <p14:creationId xmlns:p14="http://schemas.microsoft.com/office/powerpoint/2010/main" val="399469440"/>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Solutions_Slide Divider">
    <p:spTree>
      <p:nvGrpSpPr>
        <p:cNvPr id="1" name=""/>
        <p:cNvGrpSpPr/>
        <p:nvPr/>
      </p:nvGrpSpPr>
      <p:grpSpPr>
        <a:xfrm>
          <a:off x="0" y="0"/>
          <a:ext cx="0" cy="0"/>
          <a:chOff x="0" y="0"/>
          <a:chExt cx="0" cy="0"/>
        </a:xfrm>
      </p:grpSpPr>
      <p:sp>
        <p:nvSpPr>
          <p:cNvPr id="18" name="Picture Placeholder 17">
            <a:extLst>
              <a:ext uri="{FF2B5EF4-FFF2-40B4-BE49-F238E27FC236}">
                <a16:creationId xmlns:a16="http://schemas.microsoft.com/office/drawing/2014/main" id="{080F55A4-008E-AFDA-0043-56C91C07275B}"/>
              </a:ext>
            </a:extLst>
          </p:cNvPr>
          <p:cNvSpPr>
            <a:spLocks noGrp="1"/>
          </p:cNvSpPr>
          <p:nvPr>
            <p:ph type="pic" sz="quarter" idx="14"/>
          </p:nvPr>
        </p:nvSpPr>
        <p:spPr>
          <a:xfrm>
            <a:off x="3151188" y="404813"/>
            <a:ext cx="8561387" cy="5688012"/>
          </a:xfrm>
        </p:spPr>
        <p:txBody>
          <a:bodyPr/>
          <a:lstStyle/>
          <a:p>
            <a:endParaRPr lang="en-GB"/>
          </a:p>
        </p:txBody>
      </p:sp>
      <p:sp>
        <p:nvSpPr>
          <p:cNvPr id="2" name="Title 1">
            <a:extLst>
              <a:ext uri="{FF2B5EF4-FFF2-40B4-BE49-F238E27FC236}">
                <a16:creationId xmlns:a16="http://schemas.microsoft.com/office/drawing/2014/main" id="{7031F464-E2F3-E898-ABB3-3D50618E48AB}"/>
              </a:ext>
            </a:extLst>
          </p:cNvPr>
          <p:cNvSpPr>
            <a:spLocks noGrp="1"/>
          </p:cNvSpPr>
          <p:nvPr>
            <p:ph type="title"/>
          </p:nvPr>
        </p:nvSpPr>
        <p:spPr>
          <a:xfrm>
            <a:off x="1271464" y="0"/>
            <a:ext cx="5658227" cy="3216386"/>
          </a:xfrm>
          <a:solidFill>
            <a:srgbClr val="1A1A24"/>
          </a:solidFill>
        </p:spPr>
        <p:txBody>
          <a:bodyPr tIns="1584000" rIns="360000" bIns="504000">
            <a:spAutoFit/>
          </a:bodyPr>
          <a:lstStyle>
            <a:lvl1pPr>
              <a:defRPr kumimoji="0" lang="en-GB" sz="4000" b="0" i="0" u="none" strike="noStrike" kern="1200" cap="none" spc="0" normalizeH="0" baseline="0" dirty="0">
                <a:ln>
                  <a:noFill/>
                </a:ln>
                <a:solidFill>
                  <a:srgbClr val="FFFFFF"/>
                </a:solidFill>
                <a:effectLst/>
                <a:uLnTx/>
                <a:uFillTx/>
                <a:latin typeface="EYInterstate Regular" panose="02000503020000020004" pitchFamily="2" charset="0"/>
                <a:ea typeface="+mn-ea"/>
                <a:cs typeface="+mn-cs"/>
              </a:defRPr>
            </a:lvl1pPr>
          </a:lstStyle>
          <a:p>
            <a:pPr marL="0" marR="0" lvl="0" indent="0" algn="l" defTabSz="914400" rtl="0" eaLnBrk="1" fontAlgn="auto" latinLnBrk="0" hangingPunct="1">
              <a:lnSpc>
                <a:spcPct val="90000"/>
              </a:lnSpc>
              <a:spcBef>
                <a:spcPts val="0"/>
              </a:spcBef>
              <a:spcAft>
                <a:spcPts val="400"/>
              </a:spcAft>
              <a:buClr>
                <a:srgbClr val="FFE600"/>
              </a:buClr>
              <a:buSzPct val="100000"/>
              <a:buFont typeface="Wingdings" pitchFamily="2" charset="2"/>
              <a:buNone/>
              <a:tabLst/>
              <a:defRPr/>
            </a:pPr>
            <a:r>
              <a:rPr lang="en-US"/>
              <a:t>Click to edit Master title style</a:t>
            </a:r>
            <a:endParaRPr lang="en-GB"/>
          </a:p>
        </p:txBody>
      </p:sp>
      <p:sp>
        <p:nvSpPr>
          <p:cNvPr id="3" name="Slide Number Placeholder 2">
            <a:extLst>
              <a:ext uri="{FF2B5EF4-FFF2-40B4-BE49-F238E27FC236}">
                <a16:creationId xmlns:a16="http://schemas.microsoft.com/office/drawing/2014/main" id="{FCBE5041-A4C8-6A6D-D54F-D707303CA987}"/>
              </a:ext>
            </a:extLst>
          </p:cNvPr>
          <p:cNvSpPr>
            <a:spLocks noGrp="1"/>
          </p:cNvSpPr>
          <p:nvPr>
            <p:ph type="sldNum" sz="quarter" idx="10"/>
          </p:nvPr>
        </p:nvSpPr>
        <p:spPr/>
        <p:txBody>
          <a:bodyPr/>
          <a:lstStyle/>
          <a:p>
            <a:fld id="{F1BC30E3-FFE5-4B91-AA19-87A149EBB9EE}" type="slidenum">
              <a:rPr lang="en-GB" smtClean="0"/>
              <a:pPr/>
              <a:t>‹#›</a:t>
            </a:fld>
            <a:endParaRPr lang="en-GB"/>
          </a:p>
        </p:txBody>
      </p:sp>
      <p:sp>
        <p:nvSpPr>
          <p:cNvPr id="4" name="Date Placeholder 3">
            <a:extLst>
              <a:ext uri="{FF2B5EF4-FFF2-40B4-BE49-F238E27FC236}">
                <a16:creationId xmlns:a16="http://schemas.microsoft.com/office/drawing/2014/main" id="{88F8BFD0-288C-FD1B-30C4-2CFC60E2EC06}"/>
              </a:ext>
            </a:extLst>
          </p:cNvPr>
          <p:cNvSpPr>
            <a:spLocks noGrp="1"/>
          </p:cNvSpPr>
          <p:nvPr>
            <p:ph type="dt" sz="half" idx="11"/>
          </p:nvPr>
        </p:nvSpPr>
        <p:spPr/>
        <p:txBody>
          <a:bodyPr/>
          <a:lstStyle/>
          <a:p>
            <a:fld id="{C23A93B1-4142-4BF4-A005-F6E05DC0C879}" type="datetime3">
              <a:rPr lang="en-US" smtClean="0"/>
              <a:t>18 March 2026</a:t>
            </a:fld>
            <a:endParaRPr lang="en-US"/>
          </a:p>
        </p:txBody>
      </p:sp>
      <p:sp>
        <p:nvSpPr>
          <p:cNvPr id="5" name="Footer Placeholder 4">
            <a:extLst>
              <a:ext uri="{FF2B5EF4-FFF2-40B4-BE49-F238E27FC236}">
                <a16:creationId xmlns:a16="http://schemas.microsoft.com/office/drawing/2014/main" id="{A7E79C4A-86D3-A99C-C6A8-78FD9AD02DD5}"/>
              </a:ext>
            </a:extLst>
          </p:cNvPr>
          <p:cNvSpPr>
            <a:spLocks noGrp="1"/>
          </p:cNvSpPr>
          <p:nvPr>
            <p:ph type="ftr" sz="quarter" idx="12"/>
          </p:nvPr>
        </p:nvSpPr>
        <p:spPr/>
        <p:txBody>
          <a:bodyPr/>
          <a:lstStyle/>
          <a:p>
            <a:r>
              <a:rPr lang="en-US"/>
              <a:t>Product &amp; Service Innovation</a:t>
            </a:r>
          </a:p>
        </p:txBody>
      </p:sp>
      <p:sp>
        <p:nvSpPr>
          <p:cNvPr id="12" name="Text Placeholder 11">
            <a:extLst>
              <a:ext uri="{FF2B5EF4-FFF2-40B4-BE49-F238E27FC236}">
                <a16:creationId xmlns:a16="http://schemas.microsoft.com/office/drawing/2014/main" id="{6B48004A-A14E-915F-EFEB-981ECD056FB2}"/>
              </a:ext>
            </a:extLst>
          </p:cNvPr>
          <p:cNvSpPr>
            <a:spLocks noGrp="1"/>
          </p:cNvSpPr>
          <p:nvPr>
            <p:ph type="body" sz="quarter" idx="13" hasCustomPrompt="1"/>
          </p:nvPr>
        </p:nvSpPr>
        <p:spPr>
          <a:xfrm>
            <a:off x="1275681" y="1124744"/>
            <a:ext cx="1008063" cy="369332"/>
          </a:xfrm>
        </p:spPr>
        <p:txBody>
          <a:bodyPr>
            <a:spAutoFit/>
          </a:bodyPr>
          <a:lstStyle>
            <a:lvl1pPr marL="0" indent="0">
              <a:buNone/>
              <a:defRPr kumimoji="0" lang="en-GB" sz="2400" b="1" i="0" u="none" strike="noStrike" kern="1200" cap="none" spc="0" normalizeH="0" baseline="0" dirty="0">
                <a:ln>
                  <a:noFill/>
                </a:ln>
                <a:solidFill>
                  <a:srgbClr val="747480"/>
                </a:solidFill>
                <a:effectLst/>
                <a:uLnTx/>
                <a:uFillTx/>
                <a:latin typeface="EYInterstate Regular" panose="02000503020000020004" pitchFamily="2" charset="0"/>
                <a:ea typeface="+mn-ea"/>
                <a:cs typeface="+mn-cs"/>
              </a:defRPr>
            </a:lvl1pPr>
          </a:lstStyle>
          <a:p>
            <a:pPr marL="0" marR="0" lvl="0" indent="0" algn="l" defTabSz="914400" rtl="0" eaLnBrk="1" fontAlgn="auto" latinLnBrk="0" hangingPunct="1">
              <a:lnSpc>
                <a:spcPct val="100000"/>
              </a:lnSpc>
              <a:spcBef>
                <a:spcPts val="400"/>
              </a:spcBef>
              <a:spcAft>
                <a:spcPts val="400"/>
              </a:spcAft>
              <a:buClr>
                <a:srgbClr val="FFE600"/>
              </a:buClr>
              <a:buSzPct val="100000"/>
              <a:buFont typeface="Wingdings" pitchFamily="2" charset="2"/>
              <a:buNone/>
              <a:tabLst/>
              <a:defRPr/>
            </a:pPr>
            <a:r>
              <a:rPr lang="en-US"/>
              <a:t>##</a:t>
            </a:r>
            <a:endParaRPr lang="en-GB"/>
          </a:p>
        </p:txBody>
      </p:sp>
      <p:cxnSp>
        <p:nvCxnSpPr>
          <p:cNvPr id="16" name="Straight Connector 15">
            <a:extLst>
              <a:ext uri="{FF2B5EF4-FFF2-40B4-BE49-F238E27FC236}">
                <a16:creationId xmlns:a16="http://schemas.microsoft.com/office/drawing/2014/main" id="{57CE12E6-9F94-793D-E372-283207331003}"/>
              </a:ext>
            </a:extLst>
          </p:cNvPr>
          <p:cNvCxnSpPr>
            <a:cxnSpLocks/>
          </p:cNvCxnSpPr>
          <p:nvPr userDrawn="1"/>
        </p:nvCxnSpPr>
        <p:spPr>
          <a:xfrm>
            <a:off x="479425" y="404813"/>
            <a:ext cx="0" cy="5688012"/>
          </a:xfrm>
          <a:prstGeom prst="line">
            <a:avLst/>
          </a:prstGeom>
          <a:noFill/>
          <a:ln w="38100" cap="flat" cmpd="sng" algn="ctr">
            <a:gradFill>
              <a:gsLst>
                <a:gs pos="50000">
                  <a:srgbClr val="FFE600"/>
                </a:gs>
                <a:gs pos="75000">
                  <a:srgbClr val="FF3C00"/>
                </a:gs>
                <a:gs pos="100000">
                  <a:srgbClr val="FF32FF"/>
                </a:gs>
              </a:gsLst>
              <a:lin ang="5400000" scaled="0"/>
            </a:gradFill>
            <a:prstDash val="solid"/>
            <a:tailEnd type="none"/>
          </a:ln>
          <a:effectLst/>
        </p:spPr>
      </p:cxnSp>
    </p:spTree>
    <p:extLst>
      <p:ext uri="{BB962C8B-B14F-4D97-AF65-F5344CB8AC3E}">
        <p14:creationId xmlns:p14="http://schemas.microsoft.com/office/powerpoint/2010/main" val="1301270230"/>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showMasterSp="0" userDrawn="1">
  <p:cSld name="Section Header with Image 2">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ECC4063-3B84-36D0-1C1F-FC414549D600}"/>
              </a:ext>
              <a:ext uri="{C183D7F6-B498-43B3-948B-1728B52AA6E4}">
                <adec:decorative xmlns:adec="http://schemas.microsoft.com/office/drawing/2017/decorative" val="1"/>
              </a:ext>
            </a:extLst>
          </p:cNvPr>
          <p:cNvSpPr/>
          <p:nvPr userDrawn="1"/>
        </p:nvSpPr>
        <p:spPr>
          <a:xfrm>
            <a:off x="0" y="0"/>
            <a:ext cx="8386354" cy="6858000"/>
          </a:xfrm>
          <a:prstGeom prst="rect">
            <a:avLst/>
          </a:prstGeom>
          <a:gradFill flip="none" rotWithShape="1">
            <a:gsLst>
              <a:gs pos="0">
                <a:schemeClr val="tx1">
                  <a:lumMod val="0"/>
                  <a:alpha val="0"/>
                </a:schemeClr>
              </a:gs>
              <a:gs pos="95000">
                <a:srgbClr val="000000">
                  <a:alpha val="70000"/>
                </a:srgbClr>
              </a:gs>
            </a:gsLst>
            <a:lin ang="108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endParaRPr lang="en-US" sz="1200" b="1">
              <a:solidFill>
                <a:schemeClr val="tx1"/>
              </a:solidFill>
            </a:endParaRPr>
          </a:p>
        </p:txBody>
      </p:sp>
      <p:sp>
        <p:nvSpPr>
          <p:cNvPr id="2" name="Title 1">
            <a:extLst>
              <a:ext uri="{FF2B5EF4-FFF2-40B4-BE49-F238E27FC236}">
                <a16:creationId xmlns:a16="http://schemas.microsoft.com/office/drawing/2014/main" id="{DCB74E28-9D0B-F1B4-F101-2628EB1EA46E}"/>
              </a:ext>
            </a:extLst>
          </p:cNvPr>
          <p:cNvSpPr>
            <a:spLocks noGrp="1"/>
          </p:cNvSpPr>
          <p:nvPr>
            <p:ph type="title"/>
          </p:nvPr>
        </p:nvSpPr>
        <p:spPr>
          <a:xfrm>
            <a:off x="485775" y="3053616"/>
            <a:ext cx="7394575" cy="2869882"/>
          </a:xfrm>
        </p:spPr>
        <p:txBody>
          <a:bodyPr anchor="t"/>
          <a:lstStyle>
            <a:lvl1pPr>
              <a:defRPr sz="6000">
                <a:solidFill>
                  <a:schemeClr val="bg1"/>
                </a:solidFill>
              </a:defRPr>
            </a:lvl1pPr>
          </a:lstStyle>
          <a:p>
            <a:r>
              <a:rPr lang="en-GB"/>
              <a:t>Click to edit Master title style</a:t>
            </a:r>
            <a:endParaRPr lang="en-US"/>
          </a:p>
        </p:txBody>
      </p:sp>
      <p:sp>
        <p:nvSpPr>
          <p:cNvPr id="8" name="Text Placeholder 7">
            <a:extLst>
              <a:ext uri="{FF2B5EF4-FFF2-40B4-BE49-F238E27FC236}">
                <a16:creationId xmlns:a16="http://schemas.microsoft.com/office/drawing/2014/main" id="{A475298B-22BF-3DF1-FBE7-DF673E5A2734}"/>
              </a:ext>
            </a:extLst>
          </p:cNvPr>
          <p:cNvSpPr>
            <a:spLocks noGrp="1"/>
          </p:cNvSpPr>
          <p:nvPr>
            <p:ph type="body" sz="quarter" idx="13" hasCustomPrompt="1"/>
          </p:nvPr>
        </p:nvSpPr>
        <p:spPr>
          <a:xfrm>
            <a:off x="485775" y="370800"/>
            <a:ext cx="7394575" cy="2169200"/>
          </a:xfrm>
        </p:spPr>
        <p:txBody>
          <a:bodyPr lIns="0" tIns="0" rIns="0" bIns="0" anchor="b">
            <a:noAutofit/>
          </a:bodyPr>
          <a:lstStyle>
            <a:lvl1pPr marL="0" indent="0">
              <a:lnSpc>
                <a:spcPct val="85000"/>
              </a:lnSpc>
              <a:spcAft>
                <a:spcPts val="0"/>
              </a:spcAft>
              <a:buNone/>
              <a:defRPr kumimoji="0" lang="en-US" sz="16600" b="1" i="0" u="none" strike="noStrike" kern="1200" cap="none" spc="0" normalizeH="0" baseline="0" dirty="0">
                <a:ln>
                  <a:noFill/>
                </a:ln>
                <a:solidFill>
                  <a:srgbClr val="FFFFFF">
                    <a:alpha val="29699"/>
                  </a:srgbClr>
                </a:solidFill>
                <a:effectLst/>
                <a:uLnTx/>
                <a:uFillTx/>
                <a:latin typeface="EYInterstate Regular" panose="02000503020000020004" pitchFamily="2" charset="0"/>
                <a:ea typeface="+mn-ea"/>
                <a:cs typeface="+mn-cs"/>
              </a:defRPr>
            </a:lvl1pPr>
          </a:lstStyle>
          <a:p>
            <a:pPr marL="0" marR="0" lvl="0" indent="0" algn="l" defTabSz="1007887" rtl="0" eaLnBrk="1" fontAlgn="auto" latinLnBrk="0" hangingPunct="1">
              <a:lnSpc>
                <a:spcPct val="100000"/>
              </a:lnSpc>
              <a:spcBef>
                <a:spcPts val="0"/>
              </a:spcBef>
              <a:spcAft>
                <a:spcPts val="200"/>
              </a:spcAft>
              <a:buClrTx/>
              <a:buSzTx/>
              <a:buFont typeface="Arial" panose="020B0604020202020204" pitchFamily="34" charset="0"/>
              <a:buNone/>
              <a:tabLst/>
              <a:defRPr/>
            </a:pPr>
            <a:r>
              <a:rPr lang="en-GB"/>
              <a:t>00</a:t>
            </a:r>
            <a:endParaRPr lang="en-US"/>
          </a:p>
        </p:txBody>
      </p:sp>
      <p:sp>
        <p:nvSpPr>
          <p:cNvPr id="14" name="Date Placeholder 13">
            <a:extLst>
              <a:ext uri="{FF2B5EF4-FFF2-40B4-BE49-F238E27FC236}">
                <a16:creationId xmlns:a16="http://schemas.microsoft.com/office/drawing/2014/main" id="{B5D9BED5-140F-F03D-CA60-9453F1A86D9C}"/>
              </a:ext>
            </a:extLst>
          </p:cNvPr>
          <p:cNvSpPr>
            <a:spLocks noGrp="1"/>
          </p:cNvSpPr>
          <p:nvPr>
            <p:ph type="dt" sz="half" idx="14"/>
          </p:nvPr>
        </p:nvSpPr>
        <p:spPr/>
        <p:txBody>
          <a:bodyPr/>
          <a:lstStyle/>
          <a:p>
            <a:fld id="{BA1052ED-6478-BF41-9AF3-C3B038B7B659}" type="datetime3">
              <a:rPr lang="en-GB" smtClean="0"/>
              <a:t>18 March, 2026</a:t>
            </a:fld>
            <a:endParaRPr lang="en-US"/>
          </a:p>
        </p:txBody>
      </p:sp>
      <p:sp>
        <p:nvSpPr>
          <p:cNvPr id="15" name="Footer Placeholder 14">
            <a:extLst>
              <a:ext uri="{FF2B5EF4-FFF2-40B4-BE49-F238E27FC236}">
                <a16:creationId xmlns:a16="http://schemas.microsoft.com/office/drawing/2014/main" id="{E931943E-2952-F25A-ECCA-F329235A737F}"/>
              </a:ext>
            </a:extLst>
          </p:cNvPr>
          <p:cNvSpPr>
            <a:spLocks noGrp="1"/>
          </p:cNvSpPr>
          <p:nvPr>
            <p:ph type="ftr" sz="quarter" idx="15"/>
          </p:nvPr>
        </p:nvSpPr>
        <p:spPr/>
        <p:txBody>
          <a:bodyPr/>
          <a:lstStyle/>
          <a:p>
            <a:endParaRPr lang="en-US"/>
          </a:p>
        </p:txBody>
      </p:sp>
      <p:sp>
        <p:nvSpPr>
          <p:cNvPr id="16" name="Slide Number Placeholder 15">
            <a:extLst>
              <a:ext uri="{FF2B5EF4-FFF2-40B4-BE49-F238E27FC236}">
                <a16:creationId xmlns:a16="http://schemas.microsoft.com/office/drawing/2014/main" id="{EBCB7712-53BF-0892-3D4B-354DE5C528E5}"/>
              </a:ext>
            </a:extLst>
          </p:cNvPr>
          <p:cNvSpPr>
            <a:spLocks noGrp="1"/>
          </p:cNvSpPr>
          <p:nvPr>
            <p:ph type="sldNum" sz="quarter" idx="16"/>
          </p:nvPr>
        </p:nvSpPr>
        <p:spPr/>
        <p:txBody>
          <a:bodyPr/>
          <a:lstStyle/>
          <a:p>
            <a:fld id="{F1BC30E3-FFE5-4B91-AA19-87A149EBB9EE}" type="slidenum">
              <a:rPr lang="en-GB" smtClean="0"/>
              <a:pPr/>
              <a:t>‹#›</a:t>
            </a:fld>
            <a:endParaRPr lang="en-GB"/>
          </a:p>
        </p:txBody>
      </p:sp>
      <p:sp>
        <p:nvSpPr>
          <p:cNvPr id="5" name="SmartArt Placeholder 4">
            <a:extLst>
              <a:ext uri="{FF2B5EF4-FFF2-40B4-BE49-F238E27FC236}">
                <a16:creationId xmlns:a16="http://schemas.microsoft.com/office/drawing/2014/main" id="{58A7B630-8F83-A25B-6595-914D54F1E284}"/>
              </a:ext>
            </a:extLst>
          </p:cNvPr>
          <p:cNvSpPr>
            <a:spLocks noGrp="1" noChangeAspect="1"/>
          </p:cNvSpPr>
          <p:nvPr>
            <p:ph type="dgm" sz="quarter" idx="17" hasCustomPrompt="1"/>
          </p:nvPr>
        </p:nvSpPr>
        <p:spPr>
          <a:xfrm>
            <a:off x="11089247" y="6289101"/>
            <a:ext cx="333325" cy="121327"/>
          </a:xfrm>
          <a:custGeom>
            <a:avLst/>
            <a:gdLst>
              <a:gd name="connsiteX0" fmla="*/ 333290 w 333325"/>
              <a:gd name="connsiteY0" fmla="*/ 0 h 121327"/>
              <a:gd name="connsiteX1" fmla="*/ 333325 w 333325"/>
              <a:gd name="connsiteY1" fmla="*/ 0 h 121327"/>
              <a:gd name="connsiteX2" fmla="*/ 333325 w 333325"/>
              <a:gd name="connsiteY2" fmla="*/ 62597 h 121327"/>
              <a:gd name="connsiteX3" fmla="*/ 0 w 333325"/>
              <a:gd name="connsiteY3" fmla="*/ 121327 h 121327"/>
            </a:gdLst>
            <a:ahLst/>
            <a:cxnLst>
              <a:cxn ang="0">
                <a:pos x="connsiteX0" y="connsiteY0"/>
              </a:cxn>
              <a:cxn ang="0">
                <a:pos x="connsiteX1" y="connsiteY1"/>
              </a:cxn>
              <a:cxn ang="0">
                <a:pos x="connsiteX2" y="connsiteY2"/>
              </a:cxn>
              <a:cxn ang="0">
                <a:pos x="connsiteX3" y="connsiteY3"/>
              </a:cxn>
            </a:cxnLst>
            <a:rect l="l" t="t" r="r" b="b"/>
            <a:pathLst>
              <a:path w="333325" h="121327">
                <a:moveTo>
                  <a:pt x="333290" y="0"/>
                </a:moveTo>
                <a:lnTo>
                  <a:pt x="333325" y="0"/>
                </a:lnTo>
                <a:lnTo>
                  <a:pt x="333325" y="62597"/>
                </a:lnTo>
                <a:lnTo>
                  <a:pt x="0" y="121327"/>
                </a:lnTo>
                <a:close/>
              </a:path>
            </a:pathLst>
          </a:custGeom>
          <a:solidFill>
            <a:schemeClr val="tx2"/>
          </a:solidFill>
        </p:spPr>
        <p:txBody>
          <a:bodyPr wrap="square">
            <a:noAutofit/>
          </a:bodyPr>
          <a:lstStyle>
            <a:lvl1pPr marL="0" indent="0">
              <a:buNone/>
              <a:defRPr/>
            </a:lvl1pPr>
          </a:lstStyle>
          <a:p>
            <a:r>
              <a:rPr lang="en-US"/>
              <a:t> </a:t>
            </a:r>
          </a:p>
        </p:txBody>
      </p:sp>
      <p:sp>
        <p:nvSpPr>
          <p:cNvPr id="9" name="SmartArt Placeholder 8">
            <a:extLst>
              <a:ext uri="{FF2B5EF4-FFF2-40B4-BE49-F238E27FC236}">
                <a16:creationId xmlns:a16="http://schemas.microsoft.com/office/drawing/2014/main" id="{6997A651-C20A-B6BB-A32F-A6322C9627E7}"/>
              </a:ext>
            </a:extLst>
          </p:cNvPr>
          <p:cNvSpPr>
            <a:spLocks noGrp="1" noChangeAspect="1"/>
          </p:cNvSpPr>
          <p:nvPr>
            <p:ph type="dgm" sz="quarter" idx="18" hasCustomPrompt="1"/>
          </p:nvPr>
        </p:nvSpPr>
        <p:spPr>
          <a:xfrm>
            <a:off x="11092153" y="6460883"/>
            <a:ext cx="877905" cy="170148"/>
          </a:xfrm>
          <a:custGeom>
            <a:avLst/>
            <a:gdLst>
              <a:gd name="connsiteX0" fmla="*/ 733636 w 877905"/>
              <a:gd name="connsiteY0" fmla="*/ 94813 h 170148"/>
              <a:gd name="connsiteX1" fmla="*/ 712435 w 877905"/>
              <a:gd name="connsiteY1" fmla="*/ 123840 h 170148"/>
              <a:gd name="connsiteX2" fmla="*/ 734473 w 877905"/>
              <a:gd name="connsiteY2" fmla="*/ 153711 h 170148"/>
              <a:gd name="connsiteX3" fmla="*/ 756176 w 877905"/>
              <a:gd name="connsiteY3" fmla="*/ 124350 h 170148"/>
              <a:gd name="connsiteX4" fmla="*/ 756176 w 877905"/>
              <a:gd name="connsiteY4" fmla="*/ 124341 h 170148"/>
              <a:gd name="connsiteX5" fmla="*/ 733636 w 877905"/>
              <a:gd name="connsiteY5" fmla="*/ 94813 h 170148"/>
              <a:gd name="connsiteX6" fmla="*/ 606949 w 877905"/>
              <a:gd name="connsiteY6" fmla="*/ 94303 h 170148"/>
              <a:gd name="connsiteX7" fmla="*/ 587774 w 877905"/>
              <a:gd name="connsiteY7" fmla="*/ 122329 h 170148"/>
              <a:gd name="connsiteX8" fmla="*/ 607628 w 877905"/>
              <a:gd name="connsiteY8" fmla="*/ 154211 h 170148"/>
              <a:gd name="connsiteX9" fmla="*/ 627648 w 877905"/>
              <a:gd name="connsiteY9" fmla="*/ 142966 h 170148"/>
              <a:gd name="connsiteX10" fmla="*/ 627640 w 877905"/>
              <a:gd name="connsiteY10" fmla="*/ 142966 h 170148"/>
              <a:gd name="connsiteX11" fmla="*/ 627640 w 877905"/>
              <a:gd name="connsiteY11" fmla="*/ 105883 h 170148"/>
              <a:gd name="connsiteX12" fmla="*/ 606949 w 877905"/>
              <a:gd name="connsiteY12" fmla="*/ 94303 h 170148"/>
              <a:gd name="connsiteX13" fmla="*/ 825083 w 877905"/>
              <a:gd name="connsiteY13" fmla="*/ 80211 h 170148"/>
              <a:gd name="connsiteX14" fmla="*/ 842408 w 877905"/>
              <a:gd name="connsiteY14" fmla="*/ 80211 h 170148"/>
              <a:gd name="connsiteX15" fmla="*/ 842408 w 877905"/>
              <a:gd name="connsiteY15" fmla="*/ 115616 h 170148"/>
              <a:gd name="connsiteX16" fmla="*/ 877905 w 877905"/>
              <a:gd name="connsiteY16" fmla="*/ 115616 h 170148"/>
              <a:gd name="connsiteX17" fmla="*/ 877905 w 877905"/>
              <a:gd name="connsiteY17" fmla="*/ 132898 h 170148"/>
              <a:gd name="connsiteX18" fmla="*/ 842408 w 877905"/>
              <a:gd name="connsiteY18" fmla="*/ 132898 h 170148"/>
              <a:gd name="connsiteX19" fmla="*/ 842408 w 877905"/>
              <a:gd name="connsiteY19" fmla="*/ 168303 h 170148"/>
              <a:gd name="connsiteX20" fmla="*/ 825083 w 877905"/>
              <a:gd name="connsiteY20" fmla="*/ 168303 h 170148"/>
              <a:gd name="connsiteX21" fmla="*/ 825083 w 877905"/>
              <a:gd name="connsiteY21" fmla="*/ 132898 h 170148"/>
              <a:gd name="connsiteX22" fmla="*/ 789586 w 877905"/>
              <a:gd name="connsiteY22" fmla="*/ 132898 h 170148"/>
              <a:gd name="connsiteX23" fmla="*/ 789586 w 877905"/>
              <a:gd name="connsiteY23" fmla="*/ 115616 h 170148"/>
              <a:gd name="connsiteX24" fmla="*/ 825083 w 877905"/>
              <a:gd name="connsiteY24" fmla="*/ 115616 h 170148"/>
              <a:gd name="connsiteX25" fmla="*/ 663145 w 877905"/>
              <a:gd name="connsiteY25" fmla="*/ 80211 h 170148"/>
              <a:gd name="connsiteX26" fmla="*/ 680471 w 877905"/>
              <a:gd name="connsiteY26" fmla="*/ 80211 h 170148"/>
              <a:gd name="connsiteX27" fmla="*/ 680471 w 877905"/>
              <a:gd name="connsiteY27" fmla="*/ 168303 h 170148"/>
              <a:gd name="connsiteX28" fmla="*/ 663145 w 877905"/>
              <a:gd name="connsiteY28" fmla="*/ 168303 h 170148"/>
              <a:gd name="connsiteX29" fmla="*/ 485820 w 877905"/>
              <a:gd name="connsiteY29" fmla="*/ 80211 h 170148"/>
              <a:gd name="connsiteX30" fmla="*/ 503146 w 877905"/>
              <a:gd name="connsiteY30" fmla="*/ 80211 h 170148"/>
              <a:gd name="connsiteX31" fmla="*/ 503146 w 877905"/>
              <a:gd name="connsiteY31" fmla="*/ 130051 h 170148"/>
              <a:gd name="connsiteX32" fmla="*/ 521317 w 877905"/>
              <a:gd name="connsiteY32" fmla="*/ 154211 h 170148"/>
              <a:gd name="connsiteX33" fmla="*/ 539488 w 877905"/>
              <a:gd name="connsiteY33" fmla="*/ 131729 h 170148"/>
              <a:gd name="connsiteX34" fmla="*/ 539488 w 877905"/>
              <a:gd name="connsiteY34" fmla="*/ 80211 h 170148"/>
              <a:gd name="connsiteX35" fmla="*/ 556814 w 877905"/>
              <a:gd name="connsiteY35" fmla="*/ 80211 h 170148"/>
              <a:gd name="connsiteX36" fmla="*/ 556814 w 877905"/>
              <a:gd name="connsiteY36" fmla="*/ 168303 h 170148"/>
              <a:gd name="connsiteX37" fmla="*/ 539488 w 877905"/>
              <a:gd name="connsiteY37" fmla="*/ 168303 h 170148"/>
              <a:gd name="connsiteX38" fmla="*/ 539488 w 877905"/>
              <a:gd name="connsiteY38" fmla="*/ 159913 h 170148"/>
              <a:gd name="connsiteX39" fmla="*/ 517283 w 877905"/>
              <a:gd name="connsiteY39" fmla="*/ 170148 h 170148"/>
              <a:gd name="connsiteX40" fmla="*/ 485820 w 877905"/>
              <a:gd name="connsiteY40" fmla="*/ 130719 h 170148"/>
              <a:gd name="connsiteX41" fmla="*/ 734297 w 877905"/>
              <a:gd name="connsiteY41" fmla="*/ 78366 h 170148"/>
              <a:gd name="connsiteX42" fmla="*/ 773660 w 877905"/>
              <a:gd name="connsiteY42" fmla="*/ 123840 h 170148"/>
              <a:gd name="connsiteX43" fmla="*/ 773669 w 877905"/>
              <a:gd name="connsiteY43" fmla="*/ 123840 h 170148"/>
              <a:gd name="connsiteX44" fmla="*/ 733795 w 877905"/>
              <a:gd name="connsiteY44" fmla="*/ 170148 h 170148"/>
              <a:gd name="connsiteX45" fmla="*/ 694934 w 877905"/>
              <a:gd name="connsiteY45" fmla="*/ 124341 h 170148"/>
              <a:gd name="connsiteX46" fmla="*/ 734297 w 877905"/>
              <a:gd name="connsiteY46" fmla="*/ 78366 h 170148"/>
              <a:gd name="connsiteX47" fmla="*/ 371579 w 877905"/>
              <a:gd name="connsiteY47" fmla="*/ 49005 h 170148"/>
              <a:gd name="connsiteX48" fmla="*/ 410106 w 877905"/>
              <a:gd name="connsiteY48" fmla="*/ 64942 h 170148"/>
              <a:gd name="connsiteX49" fmla="*/ 397660 w 877905"/>
              <a:gd name="connsiteY49" fmla="*/ 77523 h 170148"/>
              <a:gd name="connsiteX50" fmla="*/ 370240 w 877905"/>
              <a:gd name="connsiteY50" fmla="*/ 66278 h 170148"/>
              <a:gd name="connsiteX51" fmla="*/ 350554 w 877905"/>
              <a:gd name="connsiteY51" fmla="*/ 80879 h 170148"/>
              <a:gd name="connsiteX52" fmla="*/ 376291 w 877905"/>
              <a:gd name="connsiteY52" fmla="*/ 99170 h 170148"/>
              <a:gd name="connsiteX53" fmla="*/ 413972 w 877905"/>
              <a:gd name="connsiteY53" fmla="*/ 134576 h 170148"/>
              <a:gd name="connsiteX54" fmla="*/ 413990 w 877905"/>
              <a:gd name="connsiteY54" fmla="*/ 134576 h 170148"/>
              <a:gd name="connsiteX55" fmla="*/ 370416 w 877905"/>
              <a:gd name="connsiteY55" fmla="*/ 170148 h 170148"/>
              <a:gd name="connsiteX56" fmla="*/ 328525 w 877905"/>
              <a:gd name="connsiteY56" fmla="*/ 151189 h 170148"/>
              <a:gd name="connsiteX57" fmla="*/ 341138 w 877905"/>
              <a:gd name="connsiteY57" fmla="*/ 138942 h 170148"/>
              <a:gd name="connsiteX58" fmla="*/ 371755 w 877905"/>
              <a:gd name="connsiteY58" fmla="*/ 152867 h 170148"/>
              <a:gd name="connsiteX59" fmla="*/ 396145 w 877905"/>
              <a:gd name="connsiteY59" fmla="*/ 135753 h 170148"/>
              <a:gd name="connsiteX60" fmla="*/ 369562 w 877905"/>
              <a:gd name="connsiteY60" fmla="*/ 116285 h 170148"/>
              <a:gd name="connsiteX61" fmla="*/ 332718 w 877905"/>
              <a:gd name="connsiteY61" fmla="*/ 81722 h 170148"/>
              <a:gd name="connsiteX62" fmla="*/ 371579 w 877905"/>
              <a:gd name="connsiteY62" fmla="*/ 49005 h 170148"/>
              <a:gd name="connsiteX63" fmla="*/ 671883 w 877905"/>
              <a:gd name="connsiteY63" fmla="*/ 46484 h 170148"/>
              <a:gd name="connsiteX64" fmla="*/ 682990 w 877905"/>
              <a:gd name="connsiteY64" fmla="*/ 57729 h 170148"/>
              <a:gd name="connsiteX65" fmla="*/ 671883 w 877905"/>
              <a:gd name="connsiteY65" fmla="*/ 68808 h 170148"/>
              <a:gd name="connsiteX66" fmla="*/ 660608 w 877905"/>
              <a:gd name="connsiteY66" fmla="*/ 57729 h 170148"/>
              <a:gd name="connsiteX67" fmla="*/ 671883 w 877905"/>
              <a:gd name="connsiteY67" fmla="*/ 46484 h 170148"/>
              <a:gd name="connsiteX68" fmla="*/ 644630 w 877905"/>
              <a:gd name="connsiteY68" fmla="*/ 45983 h 170148"/>
              <a:gd name="connsiteX69" fmla="*/ 644630 w 877905"/>
              <a:gd name="connsiteY69" fmla="*/ 168303 h 170148"/>
              <a:gd name="connsiteX70" fmla="*/ 627472 w 877905"/>
              <a:gd name="connsiteY70" fmla="*/ 168303 h 170148"/>
              <a:gd name="connsiteX71" fmla="*/ 627472 w 877905"/>
              <a:gd name="connsiteY71" fmla="*/ 159913 h 170148"/>
              <a:gd name="connsiteX72" fmla="*/ 604421 w 877905"/>
              <a:gd name="connsiteY72" fmla="*/ 170148 h 170148"/>
              <a:gd name="connsiteX73" fmla="*/ 570440 w 877905"/>
              <a:gd name="connsiteY73" fmla="*/ 122830 h 170148"/>
              <a:gd name="connsiteX74" fmla="*/ 605267 w 877905"/>
              <a:gd name="connsiteY74" fmla="*/ 78366 h 170148"/>
              <a:gd name="connsiteX75" fmla="*/ 627472 w 877905"/>
              <a:gd name="connsiteY75" fmla="*/ 88435 h 170148"/>
              <a:gd name="connsiteX76" fmla="*/ 627472 w 877905"/>
              <a:gd name="connsiteY76" fmla="*/ 54874 h 170148"/>
              <a:gd name="connsiteX77" fmla="*/ 449989 w 877905"/>
              <a:gd name="connsiteY77" fmla="*/ 45983 h 170148"/>
              <a:gd name="connsiteX78" fmla="*/ 449989 w 877905"/>
              <a:gd name="connsiteY78" fmla="*/ 80211 h 170148"/>
              <a:gd name="connsiteX79" fmla="*/ 471859 w 877905"/>
              <a:gd name="connsiteY79" fmla="*/ 80211 h 170148"/>
              <a:gd name="connsiteX80" fmla="*/ 471859 w 877905"/>
              <a:gd name="connsiteY80" fmla="*/ 95981 h 170148"/>
              <a:gd name="connsiteX81" fmla="*/ 449989 w 877905"/>
              <a:gd name="connsiteY81" fmla="*/ 95981 h 170148"/>
              <a:gd name="connsiteX82" fmla="*/ 449989 w 877905"/>
              <a:gd name="connsiteY82" fmla="*/ 143801 h 170148"/>
              <a:gd name="connsiteX83" fmla="*/ 459070 w 877905"/>
              <a:gd name="connsiteY83" fmla="*/ 154370 h 170148"/>
              <a:gd name="connsiteX84" fmla="*/ 471859 w 877905"/>
              <a:gd name="connsiteY84" fmla="*/ 150847 h 170148"/>
              <a:gd name="connsiteX85" fmla="*/ 471859 w 877905"/>
              <a:gd name="connsiteY85" fmla="*/ 150855 h 170148"/>
              <a:gd name="connsiteX86" fmla="*/ 469842 w 877905"/>
              <a:gd name="connsiteY86" fmla="*/ 166125 h 170148"/>
              <a:gd name="connsiteX87" fmla="*/ 452851 w 877905"/>
              <a:gd name="connsiteY87" fmla="*/ 170148 h 170148"/>
              <a:gd name="connsiteX88" fmla="*/ 432998 w 877905"/>
              <a:gd name="connsiteY88" fmla="*/ 146823 h 170148"/>
              <a:gd name="connsiteX89" fmla="*/ 432998 w 877905"/>
              <a:gd name="connsiteY89" fmla="*/ 95981 h 170148"/>
              <a:gd name="connsiteX90" fmla="*/ 420385 w 877905"/>
              <a:gd name="connsiteY90" fmla="*/ 95981 h 170148"/>
              <a:gd name="connsiteX91" fmla="*/ 420385 w 877905"/>
              <a:gd name="connsiteY91" fmla="*/ 80211 h 170148"/>
              <a:gd name="connsiteX92" fmla="*/ 432998 w 877905"/>
              <a:gd name="connsiteY92" fmla="*/ 80211 h 170148"/>
              <a:gd name="connsiteX93" fmla="*/ 432998 w 877905"/>
              <a:gd name="connsiteY93" fmla="*/ 55041 h 170148"/>
              <a:gd name="connsiteX94" fmla="*/ 0 w 877905"/>
              <a:gd name="connsiteY94" fmla="*/ 9 h 170148"/>
              <a:gd name="connsiteX95" fmla="*/ 95647 w 877905"/>
              <a:gd name="connsiteY95" fmla="*/ 9 h 170148"/>
              <a:gd name="connsiteX96" fmla="*/ 118020 w 877905"/>
              <a:gd name="connsiteY96" fmla="*/ 38691 h 170148"/>
              <a:gd name="connsiteX97" fmla="*/ 50576 w 877905"/>
              <a:gd name="connsiteY97" fmla="*/ 38691 h 170148"/>
              <a:gd name="connsiteX98" fmla="*/ 50576 w 877905"/>
              <a:gd name="connsiteY98" fmla="*/ 66445 h 170148"/>
              <a:gd name="connsiteX99" fmla="*/ 111537 w 877905"/>
              <a:gd name="connsiteY99" fmla="*/ 66445 h 170148"/>
              <a:gd name="connsiteX100" fmla="*/ 111537 w 877905"/>
              <a:gd name="connsiteY100" fmla="*/ 101753 h 170148"/>
              <a:gd name="connsiteX101" fmla="*/ 50576 w 877905"/>
              <a:gd name="connsiteY101" fmla="*/ 101753 h 170148"/>
              <a:gd name="connsiteX102" fmla="*/ 50576 w 877905"/>
              <a:gd name="connsiteY102" fmla="*/ 129498 h 170148"/>
              <a:gd name="connsiteX103" fmla="*/ 134887 w 877905"/>
              <a:gd name="connsiteY103" fmla="*/ 129498 h 170148"/>
              <a:gd name="connsiteX104" fmla="*/ 134887 w 877905"/>
              <a:gd name="connsiteY104" fmla="*/ 168180 h 170148"/>
              <a:gd name="connsiteX105" fmla="*/ 0 w 877905"/>
              <a:gd name="connsiteY105" fmla="*/ 168180 h 170148"/>
              <a:gd name="connsiteX106" fmla="*/ 111537 w 877905"/>
              <a:gd name="connsiteY106" fmla="*/ 0 h 170148"/>
              <a:gd name="connsiteX107" fmla="*/ 167451 w 877905"/>
              <a:gd name="connsiteY107" fmla="*/ 0 h 170148"/>
              <a:gd name="connsiteX108" fmla="*/ 196016 w 877905"/>
              <a:gd name="connsiteY108" fmla="*/ 54883 h 170148"/>
              <a:gd name="connsiteX109" fmla="*/ 224660 w 877905"/>
              <a:gd name="connsiteY109" fmla="*/ 0 h 170148"/>
              <a:gd name="connsiteX110" fmla="*/ 279851 w 877905"/>
              <a:gd name="connsiteY110" fmla="*/ 0 h 170148"/>
              <a:gd name="connsiteX111" fmla="*/ 220863 w 877905"/>
              <a:gd name="connsiteY111" fmla="*/ 101745 h 170148"/>
              <a:gd name="connsiteX112" fmla="*/ 220863 w 877905"/>
              <a:gd name="connsiteY112" fmla="*/ 168180 h 170148"/>
              <a:gd name="connsiteX113" fmla="*/ 170446 w 877905"/>
              <a:gd name="connsiteY113" fmla="*/ 168180 h 170148"/>
              <a:gd name="connsiteX114" fmla="*/ 170446 w 877905"/>
              <a:gd name="connsiteY114" fmla="*/ 101745 h 170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Lst>
            <a:rect l="l" t="t" r="r" b="b"/>
            <a:pathLst>
              <a:path w="877905" h="170148">
                <a:moveTo>
                  <a:pt x="733636" y="94813"/>
                </a:moveTo>
                <a:cubicBezTo>
                  <a:pt x="720512" y="94813"/>
                  <a:pt x="712435" y="106392"/>
                  <a:pt x="712435" y="123840"/>
                </a:cubicBezTo>
                <a:cubicBezTo>
                  <a:pt x="712435" y="143133"/>
                  <a:pt x="721349" y="153711"/>
                  <a:pt x="734473" y="153711"/>
                </a:cubicBezTo>
                <a:cubicBezTo>
                  <a:pt x="747597" y="153711"/>
                  <a:pt x="756176" y="140453"/>
                  <a:pt x="756176" y="124350"/>
                </a:cubicBezTo>
                <a:lnTo>
                  <a:pt x="756176" y="124341"/>
                </a:lnTo>
                <a:cubicBezTo>
                  <a:pt x="756176" y="106383"/>
                  <a:pt x="747597" y="94813"/>
                  <a:pt x="733636" y="94813"/>
                </a:cubicBezTo>
                <a:close/>
                <a:moveTo>
                  <a:pt x="606949" y="94303"/>
                </a:moveTo>
                <a:cubicBezTo>
                  <a:pt x="594503" y="94303"/>
                  <a:pt x="587774" y="103704"/>
                  <a:pt x="587774" y="122329"/>
                </a:cubicBezTo>
                <a:cubicBezTo>
                  <a:pt x="587774" y="144477"/>
                  <a:pt x="594838" y="154211"/>
                  <a:pt x="607628" y="154211"/>
                </a:cubicBezTo>
                <a:cubicBezTo>
                  <a:pt x="615872" y="154211"/>
                  <a:pt x="623103" y="148677"/>
                  <a:pt x="627648" y="142966"/>
                </a:cubicBezTo>
                <a:lnTo>
                  <a:pt x="627640" y="142966"/>
                </a:lnTo>
                <a:lnTo>
                  <a:pt x="627640" y="105883"/>
                </a:lnTo>
                <a:cubicBezTo>
                  <a:pt x="623773" y="100682"/>
                  <a:pt x="615696" y="94303"/>
                  <a:pt x="606949" y="94303"/>
                </a:cubicBezTo>
                <a:close/>
                <a:moveTo>
                  <a:pt x="825083" y="80211"/>
                </a:moveTo>
                <a:lnTo>
                  <a:pt x="842408" y="80211"/>
                </a:lnTo>
                <a:lnTo>
                  <a:pt x="842408" y="115616"/>
                </a:lnTo>
                <a:lnTo>
                  <a:pt x="877905" y="115616"/>
                </a:lnTo>
                <a:lnTo>
                  <a:pt x="877905" y="132898"/>
                </a:lnTo>
                <a:lnTo>
                  <a:pt x="842408" y="132898"/>
                </a:lnTo>
                <a:lnTo>
                  <a:pt x="842408" y="168303"/>
                </a:lnTo>
                <a:lnTo>
                  <a:pt x="825083" y="168303"/>
                </a:lnTo>
                <a:lnTo>
                  <a:pt x="825083" y="132898"/>
                </a:lnTo>
                <a:lnTo>
                  <a:pt x="789586" y="132898"/>
                </a:lnTo>
                <a:lnTo>
                  <a:pt x="789586" y="115616"/>
                </a:lnTo>
                <a:lnTo>
                  <a:pt x="825083" y="115616"/>
                </a:lnTo>
                <a:close/>
                <a:moveTo>
                  <a:pt x="663145" y="80211"/>
                </a:moveTo>
                <a:lnTo>
                  <a:pt x="680471" y="80211"/>
                </a:lnTo>
                <a:lnTo>
                  <a:pt x="680471" y="168303"/>
                </a:lnTo>
                <a:lnTo>
                  <a:pt x="663145" y="168303"/>
                </a:lnTo>
                <a:close/>
                <a:moveTo>
                  <a:pt x="485820" y="80211"/>
                </a:moveTo>
                <a:lnTo>
                  <a:pt x="503146" y="80211"/>
                </a:lnTo>
                <a:lnTo>
                  <a:pt x="503146" y="130051"/>
                </a:lnTo>
                <a:cubicBezTo>
                  <a:pt x="503146" y="147842"/>
                  <a:pt x="509875" y="154211"/>
                  <a:pt x="521317" y="154211"/>
                </a:cubicBezTo>
                <a:cubicBezTo>
                  <a:pt x="532759" y="154211"/>
                  <a:pt x="539488" y="145988"/>
                  <a:pt x="539488" y="131729"/>
                </a:cubicBezTo>
                <a:lnTo>
                  <a:pt x="539488" y="80211"/>
                </a:lnTo>
                <a:lnTo>
                  <a:pt x="556814" y="80211"/>
                </a:lnTo>
                <a:lnTo>
                  <a:pt x="556814" y="168303"/>
                </a:lnTo>
                <a:lnTo>
                  <a:pt x="539488" y="168303"/>
                </a:lnTo>
                <a:lnTo>
                  <a:pt x="539488" y="159913"/>
                </a:lnTo>
                <a:cubicBezTo>
                  <a:pt x="535110" y="166291"/>
                  <a:pt x="526364" y="170148"/>
                  <a:pt x="517283" y="170148"/>
                </a:cubicBezTo>
                <a:cubicBezTo>
                  <a:pt x="496760" y="170148"/>
                  <a:pt x="485820" y="156724"/>
                  <a:pt x="485820" y="130719"/>
                </a:cubicBezTo>
                <a:close/>
                <a:moveTo>
                  <a:pt x="734297" y="78366"/>
                </a:moveTo>
                <a:cubicBezTo>
                  <a:pt x="756502" y="78366"/>
                  <a:pt x="773660" y="96324"/>
                  <a:pt x="773660" y="123840"/>
                </a:cubicBezTo>
                <a:lnTo>
                  <a:pt x="773669" y="123840"/>
                </a:lnTo>
                <a:cubicBezTo>
                  <a:pt x="773669" y="153034"/>
                  <a:pt x="756511" y="170148"/>
                  <a:pt x="733795" y="170148"/>
                </a:cubicBezTo>
                <a:cubicBezTo>
                  <a:pt x="711079" y="170148"/>
                  <a:pt x="694934" y="151857"/>
                  <a:pt x="694934" y="124341"/>
                </a:cubicBezTo>
                <a:cubicBezTo>
                  <a:pt x="694934" y="96825"/>
                  <a:pt x="712092" y="78366"/>
                  <a:pt x="734297" y="78366"/>
                </a:cubicBezTo>
                <a:close/>
                <a:moveTo>
                  <a:pt x="371579" y="49005"/>
                </a:moveTo>
                <a:cubicBezTo>
                  <a:pt x="387557" y="49005"/>
                  <a:pt x="399677" y="54874"/>
                  <a:pt x="410106" y="64942"/>
                </a:cubicBezTo>
                <a:lnTo>
                  <a:pt x="397660" y="77523"/>
                </a:lnTo>
                <a:cubicBezTo>
                  <a:pt x="390261" y="69976"/>
                  <a:pt x="381849" y="66278"/>
                  <a:pt x="370240" y="66278"/>
                </a:cubicBezTo>
                <a:cubicBezTo>
                  <a:pt x="356447" y="66278"/>
                  <a:pt x="350554" y="72990"/>
                  <a:pt x="350554" y="80879"/>
                </a:cubicBezTo>
                <a:cubicBezTo>
                  <a:pt x="350554" y="88768"/>
                  <a:pt x="355936" y="93126"/>
                  <a:pt x="376291" y="99170"/>
                </a:cubicBezTo>
                <a:cubicBezTo>
                  <a:pt x="399509" y="106216"/>
                  <a:pt x="413972" y="113605"/>
                  <a:pt x="413972" y="134576"/>
                </a:cubicBezTo>
                <a:lnTo>
                  <a:pt x="413990" y="134576"/>
                </a:lnTo>
                <a:cubicBezTo>
                  <a:pt x="413990" y="155723"/>
                  <a:pt x="400531" y="170148"/>
                  <a:pt x="370416" y="170148"/>
                </a:cubicBezTo>
                <a:cubicBezTo>
                  <a:pt x="353258" y="170148"/>
                  <a:pt x="338452" y="162769"/>
                  <a:pt x="328525" y="151189"/>
                </a:cubicBezTo>
                <a:lnTo>
                  <a:pt x="341138" y="138942"/>
                </a:lnTo>
                <a:cubicBezTo>
                  <a:pt x="349048" y="147499"/>
                  <a:pt x="360657" y="152867"/>
                  <a:pt x="371755" y="152867"/>
                </a:cubicBezTo>
                <a:cubicBezTo>
                  <a:pt x="388244" y="152867"/>
                  <a:pt x="396145" y="147166"/>
                  <a:pt x="396145" y="135753"/>
                </a:cubicBezTo>
                <a:cubicBezTo>
                  <a:pt x="396145" y="126695"/>
                  <a:pt x="389248" y="122162"/>
                  <a:pt x="369562" y="116285"/>
                </a:cubicBezTo>
                <a:cubicBezTo>
                  <a:pt x="344661" y="108905"/>
                  <a:pt x="332718" y="102693"/>
                  <a:pt x="332718" y="81722"/>
                </a:cubicBezTo>
                <a:cubicBezTo>
                  <a:pt x="332718" y="60752"/>
                  <a:pt x="349876" y="49005"/>
                  <a:pt x="371579" y="49005"/>
                </a:cubicBezTo>
                <a:close/>
                <a:moveTo>
                  <a:pt x="671883" y="46484"/>
                </a:moveTo>
                <a:cubicBezTo>
                  <a:pt x="678110" y="46484"/>
                  <a:pt x="682990" y="51518"/>
                  <a:pt x="682990" y="57729"/>
                </a:cubicBezTo>
                <a:cubicBezTo>
                  <a:pt x="682990" y="63774"/>
                  <a:pt x="677943" y="68808"/>
                  <a:pt x="671883" y="68808"/>
                </a:cubicBezTo>
                <a:cubicBezTo>
                  <a:pt x="665823" y="68808"/>
                  <a:pt x="660608" y="63774"/>
                  <a:pt x="660608" y="57729"/>
                </a:cubicBezTo>
                <a:cubicBezTo>
                  <a:pt x="660608" y="51685"/>
                  <a:pt x="665655" y="46484"/>
                  <a:pt x="671883" y="46484"/>
                </a:cubicBezTo>
                <a:close/>
                <a:moveTo>
                  <a:pt x="644630" y="45983"/>
                </a:moveTo>
                <a:lnTo>
                  <a:pt x="644630" y="168303"/>
                </a:lnTo>
                <a:lnTo>
                  <a:pt x="627472" y="168303"/>
                </a:lnTo>
                <a:lnTo>
                  <a:pt x="627472" y="159913"/>
                </a:lnTo>
                <a:cubicBezTo>
                  <a:pt x="621077" y="165782"/>
                  <a:pt x="613679" y="170148"/>
                  <a:pt x="604421" y="170148"/>
                </a:cubicBezTo>
                <a:cubicBezTo>
                  <a:pt x="585413" y="170148"/>
                  <a:pt x="570440" y="156390"/>
                  <a:pt x="570440" y="122830"/>
                </a:cubicBezTo>
                <a:cubicBezTo>
                  <a:pt x="570440" y="92625"/>
                  <a:pt x="586928" y="78366"/>
                  <a:pt x="605267" y="78366"/>
                </a:cubicBezTo>
                <a:cubicBezTo>
                  <a:pt x="614181" y="78366"/>
                  <a:pt x="622592" y="83067"/>
                  <a:pt x="627472" y="88435"/>
                </a:cubicBezTo>
                <a:lnTo>
                  <a:pt x="627472" y="54874"/>
                </a:lnTo>
                <a:close/>
                <a:moveTo>
                  <a:pt x="449989" y="45983"/>
                </a:moveTo>
                <a:lnTo>
                  <a:pt x="449989" y="80211"/>
                </a:lnTo>
                <a:lnTo>
                  <a:pt x="471859" y="80211"/>
                </a:lnTo>
                <a:lnTo>
                  <a:pt x="471859" y="95981"/>
                </a:lnTo>
                <a:lnTo>
                  <a:pt x="449989" y="95981"/>
                </a:lnTo>
                <a:lnTo>
                  <a:pt x="449989" y="143801"/>
                </a:lnTo>
                <a:cubicBezTo>
                  <a:pt x="449989" y="152024"/>
                  <a:pt x="452684" y="154370"/>
                  <a:pt x="459070" y="154370"/>
                </a:cubicBezTo>
                <a:cubicBezTo>
                  <a:pt x="463615" y="154370"/>
                  <a:pt x="468662" y="152692"/>
                  <a:pt x="471859" y="150847"/>
                </a:cubicBezTo>
                <a:lnTo>
                  <a:pt x="471859" y="150855"/>
                </a:lnTo>
                <a:lnTo>
                  <a:pt x="469842" y="166125"/>
                </a:lnTo>
                <a:cubicBezTo>
                  <a:pt x="465641" y="168470"/>
                  <a:pt x="459748" y="170148"/>
                  <a:pt x="452851" y="170148"/>
                </a:cubicBezTo>
                <a:cubicBezTo>
                  <a:pt x="440573" y="170148"/>
                  <a:pt x="432998" y="162602"/>
                  <a:pt x="432998" y="146823"/>
                </a:cubicBezTo>
                <a:lnTo>
                  <a:pt x="432998" y="95981"/>
                </a:lnTo>
                <a:lnTo>
                  <a:pt x="420385" y="95981"/>
                </a:lnTo>
                <a:lnTo>
                  <a:pt x="420385" y="80211"/>
                </a:lnTo>
                <a:lnTo>
                  <a:pt x="432998" y="80211"/>
                </a:lnTo>
                <a:lnTo>
                  <a:pt x="432998" y="55041"/>
                </a:lnTo>
                <a:close/>
                <a:moveTo>
                  <a:pt x="0" y="9"/>
                </a:moveTo>
                <a:lnTo>
                  <a:pt x="95647" y="9"/>
                </a:lnTo>
                <a:lnTo>
                  <a:pt x="118020" y="38691"/>
                </a:lnTo>
                <a:lnTo>
                  <a:pt x="50576" y="38691"/>
                </a:lnTo>
                <a:lnTo>
                  <a:pt x="50576" y="66445"/>
                </a:lnTo>
                <a:lnTo>
                  <a:pt x="111537" y="66445"/>
                </a:lnTo>
                <a:lnTo>
                  <a:pt x="111537" y="101753"/>
                </a:lnTo>
                <a:lnTo>
                  <a:pt x="50576" y="101753"/>
                </a:lnTo>
                <a:lnTo>
                  <a:pt x="50576" y="129498"/>
                </a:lnTo>
                <a:lnTo>
                  <a:pt x="134887" y="129498"/>
                </a:lnTo>
                <a:lnTo>
                  <a:pt x="134887" y="168180"/>
                </a:lnTo>
                <a:lnTo>
                  <a:pt x="0" y="168180"/>
                </a:lnTo>
                <a:close/>
                <a:moveTo>
                  <a:pt x="111537" y="0"/>
                </a:moveTo>
                <a:lnTo>
                  <a:pt x="167451" y="0"/>
                </a:lnTo>
                <a:lnTo>
                  <a:pt x="196016" y="54883"/>
                </a:lnTo>
                <a:lnTo>
                  <a:pt x="224660" y="0"/>
                </a:lnTo>
                <a:lnTo>
                  <a:pt x="279851" y="0"/>
                </a:lnTo>
                <a:lnTo>
                  <a:pt x="220863" y="101745"/>
                </a:lnTo>
                <a:lnTo>
                  <a:pt x="220863" y="168180"/>
                </a:lnTo>
                <a:lnTo>
                  <a:pt x="170446" y="168180"/>
                </a:lnTo>
                <a:lnTo>
                  <a:pt x="170446" y="101745"/>
                </a:lnTo>
                <a:close/>
              </a:path>
            </a:pathLst>
          </a:custGeom>
          <a:solidFill>
            <a:schemeClr val="bg1"/>
          </a:solidFill>
        </p:spPr>
        <p:txBody>
          <a:bodyPr wrap="square">
            <a:noAutofit/>
          </a:bodyPr>
          <a:lstStyle>
            <a:lvl1pPr marL="0" indent="0">
              <a:buNone/>
              <a:defRPr/>
            </a:lvl1pPr>
          </a:lstStyle>
          <a:p>
            <a:r>
              <a:rPr lang="en-US"/>
              <a:t> </a:t>
            </a:r>
          </a:p>
        </p:txBody>
      </p:sp>
    </p:spTree>
    <p:extLst>
      <p:ext uri="{BB962C8B-B14F-4D97-AF65-F5344CB8AC3E}">
        <p14:creationId xmlns:p14="http://schemas.microsoft.com/office/powerpoint/2010/main" val="7083478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svg"/><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slideLayout" Target="../slideLayouts/slideLayout27.xml"/><Relationship Id="rId18" Type="http://schemas.openxmlformats.org/officeDocument/2006/relationships/image" Target="../media/image3.png"/><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17" Type="http://schemas.openxmlformats.org/officeDocument/2006/relationships/image" Target="../media/image2.svg"/><Relationship Id="rId2" Type="http://schemas.openxmlformats.org/officeDocument/2006/relationships/slideLayout" Target="../slideLayouts/slideLayout16.xml"/><Relationship Id="rId16" Type="http://schemas.openxmlformats.org/officeDocument/2006/relationships/image" Target="../media/image1.png"/><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5" Type="http://schemas.openxmlformats.org/officeDocument/2006/relationships/theme" Target="../theme/theme2.xml"/><Relationship Id="rId10" Type="http://schemas.openxmlformats.org/officeDocument/2006/relationships/slideLayout" Target="../slideLayouts/slideLayout24.xml"/><Relationship Id="rId19" Type="http://schemas.openxmlformats.org/officeDocument/2006/relationships/image" Target="../media/image4.svg"/><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slideLayout" Target="../slideLayouts/slideLayout28.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6.xml"/><Relationship Id="rId13" Type="http://schemas.openxmlformats.org/officeDocument/2006/relationships/slideLayout" Target="../slideLayouts/slideLayout41.xml"/><Relationship Id="rId18" Type="http://schemas.openxmlformats.org/officeDocument/2006/relationships/slideLayout" Target="../slideLayouts/slideLayout46.xml"/><Relationship Id="rId26" Type="http://schemas.openxmlformats.org/officeDocument/2006/relationships/slideLayout" Target="../slideLayouts/slideLayout54.xml"/><Relationship Id="rId3" Type="http://schemas.openxmlformats.org/officeDocument/2006/relationships/slideLayout" Target="../slideLayouts/slideLayout31.xml"/><Relationship Id="rId21" Type="http://schemas.openxmlformats.org/officeDocument/2006/relationships/slideLayout" Target="../slideLayouts/slideLayout49.xml"/><Relationship Id="rId7" Type="http://schemas.openxmlformats.org/officeDocument/2006/relationships/slideLayout" Target="../slideLayouts/slideLayout35.xml"/><Relationship Id="rId12" Type="http://schemas.openxmlformats.org/officeDocument/2006/relationships/slideLayout" Target="../slideLayouts/slideLayout40.xml"/><Relationship Id="rId17" Type="http://schemas.openxmlformats.org/officeDocument/2006/relationships/slideLayout" Target="../slideLayouts/slideLayout45.xml"/><Relationship Id="rId25" Type="http://schemas.openxmlformats.org/officeDocument/2006/relationships/slideLayout" Target="../slideLayouts/slideLayout53.xml"/><Relationship Id="rId2" Type="http://schemas.openxmlformats.org/officeDocument/2006/relationships/slideLayout" Target="../slideLayouts/slideLayout30.xml"/><Relationship Id="rId16" Type="http://schemas.openxmlformats.org/officeDocument/2006/relationships/slideLayout" Target="../slideLayouts/slideLayout44.xml"/><Relationship Id="rId20" Type="http://schemas.openxmlformats.org/officeDocument/2006/relationships/slideLayout" Target="../slideLayouts/slideLayout48.xml"/><Relationship Id="rId29" Type="http://schemas.openxmlformats.org/officeDocument/2006/relationships/image" Target="../media/image1.png"/><Relationship Id="rId1" Type="http://schemas.openxmlformats.org/officeDocument/2006/relationships/slideLayout" Target="../slideLayouts/slideLayout29.xml"/><Relationship Id="rId6" Type="http://schemas.openxmlformats.org/officeDocument/2006/relationships/slideLayout" Target="../slideLayouts/slideLayout34.xml"/><Relationship Id="rId11" Type="http://schemas.openxmlformats.org/officeDocument/2006/relationships/slideLayout" Target="../slideLayouts/slideLayout39.xml"/><Relationship Id="rId24" Type="http://schemas.openxmlformats.org/officeDocument/2006/relationships/slideLayout" Target="../slideLayouts/slideLayout52.xml"/><Relationship Id="rId5" Type="http://schemas.openxmlformats.org/officeDocument/2006/relationships/slideLayout" Target="../slideLayouts/slideLayout33.xml"/><Relationship Id="rId15" Type="http://schemas.openxmlformats.org/officeDocument/2006/relationships/slideLayout" Target="../slideLayouts/slideLayout43.xml"/><Relationship Id="rId23" Type="http://schemas.openxmlformats.org/officeDocument/2006/relationships/slideLayout" Target="../slideLayouts/slideLayout51.xml"/><Relationship Id="rId28" Type="http://schemas.openxmlformats.org/officeDocument/2006/relationships/theme" Target="../theme/theme3.xml"/><Relationship Id="rId10" Type="http://schemas.openxmlformats.org/officeDocument/2006/relationships/slideLayout" Target="../slideLayouts/slideLayout38.xml"/><Relationship Id="rId19" Type="http://schemas.openxmlformats.org/officeDocument/2006/relationships/slideLayout" Target="../slideLayouts/slideLayout47.xml"/><Relationship Id="rId4" Type="http://schemas.openxmlformats.org/officeDocument/2006/relationships/slideLayout" Target="../slideLayouts/slideLayout32.xml"/><Relationship Id="rId9" Type="http://schemas.openxmlformats.org/officeDocument/2006/relationships/slideLayout" Target="../slideLayouts/slideLayout37.xml"/><Relationship Id="rId14" Type="http://schemas.openxmlformats.org/officeDocument/2006/relationships/slideLayout" Target="../slideLayouts/slideLayout42.xml"/><Relationship Id="rId22" Type="http://schemas.openxmlformats.org/officeDocument/2006/relationships/slideLayout" Target="../slideLayouts/slideLayout50.xml"/><Relationship Id="rId27" Type="http://schemas.openxmlformats.org/officeDocument/2006/relationships/slideLayout" Target="../slideLayouts/slideLayout55.xml"/><Relationship Id="rId30" Type="http://schemas.openxmlformats.org/officeDocument/2006/relationships/image" Target="../media/image2.svg"/></Relationships>
</file>

<file path=ppt/slideMasters/_rels/slideMaster4.xml.rels><?xml version="1.0" encoding="UTF-8" standalone="yes"?>
<Relationships xmlns="http://schemas.openxmlformats.org/package/2006/relationships"><Relationship Id="rId13" Type="http://schemas.openxmlformats.org/officeDocument/2006/relationships/slideLayout" Target="../slideLayouts/slideLayout68.xml"/><Relationship Id="rId18" Type="http://schemas.openxmlformats.org/officeDocument/2006/relationships/slideLayout" Target="../slideLayouts/slideLayout73.xml"/><Relationship Id="rId26" Type="http://schemas.openxmlformats.org/officeDocument/2006/relationships/slideLayout" Target="../slideLayouts/slideLayout81.xml"/><Relationship Id="rId3" Type="http://schemas.openxmlformats.org/officeDocument/2006/relationships/slideLayout" Target="../slideLayouts/slideLayout58.xml"/><Relationship Id="rId21" Type="http://schemas.openxmlformats.org/officeDocument/2006/relationships/slideLayout" Target="../slideLayouts/slideLayout76.xml"/><Relationship Id="rId34" Type="http://schemas.openxmlformats.org/officeDocument/2006/relationships/image" Target="../media/image3.png"/><Relationship Id="rId7" Type="http://schemas.openxmlformats.org/officeDocument/2006/relationships/slideLayout" Target="../slideLayouts/slideLayout62.xml"/><Relationship Id="rId12" Type="http://schemas.openxmlformats.org/officeDocument/2006/relationships/slideLayout" Target="../slideLayouts/slideLayout67.xml"/><Relationship Id="rId17" Type="http://schemas.openxmlformats.org/officeDocument/2006/relationships/slideLayout" Target="../slideLayouts/slideLayout72.xml"/><Relationship Id="rId25" Type="http://schemas.openxmlformats.org/officeDocument/2006/relationships/slideLayout" Target="../slideLayouts/slideLayout80.xml"/><Relationship Id="rId33" Type="http://schemas.openxmlformats.org/officeDocument/2006/relationships/theme" Target="../theme/theme4.xml"/><Relationship Id="rId2" Type="http://schemas.openxmlformats.org/officeDocument/2006/relationships/slideLayout" Target="../slideLayouts/slideLayout57.xml"/><Relationship Id="rId16" Type="http://schemas.openxmlformats.org/officeDocument/2006/relationships/slideLayout" Target="../slideLayouts/slideLayout71.xml"/><Relationship Id="rId20" Type="http://schemas.openxmlformats.org/officeDocument/2006/relationships/slideLayout" Target="../slideLayouts/slideLayout75.xml"/><Relationship Id="rId29" Type="http://schemas.openxmlformats.org/officeDocument/2006/relationships/slideLayout" Target="../slideLayouts/slideLayout84.xml"/><Relationship Id="rId1" Type="http://schemas.openxmlformats.org/officeDocument/2006/relationships/slideLayout" Target="../slideLayouts/slideLayout56.xml"/><Relationship Id="rId6" Type="http://schemas.openxmlformats.org/officeDocument/2006/relationships/slideLayout" Target="../slideLayouts/slideLayout61.xml"/><Relationship Id="rId11" Type="http://schemas.openxmlformats.org/officeDocument/2006/relationships/slideLayout" Target="../slideLayouts/slideLayout66.xml"/><Relationship Id="rId24" Type="http://schemas.openxmlformats.org/officeDocument/2006/relationships/slideLayout" Target="../slideLayouts/slideLayout79.xml"/><Relationship Id="rId32" Type="http://schemas.openxmlformats.org/officeDocument/2006/relationships/slideLayout" Target="../slideLayouts/slideLayout87.xml"/><Relationship Id="rId5" Type="http://schemas.openxmlformats.org/officeDocument/2006/relationships/slideLayout" Target="../slideLayouts/slideLayout60.xml"/><Relationship Id="rId15" Type="http://schemas.openxmlformats.org/officeDocument/2006/relationships/slideLayout" Target="../slideLayouts/slideLayout70.xml"/><Relationship Id="rId23" Type="http://schemas.openxmlformats.org/officeDocument/2006/relationships/slideLayout" Target="../slideLayouts/slideLayout78.xml"/><Relationship Id="rId28" Type="http://schemas.openxmlformats.org/officeDocument/2006/relationships/slideLayout" Target="../slideLayouts/slideLayout83.xml"/><Relationship Id="rId10" Type="http://schemas.openxmlformats.org/officeDocument/2006/relationships/slideLayout" Target="../slideLayouts/slideLayout65.xml"/><Relationship Id="rId19" Type="http://schemas.openxmlformats.org/officeDocument/2006/relationships/slideLayout" Target="../slideLayouts/slideLayout74.xml"/><Relationship Id="rId31" Type="http://schemas.openxmlformats.org/officeDocument/2006/relationships/slideLayout" Target="../slideLayouts/slideLayout86.xml"/><Relationship Id="rId4" Type="http://schemas.openxmlformats.org/officeDocument/2006/relationships/slideLayout" Target="../slideLayouts/slideLayout59.xml"/><Relationship Id="rId9" Type="http://schemas.openxmlformats.org/officeDocument/2006/relationships/slideLayout" Target="../slideLayouts/slideLayout64.xml"/><Relationship Id="rId14" Type="http://schemas.openxmlformats.org/officeDocument/2006/relationships/slideLayout" Target="../slideLayouts/slideLayout69.xml"/><Relationship Id="rId22" Type="http://schemas.openxmlformats.org/officeDocument/2006/relationships/slideLayout" Target="../slideLayouts/slideLayout77.xml"/><Relationship Id="rId27" Type="http://schemas.openxmlformats.org/officeDocument/2006/relationships/slideLayout" Target="../slideLayouts/slideLayout82.xml"/><Relationship Id="rId30" Type="http://schemas.openxmlformats.org/officeDocument/2006/relationships/slideLayout" Target="../slideLayouts/slideLayout85.xml"/><Relationship Id="rId35" Type="http://schemas.openxmlformats.org/officeDocument/2006/relationships/image" Target="../media/image4.svg"/><Relationship Id="rId8" Type="http://schemas.openxmlformats.org/officeDocument/2006/relationships/slideLayout" Target="../slideLayouts/slideLayout63.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95.xml"/><Relationship Id="rId13" Type="http://schemas.openxmlformats.org/officeDocument/2006/relationships/slideLayout" Target="../slideLayouts/slideLayout100.xml"/><Relationship Id="rId18" Type="http://schemas.openxmlformats.org/officeDocument/2006/relationships/slideLayout" Target="../slideLayouts/slideLayout105.xml"/><Relationship Id="rId26" Type="http://schemas.openxmlformats.org/officeDocument/2006/relationships/image" Target="../media/image19.svg"/><Relationship Id="rId3" Type="http://schemas.openxmlformats.org/officeDocument/2006/relationships/slideLayout" Target="../slideLayouts/slideLayout90.xml"/><Relationship Id="rId21" Type="http://schemas.openxmlformats.org/officeDocument/2006/relationships/slideLayout" Target="../slideLayouts/slideLayout108.xml"/><Relationship Id="rId7" Type="http://schemas.openxmlformats.org/officeDocument/2006/relationships/slideLayout" Target="../slideLayouts/slideLayout94.xml"/><Relationship Id="rId12" Type="http://schemas.openxmlformats.org/officeDocument/2006/relationships/slideLayout" Target="../slideLayouts/slideLayout99.xml"/><Relationship Id="rId17" Type="http://schemas.openxmlformats.org/officeDocument/2006/relationships/slideLayout" Target="../slideLayouts/slideLayout104.xml"/><Relationship Id="rId25" Type="http://schemas.openxmlformats.org/officeDocument/2006/relationships/image" Target="../media/image18.png"/><Relationship Id="rId2" Type="http://schemas.openxmlformats.org/officeDocument/2006/relationships/slideLayout" Target="../slideLayouts/slideLayout89.xml"/><Relationship Id="rId16" Type="http://schemas.openxmlformats.org/officeDocument/2006/relationships/slideLayout" Target="../slideLayouts/slideLayout103.xml"/><Relationship Id="rId20" Type="http://schemas.openxmlformats.org/officeDocument/2006/relationships/slideLayout" Target="../slideLayouts/slideLayout107.xml"/><Relationship Id="rId1" Type="http://schemas.openxmlformats.org/officeDocument/2006/relationships/slideLayout" Target="../slideLayouts/slideLayout88.xml"/><Relationship Id="rId6" Type="http://schemas.openxmlformats.org/officeDocument/2006/relationships/slideLayout" Target="../slideLayouts/slideLayout93.xml"/><Relationship Id="rId11" Type="http://schemas.openxmlformats.org/officeDocument/2006/relationships/slideLayout" Target="../slideLayouts/slideLayout98.xml"/><Relationship Id="rId24" Type="http://schemas.openxmlformats.org/officeDocument/2006/relationships/theme" Target="../theme/theme5.xml"/><Relationship Id="rId5" Type="http://schemas.openxmlformats.org/officeDocument/2006/relationships/slideLayout" Target="../slideLayouts/slideLayout92.xml"/><Relationship Id="rId15" Type="http://schemas.openxmlformats.org/officeDocument/2006/relationships/slideLayout" Target="../slideLayouts/slideLayout102.xml"/><Relationship Id="rId23" Type="http://schemas.openxmlformats.org/officeDocument/2006/relationships/slideLayout" Target="../slideLayouts/slideLayout110.xml"/><Relationship Id="rId28" Type="http://schemas.openxmlformats.org/officeDocument/2006/relationships/image" Target="../media/image4.svg"/><Relationship Id="rId10" Type="http://schemas.openxmlformats.org/officeDocument/2006/relationships/slideLayout" Target="../slideLayouts/slideLayout97.xml"/><Relationship Id="rId19" Type="http://schemas.openxmlformats.org/officeDocument/2006/relationships/slideLayout" Target="../slideLayouts/slideLayout106.xml"/><Relationship Id="rId4" Type="http://schemas.openxmlformats.org/officeDocument/2006/relationships/slideLayout" Target="../slideLayouts/slideLayout91.xml"/><Relationship Id="rId9" Type="http://schemas.openxmlformats.org/officeDocument/2006/relationships/slideLayout" Target="../slideLayouts/slideLayout96.xml"/><Relationship Id="rId14" Type="http://schemas.openxmlformats.org/officeDocument/2006/relationships/slideLayout" Target="../slideLayouts/slideLayout101.xml"/><Relationship Id="rId22" Type="http://schemas.openxmlformats.org/officeDocument/2006/relationships/slideLayout" Target="../slideLayouts/slideLayout109.xml"/><Relationship Id="rId27"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2" name="Title Placeholder"/>
          <p:cNvSpPr>
            <a:spLocks noGrp="1"/>
          </p:cNvSpPr>
          <p:nvPr>
            <p:ph type="title"/>
          </p:nvPr>
        </p:nvSpPr>
        <p:spPr>
          <a:xfrm>
            <a:off x="483827" y="369888"/>
            <a:ext cx="11224347" cy="470898"/>
          </a:xfrm>
          <a:prstGeom prst="rect">
            <a:avLst/>
          </a:prstGeom>
        </p:spPr>
        <p:txBody>
          <a:bodyPr vert="horz" lIns="0" tIns="0" rIns="0" bIns="0" rtlCol="0" anchor="t" anchorCtr="0">
            <a:noAutofit/>
          </a:bodyPr>
          <a:lstStyle/>
          <a:p>
            <a:r>
              <a:rPr lang="en-US"/>
              <a:t>Click to edit Master title style</a:t>
            </a:r>
            <a:endParaRPr lang="en-GB"/>
          </a:p>
        </p:txBody>
      </p:sp>
      <p:sp>
        <p:nvSpPr>
          <p:cNvPr id="3" name="Text Placeholder"/>
          <p:cNvSpPr>
            <a:spLocks noGrp="1"/>
          </p:cNvSpPr>
          <p:nvPr>
            <p:ph type="body" idx="1"/>
          </p:nvPr>
        </p:nvSpPr>
        <p:spPr>
          <a:xfrm>
            <a:off x="483827" y="1411287"/>
            <a:ext cx="11224347" cy="4638675"/>
          </a:xfrm>
          <a:prstGeom prst="rect">
            <a:avLst/>
          </a:prstGeom>
        </p:spPr>
        <p:txBody>
          <a:bodyPr vert="horz" lIns="0" tIns="0" rIns="0" bIns="0" rtlCol="0" anchor="t" anchorCtr="0">
            <a:noAutofit/>
          </a:bodyPr>
          <a:lstStyle/>
          <a:p>
            <a:r>
              <a:rPr lang="en-US"/>
              <a:t>First level text style </a:t>
            </a:r>
            <a:r>
              <a:rPr lang="en-US" err="1"/>
              <a:t>EYInterstate</a:t>
            </a:r>
            <a:r>
              <a:rPr lang="en-US"/>
              <a:t> Light </a:t>
            </a:r>
            <a:r>
              <a:rPr lang="en-US" err="1"/>
              <a:t>20pt</a:t>
            </a:r>
            <a:endParaRPr lang="en-US"/>
          </a:p>
          <a:p>
            <a:pPr lvl="1"/>
            <a:r>
              <a:rPr lang="en-US"/>
              <a:t>Second level text style </a:t>
            </a:r>
            <a:r>
              <a:rPr lang="en-US" err="1"/>
              <a:t>EYInterstate</a:t>
            </a:r>
            <a:r>
              <a:rPr lang="en-US"/>
              <a:t> Light </a:t>
            </a:r>
            <a:r>
              <a:rPr lang="en-US" err="1"/>
              <a:t>20pt</a:t>
            </a:r>
            <a:endParaRPr lang="en-US"/>
          </a:p>
          <a:p>
            <a:pPr lvl="2"/>
            <a:r>
              <a:rPr lang="en-US"/>
              <a:t>Third level text style </a:t>
            </a:r>
            <a:r>
              <a:rPr lang="en-US" err="1"/>
              <a:t>EYInterstate</a:t>
            </a:r>
            <a:r>
              <a:rPr lang="en-US"/>
              <a:t> Light </a:t>
            </a:r>
            <a:r>
              <a:rPr lang="en-US" err="1"/>
              <a:t>18pt</a:t>
            </a:r>
            <a:endParaRPr lang="en-US"/>
          </a:p>
          <a:p>
            <a:pPr lvl="3"/>
            <a:r>
              <a:rPr lang="en-US"/>
              <a:t>Fourth level text style </a:t>
            </a:r>
            <a:r>
              <a:rPr lang="en-US" err="1"/>
              <a:t>EYInterstate</a:t>
            </a:r>
            <a:r>
              <a:rPr lang="en-US"/>
              <a:t> Light </a:t>
            </a:r>
            <a:r>
              <a:rPr lang="en-US" err="1"/>
              <a:t>16pt</a:t>
            </a:r>
            <a:endParaRPr lang="en-US"/>
          </a:p>
          <a:p>
            <a:pPr lvl="4"/>
            <a:r>
              <a:rPr lang="en-US"/>
              <a:t>Fifth level text style </a:t>
            </a:r>
            <a:r>
              <a:rPr lang="en-US" err="1"/>
              <a:t>EYInterstate</a:t>
            </a:r>
            <a:r>
              <a:rPr lang="en-US"/>
              <a:t> Light </a:t>
            </a:r>
            <a:r>
              <a:rPr lang="en-US" err="1"/>
              <a:t>16pt</a:t>
            </a:r>
            <a:endParaRPr lang="en-US"/>
          </a:p>
          <a:p>
            <a:pPr lvl="5"/>
            <a:r>
              <a:rPr lang="en-US"/>
              <a:t>Sixth level text style </a:t>
            </a:r>
            <a:r>
              <a:rPr lang="en-US" err="1"/>
              <a:t>EYInterstate</a:t>
            </a:r>
            <a:r>
              <a:rPr lang="en-US"/>
              <a:t> Light </a:t>
            </a:r>
            <a:r>
              <a:rPr lang="en-US" err="1"/>
              <a:t>14pt</a:t>
            </a:r>
            <a:endParaRPr lang="en-US"/>
          </a:p>
          <a:p>
            <a:pPr lvl="6"/>
            <a:r>
              <a:rPr lang="en-US"/>
              <a:t>Seventh level text style </a:t>
            </a:r>
            <a:r>
              <a:rPr lang="en-US" err="1"/>
              <a:t>EYInterstate</a:t>
            </a:r>
            <a:r>
              <a:rPr lang="en-US"/>
              <a:t> Light </a:t>
            </a:r>
            <a:r>
              <a:rPr lang="en-US" err="1"/>
              <a:t>14pt</a:t>
            </a:r>
            <a:endParaRPr lang="en-US"/>
          </a:p>
          <a:p>
            <a:pPr lvl="7"/>
            <a:r>
              <a:rPr lang="en-US"/>
              <a:t>Eighth level text style </a:t>
            </a:r>
            <a:r>
              <a:rPr lang="en-US" err="1"/>
              <a:t>EYInterstate</a:t>
            </a:r>
            <a:r>
              <a:rPr lang="en-US"/>
              <a:t> Light </a:t>
            </a:r>
            <a:r>
              <a:rPr lang="en-US" err="1"/>
              <a:t>12pt</a:t>
            </a:r>
            <a:endParaRPr lang="en-US"/>
          </a:p>
          <a:p>
            <a:pPr lvl="8"/>
            <a:r>
              <a:rPr lang="en-US"/>
              <a:t>Nineth level text style </a:t>
            </a:r>
            <a:r>
              <a:rPr lang="en-US" err="1"/>
              <a:t>EYInterstate</a:t>
            </a:r>
            <a:r>
              <a:rPr lang="en-US"/>
              <a:t> Light </a:t>
            </a:r>
            <a:r>
              <a:rPr lang="en-US" err="1"/>
              <a:t>24pt</a:t>
            </a:r>
            <a:r>
              <a:rPr lang="en-US"/>
              <a:t> for key pull out text</a:t>
            </a:r>
          </a:p>
        </p:txBody>
      </p:sp>
      <p:sp>
        <p:nvSpPr>
          <p:cNvPr id="21" name="Slide Number Placeholder">
            <a:extLst>
              <a:ext uri="{FF2B5EF4-FFF2-40B4-BE49-F238E27FC236}">
                <a16:creationId xmlns:a16="http://schemas.microsoft.com/office/drawing/2014/main" id="{3B540F9A-D485-4BD0-B905-41F8A52593F8}"/>
              </a:ext>
            </a:extLst>
          </p:cNvPr>
          <p:cNvSpPr>
            <a:spLocks noGrp="1"/>
          </p:cNvSpPr>
          <p:nvPr>
            <p:ph type="sldNum" sz="quarter" idx="4"/>
          </p:nvPr>
        </p:nvSpPr>
        <p:spPr>
          <a:xfrm>
            <a:off x="485747" y="6437115"/>
            <a:ext cx="509098" cy="123111"/>
          </a:xfrm>
          <a:prstGeom prst="rect">
            <a:avLst/>
          </a:prstGeom>
        </p:spPr>
        <p:txBody>
          <a:bodyPr vert="horz" lIns="0" tIns="0" rIns="0" bIns="0" rtlCol="0" anchor="t">
            <a:noAutofit/>
          </a:bodyPr>
          <a:lstStyle>
            <a:lvl1pPr marL="0" algn="l" defTabSz="914400" rtl="0" eaLnBrk="1" latinLnBrk="0" hangingPunct="1">
              <a:defRPr lang="en-IN" sz="800" kern="1200" smtClean="0">
                <a:solidFill>
                  <a:schemeClr val="bg1"/>
                </a:solidFill>
                <a:latin typeface="+mn-lt"/>
                <a:ea typeface="+mn-ea"/>
                <a:cs typeface="+mn-cs"/>
              </a:defRPr>
            </a:lvl1pPr>
          </a:lstStyle>
          <a:p>
            <a:fld id="{F1BC30E3-FFE5-4B91-AA19-87A149EBB9EE}" type="slidenum">
              <a:rPr lang="en-GB" smtClean="0"/>
              <a:pPr/>
              <a:t>‹#›</a:t>
            </a:fld>
            <a:endParaRPr lang="en-GB"/>
          </a:p>
        </p:txBody>
      </p:sp>
      <p:sp>
        <p:nvSpPr>
          <p:cNvPr id="19" name="Date Placeholder">
            <a:extLst>
              <a:ext uri="{FF2B5EF4-FFF2-40B4-BE49-F238E27FC236}">
                <a16:creationId xmlns:a16="http://schemas.microsoft.com/office/drawing/2014/main" id="{600772EA-C6B0-4F5D-AA59-01C0858EFADB}"/>
              </a:ext>
            </a:extLst>
          </p:cNvPr>
          <p:cNvSpPr>
            <a:spLocks noGrp="1"/>
          </p:cNvSpPr>
          <p:nvPr>
            <p:ph type="dt" sz="half" idx="2"/>
          </p:nvPr>
        </p:nvSpPr>
        <p:spPr>
          <a:xfrm>
            <a:off x="994845" y="6437115"/>
            <a:ext cx="1275686" cy="123111"/>
          </a:xfrm>
          <a:prstGeom prst="rect">
            <a:avLst/>
          </a:prstGeom>
        </p:spPr>
        <p:txBody>
          <a:bodyPr vert="horz" lIns="0" tIns="0" rIns="0" bIns="0" rtlCol="0" anchor="t">
            <a:noAutofit/>
          </a:bodyPr>
          <a:lstStyle>
            <a:lvl1pPr marL="0" algn="l" defTabSz="914400" rtl="0" eaLnBrk="1" latinLnBrk="0" hangingPunct="1">
              <a:defRPr lang="en-IN" sz="800" kern="1200" smtClean="0">
                <a:solidFill>
                  <a:schemeClr val="bg1"/>
                </a:solidFill>
                <a:latin typeface="+mn-lt"/>
                <a:ea typeface="+mn-ea"/>
                <a:cs typeface="+mn-cs"/>
              </a:defRPr>
            </a:lvl1pPr>
          </a:lstStyle>
          <a:p>
            <a:fld id="{CB2ADDAE-A2A1-45A6-99E0-E8277E686A7E}" type="datetime3">
              <a:rPr lang="en-US" smtClean="0"/>
              <a:t>18 March 2026</a:t>
            </a:fld>
            <a:endParaRPr lang="en-US"/>
          </a:p>
        </p:txBody>
      </p:sp>
      <p:sp>
        <p:nvSpPr>
          <p:cNvPr id="20" name="Footer Placeholder">
            <a:extLst>
              <a:ext uri="{FF2B5EF4-FFF2-40B4-BE49-F238E27FC236}">
                <a16:creationId xmlns:a16="http://schemas.microsoft.com/office/drawing/2014/main" id="{AC28FA70-87E4-49F4-AFDE-345AA28E0BE7}"/>
              </a:ext>
            </a:extLst>
          </p:cNvPr>
          <p:cNvSpPr>
            <a:spLocks noGrp="1"/>
          </p:cNvSpPr>
          <p:nvPr>
            <p:ph type="ftr" sz="quarter" idx="3"/>
          </p:nvPr>
        </p:nvSpPr>
        <p:spPr>
          <a:xfrm>
            <a:off x="2270531" y="6437115"/>
            <a:ext cx="3825470" cy="123111"/>
          </a:xfrm>
          <a:prstGeom prst="rect">
            <a:avLst/>
          </a:prstGeom>
        </p:spPr>
        <p:txBody>
          <a:bodyPr vert="horz" lIns="0" tIns="0" rIns="0" bIns="0" rtlCol="0" anchor="t">
            <a:noAutofit/>
          </a:bodyPr>
          <a:lstStyle>
            <a:lvl1pPr marL="0" algn="l" defTabSz="914400" rtl="0" eaLnBrk="1" latinLnBrk="0" hangingPunct="1">
              <a:defRPr lang="en-IN" sz="800" kern="1200" dirty="0">
                <a:solidFill>
                  <a:schemeClr val="bg1"/>
                </a:solidFill>
                <a:latin typeface="+mn-lt"/>
                <a:ea typeface="+mn-ea"/>
                <a:cs typeface="+mn-cs"/>
              </a:defRPr>
            </a:lvl1pPr>
          </a:lstStyle>
          <a:p>
            <a:r>
              <a:rPr lang="en-US"/>
              <a:t>Customer Experience</a:t>
            </a:r>
          </a:p>
        </p:txBody>
      </p:sp>
      <p:pic>
        <p:nvPicPr>
          <p:cNvPr id="4" name="Graphic 3">
            <a:extLst>
              <a:ext uri="{FF2B5EF4-FFF2-40B4-BE49-F238E27FC236}">
                <a16:creationId xmlns:a16="http://schemas.microsoft.com/office/drawing/2014/main" id="{583AEE22-FBB6-9E12-2414-83EFBCDFBB67}"/>
              </a:ext>
            </a:extLst>
          </p:cNvPr>
          <p:cNvPicPr/>
          <p:nvPr userDrawn="1"/>
        </p:nvPicPr>
        <p:blipFill>
          <a:blip r:embed="rId16">
            <a:extLst>
              <a:ext uri="{96DAC541-7B7A-43D3-8B79-37D633B846F1}">
                <asvg:svgBlip xmlns:asvg="http://schemas.microsoft.com/office/drawing/2016/SVG/main" r:embed="rId17"/>
              </a:ext>
            </a:extLst>
          </a:blip>
          <a:srcRect/>
          <a:stretch/>
        </p:blipFill>
        <p:spPr>
          <a:xfrm>
            <a:off x="11089247" y="6289101"/>
            <a:ext cx="880811" cy="341755"/>
          </a:xfrm>
          <a:prstGeom prst="rect">
            <a:avLst/>
          </a:prstGeom>
        </p:spPr>
      </p:pic>
    </p:spTree>
    <p:extLst>
      <p:ext uri="{BB962C8B-B14F-4D97-AF65-F5344CB8AC3E}">
        <p14:creationId xmlns:p14="http://schemas.microsoft.com/office/powerpoint/2010/main" val="3547212497"/>
      </p:ext>
    </p:extLst>
  </p:cSld>
  <p:clrMap bg1="lt1" tx1="dk1" bg2="lt2" tx2="dk2" accent1="accent1" accent2="accent2" accent3="accent3" accent4="accent4" accent5="accent5" accent6="accent6" hlink="hlink" folHlink="folHlink"/>
  <p:sldLayoutIdLst>
    <p:sldLayoutId id="2147484144" r:id="rId1"/>
    <p:sldLayoutId id="2147484145" r:id="rId2"/>
    <p:sldLayoutId id="2147484237" r:id="rId3"/>
    <p:sldLayoutId id="2147484146" r:id="rId4"/>
    <p:sldLayoutId id="2147484147" r:id="rId5"/>
    <p:sldLayoutId id="2147484148" r:id="rId6"/>
    <p:sldLayoutId id="2147484149" r:id="rId7"/>
    <p:sldLayoutId id="2147484150" r:id="rId8"/>
    <p:sldLayoutId id="2147484151" r:id="rId9"/>
    <p:sldLayoutId id="2147484166" r:id="rId10"/>
    <p:sldLayoutId id="2147484152" r:id="rId11"/>
    <p:sldLayoutId id="2147484238" r:id="rId12"/>
    <p:sldLayoutId id="2147484239" r:id="rId13"/>
    <p:sldLayoutId id="2147484240" r:id="rId14"/>
  </p:sldLayoutIdLst>
  <p:hf hdr="0" dt="0"/>
  <p:txStyles>
    <p:titleStyle>
      <a:lvl1pPr algn="l" defTabSz="914400" rtl="0" eaLnBrk="1" latinLnBrk="0" hangingPunct="1">
        <a:lnSpc>
          <a:spcPct val="85000"/>
        </a:lnSpc>
        <a:spcBef>
          <a:spcPct val="0"/>
        </a:spcBef>
        <a:buNone/>
        <a:defRPr sz="3600" b="1" i="0" kern="1200">
          <a:solidFill>
            <a:schemeClr val="bg1"/>
          </a:solidFill>
          <a:latin typeface="EYInterstate Regular" panose="02000503020000020004" pitchFamily="2" charset="0"/>
          <a:ea typeface="+mj-ea"/>
          <a:cs typeface="Arial" pitchFamily="34" charset="0"/>
        </a:defRPr>
      </a:lvl1pPr>
    </p:titleStyle>
    <p:bodyStyle>
      <a:lvl1pPr marL="252000" indent="-252000" algn="l" defTabSz="914400" rtl="0" eaLnBrk="1" latinLnBrk="0" hangingPunct="1">
        <a:spcBef>
          <a:spcPts val="400"/>
        </a:spcBef>
        <a:spcAft>
          <a:spcPts val="400"/>
        </a:spcAft>
        <a:buClr>
          <a:schemeClr val="tx2"/>
        </a:buClr>
        <a:buSzPct val="100000"/>
        <a:buFont typeface="Wingdings" pitchFamily="2" charset="2"/>
        <a:buChar char="§"/>
        <a:defRPr sz="2000" kern="1200">
          <a:solidFill>
            <a:schemeClr val="bg1"/>
          </a:solidFill>
          <a:latin typeface="+mn-lt"/>
          <a:ea typeface="+mn-ea"/>
          <a:cs typeface="+mn-cs"/>
        </a:defRPr>
      </a:lvl1pPr>
      <a:lvl2pPr marL="504000" indent="-252000" algn="l" defTabSz="914400" rtl="0" eaLnBrk="1" latinLnBrk="0" hangingPunct="1">
        <a:spcBef>
          <a:spcPts val="400"/>
        </a:spcBef>
        <a:spcAft>
          <a:spcPts val="400"/>
        </a:spcAft>
        <a:buClr>
          <a:schemeClr val="tx2"/>
        </a:buClr>
        <a:buSzPct val="100000"/>
        <a:buFont typeface="Wingdings" pitchFamily="2" charset="2"/>
        <a:buChar char="§"/>
        <a:defRPr sz="2000" kern="1200">
          <a:solidFill>
            <a:schemeClr val="bg1"/>
          </a:solidFill>
          <a:latin typeface="+mn-lt"/>
          <a:ea typeface="+mn-ea"/>
          <a:cs typeface="+mn-cs"/>
        </a:defRPr>
      </a:lvl2pPr>
      <a:lvl3pPr marL="756000" indent="-252000" algn="l" defTabSz="914400" rtl="0" eaLnBrk="1" latinLnBrk="0" hangingPunct="1">
        <a:spcBef>
          <a:spcPts val="0"/>
        </a:spcBef>
        <a:spcAft>
          <a:spcPts val="600"/>
        </a:spcAft>
        <a:buClr>
          <a:schemeClr val="tx2"/>
        </a:buClr>
        <a:buSzPct val="100000"/>
        <a:buFont typeface="Wingdings" pitchFamily="2" charset="2"/>
        <a:buChar char="§"/>
        <a:defRPr sz="1800" kern="1200">
          <a:solidFill>
            <a:schemeClr val="bg1"/>
          </a:solidFill>
          <a:latin typeface="+mn-lt"/>
          <a:ea typeface="+mn-ea"/>
          <a:cs typeface="+mn-cs"/>
        </a:defRPr>
      </a:lvl3pPr>
      <a:lvl4pPr marL="1008000" indent="-252000" algn="l" defTabSz="914400" rtl="0" eaLnBrk="1" latinLnBrk="0" hangingPunct="1">
        <a:spcBef>
          <a:spcPts val="0"/>
        </a:spcBef>
        <a:spcAft>
          <a:spcPts val="400"/>
        </a:spcAft>
        <a:buClr>
          <a:schemeClr val="tx2"/>
        </a:buClr>
        <a:buSzPct val="100000"/>
        <a:buFont typeface="Wingdings" pitchFamily="2" charset="2"/>
        <a:buChar char="§"/>
        <a:defRPr sz="1600" kern="1200">
          <a:solidFill>
            <a:schemeClr val="bg1"/>
          </a:solidFill>
          <a:latin typeface="+mn-lt"/>
          <a:ea typeface="+mn-ea"/>
          <a:cs typeface="+mn-cs"/>
        </a:defRPr>
      </a:lvl4pPr>
      <a:lvl5pPr marL="1260000" indent="-252000" algn="l" defTabSz="914400" rtl="0" eaLnBrk="1" latinLnBrk="0" hangingPunct="1">
        <a:spcBef>
          <a:spcPts val="0"/>
        </a:spcBef>
        <a:spcAft>
          <a:spcPts val="400"/>
        </a:spcAft>
        <a:buClr>
          <a:schemeClr val="tx2"/>
        </a:buClr>
        <a:buSzPct val="100000"/>
        <a:buFont typeface="Wingdings" pitchFamily="2" charset="2"/>
        <a:buChar char="§"/>
        <a:defRPr sz="1600" kern="1200">
          <a:solidFill>
            <a:schemeClr val="bg1"/>
          </a:solidFill>
          <a:latin typeface="+mn-lt"/>
          <a:ea typeface="+mn-ea"/>
          <a:cs typeface="+mn-cs"/>
        </a:defRPr>
      </a:lvl5pPr>
      <a:lvl6pPr marL="1512000" indent="-252000" algn="l" defTabSz="914400" rtl="0" eaLnBrk="1" latinLnBrk="0" hangingPunct="1">
        <a:spcBef>
          <a:spcPts val="0"/>
        </a:spcBef>
        <a:spcAft>
          <a:spcPts val="400"/>
        </a:spcAft>
        <a:buClr>
          <a:schemeClr val="tx2"/>
        </a:buClr>
        <a:buFont typeface="Wingdings" pitchFamily="2" charset="2"/>
        <a:buChar char="§"/>
        <a:tabLst/>
        <a:defRPr sz="1400" kern="1200">
          <a:solidFill>
            <a:schemeClr val="bg1"/>
          </a:solidFill>
          <a:latin typeface="+mn-lt"/>
          <a:ea typeface="+mn-ea"/>
          <a:cs typeface="+mn-cs"/>
        </a:defRPr>
      </a:lvl6pPr>
      <a:lvl7pPr marL="1764000" indent="-252000" algn="l" defTabSz="914400" rtl="0" eaLnBrk="1" latinLnBrk="0" hangingPunct="1">
        <a:spcBef>
          <a:spcPts val="0"/>
        </a:spcBef>
        <a:spcAft>
          <a:spcPts val="400"/>
        </a:spcAft>
        <a:buClr>
          <a:schemeClr val="tx2"/>
        </a:buClr>
        <a:buFont typeface="Wingdings" pitchFamily="2" charset="2"/>
        <a:buChar char="§"/>
        <a:tabLst/>
        <a:defRPr sz="1400" kern="1200">
          <a:solidFill>
            <a:schemeClr val="bg1"/>
          </a:solidFill>
          <a:latin typeface="+mn-lt"/>
          <a:ea typeface="+mn-ea"/>
          <a:cs typeface="+mn-cs"/>
        </a:defRPr>
      </a:lvl7pPr>
      <a:lvl8pPr marL="2016000" indent="-252000" algn="l" defTabSz="914400" rtl="0" eaLnBrk="1" latinLnBrk="0" hangingPunct="1">
        <a:spcBef>
          <a:spcPts val="0"/>
        </a:spcBef>
        <a:spcAft>
          <a:spcPts val="400"/>
        </a:spcAft>
        <a:buClr>
          <a:schemeClr val="tx2"/>
        </a:buClr>
        <a:buFont typeface="Wingdings" pitchFamily="2" charset="2"/>
        <a:buChar char="§"/>
        <a:tabLst/>
        <a:defRPr sz="1200" kern="1200">
          <a:solidFill>
            <a:schemeClr val="bg1"/>
          </a:solidFill>
          <a:latin typeface="+mn-lt"/>
          <a:ea typeface="+mn-ea"/>
          <a:cs typeface="+mn-cs"/>
        </a:defRPr>
      </a:lvl8pPr>
      <a:lvl9pPr marL="0" indent="0" algn="l" defTabSz="914400" rtl="0" eaLnBrk="1" latinLnBrk="0" hangingPunct="1">
        <a:spcBef>
          <a:spcPts val="1200"/>
        </a:spcBef>
        <a:spcAft>
          <a:spcPts val="1200"/>
        </a:spcAft>
        <a:buClr>
          <a:schemeClr val="tx2"/>
        </a:buClr>
        <a:buFont typeface="Wingdings" pitchFamily="2" charset="2"/>
        <a:buNone/>
        <a:tabLst/>
        <a:defRPr sz="2400" kern="1200">
          <a:solidFill>
            <a:schemeClr val="bg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02" userDrawn="1">
          <p15:clr>
            <a:srgbClr val="F26B43"/>
          </p15:clr>
        </p15:guide>
        <p15:guide id="2" pos="7378" userDrawn="1">
          <p15:clr>
            <a:srgbClr val="F26B43"/>
          </p15:clr>
        </p15:guide>
        <p15:guide id="66" orient="horz" pos="550" userDrawn="1">
          <p15:clr>
            <a:srgbClr val="F26B43"/>
          </p15:clr>
        </p15:guide>
        <p15:guide id="67" orient="horz" pos="232" userDrawn="1">
          <p15:clr>
            <a:srgbClr val="F26B43"/>
          </p15:clr>
        </p15:guide>
        <p15:guide id="68" orient="horz" pos="3816" userDrawn="1">
          <p15:clr>
            <a:srgbClr val="F26B43"/>
          </p15:clr>
        </p15:guide>
        <p15:guide id="69" orient="horz" pos="89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2" name="Title Placeholder"/>
          <p:cNvSpPr>
            <a:spLocks noGrp="1"/>
          </p:cNvSpPr>
          <p:nvPr>
            <p:ph type="title"/>
          </p:nvPr>
        </p:nvSpPr>
        <p:spPr>
          <a:xfrm>
            <a:off x="485523" y="382588"/>
            <a:ext cx="11224347" cy="638175"/>
          </a:xfrm>
          <a:prstGeom prst="rect">
            <a:avLst/>
          </a:prstGeom>
        </p:spPr>
        <p:txBody>
          <a:bodyPr vert="horz" lIns="0" tIns="0" rIns="0" bIns="0" rtlCol="0" anchor="t" anchorCtr="0">
            <a:noAutofit/>
          </a:bodyPr>
          <a:lstStyle/>
          <a:p>
            <a:r>
              <a:rPr lang="en-GB"/>
              <a:t>Click to edit Master title style</a:t>
            </a:r>
          </a:p>
        </p:txBody>
      </p:sp>
      <p:sp>
        <p:nvSpPr>
          <p:cNvPr id="3" name="Text Placeholder"/>
          <p:cNvSpPr>
            <a:spLocks noGrp="1"/>
          </p:cNvSpPr>
          <p:nvPr>
            <p:ph type="body" idx="1"/>
          </p:nvPr>
        </p:nvSpPr>
        <p:spPr>
          <a:xfrm>
            <a:off x="485523" y="1411287"/>
            <a:ext cx="11224347" cy="4638675"/>
          </a:xfrm>
          <a:prstGeom prst="rect">
            <a:avLst/>
          </a:prstGeom>
        </p:spPr>
        <p:txBody>
          <a:bodyPr vert="horz" lIns="0" tIns="0" rIns="0" bIns="0" rtlCol="0" anchor="t" anchorCtr="0">
            <a:noAutofit/>
          </a:bodyPr>
          <a:lstStyle/>
          <a:p>
            <a:r>
              <a:rPr lang="en-US"/>
              <a:t>First level text style </a:t>
            </a:r>
            <a:r>
              <a:rPr lang="en-US" err="1"/>
              <a:t>EYInterstate</a:t>
            </a:r>
            <a:r>
              <a:rPr lang="en-US"/>
              <a:t> Light 16pt</a:t>
            </a:r>
          </a:p>
          <a:p>
            <a:pPr lvl="1"/>
            <a:r>
              <a:rPr lang="en-US"/>
              <a:t>Second level text style </a:t>
            </a:r>
            <a:r>
              <a:rPr lang="en-US" err="1"/>
              <a:t>EYInterstate</a:t>
            </a:r>
            <a:r>
              <a:rPr lang="en-US"/>
              <a:t> Light 16pt</a:t>
            </a:r>
          </a:p>
          <a:p>
            <a:pPr lvl="2"/>
            <a:r>
              <a:rPr lang="en-US"/>
              <a:t>Third level text style </a:t>
            </a:r>
            <a:r>
              <a:rPr lang="en-US" err="1"/>
              <a:t>EYInterstate</a:t>
            </a:r>
            <a:r>
              <a:rPr lang="en-US"/>
              <a:t> Light 14pt</a:t>
            </a:r>
          </a:p>
          <a:p>
            <a:pPr lvl="3"/>
            <a:r>
              <a:rPr lang="en-US"/>
              <a:t>Fourth level text style </a:t>
            </a:r>
            <a:r>
              <a:rPr lang="en-US" err="1"/>
              <a:t>EYInterstate</a:t>
            </a:r>
            <a:r>
              <a:rPr lang="en-US"/>
              <a:t> Light 14pt</a:t>
            </a:r>
          </a:p>
          <a:p>
            <a:pPr lvl="4"/>
            <a:r>
              <a:rPr lang="en-US"/>
              <a:t>Fifth level text style </a:t>
            </a:r>
            <a:r>
              <a:rPr lang="en-US" err="1"/>
              <a:t>EYInterstate</a:t>
            </a:r>
            <a:r>
              <a:rPr lang="en-US"/>
              <a:t> Light 12pt</a:t>
            </a:r>
          </a:p>
          <a:p>
            <a:pPr lvl="5"/>
            <a:r>
              <a:rPr lang="en-US"/>
              <a:t>Sixth level text style </a:t>
            </a:r>
            <a:r>
              <a:rPr lang="en-US" err="1"/>
              <a:t>EYInterstate</a:t>
            </a:r>
            <a:r>
              <a:rPr lang="en-US"/>
              <a:t> Light 12pt</a:t>
            </a:r>
          </a:p>
          <a:p>
            <a:pPr lvl="6"/>
            <a:r>
              <a:rPr lang="en-US"/>
              <a:t>Seventh level text style </a:t>
            </a:r>
            <a:r>
              <a:rPr lang="en-US" err="1"/>
              <a:t>EYInterstate</a:t>
            </a:r>
            <a:r>
              <a:rPr lang="en-US"/>
              <a:t> Light 11pt</a:t>
            </a:r>
          </a:p>
          <a:p>
            <a:pPr lvl="7"/>
            <a:r>
              <a:rPr lang="en-US"/>
              <a:t>Eighth level text style </a:t>
            </a:r>
            <a:r>
              <a:rPr lang="en-US" err="1"/>
              <a:t>EYInterstate</a:t>
            </a:r>
            <a:r>
              <a:rPr lang="en-US"/>
              <a:t> Light 10pt</a:t>
            </a:r>
          </a:p>
          <a:p>
            <a:pPr lvl="8"/>
            <a:r>
              <a:rPr lang="en-US"/>
              <a:t>Nineth level text style </a:t>
            </a:r>
            <a:r>
              <a:rPr lang="en-US" err="1"/>
              <a:t>EYInterstate</a:t>
            </a:r>
            <a:r>
              <a:rPr lang="en-US"/>
              <a:t> Light 20pt for key pull out text</a:t>
            </a:r>
          </a:p>
        </p:txBody>
      </p:sp>
      <p:sp>
        <p:nvSpPr>
          <p:cNvPr id="21" name="Slide Number Placeholder">
            <a:extLst>
              <a:ext uri="{FF2B5EF4-FFF2-40B4-BE49-F238E27FC236}">
                <a16:creationId xmlns:a16="http://schemas.microsoft.com/office/drawing/2014/main" id="{3B540F9A-D485-4BD0-B905-41F8A52593F8}"/>
              </a:ext>
            </a:extLst>
          </p:cNvPr>
          <p:cNvSpPr>
            <a:spLocks noGrp="1"/>
          </p:cNvSpPr>
          <p:nvPr>
            <p:ph type="sldNum" sz="quarter" idx="4"/>
          </p:nvPr>
        </p:nvSpPr>
        <p:spPr>
          <a:xfrm>
            <a:off x="485747" y="6437115"/>
            <a:ext cx="509098" cy="123111"/>
          </a:xfrm>
          <a:prstGeom prst="rect">
            <a:avLst/>
          </a:prstGeom>
        </p:spPr>
        <p:txBody>
          <a:bodyPr vert="horz" lIns="0" tIns="0" rIns="0" bIns="0" rtlCol="0" anchor="t">
            <a:noAutofit/>
          </a:bodyPr>
          <a:lstStyle>
            <a:lvl1pPr marL="0" algn="l" defTabSz="914400" rtl="0" eaLnBrk="1" latinLnBrk="0" hangingPunct="1">
              <a:defRPr lang="en-IN" sz="800" kern="1200" smtClean="0">
                <a:solidFill>
                  <a:schemeClr val="bg1"/>
                </a:solidFill>
                <a:latin typeface="+mn-lt"/>
                <a:ea typeface="+mn-ea"/>
                <a:cs typeface="+mn-cs"/>
              </a:defRPr>
            </a:lvl1pPr>
          </a:lstStyle>
          <a:p>
            <a:fld id="{F1BC30E3-FFE5-4B91-AA19-87A149EBB9EE}" type="slidenum">
              <a:rPr lang="en-GB" smtClean="0"/>
              <a:pPr/>
              <a:t>‹#›</a:t>
            </a:fld>
            <a:endParaRPr lang="en-GB"/>
          </a:p>
        </p:txBody>
      </p:sp>
      <p:sp>
        <p:nvSpPr>
          <p:cNvPr id="19" name="Date Placeholder">
            <a:extLst>
              <a:ext uri="{FF2B5EF4-FFF2-40B4-BE49-F238E27FC236}">
                <a16:creationId xmlns:a16="http://schemas.microsoft.com/office/drawing/2014/main" id="{600772EA-C6B0-4F5D-AA59-01C0858EFADB}"/>
              </a:ext>
            </a:extLst>
          </p:cNvPr>
          <p:cNvSpPr>
            <a:spLocks noGrp="1"/>
          </p:cNvSpPr>
          <p:nvPr>
            <p:ph type="dt" sz="half" idx="2"/>
          </p:nvPr>
        </p:nvSpPr>
        <p:spPr>
          <a:xfrm>
            <a:off x="994845" y="6437115"/>
            <a:ext cx="1275686" cy="123111"/>
          </a:xfrm>
          <a:prstGeom prst="rect">
            <a:avLst/>
          </a:prstGeom>
        </p:spPr>
        <p:txBody>
          <a:bodyPr vert="horz" lIns="0" tIns="0" rIns="0" bIns="0" rtlCol="0" anchor="t">
            <a:noAutofit/>
          </a:bodyPr>
          <a:lstStyle>
            <a:lvl1pPr marL="0" algn="l" defTabSz="914400" rtl="0" eaLnBrk="1" latinLnBrk="0" hangingPunct="1">
              <a:defRPr lang="en-IN" sz="800" kern="1200" smtClean="0">
                <a:solidFill>
                  <a:schemeClr val="bg1"/>
                </a:solidFill>
                <a:latin typeface="+mn-lt"/>
                <a:ea typeface="+mn-ea"/>
                <a:cs typeface="+mn-cs"/>
              </a:defRPr>
            </a:lvl1pPr>
          </a:lstStyle>
          <a:p>
            <a:fld id="{0E414E88-B06B-42D0-A714-7CE841F3036D}" type="datetime3">
              <a:rPr lang="en-US" smtClean="0"/>
              <a:t>18 March 2026</a:t>
            </a:fld>
            <a:endParaRPr lang="en-US"/>
          </a:p>
        </p:txBody>
      </p:sp>
      <p:sp>
        <p:nvSpPr>
          <p:cNvPr id="20" name="Footer Placeholder">
            <a:extLst>
              <a:ext uri="{FF2B5EF4-FFF2-40B4-BE49-F238E27FC236}">
                <a16:creationId xmlns:a16="http://schemas.microsoft.com/office/drawing/2014/main" id="{AC28FA70-87E4-49F4-AFDE-345AA28E0BE7}"/>
              </a:ext>
            </a:extLst>
          </p:cNvPr>
          <p:cNvSpPr>
            <a:spLocks noGrp="1"/>
          </p:cNvSpPr>
          <p:nvPr>
            <p:ph type="ftr" sz="quarter" idx="3"/>
          </p:nvPr>
        </p:nvSpPr>
        <p:spPr>
          <a:xfrm>
            <a:off x="2270531" y="6437115"/>
            <a:ext cx="3825470" cy="123111"/>
          </a:xfrm>
          <a:prstGeom prst="rect">
            <a:avLst/>
          </a:prstGeom>
        </p:spPr>
        <p:txBody>
          <a:bodyPr vert="horz" lIns="0" tIns="0" rIns="0" bIns="0" rtlCol="0" anchor="t">
            <a:noAutofit/>
          </a:bodyPr>
          <a:lstStyle>
            <a:lvl1pPr marL="0" algn="l" defTabSz="914400" rtl="0" eaLnBrk="1" latinLnBrk="0" hangingPunct="1">
              <a:defRPr lang="en-IN" sz="800" kern="1200" dirty="0">
                <a:solidFill>
                  <a:schemeClr val="bg1"/>
                </a:solidFill>
                <a:latin typeface="+mn-lt"/>
                <a:ea typeface="+mn-ea"/>
                <a:cs typeface="+mn-cs"/>
              </a:defRPr>
            </a:lvl1pPr>
          </a:lstStyle>
          <a:p>
            <a:r>
              <a:rPr lang="en-US"/>
              <a:t>Customer Experience</a:t>
            </a:r>
          </a:p>
        </p:txBody>
      </p:sp>
      <p:pic>
        <p:nvPicPr>
          <p:cNvPr id="4" name="Graphic 3">
            <a:extLst>
              <a:ext uri="{FF2B5EF4-FFF2-40B4-BE49-F238E27FC236}">
                <a16:creationId xmlns:a16="http://schemas.microsoft.com/office/drawing/2014/main" id="{B745DA2B-0384-44B6-E7C3-4CCD813E04FD}"/>
              </a:ext>
            </a:extLst>
          </p:cNvPr>
          <p:cNvPicPr/>
          <p:nvPr userDrawn="1"/>
        </p:nvPicPr>
        <p:blipFill>
          <a:blip r:embed="rId16">
            <a:extLst>
              <a:ext uri="{96DAC541-7B7A-43D3-8B79-37D633B846F1}">
                <asvg:svgBlip xmlns:asvg="http://schemas.microsoft.com/office/drawing/2016/SVG/main" r:embed="rId17"/>
              </a:ext>
            </a:extLst>
          </a:blip>
          <a:srcRect/>
          <a:stretch/>
        </p:blipFill>
        <p:spPr>
          <a:xfrm>
            <a:off x="11089247" y="6289101"/>
            <a:ext cx="880811" cy="341755"/>
          </a:xfrm>
          <a:prstGeom prst="rect">
            <a:avLst/>
          </a:prstGeom>
        </p:spPr>
      </p:pic>
      <p:pic>
        <p:nvPicPr>
          <p:cNvPr id="9" name="Graphic 8">
            <a:extLst>
              <a:ext uri="{FF2B5EF4-FFF2-40B4-BE49-F238E27FC236}">
                <a16:creationId xmlns:a16="http://schemas.microsoft.com/office/drawing/2014/main" id="{169EBCBB-5D7C-033C-85C0-7A89F1F796D4}"/>
              </a:ext>
            </a:extLst>
          </p:cNvPr>
          <p:cNvPicPr/>
          <p:nvPr userDrawn="1"/>
        </p:nvPicPr>
        <p:blipFill>
          <a:blip r:embed="rId18">
            <a:extLst>
              <a:ext uri="{96DAC541-7B7A-43D3-8B79-37D633B846F1}">
                <asvg:svgBlip xmlns:asvg="http://schemas.microsoft.com/office/drawing/2016/SVG/main" r:embed="rId19"/>
              </a:ext>
            </a:extLst>
          </a:blip>
          <a:stretch>
            <a:fillRect/>
          </a:stretch>
        </p:blipFill>
        <p:spPr>
          <a:xfrm>
            <a:off x="11089246" y="6289101"/>
            <a:ext cx="880813" cy="341755"/>
          </a:xfrm>
          <a:prstGeom prst="rect">
            <a:avLst/>
          </a:prstGeom>
        </p:spPr>
      </p:pic>
    </p:spTree>
    <p:extLst>
      <p:ext uri="{BB962C8B-B14F-4D97-AF65-F5344CB8AC3E}">
        <p14:creationId xmlns:p14="http://schemas.microsoft.com/office/powerpoint/2010/main" val="2260442145"/>
      </p:ext>
    </p:extLst>
  </p:cSld>
  <p:clrMap bg1="lt1" tx1="dk1" bg2="lt2" tx2="dk2" accent1="accent1" accent2="accent2" accent3="accent3" accent4="accent4" accent5="accent5" accent6="accent6" hlink="hlink" folHlink="folHlink"/>
  <p:sldLayoutIdLst>
    <p:sldLayoutId id="2147484130" r:id="rId1"/>
    <p:sldLayoutId id="2147484131" r:id="rId2"/>
    <p:sldLayoutId id="2147484132" r:id="rId3"/>
    <p:sldLayoutId id="2147484133" r:id="rId4"/>
    <p:sldLayoutId id="2147484134" r:id="rId5"/>
    <p:sldLayoutId id="2147484135" r:id="rId6"/>
    <p:sldLayoutId id="2147484136" r:id="rId7"/>
    <p:sldLayoutId id="2147484137" r:id="rId8"/>
    <p:sldLayoutId id="2147484138" r:id="rId9"/>
    <p:sldLayoutId id="2147484139" r:id="rId10"/>
    <p:sldLayoutId id="2147484140" r:id="rId11"/>
    <p:sldLayoutId id="2147484141" r:id="rId12"/>
    <p:sldLayoutId id="2147484207" r:id="rId13"/>
    <p:sldLayoutId id="2147484142" r:id="rId14"/>
  </p:sldLayoutIdLst>
  <p:hf hdr="0" dt="0"/>
  <p:txStyles>
    <p:titleStyle>
      <a:lvl1pPr algn="l" defTabSz="914400" rtl="0" eaLnBrk="1" latinLnBrk="0" hangingPunct="1">
        <a:lnSpc>
          <a:spcPct val="85000"/>
        </a:lnSpc>
        <a:spcBef>
          <a:spcPct val="0"/>
        </a:spcBef>
        <a:buNone/>
        <a:defRPr sz="2400" b="1" i="0" kern="1200">
          <a:solidFill>
            <a:schemeClr val="bg1"/>
          </a:solidFill>
          <a:latin typeface="EYInterstate Regular" panose="02000503020000020004" pitchFamily="2" charset="0"/>
          <a:ea typeface="+mj-ea"/>
          <a:cs typeface="Arial" pitchFamily="34" charset="0"/>
        </a:defRPr>
      </a:lvl1pPr>
    </p:titleStyle>
    <p:bodyStyle>
      <a:lvl1pPr marL="252000" indent="-252000" algn="l" defTabSz="914400" rtl="0" eaLnBrk="1" latinLnBrk="0" hangingPunct="1">
        <a:spcBef>
          <a:spcPts val="400"/>
        </a:spcBef>
        <a:spcAft>
          <a:spcPts val="400"/>
        </a:spcAft>
        <a:buClr>
          <a:schemeClr val="tx2"/>
        </a:buClr>
        <a:buSzPct val="100000"/>
        <a:buFont typeface="Wingdings" pitchFamily="2" charset="2"/>
        <a:buChar char="§"/>
        <a:defRPr sz="1600" kern="1200">
          <a:solidFill>
            <a:schemeClr val="bg1"/>
          </a:solidFill>
          <a:latin typeface="+mn-lt"/>
          <a:ea typeface="+mn-ea"/>
          <a:cs typeface="+mn-cs"/>
        </a:defRPr>
      </a:lvl1pPr>
      <a:lvl2pPr marL="504000" indent="-252000" algn="l" defTabSz="914400" rtl="0" eaLnBrk="1" latinLnBrk="0" hangingPunct="1">
        <a:spcBef>
          <a:spcPts val="400"/>
        </a:spcBef>
        <a:spcAft>
          <a:spcPts val="400"/>
        </a:spcAft>
        <a:buClr>
          <a:schemeClr val="tx2"/>
        </a:buClr>
        <a:buSzPct val="100000"/>
        <a:buFont typeface="Wingdings" pitchFamily="2" charset="2"/>
        <a:buChar char="§"/>
        <a:defRPr sz="1600" kern="1200">
          <a:solidFill>
            <a:schemeClr val="bg1"/>
          </a:solidFill>
          <a:latin typeface="+mn-lt"/>
          <a:ea typeface="+mn-ea"/>
          <a:cs typeface="+mn-cs"/>
        </a:defRPr>
      </a:lvl2pPr>
      <a:lvl3pPr marL="756000" indent="-252000" algn="l" defTabSz="914400" rtl="0" eaLnBrk="1" latinLnBrk="0" hangingPunct="1">
        <a:spcBef>
          <a:spcPts val="0"/>
        </a:spcBef>
        <a:spcAft>
          <a:spcPts val="600"/>
        </a:spcAft>
        <a:buClr>
          <a:schemeClr val="tx2"/>
        </a:buClr>
        <a:buSzPct val="100000"/>
        <a:buFont typeface="Wingdings" pitchFamily="2" charset="2"/>
        <a:buChar char="§"/>
        <a:defRPr sz="1400" kern="1200">
          <a:solidFill>
            <a:schemeClr val="bg1"/>
          </a:solidFill>
          <a:latin typeface="+mn-lt"/>
          <a:ea typeface="+mn-ea"/>
          <a:cs typeface="+mn-cs"/>
        </a:defRPr>
      </a:lvl3pPr>
      <a:lvl4pPr marL="1008000" indent="-252000" algn="l" defTabSz="914400" rtl="0" eaLnBrk="1" latinLnBrk="0" hangingPunct="1">
        <a:spcBef>
          <a:spcPts val="0"/>
        </a:spcBef>
        <a:spcAft>
          <a:spcPts val="400"/>
        </a:spcAft>
        <a:buClr>
          <a:schemeClr val="tx2"/>
        </a:buClr>
        <a:buSzPct val="100000"/>
        <a:buFont typeface="Wingdings" pitchFamily="2" charset="2"/>
        <a:buChar char="§"/>
        <a:defRPr sz="1200" kern="1200">
          <a:solidFill>
            <a:schemeClr val="bg1"/>
          </a:solidFill>
          <a:latin typeface="+mn-lt"/>
          <a:ea typeface="+mn-ea"/>
          <a:cs typeface="+mn-cs"/>
        </a:defRPr>
      </a:lvl4pPr>
      <a:lvl5pPr marL="1260000" indent="-252000" algn="l" defTabSz="914400" rtl="0" eaLnBrk="1" latinLnBrk="0" hangingPunct="1">
        <a:spcBef>
          <a:spcPts val="0"/>
        </a:spcBef>
        <a:spcAft>
          <a:spcPts val="400"/>
        </a:spcAft>
        <a:buClr>
          <a:schemeClr val="tx2"/>
        </a:buClr>
        <a:buSzPct val="100000"/>
        <a:buFont typeface="Wingdings" pitchFamily="2" charset="2"/>
        <a:buChar char="§"/>
        <a:defRPr sz="1200" kern="1200">
          <a:solidFill>
            <a:schemeClr val="bg1"/>
          </a:solidFill>
          <a:latin typeface="+mn-lt"/>
          <a:ea typeface="+mn-ea"/>
          <a:cs typeface="+mn-cs"/>
        </a:defRPr>
      </a:lvl5pPr>
      <a:lvl6pPr marL="1512000" indent="-252000" algn="l" defTabSz="914400" rtl="0" eaLnBrk="1" latinLnBrk="0" hangingPunct="1">
        <a:spcBef>
          <a:spcPts val="0"/>
        </a:spcBef>
        <a:spcAft>
          <a:spcPts val="400"/>
        </a:spcAft>
        <a:buClr>
          <a:schemeClr val="tx2"/>
        </a:buClr>
        <a:buFont typeface="Wingdings" pitchFamily="2" charset="2"/>
        <a:buChar char="§"/>
        <a:tabLst/>
        <a:defRPr sz="1100" kern="1200">
          <a:solidFill>
            <a:schemeClr val="bg1"/>
          </a:solidFill>
          <a:latin typeface="+mn-lt"/>
          <a:ea typeface="+mn-ea"/>
          <a:cs typeface="+mn-cs"/>
        </a:defRPr>
      </a:lvl6pPr>
      <a:lvl7pPr marL="1764000" indent="-252000" algn="l" defTabSz="914400" rtl="0" eaLnBrk="1" latinLnBrk="0" hangingPunct="1">
        <a:spcBef>
          <a:spcPts val="0"/>
        </a:spcBef>
        <a:spcAft>
          <a:spcPts val="400"/>
        </a:spcAft>
        <a:buClr>
          <a:schemeClr val="tx2"/>
        </a:buClr>
        <a:buFont typeface="Wingdings" pitchFamily="2" charset="2"/>
        <a:buChar char="§"/>
        <a:tabLst/>
        <a:defRPr sz="1100" kern="1200">
          <a:solidFill>
            <a:schemeClr val="bg1"/>
          </a:solidFill>
          <a:latin typeface="+mn-lt"/>
          <a:ea typeface="+mn-ea"/>
          <a:cs typeface="+mn-cs"/>
        </a:defRPr>
      </a:lvl7pPr>
      <a:lvl8pPr marL="2016000" indent="-252000" algn="l" defTabSz="914400" rtl="0" eaLnBrk="1" latinLnBrk="0" hangingPunct="1">
        <a:spcBef>
          <a:spcPts val="0"/>
        </a:spcBef>
        <a:spcAft>
          <a:spcPts val="400"/>
        </a:spcAft>
        <a:buClr>
          <a:schemeClr val="tx2"/>
        </a:buClr>
        <a:buFont typeface="Wingdings" pitchFamily="2" charset="2"/>
        <a:buChar char="§"/>
        <a:tabLst/>
        <a:defRPr sz="1000" kern="1200">
          <a:solidFill>
            <a:schemeClr val="bg1"/>
          </a:solidFill>
          <a:latin typeface="+mn-lt"/>
          <a:ea typeface="+mn-ea"/>
          <a:cs typeface="+mn-cs"/>
        </a:defRPr>
      </a:lvl8pPr>
      <a:lvl9pPr marL="0" indent="0" algn="l" defTabSz="914400" rtl="0" eaLnBrk="1" latinLnBrk="0" hangingPunct="1">
        <a:spcBef>
          <a:spcPts val="1200"/>
        </a:spcBef>
        <a:spcAft>
          <a:spcPts val="1200"/>
        </a:spcAft>
        <a:buClr>
          <a:schemeClr val="tx2"/>
        </a:buClr>
        <a:buFont typeface="Wingdings" pitchFamily="2" charset="2"/>
        <a:buNone/>
        <a:tabLst/>
        <a:defRPr sz="2000" kern="1200">
          <a:solidFill>
            <a:schemeClr val="bg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7378" userDrawn="1">
          <p15:clr>
            <a:srgbClr val="F26B43"/>
          </p15:clr>
        </p15:guide>
        <p15:guide id="4" pos="302" userDrawn="1">
          <p15:clr>
            <a:srgbClr val="F26B43"/>
          </p15:clr>
        </p15:guide>
        <p15:guide id="50" orient="horz" pos="232" userDrawn="1">
          <p15:clr>
            <a:srgbClr val="F26B43"/>
          </p15:clr>
        </p15:guide>
        <p15:guide id="51" orient="horz" pos="640" userDrawn="1">
          <p15:clr>
            <a:srgbClr val="F26B43"/>
          </p15:clr>
        </p15:guide>
        <p15:guide id="80" orient="horz" pos="3816" userDrawn="1">
          <p15:clr>
            <a:srgbClr val="F26B43"/>
          </p15:clr>
        </p15:guide>
        <p15:guide id="81" orient="horz" pos="890"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85523" y="369888"/>
            <a:ext cx="11224347" cy="470898"/>
          </a:xfrm>
          <a:prstGeom prst="rect">
            <a:avLst/>
          </a:prstGeom>
        </p:spPr>
        <p:txBody>
          <a:bodyPr vert="horz" lIns="0" tIns="0" rIns="0" bIns="0" rtlCol="0" anchor="t" anchorCtr="0">
            <a:noAutofit/>
          </a:bodyPr>
          <a:lstStyle/>
          <a:p>
            <a:r>
              <a:rPr lang="en-GB"/>
              <a:t>Click to edit Master title style</a:t>
            </a:r>
          </a:p>
        </p:txBody>
      </p:sp>
      <p:sp>
        <p:nvSpPr>
          <p:cNvPr id="3" name="Text Placeholder 2"/>
          <p:cNvSpPr>
            <a:spLocks noGrp="1"/>
          </p:cNvSpPr>
          <p:nvPr>
            <p:ph type="body" idx="1"/>
          </p:nvPr>
        </p:nvSpPr>
        <p:spPr>
          <a:xfrm>
            <a:off x="485523" y="1411287"/>
            <a:ext cx="11224347" cy="4638675"/>
          </a:xfrm>
          <a:prstGeom prst="rect">
            <a:avLst/>
          </a:prstGeom>
        </p:spPr>
        <p:txBody>
          <a:bodyPr vert="horz" lIns="0" tIns="0" rIns="0" bIns="0" rtlCol="0" anchor="t" anchorCtr="0">
            <a:noAutofit/>
          </a:bodyPr>
          <a:lstStyle/>
          <a:p>
            <a:r>
              <a:rPr lang="en-US"/>
              <a:t>First level text style </a:t>
            </a:r>
            <a:r>
              <a:rPr lang="en-US" err="1"/>
              <a:t>EYInterstate</a:t>
            </a:r>
            <a:r>
              <a:rPr lang="en-US"/>
              <a:t> Light </a:t>
            </a:r>
            <a:r>
              <a:rPr lang="en-US" err="1"/>
              <a:t>20pt</a:t>
            </a:r>
            <a:endParaRPr lang="en-US"/>
          </a:p>
          <a:p>
            <a:pPr lvl="1"/>
            <a:r>
              <a:rPr lang="en-US"/>
              <a:t>Second level text style </a:t>
            </a:r>
            <a:r>
              <a:rPr lang="en-US" err="1"/>
              <a:t>EYInterstate</a:t>
            </a:r>
            <a:r>
              <a:rPr lang="en-US"/>
              <a:t> Light </a:t>
            </a:r>
            <a:r>
              <a:rPr lang="en-US" err="1"/>
              <a:t>20pt</a:t>
            </a:r>
            <a:endParaRPr lang="en-US"/>
          </a:p>
          <a:p>
            <a:pPr lvl="2"/>
            <a:r>
              <a:rPr lang="en-US"/>
              <a:t>Third level text style </a:t>
            </a:r>
            <a:r>
              <a:rPr lang="en-US" err="1"/>
              <a:t>EYInterstate</a:t>
            </a:r>
            <a:r>
              <a:rPr lang="en-US"/>
              <a:t> Light </a:t>
            </a:r>
            <a:r>
              <a:rPr lang="en-US" err="1"/>
              <a:t>18pt</a:t>
            </a:r>
            <a:endParaRPr lang="en-US"/>
          </a:p>
          <a:p>
            <a:pPr lvl="3"/>
            <a:r>
              <a:rPr lang="en-US"/>
              <a:t>Fourth level text style </a:t>
            </a:r>
            <a:r>
              <a:rPr lang="en-US" err="1"/>
              <a:t>EYInterstate</a:t>
            </a:r>
            <a:r>
              <a:rPr lang="en-US"/>
              <a:t> Light </a:t>
            </a:r>
            <a:r>
              <a:rPr lang="en-US" err="1"/>
              <a:t>16pt</a:t>
            </a:r>
            <a:endParaRPr lang="en-US"/>
          </a:p>
          <a:p>
            <a:pPr lvl="4"/>
            <a:r>
              <a:rPr lang="en-US"/>
              <a:t>Fifth level text style </a:t>
            </a:r>
            <a:r>
              <a:rPr lang="en-US" err="1"/>
              <a:t>EYInterstate</a:t>
            </a:r>
            <a:r>
              <a:rPr lang="en-US"/>
              <a:t> Light </a:t>
            </a:r>
            <a:r>
              <a:rPr lang="en-US" err="1"/>
              <a:t>16pt</a:t>
            </a:r>
            <a:endParaRPr lang="en-US"/>
          </a:p>
          <a:p>
            <a:pPr lvl="5"/>
            <a:r>
              <a:rPr lang="en-US"/>
              <a:t>Sixth level text style </a:t>
            </a:r>
            <a:r>
              <a:rPr lang="en-US" err="1"/>
              <a:t>EYInterstate</a:t>
            </a:r>
            <a:r>
              <a:rPr lang="en-US"/>
              <a:t> Light </a:t>
            </a:r>
            <a:r>
              <a:rPr lang="en-US" err="1"/>
              <a:t>14pt</a:t>
            </a:r>
            <a:endParaRPr lang="en-US"/>
          </a:p>
          <a:p>
            <a:pPr lvl="6"/>
            <a:r>
              <a:rPr lang="en-US"/>
              <a:t>Seventh level text style </a:t>
            </a:r>
            <a:r>
              <a:rPr lang="en-US" err="1"/>
              <a:t>EYInterstate</a:t>
            </a:r>
            <a:r>
              <a:rPr lang="en-US"/>
              <a:t> Light </a:t>
            </a:r>
            <a:r>
              <a:rPr lang="en-US" err="1"/>
              <a:t>14pt</a:t>
            </a:r>
            <a:endParaRPr lang="en-US"/>
          </a:p>
          <a:p>
            <a:pPr lvl="7"/>
            <a:r>
              <a:rPr lang="en-US"/>
              <a:t>Eighth level text style </a:t>
            </a:r>
            <a:r>
              <a:rPr lang="en-US" err="1"/>
              <a:t>EYInterstate</a:t>
            </a:r>
            <a:r>
              <a:rPr lang="en-US"/>
              <a:t> Light </a:t>
            </a:r>
            <a:r>
              <a:rPr lang="en-US" err="1"/>
              <a:t>12pt</a:t>
            </a:r>
            <a:endParaRPr lang="en-US"/>
          </a:p>
          <a:p>
            <a:pPr lvl="8"/>
            <a:r>
              <a:rPr lang="en-US"/>
              <a:t>Nineth level text style </a:t>
            </a:r>
            <a:r>
              <a:rPr lang="en-US" err="1"/>
              <a:t>EYInterstate</a:t>
            </a:r>
            <a:r>
              <a:rPr lang="en-US"/>
              <a:t> Light </a:t>
            </a:r>
            <a:r>
              <a:rPr lang="en-US" err="1"/>
              <a:t>12pt</a:t>
            </a:r>
            <a:endParaRPr lang="en-US"/>
          </a:p>
        </p:txBody>
      </p:sp>
      <p:sp>
        <p:nvSpPr>
          <p:cNvPr id="12" name="Slide Number Placeholder">
            <a:extLst>
              <a:ext uri="{FF2B5EF4-FFF2-40B4-BE49-F238E27FC236}">
                <a16:creationId xmlns:a16="http://schemas.microsoft.com/office/drawing/2014/main" id="{ED74E7B3-73BA-6CBF-F361-5C4836CC1A2A}"/>
              </a:ext>
            </a:extLst>
          </p:cNvPr>
          <p:cNvSpPr>
            <a:spLocks noGrp="1"/>
          </p:cNvSpPr>
          <p:nvPr>
            <p:ph type="sldNum" sz="quarter" idx="4"/>
          </p:nvPr>
        </p:nvSpPr>
        <p:spPr>
          <a:xfrm>
            <a:off x="485747" y="6437115"/>
            <a:ext cx="509098" cy="123111"/>
          </a:xfrm>
          <a:prstGeom prst="rect">
            <a:avLst/>
          </a:prstGeom>
        </p:spPr>
        <p:txBody>
          <a:bodyPr vert="horz" lIns="0" tIns="0" rIns="0" bIns="0" rtlCol="0" anchor="t">
            <a:spAutoFit/>
          </a:bodyPr>
          <a:lstStyle>
            <a:lvl1pPr marL="0" algn="l" defTabSz="914400" rtl="0" eaLnBrk="1" latinLnBrk="0" hangingPunct="1">
              <a:defRPr lang="en-IN" sz="800" kern="1200" smtClean="0">
                <a:solidFill>
                  <a:schemeClr val="bg1"/>
                </a:solidFill>
                <a:latin typeface="+mn-lt"/>
                <a:ea typeface="+mn-ea"/>
                <a:cs typeface="+mn-cs"/>
              </a:defRPr>
            </a:lvl1pPr>
          </a:lstStyle>
          <a:p>
            <a:fld id="{F1BC30E3-FFE5-4B91-AA19-87A149EBB9EE}" type="slidenum">
              <a:rPr lang="en-GB" smtClean="0"/>
              <a:pPr/>
              <a:t>‹#›</a:t>
            </a:fld>
            <a:endParaRPr lang="en-GB"/>
          </a:p>
        </p:txBody>
      </p:sp>
      <p:sp>
        <p:nvSpPr>
          <p:cNvPr id="14" name="Date Placeholder">
            <a:extLst>
              <a:ext uri="{FF2B5EF4-FFF2-40B4-BE49-F238E27FC236}">
                <a16:creationId xmlns:a16="http://schemas.microsoft.com/office/drawing/2014/main" id="{F72B6F9D-B29D-E927-36D7-47D672109207}"/>
              </a:ext>
            </a:extLst>
          </p:cNvPr>
          <p:cNvSpPr>
            <a:spLocks noGrp="1"/>
          </p:cNvSpPr>
          <p:nvPr>
            <p:ph type="dt" sz="half" idx="2"/>
          </p:nvPr>
        </p:nvSpPr>
        <p:spPr>
          <a:xfrm>
            <a:off x="994845" y="6437115"/>
            <a:ext cx="1275686" cy="123111"/>
          </a:xfrm>
          <a:prstGeom prst="rect">
            <a:avLst/>
          </a:prstGeom>
        </p:spPr>
        <p:txBody>
          <a:bodyPr vert="horz" lIns="0" tIns="0" rIns="0" bIns="0" rtlCol="0" anchor="t">
            <a:spAutoFit/>
          </a:bodyPr>
          <a:lstStyle>
            <a:lvl1pPr marL="0" algn="l" defTabSz="914400" rtl="0" eaLnBrk="1" latinLnBrk="0" hangingPunct="1">
              <a:defRPr lang="en-IN" sz="800" kern="1200" smtClean="0">
                <a:solidFill>
                  <a:schemeClr val="bg1"/>
                </a:solidFill>
                <a:latin typeface="+mn-lt"/>
                <a:ea typeface="+mn-ea"/>
                <a:cs typeface="+mn-cs"/>
              </a:defRPr>
            </a:lvl1pPr>
          </a:lstStyle>
          <a:p>
            <a:fld id="{1D14F6E0-B2CD-4A30-973E-306F7B2599CA}" type="datetime3">
              <a:rPr lang="en-US" smtClean="0"/>
              <a:t>18 March 2026</a:t>
            </a:fld>
            <a:endParaRPr lang="en-US"/>
          </a:p>
        </p:txBody>
      </p:sp>
      <p:sp>
        <p:nvSpPr>
          <p:cNvPr id="15" name="Footer Placeholder">
            <a:extLst>
              <a:ext uri="{FF2B5EF4-FFF2-40B4-BE49-F238E27FC236}">
                <a16:creationId xmlns:a16="http://schemas.microsoft.com/office/drawing/2014/main" id="{F3C10C79-9BC5-0699-5C8C-F8347F46437D}"/>
              </a:ext>
            </a:extLst>
          </p:cNvPr>
          <p:cNvSpPr>
            <a:spLocks noGrp="1"/>
          </p:cNvSpPr>
          <p:nvPr>
            <p:ph type="ftr" sz="quarter" idx="3"/>
          </p:nvPr>
        </p:nvSpPr>
        <p:spPr>
          <a:xfrm>
            <a:off x="2270531" y="6437115"/>
            <a:ext cx="3825470" cy="123111"/>
          </a:xfrm>
          <a:prstGeom prst="rect">
            <a:avLst/>
          </a:prstGeom>
        </p:spPr>
        <p:txBody>
          <a:bodyPr vert="horz" lIns="0" tIns="0" rIns="0" bIns="0" rtlCol="0" anchor="t">
            <a:spAutoFit/>
          </a:bodyPr>
          <a:lstStyle>
            <a:lvl1pPr marL="0" algn="l" defTabSz="914400" rtl="0" eaLnBrk="1" latinLnBrk="0" hangingPunct="1">
              <a:defRPr lang="en-IN" sz="800" kern="1200" dirty="0">
                <a:solidFill>
                  <a:schemeClr val="bg1"/>
                </a:solidFill>
                <a:latin typeface="+mn-lt"/>
                <a:ea typeface="+mn-ea"/>
                <a:cs typeface="+mn-cs"/>
              </a:defRPr>
            </a:lvl1pPr>
          </a:lstStyle>
          <a:p>
            <a:r>
              <a:rPr lang="en-US"/>
              <a:t>Customer Experience</a:t>
            </a:r>
          </a:p>
        </p:txBody>
      </p:sp>
      <p:pic>
        <p:nvPicPr>
          <p:cNvPr id="4" name="Graphic 3">
            <a:extLst>
              <a:ext uri="{FF2B5EF4-FFF2-40B4-BE49-F238E27FC236}">
                <a16:creationId xmlns:a16="http://schemas.microsoft.com/office/drawing/2014/main" id="{34D7C853-743C-7757-7F4A-A4696E881413}"/>
              </a:ext>
            </a:extLst>
          </p:cNvPr>
          <p:cNvPicPr/>
          <p:nvPr userDrawn="1"/>
        </p:nvPicPr>
        <p:blipFill>
          <a:blip r:embed="rId29">
            <a:extLst>
              <a:ext uri="{96DAC541-7B7A-43D3-8B79-37D633B846F1}">
                <asvg:svgBlip xmlns:asvg="http://schemas.microsoft.com/office/drawing/2016/SVG/main" r:embed="rId30"/>
              </a:ext>
            </a:extLst>
          </a:blip>
          <a:srcRect/>
          <a:stretch/>
        </p:blipFill>
        <p:spPr>
          <a:xfrm>
            <a:off x="11089247" y="6289101"/>
            <a:ext cx="880811" cy="341755"/>
          </a:xfrm>
          <a:prstGeom prst="rect">
            <a:avLst/>
          </a:prstGeom>
        </p:spPr>
      </p:pic>
    </p:spTree>
    <p:extLst>
      <p:ext uri="{BB962C8B-B14F-4D97-AF65-F5344CB8AC3E}">
        <p14:creationId xmlns:p14="http://schemas.microsoft.com/office/powerpoint/2010/main" val="3990626545"/>
      </p:ext>
    </p:extLst>
  </p:cSld>
  <p:clrMap bg1="lt1" tx1="dk1" bg2="lt2" tx2="dk2" accent1="accent1" accent2="accent2" accent3="accent3" accent4="accent4" accent5="accent5" accent6="accent6" hlink="hlink" folHlink="folHlink"/>
  <p:sldLayoutIdLst>
    <p:sldLayoutId id="2147484075" r:id="rId1"/>
    <p:sldLayoutId id="2147484076" r:id="rId2"/>
    <p:sldLayoutId id="2147484078" r:id="rId3"/>
    <p:sldLayoutId id="2147484153" r:id="rId4"/>
    <p:sldLayoutId id="2147484154" r:id="rId5"/>
    <p:sldLayoutId id="2147484116" r:id="rId6"/>
    <p:sldLayoutId id="2147484117" r:id="rId7"/>
    <p:sldLayoutId id="2147484118" r:id="rId8"/>
    <p:sldLayoutId id="2147484111" r:id="rId9"/>
    <p:sldLayoutId id="2147484112" r:id="rId10"/>
    <p:sldLayoutId id="2147484113" r:id="rId11"/>
    <p:sldLayoutId id="2147484114" r:id="rId12"/>
    <p:sldLayoutId id="2147484079" r:id="rId13"/>
    <p:sldLayoutId id="2147484080" r:id="rId14"/>
    <p:sldLayoutId id="2147484082" r:id="rId15"/>
    <p:sldLayoutId id="2147484083" r:id="rId16"/>
    <p:sldLayoutId id="2147484081" r:id="rId17"/>
    <p:sldLayoutId id="2147484155" r:id="rId18"/>
    <p:sldLayoutId id="2147484004" r:id="rId19"/>
    <p:sldLayoutId id="2147483984" r:id="rId20"/>
    <p:sldLayoutId id="2147484041" r:id="rId21"/>
    <p:sldLayoutId id="2147484084" r:id="rId22"/>
    <p:sldLayoutId id="2147484028" r:id="rId23"/>
    <p:sldLayoutId id="2147484014" r:id="rId24"/>
    <p:sldLayoutId id="2147484019" r:id="rId25"/>
    <p:sldLayoutId id="2147484208" r:id="rId26"/>
    <p:sldLayoutId id="2147484236" r:id="rId27"/>
  </p:sldLayoutIdLst>
  <p:hf hdr="0" dt="0"/>
  <p:txStyles>
    <p:titleStyle>
      <a:lvl1pPr algn="l" defTabSz="914400" rtl="0" eaLnBrk="1" latinLnBrk="0" hangingPunct="1">
        <a:lnSpc>
          <a:spcPct val="85000"/>
        </a:lnSpc>
        <a:spcBef>
          <a:spcPct val="0"/>
        </a:spcBef>
        <a:buNone/>
        <a:defRPr sz="3600" b="1" i="0" kern="1200">
          <a:solidFill>
            <a:schemeClr val="bg1"/>
          </a:solidFill>
          <a:latin typeface="EYInterstate Regular" panose="02000503020000020004" pitchFamily="2" charset="0"/>
          <a:ea typeface="+mj-ea"/>
          <a:cs typeface="Arial" pitchFamily="34" charset="0"/>
        </a:defRPr>
      </a:lvl1pPr>
    </p:titleStyle>
    <p:bodyStyle>
      <a:lvl1pPr marL="252000" indent="-252000" algn="l" defTabSz="914400" rtl="0" eaLnBrk="1" latinLnBrk="0" hangingPunct="1">
        <a:spcBef>
          <a:spcPts val="400"/>
        </a:spcBef>
        <a:spcAft>
          <a:spcPts val="400"/>
        </a:spcAft>
        <a:buClr>
          <a:schemeClr val="tx2"/>
        </a:buClr>
        <a:buSzPct val="100000"/>
        <a:buFont typeface="Wingdings" pitchFamily="2" charset="2"/>
        <a:buChar char="§"/>
        <a:defRPr sz="2000" kern="1200">
          <a:solidFill>
            <a:schemeClr val="bg1"/>
          </a:solidFill>
          <a:latin typeface="+mn-lt"/>
          <a:ea typeface="+mn-ea"/>
          <a:cs typeface="+mn-cs"/>
        </a:defRPr>
      </a:lvl1pPr>
      <a:lvl2pPr marL="504000" indent="-252000" algn="l" defTabSz="914400" rtl="0" eaLnBrk="1" latinLnBrk="0" hangingPunct="1">
        <a:spcBef>
          <a:spcPts val="400"/>
        </a:spcBef>
        <a:spcAft>
          <a:spcPts val="400"/>
        </a:spcAft>
        <a:buClr>
          <a:schemeClr val="tx2"/>
        </a:buClr>
        <a:buSzPct val="100000"/>
        <a:buFont typeface="Wingdings" pitchFamily="2" charset="2"/>
        <a:buChar char="§"/>
        <a:defRPr sz="2000" kern="1200">
          <a:solidFill>
            <a:schemeClr val="bg1"/>
          </a:solidFill>
          <a:latin typeface="+mn-lt"/>
          <a:ea typeface="+mn-ea"/>
          <a:cs typeface="+mn-cs"/>
        </a:defRPr>
      </a:lvl2pPr>
      <a:lvl3pPr marL="756000" indent="-252000" algn="l" defTabSz="914400" rtl="0" eaLnBrk="1" latinLnBrk="0" hangingPunct="1">
        <a:spcBef>
          <a:spcPts val="0"/>
        </a:spcBef>
        <a:spcAft>
          <a:spcPts val="600"/>
        </a:spcAft>
        <a:buClr>
          <a:schemeClr val="tx2"/>
        </a:buClr>
        <a:buSzPct val="100000"/>
        <a:buFont typeface="Wingdings" pitchFamily="2" charset="2"/>
        <a:buChar char="§"/>
        <a:defRPr sz="1800" kern="1200">
          <a:solidFill>
            <a:schemeClr val="bg1"/>
          </a:solidFill>
          <a:latin typeface="+mn-lt"/>
          <a:ea typeface="+mn-ea"/>
          <a:cs typeface="+mn-cs"/>
        </a:defRPr>
      </a:lvl3pPr>
      <a:lvl4pPr marL="1008000" indent="-252000" algn="l" defTabSz="914400" rtl="0" eaLnBrk="1" latinLnBrk="0" hangingPunct="1">
        <a:spcBef>
          <a:spcPts val="0"/>
        </a:spcBef>
        <a:spcAft>
          <a:spcPts val="400"/>
        </a:spcAft>
        <a:buClr>
          <a:schemeClr val="tx2"/>
        </a:buClr>
        <a:buSzPct val="100000"/>
        <a:buFont typeface="Wingdings" pitchFamily="2" charset="2"/>
        <a:buChar char="§"/>
        <a:defRPr sz="1600" kern="1200">
          <a:solidFill>
            <a:schemeClr val="bg1"/>
          </a:solidFill>
          <a:latin typeface="+mn-lt"/>
          <a:ea typeface="+mn-ea"/>
          <a:cs typeface="+mn-cs"/>
        </a:defRPr>
      </a:lvl4pPr>
      <a:lvl5pPr marL="1260000" indent="-252000" algn="l" defTabSz="914400" rtl="0" eaLnBrk="1" latinLnBrk="0" hangingPunct="1">
        <a:spcBef>
          <a:spcPts val="0"/>
        </a:spcBef>
        <a:spcAft>
          <a:spcPts val="400"/>
        </a:spcAft>
        <a:buClr>
          <a:schemeClr val="tx2"/>
        </a:buClr>
        <a:buSzPct val="100000"/>
        <a:buFont typeface="Wingdings" pitchFamily="2" charset="2"/>
        <a:buChar char="§"/>
        <a:defRPr sz="1600" kern="1200">
          <a:solidFill>
            <a:schemeClr val="bg1"/>
          </a:solidFill>
          <a:latin typeface="+mn-lt"/>
          <a:ea typeface="+mn-ea"/>
          <a:cs typeface="+mn-cs"/>
        </a:defRPr>
      </a:lvl5pPr>
      <a:lvl6pPr marL="1512000" indent="-252000" algn="l" defTabSz="914400" rtl="0" eaLnBrk="1" latinLnBrk="0" hangingPunct="1">
        <a:spcBef>
          <a:spcPts val="0"/>
        </a:spcBef>
        <a:spcAft>
          <a:spcPts val="400"/>
        </a:spcAft>
        <a:buClr>
          <a:schemeClr val="tx2"/>
        </a:buClr>
        <a:buFont typeface="Wingdings" pitchFamily="2" charset="2"/>
        <a:buChar char="§"/>
        <a:tabLst/>
        <a:defRPr sz="1400" kern="1200">
          <a:solidFill>
            <a:schemeClr val="bg1"/>
          </a:solidFill>
          <a:latin typeface="+mn-lt"/>
          <a:ea typeface="+mn-ea"/>
          <a:cs typeface="+mn-cs"/>
        </a:defRPr>
      </a:lvl6pPr>
      <a:lvl7pPr marL="1764000" indent="-252000" algn="l" defTabSz="914400" rtl="0" eaLnBrk="1" latinLnBrk="0" hangingPunct="1">
        <a:spcBef>
          <a:spcPts val="0"/>
        </a:spcBef>
        <a:spcAft>
          <a:spcPts val="400"/>
        </a:spcAft>
        <a:buClr>
          <a:schemeClr val="tx2"/>
        </a:buClr>
        <a:buFont typeface="Wingdings" pitchFamily="2" charset="2"/>
        <a:buChar char="§"/>
        <a:tabLst/>
        <a:defRPr sz="1400" kern="1200">
          <a:solidFill>
            <a:schemeClr val="bg1"/>
          </a:solidFill>
          <a:latin typeface="+mn-lt"/>
          <a:ea typeface="+mn-ea"/>
          <a:cs typeface="+mn-cs"/>
        </a:defRPr>
      </a:lvl7pPr>
      <a:lvl8pPr marL="2016000" indent="-252000" algn="l" defTabSz="914400" rtl="0" eaLnBrk="1" latinLnBrk="0" hangingPunct="1">
        <a:spcBef>
          <a:spcPts val="0"/>
        </a:spcBef>
        <a:spcAft>
          <a:spcPts val="400"/>
        </a:spcAft>
        <a:buClr>
          <a:schemeClr val="tx2"/>
        </a:buClr>
        <a:buFont typeface="Wingdings" pitchFamily="2" charset="2"/>
        <a:buChar char="§"/>
        <a:tabLst/>
        <a:defRPr sz="1200" kern="1200">
          <a:solidFill>
            <a:schemeClr val="bg1"/>
          </a:solidFill>
          <a:latin typeface="+mn-lt"/>
          <a:ea typeface="+mn-ea"/>
          <a:cs typeface="+mn-cs"/>
        </a:defRPr>
      </a:lvl8pPr>
      <a:lvl9pPr marL="2268000" indent="-252000" algn="l" defTabSz="914400" rtl="0" eaLnBrk="1" latinLnBrk="0" hangingPunct="1">
        <a:spcBef>
          <a:spcPts val="0"/>
        </a:spcBef>
        <a:spcAft>
          <a:spcPts val="400"/>
        </a:spcAft>
        <a:buClr>
          <a:schemeClr val="tx2"/>
        </a:buClr>
        <a:buFont typeface="Wingdings" pitchFamily="2" charset="2"/>
        <a:buChar char="§"/>
        <a:tabLst/>
        <a:defRPr sz="1200" kern="1200">
          <a:solidFill>
            <a:schemeClr val="bg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02" userDrawn="1">
          <p15:clr>
            <a:srgbClr val="F26B43"/>
          </p15:clr>
        </p15:guide>
        <p15:guide id="2" pos="7378" userDrawn="1">
          <p15:clr>
            <a:srgbClr val="F26B43"/>
          </p15:clr>
        </p15:guide>
        <p15:guide id="48" orient="horz" pos="527" userDrawn="1">
          <p15:clr>
            <a:srgbClr val="F26B43"/>
          </p15:clr>
        </p15:guide>
        <p15:guide id="57" orient="horz" pos="890" userDrawn="1">
          <p15:clr>
            <a:srgbClr val="F26B43"/>
          </p15:clr>
        </p15:guide>
        <p15:guide id="78" orient="horz" pos="3816" userDrawn="1">
          <p15:clr>
            <a:srgbClr val="F26B43"/>
          </p15:clr>
        </p15:guide>
        <p15:guide id="79" orient="horz" pos="232"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85523" y="369888"/>
            <a:ext cx="11224347" cy="470898"/>
          </a:xfrm>
          <a:prstGeom prst="rect">
            <a:avLst/>
          </a:prstGeom>
        </p:spPr>
        <p:txBody>
          <a:bodyPr vert="horz" lIns="0" tIns="0" rIns="0" bIns="0" rtlCol="0" anchor="t" anchorCtr="0">
            <a:noAutofit/>
          </a:bodyPr>
          <a:lstStyle/>
          <a:p>
            <a:r>
              <a:rPr lang="en-GB"/>
              <a:t>Click to edit Master title style</a:t>
            </a:r>
          </a:p>
        </p:txBody>
      </p:sp>
      <p:sp>
        <p:nvSpPr>
          <p:cNvPr id="3" name="Text Placeholder 2"/>
          <p:cNvSpPr>
            <a:spLocks noGrp="1"/>
          </p:cNvSpPr>
          <p:nvPr>
            <p:ph type="body" idx="1"/>
          </p:nvPr>
        </p:nvSpPr>
        <p:spPr>
          <a:xfrm>
            <a:off x="485523" y="1411287"/>
            <a:ext cx="11224347" cy="4638675"/>
          </a:xfrm>
          <a:prstGeom prst="rect">
            <a:avLst/>
          </a:prstGeom>
        </p:spPr>
        <p:txBody>
          <a:bodyPr vert="horz" lIns="0" tIns="0" rIns="0" bIns="0" rtlCol="0" anchor="t" anchorCtr="0">
            <a:noAutofit/>
          </a:bodyPr>
          <a:lstStyle/>
          <a:p>
            <a:r>
              <a:rPr lang="en-US"/>
              <a:t>First level text style </a:t>
            </a:r>
            <a:r>
              <a:rPr lang="en-US" err="1"/>
              <a:t>EYInterstate</a:t>
            </a:r>
            <a:r>
              <a:rPr lang="en-US"/>
              <a:t> Light </a:t>
            </a:r>
            <a:r>
              <a:rPr lang="en-US" err="1"/>
              <a:t>20pt</a:t>
            </a:r>
            <a:endParaRPr lang="en-US"/>
          </a:p>
          <a:p>
            <a:pPr lvl="1"/>
            <a:r>
              <a:rPr lang="en-US"/>
              <a:t>Second level text style </a:t>
            </a:r>
            <a:r>
              <a:rPr lang="en-US" err="1"/>
              <a:t>EYInterstate</a:t>
            </a:r>
            <a:r>
              <a:rPr lang="en-US"/>
              <a:t> Light </a:t>
            </a:r>
            <a:r>
              <a:rPr lang="en-US" err="1"/>
              <a:t>20pt</a:t>
            </a:r>
            <a:endParaRPr lang="en-US"/>
          </a:p>
          <a:p>
            <a:pPr lvl="2"/>
            <a:r>
              <a:rPr lang="en-US"/>
              <a:t>Third level text style </a:t>
            </a:r>
            <a:r>
              <a:rPr lang="en-US" err="1"/>
              <a:t>EYInterstate</a:t>
            </a:r>
            <a:r>
              <a:rPr lang="en-US"/>
              <a:t> Light </a:t>
            </a:r>
            <a:r>
              <a:rPr lang="en-US" err="1"/>
              <a:t>18pt</a:t>
            </a:r>
            <a:endParaRPr lang="en-US"/>
          </a:p>
          <a:p>
            <a:pPr lvl="3"/>
            <a:r>
              <a:rPr lang="en-US"/>
              <a:t>Fourth level text style </a:t>
            </a:r>
            <a:r>
              <a:rPr lang="en-US" err="1"/>
              <a:t>EYInterstate</a:t>
            </a:r>
            <a:r>
              <a:rPr lang="en-US"/>
              <a:t> Light </a:t>
            </a:r>
            <a:r>
              <a:rPr lang="en-US" err="1"/>
              <a:t>16pt</a:t>
            </a:r>
            <a:endParaRPr lang="en-US"/>
          </a:p>
          <a:p>
            <a:pPr lvl="4"/>
            <a:r>
              <a:rPr lang="en-US"/>
              <a:t>Fifth level text style </a:t>
            </a:r>
            <a:r>
              <a:rPr lang="en-US" err="1"/>
              <a:t>EYInterstate</a:t>
            </a:r>
            <a:r>
              <a:rPr lang="en-US"/>
              <a:t> Light </a:t>
            </a:r>
            <a:r>
              <a:rPr lang="en-US" err="1"/>
              <a:t>16pt</a:t>
            </a:r>
            <a:endParaRPr lang="en-US"/>
          </a:p>
          <a:p>
            <a:pPr lvl="5"/>
            <a:r>
              <a:rPr lang="en-US"/>
              <a:t>Sixth level text style </a:t>
            </a:r>
            <a:r>
              <a:rPr lang="en-US" err="1"/>
              <a:t>EYInterstate</a:t>
            </a:r>
            <a:r>
              <a:rPr lang="en-US"/>
              <a:t> Light </a:t>
            </a:r>
            <a:r>
              <a:rPr lang="en-US" err="1"/>
              <a:t>14pt</a:t>
            </a:r>
            <a:endParaRPr lang="en-US"/>
          </a:p>
          <a:p>
            <a:pPr lvl="6"/>
            <a:r>
              <a:rPr lang="en-US"/>
              <a:t>Seventh level text style </a:t>
            </a:r>
            <a:r>
              <a:rPr lang="en-US" err="1"/>
              <a:t>EYInterstate</a:t>
            </a:r>
            <a:r>
              <a:rPr lang="en-US"/>
              <a:t> Light </a:t>
            </a:r>
            <a:r>
              <a:rPr lang="en-US" err="1"/>
              <a:t>14pt</a:t>
            </a:r>
            <a:endParaRPr lang="en-US"/>
          </a:p>
          <a:p>
            <a:pPr lvl="7"/>
            <a:r>
              <a:rPr lang="en-US"/>
              <a:t>Eighth level text style </a:t>
            </a:r>
            <a:r>
              <a:rPr lang="en-US" err="1"/>
              <a:t>EYInterstate</a:t>
            </a:r>
            <a:r>
              <a:rPr lang="en-US"/>
              <a:t> Light </a:t>
            </a:r>
            <a:r>
              <a:rPr lang="en-US" err="1"/>
              <a:t>12pt</a:t>
            </a:r>
            <a:endParaRPr lang="en-US"/>
          </a:p>
          <a:p>
            <a:pPr lvl="8"/>
            <a:r>
              <a:rPr lang="en-US"/>
              <a:t>Nineth level text style </a:t>
            </a:r>
            <a:r>
              <a:rPr lang="en-US" err="1"/>
              <a:t>EYInterstate</a:t>
            </a:r>
            <a:r>
              <a:rPr lang="en-US"/>
              <a:t> Light </a:t>
            </a:r>
            <a:r>
              <a:rPr lang="en-US" err="1"/>
              <a:t>12pt</a:t>
            </a:r>
            <a:endParaRPr lang="en-US"/>
          </a:p>
        </p:txBody>
      </p:sp>
      <p:sp>
        <p:nvSpPr>
          <p:cNvPr id="12" name="Slide Number Placeholder">
            <a:extLst>
              <a:ext uri="{FF2B5EF4-FFF2-40B4-BE49-F238E27FC236}">
                <a16:creationId xmlns:a16="http://schemas.microsoft.com/office/drawing/2014/main" id="{ED74E7B3-73BA-6CBF-F361-5C4836CC1A2A}"/>
              </a:ext>
            </a:extLst>
          </p:cNvPr>
          <p:cNvSpPr>
            <a:spLocks noGrp="1"/>
          </p:cNvSpPr>
          <p:nvPr>
            <p:ph type="sldNum" sz="quarter" idx="4"/>
          </p:nvPr>
        </p:nvSpPr>
        <p:spPr>
          <a:xfrm>
            <a:off x="485747" y="6437115"/>
            <a:ext cx="509098" cy="123111"/>
          </a:xfrm>
          <a:prstGeom prst="rect">
            <a:avLst/>
          </a:prstGeom>
        </p:spPr>
        <p:txBody>
          <a:bodyPr vert="horz" lIns="0" tIns="0" rIns="0" bIns="0" rtlCol="0" anchor="t">
            <a:spAutoFit/>
          </a:bodyPr>
          <a:lstStyle>
            <a:lvl1pPr marL="0" algn="l" defTabSz="914400" rtl="0" eaLnBrk="1" latinLnBrk="0" hangingPunct="1">
              <a:defRPr lang="en-IN" sz="800" kern="1200" smtClean="0">
                <a:solidFill>
                  <a:schemeClr val="bg1"/>
                </a:solidFill>
                <a:latin typeface="+mn-lt"/>
                <a:ea typeface="+mn-ea"/>
                <a:cs typeface="+mn-cs"/>
              </a:defRPr>
            </a:lvl1pPr>
          </a:lstStyle>
          <a:p>
            <a:fld id="{F1BC30E3-FFE5-4B91-AA19-87A149EBB9EE}" type="slidenum">
              <a:rPr lang="en-GB" smtClean="0"/>
              <a:pPr/>
              <a:t>‹#›</a:t>
            </a:fld>
            <a:endParaRPr lang="en-GB"/>
          </a:p>
        </p:txBody>
      </p:sp>
      <p:sp>
        <p:nvSpPr>
          <p:cNvPr id="14" name="Date Placeholder">
            <a:extLst>
              <a:ext uri="{FF2B5EF4-FFF2-40B4-BE49-F238E27FC236}">
                <a16:creationId xmlns:a16="http://schemas.microsoft.com/office/drawing/2014/main" id="{F72B6F9D-B29D-E927-36D7-47D672109207}"/>
              </a:ext>
            </a:extLst>
          </p:cNvPr>
          <p:cNvSpPr>
            <a:spLocks noGrp="1"/>
          </p:cNvSpPr>
          <p:nvPr>
            <p:ph type="dt" sz="half" idx="2"/>
          </p:nvPr>
        </p:nvSpPr>
        <p:spPr>
          <a:xfrm>
            <a:off x="994845" y="6437115"/>
            <a:ext cx="1275686" cy="123111"/>
          </a:xfrm>
          <a:prstGeom prst="rect">
            <a:avLst/>
          </a:prstGeom>
        </p:spPr>
        <p:txBody>
          <a:bodyPr vert="horz" lIns="0" tIns="0" rIns="0" bIns="0" rtlCol="0" anchor="t">
            <a:spAutoFit/>
          </a:bodyPr>
          <a:lstStyle>
            <a:lvl1pPr marL="0" algn="l" defTabSz="914400" rtl="0" eaLnBrk="1" latinLnBrk="0" hangingPunct="1">
              <a:defRPr lang="en-IN" sz="800" kern="1200" smtClean="0">
                <a:solidFill>
                  <a:schemeClr val="bg1"/>
                </a:solidFill>
                <a:latin typeface="+mn-lt"/>
                <a:ea typeface="+mn-ea"/>
                <a:cs typeface="+mn-cs"/>
              </a:defRPr>
            </a:lvl1pPr>
          </a:lstStyle>
          <a:p>
            <a:fld id="{F469FFD4-50BB-45C9-BA18-28C9BFB1C3FF}" type="datetime3">
              <a:rPr lang="en-US" smtClean="0"/>
              <a:t>18 March 2026</a:t>
            </a:fld>
            <a:endParaRPr lang="en-US"/>
          </a:p>
        </p:txBody>
      </p:sp>
      <p:sp>
        <p:nvSpPr>
          <p:cNvPr id="15" name="Footer Placeholder">
            <a:extLst>
              <a:ext uri="{FF2B5EF4-FFF2-40B4-BE49-F238E27FC236}">
                <a16:creationId xmlns:a16="http://schemas.microsoft.com/office/drawing/2014/main" id="{F3C10C79-9BC5-0699-5C8C-F8347F46437D}"/>
              </a:ext>
            </a:extLst>
          </p:cNvPr>
          <p:cNvSpPr>
            <a:spLocks noGrp="1"/>
          </p:cNvSpPr>
          <p:nvPr>
            <p:ph type="ftr" sz="quarter" idx="3"/>
          </p:nvPr>
        </p:nvSpPr>
        <p:spPr>
          <a:xfrm>
            <a:off x="2270531" y="6437115"/>
            <a:ext cx="3825470" cy="123111"/>
          </a:xfrm>
          <a:prstGeom prst="rect">
            <a:avLst/>
          </a:prstGeom>
        </p:spPr>
        <p:txBody>
          <a:bodyPr vert="horz" lIns="0" tIns="0" rIns="0" bIns="0" rtlCol="0" anchor="t">
            <a:spAutoFit/>
          </a:bodyPr>
          <a:lstStyle>
            <a:lvl1pPr marL="0" algn="l" defTabSz="914400" rtl="0" eaLnBrk="1" latinLnBrk="0" hangingPunct="1">
              <a:defRPr lang="en-IN" sz="800" kern="1200" dirty="0">
                <a:solidFill>
                  <a:schemeClr val="bg1"/>
                </a:solidFill>
                <a:latin typeface="+mn-lt"/>
                <a:ea typeface="+mn-ea"/>
                <a:cs typeface="+mn-cs"/>
              </a:defRPr>
            </a:lvl1pPr>
          </a:lstStyle>
          <a:p>
            <a:r>
              <a:rPr lang="en-US"/>
              <a:t>Customer Experience</a:t>
            </a:r>
          </a:p>
        </p:txBody>
      </p:sp>
      <p:pic>
        <p:nvPicPr>
          <p:cNvPr id="4" name="Graphic 3">
            <a:extLst>
              <a:ext uri="{FF2B5EF4-FFF2-40B4-BE49-F238E27FC236}">
                <a16:creationId xmlns:a16="http://schemas.microsoft.com/office/drawing/2014/main" id="{B81D66A9-25A5-89D1-D64F-36C6C4F43AB7}"/>
              </a:ext>
            </a:extLst>
          </p:cNvPr>
          <p:cNvPicPr/>
          <p:nvPr userDrawn="1"/>
        </p:nvPicPr>
        <p:blipFill>
          <a:blip r:embed="rId34">
            <a:extLst>
              <a:ext uri="{96DAC541-7B7A-43D3-8B79-37D633B846F1}">
                <asvg:svgBlip xmlns:asvg="http://schemas.microsoft.com/office/drawing/2016/SVG/main" r:embed="rId35"/>
              </a:ext>
            </a:extLst>
          </a:blip>
          <a:stretch>
            <a:fillRect/>
          </a:stretch>
        </p:blipFill>
        <p:spPr>
          <a:xfrm>
            <a:off x="11089246" y="6289101"/>
            <a:ext cx="880813" cy="341755"/>
          </a:xfrm>
          <a:prstGeom prst="rect">
            <a:avLst/>
          </a:prstGeom>
        </p:spPr>
      </p:pic>
    </p:spTree>
    <p:extLst>
      <p:ext uri="{BB962C8B-B14F-4D97-AF65-F5344CB8AC3E}">
        <p14:creationId xmlns:p14="http://schemas.microsoft.com/office/powerpoint/2010/main" val="2569974109"/>
      </p:ext>
    </p:extLst>
  </p:cSld>
  <p:clrMap bg1="lt1" tx1="dk1" bg2="lt2" tx2="dk2" accent1="accent1" accent2="accent2" accent3="accent3" accent4="accent4" accent5="accent5" accent6="accent6" hlink="hlink" folHlink="folHlink"/>
  <p:sldLayoutIdLst>
    <p:sldLayoutId id="2147484210" r:id="rId1"/>
    <p:sldLayoutId id="2147484211" r:id="rId2"/>
    <p:sldLayoutId id="2147484212" r:id="rId3"/>
    <p:sldLayoutId id="2147484213" r:id="rId4"/>
    <p:sldLayoutId id="2147484214" r:id="rId5"/>
    <p:sldLayoutId id="2147484215" r:id="rId6"/>
    <p:sldLayoutId id="2147484216" r:id="rId7"/>
    <p:sldLayoutId id="2147484217" r:id="rId8"/>
    <p:sldLayoutId id="2147484218" r:id="rId9"/>
    <p:sldLayoutId id="2147484219" r:id="rId10"/>
    <p:sldLayoutId id="2147484220" r:id="rId11"/>
    <p:sldLayoutId id="2147484221" r:id="rId12"/>
    <p:sldLayoutId id="2147484222" r:id="rId13"/>
    <p:sldLayoutId id="2147484223" r:id="rId14"/>
    <p:sldLayoutId id="2147484224" r:id="rId15"/>
    <p:sldLayoutId id="2147484225" r:id="rId16"/>
    <p:sldLayoutId id="2147484226" r:id="rId17"/>
    <p:sldLayoutId id="2147484227" r:id="rId18"/>
    <p:sldLayoutId id="2147484228" r:id="rId19"/>
    <p:sldLayoutId id="2147484229" r:id="rId20"/>
    <p:sldLayoutId id="2147484230" r:id="rId21"/>
    <p:sldLayoutId id="2147484231" r:id="rId22"/>
    <p:sldLayoutId id="2147484232" r:id="rId23"/>
    <p:sldLayoutId id="2147484233" r:id="rId24"/>
    <p:sldLayoutId id="2147484234" r:id="rId25"/>
    <p:sldLayoutId id="2147484235" r:id="rId26"/>
    <p:sldLayoutId id="2147484265" r:id="rId27"/>
    <p:sldLayoutId id="2147484266" r:id="rId28"/>
    <p:sldLayoutId id="2147484267" r:id="rId29"/>
    <p:sldLayoutId id="2147484268" r:id="rId30"/>
    <p:sldLayoutId id="2147484269" r:id="rId31"/>
    <p:sldLayoutId id="2147484270" r:id="rId32"/>
  </p:sldLayoutIdLst>
  <p:hf hdr="0" dt="0"/>
  <p:txStyles>
    <p:titleStyle>
      <a:lvl1pPr algn="l" defTabSz="914400" rtl="0" eaLnBrk="1" latinLnBrk="0" hangingPunct="1">
        <a:lnSpc>
          <a:spcPct val="85000"/>
        </a:lnSpc>
        <a:spcBef>
          <a:spcPct val="0"/>
        </a:spcBef>
        <a:buNone/>
        <a:defRPr sz="3600" b="1" i="0" kern="1200">
          <a:solidFill>
            <a:schemeClr val="tx2"/>
          </a:solidFill>
          <a:latin typeface="EYInterstate Regular" panose="02000503020000020004" pitchFamily="2" charset="0"/>
          <a:ea typeface="+mj-ea"/>
          <a:cs typeface="Arial" pitchFamily="34" charset="0"/>
        </a:defRPr>
      </a:lvl1pPr>
    </p:titleStyle>
    <p:bodyStyle>
      <a:lvl1pPr marL="252000" indent="-252000" algn="l" defTabSz="914400" rtl="0" eaLnBrk="1" latinLnBrk="0" hangingPunct="1">
        <a:spcBef>
          <a:spcPts val="400"/>
        </a:spcBef>
        <a:spcAft>
          <a:spcPts val="400"/>
        </a:spcAft>
        <a:buClr>
          <a:schemeClr val="tx2"/>
        </a:buClr>
        <a:buSzPct val="100000"/>
        <a:buFont typeface="Wingdings" pitchFamily="2" charset="2"/>
        <a:buChar char="§"/>
        <a:defRPr sz="2000" kern="1200">
          <a:solidFill>
            <a:schemeClr val="bg1"/>
          </a:solidFill>
          <a:latin typeface="+mn-lt"/>
          <a:ea typeface="+mn-ea"/>
          <a:cs typeface="+mn-cs"/>
        </a:defRPr>
      </a:lvl1pPr>
      <a:lvl2pPr marL="504000" indent="-252000" algn="l" defTabSz="914400" rtl="0" eaLnBrk="1" latinLnBrk="0" hangingPunct="1">
        <a:spcBef>
          <a:spcPts val="400"/>
        </a:spcBef>
        <a:spcAft>
          <a:spcPts val="400"/>
        </a:spcAft>
        <a:buClr>
          <a:schemeClr val="tx2"/>
        </a:buClr>
        <a:buSzPct val="100000"/>
        <a:buFont typeface="Wingdings" pitchFamily="2" charset="2"/>
        <a:buChar char="§"/>
        <a:defRPr sz="2000" kern="1200">
          <a:solidFill>
            <a:schemeClr val="bg1"/>
          </a:solidFill>
          <a:latin typeface="+mn-lt"/>
          <a:ea typeface="+mn-ea"/>
          <a:cs typeface="+mn-cs"/>
        </a:defRPr>
      </a:lvl2pPr>
      <a:lvl3pPr marL="756000" indent="-252000" algn="l" defTabSz="914400" rtl="0" eaLnBrk="1" latinLnBrk="0" hangingPunct="1">
        <a:spcBef>
          <a:spcPts val="0"/>
        </a:spcBef>
        <a:spcAft>
          <a:spcPts val="600"/>
        </a:spcAft>
        <a:buClr>
          <a:schemeClr val="tx2"/>
        </a:buClr>
        <a:buSzPct val="100000"/>
        <a:buFont typeface="Wingdings" pitchFamily="2" charset="2"/>
        <a:buChar char="§"/>
        <a:defRPr sz="1800" kern="1200">
          <a:solidFill>
            <a:schemeClr val="bg1"/>
          </a:solidFill>
          <a:latin typeface="+mn-lt"/>
          <a:ea typeface="+mn-ea"/>
          <a:cs typeface="+mn-cs"/>
        </a:defRPr>
      </a:lvl3pPr>
      <a:lvl4pPr marL="1008000" indent="-252000" algn="l" defTabSz="914400" rtl="0" eaLnBrk="1" latinLnBrk="0" hangingPunct="1">
        <a:spcBef>
          <a:spcPts val="0"/>
        </a:spcBef>
        <a:spcAft>
          <a:spcPts val="400"/>
        </a:spcAft>
        <a:buClr>
          <a:schemeClr val="tx2"/>
        </a:buClr>
        <a:buSzPct val="100000"/>
        <a:buFont typeface="Wingdings" pitchFamily="2" charset="2"/>
        <a:buChar char="§"/>
        <a:defRPr sz="1600" kern="1200">
          <a:solidFill>
            <a:schemeClr val="bg1"/>
          </a:solidFill>
          <a:latin typeface="+mn-lt"/>
          <a:ea typeface="+mn-ea"/>
          <a:cs typeface="+mn-cs"/>
        </a:defRPr>
      </a:lvl4pPr>
      <a:lvl5pPr marL="1260000" indent="-252000" algn="l" defTabSz="914400" rtl="0" eaLnBrk="1" latinLnBrk="0" hangingPunct="1">
        <a:spcBef>
          <a:spcPts val="0"/>
        </a:spcBef>
        <a:spcAft>
          <a:spcPts val="400"/>
        </a:spcAft>
        <a:buClr>
          <a:schemeClr val="tx2"/>
        </a:buClr>
        <a:buSzPct val="100000"/>
        <a:buFont typeface="Wingdings" pitchFamily="2" charset="2"/>
        <a:buChar char="§"/>
        <a:defRPr sz="1600" kern="1200">
          <a:solidFill>
            <a:schemeClr val="bg1"/>
          </a:solidFill>
          <a:latin typeface="+mn-lt"/>
          <a:ea typeface="+mn-ea"/>
          <a:cs typeface="+mn-cs"/>
        </a:defRPr>
      </a:lvl5pPr>
      <a:lvl6pPr marL="1512000" indent="-252000" algn="l" defTabSz="914400" rtl="0" eaLnBrk="1" latinLnBrk="0" hangingPunct="1">
        <a:spcBef>
          <a:spcPts val="0"/>
        </a:spcBef>
        <a:spcAft>
          <a:spcPts val="400"/>
        </a:spcAft>
        <a:buClr>
          <a:schemeClr val="tx2"/>
        </a:buClr>
        <a:buFont typeface="Wingdings" pitchFamily="2" charset="2"/>
        <a:buChar char="§"/>
        <a:tabLst/>
        <a:defRPr sz="1400" kern="1200">
          <a:solidFill>
            <a:schemeClr val="bg1"/>
          </a:solidFill>
          <a:latin typeface="+mn-lt"/>
          <a:ea typeface="+mn-ea"/>
          <a:cs typeface="+mn-cs"/>
        </a:defRPr>
      </a:lvl6pPr>
      <a:lvl7pPr marL="1764000" indent="-252000" algn="l" defTabSz="914400" rtl="0" eaLnBrk="1" latinLnBrk="0" hangingPunct="1">
        <a:spcBef>
          <a:spcPts val="0"/>
        </a:spcBef>
        <a:spcAft>
          <a:spcPts val="400"/>
        </a:spcAft>
        <a:buClr>
          <a:schemeClr val="tx2"/>
        </a:buClr>
        <a:buFont typeface="Wingdings" pitchFamily="2" charset="2"/>
        <a:buChar char="§"/>
        <a:tabLst/>
        <a:defRPr sz="1400" kern="1200">
          <a:solidFill>
            <a:schemeClr val="bg1"/>
          </a:solidFill>
          <a:latin typeface="+mn-lt"/>
          <a:ea typeface="+mn-ea"/>
          <a:cs typeface="+mn-cs"/>
        </a:defRPr>
      </a:lvl7pPr>
      <a:lvl8pPr marL="2016000" indent="-252000" algn="l" defTabSz="914400" rtl="0" eaLnBrk="1" latinLnBrk="0" hangingPunct="1">
        <a:spcBef>
          <a:spcPts val="0"/>
        </a:spcBef>
        <a:spcAft>
          <a:spcPts val="400"/>
        </a:spcAft>
        <a:buClr>
          <a:schemeClr val="tx2"/>
        </a:buClr>
        <a:buFont typeface="Wingdings" pitchFamily="2" charset="2"/>
        <a:buChar char="§"/>
        <a:tabLst/>
        <a:defRPr sz="1200" kern="1200">
          <a:solidFill>
            <a:schemeClr val="bg1"/>
          </a:solidFill>
          <a:latin typeface="+mn-lt"/>
          <a:ea typeface="+mn-ea"/>
          <a:cs typeface="+mn-cs"/>
        </a:defRPr>
      </a:lvl8pPr>
      <a:lvl9pPr marL="2268000" indent="-252000" algn="l" defTabSz="914400" rtl="0" eaLnBrk="1" latinLnBrk="0" hangingPunct="1">
        <a:spcBef>
          <a:spcPts val="0"/>
        </a:spcBef>
        <a:spcAft>
          <a:spcPts val="400"/>
        </a:spcAft>
        <a:buClr>
          <a:schemeClr val="tx2"/>
        </a:buClr>
        <a:buFont typeface="Wingdings" pitchFamily="2" charset="2"/>
        <a:buChar char="§"/>
        <a:tabLst/>
        <a:defRPr sz="1200" kern="1200">
          <a:solidFill>
            <a:schemeClr val="bg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9" pos="7378">
          <p15:clr>
            <a:srgbClr val="F26B43"/>
          </p15:clr>
        </p15:guide>
        <p15:guide id="35" pos="302">
          <p15:clr>
            <a:srgbClr val="F26B43"/>
          </p15:clr>
        </p15:guide>
        <p15:guide id="36" orient="horz" pos="210">
          <p15:clr>
            <a:srgbClr val="F26B43"/>
          </p15:clr>
        </p15:guide>
        <p15:guide id="37" orient="horz" pos="527">
          <p15:clr>
            <a:srgbClr val="F26B43"/>
          </p15:clr>
        </p15:guide>
        <p15:guide id="38" orient="horz" pos="890">
          <p15:clr>
            <a:srgbClr val="F26B43"/>
          </p15:clr>
        </p15:guide>
        <p15:guide id="39" orient="horz" pos="3838">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2" name="Title Placeholder"/>
          <p:cNvSpPr>
            <a:spLocks noGrp="1"/>
          </p:cNvSpPr>
          <p:nvPr>
            <p:ph type="title"/>
          </p:nvPr>
        </p:nvSpPr>
        <p:spPr>
          <a:xfrm>
            <a:off x="485523" y="382588"/>
            <a:ext cx="11224347" cy="638175"/>
          </a:xfrm>
          <a:prstGeom prst="rect">
            <a:avLst/>
          </a:prstGeom>
        </p:spPr>
        <p:txBody>
          <a:bodyPr vert="horz" lIns="0" tIns="0" rIns="0" bIns="0" rtlCol="0" anchor="t" anchorCtr="0">
            <a:noAutofit/>
          </a:bodyPr>
          <a:lstStyle/>
          <a:p>
            <a:r>
              <a:rPr lang="en-GB"/>
              <a:t>Click to edit Master title style</a:t>
            </a:r>
          </a:p>
        </p:txBody>
      </p:sp>
      <p:sp>
        <p:nvSpPr>
          <p:cNvPr id="3" name="Text Placeholder"/>
          <p:cNvSpPr>
            <a:spLocks noGrp="1"/>
          </p:cNvSpPr>
          <p:nvPr>
            <p:ph type="body" idx="1"/>
          </p:nvPr>
        </p:nvSpPr>
        <p:spPr>
          <a:xfrm>
            <a:off x="485523" y="1411287"/>
            <a:ext cx="11224347" cy="4638675"/>
          </a:xfrm>
          <a:prstGeom prst="rect">
            <a:avLst/>
          </a:prstGeom>
        </p:spPr>
        <p:txBody>
          <a:bodyPr vert="horz" lIns="0" tIns="0" rIns="0" bIns="0" rtlCol="0" anchor="t" anchorCtr="0">
            <a:noAutofit/>
          </a:bodyPr>
          <a:lstStyle/>
          <a:p>
            <a:r>
              <a:rPr lang="en-US"/>
              <a:t>First level text style </a:t>
            </a:r>
            <a:r>
              <a:rPr lang="en-US" err="1"/>
              <a:t>EYInterstate</a:t>
            </a:r>
            <a:r>
              <a:rPr lang="en-US"/>
              <a:t> Light 16pt</a:t>
            </a:r>
          </a:p>
          <a:p>
            <a:pPr lvl="1"/>
            <a:r>
              <a:rPr lang="en-US"/>
              <a:t>Second level text style </a:t>
            </a:r>
            <a:r>
              <a:rPr lang="en-US" err="1"/>
              <a:t>EYInterstate</a:t>
            </a:r>
            <a:r>
              <a:rPr lang="en-US"/>
              <a:t> Light 16pt</a:t>
            </a:r>
          </a:p>
          <a:p>
            <a:pPr lvl="2"/>
            <a:r>
              <a:rPr lang="en-US"/>
              <a:t>Third level text style </a:t>
            </a:r>
            <a:r>
              <a:rPr lang="en-US" err="1"/>
              <a:t>EYInterstate</a:t>
            </a:r>
            <a:r>
              <a:rPr lang="en-US"/>
              <a:t> Light 14pt</a:t>
            </a:r>
          </a:p>
          <a:p>
            <a:pPr lvl="3"/>
            <a:r>
              <a:rPr lang="en-US"/>
              <a:t>Fourth level text style </a:t>
            </a:r>
            <a:r>
              <a:rPr lang="en-US" err="1"/>
              <a:t>EYInterstate</a:t>
            </a:r>
            <a:r>
              <a:rPr lang="en-US"/>
              <a:t> Light 14pt</a:t>
            </a:r>
          </a:p>
          <a:p>
            <a:pPr lvl="4"/>
            <a:r>
              <a:rPr lang="en-US"/>
              <a:t>Fifth level text style </a:t>
            </a:r>
            <a:r>
              <a:rPr lang="en-US" err="1"/>
              <a:t>EYInterstate</a:t>
            </a:r>
            <a:r>
              <a:rPr lang="en-US"/>
              <a:t> Light 12pt</a:t>
            </a:r>
          </a:p>
          <a:p>
            <a:pPr lvl="5"/>
            <a:r>
              <a:rPr lang="en-US"/>
              <a:t>Sixth level text style </a:t>
            </a:r>
            <a:r>
              <a:rPr lang="en-US" err="1"/>
              <a:t>EYInterstate</a:t>
            </a:r>
            <a:r>
              <a:rPr lang="en-US"/>
              <a:t> Light 12pt</a:t>
            </a:r>
          </a:p>
          <a:p>
            <a:pPr lvl="6"/>
            <a:r>
              <a:rPr lang="en-US"/>
              <a:t>Seventh level text style </a:t>
            </a:r>
            <a:r>
              <a:rPr lang="en-US" err="1"/>
              <a:t>EYInterstate</a:t>
            </a:r>
            <a:r>
              <a:rPr lang="en-US"/>
              <a:t> Light 11pt</a:t>
            </a:r>
          </a:p>
          <a:p>
            <a:pPr lvl="7"/>
            <a:r>
              <a:rPr lang="en-US"/>
              <a:t>Eighth level text style </a:t>
            </a:r>
            <a:r>
              <a:rPr lang="en-US" err="1"/>
              <a:t>EYInterstate</a:t>
            </a:r>
            <a:r>
              <a:rPr lang="en-US"/>
              <a:t> Light 10pt</a:t>
            </a:r>
          </a:p>
          <a:p>
            <a:pPr lvl="8"/>
            <a:r>
              <a:rPr lang="en-US"/>
              <a:t>Nineth level text style </a:t>
            </a:r>
            <a:r>
              <a:rPr lang="en-US" err="1"/>
              <a:t>EYInterstate</a:t>
            </a:r>
            <a:r>
              <a:rPr lang="en-US"/>
              <a:t> Light 20pt for key pull out text</a:t>
            </a:r>
          </a:p>
        </p:txBody>
      </p:sp>
      <p:sp>
        <p:nvSpPr>
          <p:cNvPr id="21" name="Slide Number Placeholder">
            <a:extLst>
              <a:ext uri="{FF2B5EF4-FFF2-40B4-BE49-F238E27FC236}">
                <a16:creationId xmlns:a16="http://schemas.microsoft.com/office/drawing/2014/main" id="{3B540F9A-D485-4BD0-B905-41F8A52593F8}"/>
              </a:ext>
            </a:extLst>
          </p:cNvPr>
          <p:cNvSpPr>
            <a:spLocks noGrp="1"/>
          </p:cNvSpPr>
          <p:nvPr>
            <p:ph type="sldNum" sz="quarter" idx="4"/>
          </p:nvPr>
        </p:nvSpPr>
        <p:spPr>
          <a:xfrm>
            <a:off x="485747" y="6437115"/>
            <a:ext cx="509098" cy="123111"/>
          </a:xfrm>
          <a:prstGeom prst="rect">
            <a:avLst/>
          </a:prstGeom>
        </p:spPr>
        <p:txBody>
          <a:bodyPr vert="horz" lIns="0" tIns="0" rIns="0" bIns="0" rtlCol="0" anchor="t">
            <a:noAutofit/>
          </a:bodyPr>
          <a:lstStyle>
            <a:lvl1pPr marL="0" algn="l" defTabSz="914400" rtl="0" eaLnBrk="1" latinLnBrk="0" hangingPunct="1">
              <a:defRPr lang="en-IN" sz="800" kern="1200" smtClean="0">
                <a:solidFill>
                  <a:schemeClr val="bg1"/>
                </a:solidFill>
                <a:latin typeface="+mn-lt"/>
                <a:ea typeface="+mn-ea"/>
                <a:cs typeface="+mn-cs"/>
              </a:defRPr>
            </a:lvl1pPr>
          </a:lstStyle>
          <a:p>
            <a:fld id="{F1BC30E3-FFE5-4B91-AA19-87A149EBB9EE}" type="slidenum">
              <a:rPr lang="en-GB" smtClean="0"/>
              <a:pPr/>
              <a:t>‹#›</a:t>
            </a:fld>
            <a:endParaRPr lang="en-GB"/>
          </a:p>
        </p:txBody>
      </p:sp>
      <p:sp>
        <p:nvSpPr>
          <p:cNvPr id="19" name="Date Placeholder">
            <a:extLst>
              <a:ext uri="{FF2B5EF4-FFF2-40B4-BE49-F238E27FC236}">
                <a16:creationId xmlns:a16="http://schemas.microsoft.com/office/drawing/2014/main" id="{600772EA-C6B0-4F5D-AA59-01C0858EFADB}"/>
              </a:ext>
            </a:extLst>
          </p:cNvPr>
          <p:cNvSpPr>
            <a:spLocks noGrp="1"/>
          </p:cNvSpPr>
          <p:nvPr>
            <p:ph type="dt" sz="half" idx="2"/>
          </p:nvPr>
        </p:nvSpPr>
        <p:spPr>
          <a:xfrm>
            <a:off x="994845" y="6437115"/>
            <a:ext cx="1275686" cy="123111"/>
          </a:xfrm>
          <a:prstGeom prst="rect">
            <a:avLst/>
          </a:prstGeom>
        </p:spPr>
        <p:txBody>
          <a:bodyPr vert="horz" lIns="0" tIns="0" rIns="0" bIns="0" rtlCol="0" anchor="t">
            <a:noAutofit/>
          </a:bodyPr>
          <a:lstStyle>
            <a:lvl1pPr marL="0" algn="l" defTabSz="914400" rtl="0" eaLnBrk="1" latinLnBrk="0" hangingPunct="1">
              <a:defRPr lang="en-IN" sz="800" kern="1200" smtClean="0">
                <a:solidFill>
                  <a:schemeClr val="bg1"/>
                </a:solidFill>
                <a:latin typeface="+mn-lt"/>
                <a:ea typeface="+mn-ea"/>
                <a:cs typeface="+mn-cs"/>
              </a:defRPr>
            </a:lvl1pPr>
          </a:lstStyle>
          <a:p>
            <a:fld id="{335AA592-D66C-4AC2-9339-63E686A91054}" type="datetime3">
              <a:rPr lang="en-US" smtClean="0"/>
              <a:t>18 March 2026</a:t>
            </a:fld>
            <a:endParaRPr lang="en-US"/>
          </a:p>
        </p:txBody>
      </p:sp>
      <p:sp>
        <p:nvSpPr>
          <p:cNvPr id="20" name="Footer Placeholder">
            <a:extLst>
              <a:ext uri="{FF2B5EF4-FFF2-40B4-BE49-F238E27FC236}">
                <a16:creationId xmlns:a16="http://schemas.microsoft.com/office/drawing/2014/main" id="{AC28FA70-87E4-49F4-AFDE-345AA28E0BE7}"/>
              </a:ext>
            </a:extLst>
          </p:cNvPr>
          <p:cNvSpPr>
            <a:spLocks noGrp="1"/>
          </p:cNvSpPr>
          <p:nvPr>
            <p:ph type="ftr" sz="quarter" idx="3"/>
          </p:nvPr>
        </p:nvSpPr>
        <p:spPr>
          <a:xfrm>
            <a:off x="2270531" y="6437115"/>
            <a:ext cx="3825470" cy="123111"/>
          </a:xfrm>
          <a:prstGeom prst="rect">
            <a:avLst/>
          </a:prstGeom>
        </p:spPr>
        <p:txBody>
          <a:bodyPr vert="horz" lIns="0" tIns="0" rIns="0" bIns="0" rtlCol="0" anchor="t">
            <a:noAutofit/>
          </a:bodyPr>
          <a:lstStyle>
            <a:lvl1pPr marL="0" algn="l" defTabSz="914400" rtl="0" eaLnBrk="1" latinLnBrk="0" hangingPunct="1">
              <a:defRPr lang="en-IN" sz="800" kern="1200" dirty="0">
                <a:solidFill>
                  <a:schemeClr val="bg1"/>
                </a:solidFill>
                <a:latin typeface="+mn-lt"/>
                <a:ea typeface="+mn-ea"/>
                <a:cs typeface="+mn-cs"/>
              </a:defRPr>
            </a:lvl1pPr>
          </a:lstStyle>
          <a:p>
            <a:r>
              <a:rPr lang="en-US"/>
              <a:t>Product &amp; Service Innovation</a:t>
            </a:r>
          </a:p>
        </p:txBody>
      </p:sp>
      <p:grpSp>
        <p:nvGrpSpPr>
          <p:cNvPr id="24" name="Column guide" hidden="1">
            <a:extLst>
              <a:ext uri="{FF2B5EF4-FFF2-40B4-BE49-F238E27FC236}">
                <a16:creationId xmlns:a16="http://schemas.microsoft.com/office/drawing/2014/main" id="{52221142-DBEE-B0D4-13FE-710497AFEF5B}"/>
              </a:ext>
            </a:extLst>
          </p:cNvPr>
          <p:cNvGrpSpPr/>
          <p:nvPr userDrawn="1"/>
        </p:nvGrpSpPr>
        <p:grpSpPr>
          <a:xfrm>
            <a:off x="479425" y="8768"/>
            <a:ext cx="11233150" cy="6849231"/>
            <a:chOff x="479425" y="8768"/>
            <a:chExt cx="11233150" cy="6849231"/>
          </a:xfrm>
        </p:grpSpPr>
        <p:sp>
          <p:nvSpPr>
            <p:cNvPr id="4" name="Rectangle 3">
              <a:extLst>
                <a:ext uri="{FF2B5EF4-FFF2-40B4-BE49-F238E27FC236}">
                  <a16:creationId xmlns:a16="http://schemas.microsoft.com/office/drawing/2014/main" id="{3A128150-38BB-4AB8-3DE4-1E4568078519}"/>
                </a:ext>
              </a:extLst>
            </p:cNvPr>
            <p:cNvSpPr/>
            <p:nvPr userDrawn="1"/>
          </p:nvSpPr>
          <p:spPr>
            <a:xfrm>
              <a:off x="479425" y="8768"/>
              <a:ext cx="774719" cy="6849231"/>
            </a:xfrm>
            <a:prstGeom prst="rect">
              <a:avLst/>
            </a:prstGeom>
            <a:solidFill>
              <a:srgbClr val="FF00FF">
                <a:alpha val="50000"/>
              </a:srgbClr>
            </a:solidFill>
            <a:ln w="12700">
              <a:noFill/>
              <a:miter lim="800000"/>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t" anchorCtr="0"/>
            <a:lstStyle/>
            <a:p>
              <a:pPr marL="252000" indent="-252000" algn="l">
                <a:lnSpc>
                  <a:spcPct val="90000"/>
                </a:lnSpc>
                <a:spcBef>
                  <a:spcPts val="400"/>
                </a:spcBef>
                <a:spcAft>
                  <a:spcPts val="400"/>
                </a:spcAft>
                <a:buClr>
                  <a:schemeClr val="tx2"/>
                </a:buClr>
                <a:buFont typeface="Wingdings" pitchFamily="2" charset="2"/>
                <a:buChar char="§"/>
              </a:pPr>
              <a:endParaRPr lang="en-GB" sz="2000" err="1">
                <a:solidFill>
                  <a:schemeClr val="tx1">
                    <a:alpha val="50000"/>
                  </a:schemeClr>
                </a:solidFill>
              </a:endParaRPr>
            </a:p>
          </p:txBody>
        </p:sp>
        <p:sp>
          <p:nvSpPr>
            <p:cNvPr id="5" name="Rectangle 4">
              <a:extLst>
                <a:ext uri="{FF2B5EF4-FFF2-40B4-BE49-F238E27FC236}">
                  <a16:creationId xmlns:a16="http://schemas.microsoft.com/office/drawing/2014/main" id="{09B937B4-DAD8-B8DD-66A9-9F643F6F5C3A}"/>
                </a:ext>
              </a:extLst>
            </p:cNvPr>
            <p:cNvSpPr/>
            <p:nvPr userDrawn="1"/>
          </p:nvSpPr>
          <p:spPr>
            <a:xfrm>
              <a:off x="1430191" y="8768"/>
              <a:ext cx="774719" cy="6849231"/>
            </a:xfrm>
            <a:prstGeom prst="rect">
              <a:avLst/>
            </a:prstGeom>
            <a:solidFill>
              <a:srgbClr val="FF00FF">
                <a:alpha val="50000"/>
              </a:srgbClr>
            </a:solidFill>
            <a:ln w="12700">
              <a:noFill/>
              <a:miter lim="800000"/>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t" anchorCtr="0"/>
            <a:lstStyle/>
            <a:p>
              <a:pPr marL="252000" indent="-252000" algn="l">
                <a:lnSpc>
                  <a:spcPct val="90000"/>
                </a:lnSpc>
                <a:spcBef>
                  <a:spcPts val="400"/>
                </a:spcBef>
                <a:spcAft>
                  <a:spcPts val="400"/>
                </a:spcAft>
                <a:buClr>
                  <a:schemeClr val="tx2"/>
                </a:buClr>
                <a:buFont typeface="Wingdings" pitchFamily="2" charset="2"/>
                <a:buChar char="§"/>
              </a:pPr>
              <a:endParaRPr lang="en-GB" sz="2000" err="1">
                <a:solidFill>
                  <a:schemeClr val="tx1">
                    <a:alpha val="50000"/>
                  </a:schemeClr>
                </a:solidFill>
              </a:endParaRPr>
            </a:p>
          </p:txBody>
        </p:sp>
        <p:sp>
          <p:nvSpPr>
            <p:cNvPr id="9" name="Rectangle 8">
              <a:extLst>
                <a:ext uri="{FF2B5EF4-FFF2-40B4-BE49-F238E27FC236}">
                  <a16:creationId xmlns:a16="http://schemas.microsoft.com/office/drawing/2014/main" id="{C6FC8442-ED90-A65C-F769-15107A791A1E}"/>
                </a:ext>
              </a:extLst>
            </p:cNvPr>
            <p:cNvSpPr/>
            <p:nvPr userDrawn="1"/>
          </p:nvSpPr>
          <p:spPr>
            <a:xfrm>
              <a:off x="2380957" y="8768"/>
              <a:ext cx="774719" cy="6849231"/>
            </a:xfrm>
            <a:prstGeom prst="rect">
              <a:avLst/>
            </a:prstGeom>
            <a:solidFill>
              <a:srgbClr val="FF00FF">
                <a:alpha val="50000"/>
              </a:srgbClr>
            </a:solidFill>
            <a:ln w="12700">
              <a:noFill/>
              <a:miter lim="800000"/>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t" anchorCtr="0"/>
            <a:lstStyle/>
            <a:p>
              <a:pPr marL="252000" indent="-252000" algn="l">
                <a:lnSpc>
                  <a:spcPct val="90000"/>
                </a:lnSpc>
                <a:spcBef>
                  <a:spcPts val="400"/>
                </a:spcBef>
                <a:spcAft>
                  <a:spcPts val="400"/>
                </a:spcAft>
                <a:buClr>
                  <a:schemeClr val="tx2"/>
                </a:buClr>
                <a:buFont typeface="Wingdings" pitchFamily="2" charset="2"/>
                <a:buChar char="§"/>
              </a:pPr>
              <a:endParaRPr lang="en-GB" sz="2000" err="1">
                <a:solidFill>
                  <a:schemeClr val="tx1">
                    <a:alpha val="50000"/>
                  </a:schemeClr>
                </a:solidFill>
              </a:endParaRPr>
            </a:p>
          </p:txBody>
        </p:sp>
        <p:sp>
          <p:nvSpPr>
            <p:cNvPr id="10" name="Rectangle 9">
              <a:extLst>
                <a:ext uri="{FF2B5EF4-FFF2-40B4-BE49-F238E27FC236}">
                  <a16:creationId xmlns:a16="http://schemas.microsoft.com/office/drawing/2014/main" id="{17B4E3E1-F8E3-A69F-33FD-A60E40C79916}"/>
                </a:ext>
              </a:extLst>
            </p:cNvPr>
            <p:cNvSpPr/>
            <p:nvPr userDrawn="1"/>
          </p:nvSpPr>
          <p:spPr>
            <a:xfrm>
              <a:off x="3331723" y="8768"/>
              <a:ext cx="774719" cy="6849231"/>
            </a:xfrm>
            <a:prstGeom prst="rect">
              <a:avLst/>
            </a:prstGeom>
            <a:solidFill>
              <a:srgbClr val="FF00FF">
                <a:alpha val="50000"/>
              </a:srgbClr>
            </a:solidFill>
            <a:ln w="12700">
              <a:noFill/>
              <a:miter lim="800000"/>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t" anchorCtr="0"/>
            <a:lstStyle/>
            <a:p>
              <a:pPr marL="252000" indent="-252000" algn="l">
                <a:lnSpc>
                  <a:spcPct val="90000"/>
                </a:lnSpc>
                <a:spcBef>
                  <a:spcPts val="400"/>
                </a:spcBef>
                <a:spcAft>
                  <a:spcPts val="400"/>
                </a:spcAft>
                <a:buClr>
                  <a:schemeClr val="tx2"/>
                </a:buClr>
                <a:buFont typeface="Wingdings" pitchFamily="2" charset="2"/>
                <a:buChar char="§"/>
              </a:pPr>
              <a:endParaRPr lang="en-GB" sz="2000" err="1">
                <a:solidFill>
                  <a:schemeClr val="tx1">
                    <a:alpha val="50000"/>
                  </a:schemeClr>
                </a:solidFill>
              </a:endParaRPr>
            </a:p>
          </p:txBody>
        </p:sp>
        <p:sp>
          <p:nvSpPr>
            <p:cNvPr id="11" name="Rectangle 10">
              <a:extLst>
                <a:ext uri="{FF2B5EF4-FFF2-40B4-BE49-F238E27FC236}">
                  <a16:creationId xmlns:a16="http://schemas.microsoft.com/office/drawing/2014/main" id="{D824680E-852D-CA42-3470-BE5DE276D94B}"/>
                </a:ext>
              </a:extLst>
            </p:cNvPr>
            <p:cNvSpPr/>
            <p:nvPr userDrawn="1"/>
          </p:nvSpPr>
          <p:spPr>
            <a:xfrm>
              <a:off x="4282488" y="8768"/>
              <a:ext cx="774719" cy="6849231"/>
            </a:xfrm>
            <a:prstGeom prst="rect">
              <a:avLst/>
            </a:prstGeom>
            <a:solidFill>
              <a:srgbClr val="FF00FF">
                <a:alpha val="50000"/>
              </a:srgbClr>
            </a:solidFill>
            <a:ln w="12700">
              <a:noFill/>
              <a:miter lim="800000"/>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t" anchorCtr="0"/>
            <a:lstStyle/>
            <a:p>
              <a:pPr marL="252000" indent="-252000" algn="l">
                <a:lnSpc>
                  <a:spcPct val="90000"/>
                </a:lnSpc>
                <a:spcBef>
                  <a:spcPts val="400"/>
                </a:spcBef>
                <a:spcAft>
                  <a:spcPts val="400"/>
                </a:spcAft>
                <a:buClr>
                  <a:schemeClr val="tx2"/>
                </a:buClr>
                <a:buFont typeface="Wingdings" pitchFamily="2" charset="2"/>
                <a:buChar char="§"/>
              </a:pPr>
              <a:endParaRPr lang="en-GB" sz="2000" err="1">
                <a:solidFill>
                  <a:schemeClr val="tx1">
                    <a:alpha val="50000"/>
                  </a:schemeClr>
                </a:solidFill>
              </a:endParaRPr>
            </a:p>
          </p:txBody>
        </p:sp>
        <p:sp>
          <p:nvSpPr>
            <p:cNvPr id="12" name="Rectangle 11">
              <a:extLst>
                <a:ext uri="{FF2B5EF4-FFF2-40B4-BE49-F238E27FC236}">
                  <a16:creationId xmlns:a16="http://schemas.microsoft.com/office/drawing/2014/main" id="{F8CFE601-257D-F048-97AE-C57FCD715729}"/>
                </a:ext>
              </a:extLst>
            </p:cNvPr>
            <p:cNvSpPr/>
            <p:nvPr userDrawn="1"/>
          </p:nvSpPr>
          <p:spPr>
            <a:xfrm>
              <a:off x="5233254" y="8768"/>
              <a:ext cx="774719" cy="6849231"/>
            </a:xfrm>
            <a:prstGeom prst="rect">
              <a:avLst/>
            </a:prstGeom>
            <a:solidFill>
              <a:srgbClr val="FF00FF">
                <a:alpha val="50000"/>
              </a:srgbClr>
            </a:solidFill>
            <a:ln w="12700">
              <a:noFill/>
              <a:miter lim="800000"/>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t" anchorCtr="0"/>
            <a:lstStyle/>
            <a:p>
              <a:pPr marL="252000" indent="-252000" algn="l">
                <a:lnSpc>
                  <a:spcPct val="90000"/>
                </a:lnSpc>
                <a:spcBef>
                  <a:spcPts val="400"/>
                </a:spcBef>
                <a:spcAft>
                  <a:spcPts val="400"/>
                </a:spcAft>
                <a:buClr>
                  <a:schemeClr val="tx2"/>
                </a:buClr>
                <a:buFont typeface="Wingdings" pitchFamily="2" charset="2"/>
                <a:buChar char="§"/>
              </a:pPr>
              <a:endParaRPr lang="en-GB" sz="2000" err="1">
                <a:solidFill>
                  <a:schemeClr val="tx1">
                    <a:alpha val="50000"/>
                  </a:schemeClr>
                </a:solidFill>
              </a:endParaRPr>
            </a:p>
          </p:txBody>
        </p:sp>
        <p:sp>
          <p:nvSpPr>
            <p:cNvPr id="14" name="Rectangle 13">
              <a:extLst>
                <a:ext uri="{FF2B5EF4-FFF2-40B4-BE49-F238E27FC236}">
                  <a16:creationId xmlns:a16="http://schemas.microsoft.com/office/drawing/2014/main" id="{24587D89-99F2-AD18-17ED-657EB510DD2F}"/>
                </a:ext>
              </a:extLst>
            </p:cNvPr>
            <p:cNvSpPr/>
            <p:nvPr userDrawn="1"/>
          </p:nvSpPr>
          <p:spPr>
            <a:xfrm>
              <a:off x="6184020" y="8768"/>
              <a:ext cx="774719" cy="6849231"/>
            </a:xfrm>
            <a:prstGeom prst="rect">
              <a:avLst/>
            </a:prstGeom>
            <a:solidFill>
              <a:srgbClr val="FF00FF">
                <a:alpha val="50000"/>
              </a:srgbClr>
            </a:solidFill>
            <a:ln w="12700">
              <a:noFill/>
              <a:miter lim="800000"/>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t" anchorCtr="0"/>
            <a:lstStyle/>
            <a:p>
              <a:pPr marL="252000" indent="-252000" algn="l">
                <a:lnSpc>
                  <a:spcPct val="90000"/>
                </a:lnSpc>
                <a:spcBef>
                  <a:spcPts val="400"/>
                </a:spcBef>
                <a:spcAft>
                  <a:spcPts val="400"/>
                </a:spcAft>
                <a:buClr>
                  <a:schemeClr val="tx2"/>
                </a:buClr>
                <a:buFont typeface="Wingdings" pitchFamily="2" charset="2"/>
                <a:buChar char="§"/>
              </a:pPr>
              <a:endParaRPr lang="en-GB" sz="2000" err="1">
                <a:solidFill>
                  <a:schemeClr val="tx1">
                    <a:alpha val="50000"/>
                  </a:schemeClr>
                </a:solidFill>
              </a:endParaRPr>
            </a:p>
          </p:txBody>
        </p:sp>
        <p:sp>
          <p:nvSpPr>
            <p:cNvPr id="15" name="Rectangle 14">
              <a:extLst>
                <a:ext uri="{FF2B5EF4-FFF2-40B4-BE49-F238E27FC236}">
                  <a16:creationId xmlns:a16="http://schemas.microsoft.com/office/drawing/2014/main" id="{9731D66B-A7B4-9EAB-E4D4-6933369A6827}"/>
                </a:ext>
              </a:extLst>
            </p:cNvPr>
            <p:cNvSpPr/>
            <p:nvPr userDrawn="1"/>
          </p:nvSpPr>
          <p:spPr>
            <a:xfrm>
              <a:off x="7134786" y="8768"/>
              <a:ext cx="774719" cy="6849231"/>
            </a:xfrm>
            <a:prstGeom prst="rect">
              <a:avLst/>
            </a:prstGeom>
            <a:solidFill>
              <a:srgbClr val="FF00FF">
                <a:alpha val="50000"/>
              </a:srgbClr>
            </a:solidFill>
            <a:ln w="12700">
              <a:noFill/>
              <a:miter lim="800000"/>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t" anchorCtr="0"/>
            <a:lstStyle/>
            <a:p>
              <a:pPr marL="252000" indent="-252000" algn="l">
                <a:lnSpc>
                  <a:spcPct val="90000"/>
                </a:lnSpc>
                <a:spcBef>
                  <a:spcPts val="400"/>
                </a:spcBef>
                <a:spcAft>
                  <a:spcPts val="400"/>
                </a:spcAft>
                <a:buClr>
                  <a:schemeClr val="tx2"/>
                </a:buClr>
                <a:buFont typeface="Wingdings" pitchFamily="2" charset="2"/>
                <a:buChar char="§"/>
              </a:pPr>
              <a:endParaRPr lang="en-GB" sz="2000" err="1">
                <a:solidFill>
                  <a:schemeClr val="tx1">
                    <a:alpha val="50000"/>
                  </a:schemeClr>
                </a:solidFill>
              </a:endParaRPr>
            </a:p>
          </p:txBody>
        </p:sp>
        <p:sp>
          <p:nvSpPr>
            <p:cNvPr id="16" name="Rectangle 15">
              <a:extLst>
                <a:ext uri="{FF2B5EF4-FFF2-40B4-BE49-F238E27FC236}">
                  <a16:creationId xmlns:a16="http://schemas.microsoft.com/office/drawing/2014/main" id="{94BB9BC4-F22B-1473-E881-3FC60A8D51E9}"/>
                </a:ext>
              </a:extLst>
            </p:cNvPr>
            <p:cNvSpPr/>
            <p:nvPr userDrawn="1"/>
          </p:nvSpPr>
          <p:spPr>
            <a:xfrm>
              <a:off x="8085552" y="8768"/>
              <a:ext cx="774719" cy="6849231"/>
            </a:xfrm>
            <a:prstGeom prst="rect">
              <a:avLst/>
            </a:prstGeom>
            <a:solidFill>
              <a:srgbClr val="FF00FF">
                <a:alpha val="50000"/>
              </a:srgbClr>
            </a:solidFill>
            <a:ln w="12700">
              <a:noFill/>
              <a:miter lim="800000"/>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t" anchorCtr="0"/>
            <a:lstStyle/>
            <a:p>
              <a:pPr marL="252000" indent="-252000" algn="l">
                <a:lnSpc>
                  <a:spcPct val="90000"/>
                </a:lnSpc>
                <a:spcBef>
                  <a:spcPts val="400"/>
                </a:spcBef>
                <a:spcAft>
                  <a:spcPts val="400"/>
                </a:spcAft>
                <a:buClr>
                  <a:schemeClr val="tx2"/>
                </a:buClr>
                <a:buFont typeface="Wingdings" pitchFamily="2" charset="2"/>
                <a:buChar char="§"/>
              </a:pPr>
              <a:endParaRPr lang="en-GB" sz="2000" err="1">
                <a:solidFill>
                  <a:schemeClr val="tx1">
                    <a:alpha val="50000"/>
                  </a:schemeClr>
                </a:solidFill>
              </a:endParaRPr>
            </a:p>
          </p:txBody>
        </p:sp>
        <p:sp>
          <p:nvSpPr>
            <p:cNvPr id="17" name="Rectangle 16">
              <a:extLst>
                <a:ext uri="{FF2B5EF4-FFF2-40B4-BE49-F238E27FC236}">
                  <a16:creationId xmlns:a16="http://schemas.microsoft.com/office/drawing/2014/main" id="{5EF650D5-DCD6-FDF7-10B4-47FE542B99F7}"/>
                </a:ext>
              </a:extLst>
            </p:cNvPr>
            <p:cNvSpPr/>
            <p:nvPr userDrawn="1"/>
          </p:nvSpPr>
          <p:spPr>
            <a:xfrm>
              <a:off x="9036318" y="8768"/>
              <a:ext cx="774719" cy="6849231"/>
            </a:xfrm>
            <a:prstGeom prst="rect">
              <a:avLst/>
            </a:prstGeom>
            <a:solidFill>
              <a:srgbClr val="FF00FF">
                <a:alpha val="50000"/>
              </a:srgbClr>
            </a:solidFill>
            <a:ln w="12700">
              <a:noFill/>
              <a:miter lim="800000"/>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t" anchorCtr="0"/>
            <a:lstStyle/>
            <a:p>
              <a:pPr marL="252000" indent="-252000" algn="l">
                <a:lnSpc>
                  <a:spcPct val="90000"/>
                </a:lnSpc>
                <a:spcBef>
                  <a:spcPts val="400"/>
                </a:spcBef>
                <a:spcAft>
                  <a:spcPts val="400"/>
                </a:spcAft>
                <a:buClr>
                  <a:schemeClr val="tx2"/>
                </a:buClr>
                <a:buFont typeface="Wingdings" pitchFamily="2" charset="2"/>
                <a:buChar char="§"/>
              </a:pPr>
              <a:endParaRPr lang="en-GB" sz="2000" err="1">
                <a:solidFill>
                  <a:schemeClr val="tx1">
                    <a:alpha val="50000"/>
                  </a:schemeClr>
                </a:solidFill>
              </a:endParaRPr>
            </a:p>
          </p:txBody>
        </p:sp>
        <p:sp>
          <p:nvSpPr>
            <p:cNvPr id="18" name="Rectangle 17">
              <a:extLst>
                <a:ext uri="{FF2B5EF4-FFF2-40B4-BE49-F238E27FC236}">
                  <a16:creationId xmlns:a16="http://schemas.microsoft.com/office/drawing/2014/main" id="{38F673B1-0A49-A310-E6D8-DABCAA41BA56}"/>
                </a:ext>
              </a:extLst>
            </p:cNvPr>
            <p:cNvSpPr/>
            <p:nvPr userDrawn="1"/>
          </p:nvSpPr>
          <p:spPr>
            <a:xfrm>
              <a:off x="9987084" y="8768"/>
              <a:ext cx="774719" cy="6849231"/>
            </a:xfrm>
            <a:prstGeom prst="rect">
              <a:avLst/>
            </a:prstGeom>
            <a:solidFill>
              <a:srgbClr val="FF00FF">
                <a:alpha val="50000"/>
              </a:srgbClr>
            </a:solidFill>
            <a:ln w="12700">
              <a:noFill/>
              <a:miter lim="800000"/>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t" anchorCtr="0"/>
            <a:lstStyle/>
            <a:p>
              <a:pPr marL="252000" indent="-252000" algn="l">
                <a:lnSpc>
                  <a:spcPct val="90000"/>
                </a:lnSpc>
                <a:spcBef>
                  <a:spcPts val="400"/>
                </a:spcBef>
                <a:spcAft>
                  <a:spcPts val="400"/>
                </a:spcAft>
                <a:buClr>
                  <a:schemeClr val="tx2"/>
                </a:buClr>
                <a:buFont typeface="Wingdings" pitchFamily="2" charset="2"/>
                <a:buChar char="§"/>
              </a:pPr>
              <a:endParaRPr lang="en-GB" sz="2000" err="1">
                <a:solidFill>
                  <a:schemeClr val="tx1">
                    <a:alpha val="50000"/>
                  </a:schemeClr>
                </a:solidFill>
              </a:endParaRPr>
            </a:p>
          </p:txBody>
        </p:sp>
        <p:sp>
          <p:nvSpPr>
            <p:cNvPr id="22" name="Rectangle 21">
              <a:extLst>
                <a:ext uri="{FF2B5EF4-FFF2-40B4-BE49-F238E27FC236}">
                  <a16:creationId xmlns:a16="http://schemas.microsoft.com/office/drawing/2014/main" id="{25E45A8C-3318-6381-E4F8-BCF4894986D7}"/>
                </a:ext>
              </a:extLst>
            </p:cNvPr>
            <p:cNvSpPr/>
            <p:nvPr userDrawn="1"/>
          </p:nvSpPr>
          <p:spPr>
            <a:xfrm>
              <a:off x="10937856" y="8768"/>
              <a:ext cx="774719" cy="6849231"/>
            </a:xfrm>
            <a:prstGeom prst="rect">
              <a:avLst/>
            </a:prstGeom>
            <a:solidFill>
              <a:srgbClr val="FF00FF">
                <a:alpha val="50000"/>
              </a:srgbClr>
            </a:solidFill>
            <a:ln w="12700">
              <a:noFill/>
              <a:miter lim="800000"/>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t" anchorCtr="0"/>
            <a:lstStyle/>
            <a:p>
              <a:pPr marL="252000" indent="-252000" algn="l">
                <a:lnSpc>
                  <a:spcPct val="90000"/>
                </a:lnSpc>
                <a:spcBef>
                  <a:spcPts val="400"/>
                </a:spcBef>
                <a:spcAft>
                  <a:spcPts val="400"/>
                </a:spcAft>
                <a:buClr>
                  <a:schemeClr val="tx2"/>
                </a:buClr>
                <a:buFont typeface="Wingdings" pitchFamily="2" charset="2"/>
                <a:buChar char="§"/>
              </a:pPr>
              <a:endParaRPr lang="en-GB" sz="2000" err="1">
                <a:solidFill>
                  <a:schemeClr val="tx1">
                    <a:alpha val="50000"/>
                  </a:schemeClr>
                </a:solidFill>
              </a:endParaRPr>
            </a:p>
          </p:txBody>
        </p:sp>
      </p:grpSp>
      <p:pic>
        <p:nvPicPr>
          <p:cNvPr id="25" name="Graphic 24">
            <a:extLst>
              <a:ext uri="{FF2B5EF4-FFF2-40B4-BE49-F238E27FC236}">
                <a16:creationId xmlns:a16="http://schemas.microsoft.com/office/drawing/2014/main" id="{A2D3B8D7-5BCA-9FC7-9881-6B190CB6190D}"/>
              </a:ext>
            </a:extLst>
          </p:cNvPr>
          <p:cNvPicPr>
            <a:picLocks noChangeAspect="1"/>
          </p:cNvPicPr>
          <p:nvPr userDrawn="1"/>
        </p:nvPicPr>
        <p:blipFill>
          <a:blip r:embed="rId25">
            <a:extLst>
              <a:ext uri="{96DAC541-7B7A-43D3-8B79-37D633B846F1}">
                <asvg:svgBlip xmlns:asvg="http://schemas.microsoft.com/office/drawing/2016/SVG/main" r:embed="rId26"/>
              </a:ext>
            </a:extLst>
          </a:blip>
          <a:stretch>
            <a:fillRect/>
          </a:stretch>
        </p:blipFill>
        <p:spPr>
          <a:xfrm>
            <a:off x="0" y="-746402"/>
            <a:ext cx="2191891" cy="521211"/>
          </a:xfrm>
          <a:prstGeom prst="rect">
            <a:avLst/>
          </a:prstGeom>
        </p:spPr>
      </p:pic>
      <p:pic>
        <p:nvPicPr>
          <p:cNvPr id="23" name="Graphic 22">
            <a:extLst>
              <a:ext uri="{FF2B5EF4-FFF2-40B4-BE49-F238E27FC236}">
                <a16:creationId xmlns:a16="http://schemas.microsoft.com/office/drawing/2014/main" id="{D9CDDA21-B72B-146A-A225-B0DCE85885B4}"/>
              </a:ext>
            </a:extLst>
          </p:cNvPr>
          <p:cNvPicPr/>
          <p:nvPr userDrawn="1"/>
        </p:nvPicPr>
        <p:blipFill>
          <a:blip r:embed="rId27">
            <a:extLst>
              <a:ext uri="{96DAC541-7B7A-43D3-8B79-37D633B846F1}">
                <asvg:svgBlip xmlns:asvg="http://schemas.microsoft.com/office/drawing/2016/SVG/main" r:embed="rId28"/>
              </a:ext>
            </a:extLst>
          </a:blip>
          <a:stretch>
            <a:fillRect/>
          </a:stretch>
        </p:blipFill>
        <p:spPr>
          <a:xfrm>
            <a:off x="11089246" y="6289101"/>
            <a:ext cx="880813" cy="341755"/>
          </a:xfrm>
          <a:prstGeom prst="rect">
            <a:avLst/>
          </a:prstGeom>
        </p:spPr>
      </p:pic>
    </p:spTree>
    <p:extLst>
      <p:ext uri="{BB962C8B-B14F-4D97-AF65-F5344CB8AC3E}">
        <p14:creationId xmlns:p14="http://schemas.microsoft.com/office/powerpoint/2010/main" val="2032075156"/>
      </p:ext>
    </p:extLst>
  </p:cSld>
  <p:clrMap bg1="lt1" tx1="dk1" bg2="lt2" tx2="dk2" accent1="accent1" accent2="accent2" accent3="accent3" accent4="accent4" accent5="accent5" accent6="accent6" hlink="hlink" folHlink="folHlink"/>
  <p:sldLayoutIdLst>
    <p:sldLayoutId id="2147484242" r:id="rId1"/>
    <p:sldLayoutId id="2147484243" r:id="rId2"/>
    <p:sldLayoutId id="2147484244" r:id="rId3"/>
    <p:sldLayoutId id="2147484245" r:id="rId4"/>
    <p:sldLayoutId id="2147484246" r:id="rId5"/>
    <p:sldLayoutId id="2147484247" r:id="rId6"/>
    <p:sldLayoutId id="2147484248" r:id="rId7"/>
    <p:sldLayoutId id="2147484249" r:id="rId8"/>
    <p:sldLayoutId id="2147484250" r:id="rId9"/>
    <p:sldLayoutId id="2147484251" r:id="rId10"/>
    <p:sldLayoutId id="2147484252" r:id="rId11"/>
    <p:sldLayoutId id="2147484253" r:id="rId12"/>
    <p:sldLayoutId id="2147484254" r:id="rId13"/>
    <p:sldLayoutId id="2147484255" r:id="rId14"/>
    <p:sldLayoutId id="2147484256" r:id="rId15"/>
    <p:sldLayoutId id="2147484257" r:id="rId16"/>
    <p:sldLayoutId id="2147484258" r:id="rId17"/>
    <p:sldLayoutId id="2147484259" r:id="rId18"/>
    <p:sldLayoutId id="2147484260" r:id="rId19"/>
    <p:sldLayoutId id="2147484261" r:id="rId20"/>
    <p:sldLayoutId id="2147484262" r:id="rId21"/>
    <p:sldLayoutId id="2147484263" r:id="rId22"/>
    <p:sldLayoutId id="2147484264" r:id="rId23"/>
  </p:sldLayoutIdLst>
  <p:hf hdr="0" dt="0"/>
  <p:txStyles>
    <p:titleStyle>
      <a:lvl1pPr algn="l" defTabSz="914400" rtl="0" eaLnBrk="1" latinLnBrk="0" hangingPunct="1">
        <a:lnSpc>
          <a:spcPct val="85000"/>
        </a:lnSpc>
        <a:spcBef>
          <a:spcPct val="0"/>
        </a:spcBef>
        <a:buNone/>
        <a:defRPr sz="2800" b="0" i="0" kern="1200">
          <a:solidFill>
            <a:schemeClr val="bg1"/>
          </a:solidFill>
          <a:latin typeface="EYInterstate Regular" panose="02000503020000020004" pitchFamily="2" charset="0"/>
          <a:ea typeface="+mj-ea"/>
          <a:cs typeface="Arial" pitchFamily="34" charset="0"/>
        </a:defRPr>
      </a:lvl1pPr>
    </p:titleStyle>
    <p:bodyStyle>
      <a:lvl1pPr marL="252000" indent="-252000" algn="l" defTabSz="914400" rtl="0" eaLnBrk="1" latinLnBrk="0" hangingPunct="1">
        <a:spcBef>
          <a:spcPts val="400"/>
        </a:spcBef>
        <a:spcAft>
          <a:spcPts val="400"/>
        </a:spcAft>
        <a:buClr>
          <a:schemeClr val="tx2"/>
        </a:buClr>
        <a:buSzPct val="100000"/>
        <a:buFont typeface="Wingdings" pitchFamily="2" charset="2"/>
        <a:buChar char="§"/>
        <a:defRPr sz="1600" kern="1200">
          <a:solidFill>
            <a:schemeClr val="bg1"/>
          </a:solidFill>
          <a:latin typeface="+mn-lt"/>
          <a:ea typeface="+mn-ea"/>
          <a:cs typeface="+mn-cs"/>
        </a:defRPr>
      </a:lvl1pPr>
      <a:lvl2pPr marL="504000" indent="-252000" algn="l" defTabSz="914400" rtl="0" eaLnBrk="1" latinLnBrk="0" hangingPunct="1">
        <a:spcBef>
          <a:spcPts val="400"/>
        </a:spcBef>
        <a:spcAft>
          <a:spcPts val="400"/>
        </a:spcAft>
        <a:buClr>
          <a:schemeClr val="tx2"/>
        </a:buClr>
        <a:buSzPct val="100000"/>
        <a:buFont typeface="Wingdings" pitchFamily="2" charset="2"/>
        <a:buChar char="§"/>
        <a:defRPr sz="1600" kern="1200">
          <a:solidFill>
            <a:schemeClr val="bg1"/>
          </a:solidFill>
          <a:latin typeface="+mn-lt"/>
          <a:ea typeface="+mn-ea"/>
          <a:cs typeface="+mn-cs"/>
        </a:defRPr>
      </a:lvl2pPr>
      <a:lvl3pPr marL="756000" indent="-252000" algn="l" defTabSz="914400" rtl="0" eaLnBrk="1" latinLnBrk="0" hangingPunct="1">
        <a:spcBef>
          <a:spcPts val="0"/>
        </a:spcBef>
        <a:spcAft>
          <a:spcPts val="600"/>
        </a:spcAft>
        <a:buClr>
          <a:schemeClr val="tx2"/>
        </a:buClr>
        <a:buSzPct val="100000"/>
        <a:buFont typeface="Wingdings" pitchFamily="2" charset="2"/>
        <a:buChar char="§"/>
        <a:defRPr sz="1400" kern="1200">
          <a:solidFill>
            <a:schemeClr val="bg1"/>
          </a:solidFill>
          <a:latin typeface="+mn-lt"/>
          <a:ea typeface="+mn-ea"/>
          <a:cs typeface="+mn-cs"/>
        </a:defRPr>
      </a:lvl3pPr>
      <a:lvl4pPr marL="1008000" indent="-252000" algn="l" defTabSz="914400" rtl="0" eaLnBrk="1" latinLnBrk="0" hangingPunct="1">
        <a:spcBef>
          <a:spcPts val="0"/>
        </a:spcBef>
        <a:spcAft>
          <a:spcPts val="400"/>
        </a:spcAft>
        <a:buClr>
          <a:schemeClr val="tx2"/>
        </a:buClr>
        <a:buSzPct val="100000"/>
        <a:buFont typeface="Wingdings" pitchFamily="2" charset="2"/>
        <a:buChar char="§"/>
        <a:defRPr sz="1200" kern="1200">
          <a:solidFill>
            <a:schemeClr val="bg1"/>
          </a:solidFill>
          <a:latin typeface="+mn-lt"/>
          <a:ea typeface="+mn-ea"/>
          <a:cs typeface="+mn-cs"/>
        </a:defRPr>
      </a:lvl4pPr>
      <a:lvl5pPr marL="1260000" indent="-252000" algn="l" defTabSz="914400" rtl="0" eaLnBrk="1" latinLnBrk="0" hangingPunct="1">
        <a:spcBef>
          <a:spcPts val="0"/>
        </a:spcBef>
        <a:spcAft>
          <a:spcPts val="400"/>
        </a:spcAft>
        <a:buClr>
          <a:schemeClr val="tx2"/>
        </a:buClr>
        <a:buSzPct val="100000"/>
        <a:buFont typeface="Wingdings" pitchFamily="2" charset="2"/>
        <a:buChar char="§"/>
        <a:defRPr sz="1200" kern="1200">
          <a:solidFill>
            <a:schemeClr val="bg1"/>
          </a:solidFill>
          <a:latin typeface="+mn-lt"/>
          <a:ea typeface="+mn-ea"/>
          <a:cs typeface="+mn-cs"/>
        </a:defRPr>
      </a:lvl5pPr>
      <a:lvl6pPr marL="1512000" indent="-252000" algn="l" defTabSz="914400" rtl="0" eaLnBrk="1" latinLnBrk="0" hangingPunct="1">
        <a:spcBef>
          <a:spcPts val="0"/>
        </a:spcBef>
        <a:spcAft>
          <a:spcPts val="400"/>
        </a:spcAft>
        <a:buClr>
          <a:schemeClr val="tx2"/>
        </a:buClr>
        <a:buFont typeface="Wingdings" pitchFamily="2" charset="2"/>
        <a:buChar char="§"/>
        <a:tabLst/>
        <a:defRPr sz="1100" kern="1200">
          <a:solidFill>
            <a:schemeClr val="bg1"/>
          </a:solidFill>
          <a:latin typeface="+mn-lt"/>
          <a:ea typeface="+mn-ea"/>
          <a:cs typeface="+mn-cs"/>
        </a:defRPr>
      </a:lvl6pPr>
      <a:lvl7pPr marL="1764000" indent="-252000" algn="l" defTabSz="914400" rtl="0" eaLnBrk="1" latinLnBrk="0" hangingPunct="1">
        <a:spcBef>
          <a:spcPts val="0"/>
        </a:spcBef>
        <a:spcAft>
          <a:spcPts val="400"/>
        </a:spcAft>
        <a:buClr>
          <a:schemeClr val="tx2"/>
        </a:buClr>
        <a:buFont typeface="Wingdings" pitchFamily="2" charset="2"/>
        <a:buChar char="§"/>
        <a:tabLst/>
        <a:defRPr sz="1100" kern="1200">
          <a:solidFill>
            <a:schemeClr val="bg1"/>
          </a:solidFill>
          <a:latin typeface="+mn-lt"/>
          <a:ea typeface="+mn-ea"/>
          <a:cs typeface="+mn-cs"/>
        </a:defRPr>
      </a:lvl7pPr>
      <a:lvl8pPr marL="2016000" indent="-252000" algn="l" defTabSz="914400" rtl="0" eaLnBrk="1" latinLnBrk="0" hangingPunct="1">
        <a:spcBef>
          <a:spcPts val="0"/>
        </a:spcBef>
        <a:spcAft>
          <a:spcPts val="400"/>
        </a:spcAft>
        <a:buClr>
          <a:schemeClr val="tx2"/>
        </a:buClr>
        <a:buFont typeface="Wingdings" pitchFamily="2" charset="2"/>
        <a:buChar char="§"/>
        <a:tabLst/>
        <a:defRPr sz="1000" kern="1200">
          <a:solidFill>
            <a:schemeClr val="bg1"/>
          </a:solidFill>
          <a:latin typeface="+mn-lt"/>
          <a:ea typeface="+mn-ea"/>
          <a:cs typeface="+mn-cs"/>
        </a:defRPr>
      </a:lvl8pPr>
      <a:lvl9pPr marL="0" indent="0" algn="l" defTabSz="914400" rtl="0" eaLnBrk="1" latinLnBrk="0" hangingPunct="1">
        <a:spcBef>
          <a:spcPts val="1200"/>
        </a:spcBef>
        <a:spcAft>
          <a:spcPts val="1200"/>
        </a:spcAft>
        <a:buClr>
          <a:schemeClr val="tx2"/>
        </a:buClr>
        <a:buFont typeface="Wingdings" pitchFamily="2" charset="2"/>
        <a:buNone/>
        <a:tabLst/>
        <a:defRPr sz="20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43" pos="302">
          <p15:clr>
            <a:srgbClr val="F26B43"/>
          </p15:clr>
        </p15:guide>
        <p15:guide id="45" pos="7378">
          <p15:clr>
            <a:srgbClr val="F26B43"/>
          </p15:clr>
        </p15:guide>
        <p15:guide id="58" orient="horz" pos="663">
          <p15:clr>
            <a:srgbClr val="F26B43"/>
          </p15:clr>
        </p15:guide>
        <p15:guide id="59" orient="horz" pos="255">
          <p15:clr>
            <a:srgbClr val="F26B43"/>
          </p15:clr>
        </p15:guide>
        <p15:guide id="60" orient="horz" pos="890">
          <p15:clr>
            <a:srgbClr val="F26B43"/>
          </p15:clr>
        </p15:guide>
        <p15:guide id="61" orient="horz" pos="3838">
          <p15:clr>
            <a:srgbClr val="F26B43"/>
          </p15:clr>
        </p15:guide>
        <p15:guide id="62" pos="790">
          <p15:clr>
            <a:srgbClr val="F26B43"/>
          </p15:clr>
        </p15:guide>
        <p15:guide id="63" pos="900">
          <p15:clr>
            <a:srgbClr val="F26B43"/>
          </p15:clr>
        </p15:guide>
        <p15:guide id="64" pos="1388">
          <p15:clr>
            <a:srgbClr val="F26B43"/>
          </p15:clr>
        </p15:guide>
        <p15:guide id="65" pos="1498">
          <p15:clr>
            <a:srgbClr val="F26B43"/>
          </p15:clr>
        </p15:guide>
        <p15:guide id="66" pos="1985">
          <p15:clr>
            <a:srgbClr val="F26B43"/>
          </p15:clr>
        </p15:guide>
        <p15:guide id="67" pos="2099">
          <p15:clr>
            <a:srgbClr val="F26B43"/>
          </p15:clr>
        </p15:guide>
        <p15:guide id="68" pos="2585">
          <p15:clr>
            <a:srgbClr val="F26B43"/>
          </p15:clr>
        </p15:guide>
        <p15:guide id="69" pos="2696">
          <p15:clr>
            <a:srgbClr val="F26B43"/>
          </p15:clr>
        </p15:guide>
        <p15:guide id="70" pos="3184">
          <p15:clr>
            <a:srgbClr val="F26B43"/>
          </p15:clr>
        </p15:guide>
        <p15:guide id="71" pos="3296">
          <p15:clr>
            <a:srgbClr val="F26B43"/>
          </p15:clr>
        </p15:guide>
        <p15:guide id="72" pos="3784">
          <p15:clr>
            <a:srgbClr val="F26B43"/>
          </p15:clr>
        </p15:guide>
        <p15:guide id="73" pos="3893">
          <p15:clr>
            <a:srgbClr val="F26B43"/>
          </p15:clr>
        </p15:guide>
        <p15:guide id="74" pos="4383">
          <p15:clr>
            <a:srgbClr val="F26B43"/>
          </p15:clr>
        </p15:guide>
        <p15:guide id="75" pos="4493">
          <p15:clr>
            <a:srgbClr val="F26B43"/>
          </p15:clr>
        </p15:guide>
        <p15:guide id="76" pos="4982">
          <p15:clr>
            <a:srgbClr val="F26B43"/>
          </p15:clr>
        </p15:guide>
        <p15:guide id="77" pos="5092">
          <p15:clr>
            <a:srgbClr val="F26B43"/>
          </p15:clr>
        </p15:guide>
        <p15:guide id="78" pos="5582">
          <p15:clr>
            <a:srgbClr val="F26B43"/>
          </p15:clr>
        </p15:guide>
        <p15:guide id="79" pos="6178">
          <p15:clr>
            <a:srgbClr val="F26B43"/>
          </p15:clr>
        </p15:guide>
        <p15:guide id="80" pos="6289">
          <p15:clr>
            <a:srgbClr val="F26B43"/>
          </p15:clr>
        </p15:guide>
        <p15:guide id="81" pos="6777">
          <p15:clr>
            <a:srgbClr val="F26B43"/>
          </p15:clr>
        </p15:guide>
        <p15:guide id="82" pos="6889">
          <p15:clr>
            <a:srgbClr val="F26B43"/>
          </p15:clr>
        </p15:guide>
        <p15:guide id="83" pos="569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65.xml"/></Relationships>
</file>

<file path=ppt/slides/_rels/slide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hyperlink" Target="https://discovercontent.ey.net/sop21123rwgx8m29" TargetMode="External"/><Relationship Id="rId1" Type="http://schemas.openxmlformats.org/officeDocument/2006/relationships/slideLayout" Target="../slideLayouts/slideLayout82.xml"/><Relationship Id="rId6" Type="http://schemas.openxmlformats.org/officeDocument/2006/relationships/image" Target="../media/image26.svg"/><Relationship Id="rId5" Type="http://schemas.openxmlformats.org/officeDocument/2006/relationships/image" Target="../media/image25.png"/><Relationship Id="rId4" Type="http://schemas.openxmlformats.org/officeDocument/2006/relationships/image" Target="../media/image24.svg"/></Relationships>
</file>

<file path=ppt/slides/_rels/slide3.xml.rels><?xml version="1.0" encoding="UTF-8" standalone="yes"?>
<Relationships xmlns="http://schemas.openxmlformats.org/package/2006/relationships"><Relationship Id="rId8" Type="http://schemas.openxmlformats.org/officeDocument/2006/relationships/slide" Target="slide22.xml"/><Relationship Id="rId3" Type="http://schemas.openxmlformats.org/officeDocument/2006/relationships/image" Target="../media/image27.jpeg"/><Relationship Id="rId7" Type="http://schemas.openxmlformats.org/officeDocument/2006/relationships/slide" Target="slide15.xml"/><Relationship Id="rId2" Type="http://schemas.openxmlformats.org/officeDocument/2006/relationships/notesSlide" Target="../notesSlides/notesSlide1.xml"/><Relationship Id="rId1" Type="http://schemas.openxmlformats.org/officeDocument/2006/relationships/slideLayout" Target="../slideLayouts/slideLayout83.xml"/><Relationship Id="rId6" Type="http://schemas.openxmlformats.org/officeDocument/2006/relationships/slide" Target="slide4.xml"/><Relationship Id="rId5" Type="http://schemas.openxmlformats.org/officeDocument/2006/relationships/image" Target="../media/image29.jpeg"/><Relationship Id="rId4" Type="http://schemas.openxmlformats.org/officeDocument/2006/relationships/image" Target="../media/image28.jpe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7.jpeg"/><Relationship Id="rId1" Type="http://schemas.openxmlformats.org/officeDocument/2006/relationships/slideLayout" Target="../slideLayouts/slideLayout84.xml"/><Relationship Id="rId4" Type="http://schemas.openxmlformats.org/officeDocument/2006/relationships/image" Target="../media/image4.svg"/></Relationships>
</file>

<file path=ppt/slides/_rels/slide5.xml.rels><?xml version="1.0" encoding="UTF-8" standalone="yes"?>
<Relationships xmlns="http://schemas.openxmlformats.org/package/2006/relationships"><Relationship Id="rId8" Type="http://schemas.openxmlformats.org/officeDocument/2006/relationships/image" Target="../media/image36.jpeg"/><Relationship Id="rId13" Type="http://schemas.openxmlformats.org/officeDocument/2006/relationships/image" Target="../media/image41.jpeg"/><Relationship Id="rId18" Type="http://schemas.openxmlformats.org/officeDocument/2006/relationships/image" Target="../media/image46.jpeg"/><Relationship Id="rId3" Type="http://schemas.openxmlformats.org/officeDocument/2006/relationships/image" Target="../media/image31.svg"/><Relationship Id="rId7" Type="http://schemas.openxmlformats.org/officeDocument/2006/relationships/image" Target="../media/image35.jpeg"/><Relationship Id="rId12" Type="http://schemas.openxmlformats.org/officeDocument/2006/relationships/image" Target="../media/image40.jpeg"/><Relationship Id="rId17" Type="http://schemas.openxmlformats.org/officeDocument/2006/relationships/image" Target="../media/image45.jpeg"/><Relationship Id="rId2" Type="http://schemas.openxmlformats.org/officeDocument/2006/relationships/image" Target="../media/image30.png"/><Relationship Id="rId16" Type="http://schemas.openxmlformats.org/officeDocument/2006/relationships/image" Target="../media/image44.jpeg"/><Relationship Id="rId1" Type="http://schemas.openxmlformats.org/officeDocument/2006/relationships/slideLayout" Target="../slideLayouts/slideLayout85.xml"/><Relationship Id="rId6" Type="http://schemas.openxmlformats.org/officeDocument/2006/relationships/image" Target="../media/image34.jpeg"/><Relationship Id="rId11" Type="http://schemas.openxmlformats.org/officeDocument/2006/relationships/image" Target="../media/image39.jpeg"/><Relationship Id="rId5" Type="http://schemas.openxmlformats.org/officeDocument/2006/relationships/image" Target="../media/image33.jpeg"/><Relationship Id="rId15" Type="http://schemas.openxmlformats.org/officeDocument/2006/relationships/image" Target="../media/image43.jpeg"/><Relationship Id="rId10" Type="http://schemas.openxmlformats.org/officeDocument/2006/relationships/image" Target="../media/image38.jpeg"/><Relationship Id="rId19" Type="http://schemas.openxmlformats.org/officeDocument/2006/relationships/image" Target="../media/image47.jpeg"/><Relationship Id="rId4" Type="http://schemas.openxmlformats.org/officeDocument/2006/relationships/image" Target="../media/image32.jpeg"/><Relationship Id="rId9" Type="http://schemas.openxmlformats.org/officeDocument/2006/relationships/image" Target="../media/image37.jpeg"/><Relationship Id="rId14" Type="http://schemas.openxmlformats.org/officeDocument/2006/relationships/image" Target="../media/image42.jpeg"/></Relationships>
</file>

<file path=ppt/slides/_rels/slide6.xml.rels><?xml version="1.0" encoding="UTF-8" standalone="yes"?>
<Relationships xmlns="http://schemas.openxmlformats.org/package/2006/relationships"><Relationship Id="rId2" Type="http://schemas.openxmlformats.org/officeDocument/2006/relationships/image" Target="../media/image48.jpeg"/><Relationship Id="rId1" Type="http://schemas.openxmlformats.org/officeDocument/2006/relationships/slideLayout" Target="../slideLayouts/slideLayout8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5.xml"/></Relationships>
</file>

<file path=ppt/slides/_rels/slide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9.png"/><Relationship Id="rId1" Type="http://schemas.openxmlformats.org/officeDocument/2006/relationships/slideLayout" Target="../slideLayouts/slideLayout86.xml"/><Relationship Id="rId5" Type="http://schemas.openxmlformats.org/officeDocument/2006/relationships/image" Target="../media/image4.sv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51.svg"/><Relationship Id="rId2" Type="http://schemas.openxmlformats.org/officeDocument/2006/relationships/image" Target="../media/image50.png"/><Relationship Id="rId1" Type="http://schemas.openxmlformats.org/officeDocument/2006/relationships/slideLayout" Target="../slideLayouts/slideLayout85.xml"/></Relationships>
</file>

<file path=ppt/slides/_rels/slide10.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notesSlide" Target="../notesSlides/notesSlide3.xml"/><Relationship Id="rId1" Type="http://schemas.openxmlformats.org/officeDocument/2006/relationships/slideLayout" Target="../slideLayouts/slideLayout85.xml"/></Relationships>
</file>

<file path=ppt/slides/_rels/slide11.xml.rels><?xml version="1.0" encoding="UTF-8" standalone="yes"?>
<Relationships xmlns="http://schemas.openxmlformats.org/package/2006/relationships"><Relationship Id="rId2" Type="http://schemas.openxmlformats.org/officeDocument/2006/relationships/image" Target="../media/image53.jpeg"/><Relationship Id="rId1" Type="http://schemas.openxmlformats.org/officeDocument/2006/relationships/slideLayout" Target="../slideLayouts/slideLayout8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13.xml.rels><?xml version="1.0" encoding="UTF-8" standalone="yes"?>
<Relationships xmlns="http://schemas.openxmlformats.org/package/2006/relationships"><Relationship Id="rId3" Type="http://schemas.openxmlformats.org/officeDocument/2006/relationships/image" Target="../media/image55.svg"/><Relationship Id="rId2" Type="http://schemas.openxmlformats.org/officeDocument/2006/relationships/image" Target="../media/image54.png"/><Relationship Id="rId1" Type="http://schemas.openxmlformats.org/officeDocument/2006/relationships/slideLayout" Target="../slideLayouts/slideLayout85.xml"/></Relationships>
</file>

<file path=ppt/slides/_rels/slide14.xml.rels><?xml version="1.0" encoding="UTF-8" standalone="yes"?>
<Relationships xmlns="http://schemas.openxmlformats.org/package/2006/relationships"><Relationship Id="rId3" Type="http://schemas.openxmlformats.org/officeDocument/2006/relationships/image" Target="../media/image57.svg"/><Relationship Id="rId2" Type="http://schemas.openxmlformats.org/officeDocument/2006/relationships/image" Target="../media/image56.png"/><Relationship Id="rId1" Type="http://schemas.openxmlformats.org/officeDocument/2006/relationships/slideLayout" Target="../slideLayouts/slideLayout85.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8.jpeg"/><Relationship Id="rId1" Type="http://schemas.openxmlformats.org/officeDocument/2006/relationships/slideLayout" Target="../slideLayouts/slideLayout84.xml"/><Relationship Id="rId4" Type="http://schemas.openxmlformats.org/officeDocument/2006/relationships/image" Target="../media/image4.sv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9.jpeg"/><Relationship Id="rId1" Type="http://schemas.openxmlformats.org/officeDocument/2006/relationships/slideLayout" Target="../slideLayouts/slideLayout85.xml"/><Relationship Id="rId4" Type="http://schemas.openxmlformats.org/officeDocument/2006/relationships/image" Target="../media/image4.svg"/></Relationships>
</file>

<file path=ppt/slides/_rels/slide17.xml.rels><?xml version="1.0" encoding="UTF-8" standalone="yes"?>
<Relationships xmlns="http://schemas.openxmlformats.org/package/2006/relationships"><Relationship Id="rId3" Type="http://schemas.openxmlformats.org/officeDocument/2006/relationships/image" Target="../media/image61.jpeg"/><Relationship Id="rId2" Type="http://schemas.openxmlformats.org/officeDocument/2006/relationships/image" Target="../media/image60.jpeg"/><Relationship Id="rId1" Type="http://schemas.openxmlformats.org/officeDocument/2006/relationships/slideLayout" Target="../slideLayouts/slideLayout87.xml"/><Relationship Id="rId4" Type="http://schemas.openxmlformats.org/officeDocument/2006/relationships/image" Target="../media/image62.jpeg"/></Relationships>
</file>

<file path=ppt/slides/_rels/slide18.xml.rels><?xml version="1.0" encoding="UTF-8" standalone="yes"?>
<Relationships xmlns="http://schemas.openxmlformats.org/package/2006/relationships"><Relationship Id="rId2" Type="http://schemas.openxmlformats.org/officeDocument/2006/relationships/image" Target="../media/image63.gif"/><Relationship Id="rId1" Type="http://schemas.openxmlformats.org/officeDocument/2006/relationships/slideLayout" Target="../slideLayouts/slideLayout8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21.xml.rels><?xml version="1.0" encoding="UTF-8" standalone="yes"?>
<Relationships xmlns="http://schemas.openxmlformats.org/package/2006/relationships"><Relationship Id="rId8" Type="http://schemas.microsoft.com/office/2007/relationships/hdphoto" Target="../media/hdphoto4.wdp"/><Relationship Id="rId13" Type="http://schemas.openxmlformats.org/officeDocument/2006/relationships/image" Target="../media/image72.svg"/><Relationship Id="rId3" Type="http://schemas.openxmlformats.org/officeDocument/2006/relationships/image" Target="../media/image65.jpeg"/><Relationship Id="rId7" Type="http://schemas.microsoft.com/office/2007/relationships/hdphoto" Target="../media/hdphoto3.wdp"/><Relationship Id="rId12" Type="http://schemas.openxmlformats.org/officeDocument/2006/relationships/image" Target="../media/image71.png"/><Relationship Id="rId2" Type="http://schemas.openxmlformats.org/officeDocument/2006/relationships/image" Target="../media/image64.png"/><Relationship Id="rId16" Type="http://schemas.openxmlformats.org/officeDocument/2006/relationships/image" Target="../media/image75.png"/><Relationship Id="rId1" Type="http://schemas.openxmlformats.org/officeDocument/2006/relationships/slideLayout" Target="../slideLayouts/slideLayout85.xml"/><Relationship Id="rId6" Type="http://schemas.openxmlformats.org/officeDocument/2006/relationships/image" Target="../media/image67.png"/><Relationship Id="rId11" Type="http://schemas.openxmlformats.org/officeDocument/2006/relationships/image" Target="../media/image70.svg"/><Relationship Id="rId5" Type="http://schemas.microsoft.com/office/2007/relationships/hdphoto" Target="../media/hdphoto2.wdp"/><Relationship Id="rId15" Type="http://schemas.openxmlformats.org/officeDocument/2006/relationships/image" Target="../media/image74.svg"/><Relationship Id="rId10" Type="http://schemas.openxmlformats.org/officeDocument/2006/relationships/image" Target="../media/image69.png"/><Relationship Id="rId4" Type="http://schemas.openxmlformats.org/officeDocument/2006/relationships/image" Target="../media/image66.png"/><Relationship Id="rId9" Type="http://schemas.openxmlformats.org/officeDocument/2006/relationships/image" Target="../media/image68.jpeg"/><Relationship Id="rId14" Type="http://schemas.openxmlformats.org/officeDocument/2006/relationships/image" Target="../media/image73.png"/></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6.jpeg"/><Relationship Id="rId1" Type="http://schemas.openxmlformats.org/officeDocument/2006/relationships/slideLayout" Target="../slideLayouts/slideLayout84.xml"/><Relationship Id="rId4" Type="http://schemas.openxmlformats.org/officeDocument/2006/relationships/image" Target="../media/image4.svg"/></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7.jpeg"/><Relationship Id="rId1" Type="http://schemas.openxmlformats.org/officeDocument/2006/relationships/slideLayout" Target="../slideLayouts/slideLayout85.xml"/><Relationship Id="rId4" Type="http://schemas.openxmlformats.org/officeDocument/2006/relationships/image" Target="../media/image4.svg"/></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8.jpeg"/><Relationship Id="rId1" Type="http://schemas.openxmlformats.org/officeDocument/2006/relationships/slideLayout" Target="../slideLayouts/slideLayout85.xml"/><Relationship Id="rId4" Type="http://schemas.openxmlformats.org/officeDocument/2006/relationships/image" Target="../media/image4.svg"/></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9.jpeg"/><Relationship Id="rId1" Type="http://schemas.openxmlformats.org/officeDocument/2006/relationships/slideLayout" Target="../slideLayouts/slideLayout85.xml"/><Relationship Id="rId4" Type="http://schemas.openxmlformats.org/officeDocument/2006/relationships/image" Target="../media/image4.svg"/></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80.jpeg"/><Relationship Id="rId1" Type="http://schemas.openxmlformats.org/officeDocument/2006/relationships/slideLayout" Target="../slideLayouts/slideLayout85.xml"/><Relationship Id="rId4" Type="http://schemas.openxmlformats.org/officeDocument/2006/relationships/image" Target="../media/image4.svg"/></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81.jpeg"/><Relationship Id="rId1" Type="http://schemas.openxmlformats.org/officeDocument/2006/relationships/slideLayout" Target="../slideLayouts/slideLayout85.xml"/><Relationship Id="rId4" Type="http://schemas.openxmlformats.org/officeDocument/2006/relationships/image" Target="../media/image4.svg"/></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82.jpeg"/><Relationship Id="rId1" Type="http://schemas.openxmlformats.org/officeDocument/2006/relationships/slideLayout" Target="../slideLayouts/slideLayout85.xml"/><Relationship Id="rId4" Type="http://schemas.openxmlformats.org/officeDocument/2006/relationships/image" Target="../media/image4.svg"/></Relationships>
</file>

<file path=ppt/slides/_rels/slide29.xml.rels><?xml version="1.0" encoding="UTF-8" standalone="yes"?>
<Relationships xmlns="http://schemas.openxmlformats.org/package/2006/relationships"><Relationship Id="rId8" Type="http://schemas.openxmlformats.org/officeDocument/2006/relationships/image" Target="../media/image85.jpeg"/><Relationship Id="rId3" Type="http://schemas.openxmlformats.org/officeDocument/2006/relationships/hyperlink" Target="mailto:ross.maclean@uk.ey.com?subject=Global%20Customer%20Experience%20Solution" TargetMode="External"/><Relationship Id="rId7" Type="http://schemas.openxmlformats.org/officeDocument/2006/relationships/image" Target="../media/image84.svg"/><Relationship Id="rId2" Type="http://schemas.openxmlformats.org/officeDocument/2006/relationships/image" Target="../media/image83.jpg"/><Relationship Id="rId1" Type="http://schemas.openxmlformats.org/officeDocument/2006/relationships/slideLayout" Target="../slideLayouts/slideLayout92.xml"/><Relationship Id="rId6" Type="http://schemas.openxmlformats.org/officeDocument/2006/relationships/image" Target="../media/image20.png"/><Relationship Id="rId5" Type="http://schemas.openxmlformats.org/officeDocument/2006/relationships/hyperlink" Target="https://www.linkedin.com/in/duncanavis/" TargetMode="External"/><Relationship Id="rId4" Type="http://schemas.openxmlformats.org/officeDocument/2006/relationships/hyperlink" Target="mailto:Duncan.Avis@ey.com?subject=Americas%20Customer%20Experience%20Solution" TargetMode="External"/><Relationship Id="rId9" Type="http://schemas.openxmlformats.org/officeDocument/2006/relationships/hyperlink" Target="https://www.linkedin.com/in/ross-maclean/"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8075AA43-483C-C976-D80D-AC77033C5D19}"/>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28EF2145-DA34-325F-039E-093A828772A6}"/>
              </a:ext>
            </a:extLst>
          </p:cNvPr>
          <p:cNvSpPr>
            <a:spLocks noGrp="1"/>
          </p:cNvSpPr>
          <p:nvPr>
            <p:ph type="subTitle" idx="1"/>
          </p:nvPr>
        </p:nvSpPr>
        <p:spPr/>
        <p:txBody>
          <a:bodyPr/>
          <a:lstStyle/>
          <a:p>
            <a:r>
              <a:rPr lang="en-US" noProof="0"/>
              <a:t>Customer Experience solution narrative</a:t>
            </a:r>
          </a:p>
          <a:p>
            <a:endParaRPr lang="en-US" noProof="0"/>
          </a:p>
        </p:txBody>
      </p:sp>
      <p:sp>
        <p:nvSpPr>
          <p:cNvPr id="10" name="Title 9">
            <a:extLst>
              <a:ext uri="{FF2B5EF4-FFF2-40B4-BE49-F238E27FC236}">
                <a16:creationId xmlns:a16="http://schemas.microsoft.com/office/drawing/2014/main" id="{07DEA37E-2216-8275-FC82-C5F870E78341}"/>
              </a:ext>
            </a:extLst>
          </p:cNvPr>
          <p:cNvSpPr>
            <a:spLocks noGrp="1"/>
          </p:cNvSpPr>
          <p:nvPr>
            <p:ph type="title"/>
          </p:nvPr>
        </p:nvSpPr>
        <p:spPr>
          <a:xfrm>
            <a:off x="889763" y="2698751"/>
            <a:ext cx="4379822" cy="1654043"/>
          </a:xfrm>
        </p:spPr>
        <p:txBody>
          <a:bodyPr/>
          <a:lstStyle/>
          <a:p>
            <a:r>
              <a:rPr lang="en-US" sz="2800" noProof="0" dirty="0"/>
              <a:t>How Customer Experience rooted in empathy and purpose creates long-term value</a:t>
            </a:r>
          </a:p>
        </p:txBody>
      </p:sp>
      <p:sp>
        <p:nvSpPr>
          <p:cNvPr id="4" name="Text Placeholder 3">
            <a:extLst>
              <a:ext uri="{FF2B5EF4-FFF2-40B4-BE49-F238E27FC236}">
                <a16:creationId xmlns:a16="http://schemas.microsoft.com/office/drawing/2014/main" id="{BCED4CDA-C3BF-0F41-8C89-5FEA34CCA801}"/>
              </a:ext>
            </a:extLst>
          </p:cNvPr>
          <p:cNvSpPr>
            <a:spLocks noGrp="1"/>
          </p:cNvSpPr>
          <p:nvPr>
            <p:ph type="body" sz="quarter" idx="10"/>
          </p:nvPr>
        </p:nvSpPr>
        <p:spPr>
          <a:xfrm>
            <a:off x="889762" y="5047485"/>
            <a:ext cx="4906010" cy="595035"/>
          </a:xfrm>
        </p:spPr>
        <p:txBody>
          <a:bodyPr/>
          <a:lstStyle/>
          <a:p>
            <a:r>
              <a:rPr lang="en-US" noProof="0" dirty="0"/>
              <a:t>July 2025</a:t>
            </a:r>
          </a:p>
          <a:p>
            <a:endParaRPr lang="en-US" noProof="0" dirty="0"/>
          </a:p>
        </p:txBody>
      </p:sp>
    </p:spTree>
    <p:extLst>
      <p:ext uri="{BB962C8B-B14F-4D97-AF65-F5344CB8AC3E}">
        <p14:creationId xmlns:p14="http://schemas.microsoft.com/office/powerpoint/2010/main" val="25577120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2D9060EF-60BB-FC25-C4FA-F98FE59F5949}"/>
              </a:ext>
            </a:extLst>
          </p:cNvPr>
          <p:cNvSpPr>
            <a:spLocks noGrp="1"/>
          </p:cNvSpPr>
          <p:nvPr>
            <p:ph sz="quarter" idx="16"/>
          </p:nvPr>
        </p:nvSpPr>
        <p:spPr/>
        <p:txBody>
          <a:bodyPr/>
          <a:lstStyle/>
          <a:p>
            <a:r>
              <a:rPr lang="en-GB"/>
              <a:t>This deck is SCORE-approved and provides externally shareable content on the </a:t>
            </a:r>
            <a:r>
              <a:rPr lang="en-US">
                <a:solidFill>
                  <a:schemeClr val="tx2"/>
                </a:solidFill>
              </a:rPr>
              <a:t>Customer Experience</a:t>
            </a:r>
            <a:r>
              <a:rPr lang="en-GB"/>
              <a:t>. </a:t>
            </a:r>
            <a:r>
              <a:rPr lang="en-US"/>
              <a:t>If you need to edit this deck at all, then please remove the SCORE number on the last slide.</a:t>
            </a:r>
            <a:endParaRPr lang="en-GB"/>
          </a:p>
          <a:p>
            <a:r>
              <a:rPr lang="en-GB"/>
              <a:t>It describes the market context for </a:t>
            </a:r>
            <a:r>
              <a:rPr lang="en-US">
                <a:solidFill>
                  <a:schemeClr val="tx2"/>
                </a:solidFill>
              </a:rPr>
              <a:t>Customer Experience</a:t>
            </a:r>
            <a:r>
              <a:rPr lang="en-GB"/>
              <a:t>, our approach and key differentiators for EY in the marketplace. </a:t>
            </a:r>
          </a:p>
          <a:p>
            <a:r>
              <a:rPr lang="en-GB"/>
              <a:t>You can use the deck internally and externally. When sending externally, please remove this slide.</a:t>
            </a:r>
          </a:p>
          <a:p>
            <a:r>
              <a:rPr lang="en-GB"/>
              <a:t>You may choose to use the full deck or select specific slides to meet your needs.</a:t>
            </a:r>
          </a:p>
          <a:p>
            <a:endParaRPr lang="en-GB"/>
          </a:p>
        </p:txBody>
      </p:sp>
      <p:sp>
        <p:nvSpPr>
          <p:cNvPr id="29" name="Content Placeholder 24">
            <a:extLst>
              <a:ext uri="{FF2B5EF4-FFF2-40B4-BE49-F238E27FC236}">
                <a16:creationId xmlns:a16="http://schemas.microsoft.com/office/drawing/2014/main" id="{BDD63CDE-7812-88CB-A36E-6C1C3D06E385}"/>
              </a:ext>
            </a:extLst>
          </p:cNvPr>
          <p:cNvSpPr>
            <a:spLocks noGrp="1"/>
          </p:cNvSpPr>
          <p:nvPr>
            <p:ph sz="quarter" idx="15"/>
          </p:nvPr>
        </p:nvSpPr>
        <p:spPr/>
        <p:txBody>
          <a:bodyPr/>
          <a:lstStyle/>
          <a:p>
            <a:r>
              <a:rPr lang="en-US"/>
              <a:t>For additional pursuit materials, please visit: </a:t>
            </a:r>
          </a:p>
          <a:p>
            <a:endParaRPr lang="en-US"/>
          </a:p>
        </p:txBody>
      </p:sp>
      <p:sp>
        <p:nvSpPr>
          <p:cNvPr id="39" name="Slide Number Placeholder 38">
            <a:extLst>
              <a:ext uri="{FF2B5EF4-FFF2-40B4-BE49-F238E27FC236}">
                <a16:creationId xmlns:a16="http://schemas.microsoft.com/office/drawing/2014/main" id="{44DEB600-A2A1-7CDC-155E-6FCB78B9F01E}"/>
              </a:ext>
            </a:extLst>
          </p:cNvPr>
          <p:cNvSpPr>
            <a:spLocks noGrp="1"/>
          </p:cNvSpPr>
          <p:nvPr>
            <p:ph type="sldNum" sz="quarter" idx="12"/>
          </p:nvPr>
        </p:nvSpPr>
        <p:spPr/>
        <p:txBody>
          <a:bodyPr/>
          <a:lstStyle/>
          <a:p>
            <a:fld id="{94FCA0F3-9F3A-694B-99BB-0E592A797735}" type="slidenum">
              <a:rPr lang="en-US" noProof="0" smtClean="0"/>
              <a:t>2</a:t>
            </a:fld>
            <a:endParaRPr lang="en-US" noProof="0"/>
          </a:p>
        </p:txBody>
      </p:sp>
      <p:sp>
        <p:nvSpPr>
          <p:cNvPr id="38" name="Footer Placeholder 37">
            <a:extLst>
              <a:ext uri="{FF2B5EF4-FFF2-40B4-BE49-F238E27FC236}">
                <a16:creationId xmlns:a16="http://schemas.microsoft.com/office/drawing/2014/main" id="{F305A55D-8734-F47E-FC25-F83A2BB28DF6}"/>
              </a:ext>
            </a:extLst>
          </p:cNvPr>
          <p:cNvSpPr>
            <a:spLocks noGrp="1"/>
          </p:cNvSpPr>
          <p:nvPr>
            <p:ph type="ftr" sz="quarter" idx="11"/>
          </p:nvPr>
        </p:nvSpPr>
        <p:spPr/>
        <p:txBody>
          <a:bodyPr/>
          <a:lstStyle/>
          <a:p>
            <a:r>
              <a:rPr lang="en-US" noProof="0"/>
              <a:t>Customer Experience</a:t>
            </a:r>
          </a:p>
        </p:txBody>
      </p:sp>
      <p:sp>
        <p:nvSpPr>
          <p:cNvPr id="5" name="Title 4">
            <a:extLst>
              <a:ext uri="{FF2B5EF4-FFF2-40B4-BE49-F238E27FC236}">
                <a16:creationId xmlns:a16="http://schemas.microsoft.com/office/drawing/2014/main" id="{C20B03DA-8583-3D45-280B-84FD683219E7}"/>
              </a:ext>
            </a:extLst>
          </p:cNvPr>
          <p:cNvSpPr>
            <a:spLocks noGrp="1"/>
          </p:cNvSpPr>
          <p:nvPr>
            <p:ph type="title"/>
          </p:nvPr>
        </p:nvSpPr>
        <p:spPr/>
        <p:txBody>
          <a:bodyPr/>
          <a:lstStyle/>
          <a:p>
            <a:r>
              <a:rPr lang="en-US" sz="2400" b="1">
                <a:solidFill>
                  <a:schemeClr val="tx2"/>
                </a:solidFill>
                <a:latin typeface="EYInterstate Regular" panose="02000503020000020004" pitchFamily="2" charset="0"/>
              </a:rPr>
              <a:t>How to use this deck</a:t>
            </a:r>
            <a:endParaRPr lang="en-GB" sz="2400" b="1">
              <a:solidFill>
                <a:schemeClr val="tx2"/>
              </a:solidFill>
              <a:latin typeface="EYInterstate Regular" panose="02000503020000020004" pitchFamily="2" charset="0"/>
            </a:endParaRPr>
          </a:p>
        </p:txBody>
      </p:sp>
      <p:grpSp>
        <p:nvGrpSpPr>
          <p:cNvPr id="30" name="Group 29">
            <a:extLst>
              <a:ext uri="{FF2B5EF4-FFF2-40B4-BE49-F238E27FC236}">
                <a16:creationId xmlns:a16="http://schemas.microsoft.com/office/drawing/2014/main" id="{3AE6CEE1-E01C-FADE-7007-420742C71F83}"/>
              </a:ext>
            </a:extLst>
          </p:cNvPr>
          <p:cNvGrpSpPr/>
          <p:nvPr/>
        </p:nvGrpSpPr>
        <p:grpSpPr>
          <a:xfrm>
            <a:off x="7176120" y="2470461"/>
            <a:ext cx="4075452" cy="374423"/>
            <a:chOff x="7096125" y="4566222"/>
            <a:chExt cx="4075452" cy="374423"/>
          </a:xfrm>
        </p:grpSpPr>
        <p:sp>
          <p:nvSpPr>
            <p:cNvPr id="33" name="Rectangle 32">
              <a:hlinkClick r:id="rId2"/>
              <a:extLst>
                <a:ext uri="{FF2B5EF4-FFF2-40B4-BE49-F238E27FC236}">
                  <a16:creationId xmlns:a16="http://schemas.microsoft.com/office/drawing/2014/main" id="{9CAB7D59-44F6-E362-DB33-405E1C5D48E1}"/>
                </a:ext>
              </a:extLst>
            </p:cNvPr>
            <p:cNvSpPr/>
            <p:nvPr/>
          </p:nvSpPr>
          <p:spPr>
            <a:xfrm>
              <a:off x="7096125" y="4566222"/>
              <a:ext cx="4075452" cy="374423"/>
            </a:xfrm>
            <a:prstGeom prst="rect">
              <a:avLst/>
            </a:prstGeom>
            <a:noFill/>
            <a:ln w="9525" cap="flat" cmpd="sng" algn="ctr">
              <a:solidFill>
                <a:srgbClr val="FFE600"/>
              </a:solidFill>
              <a:prstDash val="solid"/>
            </a:ln>
            <a:effectLst/>
          </p:spPr>
          <p:txBody>
            <a:bodyPr lIns="360000" tIns="45720" rIns="91440" bIns="45720" rtlCol="0" anchor="ctr" anchorCtr="0"/>
            <a:lstStyle/>
            <a:p>
              <a:pPr marL="0" marR="0" lvl="0" indent="0" defTabSz="914400" eaLnBrk="1" fontAlgn="auto" latinLnBrk="0" hangingPunct="1">
                <a:lnSpc>
                  <a:spcPct val="90000"/>
                </a:lnSpc>
                <a:spcBef>
                  <a:spcPts val="0"/>
                </a:spcBef>
                <a:spcAft>
                  <a:spcPts val="0"/>
                </a:spcAft>
                <a:buClrTx/>
                <a:buSzTx/>
                <a:buFontTx/>
                <a:buNone/>
                <a:tabLst/>
                <a:defRPr/>
              </a:pPr>
              <a:r>
                <a:rPr lang="en-US" sz="1400">
                  <a:solidFill>
                    <a:schemeClr val="bg1"/>
                  </a:solidFill>
                </a:rPr>
                <a:t>Discover: Customer Experience</a:t>
              </a:r>
            </a:p>
          </p:txBody>
        </p:sp>
        <p:sp>
          <p:nvSpPr>
            <p:cNvPr id="32" name="Rectangle 31">
              <a:extLst>
                <a:ext uri="{FF2B5EF4-FFF2-40B4-BE49-F238E27FC236}">
                  <a16:creationId xmlns:a16="http://schemas.microsoft.com/office/drawing/2014/main" id="{8874A907-F2A8-BDAB-49B0-D4E92F2B2C38}"/>
                </a:ext>
              </a:extLst>
            </p:cNvPr>
            <p:cNvSpPr/>
            <p:nvPr/>
          </p:nvSpPr>
          <p:spPr>
            <a:xfrm>
              <a:off x="7096125" y="4566222"/>
              <a:ext cx="4075452" cy="374423"/>
            </a:xfrm>
            <a:prstGeom prst="rect">
              <a:avLst/>
            </a:prstGeom>
            <a:noFill/>
            <a:ln w="9525"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FFFFFF"/>
                </a:solidFill>
                <a:effectLst/>
                <a:uLnTx/>
                <a:uFillTx/>
                <a:latin typeface="EYInterstate Light"/>
                <a:ea typeface="+mn-ea"/>
                <a:cs typeface="+mn-cs"/>
              </a:endParaRPr>
            </a:p>
          </p:txBody>
        </p:sp>
      </p:grpSp>
      <p:sp>
        <p:nvSpPr>
          <p:cNvPr id="35" name="TextBox 34">
            <a:extLst>
              <a:ext uri="{FF2B5EF4-FFF2-40B4-BE49-F238E27FC236}">
                <a16:creationId xmlns:a16="http://schemas.microsoft.com/office/drawing/2014/main" id="{85D989D7-7D2E-B157-BB31-13910A124B76}"/>
              </a:ext>
            </a:extLst>
          </p:cNvPr>
          <p:cNvSpPr txBox="1"/>
          <p:nvPr/>
        </p:nvSpPr>
        <p:spPr>
          <a:xfrm>
            <a:off x="7154650" y="3097503"/>
            <a:ext cx="3909902" cy="599780"/>
          </a:xfrm>
          <a:prstGeom prst="rect">
            <a:avLst/>
          </a:prstGeom>
          <a:noFill/>
        </p:spPr>
        <p:txBody>
          <a:bodyPr wrap="square" lIns="0" tIns="0" rIns="0" bIns="0">
            <a:spAutoFit/>
          </a:bodyPr>
          <a:lstStyle/>
          <a:p>
            <a:pPr defTabSz="913943">
              <a:spcBef>
                <a:spcPts val="1199"/>
              </a:spcBef>
              <a:defRPr/>
            </a:pPr>
            <a:r>
              <a:rPr lang="en-US" sz="1299">
                <a:solidFill>
                  <a:srgbClr val="C4C4CD"/>
                </a:solidFill>
                <a:latin typeface="EYInterstate Light"/>
              </a:rPr>
              <a:t>If this deck was forwarded to you as a file, </a:t>
            </a:r>
            <a:br>
              <a:rPr lang="en-US" sz="1299">
                <a:solidFill>
                  <a:srgbClr val="C4C4CD"/>
                </a:solidFill>
                <a:latin typeface="EYInterstate Light"/>
              </a:rPr>
            </a:br>
            <a:r>
              <a:rPr lang="en-US" sz="1299">
                <a:solidFill>
                  <a:srgbClr val="C4C4CD"/>
                </a:solidFill>
                <a:latin typeface="EYInterstate Light"/>
              </a:rPr>
              <a:t>please check on the link above to ensure you have the latest file. </a:t>
            </a:r>
          </a:p>
        </p:txBody>
      </p:sp>
      <p:sp>
        <p:nvSpPr>
          <p:cNvPr id="36" name="Rectangle 35">
            <a:extLst>
              <a:ext uri="{FF2B5EF4-FFF2-40B4-BE49-F238E27FC236}">
                <a16:creationId xmlns:a16="http://schemas.microsoft.com/office/drawing/2014/main" id="{BCAFF20A-8B99-BF87-B638-7B242D3AA58A}"/>
              </a:ext>
            </a:extLst>
          </p:cNvPr>
          <p:cNvSpPr/>
          <p:nvPr/>
        </p:nvSpPr>
        <p:spPr>
          <a:xfrm>
            <a:off x="474544" y="5691589"/>
            <a:ext cx="11234856" cy="401236"/>
          </a:xfrm>
          <a:prstGeom prst="rect">
            <a:avLst/>
          </a:prstGeom>
          <a:solidFill>
            <a:schemeClr val="accent5"/>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468000" tIns="108000" bIns="108000" rtlCol="0" anchor="ctr" anchorCtr="0">
            <a:spAutoFit/>
          </a:bodyPr>
          <a:lstStyle/>
          <a:p>
            <a:pPr algn="ctr">
              <a:lnSpc>
                <a:spcPct val="85000"/>
              </a:lnSpc>
              <a:spcAft>
                <a:spcPts val="600"/>
              </a:spcAft>
              <a:buClr>
                <a:schemeClr val="accent2"/>
              </a:buClr>
              <a:buSzPct val="70000"/>
            </a:pPr>
            <a:r>
              <a:rPr lang="en-GB" sz="1400" b="1">
                <a:solidFill>
                  <a:schemeClr val="bg1"/>
                </a:solidFill>
                <a:latin typeface="EYInterstate Regular" panose="02000503020000020004" pitchFamily="2" charset="0"/>
              </a:rPr>
              <a:t>Please delete this slide before sharing the deck</a:t>
            </a:r>
          </a:p>
        </p:txBody>
      </p:sp>
      <p:pic>
        <p:nvPicPr>
          <p:cNvPr id="37" name="Graphic 36">
            <a:extLst>
              <a:ext uri="{FF2B5EF4-FFF2-40B4-BE49-F238E27FC236}">
                <a16:creationId xmlns:a16="http://schemas.microsoft.com/office/drawing/2014/main" id="{9A404BBC-585D-C8DA-73AC-703C2C28697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888791" y="5763778"/>
            <a:ext cx="256857" cy="256857"/>
          </a:xfrm>
          <a:prstGeom prst="rect">
            <a:avLst/>
          </a:prstGeom>
        </p:spPr>
      </p:pic>
      <p:pic>
        <p:nvPicPr>
          <p:cNvPr id="2" name="Graphic 1">
            <a:extLst>
              <a:ext uri="{FF2B5EF4-FFF2-40B4-BE49-F238E27FC236}">
                <a16:creationId xmlns:a16="http://schemas.microsoft.com/office/drawing/2014/main" id="{40391199-09DE-6C3F-A6EC-00212326B0FB}"/>
              </a:ext>
            </a:extLst>
          </p:cNvPr>
          <p:cNvPicPr>
            <a:picLocks noChangeAspect="1"/>
          </p:cNvPicPr>
          <p:nvPr/>
        </p:nvPicPr>
        <p:blipFill>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7280643" y="2585672"/>
            <a:ext cx="144000" cy="144000"/>
          </a:xfrm>
          <a:prstGeom prst="rect">
            <a:avLst/>
          </a:prstGeom>
        </p:spPr>
      </p:pic>
    </p:spTree>
    <p:extLst>
      <p:ext uri="{BB962C8B-B14F-4D97-AF65-F5344CB8AC3E}">
        <p14:creationId xmlns:p14="http://schemas.microsoft.com/office/powerpoint/2010/main" val="28227641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 name="Picture Placeholder 152">
            <a:extLst>
              <a:ext uri="{FF2B5EF4-FFF2-40B4-BE49-F238E27FC236}">
                <a16:creationId xmlns:a16="http://schemas.microsoft.com/office/drawing/2014/main" id="{9A2FEC47-B023-0E6B-FACE-D49695D08B01}"/>
              </a:ext>
            </a:extLst>
          </p:cNvPr>
          <p:cNvPicPr>
            <a:picLocks noGrp="1" noChangeAspect="1"/>
          </p:cNvPicPr>
          <p:nvPr>
            <p:ph type="pic" sz="quarter" idx="27"/>
          </p:nvPr>
        </p:nvPicPr>
        <p:blipFill>
          <a:blip r:embed="rId3"/>
          <a:srcRect l="159" r="159"/>
          <a:stretch/>
        </p:blipFill>
        <p:spPr/>
      </p:pic>
      <p:pic>
        <p:nvPicPr>
          <p:cNvPr id="155" name="Picture Placeholder 154">
            <a:extLst>
              <a:ext uri="{FF2B5EF4-FFF2-40B4-BE49-F238E27FC236}">
                <a16:creationId xmlns:a16="http://schemas.microsoft.com/office/drawing/2014/main" id="{D0A15C20-2C9A-47BE-635D-E615CD2D5D64}"/>
              </a:ext>
            </a:extLst>
          </p:cNvPr>
          <p:cNvPicPr>
            <a:picLocks noGrp="1" noChangeAspect="1"/>
          </p:cNvPicPr>
          <p:nvPr>
            <p:ph type="pic" sz="quarter" idx="28"/>
          </p:nvPr>
        </p:nvPicPr>
        <p:blipFill>
          <a:blip r:embed="rId4" cstate="print">
            <a:extLst>
              <a:ext uri="{28A0092B-C50C-407E-A947-70E740481C1C}">
                <a14:useLocalDpi xmlns:a14="http://schemas.microsoft.com/office/drawing/2010/main" val="0"/>
              </a:ext>
            </a:extLst>
          </a:blip>
          <a:srcRect l="7975" r="7975"/>
          <a:stretch/>
        </p:blipFill>
        <p:spPr/>
      </p:pic>
      <p:pic>
        <p:nvPicPr>
          <p:cNvPr id="157" name="Picture Placeholder 156">
            <a:extLst>
              <a:ext uri="{FF2B5EF4-FFF2-40B4-BE49-F238E27FC236}">
                <a16:creationId xmlns:a16="http://schemas.microsoft.com/office/drawing/2014/main" id="{DDA2F1E6-D74D-5D32-EB50-8FB59404C7CB}"/>
              </a:ext>
            </a:extLst>
          </p:cNvPr>
          <p:cNvPicPr>
            <a:picLocks noGrp="1" noChangeAspect="1"/>
          </p:cNvPicPr>
          <p:nvPr>
            <p:ph type="pic" sz="quarter" idx="29"/>
          </p:nvPr>
        </p:nvPicPr>
        <p:blipFill>
          <a:blip r:embed="rId5" cstate="print">
            <a:extLst>
              <a:ext uri="{28A0092B-C50C-407E-A947-70E740481C1C}">
                <a14:useLocalDpi xmlns:a14="http://schemas.microsoft.com/office/drawing/2010/main" val="0"/>
              </a:ext>
            </a:extLst>
          </a:blip>
          <a:srcRect l="191" r="191"/>
          <a:stretch/>
        </p:blipFill>
        <p:spPr/>
      </p:pic>
      <p:sp>
        <p:nvSpPr>
          <p:cNvPr id="7" name="Title 6">
            <a:extLst>
              <a:ext uri="{FF2B5EF4-FFF2-40B4-BE49-F238E27FC236}">
                <a16:creationId xmlns:a16="http://schemas.microsoft.com/office/drawing/2014/main" id="{A8C46198-F190-6C55-6361-349BC8839F24}"/>
              </a:ext>
            </a:extLst>
          </p:cNvPr>
          <p:cNvSpPr>
            <a:spLocks noGrp="1"/>
          </p:cNvSpPr>
          <p:nvPr>
            <p:ph type="title"/>
          </p:nvPr>
        </p:nvSpPr>
        <p:spPr/>
        <p:txBody>
          <a:bodyPr/>
          <a:lstStyle/>
          <a:p>
            <a:r>
              <a:rPr lang="en-US" b="1">
                <a:solidFill>
                  <a:schemeClr val="bg1"/>
                </a:solidFill>
                <a:latin typeface="EYInterstate Regular" panose="02000503020000020004" pitchFamily="2" charset="0"/>
              </a:rPr>
              <a:t>Contents</a:t>
            </a:r>
            <a:endParaRPr lang="en-GB" b="1">
              <a:solidFill>
                <a:schemeClr val="bg1"/>
              </a:solidFill>
              <a:latin typeface="EYInterstate Regular" panose="02000503020000020004" pitchFamily="2" charset="0"/>
            </a:endParaRPr>
          </a:p>
        </p:txBody>
      </p:sp>
      <p:sp>
        <p:nvSpPr>
          <p:cNvPr id="5" name="Footer Placeholder 4">
            <a:extLst>
              <a:ext uri="{FF2B5EF4-FFF2-40B4-BE49-F238E27FC236}">
                <a16:creationId xmlns:a16="http://schemas.microsoft.com/office/drawing/2014/main" id="{640FBEA0-4161-B624-C888-973D8BD62AF7}"/>
              </a:ext>
            </a:extLst>
          </p:cNvPr>
          <p:cNvSpPr>
            <a:spLocks noGrp="1"/>
          </p:cNvSpPr>
          <p:nvPr>
            <p:ph type="ftr" sz="quarter" idx="11"/>
          </p:nvPr>
        </p:nvSpPr>
        <p:spPr/>
        <p:txBody>
          <a:bodyPr/>
          <a:lstStyle/>
          <a:p>
            <a:r>
              <a:rPr lang="en-US" noProof="0"/>
              <a:t>Customer Experience</a:t>
            </a:r>
          </a:p>
        </p:txBody>
      </p:sp>
      <p:sp>
        <p:nvSpPr>
          <p:cNvPr id="4" name="Slide Number Placeholder 3">
            <a:extLst>
              <a:ext uri="{FF2B5EF4-FFF2-40B4-BE49-F238E27FC236}">
                <a16:creationId xmlns:a16="http://schemas.microsoft.com/office/drawing/2014/main" id="{0ED5A175-57FA-7599-F791-949B8C2C20D2}"/>
              </a:ext>
            </a:extLst>
          </p:cNvPr>
          <p:cNvSpPr>
            <a:spLocks noGrp="1"/>
          </p:cNvSpPr>
          <p:nvPr>
            <p:ph type="sldNum" sz="quarter" idx="12"/>
          </p:nvPr>
        </p:nvSpPr>
        <p:spPr/>
        <p:txBody>
          <a:bodyPr/>
          <a:lstStyle/>
          <a:p>
            <a:fld id="{94FCA0F3-9F3A-694B-99BB-0E592A797735}" type="slidenum">
              <a:rPr lang="en-US" noProof="0" smtClean="0"/>
              <a:pPr/>
              <a:t>3</a:t>
            </a:fld>
            <a:endParaRPr lang="en-US" noProof="0"/>
          </a:p>
        </p:txBody>
      </p:sp>
      <p:sp>
        <p:nvSpPr>
          <p:cNvPr id="143" name="Text Placeholder 142">
            <a:extLst>
              <a:ext uri="{FF2B5EF4-FFF2-40B4-BE49-F238E27FC236}">
                <a16:creationId xmlns:a16="http://schemas.microsoft.com/office/drawing/2014/main" id="{66EEE97A-800B-0666-E7C5-529CBEE674B5}"/>
              </a:ext>
            </a:extLst>
          </p:cNvPr>
          <p:cNvSpPr>
            <a:spLocks noGrp="1"/>
          </p:cNvSpPr>
          <p:nvPr>
            <p:ph type="body" sz="quarter" idx="21"/>
          </p:nvPr>
        </p:nvSpPr>
        <p:spPr/>
        <p:txBody>
          <a:bodyPr/>
          <a:lstStyle/>
          <a:p>
            <a:r>
              <a:rPr lang="en-US" sz="1600" noProof="0"/>
              <a:t>Market context</a:t>
            </a:r>
          </a:p>
        </p:txBody>
      </p:sp>
      <p:sp>
        <p:nvSpPr>
          <p:cNvPr id="144" name="Text Placeholder 143">
            <a:extLst>
              <a:ext uri="{FF2B5EF4-FFF2-40B4-BE49-F238E27FC236}">
                <a16:creationId xmlns:a16="http://schemas.microsoft.com/office/drawing/2014/main" id="{FDE48D1F-8C52-DECD-EFC9-5523A37BA8B1}"/>
              </a:ext>
            </a:extLst>
          </p:cNvPr>
          <p:cNvSpPr>
            <a:spLocks noGrp="1"/>
          </p:cNvSpPr>
          <p:nvPr>
            <p:ph type="body" sz="quarter" idx="22"/>
          </p:nvPr>
        </p:nvSpPr>
        <p:spPr/>
        <p:txBody>
          <a:bodyPr/>
          <a:lstStyle/>
          <a:p>
            <a:r>
              <a:rPr lang="en-US" sz="1600" noProof="0"/>
              <a:t>EY Studio+ approach</a:t>
            </a:r>
          </a:p>
        </p:txBody>
      </p:sp>
      <p:sp>
        <p:nvSpPr>
          <p:cNvPr id="145" name="Text Placeholder 144">
            <a:extLst>
              <a:ext uri="{FF2B5EF4-FFF2-40B4-BE49-F238E27FC236}">
                <a16:creationId xmlns:a16="http://schemas.microsoft.com/office/drawing/2014/main" id="{1B7A0395-45FD-6E56-5FCB-570E8D874A8B}"/>
              </a:ext>
            </a:extLst>
          </p:cNvPr>
          <p:cNvSpPr>
            <a:spLocks noGrp="1"/>
          </p:cNvSpPr>
          <p:nvPr>
            <p:ph type="body" sz="quarter" idx="23"/>
          </p:nvPr>
        </p:nvSpPr>
        <p:spPr>
          <a:xfrm>
            <a:off x="8264237" y="2031504"/>
            <a:ext cx="3160355" cy="533400"/>
          </a:xfrm>
        </p:spPr>
        <p:txBody>
          <a:bodyPr/>
          <a:lstStyle/>
          <a:p>
            <a:r>
              <a:rPr lang="en-US" sz="1600" noProof="0"/>
              <a:t>Why working with EY Studio+ teams helps deliver more value</a:t>
            </a:r>
          </a:p>
        </p:txBody>
      </p:sp>
      <p:sp>
        <p:nvSpPr>
          <p:cNvPr id="146" name="Text Placeholder 145">
            <a:extLst>
              <a:ext uri="{FF2B5EF4-FFF2-40B4-BE49-F238E27FC236}">
                <a16:creationId xmlns:a16="http://schemas.microsoft.com/office/drawing/2014/main" id="{4A48D746-55EB-AE8E-A5B5-42AAF7F196A6}"/>
              </a:ext>
            </a:extLst>
          </p:cNvPr>
          <p:cNvSpPr>
            <a:spLocks noGrp="1"/>
          </p:cNvSpPr>
          <p:nvPr>
            <p:ph type="body" sz="quarter" idx="24"/>
          </p:nvPr>
        </p:nvSpPr>
        <p:spPr/>
        <p:txBody>
          <a:bodyPr/>
          <a:lstStyle/>
          <a:p>
            <a:r>
              <a:rPr lang="en-US" noProof="0">
                <a:hlinkClick r:id="rId6" action="ppaction://hlinksldjump">
                  <a:extLst>
                    <a:ext uri="{A12FA001-AC4F-418D-AE19-62706E023703}">
                      <ahyp:hlinkClr xmlns:ahyp="http://schemas.microsoft.com/office/drawing/2018/hyperlinkcolor" val="tx"/>
                    </a:ext>
                  </a:extLst>
                </a:hlinkClick>
              </a:rPr>
              <a:t>Slide 04</a:t>
            </a:r>
            <a:endParaRPr lang="en-US" noProof="0"/>
          </a:p>
        </p:txBody>
      </p:sp>
      <p:sp>
        <p:nvSpPr>
          <p:cNvPr id="147" name="Text Placeholder 146">
            <a:extLst>
              <a:ext uri="{FF2B5EF4-FFF2-40B4-BE49-F238E27FC236}">
                <a16:creationId xmlns:a16="http://schemas.microsoft.com/office/drawing/2014/main" id="{8063E1D4-245A-FD5B-B110-A054DCDBD25C}"/>
              </a:ext>
            </a:extLst>
          </p:cNvPr>
          <p:cNvSpPr>
            <a:spLocks noGrp="1"/>
          </p:cNvSpPr>
          <p:nvPr>
            <p:ph type="body" sz="quarter" idx="25"/>
          </p:nvPr>
        </p:nvSpPr>
        <p:spPr/>
        <p:txBody>
          <a:bodyPr/>
          <a:lstStyle/>
          <a:p>
            <a:r>
              <a:rPr lang="en-US" noProof="0">
                <a:hlinkClick r:id="rId7" action="ppaction://hlinksldjump">
                  <a:extLst>
                    <a:ext uri="{A12FA001-AC4F-418D-AE19-62706E023703}">
                      <ahyp:hlinkClr xmlns:ahyp="http://schemas.microsoft.com/office/drawing/2018/hyperlinkcolor" val="tx"/>
                    </a:ext>
                  </a:extLst>
                </a:hlinkClick>
              </a:rPr>
              <a:t>Slide 15</a:t>
            </a:r>
            <a:endParaRPr lang="en-US" noProof="0"/>
          </a:p>
        </p:txBody>
      </p:sp>
      <p:sp>
        <p:nvSpPr>
          <p:cNvPr id="148" name="Text Placeholder 147">
            <a:extLst>
              <a:ext uri="{FF2B5EF4-FFF2-40B4-BE49-F238E27FC236}">
                <a16:creationId xmlns:a16="http://schemas.microsoft.com/office/drawing/2014/main" id="{2E76319F-BBFA-749F-51D3-A65EF95C7DAA}"/>
              </a:ext>
            </a:extLst>
          </p:cNvPr>
          <p:cNvSpPr>
            <a:spLocks noGrp="1"/>
          </p:cNvSpPr>
          <p:nvPr>
            <p:ph type="body" sz="quarter" idx="26"/>
          </p:nvPr>
        </p:nvSpPr>
        <p:spPr/>
        <p:txBody>
          <a:bodyPr/>
          <a:lstStyle/>
          <a:p>
            <a:r>
              <a:rPr lang="en-US" noProof="0">
                <a:hlinkClick r:id="rId8" action="ppaction://hlinksldjump">
                  <a:extLst>
                    <a:ext uri="{A12FA001-AC4F-418D-AE19-62706E023703}">
                      <ahyp:hlinkClr xmlns:ahyp="http://schemas.microsoft.com/office/drawing/2018/hyperlinkcolor" val="tx"/>
                    </a:ext>
                  </a:extLst>
                </a:hlinkClick>
              </a:rPr>
              <a:t>Slide 23</a:t>
            </a:r>
            <a:endParaRPr lang="en-US" noProof="0"/>
          </a:p>
        </p:txBody>
      </p:sp>
      <p:sp>
        <p:nvSpPr>
          <p:cNvPr id="49" name="Rectangle 48">
            <a:extLst>
              <a:ext uri="{FF2B5EF4-FFF2-40B4-BE49-F238E27FC236}">
                <a16:creationId xmlns:a16="http://schemas.microsoft.com/office/drawing/2014/main" id="{72DD5498-E935-5F9A-41A0-8D4EE5C29254}"/>
              </a:ext>
            </a:extLst>
          </p:cNvPr>
          <p:cNvSpPr/>
          <p:nvPr/>
        </p:nvSpPr>
        <p:spPr>
          <a:xfrm>
            <a:off x="668095" y="1285874"/>
            <a:ext cx="524630" cy="421113"/>
          </a:xfrm>
          <a:prstGeom prst="rect">
            <a:avLst/>
          </a:prstGeom>
          <a:noFill/>
          <a:ln w="9525" cap="flat" cmpd="sng" algn="ctr">
            <a:noFill/>
            <a:prstDash val="solid"/>
          </a:ln>
          <a:effectLst/>
        </p:spPr>
        <p:txBody>
          <a:bodyPr lIns="0" tIns="0" rIns="0" bIns="0" rtlCol="0" anchor="ctr" anchorCtr="0"/>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2400" b="1" i="0" u="none" strike="noStrike" kern="0" cap="none" spc="0" normalizeH="0" baseline="0" noProof="0">
                <a:ln>
                  <a:noFill/>
                </a:ln>
                <a:solidFill>
                  <a:schemeClr val="bg1"/>
                </a:solidFill>
                <a:effectLst/>
                <a:uLnTx/>
                <a:uFillTx/>
                <a:latin typeface="EYInterstate Regular" panose="02000503020000020004" pitchFamily="2" charset="0"/>
                <a:ea typeface="+mn-ea"/>
                <a:cs typeface="+mn-cs"/>
              </a:rPr>
              <a:t>01</a:t>
            </a:r>
          </a:p>
        </p:txBody>
      </p:sp>
      <p:cxnSp>
        <p:nvCxnSpPr>
          <p:cNvPr id="50" name="Straight Connector 49">
            <a:extLst>
              <a:ext uri="{FF2B5EF4-FFF2-40B4-BE49-F238E27FC236}">
                <a16:creationId xmlns:a16="http://schemas.microsoft.com/office/drawing/2014/main" id="{707FA71D-7111-FAB4-710B-13757413D6D6}"/>
              </a:ext>
            </a:extLst>
          </p:cNvPr>
          <p:cNvCxnSpPr>
            <a:cxnSpLocks/>
          </p:cNvCxnSpPr>
          <p:nvPr/>
        </p:nvCxnSpPr>
        <p:spPr>
          <a:xfrm>
            <a:off x="668095" y="1828800"/>
            <a:ext cx="3435593" cy="0"/>
          </a:xfrm>
          <a:prstGeom prst="line">
            <a:avLst/>
          </a:prstGeom>
          <a:noFill/>
          <a:ln w="38100" cap="flat" cmpd="sng" algn="ctr">
            <a:gradFill>
              <a:gsLst>
                <a:gs pos="50000">
                  <a:srgbClr val="FFE600"/>
                </a:gs>
                <a:gs pos="75000">
                  <a:srgbClr val="00C864"/>
                </a:gs>
                <a:gs pos="100000">
                  <a:srgbClr val="4696FF"/>
                </a:gs>
              </a:gsLst>
              <a:lin ang="0" scaled="0"/>
            </a:gradFill>
            <a:prstDash val="solid"/>
            <a:tailEnd type="none"/>
          </a:ln>
          <a:effectLst/>
        </p:spPr>
      </p:cxnSp>
      <p:cxnSp>
        <p:nvCxnSpPr>
          <p:cNvPr id="48" name="Straight Connector 47">
            <a:extLst>
              <a:ext uri="{FF2B5EF4-FFF2-40B4-BE49-F238E27FC236}">
                <a16:creationId xmlns:a16="http://schemas.microsoft.com/office/drawing/2014/main" id="{656EF034-4C19-0AE6-7E62-EB0B294E8F0A}"/>
              </a:ext>
            </a:extLst>
          </p:cNvPr>
          <p:cNvCxnSpPr>
            <a:cxnSpLocks/>
          </p:cNvCxnSpPr>
          <p:nvPr/>
        </p:nvCxnSpPr>
        <p:spPr>
          <a:xfrm>
            <a:off x="4455683" y="1828800"/>
            <a:ext cx="3434400" cy="0"/>
          </a:xfrm>
          <a:prstGeom prst="line">
            <a:avLst/>
          </a:prstGeom>
          <a:noFill/>
          <a:ln w="38100" cap="flat" cmpd="sng" algn="ctr">
            <a:gradFill>
              <a:gsLst>
                <a:gs pos="50000">
                  <a:srgbClr val="FFE600"/>
                </a:gs>
                <a:gs pos="75000">
                  <a:srgbClr val="00C864"/>
                </a:gs>
                <a:gs pos="100000">
                  <a:srgbClr val="4696FF"/>
                </a:gs>
              </a:gsLst>
              <a:lin ang="0" scaled="0"/>
            </a:gradFill>
            <a:prstDash val="solid"/>
            <a:tailEnd type="none"/>
          </a:ln>
          <a:effectLst/>
        </p:spPr>
      </p:cxnSp>
      <p:sp>
        <p:nvSpPr>
          <p:cNvPr id="51" name="Rectangle 50">
            <a:extLst>
              <a:ext uri="{FF2B5EF4-FFF2-40B4-BE49-F238E27FC236}">
                <a16:creationId xmlns:a16="http://schemas.microsoft.com/office/drawing/2014/main" id="{A03A0A6C-8457-24CC-8160-32029CDC8F35}"/>
              </a:ext>
            </a:extLst>
          </p:cNvPr>
          <p:cNvSpPr/>
          <p:nvPr/>
        </p:nvSpPr>
        <p:spPr>
          <a:xfrm>
            <a:off x="4455684" y="1285874"/>
            <a:ext cx="524630" cy="421113"/>
          </a:xfrm>
          <a:prstGeom prst="rect">
            <a:avLst/>
          </a:prstGeom>
          <a:noFill/>
          <a:ln w="9525" cap="flat" cmpd="sng" algn="ctr">
            <a:noFill/>
            <a:prstDash val="solid"/>
          </a:ln>
          <a:effectLst/>
        </p:spPr>
        <p:txBody>
          <a:bodyPr lIns="0" tIns="0" rIns="0" bIns="0" rtlCol="0" anchor="ctr" anchorCtr="0"/>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2400" b="1" i="0" u="none" strike="noStrike" kern="0" cap="none" spc="0" normalizeH="0" baseline="0" noProof="0">
                <a:ln>
                  <a:noFill/>
                </a:ln>
                <a:solidFill>
                  <a:schemeClr val="bg1"/>
                </a:solidFill>
                <a:effectLst/>
                <a:uLnTx/>
                <a:uFillTx/>
                <a:latin typeface="EYInterstate Regular" panose="02000503020000020004" pitchFamily="2" charset="0"/>
                <a:ea typeface="+mn-ea"/>
                <a:cs typeface="+mn-cs"/>
              </a:rPr>
              <a:t>02</a:t>
            </a:r>
          </a:p>
        </p:txBody>
      </p:sp>
      <p:cxnSp>
        <p:nvCxnSpPr>
          <p:cNvPr id="47" name="Straight Connector 46">
            <a:extLst>
              <a:ext uri="{FF2B5EF4-FFF2-40B4-BE49-F238E27FC236}">
                <a16:creationId xmlns:a16="http://schemas.microsoft.com/office/drawing/2014/main" id="{66A8C6A8-9A65-2FDE-B7A3-6DD77F6E0B52}"/>
              </a:ext>
            </a:extLst>
          </p:cNvPr>
          <p:cNvCxnSpPr>
            <a:cxnSpLocks/>
          </p:cNvCxnSpPr>
          <p:nvPr/>
        </p:nvCxnSpPr>
        <p:spPr>
          <a:xfrm>
            <a:off x="8264236" y="1828800"/>
            <a:ext cx="3434400" cy="0"/>
          </a:xfrm>
          <a:prstGeom prst="line">
            <a:avLst/>
          </a:prstGeom>
          <a:noFill/>
          <a:ln w="38100" cap="flat" cmpd="sng" algn="ctr">
            <a:gradFill>
              <a:gsLst>
                <a:gs pos="50000">
                  <a:srgbClr val="FFE600"/>
                </a:gs>
                <a:gs pos="75000">
                  <a:srgbClr val="00C864"/>
                </a:gs>
                <a:gs pos="100000">
                  <a:srgbClr val="4696FF"/>
                </a:gs>
              </a:gsLst>
              <a:lin ang="0" scaled="0"/>
            </a:gradFill>
            <a:prstDash val="solid"/>
            <a:tailEnd type="none"/>
          </a:ln>
          <a:effectLst/>
        </p:spPr>
      </p:cxnSp>
      <p:sp>
        <p:nvSpPr>
          <p:cNvPr id="52" name="Rectangle 51">
            <a:extLst>
              <a:ext uri="{FF2B5EF4-FFF2-40B4-BE49-F238E27FC236}">
                <a16:creationId xmlns:a16="http://schemas.microsoft.com/office/drawing/2014/main" id="{668B6E24-AC8C-FDF6-263B-DAC2126DFF63}"/>
              </a:ext>
            </a:extLst>
          </p:cNvPr>
          <p:cNvSpPr/>
          <p:nvPr/>
        </p:nvSpPr>
        <p:spPr>
          <a:xfrm>
            <a:off x="8264237" y="1285874"/>
            <a:ext cx="524630" cy="421113"/>
          </a:xfrm>
          <a:prstGeom prst="rect">
            <a:avLst/>
          </a:prstGeom>
          <a:noFill/>
          <a:ln w="9525" cap="flat" cmpd="sng" algn="ctr">
            <a:noFill/>
            <a:prstDash val="solid"/>
          </a:ln>
          <a:effectLst/>
        </p:spPr>
        <p:txBody>
          <a:bodyPr lIns="0" tIns="0" rIns="0" bIns="0" rtlCol="0" anchor="ctr" anchorCtr="0"/>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2400" b="1" i="0" u="none" strike="noStrike" kern="0" cap="none" spc="0" normalizeH="0" baseline="0" noProof="0">
                <a:ln>
                  <a:noFill/>
                </a:ln>
                <a:solidFill>
                  <a:schemeClr val="bg1"/>
                </a:solidFill>
                <a:effectLst/>
                <a:uLnTx/>
                <a:uFillTx/>
                <a:latin typeface="EYInterstate Regular" panose="02000503020000020004" pitchFamily="2" charset="0"/>
                <a:ea typeface="+mn-ea"/>
                <a:cs typeface="+mn-cs"/>
              </a:rPr>
              <a:t>03</a:t>
            </a:r>
          </a:p>
        </p:txBody>
      </p:sp>
    </p:spTree>
    <p:extLst>
      <p:ext uri="{BB962C8B-B14F-4D97-AF65-F5344CB8AC3E}">
        <p14:creationId xmlns:p14="http://schemas.microsoft.com/office/powerpoint/2010/main" val="10874641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a:extLst>
            <a:ext uri="{FF2B5EF4-FFF2-40B4-BE49-F238E27FC236}">
              <a16:creationId xmlns:a16="http://schemas.microsoft.com/office/drawing/2014/main" id="{D813BACE-AA73-8699-EF9F-AC998401EF44}"/>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35262F1-74C4-4EF8-7408-AD4111DF6C84}"/>
              </a:ext>
            </a:extLst>
          </p:cNvPr>
          <p:cNvSpPr>
            <a:spLocks noGrp="1"/>
          </p:cNvSpPr>
          <p:nvPr>
            <p:ph type="title"/>
          </p:nvPr>
        </p:nvSpPr>
        <p:spPr/>
        <p:txBody>
          <a:bodyPr/>
          <a:lstStyle/>
          <a:p>
            <a:r>
              <a:rPr lang="en-US">
                <a:latin typeface="EYInterstate Regular" panose="02000503020000020004" pitchFamily="2" charset="0"/>
              </a:rPr>
              <a:t>Market context</a:t>
            </a:r>
          </a:p>
        </p:txBody>
      </p:sp>
      <p:sp>
        <p:nvSpPr>
          <p:cNvPr id="8" name="Text Placeholder 7">
            <a:extLst>
              <a:ext uri="{FF2B5EF4-FFF2-40B4-BE49-F238E27FC236}">
                <a16:creationId xmlns:a16="http://schemas.microsoft.com/office/drawing/2014/main" id="{C07A47AB-7793-469B-58DB-C587B3CE41C4}"/>
              </a:ext>
            </a:extLst>
          </p:cNvPr>
          <p:cNvSpPr>
            <a:spLocks noGrp="1"/>
          </p:cNvSpPr>
          <p:nvPr>
            <p:ph type="body" sz="quarter" idx="13"/>
          </p:nvPr>
        </p:nvSpPr>
        <p:spPr/>
        <p:txBody>
          <a:bodyPr/>
          <a:lstStyle/>
          <a:p>
            <a:r>
              <a:rPr lang="en-US" noProof="0"/>
              <a:t>01</a:t>
            </a:r>
          </a:p>
        </p:txBody>
      </p:sp>
      <p:sp>
        <p:nvSpPr>
          <p:cNvPr id="5" name="Footer Placeholder 4">
            <a:extLst>
              <a:ext uri="{FF2B5EF4-FFF2-40B4-BE49-F238E27FC236}">
                <a16:creationId xmlns:a16="http://schemas.microsoft.com/office/drawing/2014/main" id="{D3325530-B880-9E8E-8B48-25966A259668}"/>
              </a:ext>
            </a:extLst>
          </p:cNvPr>
          <p:cNvSpPr>
            <a:spLocks noGrp="1"/>
          </p:cNvSpPr>
          <p:nvPr>
            <p:ph type="ftr" sz="quarter" idx="15"/>
          </p:nvPr>
        </p:nvSpPr>
        <p:spPr/>
        <p:txBody>
          <a:bodyPr/>
          <a:lstStyle/>
          <a:p>
            <a:r>
              <a:rPr lang="en-US" noProof="0">
                <a:solidFill>
                  <a:schemeClr val="tx1"/>
                </a:solidFill>
              </a:rPr>
              <a:t>Customer Experience</a:t>
            </a:r>
          </a:p>
        </p:txBody>
      </p:sp>
      <p:sp>
        <p:nvSpPr>
          <p:cNvPr id="6" name="Slide Number Placeholder 5">
            <a:extLst>
              <a:ext uri="{FF2B5EF4-FFF2-40B4-BE49-F238E27FC236}">
                <a16:creationId xmlns:a16="http://schemas.microsoft.com/office/drawing/2014/main" id="{EA8E3A47-5566-6383-A0EF-D8A03C8ED691}"/>
              </a:ext>
            </a:extLst>
          </p:cNvPr>
          <p:cNvSpPr>
            <a:spLocks noGrp="1"/>
          </p:cNvSpPr>
          <p:nvPr>
            <p:ph type="sldNum" sz="quarter" idx="16"/>
          </p:nvPr>
        </p:nvSpPr>
        <p:spPr/>
        <p:txBody>
          <a:bodyPr/>
          <a:lstStyle/>
          <a:p>
            <a:fld id="{F1BC30E3-FFE5-4B91-AA19-87A149EBB9EE}" type="slidenum">
              <a:rPr lang="en-US" noProof="0" smtClean="0">
                <a:solidFill>
                  <a:schemeClr val="tx1"/>
                </a:solidFill>
              </a:rPr>
              <a:pPr/>
              <a:t>4</a:t>
            </a:fld>
            <a:endParaRPr lang="en-US" noProof="0">
              <a:solidFill>
                <a:schemeClr val="tx1"/>
              </a:solidFill>
            </a:endParaRPr>
          </a:p>
        </p:txBody>
      </p:sp>
      <p:pic>
        <p:nvPicPr>
          <p:cNvPr id="2" name="Graphic 1">
            <a:extLst>
              <a:ext uri="{FF2B5EF4-FFF2-40B4-BE49-F238E27FC236}">
                <a16:creationId xmlns:a16="http://schemas.microsoft.com/office/drawing/2014/main" id="{35599395-01D0-D8CE-778E-B248C115EC98}"/>
              </a:ext>
            </a:extLst>
          </p:cNvPr>
          <p:cNvPicPr/>
          <p:nvPr/>
        </p:nvPicPr>
        <p:blipFill>
          <a:blip r:embed="rId3">
            <a:extLst>
              <a:ext uri="{96DAC541-7B7A-43D3-8B79-37D633B846F1}">
                <asvg:svgBlip xmlns:asvg="http://schemas.microsoft.com/office/drawing/2016/SVG/main" r:embed="rId4"/>
              </a:ext>
            </a:extLst>
          </a:blip>
          <a:stretch>
            <a:fillRect/>
          </a:stretch>
        </p:blipFill>
        <p:spPr>
          <a:xfrm>
            <a:off x="11089246" y="6289101"/>
            <a:ext cx="880813" cy="341755"/>
          </a:xfrm>
          <a:prstGeom prst="rect">
            <a:avLst/>
          </a:prstGeom>
        </p:spPr>
      </p:pic>
    </p:spTree>
    <p:extLst>
      <p:ext uri="{BB962C8B-B14F-4D97-AF65-F5344CB8AC3E}">
        <p14:creationId xmlns:p14="http://schemas.microsoft.com/office/powerpoint/2010/main" val="40509606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83A35B67-1ED1-8054-BACE-29748B2EA12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175" y="0"/>
            <a:ext cx="12192000" cy="6858000"/>
          </a:xfrm>
          <a:prstGeom prst="rect">
            <a:avLst/>
          </a:prstGeom>
        </p:spPr>
      </p:pic>
      <p:sp>
        <p:nvSpPr>
          <p:cNvPr id="7" name="Title 6">
            <a:extLst>
              <a:ext uri="{FF2B5EF4-FFF2-40B4-BE49-F238E27FC236}">
                <a16:creationId xmlns:a16="http://schemas.microsoft.com/office/drawing/2014/main" id="{0289FE75-9E45-560D-E0BB-0CBDF5B0AD78}"/>
              </a:ext>
            </a:extLst>
          </p:cNvPr>
          <p:cNvSpPr>
            <a:spLocks noGrp="1"/>
          </p:cNvSpPr>
          <p:nvPr>
            <p:ph type="title"/>
          </p:nvPr>
        </p:nvSpPr>
        <p:spPr/>
        <p:txBody>
          <a:bodyPr/>
          <a:lstStyle/>
          <a:p>
            <a:r>
              <a:rPr lang="en-US" sz="2400">
                <a:latin typeface="EYInterstate Regular" panose="02000503020000020004" pitchFamily="2" charset="0"/>
              </a:rPr>
              <a:t>Organizations must urgently adapt to colliding forces to stay relevant in today’s marketplace</a:t>
            </a:r>
          </a:p>
        </p:txBody>
      </p:sp>
      <p:sp>
        <p:nvSpPr>
          <p:cNvPr id="6" name="Footer Placeholder 5">
            <a:extLst>
              <a:ext uri="{FF2B5EF4-FFF2-40B4-BE49-F238E27FC236}">
                <a16:creationId xmlns:a16="http://schemas.microsoft.com/office/drawing/2014/main" id="{55B1172B-E5CC-CE2E-63AC-04EA040827E0}"/>
              </a:ext>
            </a:extLst>
          </p:cNvPr>
          <p:cNvSpPr>
            <a:spLocks noGrp="1"/>
          </p:cNvSpPr>
          <p:nvPr>
            <p:ph type="ftr" sz="quarter" idx="18"/>
          </p:nvPr>
        </p:nvSpPr>
        <p:spPr/>
        <p:txBody>
          <a:bodyPr/>
          <a:lstStyle/>
          <a:p>
            <a:r>
              <a:rPr lang="en-US" noProof="0"/>
              <a:t>Customer Experience</a:t>
            </a:r>
          </a:p>
        </p:txBody>
      </p:sp>
      <p:sp>
        <p:nvSpPr>
          <p:cNvPr id="5" name="Slide Number Placeholder 4">
            <a:extLst>
              <a:ext uri="{FF2B5EF4-FFF2-40B4-BE49-F238E27FC236}">
                <a16:creationId xmlns:a16="http://schemas.microsoft.com/office/drawing/2014/main" id="{479E8BC0-C320-672A-C23E-E3EA62FDCF75}"/>
              </a:ext>
            </a:extLst>
          </p:cNvPr>
          <p:cNvSpPr>
            <a:spLocks noGrp="1"/>
          </p:cNvSpPr>
          <p:nvPr>
            <p:ph type="sldNum" sz="quarter" idx="19"/>
          </p:nvPr>
        </p:nvSpPr>
        <p:spPr/>
        <p:txBody>
          <a:bodyPr/>
          <a:lstStyle/>
          <a:p>
            <a:fld id="{94FCA0F3-9F3A-694B-99BB-0E592A797735}" type="slidenum">
              <a:rPr lang="en-US" noProof="0" smtClean="0">
                <a:solidFill>
                  <a:srgbClr val="C4C4CD"/>
                </a:solidFill>
              </a:rPr>
              <a:t>5</a:t>
            </a:fld>
            <a:endParaRPr lang="en-US" noProof="0">
              <a:solidFill>
                <a:srgbClr val="C4C4CD"/>
              </a:solidFill>
            </a:endParaRPr>
          </a:p>
        </p:txBody>
      </p:sp>
      <p:pic>
        <p:nvPicPr>
          <p:cNvPr id="67" name="Picture 66">
            <a:extLst>
              <a:ext uri="{FF2B5EF4-FFF2-40B4-BE49-F238E27FC236}">
                <a16:creationId xmlns:a16="http://schemas.microsoft.com/office/drawing/2014/main" id="{73694C53-9282-2E30-1885-4CC00C2E94FD}"/>
              </a:ext>
            </a:extLst>
          </p:cNvPr>
          <p:cNvPicPr>
            <a:picLocks noChangeAspect="1"/>
          </p:cNvPicPr>
          <p:nvPr/>
        </p:nvPicPr>
        <p:blipFill>
          <a:blip r:embed="rId4" cstate="print">
            <a:extLst>
              <a:ext uri="{28A0092B-C50C-407E-A947-70E740481C1C}">
                <a14:useLocalDpi xmlns:a14="http://schemas.microsoft.com/office/drawing/2010/main"/>
              </a:ext>
            </a:extLst>
          </a:blip>
          <a:srcRect/>
          <a:stretch/>
        </p:blipFill>
        <p:spPr>
          <a:xfrm>
            <a:off x="11278244" y="4570283"/>
            <a:ext cx="439200" cy="439200"/>
          </a:xfrm>
          <a:prstGeom prst="ellipse">
            <a:avLst/>
          </a:prstGeom>
        </p:spPr>
      </p:pic>
      <p:pic>
        <p:nvPicPr>
          <p:cNvPr id="68" name="Picture 67">
            <a:extLst>
              <a:ext uri="{FF2B5EF4-FFF2-40B4-BE49-F238E27FC236}">
                <a16:creationId xmlns:a16="http://schemas.microsoft.com/office/drawing/2014/main" id="{5E76B631-3DBD-936D-DD2F-C4097C7C24C1}"/>
              </a:ext>
            </a:extLst>
          </p:cNvPr>
          <p:cNvPicPr>
            <a:picLocks noChangeAspect="1"/>
          </p:cNvPicPr>
          <p:nvPr/>
        </p:nvPicPr>
        <p:blipFill>
          <a:blip r:embed="rId5" cstate="print">
            <a:extLst>
              <a:ext uri="{28A0092B-C50C-407E-A947-70E740481C1C}">
                <a14:useLocalDpi xmlns:a14="http://schemas.microsoft.com/office/drawing/2010/main"/>
              </a:ext>
            </a:extLst>
          </a:blip>
          <a:srcRect/>
          <a:stretch/>
        </p:blipFill>
        <p:spPr>
          <a:xfrm>
            <a:off x="11278244" y="5377199"/>
            <a:ext cx="439200" cy="439200"/>
          </a:xfrm>
          <a:prstGeom prst="ellipse">
            <a:avLst/>
          </a:prstGeom>
        </p:spPr>
      </p:pic>
      <p:pic>
        <p:nvPicPr>
          <p:cNvPr id="69" name="Picture 68" descr="A hand holding a remote control in front of a television&#10;&#10;Description automatically generated">
            <a:extLst>
              <a:ext uri="{FF2B5EF4-FFF2-40B4-BE49-F238E27FC236}">
                <a16:creationId xmlns:a16="http://schemas.microsoft.com/office/drawing/2014/main" id="{F8CB2D9A-AB03-0018-3C3D-D8D355B99724}"/>
              </a:ext>
            </a:extLst>
          </p:cNvPr>
          <p:cNvPicPr>
            <a:picLocks noChangeAspect="1"/>
          </p:cNvPicPr>
          <p:nvPr/>
        </p:nvPicPr>
        <p:blipFill rotWithShape="1">
          <a:blip r:embed="rId6"/>
          <a:srcRect l="16654" r="16654"/>
          <a:stretch/>
        </p:blipFill>
        <p:spPr>
          <a:xfrm>
            <a:off x="484785" y="2309824"/>
            <a:ext cx="439200" cy="439200"/>
          </a:xfrm>
          <a:prstGeom prst="ellipse">
            <a:avLst/>
          </a:prstGeom>
        </p:spPr>
      </p:pic>
      <p:pic>
        <p:nvPicPr>
          <p:cNvPr id="70" name="Picture 69">
            <a:extLst>
              <a:ext uri="{FF2B5EF4-FFF2-40B4-BE49-F238E27FC236}">
                <a16:creationId xmlns:a16="http://schemas.microsoft.com/office/drawing/2014/main" id="{E770787F-BC97-0720-2A17-25E273650BBF}"/>
              </a:ext>
            </a:extLst>
          </p:cNvPr>
          <p:cNvPicPr>
            <a:picLocks noChangeAspect="1"/>
          </p:cNvPicPr>
          <p:nvPr/>
        </p:nvPicPr>
        <p:blipFill>
          <a:blip r:embed="rId7" cstate="print">
            <a:extLst>
              <a:ext uri="{28A0092B-C50C-407E-A947-70E740481C1C}">
                <a14:useLocalDpi xmlns:a14="http://schemas.microsoft.com/office/drawing/2010/main"/>
              </a:ext>
            </a:extLst>
          </a:blip>
          <a:srcRect/>
          <a:stretch/>
        </p:blipFill>
        <p:spPr>
          <a:xfrm>
            <a:off x="1736328" y="2309824"/>
            <a:ext cx="439200" cy="439200"/>
          </a:xfrm>
          <a:prstGeom prst="ellipse">
            <a:avLst/>
          </a:prstGeom>
        </p:spPr>
      </p:pic>
      <p:pic>
        <p:nvPicPr>
          <p:cNvPr id="71" name="Picture 70">
            <a:extLst>
              <a:ext uri="{FF2B5EF4-FFF2-40B4-BE49-F238E27FC236}">
                <a16:creationId xmlns:a16="http://schemas.microsoft.com/office/drawing/2014/main" id="{85456EA0-04F5-6270-499C-93C2A7A21CF3}"/>
              </a:ext>
            </a:extLst>
          </p:cNvPr>
          <p:cNvPicPr>
            <a:picLocks noChangeAspect="1"/>
          </p:cNvPicPr>
          <p:nvPr/>
        </p:nvPicPr>
        <p:blipFill>
          <a:blip r:embed="rId8" cstate="print">
            <a:extLst>
              <a:ext uri="{28A0092B-C50C-407E-A947-70E740481C1C}">
                <a14:useLocalDpi xmlns:a14="http://schemas.microsoft.com/office/drawing/2010/main"/>
              </a:ext>
            </a:extLst>
          </a:blip>
          <a:srcRect/>
          <a:stretch/>
        </p:blipFill>
        <p:spPr>
          <a:xfrm>
            <a:off x="1736328" y="3042914"/>
            <a:ext cx="439200" cy="439200"/>
          </a:xfrm>
          <a:prstGeom prst="ellipse">
            <a:avLst/>
          </a:prstGeom>
        </p:spPr>
      </p:pic>
      <p:pic>
        <p:nvPicPr>
          <p:cNvPr id="72" name="Picture 71">
            <a:extLst>
              <a:ext uri="{FF2B5EF4-FFF2-40B4-BE49-F238E27FC236}">
                <a16:creationId xmlns:a16="http://schemas.microsoft.com/office/drawing/2014/main" id="{DD2887A4-EB6C-4C75-E61F-4793AE966E91}"/>
              </a:ext>
            </a:extLst>
          </p:cNvPr>
          <p:cNvPicPr>
            <a:picLocks noChangeAspect="1"/>
          </p:cNvPicPr>
          <p:nvPr/>
        </p:nvPicPr>
        <p:blipFill>
          <a:blip r:embed="rId9" cstate="print">
            <a:extLst>
              <a:ext uri="{28A0092B-C50C-407E-A947-70E740481C1C}">
                <a14:useLocalDpi xmlns:a14="http://schemas.microsoft.com/office/drawing/2010/main"/>
              </a:ext>
            </a:extLst>
          </a:blip>
          <a:srcRect/>
          <a:stretch/>
        </p:blipFill>
        <p:spPr>
          <a:xfrm>
            <a:off x="484785" y="3042914"/>
            <a:ext cx="439200" cy="439200"/>
          </a:xfrm>
          <a:prstGeom prst="ellipse">
            <a:avLst/>
          </a:prstGeom>
        </p:spPr>
      </p:pic>
      <p:sp>
        <p:nvSpPr>
          <p:cNvPr id="74" name="TextBox 169">
            <a:extLst>
              <a:ext uri="{FF2B5EF4-FFF2-40B4-BE49-F238E27FC236}">
                <a16:creationId xmlns:a16="http://schemas.microsoft.com/office/drawing/2014/main" id="{7B6DE975-7487-2898-B69F-7DB25C0C518A}"/>
              </a:ext>
            </a:extLst>
          </p:cNvPr>
          <p:cNvSpPr txBox="1">
            <a:spLocks noChangeAspect="1"/>
          </p:cNvSpPr>
          <p:nvPr/>
        </p:nvSpPr>
        <p:spPr>
          <a:xfrm>
            <a:off x="4717624" y="2708227"/>
            <a:ext cx="2960497" cy="3292383"/>
          </a:xfrm>
          <a:prstGeom prst="rect">
            <a:avLst/>
          </a:prstGeom>
          <a:noFill/>
          <a:ln>
            <a:noFill/>
          </a:ln>
        </p:spPr>
        <p:txBody>
          <a:bodyPr spcFirstLastPara="1" wrap="square" lIns="0" tIns="0" rIns="0" bIns="0" numCol="1" rtlCol="0">
            <a:prstTxWarp prst="textArchUp">
              <a:avLst>
                <a:gd name="adj" fmla="val 5482636"/>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Aft>
                <a:spcPts val="900"/>
              </a:spcAft>
              <a:defRPr/>
            </a:pPr>
            <a:r>
              <a:rPr lang="en-GB" sz="1200" b="1">
                <a:solidFill>
                  <a:srgbClr val="000000"/>
                </a:solidFill>
                <a:latin typeface="EYInterstate Regular" panose="02000503020000020004" pitchFamily="2" charset="0"/>
              </a:rPr>
              <a:t>Customer Experience</a:t>
            </a:r>
          </a:p>
        </p:txBody>
      </p:sp>
      <p:grpSp>
        <p:nvGrpSpPr>
          <p:cNvPr id="75" name="Group 74">
            <a:extLst>
              <a:ext uri="{FF2B5EF4-FFF2-40B4-BE49-F238E27FC236}">
                <a16:creationId xmlns:a16="http://schemas.microsoft.com/office/drawing/2014/main" id="{810D2CB2-26A9-92E5-7880-FA674FA8600C}"/>
              </a:ext>
            </a:extLst>
          </p:cNvPr>
          <p:cNvGrpSpPr/>
          <p:nvPr/>
        </p:nvGrpSpPr>
        <p:grpSpPr>
          <a:xfrm>
            <a:off x="5317020" y="3024592"/>
            <a:ext cx="1620497" cy="1629015"/>
            <a:chOff x="5839534" y="3024592"/>
            <a:chExt cx="1620497" cy="1629015"/>
          </a:xfrm>
        </p:grpSpPr>
        <p:sp>
          <p:nvSpPr>
            <p:cNvPr id="76" name="TextBox 75">
              <a:extLst>
                <a:ext uri="{FF2B5EF4-FFF2-40B4-BE49-F238E27FC236}">
                  <a16:creationId xmlns:a16="http://schemas.microsoft.com/office/drawing/2014/main" id="{CDFF057D-664A-9EB4-6DBC-C4AF9C21CC66}"/>
                </a:ext>
              </a:extLst>
            </p:cNvPr>
            <p:cNvSpPr txBox="1"/>
            <p:nvPr/>
          </p:nvSpPr>
          <p:spPr>
            <a:xfrm rot="19038760">
              <a:off x="5885656" y="3070685"/>
              <a:ext cx="1518444" cy="1517478"/>
            </a:xfrm>
            <a:prstGeom prst="rect">
              <a:avLst/>
            </a:prstGeom>
            <a:noFill/>
          </p:spPr>
          <p:txBody>
            <a:bodyPr wrap="square">
              <a:prstTxWarp prst="textArchUp">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a:ln>
                    <a:noFill/>
                  </a:ln>
                  <a:solidFill>
                    <a:srgbClr val="C4C4CD"/>
                  </a:solidFill>
                  <a:effectLst/>
                  <a:uLnTx/>
                  <a:uFillTx/>
                </a:rPr>
                <a:t>Societal Value</a:t>
              </a:r>
            </a:p>
          </p:txBody>
        </p:sp>
        <p:sp>
          <p:nvSpPr>
            <p:cNvPr id="77" name="TextBox 76">
              <a:extLst>
                <a:ext uri="{FF2B5EF4-FFF2-40B4-BE49-F238E27FC236}">
                  <a16:creationId xmlns:a16="http://schemas.microsoft.com/office/drawing/2014/main" id="{FA06F9DB-35A0-7786-E8C3-0AABB8D0B67D}"/>
                </a:ext>
              </a:extLst>
            </p:cNvPr>
            <p:cNvSpPr txBox="1"/>
            <p:nvPr/>
          </p:nvSpPr>
          <p:spPr>
            <a:xfrm rot="2853416">
              <a:off x="5885656" y="3070685"/>
              <a:ext cx="1518444" cy="1517478"/>
            </a:xfrm>
            <a:prstGeom prst="rect">
              <a:avLst/>
            </a:prstGeom>
            <a:noFill/>
          </p:spPr>
          <p:txBody>
            <a:bodyPr wrap="square">
              <a:prstTxWarp prst="textArchUp">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a:ln>
                    <a:noFill/>
                  </a:ln>
                  <a:solidFill>
                    <a:srgbClr val="C4C4CD"/>
                  </a:solidFill>
                  <a:effectLst/>
                  <a:uLnTx/>
                  <a:uFillTx/>
                </a:rPr>
                <a:t>Financial Value</a:t>
              </a:r>
            </a:p>
          </p:txBody>
        </p:sp>
        <p:sp>
          <p:nvSpPr>
            <p:cNvPr id="78" name="TextBox 77">
              <a:extLst>
                <a:ext uri="{FF2B5EF4-FFF2-40B4-BE49-F238E27FC236}">
                  <a16:creationId xmlns:a16="http://schemas.microsoft.com/office/drawing/2014/main" id="{F9575BE5-48EF-E055-5BA8-0AA0541A6250}"/>
                </a:ext>
              </a:extLst>
            </p:cNvPr>
            <p:cNvSpPr txBox="1"/>
            <p:nvPr/>
          </p:nvSpPr>
          <p:spPr>
            <a:xfrm rot="2622075">
              <a:off x="5839534" y="3024592"/>
              <a:ext cx="1610688" cy="1609664"/>
            </a:xfrm>
            <a:prstGeom prst="rect">
              <a:avLst/>
            </a:prstGeom>
            <a:noFill/>
          </p:spPr>
          <p:txBody>
            <a:bodyPr wrap="square">
              <a:prstTxWarp prst="textArchDown">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a:ln>
                    <a:noFill/>
                  </a:ln>
                  <a:solidFill>
                    <a:srgbClr val="C4C4CD"/>
                  </a:solidFill>
                  <a:effectLst/>
                  <a:uLnTx/>
                  <a:uFillTx/>
                </a:rPr>
                <a:t>Customer Value</a:t>
              </a:r>
            </a:p>
          </p:txBody>
        </p:sp>
        <p:sp>
          <p:nvSpPr>
            <p:cNvPr id="79" name="TextBox 78">
              <a:extLst>
                <a:ext uri="{FF2B5EF4-FFF2-40B4-BE49-F238E27FC236}">
                  <a16:creationId xmlns:a16="http://schemas.microsoft.com/office/drawing/2014/main" id="{E7AB1ACA-1FA0-4608-00A5-9488E4B2C53E}"/>
                </a:ext>
              </a:extLst>
            </p:cNvPr>
            <p:cNvSpPr txBox="1"/>
            <p:nvPr/>
          </p:nvSpPr>
          <p:spPr>
            <a:xfrm rot="18900000">
              <a:off x="5849343" y="3043943"/>
              <a:ext cx="1610688" cy="1609664"/>
            </a:xfrm>
            <a:prstGeom prst="rect">
              <a:avLst/>
            </a:prstGeom>
            <a:noFill/>
          </p:spPr>
          <p:txBody>
            <a:bodyPr wrap="square">
              <a:prstTxWarp prst="textArchDown">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a:ln>
                    <a:noFill/>
                  </a:ln>
                  <a:solidFill>
                    <a:srgbClr val="C4C4CD"/>
                  </a:solidFill>
                  <a:effectLst/>
                  <a:uLnTx/>
                  <a:uFillTx/>
                </a:rPr>
                <a:t>People Value</a:t>
              </a:r>
            </a:p>
          </p:txBody>
        </p:sp>
      </p:grpSp>
      <p:sp>
        <p:nvSpPr>
          <p:cNvPr id="80" name="TextBox 79">
            <a:extLst>
              <a:ext uri="{FF2B5EF4-FFF2-40B4-BE49-F238E27FC236}">
                <a16:creationId xmlns:a16="http://schemas.microsoft.com/office/drawing/2014/main" id="{49F59B1D-8F4A-AD24-A856-601916589AC2}"/>
              </a:ext>
            </a:extLst>
          </p:cNvPr>
          <p:cNvSpPr txBox="1"/>
          <p:nvPr/>
        </p:nvSpPr>
        <p:spPr>
          <a:xfrm>
            <a:off x="483827" y="3986138"/>
            <a:ext cx="6097554" cy="184666"/>
          </a:xfrm>
          <a:prstGeom prst="rect">
            <a:avLst/>
          </a:prstGeom>
          <a:noFill/>
        </p:spPr>
        <p:txBody>
          <a:bodyPr wrap="square" lIns="0" tIns="0" rIns="0" bIns="0">
            <a:spAutoFit/>
          </a:bodyPr>
          <a:lstStyle/>
          <a:p>
            <a:r>
              <a:rPr lang="en-US" sz="1200" b="1">
                <a:ln w="12700">
                  <a:noFill/>
                  <a:prstDash val="solid"/>
                </a:ln>
                <a:solidFill>
                  <a:schemeClr val="bg1"/>
                </a:solidFill>
                <a:latin typeface="EYInterstate Regular" panose="02000503020000020004" pitchFamily="2" charset="0"/>
              </a:rPr>
              <a:t>Technology</a:t>
            </a:r>
            <a:endParaRPr lang="en-GB" sz="1200" b="1">
              <a:solidFill>
                <a:schemeClr val="bg1"/>
              </a:solidFill>
              <a:latin typeface="EYInterstate Regular" panose="02000503020000020004" pitchFamily="2" charset="0"/>
            </a:endParaRPr>
          </a:p>
        </p:txBody>
      </p:sp>
      <p:sp>
        <p:nvSpPr>
          <p:cNvPr id="81" name="TextBox 80">
            <a:extLst>
              <a:ext uri="{FF2B5EF4-FFF2-40B4-BE49-F238E27FC236}">
                <a16:creationId xmlns:a16="http://schemas.microsoft.com/office/drawing/2014/main" id="{DB23C93B-D62A-B8C4-0BCC-23889151C115}"/>
              </a:ext>
            </a:extLst>
          </p:cNvPr>
          <p:cNvSpPr txBox="1"/>
          <p:nvPr/>
        </p:nvSpPr>
        <p:spPr>
          <a:xfrm>
            <a:off x="483826" y="4263804"/>
            <a:ext cx="2970325" cy="371640"/>
          </a:xfrm>
          <a:prstGeom prst="rect">
            <a:avLst/>
          </a:prstGeom>
          <a:noFill/>
        </p:spPr>
        <p:txBody>
          <a:bodyPr wrap="square" lIns="0" tIns="0" rIns="0" bIns="0">
            <a:spAutoFit/>
          </a:bodyPr>
          <a:lstStyle/>
          <a:p>
            <a:pPr>
              <a:lnSpc>
                <a:spcPct val="120000"/>
              </a:lnSpc>
              <a:defRPr/>
            </a:pPr>
            <a:r>
              <a:rPr lang="en-US" sz="1050">
                <a:solidFill>
                  <a:schemeClr val="bg1"/>
                </a:solidFill>
              </a:rPr>
              <a:t>Emerging technologies allow for memorable, simpler, faster and personalized experiences.</a:t>
            </a:r>
          </a:p>
        </p:txBody>
      </p:sp>
      <p:sp>
        <p:nvSpPr>
          <p:cNvPr id="82" name="TextBox 81">
            <a:extLst>
              <a:ext uri="{FF2B5EF4-FFF2-40B4-BE49-F238E27FC236}">
                <a16:creationId xmlns:a16="http://schemas.microsoft.com/office/drawing/2014/main" id="{F874B412-2FAD-045D-DD94-25B66B85381E}"/>
              </a:ext>
            </a:extLst>
          </p:cNvPr>
          <p:cNvSpPr txBox="1"/>
          <p:nvPr/>
        </p:nvSpPr>
        <p:spPr>
          <a:xfrm>
            <a:off x="9686109" y="3565415"/>
            <a:ext cx="2031335" cy="184666"/>
          </a:xfrm>
          <a:prstGeom prst="rect">
            <a:avLst/>
          </a:prstGeom>
          <a:noFill/>
        </p:spPr>
        <p:txBody>
          <a:bodyPr wrap="square" lIns="0" tIns="0" rIns="0" bIns="0">
            <a:spAutoFit/>
          </a:bodyPr>
          <a:lstStyle/>
          <a:p>
            <a:pPr algn="r"/>
            <a:r>
              <a:rPr lang="en-US" sz="1200" b="1">
                <a:ln w="12700">
                  <a:noFill/>
                  <a:prstDash val="solid"/>
                </a:ln>
                <a:solidFill>
                  <a:schemeClr val="bg1"/>
                </a:solidFill>
                <a:latin typeface="EYInterstate Regular" panose="02000503020000020004" pitchFamily="2" charset="0"/>
              </a:rPr>
              <a:t>Business context </a:t>
            </a:r>
            <a:endParaRPr lang="en-GB" sz="1200" b="1">
              <a:ln w="12700">
                <a:noFill/>
                <a:prstDash val="solid"/>
              </a:ln>
              <a:solidFill>
                <a:schemeClr val="bg1"/>
              </a:solidFill>
              <a:latin typeface="EYInterstate Regular" panose="02000503020000020004" pitchFamily="2" charset="0"/>
            </a:endParaRPr>
          </a:p>
        </p:txBody>
      </p:sp>
      <p:sp>
        <p:nvSpPr>
          <p:cNvPr id="83" name="TextBox 82">
            <a:extLst>
              <a:ext uri="{FF2B5EF4-FFF2-40B4-BE49-F238E27FC236}">
                <a16:creationId xmlns:a16="http://schemas.microsoft.com/office/drawing/2014/main" id="{106B0B00-9B5F-E18E-C6CC-C5F6F219C30C}"/>
              </a:ext>
            </a:extLst>
          </p:cNvPr>
          <p:cNvSpPr txBox="1"/>
          <p:nvPr/>
        </p:nvSpPr>
        <p:spPr>
          <a:xfrm>
            <a:off x="9316348" y="3843081"/>
            <a:ext cx="2401096" cy="565539"/>
          </a:xfrm>
          <a:prstGeom prst="rect">
            <a:avLst/>
          </a:prstGeom>
          <a:noFill/>
        </p:spPr>
        <p:txBody>
          <a:bodyPr wrap="square" lIns="0" tIns="0" rIns="0" bIns="0">
            <a:spAutoFit/>
          </a:bodyPr>
          <a:lstStyle/>
          <a:p>
            <a:pPr marL="0" marR="0" lvl="0" indent="0" algn="r" defTabSz="914400" eaLnBrk="1" fontAlgn="auto" latinLnBrk="0" hangingPunct="1">
              <a:lnSpc>
                <a:spcPct val="120000"/>
              </a:lnSpc>
              <a:spcBef>
                <a:spcPts val="0"/>
              </a:spcBef>
              <a:spcAft>
                <a:spcPts val="0"/>
              </a:spcAft>
              <a:buClrTx/>
              <a:buSzTx/>
              <a:buFontTx/>
              <a:buNone/>
              <a:tabLst/>
              <a:defRPr/>
            </a:pPr>
            <a:r>
              <a:rPr kumimoji="0" lang="en-US" sz="1050" b="0" i="0" u="none" strike="noStrike" kern="0" cap="none" spc="0" normalizeH="0" baseline="0" noProof="0">
                <a:ln>
                  <a:noFill/>
                </a:ln>
                <a:solidFill>
                  <a:schemeClr val="bg1"/>
                </a:solidFill>
                <a:effectLst/>
                <a:uLnTx/>
                <a:uFillTx/>
              </a:rPr>
              <a:t>Disruption from new competitors and unexpected entrants can pivot the entire industry.</a:t>
            </a:r>
          </a:p>
        </p:txBody>
      </p:sp>
      <p:sp>
        <p:nvSpPr>
          <p:cNvPr id="84" name="TextBox 83">
            <a:extLst>
              <a:ext uri="{FF2B5EF4-FFF2-40B4-BE49-F238E27FC236}">
                <a16:creationId xmlns:a16="http://schemas.microsoft.com/office/drawing/2014/main" id="{5F133F5F-5291-E071-2AE9-96D4406C9956}"/>
              </a:ext>
            </a:extLst>
          </p:cNvPr>
          <p:cNvSpPr txBox="1"/>
          <p:nvPr/>
        </p:nvSpPr>
        <p:spPr>
          <a:xfrm>
            <a:off x="499904" y="1520422"/>
            <a:ext cx="2202270" cy="184666"/>
          </a:xfrm>
          <a:prstGeom prst="rect">
            <a:avLst/>
          </a:prstGeom>
          <a:noFill/>
        </p:spPr>
        <p:txBody>
          <a:bodyPr wrap="square" lIns="0" tIns="0" rIns="0" bIns="0">
            <a:spAutoFit/>
          </a:bodyPr>
          <a:lstStyle/>
          <a:p>
            <a:r>
              <a:rPr lang="en-US" sz="1200" b="1">
                <a:ln w="12700">
                  <a:noFill/>
                  <a:prstDash val="solid"/>
                </a:ln>
                <a:solidFill>
                  <a:schemeClr val="bg1"/>
                </a:solidFill>
                <a:latin typeface="EYInterstate Regular" panose="02000503020000020004" pitchFamily="2" charset="0"/>
              </a:rPr>
              <a:t>Customers</a:t>
            </a:r>
            <a:endParaRPr lang="en-GB" sz="1200" b="1">
              <a:ln w="12700">
                <a:noFill/>
                <a:prstDash val="solid"/>
              </a:ln>
              <a:solidFill>
                <a:schemeClr val="bg1"/>
              </a:solidFill>
              <a:latin typeface="EYInterstate Regular" panose="02000503020000020004" pitchFamily="2" charset="0"/>
            </a:endParaRPr>
          </a:p>
        </p:txBody>
      </p:sp>
      <p:sp>
        <p:nvSpPr>
          <p:cNvPr id="85" name="TextBox 84">
            <a:extLst>
              <a:ext uri="{FF2B5EF4-FFF2-40B4-BE49-F238E27FC236}">
                <a16:creationId xmlns:a16="http://schemas.microsoft.com/office/drawing/2014/main" id="{ADB53A87-4FD4-5CBE-AB75-C2184EED7C19}"/>
              </a:ext>
            </a:extLst>
          </p:cNvPr>
          <p:cNvSpPr txBox="1"/>
          <p:nvPr/>
        </p:nvSpPr>
        <p:spPr>
          <a:xfrm>
            <a:off x="499903" y="1798088"/>
            <a:ext cx="4670363" cy="371640"/>
          </a:xfrm>
          <a:prstGeom prst="rect">
            <a:avLst/>
          </a:prstGeom>
          <a:noFill/>
        </p:spPr>
        <p:txBody>
          <a:bodyPr wrap="square" lIns="0" tIns="0" rIns="0" bIns="0">
            <a:spAutoFit/>
          </a:bodyPr>
          <a:lstStyle/>
          <a:p>
            <a:pPr marL="0" marR="0" lvl="0" indent="0" defTabSz="914400" eaLnBrk="1" fontAlgn="auto" latinLnBrk="0" hangingPunct="1">
              <a:lnSpc>
                <a:spcPct val="120000"/>
              </a:lnSpc>
              <a:spcBef>
                <a:spcPts val="0"/>
              </a:spcBef>
              <a:spcAft>
                <a:spcPts val="0"/>
              </a:spcAft>
              <a:buClrTx/>
              <a:buSzTx/>
              <a:buFontTx/>
              <a:buNone/>
              <a:tabLst/>
              <a:defRPr/>
            </a:pPr>
            <a:r>
              <a:rPr lang="en-US" sz="1050">
                <a:solidFill>
                  <a:schemeClr val="bg1"/>
                </a:solidFill>
              </a:rPr>
              <a:t>Customers transfer their expectations across sectors, with speed and delivery a must. 96% say great service = brand loyalty. Appropriate CX lasts.</a:t>
            </a:r>
          </a:p>
        </p:txBody>
      </p:sp>
      <p:sp>
        <p:nvSpPr>
          <p:cNvPr id="86" name="TextBox 85">
            <a:extLst>
              <a:ext uri="{FF2B5EF4-FFF2-40B4-BE49-F238E27FC236}">
                <a16:creationId xmlns:a16="http://schemas.microsoft.com/office/drawing/2014/main" id="{DFBEF8C1-EA5F-39C1-E843-E1B3ABC61983}"/>
              </a:ext>
            </a:extLst>
          </p:cNvPr>
          <p:cNvSpPr txBox="1"/>
          <p:nvPr/>
        </p:nvSpPr>
        <p:spPr>
          <a:xfrm>
            <a:off x="5435484" y="5279801"/>
            <a:ext cx="1906166" cy="184666"/>
          </a:xfrm>
          <a:prstGeom prst="rect">
            <a:avLst/>
          </a:prstGeom>
          <a:noFill/>
        </p:spPr>
        <p:txBody>
          <a:bodyPr wrap="square" lIns="0" tIns="0" rIns="0" bIns="0">
            <a:spAutoFit/>
          </a:bodyPr>
          <a:lstStyle/>
          <a:p>
            <a:r>
              <a:rPr lang="en-US" sz="1200" b="1">
                <a:ln w="12700">
                  <a:noFill/>
                  <a:prstDash val="solid"/>
                </a:ln>
                <a:solidFill>
                  <a:schemeClr val="bg1"/>
                </a:solidFill>
                <a:latin typeface="EYInterstate Regular" panose="02000503020000020004" pitchFamily="2" charset="0"/>
              </a:rPr>
              <a:t>Financial</a:t>
            </a:r>
            <a:endParaRPr lang="en-GB" sz="1200" b="1">
              <a:ln w="12700">
                <a:noFill/>
                <a:prstDash val="solid"/>
              </a:ln>
              <a:solidFill>
                <a:schemeClr val="bg1"/>
              </a:solidFill>
              <a:latin typeface="EYInterstate Regular" panose="02000503020000020004" pitchFamily="2" charset="0"/>
            </a:endParaRPr>
          </a:p>
        </p:txBody>
      </p:sp>
      <p:sp>
        <p:nvSpPr>
          <p:cNvPr id="87" name="TextBox 86">
            <a:extLst>
              <a:ext uri="{FF2B5EF4-FFF2-40B4-BE49-F238E27FC236}">
                <a16:creationId xmlns:a16="http://schemas.microsoft.com/office/drawing/2014/main" id="{DA3EFE73-B8ED-E194-98F2-60A018F0B24B}"/>
              </a:ext>
            </a:extLst>
          </p:cNvPr>
          <p:cNvSpPr txBox="1"/>
          <p:nvPr/>
        </p:nvSpPr>
        <p:spPr>
          <a:xfrm>
            <a:off x="5440993" y="5544467"/>
            <a:ext cx="1755316" cy="565539"/>
          </a:xfrm>
          <a:prstGeom prst="rect">
            <a:avLst/>
          </a:prstGeom>
          <a:noFill/>
        </p:spPr>
        <p:txBody>
          <a:bodyPr wrap="square" lIns="0" tIns="0" rIns="0" bIns="0">
            <a:spAutoFit/>
          </a:bodyPr>
          <a:lstStyle/>
          <a:p>
            <a:pPr>
              <a:lnSpc>
                <a:spcPct val="120000"/>
              </a:lnSpc>
              <a:defRPr/>
            </a:pPr>
            <a:r>
              <a:rPr lang="en-US" sz="1050">
                <a:solidFill>
                  <a:schemeClr val="bg1"/>
                </a:solidFill>
              </a:rPr>
              <a:t>CX has clear financial benefits to both top and bottom lines, enabling up to:</a:t>
            </a:r>
          </a:p>
        </p:txBody>
      </p:sp>
      <p:sp>
        <p:nvSpPr>
          <p:cNvPr id="88" name="TextBox 87">
            <a:extLst>
              <a:ext uri="{FF2B5EF4-FFF2-40B4-BE49-F238E27FC236}">
                <a16:creationId xmlns:a16="http://schemas.microsoft.com/office/drawing/2014/main" id="{EF0177F0-64A6-7D6C-0C23-82A5CF3DE7AF}"/>
              </a:ext>
            </a:extLst>
          </p:cNvPr>
          <p:cNvSpPr txBox="1"/>
          <p:nvPr/>
        </p:nvSpPr>
        <p:spPr>
          <a:xfrm>
            <a:off x="9042523" y="1613422"/>
            <a:ext cx="2674921" cy="184666"/>
          </a:xfrm>
          <a:prstGeom prst="rect">
            <a:avLst/>
          </a:prstGeom>
          <a:noFill/>
        </p:spPr>
        <p:txBody>
          <a:bodyPr wrap="square" lIns="0" tIns="0" rIns="0" bIns="0">
            <a:spAutoFit/>
          </a:bodyPr>
          <a:lstStyle/>
          <a:p>
            <a:pPr algn="r"/>
            <a:r>
              <a:rPr lang="en-US" sz="1200" b="1">
                <a:ln w="12700">
                  <a:noFill/>
                  <a:prstDash val="solid"/>
                </a:ln>
                <a:solidFill>
                  <a:schemeClr val="bg1"/>
                </a:solidFill>
                <a:latin typeface="EYInterstate Regular" panose="02000503020000020004" pitchFamily="2" charset="0"/>
              </a:rPr>
              <a:t>Sustainability and inclusion</a:t>
            </a:r>
          </a:p>
        </p:txBody>
      </p:sp>
      <p:sp>
        <p:nvSpPr>
          <p:cNvPr id="89" name="TextBox 88">
            <a:extLst>
              <a:ext uri="{FF2B5EF4-FFF2-40B4-BE49-F238E27FC236}">
                <a16:creationId xmlns:a16="http://schemas.microsoft.com/office/drawing/2014/main" id="{76FAE2C8-B66C-3847-14DE-C339C66592C4}"/>
              </a:ext>
            </a:extLst>
          </p:cNvPr>
          <p:cNvSpPr txBox="1"/>
          <p:nvPr/>
        </p:nvSpPr>
        <p:spPr>
          <a:xfrm>
            <a:off x="7526632" y="1891088"/>
            <a:ext cx="4190812" cy="371640"/>
          </a:xfrm>
          <a:prstGeom prst="rect">
            <a:avLst/>
          </a:prstGeom>
          <a:noFill/>
        </p:spPr>
        <p:txBody>
          <a:bodyPr wrap="square" lIns="0" tIns="0" rIns="0" bIns="0">
            <a:spAutoFit/>
          </a:bodyPr>
          <a:lstStyle/>
          <a:p>
            <a:pPr>
              <a:lnSpc>
                <a:spcPct val="120000"/>
              </a:lnSpc>
              <a:defRPr/>
            </a:pPr>
            <a:r>
              <a:rPr lang="en-US" sz="1050">
                <a:solidFill>
                  <a:schemeClr val="bg1"/>
                </a:solidFill>
              </a:rPr>
              <a:t>People want to build long-lasting relationships with companies that act ethically and show empathy for them and the planet. </a:t>
            </a:r>
          </a:p>
        </p:txBody>
      </p:sp>
      <p:sp>
        <p:nvSpPr>
          <p:cNvPr id="90" name="TextBox 89">
            <a:extLst>
              <a:ext uri="{FF2B5EF4-FFF2-40B4-BE49-F238E27FC236}">
                <a16:creationId xmlns:a16="http://schemas.microsoft.com/office/drawing/2014/main" id="{EB4AA591-488E-3970-B640-CC3A99BC3CEE}"/>
              </a:ext>
            </a:extLst>
          </p:cNvPr>
          <p:cNvSpPr txBox="1"/>
          <p:nvPr/>
        </p:nvSpPr>
        <p:spPr>
          <a:xfrm>
            <a:off x="5677779" y="3651813"/>
            <a:ext cx="929348" cy="457048"/>
          </a:xfrm>
          <a:prstGeom prst="rect">
            <a:avLst/>
          </a:prstGeom>
          <a:noFill/>
        </p:spPr>
        <p:txBody>
          <a:bodyPr wrap="square" lIns="0" tIns="0" rIns="0" bIns="0">
            <a:spAutoFit/>
          </a:bodyPr>
          <a:lstStyle/>
          <a:p>
            <a:pPr marL="0" marR="0" lvl="0" indent="0" algn="ctr" defTabSz="914400" eaLnBrk="1" fontAlgn="auto" latinLnBrk="0" hangingPunct="1">
              <a:lnSpc>
                <a:spcPct val="90000"/>
              </a:lnSpc>
              <a:spcBef>
                <a:spcPts val="0"/>
              </a:spcBef>
              <a:spcAft>
                <a:spcPts val="0"/>
              </a:spcAft>
              <a:buClrTx/>
              <a:buSzTx/>
              <a:buFontTx/>
              <a:buNone/>
              <a:tabLst/>
              <a:defRPr/>
            </a:pPr>
            <a:r>
              <a:rPr kumimoji="0" lang="en-US" sz="1100" b="1" i="0" u="none" strike="noStrike" kern="0" cap="none" spc="-40" normalizeH="0" baseline="0" noProof="0">
                <a:ln>
                  <a:noFill/>
                </a:ln>
                <a:solidFill>
                  <a:srgbClr val="FFFFFF"/>
                </a:solidFill>
                <a:effectLst/>
                <a:uLnTx/>
                <a:uFillTx/>
              </a:rPr>
              <a:t>Sustainable Long-Term Value</a:t>
            </a:r>
          </a:p>
        </p:txBody>
      </p:sp>
      <p:pic>
        <p:nvPicPr>
          <p:cNvPr id="91" name="Picture 90">
            <a:extLst>
              <a:ext uri="{FF2B5EF4-FFF2-40B4-BE49-F238E27FC236}">
                <a16:creationId xmlns:a16="http://schemas.microsoft.com/office/drawing/2014/main" id="{95C840B3-6654-6B38-B97E-D1EF75747C19}"/>
              </a:ext>
            </a:extLst>
          </p:cNvPr>
          <p:cNvPicPr>
            <a:picLocks noChangeAspect="1"/>
          </p:cNvPicPr>
          <p:nvPr/>
        </p:nvPicPr>
        <p:blipFill rotWithShape="1">
          <a:blip r:embed="rId10" cstate="print">
            <a:extLst>
              <a:ext uri="{28A0092B-C50C-407E-A947-70E740481C1C}">
                <a14:useLocalDpi xmlns:a14="http://schemas.microsoft.com/office/drawing/2010/main"/>
              </a:ext>
            </a:extLst>
          </a:blip>
          <a:srcRect/>
          <a:stretch/>
        </p:blipFill>
        <p:spPr>
          <a:xfrm>
            <a:off x="479425" y="4784666"/>
            <a:ext cx="441711" cy="437326"/>
          </a:xfrm>
          <a:prstGeom prst="ellipse">
            <a:avLst/>
          </a:prstGeom>
        </p:spPr>
      </p:pic>
      <p:pic>
        <p:nvPicPr>
          <p:cNvPr id="92" name="Picture 91">
            <a:extLst>
              <a:ext uri="{FF2B5EF4-FFF2-40B4-BE49-F238E27FC236}">
                <a16:creationId xmlns:a16="http://schemas.microsoft.com/office/drawing/2014/main" id="{FB3D86FE-25A6-2024-0D90-273D456B52C2}"/>
              </a:ext>
            </a:extLst>
          </p:cNvPr>
          <p:cNvPicPr>
            <a:picLocks noChangeAspect="1"/>
          </p:cNvPicPr>
          <p:nvPr/>
        </p:nvPicPr>
        <p:blipFill rotWithShape="1">
          <a:blip r:embed="rId11" cstate="print">
            <a:extLst>
              <a:ext uri="{28A0092B-C50C-407E-A947-70E740481C1C}">
                <a14:useLocalDpi xmlns:a14="http://schemas.microsoft.com/office/drawing/2010/main"/>
              </a:ext>
            </a:extLst>
          </a:blip>
          <a:srcRect/>
          <a:stretch/>
        </p:blipFill>
        <p:spPr>
          <a:xfrm>
            <a:off x="1380763" y="4784666"/>
            <a:ext cx="441711" cy="437326"/>
          </a:xfrm>
          <a:prstGeom prst="ellipse">
            <a:avLst/>
          </a:prstGeom>
        </p:spPr>
      </p:pic>
      <p:pic>
        <p:nvPicPr>
          <p:cNvPr id="93" name="Picture 92">
            <a:extLst>
              <a:ext uri="{FF2B5EF4-FFF2-40B4-BE49-F238E27FC236}">
                <a16:creationId xmlns:a16="http://schemas.microsoft.com/office/drawing/2014/main" id="{438E884E-D004-20D7-FFA4-5A7CEB33BEA3}"/>
              </a:ext>
            </a:extLst>
          </p:cNvPr>
          <p:cNvPicPr>
            <a:picLocks noChangeAspect="1"/>
          </p:cNvPicPr>
          <p:nvPr/>
        </p:nvPicPr>
        <p:blipFill rotWithShape="1">
          <a:blip r:embed="rId12" cstate="print">
            <a:extLst>
              <a:ext uri="{28A0092B-C50C-407E-A947-70E740481C1C}">
                <a14:useLocalDpi xmlns:a14="http://schemas.microsoft.com/office/drawing/2010/main"/>
              </a:ext>
            </a:extLst>
          </a:blip>
          <a:srcRect/>
          <a:stretch/>
        </p:blipFill>
        <p:spPr>
          <a:xfrm>
            <a:off x="2282100" y="4784666"/>
            <a:ext cx="441711" cy="437326"/>
          </a:xfrm>
          <a:prstGeom prst="ellipse">
            <a:avLst/>
          </a:prstGeom>
        </p:spPr>
      </p:pic>
      <p:pic>
        <p:nvPicPr>
          <p:cNvPr id="94" name="Picture 93">
            <a:extLst>
              <a:ext uri="{FF2B5EF4-FFF2-40B4-BE49-F238E27FC236}">
                <a16:creationId xmlns:a16="http://schemas.microsoft.com/office/drawing/2014/main" id="{78D3A610-C77A-1549-9067-F22FD82EEE9C}"/>
              </a:ext>
            </a:extLst>
          </p:cNvPr>
          <p:cNvPicPr>
            <a:picLocks noChangeAspect="1"/>
          </p:cNvPicPr>
          <p:nvPr/>
        </p:nvPicPr>
        <p:blipFill rotWithShape="1">
          <a:blip r:embed="rId13" cstate="print">
            <a:extLst>
              <a:ext uri="{28A0092B-C50C-407E-A947-70E740481C1C}">
                <a14:useLocalDpi xmlns:a14="http://schemas.microsoft.com/office/drawing/2010/main"/>
              </a:ext>
            </a:extLst>
          </a:blip>
          <a:srcRect/>
          <a:stretch/>
        </p:blipFill>
        <p:spPr>
          <a:xfrm>
            <a:off x="2290207" y="5517283"/>
            <a:ext cx="433852" cy="437326"/>
          </a:xfrm>
          <a:prstGeom prst="ellipse">
            <a:avLst/>
          </a:prstGeom>
        </p:spPr>
      </p:pic>
      <p:pic>
        <p:nvPicPr>
          <p:cNvPr id="95" name="Picture 94">
            <a:extLst>
              <a:ext uri="{FF2B5EF4-FFF2-40B4-BE49-F238E27FC236}">
                <a16:creationId xmlns:a16="http://schemas.microsoft.com/office/drawing/2014/main" id="{E8236A2D-BB52-A783-AD72-DFFAE36DC4B2}"/>
              </a:ext>
            </a:extLst>
          </p:cNvPr>
          <p:cNvPicPr>
            <a:picLocks noChangeAspect="1"/>
          </p:cNvPicPr>
          <p:nvPr/>
        </p:nvPicPr>
        <p:blipFill rotWithShape="1">
          <a:blip r:embed="rId14" cstate="print">
            <a:extLst>
              <a:ext uri="{28A0092B-C50C-407E-A947-70E740481C1C}">
                <a14:useLocalDpi xmlns:a14="http://schemas.microsoft.com/office/drawing/2010/main"/>
              </a:ext>
            </a:extLst>
          </a:blip>
          <a:srcRect/>
          <a:stretch/>
        </p:blipFill>
        <p:spPr>
          <a:xfrm>
            <a:off x="1381224" y="5517283"/>
            <a:ext cx="441250" cy="437326"/>
          </a:xfrm>
          <a:prstGeom prst="ellipse">
            <a:avLst/>
          </a:prstGeom>
        </p:spPr>
      </p:pic>
      <p:pic>
        <p:nvPicPr>
          <p:cNvPr id="96" name="Picture 95">
            <a:extLst>
              <a:ext uri="{FF2B5EF4-FFF2-40B4-BE49-F238E27FC236}">
                <a16:creationId xmlns:a16="http://schemas.microsoft.com/office/drawing/2014/main" id="{F23DE0B7-C903-2D8A-6CC8-E4FF735FEE0B}"/>
              </a:ext>
            </a:extLst>
          </p:cNvPr>
          <p:cNvPicPr>
            <a:picLocks noChangeAspect="1"/>
          </p:cNvPicPr>
          <p:nvPr/>
        </p:nvPicPr>
        <p:blipFill rotWithShape="1">
          <a:blip r:embed="rId15" cstate="print">
            <a:extLst>
              <a:ext uri="{28A0092B-C50C-407E-A947-70E740481C1C}">
                <a14:useLocalDpi xmlns:a14="http://schemas.microsoft.com/office/drawing/2010/main"/>
              </a:ext>
            </a:extLst>
          </a:blip>
          <a:srcRect/>
          <a:stretch/>
        </p:blipFill>
        <p:spPr>
          <a:xfrm>
            <a:off x="480134" y="5517283"/>
            <a:ext cx="441250" cy="437326"/>
          </a:xfrm>
          <a:prstGeom prst="ellipse">
            <a:avLst/>
          </a:prstGeom>
        </p:spPr>
      </p:pic>
      <p:sp>
        <p:nvSpPr>
          <p:cNvPr id="97" name="Rectangle 96">
            <a:extLst>
              <a:ext uri="{FF2B5EF4-FFF2-40B4-BE49-F238E27FC236}">
                <a16:creationId xmlns:a16="http://schemas.microsoft.com/office/drawing/2014/main" id="{F0543F44-4360-C1A5-46CC-D0FECAA318B8}"/>
              </a:ext>
            </a:extLst>
          </p:cNvPr>
          <p:cNvSpPr/>
          <p:nvPr/>
        </p:nvSpPr>
        <p:spPr>
          <a:xfrm>
            <a:off x="505819" y="2714635"/>
            <a:ext cx="1878737" cy="210827"/>
          </a:xfrm>
          <a:prstGeom prst="rect">
            <a:avLst/>
          </a:prstGeom>
        </p:spPr>
        <p:txBody>
          <a:bodyPr wrap="square" lIns="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85434">
              <a:lnSpc>
                <a:spcPct val="120000"/>
              </a:lnSpc>
              <a:spcBef>
                <a:spcPts val="300"/>
              </a:spcBef>
              <a:defRPr/>
            </a:pPr>
            <a:r>
              <a:rPr lang="en-GB" sz="700">
                <a:solidFill>
                  <a:schemeClr val="bg1"/>
                </a:solidFill>
                <a:latin typeface="EYInterstate Regular"/>
              </a:rPr>
              <a:t>Hyper personalization</a:t>
            </a:r>
          </a:p>
        </p:txBody>
      </p:sp>
      <p:sp>
        <p:nvSpPr>
          <p:cNvPr id="98" name="Rectangle 97">
            <a:extLst>
              <a:ext uri="{FF2B5EF4-FFF2-40B4-BE49-F238E27FC236}">
                <a16:creationId xmlns:a16="http://schemas.microsoft.com/office/drawing/2014/main" id="{DDB9229A-3ED6-40C8-FB34-DC189C68A2C6}"/>
              </a:ext>
            </a:extLst>
          </p:cNvPr>
          <p:cNvSpPr/>
          <p:nvPr/>
        </p:nvSpPr>
        <p:spPr>
          <a:xfrm>
            <a:off x="1678526" y="2714635"/>
            <a:ext cx="1878737" cy="210827"/>
          </a:xfrm>
          <a:prstGeom prst="rect">
            <a:avLst/>
          </a:prstGeom>
        </p:spPr>
        <p:txBody>
          <a:bodyPr wrap="square" lIns="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spcBef>
                <a:spcPts val="300"/>
              </a:spcBef>
              <a:defRPr/>
            </a:pPr>
            <a:r>
              <a:rPr lang="en-GB" sz="700">
                <a:solidFill>
                  <a:schemeClr val="bg1"/>
                </a:solidFill>
                <a:latin typeface="EYInterstate Regular"/>
              </a:rPr>
              <a:t>Enjoyable experiences</a:t>
            </a:r>
          </a:p>
        </p:txBody>
      </p:sp>
      <p:sp>
        <p:nvSpPr>
          <p:cNvPr id="99" name="Rectangle 98">
            <a:extLst>
              <a:ext uri="{FF2B5EF4-FFF2-40B4-BE49-F238E27FC236}">
                <a16:creationId xmlns:a16="http://schemas.microsoft.com/office/drawing/2014/main" id="{992508A1-A5D1-DBB0-837E-8D2CEF94EDF8}"/>
              </a:ext>
            </a:extLst>
          </p:cNvPr>
          <p:cNvSpPr/>
          <p:nvPr/>
        </p:nvSpPr>
        <p:spPr>
          <a:xfrm>
            <a:off x="505820" y="3446131"/>
            <a:ext cx="845466" cy="307777"/>
          </a:xfrm>
          <a:prstGeom prst="rect">
            <a:avLst/>
          </a:prstGeom>
        </p:spPr>
        <p:txBody>
          <a:bodyPr wrap="square" lIns="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85434">
              <a:spcBef>
                <a:spcPts val="300"/>
              </a:spcBef>
              <a:defRPr/>
            </a:pPr>
            <a:r>
              <a:rPr lang="en-GB" sz="700">
                <a:solidFill>
                  <a:schemeClr val="bg1"/>
                </a:solidFill>
                <a:latin typeface="EYInterstate Regular"/>
              </a:rPr>
              <a:t>Decreasing fulfilment times </a:t>
            </a:r>
          </a:p>
        </p:txBody>
      </p:sp>
      <p:sp>
        <p:nvSpPr>
          <p:cNvPr id="100" name="Rectangle 99">
            <a:extLst>
              <a:ext uri="{FF2B5EF4-FFF2-40B4-BE49-F238E27FC236}">
                <a16:creationId xmlns:a16="http://schemas.microsoft.com/office/drawing/2014/main" id="{263A4C12-BBBD-18F9-E6A2-B3E4CA3D54E8}"/>
              </a:ext>
            </a:extLst>
          </p:cNvPr>
          <p:cNvSpPr/>
          <p:nvPr/>
        </p:nvSpPr>
        <p:spPr>
          <a:xfrm>
            <a:off x="1678526" y="3453399"/>
            <a:ext cx="1878737" cy="210827"/>
          </a:xfrm>
          <a:prstGeom prst="rect">
            <a:avLst/>
          </a:prstGeom>
        </p:spPr>
        <p:txBody>
          <a:bodyPr wrap="square" lIns="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spcBef>
                <a:spcPts val="300"/>
              </a:spcBef>
              <a:defRPr/>
            </a:pPr>
            <a:r>
              <a:rPr lang="en-US" sz="700">
                <a:solidFill>
                  <a:schemeClr val="bg1"/>
                </a:solidFill>
                <a:latin typeface="EYInterstate Regular"/>
              </a:rPr>
              <a:t>Proactiveness</a:t>
            </a:r>
          </a:p>
        </p:txBody>
      </p:sp>
      <p:sp>
        <p:nvSpPr>
          <p:cNvPr id="101" name="TextBox 100">
            <a:extLst>
              <a:ext uri="{FF2B5EF4-FFF2-40B4-BE49-F238E27FC236}">
                <a16:creationId xmlns:a16="http://schemas.microsoft.com/office/drawing/2014/main" id="{0DA9175F-8BAD-274F-5C2E-C4F32C7FC17E}"/>
              </a:ext>
            </a:extLst>
          </p:cNvPr>
          <p:cNvSpPr txBox="1"/>
          <p:nvPr/>
        </p:nvSpPr>
        <p:spPr>
          <a:xfrm>
            <a:off x="8887450" y="2866205"/>
            <a:ext cx="773664" cy="323165"/>
          </a:xfrm>
          <a:prstGeom prst="rect">
            <a:avLst/>
          </a:prstGeom>
        </p:spPr>
        <p:txBody>
          <a:bodyPr wrap="square" lIns="0" tIns="0" rIns="0" bIns="0">
            <a:spAutoFit/>
          </a:bodyPr>
          <a:lstStyle>
            <a:defPPr>
              <a:defRPr lang="en-US"/>
            </a:defPPr>
            <a:lvl1pPr marR="0" lvl="0" indent="0" algn="ctr" defTabSz="685434" fontAlgn="auto">
              <a:lnSpc>
                <a:spcPct val="120000"/>
              </a:lnSpc>
              <a:spcBef>
                <a:spcPts val="300"/>
              </a:spcBef>
              <a:spcAft>
                <a:spcPts val="0"/>
              </a:spcAft>
              <a:buClrTx/>
              <a:buSzTx/>
              <a:buFontTx/>
              <a:buNone/>
              <a:tabLst/>
              <a:defRPr kumimoji="0" sz="700" b="1" i="0" u="none" strike="noStrike" cap="none" spc="0" normalizeH="0" baseline="0">
                <a:ln>
                  <a:noFill/>
                </a:ln>
                <a:solidFill>
                  <a:srgbClr val="2E2E38"/>
                </a:solidFill>
                <a:effectLst/>
                <a:uLnTx/>
                <a:uFillTx/>
                <a:latin typeface="EYInterstate Regular"/>
              </a:defRPr>
            </a:lvl1pPr>
          </a:lstStyle>
          <a:p>
            <a:pPr marL="0" marR="0" lvl="0" indent="0" algn="r" defTabSz="685434" eaLnBrk="1" fontAlgn="auto" latinLnBrk="0" hangingPunct="1">
              <a:lnSpc>
                <a:spcPct val="100000"/>
              </a:lnSpc>
              <a:spcBef>
                <a:spcPts val="300"/>
              </a:spcBef>
              <a:spcAft>
                <a:spcPts val="0"/>
              </a:spcAft>
              <a:buClrTx/>
              <a:buSzTx/>
              <a:buFontTx/>
              <a:buNone/>
              <a:tabLst/>
              <a:defRPr/>
            </a:pPr>
            <a:r>
              <a:rPr kumimoji="0" lang="en-GB" sz="700" b="0" i="0" u="none" strike="noStrike" kern="0" cap="none" spc="0" normalizeH="0" baseline="0" noProof="0">
                <a:ln>
                  <a:noFill/>
                </a:ln>
                <a:solidFill>
                  <a:schemeClr val="bg1"/>
                </a:solidFill>
                <a:effectLst/>
                <a:uLnTx/>
                <a:uFillTx/>
                <a:latin typeface="EYInterstate Regular"/>
              </a:rPr>
              <a:t>QR Extended reality supply chain check </a:t>
            </a:r>
          </a:p>
        </p:txBody>
      </p:sp>
      <p:sp>
        <p:nvSpPr>
          <p:cNvPr id="102" name="TextBox 101">
            <a:extLst>
              <a:ext uri="{FF2B5EF4-FFF2-40B4-BE49-F238E27FC236}">
                <a16:creationId xmlns:a16="http://schemas.microsoft.com/office/drawing/2014/main" id="{61AC96DC-B203-C7DD-9C04-BB52424F8A17}"/>
              </a:ext>
            </a:extLst>
          </p:cNvPr>
          <p:cNvSpPr txBox="1"/>
          <p:nvPr/>
        </p:nvSpPr>
        <p:spPr>
          <a:xfrm>
            <a:off x="9903296" y="2863542"/>
            <a:ext cx="773665" cy="215444"/>
          </a:xfrm>
          <a:prstGeom prst="rect">
            <a:avLst/>
          </a:prstGeom>
        </p:spPr>
        <p:txBody>
          <a:bodyPr wrap="square" lIns="0" tIns="0" rIns="0" bIns="0">
            <a:spAutoFit/>
          </a:bodyPr>
          <a:lstStyle>
            <a:defPPr>
              <a:defRPr lang="en-US"/>
            </a:defPPr>
            <a:lvl1pPr marR="0" lvl="0" indent="0" algn="ctr" defTabSz="685434" fontAlgn="auto">
              <a:lnSpc>
                <a:spcPct val="120000"/>
              </a:lnSpc>
              <a:spcBef>
                <a:spcPts val="300"/>
              </a:spcBef>
              <a:spcAft>
                <a:spcPts val="0"/>
              </a:spcAft>
              <a:buClrTx/>
              <a:buSzTx/>
              <a:buFontTx/>
              <a:buNone/>
              <a:tabLst/>
              <a:defRPr kumimoji="0" sz="700" b="1" i="0" u="none" strike="noStrike" cap="none" spc="0" normalizeH="0" baseline="0">
                <a:ln>
                  <a:noFill/>
                </a:ln>
                <a:solidFill>
                  <a:srgbClr val="2E2E38"/>
                </a:solidFill>
                <a:effectLst/>
                <a:uLnTx/>
                <a:uFillTx/>
                <a:latin typeface="EYInterstate Regular"/>
              </a:defRPr>
            </a:lvl1pPr>
          </a:lstStyle>
          <a:p>
            <a:pPr marL="0" marR="0" lvl="0" indent="0" algn="r" defTabSz="685434" eaLnBrk="1" fontAlgn="auto" latinLnBrk="0" hangingPunct="1">
              <a:lnSpc>
                <a:spcPct val="100000"/>
              </a:lnSpc>
              <a:spcBef>
                <a:spcPts val="300"/>
              </a:spcBef>
              <a:spcAft>
                <a:spcPts val="0"/>
              </a:spcAft>
              <a:buClrTx/>
              <a:buSzTx/>
              <a:buFontTx/>
              <a:buNone/>
              <a:tabLst/>
              <a:defRPr/>
            </a:pPr>
            <a:r>
              <a:rPr kumimoji="0" lang="en-GB" sz="700" b="0" i="0" u="none" strike="noStrike" kern="0" cap="none" spc="0" normalizeH="0" baseline="0" noProof="0">
                <a:ln>
                  <a:noFill/>
                </a:ln>
                <a:solidFill>
                  <a:schemeClr val="bg1"/>
                </a:solidFill>
                <a:effectLst/>
                <a:uLnTx/>
                <a:uFillTx/>
                <a:latin typeface="EYInterstate Regular"/>
              </a:rPr>
              <a:t>1/3 of profits in grassroot efforts</a:t>
            </a:r>
          </a:p>
        </p:txBody>
      </p:sp>
      <p:sp>
        <p:nvSpPr>
          <p:cNvPr id="103" name="TextBox 102">
            <a:extLst>
              <a:ext uri="{FF2B5EF4-FFF2-40B4-BE49-F238E27FC236}">
                <a16:creationId xmlns:a16="http://schemas.microsoft.com/office/drawing/2014/main" id="{E5B393D1-FFDD-1536-3831-469D8A4619DD}"/>
              </a:ext>
            </a:extLst>
          </p:cNvPr>
          <p:cNvSpPr txBox="1"/>
          <p:nvPr/>
        </p:nvSpPr>
        <p:spPr>
          <a:xfrm>
            <a:off x="10785412" y="2853689"/>
            <a:ext cx="949582" cy="323165"/>
          </a:xfrm>
          <a:prstGeom prst="rect">
            <a:avLst/>
          </a:prstGeom>
        </p:spPr>
        <p:txBody>
          <a:bodyPr wrap="square" lIns="0" tIns="0" rIns="0" bIns="0">
            <a:spAutoFit/>
          </a:bodyPr>
          <a:lstStyle>
            <a:defPPr>
              <a:defRPr lang="en-US"/>
            </a:defPPr>
            <a:lvl1pPr marR="0" lvl="0" indent="0" algn="ctr" defTabSz="685434" fontAlgn="auto">
              <a:lnSpc>
                <a:spcPct val="120000"/>
              </a:lnSpc>
              <a:spcBef>
                <a:spcPts val="300"/>
              </a:spcBef>
              <a:spcAft>
                <a:spcPts val="0"/>
              </a:spcAft>
              <a:buClrTx/>
              <a:buSzTx/>
              <a:buFontTx/>
              <a:buNone/>
              <a:tabLst/>
              <a:defRPr kumimoji="0" sz="700" b="1" i="0" u="none" strike="noStrike" cap="none" spc="0" normalizeH="0" baseline="0">
                <a:ln>
                  <a:noFill/>
                </a:ln>
                <a:solidFill>
                  <a:srgbClr val="2E2E38"/>
                </a:solidFill>
                <a:effectLst/>
                <a:uLnTx/>
                <a:uFillTx/>
                <a:latin typeface="EYInterstate Regular"/>
              </a:defRPr>
            </a:lvl1pPr>
          </a:lstStyle>
          <a:p>
            <a:pPr marL="0" marR="0" lvl="0" indent="0" algn="r" defTabSz="685434" eaLnBrk="1" fontAlgn="auto" latinLnBrk="0" hangingPunct="1">
              <a:lnSpc>
                <a:spcPct val="100000"/>
              </a:lnSpc>
              <a:spcBef>
                <a:spcPts val="300"/>
              </a:spcBef>
              <a:spcAft>
                <a:spcPts val="0"/>
              </a:spcAft>
              <a:buClrTx/>
              <a:buSzTx/>
              <a:buFontTx/>
              <a:buNone/>
              <a:tabLst/>
              <a:defRPr/>
            </a:pPr>
            <a:r>
              <a:rPr kumimoji="0" lang="en-GB" sz="700" b="0" i="0" u="none" strike="noStrike" kern="0" cap="none" spc="0" normalizeH="0" baseline="0" noProof="0">
                <a:ln>
                  <a:noFill/>
                </a:ln>
                <a:solidFill>
                  <a:schemeClr val="bg1"/>
                </a:solidFill>
                <a:effectLst/>
                <a:uLnTx/>
                <a:uFillTx/>
                <a:latin typeface="EYInterstate Regular"/>
              </a:rPr>
              <a:t>Known as </a:t>
            </a:r>
            <a:br>
              <a:rPr kumimoji="0" lang="en-GB" sz="700" b="0" i="0" u="none" strike="noStrike" kern="0" cap="none" spc="0" normalizeH="0" baseline="0" noProof="0">
                <a:ln>
                  <a:noFill/>
                </a:ln>
                <a:solidFill>
                  <a:schemeClr val="bg1"/>
                </a:solidFill>
                <a:effectLst/>
                <a:uLnTx/>
                <a:uFillTx/>
                <a:latin typeface="EYInterstate Regular"/>
              </a:rPr>
            </a:br>
            <a:r>
              <a:rPr kumimoji="0" lang="en-GB" sz="700" b="0" i="0" u="none" strike="noStrike" kern="0" cap="none" spc="0" normalizeH="0" baseline="0" noProof="0">
                <a:ln>
                  <a:noFill/>
                </a:ln>
                <a:solidFill>
                  <a:schemeClr val="bg1"/>
                </a:solidFill>
                <a:effectLst/>
                <a:uLnTx/>
                <a:uFillTx/>
                <a:latin typeface="EYInterstate Regular"/>
              </a:rPr>
              <a:t>“activists’ company” and for “worn wear” </a:t>
            </a:r>
          </a:p>
        </p:txBody>
      </p:sp>
      <p:sp>
        <p:nvSpPr>
          <p:cNvPr id="104" name="TextBox 103">
            <a:extLst>
              <a:ext uri="{FF2B5EF4-FFF2-40B4-BE49-F238E27FC236}">
                <a16:creationId xmlns:a16="http://schemas.microsoft.com/office/drawing/2014/main" id="{293630CA-F28B-6B79-8696-43832FBDD496}"/>
              </a:ext>
            </a:extLst>
          </p:cNvPr>
          <p:cNvSpPr txBox="1"/>
          <p:nvPr/>
        </p:nvSpPr>
        <p:spPr>
          <a:xfrm>
            <a:off x="9670804" y="5021435"/>
            <a:ext cx="948618" cy="247760"/>
          </a:xfrm>
          <a:prstGeom prst="rect">
            <a:avLst/>
          </a:prstGeom>
        </p:spPr>
        <p:txBody>
          <a:bodyPr wrap="square" lIns="0" tIns="0" rIns="0" bIns="0">
            <a:spAutoFit/>
          </a:bodyPr>
          <a:lstStyle>
            <a:defPPr>
              <a:defRPr lang="en-US"/>
            </a:defPPr>
            <a:lvl1pPr marR="0" lvl="0" indent="0" algn="ctr" defTabSz="685434" fontAlgn="auto">
              <a:lnSpc>
                <a:spcPct val="120000"/>
              </a:lnSpc>
              <a:spcBef>
                <a:spcPts val="300"/>
              </a:spcBef>
              <a:spcAft>
                <a:spcPts val="0"/>
              </a:spcAft>
              <a:buClrTx/>
              <a:buSzTx/>
              <a:buFontTx/>
              <a:buNone/>
              <a:tabLst/>
              <a:defRPr kumimoji="0" sz="700" b="1" i="0" u="none" strike="noStrike" cap="none" spc="0" normalizeH="0" baseline="0">
                <a:ln>
                  <a:noFill/>
                </a:ln>
                <a:solidFill>
                  <a:srgbClr val="2E2E38"/>
                </a:solidFill>
                <a:effectLst/>
                <a:uLnTx/>
                <a:uFillTx/>
                <a:latin typeface="EYInterstate Regular"/>
              </a:defRPr>
            </a:lvl1pPr>
          </a:lstStyle>
          <a:p>
            <a:pPr marL="0" marR="0" lvl="0" indent="0" algn="r" defTabSz="685434" eaLnBrk="1" fontAlgn="auto" latinLnBrk="0" hangingPunct="1">
              <a:lnSpc>
                <a:spcPct val="120000"/>
              </a:lnSpc>
              <a:spcBef>
                <a:spcPts val="300"/>
              </a:spcBef>
              <a:spcAft>
                <a:spcPts val="0"/>
              </a:spcAft>
              <a:buClrTx/>
              <a:buSzTx/>
              <a:buFontTx/>
              <a:buNone/>
              <a:tabLst/>
              <a:defRPr/>
            </a:pPr>
            <a:r>
              <a:rPr kumimoji="0" lang="pl-PL" sz="700" b="0" i="0" u="none" strike="noStrike" kern="0" cap="none" spc="0" normalizeH="0" baseline="0" noProof="0" err="1">
                <a:ln>
                  <a:noFill/>
                </a:ln>
                <a:solidFill>
                  <a:schemeClr val="bg1"/>
                </a:solidFill>
                <a:effectLst/>
                <a:uLnTx/>
                <a:uFillTx/>
                <a:latin typeface="EYInterstate Regular"/>
              </a:rPr>
              <a:t>Fintechs</a:t>
            </a:r>
            <a:r>
              <a:rPr kumimoji="0" lang="pl-PL" sz="700" b="0" i="0" u="none" strike="noStrike" kern="0" cap="none" spc="0" normalizeH="0" baseline="0" noProof="0">
                <a:ln>
                  <a:noFill/>
                </a:ln>
                <a:solidFill>
                  <a:schemeClr val="bg1"/>
                </a:solidFill>
                <a:effectLst/>
                <a:uLnTx/>
                <a:uFillTx/>
                <a:latin typeface="EYInterstate Regular"/>
              </a:rPr>
              <a:t> </a:t>
            </a:r>
            <a:r>
              <a:rPr kumimoji="0" lang="pl-PL" sz="700" b="0" i="0" u="none" strike="noStrike" kern="0" cap="none" spc="0" normalizeH="0" baseline="0" noProof="0" err="1">
                <a:ln>
                  <a:noFill/>
                </a:ln>
                <a:solidFill>
                  <a:schemeClr val="bg1"/>
                </a:solidFill>
                <a:effectLst/>
                <a:uLnTx/>
                <a:uFillTx/>
                <a:latin typeface="EYInterstate Regular"/>
              </a:rPr>
              <a:t>creating</a:t>
            </a:r>
            <a:r>
              <a:rPr kumimoji="0" lang="pl-PL" sz="700" b="0" i="0" u="none" strike="noStrike" kern="0" cap="none" spc="0" normalizeH="0" baseline="0" noProof="0">
                <a:ln>
                  <a:noFill/>
                </a:ln>
                <a:solidFill>
                  <a:schemeClr val="bg1"/>
                </a:solidFill>
                <a:effectLst/>
                <a:uLnTx/>
                <a:uFillTx/>
                <a:latin typeface="EYInterstate Regular"/>
              </a:rPr>
              <a:t> the </a:t>
            </a:r>
            <a:r>
              <a:rPr kumimoji="0" lang="pl-PL" sz="700" b="0" i="0" u="none" strike="noStrike" kern="0" cap="none" spc="0" normalizeH="0" baseline="0" noProof="0" err="1">
                <a:ln>
                  <a:noFill/>
                </a:ln>
                <a:solidFill>
                  <a:schemeClr val="bg1"/>
                </a:solidFill>
                <a:effectLst/>
                <a:uLnTx/>
                <a:uFillTx/>
                <a:latin typeface="EYInterstate Regular"/>
              </a:rPr>
              <a:t>new</a:t>
            </a:r>
            <a:r>
              <a:rPr kumimoji="0" lang="pl-PL" sz="700" b="0" i="0" u="none" strike="noStrike" kern="0" cap="none" spc="0" normalizeH="0" baseline="0" noProof="0">
                <a:ln>
                  <a:noFill/>
                </a:ln>
                <a:solidFill>
                  <a:schemeClr val="bg1"/>
                </a:solidFill>
                <a:effectLst/>
                <a:uLnTx/>
                <a:uFillTx/>
                <a:latin typeface="EYInterstate Regular"/>
              </a:rPr>
              <a:t> banking</a:t>
            </a:r>
          </a:p>
        </p:txBody>
      </p:sp>
      <p:sp>
        <p:nvSpPr>
          <p:cNvPr id="105" name="TextBox 104">
            <a:extLst>
              <a:ext uri="{FF2B5EF4-FFF2-40B4-BE49-F238E27FC236}">
                <a16:creationId xmlns:a16="http://schemas.microsoft.com/office/drawing/2014/main" id="{92802EBA-7EAE-76EB-30F2-F0C6E0440E56}"/>
              </a:ext>
            </a:extLst>
          </p:cNvPr>
          <p:cNvSpPr txBox="1"/>
          <p:nvPr/>
        </p:nvSpPr>
        <p:spPr>
          <a:xfrm>
            <a:off x="10796278" y="5021435"/>
            <a:ext cx="901669" cy="247760"/>
          </a:xfrm>
          <a:prstGeom prst="rect">
            <a:avLst/>
          </a:prstGeom>
        </p:spPr>
        <p:txBody>
          <a:bodyPr wrap="square" lIns="0" tIns="0" rIns="0" bIns="0">
            <a:spAutoFit/>
          </a:bodyPr>
          <a:lstStyle>
            <a:defPPr>
              <a:defRPr lang="en-US"/>
            </a:defPPr>
            <a:lvl1pPr marR="0" lvl="0" indent="0" algn="ctr" defTabSz="685434" fontAlgn="auto">
              <a:lnSpc>
                <a:spcPct val="120000"/>
              </a:lnSpc>
              <a:spcBef>
                <a:spcPts val="300"/>
              </a:spcBef>
              <a:spcAft>
                <a:spcPts val="0"/>
              </a:spcAft>
              <a:buClrTx/>
              <a:buSzTx/>
              <a:buFontTx/>
              <a:buNone/>
              <a:tabLst/>
              <a:defRPr kumimoji="0" sz="700" b="1" i="0" u="none" strike="noStrike" cap="none" spc="0" normalizeH="0" baseline="0">
                <a:ln>
                  <a:noFill/>
                </a:ln>
                <a:solidFill>
                  <a:srgbClr val="2E2E38"/>
                </a:solidFill>
                <a:effectLst/>
                <a:uLnTx/>
                <a:uFillTx/>
                <a:latin typeface="EYInterstate Regular"/>
              </a:defRPr>
            </a:lvl1pPr>
          </a:lstStyle>
          <a:p>
            <a:pPr marL="0" marR="0" lvl="0" indent="0" algn="r" defTabSz="685434" eaLnBrk="1" fontAlgn="auto" latinLnBrk="0" hangingPunct="1">
              <a:lnSpc>
                <a:spcPct val="120000"/>
              </a:lnSpc>
              <a:spcBef>
                <a:spcPts val="300"/>
              </a:spcBef>
              <a:spcAft>
                <a:spcPts val="0"/>
              </a:spcAft>
              <a:buClrTx/>
              <a:buSzTx/>
              <a:buFontTx/>
              <a:buNone/>
              <a:tabLst/>
              <a:defRPr/>
            </a:pPr>
            <a:r>
              <a:rPr kumimoji="0" lang="pl-PL" sz="700" b="0" i="0" u="none" strike="noStrike" kern="0" cap="none" spc="0" normalizeH="0" baseline="0" noProof="0">
                <a:ln>
                  <a:noFill/>
                </a:ln>
                <a:solidFill>
                  <a:schemeClr val="bg1"/>
                </a:solidFill>
                <a:effectLst/>
                <a:uLnTx/>
                <a:uFillTx/>
                <a:latin typeface="EYInterstate Regular"/>
              </a:rPr>
              <a:t>Tesla </a:t>
            </a:r>
            <a:r>
              <a:rPr kumimoji="0" lang="pl-PL" sz="700" b="0" i="0" u="none" strike="noStrike" kern="0" cap="none" spc="0" normalizeH="0" baseline="0" noProof="0" err="1">
                <a:ln>
                  <a:noFill/>
                </a:ln>
                <a:solidFill>
                  <a:schemeClr val="bg1"/>
                </a:solidFill>
                <a:effectLst/>
                <a:uLnTx/>
                <a:uFillTx/>
                <a:latin typeface="EYInterstate Regular"/>
              </a:rPr>
              <a:t>reinventing</a:t>
            </a:r>
            <a:r>
              <a:rPr kumimoji="0" lang="pl-PL" sz="700" b="0" i="0" u="none" strike="noStrike" kern="0" cap="none" spc="0" normalizeH="0" baseline="0" noProof="0">
                <a:ln>
                  <a:noFill/>
                </a:ln>
                <a:solidFill>
                  <a:schemeClr val="bg1"/>
                </a:solidFill>
                <a:effectLst/>
                <a:uLnTx/>
                <a:uFillTx/>
                <a:latin typeface="EYInterstate Regular"/>
              </a:rPr>
              <a:t> the automobile </a:t>
            </a:r>
            <a:r>
              <a:rPr kumimoji="0" lang="pl-PL" sz="700" b="0" i="0" u="none" strike="noStrike" kern="0" cap="none" spc="0" normalizeH="0" baseline="0" noProof="0" err="1">
                <a:ln>
                  <a:noFill/>
                </a:ln>
                <a:solidFill>
                  <a:schemeClr val="bg1"/>
                </a:solidFill>
                <a:effectLst/>
                <a:uLnTx/>
                <a:uFillTx/>
                <a:latin typeface="EYInterstate Regular"/>
              </a:rPr>
              <a:t>industry</a:t>
            </a:r>
            <a:endParaRPr kumimoji="0" lang="pl-PL" sz="700" b="0" i="0" u="none" strike="noStrike" kern="0" cap="none" spc="0" normalizeH="0" baseline="0" noProof="0">
              <a:ln>
                <a:noFill/>
              </a:ln>
              <a:solidFill>
                <a:schemeClr val="bg1"/>
              </a:solidFill>
              <a:effectLst/>
              <a:uLnTx/>
              <a:uFillTx/>
              <a:latin typeface="EYInterstate Regular"/>
            </a:endParaRPr>
          </a:p>
        </p:txBody>
      </p:sp>
      <p:sp>
        <p:nvSpPr>
          <p:cNvPr id="106" name="TextBox 105">
            <a:extLst>
              <a:ext uri="{FF2B5EF4-FFF2-40B4-BE49-F238E27FC236}">
                <a16:creationId xmlns:a16="http://schemas.microsoft.com/office/drawing/2014/main" id="{65A66E3F-29F3-43AA-5555-F4A3C0784E02}"/>
              </a:ext>
            </a:extLst>
          </p:cNvPr>
          <p:cNvSpPr txBox="1"/>
          <p:nvPr/>
        </p:nvSpPr>
        <p:spPr>
          <a:xfrm>
            <a:off x="10223824" y="5789360"/>
            <a:ext cx="1588342" cy="340093"/>
          </a:xfrm>
          <a:prstGeom prst="rect">
            <a:avLst/>
          </a:prstGeom>
        </p:spPr>
        <p:txBody>
          <a:bodyPr wrap="square" lIns="0">
            <a:spAutoFit/>
          </a:bodyPr>
          <a:lstStyle>
            <a:defPPr>
              <a:defRPr lang="en-US"/>
            </a:defPPr>
            <a:lvl1pPr marR="0" lvl="0" indent="0" algn="ctr" defTabSz="685434" fontAlgn="auto">
              <a:lnSpc>
                <a:spcPct val="120000"/>
              </a:lnSpc>
              <a:spcBef>
                <a:spcPts val="300"/>
              </a:spcBef>
              <a:spcAft>
                <a:spcPts val="0"/>
              </a:spcAft>
              <a:buClrTx/>
              <a:buSzTx/>
              <a:buFontTx/>
              <a:buNone/>
              <a:tabLst/>
              <a:defRPr kumimoji="0" sz="700" b="1" i="0" u="none" strike="noStrike" cap="none" spc="0" normalizeH="0" baseline="0">
                <a:ln>
                  <a:noFill/>
                </a:ln>
                <a:solidFill>
                  <a:srgbClr val="2E2E38"/>
                </a:solidFill>
                <a:effectLst/>
                <a:uLnTx/>
                <a:uFillTx/>
                <a:latin typeface="EYInterstate Regular"/>
              </a:defRPr>
            </a:lvl1pPr>
          </a:lstStyle>
          <a:p>
            <a:pPr marL="0" marR="0" lvl="0" indent="0" algn="r" defTabSz="685434" eaLnBrk="1" fontAlgn="auto" latinLnBrk="0" hangingPunct="1">
              <a:lnSpc>
                <a:spcPct val="120000"/>
              </a:lnSpc>
              <a:spcBef>
                <a:spcPts val="300"/>
              </a:spcBef>
              <a:spcAft>
                <a:spcPts val="0"/>
              </a:spcAft>
              <a:buClrTx/>
              <a:buSzTx/>
              <a:buFontTx/>
              <a:buNone/>
              <a:tabLst/>
              <a:defRPr/>
            </a:pPr>
            <a:r>
              <a:rPr kumimoji="0" lang="en-GB" sz="700" b="0" i="0" u="none" strike="noStrike" kern="0" cap="none" spc="0" normalizeH="0" baseline="0" noProof="0">
                <a:ln>
                  <a:noFill/>
                </a:ln>
                <a:solidFill>
                  <a:schemeClr val="bg1"/>
                </a:solidFill>
                <a:effectLst/>
                <a:uLnTx/>
                <a:uFillTx/>
                <a:latin typeface="EYInterstate Regular"/>
              </a:rPr>
              <a:t>Xiaomi entering every market possible going beyond electronics</a:t>
            </a:r>
          </a:p>
        </p:txBody>
      </p:sp>
      <p:grpSp>
        <p:nvGrpSpPr>
          <p:cNvPr id="107" name="Group 106">
            <a:extLst>
              <a:ext uri="{FF2B5EF4-FFF2-40B4-BE49-F238E27FC236}">
                <a16:creationId xmlns:a16="http://schemas.microsoft.com/office/drawing/2014/main" id="{CE8E0C9F-DC7D-106D-93AE-3FD8DF52EB2C}"/>
              </a:ext>
            </a:extLst>
          </p:cNvPr>
          <p:cNvGrpSpPr/>
          <p:nvPr/>
        </p:nvGrpSpPr>
        <p:grpSpPr>
          <a:xfrm>
            <a:off x="7323947" y="5021522"/>
            <a:ext cx="1342901" cy="437076"/>
            <a:chOff x="7053196" y="5363185"/>
            <a:chExt cx="1382406" cy="437076"/>
          </a:xfrm>
        </p:grpSpPr>
        <p:sp>
          <p:nvSpPr>
            <p:cNvPr id="108" name="91">
              <a:extLst>
                <a:ext uri="{FF2B5EF4-FFF2-40B4-BE49-F238E27FC236}">
                  <a16:creationId xmlns:a16="http://schemas.microsoft.com/office/drawing/2014/main" id="{581A58A9-BF6B-9227-BB3E-811FF20133CA}"/>
                </a:ext>
              </a:extLst>
            </p:cNvPr>
            <p:cNvSpPr txBox="1"/>
            <p:nvPr/>
          </p:nvSpPr>
          <p:spPr>
            <a:xfrm>
              <a:off x="7053196" y="5363185"/>
              <a:ext cx="493398" cy="35907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10000">
                  <a:solidFill>
                    <a:srgbClr val="379533"/>
                  </a:solidFill>
                </a:defRPr>
              </a:lvl1pPr>
            </a:lstStyle>
            <a:p>
              <a:pPr defTabSz="412750" hangingPunct="0">
                <a:spcBef>
                  <a:spcPts val="750"/>
                </a:spcBef>
                <a:defRPr/>
              </a:pPr>
              <a:r>
                <a:rPr lang="en-US" sz="2000" kern="0">
                  <a:solidFill>
                    <a:schemeClr val="bg1"/>
                  </a:solidFill>
                  <a:latin typeface="EYInterstate Bold"/>
                  <a:sym typeface="EYInterstate Bold"/>
                </a:rPr>
                <a:t>50</a:t>
              </a:r>
              <a:r>
                <a:rPr lang="en-US" sz="1400" kern="0">
                  <a:solidFill>
                    <a:schemeClr val="bg1"/>
                  </a:solidFill>
                  <a:latin typeface="EYInterstate Bold"/>
                  <a:sym typeface="EYInterstate Bold"/>
                </a:rPr>
                <a:t>%</a:t>
              </a:r>
              <a:endParaRPr sz="2000" kern="0">
                <a:solidFill>
                  <a:schemeClr val="bg1"/>
                </a:solidFill>
                <a:latin typeface="EYInterstate Bold"/>
                <a:sym typeface="EYInterstate Bold"/>
              </a:endParaRPr>
            </a:p>
          </p:txBody>
        </p:sp>
        <p:sp>
          <p:nvSpPr>
            <p:cNvPr id="109" name="Rectangle 108">
              <a:extLst>
                <a:ext uri="{FF2B5EF4-FFF2-40B4-BE49-F238E27FC236}">
                  <a16:creationId xmlns:a16="http://schemas.microsoft.com/office/drawing/2014/main" id="{E19502DA-6DBC-F23F-7CCD-FD99BEC6E5AC}"/>
                </a:ext>
              </a:extLst>
            </p:cNvPr>
            <p:cNvSpPr/>
            <p:nvPr/>
          </p:nvSpPr>
          <p:spPr>
            <a:xfrm>
              <a:off x="7507409" y="5384763"/>
              <a:ext cx="928193" cy="415498"/>
            </a:xfrm>
            <a:prstGeom prst="rect">
              <a:avLst/>
            </a:prstGeom>
          </p:spPr>
          <p:txBody>
            <a:bodyPr wrap="square">
              <a:spAutoFit/>
            </a:bodyPr>
            <a:lstStyle/>
            <a:p>
              <a:pPr defTabSz="412750" hangingPunct="0">
                <a:spcBef>
                  <a:spcPts val="500"/>
                </a:spcBef>
                <a:defRPr/>
              </a:pPr>
              <a:r>
                <a:rPr lang="en-US" sz="700" b="1">
                  <a:solidFill>
                    <a:schemeClr val="bg1"/>
                  </a:solidFill>
                  <a:latin typeface="EYInterstate Regular"/>
                </a:rPr>
                <a:t>reduction in acquisition costs</a:t>
              </a:r>
            </a:p>
          </p:txBody>
        </p:sp>
      </p:grpSp>
      <p:grpSp>
        <p:nvGrpSpPr>
          <p:cNvPr id="110" name="Group 109">
            <a:extLst>
              <a:ext uri="{FF2B5EF4-FFF2-40B4-BE49-F238E27FC236}">
                <a16:creationId xmlns:a16="http://schemas.microsoft.com/office/drawing/2014/main" id="{7CBE8986-6E6E-EF5B-BEDB-382DE4D6A92E}"/>
              </a:ext>
            </a:extLst>
          </p:cNvPr>
          <p:cNvGrpSpPr/>
          <p:nvPr/>
        </p:nvGrpSpPr>
        <p:grpSpPr>
          <a:xfrm>
            <a:off x="7328230" y="5403399"/>
            <a:ext cx="1428315" cy="359073"/>
            <a:chOff x="7053196" y="5733956"/>
            <a:chExt cx="1470335" cy="359073"/>
          </a:xfrm>
        </p:grpSpPr>
        <p:sp>
          <p:nvSpPr>
            <p:cNvPr id="111" name="91">
              <a:extLst>
                <a:ext uri="{FF2B5EF4-FFF2-40B4-BE49-F238E27FC236}">
                  <a16:creationId xmlns:a16="http://schemas.microsoft.com/office/drawing/2014/main" id="{ABF2FCA7-F028-64DA-9609-64D57748ADE3}"/>
                </a:ext>
              </a:extLst>
            </p:cNvPr>
            <p:cNvSpPr txBox="1"/>
            <p:nvPr/>
          </p:nvSpPr>
          <p:spPr>
            <a:xfrm>
              <a:off x="7053196" y="5733956"/>
              <a:ext cx="877887" cy="35907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10000">
                  <a:solidFill>
                    <a:srgbClr val="379533"/>
                  </a:solidFill>
                </a:defRPr>
              </a:lvl1pPr>
            </a:lstStyle>
            <a:p>
              <a:pPr defTabSz="412750" hangingPunct="0">
                <a:spcBef>
                  <a:spcPts val="750"/>
                </a:spcBef>
                <a:defRPr/>
              </a:pPr>
              <a:r>
                <a:rPr lang="en-US" sz="2000" kern="0">
                  <a:solidFill>
                    <a:schemeClr val="bg1"/>
                  </a:solidFill>
                  <a:latin typeface="EYInterstate Bold"/>
                  <a:sym typeface="EYInterstate Bold"/>
                </a:rPr>
                <a:t>5</a:t>
              </a:r>
              <a:r>
                <a:rPr lang="en-US" sz="1400" kern="0">
                  <a:solidFill>
                    <a:schemeClr val="bg1"/>
                  </a:solidFill>
                  <a:latin typeface="EYInterstate Bold"/>
                  <a:sym typeface="EYInterstate Bold"/>
                </a:rPr>
                <a:t>%</a:t>
              </a:r>
              <a:r>
                <a:rPr lang="en-US" sz="2000" kern="0">
                  <a:solidFill>
                    <a:schemeClr val="bg1"/>
                  </a:solidFill>
                  <a:latin typeface="EYInterstate Bold"/>
                  <a:sym typeface="EYInterstate Bold"/>
                </a:rPr>
                <a:t>-15</a:t>
              </a:r>
              <a:r>
                <a:rPr lang="en-US" sz="1400" kern="0">
                  <a:solidFill>
                    <a:schemeClr val="bg1"/>
                  </a:solidFill>
                  <a:latin typeface="EYInterstate Bold"/>
                  <a:sym typeface="EYInterstate Bold"/>
                </a:rPr>
                <a:t>%</a:t>
              </a:r>
              <a:endParaRPr sz="2000" kern="0">
                <a:solidFill>
                  <a:schemeClr val="bg1"/>
                </a:solidFill>
                <a:latin typeface="EYInterstate Bold"/>
                <a:sym typeface="EYInterstate Bold"/>
              </a:endParaRPr>
            </a:p>
          </p:txBody>
        </p:sp>
        <p:sp>
          <p:nvSpPr>
            <p:cNvPr id="112" name="Rectangle 111">
              <a:extLst>
                <a:ext uri="{FF2B5EF4-FFF2-40B4-BE49-F238E27FC236}">
                  <a16:creationId xmlns:a16="http://schemas.microsoft.com/office/drawing/2014/main" id="{9831B5F1-DE27-782E-FC9C-A11496D10ABC}"/>
                </a:ext>
              </a:extLst>
            </p:cNvPr>
            <p:cNvSpPr/>
            <p:nvPr/>
          </p:nvSpPr>
          <p:spPr>
            <a:xfrm>
              <a:off x="7865224" y="5752567"/>
              <a:ext cx="658307" cy="307777"/>
            </a:xfrm>
            <a:prstGeom prst="rect">
              <a:avLst/>
            </a:prstGeom>
          </p:spPr>
          <p:txBody>
            <a:bodyPr wrap="square">
              <a:spAutoFit/>
            </a:bodyPr>
            <a:lstStyle/>
            <a:p>
              <a:pPr defTabSz="412750" hangingPunct="0">
                <a:spcBef>
                  <a:spcPts val="500"/>
                </a:spcBef>
                <a:defRPr/>
              </a:pPr>
              <a:r>
                <a:rPr lang="en-US" sz="700" b="1">
                  <a:solidFill>
                    <a:schemeClr val="bg1"/>
                  </a:solidFill>
                  <a:latin typeface="EYInterstate Regular"/>
                </a:rPr>
                <a:t>lift in revenues </a:t>
              </a:r>
            </a:p>
          </p:txBody>
        </p:sp>
      </p:grpSp>
      <p:grpSp>
        <p:nvGrpSpPr>
          <p:cNvPr id="113" name="Group 112">
            <a:extLst>
              <a:ext uri="{FF2B5EF4-FFF2-40B4-BE49-F238E27FC236}">
                <a16:creationId xmlns:a16="http://schemas.microsoft.com/office/drawing/2014/main" id="{7E41D320-A1F7-28C9-D42B-D09502B99104}"/>
              </a:ext>
            </a:extLst>
          </p:cNvPr>
          <p:cNvGrpSpPr/>
          <p:nvPr/>
        </p:nvGrpSpPr>
        <p:grpSpPr>
          <a:xfrm>
            <a:off x="7341650" y="5785276"/>
            <a:ext cx="1819298" cy="359073"/>
            <a:chOff x="7053196" y="6045825"/>
            <a:chExt cx="1872820" cy="359073"/>
          </a:xfrm>
        </p:grpSpPr>
        <p:sp>
          <p:nvSpPr>
            <p:cNvPr id="114" name="91">
              <a:extLst>
                <a:ext uri="{FF2B5EF4-FFF2-40B4-BE49-F238E27FC236}">
                  <a16:creationId xmlns:a16="http://schemas.microsoft.com/office/drawing/2014/main" id="{AF6FBB2C-17CE-460D-D2EE-52B12016A68E}"/>
                </a:ext>
              </a:extLst>
            </p:cNvPr>
            <p:cNvSpPr txBox="1"/>
            <p:nvPr/>
          </p:nvSpPr>
          <p:spPr>
            <a:xfrm>
              <a:off x="7053196" y="6045825"/>
              <a:ext cx="1041252" cy="35907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10000">
                  <a:solidFill>
                    <a:srgbClr val="379533"/>
                  </a:solidFill>
                </a:defRPr>
              </a:lvl1pPr>
            </a:lstStyle>
            <a:p>
              <a:pPr defTabSz="412750" hangingPunct="0">
                <a:spcBef>
                  <a:spcPts val="750"/>
                </a:spcBef>
                <a:defRPr/>
              </a:pPr>
              <a:r>
                <a:rPr lang="en-US" sz="2000" kern="0">
                  <a:solidFill>
                    <a:schemeClr val="bg1"/>
                  </a:solidFill>
                  <a:latin typeface="EYInterstate Bold"/>
                  <a:sym typeface="EYInterstate Bold"/>
                </a:rPr>
                <a:t>15</a:t>
              </a:r>
              <a:r>
                <a:rPr lang="en-US" sz="1400" kern="0">
                  <a:solidFill>
                    <a:schemeClr val="bg1"/>
                  </a:solidFill>
                  <a:latin typeface="EYInterstate Bold"/>
                  <a:sym typeface="EYInterstate Bold"/>
                </a:rPr>
                <a:t>%</a:t>
              </a:r>
              <a:r>
                <a:rPr lang="en-US" sz="2000" kern="0">
                  <a:solidFill>
                    <a:schemeClr val="bg1"/>
                  </a:solidFill>
                  <a:latin typeface="EYInterstate Bold"/>
                  <a:sym typeface="EYInterstate Bold"/>
                </a:rPr>
                <a:t>-20</a:t>
              </a:r>
              <a:r>
                <a:rPr lang="en-US" sz="1400" kern="0">
                  <a:solidFill>
                    <a:schemeClr val="bg1"/>
                  </a:solidFill>
                  <a:latin typeface="EYInterstate Bold"/>
                  <a:sym typeface="EYInterstate Bold"/>
                </a:rPr>
                <a:t>%</a:t>
              </a:r>
              <a:endParaRPr sz="2000" kern="0">
                <a:solidFill>
                  <a:schemeClr val="bg1"/>
                </a:solidFill>
                <a:latin typeface="EYInterstate Bold"/>
                <a:sym typeface="EYInterstate Bold"/>
              </a:endParaRPr>
            </a:p>
          </p:txBody>
        </p:sp>
        <p:sp>
          <p:nvSpPr>
            <p:cNvPr id="115" name="Rectangle 114">
              <a:extLst>
                <a:ext uri="{FF2B5EF4-FFF2-40B4-BE49-F238E27FC236}">
                  <a16:creationId xmlns:a16="http://schemas.microsoft.com/office/drawing/2014/main" id="{15FBCEC2-544A-A06D-7106-AE0B5FBAB3C1}"/>
                </a:ext>
              </a:extLst>
            </p:cNvPr>
            <p:cNvSpPr/>
            <p:nvPr/>
          </p:nvSpPr>
          <p:spPr>
            <a:xfrm>
              <a:off x="8044880" y="6085655"/>
              <a:ext cx="881136" cy="307777"/>
            </a:xfrm>
            <a:prstGeom prst="rect">
              <a:avLst/>
            </a:prstGeom>
          </p:spPr>
          <p:txBody>
            <a:bodyPr wrap="square">
              <a:spAutoFit/>
            </a:bodyPr>
            <a:lstStyle/>
            <a:p>
              <a:pPr defTabSz="412750" hangingPunct="0">
                <a:spcBef>
                  <a:spcPts val="500"/>
                </a:spcBef>
                <a:defRPr/>
              </a:pPr>
              <a:r>
                <a:rPr lang="pl-PL" sz="700" b="1">
                  <a:solidFill>
                    <a:schemeClr val="bg1"/>
                  </a:solidFill>
                  <a:latin typeface="EYInterstate Regular"/>
                </a:rPr>
                <a:t>decrease in cost-to-serve</a:t>
              </a:r>
              <a:endParaRPr lang="en-US" sz="700" b="1">
                <a:solidFill>
                  <a:schemeClr val="bg1"/>
                </a:solidFill>
                <a:latin typeface="EYInterstate Regular"/>
              </a:endParaRPr>
            </a:p>
          </p:txBody>
        </p:sp>
      </p:grpSp>
      <p:sp>
        <p:nvSpPr>
          <p:cNvPr id="116" name="Rectangle 115">
            <a:extLst>
              <a:ext uri="{FF2B5EF4-FFF2-40B4-BE49-F238E27FC236}">
                <a16:creationId xmlns:a16="http://schemas.microsoft.com/office/drawing/2014/main" id="{765826DB-329A-BA68-2C99-EC23F6A4DBEA}"/>
              </a:ext>
            </a:extLst>
          </p:cNvPr>
          <p:cNvSpPr/>
          <p:nvPr/>
        </p:nvSpPr>
        <p:spPr>
          <a:xfrm>
            <a:off x="503329" y="5187130"/>
            <a:ext cx="1878737" cy="210827"/>
          </a:xfrm>
          <a:prstGeom prst="rect">
            <a:avLst/>
          </a:prstGeom>
        </p:spPr>
        <p:txBody>
          <a:bodyPr wrap="square" lIns="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85434">
              <a:lnSpc>
                <a:spcPct val="120000"/>
              </a:lnSpc>
              <a:spcBef>
                <a:spcPts val="300"/>
              </a:spcBef>
              <a:defRPr/>
            </a:pPr>
            <a:r>
              <a:rPr lang="en-GB" sz="700">
                <a:solidFill>
                  <a:schemeClr val="bg1"/>
                </a:solidFill>
                <a:latin typeface="EYInterstate Regular"/>
              </a:rPr>
              <a:t>AR and VR</a:t>
            </a:r>
          </a:p>
        </p:txBody>
      </p:sp>
      <p:sp>
        <p:nvSpPr>
          <p:cNvPr id="117" name="Rectangle 116">
            <a:extLst>
              <a:ext uri="{FF2B5EF4-FFF2-40B4-BE49-F238E27FC236}">
                <a16:creationId xmlns:a16="http://schemas.microsoft.com/office/drawing/2014/main" id="{F0C6C3CB-A781-B567-6BDC-EAB0FA8BE2C7}"/>
              </a:ext>
            </a:extLst>
          </p:cNvPr>
          <p:cNvSpPr/>
          <p:nvPr/>
        </p:nvSpPr>
        <p:spPr>
          <a:xfrm>
            <a:off x="503330" y="5918626"/>
            <a:ext cx="1588342" cy="210827"/>
          </a:xfrm>
          <a:prstGeom prst="rect">
            <a:avLst/>
          </a:prstGeom>
        </p:spPr>
        <p:txBody>
          <a:bodyPr wrap="square" lIns="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85434">
              <a:lnSpc>
                <a:spcPct val="120000"/>
              </a:lnSpc>
              <a:spcBef>
                <a:spcPts val="300"/>
              </a:spcBef>
              <a:defRPr/>
            </a:pPr>
            <a:r>
              <a:rPr lang="en-GB" sz="700">
                <a:solidFill>
                  <a:schemeClr val="bg1"/>
                </a:solidFill>
                <a:latin typeface="EYInterstate Regular"/>
              </a:rPr>
              <a:t>Internet of things</a:t>
            </a:r>
          </a:p>
        </p:txBody>
      </p:sp>
      <p:sp>
        <p:nvSpPr>
          <p:cNvPr id="118" name="Rectangle 117">
            <a:extLst>
              <a:ext uri="{FF2B5EF4-FFF2-40B4-BE49-F238E27FC236}">
                <a16:creationId xmlns:a16="http://schemas.microsoft.com/office/drawing/2014/main" id="{F1144FB2-C4CF-5545-D61C-E337D8601C25}"/>
              </a:ext>
            </a:extLst>
          </p:cNvPr>
          <p:cNvSpPr/>
          <p:nvPr/>
        </p:nvSpPr>
        <p:spPr>
          <a:xfrm>
            <a:off x="1380763" y="5187130"/>
            <a:ext cx="854324" cy="307777"/>
          </a:xfrm>
          <a:prstGeom prst="rect">
            <a:avLst/>
          </a:prstGeom>
        </p:spPr>
        <p:txBody>
          <a:bodyPr wrap="square" lIns="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85434">
              <a:spcBef>
                <a:spcPts val="300"/>
              </a:spcBef>
              <a:defRPr/>
            </a:pPr>
            <a:r>
              <a:rPr lang="en-GB" sz="700">
                <a:solidFill>
                  <a:schemeClr val="bg1"/>
                </a:solidFill>
                <a:latin typeface="EYInterstate Regular"/>
              </a:rPr>
              <a:t>Location-based services</a:t>
            </a:r>
          </a:p>
        </p:txBody>
      </p:sp>
      <p:sp>
        <p:nvSpPr>
          <p:cNvPr id="119" name="Rectangle 118">
            <a:extLst>
              <a:ext uri="{FF2B5EF4-FFF2-40B4-BE49-F238E27FC236}">
                <a16:creationId xmlns:a16="http://schemas.microsoft.com/office/drawing/2014/main" id="{146206A6-9128-5AB5-9292-AF58313EFBEE}"/>
              </a:ext>
            </a:extLst>
          </p:cNvPr>
          <p:cNvSpPr/>
          <p:nvPr/>
        </p:nvSpPr>
        <p:spPr>
          <a:xfrm>
            <a:off x="1380763" y="5918626"/>
            <a:ext cx="1588342" cy="210827"/>
          </a:xfrm>
          <a:prstGeom prst="rect">
            <a:avLst/>
          </a:prstGeom>
        </p:spPr>
        <p:txBody>
          <a:bodyPr wrap="square" lIns="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85434">
              <a:lnSpc>
                <a:spcPct val="120000"/>
              </a:lnSpc>
              <a:spcBef>
                <a:spcPts val="300"/>
              </a:spcBef>
              <a:defRPr/>
            </a:pPr>
            <a:r>
              <a:rPr lang="en-GB" sz="700">
                <a:solidFill>
                  <a:schemeClr val="bg1"/>
                </a:solidFill>
                <a:latin typeface="EYInterstate Regular"/>
              </a:rPr>
              <a:t>Chatbots</a:t>
            </a:r>
          </a:p>
        </p:txBody>
      </p:sp>
      <p:sp>
        <p:nvSpPr>
          <p:cNvPr id="120" name="Rectangle 119">
            <a:extLst>
              <a:ext uri="{FF2B5EF4-FFF2-40B4-BE49-F238E27FC236}">
                <a16:creationId xmlns:a16="http://schemas.microsoft.com/office/drawing/2014/main" id="{9A8A5697-0F47-0662-8EA5-F5DDEEA42750}"/>
              </a:ext>
            </a:extLst>
          </p:cNvPr>
          <p:cNvSpPr/>
          <p:nvPr/>
        </p:nvSpPr>
        <p:spPr>
          <a:xfrm>
            <a:off x="2306005" y="5187130"/>
            <a:ext cx="854324" cy="200055"/>
          </a:xfrm>
          <a:prstGeom prst="rect">
            <a:avLst/>
          </a:prstGeom>
        </p:spPr>
        <p:txBody>
          <a:bodyPr wrap="square" lIns="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85434">
              <a:spcBef>
                <a:spcPts val="300"/>
              </a:spcBef>
              <a:defRPr/>
            </a:pPr>
            <a:r>
              <a:rPr lang="en-GB" sz="700">
                <a:solidFill>
                  <a:schemeClr val="bg1"/>
                </a:solidFill>
                <a:latin typeface="EYInterstate Regular"/>
              </a:rPr>
              <a:t>Voice technology</a:t>
            </a:r>
          </a:p>
        </p:txBody>
      </p:sp>
      <p:sp>
        <p:nvSpPr>
          <p:cNvPr id="121" name="Rectangle 120">
            <a:extLst>
              <a:ext uri="{FF2B5EF4-FFF2-40B4-BE49-F238E27FC236}">
                <a16:creationId xmlns:a16="http://schemas.microsoft.com/office/drawing/2014/main" id="{96EC8722-BB74-9AA5-2FD4-D3E03F0623C5}"/>
              </a:ext>
            </a:extLst>
          </p:cNvPr>
          <p:cNvSpPr/>
          <p:nvPr/>
        </p:nvSpPr>
        <p:spPr>
          <a:xfrm>
            <a:off x="2306005" y="5918626"/>
            <a:ext cx="1588342" cy="210827"/>
          </a:xfrm>
          <a:prstGeom prst="rect">
            <a:avLst/>
          </a:prstGeom>
        </p:spPr>
        <p:txBody>
          <a:bodyPr wrap="square" lIns="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85434">
              <a:lnSpc>
                <a:spcPct val="120000"/>
              </a:lnSpc>
              <a:spcBef>
                <a:spcPts val="300"/>
              </a:spcBef>
              <a:defRPr/>
            </a:pPr>
            <a:r>
              <a:rPr lang="en-GB" sz="700">
                <a:solidFill>
                  <a:schemeClr val="bg1"/>
                </a:solidFill>
                <a:latin typeface="EYInterstate Regular"/>
              </a:rPr>
              <a:t>Artificial intelligence</a:t>
            </a:r>
          </a:p>
        </p:txBody>
      </p:sp>
      <p:pic>
        <p:nvPicPr>
          <p:cNvPr id="122" name="Picture 121">
            <a:extLst>
              <a:ext uri="{FF2B5EF4-FFF2-40B4-BE49-F238E27FC236}">
                <a16:creationId xmlns:a16="http://schemas.microsoft.com/office/drawing/2014/main" id="{336EB1D5-EA9F-52F9-05A8-957E68D78B62}"/>
              </a:ext>
            </a:extLst>
          </p:cNvPr>
          <p:cNvPicPr>
            <a:picLocks noChangeAspect="1"/>
          </p:cNvPicPr>
          <p:nvPr/>
        </p:nvPicPr>
        <p:blipFill>
          <a:blip r:embed="rId16" cstate="print">
            <a:extLst>
              <a:ext uri="{28A0092B-C50C-407E-A947-70E740481C1C}">
                <a14:useLocalDpi xmlns:a14="http://schemas.microsoft.com/office/drawing/2010/main"/>
              </a:ext>
            </a:extLst>
          </a:blip>
          <a:srcRect/>
          <a:stretch/>
        </p:blipFill>
        <p:spPr>
          <a:xfrm>
            <a:off x="10180222" y="4570283"/>
            <a:ext cx="439200" cy="439200"/>
          </a:xfrm>
          <a:prstGeom prst="ellipse">
            <a:avLst/>
          </a:prstGeom>
        </p:spPr>
      </p:pic>
      <p:pic>
        <p:nvPicPr>
          <p:cNvPr id="123" name="Picture 122">
            <a:extLst>
              <a:ext uri="{FF2B5EF4-FFF2-40B4-BE49-F238E27FC236}">
                <a16:creationId xmlns:a16="http://schemas.microsoft.com/office/drawing/2014/main" id="{8D0F3DDD-A7A5-7A14-7320-5F17430D6A6B}"/>
              </a:ext>
            </a:extLst>
          </p:cNvPr>
          <p:cNvPicPr>
            <a:picLocks noChangeAspect="1"/>
          </p:cNvPicPr>
          <p:nvPr/>
        </p:nvPicPr>
        <p:blipFill>
          <a:blip r:embed="rId17" cstate="print">
            <a:extLst>
              <a:ext uri="{28A0092B-C50C-407E-A947-70E740481C1C}">
                <a14:useLocalDpi xmlns:a14="http://schemas.microsoft.com/office/drawing/2010/main"/>
              </a:ext>
            </a:extLst>
          </a:blip>
          <a:srcRect/>
          <a:stretch/>
        </p:blipFill>
        <p:spPr>
          <a:xfrm>
            <a:off x="9221914" y="2368435"/>
            <a:ext cx="439200" cy="439200"/>
          </a:xfrm>
          <a:prstGeom prst="ellipse">
            <a:avLst/>
          </a:prstGeom>
        </p:spPr>
      </p:pic>
      <p:pic>
        <p:nvPicPr>
          <p:cNvPr id="124" name="Picture 123">
            <a:extLst>
              <a:ext uri="{FF2B5EF4-FFF2-40B4-BE49-F238E27FC236}">
                <a16:creationId xmlns:a16="http://schemas.microsoft.com/office/drawing/2014/main" id="{512ADE4A-1CD5-8D16-DBAE-F58991080714}"/>
              </a:ext>
            </a:extLst>
          </p:cNvPr>
          <p:cNvPicPr>
            <a:picLocks noChangeAspect="1"/>
          </p:cNvPicPr>
          <p:nvPr/>
        </p:nvPicPr>
        <p:blipFill>
          <a:blip r:embed="rId18" cstate="print">
            <a:extLst>
              <a:ext uri="{28A0092B-C50C-407E-A947-70E740481C1C}">
                <a14:useLocalDpi xmlns:a14="http://schemas.microsoft.com/office/drawing/2010/main"/>
              </a:ext>
            </a:extLst>
          </a:blip>
          <a:srcRect/>
          <a:stretch/>
        </p:blipFill>
        <p:spPr>
          <a:xfrm>
            <a:off x="10237761" y="2368435"/>
            <a:ext cx="439200" cy="439200"/>
          </a:xfrm>
          <a:prstGeom prst="ellipse">
            <a:avLst/>
          </a:prstGeom>
        </p:spPr>
      </p:pic>
      <p:pic>
        <p:nvPicPr>
          <p:cNvPr id="125" name="Picture 124">
            <a:extLst>
              <a:ext uri="{FF2B5EF4-FFF2-40B4-BE49-F238E27FC236}">
                <a16:creationId xmlns:a16="http://schemas.microsoft.com/office/drawing/2014/main" id="{5BAFE692-A7B7-2B00-0E89-5F2E9877805C}"/>
              </a:ext>
            </a:extLst>
          </p:cNvPr>
          <p:cNvPicPr>
            <a:picLocks noChangeAspect="1"/>
          </p:cNvPicPr>
          <p:nvPr/>
        </p:nvPicPr>
        <p:blipFill>
          <a:blip r:embed="rId19" cstate="print">
            <a:extLst>
              <a:ext uri="{28A0092B-C50C-407E-A947-70E740481C1C}">
                <a14:useLocalDpi xmlns:a14="http://schemas.microsoft.com/office/drawing/2010/main"/>
              </a:ext>
            </a:extLst>
          </a:blip>
          <a:srcRect/>
          <a:stretch/>
        </p:blipFill>
        <p:spPr>
          <a:xfrm>
            <a:off x="11295794" y="2368435"/>
            <a:ext cx="439200" cy="439200"/>
          </a:xfrm>
          <a:prstGeom prst="ellipse">
            <a:avLst/>
          </a:prstGeom>
        </p:spPr>
      </p:pic>
    </p:spTree>
    <p:extLst>
      <p:ext uri="{BB962C8B-B14F-4D97-AF65-F5344CB8AC3E}">
        <p14:creationId xmlns:p14="http://schemas.microsoft.com/office/powerpoint/2010/main" val="1067106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6F6E4EE5-83A0-C964-B4D8-CC1A12C8A769}"/>
              </a:ext>
            </a:extLst>
          </p:cNvPr>
          <p:cNvPicPr>
            <a:picLocks noChangeAspect="1"/>
          </p:cNvPicPr>
          <p:nvPr/>
        </p:nvPicPr>
        <p:blipFill rotWithShape="1">
          <a:blip r:embed="rId2" cstate="print">
            <a:extLst>
              <a:ext uri="{28A0092B-C50C-407E-A947-70E740481C1C}">
                <a14:useLocalDpi xmlns:a14="http://schemas.microsoft.com/office/drawing/2010/main"/>
              </a:ext>
            </a:extLst>
          </a:blip>
          <a:srcRect/>
          <a:stretch/>
        </p:blipFill>
        <p:spPr>
          <a:xfrm>
            <a:off x="0" y="0"/>
            <a:ext cx="3398838" cy="6858000"/>
          </a:xfrm>
          <a:prstGeom prst="rect">
            <a:avLst/>
          </a:prstGeom>
        </p:spPr>
      </p:pic>
      <p:sp>
        <p:nvSpPr>
          <p:cNvPr id="7" name="Title 6">
            <a:extLst>
              <a:ext uri="{FF2B5EF4-FFF2-40B4-BE49-F238E27FC236}">
                <a16:creationId xmlns:a16="http://schemas.microsoft.com/office/drawing/2014/main" id="{7A60850D-9401-9F86-69FE-B295406BF26E}"/>
              </a:ext>
            </a:extLst>
          </p:cNvPr>
          <p:cNvSpPr>
            <a:spLocks noGrp="1"/>
          </p:cNvSpPr>
          <p:nvPr>
            <p:ph type="title"/>
          </p:nvPr>
        </p:nvSpPr>
        <p:spPr>
          <a:xfrm>
            <a:off x="3759199" y="369888"/>
            <a:ext cx="8255591" cy="470898"/>
          </a:xfrm>
        </p:spPr>
        <p:txBody>
          <a:bodyPr/>
          <a:lstStyle/>
          <a:p>
            <a:r>
              <a:rPr lang="en-US" sz="2400">
                <a:latin typeface="EYInterstate Regular" panose="02000503020000020004" pitchFamily="2" charset="0"/>
              </a:rPr>
              <a:t>Customer Experience (CX) is an imperative elevated in the boardroom</a:t>
            </a:r>
            <a:br>
              <a:rPr lang="en-US" sz="2400">
                <a:latin typeface="EYInterstate Regular" panose="02000503020000020004" pitchFamily="2" charset="0"/>
              </a:rPr>
            </a:br>
            <a:endParaRPr lang="en-US" sz="2400">
              <a:latin typeface="EYInterstate Regular" panose="02000503020000020004" pitchFamily="2" charset="0"/>
            </a:endParaRPr>
          </a:p>
        </p:txBody>
      </p:sp>
      <p:sp>
        <p:nvSpPr>
          <p:cNvPr id="6" name="Footer Placeholder 5">
            <a:extLst>
              <a:ext uri="{FF2B5EF4-FFF2-40B4-BE49-F238E27FC236}">
                <a16:creationId xmlns:a16="http://schemas.microsoft.com/office/drawing/2014/main" id="{EBC82221-87C2-CAF0-04CD-BEFEB8D49CD4}"/>
              </a:ext>
            </a:extLst>
          </p:cNvPr>
          <p:cNvSpPr>
            <a:spLocks noGrp="1"/>
          </p:cNvSpPr>
          <p:nvPr>
            <p:ph type="ftr" sz="quarter" idx="18"/>
          </p:nvPr>
        </p:nvSpPr>
        <p:spPr/>
        <p:txBody>
          <a:bodyPr/>
          <a:lstStyle/>
          <a:p>
            <a:r>
              <a:rPr lang="en-US" noProof="0">
                <a:solidFill>
                  <a:srgbClr val="FFFFFF"/>
                </a:solidFill>
              </a:rPr>
              <a:t>Customer Experience</a:t>
            </a:r>
          </a:p>
        </p:txBody>
      </p:sp>
      <p:sp>
        <p:nvSpPr>
          <p:cNvPr id="5" name="Slide Number Placeholder 4">
            <a:extLst>
              <a:ext uri="{FF2B5EF4-FFF2-40B4-BE49-F238E27FC236}">
                <a16:creationId xmlns:a16="http://schemas.microsoft.com/office/drawing/2014/main" id="{7D7D32FC-B6F4-9E41-4EB8-AC29BFA142A5}"/>
              </a:ext>
            </a:extLst>
          </p:cNvPr>
          <p:cNvSpPr>
            <a:spLocks noGrp="1"/>
          </p:cNvSpPr>
          <p:nvPr>
            <p:ph type="sldNum" sz="quarter" idx="19"/>
          </p:nvPr>
        </p:nvSpPr>
        <p:spPr/>
        <p:txBody>
          <a:bodyPr/>
          <a:lstStyle/>
          <a:p>
            <a:fld id="{94FCA0F3-9F3A-694B-99BB-0E592A797735}" type="slidenum">
              <a:rPr lang="en-US" noProof="0" smtClean="0">
                <a:solidFill>
                  <a:srgbClr val="FFFFFF"/>
                </a:solidFill>
              </a:rPr>
              <a:t>6</a:t>
            </a:fld>
            <a:endParaRPr lang="en-US" noProof="0">
              <a:solidFill>
                <a:srgbClr val="FFFFFF"/>
              </a:solidFill>
            </a:endParaRPr>
          </a:p>
        </p:txBody>
      </p:sp>
      <p:sp>
        <p:nvSpPr>
          <p:cNvPr id="12" name="TextBox 11">
            <a:extLst>
              <a:ext uri="{FF2B5EF4-FFF2-40B4-BE49-F238E27FC236}">
                <a16:creationId xmlns:a16="http://schemas.microsoft.com/office/drawing/2014/main" id="{0F10DAA2-6B67-FB1E-7A24-1F9AA10DE680}"/>
              </a:ext>
            </a:extLst>
          </p:cNvPr>
          <p:cNvSpPr txBox="1"/>
          <p:nvPr/>
        </p:nvSpPr>
        <p:spPr>
          <a:xfrm>
            <a:off x="3914347" y="1391047"/>
            <a:ext cx="1333453" cy="821763"/>
          </a:xfrm>
          <a:prstGeom prst="rect">
            <a:avLst/>
          </a:prstGeom>
          <a:noFill/>
        </p:spPr>
        <p:txBody>
          <a:bodyPr wrap="square" lIns="0" tIns="36576" rIns="0" bIns="0" rtlCol="0">
            <a:spAutoFit/>
          </a:bodyPr>
          <a:lstStyle/>
          <a:p>
            <a:pPr marL="0" marR="0" lvl="0" indent="0" algn="l" defTabSz="914400" rtl="0" eaLnBrk="1" fontAlgn="auto" latinLnBrk="0" hangingPunct="1">
              <a:lnSpc>
                <a:spcPct val="85000"/>
              </a:lnSpc>
              <a:spcBef>
                <a:spcPts val="0"/>
              </a:spcBef>
              <a:spcAft>
                <a:spcPts val="600"/>
              </a:spcAft>
              <a:buClr>
                <a:srgbClr val="27ACAA"/>
              </a:buClr>
              <a:buSzPct val="70000"/>
              <a:buFontTx/>
              <a:buNone/>
              <a:tabLst/>
              <a:defRPr/>
            </a:pPr>
            <a:r>
              <a:rPr kumimoji="0" lang="en-US" sz="6000" b="0" i="0" u="none" strike="noStrike" kern="1200" cap="none" spc="-30" normalizeH="0" noProof="0">
                <a:ln>
                  <a:noFill/>
                </a:ln>
                <a:solidFill>
                  <a:schemeClr val="bg1"/>
                </a:solidFill>
                <a:effectLst/>
                <a:uLnTx/>
                <a:uFillTx/>
                <a:latin typeface="EYInterstate Regular" panose="02000503020000020004" pitchFamily="2" charset="0"/>
                <a:ea typeface="+mn-ea"/>
                <a:cs typeface="+mn-cs"/>
              </a:rPr>
              <a:t>81</a:t>
            </a:r>
            <a:r>
              <a:rPr kumimoji="0" lang="en-US" sz="4400" b="0" i="0" u="none" strike="noStrike" kern="1200" cap="none" spc="-30" normalizeH="0" noProof="0">
                <a:ln>
                  <a:noFill/>
                </a:ln>
                <a:solidFill>
                  <a:schemeClr val="bg1"/>
                </a:solidFill>
                <a:effectLst/>
                <a:uLnTx/>
                <a:uFillTx/>
                <a:latin typeface="EYInterstate Regular" panose="02000503020000020004" pitchFamily="2" charset="0"/>
                <a:ea typeface="+mn-ea"/>
                <a:cs typeface="+mn-cs"/>
              </a:rPr>
              <a:t>%</a:t>
            </a:r>
            <a:endParaRPr kumimoji="0" lang="en-US" sz="6000" b="0" i="0" u="none" strike="noStrike" kern="1200" cap="none" spc="-30" normalizeH="0" noProof="0">
              <a:ln>
                <a:noFill/>
              </a:ln>
              <a:solidFill>
                <a:schemeClr val="bg1"/>
              </a:solidFill>
              <a:effectLst/>
              <a:uLnTx/>
              <a:uFillTx/>
              <a:latin typeface="EYInterstate Regular" panose="02000503020000020004" pitchFamily="2" charset="0"/>
              <a:ea typeface="+mn-ea"/>
              <a:cs typeface="+mn-cs"/>
            </a:endParaRPr>
          </a:p>
        </p:txBody>
      </p:sp>
      <p:sp>
        <p:nvSpPr>
          <p:cNvPr id="13" name="TextBox 12">
            <a:extLst>
              <a:ext uri="{FF2B5EF4-FFF2-40B4-BE49-F238E27FC236}">
                <a16:creationId xmlns:a16="http://schemas.microsoft.com/office/drawing/2014/main" id="{90BC53F4-5E17-39C8-D2E9-D98EDC7E4333}"/>
              </a:ext>
            </a:extLst>
          </p:cNvPr>
          <p:cNvSpPr txBox="1"/>
          <p:nvPr/>
        </p:nvSpPr>
        <p:spPr>
          <a:xfrm>
            <a:off x="5256397" y="1352420"/>
            <a:ext cx="5822742" cy="923330"/>
          </a:xfrm>
          <a:prstGeom prst="rect">
            <a:avLst/>
          </a:prstGeom>
          <a:noFill/>
        </p:spPr>
        <p:txBody>
          <a:bodyPr wrap="square">
            <a:spAutoFit/>
          </a:bodyPr>
          <a:lstStyle/>
          <a:p>
            <a:pPr defTabSz="457109">
              <a:spcBef>
                <a:spcPct val="20000"/>
              </a:spcBef>
            </a:pPr>
            <a:r>
              <a:rPr lang="en-US">
                <a:solidFill>
                  <a:srgbClr val="FFFFFF"/>
                </a:solidFill>
                <a:ea typeface="Lato Light" panose="020F0502020204030203" pitchFamily="34" charset="0"/>
                <a:cs typeface="Lato Light" panose="020F0502020204030203" pitchFamily="34" charset="0"/>
              </a:rPr>
              <a:t>Brands are competing on CX: 81% of marketing leaders say they expect to be competing mostly or completely on the basis of CX</a:t>
            </a:r>
          </a:p>
        </p:txBody>
      </p:sp>
      <p:sp>
        <p:nvSpPr>
          <p:cNvPr id="14" name="TextBox 13">
            <a:extLst>
              <a:ext uri="{FF2B5EF4-FFF2-40B4-BE49-F238E27FC236}">
                <a16:creationId xmlns:a16="http://schemas.microsoft.com/office/drawing/2014/main" id="{9BD1B2D4-CDA9-5F41-B5A0-6B3DC870BD30}"/>
              </a:ext>
            </a:extLst>
          </p:cNvPr>
          <p:cNvSpPr txBox="1"/>
          <p:nvPr/>
        </p:nvSpPr>
        <p:spPr>
          <a:xfrm>
            <a:off x="11056937" y="1613459"/>
            <a:ext cx="866775" cy="400110"/>
          </a:xfrm>
          <a:prstGeom prst="rect">
            <a:avLst/>
          </a:prstGeom>
          <a:noFill/>
        </p:spPr>
        <p:txBody>
          <a:bodyPr wrap="square">
            <a:spAutoFit/>
          </a:bodyPr>
          <a:lstStyle/>
          <a:p>
            <a:r>
              <a:rPr lang="en-GB" sz="1000" b="0" i="0">
                <a:solidFill>
                  <a:schemeClr val="bg1"/>
                </a:solidFill>
                <a:effectLst/>
                <a:latin typeface="+mj-lt"/>
              </a:rPr>
              <a:t>Source</a:t>
            </a:r>
          </a:p>
          <a:p>
            <a:r>
              <a:rPr lang="en-GB" sz="1000" b="1">
                <a:solidFill>
                  <a:schemeClr val="bg1"/>
                </a:solidFill>
                <a:latin typeface="EYInterstate Regular" panose="02000503020000020004" pitchFamily="2" charset="0"/>
              </a:rPr>
              <a:t>Gartner</a:t>
            </a:r>
            <a:endParaRPr lang="en-US" sz="1000" b="1">
              <a:solidFill>
                <a:schemeClr val="bg1"/>
              </a:solidFill>
              <a:latin typeface="EYInterstate Regular" panose="02000503020000020004" pitchFamily="2" charset="0"/>
            </a:endParaRPr>
          </a:p>
        </p:txBody>
      </p:sp>
      <p:cxnSp>
        <p:nvCxnSpPr>
          <p:cNvPr id="15" name="Straight Connector 14">
            <a:extLst>
              <a:ext uri="{FF2B5EF4-FFF2-40B4-BE49-F238E27FC236}">
                <a16:creationId xmlns:a16="http://schemas.microsoft.com/office/drawing/2014/main" id="{27EA131B-944A-B7D0-131E-A5286ED83A66}"/>
              </a:ext>
            </a:extLst>
          </p:cNvPr>
          <p:cNvCxnSpPr>
            <a:cxnSpLocks/>
          </p:cNvCxnSpPr>
          <p:nvPr/>
        </p:nvCxnSpPr>
        <p:spPr>
          <a:xfrm>
            <a:off x="10963274" y="1556638"/>
            <a:ext cx="0" cy="518459"/>
          </a:xfrm>
          <a:prstGeom prst="line">
            <a:avLst/>
          </a:prstGeom>
          <a:ln w="9525">
            <a:solidFill>
              <a:schemeClr val="bg1"/>
            </a:solidFill>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42203E1C-06E9-AACB-DAC6-B4A23489EB25}"/>
              </a:ext>
            </a:extLst>
          </p:cNvPr>
          <p:cNvCxnSpPr>
            <a:cxnSpLocks/>
          </p:cNvCxnSpPr>
          <p:nvPr/>
        </p:nvCxnSpPr>
        <p:spPr>
          <a:xfrm>
            <a:off x="3953435" y="2325084"/>
            <a:ext cx="6503317" cy="0"/>
          </a:xfrm>
          <a:prstGeom prst="line">
            <a:avLst/>
          </a:prstGeom>
          <a:ln w="57150">
            <a:gradFill>
              <a:gsLst>
                <a:gs pos="70000">
                  <a:srgbClr val="FF7D1E"/>
                </a:gs>
                <a:gs pos="44000">
                  <a:schemeClr val="tx2"/>
                </a:gs>
                <a:gs pos="100000">
                  <a:srgbClr val="32FFFF"/>
                </a:gs>
              </a:gsLst>
              <a:lin ang="0" scaled="0"/>
            </a:gradFill>
            <a:tailEnd type="none"/>
          </a:ln>
        </p:spPr>
        <p:style>
          <a:lnRef idx="1">
            <a:schemeClr val="accent1"/>
          </a:lnRef>
          <a:fillRef idx="0">
            <a:schemeClr val="accent1"/>
          </a:fillRef>
          <a:effectRef idx="0">
            <a:schemeClr val="accent1"/>
          </a:effectRef>
          <a:fontRef idx="minor">
            <a:schemeClr val="tx1"/>
          </a:fontRef>
        </p:style>
      </p:cxnSp>
      <p:sp>
        <p:nvSpPr>
          <p:cNvPr id="18" name="Content Placeholder 3">
            <a:extLst>
              <a:ext uri="{FF2B5EF4-FFF2-40B4-BE49-F238E27FC236}">
                <a16:creationId xmlns:a16="http://schemas.microsoft.com/office/drawing/2014/main" id="{4607CD48-A72C-288D-EA9C-5F5C07B8B400}"/>
              </a:ext>
            </a:extLst>
          </p:cNvPr>
          <p:cNvSpPr txBox="1">
            <a:spLocks/>
          </p:cNvSpPr>
          <p:nvPr/>
        </p:nvSpPr>
        <p:spPr>
          <a:xfrm>
            <a:off x="3758406" y="2585187"/>
            <a:ext cx="5040313" cy="407063"/>
          </a:xfrm>
          <a:prstGeom prst="rect">
            <a:avLst/>
          </a:prstGeom>
        </p:spPr>
        <p:txBody>
          <a:bodyPr vert="horz" lIns="180000" tIns="0" rIns="180000" bIns="0" rtlCol="0" anchor="t" anchorCtr="0">
            <a:noAutofit/>
          </a:bodyPr>
          <a:lstStyle>
            <a:lvl1pPr marL="0" indent="0" algn="l" defTabSz="914400" rtl="0" eaLnBrk="1" latinLnBrk="0" hangingPunct="1">
              <a:lnSpc>
                <a:spcPct val="130000"/>
              </a:lnSpc>
              <a:spcBef>
                <a:spcPts val="0"/>
              </a:spcBef>
              <a:buClr>
                <a:schemeClr val="bg1"/>
              </a:buClr>
              <a:buSzPct val="110000"/>
              <a:buFont typeface="Arial" panose="020B0604020202020204" pitchFamily="34" charset="0"/>
              <a:buNone/>
              <a:defRPr sz="1800" kern="1200">
                <a:solidFill>
                  <a:schemeClr val="bg1"/>
                </a:solidFill>
                <a:latin typeface="+mn-lt"/>
                <a:ea typeface="+mn-ea"/>
                <a:cs typeface="+mn-cs"/>
              </a:defRPr>
            </a:lvl1pPr>
            <a:lvl2pPr marL="356616" indent="0" algn="l" defTabSz="914400" rtl="0" eaLnBrk="1" latinLnBrk="0" hangingPunct="1">
              <a:lnSpc>
                <a:spcPct val="130000"/>
              </a:lnSpc>
              <a:spcBef>
                <a:spcPct val="20000"/>
              </a:spcBef>
              <a:buClr>
                <a:schemeClr val="bg1"/>
              </a:buClr>
              <a:buSzPct val="110000"/>
              <a:buFont typeface="Arial" panose="020B0604020202020204" pitchFamily="34" charset="0"/>
              <a:buNone/>
              <a:defRPr sz="1800" kern="1200">
                <a:solidFill>
                  <a:schemeClr val="bg1"/>
                </a:solidFill>
                <a:latin typeface="EYInterstate Light" panose="02000506000000020004" pitchFamily="2" charset="0"/>
                <a:ea typeface="+mn-ea"/>
                <a:cs typeface="+mn-cs"/>
              </a:defRPr>
            </a:lvl2pPr>
            <a:lvl3pPr marL="713232" indent="0" algn="l" defTabSz="914400" rtl="0" eaLnBrk="1" latinLnBrk="0" hangingPunct="1">
              <a:lnSpc>
                <a:spcPct val="130000"/>
              </a:lnSpc>
              <a:spcBef>
                <a:spcPct val="20000"/>
              </a:spcBef>
              <a:buClr>
                <a:schemeClr val="bg1"/>
              </a:buClr>
              <a:buSzPct val="110000"/>
              <a:buFont typeface="Arial" panose="020B0604020202020204" pitchFamily="34" charset="0"/>
              <a:buNone/>
              <a:defRPr sz="1600" kern="1200">
                <a:solidFill>
                  <a:schemeClr val="bg1"/>
                </a:solidFill>
                <a:latin typeface="EYInterstate Light" panose="02000506000000020004" pitchFamily="2" charset="0"/>
                <a:ea typeface="+mn-ea"/>
                <a:cs typeface="+mn-cs"/>
              </a:defRPr>
            </a:lvl3pPr>
            <a:lvl4pPr marL="1069848" indent="0" algn="l" defTabSz="914400" rtl="0" eaLnBrk="1" latinLnBrk="0" hangingPunct="1">
              <a:lnSpc>
                <a:spcPct val="130000"/>
              </a:lnSpc>
              <a:spcBef>
                <a:spcPct val="20000"/>
              </a:spcBef>
              <a:buClr>
                <a:schemeClr val="bg1"/>
              </a:buClr>
              <a:buSzPct val="110000"/>
              <a:buFont typeface="Arial" panose="020B0604020202020204" pitchFamily="34" charset="0"/>
              <a:buNone/>
              <a:defRPr sz="1400" kern="1200">
                <a:solidFill>
                  <a:schemeClr val="bg1"/>
                </a:solidFill>
                <a:latin typeface="EYInterstate Light" panose="02000506000000020004" pitchFamily="2" charset="0"/>
                <a:ea typeface="+mn-ea"/>
                <a:cs typeface="+mn-cs"/>
              </a:defRPr>
            </a:lvl4pPr>
            <a:lvl5pPr marL="1426464" indent="0" algn="l" defTabSz="914400" rtl="0" eaLnBrk="1" latinLnBrk="0" hangingPunct="1">
              <a:lnSpc>
                <a:spcPct val="130000"/>
              </a:lnSpc>
              <a:spcBef>
                <a:spcPct val="20000"/>
              </a:spcBef>
              <a:buClr>
                <a:schemeClr val="bg1"/>
              </a:buClr>
              <a:buSzPct val="110000"/>
              <a:buFont typeface="Arial" panose="020B0604020202020204" pitchFamily="34" charset="0"/>
              <a:buNone/>
              <a:defRPr sz="12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GB" sz="1600" b="1">
                <a:latin typeface="EYInterstate Regular" panose="02000503020000020004" pitchFamily="2" charset="0"/>
              </a:rPr>
              <a:t>Organizations are asking themselves</a:t>
            </a:r>
          </a:p>
        </p:txBody>
      </p:sp>
      <p:sp>
        <p:nvSpPr>
          <p:cNvPr id="19" name="Content Placeholder 5">
            <a:extLst>
              <a:ext uri="{FF2B5EF4-FFF2-40B4-BE49-F238E27FC236}">
                <a16:creationId xmlns:a16="http://schemas.microsoft.com/office/drawing/2014/main" id="{0A9E8266-BB94-D5D0-8B89-ADC9D42239B6}"/>
              </a:ext>
            </a:extLst>
          </p:cNvPr>
          <p:cNvSpPr txBox="1">
            <a:spLocks/>
          </p:cNvSpPr>
          <p:nvPr/>
        </p:nvSpPr>
        <p:spPr>
          <a:xfrm>
            <a:off x="3759200" y="2981617"/>
            <a:ext cx="7381082" cy="3368351"/>
          </a:xfrm>
          <a:prstGeom prst="rect">
            <a:avLst/>
          </a:prstGeom>
        </p:spPr>
        <p:txBody>
          <a:bodyPr vert="horz" lIns="180000" tIns="0" rIns="0" bIns="0" numCol="2" spcCol="360000" rtlCol="0" anchor="t" anchorCtr="0">
            <a:noAutofit/>
          </a:bodyPr>
          <a:lstStyle>
            <a:lvl1pPr marL="285750" indent="-285750" algn="l" defTabSz="914400" rtl="0" eaLnBrk="1" latinLnBrk="0" hangingPunct="1">
              <a:lnSpc>
                <a:spcPct val="130000"/>
              </a:lnSpc>
              <a:spcBef>
                <a:spcPct val="20000"/>
              </a:spcBef>
              <a:buClr>
                <a:schemeClr val="bg1"/>
              </a:buClr>
              <a:buSzPct val="110000"/>
              <a:buFont typeface="Arial" panose="020B0604020202020204" pitchFamily="34" charset="0"/>
              <a:buChar char="•"/>
              <a:defRPr sz="1400" kern="1200">
                <a:solidFill>
                  <a:schemeClr val="bg1"/>
                </a:solidFill>
                <a:latin typeface="EYInterstate Light" panose="02000506000000020004" pitchFamily="2" charset="0"/>
                <a:ea typeface="+mn-ea"/>
                <a:cs typeface="+mn-cs"/>
              </a:defRPr>
            </a:lvl1pPr>
            <a:lvl2pPr marL="642366" indent="-285750" algn="l" defTabSz="914400" rtl="0" eaLnBrk="1" latinLnBrk="0" hangingPunct="1">
              <a:lnSpc>
                <a:spcPct val="130000"/>
              </a:lnSpc>
              <a:spcBef>
                <a:spcPct val="20000"/>
              </a:spcBef>
              <a:buClr>
                <a:schemeClr val="bg1"/>
              </a:buClr>
              <a:buSzPct val="110000"/>
              <a:buFont typeface="Arial" panose="020B0604020202020204" pitchFamily="34" charset="0"/>
              <a:buChar char="•"/>
              <a:defRPr sz="1400" kern="1200">
                <a:solidFill>
                  <a:schemeClr val="bg1"/>
                </a:solidFill>
                <a:latin typeface="EYInterstate Light" panose="02000506000000020004" pitchFamily="2" charset="0"/>
                <a:ea typeface="+mn-ea"/>
                <a:cs typeface="+mn-cs"/>
              </a:defRPr>
            </a:lvl2pPr>
            <a:lvl3pPr marL="998982" indent="-285750" algn="l" defTabSz="914400" rtl="0" eaLnBrk="1" latinLnBrk="0" hangingPunct="1">
              <a:lnSpc>
                <a:spcPct val="130000"/>
              </a:lnSpc>
              <a:spcBef>
                <a:spcPct val="20000"/>
              </a:spcBef>
              <a:buClr>
                <a:schemeClr val="bg1"/>
              </a:buClr>
              <a:buSzPct val="110000"/>
              <a:buFont typeface="Arial" panose="020B0604020202020204" pitchFamily="34" charset="0"/>
              <a:buChar char="•"/>
              <a:defRPr sz="1400" kern="1200">
                <a:solidFill>
                  <a:schemeClr val="bg1"/>
                </a:solidFill>
                <a:latin typeface="EYInterstate Light" panose="02000506000000020004" pitchFamily="2" charset="0"/>
                <a:ea typeface="+mn-ea"/>
                <a:cs typeface="+mn-cs"/>
              </a:defRPr>
            </a:lvl3pPr>
            <a:lvl4pPr marL="1355598" indent="-285750" algn="l" defTabSz="914400" rtl="0" eaLnBrk="1" latinLnBrk="0" hangingPunct="1">
              <a:lnSpc>
                <a:spcPct val="130000"/>
              </a:lnSpc>
              <a:spcBef>
                <a:spcPct val="20000"/>
              </a:spcBef>
              <a:buClr>
                <a:schemeClr val="bg1"/>
              </a:buClr>
              <a:buSzPct val="110000"/>
              <a:buFont typeface="Arial" panose="020B0604020202020204" pitchFamily="34" charset="0"/>
              <a:buChar char="•"/>
              <a:defRPr sz="1400" kern="1200">
                <a:solidFill>
                  <a:schemeClr val="bg1"/>
                </a:solidFill>
                <a:latin typeface="EYInterstate Light" panose="02000506000000020004" pitchFamily="2" charset="0"/>
                <a:ea typeface="+mn-ea"/>
                <a:cs typeface="+mn-cs"/>
              </a:defRPr>
            </a:lvl4pPr>
            <a:lvl5pPr marL="1712214" indent="-285750" algn="l" defTabSz="914400" rtl="0" eaLnBrk="1" latinLnBrk="0" hangingPunct="1">
              <a:lnSpc>
                <a:spcPct val="130000"/>
              </a:lnSpc>
              <a:spcBef>
                <a:spcPct val="20000"/>
              </a:spcBef>
              <a:buClr>
                <a:schemeClr val="bg1"/>
              </a:buClr>
              <a:buSzPct val="110000"/>
              <a:buFont typeface="Arial" panose="020B0604020202020204" pitchFamily="34" charset="0"/>
              <a:buChar char="•"/>
              <a:defRPr sz="14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20000"/>
              </a:lnSpc>
              <a:spcBef>
                <a:spcPts val="0"/>
              </a:spcBef>
              <a:spcAft>
                <a:spcPts val="2400"/>
              </a:spcAft>
              <a:buClr>
                <a:srgbClr val="2E2E38"/>
              </a:buClr>
              <a:buSzPct val="110000"/>
              <a:buFont typeface="Arial" panose="020B0604020202020204" pitchFamily="34" charset="0"/>
              <a:buNone/>
              <a:tabLst/>
              <a:defRPr/>
            </a:pPr>
            <a:r>
              <a:rPr lang="en-US">
                <a:solidFill>
                  <a:srgbClr val="FFFFFF"/>
                </a:solidFill>
                <a:latin typeface="+mn-lt"/>
                <a:ea typeface="Lato Light" panose="020F0502020204030203" pitchFamily="34" charset="0"/>
                <a:cs typeface="Lato Light" panose="020F0502020204030203" pitchFamily="34" charset="0"/>
              </a:rPr>
              <a:t>How can we improve customer, </a:t>
            </a:r>
            <a:br>
              <a:rPr lang="en-US">
                <a:solidFill>
                  <a:srgbClr val="FFFFFF"/>
                </a:solidFill>
                <a:latin typeface="+mn-lt"/>
                <a:ea typeface="Lato Light" panose="020F0502020204030203" pitchFamily="34" charset="0"/>
                <a:cs typeface="Lato Light" panose="020F0502020204030203" pitchFamily="34" charset="0"/>
              </a:rPr>
            </a:br>
            <a:r>
              <a:rPr lang="en-US">
                <a:solidFill>
                  <a:srgbClr val="FFFFFF"/>
                </a:solidFill>
                <a:latin typeface="+mn-lt"/>
                <a:ea typeface="Lato Light" panose="020F0502020204030203" pitchFamily="34" charset="0"/>
                <a:cs typeface="Lato Light" panose="020F0502020204030203" pitchFamily="34" charset="0"/>
              </a:rPr>
              <a:t>employee and citizen experience to create enduring relationships and sustainable, long-term value? </a:t>
            </a:r>
          </a:p>
          <a:p>
            <a:pPr marL="0" marR="0" lvl="0" indent="0" algn="l" defTabSz="914400" rtl="0" eaLnBrk="1" fontAlgn="auto" latinLnBrk="0" hangingPunct="1">
              <a:lnSpc>
                <a:spcPct val="120000"/>
              </a:lnSpc>
              <a:spcBef>
                <a:spcPts val="0"/>
              </a:spcBef>
              <a:spcAft>
                <a:spcPts val="2400"/>
              </a:spcAft>
              <a:buClr>
                <a:srgbClr val="2E2E38"/>
              </a:buClr>
              <a:buSzPct val="110000"/>
              <a:buFont typeface="Arial" panose="020B0604020202020204" pitchFamily="34" charset="0"/>
              <a:buNone/>
              <a:tabLst/>
              <a:defRPr/>
            </a:pPr>
            <a:r>
              <a:rPr lang="en-US">
                <a:solidFill>
                  <a:srgbClr val="FFFFFF"/>
                </a:solidFill>
                <a:latin typeface="+mn-lt"/>
                <a:ea typeface="Lato Light" panose="020F0502020204030203" pitchFamily="34" charset="0"/>
                <a:cs typeface="Lato Light" panose="020F0502020204030203" pitchFamily="34" charset="0"/>
              </a:rPr>
              <a:t>How can we create better outcomes for our customers and stakeholders and drive purposeful growth?</a:t>
            </a:r>
          </a:p>
          <a:p>
            <a:pPr marL="0" marR="0" lvl="0" indent="0" algn="l" defTabSz="914400" rtl="0" eaLnBrk="1" fontAlgn="auto" latinLnBrk="0" hangingPunct="1">
              <a:lnSpc>
                <a:spcPct val="120000"/>
              </a:lnSpc>
              <a:spcBef>
                <a:spcPts val="0"/>
              </a:spcBef>
              <a:spcAft>
                <a:spcPts val="2400"/>
              </a:spcAft>
              <a:buClr>
                <a:srgbClr val="2E2E38"/>
              </a:buClr>
              <a:buSzPct val="110000"/>
              <a:buFont typeface="Arial" panose="020B0604020202020204" pitchFamily="34" charset="0"/>
              <a:buNone/>
              <a:tabLst/>
              <a:defRPr/>
            </a:pPr>
            <a:r>
              <a:rPr lang="en-US">
                <a:solidFill>
                  <a:srgbClr val="FFFFFF"/>
                </a:solidFill>
                <a:latin typeface="+mn-lt"/>
                <a:ea typeface="Lato Light" panose="020F0502020204030203" pitchFamily="34" charset="0"/>
                <a:cs typeface="Lato Light" panose="020F0502020204030203" pitchFamily="34" charset="0"/>
              </a:rPr>
              <a:t>What are we doing to eliminate friction points for our customers and drive a more relevant, personalized experience? </a:t>
            </a:r>
          </a:p>
          <a:p>
            <a:pPr marL="0" marR="0" lvl="0" indent="0" algn="l" defTabSz="914400" rtl="0" eaLnBrk="1" fontAlgn="auto" latinLnBrk="0" hangingPunct="1">
              <a:lnSpc>
                <a:spcPct val="120000"/>
              </a:lnSpc>
              <a:spcBef>
                <a:spcPts val="0"/>
              </a:spcBef>
              <a:spcAft>
                <a:spcPts val="2400"/>
              </a:spcAft>
              <a:buClr>
                <a:srgbClr val="2E2E38"/>
              </a:buClr>
              <a:buSzPct val="110000"/>
              <a:buFont typeface="Arial" panose="020B0604020202020204" pitchFamily="34" charset="0"/>
              <a:buNone/>
              <a:tabLst/>
              <a:defRPr/>
            </a:pPr>
            <a:r>
              <a:rPr lang="en-US">
                <a:solidFill>
                  <a:srgbClr val="FFFFFF"/>
                </a:solidFill>
                <a:latin typeface="+mn-lt"/>
                <a:ea typeface="Lato Light" panose="020F0502020204030203" pitchFamily="34" charset="0"/>
                <a:cs typeface="Lato Light" panose="020F0502020204030203" pitchFamily="34" charset="0"/>
              </a:rPr>
              <a:t>How can we better connect employees with our business purpose, and improve engagement? </a:t>
            </a:r>
          </a:p>
          <a:p>
            <a:pPr marL="0" marR="0" lvl="0" indent="0" algn="l" defTabSz="914400" rtl="0" eaLnBrk="1" fontAlgn="auto" latinLnBrk="0" hangingPunct="1">
              <a:lnSpc>
                <a:spcPct val="120000"/>
              </a:lnSpc>
              <a:spcBef>
                <a:spcPts val="0"/>
              </a:spcBef>
              <a:spcAft>
                <a:spcPts val="2400"/>
              </a:spcAft>
              <a:buClr>
                <a:srgbClr val="2E2E38"/>
              </a:buClr>
              <a:buSzPct val="110000"/>
              <a:buFont typeface="Arial" panose="020B0604020202020204" pitchFamily="34" charset="0"/>
              <a:buNone/>
              <a:tabLst/>
              <a:defRPr/>
            </a:pPr>
            <a:r>
              <a:rPr lang="en-US">
                <a:solidFill>
                  <a:srgbClr val="FFFFFF"/>
                </a:solidFill>
                <a:latin typeface="+mn-lt"/>
                <a:ea typeface="Lato Light" panose="020F0502020204030203" pitchFamily="34" charset="0"/>
                <a:cs typeface="Lato Light" panose="020F0502020204030203" pitchFamily="34" charset="0"/>
              </a:rPr>
              <a:t>How are we keeping up-to-date with and responding to ever-changing customer needs and expectations? </a:t>
            </a:r>
          </a:p>
          <a:p>
            <a:pPr marL="0" marR="0" lvl="0" indent="0" algn="l" defTabSz="914400" rtl="0" eaLnBrk="1" fontAlgn="auto" latinLnBrk="0" hangingPunct="1">
              <a:lnSpc>
                <a:spcPct val="120000"/>
              </a:lnSpc>
              <a:spcBef>
                <a:spcPts val="0"/>
              </a:spcBef>
              <a:spcAft>
                <a:spcPts val="2400"/>
              </a:spcAft>
              <a:buClr>
                <a:srgbClr val="2E2E38"/>
              </a:buClr>
              <a:buSzPct val="110000"/>
              <a:buFont typeface="Arial" panose="020B0604020202020204" pitchFamily="34" charset="0"/>
              <a:buNone/>
              <a:tabLst/>
              <a:defRPr/>
            </a:pPr>
            <a:r>
              <a:rPr lang="en-US">
                <a:solidFill>
                  <a:srgbClr val="FFFFFF"/>
                </a:solidFill>
                <a:latin typeface="+mn-lt"/>
                <a:ea typeface="Lato Light" panose="020F0502020204030203" pitchFamily="34" charset="0"/>
                <a:cs typeface="Lato Light" panose="020F0502020204030203" pitchFamily="34" charset="0"/>
              </a:rPr>
              <a:t>How can we use technology and data to automate and orchestrate across all our channels and improve customer experience?</a:t>
            </a:r>
          </a:p>
        </p:txBody>
      </p:sp>
    </p:spTree>
    <p:extLst>
      <p:ext uri="{BB962C8B-B14F-4D97-AF65-F5344CB8AC3E}">
        <p14:creationId xmlns:p14="http://schemas.microsoft.com/office/powerpoint/2010/main" val="25356257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F8D36B-0949-B701-B4D7-6045D4F4B79E}"/>
              </a:ext>
            </a:extLst>
          </p:cNvPr>
          <p:cNvSpPr>
            <a:spLocks noGrp="1"/>
          </p:cNvSpPr>
          <p:nvPr>
            <p:ph type="title"/>
          </p:nvPr>
        </p:nvSpPr>
        <p:spPr/>
        <p:txBody>
          <a:bodyPr/>
          <a:lstStyle/>
          <a:p>
            <a:r>
              <a:rPr lang="en-US" sz="2400">
                <a:latin typeface="EYInterstate Regular" panose="02000503020000020004" pitchFamily="2" charset="0"/>
              </a:rPr>
              <a:t>Companies focused on CX see lift in engagement, traffic and revenue while building long-term value </a:t>
            </a:r>
          </a:p>
        </p:txBody>
      </p:sp>
      <p:sp>
        <p:nvSpPr>
          <p:cNvPr id="8" name="Footer Placeholder 7">
            <a:extLst>
              <a:ext uri="{FF2B5EF4-FFF2-40B4-BE49-F238E27FC236}">
                <a16:creationId xmlns:a16="http://schemas.microsoft.com/office/drawing/2014/main" id="{548DFEB1-D48D-8B7F-CE2F-1085A129DE55}"/>
              </a:ext>
            </a:extLst>
          </p:cNvPr>
          <p:cNvSpPr>
            <a:spLocks noGrp="1"/>
          </p:cNvSpPr>
          <p:nvPr>
            <p:ph type="ftr" sz="quarter" idx="18"/>
          </p:nvPr>
        </p:nvSpPr>
        <p:spPr/>
        <p:txBody>
          <a:bodyPr/>
          <a:lstStyle/>
          <a:p>
            <a:r>
              <a:rPr lang="en-US" noProof="0"/>
              <a:t>Customer Experience</a:t>
            </a:r>
          </a:p>
        </p:txBody>
      </p:sp>
      <p:sp>
        <p:nvSpPr>
          <p:cNvPr id="6" name="Slide Number Placeholder 5">
            <a:extLst>
              <a:ext uri="{FF2B5EF4-FFF2-40B4-BE49-F238E27FC236}">
                <a16:creationId xmlns:a16="http://schemas.microsoft.com/office/drawing/2014/main" id="{688E492B-7132-2B62-30F7-BB52071F6806}"/>
              </a:ext>
            </a:extLst>
          </p:cNvPr>
          <p:cNvSpPr>
            <a:spLocks noGrp="1"/>
          </p:cNvSpPr>
          <p:nvPr>
            <p:ph type="sldNum" sz="quarter" idx="19"/>
          </p:nvPr>
        </p:nvSpPr>
        <p:spPr/>
        <p:txBody>
          <a:bodyPr/>
          <a:lstStyle/>
          <a:p>
            <a:fld id="{94FCA0F3-9F3A-694B-99BB-0E592A797735}" type="slidenum">
              <a:rPr lang="en-US" noProof="0" smtClean="0"/>
              <a:pPr/>
              <a:t>7</a:t>
            </a:fld>
            <a:endParaRPr lang="en-US" noProof="0"/>
          </a:p>
        </p:txBody>
      </p:sp>
      <p:sp>
        <p:nvSpPr>
          <p:cNvPr id="4" name="Rectangle 4">
            <a:extLst>
              <a:ext uri="{FF2B5EF4-FFF2-40B4-BE49-F238E27FC236}">
                <a16:creationId xmlns:a16="http://schemas.microsoft.com/office/drawing/2014/main" id="{B666E34C-7DC6-E460-F064-508A9EAF3034}"/>
              </a:ext>
            </a:extLst>
          </p:cNvPr>
          <p:cNvSpPr/>
          <p:nvPr/>
        </p:nvSpPr>
        <p:spPr>
          <a:xfrm>
            <a:off x="6228395" y="1619176"/>
            <a:ext cx="2620955" cy="360000"/>
          </a:xfrm>
          <a:prstGeom prst="roundRect">
            <a:avLst>
              <a:gd name="adj" fmla="val 0"/>
            </a:avLst>
          </a:prstGeom>
          <a:solidFill>
            <a:schemeClr val="tx2"/>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kern="0">
                <a:solidFill>
                  <a:srgbClr val="2E2E38"/>
                </a:solidFill>
                <a:latin typeface="EYInterstate Regular" panose="02000503020000020004" pitchFamily="2" charset="0"/>
                <a:sym typeface="EYInterstate Light" panose="02000506000000020004" pitchFamily="2" charset="0"/>
              </a:rPr>
              <a:t>Societal value</a:t>
            </a:r>
          </a:p>
        </p:txBody>
      </p:sp>
      <p:sp>
        <p:nvSpPr>
          <p:cNvPr id="5" name="Rectangle 4">
            <a:extLst>
              <a:ext uri="{FF2B5EF4-FFF2-40B4-BE49-F238E27FC236}">
                <a16:creationId xmlns:a16="http://schemas.microsoft.com/office/drawing/2014/main" id="{A0A8D117-C1EE-FD4E-3A14-EFDBE418FA50}"/>
              </a:ext>
            </a:extLst>
          </p:cNvPr>
          <p:cNvSpPr/>
          <p:nvPr/>
        </p:nvSpPr>
        <p:spPr>
          <a:xfrm>
            <a:off x="3370522" y="1619176"/>
            <a:ext cx="2615604" cy="360000"/>
          </a:xfrm>
          <a:prstGeom prst="roundRect">
            <a:avLst>
              <a:gd name="adj" fmla="val 0"/>
            </a:avLst>
          </a:prstGeom>
          <a:solidFill>
            <a:schemeClr val="tx2"/>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kern="0">
                <a:solidFill>
                  <a:srgbClr val="2E2E38"/>
                </a:solidFill>
                <a:latin typeface="EYInterstate Regular" panose="02000503020000020004" pitchFamily="2" charset="0"/>
                <a:sym typeface="EYInterstate Light" panose="02000506000000020004" pitchFamily="2" charset="0"/>
              </a:rPr>
              <a:t>People value</a:t>
            </a:r>
          </a:p>
        </p:txBody>
      </p:sp>
      <p:sp>
        <p:nvSpPr>
          <p:cNvPr id="7" name="Rectangle 4">
            <a:extLst>
              <a:ext uri="{FF2B5EF4-FFF2-40B4-BE49-F238E27FC236}">
                <a16:creationId xmlns:a16="http://schemas.microsoft.com/office/drawing/2014/main" id="{F3169C51-A7D3-B3B8-6884-A47E2DEF2FF6}"/>
              </a:ext>
            </a:extLst>
          </p:cNvPr>
          <p:cNvSpPr/>
          <p:nvPr/>
        </p:nvSpPr>
        <p:spPr>
          <a:xfrm>
            <a:off x="9086793" y="1619176"/>
            <a:ext cx="2625783" cy="360000"/>
          </a:xfrm>
          <a:prstGeom prst="roundRect">
            <a:avLst>
              <a:gd name="adj" fmla="val 0"/>
            </a:avLst>
          </a:prstGeom>
          <a:solidFill>
            <a:schemeClr val="tx2"/>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kern="0">
                <a:solidFill>
                  <a:srgbClr val="2E2E38"/>
                </a:solidFill>
                <a:latin typeface="EYInterstate Regular" panose="02000503020000020004" pitchFamily="2" charset="0"/>
                <a:sym typeface="EYInterstate Light" panose="02000506000000020004" pitchFamily="2" charset="0"/>
              </a:rPr>
              <a:t>Financial value</a:t>
            </a:r>
          </a:p>
        </p:txBody>
      </p:sp>
      <p:sp>
        <p:nvSpPr>
          <p:cNvPr id="9" name="Rounded Rectangle 55">
            <a:extLst>
              <a:ext uri="{FF2B5EF4-FFF2-40B4-BE49-F238E27FC236}">
                <a16:creationId xmlns:a16="http://schemas.microsoft.com/office/drawing/2014/main" id="{0103C3D9-AEC5-6BC1-9879-B5E6A1B4C7D0}"/>
              </a:ext>
            </a:extLst>
          </p:cNvPr>
          <p:cNvSpPr/>
          <p:nvPr/>
        </p:nvSpPr>
        <p:spPr>
          <a:xfrm>
            <a:off x="501945" y="1619176"/>
            <a:ext cx="2620954" cy="360000"/>
          </a:xfrm>
          <a:prstGeom prst="roundRect">
            <a:avLst>
              <a:gd name="adj" fmla="val 0"/>
            </a:avLst>
          </a:prstGeom>
          <a:solidFill>
            <a:schemeClr val="tx2"/>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kern="0">
                <a:solidFill>
                  <a:srgbClr val="2E2E38"/>
                </a:solidFill>
                <a:latin typeface="EYInterstate Regular" panose="02000503020000020004" pitchFamily="2" charset="0"/>
                <a:sym typeface="EYInterstate Light" panose="02000506000000020004" pitchFamily="2" charset="0"/>
              </a:rPr>
              <a:t>Customer value</a:t>
            </a:r>
          </a:p>
        </p:txBody>
      </p:sp>
      <p:graphicFrame>
        <p:nvGraphicFramePr>
          <p:cNvPr id="10" name="Table 5">
            <a:extLst>
              <a:ext uri="{FF2B5EF4-FFF2-40B4-BE49-F238E27FC236}">
                <a16:creationId xmlns:a16="http://schemas.microsoft.com/office/drawing/2014/main" id="{5461CFC0-A528-239B-BBE6-487D83222537}"/>
              </a:ext>
            </a:extLst>
          </p:cNvPr>
          <p:cNvGraphicFramePr>
            <a:graphicFrameLocks noGrp="1"/>
          </p:cNvGraphicFramePr>
          <p:nvPr>
            <p:extLst>
              <p:ext uri="{D42A27DB-BD31-4B8C-83A1-F6EECF244321}">
                <p14:modId xmlns:p14="http://schemas.microsoft.com/office/powerpoint/2010/main" val="93973120"/>
              </p:ext>
            </p:extLst>
          </p:nvPr>
        </p:nvGraphicFramePr>
        <p:xfrm>
          <a:off x="501943" y="2229877"/>
          <a:ext cx="2620956" cy="1262480"/>
        </p:xfrm>
        <a:graphic>
          <a:graphicData uri="http://schemas.openxmlformats.org/drawingml/2006/table">
            <a:tbl>
              <a:tblPr firstRow="1" bandRow="1">
                <a:tableStyleId>{5C22544A-7EE6-4342-B048-85BDC9FD1C3A}</a:tableStyleId>
              </a:tblPr>
              <a:tblGrid>
                <a:gridCol w="2620956">
                  <a:extLst>
                    <a:ext uri="{9D8B030D-6E8A-4147-A177-3AD203B41FA5}">
                      <a16:colId xmlns:a16="http://schemas.microsoft.com/office/drawing/2014/main" val="3014231035"/>
                    </a:ext>
                  </a:extLst>
                </a:gridCol>
              </a:tblGrid>
              <a:tr h="370840">
                <a:tc>
                  <a:txBody>
                    <a:bodyPr/>
                    <a:lstStyle/>
                    <a:p>
                      <a:pPr algn="ctr">
                        <a:spcAft>
                          <a:spcPts val="600"/>
                        </a:spcAft>
                      </a:pPr>
                      <a:r>
                        <a:rPr lang="en-US" sz="1000" b="0" noProof="0">
                          <a:solidFill>
                            <a:schemeClr val="bg1"/>
                          </a:solidFill>
                          <a:latin typeface="EYInterstate Light" panose="02000506000000020004" pitchFamily="2" charset="0"/>
                        </a:rPr>
                        <a:t>Enduring customer relationships </a:t>
                      </a:r>
                    </a:p>
                  </a:txBody>
                  <a:tcPr marL="0" marR="0" marT="108000" marB="108000">
                    <a:lnL w="12700" cmpd="sng">
                      <a:noFill/>
                    </a:lnL>
                    <a:lnR w="12700" cmpd="sng">
                      <a:noFill/>
                    </a:lnR>
                    <a:lnT w="12700" cap="flat" cmpd="sng" algn="ctr">
                      <a:solidFill>
                        <a:srgbClr val="C4C4CD"/>
                      </a:solidFill>
                      <a:prstDash val="solid"/>
                      <a:round/>
                      <a:headEnd type="none" w="med" len="med"/>
                      <a:tailEnd type="none" w="med" len="med"/>
                    </a:lnT>
                    <a:lnB w="12700" cap="flat" cmpd="sng" algn="ctr">
                      <a:solidFill>
                        <a:srgbClr val="C4C4C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50624701"/>
                  </a:ext>
                </a:extLst>
              </a:tr>
              <a:tr h="370840">
                <a:tc>
                  <a:txBody>
                    <a:bodyPr/>
                    <a:lstStyle/>
                    <a:p>
                      <a:pPr algn="ctr">
                        <a:spcAft>
                          <a:spcPts val="600"/>
                        </a:spcAft>
                      </a:pPr>
                      <a:r>
                        <a:rPr lang="en-US" sz="1000" b="0" noProof="0">
                          <a:solidFill>
                            <a:schemeClr val="bg1"/>
                          </a:solidFill>
                          <a:latin typeface="EYInterstate Light" panose="02000506000000020004" pitchFamily="2" charset="0"/>
                        </a:rPr>
                        <a:t>Improved customer trust, brand perception and reputation </a:t>
                      </a:r>
                    </a:p>
                  </a:txBody>
                  <a:tcPr marL="0" marR="0" marT="108000" marB="108000">
                    <a:lnL w="12700" cmpd="sng">
                      <a:noFill/>
                    </a:lnL>
                    <a:lnR w="12700" cmpd="sng">
                      <a:noFill/>
                    </a:lnR>
                    <a:lnT w="12700" cap="flat" cmpd="sng" algn="ctr">
                      <a:solidFill>
                        <a:srgbClr val="C4C4CD"/>
                      </a:solidFill>
                      <a:prstDash val="solid"/>
                      <a:round/>
                      <a:headEnd type="none" w="med" len="med"/>
                      <a:tailEnd type="none" w="med" len="med"/>
                    </a:lnT>
                    <a:lnB w="12700" cap="flat" cmpd="sng" algn="ctr">
                      <a:solidFill>
                        <a:srgbClr val="C4C4C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37789672"/>
                  </a:ext>
                </a:extLst>
              </a:tr>
              <a:tr h="370840">
                <a:tc>
                  <a:txBody>
                    <a:bodyPr/>
                    <a:lstStyle/>
                    <a:p>
                      <a:pPr algn="ctr">
                        <a:spcAft>
                          <a:spcPts val="600"/>
                        </a:spcAft>
                      </a:pPr>
                      <a:r>
                        <a:rPr lang="en-US" sz="1000" b="0" noProof="0">
                          <a:solidFill>
                            <a:schemeClr val="bg1"/>
                          </a:solidFill>
                          <a:latin typeface="EYInterstate Light" panose="02000506000000020004" pitchFamily="2" charset="0"/>
                        </a:rPr>
                        <a:t>Customer satisfaction and loyalty</a:t>
                      </a:r>
                    </a:p>
                  </a:txBody>
                  <a:tcPr marL="0" marR="0" marT="108000" marB="108000">
                    <a:lnL w="12700" cmpd="sng">
                      <a:noFill/>
                    </a:lnL>
                    <a:lnR w="12700" cmpd="sng">
                      <a:noFill/>
                    </a:lnR>
                    <a:lnT w="12700" cap="flat" cmpd="sng" algn="ctr">
                      <a:solidFill>
                        <a:srgbClr val="C4C4CD"/>
                      </a:solidFill>
                      <a:prstDash val="solid"/>
                      <a:round/>
                      <a:headEnd type="none" w="med" len="med"/>
                      <a:tailEnd type="none" w="med" len="med"/>
                    </a:lnT>
                    <a:lnB w="12700" cap="flat" cmpd="sng" algn="ctr">
                      <a:solidFill>
                        <a:srgbClr val="C4C4C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20077551"/>
                  </a:ext>
                </a:extLst>
              </a:tr>
            </a:tbl>
          </a:graphicData>
        </a:graphic>
      </p:graphicFrame>
      <p:graphicFrame>
        <p:nvGraphicFramePr>
          <p:cNvPr id="11" name="Table 5">
            <a:extLst>
              <a:ext uri="{FF2B5EF4-FFF2-40B4-BE49-F238E27FC236}">
                <a16:creationId xmlns:a16="http://schemas.microsoft.com/office/drawing/2014/main" id="{4B7455A3-CB9D-4E90-69CB-58FEBA87B19E}"/>
              </a:ext>
            </a:extLst>
          </p:cNvPr>
          <p:cNvGraphicFramePr>
            <a:graphicFrameLocks noGrp="1"/>
          </p:cNvGraphicFramePr>
          <p:nvPr>
            <p:extLst>
              <p:ext uri="{D42A27DB-BD31-4B8C-83A1-F6EECF244321}">
                <p14:modId xmlns:p14="http://schemas.microsoft.com/office/powerpoint/2010/main" val="797961297"/>
              </p:ext>
            </p:extLst>
          </p:nvPr>
        </p:nvGraphicFramePr>
        <p:xfrm>
          <a:off x="3365170" y="2229877"/>
          <a:ext cx="2620955" cy="1250619"/>
        </p:xfrm>
        <a:graphic>
          <a:graphicData uri="http://schemas.openxmlformats.org/drawingml/2006/table">
            <a:tbl>
              <a:tblPr firstRow="1" bandRow="1">
                <a:tableStyleId>{5C22544A-7EE6-4342-B048-85BDC9FD1C3A}</a:tableStyleId>
              </a:tblPr>
              <a:tblGrid>
                <a:gridCol w="2620955">
                  <a:extLst>
                    <a:ext uri="{9D8B030D-6E8A-4147-A177-3AD203B41FA5}">
                      <a16:colId xmlns:a16="http://schemas.microsoft.com/office/drawing/2014/main" val="3014231035"/>
                    </a:ext>
                  </a:extLst>
                </a:gridCol>
              </a:tblGrid>
              <a:tr h="416873">
                <a:tc>
                  <a:txBody>
                    <a:bodyPr/>
                    <a:lstStyle/>
                    <a:p>
                      <a:pPr algn="ctr">
                        <a:spcAft>
                          <a:spcPts val="600"/>
                        </a:spcAft>
                      </a:pPr>
                      <a:r>
                        <a:rPr lang="en-US" sz="1000" b="0" spc="-10" baseline="0" noProof="0">
                          <a:solidFill>
                            <a:schemeClr val="bg1"/>
                          </a:solidFill>
                          <a:latin typeface="EYInterstate Light" panose="02000506000000020004" pitchFamily="2" charset="0"/>
                        </a:rPr>
                        <a:t>Employee development and enablement </a:t>
                      </a:r>
                    </a:p>
                  </a:txBody>
                  <a:tcPr marL="0" marR="0" marT="108000" marB="108000">
                    <a:lnL w="12700" cmpd="sng">
                      <a:noFill/>
                    </a:lnL>
                    <a:lnR w="12700" cmpd="sng">
                      <a:noFill/>
                    </a:lnR>
                    <a:lnT w="12700" cap="flat" cmpd="sng" algn="ctr">
                      <a:solidFill>
                        <a:srgbClr val="C4C4CD"/>
                      </a:solidFill>
                      <a:prstDash val="solid"/>
                      <a:round/>
                      <a:headEnd type="none" w="med" len="med"/>
                      <a:tailEnd type="none" w="med" len="med"/>
                    </a:lnT>
                    <a:lnB w="12700" cap="flat" cmpd="sng" algn="ctr">
                      <a:solidFill>
                        <a:srgbClr val="C4C4C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50624701"/>
                  </a:ext>
                </a:extLst>
              </a:tr>
              <a:tr h="416873">
                <a:tc>
                  <a:txBody>
                    <a:bodyPr/>
                    <a:lstStyle/>
                    <a:p>
                      <a:pPr algn="ctr">
                        <a:spcAft>
                          <a:spcPts val="600"/>
                        </a:spcAft>
                      </a:pPr>
                      <a:r>
                        <a:rPr lang="en-US" sz="1000" b="0" spc="-10" baseline="0" noProof="0">
                          <a:solidFill>
                            <a:schemeClr val="bg1"/>
                          </a:solidFill>
                          <a:latin typeface="EYInterstate Light" panose="02000506000000020004" pitchFamily="2" charset="0"/>
                        </a:rPr>
                        <a:t>Employee engagement and productivity</a:t>
                      </a:r>
                    </a:p>
                  </a:txBody>
                  <a:tcPr marL="0" marR="0" marT="108000" marB="108000">
                    <a:lnL w="12700" cmpd="sng">
                      <a:noFill/>
                    </a:lnL>
                    <a:lnR w="12700" cmpd="sng">
                      <a:noFill/>
                    </a:lnR>
                    <a:lnT w="12700" cap="flat" cmpd="sng" algn="ctr">
                      <a:solidFill>
                        <a:srgbClr val="C4C4CD"/>
                      </a:solidFill>
                      <a:prstDash val="solid"/>
                      <a:round/>
                      <a:headEnd type="none" w="med" len="med"/>
                      <a:tailEnd type="none" w="med" len="med"/>
                    </a:lnT>
                    <a:lnB w="12700" cap="flat" cmpd="sng" algn="ctr">
                      <a:solidFill>
                        <a:srgbClr val="C4C4C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37789672"/>
                  </a:ext>
                </a:extLst>
              </a:tr>
              <a:tr h="416873">
                <a:tc>
                  <a:txBody>
                    <a:bodyPr/>
                    <a:lstStyle/>
                    <a:p>
                      <a:pPr algn="ctr">
                        <a:spcAft>
                          <a:spcPts val="600"/>
                        </a:spcAft>
                      </a:pPr>
                      <a:r>
                        <a:rPr lang="en-US" sz="1000" b="0" noProof="0">
                          <a:solidFill>
                            <a:schemeClr val="bg1"/>
                          </a:solidFill>
                          <a:latin typeface="EYInterstate Light" panose="02000506000000020004" pitchFamily="2" charset="0"/>
                        </a:rPr>
                        <a:t>Employee satisfaction and wellbeing </a:t>
                      </a:r>
                    </a:p>
                  </a:txBody>
                  <a:tcPr marL="0" marR="0" marT="108000" marB="108000">
                    <a:lnL w="12700" cmpd="sng">
                      <a:noFill/>
                    </a:lnL>
                    <a:lnR w="12700" cmpd="sng">
                      <a:noFill/>
                    </a:lnR>
                    <a:lnT w="12700" cap="flat" cmpd="sng" algn="ctr">
                      <a:solidFill>
                        <a:srgbClr val="C4C4CD"/>
                      </a:solidFill>
                      <a:prstDash val="solid"/>
                      <a:round/>
                      <a:headEnd type="none" w="med" len="med"/>
                      <a:tailEnd type="none" w="med" len="med"/>
                    </a:lnT>
                    <a:lnB w="12700" cap="flat" cmpd="sng" algn="ctr">
                      <a:solidFill>
                        <a:srgbClr val="C4C4C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20077551"/>
                  </a:ext>
                </a:extLst>
              </a:tr>
            </a:tbl>
          </a:graphicData>
        </a:graphic>
      </p:graphicFrame>
      <p:graphicFrame>
        <p:nvGraphicFramePr>
          <p:cNvPr id="12" name="Table 5">
            <a:extLst>
              <a:ext uri="{FF2B5EF4-FFF2-40B4-BE49-F238E27FC236}">
                <a16:creationId xmlns:a16="http://schemas.microsoft.com/office/drawing/2014/main" id="{785D09E3-4EC7-96E6-97AB-ECB372CD9F85}"/>
              </a:ext>
            </a:extLst>
          </p:cNvPr>
          <p:cNvGraphicFramePr>
            <a:graphicFrameLocks noGrp="1"/>
          </p:cNvGraphicFramePr>
          <p:nvPr>
            <p:extLst>
              <p:ext uri="{D42A27DB-BD31-4B8C-83A1-F6EECF244321}">
                <p14:modId xmlns:p14="http://schemas.microsoft.com/office/powerpoint/2010/main" val="2801212853"/>
              </p:ext>
            </p:extLst>
          </p:nvPr>
        </p:nvGraphicFramePr>
        <p:xfrm>
          <a:off x="6228395" y="2229877"/>
          <a:ext cx="2620955" cy="1262480"/>
        </p:xfrm>
        <a:graphic>
          <a:graphicData uri="http://schemas.openxmlformats.org/drawingml/2006/table">
            <a:tbl>
              <a:tblPr firstRow="1" bandRow="1">
                <a:tableStyleId>{5C22544A-7EE6-4342-B048-85BDC9FD1C3A}</a:tableStyleId>
              </a:tblPr>
              <a:tblGrid>
                <a:gridCol w="2620955">
                  <a:extLst>
                    <a:ext uri="{9D8B030D-6E8A-4147-A177-3AD203B41FA5}">
                      <a16:colId xmlns:a16="http://schemas.microsoft.com/office/drawing/2014/main" val="3014231035"/>
                    </a:ext>
                  </a:extLst>
                </a:gridCol>
              </a:tblGrid>
              <a:tr h="370840">
                <a:tc>
                  <a:txBody>
                    <a:bodyPr/>
                    <a:lstStyle/>
                    <a:p>
                      <a:pPr algn="ctr">
                        <a:spcAft>
                          <a:spcPts val="600"/>
                        </a:spcAft>
                      </a:pPr>
                      <a:r>
                        <a:rPr lang="en-US" sz="1000" b="0" noProof="0">
                          <a:solidFill>
                            <a:schemeClr val="bg1"/>
                          </a:solidFill>
                          <a:latin typeface="EYInterstate Light" panose="02000506000000020004" pitchFamily="2" charset="0"/>
                        </a:rPr>
                        <a:t>Diverse leadership </a:t>
                      </a:r>
                    </a:p>
                  </a:txBody>
                  <a:tcPr marL="0" marR="0" marT="108000" marB="108000">
                    <a:lnL w="12700" cmpd="sng">
                      <a:noFill/>
                    </a:lnL>
                    <a:lnR w="12700" cmpd="sng">
                      <a:noFill/>
                    </a:lnR>
                    <a:lnT w="12700" cap="flat" cmpd="sng" algn="ctr">
                      <a:solidFill>
                        <a:srgbClr val="C4C4CD"/>
                      </a:solidFill>
                      <a:prstDash val="solid"/>
                      <a:round/>
                      <a:headEnd type="none" w="med" len="med"/>
                      <a:tailEnd type="none" w="med" len="med"/>
                    </a:lnT>
                    <a:lnB w="12700" cap="flat" cmpd="sng" algn="ctr">
                      <a:solidFill>
                        <a:srgbClr val="C4C4C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50624701"/>
                  </a:ext>
                </a:extLst>
              </a:tr>
              <a:tr h="370840">
                <a:tc>
                  <a:txBody>
                    <a:bodyPr/>
                    <a:lstStyle/>
                    <a:p>
                      <a:pPr algn="ctr">
                        <a:spcAft>
                          <a:spcPts val="600"/>
                        </a:spcAft>
                      </a:pPr>
                      <a:r>
                        <a:rPr lang="en-US" sz="1000" b="0" noProof="0">
                          <a:solidFill>
                            <a:schemeClr val="bg1"/>
                          </a:solidFill>
                          <a:latin typeface="EYInterstate Light" panose="02000506000000020004" pitchFamily="2" charset="0"/>
                        </a:rPr>
                        <a:t>Impact on local communities </a:t>
                      </a:r>
                    </a:p>
                  </a:txBody>
                  <a:tcPr marL="0" marR="0" marT="108000" marB="108000">
                    <a:lnL w="12700" cmpd="sng">
                      <a:noFill/>
                    </a:lnL>
                    <a:lnR w="12700" cmpd="sng">
                      <a:noFill/>
                    </a:lnR>
                    <a:lnT w="12700" cap="flat" cmpd="sng" algn="ctr">
                      <a:solidFill>
                        <a:srgbClr val="C4C4CD"/>
                      </a:solidFill>
                      <a:prstDash val="solid"/>
                      <a:round/>
                      <a:headEnd type="none" w="med" len="med"/>
                      <a:tailEnd type="none" w="med" len="med"/>
                    </a:lnT>
                    <a:lnB w="12700" cap="flat" cmpd="sng" algn="ctr">
                      <a:solidFill>
                        <a:srgbClr val="C4C4C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37789672"/>
                  </a:ext>
                </a:extLst>
              </a:tr>
              <a:tr h="370840">
                <a:tc>
                  <a:txBody>
                    <a:bodyPr/>
                    <a:lstStyle/>
                    <a:p>
                      <a:pPr algn="ctr">
                        <a:spcAft>
                          <a:spcPts val="600"/>
                        </a:spcAft>
                      </a:pPr>
                      <a:r>
                        <a:rPr lang="en-US" sz="1000" b="0" noProof="0">
                          <a:solidFill>
                            <a:schemeClr val="bg1"/>
                          </a:solidFill>
                          <a:latin typeface="EYInterstate Light" panose="02000506000000020004" pitchFamily="2" charset="0"/>
                        </a:rPr>
                        <a:t>Digital/financial capability of customer creation</a:t>
                      </a:r>
                    </a:p>
                  </a:txBody>
                  <a:tcPr marL="0" marR="0" marT="108000" marB="108000">
                    <a:lnL w="12700" cmpd="sng">
                      <a:noFill/>
                    </a:lnL>
                    <a:lnR w="12700" cmpd="sng">
                      <a:noFill/>
                    </a:lnR>
                    <a:lnT w="12700" cap="flat" cmpd="sng" algn="ctr">
                      <a:solidFill>
                        <a:srgbClr val="C4C4CD"/>
                      </a:solidFill>
                      <a:prstDash val="solid"/>
                      <a:round/>
                      <a:headEnd type="none" w="med" len="med"/>
                      <a:tailEnd type="none" w="med" len="med"/>
                    </a:lnT>
                    <a:lnB w="12700" cap="flat" cmpd="sng" algn="ctr">
                      <a:solidFill>
                        <a:srgbClr val="C4C4C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96497842"/>
                  </a:ext>
                </a:extLst>
              </a:tr>
            </a:tbl>
          </a:graphicData>
        </a:graphic>
      </p:graphicFrame>
      <p:graphicFrame>
        <p:nvGraphicFramePr>
          <p:cNvPr id="13" name="Table 5">
            <a:extLst>
              <a:ext uri="{FF2B5EF4-FFF2-40B4-BE49-F238E27FC236}">
                <a16:creationId xmlns:a16="http://schemas.microsoft.com/office/drawing/2014/main" id="{29DD2AFF-5584-809B-699A-7E6EE2EAF881}"/>
              </a:ext>
            </a:extLst>
          </p:cNvPr>
          <p:cNvGraphicFramePr>
            <a:graphicFrameLocks noGrp="1"/>
          </p:cNvGraphicFramePr>
          <p:nvPr>
            <p:extLst>
              <p:ext uri="{D42A27DB-BD31-4B8C-83A1-F6EECF244321}">
                <p14:modId xmlns:p14="http://schemas.microsoft.com/office/powerpoint/2010/main" val="2267625385"/>
              </p:ext>
            </p:extLst>
          </p:nvPr>
        </p:nvGraphicFramePr>
        <p:xfrm>
          <a:off x="9091620" y="2229877"/>
          <a:ext cx="2636331" cy="1250619"/>
        </p:xfrm>
        <a:graphic>
          <a:graphicData uri="http://schemas.openxmlformats.org/drawingml/2006/table">
            <a:tbl>
              <a:tblPr firstRow="1" bandRow="1">
                <a:tableStyleId>{5C22544A-7EE6-4342-B048-85BDC9FD1C3A}</a:tableStyleId>
              </a:tblPr>
              <a:tblGrid>
                <a:gridCol w="2636331">
                  <a:extLst>
                    <a:ext uri="{9D8B030D-6E8A-4147-A177-3AD203B41FA5}">
                      <a16:colId xmlns:a16="http://schemas.microsoft.com/office/drawing/2014/main" val="3014231035"/>
                    </a:ext>
                  </a:extLst>
                </a:gridCol>
              </a:tblGrid>
              <a:tr h="416873">
                <a:tc>
                  <a:txBody>
                    <a:bodyPr/>
                    <a:lstStyle/>
                    <a:p>
                      <a:pPr algn="ctr">
                        <a:spcAft>
                          <a:spcPts val="600"/>
                        </a:spcAft>
                      </a:pPr>
                      <a:r>
                        <a:rPr lang="en-US" sz="1000" b="0" noProof="0">
                          <a:solidFill>
                            <a:schemeClr val="bg1"/>
                          </a:solidFill>
                          <a:latin typeface="EYInterstate Light" panose="02000506000000020004" pitchFamily="2" charset="0"/>
                        </a:rPr>
                        <a:t>Increased customer lifetime value </a:t>
                      </a:r>
                    </a:p>
                  </a:txBody>
                  <a:tcPr marL="0" marR="0" marT="108000" marB="108000">
                    <a:lnL w="12700" cmpd="sng">
                      <a:noFill/>
                    </a:lnL>
                    <a:lnR w="12700" cmpd="sng">
                      <a:noFill/>
                    </a:lnR>
                    <a:lnT w="12700" cap="flat" cmpd="sng" algn="ctr">
                      <a:solidFill>
                        <a:srgbClr val="C4C4CD"/>
                      </a:solidFill>
                      <a:prstDash val="solid"/>
                      <a:round/>
                      <a:headEnd type="none" w="med" len="med"/>
                      <a:tailEnd type="none" w="med" len="med"/>
                    </a:lnT>
                    <a:lnB w="12700" cap="flat" cmpd="sng" algn="ctr">
                      <a:solidFill>
                        <a:srgbClr val="C4C4C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50624701"/>
                  </a:ext>
                </a:extLst>
              </a:tr>
              <a:tr h="416873">
                <a:tc>
                  <a:txBody>
                    <a:bodyPr/>
                    <a:lstStyle/>
                    <a:p>
                      <a:pPr algn="ctr">
                        <a:spcAft>
                          <a:spcPts val="600"/>
                        </a:spcAft>
                      </a:pPr>
                      <a:r>
                        <a:rPr lang="en-US" sz="1000" b="0" noProof="0">
                          <a:solidFill>
                            <a:schemeClr val="bg1"/>
                          </a:solidFill>
                          <a:latin typeface="EYInterstate Light" panose="02000506000000020004" pitchFamily="2" charset="0"/>
                        </a:rPr>
                        <a:t>Revenue and market share growth </a:t>
                      </a:r>
                    </a:p>
                  </a:txBody>
                  <a:tcPr marL="0" marR="0" marT="108000" marB="108000">
                    <a:lnL w="12700" cmpd="sng">
                      <a:noFill/>
                    </a:lnL>
                    <a:lnR w="12700" cmpd="sng">
                      <a:noFill/>
                    </a:lnR>
                    <a:lnT w="12700" cap="flat" cmpd="sng" algn="ctr">
                      <a:solidFill>
                        <a:srgbClr val="C4C4CD"/>
                      </a:solidFill>
                      <a:prstDash val="solid"/>
                      <a:round/>
                      <a:headEnd type="none" w="med" len="med"/>
                      <a:tailEnd type="none" w="med" len="med"/>
                    </a:lnT>
                    <a:lnB w="12700" cap="flat" cmpd="sng" algn="ctr">
                      <a:solidFill>
                        <a:srgbClr val="C4C4C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37789672"/>
                  </a:ext>
                </a:extLst>
              </a:tr>
              <a:tr h="416873">
                <a:tc>
                  <a:txBody>
                    <a:bodyPr/>
                    <a:lstStyle/>
                    <a:p>
                      <a:pPr algn="ctr">
                        <a:spcAft>
                          <a:spcPts val="600"/>
                        </a:spcAft>
                      </a:pPr>
                      <a:r>
                        <a:rPr lang="en-US" sz="1000" b="0" noProof="0">
                          <a:solidFill>
                            <a:schemeClr val="bg1"/>
                          </a:solidFill>
                          <a:latin typeface="EYInterstate Light" panose="02000506000000020004" pitchFamily="2" charset="0"/>
                        </a:rPr>
                        <a:t>Reduced costs/improved margin </a:t>
                      </a:r>
                    </a:p>
                  </a:txBody>
                  <a:tcPr marL="0" marR="0" marT="108000" marB="108000">
                    <a:lnL w="12700" cmpd="sng">
                      <a:noFill/>
                    </a:lnL>
                    <a:lnR w="12700" cmpd="sng">
                      <a:noFill/>
                    </a:lnR>
                    <a:lnT w="12700" cap="flat" cmpd="sng" algn="ctr">
                      <a:solidFill>
                        <a:srgbClr val="C4C4CD"/>
                      </a:solidFill>
                      <a:prstDash val="solid"/>
                      <a:round/>
                      <a:headEnd type="none" w="med" len="med"/>
                      <a:tailEnd type="none" w="med" len="med"/>
                    </a:lnT>
                    <a:lnB w="12700" cap="flat" cmpd="sng" algn="ctr">
                      <a:solidFill>
                        <a:srgbClr val="C4C4C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96497842"/>
                  </a:ext>
                </a:extLst>
              </a:tr>
            </a:tbl>
          </a:graphicData>
        </a:graphic>
      </p:graphicFrame>
      <p:sp>
        <p:nvSpPr>
          <p:cNvPr id="14" name="Text Placeholder 25">
            <a:extLst>
              <a:ext uri="{FF2B5EF4-FFF2-40B4-BE49-F238E27FC236}">
                <a16:creationId xmlns:a16="http://schemas.microsoft.com/office/drawing/2014/main" id="{CF806C91-55E8-5E54-D656-837D1698871B}"/>
              </a:ext>
            </a:extLst>
          </p:cNvPr>
          <p:cNvSpPr txBox="1">
            <a:spLocks/>
          </p:cNvSpPr>
          <p:nvPr/>
        </p:nvSpPr>
        <p:spPr>
          <a:xfrm>
            <a:off x="501943" y="3895361"/>
            <a:ext cx="2620956" cy="493087"/>
          </a:xfrm>
          <a:prstGeom prst="rect">
            <a:avLst/>
          </a:prstGeom>
        </p:spPr>
        <p:txBody>
          <a:bodyPr lIns="0" rIns="0"/>
          <a:lstStyle>
            <a:lvl1pPr marL="0" indent="0" algn="ctr" defTabSz="914400" rtl="0" eaLnBrk="1" latinLnBrk="0" hangingPunct="1">
              <a:spcBef>
                <a:spcPts val="0"/>
              </a:spcBef>
              <a:spcAft>
                <a:spcPts val="1200"/>
              </a:spcAft>
              <a:buClr>
                <a:schemeClr val="tx2"/>
              </a:buClr>
              <a:buSzPct val="70000"/>
              <a:buFont typeface="Arial" pitchFamily="34" charset="0"/>
              <a:buNone/>
              <a:defRPr sz="1600" kern="1200">
                <a:solidFill>
                  <a:schemeClr val="bg1"/>
                </a:solidFill>
                <a:latin typeface="+mn-lt"/>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1800" kern="1200">
                <a:solidFill>
                  <a:schemeClr val="bg1"/>
                </a:solidFill>
                <a:latin typeface="+mn-lt"/>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mn-lt"/>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1400" kern="1200">
                <a:solidFill>
                  <a:schemeClr val="bg1"/>
                </a:solidFill>
                <a:latin typeface="+mn-lt"/>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1200" kern="1200">
                <a:solidFill>
                  <a:schemeClr val="bg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400" noProof="0"/>
              <a:t>Brands with superior customer experience earn</a:t>
            </a:r>
          </a:p>
        </p:txBody>
      </p:sp>
      <p:sp>
        <p:nvSpPr>
          <p:cNvPr id="15" name="TextBox 14">
            <a:extLst>
              <a:ext uri="{FF2B5EF4-FFF2-40B4-BE49-F238E27FC236}">
                <a16:creationId xmlns:a16="http://schemas.microsoft.com/office/drawing/2014/main" id="{F0ED92D6-1B24-37F7-EFB0-34C129272EEE}"/>
              </a:ext>
            </a:extLst>
          </p:cNvPr>
          <p:cNvSpPr txBox="1"/>
          <p:nvPr/>
        </p:nvSpPr>
        <p:spPr>
          <a:xfrm>
            <a:off x="485747" y="4313801"/>
            <a:ext cx="2637152" cy="830997"/>
          </a:xfrm>
          <a:prstGeom prst="rect">
            <a:avLst/>
          </a:prstGeom>
          <a:noFill/>
        </p:spPr>
        <p:txBody>
          <a:bodyPr wrap="square">
            <a:spAutoFit/>
          </a:bodyPr>
          <a:lstStyle/>
          <a:p>
            <a:pPr algn="ctr"/>
            <a:r>
              <a:rPr kumimoji="0" lang="en-US" sz="4800" b="1" i="0" u="none" strike="noStrike" kern="1200" cap="none" normalizeH="0" baseline="0" noProof="0">
                <a:ln>
                  <a:noFill/>
                </a:ln>
                <a:solidFill>
                  <a:srgbClr val="C4C4CD"/>
                </a:solidFill>
                <a:effectLst/>
                <a:uLnTx/>
                <a:uFillTx/>
                <a:latin typeface="EYInterstate Light"/>
                <a:ea typeface="+mn-ea"/>
                <a:cs typeface="+mn-cs"/>
              </a:rPr>
              <a:t>5.7</a:t>
            </a:r>
            <a:r>
              <a:rPr kumimoji="0" lang="en-US" sz="4000" b="1" i="0" u="none" strike="noStrike" kern="1200" cap="none" normalizeH="0" baseline="0" noProof="0">
                <a:ln>
                  <a:noFill/>
                </a:ln>
                <a:solidFill>
                  <a:srgbClr val="C4C4CD"/>
                </a:solidFill>
                <a:effectLst/>
                <a:uLnTx/>
                <a:uFillTx/>
                <a:latin typeface="EYInterstate Light"/>
                <a:ea typeface="+mn-ea"/>
                <a:cs typeface="+mn-cs"/>
              </a:rPr>
              <a:t>X</a:t>
            </a:r>
            <a:endParaRPr lang="en-US" sz="4800" b="1" noProof="0">
              <a:solidFill>
                <a:srgbClr val="C4C4CD"/>
              </a:solidFill>
            </a:endParaRPr>
          </a:p>
        </p:txBody>
      </p:sp>
      <p:sp>
        <p:nvSpPr>
          <p:cNvPr id="16" name="TextBox 15">
            <a:extLst>
              <a:ext uri="{FF2B5EF4-FFF2-40B4-BE49-F238E27FC236}">
                <a16:creationId xmlns:a16="http://schemas.microsoft.com/office/drawing/2014/main" id="{E33E10B4-286B-EC9C-1DA7-9554F7D6A61A}"/>
              </a:ext>
            </a:extLst>
          </p:cNvPr>
          <p:cNvSpPr txBox="1"/>
          <p:nvPr/>
        </p:nvSpPr>
        <p:spPr>
          <a:xfrm>
            <a:off x="501943" y="5048144"/>
            <a:ext cx="2620956" cy="738664"/>
          </a:xfrm>
          <a:prstGeom prst="rect">
            <a:avLst/>
          </a:prstGeom>
          <a:noFill/>
        </p:spPr>
        <p:txBody>
          <a:bodyPr wrap="square">
            <a:spAutoFit/>
          </a:bodyPr>
          <a:lstStyle/>
          <a:p>
            <a:pPr algn="ctr">
              <a:spcAft>
                <a:spcPts val="1200"/>
              </a:spcAft>
              <a:buClr>
                <a:schemeClr val="tx2"/>
              </a:buClr>
              <a:buSzPct val="70000"/>
            </a:pPr>
            <a:r>
              <a:rPr lang="en-US" sz="1400" noProof="0">
                <a:solidFill>
                  <a:schemeClr val="bg1"/>
                </a:solidFill>
              </a:rPr>
              <a:t>more revenue than competitors that lag in customer experience</a:t>
            </a:r>
          </a:p>
        </p:txBody>
      </p:sp>
      <p:sp>
        <p:nvSpPr>
          <p:cNvPr id="17" name="Text Placeholder 25">
            <a:extLst>
              <a:ext uri="{FF2B5EF4-FFF2-40B4-BE49-F238E27FC236}">
                <a16:creationId xmlns:a16="http://schemas.microsoft.com/office/drawing/2014/main" id="{ADC17E12-646E-34E8-F8DC-320C66C5383B}"/>
              </a:ext>
            </a:extLst>
          </p:cNvPr>
          <p:cNvSpPr txBox="1">
            <a:spLocks/>
          </p:cNvSpPr>
          <p:nvPr/>
        </p:nvSpPr>
        <p:spPr>
          <a:xfrm>
            <a:off x="3370522" y="3900485"/>
            <a:ext cx="2613235" cy="493087"/>
          </a:xfrm>
          <a:prstGeom prst="rect">
            <a:avLst/>
          </a:prstGeom>
        </p:spPr>
        <p:txBody>
          <a:bodyPr lIns="0" rIns="0"/>
          <a:lstStyle>
            <a:lvl1pPr marL="0" indent="0" algn="ctr" defTabSz="914400" rtl="0" eaLnBrk="1" latinLnBrk="0" hangingPunct="1">
              <a:spcBef>
                <a:spcPts val="0"/>
              </a:spcBef>
              <a:spcAft>
                <a:spcPts val="1200"/>
              </a:spcAft>
              <a:buClr>
                <a:schemeClr val="tx2"/>
              </a:buClr>
              <a:buSzPct val="70000"/>
              <a:buFont typeface="Arial" pitchFamily="34" charset="0"/>
              <a:buNone/>
              <a:defRPr sz="1600" kern="1200">
                <a:solidFill>
                  <a:schemeClr val="bg1"/>
                </a:solidFill>
                <a:latin typeface="+mn-lt"/>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1800" kern="1200">
                <a:solidFill>
                  <a:schemeClr val="bg1"/>
                </a:solidFill>
                <a:latin typeface="+mn-lt"/>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mn-lt"/>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1400" kern="1200">
                <a:solidFill>
                  <a:schemeClr val="bg1"/>
                </a:solidFill>
                <a:latin typeface="+mn-lt"/>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1200" kern="1200">
                <a:solidFill>
                  <a:schemeClr val="bg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400" noProof="0"/>
              <a:t>Companies with above average CX and EX outperform the laggards in the market by </a:t>
            </a:r>
          </a:p>
        </p:txBody>
      </p:sp>
      <p:sp>
        <p:nvSpPr>
          <p:cNvPr id="18" name="TextBox 17">
            <a:extLst>
              <a:ext uri="{FF2B5EF4-FFF2-40B4-BE49-F238E27FC236}">
                <a16:creationId xmlns:a16="http://schemas.microsoft.com/office/drawing/2014/main" id="{6868645D-030E-4FD1-486C-0D09A0B83D54}"/>
              </a:ext>
            </a:extLst>
          </p:cNvPr>
          <p:cNvSpPr txBox="1"/>
          <p:nvPr/>
        </p:nvSpPr>
        <p:spPr>
          <a:xfrm>
            <a:off x="3365170" y="4987468"/>
            <a:ext cx="2614089" cy="830997"/>
          </a:xfrm>
          <a:prstGeom prst="rect">
            <a:avLst/>
          </a:prstGeom>
          <a:noFill/>
        </p:spPr>
        <p:txBody>
          <a:bodyPr wrap="square">
            <a:spAutoFit/>
          </a:bodyPr>
          <a:lstStyle/>
          <a:p>
            <a:pPr algn="ctr"/>
            <a:r>
              <a:rPr kumimoji="0" lang="en-US" sz="4800" b="1" i="0" u="none" strike="noStrike" kern="1200" cap="none" normalizeH="0" baseline="0" noProof="0">
                <a:ln>
                  <a:noFill/>
                </a:ln>
                <a:solidFill>
                  <a:srgbClr val="C4C4CD"/>
                </a:solidFill>
                <a:effectLst/>
                <a:uLnTx/>
                <a:uFillTx/>
                <a:latin typeface="EYInterstate Light"/>
                <a:ea typeface="+mn-ea"/>
                <a:cs typeface="+mn-cs"/>
              </a:rPr>
              <a:t>15</a:t>
            </a:r>
            <a:r>
              <a:rPr kumimoji="0" lang="en-US" sz="4000" b="1" i="0" u="none" strike="noStrike" kern="1200" cap="none" normalizeH="0" baseline="0" noProof="0">
                <a:ln>
                  <a:noFill/>
                </a:ln>
                <a:solidFill>
                  <a:srgbClr val="C4C4CD"/>
                </a:solidFill>
                <a:effectLst/>
                <a:uLnTx/>
                <a:uFillTx/>
                <a:latin typeface="EYInterstate Light"/>
                <a:ea typeface="+mn-ea"/>
                <a:cs typeface="+mn-cs"/>
              </a:rPr>
              <a:t>%</a:t>
            </a:r>
            <a:endParaRPr lang="en-US" sz="4800" b="1" noProof="0">
              <a:solidFill>
                <a:srgbClr val="C4C4CD"/>
              </a:solidFill>
            </a:endParaRPr>
          </a:p>
        </p:txBody>
      </p:sp>
      <p:sp>
        <p:nvSpPr>
          <p:cNvPr id="19" name="Text Placeholder 25">
            <a:extLst>
              <a:ext uri="{FF2B5EF4-FFF2-40B4-BE49-F238E27FC236}">
                <a16:creationId xmlns:a16="http://schemas.microsoft.com/office/drawing/2014/main" id="{F00D9194-1231-51D4-2693-6DF940411463}"/>
              </a:ext>
            </a:extLst>
          </p:cNvPr>
          <p:cNvSpPr txBox="1">
            <a:spLocks/>
          </p:cNvSpPr>
          <p:nvPr/>
        </p:nvSpPr>
        <p:spPr>
          <a:xfrm>
            <a:off x="6228396" y="4535562"/>
            <a:ext cx="2478501" cy="493087"/>
          </a:xfrm>
          <a:prstGeom prst="rect">
            <a:avLst/>
          </a:prstGeom>
        </p:spPr>
        <p:txBody>
          <a:bodyPr lIns="0" rIns="0"/>
          <a:lstStyle>
            <a:lvl1pPr marL="0" indent="0" algn="ctr" defTabSz="914400" rtl="0" eaLnBrk="1" latinLnBrk="0" hangingPunct="1">
              <a:spcBef>
                <a:spcPts val="0"/>
              </a:spcBef>
              <a:spcAft>
                <a:spcPts val="1200"/>
              </a:spcAft>
              <a:buClr>
                <a:schemeClr val="tx2"/>
              </a:buClr>
              <a:buSzPct val="70000"/>
              <a:buFont typeface="Arial" pitchFamily="34" charset="0"/>
              <a:buNone/>
              <a:defRPr sz="1600" kern="1200">
                <a:solidFill>
                  <a:schemeClr val="bg1"/>
                </a:solidFill>
                <a:latin typeface="+mn-lt"/>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1800" kern="1200">
                <a:solidFill>
                  <a:schemeClr val="bg1"/>
                </a:solidFill>
                <a:latin typeface="+mn-lt"/>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mn-lt"/>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1400" kern="1200">
                <a:solidFill>
                  <a:schemeClr val="bg1"/>
                </a:solidFill>
                <a:latin typeface="+mn-lt"/>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1200" kern="1200">
                <a:solidFill>
                  <a:schemeClr val="bg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400" noProof="0"/>
              <a:t>of consumers want brands to step up and display a transparent and accessible way to shop sustainably</a:t>
            </a:r>
          </a:p>
        </p:txBody>
      </p:sp>
      <p:sp>
        <p:nvSpPr>
          <p:cNvPr id="20" name="TextBox 19">
            <a:extLst>
              <a:ext uri="{FF2B5EF4-FFF2-40B4-BE49-F238E27FC236}">
                <a16:creationId xmlns:a16="http://schemas.microsoft.com/office/drawing/2014/main" id="{FFEDFB2C-75EB-AE7B-5AC7-936D6265B6F8}"/>
              </a:ext>
            </a:extLst>
          </p:cNvPr>
          <p:cNvSpPr txBox="1"/>
          <p:nvPr/>
        </p:nvSpPr>
        <p:spPr>
          <a:xfrm>
            <a:off x="6228396" y="3789452"/>
            <a:ext cx="2634436" cy="830997"/>
          </a:xfrm>
          <a:prstGeom prst="rect">
            <a:avLst/>
          </a:prstGeom>
          <a:noFill/>
        </p:spPr>
        <p:txBody>
          <a:bodyPr wrap="square">
            <a:spAutoFit/>
          </a:bodyPr>
          <a:lstStyle/>
          <a:p>
            <a:pPr algn="ctr"/>
            <a:r>
              <a:rPr lang="en-US" sz="4800" b="1" noProof="0">
                <a:solidFill>
                  <a:srgbClr val="C4C4CD"/>
                </a:solidFill>
                <a:latin typeface="EYInterstate Light"/>
              </a:rPr>
              <a:t>5</a:t>
            </a:r>
            <a:r>
              <a:rPr kumimoji="0" lang="en-US" sz="4800" b="1" i="0" u="none" strike="noStrike" kern="1200" cap="none" normalizeH="0" baseline="0" noProof="0">
                <a:ln>
                  <a:noFill/>
                </a:ln>
                <a:solidFill>
                  <a:srgbClr val="C4C4CD"/>
                </a:solidFill>
                <a:effectLst/>
                <a:uLnTx/>
                <a:uFillTx/>
                <a:latin typeface="EYInterstate Light"/>
                <a:ea typeface="+mn-ea"/>
                <a:cs typeface="+mn-cs"/>
              </a:rPr>
              <a:t>5</a:t>
            </a:r>
            <a:r>
              <a:rPr kumimoji="0" lang="en-US" sz="4000" b="1" i="0" u="none" strike="noStrike" kern="1200" cap="none" normalizeH="0" baseline="0" noProof="0">
                <a:ln>
                  <a:noFill/>
                </a:ln>
                <a:solidFill>
                  <a:srgbClr val="C4C4CD"/>
                </a:solidFill>
                <a:effectLst/>
                <a:uLnTx/>
                <a:uFillTx/>
                <a:latin typeface="EYInterstate Light"/>
                <a:ea typeface="+mn-ea"/>
                <a:cs typeface="+mn-cs"/>
              </a:rPr>
              <a:t>%</a:t>
            </a:r>
            <a:endParaRPr lang="en-US" sz="4800" b="1" noProof="0">
              <a:solidFill>
                <a:srgbClr val="C4C4CD"/>
              </a:solidFill>
            </a:endParaRPr>
          </a:p>
        </p:txBody>
      </p:sp>
      <p:sp>
        <p:nvSpPr>
          <p:cNvPr id="21" name="Text Placeholder 25">
            <a:extLst>
              <a:ext uri="{FF2B5EF4-FFF2-40B4-BE49-F238E27FC236}">
                <a16:creationId xmlns:a16="http://schemas.microsoft.com/office/drawing/2014/main" id="{EC172E76-874A-07EA-1ABF-7CC99F690179}"/>
              </a:ext>
            </a:extLst>
          </p:cNvPr>
          <p:cNvSpPr txBox="1">
            <a:spLocks/>
          </p:cNvSpPr>
          <p:nvPr/>
        </p:nvSpPr>
        <p:spPr>
          <a:xfrm>
            <a:off x="9082680" y="3900485"/>
            <a:ext cx="2645272" cy="493087"/>
          </a:xfrm>
          <a:prstGeom prst="rect">
            <a:avLst/>
          </a:prstGeom>
        </p:spPr>
        <p:txBody>
          <a:bodyPr lIns="0" rIns="0"/>
          <a:lstStyle>
            <a:lvl1pPr marL="0" indent="0" algn="ctr" defTabSz="914400" rtl="0" eaLnBrk="1" latinLnBrk="0" hangingPunct="1">
              <a:spcBef>
                <a:spcPts val="0"/>
              </a:spcBef>
              <a:spcAft>
                <a:spcPts val="1200"/>
              </a:spcAft>
              <a:buClr>
                <a:schemeClr val="tx2"/>
              </a:buClr>
              <a:buSzPct val="70000"/>
              <a:buFont typeface="Arial" pitchFamily="34" charset="0"/>
              <a:buNone/>
              <a:defRPr sz="1600" kern="1200">
                <a:solidFill>
                  <a:schemeClr val="bg1"/>
                </a:solidFill>
                <a:latin typeface="+mn-lt"/>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1800" kern="1200">
                <a:solidFill>
                  <a:schemeClr val="bg1"/>
                </a:solidFill>
                <a:latin typeface="+mn-lt"/>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mn-lt"/>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1400" kern="1200">
                <a:solidFill>
                  <a:schemeClr val="bg1"/>
                </a:solidFill>
                <a:latin typeface="+mn-lt"/>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1200" kern="1200">
                <a:solidFill>
                  <a:schemeClr val="bg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400" noProof="0"/>
              <a:t>Companies that provide an emotional connection with customers outperform the sales growth of their competition by </a:t>
            </a:r>
          </a:p>
        </p:txBody>
      </p:sp>
      <p:sp>
        <p:nvSpPr>
          <p:cNvPr id="22" name="TextBox 21">
            <a:extLst>
              <a:ext uri="{FF2B5EF4-FFF2-40B4-BE49-F238E27FC236}">
                <a16:creationId xmlns:a16="http://schemas.microsoft.com/office/drawing/2014/main" id="{17A89906-3D34-3524-CC08-CC2FEDEA4C94}"/>
              </a:ext>
            </a:extLst>
          </p:cNvPr>
          <p:cNvSpPr txBox="1"/>
          <p:nvPr/>
        </p:nvSpPr>
        <p:spPr>
          <a:xfrm>
            <a:off x="9091621" y="5001977"/>
            <a:ext cx="2636331" cy="830997"/>
          </a:xfrm>
          <a:prstGeom prst="rect">
            <a:avLst/>
          </a:prstGeom>
          <a:noFill/>
        </p:spPr>
        <p:txBody>
          <a:bodyPr wrap="square">
            <a:spAutoFit/>
          </a:bodyPr>
          <a:lstStyle/>
          <a:p>
            <a:pPr algn="ctr"/>
            <a:r>
              <a:rPr kumimoji="0" lang="en-US" sz="4800" b="1" i="0" u="none" strike="noStrike" kern="1200" cap="none" normalizeH="0" baseline="0" noProof="0">
                <a:ln>
                  <a:noFill/>
                </a:ln>
                <a:solidFill>
                  <a:srgbClr val="C4C4CD"/>
                </a:solidFill>
                <a:effectLst/>
                <a:uLnTx/>
                <a:uFillTx/>
                <a:latin typeface="EYInterstate Light"/>
                <a:ea typeface="+mn-ea"/>
                <a:cs typeface="+mn-cs"/>
              </a:rPr>
              <a:t>85</a:t>
            </a:r>
            <a:r>
              <a:rPr kumimoji="0" lang="en-US" sz="4000" b="1" i="0" u="none" strike="noStrike" kern="1200" cap="none" normalizeH="0" baseline="0" noProof="0">
                <a:ln>
                  <a:noFill/>
                </a:ln>
                <a:solidFill>
                  <a:srgbClr val="C4C4CD"/>
                </a:solidFill>
                <a:effectLst/>
                <a:uLnTx/>
                <a:uFillTx/>
                <a:latin typeface="EYInterstate Light"/>
                <a:ea typeface="+mn-ea"/>
                <a:cs typeface="+mn-cs"/>
              </a:rPr>
              <a:t>%</a:t>
            </a:r>
            <a:endParaRPr lang="en-US" sz="4800" b="1" noProof="0">
              <a:solidFill>
                <a:srgbClr val="C4C4CD"/>
              </a:solidFill>
            </a:endParaRPr>
          </a:p>
        </p:txBody>
      </p:sp>
      <p:sp>
        <p:nvSpPr>
          <p:cNvPr id="23" name="TextBox 22">
            <a:extLst>
              <a:ext uri="{FF2B5EF4-FFF2-40B4-BE49-F238E27FC236}">
                <a16:creationId xmlns:a16="http://schemas.microsoft.com/office/drawing/2014/main" id="{9FABB462-6AA7-1E1C-2722-9FFBA9EA4320}"/>
              </a:ext>
            </a:extLst>
          </p:cNvPr>
          <p:cNvSpPr txBox="1"/>
          <p:nvPr/>
        </p:nvSpPr>
        <p:spPr>
          <a:xfrm>
            <a:off x="9082680" y="5935098"/>
            <a:ext cx="2629896" cy="169277"/>
          </a:xfrm>
          <a:prstGeom prst="rect">
            <a:avLst/>
          </a:prstGeom>
          <a:noFill/>
        </p:spPr>
        <p:txBody>
          <a:bodyPr wrap="square" lIns="0" tIns="0" rIns="0" bIns="0">
            <a:spAutoFit/>
          </a:bodyPr>
          <a:lstStyle/>
          <a:p>
            <a:pPr algn="ctr"/>
            <a:r>
              <a:rPr lang="en-US" sz="1100" noProof="0">
                <a:solidFill>
                  <a:srgbClr val="C4C4CD"/>
                </a:solidFill>
                <a:latin typeface="EYInterstate Light" panose="02000506000000020004" pitchFamily="2" charset="0"/>
              </a:rPr>
              <a:t>Source: Gallup 2020</a:t>
            </a:r>
            <a:endParaRPr lang="en-US" sz="1100" i="0" noProof="0">
              <a:solidFill>
                <a:srgbClr val="C4C4CD"/>
              </a:solidFill>
              <a:effectLst/>
              <a:latin typeface="EYInterstate Light" panose="02000506000000020004" pitchFamily="2" charset="0"/>
            </a:endParaRPr>
          </a:p>
        </p:txBody>
      </p:sp>
      <p:sp>
        <p:nvSpPr>
          <p:cNvPr id="28" name="TextBox 27">
            <a:extLst>
              <a:ext uri="{FF2B5EF4-FFF2-40B4-BE49-F238E27FC236}">
                <a16:creationId xmlns:a16="http://schemas.microsoft.com/office/drawing/2014/main" id="{19011067-6CC8-903E-6B56-FE8EE16FE93B}"/>
              </a:ext>
            </a:extLst>
          </p:cNvPr>
          <p:cNvSpPr txBox="1"/>
          <p:nvPr/>
        </p:nvSpPr>
        <p:spPr>
          <a:xfrm>
            <a:off x="501945" y="5935098"/>
            <a:ext cx="2620954" cy="169278"/>
          </a:xfrm>
          <a:prstGeom prst="rect">
            <a:avLst/>
          </a:prstGeom>
          <a:noFill/>
        </p:spPr>
        <p:txBody>
          <a:bodyPr wrap="square" lIns="0" tIns="0" rIns="0" bIns="0">
            <a:spAutoFit/>
          </a:bodyPr>
          <a:lstStyle/>
          <a:p>
            <a:pPr algn="ctr"/>
            <a:r>
              <a:rPr lang="en-US" sz="1100" noProof="0">
                <a:solidFill>
                  <a:srgbClr val="C4C4CD"/>
                </a:solidFill>
                <a:latin typeface="EYInterstate Light" panose="02000506000000020004" pitchFamily="2" charset="0"/>
              </a:rPr>
              <a:t>Source: Forbes 2020</a:t>
            </a:r>
          </a:p>
        </p:txBody>
      </p:sp>
      <p:sp>
        <p:nvSpPr>
          <p:cNvPr id="29" name="TextBox 28">
            <a:extLst>
              <a:ext uri="{FF2B5EF4-FFF2-40B4-BE49-F238E27FC236}">
                <a16:creationId xmlns:a16="http://schemas.microsoft.com/office/drawing/2014/main" id="{09A46351-B1FE-1E3C-DD21-2D9B278A7674}"/>
              </a:ext>
            </a:extLst>
          </p:cNvPr>
          <p:cNvSpPr txBox="1"/>
          <p:nvPr/>
        </p:nvSpPr>
        <p:spPr>
          <a:xfrm>
            <a:off x="3370522" y="5935098"/>
            <a:ext cx="2615603" cy="169277"/>
          </a:xfrm>
          <a:prstGeom prst="rect">
            <a:avLst/>
          </a:prstGeom>
          <a:noFill/>
        </p:spPr>
        <p:txBody>
          <a:bodyPr wrap="square" lIns="0" tIns="0" rIns="0" bIns="0">
            <a:spAutoFit/>
          </a:bodyPr>
          <a:lstStyle/>
          <a:p>
            <a:pPr algn="ctr"/>
            <a:r>
              <a:rPr lang="en-US" sz="1100" noProof="0">
                <a:solidFill>
                  <a:srgbClr val="C4C4CD"/>
                </a:solidFill>
                <a:latin typeface="EYInterstate Light" panose="02000506000000020004" pitchFamily="2" charset="0"/>
              </a:rPr>
              <a:t>Source: Qualtrics 2020</a:t>
            </a:r>
          </a:p>
        </p:txBody>
      </p:sp>
      <p:sp>
        <p:nvSpPr>
          <p:cNvPr id="30" name="TextBox 29">
            <a:extLst>
              <a:ext uri="{FF2B5EF4-FFF2-40B4-BE49-F238E27FC236}">
                <a16:creationId xmlns:a16="http://schemas.microsoft.com/office/drawing/2014/main" id="{E906004E-F44D-62DD-9DDD-0F1D4BB08736}"/>
              </a:ext>
            </a:extLst>
          </p:cNvPr>
          <p:cNvSpPr txBox="1"/>
          <p:nvPr/>
        </p:nvSpPr>
        <p:spPr>
          <a:xfrm>
            <a:off x="6228396" y="5935099"/>
            <a:ext cx="2634436" cy="169277"/>
          </a:xfrm>
          <a:prstGeom prst="rect">
            <a:avLst/>
          </a:prstGeom>
          <a:noFill/>
        </p:spPr>
        <p:txBody>
          <a:bodyPr wrap="square" lIns="0" tIns="0" rIns="0" bIns="0">
            <a:spAutoFit/>
          </a:bodyPr>
          <a:lstStyle/>
          <a:p>
            <a:pPr algn="ctr"/>
            <a:r>
              <a:rPr lang="en-US" sz="1100" noProof="0">
                <a:solidFill>
                  <a:srgbClr val="C4C4CD"/>
                </a:solidFill>
                <a:latin typeface="EYInterstate Light" panose="02000506000000020004" pitchFamily="2" charset="0"/>
              </a:rPr>
              <a:t>Source: </a:t>
            </a:r>
            <a:r>
              <a:rPr lang="en-US" sz="1100" noProof="0" err="1">
                <a:solidFill>
                  <a:srgbClr val="C4C4CD"/>
                </a:solidFill>
                <a:latin typeface="EYInterstate Light" panose="02000506000000020004" pitchFamily="2" charset="0"/>
              </a:rPr>
              <a:t>Genomatica</a:t>
            </a:r>
            <a:r>
              <a:rPr lang="en-US" sz="1100" noProof="0">
                <a:solidFill>
                  <a:srgbClr val="C4C4CD"/>
                </a:solidFill>
                <a:latin typeface="EYInterstate Light" panose="02000506000000020004" pitchFamily="2" charset="0"/>
              </a:rPr>
              <a:t> 2021</a:t>
            </a:r>
          </a:p>
        </p:txBody>
      </p:sp>
    </p:spTree>
    <p:extLst>
      <p:ext uri="{BB962C8B-B14F-4D97-AF65-F5344CB8AC3E}">
        <p14:creationId xmlns:p14="http://schemas.microsoft.com/office/powerpoint/2010/main" val="3061145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69D279D-3E51-3855-0131-E5EC9C399473}"/>
              </a:ext>
            </a:extLst>
          </p:cNvPr>
          <p:cNvPicPr>
            <a:picLocks noChangeAspect="1"/>
          </p:cNvPicPr>
          <p:nvPr/>
        </p:nvPicPr>
        <p:blipFill rotWithShape="1">
          <a:blip r:embed="rId2" cstate="print">
            <a:extLst>
              <a:ext uri="{BEBA8EAE-BF5A-486C-A8C5-ECC9F3942E4B}">
                <a14:imgProps xmlns:a14="http://schemas.microsoft.com/office/drawing/2010/main">
                  <a14:imgLayer r:embed="rId3">
                    <a14:imgEffect>
                      <a14:brightnessContrast bright="-20000"/>
                    </a14:imgEffect>
                  </a14:imgLayer>
                </a14:imgProps>
              </a:ext>
              <a:ext uri="{28A0092B-C50C-407E-A947-70E740481C1C}">
                <a14:useLocalDpi xmlns:a14="http://schemas.microsoft.com/office/drawing/2010/main"/>
              </a:ext>
            </a:extLst>
          </a:blip>
          <a:srcRect/>
          <a:stretch/>
        </p:blipFill>
        <p:spPr>
          <a:xfrm>
            <a:off x="-6350" y="0"/>
            <a:ext cx="12198350" cy="6858000"/>
          </a:xfrm>
          <a:prstGeom prst="rect">
            <a:avLst/>
          </a:prstGeom>
          <a:solidFill>
            <a:schemeClr val="tx1"/>
          </a:solidFill>
        </p:spPr>
      </p:pic>
      <p:sp>
        <p:nvSpPr>
          <p:cNvPr id="6" name="Footer Placeholder 5">
            <a:extLst>
              <a:ext uri="{FF2B5EF4-FFF2-40B4-BE49-F238E27FC236}">
                <a16:creationId xmlns:a16="http://schemas.microsoft.com/office/drawing/2014/main" id="{75CC2C65-84DE-E0B4-968F-76D34474F5FC}"/>
              </a:ext>
            </a:extLst>
          </p:cNvPr>
          <p:cNvSpPr>
            <a:spLocks noGrp="1"/>
          </p:cNvSpPr>
          <p:nvPr>
            <p:ph type="ftr" sz="quarter" idx="11"/>
          </p:nvPr>
        </p:nvSpPr>
        <p:spPr/>
        <p:txBody>
          <a:bodyPr/>
          <a:lstStyle/>
          <a:p>
            <a:r>
              <a:rPr lang="en-US" noProof="0">
                <a:solidFill>
                  <a:schemeClr val="tx1"/>
                </a:solidFill>
              </a:rPr>
              <a:t>Customer Experience</a:t>
            </a:r>
          </a:p>
        </p:txBody>
      </p:sp>
      <p:sp>
        <p:nvSpPr>
          <p:cNvPr id="5" name="Slide Number Placeholder 4">
            <a:extLst>
              <a:ext uri="{FF2B5EF4-FFF2-40B4-BE49-F238E27FC236}">
                <a16:creationId xmlns:a16="http://schemas.microsoft.com/office/drawing/2014/main" id="{4F58E3B9-78BA-4F5D-F489-EDB460B2CED8}"/>
              </a:ext>
            </a:extLst>
          </p:cNvPr>
          <p:cNvSpPr>
            <a:spLocks noGrp="1"/>
          </p:cNvSpPr>
          <p:nvPr>
            <p:ph type="sldNum" sz="quarter" idx="12"/>
          </p:nvPr>
        </p:nvSpPr>
        <p:spPr/>
        <p:txBody>
          <a:bodyPr/>
          <a:lstStyle/>
          <a:p>
            <a:fld id="{94FCA0F3-9F3A-694B-99BB-0E592A797735}" type="slidenum">
              <a:rPr lang="en-US" noProof="0" smtClean="0"/>
              <a:t>8</a:t>
            </a:fld>
            <a:endParaRPr lang="en-US" noProof="0"/>
          </a:p>
        </p:txBody>
      </p:sp>
      <p:sp>
        <p:nvSpPr>
          <p:cNvPr id="13" name="Text Placeholder 2">
            <a:extLst>
              <a:ext uri="{FF2B5EF4-FFF2-40B4-BE49-F238E27FC236}">
                <a16:creationId xmlns:a16="http://schemas.microsoft.com/office/drawing/2014/main" id="{7A32488F-78DF-8940-05AB-DE4D1031B3AF}"/>
              </a:ext>
            </a:extLst>
          </p:cNvPr>
          <p:cNvSpPr txBox="1">
            <a:spLocks/>
          </p:cNvSpPr>
          <p:nvPr/>
        </p:nvSpPr>
        <p:spPr>
          <a:xfrm>
            <a:off x="-354279" y="368300"/>
            <a:ext cx="12920041" cy="6858000"/>
          </a:xfrm>
          <a:prstGeom prst="rect">
            <a:avLst/>
          </a:prstGeom>
        </p:spPr>
        <p:txBody>
          <a:bodyPr vert="horz" lIns="180000" tIns="0" rIns="180000" bIns="0" rtlCol="0" anchor="ctr" anchorCtr="0">
            <a:noAutofit/>
          </a:bodyPr>
          <a:lstStyle>
            <a:lvl1pPr marL="0" marR="0" indent="0" algn="l" defTabSz="914400" rtl="0" eaLnBrk="1" fontAlgn="auto" latinLnBrk="0" hangingPunct="1">
              <a:lnSpc>
                <a:spcPct val="75000"/>
              </a:lnSpc>
              <a:spcBef>
                <a:spcPts val="0"/>
              </a:spcBef>
              <a:spcAft>
                <a:spcPts val="0"/>
              </a:spcAft>
              <a:buClrTx/>
              <a:buSzTx/>
              <a:buFontTx/>
              <a:buNone/>
              <a:tabLst/>
              <a:defRPr sz="10000" b="1" i="0" kern="1200" cap="all" spc="-500" baseline="0">
                <a:solidFill>
                  <a:schemeClr val="tx1"/>
                </a:solidFill>
                <a:latin typeface="EYInterstate Regular" panose="02000503020000020004" pitchFamily="2" charset="0"/>
                <a:ea typeface="+mn-ea"/>
                <a:cs typeface="+mn-cs"/>
              </a:defRPr>
            </a:lvl1pPr>
            <a:lvl2pPr marL="642366" indent="-285750" algn="l" defTabSz="914400" rtl="0" eaLnBrk="1" latinLnBrk="0" hangingPunct="1">
              <a:lnSpc>
                <a:spcPct val="130000"/>
              </a:lnSpc>
              <a:spcBef>
                <a:spcPct val="20000"/>
              </a:spcBef>
              <a:buClr>
                <a:schemeClr val="bg1"/>
              </a:buClr>
              <a:buSzPct val="110000"/>
              <a:buFont typeface="Arial" panose="020B0604020202020204" pitchFamily="34" charset="0"/>
              <a:buNone/>
              <a:defRPr sz="1400" kern="1200">
                <a:solidFill>
                  <a:schemeClr val="bg1"/>
                </a:solidFill>
                <a:latin typeface="EYInterstate Light" panose="02000506000000020004" pitchFamily="2" charset="0"/>
                <a:ea typeface="+mn-ea"/>
                <a:cs typeface="+mn-cs"/>
              </a:defRPr>
            </a:lvl2pPr>
            <a:lvl3pPr marL="998982" indent="-285750" algn="l" defTabSz="914400" rtl="0" eaLnBrk="1" latinLnBrk="0" hangingPunct="1">
              <a:lnSpc>
                <a:spcPct val="130000"/>
              </a:lnSpc>
              <a:spcBef>
                <a:spcPct val="20000"/>
              </a:spcBef>
              <a:buClr>
                <a:schemeClr val="bg1"/>
              </a:buClr>
              <a:buSzPct val="110000"/>
              <a:buFont typeface="Arial" panose="020B0604020202020204" pitchFamily="34" charset="0"/>
              <a:buNone/>
              <a:defRPr sz="1400" kern="1200">
                <a:solidFill>
                  <a:schemeClr val="bg1"/>
                </a:solidFill>
                <a:latin typeface="EYInterstate Light" panose="02000506000000020004" pitchFamily="2" charset="0"/>
                <a:ea typeface="+mn-ea"/>
                <a:cs typeface="+mn-cs"/>
              </a:defRPr>
            </a:lvl3pPr>
            <a:lvl4pPr marL="1355598" indent="-285750" algn="l" defTabSz="914400" rtl="0" eaLnBrk="1" latinLnBrk="0" hangingPunct="1">
              <a:lnSpc>
                <a:spcPct val="130000"/>
              </a:lnSpc>
              <a:spcBef>
                <a:spcPct val="20000"/>
              </a:spcBef>
              <a:buClr>
                <a:schemeClr val="bg1"/>
              </a:buClr>
              <a:buSzPct val="110000"/>
              <a:buFont typeface="Arial" panose="020B0604020202020204" pitchFamily="34" charset="0"/>
              <a:buNone/>
              <a:defRPr sz="1400" kern="1200">
                <a:solidFill>
                  <a:schemeClr val="bg1"/>
                </a:solidFill>
                <a:latin typeface="EYInterstate Light" panose="02000506000000020004" pitchFamily="2" charset="0"/>
                <a:ea typeface="+mn-ea"/>
                <a:cs typeface="+mn-cs"/>
              </a:defRPr>
            </a:lvl4pPr>
            <a:lvl5pPr marL="1712214" indent="-285750" algn="l" defTabSz="914400" rtl="0" eaLnBrk="1" latinLnBrk="0" hangingPunct="1">
              <a:lnSpc>
                <a:spcPct val="130000"/>
              </a:lnSpc>
              <a:spcBef>
                <a:spcPct val="20000"/>
              </a:spcBef>
              <a:buClr>
                <a:schemeClr val="bg1"/>
              </a:buClr>
              <a:buSzPct val="110000"/>
              <a:buFont typeface="Arial" panose="020B0604020202020204" pitchFamily="34" charset="0"/>
              <a:buNone/>
              <a:defRPr sz="14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75000"/>
              </a:lnSpc>
              <a:spcBef>
                <a:spcPts val="0"/>
              </a:spcBef>
              <a:spcAft>
                <a:spcPts val="0"/>
              </a:spcAft>
              <a:buClrTx/>
              <a:buSzTx/>
              <a:buFontTx/>
              <a:buNone/>
              <a:tabLst/>
              <a:defRPr/>
            </a:pPr>
            <a:r>
              <a:rPr kumimoji="0" lang="en-GB" sz="12000" b="1" i="0" u="none" strike="noStrike" kern="1200" cap="none" spc="-500" normalizeH="0" baseline="0" noProof="0">
                <a:ln>
                  <a:noFill/>
                </a:ln>
                <a:solidFill>
                  <a:srgbClr val="FFFFFF"/>
                </a:solidFill>
                <a:effectLst/>
                <a:uLnTx/>
                <a:uFillTx/>
                <a:latin typeface="EYInterstate Regular" panose="02000503020000020004" pitchFamily="2" charset="0"/>
                <a:ea typeface="+mn-ea"/>
                <a:cs typeface="+mn-cs"/>
              </a:rPr>
              <a:t>How			to		</a:t>
            </a:r>
          </a:p>
          <a:p>
            <a:pPr marL="0" marR="0" lvl="0" indent="0" algn="l" defTabSz="914400" rtl="0" eaLnBrk="1" fontAlgn="auto" latinLnBrk="0" hangingPunct="1">
              <a:lnSpc>
                <a:spcPct val="75000"/>
              </a:lnSpc>
              <a:spcBef>
                <a:spcPts val="0"/>
              </a:spcBef>
              <a:spcAft>
                <a:spcPts val="0"/>
              </a:spcAft>
              <a:buClrTx/>
              <a:buSzTx/>
              <a:buFontTx/>
              <a:buNone/>
              <a:tabLst/>
              <a:defRPr/>
            </a:pPr>
            <a:r>
              <a:rPr kumimoji="0" lang="en-GB" sz="12000" b="1" i="0" u="none" strike="noStrike" kern="1200" cap="none" spc="-500" normalizeH="0" baseline="0" noProof="0">
                <a:ln>
                  <a:noFill/>
                </a:ln>
                <a:solidFill>
                  <a:srgbClr val="FFFFFF"/>
                </a:solidFill>
                <a:effectLst/>
                <a:uLnTx/>
                <a:uFillTx/>
                <a:latin typeface="EYInterstate Regular" panose="02000503020000020004" pitchFamily="2" charset="0"/>
                <a:ea typeface="+mn-ea"/>
                <a:cs typeface="+mn-cs"/>
              </a:rPr>
              <a:t>		    		stay      						  			    relevant</a:t>
            </a:r>
          </a:p>
        </p:txBody>
      </p:sp>
      <p:pic>
        <p:nvPicPr>
          <p:cNvPr id="10" name="Graphic 9">
            <a:extLst>
              <a:ext uri="{FF2B5EF4-FFF2-40B4-BE49-F238E27FC236}">
                <a16:creationId xmlns:a16="http://schemas.microsoft.com/office/drawing/2014/main" id="{C4F106BD-D224-1489-BE80-1D92BA0146A9}"/>
              </a:ext>
            </a:extLst>
          </p:cNvPr>
          <p:cNvPicPr/>
          <p:nvPr/>
        </p:nvPicPr>
        <p:blipFill>
          <a:blip r:embed="rId4">
            <a:extLst>
              <a:ext uri="{96DAC541-7B7A-43D3-8B79-37D633B846F1}">
                <asvg:svgBlip xmlns:asvg="http://schemas.microsoft.com/office/drawing/2016/SVG/main" r:embed="rId5"/>
              </a:ext>
            </a:extLst>
          </a:blip>
          <a:stretch>
            <a:fillRect/>
          </a:stretch>
        </p:blipFill>
        <p:spPr>
          <a:xfrm>
            <a:off x="11089246" y="6289101"/>
            <a:ext cx="880813" cy="341755"/>
          </a:xfrm>
          <a:prstGeom prst="rect">
            <a:avLst/>
          </a:prstGeom>
        </p:spPr>
      </p:pic>
      <p:sp>
        <p:nvSpPr>
          <p:cNvPr id="2" name="Slide Number Placeholder 2">
            <a:extLst>
              <a:ext uri="{FF2B5EF4-FFF2-40B4-BE49-F238E27FC236}">
                <a16:creationId xmlns:a16="http://schemas.microsoft.com/office/drawing/2014/main" id="{4092060E-D174-4AB6-B55A-2FE5F72249EE}"/>
              </a:ext>
            </a:extLst>
          </p:cNvPr>
          <p:cNvSpPr txBox="1">
            <a:spLocks/>
          </p:cNvSpPr>
          <p:nvPr/>
        </p:nvSpPr>
        <p:spPr>
          <a:xfrm>
            <a:off x="490778" y="6437115"/>
            <a:ext cx="509098" cy="123111"/>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4FCA0F3-9F3A-694B-99BB-0E592A797735}" type="slidenum">
              <a:rPr lang="en-US" sz="800" noProof="0" smtClean="0"/>
              <a:pPr/>
              <a:t>8</a:t>
            </a:fld>
            <a:endParaRPr lang="en-US" sz="800" noProof="0"/>
          </a:p>
        </p:txBody>
      </p:sp>
    </p:spTree>
    <p:extLst>
      <p:ext uri="{BB962C8B-B14F-4D97-AF65-F5344CB8AC3E}">
        <p14:creationId xmlns:p14="http://schemas.microsoft.com/office/powerpoint/2010/main" val="37793020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ECD5A4F-C577-9D97-CBA0-16651226BAEF}"/>
              </a:ext>
            </a:extLst>
          </p:cNvPr>
          <p:cNvSpPr>
            <a:spLocks noGrp="1"/>
          </p:cNvSpPr>
          <p:nvPr>
            <p:ph type="title"/>
          </p:nvPr>
        </p:nvSpPr>
        <p:spPr/>
        <p:txBody>
          <a:bodyPr/>
          <a:lstStyle/>
          <a:p>
            <a:r>
              <a:rPr lang="en-US" sz="2400">
                <a:latin typeface="EYInterstate Regular" panose="02000503020000020004" pitchFamily="2" charset="0"/>
              </a:rPr>
              <a:t>CX is about providing a differentiated, consistent experience that adds value to both the customer and the organization</a:t>
            </a:r>
          </a:p>
        </p:txBody>
      </p:sp>
      <p:sp>
        <p:nvSpPr>
          <p:cNvPr id="2" name="Footer Placeholder 1">
            <a:extLst>
              <a:ext uri="{FF2B5EF4-FFF2-40B4-BE49-F238E27FC236}">
                <a16:creationId xmlns:a16="http://schemas.microsoft.com/office/drawing/2014/main" id="{CC7120EE-4609-0F5A-F931-CABE684042EB}"/>
              </a:ext>
            </a:extLst>
          </p:cNvPr>
          <p:cNvSpPr>
            <a:spLocks noGrp="1"/>
          </p:cNvSpPr>
          <p:nvPr>
            <p:ph type="ftr" sz="quarter" idx="18"/>
          </p:nvPr>
        </p:nvSpPr>
        <p:spPr/>
        <p:txBody>
          <a:bodyPr/>
          <a:lstStyle/>
          <a:p>
            <a:r>
              <a:rPr lang="en-US" noProof="0"/>
              <a:t>Customer Experience</a:t>
            </a:r>
          </a:p>
        </p:txBody>
      </p:sp>
      <p:sp>
        <p:nvSpPr>
          <p:cNvPr id="3" name="Slide Number Placeholder 2">
            <a:extLst>
              <a:ext uri="{FF2B5EF4-FFF2-40B4-BE49-F238E27FC236}">
                <a16:creationId xmlns:a16="http://schemas.microsoft.com/office/drawing/2014/main" id="{1ED35FE7-0422-2834-89A6-9E152DB120A8}"/>
              </a:ext>
            </a:extLst>
          </p:cNvPr>
          <p:cNvSpPr>
            <a:spLocks noGrp="1"/>
          </p:cNvSpPr>
          <p:nvPr>
            <p:ph type="sldNum" sz="quarter" idx="19"/>
          </p:nvPr>
        </p:nvSpPr>
        <p:spPr/>
        <p:txBody>
          <a:bodyPr/>
          <a:lstStyle/>
          <a:p>
            <a:fld id="{94FCA0F3-9F3A-694B-99BB-0E592A797735}" type="slidenum">
              <a:rPr lang="en-US" noProof="0" smtClean="0"/>
              <a:t>9</a:t>
            </a:fld>
            <a:endParaRPr lang="en-US" noProof="0"/>
          </a:p>
        </p:txBody>
      </p:sp>
      <p:sp>
        <p:nvSpPr>
          <p:cNvPr id="7" name="TextBox 6">
            <a:extLst>
              <a:ext uri="{FF2B5EF4-FFF2-40B4-BE49-F238E27FC236}">
                <a16:creationId xmlns:a16="http://schemas.microsoft.com/office/drawing/2014/main" id="{713E27B4-4FC0-1C19-BDEA-92402970D26A}"/>
              </a:ext>
            </a:extLst>
          </p:cNvPr>
          <p:cNvSpPr txBox="1"/>
          <p:nvPr/>
        </p:nvSpPr>
        <p:spPr>
          <a:xfrm>
            <a:off x="479424" y="2484346"/>
            <a:ext cx="2657475" cy="307777"/>
          </a:xfrm>
          <a:prstGeom prst="rect">
            <a:avLst/>
          </a:prstGeom>
          <a:noFill/>
        </p:spPr>
        <p:txBody>
          <a:bodyPr wrap="square" lIns="0" tIns="0" rIns="0" bIns="0" rtlCol="0">
            <a:spAutoFit/>
          </a:bodyPr>
          <a:lstStyle/>
          <a:p>
            <a:pPr>
              <a:defRPr/>
            </a:pPr>
            <a:r>
              <a:rPr lang="pl-PL" sz="2000">
                <a:solidFill>
                  <a:schemeClr val="bg1"/>
                </a:solidFill>
                <a:latin typeface="EYInterstate Regular" panose="02000503020000020004" pitchFamily="2" charset="0"/>
              </a:rPr>
              <a:t>CX for the </a:t>
            </a:r>
            <a:r>
              <a:rPr lang="en-GB" sz="2000">
                <a:solidFill>
                  <a:schemeClr val="bg1"/>
                </a:solidFill>
                <a:latin typeface="EYInterstate Regular" panose="02000503020000020004" pitchFamily="2" charset="0"/>
              </a:rPr>
              <a:t>Customer</a:t>
            </a:r>
          </a:p>
        </p:txBody>
      </p:sp>
      <p:sp>
        <p:nvSpPr>
          <p:cNvPr id="8" name="TextBox 7">
            <a:extLst>
              <a:ext uri="{FF2B5EF4-FFF2-40B4-BE49-F238E27FC236}">
                <a16:creationId xmlns:a16="http://schemas.microsoft.com/office/drawing/2014/main" id="{C5EB1FC2-3A2D-D4F2-F1EA-6166D05BAA78}"/>
              </a:ext>
            </a:extLst>
          </p:cNvPr>
          <p:cNvSpPr txBox="1"/>
          <p:nvPr/>
        </p:nvSpPr>
        <p:spPr>
          <a:xfrm>
            <a:off x="479425" y="3068638"/>
            <a:ext cx="2162175" cy="1782026"/>
          </a:xfrm>
          <a:prstGeom prst="rect">
            <a:avLst/>
          </a:prstGeom>
          <a:noFill/>
        </p:spPr>
        <p:txBody>
          <a:bodyPr wrap="square" lIns="0" tIns="0" rIns="0" bIns="0">
            <a:spAutoFit/>
          </a:bodyPr>
          <a:lstStyle/>
          <a:p>
            <a:pPr marR="0" lvl="0" algn="l" defTabSz="685434" rtl="0" eaLnBrk="1" fontAlgn="auto" latinLnBrk="0" hangingPunct="1">
              <a:lnSpc>
                <a:spcPct val="100000"/>
              </a:lnSpc>
              <a:spcBef>
                <a:spcPct val="20000"/>
              </a:spcBef>
              <a:spcAft>
                <a:spcPts val="1800"/>
              </a:spcAft>
              <a:buClr>
                <a:srgbClr val="FFE600"/>
              </a:buClr>
              <a:buSzPct val="70000"/>
              <a:tabLst/>
              <a:defRPr/>
            </a:pPr>
            <a:r>
              <a:rPr lang="en-US" sz="1400" noProof="0">
                <a:solidFill>
                  <a:schemeClr val="bg1"/>
                </a:solidFill>
                <a:latin typeface="EYInterstate Light" panose="02000506000000020004" pitchFamily="2" charset="0"/>
              </a:rPr>
              <a:t>For the customer, CX is the way they feel about your organization.</a:t>
            </a:r>
          </a:p>
          <a:p>
            <a:pPr marR="0" lvl="0" algn="l" defTabSz="685434" rtl="0" eaLnBrk="1" fontAlgn="auto" latinLnBrk="0" hangingPunct="1">
              <a:lnSpc>
                <a:spcPct val="100000"/>
              </a:lnSpc>
              <a:spcBef>
                <a:spcPct val="20000"/>
              </a:spcBef>
              <a:spcAft>
                <a:spcPts val="1800"/>
              </a:spcAft>
              <a:buClr>
                <a:srgbClr val="FFE600"/>
              </a:buClr>
              <a:buSzPct val="70000"/>
              <a:tabLst/>
              <a:defRPr/>
            </a:pPr>
            <a:r>
              <a:rPr lang="en-US" sz="1400" noProof="0">
                <a:solidFill>
                  <a:schemeClr val="bg1"/>
                </a:solidFill>
                <a:latin typeface="EYInterstate Light" panose="02000506000000020004" pitchFamily="2" charset="0"/>
              </a:rPr>
              <a:t>By adding value to the customer, you automatically add value to the organization.</a:t>
            </a:r>
          </a:p>
        </p:txBody>
      </p:sp>
      <p:sp>
        <p:nvSpPr>
          <p:cNvPr id="9" name="TextBox 8">
            <a:extLst>
              <a:ext uri="{FF2B5EF4-FFF2-40B4-BE49-F238E27FC236}">
                <a16:creationId xmlns:a16="http://schemas.microsoft.com/office/drawing/2014/main" id="{3EBA5A2A-CF5D-0910-9EF0-E0CE590BC379}"/>
              </a:ext>
            </a:extLst>
          </p:cNvPr>
          <p:cNvSpPr txBox="1"/>
          <p:nvPr/>
        </p:nvSpPr>
        <p:spPr>
          <a:xfrm>
            <a:off x="8977553" y="2484346"/>
            <a:ext cx="2990851" cy="307777"/>
          </a:xfrm>
          <a:prstGeom prst="rect">
            <a:avLst/>
          </a:prstGeom>
          <a:noFill/>
        </p:spPr>
        <p:txBody>
          <a:bodyPr wrap="square" lIns="0" tIns="0" rIns="0" bIns="0" rtlCol="0">
            <a:spAutoFit/>
          </a:bodyPr>
          <a:lstStyle/>
          <a:p>
            <a:pPr>
              <a:defRPr/>
            </a:pPr>
            <a:r>
              <a:rPr lang="pl-PL" sz="2000">
                <a:solidFill>
                  <a:schemeClr val="bg1"/>
                </a:solidFill>
                <a:latin typeface="EYInterstate Regular" panose="02000503020000020004" pitchFamily="2" charset="0"/>
              </a:rPr>
              <a:t>CX for the Organization</a:t>
            </a:r>
          </a:p>
        </p:txBody>
      </p:sp>
      <p:sp>
        <p:nvSpPr>
          <p:cNvPr id="10" name="TextBox 9">
            <a:extLst>
              <a:ext uri="{FF2B5EF4-FFF2-40B4-BE49-F238E27FC236}">
                <a16:creationId xmlns:a16="http://schemas.microsoft.com/office/drawing/2014/main" id="{3D5A2BDC-54B0-E06D-72B5-B33BA001D33B}"/>
              </a:ext>
            </a:extLst>
          </p:cNvPr>
          <p:cNvSpPr txBox="1"/>
          <p:nvPr/>
        </p:nvSpPr>
        <p:spPr>
          <a:xfrm>
            <a:off x="8977554" y="3068638"/>
            <a:ext cx="2162175" cy="2212913"/>
          </a:xfrm>
          <a:prstGeom prst="rect">
            <a:avLst/>
          </a:prstGeom>
          <a:noFill/>
        </p:spPr>
        <p:txBody>
          <a:bodyPr wrap="square" lIns="0" tIns="0" rIns="0" bIns="0">
            <a:spAutoFit/>
          </a:bodyPr>
          <a:lstStyle/>
          <a:p>
            <a:pPr marR="0" lvl="0" algn="l" defTabSz="685434" rtl="0" eaLnBrk="1" fontAlgn="auto" latinLnBrk="0" hangingPunct="1">
              <a:lnSpc>
                <a:spcPct val="100000"/>
              </a:lnSpc>
              <a:spcBef>
                <a:spcPct val="20000"/>
              </a:spcBef>
              <a:spcAft>
                <a:spcPts val="1800"/>
              </a:spcAft>
              <a:buClr>
                <a:srgbClr val="FFE600"/>
              </a:buClr>
              <a:buSzPct val="70000"/>
              <a:tabLst/>
              <a:defRPr/>
            </a:pPr>
            <a:r>
              <a:rPr lang="en-US" sz="1400" noProof="0">
                <a:solidFill>
                  <a:schemeClr val="bg1"/>
                </a:solidFill>
                <a:latin typeface="EYInterstate Light" panose="02000506000000020004" pitchFamily="2" charset="0"/>
              </a:rPr>
              <a:t>For the organization, CX is the consistent day-to-day delivery of your brand promise and values to customers and employees. </a:t>
            </a:r>
          </a:p>
          <a:p>
            <a:pPr marR="0" lvl="0" algn="l" defTabSz="685434" rtl="0" eaLnBrk="1" fontAlgn="auto" latinLnBrk="0" hangingPunct="1">
              <a:lnSpc>
                <a:spcPct val="100000"/>
              </a:lnSpc>
              <a:spcBef>
                <a:spcPct val="20000"/>
              </a:spcBef>
              <a:spcAft>
                <a:spcPts val="1800"/>
              </a:spcAft>
              <a:buClr>
                <a:srgbClr val="FFE600"/>
              </a:buClr>
              <a:buSzPct val="70000"/>
              <a:tabLst/>
              <a:defRPr/>
            </a:pPr>
            <a:r>
              <a:rPr lang="en-US" sz="1400" noProof="0">
                <a:solidFill>
                  <a:schemeClr val="bg1"/>
                </a:solidFill>
                <a:latin typeface="EYInterstate Light" panose="02000506000000020004" pitchFamily="2" charset="0"/>
              </a:rPr>
              <a:t>By adding value to the organization, you automatically add value to the customer.</a:t>
            </a:r>
          </a:p>
        </p:txBody>
      </p:sp>
      <p:grpSp>
        <p:nvGrpSpPr>
          <p:cNvPr id="12" name="Group 11">
            <a:extLst>
              <a:ext uri="{FF2B5EF4-FFF2-40B4-BE49-F238E27FC236}">
                <a16:creationId xmlns:a16="http://schemas.microsoft.com/office/drawing/2014/main" id="{F56D37AD-57FD-3A03-D2EE-C89820BB2187}"/>
              </a:ext>
            </a:extLst>
          </p:cNvPr>
          <p:cNvGrpSpPr/>
          <p:nvPr/>
        </p:nvGrpSpPr>
        <p:grpSpPr>
          <a:xfrm>
            <a:off x="3089194" y="2492899"/>
            <a:ext cx="5518496" cy="2750706"/>
            <a:chOff x="3945845" y="2796145"/>
            <a:chExt cx="4301730" cy="2144206"/>
          </a:xfrm>
        </p:grpSpPr>
        <p:sp>
          <p:nvSpPr>
            <p:cNvPr id="5" name="TextBox 4">
              <a:extLst>
                <a:ext uri="{FF2B5EF4-FFF2-40B4-BE49-F238E27FC236}">
                  <a16:creationId xmlns:a16="http://schemas.microsoft.com/office/drawing/2014/main" id="{8E5CC297-0F9B-8A1E-CC22-E29A1024DBE7}"/>
                </a:ext>
              </a:extLst>
            </p:cNvPr>
            <p:cNvSpPr txBox="1"/>
            <p:nvPr/>
          </p:nvSpPr>
          <p:spPr>
            <a:xfrm>
              <a:off x="4156858" y="3710155"/>
              <a:ext cx="1760914" cy="309480"/>
            </a:xfrm>
            <a:prstGeom prst="rect">
              <a:avLst/>
            </a:prstGeom>
            <a:noFill/>
          </p:spPr>
          <p:txBody>
            <a:bodyPr wrap="square" lIns="0" tIns="27418" rIns="0" bIns="0" rtlCol="0">
              <a:spAutoFit/>
            </a:bodyPr>
            <a:lstStyle/>
            <a:p>
              <a:pPr algn="ctr">
                <a:defRPr/>
              </a:pPr>
              <a:r>
                <a:rPr lang="en-GB" sz="2400" b="1">
                  <a:solidFill>
                    <a:schemeClr val="bg1"/>
                  </a:solidFill>
                  <a:latin typeface="EYInterstate Regular" panose="02000503020000020004" pitchFamily="2" charset="0"/>
                </a:rPr>
                <a:t>Customer</a:t>
              </a:r>
            </a:p>
          </p:txBody>
        </p:sp>
        <p:sp>
          <p:nvSpPr>
            <p:cNvPr id="6" name="TextBox 5">
              <a:extLst>
                <a:ext uri="{FF2B5EF4-FFF2-40B4-BE49-F238E27FC236}">
                  <a16:creationId xmlns:a16="http://schemas.microsoft.com/office/drawing/2014/main" id="{D5611CF7-A719-E7D6-0A1A-930C5C6F558A}"/>
                </a:ext>
              </a:extLst>
            </p:cNvPr>
            <p:cNvSpPr txBox="1"/>
            <p:nvPr/>
          </p:nvSpPr>
          <p:spPr>
            <a:xfrm>
              <a:off x="6293684" y="3710155"/>
              <a:ext cx="1760914" cy="309480"/>
            </a:xfrm>
            <a:prstGeom prst="rect">
              <a:avLst/>
            </a:prstGeom>
            <a:noFill/>
          </p:spPr>
          <p:txBody>
            <a:bodyPr wrap="square" lIns="0" tIns="27418" rIns="0" bIns="0" rtlCol="0">
              <a:spAutoFit/>
            </a:bodyPr>
            <a:lstStyle/>
            <a:p>
              <a:pPr algn="ctr">
                <a:defRPr/>
              </a:pPr>
              <a:r>
                <a:rPr lang="en-GB" sz="2400" b="1">
                  <a:solidFill>
                    <a:schemeClr val="bg1"/>
                  </a:solidFill>
                  <a:latin typeface="EYInterstate Regular" panose="02000503020000020004" pitchFamily="2" charset="0"/>
                </a:rPr>
                <a:t>Company</a:t>
              </a:r>
            </a:p>
          </p:txBody>
        </p:sp>
        <p:pic>
          <p:nvPicPr>
            <p:cNvPr id="11" name="Graphic 10">
              <a:extLst>
                <a:ext uri="{FF2B5EF4-FFF2-40B4-BE49-F238E27FC236}">
                  <a16:creationId xmlns:a16="http://schemas.microsoft.com/office/drawing/2014/main" id="{CB13D5BC-84F0-9AD6-70DC-D1A8E22401D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945845" y="2796145"/>
              <a:ext cx="4301730" cy="2144206"/>
            </a:xfrm>
            <a:prstGeom prst="rect">
              <a:avLst/>
            </a:prstGeom>
          </p:spPr>
        </p:pic>
      </p:grpSp>
    </p:spTree>
    <p:extLst>
      <p:ext uri="{BB962C8B-B14F-4D97-AF65-F5344CB8AC3E}">
        <p14:creationId xmlns:p14="http://schemas.microsoft.com/office/powerpoint/2010/main" val="9984968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D76072-9FF0-7C33-833B-5E9CD9B8C9C0}"/>
              </a:ext>
            </a:extLst>
          </p:cNvPr>
          <p:cNvSpPr>
            <a:spLocks noGrp="1"/>
          </p:cNvSpPr>
          <p:nvPr>
            <p:ph type="title"/>
          </p:nvPr>
        </p:nvSpPr>
        <p:spPr/>
        <p:txBody>
          <a:bodyPr/>
          <a:lstStyle/>
          <a:p>
            <a:r>
              <a:rPr lang="en-US" sz="2400">
                <a:latin typeface="EYInterstate Regular" panose="02000503020000020004" pitchFamily="2" charset="0"/>
              </a:rPr>
              <a:t>CX for the customer</a:t>
            </a:r>
          </a:p>
        </p:txBody>
      </p:sp>
      <p:sp>
        <p:nvSpPr>
          <p:cNvPr id="6" name="Footer Placeholder 5">
            <a:extLst>
              <a:ext uri="{FF2B5EF4-FFF2-40B4-BE49-F238E27FC236}">
                <a16:creationId xmlns:a16="http://schemas.microsoft.com/office/drawing/2014/main" id="{91D45A7D-9983-01EA-B8D8-BCF725093E6B}"/>
              </a:ext>
            </a:extLst>
          </p:cNvPr>
          <p:cNvSpPr>
            <a:spLocks noGrp="1"/>
          </p:cNvSpPr>
          <p:nvPr>
            <p:ph type="ftr" sz="quarter" idx="18"/>
          </p:nvPr>
        </p:nvSpPr>
        <p:spPr/>
        <p:txBody>
          <a:bodyPr/>
          <a:lstStyle/>
          <a:p>
            <a:r>
              <a:rPr lang="en-US" noProof="0"/>
              <a:t>Customer Experience</a:t>
            </a:r>
          </a:p>
        </p:txBody>
      </p:sp>
      <p:sp>
        <p:nvSpPr>
          <p:cNvPr id="5" name="Slide Number Placeholder 4">
            <a:extLst>
              <a:ext uri="{FF2B5EF4-FFF2-40B4-BE49-F238E27FC236}">
                <a16:creationId xmlns:a16="http://schemas.microsoft.com/office/drawing/2014/main" id="{16538CCC-1C21-0543-E1E5-58EDB66D68A4}"/>
              </a:ext>
            </a:extLst>
          </p:cNvPr>
          <p:cNvSpPr>
            <a:spLocks noGrp="1"/>
          </p:cNvSpPr>
          <p:nvPr>
            <p:ph type="sldNum" sz="quarter" idx="19"/>
          </p:nvPr>
        </p:nvSpPr>
        <p:spPr/>
        <p:txBody>
          <a:bodyPr/>
          <a:lstStyle/>
          <a:p>
            <a:fld id="{94FCA0F3-9F3A-694B-99BB-0E592A797735}" type="slidenum">
              <a:rPr lang="en-US" noProof="0" smtClean="0"/>
              <a:t>10</a:t>
            </a:fld>
            <a:endParaRPr lang="en-US" noProof="0"/>
          </a:p>
        </p:txBody>
      </p:sp>
      <p:sp>
        <p:nvSpPr>
          <p:cNvPr id="28" name="Freeform 77">
            <a:extLst>
              <a:ext uri="{FF2B5EF4-FFF2-40B4-BE49-F238E27FC236}">
                <a16:creationId xmlns:a16="http://schemas.microsoft.com/office/drawing/2014/main" id="{73BF6F02-D596-A7C4-17D3-13FA1CFD3ED6}"/>
              </a:ext>
            </a:extLst>
          </p:cNvPr>
          <p:cNvSpPr/>
          <p:nvPr/>
        </p:nvSpPr>
        <p:spPr>
          <a:xfrm>
            <a:off x="6406296" y="2929910"/>
            <a:ext cx="900078" cy="900079"/>
          </a:xfrm>
          <a:custGeom>
            <a:avLst/>
            <a:gdLst>
              <a:gd name="connsiteX0" fmla="*/ -61 w 900078"/>
              <a:gd name="connsiteY0" fmla="*/ 447300 h 900079"/>
              <a:gd name="connsiteX1" fmla="*/ 450741 w 900078"/>
              <a:gd name="connsiteY1" fmla="*/ -1977 h 900079"/>
              <a:gd name="connsiteX2" fmla="*/ 900017 w 900078"/>
              <a:gd name="connsiteY2" fmla="*/ 448824 h 900079"/>
              <a:gd name="connsiteX3" fmla="*/ 449978 w 900078"/>
              <a:gd name="connsiteY3" fmla="*/ 898102 h 900079"/>
              <a:gd name="connsiteX4" fmla="*/ -61 w 900078"/>
              <a:gd name="connsiteY4" fmla="*/ 447300 h 9000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0078" h="900079">
                <a:moveTo>
                  <a:pt x="-61" y="447300"/>
                </a:moveTo>
                <a:cubicBezTo>
                  <a:pt x="359" y="198761"/>
                  <a:pt x="202189" y="-2359"/>
                  <a:pt x="450741" y="-1977"/>
                </a:cubicBezTo>
                <a:cubicBezTo>
                  <a:pt x="699292" y="-1595"/>
                  <a:pt x="900436" y="200288"/>
                  <a:pt x="900017" y="448824"/>
                </a:cubicBezTo>
                <a:cubicBezTo>
                  <a:pt x="899598" y="697109"/>
                  <a:pt x="698224" y="898102"/>
                  <a:pt x="449978" y="898102"/>
                </a:cubicBezTo>
                <a:cubicBezTo>
                  <a:pt x="201223" y="897847"/>
                  <a:pt x="-277" y="696094"/>
                  <a:pt x="-61" y="447300"/>
                </a:cubicBezTo>
                <a:close/>
              </a:path>
            </a:pathLst>
          </a:custGeom>
          <a:solidFill>
            <a:srgbClr val="C4C4CD"/>
          </a:solidFill>
          <a:ln w="12710" cap="flat">
            <a:noFill/>
            <a:prstDash val="solid"/>
            <a:miter/>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2E2E38"/>
                </a:solidFill>
                <a:effectLst/>
                <a:uLnTx/>
                <a:uFillTx/>
              </a:rPr>
              <a:t>Adverts</a:t>
            </a:r>
          </a:p>
        </p:txBody>
      </p:sp>
      <p:pic>
        <p:nvPicPr>
          <p:cNvPr id="29" name="Picture 28">
            <a:extLst>
              <a:ext uri="{FF2B5EF4-FFF2-40B4-BE49-F238E27FC236}">
                <a16:creationId xmlns:a16="http://schemas.microsoft.com/office/drawing/2014/main" id="{F1CA1F8B-1D2A-A4F4-5B0B-1A5E8AB13018}"/>
              </a:ext>
            </a:extLst>
          </p:cNvPr>
          <p:cNvPicPr>
            <a:picLocks noChangeAspect="1"/>
          </p:cNvPicPr>
          <p:nvPr/>
        </p:nvPicPr>
        <p:blipFill>
          <a:blip r:embed="rId3" cstate="print">
            <a:extLst>
              <a:ext uri="{28A0092B-C50C-407E-A947-70E740481C1C}">
                <a14:useLocalDpi xmlns:a14="http://schemas.microsoft.com/office/drawing/2010/main"/>
              </a:ext>
            </a:extLst>
          </a:blip>
          <a:srcRect/>
          <a:stretch/>
        </p:blipFill>
        <p:spPr>
          <a:xfrm>
            <a:off x="7171381" y="2253762"/>
            <a:ext cx="2794068" cy="2789885"/>
          </a:xfrm>
          <a:prstGeom prst="ellipse">
            <a:avLst/>
          </a:prstGeom>
          <a:solidFill>
            <a:srgbClr val="C4C4CD"/>
          </a:solidFill>
        </p:spPr>
      </p:pic>
      <p:sp>
        <p:nvSpPr>
          <p:cNvPr id="30" name="Rectangle 29">
            <a:extLst>
              <a:ext uri="{FF2B5EF4-FFF2-40B4-BE49-F238E27FC236}">
                <a16:creationId xmlns:a16="http://schemas.microsoft.com/office/drawing/2014/main" id="{5FD0F33A-8292-86BC-09B0-B0DAB38463F1}"/>
              </a:ext>
            </a:extLst>
          </p:cNvPr>
          <p:cNvSpPr/>
          <p:nvPr/>
        </p:nvSpPr>
        <p:spPr>
          <a:xfrm>
            <a:off x="1905000" y="2408693"/>
            <a:ext cx="1000125" cy="256677"/>
          </a:xfrm>
          <a:prstGeom prst="rect">
            <a:avLst/>
          </a:prstGeom>
          <a:solidFill>
            <a:srgbClr val="FFE600"/>
          </a:solidFill>
          <a:ln w="9525"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ysClr val="windowText" lastClr="000000"/>
              </a:solidFill>
              <a:effectLst/>
              <a:uLnTx/>
              <a:uFillTx/>
              <a:latin typeface="EYInterstate Light"/>
              <a:ea typeface="+mn-ea"/>
              <a:cs typeface="+mn-cs"/>
            </a:endParaRPr>
          </a:p>
        </p:txBody>
      </p:sp>
      <p:sp>
        <p:nvSpPr>
          <p:cNvPr id="31" name="TextBox 30">
            <a:extLst>
              <a:ext uri="{FF2B5EF4-FFF2-40B4-BE49-F238E27FC236}">
                <a16:creationId xmlns:a16="http://schemas.microsoft.com/office/drawing/2014/main" id="{5CE06AD4-7FA7-26A9-B450-0C7055D133B8}"/>
              </a:ext>
            </a:extLst>
          </p:cNvPr>
          <p:cNvSpPr txBox="1"/>
          <p:nvPr/>
        </p:nvSpPr>
        <p:spPr>
          <a:xfrm>
            <a:off x="1238250" y="2418218"/>
            <a:ext cx="3581044" cy="2496068"/>
          </a:xfrm>
          <a:prstGeom prst="rect">
            <a:avLst/>
          </a:prstGeom>
          <a:noFill/>
        </p:spPr>
        <p:txBody>
          <a:bodyPr wrap="square" lIns="0" tIns="0" rIns="0" bIns="0" anchor="t">
            <a:spAutoFit/>
          </a:bodyPr>
          <a:lstStyle/>
          <a:p>
            <a:pPr marL="0" marR="0" lvl="0" indent="0" defTabSz="685434" eaLnBrk="1" fontAlgn="auto" latinLnBrk="0" hangingPunct="1">
              <a:lnSpc>
                <a:spcPct val="100000"/>
              </a:lnSpc>
              <a:spcBef>
                <a:spcPct val="20000"/>
              </a:spcBef>
              <a:spcAft>
                <a:spcPts val="1800"/>
              </a:spcAft>
              <a:buClr>
                <a:srgbClr val="FFE600"/>
              </a:buClr>
              <a:buSzPct val="70000"/>
              <a:buFontTx/>
              <a:buNone/>
              <a:tabLst/>
              <a:defRPr/>
            </a:pPr>
            <a:r>
              <a:rPr kumimoji="0" lang="en-US" sz="1600" b="0" i="0" u="none" strike="noStrike" kern="0" cap="none" spc="0" normalizeH="0" baseline="0" noProof="0">
                <a:ln>
                  <a:noFill/>
                </a:ln>
                <a:solidFill>
                  <a:schemeClr val="bg1"/>
                </a:solidFill>
                <a:effectLst/>
                <a:uLnTx/>
                <a:uFillTx/>
                <a:ea typeface="Calibri" panose="020F0502020204030204" pitchFamily="34" charset="0"/>
              </a:rPr>
              <a:t>For the </a:t>
            </a:r>
            <a:r>
              <a:rPr kumimoji="0" lang="en-US" sz="1600" b="1" i="0" u="none" strike="noStrike" kern="0" cap="none" spc="0" normalizeH="0" baseline="0" noProof="0">
                <a:ln>
                  <a:noFill/>
                </a:ln>
                <a:solidFill>
                  <a:srgbClr val="2E2E38"/>
                </a:solidFill>
                <a:effectLst/>
                <a:uLnTx/>
                <a:uFillTx/>
                <a:latin typeface="EYInterstate Regular" panose="02000503020000020004" pitchFamily="2" charset="0"/>
                <a:ea typeface="Calibri" panose="020F0502020204030204" pitchFamily="34" charset="0"/>
              </a:rPr>
              <a:t>customer</a:t>
            </a:r>
            <a:r>
              <a:rPr kumimoji="0" lang="en-US" sz="1600" b="0" i="0" u="none" strike="noStrike" kern="0" cap="none" spc="0" normalizeH="0" baseline="0" noProof="0">
                <a:ln>
                  <a:noFill/>
                </a:ln>
                <a:solidFill>
                  <a:srgbClr val="2E2E38"/>
                </a:solidFill>
                <a:effectLst/>
                <a:uLnTx/>
                <a:uFillTx/>
                <a:ea typeface="Calibri" panose="020F0502020204030204" pitchFamily="34" charset="0"/>
              </a:rPr>
              <a:t>, </a:t>
            </a:r>
            <a:r>
              <a:rPr kumimoji="0" lang="en-US" sz="1600" b="0" i="0" u="none" strike="noStrike" kern="0" cap="none" spc="0" normalizeH="0" baseline="0" noProof="0">
                <a:ln>
                  <a:noFill/>
                </a:ln>
                <a:solidFill>
                  <a:schemeClr val="bg1"/>
                </a:solidFill>
                <a:effectLst/>
                <a:uLnTx/>
                <a:uFillTx/>
                <a:ea typeface="Calibri" panose="020F0502020204030204" pitchFamily="34" charset="0"/>
              </a:rPr>
              <a:t>CX is the way they feel about your organization: the sum total of their perceptions based on every encounter they’ve had, over their lifetime, with your services, products and employees.</a:t>
            </a:r>
          </a:p>
          <a:p>
            <a:pPr marL="0" marR="0" lvl="0" indent="0" defTabSz="685434" eaLnBrk="1" fontAlgn="auto" latinLnBrk="0" hangingPunct="1">
              <a:lnSpc>
                <a:spcPct val="100000"/>
              </a:lnSpc>
              <a:spcBef>
                <a:spcPct val="20000"/>
              </a:spcBef>
              <a:spcAft>
                <a:spcPts val="1800"/>
              </a:spcAft>
              <a:buClr>
                <a:srgbClr val="FFE600"/>
              </a:buClr>
              <a:buSzPct val="70000"/>
              <a:buFontTx/>
              <a:buNone/>
              <a:tabLst/>
              <a:defRPr/>
            </a:pPr>
            <a:r>
              <a:rPr kumimoji="0" lang="en-US" sz="1600" b="0" i="0" u="none" strike="noStrike" kern="0" cap="none" spc="0" normalizeH="0" baseline="0" noProof="0">
                <a:ln>
                  <a:noFill/>
                </a:ln>
                <a:solidFill>
                  <a:schemeClr val="bg1"/>
                </a:solidFill>
                <a:effectLst/>
                <a:uLnTx/>
                <a:uFillTx/>
                <a:ea typeface="Calibri" panose="020F0502020204030204" pitchFamily="34" charset="0"/>
              </a:rPr>
              <a:t>You don’t control it: CX is also influenced by external opinions, press, media and even popular culture.</a:t>
            </a:r>
            <a:endParaRPr kumimoji="0" lang="en-US" sz="1600" b="0" i="0" u="none" strike="noStrike" kern="0" cap="none" spc="0" normalizeH="0" baseline="0" noProof="0">
              <a:ln>
                <a:noFill/>
              </a:ln>
              <a:solidFill>
                <a:schemeClr val="bg1"/>
              </a:solidFill>
              <a:effectLst/>
              <a:uLnTx/>
              <a:uFillTx/>
            </a:endParaRPr>
          </a:p>
        </p:txBody>
      </p:sp>
      <p:sp>
        <p:nvSpPr>
          <p:cNvPr id="32" name="Oval 31">
            <a:extLst>
              <a:ext uri="{FF2B5EF4-FFF2-40B4-BE49-F238E27FC236}">
                <a16:creationId xmlns:a16="http://schemas.microsoft.com/office/drawing/2014/main" id="{9331E089-C431-3F23-1F2C-F017402B45C6}"/>
              </a:ext>
            </a:extLst>
          </p:cNvPr>
          <p:cNvSpPr>
            <a:spLocks noChangeAspect="1"/>
          </p:cNvSpPr>
          <p:nvPr/>
        </p:nvSpPr>
        <p:spPr>
          <a:xfrm>
            <a:off x="5956335" y="1837870"/>
            <a:ext cx="900000" cy="900000"/>
          </a:xfrm>
          <a:prstGeom prst="ellipse">
            <a:avLst/>
          </a:prstGeom>
          <a:solidFill>
            <a:srgbClr val="C4C4CD"/>
          </a:solidFill>
          <a:ln w="9525" cap="flat" cmpd="sng" algn="ctr">
            <a:noFill/>
            <a:prstDash val="solid"/>
          </a:ln>
          <a:effectLst/>
        </p:spPr>
        <p:txBody>
          <a:bodyPr lIns="0" tIns="0" rIns="0" bIns="0"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2E2E38"/>
                </a:solidFill>
                <a:effectLst/>
                <a:uLnTx/>
                <a:uFillTx/>
                <a:latin typeface="EYInterstate Light"/>
                <a:ea typeface="Calibri" panose="020F0502020204030204" pitchFamily="34" charset="0"/>
                <a:cs typeface="+mn-cs"/>
              </a:rPr>
              <a:t>All channels</a:t>
            </a:r>
            <a:endParaRPr kumimoji="0" lang="en-US" sz="12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33" name="Oval 32">
            <a:extLst>
              <a:ext uri="{FF2B5EF4-FFF2-40B4-BE49-F238E27FC236}">
                <a16:creationId xmlns:a16="http://schemas.microsoft.com/office/drawing/2014/main" id="{CEF21086-AA2F-714A-9D5A-D6AE2EF613AE}"/>
              </a:ext>
            </a:extLst>
          </p:cNvPr>
          <p:cNvSpPr>
            <a:spLocks noChangeAspect="1"/>
          </p:cNvSpPr>
          <p:nvPr/>
        </p:nvSpPr>
        <p:spPr>
          <a:xfrm>
            <a:off x="7211034" y="503886"/>
            <a:ext cx="900000" cy="900000"/>
          </a:xfrm>
          <a:prstGeom prst="ellipse">
            <a:avLst/>
          </a:prstGeom>
          <a:solidFill>
            <a:srgbClr val="C4C4CD"/>
          </a:solidFill>
          <a:ln w="9525" cap="flat" cmpd="sng" algn="ctr">
            <a:noFill/>
            <a:prstDash val="solid"/>
          </a:ln>
          <a:effectLst/>
        </p:spPr>
        <p:txBody>
          <a:bodyPr lIns="0" tIns="0" rIns="0" bIns="0"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2E2E38"/>
                </a:solidFill>
                <a:effectLst/>
                <a:uLnTx/>
                <a:uFillTx/>
                <a:latin typeface="EYInterstate Light"/>
                <a:ea typeface="Calibri" panose="020F0502020204030204" pitchFamily="34" charset="0"/>
                <a:cs typeface="+mn-cs"/>
              </a:rPr>
              <a:t>On-boarding</a:t>
            </a:r>
            <a:endParaRPr kumimoji="0" lang="en-US" sz="12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34" name="Oval 33">
            <a:extLst>
              <a:ext uri="{FF2B5EF4-FFF2-40B4-BE49-F238E27FC236}">
                <a16:creationId xmlns:a16="http://schemas.microsoft.com/office/drawing/2014/main" id="{89F02384-2C2C-A3C4-CCFB-57BA458966BD}"/>
              </a:ext>
            </a:extLst>
          </p:cNvPr>
          <p:cNvSpPr>
            <a:spLocks noChangeAspect="1"/>
          </p:cNvSpPr>
          <p:nvPr/>
        </p:nvSpPr>
        <p:spPr>
          <a:xfrm>
            <a:off x="6299002" y="4245457"/>
            <a:ext cx="900000" cy="900000"/>
          </a:xfrm>
          <a:prstGeom prst="ellipse">
            <a:avLst/>
          </a:prstGeom>
          <a:solidFill>
            <a:srgbClr val="C4C4CD"/>
          </a:solidFill>
          <a:ln w="9525" cap="flat" cmpd="sng" algn="ctr">
            <a:noFill/>
            <a:prstDash val="solid"/>
          </a:ln>
          <a:effectLst/>
        </p:spPr>
        <p:txBody>
          <a:bodyPr lIns="0" tIns="0" rIns="0" bIns="0"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2E2E38"/>
                </a:solidFill>
                <a:effectLst/>
                <a:uLnTx/>
                <a:uFillTx/>
                <a:latin typeface="EYInterstate Light"/>
                <a:ea typeface="Calibri" panose="020F0502020204030204" pitchFamily="34" charset="0"/>
                <a:cs typeface="+mn-cs"/>
              </a:rPr>
              <a:t>Products</a:t>
            </a:r>
            <a:endParaRPr kumimoji="0" lang="en-US" sz="12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35" name="Oval 34">
            <a:extLst>
              <a:ext uri="{FF2B5EF4-FFF2-40B4-BE49-F238E27FC236}">
                <a16:creationId xmlns:a16="http://schemas.microsoft.com/office/drawing/2014/main" id="{11AFF592-5BC9-4BBA-BD53-976E02B1525E}"/>
              </a:ext>
            </a:extLst>
          </p:cNvPr>
          <p:cNvSpPr>
            <a:spLocks noChangeAspect="1"/>
          </p:cNvSpPr>
          <p:nvPr/>
        </p:nvSpPr>
        <p:spPr>
          <a:xfrm>
            <a:off x="9476299" y="4052954"/>
            <a:ext cx="900000" cy="900000"/>
          </a:xfrm>
          <a:prstGeom prst="ellipse">
            <a:avLst/>
          </a:prstGeom>
          <a:solidFill>
            <a:srgbClr val="C4C4CD"/>
          </a:solidFill>
          <a:ln w="9525" cap="flat" cmpd="sng" algn="ctr">
            <a:noFill/>
            <a:prstDash val="solid"/>
          </a:ln>
          <a:effectLst/>
        </p:spPr>
        <p:txBody>
          <a:bodyPr lIns="0" tIns="0" rIns="0" bIns="0"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2E2E38"/>
                </a:solidFill>
                <a:effectLst/>
                <a:uLnTx/>
                <a:uFillTx/>
                <a:latin typeface="EYInterstate Light"/>
                <a:ea typeface="Calibri" panose="020F0502020204030204" pitchFamily="34" charset="0"/>
                <a:cs typeface="+mn-cs"/>
              </a:rPr>
              <a:t>IVR menu</a:t>
            </a:r>
            <a:endParaRPr kumimoji="0" lang="en-US" sz="12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36" name="Oval 35">
            <a:extLst>
              <a:ext uri="{FF2B5EF4-FFF2-40B4-BE49-F238E27FC236}">
                <a16:creationId xmlns:a16="http://schemas.microsoft.com/office/drawing/2014/main" id="{C46BA7F0-6450-25BF-90AB-1C3601A541EA}"/>
              </a:ext>
            </a:extLst>
          </p:cNvPr>
          <p:cNvSpPr>
            <a:spLocks noChangeAspect="1"/>
          </p:cNvSpPr>
          <p:nvPr/>
        </p:nvSpPr>
        <p:spPr>
          <a:xfrm>
            <a:off x="7329750" y="4739082"/>
            <a:ext cx="900000" cy="900000"/>
          </a:xfrm>
          <a:prstGeom prst="ellipse">
            <a:avLst/>
          </a:prstGeom>
          <a:solidFill>
            <a:srgbClr val="C4C4CD"/>
          </a:solidFill>
          <a:ln w="9525" cap="flat" cmpd="sng" algn="ctr">
            <a:noFill/>
            <a:prstDash val="solid"/>
          </a:ln>
          <a:effectLst/>
        </p:spPr>
        <p:txBody>
          <a:bodyPr lIns="0" tIns="0" rIns="0" bIns="0"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2E2E38"/>
                </a:solidFill>
                <a:effectLst/>
                <a:uLnTx/>
                <a:uFillTx/>
                <a:latin typeface="EYInterstate Light"/>
                <a:ea typeface="Calibri" panose="020F0502020204030204" pitchFamily="34" charset="0"/>
                <a:cs typeface="+mn-cs"/>
              </a:rPr>
              <a:t>Conver-</a:t>
            </a:r>
            <a:r>
              <a:rPr kumimoji="0" lang="en-US" sz="1200" b="0" i="0" u="none" strike="noStrike" kern="0" cap="none" spc="0" normalizeH="0" baseline="0" noProof="0" err="1">
                <a:ln>
                  <a:noFill/>
                </a:ln>
                <a:solidFill>
                  <a:srgbClr val="2E2E38"/>
                </a:solidFill>
                <a:effectLst/>
                <a:uLnTx/>
                <a:uFillTx/>
                <a:latin typeface="EYInterstate Light"/>
                <a:ea typeface="Calibri" panose="020F0502020204030204" pitchFamily="34" charset="0"/>
                <a:cs typeface="+mn-cs"/>
              </a:rPr>
              <a:t>sations</a:t>
            </a:r>
            <a:endParaRPr kumimoji="0" lang="en-US" sz="12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37" name="Oval 36">
            <a:extLst>
              <a:ext uri="{FF2B5EF4-FFF2-40B4-BE49-F238E27FC236}">
                <a16:creationId xmlns:a16="http://schemas.microsoft.com/office/drawing/2014/main" id="{EDC01159-74AD-224B-B886-C3BDB3725E16}"/>
              </a:ext>
            </a:extLst>
          </p:cNvPr>
          <p:cNvSpPr>
            <a:spLocks noChangeAspect="1"/>
          </p:cNvSpPr>
          <p:nvPr/>
        </p:nvSpPr>
        <p:spPr>
          <a:xfrm>
            <a:off x="8193654" y="1074205"/>
            <a:ext cx="900000" cy="900000"/>
          </a:xfrm>
          <a:prstGeom prst="ellipse">
            <a:avLst/>
          </a:prstGeom>
          <a:solidFill>
            <a:srgbClr val="C4C4CD"/>
          </a:solidFill>
          <a:ln w="9525" cap="flat" cmpd="sng" algn="ctr">
            <a:noFill/>
            <a:prstDash val="solid"/>
          </a:ln>
          <a:effectLst/>
        </p:spPr>
        <p:txBody>
          <a:bodyPr lIns="0" tIns="0" rIns="0" bIns="0"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2E2E38"/>
                </a:solidFill>
                <a:effectLst/>
                <a:uLnTx/>
                <a:uFillTx/>
                <a:latin typeface="EYInterstate Light"/>
                <a:ea typeface="Calibri" panose="020F0502020204030204" pitchFamily="34" charset="0"/>
                <a:cs typeface="+mn-cs"/>
              </a:rPr>
              <a:t>Payment options</a:t>
            </a:r>
            <a:endParaRPr kumimoji="0" lang="en-US" sz="12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38" name="Oval 37">
            <a:extLst>
              <a:ext uri="{FF2B5EF4-FFF2-40B4-BE49-F238E27FC236}">
                <a16:creationId xmlns:a16="http://schemas.microsoft.com/office/drawing/2014/main" id="{D4B108E5-3DD9-295F-9030-BD8D1B936125}"/>
              </a:ext>
            </a:extLst>
          </p:cNvPr>
          <p:cNvSpPr>
            <a:spLocks noChangeAspect="1"/>
          </p:cNvSpPr>
          <p:nvPr/>
        </p:nvSpPr>
        <p:spPr>
          <a:xfrm>
            <a:off x="7049074" y="1508949"/>
            <a:ext cx="900000" cy="900000"/>
          </a:xfrm>
          <a:prstGeom prst="ellipse">
            <a:avLst/>
          </a:prstGeom>
          <a:solidFill>
            <a:srgbClr val="C4C4CD"/>
          </a:solidFill>
          <a:ln w="9525" cap="flat" cmpd="sng" algn="ctr">
            <a:noFill/>
            <a:prstDash val="solid"/>
          </a:ln>
          <a:effectLst/>
        </p:spPr>
        <p:txBody>
          <a:bodyPr lIns="0" tIns="0" rIns="0" bIns="0"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2E2E38"/>
                </a:solidFill>
                <a:effectLst/>
                <a:uLnTx/>
                <a:uFillTx/>
                <a:latin typeface="EYInterstate Light"/>
                <a:ea typeface="Calibri" panose="020F0502020204030204" pitchFamily="34" charset="0"/>
                <a:cs typeface="+mn-cs"/>
              </a:rPr>
              <a:t>Services</a:t>
            </a:r>
            <a:endParaRPr kumimoji="0" lang="en-US" sz="12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39" name="Oval 38">
            <a:extLst>
              <a:ext uri="{FF2B5EF4-FFF2-40B4-BE49-F238E27FC236}">
                <a16:creationId xmlns:a16="http://schemas.microsoft.com/office/drawing/2014/main" id="{362A5680-F70B-DF53-A59D-2837269590D4}"/>
              </a:ext>
            </a:extLst>
          </p:cNvPr>
          <p:cNvSpPr>
            <a:spLocks noChangeAspect="1"/>
          </p:cNvSpPr>
          <p:nvPr/>
        </p:nvSpPr>
        <p:spPr>
          <a:xfrm>
            <a:off x="9300373" y="539982"/>
            <a:ext cx="900000" cy="900000"/>
          </a:xfrm>
          <a:prstGeom prst="ellipse">
            <a:avLst/>
          </a:prstGeom>
          <a:solidFill>
            <a:srgbClr val="C4C4CD"/>
          </a:solidFill>
          <a:ln w="9525" cap="flat" cmpd="sng" algn="ctr">
            <a:noFill/>
            <a:prstDash val="solid"/>
          </a:ln>
          <a:effectLst/>
        </p:spPr>
        <p:txBody>
          <a:bodyPr lIns="0" tIns="0" rIns="0" bIns="0"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2E2E38"/>
                </a:solidFill>
                <a:effectLst/>
                <a:uLnTx/>
                <a:uFillTx/>
                <a:latin typeface="EYInterstate Light"/>
                <a:ea typeface="Calibri" panose="020F0502020204030204" pitchFamily="34" charset="0"/>
                <a:cs typeface="+mn-cs"/>
              </a:rPr>
              <a:t>Content</a:t>
            </a:r>
            <a:endParaRPr kumimoji="0" lang="en-US" sz="12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40" name="Oval 39">
            <a:extLst>
              <a:ext uri="{FF2B5EF4-FFF2-40B4-BE49-F238E27FC236}">
                <a16:creationId xmlns:a16="http://schemas.microsoft.com/office/drawing/2014/main" id="{53E9D6F9-D3CF-07B0-413D-C04C0D205E9B}"/>
              </a:ext>
            </a:extLst>
          </p:cNvPr>
          <p:cNvSpPr>
            <a:spLocks noChangeAspect="1"/>
          </p:cNvSpPr>
          <p:nvPr/>
        </p:nvSpPr>
        <p:spPr>
          <a:xfrm>
            <a:off x="10344057" y="1150200"/>
            <a:ext cx="900000" cy="900000"/>
          </a:xfrm>
          <a:prstGeom prst="ellipse">
            <a:avLst/>
          </a:prstGeom>
          <a:solidFill>
            <a:srgbClr val="C4C4CD"/>
          </a:solidFill>
          <a:ln w="9525" cap="flat" cmpd="sng" algn="ctr">
            <a:noFill/>
            <a:prstDash val="solid"/>
          </a:ln>
          <a:effectLst/>
        </p:spPr>
        <p:txBody>
          <a:bodyPr lIns="0" tIns="0" rIns="0" bIns="0"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2E2E38"/>
                </a:solidFill>
                <a:effectLst/>
                <a:uLnTx/>
                <a:uFillTx/>
                <a:latin typeface="EYInterstate Light"/>
                <a:ea typeface="Calibri" panose="020F0502020204030204" pitchFamily="34" charset="0"/>
                <a:cs typeface="+mn-cs"/>
              </a:rPr>
              <a:t>Website</a:t>
            </a:r>
            <a:endParaRPr kumimoji="0" lang="en-US" sz="12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41" name="Oval 40">
            <a:extLst>
              <a:ext uri="{FF2B5EF4-FFF2-40B4-BE49-F238E27FC236}">
                <a16:creationId xmlns:a16="http://schemas.microsoft.com/office/drawing/2014/main" id="{F9905F4A-DBE9-1C9D-4E08-A3BDB5DBA700}"/>
              </a:ext>
            </a:extLst>
          </p:cNvPr>
          <p:cNvSpPr>
            <a:spLocks noChangeAspect="1"/>
          </p:cNvSpPr>
          <p:nvPr/>
        </p:nvSpPr>
        <p:spPr>
          <a:xfrm>
            <a:off x="10357843" y="3379950"/>
            <a:ext cx="900000" cy="900000"/>
          </a:xfrm>
          <a:prstGeom prst="ellipse">
            <a:avLst/>
          </a:prstGeom>
          <a:solidFill>
            <a:srgbClr val="C4C4CD"/>
          </a:solidFill>
          <a:ln w="9525" cap="flat" cmpd="sng" algn="ctr">
            <a:noFill/>
            <a:prstDash val="solid"/>
          </a:ln>
          <a:effectLst/>
        </p:spPr>
        <p:txBody>
          <a:bodyPr lIns="0" tIns="0" rIns="0" bIns="0"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2E2E38"/>
                </a:solidFill>
                <a:effectLst/>
                <a:uLnTx/>
                <a:uFillTx/>
                <a:latin typeface="EYInterstate Light"/>
                <a:ea typeface="Calibri" panose="020F0502020204030204" pitchFamily="34" charset="0"/>
                <a:cs typeface="+mn-cs"/>
              </a:rPr>
              <a:t>Product range</a:t>
            </a:r>
            <a:endParaRPr kumimoji="0" lang="en-US" sz="12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42" name="Oval 41">
            <a:extLst>
              <a:ext uri="{FF2B5EF4-FFF2-40B4-BE49-F238E27FC236}">
                <a16:creationId xmlns:a16="http://schemas.microsoft.com/office/drawing/2014/main" id="{97693FD8-4615-43EA-F98B-52D5AFF16597}"/>
              </a:ext>
            </a:extLst>
          </p:cNvPr>
          <p:cNvSpPr>
            <a:spLocks noChangeAspect="1"/>
          </p:cNvSpPr>
          <p:nvPr/>
        </p:nvSpPr>
        <p:spPr>
          <a:xfrm>
            <a:off x="8093418" y="5772313"/>
            <a:ext cx="900000" cy="900000"/>
          </a:xfrm>
          <a:prstGeom prst="ellipse">
            <a:avLst/>
          </a:prstGeom>
          <a:solidFill>
            <a:srgbClr val="C4C4CD"/>
          </a:solidFill>
          <a:ln w="9525" cap="flat" cmpd="sng" algn="ctr">
            <a:noFill/>
            <a:prstDash val="solid"/>
          </a:ln>
          <a:effectLst/>
        </p:spPr>
        <p:txBody>
          <a:bodyPr lIns="0" tIns="0" rIns="0" bIns="0"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err="1">
                <a:ln>
                  <a:noFill/>
                </a:ln>
                <a:solidFill>
                  <a:srgbClr val="2E2E38"/>
                </a:solidFill>
                <a:effectLst/>
                <a:uLnTx/>
                <a:uFillTx/>
                <a:latin typeface="EYInterstate Light"/>
                <a:ea typeface="Calibri" panose="020F0502020204030204" pitchFamily="34" charset="0"/>
                <a:cs typeface="+mn-cs"/>
              </a:rPr>
              <a:t>Colleag-ues</a:t>
            </a:r>
            <a:endParaRPr kumimoji="0" lang="en-US" sz="12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43" name="Oval 42">
            <a:extLst>
              <a:ext uri="{FF2B5EF4-FFF2-40B4-BE49-F238E27FC236}">
                <a16:creationId xmlns:a16="http://schemas.microsoft.com/office/drawing/2014/main" id="{1B2E987C-7521-2261-9435-F785C417BAEA}"/>
              </a:ext>
            </a:extLst>
          </p:cNvPr>
          <p:cNvSpPr>
            <a:spLocks noChangeAspect="1"/>
          </p:cNvSpPr>
          <p:nvPr/>
        </p:nvSpPr>
        <p:spPr>
          <a:xfrm>
            <a:off x="5423066" y="3686605"/>
            <a:ext cx="900000" cy="900000"/>
          </a:xfrm>
          <a:prstGeom prst="ellipse">
            <a:avLst/>
          </a:prstGeom>
          <a:solidFill>
            <a:srgbClr val="C4C4CD"/>
          </a:solidFill>
          <a:ln w="9525" cap="flat" cmpd="sng" algn="ctr">
            <a:noFill/>
            <a:prstDash val="solid"/>
          </a:ln>
          <a:effectLst/>
        </p:spPr>
        <p:txBody>
          <a:bodyPr lIns="0" tIns="0" rIns="0" bIns="0"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2E2E38"/>
                </a:solidFill>
                <a:effectLst/>
                <a:uLnTx/>
                <a:uFillTx/>
                <a:latin typeface="EYInterstate Light"/>
                <a:ea typeface="Calibri" panose="020F0502020204030204" pitchFamily="34" charset="0"/>
                <a:cs typeface="+mn-cs"/>
              </a:rPr>
              <a:t>Physical space</a:t>
            </a:r>
            <a:endParaRPr kumimoji="0" lang="en-US" sz="12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44" name="Oval 43">
            <a:extLst>
              <a:ext uri="{FF2B5EF4-FFF2-40B4-BE49-F238E27FC236}">
                <a16:creationId xmlns:a16="http://schemas.microsoft.com/office/drawing/2014/main" id="{EBFDA7A5-791D-E033-30D9-47223ABA3755}"/>
              </a:ext>
            </a:extLst>
          </p:cNvPr>
          <p:cNvSpPr>
            <a:spLocks noChangeAspect="1"/>
          </p:cNvSpPr>
          <p:nvPr/>
        </p:nvSpPr>
        <p:spPr>
          <a:xfrm>
            <a:off x="6429750" y="5520284"/>
            <a:ext cx="900000" cy="900000"/>
          </a:xfrm>
          <a:prstGeom prst="ellipse">
            <a:avLst/>
          </a:prstGeom>
          <a:solidFill>
            <a:srgbClr val="C4C4CD"/>
          </a:solidFill>
          <a:ln w="9525" cap="flat" cmpd="sng" algn="ctr">
            <a:noFill/>
            <a:prstDash val="solid"/>
          </a:ln>
          <a:effectLst/>
        </p:spPr>
        <p:txBody>
          <a:bodyPr lIns="0" tIns="0" rIns="0" bIns="0"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2E2E38"/>
                </a:solidFill>
                <a:effectLst/>
                <a:uLnTx/>
                <a:uFillTx/>
                <a:latin typeface="EYInterstate Light"/>
                <a:ea typeface="Calibri" panose="020F0502020204030204" pitchFamily="34" charset="0"/>
                <a:cs typeface="+mn-cs"/>
              </a:rPr>
              <a:t>Purpose</a:t>
            </a:r>
            <a:endParaRPr kumimoji="0" lang="en-US" sz="12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45" name="Oval 44">
            <a:extLst>
              <a:ext uri="{FF2B5EF4-FFF2-40B4-BE49-F238E27FC236}">
                <a16:creationId xmlns:a16="http://schemas.microsoft.com/office/drawing/2014/main" id="{84E18C55-CA25-016F-8A51-FC376C8F1AE9}"/>
              </a:ext>
            </a:extLst>
          </p:cNvPr>
          <p:cNvSpPr>
            <a:spLocks noChangeAspect="1"/>
          </p:cNvSpPr>
          <p:nvPr/>
        </p:nvSpPr>
        <p:spPr>
          <a:xfrm>
            <a:off x="9965449" y="5529743"/>
            <a:ext cx="900000" cy="900000"/>
          </a:xfrm>
          <a:prstGeom prst="ellipse">
            <a:avLst/>
          </a:prstGeom>
          <a:solidFill>
            <a:srgbClr val="C4C4CD"/>
          </a:solidFill>
          <a:ln w="9525" cap="flat" cmpd="sng" algn="ctr">
            <a:noFill/>
            <a:prstDash val="solid"/>
          </a:ln>
          <a:effectLst/>
        </p:spPr>
        <p:txBody>
          <a:bodyPr lIns="0" tIns="0" rIns="0" bIns="0"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2E2E38"/>
                </a:solidFill>
                <a:effectLst/>
                <a:uLnTx/>
                <a:uFillTx/>
                <a:latin typeface="EYInterstate Light"/>
                <a:ea typeface="Calibri" panose="020F0502020204030204" pitchFamily="34" charset="0"/>
                <a:cs typeface="+mn-cs"/>
              </a:rPr>
              <a:t>Self-service</a:t>
            </a:r>
            <a:endParaRPr kumimoji="0" lang="en-US" sz="12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46" name="Oval 45">
            <a:extLst>
              <a:ext uri="{FF2B5EF4-FFF2-40B4-BE49-F238E27FC236}">
                <a16:creationId xmlns:a16="http://schemas.microsoft.com/office/drawing/2014/main" id="{4823758E-D3A5-356A-367D-5B0ECFAAB6AC}"/>
              </a:ext>
            </a:extLst>
          </p:cNvPr>
          <p:cNvSpPr>
            <a:spLocks noChangeAspect="1"/>
          </p:cNvSpPr>
          <p:nvPr/>
        </p:nvSpPr>
        <p:spPr>
          <a:xfrm>
            <a:off x="9116877" y="1837870"/>
            <a:ext cx="900000" cy="900000"/>
          </a:xfrm>
          <a:prstGeom prst="ellipse">
            <a:avLst/>
          </a:prstGeom>
          <a:solidFill>
            <a:srgbClr val="C4C4CD"/>
          </a:solidFill>
          <a:ln w="9525" cap="flat" cmpd="sng" algn="ctr">
            <a:noFill/>
            <a:prstDash val="solid"/>
          </a:ln>
          <a:effectLst/>
        </p:spPr>
        <p:txBody>
          <a:bodyPr lIns="0" tIns="0" rIns="0" bIns="0"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2E2E38"/>
                </a:solidFill>
                <a:effectLst/>
                <a:uLnTx/>
                <a:uFillTx/>
                <a:latin typeface="EYInterstate Light"/>
                <a:ea typeface="Calibri" panose="020F0502020204030204" pitchFamily="34" charset="0"/>
                <a:cs typeface="+mn-cs"/>
              </a:rPr>
              <a:t>Values</a:t>
            </a:r>
          </a:p>
        </p:txBody>
      </p:sp>
      <p:sp>
        <p:nvSpPr>
          <p:cNvPr id="47" name="Oval 46">
            <a:extLst>
              <a:ext uri="{FF2B5EF4-FFF2-40B4-BE49-F238E27FC236}">
                <a16:creationId xmlns:a16="http://schemas.microsoft.com/office/drawing/2014/main" id="{71D27AAB-5A04-18CF-B737-6FD63B7E8211}"/>
              </a:ext>
            </a:extLst>
          </p:cNvPr>
          <p:cNvSpPr>
            <a:spLocks noChangeAspect="1"/>
          </p:cNvSpPr>
          <p:nvPr/>
        </p:nvSpPr>
        <p:spPr>
          <a:xfrm>
            <a:off x="10295179" y="2215370"/>
            <a:ext cx="900000" cy="900000"/>
          </a:xfrm>
          <a:prstGeom prst="ellipse">
            <a:avLst/>
          </a:prstGeom>
          <a:solidFill>
            <a:srgbClr val="C4C4CD"/>
          </a:solidFill>
          <a:ln w="9525" cap="flat" cmpd="sng" algn="ctr">
            <a:noFill/>
            <a:prstDash val="solid"/>
          </a:ln>
          <a:effectLst/>
        </p:spPr>
        <p:txBody>
          <a:bodyPr lIns="0" tIns="0" rIns="0" bIns="0"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2E2E38"/>
                </a:solidFill>
                <a:effectLst/>
                <a:uLnTx/>
                <a:uFillTx/>
                <a:latin typeface="EYInterstate Light"/>
                <a:ea typeface="Calibri" panose="020F0502020204030204" pitchFamily="34" charset="0"/>
                <a:cs typeface="+mn-cs"/>
              </a:rPr>
              <a:t>Brand</a:t>
            </a:r>
          </a:p>
        </p:txBody>
      </p:sp>
      <p:sp>
        <p:nvSpPr>
          <p:cNvPr id="48" name="Oval 47">
            <a:extLst>
              <a:ext uri="{FF2B5EF4-FFF2-40B4-BE49-F238E27FC236}">
                <a16:creationId xmlns:a16="http://schemas.microsoft.com/office/drawing/2014/main" id="{D1AB78E4-2B85-73DE-5F4E-5F2C452C31D7}"/>
              </a:ext>
            </a:extLst>
          </p:cNvPr>
          <p:cNvSpPr>
            <a:spLocks noChangeAspect="1"/>
          </p:cNvSpPr>
          <p:nvPr/>
        </p:nvSpPr>
        <p:spPr>
          <a:xfrm>
            <a:off x="8850373" y="5070284"/>
            <a:ext cx="900000" cy="900000"/>
          </a:xfrm>
          <a:prstGeom prst="ellipse">
            <a:avLst/>
          </a:prstGeom>
          <a:solidFill>
            <a:srgbClr val="C4C4CD"/>
          </a:solidFill>
          <a:ln w="9525" cap="flat" cmpd="sng" algn="ctr">
            <a:noFill/>
            <a:prstDash val="solid"/>
          </a:ln>
          <a:effectLst/>
        </p:spPr>
        <p:txBody>
          <a:bodyPr lIns="0" tIns="0" rIns="0" bIns="0"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2E2E38"/>
                </a:solidFill>
                <a:effectLst/>
                <a:uLnTx/>
                <a:uFillTx/>
                <a:latin typeface="EYInterstate Light"/>
                <a:ea typeface="Calibri" panose="020F0502020204030204" pitchFamily="34" charset="0"/>
                <a:cs typeface="+mn-cs"/>
              </a:rPr>
              <a:t>Pricing</a:t>
            </a:r>
          </a:p>
        </p:txBody>
      </p:sp>
    </p:spTree>
    <p:extLst>
      <p:ext uri="{BB962C8B-B14F-4D97-AF65-F5344CB8AC3E}">
        <p14:creationId xmlns:p14="http://schemas.microsoft.com/office/powerpoint/2010/main" val="18876038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856362-8D4B-28B5-63BF-FA39C851F1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9F890A-4491-EEC8-3EA4-EB2B78130671}"/>
              </a:ext>
            </a:extLst>
          </p:cNvPr>
          <p:cNvSpPr>
            <a:spLocks noGrp="1"/>
          </p:cNvSpPr>
          <p:nvPr>
            <p:ph type="title"/>
          </p:nvPr>
        </p:nvSpPr>
        <p:spPr/>
        <p:txBody>
          <a:bodyPr/>
          <a:lstStyle/>
          <a:p>
            <a:r>
              <a:rPr lang="en-US" sz="2400">
                <a:latin typeface="EYInterstate Regular" panose="02000503020000020004" pitchFamily="2" charset="0"/>
              </a:rPr>
              <a:t>CX for the organization </a:t>
            </a:r>
          </a:p>
        </p:txBody>
      </p:sp>
      <p:sp>
        <p:nvSpPr>
          <p:cNvPr id="6" name="Footer Placeholder 5">
            <a:extLst>
              <a:ext uri="{FF2B5EF4-FFF2-40B4-BE49-F238E27FC236}">
                <a16:creationId xmlns:a16="http://schemas.microsoft.com/office/drawing/2014/main" id="{3F362513-032E-204E-9472-B5343AA08BE4}"/>
              </a:ext>
            </a:extLst>
          </p:cNvPr>
          <p:cNvSpPr>
            <a:spLocks noGrp="1"/>
          </p:cNvSpPr>
          <p:nvPr>
            <p:ph type="ftr" sz="quarter" idx="18"/>
          </p:nvPr>
        </p:nvSpPr>
        <p:spPr/>
        <p:txBody>
          <a:bodyPr/>
          <a:lstStyle/>
          <a:p>
            <a:r>
              <a:rPr lang="en-US" noProof="0"/>
              <a:t>Customer Experience</a:t>
            </a:r>
          </a:p>
        </p:txBody>
      </p:sp>
      <p:sp>
        <p:nvSpPr>
          <p:cNvPr id="5" name="Slide Number Placeholder 4">
            <a:extLst>
              <a:ext uri="{FF2B5EF4-FFF2-40B4-BE49-F238E27FC236}">
                <a16:creationId xmlns:a16="http://schemas.microsoft.com/office/drawing/2014/main" id="{2FF4E7C9-C782-17C3-5185-8F95E243E3B9}"/>
              </a:ext>
            </a:extLst>
          </p:cNvPr>
          <p:cNvSpPr>
            <a:spLocks noGrp="1"/>
          </p:cNvSpPr>
          <p:nvPr>
            <p:ph type="sldNum" sz="quarter" idx="19"/>
          </p:nvPr>
        </p:nvSpPr>
        <p:spPr/>
        <p:txBody>
          <a:bodyPr/>
          <a:lstStyle/>
          <a:p>
            <a:fld id="{94FCA0F3-9F3A-694B-99BB-0E592A797735}" type="slidenum">
              <a:rPr lang="en-US" noProof="0" smtClean="0"/>
              <a:t>11</a:t>
            </a:fld>
            <a:endParaRPr lang="en-US" noProof="0"/>
          </a:p>
        </p:txBody>
      </p:sp>
      <p:sp>
        <p:nvSpPr>
          <p:cNvPr id="3" name="Oval 2">
            <a:extLst>
              <a:ext uri="{FF2B5EF4-FFF2-40B4-BE49-F238E27FC236}">
                <a16:creationId xmlns:a16="http://schemas.microsoft.com/office/drawing/2014/main" id="{600DD817-A63B-6523-B29D-C7536E58FB2F}"/>
              </a:ext>
            </a:extLst>
          </p:cNvPr>
          <p:cNvSpPr>
            <a:spLocks noChangeAspect="1"/>
          </p:cNvSpPr>
          <p:nvPr/>
        </p:nvSpPr>
        <p:spPr>
          <a:xfrm>
            <a:off x="9034311" y="4507980"/>
            <a:ext cx="1116000" cy="1116000"/>
          </a:xfrm>
          <a:prstGeom prst="ellipse">
            <a:avLst/>
          </a:prstGeom>
          <a:solidFill>
            <a:srgbClr val="C4C4CD"/>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r>
              <a:rPr lang="en-US" sz="1200" noProof="0">
                <a:solidFill>
                  <a:srgbClr val="2E2E38"/>
                </a:solidFill>
                <a:latin typeface="EYInterstate Light" panose="02000506000000020004" pitchFamily="2" charset="0"/>
                <a:ea typeface="Calibri" panose="020F0502020204030204" pitchFamily="34" charset="0"/>
              </a:rPr>
              <a:t>priorities</a:t>
            </a:r>
            <a:endParaRPr lang="en-US" sz="1200" noProof="0">
              <a:solidFill>
                <a:srgbClr val="2E2E38"/>
              </a:solidFill>
              <a:latin typeface="EYInterstate Light" panose="02000506000000020004" pitchFamily="2" charset="0"/>
            </a:endParaRPr>
          </a:p>
        </p:txBody>
      </p:sp>
      <p:sp>
        <p:nvSpPr>
          <p:cNvPr id="4" name="Oval 3">
            <a:extLst>
              <a:ext uri="{FF2B5EF4-FFF2-40B4-BE49-F238E27FC236}">
                <a16:creationId xmlns:a16="http://schemas.microsoft.com/office/drawing/2014/main" id="{F98672CF-6265-F151-FD47-148AD55DD18D}"/>
              </a:ext>
            </a:extLst>
          </p:cNvPr>
          <p:cNvSpPr>
            <a:spLocks noChangeAspect="1"/>
          </p:cNvSpPr>
          <p:nvPr/>
        </p:nvSpPr>
        <p:spPr>
          <a:xfrm>
            <a:off x="9638380" y="2260153"/>
            <a:ext cx="1116000" cy="1116000"/>
          </a:xfrm>
          <a:prstGeom prst="ellipse">
            <a:avLst/>
          </a:prstGeom>
          <a:solidFill>
            <a:srgbClr val="C4C4CD"/>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r>
              <a:rPr lang="en-US" sz="1200" noProof="0">
                <a:solidFill>
                  <a:srgbClr val="2E2E38"/>
                </a:solidFill>
                <a:effectLst/>
                <a:latin typeface="EYInterstate Light" panose="02000506000000020004" pitchFamily="2" charset="0"/>
                <a:ea typeface="Calibri" panose="020F0502020204030204" pitchFamily="34" charset="0"/>
              </a:rPr>
              <a:t>purpose</a:t>
            </a:r>
            <a:endParaRPr lang="en-US" sz="1200" noProof="0">
              <a:solidFill>
                <a:srgbClr val="2E2E38"/>
              </a:solidFill>
              <a:latin typeface="EYInterstate Light" panose="02000506000000020004" pitchFamily="2" charset="0"/>
            </a:endParaRPr>
          </a:p>
        </p:txBody>
      </p:sp>
      <p:sp>
        <p:nvSpPr>
          <p:cNvPr id="7" name="Freeform 28">
            <a:extLst>
              <a:ext uri="{FF2B5EF4-FFF2-40B4-BE49-F238E27FC236}">
                <a16:creationId xmlns:a16="http://schemas.microsoft.com/office/drawing/2014/main" id="{DAD538EC-687B-F367-B8DD-D4007D048D63}"/>
              </a:ext>
            </a:extLst>
          </p:cNvPr>
          <p:cNvSpPr/>
          <p:nvPr/>
        </p:nvSpPr>
        <p:spPr>
          <a:xfrm>
            <a:off x="7500364" y="1228970"/>
            <a:ext cx="1117599" cy="1117599"/>
          </a:xfrm>
          <a:custGeom>
            <a:avLst/>
            <a:gdLst>
              <a:gd name="connsiteX0" fmla="*/ 970 w 1117599"/>
              <a:gd name="connsiteY0" fmla="*/ 556822 h 1117599"/>
              <a:gd name="connsiteX1" fmla="*/ 559770 w 1117599"/>
              <a:gd name="connsiteY1" fmla="*/ -1978 h 1117599"/>
              <a:gd name="connsiteX2" fmla="*/ 1118570 w 1117599"/>
              <a:gd name="connsiteY2" fmla="*/ 556822 h 1117599"/>
              <a:gd name="connsiteX3" fmla="*/ 559770 w 1117599"/>
              <a:gd name="connsiteY3" fmla="*/ 1115622 h 1117599"/>
              <a:gd name="connsiteX4" fmla="*/ 970 w 1117599"/>
              <a:gd name="connsiteY4" fmla="*/ 556822 h 11175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17599" h="1117599">
                <a:moveTo>
                  <a:pt x="970" y="556822"/>
                </a:moveTo>
                <a:cubicBezTo>
                  <a:pt x="970" y="248212"/>
                  <a:pt x="251147" y="-1978"/>
                  <a:pt x="559770" y="-1978"/>
                </a:cubicBezTo>
                <a:cubicBezTo>
                  <a:pt x="868392" y="-1978"/>
                  <a:pt x="1118570" y="248212"/>
                  <a:pt x="1118570" y="556822"/>
                </a:cubicBezTo>
                <a:cubicBezTo>
                  <a:pt x="1118570" y="865433"/>
                  <a:pt x="868392" y="1115622"/>
                  <a:pt x="559770" y="1115622"/>
                </a:cubicBezTo>
                <a:cubicBezTo>
                  <a:pt x="251147" y="1115622"/>
                  <a:pt x="970" y="865433"/>
                  <a:pt x="970" y="556822"/>
                </a:cubicBezTo>
                <a:close/>
              </a:path>
            </a:pathLst>
          </a:custGeom>
          <a:solidFill>
            <a:srgbClr val="C4C4CD"/>
          </a:solidFill>
          <a:ln w="12690" cap="flat">
            <a:noFill/>
            <a:prstDash val="solid"/>
            <a:miter/>
          </a:ln>
        </p:spPr>
        <p:txBody>
          <a:bodyPr rtlCol="0" anchor="ctr"/>
          <a:lstStyle/>
          <a:p>
            <a:endParaRPr lang="en-US" noProof="0">
              <a:solidFill>
                <a:srgbClr val="2E2E38"/>
              </a:solidFill>
            </a:endParaRPr>
          </a:p>
        </p:txBody>
      </p:sp>
      <p:sp>
        <p:nvSpPr>
          <p:cNvPr id="8" name="Freeform 30">
            <a:extLst>
              <a:ext uri="{FF2B5EF4-FFF2-40B4-BE49-F238E27FC236}">
                <a16:creationId xmlns:a16="http://schemas.microsoft.com/office/drawing/2014/main" id="{71FB8131-2687-9BF4-E00B-1DCD8594FF97}"/>
              </a:ext>
            </a:extLst>
          </p:cNvPr>
          <p:cNvSpPr/>
          <p:nvPr/>
        </p:nvSpPr>
        <p:spPr>
          <a:xfrm>
            <a:off x="6263639" y="2759447"/>
            <a:ext cx="1115567" cy="1117599"/>
          </a:xfrm>
          <a:custGeom>
            <a:avLst/>
            <a:gdLst>
              <a:gd name="connsiteX0" fmla="*/ 970 w 1115567"/>
              <a:gd name="connsiteY0" fmla="*/ 556822 h 1117599"/>
              <a:gd name="connsiteX1" fmla="*/ 558754 w 1115567"/>
              <a:gd name="connsiteY1" fmla="*/ -1978 h 1117599"/>
              <a:gd name="connsiteX2" fmla="*/ 1116538 w 1115567"/>
              <a:gd name="connsiteY2" fmla="*/ 556822 h 1117599"/>
              <a:gd name="connsiteX3" fmla="*/ 558754 w 1115567"/>
              <a:gd name="connsiteY3" fmla="*/ 1115622 h 1117599"/>
              <a:gd name="connsiteX4" fmla="*/ 970 w 1115567"/>
              <a:gd name="connsiteY4" fmla="*/ 556822 h 11175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15567" h="1117599">
                <a:moveTo>
                  <a:pt x="970" y="556822"/>
                </a:moveTo>
                <a:cubicBezTo>
                  <a:pt x="970" y="248593"/>
                  <a:pt x="250538" y="-1469"/>
                  <a:pt x="558754" y="-1978"/>
                </a:cubicBezTo>
                <a:cubicBezTo>
                  <a:pt x="866970" y="-1469"/>
                  <a:pt x="1116538" y="248593"/>
                  <a:pt x="1116538" y="556822"/>
                </a:cubicBezTo>
                <a:cubicBezTo>
                  <a:pt x="1116538" y="865052"/>
                  <a:pt x="866970" y="1115114"/>
                  <a:pt x="558754" y="1115622"/>
                </a:cubicBezTo>
                <a:cubicBezTo>
                  <a:pt x="250538" y="1115114"/>
                  <a:pt x="970" y="865052"/>
                  <a:pt x="970" y="556822"/>
                </a:cubicBezTo>
                <a:close/>
              </a:path>
            </a:pathLst>
          </a:custGeom>
          <a:solidFill>
            <a:srgbClr val="C4C4CD"/>
          </a:solidFill>
          <a:ln w="12690" cap="flat">
            <a:noFill/>
            <a:prstDash val="solid"/>
            <a:miter/>
          </a:ln>
        </p:spPr>
        <p:txBody>
          <a:bodyPr rtlCol="0" anchor="ctr"/>
          <a:lstStyle/>
          <a:p>
            <a:endParaRPr lang="en-US" noProof="0">
              <a:solidFill>
                <a:srgbClr val="2E2E38"/>
              </a:solidFill>
            </a:endParaRPr>
          </a:p>
        </p:txBody>
      </p:sp>
      <p:pic>
        <p:nvPicPr>
          <p:cNvPr id="9" name="Picture 8">
            <a:extLst>
              <a:ext uri="{FF2B5EF4-FFF2-40B4-BE49-F238E27FC236}">
                <a16:creationId xmlns:a16="http://schemas.microsoft.com/office/drawing/2014/main" id="{086141EB-02E8-C4BB-FAFC-8AB768E95119}"/>
              </a:ext>
            </a:extLst>
          </p:cNvPr>
          <p:cNvPicPr>
            <a:picLocks noChangeAspect="1"/>
          </p:cNvPicPr>
          <p:nvPr/>
        </p:nvPicPr>
        <p:blipFill rotWithShape="1">
          <a:blip r:embed="rId2" cstate="print">
            <a:extLst>
              <a:ext uri="{28A0092B-C50C-407E-A947-70E740481C1C}">
                <a14:useLocalDpi xmlns:a14="http://schemas.microsoft.com/office/drawing/2010/main"/>
              </a:ext>
            </a:extLst>
          </a:blip>
          <a:srcRect/>
          <a:stretch/>
        </p:blipFill>
        <p:spPr>
          <a:xfrm>
            <a:off x="7171381" y="2253762"/>
            <a:ext cx="2794068" cy="2789885"/>
          </a:xfrm>
          <a:prstGeom prst="ellipse">
            <a:avLst/>
          </a:prstGeom>
          <a:solidFill>
            <a:srgbClr val="C4C4CD"/>
          </a:solidFill>
        </p:spPr>
      </p:pic>
      <p:sp>
        <p:nvSpPr>
          <p:cNvPr id="10" name="Oval 9">
            <a:extLst>
              <a:ext uri="{FF2B5EF4-FFF2-40B4-BE49-F238E27FC236}">
                <a16:creationId xmlns:a16="http://schemas.microsoft.com/office/drawing/2014/main" id="{971BEFBD-34A0-6CED-334A-24AF0AFAEB58}"/>
              </a:ext>
            </a:extLst>
          </p:cNvPr>
          <p:cNvSpPr>
            <a:spLocks noChangeAspect="1"/>
          </p:cNvSpPr>
          <p:nvPr/>
        </p:nvSpPr>
        <p:spPr>
          <a:xfrm>
            <a:off x="7506080" y="1234369"/>
            <a:ext cx="1116000" cy="1116000"/>
          </a:xfrm>
          <a:prstGeom prst="ellipse">
            <a:avLst/>
          </a:prstGeom>
          <a:solidFill>
            <a:srgbClr val="C4C4CD"/>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r>
              <a:rPr lang="en-US" sz="1200" noProof="0">
                <a:solidFill>
                  <a:srgbClr val="2E2E38"/>
                </a:solidFill>
                <a:effectLst/>
                <a:latin typeface="EYInterstate Light" panose="02000506000000020004" pitchFamily="2" charset="0"/>
                <a:ea typeface="Calibri" panose="020F0502020204030204" pitchFamily="34" charset="0"/>
              </a:rPr>
              <a:t>Values</a:t>
            </a:r>
            <a:endParaRPr lang="en-US" sz="1200" noProof="0">
              <a:solidFill>
                <a:srgbClr val="2E2E38"/>
              </a:solidFill>
              <a:latin typeface="EYInterstate Light" panose="02000506000000020004" pitchFamily="2" charset="0"/>
            </a:endParaRPr>
          </a:p>
        </p:txBody>
      </p:sp>
      <p:sp>
        <p:nvSpPr>
          <p:cNvPr id="11" name="Rectangle 10">
            <a:extLst>
              <a:ext uri="{FF2B5EF4-FFF2-40B4-BE49-F238E27FC236}">
                <a16:creationId xmlns:a16="http://schemas.microsoft.com/office/drawing/2014/main" id="{C4CEF1D5-D2D6-DFDD-99C8-419D85125F35}"/>
              </a:ext>
            </a:extLst>
          </p:cNvPr>
          <p:cNvSpPr/>
          <p:nvPr/>
        </p:nvSpPr>
        <p:spPr>
          <a:xfrm>
            <a:off x="1905000" y="2408693"/>
            <a:ext cx="1276350" cy="256677"/>
          </a:xfrm>
          <a:prstGeom prst="rect">
            <a:avLst/>
          </a:prstGeom>
          <a:solidFill>
            <a:schemeClr val="tx2"/>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1200" noProof="0">
              <a:solidFill>
                <a:sysClr val="windowText" lastClr="000000"/>
              </a:solidFill>
            </a:endParaRPr>
          </a:p>
        </p:txBody>
      </p:sp>
      <p:sp>
        <p:nvSpPr>
          <p:cNvPr id="12" name="TextBox 11">
            <a:extLst>
              <a:ext uri="{FF2B5EF4-FFF2-40B4-BE49-F238E27FC236}">
                <a16:creationId xmlns:a16="http://schemas.microsoft.com/office/drawing/2014/main" id="{D6536349-2E7B-1C59-60D4-29658E4936FF}"/>
              </a:ext>
            </a:extLst>
          </p:cNvPr>
          <p:cNvSpPr txBox="1"/>
          <p:nvPr/>
        </p:nvSpPr>
        <p:spPr>
          <a:xfrm>
            <a:off x="1238250" y="2418218"/>
            <a:ext cx="3581044" cy="2249847"/>
          </a:xfrm>
          <a:prstGeom prst="rect">
            <a:avLst/>
          </a:prstGeom>
          <a:noFill/>
        </p:spPr>
        <p:txBody>
          <a:bodyPr wrap="square" lIns="0" tIns="0" rIns="0" bIns="0" anchor="t">
            <a:spAutoFit/>
          </a:bodyPr>
          <a:lstStyle/>
          <a:p>
            <a:pPr defTabSz="685434">
              <a:spcBef>
                <a:spcPct val="20000"/>
              </a:spcBef>
              <a:spcAft>
                <a:spcPts val="1800"/>
              </a:spcAft>
              <a:buClr>
                <a:srgbClr val="FFE600"/>
              </a:buClr>
              <a:buSzPct val="70000"/>
              <a:defRPr/>
            </a:pPr>
            <a:r>
              <a:rPr kumimoji="0" lang="en-GB" sz="1600" b="0" i="0" u="none" strike="noStrike" kern="1200" cap="none" spc="0" normalizeH="0" baseline="0" noProof="0">
                <a:ln>
                  <a:noFill/>
                </a:ln>
                <a:solidFill>
                  <a:schemeClr val="bg1"/>
                </a:solidFill>
                <a:effectLst/>
                <a:uLnTx/>
                <a:uFillTx/>
                <a:latin typeface="EYInterstate Light"/>
                <a:ea typeface="Calibri" panose="020F0502020204030204" pitchFamily="34" charset="0"/>
                <a:cs typeface="+mn-cs"/>
              </a:rPr>
              <a:t>For the </a:t>
            </a:r>
            <a:r>
              <a:rPr kumimoji="0" lang="en-GB" sz="1600" b="1" i="0" u="none" strike="noStrike" kern="1200" cap="none" spc="0" normalizeH="0" baseline="0" noProof="0">
                <a:ln>
                  <a:noFill/>
                </a:ln>
                <a:solidFill>
                  <a:srgbClr val="2E2E38"/>
                </a:solidFill>
                <a:effectLst/>
                <a:uLnTx/>
                <a:uFillTx/>
                <a:latin typeface="EYInterstate Regular" panose="02000503020000020004" pitchFamily="2" charset="0"/>
                <a:ea typeface="Calibri" panose="020F0502020204030204" pitchFamily="34" charset="0"/>
              </a:rPr>
              <a:t>organization</a:t>
            </a:r>
            <a:r>
              <a:rPr kumimoji="0" lang="en-GB" sz="1600" b="0" i="0" u="none" strike="noStrike" kern="1200" cap="none" spc="0" normalizeH="0" baseline="0" noProof="0">
                <a:ln>
                  <a:noFill/>
                </a:ln>
                <a:solidFill>
                  <a:srgbClr val="2E2E38"/>
                </a:solidFill>
                <a:effectLst/>
                <a:uLnTx/>
                <a:uFillTx/>
                <a:latin typeface="EYInterstate Light"/>
                <a:ea typeface="Calibri" panose="020F0502020204030204" pitchFamily="34" charset="0"/>
                <a:cs typeface="+mn-cs"/>
              </a:rPr>
              <a:t>, </a:t>
            </a:r>
            <a:r>
              <a:rPr kumimoji="0" lang="en-GB" sz="1600" b="0" i="0" u="none" strike="noStrike" kern="1200" cap="none" spc="0" normalizeH="0" baseline="0" noProof="0">
                <a:ln>
                  <a:noFill/>
                </a:ln>
                <a:solidFill>
                  <a:schemeClr val="bg1"/>
                </a:solidFill>
                <a:effectLst/>
                <a:uLnTx/>
                <a:uFillTx/>
                <a:latin typeface="EYInterstate Light"/>
                <a:ea typeface="Calibri" panose="020F0502020204030204" pitchFamily="34" charset="0"/>
                <a:cs typeface="+mn-cs"/>
              </a:rPr>
              <a:t>CX is the consistent day-to-day delivery of your brand promise and values to customers and employees. </a:t>
            </a:r>
          </a:p>
          <a:p>
            <a:pPr defTabSz="685434">
              <a:spcBef>
                <a:spcPct val="20000"/>
              </a:spcBef>
              <a:spcAft>
                <a:spcPts val="1800"/>
              </a:spcAft>
              <a:buClr>
                <a:srgbClr val="FFE600"/>
              </a:buClr>
              <a:buSzPct val="70000"/>
              <a:defRPr/>
            </a:pPr>
            <a:r>
              <a:rPr kumimoji="0" lang="en-GB" sz="1600" b="0" i="0" u="none" strike="noStrike" kern="1200" cap="none" spc="0" normalizeH="0" baseline="0" noProof="0">
                <a:ln>
                  <a:noFill/>
                </a:ln>
                <a:solidFill>
                  <a:schemeClr val="bg1"/>
                </a:solidFill>
                <a:effectLst/>
                <a:uLnTx/>
                <a:uFillTx/>
                <a:latin typeface="EYInterstate Light"/>
                <a:ea typeface="Calibri" panose="020F0502020204030204" pitchFamily="34" charset="0"/>
                <a:cs typeface="+mn-cs"/>
              </a:rPr>
              <a:t>It’s a constant feedback and </a:t>
            </a:r>
            <a:br>
              <a:rPr kumimoji="0" lang="en-GB" sz="1600" b="0" i="0" u="none" strike="noStrike" kern="1200" cap="none" spc="0" normalizeH="0" baseline="0" noProof="0">
                <a:ln>
                  <a:noFill/>
                </a:ln>
                <a:solidFill>
                  <a:schemeClr val="bg1"/>
                </a:solidFill>
                <a:effectLst/>
                <a:uLnTx/>
                <a:uFillTx/>
                <a:latin typeface="EYInterstate Light"/>
                <a:ea typeface="Calibri" panose="020F0502020204030204" pitchFamily="34" charset="0"/>
                <a:cs typeface="+mn-cs"/>
              </a:rPr>
            </a:br>
            <a:r>
              <a:rPr kumimoji="0" lang="en-GB" sz="1600" b="0" i="0" u="none" strike="noStrike" kern="1200" cap="none" spc="0" normalizeH="0" baseline="0" noProof="0">
                <a:ln>
                  <a:noFill/>
                </a:ln>
                <a:solidFill>
                  <a:schemeClr val="bg1"/>
                </a:solidFill>
                <a:effectLst/>
                <a:uLnTx/>
                <a:uFillTx/>
                <a:latin typeface="EYInterstate Light"/>
                <a:ea typeface="Calibri" panose="020F0502020204030204" pitchFamily="34" charset="0"/>
                <a:cs typeface="+mn-cs"/>
              </a:rPr>
              <a:t>decision-making loop based on your understanding of the customer, data, technology stack and actions. </a:t>
            </a:r>
            <a:endParaRPr lang="en-GB" sz="1600" b="0" i="0" u="none" strike="noStrike" kern="1200" cap="none" spc="0" normalizeH="0" baseline="0" noProof="0">
              <a:ln>
                <a:noFill/>
              </a:ln>
              <a:solidFill>
                <a:schemeClr val="bg1"/>
              </a:solidFill>
              <a:effectLst/>
              <a:uLnTx/>
              <a:uFillTx/>
              <a:latin typeface="EYInterstate Light" panose="02000506000000020004" pitchFamily="2" charset="0"/>
            </a:endParaRPr>
          </a:p>
        </p:txBody>
      </p:sp>
      <p:sp>
        <p:nvSpPr>
          <p:cNvPr id="13" name="Oval 12">
            <a:extLst>
              <a:ext uri="{FF2B5EF4-FFF2-40B4-BE49-F238E27FC236}">
                <a16:creationId xmlns:a16="http://schemas.microsoft.com/office/drawing/2014/main" id="{679E8C6B-B9D1-CF72-5ADB-F91664E46CBD}"/>
              </a:ext>
            </a:extLst>
          </p:cNvPr>
          <p:cNvSpPr>
            <a:spLocks noChangeAspect="1"/>
          </p:cNvSpPr>
          <p:nvPr/>
        </p:nvSpPr>
        <p:spPr>
          <a:xfrm>
            <a:off x="6068479" y="900435"/>
            <a:ext cx="1116000" cy="1116000"/>
          </a:xfrm>
          <a:prstGeom prst="ellipse">
            <a:avLst/>
          </a:prstGeom>
          <a:solidFill>
            <a:srgbClr val="C4C4CD"/>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r>
              <a:rPr lang="en-US" sz="1200" noProof="0">
                <a:solidFill>
                  <a:srgbClr val="2E2E38"/>
                </a:solidFill>
                <a:effectLst/>
                <a:latin typeface="EYInterstate Light" panose="02000506000000020004" pitchFamily="2" charset="0"/>
                <a:ea typeface="Calibri" panose="020F0502020204030204" pitchFamily="34" charset="0"/>
              </a:rPr>
              <a:t>brand placement</a:t>
            </a:r>
            <a:endParaRPr lang="en-US" sz="1200" noProof="0">
              <a:solidFill>
                <a:srgbClr val="2E2E38"/>
              </a:solidFill>
              <a:latin typeface="EYInterstate Light" panose="02000506000000020004" pitchFamily="2" charset="0"/>
            </a:endParaRPr>
          </a:p>
        </p:txBody>
      </p:sp>
      <p:sp>
        <p:nvSpPr>
          <p:cNvPr id="14" name="Oval 13">
            <a:extLst>
              <a:ext uri="{FF2B5EF4-FFF2-40B4-BE49-F238E27FC236}">
                <a16:creationId xmlns:a16="http://schemas.microsoft.com/office/drawing/2014/main" id="{96DC0090-D415-0DA3-4002-B2922640722D}"/>
              </a:ext>
            </a:extLst>
          </p:cNvPr>
          <p:cNvSpPr>
            <a:spLocks noChangeAspect="1"/>
          </p:cNvSpPr>
          <p:nvPr/>
        </p:nvSpPr>
        <p:spPr>
          <a:xfrm>
            <a:off x="9080380" y="684863"/>
            <a:ext cx="1116000" cy="1116000"/>
          </a:xfrm>
          <a:prstGeom prst="ellipse">
            <a:avLst/>
          </a:prstGeom>
          <a:solidFill>
            <a:srgbClr val="C4C4CD"/>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r>
              <a:rPr lang="en-US" sz="1200" noProof="0">
                <a:solidFill>
                  <a:srgbClr val="2E2E38"/>
                </a:solidFill>
                <a:effectLst/>
                <a:latin typeface="EYInterstate Light" panose="02000506000000020004" pitchFamily="2" charset="0"/>
                <a:ea typeface="Calibri" panose="020F0502020204030204" pitchFamily="34" charset="0"/>
              </a:rPr>
              <a:t>employee engage-</a:t>
            </a:r>
            <a:r>
              <a:rPr lang="en-US" sz="1200" noProof="0" err="1">
                <a:solidFill>
                  <a:srgbClr val="2E2E38"/>
                </a:solidFill>
                <a:effectLst/>
                <a:latin typeface="EYInterstate Light" panose="02000506000000020004" pitchFamily="2" charset="0"/>
                <a:ea typeface="Calibri" panose="020F0502020204030204" pitchFamily="34" charset="0"/>
              </a:rPr>
              <a:t>ment</a:t>
            </a:r>
            <a:endParaRPr lang="en-US" sz="1200" noProof="0">
              <a:solidFill>
                <a:srgbClr val="2E2E38"/>
              </a:solidFill>
              <a:latin typeface="EYInterstate Light" panose="02000506000000020004" pitchFamily="2" charset="0"/>
            </a:endParaRPr>
          </a:p>
        </p:txBody>
      </p:sp>
      <p:sp>
        <p:nvSpPr>
          <p:cNvPr id="15" name="Oval 14">
            <a:extLst>
              <a:ext uri="{FF2B5EF4-FFF2-40B4-BE49-F238E27FC236}">
                <a16:creationId xmlns:a16="http://schemas.microsoft.com/office/drawing/2014/main" id="{889DD161-9DDE-41F8-6409-5F748CDE2E2C}"/>
              </a:ext>
            </a:extLst>
          </p:cNvPr>
          <p:cNvSpPr>
            <a:spLocks noChangeAspect="1"/>
          </p:cNvSpPr>
          <p:nvPr/>
        </p:nvSpPr>
        <p:spPr>
          <a:xfrm>
            <a:off x="10607055" y="1255305"/>
            <a:ext cx="1281726" cy="1281726"/>
          </a:xfrm>
          <a:prstGeom prst="ellipse">
            <a:avLst/>
          </a:prstGeom>
          <a:solidFill>
            <a:srgbClr val="C4C4CD"/>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r>
              <a:rPr lang="en-US" sz="1200" noProof="0">
                <a:solidFill>
                  <a:srgbClr val="2E2E38"/>
                </a:solidFill>
                <a:effectLst/>
                <a:latin typeface="EYInterstate Light" panose="02000506000000020004" pitchFamily="2" charset="0"/>
                <a:ea typeface="Calibri" panose="020F0502020204030204" pitchFamily="34" charset="0"/>
              </a:rPr>
              <a:t>design and build of services and products</a:t>
            </a:r>
            <a:endParaRPr lang="en-US" sz="1200" noProof="0">
              <a:solidFill>
                <a:srgbClr val="2E2E38"/>
              </a:solidFill>
              <a:latin typeface="EYInterstate Light" panose="02000506000000020004" pitchFamily="2" charset="0"/>
            </a:endParaRPr>
          </a:p>
        </p:txBody>
      </p:sp>
      <p:sp>
        <p:nvSpPr>
          <p:cNvPr id="16" name="Oval 15">
            <a:extLst>
              <a:ext uri="{FF2B5EF4-FFF2-40B4-BE49-F238E27FC236}">
                <a16:creationId xmlns:a16="http://schemas.microsoft.com/office/drawing/2014/main" id="{E7ADCBD3-FFD8-6A98-5942-20311329C50F}"/>
              </a:ext>
            </a:extLst>
          </p:cNvPr>
          <p:cNvSpPr>
            <a:spLocks noChangeAspect="1"/>
          </p:cNvSpPr>
          <p:nvPr/>
        </p:nvSpPr>
        <p:spPr>
          <a:xfrm>
            <a:off x="6529775" y="4970381"/>
            <a:ext cx="1116000" cy="1116000"/>
          </a:xfrm>
          <a:prstGeom prst="ellipse">
            <a:avLst/>
          </a:prstGeom>
          <a:solidFill>
            <a:srgbClr val="C4C4CD"/>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r>
              <a:rPr lang="en-US" sz="1200" noProof="0" err="1">
                <a:solidFill>
                  <a:srgbClr val="2E2E38"/>
                </a:solidFill>
                <a:effectLst/>
                <a:latin typeface="EYInterstate Light" panose="02000506000000020004" pitchFamily="2" charset="0"/>
                <a:ea typeface="Calibri" panose="020F0502020204030204" pitchFamily="34" charset="0"/>
              </a:rPr>
              <a:t>Segmen-tation</a:t>
            </a:r>
            <a:r>
              <a:rPr lang="en-US" sz="1200" noProof="0">
                <a:solidFill>
                  <a:srgbClr val="2E2E38"/>
                </a:solidFill>
                <a:effectLst/>
                <a:latin typeface="EYInterstate Light" panose="02000506000000020004" pitchFamily="2" charset="0"/>
                <a:ea typeface="Calibri" panose="020F0502020204030204" pitchFamily="34" charset="0"/>
              </a:rPr>
              <a:t> strategy</a:t>
            </a:r>
            <a:endParaRPr lang="en-US" sz="1200" noProof="0">
              <a:solidFill>
                <a:srgbClr val="2E2E38"/>
              </a:solidFill>
              <a:latin typeface="EYInterstate Light" panose="02000506000000020004" pitchFamily="2" charset="0"/>
            </a:endParaRPr>
          </a:p>
        </p:txBody>
      </p:sp>
      <p:sp>
        <p:nvSpPr>
          <p:cNvPr id="17" name="Oval 16">
            <a:extLst>
              <a:ext uri="{FF2B5EF4-FFF2-40B4-BE49-F238E27FC236}">
                <a16:creationId xmlns:a16="http://schemas.microsoft.com/office/drawing/2014/main" id="{BB80EC84-BEB5-AC12-3375-1B510446CBFF}"/>
              </a:ext>
            </a:extLst>
          </p:cNvPr>
          <p:cNvSpPr>
            <a:spLocks noChangeAspect="1"/>
          </p:cNvSpPr>
          <p:nvPr/>
        </p:nvSpPr>
        <p:spPr>
          <a:xfrm>
            <a:off x="6263058" y="2762013"/>
            <a:ext cx="1116000" cy="1116000"/>
          </a:xfrm>
          <a:prstGeom prst="ellipse">
            <a:avLst/>
          </a:prstGeom>
          <a:solidFill>
            <a:srgbClr val="C4C4CD"/>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r>
              <a:rPr lang="en-US" sz="1200" noProof="0">
                <a:solidFill>
                  <a:srgbClr val="2E2E38"/>
                </a:solidFill>
                <a:effectLst/>
                <a:latin typeface="EYInterstate Light" panose="02000506000000020004" pitchFamily="2" charset="0"/>
                <a:ea typeface="Calibri" panose="020F0502020204030204" pitchFamily="34" charset="0"/>
              </a:rPr>
              <a:t>go to market strategy</a:t>
            </a:r>
            <a:endParaRPr lang="en-US" sz="1200" noProof="0">
              <a:solidFill>
                <a:srgbClr val="2E2E38"/>
              </a:solidFill>
              <a:latin typeface="EYInterstate Light" panose="02000506000000020004" pitchFamily="2" charset="0"/>
            </a:endParaRPr>
          </a:p>
        </p:txBody>
      </p:sp>
      <p:sp>
        <p:nvSpPr>
          <p:cNvPr id="18" name="Oval 17">
            <a:extLst>
              <a:ext uri="{FF2B5EF4-FFF2-40B4-BE49-F238E27FC236}">
                <a16:creationId xmlns:a16="http://schemas.microsoft.com/office/drawing/2014/main" id="{93525412-227A-3C0F-6182-BEEE66D29834}"/>
              </a:ext>
            </a:extLst>
          </p:cNvPr>
          <p:cNvSpPr>
            <a:spLocks noChangeAspect="1"/>
          </p:cNvSpPr>
          <p:nvPr/>
        </p:nvSpPr>
        <p:spPr>
          <a:xfrm>
            <a:off x="7892990" y="5528381"/>
            <a:ext cx="1116000" cy="1116000"/>
          </a:xfrm>
          <a:prstGeom prst="ellipse">
            <a:avLst/>
          </a:prstGeom>
          <a:solidFill>
            <a:srgbClr val="C4C4CD"/>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r>
              <a:rPr lang="en-US" sz="1200" noProof="0">
                <a:solidFill>
                  <a:srgbClr val="2E2E38"/>
                </a:solidFill>
                <a:effectLst/>
                <a:latin typeface="EYInterstate Light" panose="02000506000000020004" pitchFamily="2" charset="0"/>
                <a:ea typeface="Calibri" panose="020F0502020204030204" pitchFamily="34" charset="0"/>
              </a:rPr>
              <a:t>CX and customer journeys</a:t>
            </a:r>
            <a:endParaRPr lang="en-US" sz="1200" noProof="0">
              <a:solidFill>
                <a:srgbClr val="2E2E38"/>
              </a:solidFill>
              <a:latin typeface="EYInterstate Light" panose="02000506000000020004" pitchFamily="2" charset="0"/>
            </a:endParaRPr>
          </a:p>
        </p:txBody>
      </p:sp>
      <p:sp>
        <p:nvSpPr>
          <p:cNvPr id="19" name="Oval 18">
            <a:extLst>
              <a:ext uri="{FF2B5EF4-FFF2-40B4-BE49-F238E27FC236}">
                <a16:creationId xmlns:a16="http://schemas.microsoft.com/office/drawing/2014/main" id="{BF00215C-FF3E-A7E0-C9E1-DCF5C4563E5B}"/>
              </a:ext>
            </a:extLst>
          </p:cNvPr>
          <p:cNvSpPr>
            <a:spLocks noChangeAspect="1"/>
          </p:cNvSpPr>
          <p:nvPr/>
        </p:nvSpPr>
        <p:spPr>
          <a:xfrm>
            <a:off x="5361788" y="4065591"/>
            <a:ext cx="1116000" cy="1116000"/>
          </a:xfrm>
          <a:prstGeom prst="ellipse">
            <a:avLst/>
          </a:prstGeom>
          <a:solidFill>
            <a:srgbClr val="C4C4CD"/>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r>
              <a:rPr lang="en-US" sz="1200" noProof="0">
                <a:solidFill>
                  <a:srgbClr val="2E2E38"/>
                </a:solidFill>
                <a:effectLst/>
                <a:latin typeface="EYInterstate Light" panose="02000506000000020004" pitchFamily="2" charset="0"/>
                <a:ea typeface="Calibri" panose="020F0502020204030204" pitchFamily="34" charset="0"/>
              </a:rPr>
              <a:t>Decision making</a:t>
            </a:r>
            <a:endParaRPr lang="en-US" sz="1200" noProof="0">
              <a:solidFill>
                <a:srgbClr val="2E2E38"/>
              </a:solidFill>
              <a:latin typeface="EYInterstate Light" panose="02000506000000020004" pitchFamily="2" charset="0"/>
            </a:endParaRPr>
          </a:p>
        </p:txBody>
      </p:sp>
      <p:sp>
        <p:nvSpPr>
          <p:cNvPr id="20" name="Oval 19">
            <a:extLst>
              <a:ext uri="{FF2B5EF4-FFF2-40B4-BE49-F238E27FC236}">
                <a16:creationId xmlns:a16="http://schemas.microsoft.com/office/drawing/2014/main" id="{4A1C2770-FE20-4283-D8C8-5888347E8577}"/>
              </a:ext>
            </a:extLst>
          </p:cNvPr>
          <p:cNvSpPr>
            <a:spLocks noChangeAspect="1"/>
          </p:cNvSpPr>
          <p:nvPr/>
        </p:nvSpPr>
        <p:spPr>
          <a:xfrm>
            <a:off x="10449986" y="3814763"/>
            <a:ext cx="1116000" cy="1116000"/>
          </a:xfrm>
          <a:prstGeom prst="ellipse">
            <a:avLst/>
          </a:prstGeom>
          <a:solidFill>
            <a:srgbClr val="C4C4CD"/>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r>
              <a:rPr lang="en-US" sz="1200" noProof="0">
                <a:solidFill>
                  <a:srgbClr val="2E2E38"/>
                </a:solidFill>
                <a:effectLst/>
                <a:latin typeface="EYInterstate Light" panose="02000506000000020004" pitchFamily="2" charset="0"/>
                <a:ea typeface="Calibri" panose="020F0502020204030204" pitchFamily="34" charset="0"/>
              </a:rPr>
              <a:t>data and analytics</a:t>
            </a:r>
            <a:endParaRPr lang="en-US" sz="1200" noProof="0">
              <a:solidFill>
                <a:srgbClr val="2E2E38"/>
              </a:solidFill>
              <a:latin typeface="EYInterstate Light" panose="02000506000000020004" pitchFamily="2" charset="0"/>
            </a:endParaRPr>
          </a:p>
        </p:txBody>
      </p:sp>
    </p:spTree>
    <p:extLst>
      <p:ext uri="{BB962C8B-B14F-4D97-AF65-F5344CB8AC3E}">
        <p14:creationId xmlns:p14="http://schemas.microsoft.com/office/powerpoint/2010/main" val="20426076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6C0E99-8698-70BD-2AB8-F17EA0405164}"/>
              </a:ext>
            </a:extLst>
          </p:cNvPr>
          <p:cNvSpPr>
            <a:spLocks noGrp="1"/>
          </p:cNvSpPr>
          <p:nvPr>
            <p:ph type="title"/>
          </p:nvPr>
        </p:nvSpPr>
        <p:spPr/>
        <p:txBody>
          <a:bodyPr/>
          <a:lstStyle/>
          <a:p>
            <a:r>
              <a:rPr lang="en-US" sz="2400">
                <a:latin typeface="EYInterstate Regular" panose="02000503020000020004" pitchFamily="2" charset="0"/>
              </a:rPr>
              <a:t>Delivering superior experiences and staying relevant requires you to focus on six dimensions </a:t>
            </a:r>
          </a:p>
        </p:txBody>
      </p:sp>
      <p:sp>
        <p:nvSpPr>
          <p:cNvPr id="6" name="Footer Placeholder 5">
            <a:extLst>
              <a:ext uri="{FF2B5EF4-FFF2-40B4-BE49-F238E27FC236}">
                <a16:creationId xmlns:a16="http://schemas.microsoft.com/office/drawing/2014/main" id="{CF5B85F9-A601-A658-FF9E-F0579CDAED75}"/>
              </a:ext>
            </a:extLst>
          </p:cNvPr>
          <p:cNvSpPr>
            <a:spLocks noGrp="1"/>
          </p:cNvSpPr>
          <p:nvPr>
            <p:ph type="ftr" sz="quarter" idx="18"/>
          </p:nvPr>
        </p:nvSpPr>
        <p:spPr/>
        <p:txBody>
          <a:bodyPr/>
          <a:lstStyle/>
          <a:p>
            <a:r>
              <a:rPr lang="en-US" noProof="0"/>
              <a:t>Customer Experience</a:t>
            </a:r>
          </a:p>
        </p:txBody>
      </p:sp>
      <p:sp>
        <p:nvSpPr>
          <p:cNvPr id="5" name="Slide Number Placeholder 4">
            <a:extLst>
              <a:ext uri="{FF2B5EF4-FFF2-40B4-BE49-F238E27FC236}">
                <a16:creationId xmlns:a16="http://schemas.microsoft.com/office/drawing/2014/main" id="{966F7F49-D622-7C9E-2232-B1A6F8FC2047}"/>
              </a:ext>
            </a:extLst>
          </p:cNvPr>
          <p:cNvSpPr>
            <a:spLocks noGrp="1"/>
          </p:cNvSpPr>
          <p:nvPr>
            <p:ph type="sldNum" sz="quarter" idx="19"/>
          </p:nvPr>
        </p:nvSpPr>
        <p:spPr/>
        <p:txBody>
          <a:bodyPr/>
          <a:lstStyle/>
          <a:p>
            <a:fld id="{94FCA0F3-9F3A-694B-99BB-0E592A797735}" type="slidenum">
              <a:rPr lang="en-US" noProof="0" smtClean="0"/>
              <a:t>12</a:t>
            </a:fld>
            <a:endParaRPr lang="en-US" noProof="0"/>
          </a:p>
        </p:txBody>
      </p:sp>
      <p:grpSp>
        <p:nvGrpSpPr>
          <p:cNvPr id="19" name="Group 18">
            <a:extLst>
              <a:ext uri="{FF2B5EF4-FFF2-40B4-BE49-F238E27FC236}">
                <a16:creationId xmlns:a16="http://schemas.microsoft.com/office/drawing/2014/main" id="{F6A3D52B-AB3C-6C3E-50F5-6F005A02CF90}"/>
              </a:ext>
            </a:extLst>
          </p:cNvPr>
          <p:cNvGrpSpPr/>
          <p:nvPr/>
        </p:nvGrpSpPr>
        <p:grpSpPr>
          <a:xfrm>
            <a:off x="479425" y="1651379"/>
            <a:ext cx="11233150" cy="4164315"/>
            <a:chOff x="1199818" y="1651379"/>
            <a:chExt cx="10050520" cy="4164315"/>
          </a:xfrm>
        </p:grpSpPr>
        <p:sp>
          <p:nvSpPr>
            <p:cNvPr id="7" name="TextBox 6">
              <a:extLst>
                <a:ext uri="{FF2B5EF4-FFF2-40B4-BE49-F238E27FC236}">
                  <a16:creationId xmlns:a16="http://schemas.microsoft.com/office/drawing/2014/main" id="{85C06BA3-DAE1-DDF4-A568-E5789076BF01}"/>
                </a:ext>
              </a:extLst>
            </p:cNvPr>
            <p:cNvSpPr txBox="1"/>
            <p:nvPr/>
          </p:nvSpPr>
          <p:spPr>
            <a:xfrm>
              <a:off x="1199818" y="4717656"/>
              <a:ext cx="2630213" cy="1098038"/>
            </a:xfrm>
            <a:prstGeom prst="rect">
              <a:avLst/>
            </a:prstGeom>
            <a:noFill/>
          </p:spPr>
          <p:txBody>
            <a:bodyPr wrap="square" lIns="0" tIns="36557" rIns="0" bIns="0" rtlCol="0">
              <a:spAutoFit/>
            </a:bodyPr>
            <a:lstStyle/>
            <a:p>
              <a:pPr algn="ctr" defTabSz="914377">
                <a:lnSpc>
                  <a:spcPct val="120000"/>
                </a:lnSpc>
                <a:spcAft>
                  <a:spcPts val="600"/>
                </a:spcAft>
                <a:defRPr/>
              </a:pPr>
              <a:r>
                <a:rPr lang="en-GB" sz="1467">
                  <a:solidFill>
                    <a:schemeClr val="bg1"/>
                  </a:solidFill>
                  <a:latin typeface="EYInterstate Light"/>
                </a:rPr>
                <a:t>An </a:t>
              </a:r>
              <a:r>
                <a:rPr lang="en-GB" sz="1467" b="1">
                  <a:solidFill>
                    <a:schemeClr val="bg1"/>
                  </a:solidFill>
                  <a:latin typeface="EYInterstate Regular" panose="02000503020000020004" pitchFamily="2" charset="0"/>
                </a:rPr>
                <a:t>agile and non-siloed organization </a:t>
              </a:r>
              <a:r>
                <a:rPr lang="en-GB" sz="1467">
                  <a:solidFill>
                    <a:schemeClr val="bg1"/>
                  </a:solidFill>
                  <a:latin typeface="EYInterstate Light"/>
                </a:rPr>
                <a:t>that allows for effective collaboration and </a:t>
              </a:r>
              <a:br>
                <a:rPr lang="en-GB" sz="1467">
                  <a:solidFill>
                    <a:schemeClr val="bg1"/>
                  </a:solidFill>
                  <a:latin typeface="EYInterstate Light"/>
                </a:rPr>
              </a:br>
              <a:r>
                <a:rPr lang="en-GB" sz="1467">
                  <a:solidFill>
                    <a:schemeClr val="bg1"/>
                  </a:solidFill>
                  <a:latin typeface="EYInterstate Light"/>
                </a:rPr>
                <a:t>quick changes. </a:t>
              </a:r>
            </a:p>
          </p:txBody>
        </p:sp>
        <p:sp>
          <p:nvSpPr>
            <p:cNvPr id="8" name="TextBox 7">
              <a:extLst>
                <a:ext uri="{FF2B5EF4-FFF2-40B4-BE49-F238E27FC236}">
                  <a16:creationId xmlns:a16="http://schemas.microsoft.com/office/drawing/2014/main" id="{E2FECA68-FF84-5F40-091C-77E60784A8C2}"/>
                </a:ext>
              </a:extLst>
            </p:cNvPr>
            <p:cNvSpPr txBox="1"/>
            <p:nvPr/>
          </p:nvSpPr>
          <p:spPr>
            <a:xfrm>
              <a:off x="4922512" y="4717656"/>
              <a:ext cx="2630213" cy="1098038"/>
            </a:xfrm>
            <a:prstGeom prst="rect">
              <a:avLst/>
            </a:prstGeom>
            <a:noFill/>
          </p:spPr>
          <p:txBody>
            <a:bodyPr wrap="square" lIns="0" tIns="36557" rIns="0" bIns="0" rtlCol="0">
              <a:spAutoFit/>
            </a:bodyPr>
            <a:lstStyle/>
            <a:p>
              <a:pPr algn="ctr" defTabSz="914377">
                <a:lnSpc>
                  <a:spcPct val="120000"/>
                </a:lnSpc>
                <a:spcAft>
                  <a:spcPts val="600"/>
                </a:spcAft>
                <a:defRPr/>
              </a:pPr>
              <a:r>
                <a:rPr lang="en-GB" sz="1467">
                  <a:solidFill>
                    <a:schemeClr val="bg1"/>
                  </a:solidFill>
                  <a:latin typeface="EYInterstate Light"/>
                </a:rPr>
                <a:t>A</a:t>
              </a:r>
              <a:r>
                <a:rPr lang="en-GB" sz="1467" b="1">
                  <a:solidFill>
                    <a:schemeClr val="bg1"/>
                  </a:solidFill>
                  <a:latin typeface="EYInterstate Regular" panose="02000503020000020004" pitchFamily="2" charset="0"/>
                </a:rPr>
                <a:t> modern and flexible tech stack </a:t>
              </a:r>
              <a:r>
                <a:rPr lang="en-GB" sz="1467">
                  <a:solidFill>
                    <a:schemeClr val="bg1"/>
                  </a:solidFill>
                  <a:latin typeface="EYInterstate Light"/>
                </a:rPr>
                <a:t>enabling seamless and personalized experiences </a:t>
              </a:r>
              <a:br>
                <a:rPr lang="en-GB" sz="1467">
                  <a:solidFill>
                    <a:schemeClr val="bg1"/>
                  </a:solidFill>
                  <a:latin typeface="EYInterstate Light"/>
                </a:rPr>
              </a:br>
              <a:r>
                <a:rPr lang="en-GB" sz="1467">
                  <a:solidFill>
                    <a:schemeClr val="bg1"/>
                  </a:solidFill>
                  <a:latin typeface="EYInterstate Light"/>
                </a:rPr>
                <a:t>at scale.</a:t>
              </a:r>
            </a:p>
          </p:txBody>
        </p:sp>
        <p:sp>
          <p:nvSpPr>
            <p:cNvPr id="9" name="TextBox 8">
              <a:extLst>
                <a:ext uri="{FF2B5EF4-FFF2-40B4-BE49-F238E27FC236}">
                  <a16:creationId xmlns:a16="http://schemas.microsoft.com/office/drawing/2014/main" id="{7BFD5CCA-64FC-5AD3-B64D-022C26381410}"/>
                </a:ext>
              </a:extLst>
            </p:cNvPr>
            <p:cNvSpPr txBox="1"/>
            <p:nvPr/>
          </p:nvSpPr>
          <p:spPr>
            <a:xfrm>
              <a:off x="1199818" y="2332583"/>
              <a:ext cx="2630213" cy="1098038"/>
            </a:xfrm>
            <a:prstGeom prst="rect">
              <a:avLst/>
            </a:prstGeom>
            <a:noFill/>
          </p:spPr>
          <p:txBody>
            <a:bodyPr wrap="square" lIns="0" tIns="36557" rIns="0" bIns="0" rtlCol="0">
              <a:spAutoFit/>
            </a:bodyPr>
            <a:lstStyle/>
            <a:p>
              <a:pPr algn="ctr" defTabSz="914377">
                <a:lnSpc>
                  <a:spcPct val="120000"/>
                </a:lnSpc>
                <a:spcAft>
                  <a:spcPts val="600"/>
                </a:spcAft>
                <a:defRPr/>
              </a:pPr>
              <a:r>
                <a:rPr lang="en-GB" sz="1467">
                  <a:solidFill>
                    <a:schemeClr val="bg1"/>
                  </a:solidFill>
                  <a:latin typeface="EYInterstate Light"/>
                </a:rPr>
                <a:t>A </a:t>
              </a:r>
              <a:r>
                <a:rPr lang="en-GB" sz="1467" b="1">
                  <a:solidFill>
                    <a:schemeClr val="bg1"/>
                  </a:solidFill>
                  <a:latin typeface="EYInterstate Regular" panose="02000503020000020004" pitchFamily="2" charset="0"/>
                </a:rPr>
                <a:t>clear vision with outcomes</a:t>
              </a:r>
              <a:r>
                <a:rPr lang="en-GB" sz="1467">
                  <a:solidFill>
                    <a:schemeClr val="bg1"/>
                  </a:solidFill>
                  <a:latin typeface="EYInterstate Light"/>
                </a:rPr>
                <a:t>, embraced by all teams to  create focus, consistency </a:t>
              </a:r>
              <a:br>
                <a:rPr lang="en-GB" sz="1467">
                  <a:solidFill>
                    <a:schemeClr val="bg1"/>
                  </a:solidFill>
                  <a:latin typeface="EYInterstate Light"/>
                </a:rPr>
              </a:br>
              <a:r>
                <a:rPr lang="en-GB" sz="1467">
                  <a:solidFill>
                    <a:schemeClr val="bg1"/>
                  </a:solidFill>
                  <a:latin typeface="EYInterstate Light"/>
                </a:rPr>
                <a:t>and priorities.</a:t>
              </a:r>
            </a:p>
          </p:txBody>
        </p:sp>
        <p:sp>
          <p:nvSpPr>
            <p:cNvPr id="10" name="TextBox 9">
              <a:extLst>
                <a:ext uri="{FF2B5EF4-FFF2-40B4-BE49-F238E27FC236}">
                  <a16:creationId xmlns:a16="http://schemas.microsoft.com/office/drawing/2014/main" id="{685A1270-879E-CF64-D8A1-12F3C33D6C94}"/>
                </a:ext>
              </a:extLst>
            </p:cNvPr>
            <p:cNvSpPr txBox="1"/>
            <p:nvPr/>
          </p:nvSpPr>
          <p:spPr>
            <a:xfrm>
              <a:off x="4922512" y="2332583"/>
              <a:ext cx="2630213" cy="1368945"/>
            </a:xfrm>
            <a:prstGeom prst="rect">
              <a:avLst/>
            </a:prstGeom>
            <a:noFill/>
          </p:spPr>
          <p:txBody>
            <a:bodyPr wrap="square" lIns="0" tIns="36557" rIns="0" bIns="0" rtlCol="0">
              <a:spAutoFit/>
            </a:bodyPr>
            <a:lstStyle/>
            <a:p>
              <a:pPr algn="ctr" defTabSz="914377">
                <a:lnSpc>
                  <a:spcPct val="120000"/>
                </a:lnSpc>
                <a:spcAft>
                  <a:spcPts val="600"/>
                </a:spcAft>
                <a:defRPr/>
              </a:pPr>
              <a:r>
                <a:rPr lang="en-US" sz="1467" noProof="0">
                  <a:solidFill>
                    <a:schemeClr val="bg1"/>
                  </a:solidFill>
                  <a:latin typeface="EYInterstate Light"/>
                </a:rPr>
                <a:t>A </a:t>
              </a:r>
              <a:r>
                <a:rPr lang="en-US" sz="1467" b="1" noProof="0">
                  <a:solidFill>
                    <a:schemeClr val="bg1"/>
                  </a:solidFill>
                  <a:latin typeface="EYInterstate Regular" panose="02000503020000020004" pitchFamily="2" charset="0"/>
                </a:rPr>
                <a:t>human-centered mindset </a:t>
              </a:r>
              <a:r>
                <a:rPr lang="en-US" sz="1467" noProof="0">
                  <a:solidFill>
                    <a:schemeClr val="bg1"/>
                  </a:solidFill>
                  <a:latin typeface="EYInterstate Light"/>
                </a:rPr>
                <a:t>and culture, where customers come first everywhere starting from products, brand marketing </a:t>
              </a:r>
              <a:br>
                <a:rPr lang="en-US" sz="1467" noProof="0">
                  <a:solidFill>
                    <a:schemeClr val="bg1"/>
                  </a:solidFill>
                  <a:latin typeface="EYInterstate Light"/>
                </a:rPr>
              </a:br>
              <a:r>
                <a:rPr lang="en-US" sz="1467" noProof="0">
                  <a:solidFill>
                    <a:schemeClr val="bg1"/>
                  </a:solidFill>
                  <a:latin typeface="EYInterstate Light"/>
                </a:rPr>
                <a:t>and aftersales.</a:t>
              </a:r>
            </a:p>
          </p:txBody>
        </p:sp>
        <p:sp>
          <p:nvSpPr>
            <p:cNvPr id="11" name="TextBox 10">
              <a:extLst>
                <a:ext uri="{FF2B5EF4-FFF2-40B4-BE49-F238E27FC236}">
                  <a16:creationId xmlns:a16="http://schemas.microsoft.com/office/drawing/2014/main" id="{6565A696-14E5-083F-4E53-E6E03D69D197}"/>
                </a:ext>
              </a:extLst>
            </p:cNvPr>
            <p:cNvSpPr txBox="1"/>
            <p:nvPr/>
          </p:nvSpPr>
          <p:spPr>
            <a:xfrm>
              <a:off x="8620125" y="4717656"/>
              <a:ext cx="2630213" cy="1098038"/>
            </a:xfrm>
            <a:prstGeom prst="rect">
              <a:avLst/>
            </a:prstGeom>
            <a:noFill/>
          </p:spPr>
          <p:txBody>
            <a:bodyPr wrap="square" lIns="0" tIns="36557" rIns="0" bIns="0" rtlCol="0">
              <a:spAutoFit/>
            </a:bodyPr>
            <a:lstStyle/>
            <a:p>
              <a:pPr algn="ctr" defTabSz="914377">
                <a:lnSpc>
                  <a:spcPct val="120000"/>
                </a:lnSpc>
                <a:spcAft>
                  <a:spcPts val="600"/>
                </a:spcAft>
                <a:defRPr/>
              </a:pPr>
              <a:r>
                <a:rPr lang="en-GB" sz="1467" b="1">
                  <a:solidFill>
                    <a:schemeClr val="bg1"/>
                  </a:solidFill>
                  <a:latin typeface="EYInterstate Regular" panose="02000503020000020004" pitchFamily="2" charset="0"/>
                </a:rPr>
                <a:t>Future proof skills </a:t>
              </a:r>
              <a:r>
                <a:rPr lang="en-GB" sz="1467">
                  <a:solidFill>
                    <a:schemeClr val="bg1"/>
                  </a:solidFill>
                  <a:latin typeface="EYInterstate Light"/>
                </a:rPr>
                <a:t>(e.g UX, service design, data science) that allow for easy, effective and memorable experiences.  </a:t>
              </a:r>
            </a:p>
          </p:txBody>
        </p:sp>
        <p:sp>
          <p:nvSpPr>
            <p:cNvPr id="12" name="TextBox 11">
              <a:extLst>
                <a:ext uri="{FF2B5EF4-FFF2-40B4-BE49-F238E27FC236}">
                  <a16:creationId xmlns:a16="http://schemas.microsoft.com/office/drawing/2014/main" id="{5E296558-FD51-E3AD-4024-CA28BE8FBC80}"/>
                </a:ext>
              </a:extLst>
            </p:cNvPr>
            <p:cNvSpPr txBox="1"/>
            <p:nvPr/>
          </p:nvSpPr>
          <p:spPr>
            <a:xfrm>
              <a:off x="8620125" y="2332583"/>
              <a:ext cx="2630213" cy="1098038"/>
            </a:xfrm>
            <a:prstGeom prst="rect">
              <a:avLst/>
            </a:prstGeom>
            <a:noFill/>
          </p:spPr>
          <p:txBody>
            <a:bodyPr wrap="square" lIns="0" tIns="36557" rIns="0" bIns="0" rtlCol="0">
              <a:spAutoFit/>
            </a:bodyPr>
            <a:lstStyle/>
            <a:p>
              <a:pPr algn="ctr" defTabSz="914377">
                <a:lnSpc>
                  <a:spcPct val="120000"/>
                </a:lnSpc>
                <a:spcAft>
                  <a:spcPts val="600"/>
                </a:spcAft>
                <a:defRPr/>
              </a:pPr>
              <a:r>
                <a:rPr lang="en-GB" sz="1467">
                  <a:solidFill>
                    <a:schemeClr val="bg1"/>
                  </a:solidFill>
                  <a:latin typeface="EYInterstate Light"/>
                </a:rPr>
                <a:t>Capture and use of high-quality </a:t>
              </a:r>
              <a:r>
                <a:rPr lang="en-GB" sz="1467" b="1">
                  <a:solidFill>
                    <a:schemeClr val="bg1"/>
                  </a:solidFill>
                  <a:latin typeface="EYInterstate Regular" panose="02000503020000020004" pitchFamily="2" charset="0"/>
                </a:rPr>
                <a:t>data</a:t>
              </a:r>
              <a:r>
                <a:rPr lang="en-GB" sz="1467" b="1">
                  <a:solidFill>
                    <a:schemeClr val="bg1"/>
                  </a:solidFill>
                  <a:latin typeface="EYInterstate Light"/>
                </a:rPr>
                <a:t> </a:t>
              </a:r>
              <a:r>
                <a:rPr lang="en-GB" sz="1467">
                  <a:solidFill>
                    <a:schemeClr val="bg1"/>
                  </a:solidFill>
                  <a:latin typeface="EYInterstate Light"/>
                </a:rPr>
                <a:t>to understand people and pain points and to deliver relevant interactions.</a:t>
              </a:r>
              <a:r>
                <a:rPr lang="en-GB" sz="1467" b="1">
                  <a:solidFill>
                    <a:schemeClr val="bg1"/>
                  </a:solidFill>
                  <a:latin typeface="EYInterstate Light"/>
                </a:rPr>
                <a:t> </a:t>
              </a:r>
              <a:endParaRPr lang="en-GB" sz="1467">
                <a:solidFill>
                  <a:schemeClr val="bg1"/>
                </a:solidFill>
                <a:latin typeface="EYInterstate Light"/>
              </a:endParaRPr>
            </a:p>
          </p:txBody>
        </p:sp>
        <p:sp>
          <p:nvSpPr>
            <p:cNvPr id="13" name="TextBox 12">
              <a:extLst>
                <a:ext uri="{FF2B5EF4-FFF2-40B4-BE49-F238E27FC236}">
                  <a16:creationId xmlns:a16="http://schemas.microsoft.com/office/drawing/2014/main" id="{AADA6844-8495-2A2B-18A4-B3D1E54639FA}"/>
                </a:ext>
              </a:extLst>
            </p:cNvPr>
            <p:cNvSpPr txBox="1"/>
            <p:nvPr/>
          </p:nvSpPr>
          <p:spPr>
            <a:xfrm>
              <a:off x="1798417" y="1651379"/>
              <a:ext cx="1433014" cy="599318"/>
            </a:xfrm>
            <a:prstGeom prst="rect">
              <a:avLst/>
            </a:prstGeom>
          </p:spPr>
          <p:txBody>
            <a:bodyPr vert="horz" wrap="square" lIns="180000" tIns="0" rIns="180000" bIns="0" rtlCol="0" anchor="t" anchorCtr="0">
              <a:noAutofit/>
            </a:bodyPr>
            <a:lstStyle/>
            <a:p>
              <a:pPr algn="ctr">
                <a:lnSpc>
                  <a:spcPct val="130000"/>
                </a:lnSpc>
                <a:buClrTx/>
              </a:pPr>
              <a:r>
                <a:rPr lang="en-GB" sz="3600" b="1">
                  <a:solidFill>
                    <a:srgbClr val="C4C4CD"/>
                  </a:solidFill>
                  <a:latin typeface="EYInterstate Regular" panose="02000503020000020004" pitchFamily="2" charset="0"/>
                </a:rPr>
                <a:t>01</a:t>
              </a:r>
            </a:p>
          </p:txBody>
        </p:sp>
        <p:sp>
          <p:nvSpPr>
            <p:cNvPr id="14" name="TextBox 13">
              <a:extLst>
                <a:ext uri="{FF2B5EF4-FFF2-40B4-BE49-F238E27FC236}">
                  <a16:creationId xmlns:a16="http://schemas.microsoft.com/office/drawing/2014/main" id="{6D9BE366-F9D5-7B34-1CBA-7FE3CC5AD5EC}"/>
                </a:ext>
              </a:extLst>
            </p:cNvPr>
            <p:cNvSpPr txBox="1"/>
            <p:nvPr/>
          </p:nvSpPr>
          <p:spPr>
            <a:xfrm>
              <a:off x="5521111" y="1651379"/>
              <a:ext cx="1433014" cy="599318"/>
            </a:xfrm>
            <a:prstGeom prst="rect">
              <a:avLst/>
            </a:prstGeom>
          </p:spPr>
          <p:txBody>
            <a:bodyPr vert="horz" wrap="square" lIns="180000" tIns="0" rIns="180000" bIns="0" rtlCol="0" anchor="t" anchorCtr="0">
              <a:noAutofit/>
            </a:bodyPr>
            <a:lstStyle/>
            <a:p>
              <a:pPr algn="ctr">
                <a:lnSpc>
                  <a:spcPct val="130000"/>
                </a:lnSpc>
                <a:buClrTx/>
              </a:pPr>
              <a:r>
                <a:rPr lang="en-GB" sz="3600" b="1">
                  <a:solidFill>
                    <a:srgbClr val="C4C4CD"/>
                  </a:solidFill>
                  <a:latin typeface="EYInterstate Regular" panose="02000503020000020004" pitchFamily="2" charset="0"/>
                </a:rPr>
                <a:t>02</a:t>
              </a:r>
            </a:p>
          </p:txBody>
        </p:sp>
        <p:sp>
          <p:nvSpPr>
            <p:cNvPr id="15" name="TextBox 14">
              <a:extLst>
                <a:ext uri="{FF2B5EF4-FFF2-40B4-BE49-F238E27FC236}">
                  <a16:creationId xmlns:a16="http://schemas.microsoft.com/office/drawing/2014/main" id="{6BEA4C2F-331C-0A83-C7BD-35AD5AB10555}"/>
                </a:ext>
              </a:extLst>
            </p:cNvPr>
            <p:cNvSpPr txBox="1"/>
            <p:nvPr/>
          </p:nvSpPr>
          <p:spPr>
            <a:xfrm>
              <a:off x="9218724" y="1651379"/>
              <a:ext cx="1433014" cy="599318"/>
            </a:xfrm>
            <a:prstGeom prst="rect">
              <a:avLst/>
            </a:prstGeom>
          </p:spPr>
          <p:txBody>
            <a:bodyPr vert="horz" wrap="square" lIns="180000" tIns="0" rIns="180000" bIns="0" rtlCol="0" anchor="t" anchorCtr="0">
              <a:noAutofit/>
            </a:bodyPr>
            <a:lstStyle/>
            <a:p>
              <a:pPr algn="ctr">
                <a:lnSpc>
                  <a:spcPct val="130000"/>
                </a:lnSpc>
                <a:buClrTx/>
              </a:pPr>
              <a:r>
                <a:rPr lang="en-GB" sz="3600" b="1">
                  <a:solidFill>
                    <a:srgbClr val="C4C4CD"/>
                  </a:solidFill>
                  <a:latin typeface="EYInterstate Regular" panose="02000503020000020004" pitchFamily="2" charset="0"/>
                </a:rPr>
                <a:t>03</a:t>
              </a:r>
            </a:p>
          </p:txBody>
        </p:sp>
        <p:sp>
          <p:nvSpPr>
            <p:cNvPr id="16" name="TextBox 15">
              <a:extLst>
                <a:ext uri="{FF2B5EF4-FFF2-40B4-BE49-F238E27FC236}">
                  <a16:creationId xmlns:a16="http://schemas.microsoft.com/office/drawing/2014/main" id="{6CD9711F-1FF3-B409-5E8E-2D2FB36743FD}"/>
                </a:ext>
              </a:extLst>
            </p:cNvPr>
            <p:cNvSpPr txBox="1"/>
            <p:nvPr/>
          </p:nvSpPr>
          <p:spPr>
            <a:xfrm>
              <a:off x="1798417" y="4060208"/>
              <a:ext cx="1433014" cy="599318"/>
            </a:xfrm>
            <a:prstGeom prst="rect">
              <a:avLst/>
            </a:prstGeom>
          </p:spPr>
          <p:txBody>
            <a:bodyPr vert="horz" wrap="square" lIns="180000" tIns="0" rIns="180000" bIns="0" rtlCol="0" anchor="t" anchorCtr="0">
              <a:noAutofit/>
            </a:bodyPr>
            <a:lstStyle/>
            <a:p>
              <a:pPr algn="ctr">
                <a:lnSpc>
                  <a:spcPct val="130000"/>
                </a:lnSpc>
                <a:buClrTx/>
              </a:pPr>
              <a:r>
                <a:rPr lang="en-GB" sz="3600" b="1">
                  <a:solidFill>
                    <a:srgbClr val="C4C4CD"/>
                  </a:solidFill>
                  <a:latin typeface="EYInterstate Regular" panose="02000503020000020004" pitchFamily="2" charset="0"/>
                </a:rPr>
                <a:t>04</a:t>
              </a:r>
            </a:p>
          </p:txBody>
        </p:sp>
        <p:sp>
          <p:nvSpPr>
            <p:cNvPr id="17" name="TextBox 16">
              <a:extLst>
                <a:ext uri="{FF2B5EF4-FFF2-40B4-BE49-F238E27FC236}">
                  <a16:creationId xmlns:a16="http://schemas.microsoft.com/office/drawing/2014/main" id="{9F6CF468-961B-98B0-43FD-9EF54472B0EF}"/>
                </a:ext>
              </a:extLst>
            </p:cNvPr>
            <p:cNvSpPr txBox="1"/>
            <p:nvPr/>
          </p:nvSpPr>
          <p:spPr>
            <a:xfrm>
              <a:off x="5521111" y="4060208"/>
              <a:ext cx="1433014" cy="599318"/>
            </a:xfrm>
            <a:prstGeom prst="rect">
              <a:avLst/>
            </a:prstGeom>
          </p:spPr>
          <p:txBody>
            <a:bodyPr vert="horz" wrap="square" lIns="180000" tIns="0" rIns="180000" bIns="0" rtlCol="0" anchor="t" anchorCtr="0">
              <a:noAutofit/>
            </a:bodyPr>
            <a:lstStyle/>
            <a:p>
              <a:pPr algn="ctr">
                <a:lnSpc>
                  <a:spcPct val="130000"/>
                </a:lnSpc>
                <a:buClrTx/>
              </a:pPr>
              <a:r>
                <a:rPr lang="en-GB" sz="3600" b="1">
                  <a:solidFill>
                    <a:srgbClr val="C4C4CD"/>
                  </a:solidFill>
                  <a:latin typeface="EYInterstate Regular" panose="02000503020000020004" pitchFamily="2" charset="0"/>
                </a:rPr>
                <a:t>05</a:t>
              </a:r>
            </a:p>
          </p:txBody>
        </p:sp>
        <p:sp>
          <p:nvSpPr>
            <p:cNvPr id="18" name="TextBox 17">
              <a:extLst>
                <a:ext uri="{FF2B5EF4-FFF2-40B4-BE49-F238E27FC236}">
                  <a16:creationId xmlns:a16="http://schemas.microsoft.com/office/drawing/2014/main" id="{176CAE20-32C2-1953-C8E3-6CE8238BE511}"/>
                </a:ext>
              </a:extLst>
            </p:cNvPr>
            <p:cNvSpPr txBox="1"/>
            <p:nvPr/>
          </p:nvSpPr>
          <p:spPr>
            <a:xfrm>
              <a:off x="9218724" y="4060208"/>
              <a:ext cx="1433014" cy="599318"/>
            </a:xfrm>
            <a:prstGeom prst="rect">
              <a:avLst/>
            </a:prstGeom>
          </p:spPr>
          <p:txBody>
            <a:bodyPr vert="horz" wrap="square" lIns="180000" tIns="0" rIns="180000" bIns="0" rtlCol="0" anchor="t" anchorCtr="0">
              <a:noAutofit/>
            </a:bodyPr>
            <a:lstStyle/>
            <a:p>
              <a:pPr algn="ctr">
                <a:lnSpc>
                  <a:spcPct val="130000"/>
                </a:lnSpc>
                <a:buClrTx/>
              </a:pPr>
              <a:r>
                <a:rPr lang="en-GB" sz="3600" b="1">
                  <a:solidFill>
                    <a:srgbClr val="C4C4CD"/>
                  </a:solidFill>
                  <a:latin typeface="EYInterstate Regular" panose="02000503020000020004" pitchFamily="2" charset="0"/>
                </a:rPr>
                <a:t>06</a:t>
              </a:r>
            </a:p>
          </p:txBody>
        </p:sp>
      </p:grpSp>
    </p:spTree>
    <p:extLst>
      <p:ext uri="{BB962C8B-B14F-4D97-AF65-F5344CB8AC3E}">
        <p14:creationId xmlns:p14="http://schemas.microsoft.com/office/powerpoint/2010/main" val="17518113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EBC5C378-9940-EEE9-5AE6-0AC90C7C9133}"/>
              </a:ext>
            </a:extLst>
          </p:cNvPr>
          <p:cNvSpPr>
            <a:spLocks noGrp="1"/>
          </p:cNvSpPr>
          <p:nvPr>
            <p:ph type="title"/>
          </p:nvPr>
        </p:nvSpPr>
        <p:spPr/>
        <p:txBody>
          <a:bodyPr/>
          <a:lstStyle/>
          <a:p>
            <a:r>
              <a:rPr lang="en-US" sz="2400">
                <a:latin typeface="EYInterstate Regular" panose="02000503020000020004" pitchFamily="2" charset="0"/>
              </a:rPr>
              <a:t>We support companies in generating the right insights, designing the best experiences and making CX really happen</a:t>
            </a:r>
          </a:p>
        </p:txBody>
      </p:sp>
      <p:sp>
        <p:nvSpPr>
          <p:cNvPr id="6" name="Footer Placeholder 5">
            <a:extLst>
              <a:ext uri="{FF2B5EF4-FFF2-40B4-BE49-F238E27FC236}">
                <a16:creationId xmlns:a16="http://schemas.microsoft.com/office/drawing/2014/main" id="{EA8FFB56-447C-FB6F-E4E3-B16E2D1408E9}"/>
              </a:ext>
            </a:extLst>
          </p:cNvPr>
          <p:cNvSpPr>
            <a:spLocks noGrp="1"/>
          </p:cNvSpPr>
          <p:nvPr>
            <p:ph type="ftr" sz="quarter" idx="18"/>
          </p:nvPr>
        </p:nvSpPr>
        <p:spPr/>
        <p:txBody>
          <a:bodyPr/>
          <a:lstStyle/>
          <a:p>
            <a:r>
              <a:rPr lang="en-US" noProof="0"/>
              <a:t>Customer Experience</a:t>
            </a:r>
          </a:p>
        </p:txBody>
      </p:sp>
      <p:sp>
        <p:nvSpPr>
          <p:cNvPr id="5" name="Slide Number Placeholder 4">
            <a:extLst>
              <a:ext uri="{FF2B5EF4-FFF2-40B4-BE49-F238E27FC236}">
                <a16:creationId xmlns:a16="http://schemas.microsoft.com/office/drawing/2014/main" id="{43C21C21-EF61-1CFD-F1E8-124F50DFC762}"/>
              </a:ext>
            </a:extLst>
          </p:cNvPr>
          <p:cNvSpPr>
            <a:spLocks noGrp="1"/>
          </p:cNvSpPr>
          <p:nvPr>
            <p:ph type="sldNum" sz="quarter" idx="19"/>
          </p:nvPr>
        </p:nvSpPr>
        <p:spPr/>
        <p:txBody>
          <a:bodyPr/>
          <a:lstStyle/>
          <a:p>
            <a:fld id="{94FCA0F3-9F3A-694B-99BB-0E592A797735}" type="slidenum">
              <a:rPr lang="en-US" noProof="0" smtClean="0"/>
              <a:pPr/>
              <a:t>13</a:t>
            </a:fld>
            <a:endParaRPr lang="en-US" noProof="0"/>
          </a:p>
        </p:txBody>
      </p:sp>
      <p:sp>
        <p:nvSpPr>
          <p:cNvPr id="13" name="TextBox 12">
            <a:extLst>
              <a:ext uri="{FF2B5EF4-FFF2-40B4-BE49-F238E27FC236}">
                <a16:creationId xmlns:a16="http://schemas.microsoft.com/office/drawing/2014/main" id="{7ED94314-1844-D294-F008-79773D5871F5}"/>
              </a:ext>
            </a:extLst>
          </p:cNvPr>
          <p:cNvSpPr txBox="1"/>
          <p:nvPr/>
        </p:nvSpPr>
        <p:spPr>
          <a:xfrm>
            <a:off x="1375296" y="2996361"/>
            <a:ext cx="1699032" cy="498972"/>
          </a:xfrm>
          <a:prstGeom prst="rect">
            <a:avLst/>
          </a:prstGeom>
        </p:spPr>
        <p:txBody>
          <a:bodyPr vert="horz" wrap="square" lIns="180000" tIns="0" rIns="180000" bIns="0" rtlCol="0" anchor="t" anchorCtr="0">
            <a:noAutofit/>
          </a:bodyPr>
          <a:lstStyle/>
          <a:p>
            <a:pPr algn="ctr">
              <a:lnSpc>
                <a:spcPct val="130000"/>
              </a:lnSpc>
              <a:buClrTx/>
            </a:pPr>
            <a:r>
              <a:rPr lang="en-US" noProof="0">
                <a:solidFill>
                  <a:srgbClr val="747480"/>
                </a:solidFill>
                <a:latin typeface="EYInterstate Regular" panose="02000503020000020004" pitchFamily="2" charset="0"/>
              </a:rPr>
              <a:t>Align</a:t>
            </a:r>
          </a:p>
        </p:txBody>
      </p:sp>
      <p:sp>
        <p:nvSpPr>
          <p:cNvPr id="14" name="TextBox 13">
            <a:extLst>
              <a:ext uri="{FF2B5EF4-FFF2-40B4-BE49-F238E27FC236}">
                <a16:creationId xmlns:a16="http://schemas.microsoft.com/office/drawing/2014/main" id="{8742B189-9532-90FD-F600-F0D2073CD9CE}"/>
              </a:ext>
            </a:extLst>
          </p:cNvPr>
          <p:cNvSpPr txBox="1"/>
          <p:nvPr/>
        </p:nvSpPr>
        <p:spPr>
          <a:xfrm>
            <a:off x="3692375" y="2996361"/>
            <a:ext cx="1657813" cy="291963"/>
          </a:xfrm>
          <a:prstGeom prst="rect">
            <a:avLst/>
          </a:prstGeom>
        </p:spPr>
        <p:txBody>
          <a:bodyPr vert="horz" wrap="square" lIns="180000" tIns="0" rIns="180000" bIns="0" rtlCol="0" anchor="t" anchorCtr="0">
            <a:noAutofit/>
          </a:bodyPr>
          <a:lstStyle/>
          <a:p>
            <a:pPr algn="ctr">
              <a:lnSpc>
                <a:spcPct val="130000"/>
              </a:lnSpc>
            </a:pPr>
            <a:r>
              <a:rPr lang="en-US" noProof="0">
                <a:solidFill>
                  <a:srgbClr val="747480"/>
                </a:solidFill>
                <a:latin typeface="EYInterstate Regular" panose="02000503020000020004" pitchFamily="2" charset="0"/>
              </a:rPr>
              <a:t>Discover</a:t>
            </a:r>
          </a:p>
        </p:txBody>
      </p:sp>
      <p:sp>
        <p:nvSpPr>
          <p:cNvPr id="15" name="TextBox 14">
            <a:extLst>
              <a:ext uri="{FF2B5EF4-FFF2-40B4-BE49-F238E27FC236}">
                <a16:creationId xmlns:a16="http://schemas.microsoft.com/office/drawing/2014/main" id="{90F5A52C-9C96-B9B6-FCEC-932F59FA48A1}"/>
              </a:ext>
            </a:extLst>
          </p:cNvPr>
          <p:cNvSpPr txBox="1"/>
          <p:nvPr/>
        </p:nvSpPr>
        <p:spPr>
          <a:xfrm>
            <a:off x="5350188" y="2996361"/>
            <a:ext cx="1671434" cy="291963"/>
          </a:xfrm>
          <a:prstGeom prst="rect">
            <a:avLst/>
          </a:prstGeom>
        </p:spPr>
        <p:txBody>
          <a:bodyPr vert="horz" wrap="square" lIns="180000" tIns="0" rIns="180000" bIns="0" rtlCol="0" anchor="t" anchorCtr="0">
            <a:noAutofit/>
          </a:bodyPr>
          <a:lstStyle/>
          <a:p>
            <a:pPr algn="ctr">
              <a:lnSpc>
                <a:spcPct val="130000"/>
              </a:lnSpc>
              <a:buClrTx/>
            </a:pPr>
            <a:r>
              <a:rPr lang="en-US" noProof="0">
                <a:solidFill>
                  <a:srgbClr val="747480"/>
                </a:solidFill>
                <a:latin typeface="EYInterstate Regular" panose="02000503020000020004" pitchFamily="2" charset="0"/>
              </a:rPr>
              <a:t>Design</a:t>
            </a:r>
          </a:p>
        </p:txBody>
      </p:sp>
      <p:sp>
        <p:nvSpPr>
          <p:cNvPr id="16" name="TextBox 15">
            <a:extLst>
              <a:ext uri="{FF2B5EF4-FFF2-40B4-BE49-F238E27FC236}">
                <a16:creationId xmlns:a16="http://schemas.microsoft.com/office/drawing/2014/main" id="{E2B05FA3-32E5-138B-29C0-79EC36590A6E}"/>
              </a:ext>
            </a:extLst>
          </p:cNvPr>
          <p:cNvSpPr txBox="1"/>
          <p:nvPr/>
        </p:nvSpPr>
        <p:spPr>
          <a:xfrm>
            <a:off x="7021622" y="2996361"/>
            <a:ext cx="1671434" cy="291963"/>
          </a:xfrm>
          <a:prstGeom prst="rect">
            <a:avLst/>
          </a:prstGeom>
        </p:spPr>
        <p:txBody>
          <a:bodyPr vert="horz" wrap="square" lIns="180000" tIns="0" rIns="180000" bIns="0" rtlCol="0" anchor="t" anchorCtr="0">
            <a:noAutofit/>
          </a:bodyPr>
          <a:lstStyle/>
          <a:p>
            <a:pPr algn="ctr">
              <a:lnSpc>
                <a:spcPct val="130000"/>
              </a:lnSpc>
              <a:buClrTx/>
            </a:pPr>
            <a:r>
              <a:rPr lang="en-US" noProof="0">
                <a:solidFill>
                  <a:srgbClr val="747480"/>
                </a:solidFill>
                <a:latin typeface="EYInterstate Regular" panose="02000503020000020004" pitchFamily="2" charset="0"/>
              </a:rPr>
              <a:t>Deliver</a:t>
            </a:r>
          </a:p>
        </p:txBody>
      </p:sp>
      <p:sp>
        <p:nvSpPr>
          <p:cNvPr id="17" name="TextBox 16">
            <a:extLst>
              <a:ext uri="{FF2B5EF4-FFF2-40B4-BE49-F238E27FC236}">
                <a16:creationId xmlns:a16="http://schemas.microsoft.com/office/drawing/2014/main" id="{A47B3B0E-7C2F-FCBB-2960-005D6F2D5C95}"/>
              </a:ext>
            </a:extLst>
          </p:cNvPr>
          <p:cNvSpPr txBox="1"/>
          <p:nvPr/>
        </p:nvSpPr>
        <p:spPr>
          <a:xfrm>
            <a:off x="9154611" y="2996361"/>
            <a:ext cx="1699032" cy="291963"/>
          </a:xfrm>
          <a:prstGeom prst="rect">
            <a:avLst/>
          </a:prstGeom>
        </p:spPr>
        <p:txBody>
          <a:bodyPr vert="horz" wrap="square" lIns="180000" tIns="0" rIns="180000" bIns="0" rtlCol="0" anchor="t" anchorCtr="0">
            <a:noAutofit/>
          </a:bodyPr>
          <a:lstStyle/>
          <a:p>
            <a:pPr algn="ctr">
              <a:lnSpc>
                <a:spcPct val="130000"/>
              </a:lnSpc>
              <a:buClrTx/>
            </a:pPr>
            <a:r>
              <a:rPr lang="en-US" noProof="0">
                <a:solidFill>
                  <a:srgbClr val="747480"/>
                </a:solidFill>
                <a:latin typeface="EYInterstate Regular" panose="02000503020000020004" pitchFamily="2" charset="0"/>
              </a:rPr>
              <a:t>Scale</a:t>
            </a:r>
          </a:p>
        </p:txBody>
      </p:sp>
      <p:sp>
        <p:nvSpPr>
          <p:cNvPr id="18" name="Rectangle 17">
            <a:extLst>
              <a:ext uri="{FF2B5EF4-FFF2-40B4-BE49-F238E27FC236}">
                <a16:creationId xmlns:a16="http://schemas.microsoft.com/office/drawing/2014/main" id="{7E93FBDF-2B2D-E471-04C1-E5EECE768185}"/>
              </a:ext>
            </a:extLst>
          </p:cNvPr>
          <p:cNvSpPr/>
          <p:nvPr/>
        </p:nvSpPr>
        <p:spPr>
          <a:xfrm>
            <a:off x="1691346" y="4603083"/>
            <a:ext cx="2931772" cy="1161857"/>
          </a:xfrm>
          <a:prstGeom prst="rect">
            <a:avLst/>
          </a:prstGeom>
        </p:spPr>
        <p:txBody>
          <a:bodyPr wrap="square" lIns="0" tIns="0" rIns="0" bIns="0">
            <a:spAutoFit/>
          </a:bodyPr>
          <a:lstStyle/>
          <a:p>
            <a:pPr algn="ctr">
              <a:spcAft>
                <a:spcPts val="300"/>
              </a:spcAft>
            </a:pPr>
            <a:r>
              <a:rPr lang="en-US" sz="1700" b="1" noProof="0">
                <a:solidFill>
                  <a:srgbClr val="747480"/>
                </a:solidFill>
                <a:latin typeface="EYInterstate Regular" panose="02000503020000020004" pitchFamily="2" charset="0"/>
              </a:rPr>
              <a:t>CX Discovery </a:t>
            </a:r>
            <a:endParaRPr lang="en-US" sz="1400" b="1" noProof="0">
              <a:solidFill>
                <a:schemeClr val="bg1"/>
              </a:solidFill>
              <a:latin typeface="+mj-lt"/>
            </a:endParaRPr>
          </a:p>
          <a:p>
            <a:pPr algn="ctr">
              <a:spcAft>
                <a:spcPts val="300"/>
              </a:spcAft>
            </a:pPr>
            <a:r>
              <a:rPr lang="en-US" sz="1400" noProof="0">
                <a:solidFill>
                  <a:schemeClr val="bg1"/>
                </a:solidFill>
                <a:latin typeface="+mj-lt"/>
              </a:rPr>
              <a:t>Understand customer needs and behavior, identify pain points and predict impact on customer value and business outcomes.</a:t>
            </a:r>
            <a:endParaRPr lang="en-US" sz="1000" noProof="0">
              <a:solidFill>
                <a:schemeClr val="bg1"/>
              </a:solidFill>
              <a:latin typeface="+mj-lt"/>
            </a:endParaRPr>
          </a:p>
        </p:txBody>
      </p:sp>
      <p:sp>
        <p:nvSpPr>
          <p:cNvPr id="19" name="Rectangle 18">
            <a:extLst>
              <a:ext uri="{FF2B5EF4-FFF2-40B4-BE49-F238E27FC236}">
                <a16:creationId xmlns:a16="http://schemas.microsoft.com/office/drawing/2014/main" id="{4E945D8E-D1C4-3F55-1052-FF6E2C59C6FB}"/>
              </a:ext>
            </a:extLst>
          </p:cNvPr>
          <p:cNvSpPr/>
          <p:nvPr/>
        </p:nvSpPr>
        <p:spPr>
          <a:xfrm>
            <a:off x="4853905" y="4603083"/>
            <a:ext cx="2664000" cy="1377300"/>
          </a:xfrm>
          <a:prstGeom prst="rect">
            <a:avLst/>
          </a:prstGeom>
        </p:spPr>
        <p:txBody>
          <a:bodyPr wrap="square" lIns="0" tIns="0" rIns="0" bIns="0">
            <a:spAutoFit/>
          </a:bodyPr>
          <a:lstStyle/>
          <a:p>
            <a:pPr algn="ctr">
              <a:spcAft>
                <a:spcPts val="300"/>
              </a:spcAft>
            </a:pPr>
            <a:r>
              <a:rPr lang="en-US" sz="1700" b="1">
                <a:solidFill>
                  <a:srgbClr val="747480"/>
                </a:solidFill>
                <a:latin typeface="EYInterstate Regular" panose="02000503020000020004" pitchFamily="2" charset="0"/>
              </a:rPr>
              <a:t>CX Design and Deploy </a:t>
            </a:r>
            <a:endParaRPr lang="en-US" sz="1400" b="1">
              <a:solidFill>
                <a:srgbClr val="35A4E8"/>
              </a:solidFill>
              <a:latin typeface="+mj-lt"/>
            </a:endParaRPr>
          </a:p>
          <a:p>
            <a:pPr algn="ctr">
              <a:spcAft>
                <a:spcPts val="300"/>
              </a:spcAft>
            </a:pPr>
            <a:r>
              <a:rPr lang="en-GB" sz="1400">
                <a:solidFill>
                  <a:schemeClr val="bg1"/>
                </a:solidFill>
                <a:latin typeface="+mj-lt"/>
              </a:rPr>
              <a:t>Ideate, prototype and test </a:t>
            </a:r>
            <a:br>
              <a:rPr lang="en-GB" sz="1400">
                <a:solidFill>
                  <a:schemeClr val="bg1"/>
                </a:solidFill>
                <a:latin typeface="+mj-lt"/>
              </a:rPr>
            </a:br>
            <a:r>
              <a:rPr lang="en-GB" sz="1400">
                <a:solidFill>
                  <a:schemeClr val="bg1"/>
                </a:solidFill>
                <a:latin typeface="+mj-lt"/>
              </a:rPr>
              <a:t>new experiences to meet </a:t>
            </a:r>
            <a:br>
              <a:rPr lang="en-GB" sz="1400">
                <a:solidFill>
                  <a:schemeClr val="bg1"/>
                </a:solidFill>
                <a:latin typeface="+mj-lt"/>
              </a:rPr>
            </a:br>
            <a:r>
              <a:rPr lang="en-GB" sz="1400">
                <a:solidFill>
                  <a:schemeClr val="bg1"/>
                </a:solidFill>
                <a:latin typeface="+mj-lt"/>
              </a:rPr>
              <a:t>and exceed customer’s expectations and generate positive business impact.</a:t>
            </a:r>
            <a:endParaRPr lang="en-US" sz="1400">
              <a:solidFill>
                <a:schemeClr val="bg1"/>
              </a:solidFill>
              <a:latin typeface="+mj-lt"/>
            </a:endParaRPr>
          </a:p>
        </p:txBody>
      </p:sp>
      <p:sp>
        <p:nvSpPr>
          <p:cNvPr id="20" name="Rectangle 19">
            <a:extLst>
              <a:ext uri="{FF2B5EF4-FFF2-40B4-BE49-F238E27FC236}">
                <a16:creationId xmlns:a16="http://schemas.microsoft.com/office/drawing/2014/main" id="{62DB672E-0D7B-74D2-2498-6FAC2D6CB76F}"/>
              </a:ext>
            </a:extLst>
          </p:cNvPr>
          <p:cNvSpPr/>
          <p:nvPr/>
        </p:nvSpPr>
        <p:spPr>
          <a:xfrm>
            <a:off x="7748692" y="4603083"/>
            <a:ext cx="2869678" cy="1377300"/>
          </a:xfrm>
          <a:prstGeom prst="rect">
            <a:avLst/>
          </a:prstGeom>
        </p:spPr>
        <p:txBody>
          <a:bodyPr wrap="square" lIns="0" tIns="0" rIns="0" bIns="0">
            <a:spAutoFit/>
          </a:bodyPr>
          <a:lstStyle/>
          <a:p>
            <a:pPr algn="ctr">
              <a:spcAft>
                <a:spcPts val="300"/>
              </a:spcAft>
            </a:pPr>
            <a:r>
              <a:rPr lang="en-US" sz="1700" b="1">
                <a:solidFill>
                  <a:srgbClr val="747480"/>
                </a:solidFill>
                <a:latin typeface="EYInterstate Regular" panose="02000503020000020004" pitchFamily="2" charset="0"/>
              </a:rPr>
              <a:t>CX Deliver and Scale</a:t>
            </a:r>
            <a:endParaRPr lang="en-US" sz="1400" b="1">
              <a:solidFill>
                <a:schemeClr val="bg1"/>
              </a:solidFill>
              <a:latin typeface="+mj-lt"/>
            </a:endParaRPr>
          </a:p>
          <a:p>
            <a:pPr algn="ctr">
              <a:spcAft>
                <a:spcPts val="300"/>
              </a:spcAft>
            </a:pPr>
            <a:r>
              <a:rPr lang="en-GB" sz="1400">
                <a:solidFill>
                  <a:schemeClr val="bg1"/>
                </a:solidFill>
                <a:latin typeface="+mj-lt"/>
              </a:rPr>
              <a:t>Implement and iterate on new experiences. Organize resources, build capabilities and implement data and tech to exceed customer expectations at scale.</a:t>
            </a:r>
            <a:endParaRPr lang="en-US" sz="1400">
              <a:solidFill>
                <a:schemeClr val="bg1"/>
              </a:solidFill>
              <a:latin typeface="+mj-lt"/>
            </a:endParaRPr>
          </a:p>
        </p:txBody>
      </p:sp>
      <p:pic>
        <p:nvPicPr>
          <p:cNvPr id="21" name="Graphic 20">
            <a:extLst>
              <a:ext uri="{FF2B5EF4-FFF2-40B4-BE49-F238E27FC236}">
                <a16:creationId xmlns:a16="http://schemas.microsoft.com/office/drawing/2014/main" id="{22E29F0E-747F-BD31-1A21-65A24C42486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17378" y="811395"/>
            <a:ext cx="9957245" cy="4725257"/>
          </a:xfrm>
          <a:prstGeom prst="rect">
            <a:avLst/>
          </a:prstGeom>
        </p:spPr>
      </p:pic>
    </p:spTree>
    <p:extLst>
      <p:ext uri="{BB962C8B-B14F-4D97-AF65-F5344CB8AC3E}">
        <p14:creationId xmlns:p14="http://schemas.microsoft.com/office/powerpoint/2010/main" val="28884949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B62BEF-E4E7-9371-173A-8512C11F0F26}"/>
              </a:ext>
            </a:extLst>
          </p:cNvPr>
          <p:cNvSpPr>
            <a:spLocks noGrp="1"/>
          </p:cNvSpPr>
          <p:nvPr>
            <p:ph type="title"/>
          </p:nvPr>
        </p:nvSpPr>
        <p:spPr/>
        <p:txBody>
          <a:bodyPr/>
          <a:lstStyle/>
          <a:p>
            <a:r>
              <a:rPr lang="en-US" sz="2400">
                <a:latin typeface="EYInterstate Regular" panose="02000503020000020004" pitchFamily="2" charset="0"/>
              </a:rPr>
              <a:t>We help you make the leap from a company led focus to the customer, enabling exceptional CX</a:t>
            </a:r>
          </a:p>
        </p:txBody>
      </p:sp>
      <p:sp>
        <p:nvSpPr>
          <p:cNvPr id="6" name="Footer Placeholder 5">
            <a:extLst>
              <a:ext uri="{FF2B5EF4-FFF2-40B4-BE49-F238E27FC236}">
                <a16:creationId xmlns:a16="http://schemas.microsoft.com/office/drawing/2014/main" id="{03210270-4527-A9F7-6148-4C28177524C0}"/>
              </a:ext>
            </a:extLst>
          </p:cNvPr>
          <p:cNvSpPr>
            <a:spLocks noGrp="1"/>
          </p:cNvSpPr>
          <p:nvPr>
            <p:ph type="ftr" sz="quarter" idx="18"/>
          </p:nvPr>
        </p:nvSpPr>
        <p:spPr/>
        <p:txBody>
          <a:bodyPr/>
          <a:lstStyle/>
          <a:p>
            <a:r>
              <a:rPr lang="en-US" noProof="0"/>
              <a:t>Customer Experience</a:t>
            </a:r>
          </a:p>
        </p:txBody>
      </p:sp>
      <p:sp>
        <p:nvSpPr>
          <p:cNvPr id="5" name="Slide Number Placeholder 4">
            <a:extLst>
              <a:ext uri="{FF2B5EF4-FFF2-40B4-BE49-F238E27FC236}">
                <a16:creationId xmlns:a16="http://schemas.microsoft.com/office/drawing/2014/main" id="{7EA04DDD-6AE5-4AE9-8348-C2F7E496D82A}"/>
              </a:ext>
            </a:extLst>
          </p:cNvPr>
          <p:cNvSpPr>
            <a:spLocks noGrp="1"/>
          </p:cNvSpPr>
          <p:nvPr>
            <p:ph type="sldNum" sz="quarter" idx="19"/>
          </p:nvPr>
        </p:nvSpPr>
        <p:spPr/>
        <p:txBody>
          <a:bodyPr/>
          <a:lstStyle/>
          <a:p>
            <a:fld id="{94FCA0F3-9F3A-694B-99BB-0E592A797735}" type="slidenum">
              <a:rPr lang="en-US" noProof="0" smtClean="0"/>
              <a:t>14</a:t>
            </a:fld>
            <a:endParaRPr lang="en-US" noProof="0"/>
          </a:p>
        </p:txBody>
      </p:sp>
      <p:pic>
        <p:nvPicPr>
          <p:cNvPr id="15" name="Graphic 14">
            <a:extLst>
              <a:ext uri="{FF2B5EF4-FFF2-40B4-BE49-F238E27FC236}">
                <a16:creationId xmlns:a16="http://schemas.microsoft.com/office/drawing/2014/main" id="{352D951B-5E03-1D3C-E331-16A6BBE69A6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6436" y="-1786"/>
            <a:ext cx="12198350" cy="6861572"/>
          </a:xfrm>
          <a:prstGeom prst="rect">
            <a:avLst/>
          </a:prstGeom>
        </p:spPr>
      </p:pic>
      <p:sp>
        <p:nvSpPr>
          <p:cNvPr id="16" name="TextBox 15">
            <a:extLst>
              <a:ext uri="{FF2B5EF4-FFF2-40B4-BE49-F238E27FC236}">
                <a16:creationId xmlns:a16="http://schemas.microsoft.com/office/drawing/2014/main" id="{E6851CDA-7956-3142-7A5C-0ED152980961}"/>
              </a:ext>
            </a:extLst>
          </p:cNvPr>
          <p:cNvSpPr txBox="1">
            <a:spLocks noChangeAspect="1"/>
          </p:cNvSpPr>
          <p:nvPr/>
        </p:nvSpPr>
        <p:spPr>
          <a:xfrm>
            <a:off x="8370215" y="3292864"/>
            <a:ext cx="1298069" cy="1296000"/>
          </a:xfrm>
          <a:prstGeom prst="ellipse">
            <a:avLst/>
          </a:prstGeom>
          <a:ln w="12700">
            <a:solidFill>
              <a:srgbClr val="2E2E38"/>
            </a:solidFill>
            <a:prstDash val="dash"/>
          </a:ln>
        </p:spPr>
        <p:txBody>
          <a:bodyPr vert="horz" wrap="square" lIns="0" tIns="0" rIns="0" bIns="0" rtlCol="0" anchor="ctr" anchorCtr="0">
            <a:noAutofit/>
          </a:bodyPr>
          <a:lstStyle/>
          <a:p>
            <a:pPr marL="0" marR="0" lvl="0" indent="0" algn="ctr" defTabSz="914400" eaLnBrk="1" fontAlgn="auto" latinLnBrk="0" hangingPunct="1">
              <a:lnSpc>
                <a:spcPct val="90000"/>
              </a:lnSpc>
              <a:spcBef>
                <a:spcPts val="0"/>
              </a:spcBef>
              <a:spcAft>
                <a:spcPts val="0"/>
              </a:spcAft>
              <a:buClrTx/>
              <a:buSzTx/>
              <a:buFontTx/>
              <a:buNone/>
              <a:tabLst/>
              <a:defRPr/>
            </a:pPr>
            <a:r>
              <a:rPr kumimoji="0" lang="en-GB" sz="1400" b="1" i="0" u="none" strike="noStrike" kern="0" cap="none" spc="0" normalizeH="0" baseline="0" noProof="0">
                <a:ln>
                  <a:noFill/>
                </a:ln>
                <a:solidFill>
                  <a:srgbClr val="2E2E38"/>
                </a:solidFill>
                <a:effectLst/>
                <a:uLnTx/>
                <a:uFillTx/>
                <a:latin typeface="EYInterstate Regular" panose="02000503020000020004" pitchFamily="2" charset="0"/>
              </a:rPr>
              <a:t>Customer</a:t>
            </a:r>
          </a:p>
        </p:txBody>
      </p:sp>
      <p:sp>
        <p:nvSpPr>
          <p:cNvPr id="17" name="TextBox 16">
            <a:extLst>
              <a:ext uri="{FF2B5EF4-FFF2-40B4-BE49-F238E27FC236}">
                <a16:creationId xmlns:a16="http://schemas.microsoft.com/office/drawing/2014/main" id="{582102EC-1009-F775-3BF6-4B00F303E6B2}"/>
              </a:ext>
            </a:extLst>
          </p:cNvPr>
          <p:cNvSpPr txBox="1"/>
          <p:nvPr/>
        </p:nvSpPr>
        <p:spPr>
          <a:xfrm>
            <a:off x="7779457" y="1565146"/>
            <a:ext cx="1948638" cy="669852"/>
          </a:xfrm>
          <a:prstGeom prst="rect">
            <a:avLst/>
          </a:prstGeom>
        </p:spPr>
        <p:txBody>
          <a:bodyPr vert="horz" wrap="square" lIns="180000" tIns="0" rIns="180000" bIns="0" rtlCol="0" anchor="t"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chemeClr val="bg1"/>
                </a:solidFill>
                <a:effectLst/>
                <a:uLnTx/>
                <a:uFillTx/>
              </a:rPr>
              <a:t>Deliver the right ‘thing’ at the right moment</a:t>
            </a:r>
          </a:p>
        </p:txBody>
      </p:sp>
      <p:sp>
        <p:nvSpPr>
          <p:cNvPr id="18" name="TextBox 17">
            <a:extLst>
              <a:ext uri="{FF2B5EF4-FFF2-40B4-BE49-F238E27FC236}">
                <a16:creationId xmlns:a16="http://schemas.microsoft.com/office/drawing/2014/main" id="{FD4FFCDA-7E2A-5311-FE77-FFEDA8CD52BE}"/>
              </a:ext>
            </a:extLst>
          </p:cNvPr>
          <p:cNvSpPr txBox="1"/>
          <p:nvPr/>
        </p:nvSpPr>
        <p:spPr>
          <a:xfrm>
            <a:off x="10051588" y="1713965"/>
            <a:ext cx="1870622" cy="669852"/>
          </a:xfrm>
          <a:prstGeom prst="rect">
            <a:avLst/>
          </a:prstGeom>
        </p:spPr>
        <p:txBody>
          <a:bodyPr vert="horz" wrap="square" lIns="180000" tIns="0" rIns="180000" bIns="0" rtlCol="0" anchor="t"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chemeClr val="bg1"/>
                </a:solidFill>
                <a:effectLst/>
                <a:uLnTx/>
                <a:uFillTx/>
              </a:rPr>
              <a:t>Connect the full customer journey and make it relevant</a:t>
            </a:r>
          </a:p>
        </p:txBody>
      </p:sp>
      <p:sp>
        <p:nvSpPr>
          <p:cNvPr id="19" name="TextBox 18">
            <a:extLst>
              <a:ext uri="{FF2B5EF4-FFF2-40B4-BE49-F238E27FC236}">
                <a16:creationId xmlns:a16="http://schemas.microsoft.com/office/drawing/2014/main" id="{E21C40EC-68A5-FC95-E143-DDD27995AE14}"/>
              </a:ext>
            </a:extLst>
          </p:cNvPr>
          <p:cNvSpPr txBox="1"/>
          <p:nvPr/>
        </p:nvSpPr>
        <p:spPr>
          <a:xfrm>
            <a:off x="10964197" y="3509711"/>
            <a:ext cx="1121308" cy="821252"/>
          </a:xfrm>
          <a:prstGeom prst="rect">
            <a:avLst/>
          </a:prstGeom>
        </p:spPr>
        <p:txBody>
          <a:bodyPr vert="horz" wrap="square" lIns="180000" tIns="0" rIns="180000" bIns="0" rtlCol="0" anchor="t"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chemeClr val="bg1"/>
                </a:solidFill>
                <a:effectLst/>
                <a:uLnTx/>
                <a:uFillTx/>
              </a:rPr>
              <a:t>Anticipate needs and reduce friction</a:t>
            </a:r>
          </a:p>
        </p:txBody>
      </p:sp>
      <p:sp>
        <p:nvSpPr>
          <p:cNvPr id="20" name="TextBox 19">
            <a:extLst>
              <a:ext uri="{FF2B5EF4-FFF2-40B4-BE49-F238E27FC236}">
                <a16:creationId xmlns:a16="http://schemas.microsoft.com/office/drawing/2014/main" id="{7F3F5B49-9111-6B84-4DBC-3494749BDDCE}"/>
              </a:ext>
            </a:extLst>
          </p:cNvPr>
          <p:cNvSpPr txBox="1"/>
          <p:nvPr/>
        </p:nvSpPr>
        <p:spPr>
          <a:xfrm>
            <a:off x="10295627" y="5536302"/>
            <a:ext cx="1870622" cy="512036"/>
          </a:xfrm>
          <a:prstGeom prst="rect">
            <a:avLst/>
          </a:prstGeom>
        </p:spPr>
        <p:txBody>
          <a:bodyPr vert="horz" wrap="square" lIns="180000" tIns="0" rIns="180000" bIns="0" rtlCol="0" anchor="t"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chemeClr val="bg1"/>
                </a:solidFill>
                <a:effectLst/>
                <a:uLnTx/>
                <a:uFillTx/>
              </a:rPr>
              <a:t>Shift from campaigns to relationships</a:t>
            </a:r>
          </a:p>
        </p:txBody>
      </p:sp>
      <p:sp>
        <p:nvSpPr>
          <p:cNvPr id="21" name="TextBox 20">
            <a:extLst>
              <a:ext uri="{FF2B5EF4-FFF2-40B4-BE49-F238E27FC236}">
                <a16:creationId xmlns:a16="http://schemas.microsoft.com/office/drawing/2014/main" id="{A4502211-BA19-E1D9-F361-6F3BBFF23309}"/>
              </a:ext>
            </a:extLst>
          </p:cNvPr>
          <p:cNvSpPr txBox="1"/>
          <p:nvPr/>
        </p:nvSpPr>
        <p:spPr>
          <a:xfrm>
            <a:off x="7779457" y="5860700"/>
            <a:ext cx="1948638" cy="669852"/>
          </a:xfrm>
          <a:prstGeom prst="rect">
            <a:avLst/>
          </a:prstGeom>
        </p:spPr>
        <p:txBody>
          <a:bodyPr vert="horz" wrap="square" lIns="180000" tIns="0" rIns="180000" bIns="0" rtlCol="0" anchor="t"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chemeClr val="bg1"/>
                </a:solidFill>
                <a:effectLst/>
                <a:uLnTx/>
                <a:uFillTx/>
              </a:rPr>
              <a:t>Optimize dynamically at the human level  </a:t>
            </a:r>
          </a:p>
        </p:txBody>
      </p:sp>
      <p:sp>
        <p:nvSpPr>
          <p:cNvPr id="22" name="TextBox 21">
            <a:extLst>
              <a:ext uri="{FF2B5EF4-FFF2-40B4-BE49-F238E27FC236}">
                <a16:creationId xmlns:a16="http://schemas.microsoft.com/office/drawing/2014/main" id="{0DC2461A-EB00-5B2D-E48C-3E973B7CC2FC}"/>
              </a:ext>
            </a:extLst>
          </p:cNvPr>
          <p:cNvSpPr txBox="1">
            <a:spLocks noChangeAspect="1"/>
          </p:cNvSpPr>
          <p:nvPr/>
        </p:nvSpPr>
        <p:spPr>
          <a:xfrm>
            <a:off x="2149189" y="3254364"/>
            <a:ext cx="1298069" cy="1296000"/>
          </a:xfrm>
          <a:prstGeom prst="ellipse">
            <a:avLst/>
          </a:prstGeom>
          <a:ln w="12700">
            <a:solidFill>
              <a:srgbClr val="FFFFFF"/>
            </a:solidFill>
            <a:prstDash val="dash"/>
          </a:ln>
        </p:spPr>
        <p:txBody>
          <a:bodyPr vert="horz" wrap="square" lIns="0" tIns="0" rIns="0" bIns="0" rtlCol="0" anchor="ctr" anchorCtr="0">
            <a:noAutofit/>
          </a:bodyPr>
          <a:lstStyle/>
          <a:p>
            <a:pPr marL="0" marR="0" lvl="0" indent="0" algn="ctr" defTabSz="914400" eaLnBrk="1" fontAlgn="auto" latinLnBrk="0" hangingPunct="1">
              <a:lnSpc>
                <a:spcPct val="90000"/>
              </a:lnSpc>
              <a:spcBef>
                <a:spcPts val="0"/>
              </a:spcBef>
              <a:spcAft>
                <a:spcPts val="0"/>
              </a:spcAft>
              <a:buClrTx/>
              <a:buSzTx/>
              <a:buFontTx/>
              <a:buNone/>
              <a:tabLst/>
              <a:defRPr/>
            </a:pPr>
            <a:r>
              <a:rPr kumimoji="0" lang="en-GB" sz="1400" b="1" i="0" u="none" strike="noStrike" kern="0" cap="none" spc="0" normalizeH="0" baseline="0" noProof="0">
                <a:ln>
                  <a:noFill/>
                </a:ln>
                <a:solidFill>
                  <a:srgbClr val="FFFFFF"/>
                </a:solidFill>
                <a:effectLst/>
                <a:uLnTx/>
                <a:uFillTx/>
                <a:latin typeface="EYInterstate Regular" panose="02000503020000020004" pitchFamily="2" charset="0"/>
              </a:rPr>
              <a:t>Company</a:t>
            </a:r>
          </a:p>
        </p:txBody>
      </p:sp>
    </p:spTree>
    <p:extLst>
      <p:ext uri="{BB962C8B-B14F-4D97-AF65-F5344CB8AC3E}">
        <p14:creationId xmlns:p14="http://schemas.microsoft.com/office/powerpoint/2010/main" val="28505787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015E96F2-5191-AA5A-3E04-0E3F67ABCEA6}"/>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4E569080-3495-2C4D-0916-4D48F00FE93C}"/>
              </a:ext>
            </a:extLst>
          </p:cNvPr>
          <p:cNvSpPr>
            <a:spLocks noGrp="1"/>
          </p:cNvSpPr>
          <p:nvPr>
            <p:ph type="title"/>
          </p:nvPr>
        </p:nvSpPr>
        <p:spPr/>
        <p:txBody>
          <a:bodyPr/>
          <a:lstStyle/>
          <a:p>
            <a:r>
              <a:rPr lang="en-US">
                <a:latin typeface="EYInterstate Regular" panose="02000503020000020004" pitchFamily="2" charset="0"/>
              </a:rPr>
              <a:t>EY Studio+ approach</a:t>
            </a:r>
          </a:p>
        </p:txBody>
      </p:sp>
      <p:sp>
        <p:nvSpPr>
          <p:cNvPr id="8" name="Text Placeholder 7">
            <a:extLst>
              <a:ext uri="{FF2B5EF4-FFF2-40B4-BE49-F238E27FC236}">
                <a16:creationId xmlns:a16="http://schemas.microsoft.com/office/drawing/2014/main" id="{7B4E3B8D-E473-C3FA-3D9F-BF94838A115B}"/>
              </a:ext>
            </a:extLst>
          </p:cNvPr>
          <p:cNvSpPr>
            <a:spLocks noGrp="1"/>
          </p:cNvSpPr>
          <p:nvPr>
            <p:ph type="body" sz="quarter" idx="13"/>
          </p:nvPr>
        </p:nvSpPr>
        <p:spPr/>
        <p:txBody>
          <a:bodyPr/>
          <a:lstStyle/>
          <a:p>
            <a:r>
              <a:rPr lang="en-US" noProof="0"/>
              <a:t>02</a:t>
            </a:r>
          </a:p>
        </p:txBody>
      </p:sp>
      <p:sp>
        <p:nvSpPr>
          <p:cNvPr id="5" name="Footer Placeholder 4">
            <a:extLst>
              <a:ext uri="{FF2B5EF4-FFF2-40B4-BE49-F238E27FC236}">
                <a16:creationId xmlns:a16="http://schemas.microsoft.com/office/drawing/2014/main" id="{B1F332A7-9789-77C2-1294-6DF606967DD5}"/>
              </a:ext>
            </a:extLst>
          </p:cNvPr>
          <p:cNvSpPr>
            <a:spLocks noGrp="1"/>
          </p:cNvSpPr>
          <p:nvPr>
            <p:ph type="ftr" sz="quarter" idx="15"/>
          </p:nvPr>
        </p:nvSpPr>
        <p:spPr/>
        <p:txBody>
          <a:bodyPr/>
          <a:lstStyle/>
          <a:p>
            <a:r>
              <a:rPr lang="en-US" noProof="0">
                <a:solidFill>
                  <a:schemeClr val="tx1"/>
                </a:solidFill>
              </a:rPr>
              <a:t>Customer Experience</a:t>
            </a:r>
          </a:p>
        </p:txBody>
      </p:sp>
      <p:sp>
        <p:nvSpPr>
          <p:cNvPr id="6" name="Slide Number Placeholder 5">
            <a:extLst>
              <a:ext uri="{FF2B5EF4-FFF2-40B4-BE49-F238E27FC236}">
                <a16:creationId xmlns:a16="http://schemas.microsoft.com/office/drawing/2014/main" id="{B396DB2A-B374-53F5-8562-FE326DA4A9C7}"/>
              </a:ext>
            </a:extLst>
          </p:cNvPr>
          <p:cNvSpPr>
            <a:spLocks noGrp="1"/>
          </p:cNvSpPr>
          <p:nvPr>
            <p:ph type="sldNum" sz="quarter" idx="16"/>
          </p:nvPr>
        </p:nvSpPr>
        <p:spPr/>
        <p:txBody>
          <a:bodyPr/>
          <a:lstStyle/>
          <a:p>
            <a:fld id="{F1BC30E3-FFE5-4B91-AA19-87A149EBB9EE}" type="slidenum">
              <a:rPr lang="en-US" noProof="0" smtClean="0">
                <a:solidFill>
                  <a:schemeClr val="tx1"/>
                </a:solidFill>
              </a:rPr>
              <a:pPr/>
              <a:t>15</a:t>
            </a:fld>
            <a:endParaRPr lang="en-US" noProof="0">
              <a:solidFill>
                <a:schemeClr val="tx1"/>
              </a:solidFill>
            </a:endParaRPr>
          </a:p>
        </p:txBody>
      </p:sp>
      <p:pic>
        <p:nvPicPr>
          <p:cNvPr id="2" name="Graphic 1">
            <a:extLst>
              <a:ext uri="{FF2B5EF4-FFF2-40B4-BE49-F238E27FC236}">
                <a16:creationId xmlns:a16="http://schemas.microsoft.com/office/drawing/2014/main" id="{6F4F6FD7-5F4A-0765-DE80-9778D5A19054}"/>
              </a:ext>
            </a:extLst>
          </p:cNvPr>
          <p:cNvPicPr/>
          <p:nvPr/>
        </p:nvPicPr>
        <p:blipFill>
          <a:blip r:embed="rId3">
            <a:extLst>
              <a:ext uri="{96DAC541-7B7A-43D3-8B79-37D633B846F1}">
                <asvg:svgBlip xmlns:asvg="http://schemas.microsoft.com/office/drawing/2016/SVG/main" r:embed="rId4"/>
              </a:ext>
            </a:extLst>
          </a:blip>
          <a:stretch>
            <a:fillRect/>
          </a:stretch>
        </p:blipFill>
        <p:spPr>
          <a:xfrm>
            <a:off x="11089246" y="6289101"/>
            <a:ext cx="880813" cy="341755"/>
          </a:xfrm>
          <a:prstGeom prst="rect">
            <a:avLst/>
          </a:prstGeom>
        </p:spPr>
      </p:pic>
    </p:spTree>
    <p:extLst>
      <p:ext uri="{BB962C8B-B14F-4D97-AF65-F5344CB8AC3E}">
        <p14:creationId xmlns:p14="http://schemas.microsoft.com/office/powerpoint/2010/main" val="10567135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C8ADB2B-05FF-364E-4B9F-62BF8BEE6BCE}"/>
              </a:ext>
            </a:extLst>
          </p:cNvPr>
          <p:cNvSpPr>
            <a:spLocks noGrp="1"/>
          </p:cNvSpPr>
          <p:nvPr>
            <p:ph type="title"/>
          </p:nvPr>
        </p:nvSpPr>
        <p:spPr>
          <a:xfrm>
            <a:off x="483826" y="369888"/>
            <a:ext cx="5850986" cy="470898"/>
          </a:xfrm>
        </p:spPr>
        <p:txBody>
          <a:bodyPr/>
          <a:lstStyle/>
          <a:p>
            <a:r>
              <a:rPr lang="en-US" sz="2400">
                <a:latin typeface="EYInterstate Regular" panose="02000503020000020004" pitchFamily="2" charset="0"/>
              </a:rPr>
              <a:t>We believe great CX designed with empathy and purpose creates long-term value</a:t>
            </a:r>
          </a:p>
        </p:txBody>
      </p:sp>
      <p:sp>
        <p:nvSpPr>
          <p:cNvPr id="2" name="Footer Placeholder 1">
            <a:extLst>
              <a:ext uri="{FF2B5EF4-FFF2-40B4-BE49-F238E27FC236}">
                <a16:creationId xmlns:a16="http://schemas.microsoft.com/office/drawing/2014/main" id="{B61B89B8-91FA-772E-BEB3-64FC8CFCE45A}"/>
              </a:ext>
            </a:extLst>
          </p:cNvPr>
          <p:cNvSpPr>
            <a:spLocks noGrp="1"/>
          </p:cNvSpPr>
          <p:nvPr>
            <p:ph type="ftr" sz="quarter" idx="18"/>
          </p:nvPr>
        </p:nvSpPr>
        <p:spPr/>
        <p:txBody>
          <a:bodyPr/>
          <a:lstStyle/>
          <a:p>
            <a:r>
              <a:rPr lang="en-US" noProof="0"/>
              <a:t>Customer Experience</a:t>
            </a:r>
          </a:p>
        </p:txBody>
      </p:sp>
      <p:sp>
        <p:nvSpPr>
          <p:cNvPr id="3" name="Slide Number Placeholder 2">
            <a:extLst>
              <a:ext uri="{FF2B5EF4-FFF2-40B4-BE49-F238E27FC236}">
                <a16:creationId xmlns:a16="http://schemas.microsoft.com/office/drawing/2014/main" id="{342A2473-8E99-F8DD-4068-26B56F804008}"/>
              </a:ext>
            </a:extLst>
          </p:cNvPr>
          <p:cNvSpPr>
            <a:spLocks noGrp="1"/>
          </p:cNvSpPr>
          <p:nvPr>
            <p:ph type="sldNum" sz="quarter" idx="19"/>
          </p:nvPr>
        </p:nvSpPr>
        <p:spPr/>
        <p:txBody>
          <a:bodyPr/>
          <a:lstStyle/>
          <a:p>
            <a:fld id="{94FCA0F3-9F3A-694B-99BB-0E592A797735}" type="slidenum">
              <a:rPr lang="en-US" noProof="0" smtClean="0"/>
              <a:t>16</a:t>
            </a:fld>
            <a:endParaRPr lang="en-US" noProof="0"/>
          </a:p>
        </p:txBody>
      </p:sp>
      <p:pic>
        <p:nvPicPr>
          <p:cNvPr id="5" name="Picture 4" descr="A group of people holding sparklers&#10;&#10;Description automatically generated with medium confidence">
            <a:extLst>
              <a:ext uri="{FF2B5EF4-FFF2-40B4-BE49-F238E27FC236}">
                <a16:creationId xmlns:a16="http://schemas.microsoft.com/office/drawing/2014/main" id="{CCB78D18-06F0-4974-1780-B3470346022C}"/>
              </a:ext>
            </a:extLst>
          </p:cNvPr>
          <p:cNvPicPr>
            <a:picLocks noChangeAspect="1"/>
          </p:cNvPicPr>
          <p:nvPr/>
        </p:nvPicPr>
        <p:blipFill rotWithShape="1">
          <a:blip r:embed="rId2" cstate="print">
            <a:extLst>
              <a:ext uri="{28A0092B-C50C-407E-A947-70E740481C1C}">
                <a14:useLocalDpi xmlns:a14="http://schemas.microsoft.com/office/drawing/2010/main"/>
              </a:ext>
            </a:extLst>
          </a:blip>
          <a:srcRect r="23240"/>
          <a:stretch/>
        </p:blipFill>
        <p:spPr>
          <a:xfrm>
            <a:off x="6744429" y="0"/>
            <a:ext cx="5447571" cy="6876000"/>
          </a:xfrm>
          <a:prstGeom prst="rect">
            <a:avLst/>
          </a:prstGeom>
        </p:spPr>
      </p:pic>
      <p:sp>
        <p:nvSpPr>
          <p:cNvPr id="6" name="Content Placeholder 3">
            <a:extLst>
              <a:ext uri="{FF2B5EF4-FFF2-40B4-BE49-F238E27FC236}">
                <a16:creationId xmlns:a16="http://schemas.microsoft.com/office/drawing/2014/main" id="{85A95A4A-9729-4107-C6DF-DCB19974AD84}"/>
              </a:ext>
            </a:extLst>
          </p:cNvPr>
          <p:cNvSpPr txBox="1">
            <a:spLocks/>
          </p:cNvSpPr>
          <p:nvPr/>
        </p:nvSpPr>
        <p:spPr>
          <a:xfrm>
            <a:off x="618814" y="1849000"/>
            <a:ext cx="6076678" cy="1741487"/>
          </a:xfrm>
          <a:prstGeom prst="rect">
            <a:avLst/>
          </a:prstGeom>
        </p:spPr>
        <p:txBody>
          <a:bodyPr lIns="0" tIns="0" rIns="0" bIns="0" numCol="1"/>
          <a:lstStyle>
            <a:lvl1pPr marL="267319" indent="-267319" algn="l" defTabSz="685434" rtl="0" eaLnBrk="1" latinLnBrk="0" hangingPunct="1">
              <a:spcBef>
                <a:spcPct val="20000"/>
              </a:spcBef>
              <a:buClr>
                <a:schemeClr val="tx2"/>
              </a:buClr>
              <a:buSzPct val="70000"/>
              <a:buFont typeface="Arial" pitchFamily="34" charset="0"/>
              <a:buChar char="►"/>
              <a:defRPr sz="2000" kern="1200">
                <a:solidFill>
                  <a:schemeClr val="bg1"/>
                </a:solidFill>
                <a:latin typeface="EYInterstate Light" panose="02000506000000020004" pitchFamily="2" charset="0"/>
                <a:ea typeface="+mn-ea"/>
                <a:cs typeface="+mn-cs"/>
              </a:defRPr>
            </a:lvl1pPr>
            <a:lvl2pPr marL="534639" indent="-267319" algn="l" defTabSz="685434" rtl="0" eaLnBrk="1" latinLnBrk="0" hangingPunct="1">
              <a:spcBef>
                <a:spcPct val="20000"/>
              </a:spcBef>
              <a:buClr>
                <a:schemeClr val="tx2"/>
              </a:buClr>
              <a:buSzPct val="70000"/>
              <a:buFont typeface="Arial" pitchFamily="34" charset="0"/>
              <a:buChar char="►"/>
              <a:defRPr sz="1800" kern="1200">
                <a:solidFill>
                  <a:schemeClr val="bg1"/>
                </a:solidFill>
                <a:latin typeface="EYInterstate Light" panose="02000506000000020004" pitchFamily="2" charset="0"/>
                <a:ea typeface="+mn-ea"/>
                <a:cs typeface="+mn-cs"/>
              </a:defRPr>
            </a:lvl2pPr>
            <a:lvl3pPr marL="801958" indent="-267319" algn="l" defTabSz="685434" rtl="0" eaLnBrk="1" latinLnBrk="0" hangingPunct="1">
              <a:spcBef>
                <a:spcPct val="20000"/>
              </a:spcBef>
              <a:buClr>
                <a:schemeClr val="tx2"/>
              </a:buClr>
              <a:buSzPct val="70000"/>
              <a:buFont typeface="Arial" pitchFamily="34" charset="0"/>
              <a:buChar char="►"/>
              <a:defRPr sz="1600" kern="1200">
                <a:solidFill>
                  <a:schemeClr val="bg1"/>
                </a:solidFill>
                <a:latin typeface="EYInterstate Light" panose="02000506000000020004" pitchFamily="2" charset="0"/>
                <a:ea typeface="+mn-ea"/>
                <a:cs typeface="+mn-cs"/>
              </a:defRPr>
            </a:lvl3pPr>
            <a:lvl4pPr marL="1069277" indent="-267319" algn="l" defTabSz="685434" rtl="0" eaLnBrk="1" latinLnBrk="0" hangingPunct="1">
              <a:spcBef>
                <a:spcPct val="20000"/>
              </a:spcBef>
              <a:buClr>
                <a:schemeClr val="tx2"/>
              </a:buClr>
              <a:buSzPct val="70000"/>
              <a:buFont typeface="Arial" pitchFamily="34" charset="0"/>
              <a:buChar char="►"/>
              <a:defRPr sz="1400" kern="1200">
                <a:solidFill>
                  <a:schemeClr val="bg1"/>
                </a:solidFill>
                <a:latin typeface="EYInterstate Light" panose="02000506000000020004" pitchFamily="2" charset="0"/>
                <a:ea typeface="+mn-ea"/>
                <a:cs typeface="+mn-cs"/>
              </a:defRPr>
            </a:lvl4pPr>
            <a:lvl5pPr marL="1336597" indent="-267319" algn="l" defTabSz="685434" rtl="0" eaLnBrk="1" latinLnBrk="0" hangingPunct="1">
              <a:spcBef>
                <a:spcPct val="20000"/>
              </a:spcBef>
              <a:buClr>
                <a:schemeClr val="tx2"/>
              </a:buClr>
              <a:buSzPct val="70000"/>
              <a:buFont typeface="Arial" pitchFamily="34" charset="0"/>
              <a:buChar char="►"/>
              <a:defRPr sz="1200" kern="1200">
                <a:solidFill>
                  <a:schemeClr val="bg1"/>
                </a:solidFill>
                <a:latin typeface="EYInterstate Light" panose="02000506000000020004" pitchFamily="2" charset="0"/>
                <a:ea typeface="+mn-ea"/>
                <a:cs typeface="+mn-cs"/>
              </a:defRPr>
            </a:lvl5pPr>
            <a:lvl6pPr marL="1884944" indent="-171359" algn="l" defTabSz="685434" rtl="0" eaLnBrk="1" latinLnBrk="0" hangingPunct="1">
              <a:spcBef>
                <a:spcPct val="20000"/>
              </a:spcBef>
              <a:buFont typeface="Arial" pitchFamily="34" charset="0"/>
              <a:buChar char="•"/>
              <a:defRPr sz="1499" kern="1200">
                <a:solidFill>
                  <a:schemeClr val="tx1"/>
                </a:solidFill>
                <a:latin typeface="+mn-lt"/>
                <a:ea typeface="+mn-ea"/>
                <a:cs typeface="+mn-cs"/>
              </a:defRPr>
            </a:lvl6pPr>
            <a:lvl7pPr marL="2227661" indent="-171359" algn="l" defTabSz="685434" rtl="0" eaLnBrk="1" latinLnBrk="0" hangingPunct="1">
              <a:spcBef>
                <a:spcPct val="20000"/>
              </a:spcBef>
              <a:buFont typeface="Arial" pitchFamily="34" charset="0"/>
              <a:buChar char="•"/>
              <a:defRPr sz="1499" kern="1200">
                <a:solidFill>
                  <a:schemeClr val="tx1"/>
                </a:solidFill>
                <a:latin typeface="+mn-lt"/>
                <a:ea typeface="+mn-ea"/>
                <a:cs typeface="+mn-cs"/>
              </a:defRPr>
            </a:lvl7pPr>
            <a:lvl8pPr marL="2570378" indent="-171359" algn="l" defTabSz="685434" rtl="0" eaLnBrk="1" latinLnBrk="0" hangingPunct="1">
              <a:spcBef>
                <a:spcPct val="20000"/>
              </a:spcBef>
              <a:buFont typeface="Arial" pitchFamily="34" charset="0"/>
              <a:buChar char="•"/>
              <a:defRPr sz="1499" kern="1200">
                <a:solidFill>
                  <a:schemeClr val="tx1"/>
                </a:solidFill>
                <a:latin typeface="+mn-lt"/>
                <a:ea typeface="+mn-ea"/>
                <a:cs typeface="+mn-cs"/>
              </a:defRPr>
            </a:lvl8pPr>
            <a:lvl9pPr marL="2913096" indent="-171359" algn="l" defTabSz="685434" rtl="0" eaLnBrk="1" latinLnBrk="0" hangingPunct="1">
              <a:spcBef>
                <a:spcPct val="20000"/>
              </a:spcBef>
              <a:buFont typeface="Arial" pitchFamily="34" charset="0"/>
              <a:buChar char="•"/>
              <a:defRPr sz="1499" kern="1200">
                <a:solidFill>
                  <a:schemeClr val="tx1"/>
                </a:solidFill>
                <a:latin typeface="+mn-lt"/>
                <a:ea typeface="+mn-ea"/>
                <a:cs typeface="+mn-cs"/>
              </a:defRPr>
            </a:lvl9pPr>
          </a:lstStyle>
          <a:p>
            <a:pPr marL="0" indent="0">
              <a:lnSpc>
                <a:spcPct val="120000"/>
              </a:lnSpc>
              <a:buNone/>
            </a:pPr>
            <a:r>
              <a:rPr lang="en-US" b="1" noProof="0">
                <a:latin typeface="+mn-lt"/>
                <a:ea typeface="Calibri" panose="020F0502020204030204" pitchFamily="34" charset="0"/>
              </a:rPr>
              <a:t>Empathy</a:t>
            </a:r>
          </a:p>
          <a:p>
            <a:pPr marL="0" indent="0">
              <a:lnSpc>
                <a:spcPct val="120000"/>
              </a:lnSpc>
              <a:spcAft>
                <a:spcPts val="1200"/>
              </a:spcAft>
              <a:buNone/>
            </a:pPr>
            <a:r>
              <a:rPr lang="en-US" sz="1400" noProof="0">
                <a:latin typeface="+mn-lt"/>
                <a:ea typeface="Calibri" panose="020F0502020204030204" pitchFamily="34" charset="0"/>
              </a:rPr>
              <a:t>In the digital age, people still value the human touch. </a:t>
            </a:r>
          </a:p>
          <a:p>
            <a:pPr>
              <a:lnSpc>
                <a:spcPct val="120000"/>
              </a:lnSpc>
              <a:buClrTx/>
              <a:buSzPct val="100000"/>
              <a:buFont typeface="Wingdings" panose="05000000000000000000" pitchFamily="2" charset="2"/>
              <a:buChar char="§"/>
            </a:pPr>
            <a:r>
              <a:rPr lang="en-US" sz="1200" noProof="0">
                <a:latin typeface="+mn-lt"/>
                <a:ea typeface="Calibri" panose="020F0502020204030204" pitchFamily="34" charset="0"/>
              </a:rPr>
              <a:t>Connect with customers as people</a:t>
            </a:r>
          </a:p>
          <a:p>
            <a:pPr>
              <a:lnSpc>
                <a:spcPct val="120000"/>
              </a:lnSpc>
              <a:buClrTx/>
              <a:buSzPct val="100000"/>
              <a:buFont typeface="Wingdings" panose="05000000000000000000" pitchFamily="2" charset="2"/>
              <a:buChar char="§"/>
            </a:pPr>
            <a:r>
              <a:rPr lang="en-US" sz="1200" noProof="0">
                <a:latin typeface="+mn-lt"/>
                <a:ea typeface="Calibri" panose="020F0502020204030204" pitchFamily="34" charset="0"/>
              </a:rPr>
              <a:t>Understand their behavior based on interactions and data, not data alone</a:t>
            </a:r>
          </a:p>
          <a:p>
            <a:pPr>
              <a:lnSpc>
                <a:spcPct val="120000"/>
              </a:lnSpc>
              <a:buClrTx/>
              <a:buSzPct val="100000"/>
              <a:buFont typeface="Wingdings" panose="05000000000000000000" pitchFamily="2" charset="2"/>
              <a:buChar char="§"/>
            </a:pPr>
            <a:r>
              <a:rPr lang="en-US" sz="1200" noProof="0">
                <a:latin typeface="+mn-lt"/>
                <a:ea typeface="Calibri" panose="020F0502020204030204" pitchFamily="34" charset="0"/>
              </a:rPr>
              <a:t>Comprehensive picture of what motivates and delights them</a:t>
            </a:r>
            <a:endParaRPr lang="en-US" sz="1400" noProof="0">
              <a:latin typeface="+mn-lt"/>
              <a:ea typeface="Calibri" panose="020F0502020204030204" pitchFamily="34" charset="0"/>
            </a:endParaRPr>
          </a:p>
        </p:txBody>
      </p:sp>
      <p:sp>
        <p:nvSpPr>
          <p:cNvPr id="7" name="TextBox 6">
            <a:extLst>
              <a:ext uri="{FF2B5EF4-FFF2-40B4-BE49-F238E27FC236}">
                <a16:creationId xmlns:a16="http://schemas.microsoft.com/office/drawing/2014/main" id="{98320707-0160-8B26-16F9-C42376106320}"/>
              </a:ext>
            </a:extLst>
          </p:cNvPr>
          <p:cNvSpPr txBox="1"/>
          <p:nvPr/>
        </p:nvSpPr>
        <p:spPr>
          <a:xfrm>
            <a:off x="618812" y="4009214"/>
            <a:ext cx="6076680" cy="1835952"/>
          </a:xfrm>
          <a:prstGeom prst="rect">
            <a:avLst/>
          </a:prstGeom>
          <a:noFill/>
        </p:spPr>
        <p:txBody>
          <a:bodyPr wrap="square" lIns="0" tIns="0" rIns="0" bIns="0">
            <a:spAutoFit/>
          </a:bodyPr>
          <a:lstStyle/>
          <a:p>
            <a:pPr marR="0" lvl="0" defTabSz="685434" fontAlgn="base">
              <a:lnSpc>
                <a:spcPct val="120000"/>
              </a:lnSpc>
              <a:spcBef>
                <a:spcPct val="20000"/>
              </a:spcBef>
              <a:spcAft>
                <a:spcPts val="0"/>
              </a:spcAft>
              <a:buClr>
                <a:schemeClr val="tx2"/>
              </a:buClr>
              <a:buSzPct val="70000"/>
              <a:tabLst/>
              <a:defRPr/>
            </a:pPr>
            <a:r>
              <a:rPr lang="en-US" sz="2000" b="1" noProof="0">
                <a:solidFill>
                  <a:schemeClr val="bg1"/>
                </a:solidFill>
              </a:rPr>
              <a:t>Purposeful growth </a:t>
            </a:r>
          </a:p>
          <a:p>
            <a:pPr marL="0" marR="0" lvl="0" indent="0" algn="l" defTabSz="914400" rtl="0" eaLnBrk="1" fontAlgn="base" latinLnBrk="0" hangingPunct="1">
              <a:lnSpc>
                <a:spcPct val="120000"/>
              </a:lnSpc>
              <a:spcBef>
                <a:spcPts val="336"/>
              </a:spcBef>
              <a:spcAft>
                <a:spcPts val="1200"/>
              </a:spcAft>
              <a:buClrTx/>
              <a:buSzTx/>
              <a:buFontTx/>
              <a:buNone/>
              <a:tabLst/>
              <a:defRPr/>
            </a:pPr>
            <a:r>
              <a:rPr lang="en-US" sz="1400" noProof="0">
                <a:solidFill>
                  <a:schemeClr val="bg1"/>
                </a:solidFill>
              </a:rPr>
              <a:t>Focusing on purpose and sustainable value creation, not growth at any cost. </a:t>
            </a:r>
          </a:p>
          <a:p>
            <a:pPr marL="267319" marR="0" lvl="0" indent="-267319" defTabSz="685434" fontAlgn="auto">
              <a:lnSpc>
                <a:spcPct val="120000"/>
              </a:lnSpc>
              <a:spcBef>
                <a:spcPct val="20000"/>
              </a:spcBef>
              <a:spcAft>
                <a:spcPts val="0"/>
              </a:spcAft>
              <a:buSzPct val="100000"/>
              <a:buFont typeface="Wingdings" panose="05000000000000000000" pitchFamily="2" charset="2"/>
              <a:buChar char="§"/>
              <a:tabLst/>
              <a:defRPr/>
            </a:pPr>
            <a:r>
              <a:rPr lang="en-US" sz="1200" noProof="0">
                <a:solidFill>
                  <a:schemeClr val="bg1"/>
                </a:solidFill>
              </a:rPr>
              <a:t>Enduring relationships, not transactions</a:t>
            </a:r>
          </a:p>
          <a:p>
            <a:pPr marL="267319" marR="0" lvl="0" indent="-267319" defTabSz="685434" fontAlgn="auto">
              <a:lnSpc>
                <a:spcPct val="120000"/>
              </a:lnSpc>
              <a:spcBef>
                <a:spcPct val="20000"/>
              </a:spcBef>
              <a:spcAft>
                <a:spcPts val="0"/>
              </a:spcAft>
              <a:buSzPct val="100000"/>
              <a:buFont typeface="Wingdings" panose="05000000000000000000" pitchFamily="2" charset="2"/>
              <a:buChar char="§"/>
              <a:tabLst/>
              <a:defRPr/>
            </a:pPr>
            <a:r>
              <a:rPr lang="en-US" sz="1200" noProof="0">
                <a:solidFill>
                  <a:schemeClr val="bg1"/>
                </a:solidFill>
              </a:rPr>
              <a:t>Focus on customers and employees, not products and services </a:t>
            </a:r>
          </a:p>
          <a:p>
            <a:pPr marL="267319" marR="0" lvl="0" indent="-267319" defTabSz="685434" fontAlgn="auto">
              <a:lnSpc>
                <a:spcPct val="120000"/>
              </a:lnSpc>
              <a:spcBef>
                <a:spcPct val="20000"/>
              </a:spcBef>
              <a:spcAft>
                <a:spcPts val="0"/>
              </a:spcAft>
              <a:buSzPct val="100000"/>
              <a:buFont typeface="Wingdings" panose="05000000000000000000" pitchFamily="2" charset="2"/>
              <a:buChar char="§"/>
              <a:tabLst/>
              <a:defRPr/>
            </a:pPr>
            <a:r>
              <a:rPr lang="en-US" sz="1200" noProof="0">
                <a:solidFill>
                  <a:schemeClr val="bg1"/>
                </a:solidFill>
              </a:rPr>
              <a:t>Ethical lens applied to data use and technology</a:t>
            </a:r>
          </a:p>
        </p:txBody>
      </p:sp>
      <p:pic>
        <p:nvPicPr>
          <p:cNvPr id="8" name="Graphic 7">
            <a:extLst>
              <a:ext uri="{FF2B5EF4-FFF2-40B4-BE49-F238E27FC236}">
                <a16:creationId xmlns:a16="http://schemas.microsoft.com/office/drawing/2014/main" id="{B0A6BFE8-1810-57BE-AFCA-12D28F69011F}"/>
              </a:ext>
            </a:extLst>
          </p:cNvPr>
          <p:cNvPicPr/>
          <p:nvPr/>
        </p:nvPicPr>
        <p:blipFill>
          <a:blip r:embed="rId3">
            <a:extLst>
              <a:ext uri="{96DAC541-7B7A-43D3-8B79-37D633B846F1}">
                <asvg:svgBlip xmlns:asvg="http://schemas.microsoft.com/office/drawing/2016/SVG/main" r:embed="rId4"/>
              </a:ext>
            </a:extLst>
          </a:blip>
          <a:stretch>
            <a:fillRect/>
          </a:stretch>
        </p:blipFill>
        <p:spPr>
          <a:xfrm>
            <a:off x="11089246" y="6289101"/>
            <a:ext cx="880813" cy="341755"/>
          </a:xfrm>
          <a:prstGeom prst="rect">
            <a:avLst/>
          </a:prstGeom>
        </p:spPr>
      </p:pic>
    </p:spTree>
    <p:extLst>
      <p:ext uri="{BB962C8B-B14F-4D97-AF65-F5344CB8AC3E}">
        <p14:creationId xmlns:p14="http://schemas.microsoft.com/office/powerpoint/2010/main" val="36695917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FEF7EF-7DEF-10BC-E763-070D0C165F84}"/>
              </a:ext>
            </a:extLst>
          </p:cNvPr>
          <p:cNvSpPr>
            <a:spLocks noGrp="1"/>
          </p:cNvSpPr>
          <p:nvPr>
            <p:ph type="title"/>
          </p:nvPr>
        </p:nvSpPr>
        <p:spPr/>
        <p:txBody>
          <a:bodyPr/>
          <a:lstStyle/>
          <a:p>
            <a:r>
              <a:rPr lang="en-US" sz="2400">
                <a:latin typeface="EYInterstate Regular" panose="02000503020000020004" pitchFamily="2" charset="0"/>
              </a:rPr>
              <a:t>How EY Studio+ teams approach CX</a:t>
            </a:r>
          </a:p>
        </p:txBody>
      </p:sp>
      <p:sp>
        <p:nvSpPr>
          <p:cNvPr id="5" name="Slide Number Placeholder 4">
            <a:extLst>
              <a:ext uri="{FF2B5EF4-FFF2-40B4-BE49-F238E27FC236}">
                <a16:creationId xmlns:a16="http://schemas.microsoft.com/office/drawing/2014/main" id="{91F8E1FE-FC52-879D-3BBD-527B9467BD35}"/>
              </a:ext>
            </a:extLst>
          </p:cNvPr>
          <p:cNvSpPr>
            <a:spLocks noGrp="1"/>
          </p:cNvSpPr>
          <p:nvPr>
            <p:ph type="sldNum" sz="quarter" idx="12"/>
          </p:nvPr>
        </p:nvSpPr>
        <p:spPr/>
        <p:txBody>
          <a:bodyPr/>
          <a:lstStyle/>
          <a:p>
            <a:fld id="{94FCA0F3-9F3A-694B-99BB-0E592A797735}" type="slidenum">
              <a:rPr lang="en-US" noProof="0" smtClean="0"/>
              <a:t>17</a:t>
            </a:fld>
            <a:endParaRPr lang="en-US" noProof="0"/>
          </a:p>
        </p:txBody>
      </p:sp>
      <p:sp>
        <p:nvSpPr>
          <p:cNvPr id="6" name="Footer Placeholder 5">
            <a:extLst>
              <a:ext uri="{FF2B5EF4-FFF2-40B4-BE49-F238E27FC236}">
                <a16:creationId xmlns:a16="http://schemas.microsoft.com/office/drawing/2014/main" id="{6952650F-1F11-DACE-7FDB-F89B030DD52D}"/>
              </a:ext>
            </a:extLst>
          </p:cNvPr>
          <p:cNvSpPr>
            <a:spLocks noGrp="1"/>
          </p:cNvSpPr>
          <p:nvPr>
            <p:ph type="ftr" sz="quarter" idx="11"/>
          </p:nvPr>
        </p:nvSpPr>
        <p:spPr/>
        <p:txBody>
          <a:bodyPr/>
          <a:lstStyle/>
          <a:p>
            <a:r>
              <a:rPr lang="en-US" noProof="0"/>
              <a:t>Customer Experience</a:t>
            </a:r>
          </a:p>
        </p:txBody>
      </p:sp>
      <p:pic>
        <p:nvPicPr>
          <p:cNvPr id="13" name="Picture 12">
            <a:extLst>
              <a:ext uri="{FF2B5EF4-FFF2-40B4-BE49-F238E27FC236}">
                <a16:creationId xmlns:a16="http://schemas.microsoft.com/office/drawing/2014/main" id="{44EC2B57-72B9-EC4D-DB7D-B58E17D4B315}"/>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4619403" y="1372090"/>
            <a:ext cx="1696548" cy="1696548"/>
          </a:xfrm>
          <a:prstGeom prst="ellipse">
            <a:avLst/>
          </a:prstGeom>
        </p:spPr>
      </p:pic>
      <p:pic>
        <p:nvPicPr>
          <p:cNvPr id="14" name="Picture 13">
            <a:extLst>
              <a:ext uri="{FF2B5EF4-FFF2-40B4-BE49-F238E27FC236}">
                <a16:creationId xmlns:a16="http://schemas.microsoft.com/office/drawing/2014/main" id="{23834B5A-2E10-85F5-278F-77299F9907C7}"/>
              </a:ext>
            </a:extLst>
          </p:cNvPr>
          <p:cNvPicPr>
            <a:picLocks noChangeAspect="1"/>
          </p:cNvPicPr>
          <p:nvPr/>
        </p:nvPicPr>
        <p:blipFill rotWithShape="1">
          <a:blip r:embed="rId3" cstate="print">
            <a:extLst>
              <a:ext uri="{28A0092B-C50C-407E-A947-70E740481C1C}">
                <a14:useLocalDpi xmlns:a14="http://schemas.microsoft.com/office/drawing/2010/main"/>
              </a:ext>
            </a:extLst>
          </a:blip>
          <a:srcRect/>
          <a:stretch/>
        </p:blipFill>
        <p:spPr>
          <a:xfrm>
            <a:off x="7951238" y="1372089"/>
            <a:ext cx="1696549" cy="1696549"/>
          </a:xfrm>
          <a:prstGeom prst="ellipse">
            <a:avLst/>
          </a:prstGeom>
        </p:spPr>
      </p:pic>
      <p:pic>
        <p:nvPicPr>
          <p:cNvPr id="15" name="Picture Placeholder 16">
            <a:extLst>
              <a:ext uri="{FF2B5EF4-FFF2-40B4-BE49-F238E27FC236}">
                <a16:creationId xmlns:a16="http://schemas.microsoft.com/office/drawing/2014/main" id="{151B985F-BC0D-D7D0-C192-15FC3D83382C}"/>
              </a:ext>
            </a:extLst>
          </p:cNvPr>
          <p:cNvPicPr>
            <a:picLocks noChangeAspect="1"/>
          </p:cNvPicPr>
          <p:nvPr/>
        </p:nvPicPr>
        <p:blipFill rotWithShape="1">
          <a:blip r:embed="rId4" cstate="print">
            <a:extLst>
              <a:ext uri="{28A0092B-C50C-407E-A947-70E740481C1C}">
                <a14:useLocalDpi xmlns:a14="http://schemas.microsoft.com/office/drawing/2010/main"/>
              </a:ext>
            </a:extLst>
          </a:blip>
          <a:srcRect/>
          <a:stretch/>
        </p:blipFill>
        <p:spPr>
          <a:xfrm>
            <a:off x="1238251" y="1372090"/>
            <a:ext cx="1696548" cy="1696548"/>
          </a:xfrm>
          <a:prstGeom prst="ellipse">
            <a:avLst/>
          </a:prstGeom>
        </p:spPr>
      </p:pic>
      <p:sp>
        <p:nvSpPr>
          <p:cNvPr id="16" name="Content Placeholder 6">
            <a:extLst>
              <a:ext uri="{FF2B5EF4-FFF2-40B4-BE49-F238E27FC236}">
                <a16:creationId xmlns:a16="http://schemas.microsoft.com/office/drawing/2014/main" id="{A1230EC0-3041-EE3C-04DD-F6B52FFA2167}"/>
              </a:ext>
            </a:extLst>
          </p:cNvPr>
          <p:cNvSpPr txBox="1">
            <a:spLocks/>
          </p:cNvSpPr>
          <p:nvPr/>
        </p:nvSpPr>
        <p:spPr>
          <a:xfrm>
            <a:off x="1058860" y="3159382"/>
            <a:ext cx="3348000" cy="3063880"/>
          </a:xfrm>
          <a:prstGeom prst="rect">
            <a:avLst/>
          </a:prstGeom>
        </p:spPr>
        <p:txBody>
          <a:bodyPr vert="horz" lIns="180000" tIns="0" rIns="180000" bIns="0" rtlCol="0" anchor="t" anchorCtr="0">
            <a:noAutofit/>
          </a:bodyPr>
          <a:lstStyle>
            <a:lvl1pPr marL="285750" indent="-285750" algn="l" defTabSz="914400" rtl="0" eaLnBrk="1" latinLnBrk="0" hangingPunct="1">
              <a:lnSpc>
                <a:spcPct val="120000"/>
              </a:lnSpc>
              <a:spcBef>
                <a:spcPct val="20000"/>
              </a:spcBef>
              <a:buClr>
                <a:schemeClr val="bg1"/>
              </a:buClr>
              <a:buSzPct val="110000"/>
              <a:buFont typeface="Arial" panose="020B0604020202020204" pitchFamily="34" charset="0"/>
              <a:buChar char="•"/>
              <a:defRPr sz="1400" kern="1200">
                <a:solidFill>
                  <a:schemeClr val="bg1"/>
                </a:solidFill>
                <a:latin typeface="EYInterstate Light" panose="02000506000000020004" pitchFamily="2" charset="0"/>
                <a:ea typeface="+mn-ea"/>
                <a:cs typeface="+mn-cs"/>
              </a:defRPr>
            </a:lvl1pPr>
            <a:lvl2pPr marL="642366" indent="-285750" algn="l" defTabSz="914400" rtl="0" eaLnBrk="1" latinLnBrk="0" hangingPunct="1">
              <a:lnSpc>
                <a:spcPct val="120000"/>
              </a:lnSpc>
              <a:spcBef>
                <a:spcPct val="20000"/>
              </a:spcBef>
              <a:buClr>
                <a:schemeClr val="bg1"/>
              </a:buClr>
              <a:buSzPct val="110000"/>
              <a:buFont typeface="Arial" panose="020B0604020202020204" pitchFamily="34" charset="0"/>
              <a:buChar char="•"/>
              <a:defRPr sz="1400" kern="1200">
                <a:solidFill>
                  <a:schemeClr val="bg1"/>
                </a:solidFill>
                <a:latin typeface="EYInterstate Light" panose="02000506000000020004" pitchFamily="2" charset="0"/>
                <a:ea typeface="+mn-ea"/>
                <a:cs typeface="+mn-cs"/>
              </a:defRPr>
            </a:lvl2pPr>
            <a:lvl3pPr marL="998982" indent="-285750" algn="l" defTabSz="914400" rtl="0" eaLnBrk="1" latinLnBrk="0" hangingPunct="1">
              <a:lnSpc>
                <a:spcPct val="120000"/>
              </a:lnSpc>
              <a:spcBef>
                <a:spcPct val="20000"/>
              </a:spcBef>
              <a:buClr>
                <a:schemeClr val="bg1"/>
              </a:buClr>
              <a:buSzPct val="110000"/>
              <a:buFont typeface="Arial" panose="020B0604020202020204" pitchFamily="34" charset="0"/>
              <a:buChar char="•"/>
              <a:defRPr sz="1400" kern="1200">
                <a:solidFill>
                  <a:schemeClr val="bg1"/>
                </a:solidFill>
                <a:latin typeface="EYInterstate Light" panose="02000506000000020004" pitchFamily="2" charset="0"/>
                <a:ea typeface="+mn-ea"/>
                <a:cs typeface="+mn-cs"/>
              </a:defRPr>
            </a:lvl3pPr>
            <a:lvl4pPr marL="1355598" indent="-285750" algn="l" defTabSz="914400" rtl="0" eaLnBrk="1" latinLnBrk="0" hangingPunct="1">
              <a:lnSpc>
                <a:spcPct val="120000"/>
              </a:lnSpc>
              <a:spcBef>
                <a:spcPct val="20000"/>
              </a:spcBef>
              <a:buClr>
                <a:schemeClr val="bg1"/>
              </a:buClr>
              <a:buSzPct val="110000"/>
              <a:buFont typeface="Arial" panose="020B0604020202020204" pitchFamily="34" charset="0"/>
              <a:buChar char="•"/>
              <a:defRPr sz="1400" kern="1200">
                <a:solidFill>
                  <a:schemeClr val="bg1"/>
                </a:solidFill>
                <a:latin typeface="EYInterstate Light" panose="02000506000000020004" pitchFamily="2" charset="0"/>
                <a:ea typeface="+mn-ea"/>
                <a:cs typeface="+mn-cs"/>
              </a:defRPr>
            </a:lvl4pPr>
            <a:lvl5pPr marL="1712214" indent="-285750" algn="l" defTabSz="914400" rtl="0" eaLnBrk="1" latinLnBrk="0" hangingPunct="1">
              <a:lnSpc>
                <a:spcPct val="120000"/>
              </a:lnSpc>
              <a:spcBef>
                <a:spcPct val="20000"/>
              </a:spcBef>
              <a:buClr>
                <a:schemeClr val="bg1"/>
              </a:buClr>
              <a:buSzPct val="110000"/>
              <a:buFont typeface="Arial" panose="020B0604020202020204" pitchFamily="34" charset="0"/>
              <a:buChar char="•"/>
              <a:defRPr sz="14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20000"/>
              </a:lnSpc>
              <a:spcBef>
                <a:spcPct val="20000"/>
              </a:spcBef>
              <a:spcAft>
                <a:spcPts val="600"/>
              </a:spcAft>
              <a:buClr>
                <a:srgbClr val="2E2E38"/>
              </a:buClr>
              <a:buSzPct val="110000"/>
              <a:buFont typeface="Arial" panose="020B0604020202020204" pitchFamily="34" charset="0"/>
              <a:buNone/>
              <a:tabLst/>
              <a:defRPr/>
            </a:pPr>
            <a:r>
              <a:rPr kumimoji="0" lang="en-US" sz="1800" b="1" i="0" u="none" strike="noStrike" kern="1200" cap="none" spc="0" normalizeH="0" baseline="0" noProof="0">
                <a:ln>
                  <a:noFill/>
                </a:ln>
                <a:effectLst/>
                <a:uLnTx/>
                <a:uFillTx/>
                <a:latin typeface="EYInterstate Regular"/>
              </a:rPr>
              <a:t>Humans @ center</a:t>
            </a:r>
            <a:endParaRPr lang="en-US" sz="1800" b="1" i="0" u="none" strike="noStrike" kern="1200" cap="none" spc="0" normalizeH="0" baseline="0" noProof="0">
              <a:ln>
                <a:noFill/>
              </a:ln>
              <a:effectLst/>
              <a:uLnTx/>
              <a:uFillTx/>
              <a:latin typeface="EYInterstate Regular"/>
            </a:endParaRPr>
          </a:p>
          <a:p>
            <a:pPr marL="0" marR="0" lvl="0" indent="0" algn="l" defTabSz="914400" rtl="0" eaLnBrk="1" fontAlgn="auto" latinLnBrk="0" hangingPunct="1">
              <a:lnSpc>
                <a:spcPct val="120000"/>
              </a:lnSpc>
              <a:spcBef>
                <a:spcPct val="20000"/>
              </a:spcBef>
              <a:spcAft>
                <a:spcPts val="0"/>
              </a:spcAft>
              <a:buClr>
                <a:srgbClr val="2E2E38"/>
              </a:buClr>
              <a:buSzPct val="110000"/>
              <a:buFont typeface="Arial" panose="020B0604020202020204" pitchFamily="34" charset="0"/>
              <a:buNone/>
              <a:tabLst/>
              <a:defRPr/>
            </a:pPr>
            <a:r>
              <a:rPr kumimoji="0" lang="en-US" sz="1200" b="0" i="0" u="none" strike="noStrike" kern="1200" cap="none" spc="0" normalizeH="0" baseline="0" noProof="0">
                <a:ln>
                  <a:noFill/>
                </a:ln>
                <a:effectLst/>
                <a:uLnTx/>
                <a:uFillTx/>
                <a:latin typeface="EYInterstate Light"/>
              </a:rPr>
              <a:t>Human-to-human connections are more important than ever in the digital age. Our approach to CX is rooted in empathy, connecting with customers and employees as people to create powerful, high impact experiences. We believe success today is about more than the bottom line. </a:t>
            </a:r>
            <a:br>
              <a:rPr lang="en-US" sz="1200" b="0" i="0" u="none" strike="noStrike" kern="1200" cap="none" spc="0" normalizeH="0" baseline="0" noProof="0">
                <a:ln>
                  <a:noFill/>
                </a:ln>
                <a:effectLst/>
                <a:uLnTx/>
                <a:uFillTx/>
                <a:latin typeface="EYInterstate Light" panose="02000506000000020004" pitchFamily="2" charset="0"/>
              </a:rPr>
            </a:br>
            <a:r>
              <a:rPr kumimoji="0" lang="en-US" sz="1200" b="0" i="0" u="none" strike="noStrike" kern="1200" cap="none" spc="0" normalizeH="0" baseline="0" noProof="0">
                <a:ln>
                  <a:noFill/>
                </a:ln>
                <a:effectLst/>
                <a:uLnTx/>
                <a:uFillTx/>
                <a:latin typeface="EYInterstate Light"/>
              </a:rPr>
              <a:t>It’s about doing what’s good for a broader group of stakeholders, including customers, employees, businesses </a:t>
            </a:r>
            <a:br>
              <a:rPr lang="en-US" sz="1200" b="0" i="0" u="none" strike="noStrike" kern="1200" cap="none" spc="0" normalizeH="0" baseline="0" noProof="0">
                <a:ln>
                  <a:noFill/>
                </a:ln>
                <a:effectLst/>
                <a:uLnTx/>
                <a:uFillTx/>
                <a:latin typeface="EYInterstate Light" panose="02000506000000020004" pitchFamily="2" charset="0"/>
              </a:rPr>
            </a:br>
            <a:r>
              <a:rPr kumimoji="0" lang="en-US" sz="1200" b="0" i="0" u="none" strike="noStrike" kern="1200" cap="none" spc="0" normalizeH="0" baseline="0" noProof="0">
                <a:ln>
                  <a:noFill/>
                </a:ln>
                <a:effectLst/>
                <a:uLnTx/>
                <a:uFillTx/>
                <a:latin typeface="EYInterstate Light"/>
              </a:rPr>
              <a:t>and wider society.</a:t>
            </a:r>
            <a:endParaRPr lang="en-US" sz="1200" b="0" i="0" u="none" strike="noStrike" kern="1200" cap="none" spc="0" normalizeH="0" baseline="0" noProof="0">
              <a:ln>
                <a:noFill/>
              </a:ln>
              <a:effectLst/>
              <a:uLnTx/>
              <a:uFillTx/>
              <a:latin typeface="EYInterstate Light"/>
            </a:endParaRPr>
          </a:p>
        </p:txBody>
      </p:sp>
      <p:sp>
        <p:nvSpPr>
          <p:cNvPr id="17" name="Content Placeholder 7">
            <a:extLst>
              <a:ext uri="{FF2B5EF4-FFF2-40B4-BE49-F238E27FC236}">
                <a16:creationId xmlns:a16="http://schemas.microsoft.com/office/drawing/2014/main" id="{2390E76C-4DCD-40CC-4FA7-290ECD50F6C7}"/>
              </a:ext>
            </a:extLst>
          </p:cNvPr>
          <p:cNvSpPr txBox="1">
            <a:spLocks/>
          </p:cNvSpPr>
          <p:nvPr/>
        </p:nvSpPr>
        <p:spPr>
          <a:xfrm>
            <a:off x="4425175" y="3159382"/>
            <a:ext cx="3348000" cy="2644584"/>
          </a:xfrm>
          <a:prstGeom prst="rect">
            <a:avLst/>
          </a:prstGeom>
        </p:spPr>
        <p:txBody>
          <a:bodyPr vert="horz" lIns="180000" tIns="0" rIns="180000" bIns="0" rtlCol="0" anchor="t" anchorCtr="0">
            <a:noAutofit/>
          </a:bodyPr>
          <a:lstStyle>
            <a:lvl1pPr marL="285750" indent="-285750" algn="l" defTabSz="914400" rtl="0" eaLnBrk="1" latinLnBrk="0" hangingPunct="1">
              <a:lnSpc>
                <a:spcPct val="120000"/>
              </a:lnSpc>
              <a:spcBef>
                <a:spcPct val="20000"/>
              </a:spcBef>
              <a:buClr>
                <a:schemeClr val="bg1"/>
              </a:buClr>
              <a:buSzPct val="110000"/>
              <a:buFont typeface="Arial" panose="020B0604020202020204" pitchFamily="34" charset="0"/>
              <a:buChar char="•"/>
              <a:defRPr sz="1400" kern="1200">
                <a:solidFill>
                  <a:schemeClr val="bg1"/>
                </a:solidFill>
                <a:latin typeface="EYInterstate Light" panose="02000506000000020004" pitchFamily="2" charset="0"/>
                <a:ea typeface="+mn-ea"/>
                <a:cs typeface="+mn-cs"/>
              </a:defRPr>
            </a:lvl1pPr>
            <a:lvl2pPr marL="642366" indent="-285750" algn="l" defTabSz="914400" rtl="0" eaLnBrk="1" latinLnBrk="0" hangingPunct="1">
              <a:lnSpc>
                <a:spcPct val="120000"/>
              </a:lnSpc>
              <a:spcBef>
                <a:spcPct val="20000"/>
              </a:spcBef>
              <a:buClr>
                <a:schemeClr val="bg1"/>
              </a:buClr>
              <a:buSzPct val="110000"/>
              <a:buFont typeface="Arial" panose="020B0604020202020204" pitchFamily="34" charset="0"/>
              <a:buChar char="•"/>
              <a:defRPr sz="1400" kern="1200">
                <a:solidFill>
                  <a:schemeClr val="bg1"/>
                </a:solidFill>
                <a:latin typeface="EYInterstate Light" panose="02000506000000020004" pitchFamily="2" charset="0"/>
                <a:ea typeface="+mn-ea"/>
                <a:cs typeface="+mn-cs"/>
              </a:defRPr>
            </a:lvl2pPr>
            <a:lvl3pPr marL="998982" indent="-285750" algn="l" defTabSz="914400" rtl="0" eaLnBrk="1" latinLnBrk="0" hangingPunct="1">
              <a:lnSpc>
                <a:spcPct val="120000"/>
              </a:lnSpc>
              <a:spcBef>
                <a:spcPct val="20000"/>
              </a:spcBef>
              <a:buClr>
                <a:schemeClr val="bg1"/>
              </a:buClr>
              <a:buSzPct val="110000"/>
              <a:buFont typeface="Arial" panose="020B0604020202020204" pitchFamily="34" charset="0"/>
              <a:buChar char="•"/>
              <a:defRPr sz="1400" kern="1200">
                <a:solidFill>
                  <a:schemeClr val="bg1"/>
                </a:solidFill>
                <a:latin typeface="EYInterstate Light" panose="02000506000000020004" pitchFamily="2" charset="0"/>
                <a:ea typeface="+mn-ea"/>
                <a:cs typeface="+mn-cs"/>
              </a:defRPr>
            </a:lvl3pPr>
            <a:lvl4pPr marL="1355598" indent="-285750" algn="l" defTabSz="914400" rtl="0" eaLnBrk="1" latinLnBrk="0" hangingPunct="1">
              <a:lnSpc>
                <a:spcPct val="120000"/>
              </a:lnSpc>
              <a:spcBef>
                <a:spcPct val="20000"/>
              </a:spcBef>
              <a:buClr>
                <a:schemeClr val="bg1"/>
              </a:buClr>
              <a:buSzPct val="110000"/>
              <a:buFont typeface="Arial" panose="020B0604020202020204" pitchFamily="34" charset="0"/>
              <a:buChar char="•"/>
              <a:defRPr sz="1400" kern="1200">
                <a:solidFill>
                  <a:schemeClr val="bg1"/>
                </a:solidFill>
                <a:latin typeface="EYInterstate Light" panose="02000506000000020004" pitchFamily="2" charset="0"/>
                <a:ea typeface="+mn-ea"/>
                <a:cs typeface="+mn-cs"/>
              </a:defRPr>
            </a:lvl4pPr>
            <a:lvl5pPr marL="1712214" indent="-285750" algn="l" defTabSz="914400" rtl="0" eaLnBrk="1" latinLnBrk="0" hangingPunct="1">
              <a:lnSpc>
                <a:spcPct val="120000"/>
              </a:lnSpc>
              <a:spcBef>
                <a:spcPct val="20000"/>
              </a:spcBef>
              <a:buClr>
                <a:schemeClr val="bg1"/>
              </a:buClr>
              <a:buSzPct val="110000"/>
              <a:buFont typeface="Arial" panose="020B0604020202020204" pitchFamily="34" charset="0"/>
              <a:buChar char="•"/>
              <a:defRPr sz="14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20000"/>
              </a:lnSpc>
              <a:spcBef>
                <a:spcPct val="20000"/>
              </a:spcBef>
              <a:spcAft>
                <a:spcPts val="600"/>
              </a:spcAft>
              <a:buClr>
                <a:srgbClr val="2E2E38"/>
              </a:buClr>
              <a:buSzPct val="110000"/>
              <a:buFont typeface="Arial" panose="020B0604020202020204" pitchFamily="34" charset="0"/>
              <a:buNone/>
              <a:tabLst/>
              <a:defRPr/>
            </a:pPr>
            <a:r>
              <a:rPr kumimoji="0" lang="en-GB" sz="1800" b="1" i="0" u="none" strike="noStrike" kern="1200" cap="none" spc="0" normalizeH="0" baseline="0" noProof="0">
                <a:ln>
                  <a:noFill/>
                </a:ln>
                <a:effectLst/>
                <a:uLnTx/>
                <a:uFillTx/>
                <a:latin typeface="EYInterstate Regular" panose="02000503020000020004" pitchFamily="2" charset="0"/>
                <a:ea typeface="+mn-ea"/>
                <a:cs typeface="+mn-cs"/>
              </a:rPr>
              <a:t>Tech @ speed</a:t>
            </a:r>
          </a:p>
          <a:p>
            <a:pPr marL="0" marR="0" lvl="0" indent="0" algn="l" defTabSz="914400" rtl="0" eaLnBrk="1" fontAlgn="auto" latinLnBrk="0" hangingPunct="1">
              <a:lnSpc>
                <a:spcPct val="120000"/>
              </a:lnSpc>
              <a:spcBef>
                <a:spcPct val="20000"/>
              </a:spcBef>
              <a:spcAft>
                <a:spcPts val="0"/>
              </a:spcAft>
              <a:buClr>
                <a:srgbClr val="2E2E38"/>
              </a:buClr>
              <a:buSzPct val="110000"/>
              <a:buFont typeface="Arial" panose="020B0604020202020204" pitchFamily="34" charset="0"/>
              <a:buNone/>
              <a:tabLst/>
              <a:defRPr/>
            </a:pPr>
            <a:r>
              <a:rPr kumimoji="0" lang="en-GB" sz="1200" b="0" i="0" u="none" strike="noStrike" kern="1200" cap="none" spc="0" normalizeH="0" baseline="0" noProof="0">
                <a:ln>
                  <a:noFill/>
                </a:ln>
                <a:effectLst/>
                <a:uLnTx/>
                <a:uFillTx/>
                <a:latin typeface="EYInterstate Light" panose="02000506000000020004" pitchFamily="2" charset="0"/>
                <a:ea typeface="+mn-ea"/>
                <a:cs typeface="+mn-cs"/>
              </a:rPr>
              <a:t>Our approach is data informed and technology enabled. Data and tech are fundamental to delivering exceptional, personalized experiences at the speed changing customer needs demand. </a:t>
            </a:r>
            <a:br>
              <a:rPr kumimoji="0" lang="en-GB" sz="1200" b="0" i="0" u="none" strike="noStrike" kern="1200" cap="none" spc="0" normalizeH="0" baseline="0" noProof="0">
                <a:ln>
                  <a:noFill/>
                </a:ln>
                <a:effectLst/>
                <a:uLnTx/>
                <a:uFillTx/>
                <a:latin typeface="EYInterstate Light" panose="02000506000000020004" pitchFamily="2" charset="0"/>
                <a:ea typeface="+mn-ea"/>
                <a:cs typeface="+mn-cs"/>
              </a:rPr>
            </a:br>
            <a:r>
              <a:rPr kumimoji="0" lang="en-GB" sz="1200" b="0" i="0" u="none" strike="noStrike" kern="1200" cap="none" spc="0" normalizeH="0" baseline="0" noProof="0">
                <a:ln>
                  <a:noFill/>
                </a:ln>
                <a:effectLst/>
                <a:uLnTx/>
                <a:uFillTx/>
                <a:latin typeface="EYInterstate Light" panose="02000506000000020004" pitchFamily="2" charset="0"/>
                <a:ea typeface="+mn-ea"/>
                <a:cs typeface="+mn-cs"/>
              </a:rPr>
              <a:t>Our technologists put real-time data, analytics and the latest in technology to work for you. </a:t>
            </a:r>
          </a:p>
        </p:txBody>
      </p:sp>
      <p:sp>
        <p:nvSpPr>
          <p:cNvPr id="18" name="Content Placeholder 8">
            <a:extLst>
              <a:ext uri="{FF2B5EF4-FFF2-40B4-BE49-F238E27FC236}">
                <a16:creationId xmlns:a16="http://schemas.microsoft.com/office/drawing/2014/main" id="{085AA19C-95EA-21F8-8F06-EE4E64F8DADC}"/>
              </a:ext>
            </a:extLst>
          </p:cNvPr>
          <p:cNvSpPr txBox="1">
            <a:spLocks/>
          </p:cNvSpPr>
          <p:nvPr/>
        </p:nvSpPr>
        <p:spPr>
          <a:xfrm>
            <a:off x="7791488" y="3159381"/>
            <a:ext cx="3348000" cy="2929947"/>
          </a:xfrm>
          <a:prstGeom prst="rect">
            <a:avLst/>
          </a:prstGeom>
        </p:spPr>
        <p:txBody>
          <a:bodyPr vert="horz" lIns="180000" tIns="0" rIns="180000" bIns="0" rtlCol="0" anchor="t" anchorCtr="0">
            <a:noAutofit/>
          </a:bodyPr>
          <a:lstStyle>
            <a:lvl1pPr marL="285750" indent="-285750" algn="l" defTabSz="914400" rtl="0" eaLnBrk="1" latinLnBrk="0" hangingPunct="1">
              <a:lnSpc>
                <a:spcPct val="120000"/>
              </a:lnSpc>
              <a:spcBef>
                <a:spcPct val="20000"/>
              </a:spcBef>
              <a:buClr>
                <a:schemeClr val="bg1"/>
              </a:buClr>
              <a:buSzPct val="110000"/>
              <a:buFont typeface="Arial" panose="020B0604020202020204" pitchFamily="34" charset="0"/>
              <a:buChar char="•"/>
              <a:defRPr sz="1400" kern="1200">
                <a:solidFill>
                  <a:schemeClr val="bg1"/>
                </a:solidFill>
                <a:latin typeface="EYInterstate Light" panose="02000506000000020004" pitchFamily="2" charset="0"/>
                <a:ea typeface="+mn-ea"/>
                <a:cs typeface="+mn-cs"/>
              </a:defRPr>
            </a:lvl1pPr>
            <a:lvl2pPr marL="642366" indent="-285750" algn="l" defTabSz="914400" rtl="0" eaLnBrk="1" latinLnBrk="0" hangingPunct="1">
              <a:lnSpc>
                <a:spcPct val="120000"/>
              </a:lnSpc>
              <a:spcBef>
                <a:spcPct val="20000"/>
              </a:spcBef>
              <a:buClr>
                <a:schemeClr val="bg1"/>
              </a:buClr>
              <a:buSzPct val="110000"/>
              <a:buFont typeface="Arial" panose="020B0604020202020204" pitchFamily="34" charset="0"/>
              <a:buChar char="•"/>
              <a:defRPr sz="1400" kern="1200">
                <a:solidFill>
                  <a:schemeClr val="bg1"/>
                </a:solidFill>
                <a:latin typeface="EYInterstate Light" panose="02000506000000020004" pitchFamily="2" charset="0"/>
                <a:ea typeface="+mn-ea"/>
                <a:cs typeface="+mn-cs"/>
              </a:defRPr>
            </a:lvl2pPr>
            <a:lvl3pPr marL="998982" indent="-285750" algn="l" defTabSz="914400" rtl="0" eaLnBrk="1" latinLnBrk="0" hangingPunct="1">
              <a:lnSpc>
                <a:spcPct val="120000"/>
              </a:lnSpc>
              <a:spcBef>
                <a:spcPct val="20000"/>
              </a:spcBef>
              <a:buClr>
                <a:schemeClr val="bg1"/>
              </a:buClr>
              <a:buSzPct val="110000"/>
              <a:buFont typeface="Arial" panose="020B0604020202020204" pitchFamily="34" charset="0"/>
              <a:buChar char="•"/>
              <a:defRPr sz="1400" kern="1200">
                <a:solidFill>
                  <a:schemeClr val="bg1"/>
                </a:solidFill>
                <a:latin typeface="EYInterstate Light" panose="02000506000000020004" pitchFamily="2" charset="0"/>
                <a:ea typeface="+mn-ea"/>
                <a:cs typeface="+mn-cs"/>
              </a:defRPr>
            </a:lvl3pPr>
            <a:lvl4pPr marL="1355598" indent="-285750" algn="l" defTabSz="914400" rtl="0" eaLnBrk="1" latinLnBrk="0" hangingPunct="1">
              <a:lnSpc>
                <a:spcPct val="120000"/>
              </a:lnSpc>
              <a:spcBef>
                <a:spcPct val="20000"/>
              </a:spcBef>
              <a:buClr>
                <a:schemeClr val="bg1"/>
              </a:buClr>
              <a:buSzPct val="110000"/>
              <a:buFont typeface="Arial" panose="020B0604020202020204" pitchFamily="34" charset="0"/>
              <a:buChar char="•"/>
              <a:defRPr sz="1400" kern="1200">
                <a:solidFill>
                  <a:schemeClr val="bg1"/>
                </a:solidFill>
                <a:latin typeface="EYInterstate Light" panose="02000506000000020004" pitchFamily="2" charset="0"/>
                <a:ea typeface="+mn-ea"/>
                <a:cs typeface="+mn-cs"/>
              </a:defRPr>
            </a:lvl4pPr>
            <a:lvl5pPr marL="1712214" indent="-285750" algn="l" defTabSz="914400" rtl="0" eaLnBrk="1" latinLnBrk="0" hangingPunct="1">
              <a:lnSpc>
                <a:spcPct val="120000"/>
              </a:lnSpc>
              <a:spcBef>
                <a:spcPct val="20000"/>
              </a:spcBef>
              <a:buClr>
                <a:schemeClr val="bg1"/>
              </a:buClr>
              <a:buSzPct val="110000"/>
              <a:buFont typeface="Arial" panose="020B0604020202020204" pitchFamily="34" charset="0"/>
              <a:buChar char="•"/>
              <a:defRPr sz="14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20000"/>
              </a:lnSpc>
              <a:spcBef>
                <a:spcPct val="20000"/>
              </a:spcBef>
              <a:spcAft>
                <a:spcPts val="600"/>
              </a:spcAft>
              <a:buClr>
                <a:srgbClr val="2E2E38"/>
              </a:buClr>
              <a:buSzPct val="110000"/>
              <a:buFont typeface="Arial" panose="020B0604020202020204" pitchFamily="34" charset="0"/>
              <a:buNone/>
              <a:tabLst/>
              <a:defRPr/>
            </a:pPr>
            <a:r>
              <a:rPr kumimoji="0" lang="en-GB" sz="1800" b="1" i="0" u="none" strike="noStrike" kern="1200" cap="none" spc="0" normalizeH="0" baseline="0" noProof="0">
                <a:ln>
                  <a:noFill/>
                </a:ln>
                <a:effectLst/>
                <a:uLnTx/>
                <a:uFillTx/>
                <a:latin typeface="EYInterstate Regular" panose="02000503020000020004" pitchFamily="2" charset="0"/>
                <a:ea typeface="+mn-ea"/>
                <a:cs typeface="+mn-cs"/>
              </a:rPr>
              <a:t>Innovation @ scale</a:t>
            </a:r>
          </a:p>
          <a:p>
            <a:pPr marL="0" marR="0" lvl="0" indent="0" algn="l" defTabSz="914400" rtl="0" eaLnBrk="1" fontAlgn="auto" latinLnBrk="0" hangingPunct="1">
              <a:lnSpc>
                <a:spcPct val="120000"/>
              </a:lnSpc>
              <a:spcBef>
                <a:spcPct val="20000"/>
              </a:spcBef>
              <a:spcAft>
                <a:spcPts val="0"/>
              </a:spcAft>
              <a:buClr>
                <a:srgbClr val="2E2E38"/>
              </a:buClr>
              <a:buSzPct val="110000"/>
              <a:buFont typeface="Arial" panose="020B0604020202020204" pitchFamily="34" charset="0"/>
              <a:buNone/>
              <a:tabLst/>
              <a:defRPr/>
            </a:pPr>
            <a:r>
              <a:rPr kumimoji="0" lang="en-GB" sz="1200" b="0" i="0" u="none" strike="noStrike" kern="1200" cap="none" spc="0" normalizeH="0" baseline="0" noProof="0">
                <a:ln>
                  <a:noFill/>
                </a:ln>
                <a:effectLst/>
                <a:uLnTx/>
                <a:uFillTx/>
                <a:latin typeface="EYInterstate Light" panose="02000506000000020004" pitchFamily="2" charset="0"/>
                <a:ea typeface="+mn-ea"/>
                <a:cs typeface="+mn-cs"/>
              </a:rPr>
              <a:t>Continuously innovating CX is the only way to meet ever evolving customer expectations. Our agile approach to iterating and prototyping new experiences and orchestrating the best in design and engineering helps you rapidly industrialize the best ideas across your organization​. </a:t>
            </a:r>
          </a:p>
        </p:txBody>
      </p:sp>
    </p:spTree>
    <p:extLst>
      <p:ext uri="{BB962C8B-B14F-4D97-AF65-F5344CB8AC3E}">
        <p14:creationId xmlns:p14="http://schemas.microsoft.com/office/powerpoint/2010/main" val="22476630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1AD18CED-888C-9950-76C8-0A4933CF9A0C}"/>
              </a:ext>
            </a:extLst>
          </p:cNvPr>
          <p:cNvSpPr>
            <a:spLocks noGrp="1"/>
          </p:cNvSpPr>
          <p:nvPr>
            <p:ph type="title"/>
          </p:nvPr>
        </p:nvSpPr>
        <p:spPr/>
        <p:txBody>
          <a:bodyPr/>
          <a:lstStyle/>
          <a:p>
            <a:r>
              <a:rPr lang="en-US" sz="2400">
                <a:latin typeface="EYInterstate Regular" panose="02000503020000020004" pitchFamily="2" charset="0"/>
              </a:rPr>
              <a:t>You decide: work with EY Studio+ teams across one or all aspects of CX </a:t>
            </a:r>
          </a:p>
        </p:txBody>
      </p:sp>
      <p:sp>
        <p:nvSpPr>
          <p:cNvPr id="6" name="Footer Placeholder 5">
            <a:extLst>
              <a:ext uri="{FF2B5EF4-FFF2-40B4-BE49-F238E27FC236}">
                <a16:creationId xmlns:a16="http://schemas.microsoft.com/office/drawing/2014/main" id="{B2F749AB-681E-F52F-3CCF-511D417D1538}"/>
              </a:ext>
            </a:extLst>
          </p:cNvPr>
          <p:cNvSpPr>
            <a:spLocks noGrp="1"/>
          </p:cNvSpPr>
          <p:nvPr>
            <p:ph type="ftr" sz="quarter" idx="18"/>
          </p:nvPr>
        </p:nvSpPr>
        <p:spPr/>
        <p:txBody>
          <a:bodyPr/>
          <a:lstStyle/>
          <a:p>
            <a:r>
              <a:rPr lang="en-US" noProof="0"/>
              <a:t>Customer Experience</a:t>
            </a:r>
          </a:p>
        </p:txBody>
      </p:sp>
      <p:sp>
        <p:nvSpPr>
          <p:cNvPr id="5" name="Slide Number Placeholder 4">
            <a:extLst>
              <a:ext uri="{FF2B5EF4-FFF2-40B4-BE49-F238E27FC236}">
                <a16:creationId xmlns:a16="http://schemas.microsoft.com/office/drawing/2014/main" id="{754B70A4-08A5-24DB-4C65-8A043F196474}"/>
              </a:ext>
            </a:extLst>
          </p:cNvPr>
          <p:cNvSpPr>
            <a:spLocks noGrp="1"/>
          </p:cNvSpPr>
          <p:nvPr>
            <p:ph type="sldNum" sz="quarter" idx="19"/>
          </p:nvPr>
        </p:nvSpPr>
        <p:spPr/>
        <p:txBody>
          <a:bodyPr/>
          <a:lstStyle/>
          <a:p>
            <a:fld id="{94FCA0F3-9F3A-694B-99BB-0E592A797735}" type="slidenum">
              <a:rPr lang="en-US" noProof="0" smtClean="0"/>
              <a:t>18</a:t>
            </a:fld>
            <a:endParaRPr lang="en-US" noProof="0"/>
          </a:p>
        </p:txBody>
      </p:sp>
      <p:grpSp>
        <p:nvGrpSpPr>
          <p:cNvPr id="68" name="Group 67">
            <a:extLst>
              <a:ext uri="{FF2B5EF4-FFF2-40B4-BE49-F238E27FC236}">
                <a16:creationId xmlns:a16="http://schemas.microsoft.com/office/drawing/2014/main" id="{986D93AF-61E4-37AE-2164-3241FD3A77CD}"/>
              </a:ext>
            </a:extLst>
          </p:cNvPr>
          <p:cNvGrpSpPr/>
          <p:nvPr/>
        </p:nvGrpSpPr>
        <p:grpSpPr>
          <a:xfrm>
            <a:off x="485748" y="2257053"/>
            <a:ext cx="2929482" cy="2929484"/>
            <a:chOff x="1142164" y="2653499"/>
            <a:chExt cx="2273064" cy="2273064"/>
          </a:xfrm>
        </p:grpSpPr>
        <p:sp>
          <p:nvSpPr>
            <p:cNvPr id="38" name="Outline">
              <a:extLst>
                <a:ext uri="{FF2B5EF4-FFF2-40B4-BE49-F238E27FC236}">
                  <a16:creationId xmlns:a16="http://schemas.microsoft.com/office/drawing/2014/main" id="{E95D7B17-D135-4B69-DE27-5353C42460A0}"/>
                </a:ext>
              </a:extLst>
            </p:cNvPr>
            <p:cNvSpPr/>
            <p:nvPr/>
          </p:nvSpPr>
          <p:spPr>
            <a:xfrm>
              <a:off x="1177096" y="2688431"/>
              <a:ext cx="2201863" cy="2201863"/>
            </a:xfrm>
            <a:prstGeom prst="ellipse">
              <a:avLst/>
            </a:prstGeom>
            <a:noFill/>
            <a:ln w="9525" cap="flat" cmpd="sng" algn="ctr">
              <a:solidFill>
                <a:srgbClr val="C4C4CD"/>
              </a:solid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600" b="0" i="0" u="none" strike="noStrike" kern="0" cap="none" spc="0" normalizeH="0" baseline="0" noProof="0">
                <a:ln>
                  <a:noFill/>
                </a:ln>
                <a:solidFill>
                  <a:srgbClr val="747480"/>
                </a:solidFill>
                <a:effectLst/>
                <a:uLnTx/>
                <a:uFillTx/>
                <a:latin typeface="EYInterstate Light"/>
                <a:ea typeface="+mn-ea"/>
                <a:cs typeface="+mn-cs"/>
              </a:endParaRPr>
            </a:p>
          </p:txBody>
        </p:sp>
        <p:pic>
          <p:nvPicPr>
            <p:cNvPr id="39" name="GIF">
              <a:extLst>
                <a:ext uri="{FF2B5EF4-FFF2-40B4-BE49-F238E27FC236}">
                  <a16:creationId xmlns:a16="http://schemas.microsoft.com/office/drawing/2014/main" id="{940DD5F1-CBAF-6A45-3F37-F3A115F52C53}"/>
                </a:ext>
              </a:extLst>
            </p:cNvPr>
            <p:cNvPicPr>
              <a:picLocks noChangeAspect="1"/>
            </p:cNvPicPr>
            <p:nvPr/>
          </p:nvPicPr>
          <p:blipFill>
            <a:blip r:embed="rId2">
              <a:extLst>
                <a:ext uri="{28A0092B-C50C-407E-A947-70E740481C1C}">
                  <a14:useLocalDpi xmlns:a14="http://schemas.microsoft.com/office/drawing/2010/main"/>
                </a:ext>
              </a:extLst>
            </a:blip>
            <a:srcRect/>
            <a:stretch/>
          </p:blipFill>
          <p:spPr>
            <a:xfrm>
              <a:off x="1194562" y="2690511"/>
              <a:ext cx="2201863" cy="2201863"/>
            </a:xfrm>
            <a:prstGeom prst="rect">
              <a:avLst/>
            </a:prstGeom>
            <a:effectLst>
              <a:outerShdw blurRad="228600" sx="107000" sy="107000" algn="ctr" rotWithShape="0">
                <a:prstClr val="black">
                  <a:alpha val="10000"/>
                </a:prstClr>
              </a:outerShdw>
            </a:effectLst>
          </p:spPr>
        </p:pic>
        <p:sp>
          <p:nvSpPr>
            <p:cNvPr id="40" name="Top Mask">
              <a:extLst>
                <a:ext uri="{FF2B5EF4-FFF2-40B4-BE49-F238E27FC236}">
                  <a16:creationId xmlns:a16="http://schemas.microsoft.com/office/drawing/2014/main" id="{43FD038A-AFDF-303C-74CC-401298413F87}"/>
                </a:ext>
              </a:extLst>
            </p:cNvPr>
            <p:cNvSpPr/>
            <p:nvPr/>
          </p:nvSpPr>
          <p:spPr>
            <a:xfrm>
              <a:off x="1175759" y="2687094"/>
              <a:ext cx="2203200" cy="2203200"/>
            </a:xfrm>
            <a:prstGeom prst="arc">
              <a:avLst>
                <a:gd name="adj1" fmla="val 13952484"/>
                <a:gd name="adj2" fmla="val 18457136"/>
              </a:avLst>
            </a:prstGeom>
            <a:noFill/>
            <a:ln w="92075" cap="flat" cmpd="sng" algn="ctr">
              <a:solidFill>
                <a:schemeClr val="tx1"/>
              </a:solidFill>
              <a:prstDash val="solid"/>
              <a:tailEnd type="none"/>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747480"/>
                </a:solidFill>
                <a:effectLst/>
                <a:uLnTx/>
                <a:uFillTx/>
                <a:latin typeface="EYInterstate Light"/>
                <a:ea typeface="+mn-ea"/>
                <a:cs typeface="+mn-cs"/>
              </a:endParaRPr>
            </a:p>
          </p:txBody>
        </p:sp>
        <p:sp>
          <p:nvSpPr>
            <p:cNvPr id="41" name="Bottom Mask">
              <a:extLst>
                <a:ext uri="{FF2B5EF4-FFF2-40B4-BE49-F238E27FC236}">
                  <a16:creationId xmlns:a16="http://schemas.microsoft.com/office/drawing/2014/main" id="{0918ACA2-FF15-3DAE-944A-AF0A53F4510A}"/>
                </a:ext>
              </a:extLst>
            </p:cNvPr>
            <p:cNvSpPr/>
            <p:nvPr/>
          </p:nvSpPr>
          <p:spPr>
            <a:xfrm>
              <a:off x="1177096" y="2688431"/>
              <a:ext cx="2203200" cy="2203200"/>
            </a:xfrm>
            <a:prstGeom prst="arc">
              <a:avLst>
                <a:gd name="adj1" fmla="val 2725344"/>
                <a:gd name="adj2" fmla="val 8243512"/>
              </a:avLst>
            </a:prstGeom>
            <a:noFill/>
            <a:ln w="92075" cap="flat" cmpd="sng" algn="ctr">
              <a:solidFill>
                <a:schemeClr val="tx1"/>
              </a:solidFill>
              <a:prstDash val="solid"/>
              <a:tailEnd type="none"/>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747480"/>
                </a:solidFill>
                <a:effectLst/>
                <a:uLnTx/>
                <a:uFillTx/>
                <a:latin typeface="EYInterstate Light"/>
                <a:ea typeface="+mn-ea"/>
                <a:cs typeface="+mn-cs"/>
              </a:endParaRPr>
            </a:p>
          </p:txBody>
        </p:sp>
        <p:sp>
          <p:nvSpPr>
            <p:cNvPr id="42" name="You Decide">
              <a:extLst>
                <a:ext uri="{FF2B5EF4-FFF2-40B4-BE49-F238E27FC236}">
                  <a16:creationId xmlns:a16="http://schemas.microsoft.com/office/drawing/2014/main" id="{911432BF-4122-B6AC-9668-ACE9334FE94E}"/>
                </a:ext>
              </a:extLst>
            </p:cNvPr>
            <p:cNvSpPr txBox="1"/>
            <p:nvPr/>
          </p:nvSpPr>
          <p:spPr>
            <a:xfrm>
              <a:off x="1207702" y="2719037"/>
              <a:ext cx="2141988" cy="2141988"/>
            </a:xfrm>
            <a:prstGeom prst="rect">
              <a:avLst/>
            </a:prstGeom>
          </p:spPr>
          <p:txBody>
            <a:bodyPr vert="horz" wrap="square" lIns="180000" tIns="0" rIns="180000" bIns="0" rtlCol="0" anchor="t" anchorCtr="0">
              <a:prstTxWarp prst="textArchUp">
                <a:avLst/>
              </a:prstTxWarp>
              <a:noAutofit/>
            </a:bodyPr>
            <a:lstStyle/>
            <a:p>
              <a:pPr algn="ctr">
                <a:lnSpc>
                  <a:spcPct val="130000"/>
                </a:lnSpc>
              </a:pPr>
              <a:r>
                <a:rPr lang="en-GB" b="1" spc="100">
                  <a:solidFill>
                    <a:srgbClr val="C4C4CD"/>
                  </a:solidFill>
                  <a:latin typeface="EYInterstate Regular" panose="02000503020000020004" pitchFamily="2" charset="0"/>
                </a:rPr>
                <a:t>You decide</a:t>
              </a:r>
            </a:p>
          </p:txBody>
        </p:sp>
        <p:sp>
          <p:nvSpPr>
            <p:cNvPr id="43" name="Mix &amp; Match">
              <a:extLst>
                <a:ext uri="{FF2B5EF4-FFF2-40B4-BE49-F238E27FC236}">
                  <a16:creationId xmlns:a16="http://schemas.microsoft.com/office/drawing/2014/main" id="{0787DDBF-35D4-432B-DBEC-A23BA97B4563}"/>
                </a:ext>
              </a:extLst>
            </p:cNvPr>
            <p:cNvSpPr txBox="1"/>
            <p:nvPr/>
          </p:nvSpPr>
          <p:spPr>
            <a:xfrm>
              <a:off x="1142164" y="2653499"/>
              <a:ext cx="2273064" cy="2273064"/>
            </a:xfrm>
            <a:prstGeom prst="rect">
              <a:avLst/>
            </a:prstGeom>
          </p:spPr>
          <p:txBody>
            <a:bodyPr vert="horz" wrap="square" lIns="180000" tIns="0" rIns="180000" bIns="0" rtlCol="0" anchor="t" anchorCtr="0">
              <a:prstTxWarp prst="textArchDown">
                <a:avLst/>
              </a:prstTxWarp>
              <a:noAutofit/>
            </a:bodyPr>
            <a:lstStyle/>
            <a:p>
              <a:pPr algn="ctr">
                <a:lnSpc>
                  <a:spcPct val="130000"/>
                </a:lnSpc>
              </a:pPr>
              <a:r>
                <a:rPr lang="en-GB" b="1" spc="100">
                  <a:solidFill>
                    <a:srgbClr val="C4C4CD"/>
                  </a:solidFill>
                  <a:latin typeface="EYInterstate Regular" panose="02000503020000020004" pitchFamily="2" charset="0"/>
                </a:rPr>
                <a:t>Mix and match</a:t>
              </a:r>
            </a:p>
          </p:txBody>
        </p:sp>
      </p:grpSp>
      <p:grpSp>
        <p:nvGrpSpPr>
          <p:cNvPr id="44" name="Group 43">
            <a:extLst>
              <a:ext uri="{FF2B5EF4-FFF2-40B4-BE49-F238E27FC236}">
                <a16:creationId xmlns:a16="http://schemas.microsoft.com/office/drawing/2014/main" id="{CA3D1471-54E6-DD21-7133-0BE90EA5F037}"/>
              </a:ext>
            </a:extLst>
          </p:cNvPr>
          <p:cNvGrpSpPr/>
          <p:nvPr/>
        </p:nvGrpSpPr>
        <p:grpSpPr>
          <a:xfrm>
            <a:off x="5895269" y="1655072"/>
            <a:ext cx="3526972" cy="2066717"/>
            <a:chOff x="3657048" y="1214030"/>
            <a:chExt cx="3635957" cy="2066717"/>
          </a:xfrm>
        </p:grpSpPr>
        <p:grpSp>
          <p:nvGrpSpPr>
            <p:cNvPr id="45" name="Group 44">
              <a:extLst>
                <a:ext uri="{FF2B5EF4-FFF2-40B4-BE49-F238E27FC236}">
                  <a16:creationId xmlns:a16="http://schemas.microsoft.com/office/drawing/2014/main" id="{E692C58F-1657-17C8-E788-4E25C76E95E4}"/>
                </a:ext>
              </a:extLst>
            </p:cNvPr>
            <p:cNvGrpSpPr/>
            <p:nvPr/>
          </p:nvGrpSpPr>
          <p:grpSpPr>
            <a:xfrm>
              <a:off x="3769567" y="1552747"/>
              <a:ext cx="1689890" cy="1728000"/>
              <a:chOff x="3769567" y="1552747"/>
              <a:chExt cx="1689890" cy="1728000"/>
            </a:xfrm>
          </p:grpSpPr>
          <p:sp>
            <p:nvSpPr>
              <p:cNvPr id="51" name="Rectangle 50">
                <a:extLst>
                  <a:ext uri="{FF2B5EF4-FFF2-40B4-BE49-F238E27FC236}">
                    <a16:creationId xmlns:a16="http://schemas.microsoft.com/office/drawing/2014/main" id="{DE72B788-370F-C676-B13A-B28DF60DE2A4}"/>
                  </a:ext>
                </a:extLst>
              </p:cNvPr>
              <p:cNvSpPr/>
              <p:nvPr/>
            </p:nvSpPr>
            <p:spPr>
              <a:xfrm>
                <a:off x="3769567" y="1552747"/>
                <a:ext cx="1689890" cy="1728000"/>
              </a:xfrm>
              <a:prstGeom prst="rect">
                <a:avLst/>
              </a:prstGeom>
              <a:solidFill>
                <a:srgbClr val="FFE600"/>
              </a:solidFill>
              <a:ln w="9525" cap="flat" cmpd="sng" algn="ctr">
                <a:noFill/>
                <a:prstDash val="solid"/>
              </a:ln>
              <a:effectLst/>
            </p:spPr>
            <p:txBody>
              <a:bodyPr lIns="108000" tIns="108000" rIns="108000" bIns="108000" rtlCol="0" anchor="t" anchorCtr="0"/>
              <a:lstStyle/>
              <a:p>
                <a:pPr marL="0" marR="0" lvl="0" indent="0" defTabSz="914400" eaLnBrk="1" fontAlgn="auto" latinLnBrk="0" hangingPunct="1">
                  <a:lnSpc>
                    <a:spcPct val="100000"/>
                  </a:lnSpc>
                  <a:spcBef>
                    <a:spcPts val="0"/>
                  </a:spcBef>
                  <a:spcAft>
                    <a:spcPts val="1200"/>
                  </a:spcAft>
                  <a:buClrTx/>
                  <a:buSzTx/>
                  <a:buFontTx/>
                  <a:buNone/>
                  <a:tabLst/>
                  <a:defRPr/>
                </a:pPr>
                <a:r>
                  <a:rPr kumimoji="0" lang="en-US" sz="1400" b="1" i="0" u="none" strike="noStrike" kern="0" cap="none" spc="0" normalizeH="0" baseline="0" noProof="0">
                    <a:ln>
                      <a:noFill/>
                    </a:ln>
                    <a:solidFill>
                      <a:srgbClr val="000000"/>
                    </a:solidFill>
                    <a:effectLst/>
                    <a:uLnTx/>
                    <a:uFillTx/>
                    <a:latin typeface="EYInterstate Regular" panose="02000503020000020004" pitchFamily="2" charset="0"/>
                    <a:ea typeface="+mn-ea"/>
                    <a:cs typeface="+mn-cs"/>
                  </a:rPr>
                  <a:t>CX – ambition</a:t>
                </a:r>
              </a:p>
              <a:p>
                <a:pPr marL="0" marR="0" lvl="0" indent="0" defTabSz="914400" eaLnBrk="1" fontAlgn="auto" latinLnBrk="0" hangingPunct="1">
                  <a:lnSpc>
                    <a:spcPct val="100000"/>
                  </a:lnSpc>
                  <a:spcBef>
                    <a:spcPts val="300"/>
                  </a:spcBef>
                  <a:spcAft>
                    <a:spcPts val="0"/>
                  </a:spcAft>
                  <a:buClrTx/>
                  <a:buSzTx/>
                  <a:buFontTx/>
                  <a:buNone/>
                  <a:tabLst/>
                  <a:defRPr/>
                </a:pPr>
                <a:r>
                  <a:rPr kumimoji="0" lang="en-US" sz="950" b="0" i="0" u="none" strike="noStrike" kern="0" cap="none" spc="0" normalizeH="0" baseline="0" noProof="0">
                    <a:ln>
                      <a:noFill/>
                    </a:ln>
                    <a:solidFill>
                      <a:srgbClr val="000000"/>
                    </a:solidFill>
                    <a:effectLst/>
                    <a:uLnTx/>
                    <a:uFillTx/>
                    <a:latin typeface="EYInterstate Light"/>
                    <a:ea typeface="+mn-ea"/>
                    <a:cs typeface="+mn-cs"/>
                  </a:rPr>
                  <a:t>Define your ambition level on CX based on customer, market and business insights.</a:t>
                </a:r>
              </a:p>
            </p:txBody>
          </p:sp>
          <p:cxnSp>
            <p:nvCxnSpPr>
              <p:cNvPr id="52" name="Straight Connector 51">
                <a:extLst>
                  <a:ext uri="{FF2B5EF4-FFF2-40B4-BE49-F238E27FC236}">
                    <a16:creationId xmlns:a16="http://schemas.microsoft.com/office/drawing/2014/main" id="{26FB9785-37E0-340C-71E2-CA3347B19592}"/>
                  </a:ext>
                </a:extLst>
              </p:cNvPr>
              <p:cNvCxnSpPr>
                <a:cxnSpLocks/>
              </p:cNvCxnSpPr>
              <p:nvPr/>
            </p:nvCxnSpPr>
            <p:spPr>
              <a:xfrm>
                <a:off x="3890862" y="1967375"/>
                <a:ext cx="569167" cy="0"/>
              </a:xfrm>
              <a:prstGeom prst="line">
                <a:avLst/>
              </a:prstGeom>
              <a:noFill/>
              <a:ln w="38100" cap="flat" cmpd="sng" algn="ctr">
                <a:solidFill>
                  <a:srgbClr val="000000"/>
                </a:solidFill>
                <a:prstDash val="solid"/>
                <a:tailEnd type="none"/>
              </a:ln>
              <a:effectLst/>
            </p:spPr>
          </p:cxnSp>
        </p:grpSp>
        <p:grpSp>
          <p:nvGrpSpPr>
            <p:cNvPr id="46" name="Group 45">
              <a:extLst>
                <a:ext uri="{FF2B5EF4-FFF2-40B4-BE49-F238E27FC236}">
                  <a16:creationId xmlns:a16="http://schemas.microsoft.com/office/drawing/2014/main" id="{F6D6698E-417F-6072-C55C-68178CA3BC6F}"/>
                </a:ext>
              </a:extLst>
            </p:cNvPr>
            <p:cNvGrpSpPr/>
            <p:nvPr/>
          </p:nvGrpSpPr>
          <p:grpSpPr>
            <a:xfrm>
              <a:off x="5603115" y="1552747"/>
              <a:ext cx="1689890" cy="1728000"/>
              <a:chOff x="5603115" y="1552747"/>
              <a:chExt cx="1689890" cy="1728000"/>
            </a:xfrm>
          </p:grpSpPr>
          <p:sp>
            <p:nvSpPr>
              <p:cNvPr id="49" name="Rectangle 48">
                <a:extLst>
                  <a:ext uri="{FF2B5EF4-FFF2-40B4-BE49-F238E27FC236}">
                    <a16:creationId xmlns:a16="http://schemas.microsoft.com/office/drawing/2014/main" id="{BF3E8B41-CB6B-0DDD-A60E-8E2835C0F00E}"/>
                  </a:ext>
                </a:extLst>
              </p:cNvPr>
              <p:cNvSpPr/>
              <p:nvPr/>
            </p:nvSpPr>
            <p:spPr>
              <a:xfrm>
                <a:off x="5603115" y="1552747"/>
                <a:ext cx="1689890" cy="1728000"/>
              </a:xfrm>
              <a:prstGeom prst="rect">
                <a:avLst/>
              </a:prstGeom>
              <a:solidFill>
                <a:srgbClr val="FFE600"/>
              </a:solidFill>
              <a:ln w="9525" cap="flat" cmpd="sng" algn="ctr">
                <a:noFill/>
                <a:prstDash val="solid"/>
              </a:ln>
              <a:effectLst/>
            </p:spPr>
            <p:txBody>
              <a:bodyPr lIns="108000" tIns="108000" rIns="108000" bIns="108000" rtlCol="0" anchor="t" anchorCtr="0"/>
              <a:lstStyle/>
              <a:p>
                <a:pPr marL="0" marR="0" lvl="0" indent="0" defTabSz="914400" eaLnBrk="1" fontAlgn="auto" latinLnBrk="0" hangingPunct="1">
                  <a:lnSpc>
                    <a:spcPct val="100000"/>
                  </a:lnSpc>
                  <a:spcBef>
                    <a:spcPts val="0"/>
                  </a:spcBef>
                  <a:spcAft>
                    <a:spcPts val="1200"/>
                  </a:spcAft>
                  <a:buClrTx/>
                  <a:buSzTx/>
                  <a:buFontTx/>
                  <a:buNone/>
                  <a:tabLst/>
                  <a:defRPr/>
                </a:pPr>
                <a:r>
                  <a:rPr kumimoji="0" lang="en-US" sz="1400" b="1" i="0" u="none" strike="noStrike" kern="0" cap="none" spc="0" normalizeH="0" baseline="0" noProof="0">
                    <a:ln>
                      <a:noFill/>
                    </a:ln>
                    <a:solidFill>
                      <a:srgbClr val="000000"/>
                    </a:solidFill>
                    <a:effectLst/>
                    <a:uLnTx/>
                    <a:uFillTx/>
                    <a:latin typeface="EYInterstate Regular" panose="02000503020000020004" pitchFamily="2" charset="0"/>
                    <a:ea typeface="+mn-ea"/>
                    <a:cs typeface="+mn-cs"/>
                  </a:rPr>
                  <a:t>CX – insights</a:t>
                </a:r>
              </a:p>
              <a:p>
                <a:pPr marL="0" marR="0" lvl="0" indent="0" defTabSz="914400" eaLnBrk="1" fontAlgn="auto" latinLnBrk="0" hangingPunct="1">
                  <a:lnSpc>
                    <a:spcPct val="100000"/>
                  </a:lnSpc>
                  <a:spcBef>
                    <a:spcPts val="300"/>
                  </a:spcBef>
                  <a:spcAft>
                    <a:spcPts val="0"/>
                  </a:spcAft>
                  <a:buClrTx/>
                  <a:buSzTx/>
                  <a:buFontTx/>
                  <a:buNone/>
                  <a:tabLst/>
                  <a:defRPr/>
                </a:pPr>
                <a:r>
                  <a:rPr kumimoji="0" lang="en-GB" sz="950" b="0" i="0" u="none" strike="noStrike" kern="0" cap="none" spc="0" normalizeH="0" baseline="0" noProof="0">
                    <a:ln>
                      <a:noFill/>
                    </a:ln>
                    <a:solidFill>
                      <a:srgbClr val="000000"/>
                    </a:solidFill>
                    <a:effectLst/>
                    <a:uLnTx/>
                    <a:uFillTx/>
                    <a:latin typeface="EYInterstate Light"/>
                    <a:ea typeface="+mn-ea"/>
                    <a:cs typeface="+mn-cs"/>
                  </a:rPr>
                  <a:t>Get a grip on your CX perception and performance</a:t>
                </a:r>
                <a:endParaRPr kumimoji="0" lang="en-US" sz="950" b="0" i="0" u="none" strike="noStrike" kern="0" cap="none" spc="0" normalizeH="0" baseline="0" noProof="0">
                  <a:ln>
                    <a:noFill/>
                  </a:ln>
                  <a:solidFill>
                    <a:srgbClr val="000000"/>
                  </a:solidFill>
                  <a:effectLst/>
                  <a:uLnTx/>
                  <a:uFillTx/>
                  <a:latin typeface="EYInterstate Light"/>
                  <a:ea typeface="+mn-ea"/>
                  <a:cs typeface="+mn-cs"/>
                </a:endParaRPr>
              </a:p>
            </p:txBody>
          </p:sp>
          <p:cxnSp>
            <p:nvCxnSpPr>
              <p:cNvPr id="50" name="Straight Connector 49">
                <a:extLst>
                  <a:ext uri="{FF2B5EF4-FFF2-40B4-BE49-F238E27FC236}">
                    <a16:creationId xmlns:a16="http://schemas.microsoft.com/office/drawing/2014/main" id="{C9BC6688-D8D6-EB4D-7D4E-115A8FE947FD}"/>
                  </a:ext>
                </a:extLst>
              </p:cNvPr>
              <p:cNvCxnSpPr>
                <a:cxnSpLocks/>
              </p:cNvCxnSpPr>
              <p:nvPr/>
            </p:nvCxnSpPr>
            <p:spPr>
              <a:xfrm>
                <a:off x="5728993" y="1967375"/>
                <a:ext cx="569167" cy="0"/>
              </a:xfrm>
              <a:prstGeom prst="line">
                <a:avLst/>
              </a:prstGeom>
              <a:noFill/>
              <a:ln w="38100" cap="flat" cmpd="sng" algn="ctr">
                <a:solidFill>
                  <a:srgbClr val="000000"/>
                </a:solidFill>
                <a:prstDash val="solid"/>
                <a:tailEnd type="none"/>
              </a:ln>
              <a:effectLst/>
            </p:spPr>
          </p:cxnSp>
        </p:grpSp>
        <p:sp>
          <p:nvSpPr>
            <p:cNvPr id="47" name="TextBox 46">
              <a:extLst>
                <a:ext uri="{FF2B5EF4-FFF2-40B4-BE49-F238E27FC236}">
                  <a16:creationId xmlns:a16="http://schemas.microsoft.com/office/drawing/2014/main" id="{B91BB74E-E6C0-012C-A4C9-23D094896695}"/>
                </a:ext>
              </a:extLst>
            </p:cNvPr>
            <p:cNvSpPr txBox="1"/>
            <p:nvPr/>
          </p:nvSpPr>
          <p:spPr>
            <a:xfrm>
              <a:off x="3657048" y="1214030"/>
              <a:ext cx="2262740" cy="329386"/>
            </a:xfrm>
            <a:prstGeom prst="rect">
              <a:avLst/>
            </a:prstGeom>
            <a:noFill/>
          </p:spPr>
          <p:txBody>
            <a:bodyPr wrap="square">
              <a:spAutoFit/>
            </a:bodyPr>
            <a:lstStyle/>
            <a:p>
              <a:pPr marL="0" marR="0" lvl="0" indent="0" defTabSz="914400" eaLnBrk="1" fontAlgn="auto" latinLnBrk="0" hangingPunct="1">
                <a:lnSpc>
                  <a:spcPct val="120000"/>
                </a:lnSpc>
                <a:spcBef>
                  <a:spcPts val="0"/>
                </a:spcBef>
                <a:spcAft>
                  <a:spcPts val="0"/>
                </a:spcAft>
                <a:buClrTx/>
                <a:buSzTx/>
                <a:buFontTx/>
                <a:buNone/>
                <a:tabLst/>
                <a:defRPr/>
              </a:pPr>
              <a:r>
                <a:rPr kumimoji="0" lang="en-US" sz="1400" b="0" i="0" u="none" strike="noStrike" kern="0" cap="none" spc="0" normalizeH="0" baseline="0" noProof="0">
                  <a:ln>
                    <a:noFill/>
                  </a:ln>
                  <a:solidFill>
                    <a:srgbClr val="C4C4CD"/>
                  </a:solidFill>
                  <a:effectLst/>
                  <a:uLnTx/>
                  <a:uFillTx/>
                </a:rPr>
                <a:t>CX foundations</a:t>
              </a:r>
              <a:endParaRPr kumimoji="0" lang="en-US" sz="1000" b="0" i="0" u="none" strike="noStrike" kern="0" cap="none" spc="0" normalizeH="0" baseline="0" noProof="0">
                <a:ln>
                  <a:noFill/>
                </a:ln>
                <a:solidFill>
                  <a:srgbClr val="C4C4CD"/>
                </a:solidFill>
                <a:effectLst/>
                <a:uLnTx/>
                <a:uFillTx/>
              </a:endParaRPr>
            </a:p>
          </p:txBody>
        </p:sp>
        <p:cxnSp>
          <p:nvCxnSpPr>
            <p:cNvPr id="48" name="Straight Connector 47">
              <a:extLst>
                <a:ext uri="{FF2B5EF4-FFF2-40B4-BE49-F238E27FC236}">
                  <a16:creationId xmlns:a16="http://schemas.microsoft.com/office/drawing/2014/main" id="{71BF36B2-3FF5-3FD2-3571-D5B7224D80CB}"/>
                </a:ext>
              </a:extLst>
            </p:cNvPr>
            <p:cNvCxnSpPr/>
            <p:nvPr/>
          </p:nvCxnSpPr>
          <p:spPr>
            <a:xfrm>
              <a:off x="3759200" y="1268413"/>
              <a:ext cx="3533805" cy="0"/>
            </a:xfrm>
            <a:prstGeom prst="line">
              <a:avLst/>
            </a:prstGeom>
            <a:noFill/>
            <a:ln w="9525" cap="flat" cmpd="sng" algn="ctr">
              <a:solidFill>
                <a:srgbClr val="747480"/>
              </a:solidFill>
              <a:prstDash val="solid"/>
              <a:tailEnd type="none"/>
            </a:ln>
            <a:effectLst/>
          </p:spPr>
        </p:cxnSp>
      </p:grpSp>
      <p:sp>
        <p:nvSpPr>
          <p:cNvPr id="66" name="Rectangle 65">
            <a:extLst>
              <a:ext uri="{FF2B5EF4-FFF2-40B4-BE49-F238E27FC236}">
                <a16:creationId xmlns:a16="http://schemas.microsoft.com/office/drawing/2014/main" id="{6EBDEF2F-1CCA-4522-C4F1-A1337A03B272}"/>
              </a:ext>
            </a:extLst>
          </p:cNvPr>
          <p:cNvSpPr/>
          <p:nvPr/>
        </p:nvSpPr>
        <p:spPr>
          <a:xfrm>
            <a:off x="9892426" y="4220317"/>
            <a:ext cx="1849051" cy="1837583"/>
          </a:xfrm>
          <a:prstGeom prst="rect">
            <a:avLst/>
          </a:prstGeom>
          <a:solidFill>
            <a:srgbClr val="F0F0F0"/>
          </a:solidFill>
          <a:ln w="9525" cap="flat" cmpd="sng" algn="ctr">
            <a:noFill/>
            <a:prstDash val="solid"/>
          </a:ln>
          <a:effectLst/>
        </p:spPr>
        <p:txBody>
          <a:bodyPr lIns="108000" tIns="108000" rIns="108000" bIns="108000" rtlCol="0" anchor="t" anchorCtr="0"/>
          <a:lstStyle/>
          <a:p>
            <a:pPr marL="0" marR="0" lvl="0" indent="0" defTabSz="914400" eaLnBrk="1" fontAlgn="auto" latinLnBrk="0" hangingPunct="1">
              <a:lnSpc>
                <a:spcPct val="100000"/>
              </a:lnSpc>
              <a:spcBef>
                <a:spcPts val="0"/>
              </a:spcBef>
              <a:spcAft>
                <a:spcPts val="1200"/>
              </a:spcAft>
              <a:buClrTx/>
              <a:buSzTx/>
              <a:buFontTx/>
              <a:buNone/>
              <a:tabLst/>
              <a:defRPr/>
            </a:pPr>
            <a:r>
              <a:rPr kumimoji="0" lang="en-US" sz="1400" b="1" i="0" u="none" strike="noStrike" kern="0" cap="none" spc="0" normalizeH="0" baseline="0" noProof="0">
                <a:ln>
                  <a:noFill/>
                </a:ln>
                <a:solidFill>
                  <a:srgbClr val="2E2E38"/>
                </a:solidFill>
                <a:effectLst/>
                <a:uLnTx/>
                <a:uFillTx/>
                <a:latin typeface="EYInterstate Regular" panose="02000503020000020004" pitchFamily="2" charset="0"/>
                <a:ea typeface="+mn-ea"/>
                <a:cs typeface="+mn-cs"/>
              </a:rPr>
              <a:t>CX enablement</a:t>
            </a:r>
          </a:p>
          <a:p>
            <a:pPr marL="0" marR="0" lvl="0" indent="0" defTabSz="914400" eaLnBrk="1" fontAlgn="auto" latinLnBrk="0" hangingPunct="1">
              <a:lnSpc>
                <a:spcPct val="100000"/>
              </a:lnSpc>
              <a:spcBef>
                <a:spcPts val="300"/>
              </a:spcBef>
              <a:spcAft>
                <a:spcPts val="0"/>
              </a:spcAft>
              <a:buClrTx/>
              <a:buSzTx/>
              <a:buFontTx/>
              <a:buNone/>
              <a:tabLst/>
              <a:defRPr/>
            </a:pPr>
            <a:r>
              <a:rPr kumimoji="0" lang="en-GB" sz="950" b="0" i="0" u="none" strike="noStrike" kern="0" cap="none" spc="0" normalizeH="0" baseline="0" noProof="0">
                <a:ln>
                  <a:noFill/>
                </a:ln>
                <a:solidFill>
                  <a:srgbClr val="2E2E38"/>
                </a:solidFill>
                <a:effectLst/>
                <a:uLnTx/>
                <a:uFillTx/>
                <a:latin typeface="EYInterstate Light"/>
                <a:ea typeface="+mn-ea"/>
                <a:cs typeface="+mn-cs"/>
              </a:rPr>
              <a:t>Support companies to drive CX themselves. Build capabilities at scale and make (better) use of tech platforms and data to enable automated, personalized and predictive interactions and campaigns. </a:t>
            </a:r>
          </a:p>
        </p:txBody>
      </p:sp>
      <p:cxnSp>
        <p:nvCxnSpPr>
          <p:cNvPr id="67" name="Straight Connector 66">
            <a:extLst>
              <a:ext uri="{FF2B5EF4-FFF2-40B4-BE49-F238E27FC236}">
                <a16:creationId xmlns:a16="http://schemas.microsoft.com/office/drawing/2014/main" id="{3F2891B4-197A-FF42-812D-F6D83ED5EF2B}"/>
              </a:ext>
            </a:extLst>
          </p:cNvPr>
          <p:cNvCxnSpPr/>
          <p:nvPr/>
        </p:nvCxnSpPr>
        <p:spPr>
          <a:xfrm>
            <a:off x="10019773" y="4636610"/>
            <a:ext cx="622774" cy="0"/>
          </a:xfrm>
          <a:prstGeom prst="line">
            <a:avLst/>
          </a:prstGeom>
          <a:noFill/>
          <a:ln w="38100" cap="flat" cmpd="sng" algn="ctr">
            <a:solidFill>
              <a:srgbClr val="2E2E38"/>
            </a:solidFill>
            <a:prstDash val="solid"/>
            <a:tailEnd type="none"/>
          </a:ln>
          <a:effectLst/>
        </p:spPr>
      </p:cxnSp>
      <p:sp>
        <p:nvSpPr>
          <p:cNvPr id="64" name="Rectangle 63">
            <a:extLst>
              <a:ext uri="{FF2B5EF4-FFF2-40B4-BE49-F238E27FC236}">
                <a16:creationId xmlns:a16="http://schemas.microsoft.com/office/drawing/2014/main" id="{056D35B3-31CE-BDA2-91A3-6AD967D4B8CD}"/>
              </a:ext>
            </a:extLst>
          </p:cNvPr>
          <p:cNvSpPr/>
          <p:nvPr/>
        </p:nvSpPr>
        <p:spPr>
          <a:xfrm>
            <a:off x="7886187" y="4220317"/>
            <a:ext cx="1849051" cy="1837583"/>
          </a:xfrm>
          <a:prstGeom prst="rect">
            <a:avLst/>
          </a:prstGeom>
          <a:solidFill>
            <a:srgbClr val="747480"/>
          </a:solidFill>
          <a:ln w="9525" cap="flat" cmpd="sng" algn="ctr">
            <a:noFill/>
            <a:prstDash val="solid"/>
          </a:ln>
          <a:effectLst/>
        </p:spPr>
        <p:txBody>
          <a:bodyPr lIns="108000" tIns="108000" rIns="108000" bIns="108000" rtlCol="0" anchor="t" anchorCtr="0"/>
          <a:lstStyle/>
          <a:p>
            <a:pPr marL="0" marR="0" lvl="0" indent="0" defTabSz="914400" eaLnBrk="1" fontAlgn="auto" latinLnBrk="0" hangingPunct="1">
              <a:lnSpc>
                <a:spcPct val="100000"/>
              </a:lnSpc>
              <a:spcBef>
                <a:spcPts val="0"/>
              </a:spcBef>
              <a:spcAft>
                <a:spcPts val="1200"/>
              </a:spcAft>
              <a:buClrTx/>
              <a:buSzTx/>
              <a:buFontTx/>
              <a:buNone/>
              <a:tabLst/>
              <a:defRPr/>
            </a:pPr>
            <a:r>
              <a:rPr kumimoji="0" lang="en-US" sz="1400" b="1" i="0" u="none" strike="noStrike" kern="0" cap="none" spc="0" normalizeH="0" baseline="0" noProof="0">
                <a:ln>
                  <a:noFill/>
                </a:ln>
                <a:solidFill>
                  <a:srgbClr val="FFFFFF"/>
                </a:solidFill>
                <a:effectLst/>
                <a:uLnTx/>
                <a:uFillTx/>
                <a:latin typeface="EYInterstate Regular" panose="02000503020000020004" pitchFamily="2" charset="0"/>
                <a:ea typeface="+mn-ea"/>
                <a:cs typeface="+mn-cs"/>
              </a:rPr>
              <a:t>CX disruptor</a:t>
            </a:r>
          </a:p>
          <a:p>
            <a:pPr marL="0" marR="0" lvl="0" indent="0" defTabSz="914400" eaLnBrk="1" fontAlgn="auto" latinLnBrk="0" hangingPunct="1">
              <a:lnSpc>
                <a:spcPct val="100000"/>
              </a:lnSpc>
              <a:spcBef>
                <a:spcPts val="300"/>
              </a:spcBef>
              <a:spcAft>
                <a:spcPts val="0"/>
              </a:spcAft>
              <a:buClrTx/>
              <a:buSzTx/>
              <a:buFontTx/>
              <a:buNone/>
              <a:tabLst/>
              <a:defRPr/>
            </a:pPr>
            <a:r>
              <a:rPr kumimoji="0" lang="en-GB" sz="950" b="0" i="0" u="none" strike="noStrike" kern="0" cap="none" spc="0" normalizeH="0" baseline="0" noProof="0">
                <a:ln>
                  <a:noFill/>
                </a:ln>
                <a:solidFill>
                  <a:srgbClr val="FFFFFF"/>
                </a:solidFill>
                <a:effectLst/>
                <a:uLnTx/>
                <a:uFillTx/>
                <a:latin typeface="EYInterstate Light"/>
                <a:ea typeface="+mn-ea"/>
                <a:cs typeface="+mn-cs"/>
              </a:rPr>
              <a:t>Innovate moments-of-truth. Designing new services to create better interactions and build engagement. CX as your platform for innovation and transformation. </a:t>
            </a:r>
          </a:p>
        </p:txBody>
      </p:sp>
      <p:cxnSp>
        <p:nvCxnSpPr>
          <p:cNvPr id="65" name="Straight Connector 64">
            <a:extLst>
              <a:ext uri="{FF2B5EF4-FFF2-40B4-BE49-F238E27FC236}">
                <a16:creationId xmlns:a16="http://schemas.microsoft.com/office/drawing/2014/main" id="{17E0CC41-A610-4B85-4FAC-CD8967C3CC6D}"/>
              </a:ext>
            </a:extLst>
          </p:cNvPr>
          <p:cNvCxnSpPr/>
          <p:nvPr/>
        </p:nvCxnSpPr>
        <p:spPr>
          <a:xfrm>
            <a:off x="8008516" y="4636610"/>
            <a:ext cx="622774" cy="0"/>
          </a:xfrm>
          <a:prstGeom prst="line">
            <a:avLst/>
          </a:prstGeom>
          <a:noFill/>
          <a:ln w="38100" cap="flat" cmpd="sng" algn="ctr">
            <a:solidFill>
              <a:srgbClr val="FFFFFF"/>
            </a:solidFill>
            <a:prstDash val="solid"/>
            <a:tailEnd type="none"/>
          </a:ln>
          <a:effectLst/>
        </p:spPr>
      </p:cxnSp>
      <p:sp>
        <p:nvSpPr>
          <p:cNvPr id="62" name="Rectangle 61">
            <a:extLst>
              <a:ext uri="{FF2B5EF4-FFF2-40B4-BE49-F238E27FC236}">
                <a16:creationId xmlns:a16="http://schemas.microsoft.com/office/drawing/2014/main" id="{2BA0B02E-5C8F-602E-1FAC-27029908C02B}"/>
              </a:ext>
            </a:extLst>
          </p:cNvPr>
          <p:cNvSpPr/>
          <p:nvPr/>
        </p:nvSpPr>
        <p:spPr>
          <a:xfrm>
            <a:off x="5879946" y="4220317"/>
            <a:ext cx="1849051" cy="1837583"/>
          </a:xfrm>
          <a:prstGeom prst="rect">
            <a:avLst/>
          </a:prstGeom>
          <a:solidFill>
            <a:srgbClr val="C4C4CD"/>
          </a:solidFill>
          <a:ln w="9525" cap="flat" cmpd="sng" algn="ctr">
            <a:noFill/>
            <a:prstDash val="solid"/>
          </a:ln>
          <a:effectLst/>
        </p:spPr>
        <p:txBody>
          <a:bodyPr lIns="108000" tIns="108000" rIns="108000" bIns="108000" rtlCol="0" anchor="t" anchorCtr="0"/>
          <a:lstStyle/>
          <a:p>
            <a:pPr marL="0" marR="0" lvl="0" indent="0" defTabSz="914400" eaLnBrk="1" fontAlgn="auto" latinLnBrk="0" hangingPunct="1">
              <a:lnSpc>
                <a:spcPct val="100000"/>
              </a:lnSpc>
              <a:spcBef>
                <a:spcPts val="300"/>
              </a:spcBef>
              <a:spcAft>
                <a:spcPts val="1200"/>
              </a:spcAft>
              <a:buClrTx/>
              <a:buSzTx/>
              <a:buFontTx/>
              <a:buNone/>
              <a:tabLst/>
              <a:defRPr/>
            </a:pPr>
            <a:r>
              <a:rPr kumimoji="0" lang="en-US" sz="1400" b="1" i="0" u="none" strike="noStrike" kern="0" cap="none" spc="0" normalizeH="0" baseline="0" noProof="0">
                <a:ln>
                  <a:noFill/>
                </a:ln>
                <a:solidFill>
                  <a:srgbClr val="2E2E38"/>
                </a:solidFill>
                <a:effectLst/>
                <a:uLnTx/>
                <a:uFillTx/>
                <a:latin typeface="EYInterstate Regular" panose="02000503020000020004" pitchFamily="2" charset="0"/>
                <a:ea typeface="+mn-ea"/>
                <a:cs typeface="+mn-cs"/>
              </a:rPr>
              <a:t>CX journey booster</a:t>
            </a:r>
          </a:p>
          <a:p>
            <a:pPr marL="0" marR="0" lvl="0" indent="0" defTabSz="914400" eaLnBrk="1" fontAlgn="auto" latinLnBrk="0" hangingPunct="1">
              <a:lnSpc>
                <a:spcPct val="100000"/>
              </a:lnSpc>
              <a:spcBef>
                <a:spcPts val="300"/>
              </a:spcBef>
              <a:spcAft>
                <a:spcPts val="0"/>
              </a:spcAft>
              <a:buClrTx/>
              <a:buSzTx/>
              <a:buFontTx/>
              <a:buNone/>
              <a:tabLst/>
              <a:defRPr/>
            </a:pPr>
            <a:r>
              <a:rPr kumimoji="0" lang="en-US" sz="950" b="0" i="0" u="none" strike="noStrike" kern="0" cap="none" spc="0" normalizeH="0" baseline="0" noProof="0">
                <a:ln>
                  <a:noFill/>
                </a:ln>
                <a:solidFill>
                  <a:srgbClr val="2E2E38"/>
                </a:solidFill>
                <a:effectLst/>
                <a:uLnTx/>
                <a:uFillTx/>
                <a:latin typeface="EYInterstate Light"/>
                <a:ea typeface="+mn-ea"/>
                <a:cs typeface="+mn-cs"/>
              </a:rPr>
              <a:t>Identify, analyze and redesign pain points in journeys to delight customers, strengthen the brand and contribute to business success.</a:t>
            </a:r>
          </a:p>
        </p:txBody>
      </p:sp>
      <p:cxnSp>
        <p:nvCxnSpPr>
          <p:cNvPr id="63" name="Straight Connector 62">
            <a:extLst>
              <a:ext uri="{FF2B5EF4-FFF2-40B4-BE49-F238E27FC236}">
                <a16:creationId xmlns:a16="http://schemas.microsoft.com/office/drawing/2014/main" id="{0169E025-BFFC-816B-869C-4EB9E1AEC087}"/>
              </a:ext>
            </a:extLst>
          </p:cNvPr>
          <p:cNvCxnSpPr/>
          <p:nvPr/>
        </p:nvCxnSpPr>
        <p:spPr>
          <a:xfrm>
            <a:off x="6017680" y="4649738"/>
            <a:ext cx="622774" cy="0"/>
          </a:xfrm>
          <a:prstGeom prst="line">
            <a:avLst/>
          </a:prstGeom>
          <a:noFill/>
          <a:ln w="38100" cap="flat" cmpd="sng" algn="ctr">
            <a:solidFill>
              <a:srgbClr val="2E2E38"/>
            </a:solidFill>
            <a:prstDash val="solid"/>
            <a:tailEnd type="none"/>
          </a:ln>
          <a:effectLst/>
        </p:spPr>
      </p:cxnSp>
      <p:sp>
        <p:nvSpPr>
          <p:cNvPr id="60" name="Rectangle 59">
            <a:extLst>
              <a:ext uri="{FF2B5EF4-FFF2-40B4-BE49-F238E27FC236}">
                <a16:creationId xmlns:a16="http://schemas.microsoft.com/office/drawing/2014/main" id="{296E5874-71D5-8ECF-402E-6C62F2B1E6FC}"/>
              </a:ext>
            </a:extLst>
          </p:cNvPr>
          <p:cNvSpPr/>
          <p:nvPr/>
        </p:nvSpPr>
        <p:spPr>
          <a:xfrm>
            <a:off x="3873707" y="4220317"/>
            <a:ext cx="1849051" cy="1837583"/>
          </a:xfrm>
          <a:prstGeom prst="rect">
            <a:avLst/>
          </a:prstGeom>
          <a:solidFill>
            <a:srgbClr val="2E2E38"/>
          </a:solidFill>
          <a:ln w="9525" cap="flat" cmpd="sng" algn="ctr">
            <a:noFill/>
            <a:prstDash val="solid"/>
          </a:ln>
          <a:effectLst/>
        </p:spPr>
        <p:txBody>
          <a:bodyPr lIns="108000" tIns="108000" rIns="108000" bIns="108000" rtlCol="0" anchor="t" anchorCtr="0"/>
          <a:lstStyle/>
          <a:p>
            <a:pPr marL="0" marR="0" lvl="0" indent="0" defTabSz="914400" eaLnBrk="1" fontAlgn="auto" latinLnBrk="0" hangingPunct="1">
              <a:lnSpc>
                <a:spcPct val="100000"/>
              </a:lnSpc>
              <a:spcBef>
                <a:spcPts val="0"/>
              </a:spcBef>
              <a:spcAft>
                <a:spcPts val="1200"/>
              </a:spcAft>
              <a:buClrTx/>
              <a:buSzTx/>
              <a:buFontTx/>
              <a:buNone/>
              <a:tabLst/>
              <a:defRPr/>
            </a:pPr>
            <a:r>
              <a:rPr kumimoji="0" lang="en-US" sz="1400" b="1" i="0" u="none" strike="noStrike" kern="0" cap="none" spc="-30" normalizeH="0" baseline="0" noProof="0">
                <a:ln>
                  <a:noFill/>
                </a:ln>
                <a:solidFill>
                  <a:srgbClr val="FFFFFF"/>
                </a:solidFill>
                <a:effectLst/>
                <a:uLnTx/>
                <a:uFillTx/>
                <a:latin typeface="EYInterstate Regular" panose="02000503020000020004" pitchFamily="2" charset="0"/>
                <a:ea typeface="+mn-ea"/>
                <a:cs typeface="+mn-cs"/>
              </a:rPr>
              <a:t>CX measurement and orchestration</a:t>
            </a:r>
          </a:p>
          <a:p>
            <a:pPr marL="0" marR="0" lvl="0" indent="0" defTabSz="914400" eaLnBrk="1" fontAlgn="auto" latinLnBrk="0" hangingPunct="1">
              <a:lnSpc>
                <a:spcPct val="100000"/>
              </a:lnSpc>
              <a:spcBef>
                <a:spcPts val="300"/>
              </a:spcBef>
              <a:spcAft>
                <a:spcPts val="0"/>
              </a:spcAft>
              <a:buClrTx/>
              <a:buSzTx/>
              <a:buFontTx/>
              <a:buNone/>
              <a:tabLst/>
              <a:defRPr/>
            </a:pPr>
            <a:r>
              <a:rPr kumimoji="0" lang="en-GB" sz="950" b="0" i="0" u="none" strike="noStrike" kern="0" cap="none" spc="0" normalizeH="0" baseline="0" noProof="0">
                <a:ln>
                  <a:noFill/>
                </a:ln>
                <a:solidFill>
                  <a:srgbClr val="FFFFFF"/>
                </a:solidFill>
                <a:effectLst/>
                <a:uLnTx/>
                <a:uFillTx/>
                <a:latin typeface="EYInterstate Light"/>
                <a:ea typeface="+mn-ea"/>
                <a:cs typeface="+mn-cs"/>
              </a:rPr>
              <a:t>Sophisticated analytics and AI driven measurement to identify and prioritize pain points. Based on business ROI, moving away from V-o-C metrics only. </a:t>
            </a:r>
          </a:p>
        </p:txBody>
      </p:sp>
      <p:cxnSp>
        <p:nvCxnSpPr>
          <p:cNvPr id="61" name="Straight Connector 60">
            <a:extLst>
              <a:ext uri="{FF2B5EF4-FFF2-40B4-BE49-F238E27FC236}">
                <a16:creationId xmlns:a16="http://schemas.microsoft.com/office/drawing/2014/main" id="{22C0C6F6-03F9-E9D3-1342-0D4787589850}"/>
              </a:ext>
            </a:extLst>
          </p:cNvPr>
          <p:cNvCxnSpPr/>
          <p:nvPr/>
        </p:nvCxnSpPr>
        <p:spPr>
          <a:xfrm>
            <a:off x="4006426" y="4851214"/>
            <a:ext cx="622774" cy="0"/>
          </a:xfrm>
          <a:prstGeom prst="line">
            <a:avLst/>
          </a:prstGeom>
          <a:noFill/>
          <a:ln w="38100" cap="flat" cmpd="sng" algn="ctr">
            <a:solidFill>
              <a:srgbClr val="FFFFFF"/>
            </a:solidFill>
            <a:prstDash val="solid"/>
            <a:tailEnd type="none"/>
          </a:ln>
          <a:effectLst/>
        </p:spPr>
      </p:cxnSp>
      <p:sp>
        <p:nvSpPr>
          <p:cNvPr id="58" name="TextBox 57">
            <a:extLst>
              <a:ext uri="{FF2B5EF4-FFF2-40B4-BE49-F238E27FC236}">
                <a16:creationId xmlns:a16="http://schemas.microsoft.com/office/drawing/2014/main" id="{B1917F45-97D5-DCA4-7D04-ED43B937E521}"/>
              </a:ext>
            </a:extLst>
          </p:cNvPr>
          <p:cNvSpPr txBox="1"/>
          <p:nvPr/>
        </p:nvSpPr>
        <p:spPr>
          <a:xfrm>
            <a:off x="3750590" y="3874806"/>
            <a:ext cx="2475855" cy="329386"/>
          </a:xfrm>
          <a:prstGeom prst="rect">
            <a:avLst/>
          </a:prstGeom>
          <a:noFill/>
        </p:spPr>
        <p:txBody>
          <a:bodyPr wrap="square">
            <a:spAutoFit/>
          </a:bodyPr>
          <a:lstStyle/>
          <a:p>
            <a:pPr marL="0" marR="0" lvl="0" indent="0" defTabSz="914400" eaLnBrk="1" fontAlgn="auto" latinLnBrk="0" hangingPunct="1">
              <a:lnSpc>
                <a:spcPct val="120000"/>
              </a:lnSpc>
              <a:spcBef>
                <a:spcPts val="0"/>
              </a:spcBef>
              <a:spcAft>
                <a:spcPts val="0"/>
              </a:spcAft>
              <a:buClrTx/>
              <a:buSzTx/>
              <a:buFontTx/>
              <a:buNone/>
              <a:tabLst/>
              <a:defRPr/>
            </a:pPr>
            <a:r>
              <a:rPr kumimoji="0" lang="en-US" sz="1400" b="0" i="0" u="none" strike="noStrike" kern="0" cap="none" spc="0" normalizeH="0" baseline="0" noProof="0">
                <a:ln>
                  <a:noFill/>
                </a:ln>
                <a:solidFill>
                  <a:srgbClr val="C4C4CD"/>
                </a:solidFill>
                <a:effectLst/>
                <a:uLnTx/>
                <a:uFillTx/>
              </a:rPr>
              <a:t>Flagship services</a:t>
            </a:r>
          </a:p>
        </p:txBody>
      </p:sp>
      <p:cxnSp>
        <p:nvCxnSpPr>
          <p:cNvPr id="59" name="Straight Connector 58">
            <a:extLst>
              <a:ext uri="{FF2B5EF4-FFF2-40B4-BE49-F238E27FC236}">
                <a16:creationId xmlns:a16="http://schemas.microsoft.com/office/drawing/2014/main" id="{A0EC10B9-83EA-CB23-B9E9-33C338CFF742}"/>
              </a:ext>
            </a:extLst>
          </p:cNvPr>
          <p:cNvCxnSpPr>
            <a:cxnSpLocks/>
          </p:cNvCxnSpPr>
          <p:nvPr/>
        </p:nvCxnSpPr>
        <p:spPr>
          <a:xfrm>
            <a:off x="3862363" y="3917898"/>
            <a:ext cx="7879113" cy="0"/>
          </a:xfrm>
          <a:prstGeom prst="line">
            <a:avLst/>
          </a:prstGeom>
          <a:noFill/>
          <a:ln w="9525" cap="flat" cmpd="sng" algn="ctr">
            <a:solidFill>
              <a:srgbClr val="747480"/>
            </a:solidFill>
            <a:prstDash val="solid"/>
            <a:tailEnd type="none"/>
          </a:ln>
          <a:effectLst/>
        </p:spPr>
      </p:cxnSp>
    </p:spTree>
    <p:extLst>
      <p:ext uri="{BB962C8B-B14F-4D97-AF65-F5344CB8AC3E}">
        <p14:creationId xmlns:p14="http://schemas.microsoft.com/office/powerpoint/2010/main" val="4915702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85D651-21FC-DC77-150F-36F81F3562FC}"/>
              </a:ext>
            </a:extLst>
          </p:cNvPr>
          <p:cNvSpPr>
            <a:spLocks noGrp="1"/>
          </p:cNvSpPr>
          <p:nvPr>
            <p:ph type="title"/>
          </p:nvPr>
        </p:nvSpPr>
        <p:spPr>
          <a:xfrm>
            <a:off x="483826" y="369888"/>
            <a:ext cx="7964138" cy="470898"/>
          </a:xfrm>
        </p:spPr>
        <p:txBody>
          <a:bodyPr/>
          <a:lstStyle/>
          <a:p>
            <a:r>
              <a:rPr lang="en-US" sz="2400">
                <a:latin typeface="EYInterstate Regular" panose="02000503020000020004" pitchFamily="2" charset="0"/>
              </a:rPr>
              <a:t>Reframing Customer Experience: we’ve done it before </a:t>
            </a:r>
          </a:p>
        </p:txBody>
      </p:sp>
      <p:sp>
        <p:nvSpPr>
          <p:cNvPr id="6" name="Footer Placeholder 5">
            <a:extLst>
              <a:ext uri="{FF2B5EF4-FFF2-40B4-BE49-F238E27FC236}">
                <a16:creationId xmlns:a16="http://schemas.microsoft.com/office/drawing/2014/main" id="{A4F7512D-60FB-29A3-411C-8D35830B3541}"/>
              </a:ext>
            </a:extLst>
          </p:cNvPr>
          <p:cNvSpPr>
            <a:spLocks noGrp="1"/>
          </p:cNvSpPr>
          <p:nvPr>
            <p:ph type="ftr" sz="quarter" idx="18"/>
          </p:nvPr>
        </p:nvSpPr>
        <p:spPr/>
        <p:txBody>
          <a:bodyPr/>
          <a:lstStyle/>
          <a:p>
            <a:r>
              <a:rPr lang="en-US" noProof="0"/>
              <a:t>Customer Experience</a:t>
            </a:r>
          </a:p>
        </p:txBody>
      </p:sp>
      <p:sp>
        <p:nvSpPr>
          <p:cNvPr id="5" name="Slide Number Placeholder 4">
            <a:extLst>
              <a:ext uri="{FF2B5EF4-FFF2-40B4-BE49-F238E27FC236}">
                <a16:creationId xmlns:a16="http://schemas.microsoft.com/office/drawing/2014/main" id="{9D1C72CA-170D-4006-E218-5EC4C07E4157}"/>
              </a:ext>
            </a:extLst>
          </p:cNvPr>
          <p:cNvSpPr>
            <a:spLocks noGrp="1"/>
          </p:cNvSpPr>
          <p:nvPr>
            <p:ph type="sldNum" sz="quarter" idx="19"/>
          </p:nvPr>
        </p:nvSpPr>
        <p:spPr/>
        <p:txBody>
          <a:bodyPr/>
          <a:lstStyle/>
          <a:p>
            <a:fld id="{94FCA0F3-9F3A-694B-99BB-0E592A797735}" type="slidenum">
              <a:rPr lang="en-US" noProof="0" smtClean="0"/>
              <a:t>19</a:t>
            </a:fld>
            <a:endParaRPr lang="en-US" noProof="0"/>
          </a:p>
        </p:txBody>
      </p:sp>
      <p:sp>
        <p:nvSpPr>
          <p:cNvPr id="7" name="Title 1">
            <a:extLst>
              <a:ext uri="{FF2B5EF4-FFF2-40B4-BE49-F238E27FC236}">
                <a16:creationId xmlns:a16="http://schemas.microsoft.com/office/drawing/2014/main" id="{12CACD69-6087-CF90-F6F9-265B74F60081}"/>
              </a:ext>
            </a:extLst>
          </p:cNvPr>
          <p:cNvSpPr txBox="1">
            <a:spLocks/>
          </p:cNvSpPr>
          <p:nvPr/>
        </p:nvSpPr>
        <p:spPr>
          <a:xfrm>
            <a:off x="314945" y="1590434"/>
            <a:ext cx="9696960" cy="398002"/>
          </a:xfrm>
          <a:prstGeom prst="rect">
            <a:avLst/>
          </a:prstGeom>
        </p:spPr>
        <p:txBody>
          <a:bodyPr vert="horz" lIns="180000" tIns="0" rIns="180000" bIns="0" rtlCol="0" anchor="b" anchorCtr="0">
            <a:noAutofit/>
          </a:bodyPr>
          <a:lstStyle>
            <a:lvl1pPr algn="l" defTabSz="914400" rtl="0" eaLnBrk="1" latinLnBrk="0" hangingPunct="1">
              <a:lnSpc>
                <a:spcPct val="85000"/>
              </a:lnSpc>
              <a:spcBef>
                <a:spcPct val="0"/>
              </a:spcBef>
              <a:buNone/>
              <a:defRPr sz="3000" b="1" i="0" kern="1200" cap="none" spc="-150" baseline="0">
                <a:solidFill>
                  <a:schemeClr val="bg1"/>
                </a:solidFill>
                <a:latin typeface="EYInterstate Regular" panose="02000503020000020004" pitchFamily="2" charset="0"/>
                <a:ea typeface="+mj-ea"/>
                <a:cs typeface="Arial" pitchFamily="34" charset="0"/>
              </a:defRPr>
            </a:lvl1pPr>
          </a:lstStyle>
          <a:p>
            <a:pPr>
              <a:lnSpc>
                <a:spcPct val="100000"/>
              </a:lnSpc>
            </a:pPr>
            <a:r>
              <a:rPr lang="en-US" sz="2000" b="0" spc="0" noProof="0">
                <a:latin typeface="EYInterstate Light" panose="02000506000000020004" pitchFamily="2" charset="0"/>
              </a:rPr>
              <a:t>You can trust EY Studio+ teams to bring the mindset, skills, tools and experience needed to help solve your toughest CX challenges.  </a:t>
            </a:r>
          </a:p>
        </p:txBody>
      </p:sp>
      <p:sp>
        <p:nvSpPr>
          <p:cNvPr id="8" name="Rectangle 7">
            <a:extLst>
              <a:ext uri="{FF2B5EF4-FFF2-40B4-BE49-F238E27FC236}">
                <a16:creationId xmlns:a16="http://schemas.microsoft.com/office/drawing/2014/main" id="{B6322992-E732-D149-ECB7-52C69F691AEF}"/>
              </a:ext>
            </a:extLst>
          </p:cNvPr>
          <p:cNvSpPr/>
          <p:nvPr/>
        </p:nvSpPr>
        <p:spPr>
          <a:xfrm>
            <a:off x="481319" y="2173467"/>
            <a:ext cx="2003850" cy="1802974"/>
          </a:xfrm>
          <a:prstGeom prst="rect">
            <a:avLst/>
          </a:prstGeom>
          <a:solidFill>
            <a:schemeClr val="tx2"/>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t" anchorCtr="0"/>
          <a:lstStyle/>
          <a:p>
            <a:pPr>
              <a:spcAft>
                <a:spcPts val="1200"/>
              </a:spcAft>
            </a:pPr>
            <a:r>
              <a:rPr lang="en-US" sz="1400" b="1">
                <a:solidFill>
                  <a:schemeClr val="bg2"/>
                </a:solidFill>
                <a:latin typeface="EYInterstate Regular" panose="02000503020000020004" pitchFamily="2" charset="0"/>
              </a:rPr>
              <a:t>CX – ambition</a:t>
            </a:r>
          </a:p>
          <a:p>
            <a:pPr>
              <a:spcBef>
                <a:spcPts val="300"/>
              </a:spcBef>
              <a:defRPr/>
            </a:pPr>
            <a:r>
              <a:rPr lang="en-US" sz="950">
                <a:solidFill>
                  <a:schemeClr val="bg2"/>
                </a:solidFill>
                <a:latin typeface="+mj-lt"/>
              </a:rPr>
              <a:t>Define your ambition level on CX based on customer, market and business insights.</a:t>
            </a:r>
          </a:p>
        </p:txBody>
      </p:sp>
      <p:cxnSp>
        <p:nvCxnSpPr>
          <p:cNvPr id="9" name="Straight Connector 8">
            <a:extLst>
              <a:ext uri="{FF2B5EF4-FFF2-40B4-BE49-F238E27FC236}">
                <a16:creationId xmlns:a16="http://schemas.microsoft.com/office/drawing/2014/main" id="{36060D02-8C40-56D9-B240-0F47D5661828}"/>
              </a:ext>
            </a:extLst>
          </p:cNvPr>
          <p:cNvCxnSpPr>
            <a:cxnSpLocks/>
          </p:cNvCxnSpPr>
          <p:nvPr/>
        </p:nvCxnSpPr>
        <p:spPr>
          <a:xfrm>
            <a:off x="590442" y="2573515"/>
            <a:ext cx="512055" cy="0"/>
          </a:xfrm>
          <a:prstGeom prst="line">
            <a:avLst/>
          </a:prstGeom>
          <a:ln w="3810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172DE3F7-F463-1C87-3D3A-B5A8C4E44A7F}"/>
              </a:ext>
            </a:extLst>
          </p:cNvPr>
          <p:cNvSpPr/>
          <p:nvPr/>
        </p:nvSpPr>
        <p:spPr>
          <a:xfrm>
            <a:off x="2831057" y="2173467"/>
            <a:ext cx="1992180" cy="1802974"/>
          </a:xfrm>
          <a:prstGeom prst="rect">
            <a:avLst/>
          </a:prstGeom>
          <a:solidFill>
            <a:schemeClr val="tx2"/>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t" anchorCtr="0"/>
          <a:lstStyle/>
          <a:p>
            <a:pPr>
              <a:spcAft>
                <a:spcPts val="1200"/>
              </a:spcAft>
            </a:pPr>
            <a:r>
              <a:rPr lang="en-US" sz="1400" b="1">
                <a:solidFill>
                  <a:schemeClr val="bg2"/>
                </a:solidFill>
                <a:latin typeface="EYInterstate Regular" panose="02000503020000020004" pitchFamily="2" charset="0"/>
              </a:rPr>
              <a:t>CX – insights</a:t>
            </a:r>
          </a:p>
          <a:p>
            <a:pPr>
              <a:spcBef>
                <a:spcPts val="300"/>
              </a:spcBef>
              <a:defRPr/>
            </a:pPr>
            <a:r>
              <a:rPr lang="en-GB" sz="950">
                <a:solidFill>
                  <a:schemeClr val="bg2"/>
                </a:solidFill>
                <a:latin typeface="+mj-lt"/>
              </a:rPr>
              <a:t>Get a grip on your CX perception and performance</a:t>
            </a:r>
            <a:endParaRPr lang="en-US" sz="950">
              <a:solidFill>
                <a:schemeClr val="bg2"/>
              </a:solidFill>
              <a:latin typeface="+mj-lt"/>
            </a:endParaRPr>
          </a:p>
        </p:txBody>
      </p:sp>
      <p:cxnSp>
        <p:nvCxnSpPr>
          <p:cNvPr id="11" name="Straight Connector 10">
            <a:extLst>
              <a:ext uri="{FF2B5EF4-FFF2-40B4-BE49-F238E27FC236}">
                <a16:creationId xmlns:a16="http://schemas.microsoft.com/office/drawing/2014/main" id="{18E375EE-2C44-946F-01DE-23E53329CC47}"/>
              </a:ext>
            </a:extLst>
          </p:cNvPr>
          <p:cNvCxnSpPr>
            <a:cxnSpLocks/>
          </p:cNvCxnSpPr>
          <p:nvPr/>
        </p:nvCxnSpPr>
        <p:spPr>
          <a:xfrm>
            <a:off x="2944305" y="2573515"/>
            <a:ext cx="512055" cy="0"/>
          </a:xfrm>
          <a:prstGeom prst="line">
            <a:avLst/>
          </a:prstGeom>
          <a:ln w="3810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9DE839C5-39D3-83A5-64A7-22C54937E415}"/>
              </a:ext>
            </a:extLst>
          </p:cNvPr>
          <p:cNvSpPr/>
          <p:nvPr/>
        </p:nvSpPr>
        <p:spPr>
          <a:xfrm>
            <a:off x="5155985" y="2173467"/>
            <a:ext cx="2003849" cy="1802974"/>
          </a:xfrm>
          <a:prstGeom prst="rect">
            <a:avLst/>
          </a:prstGeom>
          <a:solidFill>
            <a:srgbClr val="F0F0F0"/>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t" anchorCtr="0"/>
          <a:lstStyle/>
          <a:p>
            <a:pPr marL="0" marR="0" lvl="0" indent="0" algn="l" defTabSz="914400" rtl="0" eaLnBrk="1" fontAlgn="auto" latinLnBrk="0" hangingPunct="1">
              <a:spcAft>
                <a:spcPts val="1200"/>
              </a:spcAft>
              <a:buClrTx/>
              <a:buSzTx/>
              <a:buFontTx/>
              <a:buNone/>
              <a:tabLst/>
              <a:defRPr/>
            </a:pPr>
            <a:r>
              <a:rPr lang="en-US" sz="1400" b="1">
                <a:solidFill>
                  <a:schemeClr val="bg2"/>
                </a:solidFill>
                <a:latin typeface="EYInterstate Regular" panose="02000503020000020004" pitchFamily="2" charset="0"/>
              </a:rPr>
              <a:t>CX enablement</a:t>
            </a:r>
          </a:p>
          <a:p>
            <a:pPr>
              <a:spcBef>
                <a:spcPts val="300"/>
              </a:spcBef>
              <a:defRPr/>
            </a:pPr>
            <a:r>
              <a:rPr lang="en-GB" sz="950">
                <a:solidFill>
                  <a:schemeClr val="tx1"/>
                </a:solidFill>
                <a:latin typeface="+mj-lt"/>
              </a:rPr>
              <a:t>Support companies to drive CX themselves. Build capabilities at scale and make (better) use of tech platforms to enable automated, personalized and predictive interactions and campaigns. </a:t>
            </a:r>
          </a:p>
        </p:txBody>
      </p:sp>
      <p:cxnSp>
        <p:nvCxnSpPr>
          <p:cNvPr id="13" name="Straight Connector 12">
            <a:extLst>
              <a:ext uri="{FF2B5EF4-FFF2-40B4-BE49-F238E27FC236}">
                <a16:creationId xmlns:a16="http://schemas.microsoft.com/office/drawing/2014/main" id="{08A93B13-6F1C-FF06-73BB-D96ABBF300F1}"/>
              </a:ext>
            </a:extLst>
          </p:cNvPr>
          <p:cNvCxnSpPr/>
          <p:nvPr/>
        </p:nvCxnSpPr>
        <p:spPr>
          <a:xfrm>
            <a:off x="5261024" y="2575059"/>
            <a:ext cx="513674" cy="0"/>
          </a:xfrm>
          <a:prstGeom prst="line">
            <a:avLst/>
          </a:prstGeom>
          <a:ln w="3810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0371FDAC-5A72-AFE1-8C78-903D1E09F1C6}"/>
              </a:ext>
            </a:extLst>
          </p:cNvPr>
          <p:cNvSpPr/>
          <p:nvPr/>
        </p:nvSpPr>
        <p:spPr>
          <a:xfrm>
            <a:off x="5155986" y="4254926"/>
            <a:ext cx="2003848" cy="1802974"/>
          </a:xfrm>
          <a:prstGeom prst="rect">
            <a:avLst/>
          </a:prstGeom>
          <a:solidFill>
            <a:srgbClr val="747480"/>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t" anchorCtr="0"/>
          <a:lstStyle/>
          <a:p>
            <a:pPr marL="0" marR="0" lvl="0" indent="0" algn="l" defTabSz="914400" rtl="0" eaLnBrk="1" fontAlgn="auto" latinLnBrk="0" hangingPunct="1">
              <a:spcAft>
                <a:spcPts val="1200"/>
              </a:spcAft>
              <a:buClrTx/>
              <a:buSzTx/>
              <a:buFontTx/>
              <a:buNone/>
              <a:tabLst/>
              <a:defRPr/>
            </a:pPr>
            <a:r>
              <a:rPr kumimoji="0" lang="en-US" sz="1400" b="1" i="0" u="none" strike="noStrike" kern="1200" cap="none" spc="0" normalizeH="0" baseline="0" noProof="0">
                <a:ln>
                  <a:noFill/>
                </a:ln>
                <a:solidFill>
                  <a:srgbClr val="FFFFFF"/>
                </a:solidFill>
                <a:effectLst/>
                <a:uLnTx/>
                <a:uFillTx/>
                <a:latin typeface="EYInterstate Regular" panose="02000503020000020004" pitchFamily="2" charset="0"/>
                <a:ea typeface="+mn-ea"/>
                <a:cs typeface="+mn-cs"/>
              </a:rPr>
              <a:t>CX disruptor</a:t>
            </a:r>
          </a:p>
          <a:p>
            <a:pPr marR="0" lvl="0" indent="0" fontAlgn="auto">
              <a:lnSpc>
                <a:spcPct val="100000"/>
              </a:lnSpc>
              <a:spcBef>
                <a:spcPts val="300"/>
              </a:spcBef>
              <a:spcAft>
                <a:spcPts val="0"/>
              </a:spcAft>
              <a:buClrTx/>
              <a:buSzTx/>
              <a:buFontTx/>
              <a:buNone/>
              <a:tabLst/>
              <a:defRPr/>
            </a:pPr>
            <a:r>
              <a:rPr lang="en-GB" sz="950">
                <a:solidFill>
                  <a:schemeClr val="bg1"/>
                </a:solidFill>
                <a:latin typeface="+mj-lt"/>
              </a:rPr>
              <a:t>Innovate moments-of-truth. Design new services to create better interactions and build engagement. CX as your platform for innovation and transformation. </a:t>
            </a:r>
          </a:p>
        </p:txBody>
      </p:sp>
      <p:cxnSp>
        <p:nvCxnSpPr>
          <p:cNvPr id="15" name="Straight Connector 14">
            <a:extLst>
              <a:ext uri="{FF2B5EF4-FFF2-40B4-BE49-F238E27FC236}">
                <a16:creationId xmlns:a16="http://schemas.microsoft.com/office/drawing/2014/main" id="{42FC398A-6CCF-30FF-9433-1DD8B679DD22}"/>
              </a:ext>
            </a:extLst>
          </p:cNvPr>
          <p:cNvCxnSpPr>
            <a:cxnSpLocks/>
          </p:cNvCxnSpPr>
          <p:nvPr/>
        </p:nvCxnSpPr>
        <p:spPr>
          <a:xfrm>
            <a:off x="5256885" y="4672015"/>
            <a:ext cx="513674" cy="0"/>
          </a:xfrm>
          <a:prstGeom prst="line">
            <a:avLst/>
          </a:prstGeom>
          <a:ln w="38100">
            <a:solidFill>
              <a:schemeClr val="bg1"/>
            </a:solidFill>
            <a:tailEnd type="none"/>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361A45EF-E1AE-FD21-323A-44D3CCD47AE0}"/>
              </a:ext>
            </a:extLst>
          </p:cNvPr>
          <p:cNvSpPr/>
          <p:nvPr/>
        </p:nvSpPr>
        <p:spPr>
          <a:xfrm>
            <a:off x="2831058" y="4244191"/>
            <a:ext cx="2003850" cy="1802974"/>
          </a:xfrm>
          <a:prstGeom prst="rect">
            <a:avLst/>
          </a:prstGeom>
          <a:solidFill>
            <a:srgbClr val="C4C4CD"/>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t" anchorCtr="0"/>
          <a:lstStyle/>
          <a:p>
            <a:pPr marL="0" marR="0" lvl="0" indent="0" algn="l" defTabSz="914400" rtl="0" eaLnBrk="1" fontAlgn="auto" latinLnBrk="0" hangingPunct="1">
              <a:spcBef>
                <a:spcPts val="300"/>
              </a:spcBef>
              <a:spcAft>
                <a:spcPts val="1200"/>
              </a:spcAft>
              <a:buClrTx/>
              <a:buSzTx/>
              <a:buFontTx/>
              <a:buNone/>
              <a:tabLst/>
              <a:defRPr/>
            </a:pPr>
            <a:r>
              <a:rPr kumimoji="0" lang="en-US" sz="1400" b="1" i="0" u="none" strike="noStrike" kern="1200" cap="none" spc="0" normalizeH="0" baseline="0" noProof="0">
                <a:ln>
                  <a:noFill/>
                </a:ln>
                <a:solidFill>
                  <a:schemeClr val="tx1"/>
                </a:solidFill>
                <a:effectLst/>
                <a:uLnTx/>
                <a:uFillTx/>
                <a:latin typeface="EYInterstate Regular" panose="02000503020000020004" pitchFamily="2" charset="0"/>
                <a:ea typeface="+mn-ea"/>
                <a:cs typeface="+mn-cs"/>
              </a:rPr>
              <a:t>CX journey booster</a:t>
            </a:r>
          </a:p>
          <a:p>
            <a:pPr>
              <a:spcBef>
                <a:spcPts val="300"/>
              </a:spcBef>
              <a:defRPr/>
            </a:pPr>
            <a:r>
              <a:rPr lang="en-GB" sz="950">
                <a:solidFill>
                  <a:schemeClr val="tx1"/>
                </a:solidFill>
                <a:latin typeface="+mj-lt"/>
              </a:rPr>
              <a:t>Identify, </a:t>
            </a:r>
            <a:r>
              <a:rPr lang="en-GB" sz="950" err="1">
                <a:solidFill>
                  <a:schemeClr val="tx1"/>
                </a:solidFill>
                <a:latin typeface="+mj-lt"/>
              </a:rPr>
              <a:t>analyze</a:t>
            </a:r>
            <a:r>
              <a:rPr lang="en-GB" sz="950">
                <a:solidFill>
                  <a:schemeClr val="tx1"/>
                </a:solidFill>
                <a:latin typeface="+mj-lt"/>
              </a:rPr>
              <a:t> and redesign pain points in journeys to delight customers, strengthen the brand and contribute to business success.</a:t>
            </a:r>
          </a:p>
        </p:txBody>
      </p:sp>
      <p:cxnSp>
        <p:nvCxnSpPr>
          <p:cNvPr id="17" name="Straight Connector 16">
            <a:extLst>
              <a:ext uri="{FF2B5EF4-FFF2-40B4-BE49-F238E27FC236}">
                <a16:creationId xmlns:a16="http://schemas.microsoft.com/office/drawing/2014/main" id="{89956A1E-B965-B9B8-33C7-E43486A53CA9}"/>
              </a:ext>
            </a:extLst>
          </p:cNvPr>
          <p:cNvCxnSpPr>
            <a:cxnSpLocks/>
          </p:cNvCxnSpPr>
          <p:nvPr/>
        </p:nvCxnSpPr>
        <p:spPr>
          <a:xfrm>
            <a:off x="2944663" y="4672015"/>
            <a:ext cx="513674" cy="0"/>
          </a:xfrm>
          <a:prstGeom prst="line">
            <a:avLst/>
          </a:prstGeom>
          <a:ln w="3810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944F7922-1ED2-09A6-3A91-7D77108A3E88}"/>
              </a:ext>
            </a:extLst>
          </p:cNvPr>
          <p:cNvSpPr/>
          <p:nvPr/>
        </p:nvSpPr>
        <p:spPr>
          <a:xfrm>
            <a:off x="481319" y="4254926"/>
            <a:ext cx="2003850" cy="1802974"/>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t" anchorCtr="0"/>
          <a:lstStyle/>
          <a:p>
            <a:pPr marL="0" marR="0" lvl="0" indent="0" algn="l" defTabSz="914400" rtl="0" eaLnBrk="1" fontAlgn="auto" latinLnBrk="0" hangingPunct="1">
              <a:spcAft>
                <a:spcPts val="1200"/>
              </a:spcAft>
              <a:buClrTx/>
              <a:buSzTx/>
              <a:buFontTx/>
              <a:buNone/>
              <a:tabLst/>
              <a:defRPr/>
            </a:pPr>
            <a:r>
              <a:rPr lang="en-US" sz="1400" b="1">
                <a:solidFill>
                  <a:schemeClr val="bg2"/>
                </a:solidFill>
                <a:latin typeface="EYInterstate Regular" panose="02000503020000020004" pitchFamily="2" charset="0"/>
              </a:rPr>
              <a:t>CX measurement and orchestration</a:t>
            </a:r>
          </a:p>
          <a:p>
            <a:pPr marR="0" lvl="0" indent="0" fontAlgn="auto">
              <a:lnSpc>
                <a:spcPct val="100000"/>
              </a:lnSpc>
              <a:spcBef>
                <a:spcPts val="300"/>
              </a:spcBef>
              <a:spcAft>
                <a:spcPts val="0"/>
              </a:spcAft>
              <a:buClrTx/>
              <a:buSzTx/>
              <a:buFontTx/>
              <a:buNone/>
              <a:tabLst/>
              <a:defRPr/>
            </a:pPr>
            <a:r>
              <a:rPr lang="en-GB" sz="950">
                <a:solidFill>
                  <a:schemeClr val="tx1"/>
                </a:solidFill>
                <a:latin typeface="+mj-lt"/>
              </a:rPr>
              <a:t>Sophisticated analytics and AI driven measurement to identify and prioritize pain points. Based on business ROI, moving away from Voice-of-Customer metrics. </a:t>
            </a:r>
          </a:p>
        </p:txBody>
      </p:sp>
      <p:cxnSp>
        <p:nvCxnSpPr>
          <p:cNvPr id="19" name="Straight Connector 18">
            <a:extLst>
              <a:ext uri="{FF2B5EF4-FFF2-40B4-BE49-F238E27FC236}">
                <a16:creationId xmlns:a16="http://schemas.microsoft.com/office/drawing/2014/main" id="{9A116D17-9060-447C-4B71-307F3CA8FB7C}"/>
              </a:ext>
            </a:extLst>
          </p:cNvPr>
          <p:cNvCxnSpPr/>
          <p:nvPr/>
        </p:nvCxnSpPr>
        <p:spPr>
          <a:xfrm>
            <a:off x="590787" y="4871051"/>
            <a:ext cx="513674" cy="0"/>
          </a:xfrm>
          <a:prstGeom prst="line">
            <a:avLst/>
          </a:prstGeom>
          <a:ln w="3810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E28605AB-B754-2DB0-D0DF-9E8248466E9B}"/>
              </a:ext>
            </a:extLst>
          </p:cNvPr>
          <p:cNvSpPr/>
          <p:nvPr/>
        </p:nvSpPr>
        <p:spPr>
          <a:xfrm>
            <a:off x="7492493" y="4254926"/>
            <a:ext cx="2005411" cy="1802974"/>
          </a:xfrm>
          <a:prstGeom prst="rect">
            <a:avLst/>
          </a:prstGeom>
          <a:no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t" anchorCtr="0"/>
          <a:lstStyle/>
          <a:p>
            <a:pPr marL="0" marR="0" lvl="0" indent="0" algn="l" defTabSz="914400" rtl="0" eaLnBrk="1" fontAlgn="auto" latinLnBrk="0" hangingPunct="1">
              <a:spcAft>
                <a:spcPts val="1200"/>
              </a:spcAft>
              <a:buClrTx/>
              <a:buSzTx/>
              <a:buFontTx/>
              <a:buNone/>
              <a:tabLst/>
              <a:defRPr/>
            </a:pPr>
            <a:r>
              <a:rPr kumimoji="0" lang="en-US" sz="1400" b="1" i="0" u="none" strike="noStrike" kern="1200" cap="none" spc="0" normalizeH="0" baseline="0" noProof="0">
                <a:ln>
                  <a:noFill/>
                </a:ln>
                <a:solidFill>
                  <a:schemeClr val="bg1"/>
                </a:solidFill>
                <a:effectLst/>
                <a:uLnTx/>
                <a:uFillTx/>
                <a:latin typeface="EYInterstate Regular" panose="02000503020000020004" pitchFamily="2" charset="0"/>
                <a:ea typeface="+mn-ea"/>
                <a:cs typeface="+mn-cs"/>
              </a:rPr>
              <a:t>CX complete transformation</a:t>
            </a:r>
          </a:p>
        </p:txBody>
      </p:sp>
    </p:spTree>
    <p:extLst>
      <p:ext uri="{BB962C8B-B14F-4D97-AF65-F5344CB8AC3E}">
        <p14:creationId xmlns:p14="http://schemas.microsoft.com/office/powerpoint/2010/main" val="37582898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F167F7-02D1-CEC4-0C54-FF2DA1A6E521}"/>
              </a:ext>
            </a:extLst>
          </p:cNvPr>
          <p:cNvSpPr>
            <a:spLocks noGrp="1"/>
          </p:cNvSpPr>
          <p:nvPr>
            <p:ph type="title"/>
          </p:nvPr>
        </p:nvSpPr>
        <p:spPr/>
        <p:txBody>
          <a:bodyPr/>
          <a:lstStyle/>
          <a:p>
            <a:r>
              <a:rPr lang="en-US" sz="2400">
                <a:latin typeface="EYInterstate Regular" panose="02000503020000020004" pitchFamily="2" charset="0"/>
              </a:rPr>
              <a:t>EY Studio+ teams can help transform your customer experience and deliver greater value</a:t>
            </a:r>
          </a:p>
        </p:txBody>
      </p:sp>
      <p:sp>
        <p:nvSpPr>
          <p:cNvPr id="6" name="Footer Placeholder 5">
            <a:extLst>
              <a:ext uri="{FF2B5EF4-FFF2-40B4-BE49-F238E27FC236}">
                <a16:creationId xmlns:a16="http://schemas.microsoft.com/office/drawing/2014/main" id="{DD7398CB-0837-4629-CD52-4E939D6D4C5B}"/>
              </a:ext>
            </a:extLst>
          </p:cNvPr>
          <p:cNvSpPr>
            <a:spLocks noGrp="1"/>
          </p:cNvSpPr>
          <p:nvPr>
            <p:ph type="ftr" sz="quarter" idx="18"/>
          </p:nvPr>
        </p:nvSpPr>
        <p:spPr/>
        <p:txBody>
          <a:bodyPr/>
          <a:lstStyle/>
          <a:p>
            <a:r>
              <a:rPr lang="en-US" noProof="0"/>
              <a:t>Customer Experience</a:t>
            </a:r>
          </a:p>
        </p:txBody>
      </p:sp>
      <p:sp>
        <p:nvSpPr>
          <p:cNvPr id="5" name="Slide Number Placeholder 4">
            <a:extLst>
              <a:ext uri="{FF2B5EF4-FFF2-40B4-BE49-F238E27FC236}">
                <a16:creationId xmlns:a16="http://schemas.microsoft.com/office/drawing/2014/main" id="{57DCCFB5-EBBE-9604-5942-19787D15CE68}"/>
              </a:ext>
            </a:extLst>
          </p:cNvPr>
          <p:cNvSpPr>
            <a:spLocks noGrp="1"/>
          </p:cNvSpPr>
          <p:nvPr>
            <p:ph type="sldNum" sz="quarter" idx="19"/>
          </p:nvPr>
        </p:nvSpPr>
        <p:spPr/>
        <p:txBody>
          <a:bodyPr/>
          <a:lstStyle/>
          <a:p>
            <a:fld id="{94FCA0F3-9F3A-694B-99BB-0E592A797735}" type="slidenum">
              <a:rPr lang="en-US" noProof="0" smtClean="0"/>
              <a:t>20</a:t>
            </a:fld>
            <a:endParaRPr lang="en-US" noProof="0"/>
          </a:p>
        </p:txBody>
      </p:sp>
      <p:grpSp>
        <p:nvGrpSpPr>
          <p:cNvPr id="3" name="Group 2">
            <a:extLst>
              <a:ext uri="{FF2B5EF4-FFF2-40B4-BE49-F238E27FC236}">
                <a16:creationId xmlns:a16="http://schemas.microsoft.com/office/drawing/2014/main" id="{CA4AB532-20E8-8C6F-7AC9-2AF11090903C}"/>
              </a:ext>
            </a:extLst>
          </p:cNvPr>
          <p:cNvGrpSpPr/>
          <p:nvPr/>
        </p:nvGrpSpPr>
        <p:grpSpPr>
          <a:xfrm>
            <a:off x="6278563" y="1902873"/>
            <a:ext cx="4706488" cy="4834800"/>
            <a:chOff x="6278563" y="1902873"/>
            <a:chExt cx="4706488" cy="4834800"/>
          </a:xfrm>
        </p:grpSpPr>
        <p:sp>
          <p:nvSpPr>
            <p:cNvPr id="9" name="Rectangle 8">
              <a:extLst>
                <a:ext uri="{FF2B5EF4-FFF2-40B4-BE49-F238E27FC236}">
                  <a16:creationId xmlns:a16="http://schemas.microsoft.com/office/drawing/2014/main" id="{E627E8EC-21D4-8034-F525-38924011FA08}"/>
                </a:ext>
              </a:extLst>
            </p:cNvPr>
            <p:cNvSpPr/>
            <p:nvPr/>
          </p:nvSpPr>
          <p:spPr>
            <a:xfrm>
              <a:off x="6340606" y="5087059"/>
              <a:ext cx="1616691" cy="222503"/>
            </a:xfrm>
            <a:prstGeom prst="rect">
              <a:avLst/>
            </a:prstGeom>
            <a:solidFill>
              <a:schemeClr val="tx2"/>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1200" noProof="0">
                <a:solidFill>
                  <a:sysClr val="windowText" lastClr="000000"/>
                </a:solidFill>
              </a:endParaRPr>
            </a:p>
          </p:txBody>
        </p:sp>
        <p:sp>
          <p:nvSpPr>
            <p:cNvPr id="10" name="Rectangle 9">
              <a:extLst>
                <a:ext uri="{FF2B5EF4-FFF2-40B4-BE49-F238E27FC236}">
                  <a16:creationId xmlns:a16="http://schemas.microsoft.com/office/drawing/2014/main" id="{A6ADC2D2-7914-98D1-15F8-854A44D4D440}"/>
                </a:ext>
              </a:extLst>
            </p:cNvPr>
            <p:cNvSpPr/>
            <p:nvPr/>
          </p:nvSpPr>
          <p:spPr>
            <a:xfrm>
              <a:off x="6512056" y="2211631"/>
              <a:ext cx="1674001" cy="222503"/>
            </a:xfrm>
            <a:prstGeom prst="rect">
              <a:avLst/>
            </a:prstGeom>
            <a:solidFill>
              <a:schemeClr val="tx2"/>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1200" noProof="0">
                <a:solidFill>
                  <a:sysClr val="windowText" lastClr="000000"/>
                </a:solidFill>
              </a:endParaRPr>
            </a:p>
          </p:txBody>
        </p:sp>
        <p:sp>
          <p:nvSpPr>
            <p:cNvPr id="11" name="Content Placeholder 3">
              <a:extLst>
                <a:ext uri="{FF2B5EF4-FFF2-40B4-BE49-F238E27FC236}">
                  <a16:creationId xmlns:a16="http://schemas.microsoft.com/office/drawing/2014/main" id="{A4A6C152-7BF2-9871-BE28-120CDB55201D}"/>
                </a:ext>
              </a:extLst>
            </p:cNvPr>
            <p:cNvSpPr txBox="1">
              <a:spLocks/>
            </p:cNvSpPr>
            <p:nvPr/>
          </p:nvSpPr>
          <p:spPr>
            <a:xfrm>
              <a:off x="6278563" y="1902873"/>
              <a:ext cx="4706488" cy="4834800"/>
            </a:xfrm>
            <a:prstGeom prst="rect">
              <a:avLst/>
            </a:prstGeom>
          </p:spPr>
          <p:txBody>
            <a:bodyPr/>
            <a:lstStyle>
              <a:lvl1pPr marL="267319" indent="-267319" algn="l" defTabSz="685434" rtl="0" eaLnBrk="1" latinLnBrk="0" hangingPunct="1">
                <a:spcBef>
                  <a:spcPct val="20000"/>
                </a:spcBef>
                <a:buClr>
                  <a:schemeClr val="tx2"/>
                </a:buClr>
                <a:buSzPct val="70000"/>
                <a:buFont typeface="Arial" pitchFamily="34" charset="0"/>
                <a:buChar char="►"/>
                <a:defRPr sz="2000" kern="1200">
                  <a:solidFill>
                    <a:schemeClr val="bg1"/>
                  </a:solidFill>
                  <a:latin typeface="EYInterstate Light" panose="02000506000000020004" pitchFamily="2" charset="0"/>
                  <a:ea typeface="+mn-ea"/>
                  <a:cs typeface="+mn-cs"/>
                </a:defRPr>
              </a:lvl1pPr>
              <a:lvl2pPr marL="534639" indent="-267319" algn="l" defTabSz="685434" rtl="0" eaLnBrk="1" latinLnBrk="0" hangingPunct="1">
                <a:spcBef>
                  <a:spcPct val="20000"/>
                </a:spcBef>
                <a:buClr>
                  <a:schemeClr val="tx2"/>
                </a:buClr>
                <a:buSzPct val="70000"/>
                <a:buFont typeface="Arial" pitchFamily="34" charset="0"/>
                <a:buChar char="►"/>
                <a:defRPr sz="1800" kern="1200">
                  <a:solidFill>
                    <a:schemeClr val="bg1"/>
                  </a:solidFill>
                  <a:latin typeface="EYInterstate Light" panose="02000506000000020004" pitchFamily="2" charset="0"/>
                  <a:ea typeface="+mn-ea"/>
                  <a:cs typeface="+mn-cs"/>
                </a:defRPr>
              </a:lvl2pPr>
              <a:lvl3pPr marL="801958" indent="-267319" algn="l" defTabSz="685434" rtl="0" eaLnBrk="1" latinLnBrk="0" hangingPunct="1">
                <a:spcBef>
                  <a:spcPct val="20000"/>
                </a:spcBef>
                <a:buClr>
                  <a:schemeClr val="tx2"/>
                </a:buClr>
                <a:buSzPct val="70000"/>
                <a:buFont typeface="Arial" pitchFamily="34" charset="0"/>
                <a:buChar char="►"/>
                <a:defRPr sz="1600" kern="1200">
                  <a:solidFill>
                    <a:schemeClr val="bg1"/>
                  </a:solidFill>
                  <a:latin typeface="EYInterstate Light" panose="02000506000000020004" pitchFamily="2" charset="0"/>
                  <a:ea typeface="+mn-ea"/>
                  <a:cs typeface="+mn-cs"/>
                </a:defRPr>
              </a:lvl3pPr>
              <a:lvl4pPr marL="1069277" indent="-267319" algn="l" defTabSz="685434" rtl="0" eaLnBrk="1" latinLnBrk="0" hangingPunct="1">
                <a:spcBef>
                  <a:spcPct val="20000"/>
                </a:spcBef>
                <a:buClr>
                  <a:schemeClr val="tx2"/>
                </a:buClr>
                <a:buSzPct val="70000"/>
                <a:buFont typeface="Arial" pitchFamily="34" charset="0"/>
                <a:buChar char="►"/>
                <a:defRPr sz="1400" kern="1200">
                  <a:solidFill>
                    <a:schemeClr val="bg1"/>
                  </a:solidFill>
                  <a:latin typeface="EYInterstate Light" panose="02000506000000020004" pitchFamily="2" charset="0"/>
                  <a:ea typeface="+mn-ea"/>
                  <a:cs typeface="+mn-cs"/>
                </a:defRPr>
              </a:lvl4pPr>
              <a:lvl5pPr marL="1336597" indent="-267319" algn="l" defTabSz="685434" rtl="0" eaLnBrk="1" latinLnBrk="0" hangingPunct="1">
                <a:spcBef>
                  <a:spcPct val="20000"/>
                </a:spcBef>
                <a:buClr>
                  <a:schemeClr val="tx2"/>
                </a:buClr>
                <a:buSzPct val="70000"/>
                <a:buFont typeface="Arial" pitchFamily="34" charset="0"/>
                <a:buChar char="►"/>
                <a:defRPr sz="1200" kern="1200">
                  <a:solidFill>
                    <a:schemeClr val="bg1"/>
                  </a:solidFill>
                  <a:latin typeface="EYInterstate Light" panose="02000506000000020004" pitchFamily="2" charset="0"/>
                  <a:ea typeface="+mn-ea"/>
                  <a:cs typeface="+mn-cs"/>
                </a:defRPr>
              </a:lvl5pPr>
              <a:lvl6pPr marL="1884944" indent="-171359" algn="l" defTabSz="685434" rtl="0" eaLnBrk="1" latinLnBrk="0" hangingPunct="1">
                <a:spcBef>
                  <a:spcPct val="20000"/>
                </a:spcBef>
                <a:buFont typeface="Arial" pitchFamily="34" charset="0"/>
                <a:buChar char="•"/>
                <a:defRPr sz="1499" kern="1200">
                  <a:solidFill>
                    <a:schemeClr val="tx1"/>
                  </a:solidFill>
                  <a:latin typeface="+mn-lt"/>
                  <a:ea typeface="+mn-ea"/>
                  <a:cs typeface="+mn-cs"/>
                </a:defRPr>
              </a:lvl6pPr>
              <a:lvl7pPr marL="2227661" indent="-171359" algn="l" defTabSz="685434" rtl="0" eaLnBrk="1" latinLnBrk="0" hangingPunct="1">
                <a:spcBef>
                  <a:spcPct val="20000"/>
                </a:spcBef>
                <a:buFont typeface="Arial" pitchFamily="34" charset="0"/>
                <a:buChar char="•"/>
                <a:defRPr sz="1499" kern="1200">
                  <a:solidFill>
                    <a:schemeClr val="tx1"/>
                  </a:solidFill>
                  <a:latin typeface="+mn-lt"/>
                  <a:ea typeface="+mn-ea"/>
                  <a:cs typeface="+mn-cs"/>
                </a:defRPr>
              </a:lvl7pPr>
              <a:lvl8pPr marL="2570378" indent="-171359" algn="l" defTabSz="685434" rtl="0" eaLnBrk="1" latinLnBrk="0" hangingPunct="1">
                <a:spcBef>
                  <a:spcPct val="20000"/>
                </a:spcBef>
                <a:buFont typeface="Arial" pitchFamily="34" charset="0"/>
                <a:buChar char="•"/>
                <a:defRPr sz="1499" kern="1200">
                  <a:solidFill>
                    <a:schemeClr val="tx1"/>
                  </a:solidFill>
                  <a:latin typeface="+mn-lt"/>
                  <a:ea typeface="+mn-ea"/>
                  <a:cs typeface="+mn-cs"/>
                </a:defRPr>
              </a:lvl8pPr>
              <a:lvl9pPr marL="2913096" indent="-171359" algn="l" defTabSz="685434" rtl="0" eaLnBrk="1" latinLnBrk="0" hangingPunct="1">
                <a:spcBef>
                  <a:spcPct val="20000"/>
                </a:spcBef>
                <a:buFont typeface="Arial" pitchFamily="34" charset="0"/>
                <a:buChar char="•"/>
                <a:defRPr sz="1499" kern="1200">
                  <a:solidFill>
                    <a:schemeClr val="tx1"/>
                  </a:solidFill>
                  <a:latin typeface="+mn-lt"/>
                  <a:ea typeface="+mn-ea"/>
                  <a:cs typeface="+mn-cs"/>
                </a:defRPr>
              </a:lvl9pPr>
            </a:lstStyle>
            <a:p>
              <a:pPr marL="0" marR="0" lvl="0" indent="0" algn="l" defTabSz="685434" rtl="0" eaLnBrk="1" fontAlgn="auto" latinLnBrk="0" hangingPunct="1">
                <a:lnSpc>
                  <a:spcPct val="100000"/>
                </a:lnSpc>
                <a:spcBef>
                  <a:spcPct val="20000"/>
                </a:spcBef>
                <a:spcAft>
                  <a:spcPts val="1200"/>
                </a:spcAft>
                <a:buClr>
                  <a:srgbClr val="FFE600"/>
                </a:buClr>
                <a:buSzPct val="70000"/>
                <a:buNone/>
                <a:tabLst/>
                <a:defRPr/>
              </a:pPr>
              <a:r>
                <a:rPr kumimoji="0" lang="en-US" sz="1600" b="0" i="0" u="none" strike="noStrike" kern="1200" cap="none" spc="0" normalizeH="0" baseline="0" noProof="0">
                  <a:ln>
                    <a:noFill/>
                  </a:ln>
                  <a:effectLst/>
                  <a:uLnTx/>
                  <a:uFillTx/>
                  <a:latin typeface="EYInterstate Light"/>
                  <a:ea typeface="+mn-ea"/>
                  <a:cs typeface="+mn-cs"/>
                </a:rPr>
                <a:t>Crafting superior </a:t>
              </a:r>
              <a:r>
                <a:rPr kumimoji="0" lang="en-US" sz="1600" b="0" i="0" u="none" strike="noStrike" kern="1200" cap="none" spc="0" normalizeH="0" baseline="0" noProof="0">
                  <a:ln>
                    <a:noFill/>
                  </a:ln>
                  <a:effectLst/>
                  <a:uLnTx/>
                  <a:uFillTx/>
                  <a:latin typeface="EYInterstate Light"/>
                  <a:ea typeface="Calibri" panose="020F0502020204030204" pitchFamily="34" charset="0"/>
                  <a:cs typeface="Times New Roman" panose="02020603050405020304" pitchFamily="18" charset="0"/>
                </a:rPr>
                <a:t>customer experiences requires a </a:t>
              </a:r>
              <a:r>
                <a:rPr kumimoji="0" lang="en-US" sz="1600" b="1" i="0" u="none" strike="noStrike" kern="1200" cap="none" spc="0" normalizeH="0" baseline="0" noProof="0">
                  <a:ln>
                    <a:noFill/>
                  </a:ln>
                  <a:solidFill>
                    <a:srgbClr val="2E2E38"/>
                  </a:solidFill>
                  <a:effectLst/>
                  <a:uLnTx/>
                  <a:uFillTx/>
                  <a:latin typeface="EYInterstate Light"/>
                  <a:ea typeface="Calibri" panose="020F0502020204030204" pitchFamily="34" charset="0"/>
                  <a:cs typeface="Times New Roman" panose="02020603050405020304" pitchFamily="18" charset="0"/>
                </a:rPr>
                <a:t>multi-disciplinary</a:t>
              </a:r>
              <a:r>
                <a:rPr kumimoji="0" lang="en-US" sz="1600" b="0" i="0" u="none" strike="noStrike" kern="1200" cap="none" spc="0" normalizeH="0" baseline="0" noProof="0">
                  <a:ln>
                    <a:noFill/>
                  </a:ln>
                  <a:solidFill>
                    <a:srgbClr val="2E2E38"/>
                  </a:solidFill>
                  <a:effectLst/>
                  <a:uLnTx/>
                  <a:uFillTx/>
                  <a:latin typeface="EYInterstate Light"/>
                  <a:ea typeface="Calibri" panose="020F0502020204030204" pitchFamily="34" charset="0"/>
                  <a:cs typeface="Times New Roman" panose="02020603050405020304" pitchFamily="18" charset="0"/>
                </a:rPr>
                <a:t> </a:t>
              </a:r>
              <a:r>
                <a:rPr kumimoji="0" lang="en-US" sz="1600" b="0" i="0" u="none" strike="noStrike" kern="1200" cap="none" spc="0" normalizeH="0" baseline="0" noProof="0">
                  <a:ln>
                    <a:noFill/>
                  </a:ln>
                  <a:effectLst/>
                  <a:uLnTx/>
                  <a:uFillTx/>
                  <a:latin typeface="EYInterstate Light"/>
                  <a:ea typeface="Calibri" panose="020F0502020204030204" pitchFamily="34" charset="0"/>
                  <a:cs typeface="Times New Roman" panose="02020603050405020304" pitchFamily="18" charset="0"/>
                </a:rPr>
                <a:t>set of skills </a:t>
              </a:r>
            </a:p>
            <a:p>
              <a:pPr marL="0" marR="0" lvl="0" indent="0" algn="l" defTabSz="685434" rtl="0" eaLnBrk="1" fontAlgn="auto" latinLnBrk="0" hangingPunct="1">
                <a:lnSpc>
                  <a:spcPct val="100000"/>
                </a:lnSpc>
                <a:spcBef>
                  <a:spcPct val="20000"/>
                </a:spcBef>
                <a:spcAft>
                  <a:spcPts val="300"/>
                </a:spcAft>
                <a:buClr>
                  <a:srgbClr val="FFE600"/>
                </a:buClr>
                <a:buSzPct val="70000"/>
                <a:buNone/>
                <a:tabLst/>
                <a:defRPr/>
              </a:pPr>
              <a:r>
                <a:rPr kumimoji="0" lang="en-US" sz="1600" b="0" i="0" u="none" strike="noStrike" kern="1200" cap="none" spc="0" normalizeH="0" baseline="0" noProof="0">
                  <a:ln>
                    <a:noFill/>
                  </a:ln>
                  <a:effectLst/>
                  <a:uLnTx/>
                  <a:uFillTx/>
                  <a:latin typeface="EYInterstate Light"/>
                  <a:ea typeface="+mn-ea"/>
                  <a:cs typeface="+mn-cs"/>
                </a:rPr>
                <a:t>Let EY Studio+ teams complement your team with: </a:t>
              </a:r>
            </a:p>
            <a:p>
              <a:pPr marL="292100" marR="0" lvl="0" indent="-285750" algn="l" defTabSz="685434" rtl="0" eaLnBrk="1" fontAlgn="base" latinLnBrk="0" hangingPunct="1">
                <a:lnSpc>
                  <a:spcPct val="100000"/>
                </a:lnSpc>
                <a:spcBef>
                  <a:spcPct val="20000"/>
                </a:spcBef>
                <a:spcAft>
                  <a:spcPts val="0"/>
                </a:spcAft>
                <a:buClrTx/>
                <a:buSzPct val="100000"/>
                <a:buFont typeface="Wingdings" panose="05000000000000000000" pitchFamily="2" charset="2"/>
                <a:buChar char="§"/>
                <a:tabLst/>
                <a:defRPr/>
              </a:pPr>
              <a:r>
                <a:rPr kumimoji="0" lang="en-US" sz="1400" b="0" i="0" u="none" strike="noStrike" kern="1200" cap="none" spc="0" normalizeH="0" baseline="0" noProof="0">
                  <a:ln>
                    <a:noFill/>
                  </a:ln>
                  <a:effectLst/>
                  <a:uLnTx/>
                  <a:uFillTx/>
                  <a:latin typeface="EYInterstate Light"/>
                  <a:ea typeface="Calibri" panose="020F0502020204030204" pitchFamily="34" charset="0"/>
                  <a:cs typeface="Times New Roman" panose="02020603050405020304" pitchFamily="18" charset="0"/>
                </a:rPr>
                <a:t>Open source software developers</a:t>
              </a:r>
            </a:p>
            <a:p>
              <a:pPr marL="292100" marR="0" lvl="0" indent="-285750" algn="l" defTabSz="685434" rtl="0" eaLnBrk="1" fontAlgn="base" latinLnBrk="0" hangingPunct="1">
                <a:lnSpc>
                  <a:spcPct val="100000"/>
                </a:lnSpc>
                <a:spcBef>
                  <a:spcPct val="20000"/>
                </a:spcBef>
                <a:spcAft>
                  <a:spcPts val="0"/>
                </a:spcAft>
                <a:buClrTx/>
                <a:buSzPct val="100000"/>
                <a:buFont typeface="Wingdings" panose="05000000000000000000" pitchFamily="2" charset="2"/>
                <a:buChar char="§"/>
                <a:tabLst/>
                <a:defRPr/>
              </a:pPr>
              <a:r>
                <a:rPr kumimoji="0" lang="en-US" sz="1400" b="0" i="0" u="none" strike="noStrike" kern="1200" cap="none" spc="0" normalizeH="0" baseline="0" noProof="0">
                  <a:ln>
                    <a:noFill/>
                  </a:ln>
                  <a:effectLst/>
                  <a:uLnTx/>
                  <a:uFillTx/>
                  <a:latin typeface="EYInterstate Light"/>
                  <a:ea typeface="Calibri" panose="020F0502020204030204" pitchFamily="34" charset="0"/>
                  <a:cs typeface="Times New Roman" panose="02020603050405020304" pitchFamily="18" charset="0"/>
                </a:rPr>
                <a:t>Emerging tech and data scientists </a:t>
              </a:r>
            </a:p>
            <a:p>
              <a:pPr marL="292100" marR="0" lvl="0" indent="-285750" algn="l" defTabSz="685434" rtl="0" eaLnBrk="1" fontAlgn="base" latinLnBrk="0" hangingPunct="1">
                <a:lnSpc>
                  <a:spcPct val="100000"/>
                </a:lnSpc>
                <a:spcBef>
                  <a:spcPct val="20000"/>
                </a:spcBef>
                <a:spcAft>
                  <a:spcPts val="0"/>
                </a:spcAft>
                <a:buClrTx/>
                <a:buSzPct val="100000"/>
                <a:buFont typeface="Wingdings" panose="05000000000000000000" pitchFamily="2" charset="2"/>
                <a:buChar char="§"/>
                <a:tabLst/>
                <a:defRPr/>
              </a:pPr>
              <a:r>
                <a:rPr lang="en-US" sz="1400" noProof="0">
                  <a:latin typeface="EYInterstate Light"/>
                  <a:ea typeface="Calibri" panose="020F0502020204030204" pitchFamily="34" charset="0"/>
                  <a:cs typeface="Times New Roman" panose="02020603050405020304" pitchFamily="18" charset="0"/>
                </a:rPr>
                <a:t>Leading</a:t>
              </a:r>
              <a:r>
                <a:rPr kumimoji="0" lang="en-US" sz="1400" b="0" i="0" u="none" strike="noStrike" kern="1200" cap="none" spc="0" normalizeH="0" baseline="0" noProof="0">
                  <a:ln>
                    <a:noFill/>
                  </a:ln>
                  <a:effectLst/>
                  <a:uLnTx/>
                  <a:uFillTx/>
                  <a:latin typeface="EYInterstate Light"/>
                  <a:ea typeface="Calibri" panose="020F0502020204030204" pitchFamily="34" charset="0"/>
                  <a:cs typeface="Times New Roman" panose="02020603050405020304" pitchFamily="18" charset="0"/>
                </a:rPr>
                <a:t>-class design through our Design and Engineering network</a:t>
              </a:r>
            </a:p>
            <a:p>
              <a:pPr marL="292100" marR="0" lvl="0" indent="-285750" algn="l" defTabSz="685434" rtl="0" eaLnBrk="1" fontAlgn="base" latinLnBrk="0" hangingPunct="1">
                <a:lnSpc>
                  <a:spcPct val="100000"/>
                </a:lnSpc>
                <a:spcBef>
                  <a:spcPct val="20000"/>
                </a:spcBef>
                <a:spcAft>
                  <a:spcPts val="0"/>
                </a:spcAft>
                <a:buClrTx/>
                <a:buSzPct val="100000"/>
                <a:buFont typeface="Wingdings" panose="05000000000000000000" pitchFamily="2" charset="2"/>
                <a:buChar char="§"/>
                <a:tabLst/>
                <a:defRPr/>
              </a:pPr>
              <a:r>
                <a:rPr kumimoji="0" lang="en-US" sz="1400" b="0" i="0" u="none" strike="noStrike" kern="1200" cap="none" spc="0" normalizeH="0" baseline="0" noProof="0">
                  <a:ln>
                    <a:noFill/>
                  </a:ln>
                  <a:effectLst/>
                  <a:uLnTx/>
                  <a:uFillTx/>
                  <a:latin typeface="EYInterstate Light"/>
                  <a:ea typeface="+mn-ea"/>
                  <a:cs typeface="Times New Roman" panose="02020603050405020304" pitchFamily="18" charset="0"/>
                </a:rPr>
                <a:t>Behavioral and change management professionals</a:t>
              </a:r>
              <a:endParaRPr kumimoji="0" lang="en-US" sz="1400" b="0" i="0" u="none" strike="noStrike" kern="1200" cap="none" spc="0" normalizeH="0" baseline="0" noProof="0">
                <a:ln>
                  <a:noFill/>
                </a:ln>
                <a:effectLst/>
                <a:uLnTx/>
                <a:uFillTx/>
                <a:latin typeface="EYInterstate Light"/>
                <a:ea typeface="Calibri" panose="020F0502020204030204" pitchFamily="34" charset="0"/>
                <a:cs typeface="Times New Roman" panose="02020603050405020304" pitchFamily="18" charset="0"/>
              </a:endParaRPr>
            </a:p>
            <a:p>
              <a:pPr marL="292100" marR="0" lvl="0" indent="-285750" algn="l" defTabSz="685434" rtl="0" eaLnBrk="1" fontAlgn="base" latinLnBrk="0" hangingPunct="1">
                <a:lnSpc>
                  <a:spcPct val="100000"/>
                </a:lnSpc>
                <a:spcBef>
                  <a:spcPct val="20000"/>
                </a:spcBef>
                <a:spcAft>
                  <a:spcPts val="0"/>
                </a:spcAft>
                <a:buClrTx/>
                <a:buSzPct val="100000"/>
                <a:buFont typeface="Wingdings" panose="05000000000000000000" pitchFamily="2" charset="2"/>
                <a:buChar char="§"/>
                <a:tabLst/>
                <a:defRPr/>
              </a:pPr>
              <a:r>
                <a:rPr kumimoji="0" lang="en-US" sz="1400" b="0" i="0" u="none" strike="noStrike" kern="1200" cap="none" spc="0" normalizeH="0" baseline="0" noProof="0">
                  <a:ln>
                    <a:noFill/>
                  </a:ln>
                  <a:effectLst/>
                  <a:uLnTx/>
                  <a:uFillTx/>
                  <a:latin typeface="EYInterstate Light"/>
                  <a:ea typeface="Calibri" panose="020F0502020204030204" pitchFamily="34" charset="0"/>
                  <a:cs typeface="Times New Roman" panose="02020603050405020304" pitchFamily="18" charset="0"/>
                </a:rPr>
                <a:t>Industry sector specialists</a:t>
              </a:r>
            </a:p>
            <a:p>
              <a:pPr marL="292100" marR="0" lvl="0" indent="-285750" algn="l" defTabSz="685434" rtl="0" eaLnBrk="1" fontAlgn="base" latinLnBrk="0" hangingPunct="1">
                <a:lnSpc>
                  <a:spcPct val="100000"/>
                </a:lnSpc>
                <a:spcBef>
                  <a:spcPct val="20000"/>
                </a:spcBef>
                <a:spcAft>
                  <a:spcPts val="0"/>
                </a:spcAft>
                <a:buClrTx/>
                <a:buSzPct val="100000"/>
                <a:buFont typeface="Wingdings" panose="05000000000000000000" pitchFamily="2" charset="2"/>
                <a:buChar char="§"/>
                <a:tabLst/>
                <a:defRPr/>
              </a:pPr>
              <a:r>
                <a:rPr kumimoji="0" lang="en-US" sz="1400" b="0" i="0" u="none" strike="noStrike" kern="1200" cap="none" spc="0" normalizeH="0" baseline="0" noProof="0">
                  <a:ln>
                    <a:noFill/>
                  </a:ln>
                  <a:effectLst/>
                  <a:uLnTx/>
                  <a:uFillTx/>
                  <a:latin typeface="EYInterstate Light"/>
                  <a:ea typeface="Calibri" panose="020F0502020204030204" pitchFamily="34" charset="0"/>
                  <a:cs typeface="Times New Roman" panose="02020603050405020304" pitchFamily="18" charset="0"/>
                </a:rPr>
                <a:t>Business strategy</a:t>
              </a:r>
            </a:p>
            <a:p>
              <a:pPr marL="0" indent="0">
                <a:spcBef>
                  <a:spcPts val="1200"/>
                </a:spcBef>
                <a:buClr>
                  <a:srgbClr val="FFE600"/>
                </a:buClr>
                <a:buNone/>
                <a:defRPr/>
              </a:pPr>
              <a:r>
                <a:rPr kumimoji="0" lang="en-US" sz="1600" b="1" i="0" u="none" strike="noStrike" kern="1200" cap="none" spc="0" normalizeH="0" baseline="0" noProof="0">
                  <a:ln>
                    <a:noFill/>
                  </a:ln>
                  <a:solidFill>
                    <a:srgbClr val="2E2E38"/>
                  </a:solidFill>
                  <a:effectLst/>
                  <a:uLnTx/>
                  <a:uFillTx/>
                  <a:latin typeface="EYInterstate Light"/>
                  <a:ea typeface="+mn-ea"/>
                  <a:cs typeface="+mn-cs"/>
                </a:rPr>
                <a:t>Together we can</a:t>
              </a:r>
              <a:r>
                <a:rPr kumimoji="0" lang="en-US" sz="1600" b="1" i="0" u="none" strike="noStrike" kern="1200" cap="none" spc="0" normalizeH="0" baseline="0" noProof="0">
                  <a:ln>
                    <a:noFill/>
                  </a:ln>
                  <a:effectLst/>
                  <a:uLnTx/>
                  <a:uFillTx/>
                  <a:latin typeface="EYInterstate Light"/>
                  <a:ea typeface="+mn-ea"/>
                  <a:cs typeface="+mn-cs"/>
                </a:rPr>
                <a:t> </a:t>
              </a:r>
              <a:r>
                <a:rPr kumimoji="0" lang="en-US" sz="1600" b="0" i="0" u="none" strike="noStrike" kern="1200" cap="none" spc="0" normalizeH="0" baseline="0" noProof="0">
                  <a:ln>
                    <a:noFill/>
                  </a:ln>
                  <a:effectLst/>
                  <a:uLnTx/>
                  <a:uFillTx/>
                  <a:latin typeface="EYInterstate Light"/>
                  <a:ea typeface="+mn-ea"/>
                  <a:cs typeface="+mn-cs"/>
                </a:rPr>
                <a:t>create long term, </a:t>
              </a:r>
              <a:br>
                <a:rPr kumimoji="0" lang="en-US" sz="1600" b="0" i="0" u="none" strike="noStrike" kern="1200" cap="none" spc="0" normalizeH="0" baseline="0" noProof="0">
                  <a:ln>
                    <a:noFill/>
                  </a:ln>
                  <a:effectLst/>
                  <a:uLnTx/>
                  <a:uFillTx/>
                  <a:latin typeface="EYInterstate Light"/>
                  <a:ea typeface="+mn-ea"/>
                  <a:cs typeface="+mn-cs"/>
                </a:rPr>
              </a:br>
              <a:r>
                <a:rPr kumimoji="0" lang="en-US" sz="1600" b="1" i="0" u="none" strike="noStrike" kern="1200" cap="none" spc="0" normalizeH="0" baseline="0" noProof="0">
                  <a:ln>
                    <a:noFill/>
                  </a:ln>
                  <a:effectLst/>
                  <a:uLnTx/>
                  <a:uFillTx/>
                  <a:latin typeface="EYInterstate Light"/>
                  <a:ea typeface="+mn-ea"/>
                  <a:cs typeface="+mn-cs"/>
                </a:rPr>
                <a:t>sustainable value </a:t>
              </a:r>
              <a:r>
                <a:rPr lang="en-US" sz="1600" noProof="0">
                  <a:latin typeface="EYInterstate Light"/>
                  <a:cs typeface="Times New Roman" panose="02020603050405020304" pitchFamily="18" charset="0"/>
                </a:rPr>
                <a:t>for customers, employees, society and the business </a:t>
              </a:r>
              <a:endParaRPr kumimoji="0" lang="en-US" sz="1600" b="0" i="0" u="none" strike="noStrike" kern="1200" cap="none" spc="0" normalizeH="0" baseline="0" noProof="0">
                <a:ln>
                  <a:noFill/>
                </a:ln>
                <a:effectLst/>
                <a:uLnTx/>
                <a:uFillTx/>
                <a:latin typeface="EYInterstate Light"/>
                <a:ea typeface="Calibri" panose="020F0502020204030204" pitchFamily="34" charset="0"/>
                <a:cs typeface="Times New Roman" panose="02020603050405020304" pitchFamily="18" charset="0"/>
              </a:endParaRPr>
            </a:p>
            <a:p>
              <a:pPr marL="267319" marR="0" lvl="0" indent="-267319" algn="l" defTabSz="685434" rtl="0" eaLnBrk="1" fontAlgn="auto" latinLnBrk="0" hangingPunct="1">
                <a:lnSpc>
                  <a:spcPct val="100000"/>
                </a:lnSpc>
                <a:spcBef>
                  <a:spcPct val="20000"/>
                </a:spcBef>
                <a:spcAft>
                  <a:spcPts val="0"/>
                </a:spcAft>
                <a:buClr>
                  <a:srgbClr val="FFE600"/>
                </a:buClr>
                <a:buSzPct val="70000"/>
                <a:buFont typeface="Arial" pitchFamily="34" charset="0"/>
                <a:buChar char="►"/>
                <a:tabLst/>
                <a:defRPr/>
              </a:pPr>
              <a:endParaRPr kumimoji="0" lang="en-US" sz="1800" b="0" i="0" u="none" strike="noStrike" kern="1200" cap="none" spc="0" normalizeH="0" baseline="0" noProof="0">
                <a:ln>
                  <a:noFill/>
                </a:ln>
                <a:effectLst/>
                <a:uLnTx/>
                <a:uFillTx/>
                <a:latin typeface="EYInterstate Light"/>
                <a:ea typeface="Calibri" panose="020F0502020204030204" pitchFamily="34" charset="0"/>
                <a:cs typeface="+mn-cs"/>
              </a:endParaRPr>
            </a:p>
            <a:p>
              <a:pPr marL="0" marR="0" lvl="0" indent="0" algn="l" defTabSz="685434" rtl="0" eaLnBrk="1" fontAlgn="auto" latinLnBrk="0" hangingPunct="1">
                <a:lnSpc>
                  <a:spcPct val="100000"/>
                </a:lnSpc>
                <a:spcBef>
                  <a:spcPct val="20000"/>
                </a:spcBef>
                <a:spcAft>
                  <a:spcPts val="0"/>
                </a:spcAft>
                <a:buClr>
                  <a:srgbClr val="FFE600"/>
                </a:buClr>
                <a:buSzPct val="70000"/>
                <a:buFont typeface="Arial" pitchFamily="34" charset="0"/>
                <a:buNone/>
                <a:tabLst/>
                <a:defRPr/>
              </a:pPr>
              <a:r>
                <a:rPr kumimoji="0" lang="en-US" sz="1800" b="0" i="0" u="none" strike="noStrike" kern="1200" cap="none" spc="0" normalizeH="0" baseline="0" noProof="0">
                  <a:ln>
                    <a:noFill/>
                  </a:ln>
                  <a:effectLst/>
                  <a:uLnTx/>
                  <a:uFillTx/>
                  <a:latin typeface="EYInterstate Light"/>
                  <a:ea typeface="Calibri" panose="020F0502020204030204" pitchFamily="34" charset="0"/>
                  <a:cs typeface="+mn-cs"/>
                </a:rPr>
                <a:t> </a:t>
              </a:r>
            </a:p>
            <a:p>
              <a:pPr marL="267319" marR="0" lvl="0" indent="-267319" algn="l" defTabSz="685434" rtl="0" eaLnBrk="1" fontAlgn="auto" latinLnBrk="0" hangingPunct="1">
                <a:lnSpc>
                  <a:spcPct val="100000"/>
                </a:lnSpc>
                <a:spcBef>
                  <a:spcPct val="20000"/>
                </a:spcBef>
                <a:spcAft>
                  <a:spcPts val="0"/>
                </a:spcAft>
                <a:buClr>
                  <a:srgbClr val="FFE600"/>
                </a:buClr>
                <a:buSzPct val="70000"/>
                <a:buFont typeface="Arial" pitchFamily="34" charset="0"/>
                <a:buChar char="►"/>
                <a:tabLst/>
                <a:defRPr/>
              </a:pPr>
              <a:endParaRPr kumimoji="0" lang="en-US" sz="2000" b="0" i="0" u="none" strike="noStrike" kern="1200" cap="none" spc="0" normalizeH="0" baseline="0" noProof="0">
                <a:ln>
                  <a:noFill/>
                </a:ln>
                <a:solidFill>
                  <a:srgbClr val="2E2E38"/>
                </a:solidFill>
                <a:effectLst/>
                <a:uLnTx/>
                <a:uFillTx/>
                <a:latin typeface="EYInterstate Light" panose="02000506000000020004" pitchFamily="2" charset="0"/>
                <a:ea typeface="+mn-ea"/>
                <a:cs typeface="+mn-cs"/>
              </a:endParaRPr>
            </a:p>
          </p:txBody>
        </p:sp>
      </p:grpSp>
      <p:grpSp>
        <p:nvGrpSpPr>
          <p:cNvPr id="31" name="Group 30">
            <a:extLst>
              <a:ext uri="{FF2B5EF4-FFF2-40B4-BE49-F238E27FC236}">
                <a16:creationId xmlns:a16="http://schemas.microsoft.com/office/drawing/2014/main" id="{44BB04BD-73AA-2039-CB38-5F4D86888475}"/>
              </a:ext>
            </a:extLst>
          </p:cNvPr>
          <p:cNvGrpSpPr/>
          <p:nvPr/>
        </p:nvGrpSpPr>
        <p:grpSpPr>
          <a:xfrm>
            <a:off x="1206950" y="1585901"/>
            <a:ext cx="4472000" cy="4472000"/>
            <a:chOff x="1206950" y="1585901"/>
            <a:chExt cx="4767274" cy="4767274"/>
          </a:xfrm>
        </p:grpSpPr>
        <p:sp>
          <p:nvSpPr>
            <p:cNvPr id="7" name="Oval 6">
              <a:extLst>
                <a:ext uri="{FF2B5EF4-FFF2-40B4-BE49-F238E27FC236}">
                  <a16:creationId xmlns:a16="http://schemas.microsoft.com/office/drawing/2014/main" id="{65BC740C-54E9-1F9D-EF39-00E360702BEE}"/>
                </a:ext>
              </a:extLst>
            </p:cNvPr>
            <p:cNvSpPr/>
            <p:nvPr/>
          </p:nvSpPr>
          <p:spPr>
            <a:xfrm>
              <a:off x="2920479" y="3307771"/>
              <a:ext cx="1324800" cy="1324800"/>
            </a:xfrm>
            <a:prstGeom prst="ellipse">
              <a:avLst/>
            </a:prstGeom>
            <a:solidFill>
              <a:schemeClr val="tx2"/>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GB" sz="1200">
                <a:solidFill>
                  <a:sysClr val="windowText" lastClr="000000"/>
                </a:solidFill>
              </a:endParaRPr>
            </a:p>
          </p:txBody>
        </p:sp>
        <p:sp>
          <p:nvSpPr>
            <p:cNvPr id="12" name="Orange Ring">
              <a:extLst>
                <a:ext uri="{FF2B5EF4-FFF2-40B4-BE49-F238E27FC236}">
                  <a16:creationId xmlns:a16="http://schemas.microsoft.com/office/drawing/2014/main" id="{A5B84601-9E55-C1C9-10FC-34FB7CEC46DA}"/>
                </a:ext>
              </a:extLst>
            </p:cNvPr>
            <p:cNvSpPr/>
            <p:nvPr/>
          </p:nvSpPr>
          <p:spPr>
            <a:xfrm>
              <a:off x="1249267" y="1628218"/>
              <a:ext cx="4682641" cy="4682641"/>
            </a:xfrm>
            <a:custGeom>
              <a:avLst/>
              <a:gdLst>
                <a:gd name="connsiteX0" fmla="*/ 4682642 w 4682641"/>
                <a:gd name="connsiteY0" fmla="*/ 2341321 h 4682641"/>
                <a:gd name="connsiteX1" fmla="*/ 2341321 w 4682641"/>
                <a:gd name="connsiteY1" fmla="*/ 4682642 h 4682641"/>
                <a:gd name="connsiteX2" fmla="*/ 0 w 4682641"/>
                <a:gd name="connsiteY2" fmla="*/ 2341321 h 4682641"/>
                <a:gd name="connsiteX3" fmla="*/ 2341321 w 4682641"/>
                <a:gd name="connsiteY3" fmla="*/ 0 h 4682641"/>
                <a:gd name="connsiteX4" fmla="*/ 4682642 w 4682641"/>
                <a:gd name="connsiteY4" fmla="*/ 2341321 h 46826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2641" h="4682641">
                  <a:moveTo>
                    <a:pt x="4682642" y="2341321"/>
                  </a:moveTo>
                  <a:cubicBezTo>
                    <a:pt x="4682642" y="3634397"/>
                    <a:pt x="3634397" y="4682642"/>
                    <a:pt x="2341321" y="4682642"/>
                  </a:cubicBezTo>
                  <a:cubicBezTo>
                    <a:pt x="1048245" y="4682642"/>
                    <a:pt x="0" y="3634397"/>
                    <a:pt x="0" y="2341321"/>
                  </a:cubicBezTo>
                  <a:cubicBezTo>
                    <a:pt x="0" y="1048245"/>
                    <a:pt x="1048245" y="0"/>
                    <a:pt x="2341321" y="0"/>
                  </a:cubicBezTo>
                  <a:cubicBezTo>
                    <a:pt x="3634396" y="0"/>
                    <a:pt x="4682642" y="1048245"/>
                    <a:pt x="4682642" y="2341321"/>
                  </a:cubicBezTo>
                  <a:close/>
                </a:path>
              </a:pathLst>
            </a:custGeom>
            <a:noFill/>
            <a:ln w="19050" cap="flat">
              <a:solidFill>
                <a:srgbClr val="C4C4CD"/>
              </a:solidFill>
              <a:prstDash val="solid"/>
              <a:miter/>
            </a:ln>
          </p:spPr>
          <p:txBody>
            <a:bodyPr rtlCol="0" anchor="ctr"/>
            <a:lstStyle/>
            <a:p>
              <a:endParaRPr lang="en-GB"/>
            </a:p>
          </p:txBody>
        </p:sp>
        <p:sp>
          <p:nvSpPr>
            <p:cNvPr id="13" name="Orange Mask">
              <a:extLst>
                <a:ext uri="{FF2B5EF4-FFF2-40B4-BE49-F238E27FC236}">
                  <a16:creationId xmlns:a16="http://schemas.microsoft.com/office/drawing/2014/main" id="{39EAF0E1-FE1D-B25D-ED9F-1572B82389F7}"/>
                </a:ext>
              </a:extLst>
            </p:cNvPr>
            <p:cNvSpPr>
              <a:spLocks noChangeAspect="1"/>
            </p:cNvSpPr>
            <p:nvPr/>
          </p:nvSpPr>
          <p:spPr>
            <a:xfrm>
              <a:off x="1249267" y="1628218"/>
              <a:ext cx="4683600" cy="4683600"/>
            </a:xfrm>
            <a:prstGeom prst="arc">
              <a:avLst>
                <a:gd name="adj1" fmla="val 5465404"/>
                <a:gd name="adj2" fmla="val 8801033"/>
              </a:avLst>
            </a:prstGeom>
            <a:ln w="57150">
              <a:solidFill>
                <a:schemeClr val="tx1"/>
              </a:solidFill>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14" name="Red Ring">
              <a:extLst>
                <a:ext uri="{FF2B5EF4-FFF2-40B4-BE49-F238E27FC236}">
                  <a16:creationId xmlns:a16="http://schemas.microsoft.com/office/drawing/2014/main" id="{2D7FA299-6753-F1C0-5718-DF78246FF5E4}"/>
                </a:ext>
              </a:extLst>
            </p:cNvPr>
            <p:cNvSpPr/>
            <p:nvPr/>
          </p:nvSpPr>
          <p:spPr>
            <a:xfrm>
              <a:off x="1628225" y="2015516"/>
              <a:ext cx="3908046" cy="3908046"/>
            </a:xfrm>
            <a:custGeom>
              <a:avLst/>
              <a:gdLst>
                <a:gd name="connsiteX0" fmla="*/ 3908047 w 3908046"/>
                <a:gd name="connsiteY0" fmla="*/ 1954023 h 3908046"/>
                <a:gd name="connsiteX1" fmla="*/ 1954023 w 3908046"/>
                <a:gd name="connsiteY1" fmla="*/ 3908047 h 3908046"/>
                <a:gd name="connsiteX2" fmla="*/ 0 w 3908046"/>
                <a:gd name="connsiteY2" fmla="*/ 1954023 h 3908046"/>
                <a:gd name="connsiteX3" fmla="*/ 1954023 w 3908046"/>
                <a:gd name="connsiteY3" fmla="*/ 0 h 3908046"/>
                <a:gd name="connsiteX4" fmla="*/ 3908047 w 3908046"/>
                <a:gd name="connsiteY4" fmla="*/ 1954023 h 39080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08046" h="3908046">
                  <a:moveTo>
                    <a:pt x="3908047" y="1954023"/>
                  </a:moveTo>
                  <a:cubicBezTo>
                    <a:pt x="3908047" y="3033201"/>
                    <a:pt x="3033201" y="3908047"/>
                    <a:pt x="1954023" y="3908047"/>
                  </a:cubicBezTo>
                  <a:cubicBezTo>
                    <a:pt x="874846" y="3908047"/>
                    <a:pt x="0" y="3033201"/>
                    <a:pt x="0" y="1954023"/>
                  </a:cubicBezTo>
                  <a:cubicBezTo>
                    <a:pt x="0" y="874846"/>
                    <a:pt x="874846" y="0"/>
                    <a:pt x="1954023" y="0"/>
                  </a:cubicBezTo>
                  <a:cubicBezTo>
                    <a:pt x="3033201" y="0"/>
                    <a:pt x="3908047" y="874846"/>
                    <a:pt x="3908047" y="1954023"/>
                  </a:cubicBezTo>
                  <a:close/>
                </a:path>
              </a:pathLst>
            </a:custGeom>
            <a:noFill/>
            <a:ln w="19050" cap="flat">
              <a:solidFill>
                <a:schemeClr val="bg1"/>
              </a:solidFill>
              <a:prstDash val="solid"/>
              <a:miter/>
            </a:ln>
          </p:spPr>
          <p:txBody>
            <a:bodyPr rtlCol="0" anchor="ctr"/>
            <a:lstStyle/>
            <a:p>
              <a:endParaRPr lang="en-GB"/>
            </a:p>
          </p:txBody>
        </p:sp>
        <p:sp>
          <p:nvSpPr>
            <p:cNvPr id="15" name="Red Mask">
              <a:extLst>
                <a:ext uri="{FF2B5EF4-FFF2-40B4-BE49-F238E27FC236}">
                  <a16:creationId xmlns:a16="http://schemas.microsoft.com/office/drawing/2014/main" id="{3E820444-883E-BC16-023F-495571906ABB}"/>
                </a:ext>
              </a:extLst>
            </p:cNvPr>
            <p:cNvSpPr>
              <a:spLocks noChangeAspect="1"/>
            </p:cNvSpPr>
            <p:nvPr/>
          </p:nvSpPr>
          <p:spPr>
            <a:xfrm>
              <a:off x="1628225" y="2015516"/>
              <a:ext cx="3909600" cy="3909600"/>
            </a:xfrm>
            <a:prstGeom prst="arc">
              <a:avLst>
                <a:gd name="adj1" fmla="val 13736290"/>
                <a:gd name="adj2" fmla="val 9850"/>
              </a:avLst>
            </a:prstGeom>
            <a:ln w="57150">
              <a:solidFill>
                <a:schemeClr val="tx1"/>
              </a:solidFill>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16" name="Purple Ring">
              <a:extLst>
                <a:ext uri="{FF2B5EF4-FFF2-40B4-BE49-F238E27FC236}">
                  <a16:creationId xmlns:a16="http://schemas.microsoft.com/office/drawing/2014/main" id="{BD252931-66CD-512D-4821-B4224CDC032B}"/>
                </a:ext>
              </a:extLst>
            </p:cNvPr>
            <p:cNvSpPr/>
            <p:nvPr/>
          </p:nvSpPr>
          <p:spPr>
            <a:xfrm>
              <a:off x="1972447" y="2359738"/>
              <a:ext cx="3219602" cy="3218400"/>
            </a:xfrm>
            <a:custGeom>
              <a:avLst/>
              <a:gdLst>
                <a:gd name="connsiteX0" fmla="*/ 3219602 w 3219602"/>
                <a:gd name="connsiteY0" fmla="*/ 1609801 h 3219602"/>
                <a:gd name="connsiteX1" fmla="*/ 1609801 w 3219602"/>
                <a:gd name="connsiteY1" fmla="*/ 3219602 h 3219602"/>
                <a:gd name="connsiteX2" fmla="*/ 0 w 3219602"/>
                <a:gd name="connsiteY2" fmla="*/ 1609801 h 3219602"/>
                <a:gd name="connsiteX3" fmla="*/ 1609801 w 3219602"/>
                <a:gd name="connsiteY3" fmla="*/ 0 h 3219602"/>
                <a:gd name="connsiteX4" fmla="*/ 3219602 w 3219602"/>
                <a:gd name="connsiteY4" fmla="*/ 1609801 h 32196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19602" h="3219602">
                  <a:moveTo>
                    <a:pt x="3219602" y="1609801"/>
                  </a:moveTo>
                  <a:cubicBezTo>
                    <a:pt x="3219602" y="2498870"/>
                    <a:pt x="2498870" y="3219602"/>
                    <a:pt x="1609801" y="3219602"/>
                  </a:cubicBezTo>
                  <a:cubicBezTo>
                    <a:pt x="720732" y="3219602"/>
                    <a:pt x="0" y="2498870"/>
                    <a:pt x="0" y="1609801"/>
                  </a:cubicBezTo>
                  <a:cubicBezTo>
                    <a:pt x="0" y="720733"/>
                    <a:pt x="720732" y="0"/>
                    <a:pt x="1609801" y="0"/>
                  </a:cubicBezTo>
                  <a:cubicBezTo>
                    <a:pt x="2498870" y="0"/>
                    <a:pt x="3219602" y="720733"/>
                    <a:pt x="3219602" y="1609801"/>
                  </a:cubicBezTo>
                  <a:close/>
                </a:path>
              </a:pathLst>
            </a:custGeom>
            <a:noFill/>
            <a:ln w="19050" cap="flat">
              <a:solidFill>
                <a:srgbClr val="747480"/>
              </a:solidFill>
              <a:prstDash val="solid"/>
              <a:miter/>
            </a:ln>
          </p:spPr>
          <p:txBody>
            <a:bodyPr rtlCol="0" anchor="ctr"/>
            <a:lstStyle/>
            <a:p>
              <a:endParaRPr lang="en-GB"/>
            </a:p>
          </p:txBody>
        </p:sp>
        <p:sp>
          <p:nvSpPr>
            <p:cNvPr id="17" name="Purple Mask">
              <a:extLst>
                <a:ext uri="{FF2B5EF4-FFF2-40B4-BE49-F238E27FC236}">
                  <a16:creationId xmlns:a16="http://schemas.microsoft.com/office/drawing/2014/main" id="{3C814447-8BCD-FEAD-CED6-36611D6B617D}"/>
                </a:ext>
              </a:extLst>
            </p:cNvPr>
            <p:cNvSpPr>
              <a:spLocks noChangeAspect="1"/>
            </p:cNvSpPr>
            <p:nvPr/>
          </p:nvSpPr>
          <p:spPr>
            <a:xfrm>
              <a:off x="1972447" y="2359738"/>
              <a:ext cx="3218400" cy="3218400"/>
            </a:xfrm>
            <a:prstGeom prst="arc">
              <a:avLst>
                <a:gd name="adj1" fmla="val 1361588"/>
                <a:gd name="adj2" fmla="val 9463279"/>
              </a:avLst>
            </a:prstGeom>
            <a:ln w="57150">
              <a:solidFill>
                <a:schemeClr val="tx1"/>
              </a:solidFill>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18" name="Blue ring">
              <a:extLst>
                <a:ext uri="{FF2B5EF4-FFF2-40B4-BE49-F238E27FC236}">
                  <a16:creationId xmlns:a16="http://schemas.microsoft.com/office/drawing/2014/main" id="{5C7069FD-EA2D-8F55-B81A-EE488645DB2F}"/>
                </a:ext>
              </a:extLst>
            </p:cNvPr>
            <p:cNvSpPr/>
            <p:nvPr/>
          </p:nvSpPr>
          <p:spPr>
            <a:xfrm>
              <a:off x="2273721" y="2661012"/>
              <a:ext cx="2617054" cy="2617054"/>
            </a:xfrm>
            <a:custGeom>
              <a:avLst/>
              <a:gdLst>
                <a:gd name="connsiteX0" fmla="*/ 2617054 w 2617054"/>
                <a:gd name="connsiteY0" fmla="*/ 1308527 h 2617054"/>
                <a:gd name="connsiteX1" fmla="*/ 1308527 w 2617054"/>
                <a:gd name="connsiteY1" fmla="*/ 2617055 h 2617054"/>
                <a:gd name="connsiteX2" fmla="*/ 0 w 2617054"/>
                <a:gd name="connsiteY2" fmla="*/ 1308527 h 2617054"/>
                <a:gd name="connsiteX3" fmla="*/ 1308527 w 2617054"/>
                <a:gd name="connsiteY3" fmla="*/ 0 h 2617054"/>
                <a:gd name="connsiteX4" fmla="*/ 2617054 w 2617054"/>
                <a:gd name="connsiteY4" fmla="*/ 1308527 h 26170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17054" h="2617054">
                  <a:moveTo>
                    <a:pt x="2617054" y="1308527"/>
                  </a:moveTo>
                  <a:cubicBezTo>
                    <a:pt x="2617054" y="2031207"/>
                    <a:pt x="2031207" y="2617055"/>
                    <a:pt x="1308527" y="2617055"/>
                  </a:cubicBezTo>
                  <a:cubicBezTo>
                    <a:pt x="585847" y="2617055"/>
                    <a:pt x="0" y="2031207"/>
                    <a:pt x="0" y="1308527"/>
                  </a:cubicBezTo>
                  <a:cubicBezTo>
                    <a:pt x="0" y="585848"/>
                    <a:pt x="585847" y="0"/>
                    <a:pt x="1308527" y="0"/>
                  </a:cubicBezTo>
                  <a:cubicBezTo>
                    <a:pt x="2031207" y="0"/>
                    <a:pt x="2617054" y="585848"/>
                    <a:pt x="2617054" y="1308527"/>
                  </a:cubicBezTo>
                  <a:close/>
                </a:path>
              </a:pathLst>
            </a:custGeom>
            <a:noFill/>
            <a:ln w="19050" cap="flat">
              <a:solidFill>
                <a:srgbClr val="C4C4CD"/>
              </a:solidFill>
              <a:prstDash val="solid"/>
              <a:miter/>
            </a:ln>
          </p:spPr>
          <p:txBody>
            <a:bodyPr rtlCol="0" anchor="ctr"/>
            <a:lstStyle/>
            <a:p>
              <a:endParaRPr lang="en-GB"/>
            </a:p>
          </p:txBody>
        </p:sp>
        <p:sp>
          <p:nvSpPr>
            <p:cNvPr id="19" name="Blue Mask">
              <a:extLst>
                <a:ext uri="{FF2B5EF4-FFF2-40B4-BE49-F238E27FC236}">
                  <a16:creationId xmlns:a16="http://schemas.microsoft.com/office/drawing/2014/main" id="{7D771044-4CEC-0AD4-BD49-1A6BF705EB23}"/>
                </a:ext>
              </a:extLst>
            </p:cNvPr>
            <p:cNvSpPr>
              <a:spLocks noChangeAspect="1"/>
            </p:cNvSpPr>
            <p:nvPr/>
          </p:nvSpPr>
          <p:spPr>
            <a:xfrm>
              <a:off x="2273721" y="2661012"/>
              <a:ext cx="2617200" cy="2617200"/>
            </a:xfrm>
            <a:prstGeom prst="arc">
              <a:avLst>
                <a:gd name="adj1" fmla="val 13321015"/>
                <a:gd name="adj2" fmla="val 19091156"/>
              </a:avLst>
            </a:prstGeom>
            <a:ln w="57150">
              <a:solidFill>
                <a:schemeClr val="tx1"/>
              </a:solidFill>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20" name="Teal Ring">
              <a:extLst>
                <a:ext uri="{FF2B5EF4-FFF2-40B4-BE49-F238E27FC236}">
                  <a16:creationId xmlns:a16="http://schemas.microsoft.com/office/drawing/2014/main" id="{32C92FAD-D52C-F175-3F58-7AEEAC3D5EF7}"/>
                </a:ext>
              </a:extLst>
            </p:cNvPr>
            <p:cNvSpPr/>
            <p:nvPr/>
          </p:nvSpPr>
          <p:spPr>
            <a:xfrm>
              <a:off x="2533663" y="2919210"/>
              <a:ext cx="2100657" cy="2102400"/>
            </a:xfrm>
            <a:custGeom>
              <a:avLst/>
              <a:gdLst>
                <a:gd name="connsiteX0" fmla="*/ 2100657 w 2100657"/>
                <a:gd name="connsiteY0" fmla="*/ 1050329 h 2100657"/>
                <a:gd name="connsiteX1" fmla="*/ 1050329 w 2100657"/>
                <a:gd name="connsiteY1" fmla="*/ 2100658 h 2100657"/>
                <a:gd name="connsiteX2" fmla="*/ 0 w 2100657"/>
                <a:gd name="connsiteY2" fmla="*/ 1050329 h 2100657"/>
                <a:gd name="connsiteX3" fmla="*/ 1050329 w 2100657"/>
                <a:gd name="connsiteY3" fmla="*/ 0 h 2100657"/>
                <a:gd name="connsiteX4" fmla="*/ 2100657 w 2100657"/>
                <a:gd name="connsiteY4" fmla="*/ 1050329 h 21006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00657" h="2100657">
                  <a:moveTo>
                    <a:pt x="2100657" y="1050329"/>
                  </a:moveTo>
                  <a:cubicBezTo>
                    <a:pt x="2100657" y="1630409"/>
                    <a:pt x="1630409" y="2100658"/>
                    <a:pt x="1050329" y="2100658"/>
                  </a:cubicBezTo>
                  <a:cubicBezTo>
                    <a:pt x="470248" y="2100658"/>
                    <a:pt x="0" y="1630409"/>
                    <a:pt x="0" y="1050329"/>
                  </a:cubicBezTo>
                  <a:cubicBezTo>
                    <a:pt x="0" y="470248"/>
                    <a:pt x="470248" y="0"/>
                    <a:pt x="1050329" y="0"/>
                  </a:cubicBezTo>
                  <a:cubicBezTo>
                    <a:pt x="1630409" y="0"/>
                    <a:pt x="2100657" y="470248"/>
                    <a:pt x="2100657" y="1050329"/>
                  </a:cubicBezTo>
                  <a:close/>
                </a:path>
              </a:pathLst>
            </a:custGeom>
            <a:noFill/>
            <a:ln w="19050" cap="flat">
              <a:solidFill>
                <a:schemeClr val="bg1"/>
              </a:solidFill>
              <a:prstDash val="solid"/>
              <a:miter/>
            </a:ln>
          </p:spPr>
          <p:txBody>
            <a:bodyPr rtlCol="0" anchor="ctr"/>
            <a:lstStyle/>
            <a:p>
              <a:endParaRPr lang="en-GB"/>
            </a:p>
          </p:txBody>
        </p:sp>
        <p:sp>
          <p:nvSpPr>
            <p:cNvPr id="21" name="Teal Mask">
              <a:extLst>
                <a:ext uri="{FF2B5EF4-FFF2-40B4-BE49-F238E27FC236}">
                  <a16:creationId xmlns:a16="http://schemas.microsoft.com/office/drawing/2014/main" id="{18F2BC0E-370C-357F-7E82-B10A1509CEF5}"/>
                </a:ext>
              </a:extLst>
            </p:cNvPr>
            <p:cNvSpPr>
              <a:spLocks noChangeAspect="1"/>
            </p:cNvSpPr>
            <p:nvPr/>
          </p:nvSpPr>
          <p:spPr>
            <a:xfrm>
              <a:off x="2531920" y="2919210"/>
              <a:ext cx="2102400" cy="2102400"/>
            </a:xfrm>
            <a:prstGeom prst="arc">
              <a:avLst>
                <a:gd name="adj1" fmla="val 891148"/>
                <a:gd name="adj2" fmla="val 10088375"/>
              </a:avLst>
            </a:prstGeom>
            <a:ln w="57150">
              <a:solidFill>
                <a:schemeClr val="tx1"/>
              </a:solidFill>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22" name="Green Ring">
              <a:extLst>
                <a:ext uri="{FF2B5EF4-FFF2-40B4-BE49-F238E27FC236}">
                  <a16:creationId xmlns:a16="http://schemas.microsoft.com/office/drawing/2014/main" id="{BEF2F4A6-FC2B-4671-BE9F-973A1CD6BFC2}"/>
                </a:ext>
              </a:extLst>
            </p:cNvPr>
            <p:cNvSpPr/>
            <p:nvPr/>
          </p:nvSpPr>
          <p:spPr>
            <a:xfrm>
              <a:off x="2747043" y="3134333"/>
              <a:ext cx="1670411" cy="1670411"/>
            </a:xfrm>
            <a:custGeom>
              <a:avLst/>
              <a:gdLst>
                <a:gd name="connsiteX0" fmla="*/ 1670412 w 1670411"/>
                <a:gd name="connsiteY0" fmla="*/ 835206 h 1670411"/>
                <a:gd name="connsiteX1" fmla="*/ 835206 w 1670411"/>
                <a:gd name="connsiteY1" fmla="*/ 1670412 h 1670411"/>
                <a:gd name="connsiteX2" fmla="*/ 0 w 1670411"/>
                <a:gd name="connsiteY2" fmla="*/ 835206 h 1670411"/>
                <a:gd name="connsiteX3" fmla="*/ 835206 w 1670411"/>
                <a:gd name="connsiteY3" fmla="*/ 0 h 1670411"/>
                <a:gd name="connsiteX4" fmla="*/ 1670412 w 1670411"/>
                <a:gd name="connsiteY4" fmla="*/ 835206 h 16704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70411" h="1670411">
                  <a:moveTo>
                    <a:pt x="1670412" y="835206"/>
                  </a:moveTo>
                  <a:cubicBezTo>
                    <a:pt x="1670412" y="1296477"/>
                    <a:pt x="1296477" y="1670412"/>
                    <a:pt x="835206" y="1670412"/>
                  </a:cubicBezTo>
                  <a:cubicBezTo>
                    <a:pt x="373934" y="1670412"/>
                    <a:pt x="0" y="1296478"/>
                    <a:pt x="0" y="835206"/>
                  </a:cubicBezTo>
                  <a:cubicBezTo>
                    <a:pt x="0" y="373935"/>
                    <a:pt x="373934" y="0"/>
                    <a:pt x="835206" y="0"/>
                  </a:cubicBezTo>
                  <a:cubicBezTo>
                    <a:pt x="1296477" y="0"/>
                    <a:pt x="1670412" y="373935"/>
                    <a:pt x="1670412" y="835206"/>
                  </a:cubicBezTo>
                  <a:close/>
                </a:path>
              </a:pathLst>
            </a:custGeom>
            <a:noFill/>
            <a:ln w="19050" cap="flat">
              <a:solidFill>
                <a:srgbClr val="747480"/>
              </a:solidFill>
              <a:prstDash val="solid"/>
              <a:miter/>
            </a:ln>
          </p:spPr>
          <p:txBody>
            <a:bodyPr rtlCol="0" anchor="ctr"/>
            <a:lstStyle/>
            <a:p>
              <a:endParaRPr lang="en-GB"/>
            </a:p>
          </p:txBody>
        </p:sp>
        <p:sp>
          <p:nvSpPr>
            <p:cNvPr id="23" name="Green Mask">
              <a:extLst>
                <a:ext uri="{FF2B5EF4-FFF2-40B4-BE49-F238E27FC236}">
                  <a16:creationId xmlns:a16="http://schemas.microsoft.com/office/drawing/2014/main" id="{A4777BEA-EF76-D566-BF88-8EB5890218F5}"/>
                </a:ext>
              </a:extLst>
            </p:cNvPr>
            <p:cNvSpPr>
              <a:spLocks noChangeAspect="1"/>
            </p:cNvSpPr>
            <p:nvPr/>
          </p:nvSpPr>
          <p:spPr>
            <a:xfrm>
              <a:off x="2738136" y="3125426"/>
              <a:ext cx="1670400" cy="1670400"/>
            </a:xfrm>
            <a:prstGeom prst="arc">
              <a:avLst>
                <a:gd name="adj1" fmla="val 12190463"/>
                <a:gd name="adj2" fmla="val 20174372"/>
              </a:avLst>
            </a:prstGeom>
            <a:ln w="57150">
              <a:solidFill>
                <a:schemeClr val="tx1"/>
              </a:solidFill>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24" name="TextBox 23">
              <a:extLst>
                <a:ext uri="{FF2B5EF4-FFF2-40B4-BE49-F238E27FC236}">
                  <a16:creationId xmlns:a16="http://schemas.microsoft.com/office/drawing/2014/main" id="{2740AD6D-E710-A891-4314-EE780DB19941}"/>
                </a:ext>
              </a:extLst>
            </p:cNvPr>
            <p:cNvSpPr txBox="1">
              <a:spLocks noChangeAspect="1"/>
            </p:cNvSpPr>
            <p:nvPr/>
          </p:nvSpPr>
          <p:spPr>
            <a:xfrm>
              <a:off x="2755960" y="3143250"/>
              <a:ext cx="1652576" cy="1652576"/>
            </a:xfrm>
            <a:prstGeom prst="rect">
              <a:avLst/>
            </a:prstGeom>
            <a:ln>
              <a:noFill/>
            </a:ln>
          </p:spPr>
          <p:txBody>
            <a:bodyPr vert="horz" wrap="square" lIns="0" tIns="0" rIns="0" bIns="0" rtlCol="0" anchor="t" anchorCtr="0">
              <a:prstTxWarp prst="textArchUp">
                <a:avLst>
                  <a:gd name="adj" fmla="val 9618589"/>
                </a:avLst>
              </a:prstTxWarp>
              <a:noAutofit/>
            </a:bodyPr>
            <a:lstStyle/>
            <a:p>
              <a:pPr algn="ctr">
                <a:lnSpc>
                  <a:spcPct val="130000"/>
                </a:lnSpc>
                <a:buClrTx/>
              </a:pPr>
              <a:r>
                <a:rPr lang="en-GB" sz="1400" b="1">
                  <a:solidFill>
                    <a:srgbClr val="747480"/>
                  </a:solidFill>
                  <a:latin typeface="EYInterstate Regular" panose="02000503020000020004" pitchFamily="2" charset="0"/>
                </a:rPr>
                <a:t>Technology and data</a:t>
              </a:r>
            </a:p>
          </p:txBody>
        </p:sp>
        <p:sp>
          <p:nvSpPr>
            <p:cNvPr id="25" name="TextBox 24">
              <a:extLst>
                <a:ext uri="{FF2B5EF4-FFF2-40B4-BE49-F238E27FC236}">
                  <a16:creationId xmlns:a16="http://schemas.microsoft.com/office/drawing/2014/main" id="{20202D48-DCDE-757E-FCED-83470962BE7D}"/>
                </a:ext>
              </a:extLst>
            </p:cNvPr>
            <p:cNvSpPr txBox="1"/>
            <p:nvPr/>
          </p:nvSpPr>
          <p:spPr>
            <a:xfrm>
              <a:off x="1206950" y="1585901"/>
              <a:ext cx="4767274" cy="4767274"/>
            </a:xfrm>
            <a:prstGeom prst="rect">
              <a:avLst/>
            </a:prstGeom>
            <a:ln>
              <a:noFill/>
            </a:ln>
          </p:spPr>
          <p:txBody>
            <a:bodyPr vert="horz" wrap="square" lIns="0" tIns="0" rIns="0" bIns="0" rtlCol="0" anchor="t" anchorCtr="0">
              <a:prstTxWarp prst="textArchDown">
                <a:avLst>
                  <a:gd name="adj" fmla="val 2179304"/>
                </a:avLst>
              </a:prstTxWarp>
              <a:noAutofit/>
            </a:bodyPr>
            <a:lstStyle/>
            <a:p>
              <a:pPr>
                <a:lnSpc>
                  <a:spcPct val="130000"/>
                </a:lnSpc>
                <a:buClrTx/>
              </a:pPr>
              <a:r>
                <a:rPr lang="en-GB" sz="1400" b="1">
                  <a:solidFill>
                    <a:srgbClr val="C4C4CD"/>
                  </a:solidFill>
                  <a:latin typeface="EYInterstate Regular" panose="02000503020000020004" pitchFamily="2" charset="0"/>
                </a:rPr>
                <a:t>Deep sector knowledge</a:t>
              </a:r>
            </a:p>
          </p:txBody>
        </p:sp>
        <p:sp>
          <p:nvSpPr>
            <p:cNvPr id="26" name="TextBox 25">
              <a:extLst>
                <a:ext uri="{FF2B5EF4-FFF2-40B4-BE49-F238E27FC236}">
                  <a16:creationId xmlns:a16="http://schemas.microsoft.com/office/drawing/2014/main" id="{FC8438D2-0ACC-1634-5630-14E2FDC9E4F2}"/>
                </a:ext>
              </a:extLst>
            </p:cNvPr>
            <p:cNvSpPr txBox="1">
              <a:spLocks noChangeAspect="1"/>
            </p:cNvSpPr>
            <p:nvPr/>
          </p:nvSpPr>
          <p:spPr>
            <a:xfrm rot="258094">
              <a:off x="1674248" y="2061539"/>
              <a:ext cx="3816000" cy="3816000"/>
            </a:xfrm>
            <a:prstGeom prst="rect">
              <a:avLst/>
            </a:prstGeom>
          </p:spPr>
          <p:txBody>
            <a:bodyPr vert="horz" wrap="square" lIns="0" tIns="0" rIns="0" bIns="0" rtlCol="0" anchor="t" anchorCtr="0">
              <a:prstTxWarp prst="textArchUp">
                <a:avLst>
                  <a:gd name="adj" fmla="val 11206226"/>
                </a:avLst>
              </a:prstTxWarp>
              <a:noAutofit/>
            </a:bodyPr>
            <a:lstStyle/>
            <a:p>
              <a:pPr algn="r">
                <a:lnSpc>
                  <a:spcPct val="130000"/>
                </a:lnSpc>
                <a:buClrTx/>
              </a:pPr>
              <a:r>
                <a:rPr lang="en-GB" sz="1400" b="1">
                  <a:solidFill>
                    <a:schemeClr val="bg1"/>
                  </a:solidFill>
                  <a:latin typeface="EYInterstate Regular" panose="02000503020000020004" pitchFamily="2" charset="0"/>
                </a:rPr>
                <a:t>Business design and experience design studios</a:t>
              </a:r>
            </a:p>
          </p:txBody>
        </p:sp>
        <p:sp>
          <p:nvSpPr>
            <p:cNvPr id="27" name="TextBox 26">
              <a:extLst>
                <a:ext uri="{FF2B5EF4-FFF2-40B4-BE49-F238E27FC236}">
                  <a16:creationId xmlns:a16="http://schemas.microsoft.com/office/drawing/2014/main" id="{DC70142B-A0A2-A5C5-BFBA-ED5BA5A8F512}"/>
                </a:ext>
              </a:extLst>
            </p:cNvPr>
            <p:cNvSpPr txBox="1">
              <a:spLocks noChangeAspect="1"/>
            </p:cNvSpPr>
            <p:nvPr/>
          </p:nvSpPr>
          <p:spPr>
            <a:xfrm>
              <a:off x="1935271" y="2321961"/>
              <a:ext cx="3293954" cy="3293954"/>
            </a:xfrm>
            <a:prstGeom prst="rect">
              <a:avLst/>
            </a:prstGeom>
          </p:spPr>
          <p:txBody>
            <a:bodyPr vert="horz" wrap="square" lIns="0" tIns="0" rIns="0" bIns="0" rtlCol="0" anchor="t" anchorCtr="0">
              <a:prstTxWarp prst="textArchDown">
                <a:avLst/>
              </a:prstTxWarp>
              <a:noAutofit/>
            </a:bodyPr>
            <a:lstStyle/>
            <a:p>
              <a:pPr algn="ctr">
                <a:lnSpc>
                  <a:spcPct val="130000"/>
                </a:lnSpc>
                <a:buClrTx/>
              </a:pPr>
              <a:r>
                <a:rPr lang="en-GB" sz="1400" b="1">
                  <a:solidFill>
                    <a:srgbClr val="747480"/>
                  </a:solidFill>
                  <a:latin typeface="EYInterstate Regular" panose="02000503020000020004" pitchFamily="2" charset="0"/>
                </a:rPr>
                <a:t>Transformation architecture and delivery</a:t>
              </a:r>
            </a:p>
          </p:txBody>
        </p:sp>
        <p:sp>
          <p:nvSpPr>
            <p:cNvPr id="28" name="TextBox 27">
              <a:extLst>
                <a:ext uri="{FF2B5EF4-FFF2-40B4-BE49-F238E27FC236}">
                  <a16:creationId xmlns:a16="http://schemas.microsoft.com/office/drawing/2014/main" id="{DC9549EC-0EEE-90F6-A90D-B06E4F335E89}"/>
                </a:ext>
              </a:extLst>
            </p:cNvPr>
            <p:cNvSpPr txBox="1">
              <a:spLocks noChangeAspect="1"/>
            </p:cNvSpPr>
            <p:nvPr/>
          </p:nvSpPr>
          <p:spPr>
            <a:xfrm>
              <a:off x="2304248" y="2691539"/>
              <a:ext cx="2556000" cy="2556000"/>
            </a:xfrm>
            <a:prstGeom prst="rect">
              <a:avLst/>
            </a:prstGeom>
          </p:spPr>
          <p:txBody>
            <a:bodyPr vert="horz" wrap="square" lIns="0" tIns="0" rIns="0" bIns="0" rtlCol="0" anchor="t" anchorCtr="0">
              <a:prstTxWarp prst="textArchUp">
                <a:avLst>
                  <a:gd name="adj" fmla="val 9618589"/>
                </a:avLst>
              </a:prstTxWarp>
              <a:noAutofit/>
            </a:bodyPr>
            <a:lstStyle/>
            <a:p>
              <a:pPr algn="ctr">
                <a:lnSpc>
                  <a:spcPct val="130000"/>
                </a:lnSpc>
                <a:buClrTx/>
              </a:pPr>
              <a:r>
                <a:rPr lang="en-GB" sz="1400" b="1">
                  <a:solidFill>
                    <a:srgbClr val="C4C4CD"/>
                  </a:solidFill>
                  <a:latin typeface="EYInterstate Regular" panose="02000503020000020004" pitchFamily="2" charset="0"/>
                </a:rPr>
                <a:t>Strong collaborations</a:t>
              </a:r>
            </a:p>
          </p:txBody>
        </p:sp>
        <p:sp>
          <p:nvSpPr>
            <p:cNvPr id="29" name="TextBox 28">
              <a:extLst>
                <a:ext uri="{FF2B5EF4-FFF2-40B4-BE49-F238E27FC236}">
                  <a16:creationId xmlns:a16="http://schemas.microsoft.com/office/drawing/2014/main" id="{AC1465FD-535E-5A19-D1BE-105563815454}"/>
                </a:ext>
              </a:extLst>
            </p:cNvPr>
            <p:cNvSpPr txBox="1">
              <a:spLocks noChangeAspect="1"/>
            </p:cNvSpPr>
            <p:nvPr/>
          </p:nvSpPr>
          <p:spPr>
            <a:xfrm>
              <a:off x="2504350" y="2919210"/>
              <a:ext cx="2160000" cy="2160000"/>
            </a:xfrm>
            <a:prstGeom prst="rect">
              <a:avLst/>
            </a:prstGeom>
          </p:spPr>
          <p:txBody>
            <a:bodyPr vert="horz" wrap="square" lIns="0" tIns="0" rIns="0" bIns="0" rtlCol="0" anchor="t" anchorCtr="0">
              <a:prstTxWarp prst="textArchDown">
                <a:avLst/>
              </a:prstTxWarp>
              <a:noAutofit/>
            </a:bodyPr>
            <a:lstStyle/>
            <a:p>
              <a:pPr algn="ctr">
                <a:lnSpc>
                  <a:spcPct val="130000"/>
                </a:lnSpc>
                <a:buClrTx/>
              </a:pPr>
              <a:r>
                <a:rPr lang="en-GB" sz="1400" b="1">
                  <a:solidFill>
                    <a:schemeClr val="bg1"/>
                  </a:solidFill>
                  <a:latin typeface="EYInterstate Regular" panose="02000503020000020004" pitchFamily="2" charset="0"/>
                </a:rPr>
                <a:t>Global reach with local presence </a:t>
              </a:r>
            </a:p>
          </p:txBody>
        </p:sp>
        <p:sp>
          <p:nvSpPr>
            <p:cNvPr id="30" name="TextBox 29">
              <a:extLst>
                <a:ext uri="{FF2B5EF4-FFF2-40B4-BE49-F238E27FC236}">
                  <a16:creationId xmlns:a16="http://schemas.microsoft.com/office/drawing/2014/main" id="{264DE996-7412-5D3A-E705-D72ECE6BD554}"/>
                </a:ext>
              </a:extLst>
            </p:cNvPr>
            <p:cNvSpPr txBox="1"/>
            <p:nvPr/>
          </p:nvSpPr>
          <p:spPr>
            <a:xfrm>
              <a:off x="2349846" y="3704858"/>
              <a:ext cx="2494797" cy="557767"/>
            </a:xfrm>
            <a:prstGeom prst="rect">
              <a:avLst/>
            </a:prstGeom>
            <a:noFill/>
          </p:spPr>
          <p:txBody>
            <a:bodyPr wrap="square">
              <a:spAutoFit/>
            </a:bodyPr>
            <a:lstStyle/>
            <a:p>
              <a:pPr marL="0" marR="0" indent="0" algn="ctr" defTabSz="682714" eaLnBrk="1" fontAlgn="auto" latinLnBrk="0" hangingPunct="1">
                <a:spcBef>
                  <a:spcPts val="0"/>
                </a:spcBef>
                <a:spcAft>
                  <a:spcPts val="0"/>
                </a:spcAft>
                <a:buClrTx/>
                <a:buSzTx/>
                <a:buFontTx/>
                <a:buNone/>
                <a:tabLst/>
              </a:pPr>
              <a:r>
                <a:rPr kumimoji="0" lang="pl-PL" sz="1400" b="1" i="0" u="none" strike="noStrike" kern="0" cap="none" spc="0" normalizeH="0" baseline="0" noProof="0">
                  <a:ln>
                    <a:noFill/>
                  </a:ln>
                  <a:solidFill>
                    <a:srgbClr val="2E2E38"/>
                  </a:solidFill>
                  <a:effectLst/>
                  <a:uLnTx/>
                  <a:uFillTx/>
                  <a:latin typeface="EYInterstate Regular" panose="02000503020000020004" pitchFamily="2" charset="0"/>
                </a:rPr>
                <a:t>People </a:t>
              </a:r>
              <a:br>
                <a:rPr kumimoji="0" lang="en-GB" sz="1400" b="1" i="0" u="none" strike="noStrike" kern="0" cap="none" spc="0" normalizeH="0" baseline="0" noProof="0">
                  <a:ln>
                    <a:noFill/>
                  </a:ln>
                  <a:solidFill>
                    <a:srgbClr val="2E2E38"/>
                  </a:solidFill>
                  <a:effectLst/>
                  <a:uLnTx/>
                  <a:uFillTx/>
                  <a:latin typeface="EYInterstate Regular" panose="02000503020000020004" pitchFamily="2" charset="0"/>
                </a:rPr>
              </a:br>
              <a:r>
                <a:rPr kumimoji="0" lang="pl-PL" sz="1400" b="1" i="0" u="none" strike="noStrike" kern="0" cap="none" spc="0" normalizeH="0" baseline="0" noProof="0">
                  <a:ln>
                    <a:noFill/>
                  </a:ln>
                  <a:solidFill>
                    <a:srgbClr val="2E2E38"/>
                  </a:solidFill>
                  <a:effectLst/>
                  <a:uLnTx/>
                  <a:uFillTx/>
                  <a:latin typeface="EYInterstate Regular" panose="02000503020000020004" pitchFamily="2" charset="0"/>
                </a:rPr>
                <a:t>centricity </a:t>
              </a:r>
            </a:p>
          </p:txBody>
        </p:sp>
      </p:grpSp>
    </p:spTree>
    <p:extLst>
      <p:ext uri="{BB962C8B-B14F-4D97-AF65-F5344CB8AC3E}">
        <p14:creationId xmlns:p14="http://schemas.microsoft.com/office/powerpoint/2010/main" val="138945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EF0803-0BE0-8CFF-ED73-997ABCD290D7}"/>
              </a:ext>
            </a:extLst>
          </p:cNvPr>
          <p:cNvSpPr>
            <a:spLocks noGrp="1"/>
          </p:cNvSpPr>
          <p:nvPr>
            <p:ph type="title"/>
          </p:nvPr>
        </p:nvSpPr>
        <p:spPr/>
        <p:txBody>
          <a:bodyPr/>
          <a:lstStyle/>
          <a:p>
            <a:r>
              <a:rPr lang="en-US" sz="2400">
                <a:latin typeface="EYInterstate Regular" panose="02000503020000020004" pitchFamily="2" charset="0"/>
              </a:rPr>
              <a:t>EY alliances will help you thrive</a:t>
            </a:r>
          </a:p>
        </p:txBody>
      </p:sp>
      <p:sp>
        <p:nvSpPr>
          <p:cNvPr id="6" name="Footer Placeholder 5">
            <a:extLst>
              <a:ext uri="{FF2B5EF4-FFF2-40B4-BE49-F238E27FC236}">
                <a16:creationId xmlns:a16="http://schemas.microsoft.com/office/drawing/2014/main" id="{EBDFD1CE-337D-9AE4-3573-D463152347E8}"/>
              </a:ext>
            </a:extLst>
          </p:cNvPr>
          <p:cNvSpPr>
            <a:spLocks noGrp="1"/>
          </p:cNvSpPr>
          <p:nvPr>
            <p:ph type="ftr" sz="quarter" idx="18"/>
          </p:nvPr>
        </p:nvSpPr>
        <p:spPr/>
        <p:txBody>
          <a:bodyPr/>
          <a:lstStyle/>
          <a:p>
            <a:r>
              <a:rPr lang="en-US" noProof="0"/>
              <a:t>Customer Experience</a:t>
            </a:r>
          </a:p>
        </p:txBody>
      </p:sp>
      <p:sp>
        <p:nvSpPr>
          <p:cNvPr id="5" name="Slide Number Placeholder 4">
            <a:extLst>
              <a:ext uri="{FF2B5EF4-FFF2-40B4-BE49-F238E27FC236}">
                <a16:creationId xmlns:a16="http://schemas.microsoft.com/office/drawing/2014/main" id="{81E2D38A-1ED4-25FC-28C2-3FFC73A213DE}"/>
              </a:ext>
            </a:extLst>
          </p:cNvPr>
          <p:cNvSpPr>
            <a:spLocks noGrp="1"/>
          </p:cNvSpPr>
          <p:nvPr>
            <p:ph type="sldNum" sz="quarter" idx="19"/>
          </p:nvPr>
        </p:nvSpPr>
        <p:spPr/>
        <p:txBody>
          <a:bodyPr/>
          <a:lstStyle/>
          <a:p>
            <a:fld id="{94FCA0F3-9F3A-694B-99BB-0E592A797735}" type="slidenum">
              <a:rPr lang="en-US" noProof="0" smtClean="0"/>
              <a:t>21</a:t>
            </a:fld>
            <a:endParaRPr lang="en-US" noProof="0"/>
          </a:p>
        </p:txBody>
      </p:sp>
      <p:sp>
        <p:nvSpPr>
          <p:cNvPr id="15" name="TextBox 14">
            <a:extLst>
              <a:ext uri="{FF2B5EF4-FFF2-40B4-BE49-F238E27FC236}">
                <a16:creationId xmlns:a16="http://schemas.microsoft.com/office/drawing/2014/main" id="{59974846-1C2A-3C07-E874-91719DC09349}"/>
              </a:ext>
            </a:extLst>
          </p:cNvPr>
          <p:cNvSpPr txBox="1"/>
          <p:nvPr/>
        </p:nvSpPr>
        <p:spPr>
          <a:xfrm>
            <a:off x="494766" y="1152307"/>
            <a:ext cx="6698997" cy="313932"/>
          </a:xfrm>
          <a:prstGeom prst="rect">
            <a:avLst/>
          </a:prstGeom>
          <a:noFill/>
        </p:spPr>
        <p:txBody>
          <a:bodyPr wrap="square" lIns="0" tIns="0" rIns="0" bIns="0">
            <a:spAutoFit/>
          </a:bodyPr>
          <a:lstStyle/>
          <a:p>
            <a:pPr defTabSz="913943">
              <a:lnSpc>
                <a:spcPct val="85000"/>
              </a:lnSpc>
              <a:buClr>
                <a:srgbClr val="FFE600"/>
              </a:buClr>
              <a:buSzPct val="70000"/>
              <a:defRPr/>
            </a:pPr>
            <a:r>
              <a:rPr lang="en-GB" sz="2400" kern="0">
                <a:solidFill>
                  <a:srgbClr val="FFFFFF"/>
                </a:solidFill>
              </a:rPr>
              <a:t>Alliances</a:t>
            </a:r>
          </a:p>
        </p:txBody>
      </p:sp>
      <p:grpSp>
        <p:nvGrpSpPr>
          <p:cNvPr id="56" name="Group 55">
            <a:extLst>
              <a:ext uri="{FF2B5EF4-FFF2-40B4-BE49-F238E27FC236}">
                <a16:creationId xmlns:a16="http://schemas.microsoft.com/office/drawing/2014/main" id="{030AB6BA-7D04-0C29-C90F-1C9B35A127DE}"/>
              </a:ext>
            </a:extLst>
          </p:cNvPr>
          <p:cNvGrpSpPr/>
          <p:nvPr/>
        </p:nvGrpSpPr>
        <p:grpSpPr>
          <a:xfrm>
            <a:off x="479172" y="1663845"/>
            <a:ext cx="10222662" cy="4570157"/>
            <a:chOff x="479172" y="1663845"/>
            <a:chExt cx="10222662" cy="4570157"/>
          </a:xfrm>
        </p:grpSpPr>
        <p:sp>
          <p:nvSpPr>
            <p:cNvPr id="7" name="TextBox 6">
              <a:extLst>
                <a:ext uri="{FF2B5EF4-FFF2-40B4-BE49-F238E27FC236}">
                  <a16:creationId xmlns:a16="http://schemas.microsoft.com/office/drawing/2014/main" id="{D98E4A22-FAE0-DA2B-09C1-B26229F6C09F}"/>
                </a:ext>
              </a:extLst>
            </p:cNvPr>
            <p:cNvSpPr txBox="1"/>
            <p:nvPr/>
          </p:nvSpPr>
          <p:spPr>
            <a:xfrm>
              <a:off x="494766" y="1663845"/>
              <a:ext cx="2018107" cy="2110104"/>
            </a:xfrm>
            <a:prstGeom prst="rect">
              <a:avLst/>
            </a:prstGeom>
          </p:spPr>
          <p:txBody>
            <a:bodyPr vert="horz" wrap="square" lIns="0" tIns="0" rIns="0" bIns="0" rtlCol="0" anchor="t" anchorCtr="0">
              <a:noAutofit/>
            </a:bodyPr>
            <a:lstStyle/>
            <a:p>
              <a:pPr>
                <a:spcAft>
                  <a:spcPts val="600"/>
                </a:spcAft>
              </a:pPr>
              <a:r>
                <a:rPr lang="en-GB" sz="1200" b="1">
                  <a:solidFill>
                    <a:schemeClr val="bg1"/>
                  </a:solidFill>
                  <a:effectLst/>
                  <a:latin typeface="EYInterstate Regular" panose="02000503020000020004" pitchFamily="2" charset="0"/>
                  <a:ea typeface="Calibri" panose="020F0502020204030204" pitchFamily="34" charset="0"/>
                  <a:cs typeface="Times New Roman" panose="02020603050405020304" pitchFamily="18" charset="0"/>
                </a:rPr>
                <a:t>Experience measurement</a:t>
              </a:r>
            </a:p>
            <a:p>
              <a:pPr algn="l">
                <a:spcAft>
                  <a:spcPts val="600"/>
                </a:spcAft>
                <a:buClrTx/>
              </a:pPr>
              <a:r>
                <a:rPr lang="en-GB" sz="1100" kern="0">
                  <a:solidFill>
                    <a:srgbClr val="FFFFFF"/>
                  </a:solidFill>
                </a:rPr>
                <a:t>Experience measurement brings together the data from all available customer facing touchpoints in a unified way </a:t>
              </a:r>
              <a:br>
                <a:rPr lang="en-GB" sz="1100" kern="0">
                  <a:solidFill>
                    <a:srgbClr val="FFFFFF"/>
                  </a:solidFill>
                </a:rPr>
              </a:br>
              <a:r>
                <a:rPr lang="en-GB" sz="1100" kern="0">
                  <a:solidFill>
                    <a:srgbClr val="FFFFFF"/>
                  </a:solidFill>
                </a:rPr>
                <a:t>for analysis.</a:t>
              </a:r>
            </a:p>
          </p:txBody>
        </p:sp>
        <p:sp>
          <p:nvSpPr>
            <p:cNvPr id="8" name="TextBox 7">
              <a:extLst>
                <a:ext uri="{FF2B5EF4-FFF2-40B4-BE49-F238E27FC236}">
                  <a16:creationId xmlns:a16="http://schemas.microsoft.com/office/drawing/2014/main" id="{8A0C70EA-79BB-FE45-E0A2-6D628CDED6DE}"/>
                </a:ext>
              </a:extLst>
            </p:cNvPr>
            <p:cNvSpPr txBox="1"/>
            <p:nvPr/>
          </p:nvSpPr>
          <p:spPr>
            <a:xfrm>
              <a:off x="3151513" y="1675004"/>
              <a:ext cx="2077002" cy="2110104"/>
            </a:xfrm>
            <a:prstGeom prst="rect">
              <a:avLst/>
            </a:prstGeom>
          </p:spPr>
          <p:txBody>
            <a:bodyPr vert="horz" wrap="square" lIns="0" tIns="0" rIns="0" bIns="0" rtlCol="0" anchor="t" anchorCtr="0">
              <a:noAutofit/>
            </a:bodyPr>
            <a:lstStyle/>
            <a:p>
              <a:pPr>
                <a:spcAft>
                  <a:spcPts val="600"/>
                </a:spcAft>
              </a:pPr>
              <a:r>
                <a:rPr lang="en-GB" sz="1200" b="1">
                  <a:solidFill>
                    <a:schemeClr val="bg1"/>
                  </a:solidFill>
                  <a:latin typeface="EYInterstate Regular" panose="02000503020000020004" pitchFamily="2" charset="0"/>
                  <a:cs typeface="Times New Roman" panose="02020603050405020304" pitchFamily="18" charset="0"/>
                </a:rPr>
                <a:t>Omnichannel Orchestration</a:t>
              </a:r>
            </a:p>
            <a:p>
              <a:pPr>
                <a:spcAft>
                  <a:spcPts val="600"/>
                </a:spcAft>
              </a:pPr>
              <a:r>
                <a:rPr lang="en-GB" sz="1100" kern="0">
                  <a:solidFill>
                    <a:srgbClr val="FFFFFF"/>
                  </a:solidFill>
                </a:rPr>
                <a:t>Sending any message to any channel orchestrated by one system which serves as a single cockpit to shape and monitor the communication.</a:t>
              </a:r>
            </a:p>
          </p:txBody>
        </p:sp>
        <p:sp>
          <p:nvSpPr>
            <p:cNvPr id="9" name="TextBox 8">
              <a:extLst>
                <a:ext uri="{FF2B5EF4-FFF2-40B4-BE49-F238E27FC236}">
                  <a16:creationId xmlns:a16="http://schemas.microsoft.com/office/drawing/2014/main" id="{32778C0C-551A-A04C-3CC8-A6DC84502D23}"/>
                </a:ext>
              </a:extLst>
            </p:cNvPr>
            <p:cNvSpPr txBox="1"/>
            <p:nvPr/>
          </p:nvSpPr>
          <p:spPr>
            <a:xfrm>
              <a:off x="494766" y="4123898"/>
              <a:ext cx="2211829" cy="2110104"/>
            </a:xfrm>
            <a:prstGeom prst="rect">
              <a:avLst/>
            </a:prstGeom>
          </p:spPr>
          <p:txBody>
            <a:bodyPr vert="horz" wrap="square" lIns="0" tIns="0" rIns="0" bIns="0" rtlCol="0" anchor="t" anchorCtr="0">
              <a:noAutofit/>
            </a:bodyPr>
            <a:lstStyle/>
            <a:p>
              <a:pPr>
                <a:spcAft>
                  <a:spcPts val="600"/>
                </a:spcAft>
              </a:pPr>
              <a:r>
                <a:rPr lang="en-GB" sz="1200" b="1">
                  <a:solidFill>
                    <a:schemeClr val="bg1"/>
                  </a:solidFill>
                  <a:latin typeface="EYInterstate Regular" panose="02000503020000020004" pitchFamily="2" charset="0"/>
                  <a:cs typeface="Times New Roman" panose="02020603050405020304" pitchFamily="18" charset="0"/>
                </a:rPr>
                <a:t>Next-best-action offer decisioning</a:t>
              </a:r>
            </a:p>
            <a:p>
              <a:pPr>
                <a:spcAft>
                  <a:spcPts val="600"/>
                </a:spcAft>
              </a:pPr>
              <a:r>
                <a:rPr lang="en-GB" sz="1100" kern="0">
                  <a:solidFill>
                    <a:srgbClr val="FFFFFF"/>
                  </a:solidFill>
                </a:rPr>
                <a:t>Always offer the (potential) customer the best fitting offer in your product range or most enticing action to engage </a:t>
              </a:r>
              <a:br>
                <a:rPr lang="en-GB" sz="1100" kern="0">
                  <a:solidFill>
                    <a:srgbClr val="FFFFFF"/>
                  </a:solidFill>
                </a:rPr>
              </a:br>
              <a:r>
                <a:rPr lang="en-GB" sz="1100" kern="0">
                  <a:solidFill>
                    <a:srgbClr val="FFFFFF"/>
                  </a:solidFill>
                </a:rPr>
                <a:t>the customer.</a:t>
              </a:r>
            </a:p>
          </p:txBody>
        </p:sp>
        <p:sp>
          <p:nvSpPr>
            <p:cNvPr id="10" name="TextBox 9">
              <a:extLst>
                <a:ext uri="{FF2B5EF4-FFF2-40B4-BE49-F238E27FC236}">
                  <a16:creationId xmlns:a16="http://schemas.microsoft.com/office/drawing/2014/main" id="{871038FE-CA01-8CAD-FE86-22B6302F80B6}"/>
                </a:ext>
              </a:extLst>
            </p:cNvPr>
            <p:cNvSpPr txBox="1"/>
            <p:nvPr/>
          </p:nvSpPr>
          <p:spPr>
            <a:xfrm>
              <a:off x="3151513" y="4123898"/>
              <a:ext cx="2089373" cy="2110104"/>
            </a:xfrm>
            <a:prstGeom prst="rect">
              <a:avLst/>
            </a:prstGeom>
          </p:spPr>
          <p:txBody>
            <a:bodyPr vert="horz" wrap="square" lIns="0" tIns="0" rIns="0" bIns="0" rtlCol="0" anchor="t" anchorCtr="0">
              <a:noAutofit/>
            </a:bodyPr>
            <a:lstStyle/>
            <a:p>
              <a:pPr>
                <a:spcAft>
                  <a:spcPts val="600"/>
                </a:spcAft>
              </a:pPr>
              <a:r>
                <a:rPr lang="en-GB" sz="1200" b="1">
                  <a:solidFill>
                    <a:schemeClr val="bg1"/>
                  </a:solidFill>
                  <a:latin typeface="EYInterstate Regular"/>
                  <a:cs typeface="Times New Roman"/>
                </a:rPr>
                <a:t>E-Commerce / Web</a:t>
              </a:r>
            </a:p>
            <a:p>
              <a:pPr>
                <a:spcAft>
                  <a:spcPts val="600"/>
                </a:spcAft>
              </a:pPr>
              <a:r>
                <a:rPr lang="en-GB" sz="1100" kern="0">
                  <a:solidFill>
                    <a:srgbClr val="FFFFFF"/>
                  </a:solidFill>
                </a:rPr>
                <a:t>Sell products online to the customer straight from your website. No salesperson needed, just a way to ship the product to the customer.</a:t>
              </a:r>
            </a:p>
          </p:txBody>
        </p:sp>
        <p:sp>
          <p:nvSpPr>
            <p:cNvPr id="11" name="TextBox 10">
              <a:extLst>
                <a:ext uri="{FF2B5EF4-FFF2-40B4-BE49-F238E27FC236}">
                  <a16:creationId xmlns:a16="http://schemas.microsoft.com/office/drawing/2014/main" id="{CDBA7556-5960-DE72-02A3-C03DE9AC830F}"/>
                </a:ext>
              </a:extLst>
            </p:cNvPr>
            <p:cNvSpPr txBox="1"/>
            <p:nvPr/>
          </p:nvSpPr>
          <p:spPr>
            <a:xfrm>
              <a:off x="5808259" y="1675004"/>
              <a:ext cx="2057812" cy="2110104"/>
            </a:xfrm>
            <a:prstGeom prst="rect">
              <a:avLst/>
            </a:prstGeom>
          </p:spPr>
          <p:txBody>
            <a:bodyPr vert="horz" wrap="square" lIns="0" tIns="0" rIns="0" bIns="0" rtlCol="0" anchor="t" anchorCtr="0">
              <a:noAutofit/>
            </a:bodyPr>
            <a:lstStyle/>
            <a:p>
              <a:pPr>
                <a:spcAft>
                  <a:spcPts val="600"/>
                </a:spcAft>
              </a:pPr>
              <a:r>
                <a:rPr lang="en-GB" sz="1200" b="1">
                  <a:solidFill>
                    <a:schemeClr val="bg1"/>
                  </a:solidFill>
                  <a:latin typeface="EYInterstate Regular" panose="02000503020000020004" pitchFamily="2" charset="0"/>
                  <a:cs typeface="Times New Roman" panose="02020603050405020304" pitchFamily="18" charset="0"/>
                </a:rPr>
                <a:t>Engagement marketing</a:t>
              </a:r>
            </a:p>
            <a:p>
              <a:pPr>
                <a:spcAft>
                  <a:spcPts val="600"/>
                </a:spcAft>
              </a:pPr>
              <a:r>
                <a:rPr lang="en-GB" sz="1100" kern="0">
                  <a:solidFill>
                    <a:srgbClr val="FFFFFF"/>
                  </a:solidFill>
                </a:rPr>
                <a:t>Engagement marketing uses various interesting bits of content distributed over different channels to engage the (potential) customer.</a:t>
              </a:r>
            </a:p>
          </p:txBody>
        </p:sp>
        <p:sp>
          <p:nvSpPr>
            <p:cNvPr id="12" name="TextBox 11">
              <a:extLst>
                <a:ext uri="{FF2B5EF4-FFF2-40B4-BE49-F238E27FC236}">
                  <a16:creationId xmlns:a16="http://schemas.microsoft.com/office/drawing/2014/main" id="{BF3C541E-B018-9B15-99B5-A2103AEE3884}"/>
                </a:ext>
              </a:extLst>
            </p:cNvPr>
            <p:cNvSpPr txBox="1"/>
            <p:nvPr/>
          </p:nvSpPr>
          <p:spPr>
            <a:xfrm>
              <a:off x="5808259" y="4123898"/>
              <a:ext cx="2094617" cy="2110104"/>
            </a:xfrm>
            <a:prstGeom prst="rect">
              <a:avLst/>
            </a:prstGeom>
          </p:spPr>
          <p:txBody>
            <a:bodyPr vert="horz" wrap="square" lIns="0" tIns="0" rIns="0" bIns="0" rtlCol="0" anchor="t" anchorCtr="0">
              <a:noAutofit/>
            </a:bodyPr>
            <a:lstStyle/>
            <a:p>
              <a:pPr>
                <a:spcAft>
                  <a:spcPts val="600"/>
                </a:spcAft>
              </a:pPr>
              <a:r>
                <a:rPr lang="en-GB" sz="1200" b="1">
                  <a:solidFill>
                    <a:schemeClr val="bg1"/>
                  </a:solidFill>
                  <a:latin typeface="EYInterstate Regular" panose="02000503020000020004" pitchFamily="2" charset="0"/>
                  <a:cs typeface="Times New Roman" panose="02020603050405020304" pitchFamily="18" charset="0"/>
                </a:rPr>
                <a:t>360 customer view</a:t>
              </a:r>
            </a:p>
            <a:p>
              <a:pPr>
                <a:spcAft>
                  <a:spcPts val="600"/>
                </a:spcAft>
              </a:pPr>
              <a:r>
                <a:rPr lang="en-GB" sz="1100" kern="0">
                  <a:solidFill>
                    <a:srgbClr val="FFFFFF"/>
                  </a:solidFill>
                </a:rPr>
                <a:t>The 360 customer view combines customer data in a single source of truth, bringing together behaviour, demographics, preferences, etc.</a:t>
              </a:r>
            </a:p>
          </p:txBody>
        </p:sp>
        <p:sp>
          <p:nvSpPr>
            <p:cNvPr id="13" name="TextBox 12">
              <a:extLst>
                <a:ext uri="{FF2B5EF4-FFF2-40B4-BE49-F238E27FC236}">
                  <a16:creationId xmlns:a16="http://schemas.microsoft.com/office/drawing/2014/main" id="{048FCCA9-03C7-B6EA-0648-04DD29EF2652}"/>
                </a:ext>
              </a:extLst>
            </p:cNvPr>
            <p:cNvSpPr txBox="1"/>
            <p:nvPr/>
          </p:nvSpPr>
          <p:spPr>
            <a:xfrm>
              <a:off x="8452524" y="1697329"/>
              <a:ext cx="2059452" cy="2110104"/>
            </a:xfrm>
            <a:prstGeom prst="rect">
              <a:avLst/>
            </a:prstGeom>
          </p:spPr>
          <p:txBody>
            <a:bodyPr vert="horz" wrap="square" lIns="0" tIns="0" rIns="0" bIns="0" rtlCol="0" anchor="t" anchorCtr="0">
              <a:noAutofit/>
            </a:bodyPr>
            <a:lstStyle/>
            <a:p>
              <a:pPr>
                <a:spcAft>
                  <a:spcPts val="600"/>
                </a:spcAft>
              </a:pPr>
              <a:r>
                <a:rPr lang="en-GB" sz="1200" b="1">
                  <a:solidFill>
                    <a:schemeClr val="bg1"/>
                  </a:solidFill>
                  <a:latin typeface="EYInterstate Regular" panose="02000503020000020004" pitchFamily="2" charset="0"/>
                  <a:cs typeface="Times New Roman" panose="02020603050405020304" pitchFamily="18" charset="0"/>
                </a:rPr>
                <a:t>Hyper-personalization</a:t>
              </a:r>
            </a:p>
            <a:p>
              <a:pPr>
                <a:spcAft>
                  <a:spcPts val="600"/>
                </a:spcAft>
              </a:pPr>
              <a:r>
                <a:rPr lang="en-GB" sz="1100" kern="0">
                  <a:solidFill>
                    <a:srgbClr val="FFFFFF"/>
                  </a:solidFill>
                </a:rPr>
                <a:t>One step beyond normal personalization by also making use of Al, data models and next-best action functionality. True 1 to 1 communication.</a:t>
              </a:r>
            </a:p>
          </p:txBody>
        </p:sp>
        <p:sp>
          <p:nvSpPr>
            <p:cNvPr id="14" name="TextBox 13">
              <a:extLst>
                <a:ext uri="{FF2B5EF4-FFF2-40B4-BE49-F238E27FC236}">
                  <a16:creationId xmlns:a16="http://schemas.microsoft.com/office/drawing/2014/main" id="{39B31377-C569-16DA-F171-25D36D9B097F}"/>
                </a:ext>
              </a:extLst>
            </p:cNvPr>
            <p:cNvSpPr txBox="1"/>
            <p:nvPr/>
          </p:nvSpPr>
          <p:spPr>
            <a:xfrm>
              <a:off x="8452524" y="4123898"/>
              <a:ext cx="2059450" cy="2110104"/>
            </a:xfrm>
            <a:prstGeom prst="rect">
              <a:avLst/>
            </a:prstGeom>
          </p:spPr>
          <p:txBody>
            <a:bodyPr vert="horz" wrap="square" lIns="0" tIns="0" rIns="0" bIns="0" rtlCol="0" anchor="t" anchorCtr="0">
              <a:noAutofit/>
            </a:bodyPr>
            <a:lstStyle/>
            <a:p>
              <a:pPr>
                <a:spcAft>
                  <a:spcPts val="600"/>
                </a:spcAft>
              </a:pPr>
              <a:r>
                <a:rPr lang="en-GB" sz="1200" b="1">
                  <a:solidFill>
                    <a:schemeClr val="bg1"/>
                  </a:solidFill>
                  <a:latin typeface="EYInterstate Regular" panose="02000503020000020004" pitchFamily="2" charset="0"/>
                  <a:cs typeface="Times New Roman" panose="02020603050405020304" pitchFamily="18" charset="0"/>
                </a:rPr>
                <a:t>Al and data models</a:t>
              </a:r>
            </a:p>
            <a:p>
              <a:pPr>
                <a:spcAft>
                  <a:spcPts val="600"/>
                </a:spcAft>
              </a:pPr>
              <a:r>
                <a:rPr lang="en-GB" sz="1100" kern="0">
                  <a:solidFill>
                    <a:srgbClr val="FFFFFF"/>
                  </a:solidFill>
                </a:rPr>
                <a:t>Al and data models steer customer interactions in the right direction and/or have </a:t>
              </a:r>
              <a:br>
                <a:rPr lang="en-GB" sz="1100" kern="0">
                  <a:solidFill>
                    <a:srgbClr val="FFFFFF"/>
                  </a:solidFill>
                </a:rPr>
              </a:br>
              <a:r>
                <a:rPr lang="en-GB" sz="1100" kern="0">
                  <a:solidFill>
                    <a:srgbClr val="FFFFFF"/>
                  </a:solidFill>
                </a:rPr>
                <a:t>early signals for churn, life events, etc.</a:t>
              </a:r>
            </a:p>
          </p:txBody>
        </p:sp>
        <p:cxnSp>
          <p:nvCxnSpPr>
            <p:cNvPr id="16" name="Straight Connector 15">
              <a:extLst>
                <a:ext uri="{FF2B5EF4-FFF2-40B4-BE49-F238E27FC236}">
                  <a16:creationId xmlns:a16="http://schemas.microsoft.com/office/drawing/2014/main" id="{6E68F3FE-9ADB-3A90-4A6C-12557B53CBAE}"/>
                </a:ext>
              </a:extLst>
            </p:cNvPr>
            <p:cNvCxnSpPr>
              <a:cxnSpLocks/>
            </p:cNvCxnSpPr>
            <p:nvPr/>
          </p:nvCxnSpPr>
          <p:spPr>
            <a:xfrm>
              <a:off x="494766" y="3890926"/>
              <a:ext cx="10207068" cy="0"/>
            </a:xfrm>
            <a:prstGeom prst="line">
              <a:avLst/>
            </a:prstGeom>
            <a:ln w="9525">
              <a:solidFill>
                <a:schemeClr val="bg1"/>
              </a:solidFill>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504DE843-3FB4-CB60-2628-251B122A001B}"/>
                </a:ext>
              </a:extLst>
            </p:cNvPr>
            <p:cNvCxnSpPr>
              <a:cxnSpLocks/>
            </p:cNvCxnSpPr>
            <p:nvPr/>
          </p:nvCxnSpPr>
          <p:spPr>
            <a:xfrm>
              <a:off x="8054605" y="1675004"/>
              <a:ext cx="0" cy="4400175"/>
            </a:xfrm>
            <a:prstGeom prst="line">
              <a:avLst/>
            </a:prstGeom>
            <a:ln w="9525">
              <a:solidFill>
                <a:schemeClr val="bg1"/>
              </a:solidFill>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256C6E5E-8E5E-1C8A-1209-2532E83CE022}"/>
                </a:ext>
              </a:extLst>
            </p:cNvPr>
            <p:cNvCxnSpPr>
              <a:cxnSpLocks/>
            </p:cNvCxnSpPr>
            <p:nvPr/>
          </p:nvCxnSpPr>
          <p:spPr>
            <a:xfrm>
              <a:off x="5408699" y="1675004"/>
              <a:ext cx="0" cy="4400175"/>
            </a:xfrm>
            <a:prstGeom prst="line">
              <a:avLst/>
            </a:prstGeom>
            <a:ln w="9525">
              <a:solidFill>
                <a:schemeClr val="bg1"/>
              </a:solidFill>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F99D5915-ACBE-365E-3913-609B359D497C}"/>
                </a:ext>
              </a:extLst>
            </p:cNvPr>
            <p:cNvCxnSpPr>
              <a:cxnSpLocks/>
            </p:cNvCxnSpPr>
            <p:nvPr/>
          </p:nvCxnSpPr>
          <p:spPr>
            <a:xfrm>
              <a:off x="2771139" y="1675004"/>
              <a:ext cx="0" cy="4400175"/>
            </a:xfrm>
            <a:prstGeom prst="line">
              <a:avLst/>
            </a:prstGeom>
            <a:ln w="9525">
              <a:solidFill>
                <a:schemeClr val="bg1"/>
              </a:solidFill>
              <a:tailEnd type="none"/>
            </a:ln>
          </p:spPr>
          <p:style>
            <a:lnRef idx="1">
              <a:schemeClr val="accent1"/>
            </a:lnRef>
            <a:fillRef idx="0">
              <a:schemeClr val="accent1"/>
            </a:fillRef>
            <a:effectRef idx="0">
              <a:schemeClr val="accent1"/>
            </a:effectRef>
            <a:fontRef idx="minor">
              <a:schemeClr val="tx1"/>
            </a:fontRef>
          </p:style>
        </p:cxnSp>
        <p:pic>
          <p:nvPicPr>
            <p:cNvPr id="20" name="Picture 19" descr="Logo&#10;&#10;Description automatically generated">
              <a:extLst>
                <a:ext uri="{FF2B5EF4-FFF2-40B4-BE49-F238E27FC236}">
                  <a16:creationId xmlns:a16="http://schemas.microsoft.com/office/drawing/2014/main" id="{F2EA6E26-3BED-22A9-F06F-8A6DC6974542}"/>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494766" y="3010116"/>
              <a:ext cx="724625" cy="189007"/>
            </a:xfrm>
            <a:prstGeom prst="rect">
              <a:avLst/>
            </a:prstGeom>
          </p:spPr>
        </p:pic>
        <p:grpSp>
          <p:nvGrpSpPr>
            <p:cNvPr id="44" name="Graphic 20">
              <a:extLst>
                <a:ext uri="{FF2B5EF4-FFF2-40B4-BE49-F238E27FC236}">
                  <a16:creationId xmlns:a16="http://schemas.microsoft.com/office/drawing/2014/main" id="{D8C1CAA8-6DD6-7EB2-08BF-118C84D5F724}"/>
                </a:ext>
              </a:extLst>
            </p:cNvPr>
            <p:cNvGrpSpPr/>
            <p:nvPr/>
          </p:nvGrpSpPr>
          <p:grpSpPr>
            <a:xfrm>
              <a:off x="6874127" y="3004823"/>
              <a:ext cx="666814" cy="189070"/>
              <a:chOff x="6874127" y="3004823"/>
              <a:chExt cx="666814" cy="189070"/>
            </a:xfrm>
          </p:grpSpPr>
          <p:grpSp>
            <p:nvGrpSpPr>
              <p:cNvPr id="46" name="Graphic 20">
                <a:extLst>
                  <a:ext uri="{FF2B5EF4-FFF2-40B4-BE49-F238E27FC236}">
                    <a16:creationId xmlns:a16="http://schemas.microsoft.com/office/drawing/2014/main" id="{EF36753B-3278-6BF2-92E2-D1A8B2BAE256}"/>
                  </a:ext>
                </a:extLst>
              </p:cNvPr>
              <p:cNvGrpSpPr/>
              <p:nvPr/>
            </p:nvGrpSpPr>
            <p:grpSpPr>
              <a:xfrm>
                <a:off x="6874127" y="3036199"/>
                <a:ext cx="666814" cy="157694"/>
                <a:chOff x="6874127" y="3036199"/>
                <a:chExt cx="666814" cy="157694"/>
              </a:xfrm>
              <a:solidFill>
                <a:srgbClr val="33475B"/>
              </a:solidFill>
            </p:grpSpPr>
            <p:sp>
              <p:nvSpPr>
                <p:cNvPr id="48" name="Freeform 47">
                  <a:extLst>
                    <a:ext uri="{FF2B5EF4-FFF2-40B4-BE49-F238E27FC236}">
                      <a16:creationId xmlns:a16="http://schemas.microsoft.com/office/drawing/2014/main" id="{E8AB5D18-2F3E-2FA3-11C6-C42DE1DB2B47}"/>
                    </a:ext>
                  </a:extLst>
                </p:cNvPr>
                <p:cNvSpPr/>
                <p:nvPr/>
              </p:nvSpPr>
              <p:spPr>
                <a:xfrm>
                  <a:off x="6874127" y="3036199"/>
                  <a:ext cx="95448" cy="127264"/>
                </a:xfrm>
                <a:custGeom>
                  <a:avLst/>
                  <a:gdLst>
                    <a:gd name="connsiteX0" fmla="*/ 72200 w 95448"/>
                    <a:gd name="connsiteY0" fmla="*/ 0 h 127264"/>
                    <a:gd name="connsiteX1" fmla="*/ 72200 w 95448"/>
                    <a:gd name="connsiteY1" fmla="*/ 53300 h 127264"/>
                    <a:gd name="connsiteX2" fmla="*/ 23248 w 95448"/>
                    <a:gd name="connsiteY2" fmla="*/ 53300 h 127264"/>
                    <a:gd name="connsiteX3" fmla="*/ 23248 w 95448"/>
                    <a:gd name="connsiteY3" fmla="*/ 0 h 127264"/>
                    <a:gd name="connsiteX4" fmla="*/ 0 w 95448"/>
                    <a:gd name="connsiteY4" fmla="*/ 0 h 127264"/>
                    <a:gd name="connsiteX5" fmla="*/ 0 w 95448"/>
                    <a:gd name="connsiteY5" fmla="*/ 127265 h 127264"/>
                    <a:gd name="connsiteX6" fmla="*/ 23248 w 95448"/>
                    <a:gd name="connsiteY6" fmla="*/ 127265 h 127264"/>
                    <a:gd name="connsiteX7" fmla="*/ 23248 w 95448"/>
                    <a:gd name="connsiteY7" fmla="*/ 75666 h 127264"/>
                    <a:gd name="connsiteX8" fmla="*/ 72200 w 95448"/>
                    <a:gd name="connsiteY8" fmla="*/ 75666 h 127264"/>
                    <a:gd name="connsiteX9" fmla="*/ 72200 w 95448"/>
                    <a:gd name="connsiteY9" fmla="*/ 127265 h 127264"/>
                    <a:gd name="connsiteX10" fmla="*/ 95448 w 95448"/>
                    <a:gd name="connsiteY10" fmla="*/ 127265 h 127264"/>
                    <a:gd name="connsiteX11" fmla="*/ 95448 w 95448"/>
                    <a:gd name="connsiteY11" fmla="*/ 0 h 127264"/>
                    <a:gd name="connsiteX12" fmla="*/ 72200 w 95448"/>
                    <a:gd name="connsiteY12" fmla="*/ 0 h 1272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5448" h="127264">
                      <a:moveTo>
                        <a:pt x="72200" y="0"/>
                      </a:moveTo>
                      <a:lnTo>
                        <a:pt x="72200" y="53300"/>
                      </a:lnTo>
                      <a:lnTo>
                        <a:pt x="23248" y="53300"/>
                      </a:lnTo>
                      <a:lnTo>
                        <a:pt x="23248" y="0"/>
                      </a:lnTo>
                      <a:lnTo>
                        <a:pt x="0" y="0"/>
                      </a:lnTo>
                      <a:lnTo>
                        <a:pt x="0" y="127265"/>
                      </a:lnTo>
                      <a:lnTo>
                        <a:pt x="23248" y="127265"/>
                      </a:lnTo>
                      <a:lnTo>
                        <a:pt x="23248" y="75666"/>
                      </a:lnTo>
                      <a:lnTo>
                        <a:pt x="72200" y="75666"/>
                      </a:lnTo>
                      <a:lnTo>
                        <a:pt x="72200" y="127265"/>
                      </a:lnTo>
                      <a:lnTo>
                        <a:pt x="95448" y="127265"/>
                      </a:lnTo>
                      <a:lnTo>
                        <a:pt x="95448" y="0"/>
                      </a:lnTo>
                      <a:lnTo>
                        <a:pt x="72200" y="0"/>
                      </a:lnTo>
                      <a:close/>
                    </a:path>
                  </a:pathLst>
                </a:custGeom>
                <a:solidFill>
                  <a:schemeClr val="bg1"/>
                </a:solidFill>
                <a:ln w="6290" cap="flat">
                  <a:noFill/>
                  <a:prstDash val="solid"/>
                  <a:miter/>
                </a:ln>
              </p:spPr>
              <p:txBody>
                <a:bodyPr rtlCol="0" anchor="ctr"/>
                <a:lstStyle/>
                <a:p>
                  <a:endParaRPr lang="en-US"/>
                </a:p>
              </p:txBody>
            </p:sp>
            <p:sp>
              <p:nvSpPr>
                <p:cNvPr id="50" name="Freeform 49">
                  <a:extLst>
                    <a:ext uri="{FF2B5EF4-FFF2-40B4-BE49-F238E27FC236}">
                      <a16:creationId xmlns:a16="http://schemas.microsoft.com/office/drawing/2014/main" id="{C399338D-3F64-3357-D44F-AD47C428CF0E}"/>
                    </a:ext>
                  </a:extLst>
                </p:cNvPr>
                <p:cNvSpPr/>
                <p:nvPr/>
              </p:nvSpPr>
              <p:spPr>
                <a:xfrm>
                  <a:off x="6983246" y="3067889"/>
                  <a:ext cx="82469" cy="94214"/>
                </a:xfrm>
                <a:custGeom>
                  <a:avLst/>
                  <a:gdLst>
                    <a:gd name="connsiteX0" fmla="*/ 60482 w 82469"/>
                    <a:gd name="connsiteY0" fmla="*/ 54434 h 94214"/>
                    <a:gd name="connsiteX1" fmla="*/ 41266 w 82469"/>
                    <a:gd name="connsiteY1" fmla="*/ 73650 h 94214"/>
                    <a:gd name="connsiteX2" fmla="*/ 22051 w 82469"/>
                    <a:gd name="connsiteY2" fmla="*/ 54434 h 94214"/>
                    <a:gd name="connsiteX3" fmla="*/ 22051 w 82469"/>
                    <a:gd name="connsiteY3" fmla="*/ 0 h 94214"/>
                    <a:gd name="connsiteX4" fmla="*/ 0 w 82469"/>
                    <a:gd name="connsiteY4" fmla="*/ 0 h 94214"/>
                    <a:gd name="connsiteX5" fmla="*/ 0 w 82469"/>
                    <a:gd name="connsiteY5" fmla="*/ 54560 h 94214"/>
                    <a:gd name="connsiteX6" fmla="*/ 42847 w 82469"/>
                    <a:gd name="connsiteY6" fmla="*/ 94183 h 94214"/>
                    <a:gd name="connsiteX7" fmla="*/ 82470 w 82469"/>
                    <a:gd name="connsiteY7" fmla="*/ 54560 h 94214"/>
                    <a:gd name="connsiteX8" fmla="*/ 82470 w 82469"/>
                    <a:gd name="connsiteY8" fmla="*/ 0 h 94214"/>
                    <a:gd name="connsiteX9" fmla="*/ 60482 w 82469"/>
                    <a:gd name="connsiteY9" fmla="*/ 0 h 94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469" h="94214">
                      <a:moveTo>
                        <a:pt x="60482" y="54434"/>
                      </a:moveTo>
                      <a:cubicBezTo>
                        <a:pt x="60482" y="65047"/>
                        <a:pt x="51879" y="73650"/>
                        <a:pt x="41266" y="73650"/>
                      </a:cubicBezTo>
                      <a:cubicBezTo>
                        <a:pt x="30654" y="73650"/>
                        <a:pt x="22051" y="65047"/>
                        <a:pt x="22051" y="54434"/>
                      </a:cubicBezTo>
                      <a:lnTo>
                        <a:pt x="22051" y="0"/>
                      </a:lnTo>
                      <a:lnTo>
                        <a:pt x="0" y="0"/>
                      </a:lnTo>
                      <a:lnTo>
                        <a:pt x="0" y="54560"/>
                      </a:lnTo>
                      <a:cubicBezTo>
                        <a:pt x="890" y="77333"/>
                        <a:pt x="20074" y="95073"/>
                        <a:pt x="42847" y="94183"/>
                      </a:cubicBezTo>
                      <a:cubicBezTo>
                        <a:pt x="64372" y="93341"/>
                        <a:pt x="81628" y="76085"/>
                        <a:pt x="82470" y="54560"/>
                      </a:cubicBezTo>
                      <a:lnTo>
                        <a:pt x="82470" y="0"/>
                      </a:lnTo>
                      <a:lnTo>
                        <a:pt x="60482" y="0"/>
                      </a:lnTo>
                      <a:close/>
                    </a:path>
                  </a:pathLst>
                </a:custGeom>
                <a:solidFill>
                  <a:schemeClr val="bg1"/>
                </a:solidFill>
                <a:ln w="6290" cap="flat">
                  <a:noFill/>
                  <a:prstDash val="solid"/>
                  <a:miter/>
                </a:ln>
              </p:spPr>
              <p:txBody>
                <a:bodyPr rtlCol="0" anchor="ctr"/>
                <a:lstStyle/>
                <a:p>
                  <a:endParaRPr lang="en-US"/>
                </a:p>
              </p:txBody>
            </p:sp>
            <p:sp>
              <p:nvSpPr>
                <p:cNvPr id="51" name="Freeform 50">
                  <a:extLst>
                    <a:ext uri="{FF2B5EF4-FFF2-40B4-BE49-F238E27FC236}">
                      <a16:creationId xmlns:a16="http://schemas.microsoft.com/office/drawing/2014/main" id="{0173781C-7B75-421F-2D2D-3C8E04460C79}"/>
                    </a:ext>
                  </a:extLst>
                </p:cNvPr>
                <p:cNvSpPr/>
                <p:nvPr/>
              </p:nvSpPr>
              <p:spPr>
                <a:xfrm>
                  <a:off x="7180821" y="3036388"/>
                  <a:ext cx="78815" cy="127012"/>
                </a:xfrm>
                <a:custGeom>
                  <a:avLst/>
                  <a:gdLst>
                    <a:gd name="connsiteX0" fmla="*/ 26713 w 78815"/>
                    <a:gd name="connsiteY0" fmla="*/ 37045 h 127012"/>
                    <a:gd name="connsiteX1" fmla="*/ 39131 w 78815"/>
                    <a:gd name="connsiteY1" fmla="*/ 22226 h 127012"/>
                    <a:gd name="connsiteX2" fmla="*/ 42211 w 78815"/>
                    <a:gd name="connsiteY2" fmla="*/ 22303 h 127012"/>
                    <a:gd name="connsiteX3" fmla="*/ 63002 w 78815"/>
                    <a:gd name="connsiteY3" fmla="*/ 33265 h 127012"/>
                    <a:gd name="connsiteX4" fmla="*/ 77115 w 78815"/>
                    <a:gd name="connsiteY4" fmla="*/ 16255 h 127012"/>
                    <a:gd name="connsiteX5" fmla="*/ 43471 w 78815"/>
                    <a:gd name="connsiteY5" fmla="*/ 0 h 127012"/>
                    <a:gd name="connsiteX6" fmla="*/ 2268 w 78815"/>
                    <a:gd name="connsiteY6" fmla="*/ 37234 h 127012"/>
                    <a:gd name="connsiteX7" fmla="*/ 54875 w 78815"/>
                    <a:gd name="connsiteY7" fmla="*/ 90723 h 127012"/>
                    <a:gd name="connsiteX8" fmla="*/ 39313 w 78815"/>
                    <a:gd name="connsiteY8" fmla="*/ 104584 h 127012"/>
                    <a:gd name="connsiteX9" fmla="*/ 16002 w 78815"/>
                    <a:gd name="connsiteY9" fmla="*/ 91416 h 127012"/>
                    <a:gd name="connsiteX10" fmla="*/ 0 w 78815"/>
                    <a:gd name="connsiteY10" fmla="*/ 108112 h 127012"/>
                    <a:gd name="connsiteX11" fmla="*/ 37801 w 78815"/>
                    <a:gd name="connsiteY11" fmla="*/ 127013 h 127012"/>
                    <a:gd name="connsiteX12" fmla="*/ 78816 w 78815"/>
                    <a:gd name="connsiteY12" fmla="*/ 90660 h 127012"/>
                    <a:gd name="connsiteX13" fmla="*/ 26146 w 78815"/>
                    <a:gd name="connsiteY13" fmla="*/ 36982 h 127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8815" h="127012">
                      <a:moveTo>
                        <a:pt x="26713" y="37045"/>
                      </a:moveTo>
                      <a:cubicBezTo>
                        <a:pt x="26049" y="29524"/>
                        <a:pt x="31609" y="22889"/>
                        <a:pt x="39131" y="22226"/>
                      </a:cubicBezTo>
                      <a:cubicBezTo>
                        <a:pt x="40157" y="22135"/>
                        <a:pt x="41191" y="22161"/>
                        <a:pt x="42211" y="22303"/>
                      </a:cubicBezTo>
                      <a:cubicBezTo>
                        <a:pt x="50250" y="23288"/>
                        <a:pt x="57648" y="27189"/>
                        <a:pt x="63002" y="33265"/>
                      </a:cubicBezTo>
                      <a:lnTo>
                        <a:pt x="77115" y="16255"/>
                      </a:lnTo>
                      <a:cubicBezTo>
                        <a:pt x="68746" y="6268"/>
                        <a:pt x="56497" y="350"/>
                        <a:pt x="43471" y="0"/>
                      </a:cubicBezTo>
                      <a:cubicBezTo>
                        <a:pt x="19531" y="0"/>
                        <a:pt x="2268" y="13987"/>
                        <a:pt x="2268" y="37234"/>
                      </a:cubicBezTo>
                      <a:cubicBezTo>
                        <a:pt x="2268" y="80265"/>
                        <a:pt x="54875" y="66656"/>
                        <a:pt x="54875" y="90723"/>
                      </a:cubicBezTo>
                      <a:cubicBezTo>
                        <a:pt x="54177" y="98736"/>
                        <a:pt x="47353" y="104814"/>
                        <a:pt x="39313" y="104584"/>
                      </a:cubicBezTo>
                      <a:cubicBezTo>
                        <a:pt x="26272" y="104584"/>
                        <a:pt x="22051" y="98284"/>
                        <a:pt x="16002" y="91416"/>
                      </a:cubicBezTo>
                      <a:lnTo>
                        <a:pt x="0" y="108112"/>
                      </a:lnTo>
                      <a:cubicBezTo>
                        <a:pt x="8924" y="120010"/>
                        <a:pt x="22928" y="127013"/>
                        <a:pt x="37801" y="127013"/>
                      </a:cubicBezTo>
                      <a:cubicBezTo>
                        <a:pt x="60545" y="127013"/>
                        <a:pt x="78816" y="112837"/>
                        <a:pt x="78816" y="90660"/>
                      </a:cubicBezTo>
                      <a:cubicBezTo>
                        <a:pt x="78816" y="42842"/>
                        <a:pt x="26146" y="57710"/>
                        <a:pt x="26146" y="36982"/>
                      </a:cubicBezTo>
                    </a:path>
                  </a:pathLst>
                </a:custGeom>
                <a:solidFill>
                  <a:schemeClr val="bg1"/>
                </a:solidFill>
                <a:ln w="6290" cap="flat">
                  <a:noFill/>
                  <a:prstDash val="solid"/>
                  <a:miter/>
                </a:ln>
              </p:spPr>
              <p:txBody>
                <a:bodyPr rtlCol="0" anchor="ctr"/>
                <a:lstStyle/>
                <a:p>
                  <a:endParaRPr lang="en-US"/>
                </a:p>
              </p:txBody>
            </p:sp>
            <p:sp>
              <p:nvSpPr>
                <p:cNvPr id="52" name="Freeform 51">
                  <a:extLst>
                    <a:ext uri="{FF2B5EF4-FFF2-40B4-BE49-F238E27FC236}">
                      <a16:creationId xmlns:a16="http://schemas.microsoft.com/office/drawing/2014/main" id="{6DE8CC8C-2AE3-ADA1-A193-176972919F1E}"/>
                    </a:ext>
                  </a:extLst>
                </p:cNvPr>
                <p:cNvSpPr/>
                <p:nvPr/>
              </p:nvSpPr>
              <p:spPr>
                <a:xfrm>
                  <a:off x="7494068" y="3045712"/>
                  <a:ext cx="46873" cy="117821"/>
                </a:xfrm>
                <a:custGeom>
                  <a:avLst/>
                  <a:gdLst>
                    <a:gd name="connsiteX0" fmla="*/ 39124 w 46873"/>
                    <a:gd name="connsiteY0" fmla="*/ 97402 h 117821"/>
                    <a:gd name="connsiteX1" fmla="*/ 22366 w 46873"/>
                    <a:gd name="connsiteY1" fmla="*/ 83100 h 117821"/>
                    <a:gd name="connsiteX2" fmla="*/ 22366 w 46873"/>
                    <a:gd name="connsiteY2" fmla="*/ 44921 h 117821"/>
                    <a:gd name="connsiteX3" fmla="*/ 42589 w 46873"/>
                    <a:gd name="connsiteY3" fmla="*/ 44921 h 117821"/>
                    <a:gd name="connsiteX4" fmla="*/ 42589 w 46873"/>
                    <a:gd name="connsiteY4" fmla="*/ 25579 h 117821"/>
                    <a:gd name="connsiteX5" fmla="*/ 22177 w 46873"/>
                    <a:gd name="connsiteY5" fmla="*/ 25579 h 117821"/>
                    <a:gd name="connsiteX6" fmla="*/ 22177 w 46873"/>
                    <a:gd name="connsiteY6" fmla="*/ 0 h 117821"/>
                    <a:gd name="connsiteX7" fmla="*/ 0 w 46873"/>
                    <a:gd name="connsiteY7" fmla="*/ 10017 h 117821"/>
                    <a:gd name="connsiteX8" fmla="*/ 0 w 46873"/>
                    <a:gd name="connsiteY8" fmla="*/ 87888 h 117821"/>
                    <a:gd name="connsiteX9" fmla="*/ 32572 w 46873"/>
                    <a:gd name="connsiteY9" fmla="*/ 117814 h 117821"/>
                    <a:gd name="connsiteX10" fmla="*/ 41392 w 46873"/>
                    <a:gd name="connsiteY10" fmla="*/ 117121 h 117821"/>
                    <a:gd name="connsiteX11" fmla="*/ 46874 w 46873"/>
                    <a:gd name="connsiteY11" fmla="*/ 97024 h 117821"/>
                    <a:gd name="connsiteX12" fmla="*/ 39124 w 46873"/>
                    <a:gd name="connsiteY12" fmla="*/ 97402 h 117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6873" h="117821">
                      <a:moveTo>
                        <a:pt x="39124" y="97402"/>
                      </a:moveTo>
                      <a:cubicBezTo>
                        <a:pt x="26083" y="97402"/>
                        <a:pt x="22366" y="91731"/>
                        <a:pt x="22366" y="83100"/>
                      </a:cubicBezTo>
                      <a:lnTo>
                        <a:pt x="22366" y="44921"/>
                      </a:lnTo>
                      <a:lnTo>
                        <a:pt x="42589" y="44921"/>
                      </a:lnTo>
                      <a:lnTo>
                        <a:pt x="42589" y="25579"/>
                      </a:lnTo>
                      <a:lnTo>
                        <a:pt x="22177" y="25579"/>
                      </a:lnTo>
                      <a:lnTo>
                        <a:pt x="22177" y="0"/>
                      </a:lnTo>
                      <a:lnTo>
                        <a:pt x="0" y="10017"/>
                      </a:lnTo>
                      <a:lnTo>
                        <a:pt x="0" y="87888"/>
                      </a:lnTo>
                      <a:cubicBezTo>
                        <a:pt x="0" y="107797"/>
                        <a:pt x="13734" y="117814"/>
                        <a:pt x="32572" y="117814"/>
                      </a:cubicBezTo>
                      <a:cubicBezTo>
                        <a:pt x="35527" y="117868"/>
                        <a:pt x="38482" y="117636"/>
                        <a:pt x="41392" y="117121"/>
                      </a:cubicBezTo>
                      <a:lnTo>
                        <a:pt x="46874" y="97024"/>
                      </a:lnTo>
                      <a:cubicBezTo>
                        <a:pt x="44416" y="97024"/>
                        <a:pt x="41581" y="97402"/>
                        <a:pt x="39124" y="97402"/>
                      </a:cubicBezTo>
                    </a:path>
                  </a:pathLst>
                </a:custGeom>
                <a:solidFill>
                  <a:schemeClr val="bg1"/>
                </a:solidFill>
                <a:ln w="6290" cap="flat">
                  <a:noFill/>
                  <a:prstDash val="solid"/>
                  <a:miter/>
                </a:ln>
              </p:spPr>
              <p:txBody>
                <a:bodyPr rtlCol="0" anchor="ctr"/>
                <a:lstStyle/>
                <a:p>
                  <a:endParaRPr lang="en-US"/>
                </a:p>
              </p:txBody>
            </p:sp>
            <p:sp>
              <p:nvSpPr>
                <p:cNvPr id="53" name="Freeform 52">
                  <a:extLst>
                    <a:ext uri="{FF2B5EF4-FFF2-40B4-BE49-F238E27FC236}">
                      <a16:creationId xmlns:a16="http://schemas.microsoft.com/office/drawing/2014/main" id="{D20547B5-615E-354F-8A7F-DD5D0D437532}"/>
                    </a:ext>
                  </a:extLst>
                </p:cNvPr>
                <p:cNvSpPr/>
                <p:nvPr/>
              </p:nvSpPr>
              <p:spPr>
                <a:xfrm>
                  <a:off x="7079955" y="3036955"/>
                  <a:ext cx="93818" cy="126580"/>
                </a:xfrm>
                <a:custGeom>
                  <a:avLst/>
                  <a:gdLst>
                    <a:gd name="connsiteX0" fmla="*/ 47945 w 93818"/>
                    <a:gd name="connsiteY0" fmla="*/ 31501 h 126580"/>
                    <a:gd name="connsiteX1" fmla="*/ 22051 w 93818"/>
                    <a:gd name="connsiteY1" fmla="*/ 41897 h 126580"/>
                    <a:gd name="connsiteX2" fmla="*/ 22051 w 93818"/>
                    <a:gd name="connsiteY2" fmla="*/ 0 h 126580"/>
                    <a:gd name="connsiteX3" fmla="*/ 0 w 93818"/>
                    <a:gd name="connsiteY3" fmla="*/ 0 h 126580"/>
                    <a:gd name="connsiteX4" fmla="*/ 0 w 93818"/>
                    <a:gd name="connsiteY4" fmla="*/ 77619 h 126580"/>
                    <a:gd name="connsiteX5" fmla="*/ 44605 w 93818"/>
                    <a:gd name="connsiteY5" fmla="*/ 126572 h 126580"/>
                    <a:gd name="connsiteX6" fmla="*/ 93809 w 93818"/>
                    <a:gd name="connsiteY6" fmla="*/ 79146 h 126580"/>
                    <a:gd name="connsiteX7" fmla="*/ 93810 w 93818"/>
                    <a:gd name="connsiteY7" fmla="*/ 79068 h 126580"/>
                    <a:gd name="connsiteX8" fmla="*/ 48023 w 93818"/>
                    <a:gd name="connsiteY8" fmla="*/ 31502 h 126580"/>
                    <a:gd name="connsiteX9" fmla="*/ 47945 w 93818"/>
                    <a:gd name="connsiteY9" fmla="*/ 31501 h 126580"/>
                    <a:gd name="connsiteX10" fmla="*/ 47945 w 93818"/>
                    <a:gd name="connsiteY10" fmla="*/ 104395 h 126580"/>
                    <a:gd name="connsiteX11" fmla="*/ 22744 w 93818"/>
                    <a:gd name="connsiteY11" fmla="*/ 79194 h 126580"/>
                    <a:gd name="connsiteX12" fmla="*/ 47945 w 93818"/>
                    <a:gd name="connsiteY12" fmla="*/ 53993 h 126580"/>
                    <a:gd name="connsiteX13" fmla="*/ 73145 w 93818"/>
                    <a:gd name="connsiteY13" fmla="*/ 79194 h 126580"/>
                    <a:gd name="connsiteX14" fmla="*/ 47945 w 93818"/>
                    <a:gd name="connsiteY14" fmla="*/ 104395 h 126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3818" h="126580">
                      <a:moveTo>
                        <a:pt x="47945" y="31501"/>
                      </a:moveTo>
                      <a:cubicBezTo>
                        <a:pt x="38218" y="31071"/>
                        <a:pt x="28780" y="34861"/>
                        <a:pt x="22051" y="41897"/>
                      </a:cubicBezTo>
                      <a:lnTo>
                        <a:pt x="22051" y="0"/>
                      </a:lnTo>
                      <a:lnTo>
                        <a:pt x="0" y="0"/>
                      </a:lnTo>
                      <a:lnTo>
                        <a:pt x="0" y="77619"/>
                      </a:lnTo>
                      <a:cubicBezTo>
                        <a:pt x="0" y="106663"/>
                        <a:pt x="20980" y="126572"/>
                        <a:pt x="44605" y="126572"/>
                      </a:cubicBezTo>
                      <a:cubicBezTo>
                        <a:pt x="71289" y="127062"/>
                        <a:pt x="93318" y="105829"/>
                        <a:pt x="93809" y="79146"/>
                      </a:cubicBezTo>
                      <a:cubicBezTo>
                        <a:pt x="93810" y="79120"/>
                        <a:pt x="93810" y="79094"/>
                        <a:pt x="93810" y="79068"/>
                      </a:cubicBezTo>
                      <a:cubicBezTo>
                        <a:pt x="94301" y="53289"/>
                        <a:pt x="73802" y="31994"/>
                        <a:pt x="48023" y="31502"/>
                      </a:cubicBezTo>
                      <a:cubicBezTo>
                        <a:pt x="47997" y="31502"/>
                        <a:pt x="47971" y="31502"/>
                        <a:pt x="47945" y="31501"/>
                      </a:cubicBezTo>
                      <a:moveTo>
                        <a:pt x="47945" y="104395"/>
                      </a:moveTo>
                      <a:cubicBezTo>
                        <a:pt x="34027" y="104395"/>
                        <a:pt x="22744" y="93112"/>
                        <a:pt x="22744" y="79194"/>
                      </a:cubicBezTo>
                      <a:cubicBezTo>
                        <a:pt x="22744" y="65276"/>
                        <a:pt x="34027" y="53993"/>
                        <a:pt x="47945" y="53993"/>
                      </a:cubicBezTo>
                      <a:cubicBezTo>
                        <a:pt x="61862" y="53993"/>
                        <a:pt x="73145" y="65276"/>
                        <a:pt x="73145" y="79194"/>
                      </a:cubicBezTo>
                      <a:cubicBezTo>
                        <a:pt x="73145" y="93112"/>
                        <a:pt x="61862" y="104395"/>
                        <a:pt x="47945" y="104395"/>
                      </a:cubicBezTo>
                    </a:path>
                  </a:pathLst>
                </a:custGeom>
                <a:solidFill>
                  <a:schemeClr val="bg1"/>
                </a:solidFill>
                <a:ln w="6290" cap="flat">
                  <a:noFill/>
                  <a:prstDash val="solid"/>
                  <a:miter/>
                </a:ln>
              </p:spPr>
              <p:txBody>
                <a:bodyPr rtlCol="0" anchor="ctr"/>
                <a:lstStyle/>
                <a:p>
                  <a:endParaRPr lang="en-US"/>
                </a:p>
              </p:txBody>
            </p:sp>
            <p:sp>
              <p:nvSpPr>
                <p:cNvPr id="54" name="Freeform 53">
                  <a:extLst>
                    <a:ext uri="{FF2B5EF4-FFF2-40B4-BE49-F238E27FC236}">
                      <a16:creationId xmlns:a16="http://schemas.microsoft.com/office/drawing/2014/main" id="{CE18F0E0-F78A-E2FE-CD9B-81C7335EEFB4}"/>
                    </a:ext>
                  </a:extLst>
                </p:cNvPr>
                <p:cNvSpPr/>
                <p:nvPr/>
              </p:nvSpPr>
              <p:spPr>
                <a:xfrm>
                  <a:off x="7273875" y="3067251"/>
                  <a:ext cx="93818" cy="126642"/>
                </a:xfrm>
                <a:custGeom>
                  <a:avLst/>
                  <a:gdLst>
                    <a:gd name="connsiteX0" fmla="*/ 93810 w 93818"/>
                    <a:gd name="connsiteY0" fmla="*/ 47575 h 126642"/>
                    <a:gd name="connsiteX1" fmla="*/ 44745 w 93818"/>
                    <a:gd name="connsiteY1" fmla="*/ 6 h 126642"/>
                    <a:gd name="connsiteX2" fmla="*/ 44605 w 93818"/>
                    <a:gd name="connsiteY2" fmla="*/ 8 h 126642"/>
                    <a:gd name="connsiteX3" fmla="*/ 0 w 93818"/>
                    <a:gd name="connsiteY3" fmla="*/ 49024 h 126642"/>
                    <a:gd name="connsiteX4" fmla="*/ 0 w 93818"/>
                    <a:gd name="connsiteY4" fmla="*/ 126643 h 126642"/>
                    <a:gd name="connsiteX5" fmla="*/ 21862 w 93818"/>
                    <a:gd name="connsiteY5" fmla="*/ 126643 h 126642"/>
                    <a:gd name="connsiteX6" fmla="*/ 21862 w 93818"/>
                    <a:gd name="connsiteY6" fmla="*/ 84746 h 126642"/>
                    <a:gd name="connsiteX7" fmla="*/ 47945 w 93818"/>
                    <a:gd name="connsiteY7" fmla="*/ 95142 h 126642"/>
                    <a:gd name="connsiteX8" fmla="*/ 93811 w 93818"/>
                    <a:gd name="connsiteY8" fmla="*/ 47654 h 126642"/>
                    <a:gd name="connsiteX9" fmla="*/ 93810 w 93818"/>
                    <a:gd name="connsiteY9" fmla="*/ 47575 h 126642"/>
                    <a:gd name="connsiteX10" fmla="*/ 72956 w 93818"/>
                    <a:gd name="connsiteY10" fmla="*/ 47575 h 126642"/>
                    <a:gd name="connsiteX11" fmla="*/ 47756 w 93818"/>
                    <a:gd name="connsiteY11" fmla="*/ 72776 h 126642"/>
                    <a:gd name="connsiteX12" fmla="*/ 22555 w 93818"/>
                    <a:gd name="connsiteY12" fmla="*/ 47575 h 126642"/>
                    <a:gd name="connsiteX13" fmla="*/ 47756 w 93818"/>
                    <a:gd name="connsiteY13" fmla="*/ 22374 h 126642"/>
                    <a:gd name="connsiteX14" fmla="*/ 72956 w 93818"/>
                    <a:gd name="connsiteY14" fmla="*/ 47575 h 126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3818" h="126642">
                      <a:moveTo>
                        <a:pt x="93810" y="47575"/>
                      </a:moveTo>
                      <a:cubicBezTo>
                        <a:pt x="93397" y="20890"/>
                        <a:pt x="71430" y="-407"/>
                        <a:pt x="44745" y="6"/>
                      </a:cubicBezTo>
                      <a:cubicBezTo>
                        <a:pt x="44699" y="7"/>
                        <a:pt x="44652" y="7"/>
                        <a:pt x="44605" y="8"/>
                      </a:cubicBezTo>
                      <a:cubicBezTo>
                        <a:pt x="20980" y="8"/>
                        <a:pt x="0" y="19917"/>
                        <a:pt x="0" y="49024"/>
                      </a:cubicBezTo>
                      <a:lnTo>
                        <a:pt x="0" y="126643"/>
                      </a:lnTo>
                      <a:lnTo>
                        <a:pt x="21862" y="126643"/>
                      </a:lnTo>
                      <a:lnTo>
                        <a:pt x="21862" y="84746"/>
                      </a:lnTo>
                      <a:cubicBezTo>
                        <a:pt x="28635" y="91833"/>
                        <a:pt x="38153" y="95627"/>
                        <a:pt x="47945" y="95142"/>
                      </a:cubicBezTo>
                      <a:cubicBezTo>
                        <a:pt x="73724" y="94694"/>
                        <a:pt x="94259" y="73433"/>
                        <a:pt x="93811" y="47654"/>
                      </a:cubicBezTo>
                      <a:cubicBezTo>
                        <a:pt x="93811" y="47627"/>
                        <a:pt x="93811" y="47602"/>
                        <a:pt x="93810" y="47575"/>
                      </a:cubicBezTo>
                      <a:moveTo>
                        <a:pt x="72956" y="47575"/>
                      </a:moveTo>
                      <a:cubicBezTo>
                        <a:pt x="72956" y="61493"/>
                        <a:pt x="61673" y="72776"/>
                        <a:pt x="47756" y="72776"/>
                      </a:cubicBezTo>
                      <a:cubicBezTo>
                        <a:pt x="33838" y="72776"/>
                        <a:pt x="22555" y="61493"/>
                        <a:pt x="22555" y="47575"/>
                      </a:cubicBezTo>
                      <a:cubicBezTo>
                        <a:pt x="22555" y="33657"/>
                        <a:pt x="33838" y="22374"/>
                        <a:pt x="47756" y="22374"/>
                      </a:cubicBezTo>
                      <a:cubicBezTo>
                        <a:pt x="61673" y="22374"/>
                        <a:pt x="72956" y="33657"/>
                        <a:pt x="72956" y="47575"/>
                      </a:cubicBezTo>
                    </a:path>
                  </a:pathLst>
                </a:custGeom>
                <a:solidFill>
                  <a:schemeClr val="bg1"/>
                </a:solidFill>
                <a:ln w="6290" cap="flat">
                  <a:noFill/>
                  <a:prstDash val="solid"/>
                  <a:miter/>
                </a:ln>
              </p:spPr>
              <p:txBody>
                <a:bodyPr rtlCol="0" anchor="ctr"/>
                <a:lstStyle/>
                <a:p>
                  <a:endParaRPr lang="en-US"/>
                </a:p>
              </p:txBody>
            </p:sp>
          </p:grpSp>
          <p:sp>
            <p:nvSpPr>
              <p:cNvPr id="55" name="Freeform 54">
                <a:extLst>
                  <a:ext uri="{FF2B5EF4-FFF2-40B4-BE49-F238E27FC236}">
                    <a16:creationId xmlns:a16="http://schemas.microsoft.com/office/drawing/2014/main" id="{905266E6-68CE-AB4B-ACE5-A0591D61F894}"/>
                  </a:ext>
                </a:extLst>
              </p:cNvPr>
              <p:cNvSpPr/>
              <p:nvPr/>
            </p:nvSpPr>
            <p:spPr>
              <a:xfrm>
                <a:off x="7302352" y="3004823"/>
                <a:ext cx="178037" cy="186360"/>
              </a:xfrm>
              <a:custGeom>
                <a:avLst/>
                <a:gdLst>
                  <a:gd name="connsiteX0" fmla="*/ 136715 w 178037"/>
                  <a:gd name="connsiteY0" fmla="*/ 61364 h 186360"/>
                  <a:gd name="connsiteX1" fmla="*/ 136715 w 178037"/>
                  <a:gd name="connsiteY1" fmla="*/ 39187 h 186360"/>
                  <a:gd name="connsiteX2" fmla="*/ 146543 w 178037"/>
                  <a:gd name="connsiteY2" fmla="*/ 23815 h 186360"/>
                  <a:gd name="connsiteX3" fmla="*/ 146543 w 178037"/>
                  <a:gd name="connsiteY3" fmla="*/ 23311 h 186360"/>
                  <a:gd name="connsiteX4" fmla="*/ 129469 w 178037"/>
                  <a:gd name="connsiteY4" fmla="*/ 6363 h 186360"/>
                  <a:gd name="connsiteX5" fmla="*/ 128965 w 178037"/>
                  <a:gd name="connsiteY5" fmla="*/ 6363 h 186360"/>
                  <a:gd name="connsiteX6" fmla="*/ 111892 w 178037"/>
                  <a:gd name="connsiteY6" fmla="*/ 23437 h 186360"/>
                  <a:gd name="connsiteX7" fmla="*/ 111892 w 178037"/>
                  <a:gd name="connsiteY7" fmla="*/ 23941 h 186360"/>
                  <a:gd name="connsiteX8" fmla="*/ 121720 w 178037"/>
                  <a:gd name="connsiteY8" fmla="*/ 39313 h 186360"/>
                  <a:gd name="connsiteX9" fmla="*/ 121720 w 178037"/>
                  <a:gd name="connsiteY9" fmla="*/ 61364 h 186360"/>
                  <a:gd name="connsiteX10" fmla="*/ 98724 w 178037"/>
                  <a:gd name="connsiteY10" fmla="*/ 71508 h 186360"/>
                  <a:gd name="connsiteX11" fmla="*/ 37864 w 178037"/>
                  <a:gd name="connsiteY11" fmla="*/ 24130 h 186360"/>
                  <a:gd name="connsiteX12" fmla="*/ 38557 w 178037"/>
                  <a:gd name="connsiteY12" fmla="*/ 19342 h 186360"/>
                  <a:gd name="connsiteX13" fmla="*/ 19342 w 178037"/>
                  <a:gd name="connsiteY13" fmla="*/ 0 h 186360"/>
                  <a:gd name="connsiteX14" fmla="*/ 0 w 178037"/>
                  <a:gd name="connsiteY14" fmla="*/ 19216 h 186360"/>
                  <a:gd name="connsiteX15" fmla="*/ 19216 w 178037"/>
                  <a:gd name="connsiteY15" fmla="*/ 38557 h 186360"/>
                  <a:gd name="connsiteX16" fmla="*/ 19279 w 178037"/>
                  <a:gd name="connsiteY16" fmla="*/ 38557 h 186360"/>
                  <a:gd name="connsiteX17" fmla="*/ 19279 w 178037"/>
                  <a:gd name="connsiteY17" fmla="*/ 38557 h 186360"/>
                  <a:gd name="connsiteX18" fmla="*/ 28792 w 178037"/>
                  <a:gd name="connsiteY18" fmla="*/ 35974 h 186360"/>
                  <a:gd name="connsiteX19" fmla="*/ 88707 w 178037"/>
                  <a:gd name="connsiteY19" fmla="*/ 82596 h 186360"/>
                  <a:gd name="connsiteX20" fmla="*/ 89400 w 178037"/>
                  <a:gd name="connsiteY20" fmla="*/ 137282 h 186360"/>
                  <a:gd name="connsiteX21" fmla="*/ 71192 w 178037"/>
                  <a:gd name="connsiteY21" fmla="*/ 155490 h 186360"/>
                  <a:gd name="connsiteX22" fmla="*/ 66656 w 178037"/>
                  <a:gd name="connsiteY22" fmla="*/ 154734 h 186360"/>
                  <a:gd name="connsiteX23" fmla="*/ 50843 w 178037"/>
                  <a:gd name="connsiteY23" fmla="*/ 170547 h 186360"/>
                  <a:gd name="connsiteX24" fmla="*/ 66656 w 178037"/>
                  <a:gd name="connsiteY24" fmla="*/ 186361 h 186360"/>
                  <a:gd name="connsiteX25" fmla="*/ 82470 w 178037"/>
                  <a:gd name="connsiteY25" fmla="*/ 170547 h 186360"/>
                  <a:gd name="connsiteX26" fmla="*/ 81714 w 178037"/>
                  <a:gd name="connsiteY26" fmla="*/ 166011 h 186360"/>
                  <a:gd name="connsiteX27" fmla="*/ 99732 w 178037"/>
                  <a:gd name="connsiteY27" fmla="*/ 147992 h 186360"/>
                  <a:gd name="connsiteX28" fmla="*/ 167941 w 178037"/>
                  <a:gd name="connsiteY28" fmla="*/ 139113 h 186360"/>
                  <a:gd name="connsiteX29" fmla="*/ 159062 w 178037"/>
                  <a:gd name="connsiteY29" fmla="*/ 70904 h 186360"/>
                  <a:gd name="connsiteX30" fmla="*/ 136715 w 178037"/>
                  <a:gd name="connsiteY30" fmla="*/ 61364 h 186360"/>
                  <a:gd name="connsiteX31" fmla="*/ 129217 w 178037"/>
                  <a:gd name="connsiteY31" fmla="*/ 134384 h 186360"/>
                  <a:gd name="connsiteX32" fmla="*/ 104017 w 178037"/>
                  <a:gd name="connsiteY32" fmla="*/ 109183 h 186360"/>
                  <a:gd name="connsiteX33" fmla="*/ 129217 w 178037"/>
                  <a:gd name="connsiteY33" fmla="*/ 83982 h 186360"/>
                  <a:gd name="connsiteX34" fmla="*/ 154418 w 178037"/>
                  <a:gd name="connsiteY34" fmla="*/ 109183 h 186360"/>
                  <a:gd name="connsiteX35" fmla="*/ 129217 w 178037"/>
                  <a:gd name="connsiteY35" fmla="*/ 134384 h 186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78037" h="186360">
                    <a:moveTo>
                      <a:pt x="136715" y="61364"/>
                    </a:moveTo>
                    <a:lnTo>
                      <a:pt x="136715" y="39187"/>
                    </a:lnTo>
                    <a:cubicBezTo>
                      <a:pt x="142705" y="36415"/>
                      <a:pt x="146541" y="30416"/>
                      <a:pt x="146543" y="23815"/>
                    </a:cubicBezTo>
                    <a:lnTo>
                      <a:pt x="146543" y="23311"/>
                    </a:lnTo>
                    <a:cubicBezTo>
                      <a:pt x="146474" y="13931"/>
                      <a:pt x="138850" y="6363"/>
                      <a:pt x="129469" y="6363"/>
                    </a:cubicBezTo>
                    <a:lnTo>
                      <a:pt x="128965" y="6363"/>
                    </a:lnTo>
                    <a:cubicBezTo>
                      <a:pt x="119536" y="6363"/>
                      <a:pt x="111892" y="14007"/>
                      <a:pt x="111892" y="23437"/>
                    </a:cubicBezTo>
                    <a:lnTo>
                      <a:pt x="111892" y="23941"/>
                    </a:lnTo>
                    <a:cubicBezTo>
                      <a:pt x="111894" y="30542"/>
                      <a:pt x="115730" y="36541"/>
                      <a:pt x="121720" y="39313"/>
                    </a:cubicBezTo>
                    <a:lnTo>
                      <a:pt x="121720" y="61364"/>
                    </a:lnTo>
                    <a:cubicBezTo>
                      <a:pt x="113296" y="62661"/>
                      <a:pt x="105362" y="66160"/>
                      <a:pt x="98724" y="71508"/>
                    </a:cubicBezTo>
                    <a:lnTo>
                      <a:pt x="37864" y="24130"/>
                    </a:lnTo>
                    <a:cubicBezTo>
                      <a:pt x="38315" y="22573"/>
                      <a:pt x="38548" y="20962"/>
                      <a:pt x="38557" y="19342"/>
                    </a:cubicBezTo>
                    <a:cubicBezTo>
                      <a:pt x="38592" y="8694"/>
                      <a:pt x="29989" y="35"/>
                      <a:pt x="19342" y="0"/>
                    </a:cubicBezTo>
                    <a:cubicBezTo>
                      <a:pt x="8694" y="-35"/>
                      <a:pt x="35" y="8568"/>
                      <a:pt x="0" y="19216"/>
                    </a:cubicBezTo>
                    <a:cubicBezTo>
                      <a:pt x="-35" y="29863"/>
                      <a:pt x="8568" y="38523"/>
                      <a:pt x="19216" y="38557"/>
                    </a:cubicBezTo>
                    <a:cubicBezTo>
                      <a:pt x="19236" y="38557"/>
                      <a:pt x="19258" y="38557"/>
                      <a:pt x="19279" y="38557"/>
                    </a:cubicBezTo>
                    <a:lnTo>
                      <a:pt x="19279" y="38557"/>
                    </a:lnTo>
                    <a:cubicBezTo>
                      <a:pt x="22622" y="38553"/>
                      <a:pt x="25905" y="37662"/>
                      <a:pt x="28792" y="35974"/>
                    </a:cubicBezTo>
                    <a:lnTo>
                      <a:pt x="88707" y="82596"/>
                    </a:lnTo>
                    <a:cubicBezTo>
                      <a:pt x="77662" y="99231"/>
                      <a:pt x="77937" y="120933"/>
                      <a:pt x="89400" y="137282"/>
                    </a:cubicBezTo>
                    <a:lnTo>
                      <a:pt x="71192" y="155490"/>
                    </a:lnTo>
                    <a:cubicBezTo>
                      <a:pt x="69733" y="154989"/>
                      <a:pt x="68200" y="154734"/>
                      <a:pt x="66656" y="154734"/>
                    </a:cubicBezTo>
                    <a:cubicBezTo>
                      <a:pt x="57923" y="154734"/>
                      <a:pt x="50843" y="161814"/>
                      <a:pt x="50843" y="170547"/>
                    </a:cubicBezTo>
                    <a:cubicBezTo>
                      <a:pt x="50843" y="179281"/>
                      <a:pt x="57923" y="186361"/>
                      <a:pt x="66656" y="186361"/>
                    </a:cubicBezTo>
                    <a:cubicBezTo>
                      <a:pt x="75390" y="186361"/>
                      <a:pt x="82470" y="179281"/>
                      <a:pt x="82470" y="170547"/>
                    </a:cubicBezTo>
                    <a:cubicBezTo>
                      <a:pt x="82470" y="169004"/>
                      <a:pt x="82214" y="167471"/>
                      <a:pt x="81714" y="166011"/>
                    </a:cubicBezTo>
                    <a:lnTo>
                      <a:pt x="99732" y="147992"/>
                    </a:lnTo>
                    <a:cubicBezTo>
                      <a:pt x="121020" y="164376"/>
                      <a:pt x="151557" y="160400"/>
                      <a:pt x="167941" y="139113"/>
                    </a:cubicBezTo>
                    <a:cubicBezTo>
                      <a:pt x="184324" y="117826"/>
                      <a:pt x="180349" y="87288"/>
                      <a:pt x="159062" y="70904"/>
                    </a:cubicBezTo>
                    <a:cubicBezTo>
                      <a:pt x="152540" y="65885"/>
                      <a:pt x="144851" y="62602"/>
                      <a:pt x="136715" y="61364"/>
                    </a:cubicBezTo>
                    <a:moveTo>
                      <a:pt x="129217" y="134384"/>
                    </a:moveTo>
                    <a:cubicBezTo>
                      <a:pt x="115300" y="134384"/>
                      <a:pt x="104017" y="123101"/>
                      <a:pt x="104017" y="109183"/>
                    </a:cubicBezTo>
                    <a:cubicBezTo>
                      <a:pt x="104017" y="95265"/>
                      <a:pt x="115300" y="83982"/>
                      <a:pt x="129217" y="83982"/>
                    </a:cubicBezTo>
                    <a:cubicBezTo>
                      <a:pt x="143135" y="83982"/>
                      <a:pt x="154418" y="95265"/>
                      <a:pt x="154418" y="109183"/>
                    </a:cubicBezTo>
                    <a:cubicBezTo>
                      <a:pt x="154418" y="123101"/>
                      <a:pt x="143135" y="134384"/>
                      <a:pt x="129217" y="134384"/>
                    </a:cubicBezTo>
                  </a:path>
                </a:pathLst>
              </a:custGeom>
              <a:solidFill>
                <a:srgbClr val="FF7A59"/>
              </a:solidFill>
              <a:ln w="6290" cap="flat">
                <a:noFill/>
                <a:prstDash val="solid"/>
                <a:miter/>
              </a:ln>
            </p:spPr>
            <p:txBody>
              <a:bodyPr rtlCol="0" anchor="ctr"/>
              <a:lstStyle/>
              <a:p>
                <a:endParaRPr lang="en-US"/>
              </a:p>
            </p:txBody>
          </p:sp>
        </p:grpSp>
        <p:pic>
          <p:nvPicPr>
            <p:cNvPr id="23" name="Picture 22" descr="Logo&#10;&#10;Description automatically generated">
              <a:extLst>
                <a:ext uri="{FF2B5EF4-FFF2-40B4-BE49-F238E27FC236}">
                  <a16:creationId xmlns:a16="http://schemas.microsoft.com/office/drawing/2014/main" id="{58C419FF-C63D-C58A-7325-5440BD77C887}"/>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3141122" y="3010650"/>
              <a:ext cx="724625" cy="189007"/>
            </a:xfrm>
            <a:prstGeom prst="rect">
              <a:avLst/>
            </a:prstGeom>
          </p:spPr>
        </p:pic>
        <p:pic>
          <p:nvPicPr>
            <p:cNvPr id="24" name="Picture 23" descr="Logo&#10;&#10;Description automatically generated">
              <a:extLst>
                <a:ext uri="{FF2B5EF4-FFF2-40B4-BE49-F238E27FC236}">
                  <a16:creationId xmlns:a16="http://schemas.microsoft.com/office/drawing/2014/main" id="{5923A524-1738-F478-2F0C-226F53161834}"/>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5836753" y="3010044"/>
              <a:ext cx="724625" cy="189007"/>
            </a:xfrm>
            <a:prstGeom prst="rect">
              <a:avLst/>
            </a:prstGeom>
          </p:spPr>
        </p:pic>
        <p:pic>
          <p:nvPicPr>
            <p:cNvPr id="25" name="Picture 24" descr="Logo, company name&#10;&#10;Description automatically generated">
              <a:extLst>
                <a:ext uri="{FF2B5EF4-FFF2-40B4-BE49-F238E27FC236}">
                  <a16:creationId xmlns:a16="http://schemas.microsoft.com/office/drawing/2014/main" id="{77D41F83-4079-D612-E143-8E00A1977C67}"/>
                </a:ext>
              </a:extLst>
            </p:cNvPr>
            <p:cNvPicPr>
              <a:picLocks noChangeAspect="1"/>
            </p:cNvPicPr>
            <p:nvPr/>
          </p:nvPicPr>
          <p:blipFill rotWithShape="1">
            <a:blip r:embed="rId3" cstate="print">
              <a:extLst>
                <a:ext uri="{28A0092B-C50C-407E-A947-70E740481C1C}">
                  <a14:useLocalDpi xmlns:a14="http://schemas.microsoft.com/office/drawing/2010/main"/>
                </a:ext>
              </a:extLst>
            </a:blip>
            <a:srcRect/>
            <a:stretch/>
          </p:blipFill>
          <p:spPr>
            <a:xfrm>
              <a:off x="5749255" y="3398571"/>
              <a:ext cx="926367" cy="209862"/>
            </a:xfrm>
            <a:prstGeom prst="rect">
              <a:avLst/>
            </a:prstGeom>
          </p:spPr>
        </p:pic>
        <p:pic>
          <p:nvPicPr>
            <p:cNvPr id="26" name="Picture 25" descr="Logo&#10;&#10;Description automatically generated">
              <a:extLst>
                <a:ext uri="{FF2B5EF4-FFF2-40B4-BE49-F238E27FC236}">
                  <a16:creationId xmlns:a16="http://schemas.microsoft.com/office/drawing/2014/main" id="{012CE1C7-3D0C-F8BF-529E-03D92FB79F8F}"/>
                </a:ext>
              </a:extLst>
            </p:cNvPr>
            <p:cNvPicPr>
              <a:picLocks noChangeAspect="1"/>
            </p:cNvPicPr>
            <p:nvPr/>
          </p:nvPicPr>
          <p:blipFill>
            <a:blip r:embed="rId4" cstate="print">
              <a:alphaModFix/>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a:ext>
              </a:extLst>
            </a:blip>
            <a:stretch>
              <a:fillRect/>
            </a:stretch>
          </p:blipFill>
          <p:spPr>
            <a:xfrm>
              <a:off x="9453502" y="2916232"/>
              <a:ext cx="909229" cy="438635"/>
            </a:xfrm>
            <a:prstGeom prst="rect">
              <a:avLst/>
            </a:prstGeom>
          </p:spPr>
        </p:pic>
        <p:pic>
          <p:nvPicPr>
            <p:cNvPr id="27" name="Picture 26" descr="Logo&#10;&#10;Description automatically generated">
              <a:extLst>
                <a:ext uri="{FF2B5EF4-FFF2-40B4-BE49-F238E27FC236}">
                  <a16:creationId xmlns:a16="http://schemas.microsoft.com/office/drawing/2014/main" id="{2E58BDB5-910A-DB0F-1DFC-716942DA717C}"/>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494765" y="5471009"/>
              <a:ext cx="724625" cy="189007"/>
            </a:xfrm>
            <a:prstGeom prst="rect">
              <a:avLst/>
            </a:prstGeom>
          </p:spPr>
        </p:pic>
        <p:pic>
          <p:nvPicPr>
            <p:cNvPr id="30" name="Picture 29" descr="A picture containing text, clipart&#10;&#10;Description automatically generated">
              <a:extLst>
                <a:ext uri="{FF2B5EF4-FFF2-40B4-BE49-F238E27FC236}">
                  <a16:creationId xmlns:a16="http://schemas.microsoft.com/office/drawing/2014/main" id="{91C9BD94-8A9E-2945-777A-15ADF543585A}"/>
                </a:ext>
              </a:extLst>
            </p:cNvPr>
            <p:cNvPicPr>
              <a:picLocks noChangeAspect="1"/>
            </p:cNvPicPr>
            <p:nvPr/>
          </p:nvPicPr>
          <p:blipFill>
            <a:blip r:embed="rId6" cstate="print">
              <a:extLst>
                <a:ext uri="{28A0092B-C50C-407E-A947-70E740481C1C}">
                  <a14:useLocalDpi xmlns:a14="http://schemas.microsoft.com/office/drawing/2010/main"/>
                </a:ext>
              </a:extLst>
            </a:blip>
            <a:stretch>
              <a:fillRect/>
            </a:stretch>
          </p:blipFill>
          <p:spPr>
            <a:xfrm>
              <a:off x="4075121" y="5427790"/>
              <a:ext cx="945249" cy="210498"/>
            </a:xfrm>
            <a:prstGeom prst="rect">
              <a:avLst/>
            </a:prstGeom>
          </p:spPr>
        </p:pic>
        <p:pic>
          <p:nvPicPr>
            <p:cNvPr id="32" name="Picture 31" descr="Logo&#10;&#10;Description automatically generated">
              <a:extLst>
                <a:ext uri="{FF2B5EF4-FFF2-40B4-BE49-F238E27FC236}">
                  <a16:creationId xmlns:a16="http://schemas.microsoft.com/office/drawing/2014/main" id="{EC737B85-1945-807A-B3F2-F26F351BDB41}"/>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8472471" y="3010044"/>
              <a:ext cx="724625" cy="189007"/>
            </a:xfrm>
            <a:prstGeom prst="rect">
              <a:avLst/>
            </a:prstGeom>
          </p:spPr>
        </p:pic>
        <p:pic>
          <p:nvPicPr>
            <p:cNvPr id="33" name="Picture 32" descr="Logo&#10;&#10;Description automatically generated">
              <a:extLst>
                <a:ext uri="{FF2B5EF4-FFF2-40B4-BE49-F238E27FC236}">
                  <a16:creationId xmlns:a16="http://schemas.microsoft.com/office/drawing/2014/main" id="{9213652C-18B8-EE2E-AA7E-73748BD1428C}"/>
                </a:ext>
              </a:extLst>
            </p:cNvPr>
            <p:cNvPicPr>
              <a:picLocks noChangeAspect="1"/>
            </p:cNvPicPr>
            <p:nvPr/>
          </p:nvPicPr>
          <p:blipFill>
            <a:blip r:embed="rId4" cstate="print">
              <a:alphaModFix/>
              <a:extLst>
                <a:ext uri="{BEBA8EAE-BF5A-486C-A8C5-ECC9F3942E4B}">
                  <a14:imgProps xmlns:a14="http://schemas.microsoft.com/office/drawing/2010/main">
                    <a14:imgLayer r:embed="rId7">
                      <a14:imgEffect>
                        <a14:brightnessContrast bright="100000"/>
                      </a14:imgEffect>
                    </a14:imgLayer>
                  </a14:imgProps>
                </a:ext>
                <a:ext uri="{28A0092B-C50C-407E-A947-70E740481C1C}">
                  <a14:useLocalDpi xmlns:a14="http://schemas.microsoft.com/office/drawing/2010/main"/>
                </a:ext>
              </a:extLst>
            </a:blip>
            <a:stretch>
              <a:fillRect/>
            </a:stretch>
          </p:blipFill>
          <p:spPr>
            <a:xfrm>
              <a:off x="1371569" y="5339589"/>
              <a:ext cx="909229" cy="438635"/>
            </a:xfrm>
            <a:prstGeom prst="rect">
              <a:avLst/>
            </a:prstGeom>
          </p:spPr>
        </p:pic>
        <p:pic>
          <p:nvPicPr>
            <p:cNvPr id="34" name="Picture 33" descr="Logo&#10;&#10;Description automatically generated">
              <a:extLst>
                <a:ext uri="{FF2B5EF4-FFF2-40B4-BE49-F238E27FC236}">
                  <a16:creationId xmlns:a16="http://schemas.microsoft.com/office/drawing/2014/main" id="{4048A525-1296-C030-61D7-68C4BF089881}"/>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3141122" y="5471009"/>
              <a:ext cx="724625" cy="189007"/>
            </a:xfrm>
            <a:prstGeom prst="rect">
              <a:avLst/>
            </a:prstGeom>
          </p:spPr>
        </p:pic>
        <p:pic>
          <p:nvPicPr>
            <p:cNvPr id="35" name="Picture 34" descr="Logo&#10;&#10;Description automatically generated">
              <a:extLst>
                <a:ext uri="{FF2B5EF4-FFF2-40B4-BE49-F238E27FC236}">
                  <a16:creationId xmlns:a16="http://schemas.microsoft.com/office/drawing/2014/main" id="{6CE40CC9-44D9-BF7D-0F73-B77B5E7CCF3E}"/>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5797029" y="5382873"/>
              <a:ext cx="724625" cy="189007"/>
            </a:xfrm>
            <a:prstGeom prst="rect">
              <a:avLst/>
            </a:prstGeom>
          </p:spPr>
        </p:pic>
        <p:pic>
          <p:nvPicPr>
            <p:cNvPr id="36" name="Picture 35" descr="Logo&#10;&#10;Description automatically generated">
              <a:extLst>
                <a:ext uri="{FF2B5EF4-FFF2-40B4-BE49-F238E27FC236}">
                  <a16:creationId xmlns:a16="http://schemas.microsoft.com/office/drawing/2014/main" id="{8D8D729F-C8F3-9BFD-61C6-84046D7DE073}"/>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8468422" y="5393890"/>
              <a:ext cx="724625" cy="189007"/>
            </a:xfrm>
            <a:prstGeom prst="rect">
              <a:avLst/>
            </a:prstGeom>
          </p:spPr>
        </p:pic>
        <p:pic>
          <p:nvPicPr>
            <p:cNvPr id="38" name="Picture 37" descr="Logo&#10;&#10;Description automatically generated">
              <a:extLst>
                <a:ext uri="{FF2B5EF4-FFF2-40B4-BE49-F238E27FC236}">
                  <a16:creationId xmlns:a16="http://schemas.microsoft.com/office/drawing/2014/main" id="{BD5E61BC-88EF-20FC-A3D3-36769D099D19}"/>
                </a:ext>
              </a:extLst>
            </p:cNvPr>
            <p:cNvPicPr>
              <a:picLocks noChangeAspect="1"/>
            </p:cNvPicPr>
            <p:nvPr/>
          </p:nvPicPr>
          <p:blipFill>
            <a:blip r:embed="rId4" cstate="print">
              <a:alphaModFix/>
              <a:extLst>
                <a:ext uri="{BEBA8EAE-BF5A-486C-A8C5-ECC9F3942E4B}">
                  <a14:imgProps xmlns:a14="http://schemas.microsoft.com/office/drawing/2010/main">
                    <a14:imgLayer r:embed="rId8">
                      <a14:imgEffect>
                        <a14:brightnessContrast bright="100000"/>
                      </a14:imgEffect>
                    </a14:imgLayer>
                  </a14:imgProps>
                </a:ext>
                <a:ext uri="{28A0092B-C50C-407E-A947-70E740481C1C}">
                  <a14:useLocalDpi xmlns:a14="http://schemas.microsoft.com/office/drawing/2010/main"/>
                </a:ext>
              </a:extLst>
            </a:blip>
            <a:stretch>
              <a:fillRect/>
            </a:stretch>
          </p:blipFill>
          <p:spPr>
            <a:xfrm>
              <a:off x="4143964" y="2883304"/>
              <a:ext cx="909229" cy="438635"/>
            </a:xfrm>
            <a:prstGeom prst="rect">
              <a:avLst/>
            </a:prstGeom>
          </p:spPr>
        </p:pic>
        <p:pic>
          <p:nvPicPr>
            <p:cNvPr id="42" name="Picture 41">
              <a:extLst>
                <a:ext uri="{FF2B5EF4-FFF2-40B4-BE49-F238E27FC236}">
                  <a16:creationId xmlns:a16="http://schemas.microsoft.com/office/drawing/2014/main" id="{B42762A2-57A1-8840-3D6C-BBAC89E6E1F1}"/>
                </a:ext>
              </a:extLst>
            </p:cNvPr>
            <p:cNvPicPr>
              <a:picLocks noChangeAspect="1"/>
            </p:cNvPicPr>
            <p:nvPr/>
          </p:nvPicPr>
          <p:blipFill>
            <a:blip r:embed="rId9" cstate="print">
              <a:extLst>
                <a:ext uri="{28A0092B-C50C-407E-A947-70E740481C1C}">
                  <a14:useLocalDpi xmlns:a14="http://schemas.microsoft.com/office/drawing/2010/main"/>
                </a:ext>
              </a:extLst>
            </a:blip>
            <a:stretch>
              <a:fillRect/>
            </a:stretch>
          </p:blipFill>
          <p:spPr>
            <a:xfrm>
              <a:off x="3043287" y="5778223"/>
              <a:ext cx="1013916" cy="319085"/>
            </a:xfrm>
            <a:prstGeom prst="rect">
              <a:avLst/>
            </a:prstGeom>
          </p:spPr>
        </p:pic>
        <p:pic>
          <p:nvPicPr>
            <p:cNvPr id="45" name="Graphic 44">
              <a:extLst>
                <a:ext uri="{FF2B5EF4-FFF2-40B4-BE49-F238E27FC236}">
                  <a16:creationId xmlns:a16="http://schemas.microsoft.com/office/drawing/2014/main" id="{83443CEB-97FE-7681-BCD5-AA309E28195B}"/>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371120" y="2976808"/>
              <a:ext cx="761004" cy="250786"/>
            </a:xfrm>
            <a:prstGeom prst="rect">
              <a:avLst/>
            </a:prstGeom>
          </p:spPr>
        </p:pic>
        <p:pic>
          <p:nvPicPr>
            <p:cNvPr id="47" name="Graphic 46">
              <a:extLst>
                <a:ext uri="{FF2B5EF4-FFF2-40B4-BE49-F238E27FC236}">
                  <a16:creationId xmlns:a16="http://schemas.microsoft.com/office/drawing/2014/main" id="{39B5F215-F113-3038-7614-13BA227250EC}"/>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488062" y="3344570"/>
              <a:ext cx="1194921" cy="259363"/>
            </a:xfrm>
            <a:prstGeom prst="rect">
              <a:avLst/>
            </a:prstGeom>
          </p:spPr>
        </p:pic>
        <p:pic>
          <p:nvPicPr>
            <p:cNvPr id="49" name="Graphic 48">
              <a:extLst>
                <a:ext uri="{FF2B5EF4-FFF2-40B4-BE49-F238E27FC236}">
                  <a16:creationId xmlns:a16="http://schemas.microsoft.com/office/drawing/2014/main" id="{3CFF454C-323B-EFDC-37FD-D6EDE0330855}"/>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8468422" y="3391135"/>
              <a:ext cx="878778" cy="191733"/>
            </a:xfrm>
            <a:prstGeom prst="rect">
              <a:avLst/>
            </a:prstGeom>
          </p:spPr>
        </p:pic>
        <p:pic>
          <p:nvPicPr>
            <p:cNvPr id="4" name="Graphic 3">
              <a:extLst>
                <a:ext uri="{FF2B5EF4-FFF2-40B4-BE49-F238E27FC236}">
                  <a16:creationId xmlns:a16="http://schemas.microsoft.com/office/drawing/2014/main" id="{D6A077B1-86BE-AC88-69BB-6A775A4ABB38}"/>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479172" y="5755276"/>
              <a:ext cx="878778" cy="191733"/>
            </a:xfrm>
            <a:prstGeom prst="rect">
              <a:avLst/>
            </a:prstGeom>
          </p:spPr>
        </p:pic>
        <p:pic>
          <p:nvPicPr>
            <p:cNvPr id="1030" name="Picture 6" descr="Shopify logo">
              <a:extLst>
                <a:ext uri="{FF2B5EF4-FFF2-40B4-BE49-F238E27FC236}">
                  <a16:creationId xmlns:a16="http://schemas.microsoft.com/office/drawing/2014/main" id="{30582C89-944C-3377-DEAA-57CF9BEBD41D}"/>
                </a:ext>
              </a:extLst>
            </p:cNvPr>
            <p:cNvPicPr>
              <a:picLocks noChangeAspect="1" noChangeArrowheads="1"/>
            </p:cNvPicPr>
            <p:nvPr/>
          </p:nvPicPr>
          <p:blipFill rotWithShape="1">
            <a:blip r:embed="rId16" cstate="print">
              <a:extLst>
                <a:ext uri="{28A0092B-C50C-407E-A947-70E740481C1C}">
                  <a14:useLocalDpi xmlns:a14="http://schemas.microsoft.com/office/drawing/2010/main" val="0"/>
                </a:ext>
              </a:extLst>
            </a:blip>
            <a:srcRect l="5501" t="12525" r="5914" b="12576"/>
            <a:stretch/>
          </p:blipFill>
          <p:spPr bwMode="auto">
            <a:xfrm>
              <a:off x="4113880" y="5778224"/>
              <a:ext cx="966109" cy="319085"/>
            </a:xfrm>
            <a:prstGeom prst="rect">
              <a:avLst/>
            </a:prstGeom>
            <a:noFill/>
            <a:extLst>
              <a:ext uri="{909E8E84-426E-40DD-AFC4-6F175D3DCCD1}">
                <a14:hiddenFill xmlns:a14="http://schemas.microsoft.com/office/drawing/2010/main">
                  <a:solidFill>
                    <a:srgbClr val="FFFFFF"/>
                  </a:solidFill>
                </a14:hiddenFill>
              </a:ext>
            </a:extLst>
          </p:spPr>
        </p:pic>
        <p:pic>
          <p:nvPicPr>
            <p:cNvPr id="3" name="Graphic 2">
              <a:extLst>
                <a:ext uri="{FF2B5EF4-FFF2-40B4-BE49-F238E27FC236}">
                  <a16:creationId xmlns:a16="http://schemas.microsoft.com/office/drawing/2014/main" id="{B6290E34-F7BF-1B7C-95D4-FED46FF0AA1E}"/>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5793210" y="5693813"/>
              <a:ext cx="1194921" cy="259363"/>
            </a:xfrm>
            <a:prstGeom prst="rect">
              <a:avLst/>
            </a:prstGeom>
          </p:spPr>
        </p:pic>
        <p:pic>
          <p:nvPicPr>
            <p:cNvPr id="22" name="Graphic 21">
              <a:extLst>
                <a:ext uri="{FF2B5EF4-FFF2-40B4-BE49-F238E27FC236}">
                  <a16:creationId xmlns:a16="http://schemas.microsoft.com/office/drawing/2014/main" id="{11B9E9B4-2D5B-B973-C64E-1422643B3F18}"/>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8452524" y="5693813"/>
              <a:ext cx="1194921" cy="259363"/>
            </a:xfrm>
            <a:prstGeom prst="rect">
              <a:avLst/>
            </a:prstGeom>
          </p:spPr>
        </p:pic>
        <p:pic>
          <p:nvPicPr>
            <p:cNvPr id="28" name="Graphic 27">
              <a:extLst>
                <a:ext uri="{FF2B5EF4-FFF2-40B4-BE49-F238E27FC236}">
                  <a16:creationId xmlns:a16="http://schemas.microsoft.com/office/drawing/2014/main" id="{2817904C-2100-5936-B2C4-9F869A7E1D36}"/>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3151513" y="3344570"/>
              <a:ext cx="1194921" cy="259363"/>
            </a:xfrm>
            <a:prstGeom prst="rect">
              <a:avLst/>
            </a:prstGeom>
          </p:spPr>
        </p:pic>
      </p:grpSp>
    </p:spTree>
    <p:extLst>
      <p:ext uri="{BB962C8B-B14F-4D97-AF65-F5344CB8AC3E}">
        <p14:creationId xmlns:p14="http://schemas.microsoft.com/office/powerpoint/2010/main" val="810704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a:extLst>
            <a:ext uri="{FF2B5EF4-FFF2-40B4-BE49-F238E27FC236}">
              <a16:creationId xmlns:a16="http://schemas.microsoft.com/office/drawing/2014/main" id="{6ADAA079-5D85-048A-F8DA-864DCDE53429}"/>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21619D4D-2B5D-8C9B-ABCE-5B3FFE952BF8}"/>
              </a:ext>
            </a:extLst>
          </p:cNvPr>
          <p:cNvSpPr>
            <a:spLocks noGrp="1"/>
          </p:cNvSpPr>
          <p:nvPr>
            <p:ph type="title"/>
          </p:nvPr>
        </p:nvSpPr>
        <p:spPr>
          <a:xfrm>
            <a:off x="485775" y="3053616"/>
            <a:ext cx="6524625" cy="2869882"/>
          </a:xfrm>
        </p:spPr>
        <p:txBody>
          <a:bodyPr/>
          <a:lstStyle/>
          <a:p>
            <a:r>
              <a:rPr lang="en-US">
                <a:latin typeface="EYInterstate Regular" panose="02000503020000020004" pitchFamily="2" charset="0"/>
              </a:rPr>
              <a:t>Why working with EY Studio+ teams can deliver more value</a:t>
            </a:r>
          </a:p>
        </p:txBody>
      </p:sp>
      <p:sp>
        <p:nvSpPr>
          <p:cNvPr id="8" name="Text Placeholder 7">
            <a:extLst>
              <a:ext uri="{FF2B5EF4-FFF2-40B4-BE49-F238E27FC236}">
                <a16:creationId xmlns:a16="http://schemas.microsoft.com/office/drawing/2014/main" id="{0520B30C-7560-AC4D-F132-388EAD519154}"/>
              </a:ext>
            </a:extLst>
          </p:cNvPr>
          <p:cNvSpPr>
            <a:spLocks noGrp="1"/>
          </p:cNvSpPr>
          <p:nvPr>
            <p:ph type="body" sz="quarter" idx="13"/>
          </p:nvPr>
        </p:nvSpPr>
        <p:spPr/>
        <p:txBody>
          <a:bodyPr/>
          <a:lstStyle/>
          <a:p>
            <a:r>
              <a:rPr lang="en-US" noProof="0"/>
              <a:t>03</a:t>
            </a:r>
          </a:p>
        </p:txBody>
      </p:sp>
      <p:sp>
        <p:nvSpPr>
          <p:cNvPr id="5" name="Footer Placeholder 4">
            <a:extLst>
              <a:ext uri="{FF2B5EF4-FFF2-40B4-BE49-F238E27FC236}">
                <a16:creationId xmlns:a16="http://schemas.microsoft.com/office/drawing/2014/main" id="{624E44C5-F016-40E3-E17B-BD6E3D6DA80F}"/>
              </a:ext>
            </a:extLst>
          </p:cNvPr>
          <p:cNvSpPr>
            <a:spLocks noGrp="1"/>
          </p:cNvSpPr>
          <p:nvPr>
            <p:ph type="ftr" sz="quarter" idx="15"/>
          </p:nvPr>
        </p:nvSpPr>
        <p:spPr/>
        <p:txBody>
          <a:bodyPr/>
          <a:lstStyle/>
          <a:p>
            <a:r>
              <a:rPr lang="en-US" noProof="0">
                <a:solidFill>
                  <a:schemeClr val="tx1"/>
                </a:solidFill>
              </a:rPr>
              <a:t>Customer Experience</a:t>
            </a:r>
          </a:p>
        </p:txBody>
      </p:sp>
      <p:sp>
        <p:nvSpPr>
          <p:cNvPr id="6" name="Slide Number Placeholder 5">
            <a:extLst>
              <a:ext uri="{FF2B5EF4-FFF2-40B4-BE49-F238E27FC236}">
                <a16:creationId xmlns:a16="http://schemas.microsoft.com/office/drawing/2014/main" id="{C4A5B7C0-D0C9-1A9B-6CF6-7B97CCCFF8D9}"/>
              </a:ext>
            </a:extLst>
          </p:cNvPr>
          <p:cNvSpPr>
            <a:spLocks noGrp="1"/>
          </p:cNvSpPr>
          <p:nvPr>
            <p:ph type="sldNum" sz="quarter" idx="16"/>
          </p:nvPr>
        </p:nvSpPr>
        <p:spPr/>
        <p:txBody>
          <a:bodyPr/>
          <a:lstStyle/>
          <a:p>
            <a:fld id="{F1BC30E3-FFE5-4B91-AA19-87A149EBB9EE}" type="slidenum">
              <a:rPr lang="en-US" noProof="0" smtClean="0">
                <a:solidFill>
                  <a:schemeClr val="tx1"/>
                </a:solidFill>
              </a:rPr>
              <a:pPr/>
              <a:t>22</a:t>
            </a:fld>
            <a:endParaRPr lang="en-US" noProof="0">
              <a:solidFill>
                <a:schemeClr val="tx1"/>
              </a:solidFill>
            </a:endParaRPr>
          </a:p>
        </p:txBody>
      </p:sp>
      <p:pic>
        <p:nvPicPr>
          <p:cNvPr id="2" name="Graphic 1">
            <a:extLst>
              <a:ext uri="{FF2B5EF4-FFF2-40B4-BE49-F238E27FC236}">
                <a16:creationId xmlns:a16="http://schemas.microsoft.com/office/drawing/2014/main" id="{7167A393-22DD-24C3-7A63-2D2FE7E4B652}"/>
              </a:ext>
            </a:extLst>
          </p:cNvPr>
          <p:cNvPicPr/>
          <p:nvPr/>
        </p:nvPicPr>
        <p:blipFill>
          <a:blip r:embed="rId3">
            <a:extLst>
              <a:ext uri="{96DAC541-7B7A-43D3-8B79-37D633B846F1}">
                <asvg:svgBlip xmlns:asvg="http://schemas.microsoft.com/office/drawing/2016/SVG/main" r:embed="rId4"/>
              </a:ext>
            </a:extLst>
          </a:blip>
          <a:stretch>
            <a:fillRect/>
          </a:stretch>
        </p:blipFill>
        <p:spPr>
          <a:xfrm>
            <a:off x="11089246" y="6289101"/>
            <a:ext cx="880813" cy="341755"/>
          </a:xfrm>
          <a:prstGeom prst="rect">
            <a:avLst/>
          </a:prstGeom>
        </p:spPr>
      </p:pic>
    </p:spTree>
    <p:extLst>
      <p:ext uri="{BB962C8B-B14F-4D97-AF65-F5344CB8AC3E}">
        <p14:creationId xmlns:p14="http://schemas.microsoft.com/office/powerpoint/2010/main" val="38587849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CD07F8A-1479-A3C8-6C6F-129BAE68205A}"/>
              </a:ext>
            </a:extLst>
          </p:cNvPr>
          <p:cNvSpPr>
            <a:spLocks noGrp="1"/>
          </p:cNvSpPr>
          <p:nvPr>
            <p:ph type="title"/>
          </p:nvPr>
        </p:nvSpPr>
        <p:spPr/>
        <p:txBody>
          <a:bodyPr/>
          <a:lstStyle/>
          <a:p>
            <a:r>
              <a:rPr lang="en-US" sz="2400">
                <a:latin typeface="EYInterstate Regular" panose="02000503020000020004" pitchFamily="2" charset="0"/>
              </a:rPr>
              <a:t>Customer experience platform</a:t>
            </a:r>
          </a:p>
        </p:txBody>
      </p:sp>
      <p:sp>
        <p:nvSpPr>
          <p:cNvPr id="2" name="Footer Placeholder 1">
            <a:extLst>
              <a:ext uri="{FF2B5EF4-FFF2-40B4-BE49-F238E27FC236}">
                <a16:creationId xmlns:a16="http://schemas.microsoft.com/office/drawing/2014/main" id="{80B56142-C90C-FDA8-3E89-B0C8DB227648}"/>
              </a:ext>
            </a:extLst>
          </p:cNvPr>
          <p:cNvSpPr>
            <a:spLocks noGrp="1"/>
          </p:cNvSpPr>
          <p:nvPr>
            <p:ph type="ftr" sz="quarter" idx="18"/>
          </p:nvPr>
        </p:nvSpPr>
        <p:spPr/>
        <p:txBody>
          <a:bodyPr/>
          <a:lstStyle/>
          <a:p>
            <a:r>
              <a:rPr lang="en-US" noProof="0"/>
              <a:t>Customer Experience</a:t>
            </a:r>
          </a:p>
        </p:txBody>
      </p:sp>
      <p:sp>
        <p:nvSpPr>
          <p:cNvPr id="3" name="Slide Number Placeholder 2">
            <a:extLst>
              <a:ext uri="{FF2B5EF4-FFF2-40B4-BE49-F238E27FC236}">
                <a16:creationId xmlns:a16="http://schemas.microsoft.com/office/drawing/2014/main" id="{48D1BDE5-5506-B471-4061-CF77CCE16691}"/>
              </a:ext>
            </a:extLst>
          </p:cNvPr>
          <p:cNvSpPr>
            <a:spLocks noGrp="1"/>
          </p:cNvSpPr>
          <p:nvPr>
            <p:ph type="sldNum" sz="quarter" idx="19"/>
          </p:nvPr>
        </p:nvSpPr>
        <p:spPr/>
        <p:txBody>
          <a:bodyPr/>
          <a:lstStyle/>
          <a:p>
            <a:fld id="{94FCA0F3-9F3A-694B-99BB-0E592A797735}" type="slidenum">
              <a:rPr lang="en-US" noProof="0" smtClean="0"/>
              <a:t>23</a:t>
            </a:fld>
            <a:endParaRPr lang="en-US" noProof="0"/>
          </a:p>
        </p:txBody>
      </p:sp>
      <p:sp>
        <p:nvSpPr>
          <p:cNvPr id="6" name="TextBox 5">
            <a:extLst>
              <a:ext uri="{FF2B5EF4-FFF2-40B4-BE49-F238E27FC236}">
                <a16:creationId xmlns:a16="http://schemas.microsoft.com/office/drawing/2014/main" id="{E9B3D71A-BB28-A94A-59B5-BDF4377F554C}"/>
              </a:ext>
            </a:extLst>
          </p:cNvPr>
          <p:cNvSpPr txBox="1"/>
          <p:nvPr/>
        </p:nvSpPr>
        <p:spPr>
          <a:xfrm>
            <a:off x="483826" y="873125"/>
            <a:ext cx="6096000" cy="276999"/>
          </a:xfrm>
          <a:prstGeom prst="rect">
            <a:avLst/>
          </a:prstGeom>
          <a:noFill/>
        </p:spPr>
        <p:txBody>
          <a:bodyPr wrap="square" lIns="0" tIns="0" rIns="0" bIns="0">
            <a:spAutoFit/>
          </a:bodyPr>
          <a:lstStyle/>
          <a:p>
            <a:pPr defTabSz="457109">
              <a:spcBef>
                <a:spcPct val="20000"/>
              </a:spcBef>
            </a:pPr>
            <a:r>
              <a:rPr lang="en-US">
                <a:solidFill>
                  <a:srgbClr val="FFFFFF"/>
                </a:solidFill>
                <a:ea typeface="Lato Light" panose="020F0502020204030203" pitchFamily="34" charset="0"/>
                <a:cs typeface="Lato Light" panose="020F0502020204030203" pitchFamily="34" charset="0"/>
              </a:rPr>
              <a:t>Multinational electricity company</a:t>
            </a:r>
          </a:p>
        </p:txBody>
      </p:sp>
      <p:pic>
        <p:nvPicPr>
          <p:cNvPr id="7" name="Picture Placeholder 19" descr="A child standing in a field of wheat with windmills in the background&#10;&#10;Description automatically generated with medium confidence">
            <a:extLst>
              <a:ext uri="{FF2B5EF4-FFF2-40B4-BE49-F238E27FC236}">
                <a16:creationId xmlns:a16="http://schemas.microsoft.com/office/drawing/2014/main" id="{D765B302-E2AE-592D-7067-B647FA040B34}"/>
              </a:ext>
            </a:extLst>
          </p:cNvPr>
          <p:cNvPicPr>
            <a:picLocks noChangeAspect="1"/>
          </p:cNvPicPr>
          <p:nvPr/>
        </p:nvPicPr>
        <p:blipFill>
          <a:blip r:embed="rId2" cstate="print">
            <a:extLst>
              <a:ext uri="{28A0092B-C50C-407E-A947-70E740481C1C}">
                <a14:useLocalDpi xmlns:a14="http://schemas.microsoft.com/office/drawing/2010/main"/>
              </a:ext>
            </a:extLst>
          </a:blip>
          <a:srcRect/>
          <a:stretch>
            <a:fillRect/>
          </a:stretch>
        </p:blipFill>
        <p:spPr>
          <a:xfrm>
            <a:off x="7178676" y="0"/>
            <a:ext cx="5019676" cy="6858000"/>
          </a:xfrm>
          <a:prstGeom prst="rect">
            <a:avLst/>
          </a:prstGeom>
        </p:spPr>
      </p:pic>
      <p:sp>
        <p:nvSpPr>
          <p:cNvPr id="8" name="Rectangle 7">
            <a:extLst>
              <a:ext uri="{FF2B5EF4-FFF2-40B4-BE49-F238E27FC236}">
                <a16:creationId xmlns:a16="http://schemas.microsoft.com/office/drawing/2014/main" id="{1D5F9D53-1C83-0462-6E1C-DFFBAA7C2DAE}"/>
              </a:ext>
            </a:extLst>
          </p:cNvPr>
          <p:cNvSpPr/>
          <p:nvPr/>
        </p:nvSpPr>
        <p:spPr>
          <a:xfrm>
            <a:off x="9442383" y="4215865"/>
            <a:ext cx="2755969" cy="2651759"/>
          </a:xfrm>
          <a:prstGeom prst="rect">
            <a:avLst/>
          </a:prstGeom>
          <a:gradFill>
            <a:gsLst>
              <a:gs pos="0">
                <a:srgbClr val="1A1A24">
                  <a:alpha val="0"/>
                </a:srgbClr>
              </a:gs>
              <a:gs pos="100000">
                <a:srgbClr val="1A1A24">
                  <a:alpha val="49000"/>
                </a:srgbClr>
              </a:gs>
            </a:gsLst>
            <a:lin ang="5400000" scaled="1"/>
          </a:gra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1200" noProof="0">
              <a:solidFill>
                <a:sysClr val="windowText" lastClr="000000"/>
              </a:solidFill>
            </a:endParaRPr>
          </a:p>
        </p:txBody>
      </p:sp>
      <p:sp>
        <p:nvSpPr>
          <p:cNvPr id="9" name="Content Placeholder 4">
            <a:extLst>
              <a:ext uri="{FF2B5EF4-FFF2-40B4-BE49-F238E27FC236}">
                <a16:creationId xmlns:a16="http://schemas.microsoft.com/office/drawing/2014/main" id="{09F98757-7DA2-37C9-EC5A-ED5F6EF2DAD3}"/>
              </a:ext>
            </a:extLst>
          </p:cNvPr>
          <p:cNvSpPr txBox="1">
            <a:spLocks/>
          </p:cNvSpPr>
          <p:nvPr/>
        </p:nvSpPr>
        <p:spPr>
          <a:xfrm>
            <a:off x="1058862" y="1412875"/>
            <a:ext cx="5040313" cy="4036929"/>
          </a:xfrm>
          <a:prstGeom prst="rect">
            <a:avLst/>
          </a:prstGeom>
        </p:spPr>
        <p:txBody>
          <a:bodyPr/>
          <a:lstStyle>
            <a:lvl1pPr marL="252000" indent="-252000" algn="l" defTabSz="914400" rtl="0" eaLnBrk="1" latinLnBrk="0" hangingPunct="1">
              <a:spcBef>
                <a:spcPts val="400"/>
              </a:spcBef>
              <a:spcAft>
                <a:spcPts val="400"/>
              </a:spcAft>
              <a:buClr>
                <a:schemeClr val="tx2"/>
              </a:buClr>
              <a:buSzPct val="100000"/>
              <a:buFont typeface="Wingdings" pitchFamily="2" charset="2"/>
              <a:buChar char="§"/>
              <a:defRPr sz="2000" kern="1200">
                <a:solidFill>
                  <a:schemeClr val="bg1"/>
                </a:solidFill>
                <a:latin typeface="+mn-lt"/>
                <a:ea typeface="+mn-ea"/>
                <a:cs typeface="+mn-cs"/>
              </a:defRPr>
            </a:lvl1pPr>
            <a:lvl2pPr marL="504000" indent="-252000" algn="l" defTabSz="914400" rtl="0" eaLnBrk="1" latinLnBrk="0" hangingPunct="1">
              <a:spcBef>
                <a:spcPts val="400"/>
              </a:spcBef>
              <a:spcAft>
                <a:spcPts val="400"/>
              </a:spcAft>
              <a:buClr>
                <a:schemeClr val="tx2"/>
              </a:buClr>
              <a:buSzPct val="100000"/>
              <a:buFont typeface="Wingdings" pitchFamily="2" charset="2"/>
              <a:buChar char="§"/>
              <a:defRPr sz="2000" kern="1200">
                <a:solidFill>
                  <a:schemeClr val="bg1"/>
                </a:solidFill>
                <a:latin typeface="+mn-lt"/>
                <a:ea typeface="+mn-ea"/>
                <a:cs typeface="+mn-cs"/>
              </a:defRPr>
            </a:lvl2pPr>
            <a:lvl3pPr marL="756000" indent="-252000" algn="l" defTabSz="914400" rtl="0" eaLnBrk="1" latinLnBrk="0" hangingPunct="1">
              <a:spcBef>
                <a:spcPts val="0"/>
              </a:spcBef>
              <a:spcAft>
                <a:spcPts val="600"/>
              </a:spcAft>
              <a:buClr>
                <a:schemeClr val="tx2"/>
              </a:buClr>
              <a:buSzPct val="100000"/>
              <a:buFont typeface="Wingdings" pitchFamily="2" charset="2"/>
              <a:buChar char="§"/>
              <a:defRPr sz="1800" kern="1200">
                <a:solidFill>
                  <a:schemeClr val="bg1"/>
                </a:solidFill>
                <a:latin typeface="+mn-lt"/>
                <a:ea typeface="+mn-ea"/>
                <a:cs typeface="+mn-cs"/>
              </a:defRPr>
            </a:lvl3pPr>
            <a:lvl4pPr marL="1008000" indent="-252000" algn="l" defTabSz="914400" rtl="0" eaLnBrk="1" latinLnBrk="0" hangingPunct="1">
              <a:spcBef>
                <a:spcPts val="0"/>
              </a:spcBef>
              <a:spcAft>
                <a:spcPts val="400"/>
              </a:spcAft>
              <a:buClr>
                <a:schemeClr val="tx2"/>
              </a:buClr>
              <a:buSzPct val="100000"/>
              <a:buFont typeface="Wingdings" pitchFamily="2" charset="2"/>
              <a:buChar char="§"/>
              <a:defRPr sz="1600" kern="1200">
                <a:solidFill>
                  <a:schemeClr val="bg1"/>
                </a:solidFill>
                <a:latin typeface="+mn-lt"/>
                <a:ea typeface="+mn-ea"/>
                <a:cs typeface="+mn-cs"/>
              </a:defRPr>
            </a:lvl4pPr>
            <a:lvl5pPr marL="1260000" indent="-252000" algn="l" defTabSz="914400" rtl="0" eaLnBrk="1" latinLnBrk="0" hangingPunct="1">
              <a:spcBef>
                <a:spcPts val="0"/>
              </a:spcBef>
              <a:spcAft>
                <a:spcPts val="400"/>
              </a:spcAft>
              <a:buClr>
                <a:schemeClr val="tx2"/>
              </a:buClr>
              <a:buSzPct val="100000"/>
              <a:buFont typeface="Wingdings" pitchFamily="2" charset="2"/>
              <a:buChar char="§"/>
              <a:defRPr sz="1600" kern="1200">
                <a:solidFill>
                  <a:schemeClr val="bg1"/>
                </a:solidFill>
                <a:latin typeface="+mn-lt"/>
                <a:ea typeface="+mn-ea"/>
                <a:cs typeface="+mn-cs"/>
              </a:defRPr>
            </a:lvl5pPr>
            <a:lvl6pPr marL="1512000" indent="-252000" algn="l" defTabSz="914400" rtl="0" eaLnBrk="1" latinLnBrk="0" hangingPunct="1">
              <a:spcBef>
                <a:spcPts val="0"/>
              </a:spcBef>
              <a:spcAft>
                <a:spcPts val="400"/>
              </a:spcAft>
              <a:buClr>
                <a:schemeClr val="tx2"/>
              </a:buClr>
              <a:buFont typeface="Wingdings" pitchFamily="2" charset="2"/>
              <a:buChar char="§"/>
              <a:tabLst/>
              <a:defRPr sz="1400" kern="1200">
                <a:solidFill>
                  <a:schemeClr val="bg1"/>
                </a:solidFill>
                <a:latin typeface="+mn-lt"/>
                <a:ea typeface="+mn-ea"/>
                <a:cs typeface="+mn-cs"/>
              </a:defRPr>
            </a:lvl6pPr>
            <a:lvl7pPr marL="1764000" indent="-252000" algn="l" defTabSz="914400" rtl="0" eaLnBrk="1" latinLnBrk="0" hangingPunct="1">
              <a:spcBef>
                <a:spcPts val="0"/>
              </a:spcBef>
              <a:spcAft>
                <a:spcPts val="400"/>
              </a:spcAft>
              <a:buClr>
                <a:schemeClr val="tx2"/>
              </a:buClr>
              <a:buFont typeface="Wingdings" pitchFamily="2" charset="2"/>
              <a:buChar char="§"/>
              <a:tabLst/>
              <a:defRPr sz="1400" kern="1200">
                <a:solidFill>
                  <a:schemeClr val="bg1"/>
                </a:solidFill>
                <a:latin typeface="+mn-lt"/>
                <a:ea typeface="+mn-ea"/>
                <a:cs typeface="+mn-cs"/>
              </a:defRPr>
            </a:lvl7pPr>
            <a:lvl8pPr marL="2016000" indent="-252000" algn="l" defTabSz="914400" rtl="0" eaLnBrk="1" latinLnBrk="0" hangingPunct="1">
              <a:spcBef>
                <a:spcPts val="0"/>
              </a:spcBef>
              <a:spcAft>
                <a:spcPts val="400"/>
              </a:spcAft>
              <a:buClr>
                <a:schemeClr val="tx2"/>
              </a:buClr>
              <a:buFont typeface="Wingdings" pitchFamily="2" charset="2"/>
              <a:buChar char="§"/>
              <a:tabLst/>
              <a:defRPr sz="1200" kern="1200">
                <a:solidFill>
                  <a:schemeClr val="bg1"/>
                </a:solidFill>
                <a:latin typeface="+mn-lt"/>
                <a:ea typeface="+mn-ea"/>
                <a:cs typeface="+mn-cs"/>
              </a:defRPr>
            </a:lvl8pPr>
            <a:lvl9pPr marL="0" indent="0" algn="l" defTabSz="914400" rtl="0" eaLnBrk="1" latinLnBrk="0" hangingPunct="1">
              <a:spcBef>
                <a:spcPts val="1200"/>
              </a:spcBef>
              <a:spcAft>
                <a:spcPts val="1200"/>
              </a:spcAft>
              <a:buClr>
                <a:schemeClr val="tx2"/>
              </a:buClr>
              <a:buFont typeface="Wingdings" pitchFamily="2" charset="2"/>
              <a:buNone/>
              <a:tabLst/>
              <a:defRPr sz="2400" kern="1200">
                <a:solidFill>
                  <a:schemeClr val="bg1"/>
                </a:solidFill>
                <a:latin typeface="+mn-lt"/>
                <a:ea typeface="+mn-ea"/>
                <a:cs typeface="+mn-cs"/>
              </a:defRPr>
            </a:lvl9pPr>
          </a:lstStyle>
          <a:p>
            <a:pPr marL="0" indent="0">
              <a:lnSpc>
                <a:spcPct val="130000"/>
              </a:lnSpc>
              <a:spcBef>
                <a:spcPct val="20000"/>
              </a:spcBef>
              <a:spcAft>
                <a:spcPts val="0"/>
              </a:spcAft>
              <a:buClr>
                <a:srgbClr val="2E2E38"/>
              </a:buClr>
              <a:buSzPct val="110000"/>
              <a:buNone/>
            </a:pPr>
            <a:r>
              <a:rPr lang="en-US" sz="1400" noProof="0">
                <a:latin typeface="EYInterstate Light"/>
              </a:rPr>
              <a:t>Client challenge </a:t>
            </a:r>
          </a:p>
          <a:p>
            <a:pPr marL="0" indent="0">
              <a:buFont typeface="Wingdings" pitchFamily="2" charset="2"/>
              <a:buNone/>
            </a:pPr>
            <a:r>
              <a:rPr lang="en-US" sz="950" noProof="0"/>
              <a:t>As part of Retail digital transformation program, the client embarked on microservices implementation to decouple key services from key systems such as billing system. It is aimed to improve operational efficiency, increase accuracy and timeliness of information and most importantly, enhance and improve customer experience</a:t>
            </a:r>
          </a:p>
          <a:p>
            <a:pPr marL="0" indent="0">
              <a:lnSpc>
                <a:spcPct val="130000"/>
              </a:lnSpc>
              <a:spcBef>
                <a:spcPts val="1200"/>
              </a:spcBef>
              <a:spcAft>
                <a:spcPts val="0"/>
              </a:spcAft>
              <a:buClr>
                <a:srgbClr val="2E2E38"/>
              </a:buClr>
              <a:buSzPct val="110000"/>
              <a:buNone/>
            </a:pPr>
            <a:r>
              <a:rPr lang="en-US" sz="1400" noProof="0">
                <a:latin typeface="EYInterstate Light"/>
              </a:rPr>
              <a:t>Our Solution</a:t>
            </a:r>
          </a:p>
          <a:p>
            <a:pPr marL="0" indent="0">
              <a:buFont typeface="Wingdings" pitchFamily="2" charset="2"/>
              <a:buNone/>
            </a:pPr>
            <a:r>
              <a:rPr lang="en-US" sz="950" noProof="0"/>
              <a:t>With the proof-of-concept for microservices platform successfully completed for two smart meter use cases on mobile app, this project focused on helping the client scale the mobile app use cases to nationwide customers</a:t>
            </a:r>
          </a:p>
          <a:p>
            <a:pPr marL="180000" indent="-180000"/>
            <a:r>
              <a:rPr lang="en-US" sz="950" noProof="0"/>
              <a:t>Design user journeys, identify user stories, conduct customer experience testing with internal stakeholders as well as real customers, analyze customer feedbacks and produce data-driven insights to iterate and improve customer experience in an agile manner</a:t>
            </a:r>
          </a:p>
          <a:p>
            <a:pPr marL="180000" indent="-180000"/>
            <a:r>
              <a:rPr lang="en-US" sz="950" noProof="0"/>
              <a:t>Ensure end-to-end harmonization of solution and technical design which involved multiple parties such as EY </a:t>
            </a:r>
            <a:r>
              <a:rPr lang="en-US" sz="950" noProof="0" err="1"/>
              <a:t>UtilityWave</a:t>
            </a:r>
            <a:r>
              <a:rPr lang="en-US" sz="950" noProof="0"/>
              <a:t> (microservices platform), client mobile app, client systems, and Smart Meter systems</a:t>
            </a:r>
          </a:p>
          <a:p>
            <a:pPr marL="180000" indent="-180000"/>
            <a:r>
              <a:rPr lang="en-US" sz="950" noProof="0"/>
              <a:t>Perform microservices platform setup, design microservices and data integrations, develop and test delivery, and turn-on platform for go-to-market with customers</a:t>
            </a:r>
          </a:p>
          <a:p>
            <a:pPr marL="180000" indent="-180000"/>
            <a:r>
              <a:rPr lang="en-US" sz="950" noProof="0"/>
              <a:t>Perform delivery management for end-to-end client systems involved to ensure overall delivery timeline and iteration outcomes are aligned </a:t>
            </a:r>
          </a:p>
          <a:p>
            <a:pPr marL="180000" indent="-180000"/>
            <a:r>
              <a:rPr lang="en-US" sz="950" noProof="0"/>
              <a:t>Strategize and plan customer segmentations for use-case scaling rollout by number of customers and business areas</a:t>
            </a:r>
          </a:p>
          <a:p>
            <a:pPr marL="180000" indent="-180000"/>
            <a:r>
              <a:rPr lang="en-US" sz="950" noProof="0"/>
              <a:t>Curate content for communications and deliver communications plan as well as training curriculums required for nationwide scaling of use cases</a:t>
            </a:r>
          </a:p>
        </p:txBody>
      </p:sp>
      <p:sp>
        <p:nvSpPr>
          <p:cNvPr id="14" name="Content Placeholder 5">
            <a:extLst>
              <a:ext uri="{FF2B5EF4-FFF2-40B4-BE49-F238E27FC236}">
                <a16:creationId xmlns:a16="http://schemas.microsoft.com/office/drawing/2014/main" id="{E7411794-7A1E-8531-0DFF-4B477E9B0AF4}"/>
              </a:ext>
            </a:extLst>
          </p:cNvPr>
          <p:cNvSpPr txBox="1">
            <a:spLocks/>
          </p:cNvSpPr>
          <p:nvPr/>
        </p:nvSpPr>
        <p:spPr>
          <a:xfrm>
            <a:off x="6783388" y="3194026"/>
            <a:ext cx="4176712" cy="3673598"/>
          </a:xfrm>
          <a:prstGeom prst="rect">
            <a:avLst/>
          </a:prstGeom>
          <a:solidFill>
            <a:schemeClr val="tx2"/>
          </a:solidFill>
        </p:spPr>
        <p:txBody>
          <a:bodyPr vert="horz" lIns="252000" tIns="252000" rIns="252000" bIns="540000" rtlCol="0" anchor="b" anchorCtr="0">
            <a:spAutoFit/>
          </a:bodyPr>
          <a:lstStyle>
            <a:lvl1pPr marL="0" indent="0" algn="l" defTabSz="914400" rtl="0" eaLnBrk="1" latinLnBrk="0" hangingPunct="1">
              <a:lnSpc>
                <a:spcPct val="130000"/>
              </a:lnSpc>
              <a:spcBef>
                <a:spcPct val="20000"/>
              </a:spcBef>
              <a:buClr>
                <a:schemeClr val="bg1"/>
              </a:buClr>
              <a:buSzPct val="110000"/>
              <a:buFont typeface="Arial" panose="020B0604020202020204" pitchFamily="34" charset="0"/>
              <a:buNone/>
              <a:defRPr sz="1000" kern="1200">
                <a:solidFill>
                  <a:schemeClr val="bg1"/>
                </a:solidFill>
                <a:latin typeface="EYInterstate Light" panose="02000506000000020004" pitchFamily="2" charset="0"/>
                <a:ea typeface="+mn-ea"/>
                <a:cs typeface="+mn-cs"/>
              </a:defRPr>
            </a:lvl1pPr>
            <a:lvl2pPr marL="642366" indent="-285750" algn="l" defTabSz="914400" rtl="0" eaLnBrk="1" latinLnBrk="0" hangingPunct="1">
              <a:lnSpc>
                <a:spcPct val="130000"/>
              </a:lnSpc>
              <a:spcBef>
                <a:spcPct val="20000"/>
              </a:spcBef>
              <a:buClr>
                <a:schemeClr val="bg1"/>
              </a:buClr>
              <a:buSzPct val="110000"/>
              <a:buFont typeface="Arial" panose="020B0604020202020204" pitchFamily="34" charset="0"/>
              <a:buNone/>
              <a:defRPr sz="1000" kern="1200">
                <a:solidFill>
                  <a:schemeClr val="bg1"/>
                </a:solidFill>
                <a:latin typeface="EYInterstate Light" panose="02000506000000020004" pitchFamily="2" charset="0"/>
                <a:ea typeface="+mn-ea"/>
                <a:cs typeface="+mn-cs"/>
              </a:defRPr>
            </a:lvl2pPr>
            <a:lvl3pPr marL="998982" indent="-285750" algn="l" defTabSz="914400" rtl="0" eaLnBrk="1" latinLnBrk="0" hangingPunct="1">
              <a:lnSpc>
                <a:spcPct val="130000"/>
              </a:lnSpc>
              <a:spcBef>
                <a:spcPct val="20000"/>
              </a:spcBef>
              <a:buClr>
                <a:schemeClr val="bg1"/>
              </a:buClr>
              <a:buSzPct val="110000"/>
              <a:buFont typeface="Arial" panose="020B0604020202020204" pitchFamily="34" charset="0"/>
              <a:buNone/>
              <a:defRPr sz="1000" kern="1200">
                <a:solidFill>
                  <a:schemeClr val="bg1"/>
                </a:solidFill>
                <a:latin typeface="EYInterstate Light" panose="02000506000000020004" pitchFamily="2" charset="0"/>
                <a:ea typeface="+mn-ea"/>
                <a:cs typeface="+mn-cs"/>
              </a:defRPr>
            </a:lvl3pPr>
            <a:lvl4pPr marL="1355598" indent="-285750" algn="l" defTabSz="914400" rtl="0" eaLnBrk="1" latinLnBrk="0" hangingPunct="1">
              <a:lnSpc>
                <a:spcPct val="130000"/>
              </a:lnSpc>
              <a:spcBef>
                <a:spcPct val="20000"/>
              </a:spcBef>
              <a:buClr>
                <a:schemeClr val="bg1"/>
              </a:buClr>
              <a:buSzPct val="110000"/>
              <a:buFont typeface="Arial" panose="020B0604020202020204" pitchFamily="34" charset="0"/>
              <a:buNone/>
              <a:defRPr sz="1000" kern="1200">
                <a:solidFill>
                  <a:schemeClr val="bg1"/>
                </a:solidFill>
                <a:latin typeface="EYInterstate Light" panose="02000506000000020004" pitchFamily="2" charset="0"/>
                <a:ea typeface="+mn-ea"/>
                <a:cs typeface="+mn-cs"/>
              </a:defRPr>
            </a:lvl4pPr>
            <a:lvl5pPr marL="1712214" indent="-285750" algn="l" defTabSz="914400" rtl="0" eaLnBrk="1" latinLnBrk="0" hangingPunct="1">
              <a:lnSpc>
                <a:spcPct val="130000"/>
              </a:lnSpc>
              <a:spcBef>
                <a:spcPct val="20000"/>
              </a:spcBef>
              <a:buClr>
                <a:schemeClr val="bg1"/>
              </a:buClr>
              <a:buSzPct val="110000"/>
              <a:buFont typeface="Arial" panose="020B0604020202020204" pitchFamily="34" charset="0"/>
              <a:buNone/>
              <a:defRPr sz="10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9pPr>
          </a:lstStyle>
          <a:p>
            <a:pPr>
              <a:lnSpc>
                <a:spcPct val="100000"/>
              </a:lnSpc>
              <a:spcAft>
                <a:spcPts val="1200"/>
              </a:spcAft>
            </a:pPr>
            <a:r>
              <a:rPr lang="en-US" sz="1600" b="1">
                <a:solidFill>
                  <a:srgbClr val="2E2E38"/>
                </a:solidFill>
                <a:latin typeface="EYInterstate Regular" panose="02000503020000020004" pitchFamily="2" charset="0"/>
              </a:rPr>
              <a:t>How we added value</a:t>
            </a:r>
          </a:p>
          <a:p>
            <a:pPr marL="171450" indent="-171450">
              <a:buClr>
                <a:srgbClr val="2E2E38"/>
              </a:buClr>
              <a:buSzPct val="100000"/>
              <a:buFont typeface="Wingdings" panose="05000000000000000000" pitchFamily="2" charset="2"/>
              <a:buChar char="§"/>
            </a:pPr>
            <a:r>
              <a:rPr lang="en-GB">
                <a:solidFill>
                  <a:srgbClr val="2E2E38"/>
                </a:solidFill>
              </a:rPr>
              <a:t>Emerging technology adoption, with microservices cloud platform adoption to reduce dependencies of customer fronting services from critical backend systems such as billing system</a:t>
            </a:r>
          </a:p>
          <a:p>
            <a:pPr marL="171450" indent="-171450">
              <a:buClr>
                <a:srgbClr val="2E2E38"/>
              </a:buClr>
              <a:buSzPct val="100000"/>
              <a:buFont typeface="Wingdings" panose="05000000000000000000" pitchFamily="2" charset="2"/>
              <a:buChar char="§"/>
            </a:pPr>
            <a:r>
              <a:rPr lang="en-GB">
                <a:solidFill>
                  <a:srgbClr val="2E2E38"/>
                </a:solidFill>
              </a:rPr>
              <a:t>New ways of working, with customer-centric user journeys as well as agile delivery iterations to provide speed to market</a:t>
            </a:r>
          </a:p>
          <a:p>
            <a:pPr marL="171450" indent="-171450">
              <a:buClr>
                <a:srgbClr val="2E2E38"/>
              </a:buClr>
              <a:buSzPct val="100000"/>
              <a:buFont typeface="Wingdings" panose="05000000000000000000" pitchFamily="2" charset="2"/>
              <a:buChar char="§"/>
            </a:pPr>
            <a:r>
              <a:rPr lang="en-GB">
                <a:solidFill>
                  <a:srgbClr val="2E2E38"/>
                </a:solidFill>
              </a:rPr>
              <a:t>Scalable and reusable components, with modular microservices and data integrations design to allow future new use cases to leverage and reuse existing microservices and data integrations which helps to reduce implementation costs as well as delivery risks</a:t>
            </a:r>
          </a:p>
        </p:txBody>
      </p:sp>
      <p:pic>
        <p:nvPicPr>
          <p:cNvPr id="5" name="Graphic 4">
            <a:extLst>
              <a:ext uri="{FF2B5EF4-FFF2-40B4-BE49-F238E27FC236}">
                <a16:creationId xmlns:a16="http://schemas.microsoft.com/office/drawing/2014/main" id="{1B4EAB16-D29A-CE5B-C78B-E8E8594AA6F2}"/>
              </a:ext>
            </a:extLst>
          </p:cNvPr>
          <p:cNvPicPr/>
          <p:nvPr/>
        </p:nvPicPr>
        <p:blipFill>
          <a:blip r:embed="rId3">
            <a:extLst>
              <a:ext uri="{96DAC541-7B7A-43D3-8B79-37D633B846F1}">
                <asvg:svgBlip xmlns:asvg="http://schemas.microsoft.com/office/drawing/2016/SVG/main" r:embed="rId4"/>
              </a:ext>
            </a:extLst>
          </a:blip>
          <a:stretch>
            <a:fillRect/>
          </a:stretch>
        </p:blipFill>
        <p:spPr>
          <a:xfrm>
            <a:off x="11089246" y="6289101"/>
            <a:ext cx="880813" cy="341755"/>
          </a:xfrm>
          <a:prstGeom prst="rect">
            <a:avLst/>
          </a:prstGeom>
        </p:spPr>
      </p:pic>
    </p:spTree>
    <p:extLst>
      <p:ext uri="{BB962C8B-B14F-4D97-AF65-F5344CB8AC3E}">
        <p14:creationId xmlns:p14="http://schemas.microsoft.com/office/powerpoint/2010/main" val="312019356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F7FF09-1FF0-96E7-1E4B-F2026E4A9EFE}"/>
            </a:ext>
          </a:extLst>
        </p:cNvPr>
        <p:cNvGrpSpPr/>
        <p:nvPr/>
      </p:nvGrpSpPr>
      <p:grpSpPr>
        <a:xfrm>
          <a:off x="0" y="0"/>
          <a:ext cx="0" cy="0"/>
          <a:chOff x="0" y="0"/>
          <a:chExt cx="0" cy="0"/>
        </a:xfrm>
      </p:grpSpPr>
      <p:pic>
        <p:nvPicPr>
          <p:cNvPr id="13" name="Picture 12" descr="A spiral of colorful flowers&#10;&#10;Description automatically generated with medium confidence">
            <a:extLst>
              <a:ext uri="{FF2B5EF4-FFF2-40B4-BE49-F238E27FC236}">
                <a16:creationId xmlns:a16="http://schemas.microsoft.com/office/drawing/2014/main" id="{7B8AD575-6C51-41AE-E7AE-05484071A03C}"/>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7178676" y="0"/>
            <a:ext cx="5019676" cy="6858000"/>
          </a:xfrm>
          <a:prstGeom prst="rect">
            <a:avLst/>
          </a:prstGeom>
        </p:spPr>
      </p:pic>
      <p:sp>
        <p:nvSpPr>
          <p:cNvPr id="19" name="Content Placeholder 5">
            <a:extLst>
              <a:ext uri="{FF2B5EF4-FFF2-40B4-BE49-F238E27FC236}">
                <a16:creationId xmlns:a16="http://schemas.microsoft.com/office/drawing/2014/main" id="{C8FA048E-5393-8600-935E-D31DE531E176}"/>
              </a:ext>
            </a:extLst>
          </p:cNvPr>
          <p:cNvSpPr txBox="1">
            <a:spLocks/>
          </p:cNvSpPr>
          <p:nvPr/>
        </p:nvSpPr>
        <p:spPr>
          <a:xfrm>
            <a:off x="6783388" y="3132471"/>
            <a:ext cx="4176712" cy="3735153"/>
          </a:xfrm>
          <a:prstGeom prst="rect">
            <a:avLst/>
          </a:prstGeom>
          <a:solidFill>
            <a:srgbClr val="FFE600"/>
          </a:solidFill>
        </p:spPr>
        <p:txBody>
          <a:bodyPr vert="horz" lIns="252000" tIns="252000" rIns="252000" bIns="540000" rtlCol="0" anchor="b" anchorCtr="0">
            <a:spAutoFit/>
          </a:bodyPr>
          <a:lstStyle>
            <a:lvl1pPr marL="0" indent="0" algn="l" defTabSz="914400" rtl="0" eaLnBrk="1" latinLnBrk="0" hangingPunct="1">
              <a:lnSpc>
                <a:spcPct val="130000"/>
              </a:lnSpc>
              <a:spcBef>
                <a:spcPct val="20000"/>
              </a:spcBef>
              <a:buClr>
                <a:schemeClr val="bg1"/>
              </a:buClr>
              <a:buSzPct val="110000"/>
              <a:buFont typeface="Arial" panose="020B0604020202020204" pitchFamily="34" charset="0"/>
              <a:buNone/>
              <a:defRPr sz="1000" kern="1200">
                <a:solidFill>
                  <a:schemeClr val="bg1"/>
                </a:solidFill>
                <a:latin typeface="EYInterstate Light" panose="02000506000000020004" pitchFamily="2" charset="0"/>
                <a:ea typeface="+mn-ea"/>
                <a:cs typeface="+mn-cs"/>
              </a:defRPr>
            </a:lvl1pPr>
            <a:lvl2pPr marL="642366" indent="-285750" algn="l" defTabSz="914400" rtl="0" eaLnBrk="1" latinLnBrk="0" hangingPunct="1">
              <a:lnSpc>
                <a:spcPct val="130000"/>
              </a:lnSpc>
              <a:spcBef>
                <a:spcPct val="20000"/>
              </a:spcBef>
              <a:buClr>
                <a:schemeClr val="bg1"/>
              </a:buClr>
              <a:buSzPct val="110000"/>
              <a:buFont typeface="Arial" panose="020B0604020202020204" pitchFamily="34" charset="0"/>
              <a:buNone/>
              <a:defRPr sz="1000" kern="1200">
                <a:solidFill>
                  <a:schemeClr val="bg1"/>
                </a:solidFill>
                <a:latin typeface="EYInterstate Light" panose="02000506000000020004" pitchFamily="2" charset="0"/>
                <a:ea typeface="+mn-ea"/>
                <a:cs typeface="+mn-cs"/>
              </a:defRPr>
            </a:lvl2pPr>
            <a:lvl3pPr marL="998982" indent="-285750" algn="l" defTabSz="914400" rtl="0" eaLnBrk="1" latinLnBrk="0" hangingPunct="1">
              <a:lnSpc>
                <a:spcPct val="130000"/>
              </a:lnSpc>
              <a:spcBef>
                <a:spcPct val="20000"/>
              </a:spcBef>
              <a:buClr>
                <a:schemeClr val="bg1"/>
              </a:buClr>
              <a:buSzPct val="110000"/>
              <a:buFont typeface="Arial" panose="020B0604020202020204" pitchFamily="34" charset="0"/>
              <a:buNone/>
              <a:defRPr sz="1000" kern="1200">
                <a:solidFill>
                  <a:schemeClr val="bg1"/>
                </a:solidFill>
                <a:latin typeface="EYInterstate Light" panose="02000506000000020004" pitchFamily="2" charset="0"/>
                <a:ea typeface="+mn-ea"/>
                <a:cs typeface="+mn-cs"/>
              </a:defRPr>
            </a:lvl3pPr>
            <a:lvl4pPr marL="1355598" indent="-285750" algn="l" defTabSz="914400" rtl="0" eaLnBrk="1" latinLnBrk="0" hangingPunct="1">
              <a:lnSpc>
                <a:spcPct val="130000"/>
              </a:lnSpc>
              <a:spcBef>
                <a:spcPct val="20000"/>
              </a:spcBef>
              <a:buClr>
                <a:schemeClr val="bg1"/>
              </a:buClr>
              <a:buSzPct val="110000"/>
              <a:buFont typeface="Arial" panose="020B0604020202020204" pitchFamily="34" charset="0"/>
              <a:buNone/>
              <a:defRPr sz="1000" kern="1200">
                <a:solidFill>
                  <a:schemeClr val="bg1"/>
                </a:solidFill>
                <a:latin typeface="EYInterstate Light" panose="02000506000000020004" pitchFamily="2" charset="0"/>
                <a:ea typeface="+mn-ea"/>
                <a:cs typeface="+mn-cs"/>
              </a:defRPr>
            </a:lvl4pPr>
            <a:lvl5pPr marL="1712214" indent="-285750" algn="l" defTabSz="914400" rtl="0" eaLnBrk="1" latinLnBrk="0" hangingPunct="1">
              <a:lnSpc>
                <a:spcPct val="130000"/>
              </a:lnSpc>
              <a:spcBef>
                <a:spcPct val="20000"/>
              </a:spcBef>
              <a:buClr>
                <a:schemeClr val="bg1"/>
              </a:buClr>
              <a:buSzPct val="110000"/>
              <a:buFont typeface="Arial" panose="020B0604020202020204" pitchFamily="34" charset="0"/>
              <a:buNone/>
              <a:defRPr sz="10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20000"/>
              </a:spcBef>
              <a:spcAft>
                <a:spcPts val="1200"/>
              </a:spcAft>
              <a:buClr>
                <a:srgbClr val="2E2E38"/>
              </a:buClr>
              <a:buSzPct val="110000"/>
              <a:buFont typeface="Arial" panose="020B0604020202020204" pitchFamily="34" charset="0"/>
              <a:buNone/>
              <a:tabLst/>
              <a:defRPr/>
            </a:pPr>
            <a:r>
              <a:rPr kumimoji="0" lang="en-US" sz="1600" b="1" i="0" u="none" strike="noStrike" kern="1200" cap="none" spc="0" normalizeH="0" baseline="0" noProof="0">
                <a:ln>
                  <a:noFill/>
                </a:ln>
                <a:solidFill>
                  <a:srgbClr val="2E2E38"/>
                </a:solidFill>
                <a:effectLst/>
                <a:uLnTx/>
                <a:uFillTx/>
                <a:latin typeface="EYInterstate Regular" panose="02000503020000020004" pitchFamily="2" charset="0"/>
                <a:ea typeface="+mn-ea"/>
                <a:cs typeface="+mn-cs"/>
              </a:rPr>
              <a:t>How we added value</a:t>
            </a:r>
          </a:p>
          <a:p>
            <a:pPr marL="171450" marR="0" lvl="0" indent="-171450" algn="l" defTabSz="914400" rtl="0" eaLnBrk="1" fontAlgn="auto" latinLnBrk="0" hangingPunct="1">
              <a:lnSpc>
                <a:spcPct val="130000"/>
              </a:lnSpc>
              <a:spcBef>
                <a:spcPct val="20000"/>
              </a:spcBef>
              <a:spcAft>
                <a:spcPts val="0"/>
              </a:spcAft>
              <a:buClr>
                <a:srgbClr val="2E2E38"/>
              </a:buClr>
              <a:buSzPct val="100000"/>
              <a:buFont typeface="Wingdings" panose="05000000000000000000" pitchFamily="2" charset="2"/>
              <a:buChar char="§"/>
              <a:tabLst/>
              <a:defRPr/>
            </a:pPr>
            <a:r>
              <a:rPr kumimoji="0" lang="en-GB" sz="1000" b="0" i="0" u="none" strike="noStrike" kern="1200" cap="none" spc="0" normalizeH="0" baseline="0" noProof="0">
                <a:ln>
                  <a:noFill/>
                </a:ln>
                <a:solidFill>
                  <a:srgbClr val="2E2E38"/>
                </a:solidFill>
                <a:effectLst/>
                <a:uLnTx/>
                <a:uFillTx/>
                <a:latin typeface="EYInterstate Light" panose="02000506000000020004" pitchFamily="2" charset="0"/>
                <a:ea typeface="+mn-ea"/>
                <a:cs typeface="+mn-cs"/>
              </a:rPr>
              <a:t>Continuous feedback across the entire customer journey and all customer meeting points by managing an eco-system of in-the-moment, post-moment and anytime feedback sources.</a:t>
            </a:r>
          </a:p>
          <a:p>
            <a:pPr marL="171450" marR="0" lvl="0" indent="-171450" algn="l" defTabSz="914400" rtl="0" eaLnBrk="1" fontAlgn="auto" latinLnBrk="0" hangingPunct="1">
              <a:lnSpc>
                <a:spcPct val="130000"/>
              </a:lnSpc>
              <a:spcBef>
                <a:spcPct val="20000"/>
              </a:spcBef>
              <a:spcAft>
                <a:spcPts val="0"/>
              </a:spcAft>
              <a:buClr>
                <a:srgbClr val="2E2E38"/>
              </a:buClr>
              <a:buSzPct val="100000"/>
              <a:buFont typeface="Wingdings" panose="05000000000000000000" pitchFamily="2" charset="2"/>
              <a:buChar char="§"/>
              <a:tabLst/>
              <a:defRPr/>
            </a:pPr>
            <a:r>
              <a:rPr kumimoji="0" lang="en-GB" sz="1000" b="0" i="0" u="none" strike="noStrike" kern="1200" cap="none" spc="0" normalizeH="0" baseline="0" noProof="0">
                <a:ln>
                  <a:noFill/>
                </a:ln>
                <a:solidFill>
                  <a:srgbClr val="2E2E38"/>
                </a:solidFill>
                <a:effectLst/>
                <a:uLnTx/>
                <a:uFillTx/>
                <a:latin typeface="EYInterstate Light" panose="02000506000000020004" pitchFamily="2" charset="0"/>
                <a:ea typeface="+mn-ea"/>
                <a:cs typeface="+mn-cs"/>
              </a:rPr>
              <a:t>Automated and transparent analysis of customer feedback to understand how the client is performing in the eyes of the customer.</a:t>
            </a:r>
          </a:p>
          <a:p>
            <a:pPr marL="171450" marR="0" lvl="0" indent="-171450" algn="l" defTabSz="914400" rtl="0" eaLnBrk="1" fontAlgn="auto" latinLnBrk="0" hangingPunct="1">
              <a:lnSpc>
                <a:spcPct val="130000"/>
              </a:lnSpc>
              <a:spcBef>
                <a:spcPct val="20000"/>
              </a:spcBef>
              <a:spcAft>
                <a:spcPts val="0"/>
              </a:spcAft>
              <a:buClr>
                <a:srgbClr val="2E2E38"/>
              </a:buClr>
              <a:buSzPct val="100000"/>
              <a:buFont typeface="Wingdings" panose="05000000000000000000" pitchFamily="2" charset="2"/>
              <a:buChar char="§"/>
              <a:tabLst/>
              <a:defRPr/>
            </a:pPr>
            <a:r>
              <a:rPr kumimoji="0" lang="en-GB" sz="1000" b="0" i="0" u="none" strike="noStrike" kern="1200" cap="none" spc="0" normalizeH="0" baseline="0" noProof="0">
                <a:ln>
                  <a:noFill/>
                </a:ln>
                <a:solidFill>
                  <a:srgbClr val="2E2E38"/>
                </a:solidFill>
                <a:effectLst/>
                <a:uLnTx/>
                <a:uFillTx/>
                <a:latin typeface="EYInterstate Light" panose="02000506000000020004" pitchFamily="2" charset="0"/>
                <a:ea typeface="+mn-ea"/>
                <a:cs typeface="+mn-cs"/>
              </a:rPr>
              <a:t>Actionable insights available in one place 24/7 and updated on a daily basis.</a:t>
            </a:r>
          </a:p>
          <a:p>
            <a:pPr marL="171450" marR="0" lvl="0" indent="-171450" algn="l" defTabSz="914400" rtl="0" eaLnBrk="1" fontAlgn="auto" latinLnBrk="0" hangingPunct="1">
              <a:lnSpc>
                <a:spcPct val="130000"/>
              </a:lnSpc>
              <a:spcBef>
                <a:spcPct val="20000"/>
              </a:spcBef>
              <a:spcAft>
                <a:spcPts val="0"/>
              </a:spcAft>
              <a:buClr>
                <a:srgbClr val="2E2E38"/>
              </a:buClr>
              <a:buSzPct val="100000"/>
              <a:buFont typeface="Wingdings" panose="05000000000000000000" pitchFamily="2" charset="2"/>
              <a:buChar char="§"/>
              <a:tabLst/>
              <a:defRPr/>
            </a:pPr>
            <a:r>
              <a:rPr kumimoji="0" lang="en-GB" sz="1000" b="0" i="0" u="none" strike="noStrike" kern="1200" cap="none" spc="0" normalizeH="0" baseline="0" noProof="0">
                <a:ln>
                  <a:noFill/>
                </a:ln>
                <a:solidFill>
                  <a:srgbClr val="2E2E38"/>
                </a:solidFill>
                <a:effectLst/>
                <a:uLnTx/>
                <a:uFillTx/>
                <a:latin typeface="EYInterstate Light" panose="02000506000000020004" pitchFamily="2" charset="0"/>
                <a:ea typeface="+mn-ea"/>
                <a:cs typeface="+mn-cs"/>
              </a:rPr>
              <a:t>Coordination and execution of global deployment approach.</a:t>
            </a:r>
          </a:p>
          <a:p>
            <a:pPr marL="171450" marR="0" lvl="0" indent="-171450" algn="l" defTabSz="914400" rtl="0" eaLnBrk="1" fontAlgn="auto" latinLnBrk="0" hangingPunct="1">
              <a:lnSpc>
                <a:spcPct val="130000"/>
              </a:lnSpc>
              <a:spcBef>
                <a:spcPct val="20000"/>
              </a:spcBef>
              <a:spcAft>
                <a:spcPts val="0"/>
              </a:spcAft>
              <a:buClr>
                <a:srgbClr val="2E2E38"/>
              </a:buClr>
              <a:buSzPct val="100000"/>
              <a:buFont typeface="Wingdings" panose="05000000000000000000" pitchFamily="2" charset="2"/>
              <a:buChar char="§"/>
              <a:tabLst/>
              <a:defRPr/>
            </a:pPr>
            <a:r>
              <a:rPr kumimoji="0" lang="en-GB" sz="1000" b="0" i="0" u="none" strike="noStrike" kern="1200" cap="none" spc="0" normalizeH="0" baseline="0" noProof="0">
                <a:ln>
                  <a:noFill/>
                </a:ln>
                <a:solidFill>
                  <a:srgbClr val="2E2E38"/>
                </a:solidFill>
                <a:effectLst/>
                <a:uLnTx/>
                <a:uFillTx/>
                <a:latin typeface="EYInterstate Light" panose="02000506000000020004" pitchFamily="2" charset="0"/>
                <a:ea typeface="+mn-ea"/>
                <a:cs typeface="+mn-cs"/>
              </a:rPr>
              <a:t>Making insights relevant to the organization by connecting experience to operational data and internal ways of working.</a:t>
            </a:r>
          </a:p>
        </p:txBody>
      </p:sp>
      <p:sp>
        <p:nvSpPr>
          <p:cNvPr id="4" name="Title 3">
            <a:extLst>
              <a:ext uri="{FF2B5EF4-FFF2-40B4-BE49-F238E27FC236}">
                <a16:creationId xmlns:a16="http://schemas.microsoft.com/office/drawing/2014/main" id="{AF82F599-251C-5B9A-E37E-64C1BADD34B1}"/>
              </a:ext>
            </a:extLst>
          </p:cNvPr>
          <p:cNvSpPr>
            <a:spLocks noGrp="1"/>
          </p:cNvSpPr>
          <p:nvPr>
            <p:ph type="title"/>
          </p:nvPr>
        </p:nvSpPr>
        <p:spPr>
          <a:xfrm>
            <a:off x="483826" y="369888"/>
            <a:ext cx="6462884" cy="470898"/>
          </a:xfrm>
        </p:spPr>
        <p:txBody>
          <a:bodyPr/>
          <a:lstStyle/>
          <a:p>
            <a:r>
              <a:rPr lang="en-US" sz="2400">
                <a:latin typeface="EYInterstate Regular" panose="02000503020000020004" pitchFamily="2" charset="0"/>
              </a:rPr>
              <a:t>Global customer feedback platform to extract </a:t>
            </a:r>
            <a:r>
              <a:rPr lang="en-US" sz="2400" err="1">
                <a:latin typeface="EYInterstate Regular" panose="02000503020000020004" pitchFamily="2" charset="0"/>
              </a:rPr>
              <a:t>VoC</a:t>
            </a:r>
            <a:r>
              <a:rPr lang="en-US" sz="2400">
                <a:latin typeface="EYInterstate Regular" panose="02000503020000020004" pitchFamily="2" charset="0"/>
              </a:rPr>
              <a:t> insights on multiple dimensions</a:t>
            </a:r>
          </a:p>
        </p:txBody>
      </p:sp>
      <p:sp>
        <p:nvSpPr>
          <p:cNvPr id="2" name="Footer Placeholder 1">
            <a:extLst>
              <a:ext uri="{FF2B5EF4-FFF2-40B4-BE49-F238E27FC236}">
                <a16:creationId xmlns:a16="http://schemas.microsoft.com/office/drawing/2014/main" id="{635361D0-FECA-9FA2-D2E7-308EC61F4EFD}"/>
              </a:ext>
            </a:extLst>
          </p:cNvPr>
          <p:cNvSpPr>
            <a:spLocks noGrp="1"/>
          </p:cNvSpPr>
          <p:nvPr>
            <p:ph type="ftr" sz="quarter" idx="18"/>
          </p:nvPr>
        </p:nvSpPr>
        <p:spPr/>
        <p:txBody>
          <a:bodyPr/>
          <a:lstStyle/>
          <a:p>
            <a:r>
              <a:rPr lang="en-US" noProof="0"/>
              <a:t>Customer Experience</a:t>
            </a:r>
          </a:p>
        </p:txBody>
      </p:sp>
      <p:sp>
        <p:nvSpPr>
          <p:cNvPr id="3" name="Slide Number Placeholder 2">
            <a:extLst>
              <a:ext uri="{FF2B5EF4-FFF2-40B4-BE49-F238E27FC236}">
                <a16:creationId xmlns:a16="http://schemas.microsoft.com/office/drawing/2014/main" id="{8B93A85A-911D-AC41-9B61-B25915FBEBBB}"/>
              </a:ext>
            </a:extLst>
          </p:cNvPr>
          <p:cNvSpPr>
            <a:spLocks noGrp="1"/>
          </p:cNvSpPr>
          <p:nvPr>
            <p:ph type="sldNum" sz="quarter" idx="19"/>
          </p:nvPr>
        </p:nvSpPr>
        <p:spPr/>
        <p:txBody>
          <a:bodyPr/>
          <a:lstStyle/>
          <a:p>
            <a:fld id="{94FCA0F3-9F3A-694B-99BB-0E592A797735}" type="slidenum">
              <a:rPr lang="en-US" noProof="0" smtClean="0"/>
              <a:t>24</a:t>
            </a:fld>
            <a:endParaRPr lang="en-US" noProof="0"/>
          </a:p>
        </p:txBody>
      </p:sp>
      <p:sp>
        <p:nvSpPr>
          <p:cNvPr id="6" name="TextBox 5">
            <a:extLst>
              <a:ext uri="{FF2B5EF4-FFF2-40B4-BE49-F238E27FC236}">
                <a16:creationId xmlns:a16="http://schemas.microsoft.com/office/drawing/2014/main" id="{8FA658C1-B983-CD59-A1F5-901E8FD03604}"/>
              </a:ext>
            </a:extLst>
          </p:cNvPr>
          <p:cNvSpPr txBox="1"/>
          <p:nvPr/>
        </p:nvSpPr>
        <p:spPr>
          <a:xfrm>
            <a:off x="483826" y="1966919"/>
            <a:ext cx="6096000" cy="276999"/>
          </a:xfrm>
          <a:prstGeom prst="rect">
            <a:avLst/>
          </a:prstGeom>
          <a:noFill/>
        </p:spPr>
        <p:txBody>
          <a:bodyPr wrap="square" lIns="0" tIns="0" rIns="0" bIns="0">
            <a:spAutoFit/>
          </a:bodyPr>
          <a:lstStyle/>
          <a:p>
            <a:pPr defTabSz="457109">
              <a:spcBef>
                <a:spcPct val="20000"/>
              </a:spcBef>
            </a:pPr>
            <a:r>
              <a:rPr lang="en-US">
                <a:solidFill>
                  <a:srgbClr val="FFFFFF"/>
                </a:solidFill>
                <a:ea typeface="Lato Light" panose="020F0502020204030203" pitchFamily="34" charset="0"/>
                <a:cs typeface="Lato Light" panose="020F0502020204030203" pitchFamily="34" charset="0"/>
              </a:rPr>
              <a:t>Multinational furniture retail company</a:t>
            </a:r>
          </a:p>
        </p:txBody>
      </p:sp>
      <p:sp>
        <p:nvSpPr>
          <p:cNvPr id="10" name="Content Placeholder 4">
            <a:extLst>
              <a:ext uri="{FF2B5EF4-FFF2-40B4-BE49-F238E27FC236}">
                <a16:creationId xmlns:a16="http://schemas.microsoft.com/office/drawing/2014/main" id="{D3640FB9-850B-CD90-B108-24339938CB82}"/>
              </a:ext>
            </a:extLst>
          </p:cNvPr>
          <p:cNvSpPr txBox="1">
            <a:spLocks/>
          </p:cNvSpPr>
          <p:nvPr/>
        </p:nvSpPr>
        <p:spPr>
          <a:xfrm>
            <a:off x="1058862" y="2940536"/>
            <a:ext cx="5219701" cy="4036929"/>
          </a:xfrm>
          <a:prstGeom prst="rect">
            <a:avLst/>
          </a:prstGeom>
        </p:spPr>
        <p:txBody>
          <a:bodyPr vert="horz" lIns="180000" tIns="0" rIns="180000" bIns="0" rtlCol="0" anchor="t" anchorCtr="0">
            <a:noAutofit/>
          </a:bodyPr>
          <a:lstStyle>
            <a:lvl1pPr marL="285750" indent="-285750" algn="l" defTabSz="914400" rtl="0" eaLnBrk="1" latinLnBrk="0" hangingPunct="1">
              <a:lnSpc>
                <a:spcPct val="130000"/>
              </a:lnSpc>
              <a:spcBef>
                <a:spcPct val="20000"/>
              </a:spcBef>
              <a:buClr>
                <a:schemeClr val="bg1"/>
              </a:buClr>
              <a:buSzPct val="110000"/>
              <a:buFont typeface="Arial" panose="020B0604020202020204" pitchFamily="34" charset="0"/>
              <a:buChar char="•"/>
              <a:defRPr sz="1000" kern="1200">
                <a:solidFill>
                  <a:schemeClr val="bg1"/>
                </a:solidFill>
                <a:latin typeface="EYInterstate Light" panose="02000506000000020004" pitchFamily="2" charset="0"/>
                <a:ea typeface="+mn-ea"/>
                <a:cs typeface="+mn-cs"/>
              </a:defRPr>
            </a:lvl1pPr>
            <a:lvl2pPr marL="642366" indent="-285750" algn="l" defTabSz="914400" rtl="0" eaLnBrk="1" latinLnBrk="0" hangingPunct="1">
              <a:lnSpc>
                <a:spcPct val="130000"/>
              </a:lnSpc>
              <a:spcBef>
                <a:spcPct val="20000"/>
              </a:spcBef>
              <a:buClr>
                <a:schemeClr val="bg1"/>
              </a:buClr>
              <a:buSzPct val="110000"/>
              <a:buFont typeface="Arial" panose="020B0604020202020204" pitchFamily="34" charset="0"/>
              <a:buChar char="•"/>
              <a:defRPr sz="1000" kern="1200">
                <a:solidFill>
                  <a:schemeClr val="bg1"/>
                </a:solidFill>
                <a:latin typeface="EYInterstate Light" panose="02000506000000020004" pitchFamily="2" charset="0"/>
                <a:ea typeface="+mn-ea"/>
                <a:cs typeface="+mn-cs"/>
              </a:defRPr>
            </a:lvl2pPr>
            <a:lvl3pPr marL="998982" indent="-285750" algn="l" defTabSz="914400" rtl="0" eaLnBrk="1" latinLnBrk="0" hangingPunct="1">
              <a:lnSpc>
                <a:spcPct val="130000"/>
              </a:lnSpc>
              <a:spcBef>
                <a:spcPct val="20000"/>
              </a:spcBef>
              <a:buClr>
                <a:schemeClr val="bg1"/>
              </a:buClr>
              <a:buSzPct val="110000"/>
              <a:buFont typeface="Arial" panose="020B0604020202020204" pitchFamily="34" charset="0"/>
              <a:buChar char="•"/>
              <a:defRPr sz="1000" kern="1200">
                <a:solidFill>
                  <a:schemeClr val="bg1"/>
                </a:solidFill>
                <a:latin typeface="EYInterstate Light" panose="02000506000000020004" pitchFamily="2" charset="0"/>
                <a:ea typeface="+mn-ea"/>
                <a:cs typeface="+mn-cs"/>
              </a:defRPr>
            </a:lvl3pPr>
            <a:lvl4pPr marL="1355598" indent="-285750" algn="l" defTabSz="914400" rtl="0" eaLnBrk="1" latinLnBrk="0" hangingPunct="1">
              <a:lnSpc>
                <a:spcPct val="130000"/>
              </a:lnSpc>
              <a:spcBef>
                <a:spcPct val="20000"/>
              </a:spcBef>
              <a:buClr>
                <a:schemeClr val="bg1"/>
              </a:buClr>
              <a:buSzPct val="110000"/>
              <a:buFont typeface="Arial" panose="020B0604020202020204" pitchFamily="34" charset="0"/>
              <a:buChar char="•"/>
              <a:defRPr sz="1000" kern="1200">
                <a:solidFill>
                  <a:schemeClr val="bg1"/>
                </a:solidFill>
                <a:latin typeface="EYInterstate Light" panose="02000506000000020004" pitchFamily="2" charset="0"/>
                <a:ea typeface="+mn-ea"/>
                <a:cs typeface="+mn-cs"/>
              </a:defRPr>
            </a:lvl4pPr>
            <a:lvl5pPr marL="1712214" indent="-285750" algn="l" defTabSz="914400" rtl="0" eaLnBrk="1" latinLnBrk="0" hangingPunct="1">
              <a:lnSpc>
                <a:spcPct val="130000"/>
              </a:lnSpc>
              <a:spcBef>
                <a:spcPct val="20000"/>
              </a:spcBef>
              <a:buClr>
                <a:schemeClr val="bg1"/>
              </a:buClr>
              <a:buSzPct val="110000"/>
              <a:buFont typeface="Arial" panose="020B0604020202020204" pitchFamily="34" charset="0"/>
              <a:buChar char="•"/>
              <a:defRPr sz="10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30000"/>
              </a:lnSpc>
              <a:spcBef>
                <a:spcPct val="20000"/>
              </a:spcBef>
              <a:spcAft>
                <a:spcPts val="0"/>
              </a:spcAft>
              <a:buClr>
                <a:srgbClr val="2E2E38"/>
              </a:buClr>
              <a:buSzPct val="110000"/>
              <a:buFont typeface="Arial" panose="020B0604020202020204" pitchFamily="34" charset="0"/>
              <a:buNone/>
              <a:tabLst/>
              <a:defRPr/>
            </a:pPr>
            <a:r>
              <a:rPr kumimoji="0" lang="en-US" sz="1400" b="0" i="0" u="none" strike="noStrike" kern="1200" cap="none" spc="0" normalizeH="0" baseline="0" noProof="0">
                <a:ln>
                  <a:noFill/>
                </a:ln>
                <a:effectLst/>
                <a:uLnTx/>
                <a:uFillTx/>
                <a:latin typeface="EYInterstate Light"/>
                <a:ea typeface="+mn-ea"/>
                <a:cs typeface="+mn-cs"/>
              </a:rPr>
              <a:t>Client challenge </a:t>
            </a:r>
          </a:p>
          <a:p>
            <a:pPr marL="0" marR="0" lvl="0" indent="0" algn="l" defTabSz="914400" rtl="0" eaLnBrk="1" fontAlgn="auto" latinLnBrk="0" hangingPunct="1">
              <a:lnSpc>
                <a:spcPct val="130000"/>
              </a:lnSpc>
              <a:spcBef>
                <a:spcPct val="20000"/>
              </a:spcBef>
              <a:spcAft>
                <a:spcPts val="0"/>
              </a:spcAft>
              <a:buClr>
                <a:srgbClr val="2E2E38"/>
              </a:buClr>
              <a:buSzPct val="110000"/>
              <a:buFont typeface="Arial" panose="020B0604020202020204" pitchFamily="34" charset="0"/>
              <a:buNone/>
              <a:tabLst/>
              <a:defRPr/>
            </a:pPr>
            <a:r>
              <a:rPr kumimoji="0" lang="en-US" sz="1000" b="0" i="0" u="none" strike="noStrike" kern="1200" cap="none" spc="0" normalizeH="0" baseline="0" noProof="0">
                <a:ln>
                  <a:noFill/>
                </a:ln>
                <a:effectLst/>
                <a:uLnTx/>
                <a:uFillTx/>
                <a:latin typeface="EYInterstate Light" panose="02000506000000020004" pitchFamily="2" charset="0"/>
                <a:ea typeface="+mn-ea"/>
                <a:cs typeface="+mn-cs"/>
              </a:rPr>
              <a:t>We designed and built a customer feedback platform, using text analytics techniques such as topic and sentiment analysis to determine pain points on many levels (country, store, category, customer, specific sale). </a:t>
            </a:r>
          </a:p>
          <a:p>
            <a:pPr marL="0" marR="0" lvl="0" indent="0" algn="l" defTabSz="914400" rtl="0" eaLnBrk="1" fontAlgn="auto" latinLnBrk="0" hangingPunct="1">
              <a:lnSpc>
                <a:spcPct val="130000"/>
              </a:lnSpc>
              <a:spcBef>
                <a:spcPts val="1200"/>
              </a:spcBef>
              <a:spcAft>
                <a:spcPts val="0"/>
              </a:spcAft>
              <a:buClr>
                <a:srgbClr val="2E2E38"/>
              </a:buClr>
              <a:buSzPct val="110000"/>
              <a:buFont typeface="Arial" panose="020B0604020202020204" pitchFamily="34" charset="0"/>
              <a:buNone/>
              <a:tabLst/>
              <a:defRPr/>
            </a:pPr>
            <a:r>
              <a:rPr kumimoji="0" lang="en-US" sz="1400" b="0" i="0" u="none" strike="noStrike" kern="1200" cap="none" spc="0" normalizeH="0" baseline="0" noProof="0">
                <a:ln>
                  <a:noFill/>
                </a:ln>
                <a:effectLst/>
                <a:uLnTx/>
                <a:uFillTx/>
                <a:latin typeface="EYInterstate Light"/>
                <a:ea typeface="+mn-ea"/>
                <a:cs typeface="+mn-cs"/>
              </a:rPr>
              <a:t>Our Solution</a:t>
            </a:r>
          </a:p>
          <a:p>
            <a:pPr marL="285750" marR="0" lvl="0" indent="-285750" algn="l" defTabSz="914400" rtl="0" eaLnBrk="1" fontAlgn="auto" latinLnBrk="0" hangingPunct="1">
              <a:lnSpc>
                <a:spcPct val="130000"/>
              </a:lnSpc>
              <a:spcBef>
                <a:spcPct val="20000"/>
              </a:spcBef>
              <a:spcAft>
                <a:spcPts val="0"/>
              </a:spcAft>
              <a:buClr>
                <a:srgbClr val="FFE600"/>
              </a:buClr>
              <a:buSzPct val="100000"/>
              <a:buFont typeface="Wingdings" panose="05000000000000000000" pitchFamily="2" charset="2"/>
              <a:buChar char="§"/>
              <a:tabLst/>
              <a:defRPr/>
            </a:pPr>
            <a:r>
              <a:rPr kumimoji="0" lang="en-US" sz="1000" b="0" i="0" u="none" strike="noStrike" kern="1200" cap="none" spc="0" normalizeH="0" baseline="0" noProof="0">
                <a:ln>
                  <a:noFill/>
                </a:ln>
                <a:effectLst/>
                <a:uLnTx/>
                <a:uFillTx/>
                <a:latin typeface="EYInterstate Light" panose="02000506000000020004" pitchFamily="2" charset="0"/>
                <a:ea typeface="+mn-ea"/>
                <a:cs typeface="+mn-cs"/>
              </a:rPr>
              <a:t>Every piece of feedback contains easy-to-respond 1-5 satisfaction scale, and an open text field. This ensures minimal survey effort for the customer, with maximal depth of the response, at the cost of having to analyze text data. We still allow for add-on surveys where needed.</a:t>
            </a:r>
          </a:p>
          <a:p>
            <a:pPr marL="285750" marR="0" lvl="0" indent="-285750" algn="l" defTabSz="914400" rtl="0" eaLnBrk="1" fontAlgn="auto" latinLnBrk="0" hangingPunct="1">
              <a:lnSpc>
                <a:spcPct val="130000"/>
              </a:lnSpc>
              <a:spcBef>
                <a:spcPct val="20000"/>
              </a:spcBef>
              <a:spcAft>
                <a:spcPts val="0"/>
              </a:spcAft>
              <a:buClr>
                <a:srgbClr val="FFE600"/>
              </a:buClr>
              <a:buSzPct val="100000"/>
              <a:buFont typeface="Wingdings" panose="05000000000000000000" pitchFamily="2" charset="2"/>
              <a:buChar char="§"/>
              <a:tabLst/>
              <a:defRPr/>
            </a:pPr>
            <a:r>
              <a:rPr kumimoji="0" lang="en-US" sz="1000" b="0" i="0" u="none" strike="noStrike" kern="1200" cap="none" spc="0" normalizeH="0" baseline="0" noProof="0">
                <a:ln>
                  <a:noFill/>
                </a:ln>
                <a:effectLst/>
                <a:uLnTx/>
                <a:uFillTx/>
                <a:latin typeface="EYInterstate Light" panose="02000506000000020004" pitchFamily="2" charset="0"/>
                <a:ea typeface="+mn-ea"/>
                <a:cs typeface="+mn-cs"/>
              </a:rPr>
              <a:t>Run Natural Language Processing for Topic and Sentiment mining, in order to truly understand the customer. </a:t>
            </a:r>
          </a:p>
          <a:p>
            <a:pPr marL="285750" marR="0" lvl="0" indent="-285750" algn="l" defTabSz="914400" rtl="0" eaLnBrk="1" fontAlgn="auto" latinLnBrk="0" hangingPunct="1">
              <a:lnSpc>
                <a:spcPct val="130000"/>
              </a:lnSpc>
              <a:spcBef>
                <a:spcPct val="20000"/>
              </a:spcBef>
              <a:spcAft>
                <a:spcPts val="0"/>
              </a:spcAft>
              <a:buClr>
                <a:srgbClr val="FFE600"/>
              </a:buClr>
              <a:buSzPct val="100000"/>
              <a:buFont typeface="Wingdings" panose="05000000000000000000" pitchFamily="2" charset="2"/>
              <a:buChar char="§"/>
              <a:tabLst/>
              <a:defRPr/>
            </a:pPr>
            <a:r>
              <a:rPr kumimoji="0" lang="en-US" sz="1000" b="0" i="0" u="none" strike="noStrike" kern="1200" cap="none" spc="0" normalizeH="0" baseline="0" noProof="0">
                <a:ln>
                  <a:noFill/>
                </a:ln>
                <a:effectLst/>
                <a:uLnTx/>
                <a:uFillTx/>
                <a:latin typeface="EYInterstate Light" panose="02000506000000020004" pitchFamily="2" charset="0"/>
                <a:ea typeface="+mn-ea"/>
                <a:cs typeface="+mn-cs"/>
              </a:rPr>
              <a:t>Visualize the percentage of happy customer scores per country/product/timeframe/etc. in dashboards and find the impact of each topic on the satisfaction. </a:t>
            </a:r>
          </a:p>
        </p:txBody>
      </p:sp>
      <p:pic>
        <p:nvPicPr>
          <p:cNvPr id="5" name="Graphic 4">
            <a:extLst>
              <a:ext uri="{FF2B5EF4-FFF2-40B4-BE49-F238E27FC236}">
                <a16:creationId xmlns:a16="http://schemas.microsoft.com/office/drawing/2014/main" id="{FB7ADFC2-707E-3D6F-09F4-69E8635A5A02}"/>
              </a:ext>
            </a:extLst>
          </p:cNvPr>
          <p:cNvPicPr/>
          <p:nvPr/>
        </p:nvPicPr>
        <p:blipFill>
          <a:blip r:embed="rId3">
            <a:extLst>
              <a:ext uri="{96DAC541-7B7A-43D3-8B79-37D633B846F1}">
                <asvg:svgBlip xmlns:asvg="http://schemas.microsoft.com/office/drawing/2016/SVG/main" r:embed="rId4"/>
              </a:ext>
            </a:extLst>
          </a:blip>
          <a:stretch>
            <a:fillRect/>
          </a:stretch>
        </p:blipFill>
        <p:spPr>
          <a:xfrm>
            <a:off x="11089246" y="6289101"/>
            <a:ext cx="880813" cy="341755"/>
          </a:xfrm>
          <a:prstGeom prst="rect">
            <a:avLst/>
          </a:prstGeom>
        </p:spPr>
      </p:pic>
    </p:spTree>
    <p:extLst>
      <p:ext uri="{BB962C8B-B14F-4D97-AF65-F5344CB8AC3E}">
        <p14:creationId xmlns:p14="http://schemas.microsoft.com/office/powerpoint/2010/main" val="225793084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C065CA-5E85-E148-4E9A-C03F47CA0A7A}"/>
            </a:ext>
          </a:extLst>
        </p:cNvPr>
        <p:cNvGrpSpPr/>
        <p:nvPr/>
      </p:nvGrpSpPr>
      <p:grpSpPr>
        <a:xfrm>
          <a:off x="0" y="0"/>
          <a:ext cx="0" cy="0"/>
          <a:chOff x="0" y="0"/>
          <a:chExt cx="0" cy="0"/>
        </a:xfrm>
      </p:grpSpPr>
      <p:pic>
        <p:nvPicPr>
          <p:cNvPr id="27" name="Picture Placeholder 7" descr="A picture containing handwear, blue&#10;&#10;Description automatically generated">
            <a:extLst>
              <a:ext uri="{FF2B5EF4-FFF2-40B4-BE49-F238E27FC236}">
                <a16:creationId xmlns:a16="http://schemas.microsoft.com/office/drawing/2014/main" id="{E3234593-AB90-04FD-306B-13C8CF1C871A}"/>
              </a:ext>
            </a:extLst>
          </p:cNvPr>
          <p:cNvPicPr>
            <a:picLocks noChangeAspect="1"/>
          </p:cNvPicPr>
          <p:nvPr/>
        </p:nvPicPr>
        <p:blipFill>
          <a:blip r:embed="rId2" cstate="print">
            <a:extLst>
              <a:ext uri="{28A0092B-C50C-407E-A947-70E740481C1C}">
                <a14:useLocalDpi xmlns:a14="http://schemas.microsoft.com/office/drawing/2010/main"/>
              </a:ext>
            </a:extLst>
          </a:blip>
          <a:srcRect/>
          <a:stretch>
            <a:fillRect/>
          </a:stretch>
        </p:blipFill>
        <p:spPr>
          <a:xfrm>
            <a:off x="7178676" y="0"/>
            <a:ext cx="5019676" cy="6858000"/>
          </a:xfrm>
          <a:prstGeom prst="rect">
            <a:avLst/>
          </a:prstGeom>
          <a:solidFill>
            <a:srgbClr val="2E2E38">
              <a:lumMod val="20000"/>
              <a:lumOff val="80000"/>
            </a:srgbClr>
          </a:solidFill>
        </p:spPr>
      </p:pic>
      <p:sp>
        <p:nvSpPr>
          <p:cNvPr id="28" name="Content Placeholder 5">
            <a:extLst>
              <a:ext uri="{FF2B5EF4-FFF2-40B4-BE49-F238E27FC236}">
                <a16:creationId xmlns:a16="http://schemas.microsoft.com/office/drawing/2014/main" id="{BD272C66-F6D4-EF1D-A50C-DD28A3B4BFD2}"/>
              </a:ext>
            </a:extLst>
          </p:cNvPr>
          <p:cNvSpPr txBox="1">
            <a:spLocks/>
          </p:cNvSpPr>
          <p:nvPr/>
        </p:nvSpPr>
        <p:spPr>
          <a:xfrm>
            <a:off x="6783388" y="4994519"/>
            <a:ext cx="2879725" cy="1873105"/>
          </a:xfrm>
          <a:prstGeom prst="rect">
            <a:avLst/>
          </a:prstGeom>
          <a:solidFill>
            <a:srgbClr val="FFE600"/>
          </a:solidFill>
        </p:spPr>
        <p:txBody>
          <a:bodyPr vert="horz" lIns="252000" tIns="252000" rIns="252000" bIns="540000" rtlCol="0" anchor="b" anchorCtr="0">
            <a:spAutoFit/>
          </a:bodyPr>
          <a:lstStyle>
            <a:lvl1pPr marL="0" indent="0" algn="l" defTabSz="914400" rtl="0" eaLnBrk="1" latinLnBrk="0" hangingPunct="1">
              <a:lnSpc>
                <a:spcPct val="130000"/>
              </a:lnSpc>
              <a:spcBef>
                <a:spcPct val="20000"/>
              </a:spcBef>
              <a:buClr>
                <a:schemeClr val="bg1"/>
              </a:buClr>
              <a:buSzPct val="110000"/>
              <a:buFont typeface="Arial" panose="020B0604020202020204" pitchFamily="34" charset="0"/>
              <a:buNone/>
              <a:defRPr sz="1000" kern="1200">
                <a:solidFill>
                  <a:schemeClr val="bg1"/>
                </a:solidFill>
                <a:latin typeface="EYInterstate Light" panose="02000506000000020004" pitchFamily="2" charset="0"/>
                <a:ea typeface="+mn-ea"/>
                <a:cs typeface="+mn-cs"/>
              </a:defRPr>
            </a:lvl1pPr>
            <a:lvl2pPr marL="642366" indent="-285750" algn="l" defTabSz="914400" rtl="0" eaLnBrk="1" latinLnBrk="0" hangingPunct="1">
              <a:lnSpc>
                <a:spcPct val="130000"/>
              </a:lnSpc>
              <a:spcBef>
                <a:spcPct val="20000"/>
              </a:spcBef>
              <a:buClr>
                <a:schemeClr val="bg1"/>
              </a:buClr>
              <a:buSzPct val="110000"/>
              <a:buFont typeface="Arial" panose="020B0604020202020204" pitchFamily="34" charset="0"/>
              <a:buNone/>
              <a:defRPr sz="1000" kern="1200">
                <a:solidFill>
                  <a:schemeClr val="bg1"/>
                </a:solidFill>
                <a:latin typeface="EYInterstate Light" panose="02000506000000020004" pitchFamily="2" charset="0"/>
                <a:ea typeface="+mn-ea"/>
                <a:cs typeface="+mn-cs"/>
              </a:defRPr>
            </a:lvl2pPr>
            <a:lvl3pPr marL="998982" indent="-285750" algn="l" defTabSz="914400" rtl="0" eaLnBrk="1" latinLnBrk="0" hangingPunct="1">
              <a:lnSpc>
                <a:spcPct val="130000"/>
              </a:lnSpc>
              <a:spcBef>
                <a:spcPct val="20000"/>
              </a:spcBef>
              <a:buClr>
                <a:schemeClr val="bg1"/>
              </a:buClr>
              <a:buSzPct val="110000"/>
              <a:buFont typeface="Arial" panose="020B0604020202020204" pitchFamily="34" charset="0"/>
              <a:buNone/>
              <a:defRPr sz="1000" kern="1200">
                <a:solidFill>
                  <a:schemeClr val="bg1"/>
                </a:solidFill>
                <a:latin typeface="EYInterstate Light" panose="02000506000000020004" pitchFamily="2" charset="0"/>
                <a:ea typeface="+mn-ea"/>
                <a:cs typeface="+mn-cs"/>
              </a:defRPr>
            </a:lvl3pPr>
            <a:lvl4pPr marL="1355598" indent="-285750" algn="l" defTabSz="914400" rtl="0" eaLnBrk="1" latinLnBrk="0" hangingPunct="1">
              <a:lnSpc>
                <a:spcPct val="130000"/>
              </a:lnSpc>
              <a:spcBef>
                <a:spcPct val="20000"/>
              </a:spcBef>
              <a:buClr>
                <a:schemeClr val="bg1"/>
              </a:buClr>
              <a:buSzPct val="110000"/>
              <a:buFont typeface="Arial" panose="020B0604020202020204" pitchFamily="34" charset="0"/>
              <a:buNone/>
              <a:defRPr sz="1000" kern="1200">
                <a:solidFill>
                  <a:schemeClr val="bg1"/>
                </a:solidFill>
                <a:latin typeface="EYInterstate Light" panose="02000506000000020004" pitchFamily="2" charset="0"/>
                <a:ea typeface="+mn-ea"/>
                <a:cs typeface="+mn-cs"/>
              </a:defRPr>
            </a:lvl4pPr>
            <a:lvl5pPr marL="1712214" indent="-285750" algn="l" defTabSz="914400" rtl="0" eaLnBrk="1" latinLnBrk="0" hangingPunct="1">
              <a:lnSpc>
                <a:spcPct val="130000"/>
              </a:lnSpc>
              <a:spcBef>
                <a:spcPct val="20000"/>
              </a:spcBef>
              <a:buClr>
                <a:schemeClr val="bg1"/>
              </a:buClr>
              <a:buSzPct val="110000"/>
              <a:buFont typeface="Arial" panose="020B0604020202020204" pitchFamily="34" charset="0"/>
              <a:buNone/>
              <a:defRPr sz="10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20000"/>
              </a:spcBef>
              <a:spcAft>
                <a:spcPts val="1200"/>
              </a:spcAft>
              <a:buClr>
                <a:srgbClr val="2E2E38"/>
              </a:buClr>
              <a:buSzPct val="110000"/>
              <a:buFont typeface="Arial" panose="020B0604020202020204" pitchFamily="34" charset="0"/>
              <a:buNone/>
              <a:tabLst/>
              <a:defRPr/>
            </a:pPr>
            <a:r>
              <a:rPr kumimoji="0" lang="en-US" sz="1600" b="1" i="0" u="none" strike="noStrike" kern="1200" cap="none" spc="0" normalizeH="0" baseline="0" noProof="0">
                <a:ln>
                  <a:noFill/>
                </a:ln>
                <a:solidFill>
                  <a:srgbClr val="2E2E38"/>
                </a:solidFill>
                <a:effectLst/>
                <a:uLnTx/>
                <a:uFillTx/>
                <a:latin typeface="EYInterstate Regular" panose="02000503020000020004" pitchFamily="2" charset="0"/>
                <a:ea typeface="+mn-ea"/>
                <a:cs typeface="+mn-cs"/>
              </a:rPr>
              <a:t>How we added value</a:t>
            </a:r>
          </a:p>
          <a:p>
            <a:pPr marL="171450" marR="0" lvl="0" indent="-171450" algn="l" defTabSz="914400" rtl="0" eaLnBrk="1" fontAlgn="auto" latinLnBrk="0" hangingPunct="1">
              <a:lnSpc>
                <a:spcPct val="130000"/>
              </a:lnSpc>
              <a:spcBef>
                <a:spcPct val="20000"/>
              </a:spcBef>
              <a:spcAft>
                <a:spcPts val="0"/>
              </a:spcAft>
              <a:buClr>
                <a:srgbClr val="2E2E38"/>
              </a:buClr>
              <a:buSzPct val="100000"/>
              <a:buFont typeface="Wingdings" panose="05000000000000000000" pitchFamily="2" charset="2"/>
              <a:buChar char="§"/>
              <a:tabLst/>
              <a:defRPr/>
            </a:pPr>
            <a:r>
              <a:rPr kumimoji="0" lang="en-GB" sz="1000" b="0" i="0" u="none" strike="noStrike" kern="1200" cap="none" spc="0" normalizeH="0" baseline="0" noProof="0">
                <a:ln>
                  <a:noFill/>
                </a:ln>
                <a:solidFill>
                  <a:srgbClr val="2E2E38"/>
                </a:solidFill>
                <a:effectLst/>
                <a:uLnTx/>
                <a:uFillTx/>
                <a:latin typeface="EYInterstate Light" panose="02000506000000020004" pitchFamily="2" charset="0"/>
                <a:ea typeface="+mn-ea"/>
                <a:cs typeface="+mn-cs"/>
              </a:rPr>
              <a:t>User Research </a:t>
            </a:r>
          </a:p>
          <a:p>
            <a:pPr marL="171450" marR="0" lvl="0" indent="-171450" algn="l" defTabSz="914400" rtl="0" eaLnBrk="1" fontAlgn="auto" latinLnBrk="0" hangingPunct="1">
              <a:lnSpc>
                <a:spcPct val="130000"/>
              </a:lnSpc>
              <a:spcBef>
                <a:spcPct val="20000"/>
              </a:spcBef>
              <a:spcAft>
                <a:spcPts val="0"/>
              </a:spcAft>
              <a:buClr>
                <a:srgbClr val="2E2E38"/>
              </a:buClr>
              <a:buSzPct val="100000"/>
              <a:buFont typeface="Wingdings" panose="05000000000000000000" pitchFamily="2" charset="2"/>
              <a:buChar char="§"/>
              <a:tabLst/>
              <a:defRPr/>
            </a:pPr>
            <a:r>
              <a:rPr kumimoji="0" lang="en-GB" sz="1000" b="0" i="0" u="none" strike="noStrike" kern="1200" cap="none" spc="0" normalizeH="0" baseline="0" noProof="0">
                <a:ln>
                  <a:noFill/>
                </a:ln>
                <a:solidFill>
                  <a:srgbClr val="2E2E38"/>
                </a:solidFill>
                <a:effectLst/>
                <a:uLnTx/>
                <a:uFillTx/>
                <a:latin typeface="EYInterstate Light" panose="02000506000000020004" pitchFamily="2" charset="0"/>
                <a:ea typeface="+mn-ea"/>
                <a:cs typeface="+mn-cs"/>
              </a:rPr>
              <a:t>Persona Creation </a:t>
            </a:r>
          </a:p>
          <a:p>
            <a:pPr marL="171450" marR="0" lvl="0" indent="-171450" algn="l" defTabSz="914400" rtl="0" eaLnBrk="1" fontAlgn="auto" latinLnBrk="0" hangingPunct="1">
              <a:lnSpc>
                <a:spcPct val="130000"/>
              </a:lnSpc>
              <a:spcBef>
                <a:spcPct val="20000"/>
              </a:spcBef>
              <a:spcAft>
                <a:spcPts val="0"/>
              </a:spcAft>
              <a:buClr>
                <a:srgbClr val="2E2E38"/>
              </a:buClr>
              <a:buSzPct val="100000"/>
              <a:buFont typeface="Wingdings" panose="05000000000000000000" pitchFamily="2" charset="2"/>
              <a:buChar char="§"/>
              <a:tabLst/>
              <a:defRPr/>
            </a:pPr>
            <a:r>
              <a:rPr kumimoji="0" lang="en-GB" sz="1000" b="0" i="0" u="none" strike="noStrike" kern="1200" cap="none" spc="0" normalizeH="0" baseline="0" noProof="0">
                <a:ln>
                  <a:noFill/>
                </a:ln>
                <a:solidFill>
                  <a:srgbClr val="2E2E38"/>
                </a:solidFill>
                <a:effectLst/>
                <a:uLnTx/>
                <a:uFillTx/>
                <a:latin typeface="EYInterstate Light" panose="02000506000000020004" pitchFamily="2" charset="0"/>
                <a:ea typeface="+mn-ea"/>
                <a:cs typeface="+mn-cs"/>
              </a:rPr>
              <a:t>Insight reporting </a:t>
            </a:r>
          </a:p>
        </p:txBody>
      </p:sp>
      <p:sp>
        <p:nvSpPr>
          <p:cNvPr id="4" name="Title 3">
            <a:extLst>
              <a:ext uri="{FF2B5EF4-FFF2-40B4-BE49-F238E27FC236}">
                <a16:creationId xmlns:a16="http://schemas.microsoft.com/office/drawing/2014/main" id="{78DDC5EC-8940-C559-05E2-868768E1213C}"/>
              </a:ext>
            </a:extLst>
          </p:cNvPr>
          <p:cNvSpPr>
            <a:spLocks noGrp="1"/>
          </p:cNvSpPr>
          <p:nvPr>
            <p:ph type="title"/>
          </p:nvPr>
        </p:nvSpPr>
        <p:spPr>
          <a:xfrm>
            <a:off x="483826" y="369888"/>
            <a:ext cx="6462884" cy="470898"/>
          </a:xfrm>
        </p:spPr>
        <p:txBody>
          <a:bodyPr/>
          <a:lstStyle/>
          <a:p>
            <a:r>
              <a:rPr lang="en-US" sz="2400">
                <a:latin typeface="EYInterstate Regular" panose="02000503020000020004" pitchFamily="2" charset="0"/>
              </a:rPr>
              <a:t>Creating client centricity </a:t>
            </a:r>
          </a:p>
        </p:txBody>
      </p:sp>
      <p:sp>
        <p:nvSpPr>
          <p:cNvPr id="2" name="Footer Placeholder 1">
            <a:extLst>
              <a:ext uri="{FF2B5EF4-FFF2-40B4-BE49-F238E27FC236}">
                <a16:creationId xmlns:a16="http://schemas.microsoft.com/office/drawing/2014/main" id="{B2D6D096-7F36-B5DC-0CD6-C8FFE7FA0BD5}"/>
              </a:ext>
            </a:extLst>
          </p:cNvPr>
          <p:cNvSpPr>
            <a:spLocks noGrp="1"/>
          </p:cNvSpPr>
          <p:nvPr>
            <p:ph type="ftr" sz="quarter" idx="18"/>
          </p:nvPr>
        </p:nvSpPr>
        <p:spPr/>
        <p:txBody>
          <a:bodyPr/>
          <a:lstStyle/>
          <a:p>
            <a:r>
              <a:rPr lang="en-US" noProof="0"/>
              <a:t>Customer Experience</a:t>
            </a:r>
          </a:p>
        </p:txBody>
      </p:sp>
      <p:sp>
        <p:nvSpPr>
          <p:cNvPr id="3" name="Slide Number Placeholder 2">
            <a:extLst>
              <a:ext uri="{FF2B5EF4-FFF2-40B4-BE49-F238E27FC236}">
                <a16:creationId xmlns:a16="http://schemas.microsoft.com/office/drawing/2014/main" id="{D5A57AF6-69D9-1963-F3BD-B568FC6D79C0}"/>
              </a:ext>
            </a:extLst>
          </p:cNvPr>
          <p:cNvSpPr>
            <a:spLocks noGrp="1"/>
          </p:cNvSpPr>
          <p:nvPr>
            <p:ph type="sldNum" sz="quarter" idx="19"/>
          </p:nvPr>
        </p:nvSpPr>
        <p:spPr/>
        <p:txBody>
          <a:bodyPr/>
          <a:lstStyle/>
          <a:p>
            <a:fld id="{94FCA0F3-9F3A-694B-99BB-0E592A797735}" type="slidenum">
              <a:rPr lang="en-US" noProof="0" smtClean="0"/>
              <a:t>25</a:t>
            </a:fld>
            <a:endParaRPr lang="en-US" noProof="0"/>
          </a:p>
        </p:txBody>
      </p:sp>
      <p:sp>
        <p:nvSpPr>
          <p:cNvPr id="6" name="TextBox 5">
            <a:extLst>
              <a:ext uri="{FF2B5EF4-FFF2-40B4-BE49-F238E27FC236}">
                <a16:creationId xmlns:a16="http://schemas.microsoft.com/office/drawing/2014/main" id="{53E97C9E-0EFE-D866-601F-A4A87BC88E59}"/>
              </a:ext>
            </a:extLst>
          </p:cNvPr>
          <p:cNvSpPr txBox="1"/>
          <p:nvPr/>
        </p:nvSpPr>
        <p:spPr>
          <a:xfrm>
            <a:off x="483826" y="873125"/>
            <a:ext cx="6096000" cy="276999"/>
          </a:xfrm>
          <a:prstGeom prst="rect">
            <a:avLst/>
          </a:prstGeom>
          <a:noFill/>
        </p:spPr>
        <p:txBody>
          <a:bodyPr wrap="square" lIns="0" tIns="0" rIns="0" bIns="0">
            <a:spAutoFit/>
          </a:bodyPr>
          <a:lstStyle/>
          <a:p>
            <a:pPr defTabSz="457109">
              <a:spcBef>
                <a:spcPct val="20000"/>
              </a:spcBef>
            </a:pPr>
            <a:r>
              <a:rPr lang="en-US">
                <a:solidFill>
                  <a:srgbClr val="FFFFFF"/>
                </a:solidFill>
                <a:ea typeface="Lato Light" panose="020F0502020204030203" pitchFamily="34" charset="0"/>
                <a:cs typeface="Lato Light" panose="020F0502020204030203" pitchFamily="34" charset="0"/>
              </a:rPr>
              <a:t>UK Wealth Manager</a:t>
            </a:r>
          </a:p>
        </p:txBody>
      </p:sp>
      <p:sp>
        <p:nvSpPr>
          <p:cNvPr id="7" name="Content Placeholder 4">
            <a:extLst>
              <a:ext uri="{FF2B5EF4-FFF2-40B4-BE49-F238E27FC236}">
                <a16:creationId xmlns:a16="http://schemas.microsoft.com/office/drawing/2014/main" id="{345C651B-4DA0-7811-364B-8C4D3A65E803}"/>
              </a:ext>
            </a:extLst>
          </p:cNvPr>
          <p:cNvSpPr txBox="1">
            <a:spLocks/>
          </p:cNvSpPr>
          <p:nvPr/>
        </p:nvSpPr>
        <p:spPr>
          <a:xfrm>
            <a:off x="1058862" y="2523297"/>
            <a:ext cx="5462254" cy="4036929"/>
          </a:xfrm>
          <a:prstGeom prst="rect">
            <a:avLst/>
          </a:prstGeom>
        </p:spPr>
        <p:txBody>
          <a:bodyPr vert="horz" lIns="180000" tIns="0" rIns="180000" bIns="0" rtlCol="0" anchor="t" anchorCtr="0">
            <a:noAutofit/>
          </a:bodyPr>
          <a:lstStyle>
            <a:lvl1pPr marL="285750" indent="-285750" algn="l" defTabSz="914400" rtl="0" eaLnBrk="1" latinLnBrk="0" hangingPunct="1">
              <a:lnSpc>
                <a:spcPct val="130000"/>
              </a:lnSpc>
              <a:spcBef>
                <a:spcPct val="20000"/>
              </a:spcBef>
              <a:buClr>
                <a:schemeClr val="bg1"/>
              </a:buClr>
              <a:buSzPct val="110000"/>
              <a:buFont typeface="Arial" panose="020B0604020202020204" pitchFamily="34" charset="0"/>
              <a:buChar char="•"/>
              <a:defRPr sz="1000" kern="1200">
                <a:solidFill>
                  <a:schemeClr val="bg1"/>
                </a:solidFill>
                <a:latin typeface="EYInterstate Light" panose="02000506000000020004" pitchFamily="2" charset="0"/>
                <a:ea typeface="+mn-ea"/>
                <a:cs typeface="+mn-cs"/>
              </a:defRPr>
            </a:lvl1pPr>
            <a:lvl2pPr marL="642366" indent="-285750" algn="l" defTabSz="914400" rtl="0" eaLnBrk="1" latinLnBrk="0" hangingPunct="1">
              <a:lnSpc>
                <a:spcPct val="130000"/>
              </a:lnSpc>
              <a:spcBef>
                <a:spcPct val="20000"/>
              </a:spcBef>
              <a:buClr>
                <a:schemeClr val="bg1"/>
              </a:buClr>
              <a:buSzPct val="110000"/>
              <a:buFont typeface="Arial" panose="020B0604020202020204" pitchFamily="34" charset="0"/>
              <a:buChar char="•"/>
              <a:defRPr sz="1000" kern="1200">
                <a:solidFill>
                  <a:schemeClr val="bg1"/>
                </a:solidFill>
                <a:latin typeface="EYInterstate Light" panose="02000506000000020004" pitchFamily="2" charset="0"/>
                <a:ea typeface="+mn-ea"/>
                <a:cs typeface="+mn-cs"/>
              </a:defRPr>
            </a:lvl2pPr>
            <a:lvl3pPr marL="998982" indent="-285750" algn="l" defTabSz="914400" rtl="0" eaLnBrk="1" latinLnBrk="0" hangingPunct="1">
              <a:lnSpc>
                <a:spcPct val="130000"/>
              </a:lnSpc>
              <a:spcBef>
                <a:spcPct val="20000"/>
              </a:spcBef>
              <a:buClr>
                <a:schemeClr val="bg1"/>
              </a:buClr>
              <a:buSzPct val="110000"/>
              <a:buFont typeface="Arial" panose="020B0604020202020204" pitchFamily="34" charset="0"/>
              <a:buChar char="•"/>
              <a:defRPr sz="1000" kern="1200">
                <a:solidFill>
                  <a:schemeClr val="bg1"/>
                </a:solidFill>
                <a:latin typeface="EYInterstate Light" panose="02000506000000020004" pitchFamily="2" charset="0"/>
                <a:ea typeface="+mn-ea"/>
                <a:cs typeface="+mn-cs"/>
              </a:defRPr>
            </a:lvl3pPr>
            <a:lvl4pPr marL="1355598" indent="-285750" algn="l" defTabSz="914400" rtl="0" eaLnBrk="1" latinLnBrk="0" hangingPunct="1">
              <a:lnSpc>
                <a:spcPct val="130000"/>
              </a:lnSpc>
              <a:spcBef>
                <a:spcPct val="20000"/>
              </a:spcBef>
              <a:buClr>
                <a:schemeClr val="bg1"/>
              </a:buClr>
              <a:buSzPct val="110000"/>
              <a:buFont typeface="Arial" panose="020B0604020202020204" pitchFamily="34" charset="0"/>
              <a:buChar char="•"/>
              <a:defRPr sz="1000" kern="1200">
                <a:solidFill>
                  <a:schemeClr val="bg1"/>
                </a:solidFill>
                <a:latin typeface="EYInterstate Light" panose="02000506000000020004" pitchFamily="2" charset="0"/>
                <a:ea typeface="+mn-ea"/>
                <a:cs typeface="+mn-cs"/>
              </a:defRPr>
            </a:lvl4pPr>
            <a:lvl5pPr marL="1712214" indent="-285750" algn="l" defTabSz="914400" rtl="0" eaLnBrk="1" latinLnBrk="0" hangingPunct="1">
              <a:lnSpc>
                <a:spcPct val="130000"/>
              </a:lnSpc>
              <a:spcBef>
                <a:spcPct val="20000"/>
              </a:spcBef>
              <a:buClr>
                <a:schemeClr val="bg1"/>
              </a:buClr>
              <a:buSzPct val="110000"/>
              <a:buFont typeface="Arial" panose="020B0604020202020204" pitchFamily="34" charset="0"/>
              <a:buChar char="•"/>
              <a:defRPr sz="10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30000"/>
              </a:lnSpc>
              <a:spcBef>
                <a:spcPct val="20000"/>
              </a:spcBef>
              <a:spcAft>
                <a:spcPts val="0"/>
              </a:spcAft>
              <a:buClr>
                <a:srgbClr val="2E2E38"/>
              </a:buClr>
              <a:buSzPct val="110000"/>
              <a:buFont typeface="Arial" panose="020B0604020202020204" pitchFamily="34" charset="0"/>
              <a:buNone/>
              <a:tabLst/>
              <a:defRPr/>
            </a:pPr>
            <a:r>
              <a:rPr kumimoji="0" lang="en-US" sz="1400" b="0" i="0" u="none" strike="noStrike" kern="1200" cap="none" spc="0" normalizeH="0" baseline="0" noProof="0">
                <a:ln>
                  <a:noFill/>
                </a:ln>
                <a:effectLst/>
                <a:uLnTx/>
                <a:uFillTx/>
                <a:latin typeface="EYInterstate Light"/>
                <a:ea typeface="+mn-ea"/>
                <a:cs typeface="+mn-cs"/>
              </a:rPr>
              <a:t>Client challenge </a:t>
            </a:r>
          </a:p>
          <a:p>
            <a:pPr marL="0" marR="0" lvl="0" indent="0" algn="l" defTabSz="914400" rtl="0" eaLnBrk="1" fontAlgn="auto" latinLnBrk="0" hangingPunct="1">
              <a:lnSpc>
                <a:spcPct val="130000"/>
              </a:lnSpc>
              <a:spcBef>
                <a:spcPct val="20000"/>
              </a:spcBef>
              <a:spcAft>
                <a:spcPts val="0"/>
              </a:spcAft>
              <a:buClr>
                <a:srgbClr val="2E2E38"/>
              </a:buClr>
              <a:buSzPct val="110000"/>
              <a:buFont typeface="Arial" panose="020B0604020202020204" pitchFamily="34" charset="0"/>
              <a:buNone/>
              <a:tabLst/>
              <a:defRPr/>
            </a:pPr>
            <a:r>
              <a:rPr kumimoji="0" lang="en-US" sz="1000" b="0" i="0" u="none" strike="noStrike" kern="1200" cap="none" spc="0" normalizeH="0" baseline="0" noProof="0">
                <a:ln>
                  <a:noFill/>
                </a:ln>
                <a:effectLst/>
                <a:uLnTx/>
                <a:uFillTx/>
                <a:latin typeface="EYInterstate Light" panose="02000506000000020004" pitchFamily="2" charset="0"/>
                <a:ea typeface="+mn-ea"/>
                <a:cs typeface="+mn-cs"/>
              </a:rPr>
              <a:t>EY Studio+ teams were asked by a UK Wealth Manager to introduce Customer Experience Design to inform, shape and reimagine their client and colleague experience via a </a:t>
            </a:r>
            <a:br>
              <a:rPr kumimoji="0" lang="en-US" sz="1000" b="0" i="0" u="none" strike="noStrike" kern="1200" cap="none" spc="0" normalizeH="0" baseline="0" noProof="0">
                <a:ln>
                  <a:noFill/>
                </a:ln>
                <a:effectLst/>
                <a:uLnTx/>
                <a:uFillTx/>
                <a:latin typeface="EYInterstate Light" panose="02000506000000020004" pitchFamily="2" charset="0"/>
                <a:ea typeface="+mn-ea"/>
                <a:cs typeface="+mn-cs"/>
              </a:rPr>
            </a:br>
            <a:r>
              <a:rPr kumimoji="0" lang="en-US" sz="1000" b="0" i="0" u="none" strike="noStrike" kern="1200" cap="none" spc="0" normalizeH="0" baseline="0" noProof="0">
                <a:ln>
                  <a:noFill/>
                </a:ln>
                <a:effectLst/>
                <a:uLnTx/>
                <a:uFillTx/>
                <a:latin typeface="EYInterstate Light" panose="02000506000000020004" pitchFamily="2" charset="0"/>
                <a:ea typeface="+mn-ea"/>
                <a:cs typeface="+mn-cs"/>
              </a:rPr>
              <a:t>multi-year transformation program. </a:t>
            </a:r>
          </a:p>
          <a:p>
            <a:pPr marL="0" marR="0" lvl="0" indent="0" algn="l" defTabSz="914400" rtl="0" eaLnBrk="1" fontAlgn="auto" latinLnBrk="0" hangingPunct="1">
              <a:lnSpc>
                <a:spcPct val="130000"/>
              </a:lnSpc>
              <a:spcBef>
                <a:spcPts val="1200"/>
              </a:spcBef>
              <a:spcAft>
                <a:spcPts val="0"/>
              </a:spcAft>
              <a:buClr>
                <a:srgbClr val="2E2E38"/>
              </a:buClr>
              <a:buSzPct val="110000"/>
              <a:buFont typeface="Arial" panose="020B0604020202020204" pitchFamily="34" charset="0"/>
              <a:buNone/>
              <a:tabLst/>
              <a:defRPr/>
            </a:pPr>
            <a:r>
              <a:rPr kumimoji="0" lang="en-US" sz="1400" b="0" i="0" u="none" strike="noStrike" kern="1200" cap="none" spc="0" normalizeH="0" baseline="0" noProof="0">
                <a:ln>
                  <a:noFill/>
                </a:ln>
                <a:effectLst/>
                <a:uLnTx/>
                <a:uFillTx/>
                <a:latin typeface="EYInterstate Light"/>
                <a:ea typeface="+mn-ea"/>
                <a:cs typeface="+mn-cs"/>
              </a:rPr>
              <a:t>Our Solution</a:t>
            </a:r>
          </a:p>
          <a:p>
            <a:pPr marL="285750" marR="0" lvl="0" indent="-285750" algn="l" defTabSz="914400" rtl="0" eaLnBrk="1" fontAlgn="auto" latinLnBrk="0" hangingPunct="1">
              <a:lnSpc>
                <a:spcPct val="130000"/>
              </a:lnSpc>
              <a:spcBef>
                <a:spcPct val="20000"/>
              </a:spcBef>
              <a:spcAft>
                <a:spcPts val="0"/>
              </a:spcAft>
              <a:buClr>
                <a:srgbClr val="FFE600"/>
              </a:buClr>
              <a:buSzPct val="100000"/>
              <a:buFont typeface="Wingdings" panose="05000000000000000000" pitchFamily="2" charset="2"/>
              <a:buChar char="§"/>
              <a:tabLst/>
              <a:defRPr/>
            </a:pPr>
            <a:r>
              <a:rPr kumimoji="0" lang="en-US" sz="1000" b="0" i="0" u="none" strike="noStrike" kern="1200" cap="none" spc="0" normalizeH="0" baseline="0" noProof="0">
                <a:ln>
                  <a:noFill/>
                </a:ln>
                <a:effectLst/>
                <a:uLnTx/>
                <a:uFillTx/>
                <a:latin typeface="EYInterstate Light" panose="02000506000000020004" pitchFamily="2" charset="0"/>
                <a:ea typeface="+mn-ea"/>
                <a:cs typeface="+mn-cs"/>
              </a:rPr>
              <a:t>While client centric, the firm didn’t know who their clients were beyond their wealth.  To start we brought to life who their clients were – not just from a wealth or demographic perspective but from a human perspective – their clients’ attitudes, behaviors, ambitions, pain points knowledge or confidence. To do this, we talked to clients and client-facing colleagues in 1-2-1 interviews and focus groups.  </a:t>
            </a:r>
          </a:p>
          <a:p>
            <a:pPr marL="285750" marR="0" lvl="0" indent="-285750" algn="l" defTabSz="914400" rtl="0" eaLnBrk="1" fontAlgn="auto" latinLnBrk="0" hangingPunct="1">
              <a:lnSpc>
                <a:spcPct val="130000"/>
              </a:lnSpc>
              <a:spcBef>
                <a:spcPct val="20000"/>
              </a:spcBef>
              <a:spcAft>
                <a:spcPts val="0"/>
              </a:spcAft>
              <a:buClr>
                <a:srgbClr val="FFE600"/>
              </a:buClr>
              <a:buSzPct val="100000"/>
              <a:buFont typeface="Wingdings" panose="05000000000000000000" pitchFamily="2" charset="2"/>
              <a:buChar char="§"/>
              <a:tabLst/>
              <a:defRPr/>
            </a:pPr>
            <a:r>
              <a:rPr kumimoji="0" lang="en-US" sz="1000" b="0" i="0" u="none" strike="noStrike" kern="1200" cap="none" spc="0" normalizeH="0" baseline="0" noProof="0">
                <a:ln>
                  <a:noFill/>
                </a:ln>
                <a:effectLst/>
                <a:uLnTx/>
                <a:uFillTx/>
                <a:latin typeface="EYInterstate Light" panose="02000506000000020004" pitchFamily="2" charset="0"/>
                <a:ea typeface="+mn-ea"/>
                <a:cs typeface="+mn-cs"/>
              </a:rPr>
              <a:t>We used the insight gleaned from the research to create personas that were then used when designing and assessing future experience designs and solutions.  </a:t>
            </a:r>
          </a:p>
          <a:p>
            <a:pPr marL="285750" marR="0" lvl="0" indent="-285750" algn="l" defTabSz="914400" rtl="0" eaLnBrk="1" fontAlgn="auto" latinLnBrk="0" hangingPunct="1">
              <a:lnSpc>
                <a:spcPct val="130000"/>
              </a:lnSpc>
              <a:spcBef>
                <a:spcPct val="20000"/>
              </a:spcBef>
              <a:spcAft>
                <a:spcPts val="0"/>
              </a:spcAft>
              <a:buClr>
                <a:srgbClr val="FFE600"/>
              </a:buClr>
              <a:buSzPct val="100000"/>
              <a:buFont typeface="Wingdings" panose="05000000000000000000" pitchFamily="2" charset="2"/>
              <a:buChar char="§"/>
              <a:tabLst/>
              <a:defRPr/>
            </a:pPr>
            <a:r>
              <a:rPr kumimoji="0" lang="en-US" sz="1000" b="0" i="0" u="none" strike="noStrike" kern="1200" cap="none" spc="0" normalizeH="0" baseline="0" noProof="0">
                <a:ln>
                  <a:noFill/>
                </a:ln>
                <a:effectLst/>
                <a:uLnTx/>
                <a:uFillTx/>
                <a:latin typeface="EYInterstate Light" panose="02000506000000020004" pitchFamily="2" charset="0"/>
                <a:ea typeface="+mn-ea"/>
                <a:cs typeface="+mn-cs"/>
              </a:rPr>
              <a:t>As well as research for creating Personas, we used client and market research to inform and assess journey, experience and proposition design. Each round of research is synthesized and fed into the design and transformation process quickly, and in plain English, so it is usable by multiple disciplines. </a:t>
            </a:r>
          </a:p>
          <a:p>
            <a:pPr marL="285750" marR="0" lvl="0" indent="-285750" algn="l" defTabSz="914400" rtl="0" eaLnBrk="1" fontAlgn="auto" latinLnBrk="0" hangingPunct="1">
              <a:lnSpc>
                <a:spcPct val="130000"/>
              </a:lnSpc>
              <a:spcBef>
                <a:spcPct val="20000"/>
              </a:spcBef>
              <a:spcAft>
                <a:spcPts val="0"/>
              </a:spcAft>
              <a:buClr>
                <a:srgbClr val="2E2E38"/>
              </a:buClr>
              <a:buSzPct val="110000"/>
              <a:buFont typeface="Arial" panose="020B0604020202020204" pitchFamily="34" charset="0"/>
              <a:buChar char="•"/>
              <a:tabLst/>
              <a:defRPr/>
            </a:pPr>
            <a:endParaRPr kumimoji="0" lang="en-US" sz="1000" b="0" i="0" u="none" strike="noStrike" kern="1200" cap="none" spc="0" normalizeH="0" baseline="0" noProof="0">
              <a:ln>
                <a:noFill/>
              </a:ln>
              <a:effectLst/>
              <a:uLnTx/>
              <a:uFillTx/>
              <a:latin typeface="EYInterstate Light" panose="02000506000000020004" pitchFamily="2" charset="0"/>
              <a:ea typeface="+mn-ea"/>
              <a:cs typeface="+mn-cs"/>
            </a:endParaRPr>
          </a:p>
        </p:txBody>
      </p:sp>
      <p:pic>
        <p:nvPicPr>
          <p:cNvPr id="5" name="Graphic 4">
            <a:extLst>
              <a:ext uri="{FF2B5EF4-FFF2-40B4-BE49-F238E27FC236}">
                <a16:creationId xmlns:a16="http://schemas.microsoft.com/office/drawing/2014/main" id="{08E102FA-987C-75DA-7D6D-74398F65AB93}"/>
              </a:ext>
            </a:extLst>
          </p:cNvPr>
          <p:cNvPicPr/>
          <p:nvPr/>
        </p:nvPicPr>
        <p:blipFill>
          <a:blip r:embed="rId3">
            <a:extLst>
              <a:ext uri="{96DAC541-7B7A-43D3-8B79-37D633B846F1}">
                <asvg:svgBlip xmlns:asvg="http://schemas.microsoft.com/office/drawing/2016/SVG/main" r:embed="rId4"/>
              </a:ext>
            </a:extLst>
          </a:blip>
          <a:stretch>
            <a:fillRect/>
          </a:stretch>
        </p:blipFill>
        <p:spPr>
          <a:xfrm>
            <a:off x="11089246" y="6289101"/>
            <a:ext cx="880813" cy="341755"/>
          </a:xfrm>
          <a:prstGeom prst="rect">
            <a:avLst/>
          </a:prstGeom>
        </p:spPr>
      </p:pic>
    </p:spTree>
    <p:extLst>
      <p:ext uri="{BB962C8B-B14F-4D97-AF65-F5344CB8AC3E}">
        <p14:creationId xmlns:p14="http://schemas.microsoft.com/office/powerpoint/2010/main" val="395670975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DFC930-F551-C9B1-311F-3FC4BB3B054B}"/>
            </a:ext>
          </a:extLst>
        </p:cNvPr>
        <p:cNvGrpSpPr/>
        <p:nvPr/>
      </p:nvGrpSpPr>
      <p:grpSpPr>
        <a:xfrm>
          <a:off x="0" y="0"/>
          <a:ext cx="0" cy="0"/>
          <a:chOff x="0" y="0"/>
          <a:chExt cx="0" cy="0"/>
        </a:xfrm>
      </p:grpSpPr>
      <p:pic>
        <p:nvPicPr>
          <p:cNvPr id="11" name="Picture Placeholder 7" descr="A picture containing person&#10;&#10;Description automatically generated">
            <a:extLst>
              <a:ext uri="{FF2B5EF4-FFF2-40B4-BE49-F238E27FC236}">
                <a16:creationId xmlns:a16="http://schemas.microsoft.com/office/drawing/2014/main" id="{7F2DC3AB-9A6F-213B-CA73-86D1EA2D5117}"/>
              </a:ext>
            </a:extLst>
          </p:cNvPr>
          <p:cNvPicPr>
            <a:picLocks noChangeAspect="1"/>
          </p:cNvPicPr>
          <p:nvPr/>
        </p:nvPicPr>
        <p:blipFill rotWithShape="1">
          <a:blip r:embed="rId2" cstate="print">
            <a:extLst>
              <a:ext uri="{28A0092B-C50C-407E-A947-70E740481C1C}">
                <a14:useLocalDpi xmlns:a14="http://schemas.microsoft.com/office/drawing/2010/main"/>
              </a:ext>
            </a:extLst>
          </a:blip>
          <a:srcRect/>
          <a:stretch/>
        </p:blipFill>
        <p:spPr>
          <a:xfrm>
            <a:off x="7178676" y="0"/>
            <a:ext cx="5019676" cy="6858000"/>
          </a:xfrm>
          <a:prstGeom prst="rect">
            <a:avLst/>
          </a:prstGeom>
          <a:solidFill>
            <a:srgbClr val="2E2E38">
              <a:lumMod val="20000"/>
              <a:lumOff val="80000"/>
            </a:srgbClr>
          </a:solidFill>
        </p:spPr>
      </p:pic>
      <p:sp>
        <p:nvSpPr>
          <p:cNvPr id="12" name="Content Placeholder 5">
            <a:extLst>
              <a:ext uri="{FF2B5EF4-FFF2-40B4-BE49-F238E27FC236}">
                <a16:creationId xmlns:a16="http://schemas.microsoft.com/office/drawing/2014/main" id="{F7F808BF-C04C-C2EE-9FA0-E9859A4A9A23}"/>
              </a:ext>
            </a:extLst>
          </p:cNvPr>
          <p:cNvSpPr txBox="1">
            <a:spLocks/>
          </p:cNvSpPr>
          <p:nvPr/>
        </p:nvSpPr>
        <p:spPr>
          <a:xfrm>
            <a:off x="6783388" y="4194300"/>
            <a:ext cx="4176712" cy="2673324"/>
          </a:xfrm>
          <a:prstGeom prst="rect">
            <a:avLst/>
          </a:prstGeom>
          <a:solidFill>
            <a:srgbClr val="FFE600"/>
          </a:solidFill>
        </p:spPr>
        <p:txBody>
          <a:bodyPr vert="horz" lIns="252000" tIns="252000" rIns="252000" bIns="540000" rtlCol="0" anchor="b" anchorCtr="0">
            <a:spAutoFit/>
          </a:bodyPr>
          <a:lstStyle>
            <a:lvl1pPr marL="0" indent="0" algn="l" defTabSz="914400" rtl="0" eaLnBrk="1" latinLnBrk="0" hangingPunct="1">
              <a:lnSpc>
                <a:spcPct val="130000"/>
              </a:lnSpc>
              <a:spcBef>
                <a:spcPct val="20000"/>
              </a:spcBef>
              <a:buClr>
                <a:schemeClr val="bg1"/>
              </a:buClr>
              <a:buSzPct val="110000"/>
              <a:buFont typeface="Arial" panose="020B0604020202020204" pitchFamily="34" charset="0"/>
              <a:buNone/>
              <a:defRPr sz="1000" kern="1200">
                <a:solidFill>
                  <a:schemeClr val="bg1"/>
                </a:solidFill>
                <a:latin typeface="EYInterstate Light" panose="02000506000000020004" pitchFamily="2" charset="0"/>
                <a:ea typeface="+mn-ea"/>
                <a:cs typeface="+mn-cs"/>
              </a:defRPr>
            </a:lvl1pPr>
            <a:lvl2pPr marL="642366" indent="-285750" algn="l" defTabSz="914400" rtl="0" eaLnBrk="1" latinLnBrk="0" hangingPunct="1">
              <a:lnSpc>
                <a:spcPct val="130000"/>
              </a:lnSpc>
              <a:spcBef>
                <a:spcPct val="20000"/>
              </a:spcBef>
              <a:buClr>
                <a:schemeClr val="bg1"/>
              </a:buClr>
              <a:buSzPct val="110000"/>
              <a:buFont typeface="Arial" panose="020B0604020202020204" pitchFamily="34" charset="0"/>
              <a:buNone/>
              <a:defRPr sz="1000" kern="1200">
                <a:solidFill>
                  <a:schemeClr val="bg1"/>
                </a:solidFill>
                <a:latin typeface="EYInterstate Light" panose="02000506000000020004" pitchFamily="2" charset="0"/>
                <a:ea typeface="+mn-ea"/>
                <a:cs typeface="+mn-cs"/>
              </a:defRPr>
            </a:lvl2pPr>
            <a:lvl3pPr marL="998982" indent="-285750" algn="l" defTabSz="914400" rtl="0" eaLnBrk="1" latinLnBrk="0" hangingPunct="1">
              <a:lnSpc>
                <a:spcPct val="130000"/>
              </a:lnSpc>
              <a:spcBef>
                <a:spcPct val="20000"/>
              </a:spcBef>
              <a:buClr>
                <a:schemeClr val="bg1"/>
              </a:buClr>
              <a:buSzPct val="110000"/>
              <a:buFont typeface="Arial" panose="020B0604020202020204" pitchFamily="34" charset="0"/>
              <a:buNone/>
              <a:defRPr sz="1000" kern="1200">
                <a:solidFill>
                  <a:schemeClr val="bg1"/>
                </a:solidFill>
                <a:latin typeface="EYInterstate Light" panose="02000506000000020004" pitchFamily="2" charset="0"/>
                <a:ea typeface="+mn-ea"/>
                <a:cs typeface="+mn-cs"/>
              </a:defRPr>
            </a:lvl3pPr>
            <a:lvl4pPr marL="1355598" indent="-285750" algn="l" defTabSz="914400" rtl="0" eaLnBrk="1" latinLnBrk="0" hangingPunct="1">
              <a:lnSpc>
                <a:spcPct val="130000"/>
              </a:lnSpc>
              <a:spcBef>
                <a:spcPct val="20000"/>
              </a:spcBef>
              <a:buClr>
                <a:schemeClr val="bg1"/>
              </a:buClr>
              <a:buSzPct val="110000"/>
              <a:buFont typeface="Arial" panose="020B0604020202020204" pitchFamily="34" charset="0"/>
              <a:buNone/>
              <a:defRPr sz="1000" kern="1200">
                <a:solidFill>
                  <a:schemeClr val="bg1"/>
                </a:solidFill>
                <a:latin typeface="EYInterstate Light" panose="02000506000000020004" pitchFamily="2" charset="0"/>
                <a:ea typeface="+mn-ea"/>
                <a:cs typeface="+mn-cs"/>
              </a:defRPr>
            </a:lvl4pPr>
            <a:lvl5pPr marL="1712214" indent="-285750" algn="l" defTabSz="914400" rtl="0" eaLnBrk="1" latinLnBrk="0" hangingPunct="1">
              <a:lnSpc>
                <a:spcPct val="130000"/>
              </a:lnSpc>
              <a:spcBef>
                <a:spcPct val="20000"/>
              </a:spcBef>
              <a:buClr>
                <a:schemeClr val="bg1"/>
              </a:buClr>
              <a:buSzPct val="110000"/>
              <a:buFont typeface="Arial" panose="020B0604020202020204" pitchFamily="34" charset="0"/>
              <a:buNone/>
              <a:defRPr sz="10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20000"/>
              </a:spcBef>
              <a:spcAft>
                <a:spcPts val="1200"/>
              </a:spcAft>
              <a:buClr>
                <a:srgbClr val="2E2E38"/>
              </a:buClr>
              <a:buSzPct val="110000"/>
              <a:buFont typeface="Arial" panose="020B0604020202020204" pitchFamily="34" charset="0"/>
              <a:buNone/>
              <a:tabLst/>
              <a:defRPr/>
            </a:pPr>
            <a:r>
              <a:rPr kumimoji="0" lang="en-US" sz="1600" b="1" i="0" u="none" strike="noStrike" kern="1200" cap="none" spc="0" normalizeH="0" baseline="0" noProof="0">
                <a:ln>
                  <a:noFill/>
                </a:ln>
                <a:solidFill>
                  <a:srgbClr val="2E2E38"/>
                </a:solidFill>
                <a:effectLst/>
                <a:uLnTx/>
                <a:uFillTx/>
                <a:latin typeface="EYInterstate Regular" panose="02000503020000020004" pitchFamily="2" charset="0"/>
                <a:ea typeface="+mn-ea"/>
                <a:cs typeface="+mn-cs"/>
              </a:rPr>
              <a:t>How we added value</a:t>
            </a:r>
          </a:p>
          <a:p>
            <a:pPr marL="171450" marR="0" lvl="0" indent="-171450" algn="l" defTabSz="914400" rtl="0" eaLnBrk="1" fontAlgn="auto" latinLnBrk="0" hangingPunct="1">
              <a:lnSpc>
                <a:spcPct val="130000"/>
              </a:lnSpc>
              <a:spcBef>
                <a:spcPct val="20000"/>
              </a:spcBef>
              <a:spcAft>
                <a:spcPts val="0"/>
              </a:spcAft>
              <a:buClr>
                <a:srgbClr val="2E2E38"/>
              </a:buClr>
              <a:buSzPct val="100000"/>
              <a:buFont typeface="Wingdings" panose="05000000000000000000" pitchFamily="2" charset="2"/>
              <a:buChar char="§"/>
              <a:tabLst/>
              <a:defRPr/>
            </a:pPr>
            <a:r>
              <a:rPr kumimoji="0" lang="en-GB" sz="1000" b="0" i="0" u="none" strike="noStrike" kern="1200" cap="none" spc="0" normalizeH="0" baseline="0" noProof="0">
                <a:ln>
                  <a:noFill/>
                </a:ln>
                <a:solidFill>
                  <a:srgbClr val="2E2E38"/>
                </a:solidFill>
                <a:effectLst/>
                <a:uLnTx/>
                <a:uFillTx/>
                <a:latin typeface="EYInterstate Light" panose="02000506000000020004" pitchFamily="2" charset="0"/>
                <a:ea typeface="+mn-ea"/>
                <a:cs typeface="+mn-cs"/>
              </a:rPr>
              <a:t>The client used the concept design and user insights as product vision to guide the development of the portal</a:t>
            </a:r>
          </a:p>
          <a:p>
            <a:pPr marL="171450" marR="0" lvl="0" indent="-171450" algn="l" defTabSz="914400" rtl="0" eaLnBrk="1" fontAlgn="auto" latinLnBrk="0" hangingPunct="1">
              <a:lnSpc>
                <a:spcPct val="130000"/>
              </a:lnSpc>
              <a:spcBef>
                <a:spcPct val="20000"/>
              </a:spcBef>
              <a:spcAft>
                <a:spcPts val="0"/>
              </a:spcAft>
              <a:buClr>
                <a:srgbClr val="2E2E38"/>
              </a:buClr>
              <a:buSzPct val="100000"/>
              <a:buFont typeface="Wingdings" panose="05000000000000000000" pitchFamily="2" charset="2"/>
              <a:buChar char="§"/>
              <a:tabLst/>
              <a:defRPr/>
            </a:pPr>
            <a:r>
              <a:rPr kumimoji="0" lang="en-GB" sz="1000" b="0" i="0" u="none" strike="noStrike" kern="1200" cap="none" spc="0" normalizeH="0" baseline="0" noProof="0">
                <a:ln>
                  <a:noFill/>
                </a:ln>
                <a:solidFill>
                  <a:srgbClr val="2E2E38"/>
                </a:solidFill>
                <a:effectLst/>
                <a:uLnTx/>
                <a:uFillTx/>
                <a:latin typeface="EYInterstate Light" panose="02000506000000020004" pitchFamily="2" charset="0"/>
                <a:ea typeface="+mn-ea"/>
                <a:cs typeface="+mn-cs"/>
              </a:rPr>
              <a:t>They also used EY Scaled Agile knowledge and expertise to set up the organization, governance and management methodology to drive the development. </a:t>
            </a:r>
          </a:p>
          <a:p>
            <a:pPr marL="171450" marR="0" lvl="0" indent="-171450" algn="l" defTabSz="914400" rtl="0" eaLnBrk="1" fontAlgn="auto" latinLnBrk="0" hangingPunct="1">
              <a:lnSpc>
                <a:spcPct val="130000"/>
              </a:lnSpc>
              <a:spcBef>
                <a:spcPct val="20000"/>
              </a:spcBef>
              <a:spcAft>
                <a:spcPts val="0"/>
              </a:spcAft>
              <a:buClr>
                <a:srgbClr val="2E2E38"/>
              </a:buClr>
              <a:buSzPct val="100000"/>
              <a:buFont typeface="Wingdings" panose="05000000000000000000" pitchFamily="2" charset="2"/>
              <a:buChar char="§"/>
              <a:tabLst/>
              <a:defRPr/>
            </a:pPr>
            <a:r>
              <a:rPr kumimoji="0" lang="en-GB" sz="1000" b="0" i="0" u="none" strike="noStrike" kern="1200" cap="none" spc="0" normalizeH="0" baseline="0" noProof="0">
                <a:ln>
                  <a:noFill/>
                </a:ln>
                <a:solidFill>
                  <a:srgbClr val="2E2E38"/>
                </a:solidFill>
                <a:effectLst/>
                <a:uLnTx/>
                <a:uFillTx/>
                <a:latin typeface="EYInterstate Light" panose="02000506000000020004" pitchFamily="2" charset="0"/>
                <a:ea typeface="+mn-ea"/>
                <a:cs typeface="+mn-cs"/>
              </a:rPr>
              <a:t>EY Studio+ teams helped set up three self-guided teams from multiple departments to run the platform. </a:t>
            </a:r>
          </a:p>
        </p:txBody>
      </p:sp>
      <p:sp>
        <p:nvSpPr>
          <p:cNvPr id="4" name="Title 3">
            <a:extLst>
              <a:ext uri="{FF2B5EF4-FFF2-40B4-BE49-F238E27FC236}">
                <a16:creationId xmlns:a16="http://schemas.microsoft.com/office/drawing/2014/main" id="{614C72FD-8BB9-3457-7074-324E29216D38}"/>
              </a:ext>
            </a:extLst>
          </p:cNvPr>
          <p:cNvSpPr>
            <a:spLocks noGrp="1"/>
          </p:cNvSpPr>
          <p:nvPr>
            <p:ph type="title"/>
          </p:nvPr>
        </p:nvSpPr>
        <p:spPr>
          <a:xfrm>
            <a:off x="483826" y="369888"/>
            <a:ext cx="6462884" cy="470898"/>
          </a:xfrm>
        </p:spPr>
        <p:txBody>
          <a:bodyPr/>
          <a:lstStyle/>
          <a:p>
            <a:r>
              <a:rPr lang="en-US" sz="2400">
                <a:latin typeface="EYInterstate Regular" panose="02000503020000020004" pitchFamily="2" charset="0"/>
              </a:rPr>
              <a:t>Designing a digital interaction and portal strategy to improve customer satisfaction</a:t>
            </a:r>
          </a:p>
        </p:txBody>
      </p:sp>
      <p:sp>
        <p:nvSpPr>
          <p:cNvPr id="2" name="Footer Placeholder 1">
            <a:extLst>
              <a:ext uri="{FF2B5EF4-FFF2-40B4-BE49-F238E27FC236}">
                <a16:creationId xmlns:a16="http://schemas.microsoft.com/office/drawing/2014/main" id="{D69AEFEE-7B70-EAD3-6737-060BC5832823}"/>
              </a:ext>
            </a:extLst>
          </p:cNvPr>
          <p:cNvSpPr>
            <a:spLocks noGrp="1"/>
          </p:cNvSpPr>
          <p:nvPr>
            <p:ph type="ftr" sz="quarter" idx="18"/>
          </p:nvPr>
        </p:nvSpPr>
        <p:spPr/>
        <p:txBody>
          <a:bodyPr/>
          <a:lstStyle/>
          <a:p>
            <a:r>
              <a:rPr lang="en-US" noProof="0"/>
              <a:t>Customer Experience</a:t>
            </a:r>
          </a:p>
        </p:txBody>
      </p:sp>
      <p:sp>
        <p:nvSpPr>
          <p:cNvPr id="3" name="Slide Number Placeholder 2">
            <a:extLst>
              <a:ext uri="{FF2B5EF4-FFF2-40B4-BE49-F238E27FC236}">
                <a16:creationId xmlns:a16="http://schemas.microsoft.com/office/drawing/2014/main" id="{7C836E65-A02E-FD61-9409-0C4F6A822FBC}"/>
              </a:ext>
            </a:extLst>
          </p:cNvPr>
          <p:cNvSpPr>
            <a:spLocks noGrp="1"/>
          </p:cNvSpPr>
          <p:nvPr>
            <p:ph type="sldNum" sz="quarter" idx="19"/>
          </p:nvPr>
        </p:nvSpPr>
        <p:spPr/>
        <p:txBody>
          <a:bodyPr/>
          <a:lstStyle/>
          <a:p>
            <a:fld id="{94FCA0F3-9F3A-694B-99BB-0E592A797735}" type="slidenum">
              <a:rPr lang="en-US" noProof="0" smtClean="0"/>
              <a:t>26</a:t>
            </a:fld>
            <a:endParaRPr lang="en-US" noProof="0"/>
          </a:p>
        </p:txBody>
      </p:sp>
      <p:sp>
        <p:nvSpPr>
          <p:cNvPr id="6" name="TextBox 5">
            <a:extLst>
              <a:ext uri="{FF2B5EF4-FFF2-40B4-BE49-F238E27FC236}">
                <a16:creationId xmlns:a16="http://schemas.microsoft.com/office/drawing/2014/main" id="{BF3F0DC3-07A6-72A2-264C-1B772E0118A8}"/>
              </a:ext>
            </a:extLst>
          </p:cNvPr>
          <p:cNvSpPr txBox="1"/>
          <p:nvPr/>
        </p:nvSpPr>
        <p:spPr>
          <a:xfrm>
            <a:off x="483826" y="1670962"/>
            <a:ext cx="6096000" cy="276999"/>
          </a:xfrm>
          <a:prstGeom prst="rect">
            <a:avLst/>
          </a:prstGeom>
          <a:noFill/>
        </p:spPr>
        <p:txBody>
          <a:bodyPr wrap="square" lIns="0" tIns="0" rIns="0" bIns="0">
            <a:spAutoFit/>
          </a:bodyPr>
          <a:lstStyle/>
          <a:p>
            <a:pPr defTabSz="457109">
              <a:spcBef>
                <a:spcPct val="20000"/>
              </a:spcBef>
            </a:pPr>
            <a:r>
              <a:rPr lang="en-US">
                <a:solidFill>
                  <a:srgbClr val="FFFFFF"/>
                </a:solidFill>
                <a:ea typeface="Lato Light" panose="020F0502020204030203" pitchFamily="34" charset="0"/>
                <a:cs typeface="Lato Light" panose="020F0502020204030203" pitchFamily="34" charset="0"/>
              </a:rPr>
              <a:t>Multinational financial services and insurance company </a:t>
            </a:r>
          </a:p>
        </p:txBody>
      </p:sp>
      <p:sp>
        <p:nvSpPr>
          <p:cNvPr id="8" name="Content Placeholder 4">
            <a:extLst>
              <a:ext uri="{FF2B5EF4-FFF2-40B4-BE49-F238E27FC236}">
                <a16:creationId xmlns:a16="http://schemas.microsoft.com/office/drawing/2014/main" id="{9F39FEC1-7602-5EC2-50B1-C3C3FEA7E0A0}"/>
              </a:ext>
            </a:extLst>
          </p:cNvPr>
          <p:cNvSpPr txBox="1">
            <a:spLocks/>
          </p:cNvSpPr>
          <p:nvPr/>
        </p:nvSpPr>
        <p:spPr>
          <a:xfrm>
            <a:off x="1058862" y="2081831"/>
            <a:ext cx="5486317" cy="4036929"/>
          </a:xfrm>
          <a:prstGeom prst="rect">
            <a:avLst/>
          </a:prstGeom>
        </p:spPr>
        <p:txBody>
          <a:bodyPr vert="horz" lIns="180000" tIns="0" rIns="180000" bIns="0" rtlCol="0" anchor="t" anchorCtr="0">
            <a:noAutofit/>
          </a:bodyPr>
          <a:lstStyle>
            <a:lvl1pPr marL="285750" indent="-285750" algn="l" defTabSz="914400" rtl="0" eaLnBrk="1" latinLnBrk="0" hangingPunct="1">
              <a:lnSpc>
                <a:spcPct val="130000"/>
              </a:lnSpc>
              <a:spcBef>
                <a:spcPct val="20000"/>
              </a:spcBef>
              <a:buClr>
                <a:schemeClr val="bg1"/>
              </a:buClr>
              <a:buSzPct val="110000"/>
              <a:buFont typeface="Arial" panose="020B0604020202020204" pitchFamily="34" charset="0"/>
              <a:buChar char="•"/>
              <a:defRPr sz="1000" kern="1200">
                <a:solidFill>
                  <a:schemeClr val="bg1"/>
                </a:solidFill>
                <a:latin typeface="EYInterstate Light" panose="02000506000000020004" pitchFamily="2" charset="0"/>
                <a:ea typeface="+mn-ea"/>
                <a:cs typeface="+mn-cs"/>
              </a:defRPr>
            </a:lvl1pPr>
            <a:lvl2pPr marL="642366" indent="-285750" algn="l" defTabSz="914400" rtl="0" eaLnBrk="1" latinLnBrk="0" hangingPunct="1">
              <a:lnSpc>
                <a:spcPct val="130000"/>
              </a:lnSpc>
              <a:spcBef>
                <a:spcPct val="20000"/>
              </a:spcBef>
              <a:buClr>
                <a:schemeClr val="bg1"/>
              </a:buClr>
              <a:buSzPct val="110000"/>
              <a:buFont typeface="Arial" panose="020B0604020202020204" pitchFamily="34" charset="0"/>
              <a:buChar char="•"/>
              <a:defRPr sz="1000" kern="1200">
                <a:solidFill>
                  <a:schemeClr val="bg1"/>
                </a:solidFill>
                <a:latin typeface="EYInterstate Light" panose="02000506000000020004" pitchFamily="2" charset="0"/>
                <a:ea typeface="+mn-ea"/>
                <a:cs typeface="+mn-cs"/>
              </a:defRPr>
            </a:lvl2pPr>
            <a:lvl3pPr marL="998982" indent="-285750" algn="l" defTabSz="914400" rtl="0" eaLnBrk="1" latinLnBrk="0" hangingPunct="1">
              <a:lnSpc>
                <a:spcPct val="130000"/>
              </a:lnSpc>
              <a:spcBef>
                <a:spcPct val="20000"/>
              </a:spcBef>
              <a:buClr>
                <a:schemeClr val="bg1"/>
              </a:buClr>
              <a:buSzPct val="110000"/>
              <a:buFont typeface="Arial" panose="020B0604020202020204" pitchFamily="34" charset="0"/>
              <a:buChar char="•"/>
              <a:defRPr sz="1000" kern="1200">
                <a:solidFill>
                  <a:schemeClr val="bg1"/>
                </a:solidFill>
                <a:latin typeface="EYInterstate Light" panose="02000506000000020004" pitchFamily="2" charset="0"/>
                <a:ea typeface="+mn-ea"/>
                <a:cs typeface="+mn-cs"/>
              </a:defRPr>
            </a:lvl3pPr>
            <a:lvl4pPr marL="1355598" indent="-285750" algn="l" defTabSz="914400" rtl="0" eaLnBrk="1" latinLnBrk="0" hangingPunct="1">
              <a:lnSpc>
                <a:spcPct val="130000"/>
              </a:lnSpc>
              <a:spcBef>
                <a:spcPct val="20000"/>
              </a:spcBef>
              <a:buClr>
                <a:schemeClr val="bg1"/>
              </a:buClr>
              <a:buSzPct val="110000"/>
              <a:buFont typeface="Arial" panose="020B0604020202020204" pitchFamily="34" charset="0"/>
              <a:buChar char="•"/>
              <a:defRPr sz="1000" kern="1200">
                <a:solidFill>
                  <a:schemeClr val="bg1"/>
                </a:solidFill>
                <a:latin typeface="EYInterstate Light" panose="02000506000000020004" pitchFamily="2" charset="0"/>
                <a:ea typeface="+mn-ea"/>
                <a:cs typeface="+mn-cs"/>
              </a:defRPr>
            </a:lvl4pPr>
            <a:lvl5pPr marL="1712214" indent="-285750" algn="l" defTabSz="914400" rtl="0" eaLnBrk="1" latinLnBrk="0" hangingPunct="1">
              <a:lnSpc>
                <a:spcPct val="130000"/>
              </a:lnSpc>
              <a:spcBef>
                <a:spcPct val="20000"/>
              </a:spcBef>
              <a:buClr>
                <a:schemeClr val="bg1"/>
              </a:buClr>
              <a:buSzPct val="110000"/>
              <a:buFont typeface="Arial" panose="020B0604020202020204" pitchFamily="34" charset="0"/>
              <a:buChar char="•"/>
              <a:defRPr sz="10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30000"/>
              </a:lnSpc>
              <a:spcBef>
                <a:spcPct val="20000"/>
              </a:spcBef>
              <a:spcAft>
                <a:spcPts val="0"/>
              </a:spcAft>
              <a:buClr>
                <a:srgbClr val="2E2E38"/>
              </a:buClr>
              <a:buSzPct val="110000"/>
              <a:buFont typeface="Arial" panose="020B0604020202020204" pitchFamily="34" charset="0"/>
              <a:buNone/>
              <a:tabLst/>
              <a:defRPr/>
            </a:pPr>
            <a:r>
              <a:rPr kumimoji="0" lang="en-US" sz="1400" b="0" i="0" u="none" strike="noStrike" kern="1200" cap="none" spc="0" normalizeH="0" baseline="0" noProof="0">
                <a:ln>
                  <a:noFill/>
                </a:ln>
                <a:effectLst/>
                <a:uLnTx/>
                <a:uFillTx/>
                <a:latin typeface="EYInterstate Light"/>
                <a:ea typeface="+mn-ea"/>
                <a:cs typeface="+mn-cs"/>
              </a:rPr>
              <a:t>Client challenge </a:t>
            </a:r>
          </a:p>
          <a:p>
            <a:pPr marL="0" marR="0" lvl="0" indent="0" algn="l" defTabSz="914400" rtl="0" eaLnBrk="1" fontAlgn="auto" latinLnBrk="0" hangingPunct="1">
              <a:lnSpc>
                <a:spcPct val="130000"/>
              </a:lnSpc>
              <a:spcBef>
                <a:spcPct val="20000"/>
              </a:spcBef>
              <a:spcAft>
                <a:spcPts val="0"/>
              </a:spcAft>
              <a:buClr>
                <a:srgbClr val="2E2E38"/>
              </a:buClr>
              <a:buSzPct val="110000"/>
              <a:buFont typeface="Arial" panose="020B0604020202020204" pitchFamily="34" charset="0"/>
              <a:buNone/>
              <a:tabLst/>
              <a:defRPr/>
            </a:pPr>
            <a:r>
              <a:rPr kumimoji="0" lang="en-US" sz="1000" b="0" i="0" u="none" strike="noStrike" kern="1200" cap="none" spc="0" normalizeH="0" baseline="0" noProof="0">
                <a:ln>
                  <a:noFill/>
                </a:ln>
                <a:effectLst/>
                <a:uLnTx/>
                <a:uFillTx/>
                <a:latin typeface="EYInterstate Light" panose="02000506000000020004" pitchFamily="2" charset="0"/>
                <a:ea typeface="+mn-ea"/>
                <a:cs typeface="+mn-cs"/>
              </a:rPr>
              <a:t>The client had over 40 different customer interaction systems and portals in the Benelux, each focusing on different domains and customer groups. This has been detrimental to the efficiency in handling customer requests and complaints, which resulted in a lower CSAT and higher handling costs. By adopting new digital enablement technologies, the client would like to consolidate their current customer interaction portal landscape. </a:t>
            </a:r>
          </a:p>
          <a:p>
            <a:pPr marL="0" marR="0" lvl="0" indent="0" algn="l" defTabSz="914400" rtl="0" eaLnBrk="1" fontAlgn="auto" latinLnBrk="0" hangingPunct="1">
              <a:lnSpc>
                <a:spcPct val="130000"/>
              </a:lnSpc>
              <a:spcBef>
                <a:spcPts val="1200"/>
              </a:spcBef>
              <a:spcAft>
                <a:spcPts val="0"/>
              </a:spcAft>
              <a:buClr>
                <a:srgbClr val="2E2E38"/>
              </a:buClr>
              <a:buSzPct val="110000"/>
              <a:buFont typeface="Arial" panose="020B0604020202020204" pitchFamily="34" charset="0"/>
              <a:buNone/>
              <a:tabLst/>
              <a:defRPr/>
            </a:pPr>
            <a:r>
              <a:rPr kumimoji="0" lang="en-US" sz="1400" b="0" i="0" u="none" strike="noStrike" kern="1200" cap="none" spc="0" normalizeH="0" baseline="0" noProof="0">
                <a:ln>
                  <a:noFill/>
                </a:ln>
                <a:effectLst/>
                <a:uLnTx/>
                <a:uFillTx/>
                <a:latin typeface="EYInterstate Light"/>
                <a:ea typeface="+mn-ea"/>
                <a:cs typeface="+mn-cs"/>
              </a:rPr>
              <a:t>Our Solution</a:t>
            </a:r>
          </a:p>
          <a:p>
            <a:pPr marL="0" marR="0" lvl="0" indent="0" algn="l" defTabSz="914400" rtl="0" eaLnBrk="1" fontAlgn="auto" latinLnBrk="0" hangingPunct="1">
              <a:lnSpc>
                <a:spcPct val="130000"/>
              </a:lnSpc>
              <a:spcBef>
                <a:spcPct val="20000"/>
              </a:spcBef>
              <a:spcAft>
                <a:spcPts val="0"/>
              </a:spcAft>
              <a:buClr>
                <a:srgbClr val="2E2E38"/>
              </a:buClr>
              <a:buSzPct val="100000"/>
              <a:buFont typeface="Arial" panose="020B0604020202020204" pitchFamily="34" charset="0"/>
              <a:buNone/>
              <a:tabLst/>
              <a:defRPr/>
            </a:pPr>
            <a:r>
              <a:rPr kumimoji="0" lang="en-US" sz="1000" b="0" i="0" u="none" strike="noStrike" kern="1200" cap="none" spc="0" normalizeH="0" baseline="0" noProof="0">
                <a:ln>
                  <a:noFill/>
                </a:ln>
                <a:effectLst/>
                <a:uLnTx/>
                <a:uFillTx/>
                <a:latin typeface="EYInterstate Light" panose="02000506000000020004" pitchFamily="2" charset="0"/>
                <a:ea typeface="+mn-ea"/>
                <a:cs typeface="+mn-cs"/>
              </a:rPr>
              <a:t>Together with the client, EY Studio+ teams developed a portal strategy to significantly improve customer satisfaction. We started with design research to define the future state of the portal. Further, EY Studio+ teams designed the organization structure (an Agile Release Train) in order to initiate the development of the future state portal. </a:t>
            </a:r>
          </a:p>
          <a:p>
            <a:pPr marL="285750" marR="0" lvl="0" indent="-285750" algn="l" defTabSz="914400" rtl="0" eaLnBrk="1" fontAlgn="auto" latinLnBrk="0" hangingPunct="1">
              <a:lnSpc>
                <a:spcPct val="130000"/>
              </a:lnSpc>
              <a:spcBef>
                <a:spcPct val="20000"/>
              </a:spcBef>
              <a:spcAft>
                <a:spcPts val="0"/>
              </a:spcAft>
              <a:buClr>
                <a:srgbClr val="FFE600"/>
              </a:buClr>
              <a:buSzPct val="100000"/>
              <a:buFont typeface="Wingdings" panose="05000000000000000000" pitchFamily="2" charset="2"/>
              <a:buChar char="§"/>
              <a:tabLst/>
              <a:defRPr/>
            </a:pPr>
            <a:r>
              <a:rPr kumimoji="0" lang="en-US" sz="1000" b="0" i="0" u="none" strike="noStrike" kern="1200" cap="none" spc="0" normalizeH="0" baseline="0" noProof="0">
                <a:ln>
                  <a:noFill/>
                </a:ln>
                <a:effectLst/>
                <a:uLnTx/>
                <a:uFillTx/>
                <a:latin typeface="EYInterstate Light" panose="02000506000000020004" pitchFamily="2" charset="0"/>
                <a:ea typeface="+mn-ea"/>
                <a:cs typeface="+mn-cs"/>
              </a:rPr>
              <a:t>Future state portal design based on customer research, including a concept design and clear user requirements.</a:t>
            </a:r>
          </a:p>
          <a:p>
            <a:pPr marL="285750" marR="0" lvl="0" indent="-285750" algn="l" defTabSz="914400" rtl="0" eaLnBrk="1" fontAlgn="auto" latinLnBrk="0" hangingPunct="1">
              <a:lnSpc>
                <a:spcPct val="130000"/>
              </a:lnSpc>
              <a:spcBef>
                <a:spcPct val="20000"/>
              </a:spcBef>
              <a:spcAft>
                <a:spcPts val="0"/>
              </a:spcAft>
              <a:buClr>
                <a:srgbClr val="FFE600"/>
              </a:buClr>
              <a:buSzPct val="100000"/>
              <a:buFont typeface="Wingdings" panose="05000000000000000000" pitchFamily="2" charset="2"/>
              <a:buChar char="§"/>
              <a:tabLst/>
              <a:defRPr/>
            </a:pPr>
            <a:r>
              <a:rPr kumimoji="0" lang="en-US" sz="1000" b="0" i="0" u="none" strike="noStrike" kern="1200" cap="none" spc="0" normalizeH="0" baseline="0" noProof="0">
                <a:ln>
                  <a:noFill/>
                </a:ln>
                <a:effectLst/>
                <a:uLnTx/>
                <a:uFillTx/>
                <a:latin typeface="EYInterstate Light" panose="02000506000000020004" pitchFamily="2" charset="0"/>
                <a:ea typeface="+mn-ea"/>
                <a:cs typeface="+mn-cs"/>
              </a:rPr>
              <a:t>Development support in designing the future state portal by defining the required expertise and roles. </a:t>
            </a:r>
          </a:p>
          <a:p>
            <a:pPr marL="285750" marR="0" lvl="0" indent="-285750" algn="l" defTabSz="914400" rtl="0" eaLnBrk="1" fontAlgn="auto" latinLnBrk="0" hangingPunct="1">
              <a:lnSpc>
                <a:spcPct val="130000"/>
              </a:lnSpc>
              <a:spcBef>
                <a:spcPct val="20000"/>
              </a:spcBef>
              <a:spcAft>
                <a:spcPts val="0"/>
              </a:spcAft>
              <a:buClr>
                <a:srgbClr val="FFE600"/>
              </a:buClr>
              <a:buSzPct val="100000"/>
              <a:buFont typeface="Wingdings" panose="05000000000000000000" pitchFamily="2" charset="2"/>
              <a:buChar char="§"/>
              <a:tabLst/>
              <a:defRPr/>
            </a:pPr>
            <a:r>
              <a:rPr kumimoji="0" lang="en-US" sz="1000" b="0" i="0" u="none" strike="noStrike" kern="1200" cap="none" spc="0" normalizeH="0" baseline="0" noProof="0">
                <a:ln>
                  <a:noFill/>
                </a:ln>
                <a:effectLst/>
                <a:uLnTx/>
                <a:uFillTx/>
                <a:latin typeface="EYInterstate Light" panose="02000506000000020004" pitchFamily="2" charset="0"/>
                <a:ea typeface="+mn-ea"/>
                <a:cs typeface="+mn-cs"/>
              </a:rPr>
              <a:t>Support the implementation of Scaled Agile to initiate the development. The concept design was translated into epics, features and user stories</a:t>
            </a:r>
          </a:p>
        </p:txBody>
      </p:sp>
      <p:pic>
        <p:nvPicPr>
          <p:cNvPr id="5" name="Graphic 4">
            <a:extLst>
              <a:ext uri="{FF2B5EF4-FFF2-40B4-BE49-F238E27FC236}">
                <a16:creationId xmlns:a16="http://schemas.microsoft.com/office/drawing/2014/main" id="{CB8BCD13-2468-4B9E-D277-6657648BA674}"/>
              </a:ext>
            </a:extLst>
          </p:cNvPr>
          <p:cNvPicPr/>
          <p:nvPr/>
        </p:nvPicPr>
        <p:blipFill>
          <a:blip r:embed="rId3">
            <a:extLst>
              <a:ext uri="{96DAC541-7B7A-43D3-8B79-37D633B846F1}">
                <asvg:svgBlip xmlns:asvg="http://schemas.microsoft.com/office/drawing/2016/SVG/main" r:embed="rId4"/>
              </a:ext>
            </a:extLst>
          </a:blip>
          <a:stretch>
            <a:fillRect/>
          </a:stretch>
        </p:blipFill>
        <p:spPr>
          <a:xfrm>
            <a:off x="11089246" y="6289101"/>
            <a:ext cx="880813" cy="341755"/>
          </a:xfrm>
          <a:prstGeom prst="rect">
            <a:avLst/>
          </a:prstGeom>
        </p:spPr>
      </p:pic>
    </p:spTree>
    <p:extLst>
      <p:ext uri="{BB962C8B-B14F-4D97-AF65-F5344CB8AC3E}">
        <p14:creationId xmlns:p14="http://schemas.microsoft.com/office/powerpoint/2010/main" val="358783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316265-F206-B992-03B1-E47874CB4A38}"/>
            </a:ext>
          </a:extLst>
        </p:cNvPr>
        <p:cNvGrpSpPr/>
        <p:nvPr/>
      </p:nvGrpSpPr>
      <p:grpSpPr>
        <a:xfrm>
          <a:off x="0" y="0"/>
          <a:ext cx="0" cy="0"/>
          <a:chOff x="0" y="0"/>
          <a:chExt cx="0" cy="0"/>
        </a:xfrm>
      </p:grpSpPr>
      <p:pic>
        <p:nvPicPr>
          <p:cNvPr id="13" name="Picture Placeholder 6">
            <a:extLst>
              <a:ext uri="{FF2B5EF4-FFF2-40B4-BE49-F238E27FC236}">
                <a16:creationId xmlns:a16="http://schemas.microsoft.com/office/drawing/2014/main" id="{86835B44-D873-1F48-7083-7E4F9CAC1475}"/>
              </a:ext>
            </a:extLst>
          </p:cNvPr>
          <p:cNvPicPr>
            <a:picLocks noChangeAspect="1"/>
          </p:cNvPicPr>
          <p:nvPr/>
        </p:nvPicPr>
        <p:blipFill>
          <a:blip r:embed="rId2" cstate="print">
            <a:extLst>
              <a:ext uri="{28A0092B-C50C-407E-A947-70E740481C1C}">
                <a14:useLocalDpi xmlns:a14="http://schemas.microsoft.com/office/drawing/2010/main"/>
              </a:ext>
            </a:extLst>
          </a:blip>
          <a:srcRect/>
          <a:stretch>
            <a:fillRect/>
          </a:stretch>
        </p:blipFill>
        <p:spPr>
          <a:xfrm>
            <a:off x="7178676" y="0"/>
            <a:ext cx="5019676" cy="6858000"/>
          </a:xfrm>
          <a:prstGeom prst="rect">
            <a:avLst/>
          </a:prstGeom>
          <a:solidFill>
            <a:srgbClr val="2E2E38">
              <a:lumMod val="20000"/>
              <a:lumOff val="80000"/>
            </a:srgbClr>
          </a:solidFill>
        </p:spPr>
      </p:pic>
      <p:sp>
        <p:nvSpPr>
          <p:cNvPr id="14" name="Content Placeholder 5">
            <a:extLst>
              <a:ext uri="{FF2B5EF4-FFF2-40B4-BE49-F238E27FC236}">
                <a16:creationId xmlns:a16="http://schemas.microsoft.com/office/drawing/2014/main" id="{6B64CCE4-6FD0-0791-5C79-28CD8412E133}"/>
              </a:ext>
            </a:extLst>
          </p:cNvPr>
          <p:cNvSpPr txBox="1">
            <a:spLocks/>
          </p:cNvSpPr>
          <p:nvPr/>
        </p:nvSpPr>
        <p:spPr>
          <a:xfrm>
            <a:off x="6783388" y="4194300"/>
            <a:ext cx="2879725" cy="2673324"/>
          </a:xfrm>
          <a:prstGeom prst="rect">
            <a:avLst/>
          </a:prstGeom>
          <a:solidFill>
            <a:srgbClr val="FFE600"/>
          </a:solidFill>
        </p:spPr>
        <p:txBody>
          <a:bodyPr vert="horz" lIns="252000" tIns="252000" rIns="252000" bIns="540000" rtlCol="0" anchor="b" anchorCtr="0">
            <a:spAutoFit/>
          </a:bodyPr>
          <a:lstStyle>
            <a:lvl1pPr marL="0" indent="0" algn="l" defTabSz="914400" rtl="0" eaLnBrk="1" latinLnBrk="0" hangingPunct="1">
              <a:lnSpc>
                <a:spcPct val="130000"/>
              </a:lnSpc>
              <a:spcBef>
                <a:spcPct val="20000"/>
              </a:spcBef>
              <a:buClr>
                <a:schemeClr val="bg1"/>
              </a:buClr>
              <a:buSzPct val="110000"/>
              <a:buFont typeface="Arial" panose="020B0604020202020204" pitchFamily="34" charset="0"/>
              <a:buNone/>
              <a:defRPr sz="1000" kern="1200">
                <a:solidFill>
                  <a:schemeClr val="bg1"/>
                </a:solidFill>
                <a:latin typeface="EYInterstate Light" panose="02000506000000020004" pitchFamily="2" charset="0"/>
                <a:ea typeface="+mn-ea"/>
                <a:cs typeface="+mn-cs"/>
              </a:defRPr>
            </a:lvl1pPr>
            <a:lvl2pPr marL="642366" indent="-285750" algn="l" defTabSz="914400" rtl="0" eaLnBrk="1" latinLnBrk="0" hangingPunct="1">
              <a:lnSpc>
                <a:spcPct val="130000"/>
              </a:lnSpc>
              <a:spcBef>
                <a:spcPct val="20000"/>
              </a:spcBef>
              <a:buClr>
                <a:schemeClr val="bg1"/>
              </a:buClr>
              <a:buSzPct val="110000"/>
              <a:buFont typeface="Arial" panose="020B0604020202020204" pitchFamily="34" charset="0"/>
              <a:buNone/>
              <a:defRPr sz="1000" kern="1200">
                <a:solidFill>
                  <a:schemeClr val="bg1"/>
                </a:solidFill>
                <a:latin typeface="EYInterstate Light" panose="02000506000000020004" pitchFamily="2" charset="0"/>
                <a:ea typeface="+mn-ea"/>
                <a:cs typeface="+mn-cs"/>
              </a:defRPr>
            </a:lvl2pPr>
            <a:lvl3pPr marL="998982" indent="-285750" algn="l" defTabSz="914400" rtl="0" eaLnBrk="1" latinLnBrk="0" hangingPunct="1">
              <a:lnSpc>
                <a:spcPct val="130000"/>
              </a:lnSpc>
              <a:spcBef>
                <a:spcPct val="20000"/>
              </a:spcBef>
              <a:buClr>
                <a:schemeClr val="bg1"/>
              </a:buClr>
              <a:buSzPct val="110000"/>
              <a:buFont typeface="Arial" panose="020B0604020202020204" pitchFamily="34" charset="0"/>
              <a:buNone/>
              <a:defRPr sz="1000" kern="1200">
                <a:solidFill>
                  <a:schemeClr val="bg1"/>
                </a:solidFill>
                <a:latin typeface="EYInterstate Light" panose="02000506000000020004" pitchFamily="2" charset="0"/>
                <a:ea typeface="+mn-ea"/>
                <a:cs typeface="+mn-cs"/>
              </a:defRPr>
            </a:lvl3pPr>
            <a:lvl4pPr marL="1355598" indent="-285750" algn="l" defTabSz="914400" rtl="0" eaLnBrk="1" latinLnBrk="0" hangingPunct="1">
              <a:lnSpc>
                <a:spcPct val="130000"/>
              </a:lnSpc>
              <a:spcBef>
                <a:spcPct val="20000"/>
              </a:spcBef>
              <a:buClr>
                <a:schemeClr val="bg1"/>
              </a:buClr>
              <a:buSzPct val="110000"/>
              <a:buFont typeface="Arial" panose="020B0604020202020204" pitchFamily="34" charset="0"/>
              <a:buNone/>
              <a:defRPr sz="1000" kern="1200">
                <a:solidFill>
                  <a:schemeClr val="bg1"/>
                </a:solidFill>
                <a:latin typeface="EYInterstate Light" panose="02000506000000020004" pitchFamily="2" charset="0"/>
                <a:ea typeface="+mn-ea"/>
                <a:cs typeface="+mn-cs"/>
              </a:defRPr>
            </a:lvl4pPr>
            <a:lvl5pPr marL="1712214" indent="-285750" algn="l" defTabSz="914400" rtl="0" eaLnBrk="1" latinLnBrk="0" hangingPunct="1">
              <a:lnSpc>
                <a:spcPct val="130000"/>
              </a:lnSpc>
              <a:spcBef>
                <a:spcPct val="20000"/>
              </a:spcBef>
              <a:buClr>
                <a:schemeClr val="bg1"/>
              </a:buClr>
              <a:buSzPct val="110000"/>
              <a:buFont typeface="Arial" panose="020B0604020202020204" pitchFamily="34" charset="0"/>
              <a:buNone/>
              <a:defRPr sz="10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20000"/>
              </a:spcBef>
              <a:spcAft>
                <a:spcPts val="1200"/>
              </a:spcAft>
              <a:buClr>
                <a:srgbClr val="2E2E38"/>
              </a:buClr>
              <a:buSzPct val="110000"/>
              <a:buFont typeface="Arial" panose="020B0604020202020204" pitchFamily="34" charset="0"/>
              <a:buNone/>
              <a:tabLst/>
              <a:defRPr/>
            </a:pPr>
            <a:r>
              <a:rPr kumimoji="0" lang="en-US" sz="1600" b="1" i="0" u="none" strike="noStrike" kern="1200" cap="none" spc="0" normalizeH="0" baseline="0" noProof="0">
                <a:ln>
                  <a:noFill/>
                </a:ln>
                <a:solidFill>
                  <a:srgbClr val="2E2E38"/>
                </a:solidFill>
                <a:effectLst/>
                <a:uLnTx/>
                <a:uFillTx/>
                <a:latin typeface="EYInterstate Regular" panose="02000503020000020004" pitchFamily="2" charset="0"/>
                <a:ea typeface="+mn-ea"/>
                <a:cs typeface="+mn-cs"/>
              </a:rPr>
              <a:t>How we added value</a:t>
            </a:r>
          </a:p>
          <a:p>
            <a:pPr marL="171450" marR="0" lvl="0" indent="-171450" algn="l" defTabSz="914400" rtl="0" eaLnBrk="1" fontAlgn="auto" latinLnBrk="0" hangingPunct="1">
              <a:lnSpc>
                <a:spcPct val="130000"/>
              </a:lnSpc>
              <a:spcBef>
                <a:spcPct val="20000"/>
              </a:spcBef>
              <a:spcAft>
                <a:spcPts val="0"/>
              </a:spcAft>
              <a:buClr>
                <a:srgbClr val="2E2E38"/>
              </a:buClr>
              <a:buSzPct val="100000"/>
              <a:buFont typeface="Wingdings" panose="05000000000000000000" pitchFamily="2" charset="2"/>
              <a:buChar char="§"/>
              <a:tabLst/>
              <a:defRPr/>
            </a:pPr>
            <a:r>
              <a:rPr kumimoji="0" lang="en-US" sz="1000" b="0" i="0" u="none" strike="noStrike" kern="1200" cap="none" spc="0" normalizeH="0" baseline="0" noProof="0">
                <a:ln>
                  <a:noFill/>
                </a:ln>
                <a:solidFill>
                  <a:srgbClr val="2E2E38"/>
                </a:solidFill>
                <a:effectLst/>
                <a:uLnTx/>
                <a:uFillTx/>
                <a:latin typeface="EYInterstate Light" panose="02000506000000020004" pitchFamily="2" charset="0"/>
                <a:ea typeface="+mn-ea"/>
                <a:cs typeface="+mn-cs"/>
              </a:rPr>
              <a:t>Clear vision and strategy for vitality</a:t>
            </a:r>
          </a:p>
          <a:p>
            <a:pPr marL="171450" marR="0" lvl="0" indent="-171450" algn="l" defTabSz="914400" rtl="0" eaLnBrk="1" fontAlgn="auto" latinLnBrk="0" hangingPunct="1">
              <a:lnSpc>
                <a:spcPct val="130000"/>
              </a:lnSpc>
              <a:spcBef>
                <a:spcPct val="20000"/>
              </a:spcBef>
              <a:spcAft>
                <a:spcPts val="0"/>
              </a:spcAft>
              <a:buClr>
                <a:srgbClr val="2E2E38"/>
              </a:buClr>
              <a:buSzPct val="100000"/>
              <a:buFont typeface="Wingdings" panose="05000000000000000000" pitchFamily="2" charset="2"/>
              <a:buChar char="§"/>
              <a:tabLst/>
              <a:defRPr/>
            </a:pPr>
            <a:r>
              <a:rPr kumimoji="0" lang="en-US" sz="1000" b="0" i="0" u="none" strike="noStrike" kern="1200" cap="none" spc="0" normalizeH="0" baseline="0" noProof="0">
                <a:ln>
                  <a:noFill/>
                </a:ln>
                <a:solidFill>
                  <a:srgbClr val="2E2E38"/>
                </a:solidFill>
                <a:effectLst/>
                <a:uLnTx/>
                <a:uFillTx/>
                <a:latin typeface="EYInterstate Light" panose="02000506000000020004" pitchFamily="2" charset="0"/>
                <a:ea typeface="+mn-ea"/>
                <a:cs typeface="+mn-cs"/>
              </a:rPr>
              <a:t>Proposition, service offering and market approach, developed in a human-centered way</a:t>
            </a:r>
          </a:p>
          <a:p>
            <a:pPr marL="171450" marR="0" lvl="0" indent="-171450" algn="l" defTabSz="914400" rtl="0" eaLnBrk="1" fontAlgn="auto" latinLnBrk="0" hangingPunct="1">
              <a:lnSpc>
                <a:spcPct val="130000"/>
              </a:lnSpc>
              <a:spcBef>
                <a:spcPct val="20000"/>
              </a:spcBef>
              <a:spcAft>
                <a:spcPts val="0"/>
              </a:spcAft>
              <a:buClr>
                <a:srgbClr val="2E2E38"/>
              </a:buClr>
              <a:buSzPct val="100000"/>
              <a:buFont typeface="Wingdings" panose="05000000000000000000" pitchFamily="2" charset="2"/>
              <a:buChar char="§"/>
              <a:tabLst/>
              <a:defRPr/>
            </a:pPr>
            <a:r>
              <a:rPr kumimoji="0" lang="en-US" sz="1000" b="0" i="0" u="none" strike="noStrike" kern="1200" cap="none" spc="0" normalizeH="0" baseline="0" noProof="0">
                <a:ln>
                  <a:noFill/>
                </a:ln>
                <a:solidFill>
                  <a:srgbClr val="2E2E38"/>
                </a:solidFill>
                <a:effectLst/>
                <a:uLnTx/>
                <a:uFillTx/>
                <a:latin typeface="EYInterstate Light" panose="02000506000000020004" pitchFamily="2" charset="0"/>
                <a:ea typeface="+mn-ea"/>
                <a:cs typeface="+mn-cs"/>
              </a:rPr>
              <a:t>Guidance of transformation, </a:t>
            </a:r>
            <a:br>
              <a:rPr kumimoji="0" lang="en-US" sz="1000" b="0" i="0" u="none" strike="noStrike" kern="1200" cap="none" spc="0" normalizeH="0" baseline="0" noProof="0">
                <a:ln>
                  <a:noFill/>
                </a:ln>
                <a:solidFill>
                  <a:srgbClr val="2E2E38"/>
                </a:solidFill>
                <a:effectLst/>
                <a:uLnTx/>
                <a:uFillTx/>
                <a:latin typeface="EYInterstate Light" panose="02000506000000020004" pitchFamily="2" charset="0"/>
                <a:ea typeface="+mn-ea"/>
                <a:cs typeface="+mn-cs"/>
              </a:rPr>
            </a:br>
            <a:r>
              <a:rPr kumimoji="0" lang="en-US" sz="1000" b="0" i="0" u="none" strike="noStrike" kern="1200" cap="none" spc="0" normalizeH="0" baseline="0" noProof="0">
                <a:ln>
                  <a:noFill/>
                </a:ln>
                <a:solidFill>
                  <a:srgbClr val="2E2E38"/>
                </a:solidFill>
                <a:effectLst/>
                <a:uLnTx/>
                <a:uFillTx/>
                <a:latin typeface="EYInterstate Light" panose="02000506000000020004" pitchFamily="2" charset="0"/>
                <a:ea typeface="+mn-ea"/>
                <a:cs typeface="+mn-cs"/>
              </a:rPr>
              <a:t>skill development and hands-on execution support</a:t>
            </a:r>
          </a:p>
        </p:txBody>
      </p:sp>
      <p:sp>
        <p:nvSpPr>
          <p:cNvPr id="4" name="Title 3">
            <a:extLst>
              <a:ext uri="{FF2B5EF4-FFF2-40B4-BE49-F238E27FC236}">
                <a16:creationId xmlns:a16="http://schemas.microsoft.com/office/drawing/2014/main" id="{00DD48E2-CE46-1CCE-A86A-902942BFB5FB}"/>
              </a:ext>
            </a:extLst>
          </p:cNvPr>
          <p:cNvSpPr>
            <a:spLocks noGrp="1"/>
          </p:cNvSpPr>
          <p:nvPr>
            <p:ph type="title"/>
          </p:nvPr>
        </p:nvSpPr>
        <p:spPr>
          <a:xfrm>
            <a:off x="483826" y="369888"/>
            <a:ext cx="6462884" cy="470898"/>
          </a:xfrm>
        </p:spPr>
        <p:txBody>
          <a:bodyPr/>
          <a:lstStyle/>
          <a:p>
            <a:r>
              <a:rPr lang="en-US" sz="2400">
                <a:latin typeface="EYInterstate Regular" panose="02000503020000020004" pitchFamily="2" charset="0"/>
              </a:rPr>
              <a:t>Inspire customers to improve their vitality</a:t>
            </a:r>
          </a:p>
        </p:txBody>
      </p:sp>
      <p:sp>
        <p:nvSpPr>
          <p:cNvPr id="2" name="Footer Placeholder 1">
            <a:extLst>
              <a:ext uri="{FF2B5EF4-FFF2-40B4-BE49-F238E27FC236}">
                <a16:creationId xmlns:a16="http://schemas.microsoft.com/office/drawing/2014/main" id="{BEB4FD6B-891A-83EA-102B-8A34202BBEDE}"/>
              </a:ext>
            </a:extLst>
          </p:cNvPr>
          <p:cNvSpPr>
            <a:spLocks noGrp="1"/>
          </p:cNvSpPr>
          <p:nvPr>
            <p:ph type="ftr" sz="quarter" idx="18"/>
          </p:nvPr>
        </p:nvSpPr>
        <p:spPr/>
        <p:txBody>
          <a:bodyPr/>
          <a:lstStyle/>
          <a:p>
            <a:r>
              <a:rPr lang="en-US" noProof="0"/>
              <a:t>Customer Experience</a:t>
            </a:r>
          </a:p>
        </p:txBody>
      </p:sp>
      <p:sp>
        <p:nvSpPr>
          <p:cNvPr id="3" name="Slide Number Placeholder 2">
            <a:extLst>
              <a:ext uri="{FF2B5EF4-FFF2-40B4-BE49-F238E27FC236}">
                <a16:creationId xmlns:a16="http://schemas.microsoft.com/office/drawing/2014/main" id="{5A85A2E5-9CB2-E72C-849F-A62C5BEF24A5}"/>
              </a:ext>
            </a:extLst>
          </p:cNvPr>
          <p:cNvSpPr>
            <a:spLocks noGrp="1"/>
          </p:cNvSpPr>
          <p:nvPr>
            <p:ph type="sldNum" sz="quarter" idx="19"/>
          </p:nvPr>
        </p:nvSpPr>
        <p:spPr/>
        <p:txBody>
          <a:bodyPr/>
          <a:lstStyle/>
          <a:p>
            <a:fld id="{94FCA0F3-9F3A-694B-99BB-0E592A797735}" type="slidenum">
              <a:rPr lang="en-US" noProof="0" smtClean="0"/>
              <a:t>27</a:t>
            </a:fld>
            <a:endParaRPr lang="en-US" noProof="0"/>
          </a:p>
        </p:txBody>
      </p:sp>
      <p:sp>
        <p:nvSpPr>
          <p:cNvPr id="6" name="TextBox 5">
            <a:extLst>
              <a:ext uri="{FF2B5EF4-FFF2-40B4-BE49-F238E27FC236}">
                <a16:creationId xmlns:a16="http://schemas.microsoft.com/office/drawing/2014/main" id="{CFE0185E-CAB5-4BB4-27EC-BBA1DCC4F0AD}"/>
              </a:ext>
            </a:extLst>
          </p:cNvPr>
          <p:cNvSpPr txBox="1"/>
          <p:nvPr/>
        </p:nvSpPr>
        <p:spPr>
          <a:xfrm>
            <a:off x="483826" y="1216539"/>
            <a:ext cx="6096000" cy="276999"/>
          </a:xfrm>
          <a:prstGeom prst="rect">
            <a:avLst/>
          </a:prstGeom>
          <a:noFill/>
        </p:spPr>
        <p:txBody>
          <a:bodyPr wrap="square" lIns="0" tIns="0" rIns="0" bIns="0">
            <a:spAutoFit/>
          </a:bodyPr>
          <a:lstStyle/>
          <a:p>
            <a:pPr defTabSz="457109">
              <a:spcBef>
                <a:spcPct val="20000"/>
              </a:spcBef>
            </a:pPr>
            <a:r>
              <a:rPr lang="en-US">
                <a:solidFill>
                  <a:srgbClr val="FFFFFF"/>
                </a:solidFill>
                <a:ea typeface="Lato Light" panose="020F0502020204030203" pitchFamily="34" charset="0"/>
                <a:cs typeface="Lato Light" panose="020F0502020204030203" pitchFamily="34" charset="0"/>
              </a:rPr>
              <a:t>Large Dutch health insurance company </a:t>
            </a:r>
          </a:p>
        </p:txBody>
      </p:sp>
      <p:sp>
        <p:nvSpPr>
          <p:cNvPr id="7" name="Content Placeholder 4">
            <a:extLst>
              <a:ext uri="{FF2B5EF4-FFF2-40B4-BE49-F238E27FC236}">
                <a16:creationId xmlns:a16="http://schemas.microsoft.com/office/drawing/2014/main" id="{EBD664CB-0D24-5306-5F7B-E5DD52CBAD19}"/>
              </a:ext>
            </a:extLst>
          </p:cNvPr>
          <p:cNvSpPr txBox="1">
            <a:spLocks/>
          </p:cNvSpPr>
          <p:nvPr/>
        </p:nvSpPr>
        <p:spPr>
          <a:xfrm>
            <a:off x="1058862" y="2271796"/>
            <a:ext cx="5462254" cy="4036929"/>
          </a:xfrm>
          <a:prstGeom prst="rect">
            <a:avLst/>
          </a:prstGeom>
        </p:spPr>
        <p:txBody>
          <a:bodyPr vert="horz" lIns="180000" tIns="0" rIns="180000" bIns="0" rtlCol="0" anchor="t" anchorCtr="0">
            <a:noAutofit/>
          </a:bodyPr>
          <a:lstStyle>
            <a:lvl1pPr marL="285750" indent="-285750" algn="l" defTabSz="914400" rtl="0" eaLnBrk="1" latinLnBrk="0" hangingPunct="1">
              <a:lnSpc>
                <a:spcPct val="130000"/>
              </a:lnSpc>
              <a:spcBef>
                <a:spcPct val="20000"/>
              </a:spcBef>
              <a:buClr>
                <a:schemeClr val="bg1"/>
              </a:buClr>
              <a:buSzPct val="110000"/>
              <a:buFont typeface="Arial" panose="020B0604020202020204" pitchFamily="34" charset="0"/>
              <a:buChar char="•"/>
              <a:defRPr sz="1000" kern="1200">
                <a:solidFill>
                  <a:schemeClr val="bg1"/>
                </a:solidFill>
                <a:latin typeface="EYInterstate Light" panose="02000506000000020004" pitchFamily="2" charset="0"/>
                <a:ea typeface="+mn-ea"/>
                <a:cs typeface="+mn-cs"/>
              </a:defRPr>
            </a:lvl1pPr>
            <a:lvl2pPr marL="642366" indent="-285750" algn="l" defTabSz="914400" rtl="0" eaLnBrk="1" latinLnBrk="0" hangingPunct="1">
              <a:lnSpc>
                <a:spcPct val="130000"/>
              </a:lnSpc>
              <a:spcBef>
                <a:spcPct val="20000"/>
              </a:spcBef>
              <a:buClr>
                <a:schemeClr val="bg1"/>
              </a:buClr>
              <a:buSzPct val="110000"/>
              <a:buFont typeface="Arial" panose="020B0604020202020204" pitchFamily="34" charset="0"/>
              <a:buChar char="•"/>
              <a:defRPr sz="1000" kern="1200">
                <a:solidFill>
                  <a:schemeClr val="bg1"/>
                </a:solidFill>
                <a:latin typeface="EYInterstate Light" panose="02000506000000020004" pitchFamily="2" charset="0"/>
                <a:ea typeface="+mn-ea"/>
                <a:cs typeface="+mn-cs"/>
              </a:defRPr>
            </a:lvl2pPr>
            <a:lvl3pPr marL="998982" indent="-285750" algn="l" defTabSz="914400" rtl="0" eaLnBrk="1" latinLnBrk="0" hangingPunct="1">
              <a:lnSpc>
                <a:spcPct val="130000"/>
              </a:lnSpc>
              <a:spcBef>
                <a:spcPct val="20000"/>
              </a:spcBef>
              <a:buClr>
                <a:schemeClr val="bg1"/>
              </a:buClr>
              <a:buSzPct val="110000"/>
              <a:buFont typeface="Arial" panose="020B0604020202020204" pitchFamily="34" charset="0"/>
              <a:buChar char="•"/>
              <a:defRPr sz="1000" kern="1200">
                <a:solidFill>
                  <a:schemeClr val="bg1"/>
                </a:solidFill>
                <a:latin typeface="EYInterstate Light" panose="02000506000000020004" pitchFamily="2" charset="0"/>
                <a:ea typeface="+mn-ea"/>
                <a:cs typeface="+mn-cs"/>
              </a:defRPr>
            </a:lvl3pPr>
            <a:lvl4pPr marL="1355598" indent="-285750" algn="l" defTabSz="914400" rtl="0" eaLnBrk="1" latinLnBrk="0" hangingPunct="1">
              <a:lnSpc>
                <a:spcPct val="130000"/>
              </a:lnSpc>
              <a:spcBef>
                <a:spcPct val="20000"/>
              </a:spcBef>
              <a:buClr>
                <a:schemeClr val="bg1"/>
              </a:buClr>
              <a:buSzPct val="110000"/>
              <a:buFont typeface="Arial" panose="020B0604020202020204" pitchFamily="34" charset="0"/>
              <a:buChar char="•"/>
              <a:defRPr sz="1000" kern="1200">
                <a:solidFill>
                  <a:schemeClr val="bg1"/>
                </a:solidFill>
                <a:latin typeface="EYInterstate Light" panose="02000506000000020004" pitchFamily="2" charset="0"/>
                <a:ea typeface="+mn-ea"/>
                <a:cs typeface="+mn-cs"/>
              </a:defRPr>
            </a:lvl4pPr>
            <a:lvl5pPr marL="1712214" indent="-285750" algn="l" defTabSz="914400" rtl="0" eaLnBrk="1" latinLnBrk="0" hangingPunct="1">
              <a:lnSpc>
                <a:spcPct val="130000"/>
              </a:lnSpc>
              <a:spcBef>
                <a:spcPct val="20000"/>
              </a:spcBef>
              <a:buClr>
                <a:schemeClr val="bg1"/>
              </a:buClr>
              <a:buSzPct val="110000"/>
              <a:buFont typeface="Arial" panose="020B0604020202020204" pitchFamily="34" charset="0"/>
              <a:buChar char="•"/>
              <a:defRPr sz="10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30000"/>
              </a:lnSpc>
              <a:spcBef>
                <a:spcPct val="20000"/>
              </a:spcBef>
              <a:spcAft>
                <a:spcPts val="0"/>
              </a:spcAft>
              <a:buClr>
                <a:srgbClr val="2E2E38"/>
              </a:buClr>
              <a:buSzPct val="110000"/>
              <a:buFont typeface="Arial" panose="020B0604020202020204" pitchFamily="34" charset="0"/>
              <a:buNone/>
              <a:tabLst/>
              <a:defRPr/>
            </a:pPr>
            <a:r>
              <a:rPr kumimoji="0" lang="en-US" sz="1400" b="0" i="0" u="none" strike="noStrike" kern="1200" cap="none" spc="0" normalizeH="0" baseline="0" noProof="0">
                <a:ln>
                  <a:noFill/>
                </a:ln>
                <a:effectLst/>
                <a:uLnTx/>
                <a:uFillTx/>
                <a:latin typeface="EYInterstate Light"/>
                <a:ea typeface="+mn-ea"/>
                <a:cs typeface="+mn-cs"/>
              </a:rPr>
              <a:t>Client challenge </a:t>
            </a:r>
          </a:p>
          <a:p>
            <a:pPr marL="0" marR="0" lvl="0" indent="0" algn="l" defTabSz="914400" rtl="0" eaLnBrk="1" fontAlgn="auto" latinLnBrk="0" hangingPunct="1">
              <a:lnSpc>
                <a:spcPct val="130000"/>
              </a:lnSpc>
              <a:spcBef>
                <a:spcPct val="20000"/>
              </a:spcBef>
              <a:spcAft>
                <a:spcPts val="0"/>
              </a:spcAft>
              <a:buClr>
                <a:srgbClr val="2E2E38"/>
              </a:buClr>
              <a:buSzPct val="110000"/>
              <a:buFont typeface="Arial" panose="020B0604020202020204" pitchFamily="34" charset="0"/>
              <a:buNone/>
              <a:tabLst/>
              <a:defRPr/>
            </a:pPr>
            <a:r>
              <a:rPr kumimoji="0" lang="en-US" sz="1000" b="0" i="0" u="none" strike="noStrike" kern="1200" cap="none" spc="0" normalizeH="0" baseline="0" noProof="0">
                <a:ln>
                  <a:noFill/>
                </a:ln>
                <a:effectLst/>
                <a:uLnTx/>
                <a:uFillTx/>
                <a:latin typeface="EYInterstate Light" panose="02000506000000020004" pitchFamily="2" charset="0"/>
                <a:ea typeface="+mn-ea"/>
                <a:cs typeface="+mn-cs"/>
              </a:rPr>
              <a:t>The client wanted to create a distinctive profile in their competitive, price-sensitive market. Also, they want to stimulate customers to lead healthier lifestyles. They reached out to EY Studio+ teams to guide the development of vision, strategy, proposition, service offering and market approach for ‘vitality’.</a:t>
            </a:r>
          </a:p>
          <a:p>
            <a:pPr marL="0" marR="0" lvl="0" indent="0" algn="l" defTabSz="914400" rtl="0" eaLnBrk="1" fontAlgn="auto" latinLnBrk="0" hangingPunct="1">
              <a:lnSpc>
                <a:spcPct val="130000"/>
              </a:lnSpc>
              <a:spcBef>
                <a:spcPts val="1200"/>
              </a:spcBef>
              <a:spcAft>
                <a:spcPts val="0"/>
              </a:spcAft>
              <a:buClr>
                <a:srgbClr val="2E2E38"/>
              </a:buClr>
              <a:buSzPct val="110000"/>
              <a:buFont typeface="Arial" panose="020B0604020202020204" pitchFamily="34" charset="0"/>
              <a:buNone/>
              <a:tabLst/>
              <a:defRPr/>
            </a:pPr>
            <a:r>
              <a:rPr kumimoji="0" lang="en-US" sz="1400" b="0" i="0" u="none" strike="noStrike" kern="1200" cap="none" spc="0" normalizeH="0" baseline="0" noProof="0">
                <a:ln>
                  <a:noFill/>
                </a:ln>
                <a:effectLst/>
                <a:uLnTx/>
                <a:uFillTx/>
                <a:latin typeface="EYInterstate Light"/>
                <a:ea typeface="+mn-ea"/>
                <a:cs typeface="+mn-cs"/>
              </a:rPr>
              <a:t>Our Solution</a:t>
            </a:r>
          </a:p>
          <a:p>
            <a:pPr marL="285750" marR="0" lvl="0" indent="-285750" algn="l" defTabSz="914400" rtl="0" eaLnBrk="1" fontAlgn="auto" latinLnBrk="0" hangingPunct="1">
              <a:lnSpc>
                <a:spcPct val="130000"/>
              </a:lnSpc>
              <a:spcBef>
                <a:spcPct val="20000"/>
              </a:spcBef>
              <a:spcAft>
                <a:spcPts val="0"/>
              </a:spcAft>
              <a:buClr>
                <a:srgbClr val="FFE600"/>
              </a:buClr>
              <a:buSzPct val="100000"/>
              <a:buFont typeface="Wingdings" panose="05000000000000000000" pitchFamily="2" charset="2"/>
              <a:buChar char="§"/>
              <a:tabLst/>
              <a:defRPr/>
            </a:pPr>
            <a:r>
              <a:rPr kumimoji="0" lang="en-US" sz="1000" b="0" i="0" u="none" strike="noStrike" kern="1200" cap="none" spc="0" normalizeH="0" baseline="0" noProof="0">
                <a:ln>
                  <a:noFill/>
                </a:ln>
                <a:effectLst/>
                <a:uLnTx/>
                <a:uFillTx/>
                <a:latin typeface="EYInterstate Light" panose="02000506000000020004" pitchFamily="2" charset="0"/>
                <a:ea typeface="+mn-ea"/>
                <a:cs typeface="+mn-cs"/>
              </a:rPr>
              <a:t>We developed a clear customer-centric vision to ‘inspire customers to live a little healthier every day’. We worked out a branded services strategy, where a set of connected company-branded services engage customers in a personalized way. </a:t>
            </a:r>
          </a:p>
          <a:p>
            <a:pPr marL="285750" marR="0" lvl="0" indent="-285750" algn="l" defTabSz="914400" rtl="0" eaLnBrk="1" fontAlgn="auto" latinLnBrk="0" hangingPunct="1">
              <a:lnSpc>
                <a:spcPct val="130000"/>
              </a:lnSpc>
              <a:spcBef>
                <a:spcPct val="20000"/>
              </a:spcBef>
              <a:spcAft>
                <a:spcPts val="0"/>
              </a:spcAft>
              <a:buClr>
                <a:srgbClr val="FFE600"/>
              </a:buClr>
              <a:buSzPct val="100000"/>
              <a:buFont typeface="Wingdings" panose="05000000000000000000" pitchFamily="2" charset="2"/>
              <a:buChar char="§"/>
              <a:tabLst/>
              <a:defRPr/>
            </a:pPr>
            <a:r>
              <a:rPr kumimoji="0" lang="en-US" sz="1000" b="0" i="0" u="none" strike="noStrike" kern="1200" cap="none" spc="0" normalizeH="0" baseline="0" noProof="0">
                <a:ln>
                  <a:noFill/>
                </a:ln>
                <a:effectLst/>
                <a:uLnTx/>
                <a:uFillTx/>
                <a:latin typeface="EYInterstate Light" panose="02000506000000020004" pitchFamily="2" charset="0"/>
                <a:ea typeface="+mn-ea"/>
                <a:cs typeface="+mn-cs"/>
              </a:rPr>
              <a:t>We designed a platform where vitality services, like vitality apps, are offered in a personalized way, integrated in the experience of customers with the company.</a:t>
            </a:r>
          </a:p>
          <a:p>
            <a:pPr marL="285750" marR="0" lvl="0" indent="-285750" algn="l" defTabSz="914400" rtl="0" eaLnBrk="1" fontAlgn="auto" latinLnBrk="0" hangingPunct="1">
              <a:lnSpc>
                <a:spcPct val="130000"/>
              </a:lnSpc>
              <a:spcBef>
                <a:spcPct val="20000"/>
              </a:spcBef>
              <a:spcAft>
                <a:spcPts val="0"/>
              </a:spcAft>
              <a:buClr>
                <a:srgbClr val="FFE600"/>
              </a:buClr>
              <a:buSzPct val="100000"/>
              <a:buFont typeface="Wingdings" panose="05000000000000000000" pitchFamily="2" charset="2"/>
              <a:buChar char="§"/>
              <a:tabLst/>
              <a:defRPr/>
            </a:pPr>
            <a:r>
              <a:rPr kumimoji="0" lang="en-US" sz="1000" b="0" i="0" u="none" strike="noStrike" kern="1200" cap="none" spc="0" normalizeH="0" baseline="0" noProof="0">
                <a:ln>
                  <a:noFill/>
                </a:ln>
                <a:effectLst/>
                <a:uLnTx/>
                <a:uFillTx/>
                <a:latin typeface="EYInterstate Light" panose="02000506000000020004" pitchFamily="2" charset="0"/>
                <a:ea typeface="+mn-ea"/>
                <a:cs typeface="+mn-cs"/>
              </a:rPr>
              <a:t>Market approach plan and its validation through the design and execution of successful positioning campaigns and solutions (apps). </a:t>
            </a:r>
          </a:p>
          <a:p>
            <a:pPr marL="285750" marR="0" lvl="0" indent="-285750" algn="l" defTabSz="914400" rtl="0" eaLnBrk="1" fontAlgn="auto" latinLnBrk="0" hangingPunct="1">
              <a:lnSpc>
                <a:spcPct val="130000"/>
              </a:lnSpc>
              <a:spcBef>
                <a:spcPct val="20000"/>
              </a:spcBef>
              <a:spcAft>
                <a:spcPts val="0"/>
              </a:spcAft>
              <a:buClr>
                <a:srgbClr val="FFE600"/>
              </a:buClr>
              <a:buSzPct val="100000"/>
              <a:buFont typeface="Wingdings" panose="05000000000000000000" pitchFamily="2" charset="2"/>
              <a:buChar char="§"/>
              <a:tabLst/>
              <a:defRPr/>
            </a:pPr>
            <a:r>
              <a:rPr kumimoji="0" lang="en-US" sz="1000" b="0" i="0" u="none" strike="noStrike" kern="1200" cap="none" spc="0" normalizeH="0" baseline="0" noProof="0">
                <a:ln>
                  <a:noFill/>
                </a:ln>
                <a:effectLst/>
                <a:uLnTx/>
                <a:uFillTx/>
                <a:latin typeface="EYInterstate Light" panose="02000506000000020004" pitchFamily="2" charset="0"/>
                <a:ea typeface="+mn-ea"/>
                <a:cs typeface="+mn-cs"/>
              </a:rPr>
              <a:t>Business system design and implementation: design of the customer dialogue, loyalty systems, KPI framework and data and tech infrastructure.</a:t>
            </a:r>
          </a:p>
          <a:p>
            <a:pPr marL="285750" marR="0" lvl="0" indent="-285750" algn="l" defTabSz="914400" rtl="0" eaLnBrk="1" fontAlgn="auto" latinLnBrk="0" hangingPunct="1">
              <a:lnSpc>
                <a:spcPct val="130000"/>
              </a:lnSpc>
              <a:spcBef>
                <a:spcPct val="20000"/>
              </a:spcBef>
              <a:spcAft>
                <a:spcPts val="0"/>
              </a:spcAft>
              <a:buClr>
                <a:srgbClr val="FFE600"/>
              </a:buClr>
              <a:buSzPct val="100000"/>
              <a:buFont typeface="Wingdings" panose="05000000000000000000" pitchFamily="2" charset="2"/>
              <a:buChar char="§"/>
              <a:tabLst/>
              <a:defRPr/>
            </a:pPr>
            <a:r>
              <a:rPr kumimoji="0" lang="en-US" sz="1000" b="0" i="0" u="none" strike="noStrike" kern="1200" cap="none" spc="0" normalizeH="0" baseline="0" noProof="0">
                <a:ln>
                  <a:noFill/>
                </a:ln>
                <a:effectLst/>
                <a:uLnTx/>
                <a:uFillTx/>
                <a:latin typeface="EYInterstate Light" panose="02000506000000020004" pitchFamily="2" charset="0"/>
                <a:ea typeface="+mn-ea"/>
                <a:cs typeface="+mn-cs"/>
              </a:rPr>
              <a:t>Guidance of transformation: Defining and developing desired skills, teams, and delivering hands-on support.</a:t>
            </a:r>
          </a:p>
          <a:p>
            <a:pPr marL="285750" marR="0" lvl="0" indent="-285750" algn="l" defTabSz="914400" rtl="0" eaLnBrk="1" fontAlgn="auto" latinLnBrk="0" hangingPunct="1">
              <a:lnSpc>
                <a:spcPct val="130000"/>
              </a:lnSpc>
              <a:spcBef>
                <a:spcPct val="20000"/>
              </a:spcBef>
              <a:spcAft>
                <a:spcPts val="0"/>
              </a:spcAft>
              <a:buClr>
                <a:srgbClr val="2E2E38"/>
              </a:buClr>
              <a:buSzPct val="110000"/>
              <a:buFont typeface="Wingdings" panose="05000000000000000000" pitchFamily="2" charset="2"/>
              <a:buChar char="§"/>
              <a:tabLst/>
              <a:defRPr/>
            </a:pPr>
            <a:endParaRPr kumimoji="0" lang="en-US" sz="1000" b="0" i="0" u="none" strike="noStrike" kern="1200" cap="none" spc="0" normalizeH="0" baseline="0" noProof="0">
              <a:ln>
                <a:noFill/>
              </a:ln>
              <a:effectLst/>
              <a:uLnTx/>
              <a:uFillTx/>
              <a:latin typeface="EYInterstate Light" panose="02000506000000020004" pitchFamily="2" charset="0"/>
              <a:ea typeface="+mn-ea"/>
              <a:cs typeface="+mn-cs"/>
            </a:endParaRPr>
          </a:p>
          <a:p>
            <a:pPr marL="285750" marR="0" lvl="0" indent="-285750" algn="l" defTabSz="914400" rtl="0" eaLnBrk="1" fontAlgn="auto" latinLnBrk="0" hangingPunct="1">
              <a:lnSpc>
                <a:spcPct val="130000"/>
              </a:lnSpc>
              <a:spcBef>
                <a:spcPct val="20000"/>
              </a:spcBef>
              <a:spcAft>
                <a:spcPts val="0"/>
              </a:spcAft>
              <a:buClr>
                <a:srgbClr val="2E2E38"/>
              </a:buClr>
              <a:buSzPct val="110000"/>
              <a:buFont typeface="Arial" panose="020B0604020202020204" pitchFamily="34" charset="0"/>
              <a:buChar char="•"/>
              <a:tabLst/>
              <a:defRPr/>
            </a:pPr>
            <a:endParaRPr kumimoji="0" lang="en-US" sz="1000" b="0" i="0" u="none" strike="noStrike" kern="1200" cap="none" spc="0" normalizeH="0" baseline="0" noProof="0">
              <a:ln>
                <a:noFill/>
              </a:ln>
              <a:effectLst/>
              <a:uLnTx/>
              <a:uFillTx/>
              <a:latin typeface="EYInterstate Light" panose="02000506000000020004" pitchFamily="2" charset="0"/>
              <a:ea typeface="+mn-ea"/>
              <a:cs typeface="+mn-cs"/>
            </a:endParaRPr>
          </a:p>
        </p:txBody>
      </p:sp>
      <p:pic>
        <p:nvPicPr>
          <p:cNvPr id="5" name="Graphic 4">
            <a:extLst>
              <a:ext uri="{FF2B5EF4-FFF2-40B4-BE49-F238E27FC236}">
                <a16:creationId xmlns:a16="http://schemas.microsoft.com/office/drawing/2014/main" id="{3CFDB17D-AAA1-7B99-9F71-BEA278847644}"/>
              </a:ext>
            </a:extLst>
          </p:cNvPr>
          <p:cNvPicPr/>
          <p:nvPr/>
        </p:nvPicPr>
        <p:blipFill>
          <a:blip r:embed="rId3">
            <a:extLst>
              <a:ext uri="{96DAC541-7B7A-43D3-8B79-37D633B846F1}">
                <asvg:svgBlip xmlns:asvg="http://schemas.microsoft.com/office/drawing/2016/SVG/main" r:embed="rId4"/>
              </a:ext>
            </a:extLst>
          </a:blip>
          <a:stretch>
            <a:fillRect/>
          </a:stretch>
        </p:blipFill>
        <p:spPr>
          <a:xfrm>
            <a:off x="11089246" y="6289101"/>
            <a:ext cx="880813" cy="341755"/>
          </a:xfrm>
          <a:prstGeom prst="rect">
            <a:avLst/>
          </a:prstGeom>
        </p:spPr>
      </p:pic>
    </p:spTree>
    <p:extLst>
      <p:ext uri="{BB962C8B-B14F-4D97-AF65-F5344CB8AC3E}">
        <p14:creationId xmlns:p14="http://schemas.microsoft.com/office/powerpoint/2010/main" val="109474924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9DD252-066A-9E0D-B1FC-E65A8898B5C3}"/>
            </a:ext>
          </a:extLst>
        </p:cNvPr>
        <p:cNvGrpSpPr/>
        <p:nvPr/>
      </p:nvGrpSpPr>
      <p:grpSpPr>
        <a:xfrm>
          <a:off x="0" y="0"/>
          <a:ext cx="0" cy="0"/>
          <a:chOff x="0" y="0"/>
          <a:chExt cx="0" cy="0"/>
        </a:xfrm>
      </p:grpSpPr>
      <p:pic>
        <p:nvPicPr>
          <p:cNvPr id="11" name="Picture Placeholder 8" descr="A close-up of a drum set&#10;&#10;Description automatically generated with low confidence">
            <a:extLst>
              <a:ext uri="{FF2B5EF4-FFF2-40B4-BE49-F238E27FC236}">
                <a16:creationId xmlns:a16="http://schemas.microsoft.com/office/drawing/2014/main" id="{0FA369AA-784E-16F9-743A-447D6702D2DE}"/>
              </a:ext>
            </a:extLst>
          </p:cNvPr>
          <p:cNvPicPr>
            <a:picLocks noChangeAspect="1"/>
          </p:cNvPicPr>
          <p:nvPr/>
        </p:nvPicPr>
        <p:blipFill rotWithShape="1">
          <a:blip r:embed="rId2" cstate="print">
            <a:extLst>
              <a:ext uri="{28A0092B-C50C-407E-A947-70E740481C1C}">
                <a14:useLocalDpi xmlns:a14="http://schemas.microsoft.com/office/drawing/2010/main"/>
              </a:ext>
            </a:extLst>
          </a:blip>
          <a:srcRect/>
          <a:stretch/>
        </p:blipFill>
        <p:spPr>
          <a:xfrm>
            <a:off x="7178676" y="0"/>
            <a:ext cx="5019676" cy="6858000"/>
          </a:xfrm>
          <a:prstGeom prst="rect">
            <a:avLst/>
          </a:prstGeom>
          <a:solidFill>
            <a:srgbClr val="2E2E38">
              <a:lumMod val="20000"/>
              <a:lumOff val="80000"/>
            </a:srgbClr>
          </a:solidFill>
        </p:spPr>
      </p:pic>
      <p:sp>
        <p:nvSpPr>
          <p:cNvPr id="12" name="Content Placeholder 5">
            <a:extLst>
              <a:ext uri="{FF2B5EF4-FFF2-40B4-BE49-F238E27FC236}">
                <a16:creationId xmlns:a16="http://schemas.microsoft.com/office/drawing/2014/main" id="{C29F362F-0A1C-A0D4-852F-723C68C55A71}"/>
              </a:ext>
            </a:extLst>
          </p:cNvPr>
          <p:cNvSpPr txBox="1">
            <a:spLocks/>
          </p:cNvSpPr>
          <p:nvPr/>
        </p:nvSpPr>
        <p:spPr>
          <a:xfrm>
            <a:off x="6783388" y="4194300"/>
            <a:ext cx="4176712" cy="2673324"/>
          </a:xfrm>
          <a:prstGeom prst="rect">
            <a:avLst/>
          </a:prstGeom>
          <a:solidFill>
            <a:srgbClr val="FFE600"/>
          </a:solidFill>
        </p:spPr>
        <p:txBody>
          <a:bodyPr vert="horz" lIns="252000" tIns="252000" rIns="252000" bIns="540000" rtlCol="0" anchor="b" anchorCtr="0">
            <a:spAutoFit/>
          </a:bodyPr>
          <a:lstStyle>
            <a:lvl1pPr marL="0" indent="0" algn="l" defTabSz="914400" rtl="0" eaLnBrk="1" latinLnBrk="0" hangingPunct="1">
              <a:lnSpc>
                <a:spcPct val="130000"/>
              </a:lnSpc>
              <a:spcBef>
                <a:spcPct val="20000"/>
              </a:spcBef>
              <a:buClr>
                <a:schemeClr val="bg1"/>
              </a:buClr>
              <a:buSzPct val="110000"/>
              <a:buFont typeface="Arial" panose="020B0604020202020204" pitchFamily="34" charset="0"/>
              <a:buNone/>
              <a:defRPr sz="1000" kern="1200">
                <a:solidFill>
                  <a:schemeClr val="bg1"/>
                </a:solidFill>
                <a:latin typeface="EYInterstate Light" panose="02000506000000020004" pitchFamily="2" charset="0"/>
                <a:ea typeface="+mn-ea"/>
                <a:cs typeface="+mn-cs"/>
              </a:defRPr>
            </a:lvl1pPr>
            <a:lvl2pPr marL="642366" indent="-285750" algn="l" defTabSz="914400" rtl="0" eaLnBrk="1" latinLnBrk="0" hangingPunct="1">
              <a:lnSpc>
                <a:spcPct val="130000"/>
              </a:lnSpc>
              <a:spcBef>
                <a:spcPct val="20000"/>
              </a:spcBef>
              <a:buClr>
                <a:schemeClr val="bg1"/>
              </a:buClr>
              <a:buSzPct val="110000"/>
              <a:buFont typeface="Arial" panose="020B0604020202020204" pitchFamily="34" charset="0"/>
              <a:buNone/>
              <a:defRPr sz="1000" kern="1200">
                <a:solidFill>
                  <a:schemeClr val="bg1"/>
                </a:solidFill>
                <a:latin typeface="EYInterstate Light" panose="02000506000000020004" pitchFamily="2" charset="0"/>
                <a:ea typeface="+mn-ea"/>
                <a:cs typeface="+mn-cs"/>
              </a:defRPr>
            </a:lvl2pPr>
            <a:lvl3pPr marL="998982" indent="-285750" algn="l" defTabSz="914400" rtl="0" eaLnBrk="1" latinLnBrk="0" hangingPunct="1">
              <a:lnSpc>
                <a:spcPct val="130000"/>
              </a:lnSpc>
              <a:spcBef>
                <a:spcPct val="20000"/>
              </a:spcBef>
              <a:buClr>
                <a:schemeClr val="bg1"/>
              </a:buClr>
              <a:buSzPct val="110000"/>
              <a:buFont typeface="Arial" panose="020B0604020202020204" pitchFamily="34" charset="0"/>
              <a:buNone/>
              <a:defRPr sz="1000" kern="1200">
                <a:solidFill>
                  <a:schemeClr val="bg1"/>
                </a:solidFill>
                <a:latin typeface="EYInterstate Light" panose="02000506000000020004" pitchFamily="2" charset="0"/>
                <a:ea typeface="+mn-ea"/>
                <a:cs typeface="+mn-cs"/>
              </a:defRPr>
            </a:lvl3pPr>
            <a:lvl4pPr marL="1355598" indent="-285750" algn="l" defTabSz="914400" rtl="0" eaLnBrk="1" latinLnBrk="0" hangingPunct="1">
              <a:lnSpc>
                <a:spcPct val="130000"/>
              </a:lnSpc>
              <a:spcBef>
                <a:spcPct val="20000"/>
              </a:spcBef>
              <a:buClr>
                <a:schemeClr val="bg1"/>
              </a:buClr>
              <a:buSzPct val="110000"/>
              <a:buFont typeface="Arial" panose="020B0604020202020204" pitchFamily="34" charset="0"/>
              <a:buNone/>
              <a:defRPr sz="1000" kern="1200">
                <a:solidFill>
                  <a:schemeClr val="bg1"/>
                </a:solidFill>
                <a:latin typeface="EYInterstate Light" panose="02000506000000020004" pitchFamily="2" charset="0"/>
                <a:ea typeface="+mn-ea"/>
                <a:cs typeface="+mn-cs"/>
              </a:defRPr>
            </a:lvl4pPr>
            <a:lvl5pPr marL="1712214" indent="-285750" algn="l" defTabSz="914400" rtl="0" eaLnBrk="1" latinLnBrk="0" hangingPunct="1">
              <a:lnSpc>
                <a:spcPct val="130000"/>
              </a:lnSpc>
              <a:spcBef>
                <a:spcPct val="20000"/>
              </a:spcBef>
              <a:buClr>
                <a:schemeClr val="bg1"/>
              </a:buClr>
              <a:buSzPct val="110000"/>
              <a:buFont typeface="Arial" panose="020B0604020202020204" pitchFamily="34" charset="0"/>
              <a:buNone/>
              <a:defRPr sz="10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20000"/>
              </a:spcBef>
              <a:spcAft>
                <a:spcPts val="1200"/>
              </a:spcAft>
              <a:buClr>
                <a:srgbClr val="2E2E38"/>
              </a:buClr>
              <a:buSzPct val="110000"/>
              <a:buFont typeface="Arial" panose="020B0604020202020204" pitchFamily="34" charset="0"/>
              <a:buNone/>
              <a:tabLst/>
              <a:defRPr/>
            </a:pPr>
            <a:r>
              <a:rPr kumimoji="0" lang="en-US" sz="1600" b="1" i="0" u="none" strike="noStrike" kern="1200" cap="none" spc="0" normalizeH="0" baseline="0" noProof="0">
                <a:ln>
                  <a:noFill/>
                </a:ln>
                <a:solidFill>
                  <a:srgbClr val="2E2E38"/>
                </a:solidFill>
                <a:effectLst/>
                <a:uLnTx/>
                <a:uFillTx/>
                <a:latin typeface="EYInterstate Regular" panose="02000503020000020004" pitchFamily="2" charset="0"/>
                <a:ea typeface="+mn-ea"/>
                <a:cs typeface="+mn-cs"/>
              </a:rPr>
              <a:t>How we added value</a:t>
            </a:r>
          </a:p>
          <a:p>
            <a:pPr marL="171450" marR="0" lvl="0" indent="-171450" algn="l" defTabSz="914400" rtl="0" eaLnBrk="1" fontAlgn="auto" latinLnBrk="0" hangingPunct="1">
              <a:lnSpc>
                <a:spcPct val="130000"/>
              </a:lnSpc>
              <a:spcBef>
                <a:spcPct val="20000"/>
              </a:spcBef>
              <a:spcAft>
                <a:spcPts val="0"/>
              </a:spcAft>
              <a:buClr>
                <a:srgbClr val="2E2E38"/>
              </a:buClr>
              <a:buSzPct val="100000"/>
              <a:buFont typeface="Wingdings" panose="05000000000000000000" pitchFamily="2" charset="2"/>
              <a:buChar char="§"/>
              <a:tabLst/>
              <a:defRPr/>
            </a:pPr>
            <a:r>
              <a:rPr kumimoji="0" lang="en-GB" sz="1000" b="0" i="0" u="none" strike="noStrike" kern="1200" cap="none" spc="0" normalizeH="0" baseline="0" noProof="0">
                <a:ln>
                  <a:noFill/>
                </a:ln>
                <a:solidFill>
                  <a:srgbClr val="2E2E38"/>
                </a:solidFill>
                <a:effectLst/>
                <a:uLnTx/>
                <a:uFillTx/>
                <a:latin typeface="EYInterstate Light" panose="02000506000000020004" pitchFamily="2" charset="0"/>
                <a:ea typeface="+mn-ea"/>
                <a:cs typeface="+mn-cs"/>
              </a:rPr>
              <a:t>Proposition and service design of a concept that lets customers participate in the coffee chain, using a </a:t>
            </a:r>
            <a:br>
              <a:rPr kumimoji="0" lang="en-GB" sz="1000" b="0" i="0" u="none" strike="noStrike" kern="1200" cap="none" spc="0" normalizeH="0" baseline="0" noProof="0">
                <a:ln>
                  <a:noFill/>
                </a:ln>
                <a:solidFill>
                  <a:srgbClr val="2E2E38"/>
                </a:solidFill>
                <a:effectLst/>
                <a:uLnTx/>
                <a:uFillTx/>
                <a:latin typeface="EYInterstate Light" panose="02000506000000020004" pitchFamily="2" charset="0"/>
                <a:ea typeface="+mn-ea"/>
                <a:cs typeface="+mn-cs"/>
              </a:rPr>
            </a:br>
            <a:r>
              <a:rPr kumimoji="0" lang="en-GB" sz="1000" b="0" i="0" u="none" strike="noStrike" kern="1200" cap="none" spc="0" normalizeH="0" baseline="0" noProof="0">
                <a:ln>
                  <a:noFill/>
                </a:ln>
                <a:solidFill>
                  <a:srgbClr val="2E2E38"/>
                </a:solidFill>
                <a:effectLst/>
                <a:uLnTx/>
                <a:uFillTx/>
                <a:latin typeface="EYInterstate Light" panose="02000506000000020004" pitchFamily="2" charset="0"/>
                <a:ea typeface="+mn-ea"/>
                <a:cs typeface="+mn-cs"/>
              </a:rPr>
              <a:t>blockchain token</a:t>
            </a:r>
          </a:p>
          <a:p>
            <a:pPr marL="171450" marR="0" lvl="0" indent="-171450" algn="l" defTabSz="914400" rtl="0" eaLnBrk="1" fontAlgn="auto" latinLnBrk="0" hangingPunct="1">
              <a:lnSpc>
                <a:spcPct val="130000"/>
              </a:lnSpc>
              <a:spcBef>
                <a:spcPct val="20000"/>
              </a:spcBef>
              <a:spcAft>
                <a:spcPts val="0"/>
              </a:spcAft>
              <a:buClr>
                <a:srgbClr val="2E2E38"/>
              </a:buClr>
              <a:buSzPct val="100000"/>
              <a:buFont typeface="Wingdings" panose="05000000000000000000" pitchFamily="2" charset="2"/>
              <a:buChar char="§"/>
              <a:tabLst/>
              <a:defRPr/>
            </a:pPr>
            <a:r>
              <a:rPr kumimoji="0" lang="en-GB" sz="1000" b="0" i="0" u="none" strike="noStrike" kern="1200" cap="none" spc="0" normalizeH="0" baseline="0" noProof="0">
                <a:ln>
                  <a:noFill/>
                </a:ln>
                <a:solidFill>
                  <a:srgbClr val="2E2E38"/>
                </a:solidFill>
                <a:effectLst/>
                <a:uLnTx/>
                <a:uFillTx/>
                <a:latin typeface="EYInterstate Light" panose="02000506000000020004" pitchFamily="2" charset="0"/>
                <a:ea typeface="+mn-ea"/>
                <a:cs typeface="+mn-cs"/>
              </a:rPr>
              <a:t>We designed an experiment to implement and </a:t>
            </a:r>
            <a:br>
              <a:rPr kumimoji="0" lang="en-GB" sz="1000" b="0" i="0" u="none" strike="noStrike" kern="1200" cap="none" spc="0" normalizeH="0" baseline="0" noProof="0">
                <a:ln>
                  <a:noFill/>
                </a:ln>
                <a:solidFill>
                  <a:srgbClr val="2E2E38"/>
                </a:solidFill>
                <a:effectLst/>
                <a:uLnTx/>
                <a:uFillTx/>
                <a:latin typeface="EYInterstate Light" panose="02000506000000020004" pitchFamily="2" charset="0"/>
                <a:ea typeface="+mn-ea"/>
                <a:cs typeface="+mn-cs"/>
              </a:rPr>
            </a:br>
            <a:r>
              <a:rPr kumimoji="0" lang="en-GB" sz="1000" b="0" i="0" u="none" strike="noStrike" kern="1200" cap="none" spc="0" normalizeH="0" baseline="0" noProof="0">
                <a:ln>
                  <a:noFill/>
                </a:ln>
                <a:solidFill>
                  <a:srgbClr val="2E2E38"/>
                </a:solidFill>
                <a:effectLst/>
                <a:uLnTx/>
                <a:uFillTx/>
                <a:latin typeface="EYInterstate Light" panose="02000506000000020004" pitchFamily="2" charset="0"/>
                <a:ea typeface="+mn-ea"/>
                <a:cs typeface="+mn-cs"/>
              </a:rPr>
              <a:t>test the first MVP</a:t>
            </a:r>
          </a:p>
          <a:p>
            <a:pPr marL="171450" marR="0" lvl="0" indent="-171450" algn="l" defTabSz="914400" rtl="0" eaLnBrk="1" fontAlgn="auto" latinLnBrk="0" hangingPunct="1">
              <a:lnSpc>
                <a:spcPct val="130000"/>
              </a:lnSpc>
              <a:spcBef>
                <a:spcPct val="20000"/>
              </a:spcBef>
              <a:spcAft>
                <a:spcPts val="0"/>
              </a:spcAft>
              <a:buClr>
                <a:srgbClr val="2E2E38"/>
              </a:buClr>
              <a:buSzPct val="100000"/>
              <a:buFont typeface="Wingdings" panose="05000000000000000000" pitchFamily="2" charset="2"/>
              <a:buChar char="§"/>
              <a:tabLst/>
              <a:defRPr/>
            </a:pPr>
            <a:r>
              <a:rPr kumimoji="0" lang="en-GB" sz="1000" b="0" i="0" u="none" strike="noStrike" kern="1200" cap="none" spc="0" normalizeH="0" baseline="0" noProof="0">
                <a:ln>
                  <a:noFill/>
                </a:ln>
                <a:solidFill>
                  <a:srgbClr val="2E2E38"/>
                </a:solidFill>
                <a:effectLst/>
                <a:uLnTx/>
                <a:uFillTx/>
                <a:latin typeface="EYInterstate Light" panose="02000506000000020004" pitchFamily="2" charset="0"/>
                <a:ea typeface="+mn-ea"/>
                <a:cs typeface="+mn-cs"/>
              </a:rPr>
              <a:t>We transferred knowledge on Design Thinking and Lean Startup methods to the organization</a:t>
            </a:r>
          </a:p>
        </p:txBody>
      </p:sp>
      <p:sp>
        <p:nvSpPr>
          <p:cNvPr id="4" name="Title 3">
            <a:extLst>
              <a:ext uri="{FF2B5EF4-FFF2-40B4-BE49-F238E27FC236}">
                <a16:creationId xmlns:a16="http://schemas.microsoft.com/office/drawing/2014/main" id="{EDD3765C-9747-57FA-6ED8-40CB90C800C3}"/>
              </a:ext>
            </a:extLst>
          </p:cNvPr>
          <p:cNvSpPr>
            <a:spLocks noGrp="1"/>
          </p:cNvSpPr>
          <p:nvPr>
            <p:ph type="title"/>
          </p:nvPr>
        </p:nvSpPr>
        <p:spPr>
          <a:xfrm>
            <a:off x="483826" y="369888"/>
            <a:ext cx="6462884" cy="470898"/>
          </a:xfrm>
        </p:spPr>
        <p:txBody>
          <a:bodyPr/>
          <a:lstStyle/>
          <a:p>
            <a:r>
              <a:rPr lang="en-US" sz="2400">
                <a:latin typeface="EYInterstate Regular" panose="02000503020000020004" pitchFamily="2" charset="0"/>
              </a:rPr>
              <a:t>Involving customers in a sustainable blockchain based coffee product</a:t>
            </a:r>
          </a:p>
        </p:txBody>
      </p:sp>
      <p:sp>
        <p:nvSpPr>
          <p:cNvPr id="2" name="Footer Placeholder 1">
            <a:extLst>
              <a:ext uri="{FF2B5EF4-FFF2-40B4-BE49-F238E27FC236}">
                <a16:creationId xmlns:a16="http://schemas.microsoft.com/office/drawing/2014/main" id="{86D33B12-EDF1-4B49-C29B-7767D4E6FC76}"/>
              </a:ext>
            </a:extLst>
          </p:cNvPr>
          <p:cNvSpPr>
            <a:spLocks noGrp="1"/>
          </p:cNvSpPr>
          <p:nvPr>
            <p:ph type="ftr" sz="quarter" idx="18"/>
          </p:nvPr>
        </p:nvSpPr>
        <p:spPr/>
        <p:txBody>
          <a:bodyPr/>
          <a:lstStyle/>
          <a:p>
            <a:r>
              <a:rPr lang="en-US" noProof="0"/>
              <a:t>Customer Experience</a:t>
            </a:r>
          </a:p>
        </p:txBody>
      </p:sp>
      <p:sp>
        <p:nvSpPr>
          <p:cNvPr id="3" name="Slide Number Placeholder 2">
            <a:extLst>
              <a:ext uri="{FF2B5EF4-FFF2-40B4-BE49-F238E27FC236}">
                <a16:creationId xmlns:a16="http://schemas.microsoft.com/office/drawing/2014/main" id="{27C6AA4A-DBBC-2AA0-2EAD-06BD48D73E4F}"/>
              </a:ext>
            </a:extLst>
          </p:cNvPr>
          <p:cNvSpPr>
            <a:spLocks noGrp="1"/>
          </p:cNvSpPr>
          <p:nvPr>
            <p:ph type="sldNum" sz="quarter" idx="19"/>
          </p:nvPr>
        </p:nvSpPr>
        <p:spPr/>
        <p:txBody>
          <a:bodyPr/>
          <a:lstStyle/>
          <a:p>
            <a:fld id="{94FCA0F3-9F3A-694B-99BB-0E592A797735}" type="slidenum">
              <a:rPr lang="en-US" noProof="0" smtClean="0"/>
              <a:t>28</a:t>
            </a:fld>
            <a:endParaRPr lang="en-US" noProof="0"/>
          </a:p>
        </p:txBody>
      </p:sp>
      <p:sp>
        <p:nvSpPr>
          <p:cNvPr id="6" name="TextBox 5">
            <a:extLst>
              <a:ext uri="{FF2B5EF4-FFF2-40B4-BE49-F238E27FC236}">
                <a16:creationId xmlns:a16="http://schemas.microsoft.com/office/drawing/2014/main" id="{F4A6F3A3-D28F-7E35-DB84-CDC7DCF8177D}"/>
              </a:ext>
            </a:extLst>
          </p:cNvPr>
          <p:cNvSpPr txBox="1"/>
          <p:nvPr/>
        </p:nvSpPr>
        <p:spPr>
          <a:xfrm>
            <a:off x="483826" y="1639619"/>
            <a:ext cx="6096000" cy="276999"/>
          </a:xfrm>
          <a:prstGeom prst="rect">
            <a:avLst/>
          </a:prstGeom>
          <a:noFill/>
        </p:spPr>
        <p:txBody>
          <a:bodyPr wrap="square" lIns="0" tIns="0" rIns="0" bIns="0">
            <a:spAutoFit/>
          </a:bodyPr>
          <a:lstStyle/>
          <a:p>
            <a:pPr defTabSz="457109">
              <a:spcBef>
                <a:spcPct val="20000"/>
              </a:spcBef>
            </a:pPr>
            <a:r>
              <a:rPr lang="en-US" err="1">
                <a:solidFill>
                  <a:srgbClr val="FFFFFF"/>
                </a:solidFill>
                <a:ea typeface="Lato Light" panose="020F0502020204030203" pitchFamily="34" charset="0"/>
                <a:cs typeface="Lato Light" panose="020F0502020204030203" pitchFamily="34" charset="0"/>
              </a:rPr>
              <a:t>Fairchain</a:t>
            </a:r>
            <a:r>
              <a:rPr lang="en-US">
                <a:solidFill>
                  <a:srgbClr val="FFFFFF"/>
                </a:solidFill>
                <a:ea typeface="Lato Light" panose="020F0502020204030203" pitchFamily="34" charset="0"/>
                <a:cs typeface="Lato Light" panose="020F0502020204030203" pitchFamily="34" charset="0"/>
              </a:rPr>
              <a:t> coffee company</a:t>
            </a:r>
          </a:p>
        </p:txBody>
      </p:sp>
      <p:sp>
        <p:nvSpPr>
          <p:cNvPr id="8" name="Content Placeholder 4">
            <a:extLst>
              <a:ext uri="{FF2B5EF4-FFF2-40B4-BE49-F238E27FC236}">
                <a16:creationId xmlns:a16="http://schemas.microsoft.com/office/drawing/2014/main" id="{4664858B-7CE3-723A-0AAB-86345E6E5D81}"/>
              </a:ext>
            </a:extLst>
          </p:cNvPr>
          <p:cNvSpPr txBox="1">
            <a:spLocks/>
          </p:cNvSpPr>
          <p:nvPr/>
        </p:nvSpPr>
        <p:spPr>
          <a:xfrm>
            <a:off x="1058862" y="2926231"/>
            <a:ext cx="5486317" cy="4036929"/>
          </a:xfrm>
          <a:prstGeom prst="rect">
            <a:avLst/>
          </a:prstGeom>
        </p:spPr>
        <p:txBody>
          <a:bodyPr vert="horz" lIns="180000" tIns="0" rIns="180000" bIns="0" rtlCol="0" anchor="t" anchorCtr="0">
            <a:noAutofit/>
          </a:bodyPr>
          <a:lstStyle>
            <a:lvl1pPr marL="285750" indent="-285750" algn="l" defTabSz="914400" rtl="0" eaLnBrk="1" latinLnBrk="0" hangingPunct="1">
              <a:lnSpc>
                <a:spcPct val="130000"/>
              </a:lnSpc>
              <a:spcBef>
                <a:spcPct val="20000"/>
              </a:spcBef>
              <a:buClr>
                <a:schemeClr val="bg1"/>
              </a:buClr>
              <a:buSzPct val="110000"/>
              <a:buFont typeface="Arial" panose="020B0604020202020204" pitchFamily="34" charset="0"/>
              <a:buChar char="•"/>
              <a:defRPr sz="1000" kern="1200">
                <a:solidFill>
                  <a:schemeClr val="bg1"/>
                </a:solidFill>
                <a:latin typeface="EYInterstate Light" panose="02000506000000020004" pitchFamily="2" charset="0"/>
                <a:ea typeface="+mn-ea"/>
                <a:cs typeface="+mn-cs"/>
              </a:defRPr>
            </a:lvl1pPr>
            <a:lvl2pPr marL="642366" indent="-285750" algn="l" defTabSz="914400" rtl="0" eaLnBrk="1" latinLnBrk="0" hangingPunct="1">
              <a:lnSpc>
                <a:spcPct val="130000"/>
              </a:lnSpc>
              <a:spcBef>
                <a:spcPct val="20000"/>
              </a:spcBef>
              <a:buClr>
                <a:schemeClr val="bg1"/>
              </a:buClr>
              <a:buSzPct val="110000"/>
              <a:buFont typeface="Arial" panose="020B0604020202020204" pitchFamily="34" charset="0"/>
              <a:buChar char="•"/>
              <a:defRPr sz="1000" kern="1200">
                <a:solidFill>
                  <a:schemeClr val="bg1"/>
                </a:solidFill>
                <a:latin typeface="EYInterstate Light" panose="02000506000000020004" pitchFamily="2" charset="0"/>
                <a:ea typeface="+mn-ea"/>
                <a:cs typeface="+mn-cs"/>
              </a:defRPr>
            </a:lvl2pPr>
            <a:lvl3pPr marL="998982" indent="-285750" algn="l" defTabSz="914400" rtl="0" eaLnBrk="1" latinLnBrk="0" hangingPunct="1">
              <a:lnSpc>
                <a:spcPct val="130000"/>
              </a:lnSpc>
              <a:spcBef>
                <a:spcPct val="20000"/>
              </a:spcBef>
              <a:buClr>
                <a:schemeClr val="bg1"/>
              </a:buClr>
              <a:buSzPct val="110000"/>
              <a:buFont typeface="Arial" panose="020B0604020202020204" pitchFamily="34" charset="0"/>
              <a:buChar char="•"/>
              <a:defRPr sz="1000" kern="1200">
                <a:solidFill>
                  <a:schemeClr val="bg1"/>
                </a:solidFill>
                <a:latin typeface="EYInterstate Light" panose="02000506000000020004" pitchFamily="2" charset="0"/>
                <a:ea typeface="+mn-ea"/>
                <a:cs typeface="+mn-cs"/>
              </a:defRPr>
            </a:lvl3pPr>
            <a:lvl4pPr marL="1355598" indent="-285750" algn="l" defTabSz="914400" rtl="0" eaLnBrk="1" latinLnBrk="0" hangingPunct="1">
              <a:lnSpc>
                <a:spcPct val="130000"/>
              </a:lnSpc>
              <a:spcBef>
                <a:spcPct val="20000"/>
              </a:spcBef>
              <a:buClr>
                <a:schemeClr val="bg1"/>
              </a:buClr>
              <a:buSzPct val="110000"/>
              <a:buFont typeface="Arial" panose="020B0604020202020204" pitchFamily="34" charset="0"/>
              <a:buChar char="•"/>
              <a:defRPr sz="1000" kern="1200">
                <a:solidFill>
                  <a:schemeClr val="bg1"/>
                </a:solidFill>
                <a:latin typeface="EYInterstate Light" panose="02000506000000020004" pitchFamily="2" charset="0"/>
                <a:ea typeface="+mn-ea"/>
                <a:cs typeface="+mn-cs"/>
              </a:defRPr>
            </a:lvl4pPr>
            <a:lvl5pPr marL="1712214" indent="-285750" algn="l" defTabSz="914400" rtl="0" eaLnBrk="1" latinLnBrk="0" hangingPunct="1">
              <a:lnSpc>
                <a:spcPct val="130000"/>
              </a:lnSpc>
              <a:spcBef>
                <a:spcPct val="20000"/>
              </a:spcBef>
              <a:buClr>
                <a:schemeClr val="bg1"/>
              </a:buClr>
              <a:buSzPct val="110000"/>
              <a:buFont typeface="Arial" panose="020B0604020202020204" pitchFamily="34" charset="0"/>
              <a:buChar char="•"/>
              <a:defRPr sz="10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30000"/>
              </a:lnSpc>
              <a:spcBef>
                <a:spcPct val="20000"/>
              </a:spcBef>
              <a:spcAft>
                <a:spcPts val="0"/>
              </a:spcAft>
              <a:buClr>
                <a:srgbClr val="2E2E38"/>
              </a:buClr>
              <a:buSzPct val="110000"/>
              <a:buFont typeface="Arial" panose="020B0604020202020204" pitchFamily="34" charset="0"/>
              <a:buNone/>
              <a:tabLst/>
              <a:defRPr/>
            </a:pPr>
            <a:r>
              <a:rPr kumimoji="0" lang="en-US" sz="1400" b="0" i="0" u="none" strike="noStrike" kern="1200" cap="none" spc="0" normalizeH="0" baseline="0" noProof="0">
                <a:ln>
                  <a:noFill/>
                </a:ln>
                <a:effectLst/>
                <a:uLnTx/>
                <a:uFillTx/>
                <a:latin typeface="EYInterstate Light"/>
                <a:ea typeface="+mn-ea"/>
                <a:cs typeface="+mn-cs"/>
              </a:rPr>
              <a:t>Client challenge </a:t>
            </a:r>
          </a:p>
          <a:p>
            <a:pPr marL="0" marR="0" lvl="0" indent="0" algn="l" defTabSz="914400" rtl="0" eaLnBrk="1" fontAlgn="auto" latinLnBrk="0" hangingPunct="1">
              <a:lnSpc>
                <a:spcPct val="130000"/>
              </a:lnSpc>
              <a:spcBef>
                <a:spcPct val="20000"/>
              </a:spcBef>
              <a:spcAft>
                <a:spcPts val="0"/>
              </a:spcAft>
              <a:buClr>
                <a:srgbClr val="2E2E38"/>
              </a:buClr>
              <a:buSzPct val="110000"/>
              <a:buFont typeface="Arial" panose="020B0604020202020204" pitchFamily="34" charset="0"/>
              <a:buNone/>
              <a:tabLst/>
              <a:defRPr/>
            </a:pPr>
            <a:r>
              <a:rPr kumimoji="0" lang="en-US" b="0" i="0" u="none" strike="noStrike" kern="1200" cap="none" spc="0" normalizeH="0" baseline="0" noProof="0">
                <a:ln>
                  <a:noFill/>
                </a:ln>
                <a:effectLst/>
                <a:uLnTx/>
                <a:uFillTx/>
                <a:latin typeface="EYInterstate Light" panose="02000506000000020004" pitchFamily="2" charset="0"/>
                <a:ea typeface="+mn-ea"/>
                <a:cs typeface="+mn-cs"/>
              </a:rPr>
              <a:t>The client’s mission is to make the coffee value chain fair and transparent. They do this, among other things, by roasting and packaging the coffee in the country of origin. With the use of blockchain, they are able to detail the origin and impact per pack of coffee. But to what level is this information relevant to customers? And how do you build a lasting relationship with your customers using this technique? </a:t>
            </a:r>
          </a:p>
          <a:p>
            <a:pPr marL="0" marR="0" lvl="0" indent="0" algn="l" defTabSz="914400" rtl="0" eaLnBrk="1" fontAlgn="auto" latinLnBrk="0" hangingPunct="1">
              <a:lnSpc>
                <a:spcPct val="130000"/>
              </a:lnSpc>
              <a:spcBef>
                <a:spcPts val="1200"/>
              </a:spcBef>
              <a:spcAft>
                <a:spcPts val="0"/>
              </a:spcAft>
              <a:buClr>
                <a:srgbClr val="2E2E38"/>
              </a:buClr>
              <a:buSzPct val="110000"/>
              <a:buFont typeface="Arial" panose="020B0604020202020204" pitchFamily="34" charset="0"/>
              <a:buNone/>
              <a:tabLst/>
              <a:defRPr/>
            </a:pPr>
            <a:r>
              <a:rPr kumimoji="0" lang="en-US" sz="1400" b="0" i="0" u="none" strike="noStrike" kern="1200" cap="none" spc="0" normalizeH="0" baseline="0" noProof="0">
                <a:ln>
                  <a:noFill/>
                </a:ln>
                <a:effectLst/>
                <a:uLnTx/>
                <a:uFillTx/>
                <a:latin typeface="EYInterstate Light"/>
                <a:ea typeface="+mn-ea"/>
                <a:cs typeface="+mn-cs"/>
              </a:rPr>
              <a:t>Our Solution</a:t>
            </a:r>
          </a:p>
          <a:p>
            <a:pPr marL="285750" marR="0" lvl="0" indent="-285750" algn="l" defTabSz="914400" rtl="0" eaLnBrk="1" fontAlgn="auto" latinLnBrk="0" hangingPunct="1">
              <a:lnSpc>
                <a:spcPct val="130000"/>
              </a:lnSpc>
              <a:spcBef>
                <a:spcPct val="20000"/>
              </a:spcBef>
              <a:spcAft>
                <a:spcPts val="0"/>
              </a:spcAft>
              <a:buClr>
                <a:srgbClr val="FFE600"/>
              </a:buClr>
              <a:buSzPct val="100000"/>
              <a:buFont typeface="Wingdings" panose="05000000000000000000" pitchFamily="2" charset="2"/>
              <a:buChar char="§"/>
              <a:tabLst/>
              <a:defRPr/>
            </a:pPr>
            <a:r>
              <a:rPr kumimoji="0" lang="en-US" b="0" i="0" u="none" strike="noStrike" kern="1200" cap="none" spc="0" normalizeH="0" baseline="0" noProof="0">
                <a:ln>
                  <a:noFill/>
                </a:ln>
                <a:effectLst/>
                <a:uLnTx/>
                <a:uFillTx/>
                <a:latin typeface="EYInterstate Light" panose="02000506000000020004" pitchFamily="2" charset="0"/>
                <a:ea typeface="+mn-ea"/>
                <a:cs typeface="+mn-cs"/>
              </a:rPr>
              <a:t>Created and validated a loyalty concept that enables customers to plant a small coffee-plant by scanning a QR code that triggers a donation through blockchain.</a:t>
            </a:r>
          </a:p>
          <a:p>
            <a:pPr marL="285750" marR="0" lvl="0" indent="-285750" algn="l" defTabSz="914400" rtl="0" eaLnBrk="1" fontAlgn="auto" latinLnBrk="0" hangingPunct="1">
              <a:lnSpc>
                <a:spcPct val="130000"/>
              </a:lnSpc>
              <a:spcBef>
                <a:spcPct val="20000"/>
              </a:spcBef>
              <a:spcAft>
                <a:spcPts val="0"/>
              </a:spcAft>
              <a:buClr>
                <a:srgbClr val="FFE600"/>
              </a:buClr>
              <a:buSzPct val="100000"/>
              <a:buFont typeface="Wingdings" panose="05000000000000000000" pitchFamily="2" charset="2"/>
              <a:buChar char="§"/>
              <a:tabLst/>
              <a:defRPr/>
            </a:pPr>
            <a:r>
              <a:rPr kumimoji="0" lang="en-US" b="0" i="0" u="none" strike="noStrike" kern="1200" cap="none" spc="0" normalizeH="0" baseline="0" noProof="0">
                <a:ln>
                  <a:noFill/>
                </a:ln>
                <a:effectLst/>
                <a:uLnTx/>
                <a:uFillTx/>
                <a:latin typeface="EYInterstate Light" panose="02000506000000020004" pitchFamily="2" charset="0"/>
                <a:ea typeface="+mn-ea"/>
                <a:cs typeface="+mn-cs"/>
              </a:rPr>
              <a:t>Delivered new methods, skills and a complete blueprint to the organization to implement the concept. </a:t>
            </a:r>
          </a:p>
          <a:p>
            <a:pPr marL="285750" marR="0" lvl="0" indent="-285750" algn="l" defTabSz="914400" rtl="0" eaLnBrk="1" fontAlgn="auto" latinLnBrk="0" hangingPunct="1">
              <a:lnSpc>
                <a:spcPct val="130000"/>
              </a:lnSpc>
              <a:spcBef>
                <a:spcPct val="20000"/>
              </a:spcBef>
              <a:spcAft>
                <a:spcPts val="0"/>
              </a:spcAft>
              <a:buClr>
                <a:srgbClr val="FFE600"/>
              </a:buClr>
              <a:buSzPct val="100000"/>
              <a:buFont typeface="Wingdings" panose="05000000000000000000" pitchFamily="2" charset="2"/>
              <a:buChar char="§"/>
              <a:tabLst/>
              <a:defRPr/>
            </a:pPr>
            <a:r>
              <a:rPr kumimoji="0" lang="en-US" b="0" i="0" u="none" strike="noStrike" kern="1200" cap="none" spc="0" normalizeH="0" baseline="0" noProof="0">
                <a:ln>
                  <a:noFill/>
                </a:ln>
                <a:effectLst/>
                <a:uLnTx/>
                <a:uFillTx/>
                <a:latin typeface="EYInterstate Light" panose="02000506000000020004" pitchFamily="2" charset="0"/>
                <a:ea typeface="+mn-ea"/>
                <a:cs typeface="+mn-cs"/>
              </a:rPr>
              <a:t>We have translated this vision into a first experiment with a "token" that you get with a cup of coffee. The blockchain Token is worth real money you can spend on planting a coffee plant, or on a discount for yourself.</a:t>
            </a:r>
          </a:p>
        </p:txBody>
      </p:sp>
      <p:pic>
        <p:nvPicPr>
          <p:cNvPr id="5" name="Graphic 4">
            <a:extLst>
              <a:ext uri="{FF2B5EF4-FFF2-40B4-BE49-F238E27FC236}">
                <a16:creationId xmlns:a16="http://schemas.microsoft.com/office/drawing/2014/main" id="{04D335D1-E494-E4CC-039D-5A65771CD554}"/>
              </a:ext>
            </a:extLst>
          </p:cNvPr>
          <p:cNvPicPr/>
          <p:nvPr/>
        </p:nvPicPr>
        <p:blipFill>
          <a:blip r:embed="rId3">
            <a:extLst>
              <a:ext uri="{96DAC541-7B7A-43D3-8B79-37D633B846F1}">
                <asvg:svgBlip xmlns:asvg="http://schemas.microsoft.com/office/drawing/2016/SVG/main" r:embed="rId4"/>
              </a:ext>
            </a:extLst>
          </a:blip>
          <a:stretch>
            <a:fillRect/>
          </a:stretch>
        </p:blipFill>
        <p:spPr>
          <a:xfrm>
            <a:off x="11089246" y="6289101"/>
            <a:ext cx="880813" cy="341755"/>
          </a:xfrm>
          <a:prstGeom prst="rect">
            <a:avLst/>
          </a:prstGeom>
        </p:spPr>
      </p:pic>
    </p:spTree>
    <p:extLst>
      <p:ext uri="{BB962C8B-B14F-4D97-AF65-F5344CB8AC3E}">
        <p14:creationId xmlns:p14="http://schemas.microsoft.com/office/powerpoint/2010/main" val="71221086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A close-up of a person smiling&#10;&#10;AI-generated content may be incorrect.">
            <a:extLst>
              <a:ext uri="{FF2B5EF4-FFF2-40B4-BE49-F238E27FC236}">
                <a16:creationId xmlns:a16="http://schemas.microsoft.com/office/drawing/2014/main" id="{595E6684-C2B3-C328-52B7-41A51C4E85F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744085" y="2723566"/>
            <a:ext cx="1087837" cy="1087837"/>
          </a:xfrm>
          <a:prstGeom prst="flowChartConnector">
            <a:avLst/>
          </a:prstGeom>
        </p:spPr>
      </p:pic>
      <p:sp>
        <p:nvSpPr>
          <p:cNvPr id="42" name="Text Placeholder 41">
            <a:extLst>
              <a:ext uri="{FF2B5EF4-FFF2-40B4-BE49-F238E27FC236}">
                <a16:creationId xmlns:a16="http://schemas.microsoft.com/office/drawing/2014/main" id="{6E6C36EC-E15D-7968-94E3-C82F83B71850}"/>
              </a:ext>
            </a:extLst>
          </p:cNvPr>
          <p:cNvSpPr>
            <a:spLocks noGrp="1"/>
          </p:cNvSpPr>
          <p:nvPr>
            <p:ph type="body" sz="quarter" idx="28"/>
          </p:nvPr>
        </p:nvSpPr>
        <p:spPr>
          <a:xfrm>
            <a:off x="2790556" y="4118230"/>
            <a:ext cx="3003740" cy="1404937"/>
          </a:xfrm>
        </p:spPr>
        <p:txBody>
          <a:bodyPr/>
          <a:lstStyle/>
          <a:p>
            <a:r>
              <a:rPr lang="en-GB" sz="1500" dirty="0"/>
              <a:t>Ross Maclean</a:t>
            </a:r>
          </a:p>
          <a:p>
            <a:r>
              <a:rPr lang="en-GB" sz="1000" dirty="0"/>
              <a:t>EY Studio+ Global and EMEIA Customer Experience</a:t>
            </a:r>
            <a:br>
              <a:rPr lang="en-GB" sz="1000" dirty="0"/>
            </a:br>
            <a:r>
              <a:rPr lang="en-GB" sz="1000" dirty="0"/>
              <a:t>Solution Leader</a:t>
            </a:r>
          </a:p>
          <a:p>
            <a:pPr lvl="1"/>
            <a:r>
              <a:rPr lang="en-GB" sz="1000" dirty="0">
                <a:ea typeface="+mn-lt"/>
                <a:cs typeface="+mn-lt"/>
                <a:hlinkClick r:id="rId3"/>
              </a:rPr>
              <a:t>ross.maclean@uk.ey.com</a:t>
            </a:r>
            <a:endParaRPr lang="en-GB" sz="1000" dirty="0">
              <a:ea typeface="+mn-lt"/>
              <a:cs typeface="+mn-lt"/>
            </a:endParaRPr>
          </a:p>
        </p:txBody>
      </p:sp>
      <p:sp>
        <p:nvSpPr>
          <p:cNvPr id="105" name="Text Placeholder 104">
            <a:extLst>
              <a:ext uri="{FF2B5EF4-FFF2-40B4-BE49-F238E27FC236}">
                <a16:creationId xmlns:a16="http://schemas.microsoft.com/office/drawing/2014/main" id="{751A7B21-6497-F331-8266-2A7B2E8CB491}"/>
              </a:ext>
            </a:extLst>
          </p:cNvPr>
          <p:cNvSpPr>
            <a:spLocks noGrp="1"/>
          </p:cNvSpPr>
          <p:nvPr>
            <p:ph type="body" sz="quarter" idx="29"/>
          </p:nvPr>
        </p:nvSpPr>
        <p:spPr>
          <a:xfrm>
            <a:off x="6381998" y="4118230"/>
            <a:ext cx="2665667" cy="1404937"/>
          </a:xfrm>
        </p:spPr>
        <p:txBody>
          <a:bodyPr/>
          <a:lstStyle/>
          <a:p>
            <a:r>
              <a:rPr lang="en-US" sz="1500"/>
              <a:t>Duncan Avis</a:t>
            </a:r>
            <a:endParaRPr lang="hr-HR" sz="1500"/>
          </a:p>
          <a:p>
            <a:pPr lvl="1"/>
            <a:r>
              <a:rPr lang="en-GB" sz="1000"/>
              <a:t>EY Studio+</a:t>
            </a:r>
            <a:r>
              <a:rPr lang="en-US" sz="1000"/>
              <a:t> Americas </a:t>
            </a:r>
            <a:r>
              <a:rPr lang="en-GB" sz="1000"/>
              <a:t>Customer Experience </a:t>
            </a:r>
            <a:br>
              <a:rPr lang="en-US" sz="1000"/>
            </a:br>
            <a:r>
              <a:rPr lang="en-US" sz="1000"/>
              <a:t>Solution Leader</a:t>
            </a:r>
          </a:p>
          <a:p>
            <a:pPr lvl="1"/>
            <a:r>
              <a:rPr lang="en-US" sz="1000">
                <a:hlinkClick r:id="rId4"/>
              </a:rPr>
              <a:t>Duncan.Avis@ey.com</a:t>
            </a:r>
            <a:endParaRPr lang="en-US" sz="1000"/>
          </a:p>
        </p:txBody>
      </p:sp>
      <p:sp>
        <p:nvSpPr>
          <p:cNvPr id="2" name="Title 1">
            <a:extLst>
              <a:ext uri="{FF2B5EF4-FFF2-40B4-BE49-F238E27FC236}">
                <a16:creationId xmlns:a16="http://schemas.microsoft.com/office/drawing/2014/main" id="{29476072-AFE7-3A59-EAE1-7960B058E9ED}"/>
              </a:ext>
            </a:extLst>
          </p:cNvPr>
          <p:cNvSpPr>
            <a:spLocks noGrp="1"/>
          </p:cNvSpPr>
          <p:nvPr>
            <p:ph type="title"/>
          </p:nvPr>
        </p:nvSpPr>
        <p:spPr/>
        <p:txBody>
          <a:bodyPr/>
          <a:lstStyle/>
          <a:p>
            <a:r>
              <a:rPr lang="en-GB" sz="2400" b="1">
                <a:solidFill>
                  <a:schemeClr val="tx2"/>
                </a:solidFill>
                <a:latin typeface="EYInterstate Regular" panose="02000503020000020004" pitchFamily="2" charset="0"/>
              </a:rPr>
              <a:t>Contacts</a:t>
            </a:r>
          </a:p>
        </p:txBody>
      </p:sp>
      <p:sp>
        <p:nvSpPr>
          <p:cNvPr id="5" name="Content Placeholder 4">
            <a:extLst>
              <a:ext uri="{FF2B5EF4-FFF2-40B4-BE49-F238E27FC236}">
                <a16:creationId xmlns:a16="http://schemas.microsoft.com/office/drawing/2014/main" id="{479FDBB9-18DA-C295-CC4D-65E5347CCCB6}"/>
              </a:ext>
            </a:extLst>
          </p:cNvPr>
          <p:cNvSpPr>
            <a:spLocks noGrp="1"/>
          </p:cNvSpPr>
          <p:nvPr>
            <p:ph sz="quarter" idx="16"/>
          </p:nvPr>
        </p:nvSpPr>
        <p:spPr/>
        <p:txBody>
          <a:bodyPr/>
          <a:lstStyle/>
          <a:p>
            <a:r>
              <a:rPr lang="en-US"/>
              <a:t>To find out more about how EY Studio+ teams could help your organization, speak to your local professional or a member of the global team.</a:t>
            </a:r>
          </a:p>
        </p:txBody>
      </p:sp>
      <p:sp>
        <p:nvSpPr>
          <p:cNvPr id="4" name="Slide Number Placeholder 3">
            <a:extLst>
              <a:ext uri="{FF2B5EF4-FFF2-40B4-BE49-F238E27FC236}">
                <a16:creationId xmlns:a16="http://schemas.microsoft.com/office/drawing/2014/main" id="{44260B70-A03E-8CCA-34A1-1751E2023B32}"/>
              </a:ext>
            </a:extLst>
          </p:cNvPr>
          <p:cNvSpPr>
            <a:spLocks noGrp="1"/>
          </p:cNvSpPr>
          <p:nvPr>
            <p:ph type="sldNum" sz="quarter" idx="19"/>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94FCA0F3-9F3A-694B-99BB-0E592A797735}" type="slidenum">
              <a:rPr kumimoji="0" lang="en-US" sz="800" b="0" i="0" u="none" strike="noStrike" kern="1200" cap="none" spc="0" normalizeH="0" baseline="0" noProof="0" smtClean="0">
                <a:ln>
                  <a:noFill/>
                </a:ln>
                <a:solidFill>
                  <a:srgbClr val="FFFFFF"/>
                </a:solidFill>
                <a:effectLst/>
                <a:uLnTx/>
                <a:uFillTx/>
                <a:latin typeface="EYInterstate Ligh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29</a:t>
            </a:fld>
            <a:endParaRPr kumimoji="0" lang="en-US" sz="800" b="0" i="0" u="none" strike="noStrike" kern="1200" cap="none" spc="0" normalizeH="0" baseline="0" noProof="0">
              <a:ln>
                <a:noFill/>
              </a:ln>
              <a:solidFill>
                <a:srgbClr val="FFFFFF"/>
              </a:solidFill>
              <a:effectLst/>
              <a:uLnTx/>
              <a:uFillTx/>
              <a:latin typeface="EYInterstate Light"/>
              <a:ea typeface="+mn-ea"/>
              <a:cs typeface="+mn-cs"/>
            </a:endParaRPr>
          </a:p>
        </p:txBody>
      </p:sp>
      <p:sp>
        <p:nvSpPr>
          <p:cNvPr id="6" name="Footer Placeholder 1">
            <a:extLst>
              <a:ext uri="{FF2B5EF4-FFF2-40B4-BE49-F238E27FC236}">
                <a16:creationId xmlns:a16="http://schemas.microsoft.com/office/drawing/2014/main" id="{C9D564D3-EF00-7ECB-8DB7-3B7626950ECE}"/>
              </a:ext>
            </a:extLst>
          </p:cNvPr>
          <p:cNvSpPr>
            <a:spLocks noGrp="1"/>
          </p:cNvSpPr>
          <p:nvPr>
            <p:ph type="ftr" sz="quarter" idx="18"/>
          </p:nvPr>
        </p:nvSpPr>
        <p:spPr>
          <a:xfrm>
            <a:off x="2270531" y="6437115"/>
            <a:ext cx="3825470" cy="123111"/>
          </a:xfrm>
        </p:spPr>
        <p:txBody>
          <a:bodyPr/>
          <a:lstStyle/>
          <a:p>
            <a:r>
              <a:rPr lang="en-US" noProof="0" dirty="0"/>
              <a:t>Customer Experience</a:t>
            </a:r>
          </a:p>
        </p:txBody>
      </p:sp>
      <p:pic>
        <p:nvPicPr>
          <p:cNvPr id="7" name="Graphic 6">
            <a:hlinkClick r:id="rId5"/>
            <a:extLst>
              <a:ext uri="{FF2B5EF4-FFF2-40B4-BE49-F238E27FC236}">
                <a16:creationId xmlns:a16="http://schemas.microsoft.com/office/drawing/2014/main" id="{87858A57-2E48-39ED-A921-8EA65214E7DE}"/>
              </a:ext>
            </a:extLst>
          </p:cNvPr>
          <p:cNvPicPr>
            <a:picLocks noChangeAspect="1"/>
          </p:cNvPicPr>
          <p:nvPr/>
        </p:nvPicPr>
        <p:blipFill>
          <a:blip r:embed="rId6" cstate="print">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7564929" y="5236461"/>
            <a:ext cx="259200" cy="259200"/>
          </a:xfrm>
          <a:prstGeom prst="rect">
            <a:avLst/>
          </a:prstGeom>
        </p:spPr>
      </p:pic>
      <p:pic>
        <p:nvPicPr>
          <p:cNvPr id="9" name="Picture Placeholder 17" descr="A person in a suit smiling&#10;&#10;AI-generated content may be incorrect.">
            <a:extLst>
              <a:ext uri="{FF2B5EF4-FFF2-40B4-BE49-F238E27FC236}">
                <a16:creationId xmlns:a16="http://schemas.microsoft.com/office/drawing/2014/main" id="{77801410-BD1B-BC76-0C6D-5F0BEF29F05C}"/>
              </a:ext>
            </a:extLst>
          </p:cNvPr>
          <p:cNvPicPr>
            <a:picLocks noChangeAspect="1"/>
          </p:cNvPicPr>
          <p:nvPr/>
        </p:nvPicPr>
        <p:blipFill>
          <a:blip r:embed="rId8" cstate="print">
            <a:extLst>
              <a:ext uri="{28A0092B-C50C-407E-A947-70E740481C1C}">
                <a14:useLocalDpi xmlns:a14="http://schemas.microsoft.com/office/drawing/2010/main"/>
              </a:ext>
            </a:extLst>
          </a:blip>
          <a:srcRect/>
          <a:stretch/>
        </p:blipFill>
        <p:spPr>
          <a:xfrm>
            <a:off x="7132947" y="2675764"/>
            <a:ext cx="1081088" cy="1081088"/>
          </a:xfrm>
          <a:prstGeom prst="ellipse">
            <a:avLst/>
          </a:prstGeom>
          <a:solidFill>
            <a:schemeClr val="bg2"/>
          </a:solidFill>
        </p:spPr>
      </p:pic>
      <p:pic>
        <p:nvPicPr>
          <p:cNvPr id="12" name="Graphic 11">
            <a:hlinkClick r:id="rId9"/>
            <a:extLst>
              <a:ext uri="{FF2B5EF4-FFF2-40B4-BE49-F238E27FC236}">
                <a16:creationId xmlns:a16="http://schemas.microsoft.com/office/drawing/2014/main" id="{AA24B6C9-BF5B-3478-5CF8-3DC99F4A227F}"/>
              </a:ext>
            </a:extLst>
          </p:cNvPr>
          <p:cNvPicPr>
            <a:picLocks noChangeAspect="1"/>
          </p:cNvPicPr>
          <p:nvPr/>
        </p:nvPicPr>
        <p:blipFill>
          <a:blip r:embed="rId6" cstate="print">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4184482" y="5230825"/>
            <a:ext cx="257266" cy="257266"/>
          </a:xfrm>
          <a:prstGeom prst="rect">
            <a:avLst/>
          </a:prstGeom>
        </p:spPr>
      </p:pic>
    </p:spTree>
    <p:extLst>
      <p:ext uri="{BB962C8B-B14F-4D97-AF65-F5344CB8AC3E}">
        <p14:creationId xmlns:p14="http://schemas.microsoft.com/office/powerpoint/2010/main" val="285401942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2EA39C9-37F2-6C18-895C-51CFA48A368B}"/>
              </a:ext>
            </a:extLst>
          </p:cNvPr>
          <p:cNvSpPr txBox="1">
            <a:spLocks/>
          </p:cNvSpPr>
          <p:nvPr/>
        </p:nvSpPr>
        <p:spPr>
          <a:xfrm>
            <a:off x="8408554" y="565445"/>
            <a:ext cx="3308087" cy="2745348"/>
          </a:xfrm>
          <a:prstGeom prst="rect">
            <a:avLst/>
          </a:prstGeom>
          <a:noFill/>
        </p:spPr>
        <p:txBody>
          <a:bodyPr wrap="square" lIns="0" tIns="36557" rIns="0" bIns="0" rtlCol="0" anchor="t">
            <a:spAutoFit/>
          </a:bodyPr>
          <a:lstStyle/>
          <a:p>
            <a:pPr defTabSz="913943">
              <a:buClr>
                <a:srgbClr val="FFD200"/>
              </a:buClr>
              <a:buSzPct val="70000"/>
              <a:defRPr/>
            </a:pPr>
            <a:r>
              <a:rPr lang="en-US" sz="800" kern="0">
                <a:solidFill>
                  <a:srgbClr val="FFFFFF"/>
                </a:solidFill>
                <a:latin typeface="EYInterstate Regular" panose="02000503020000020004" pitchFamily="2" charset="0"/>
              </a:rPr>
              <a:t>EY refers to the global organization, and may refer to one or more, of the member firms of Ernst &amp; Young Global Limited, each of which is a separate legal entity. Ernst &amp; Young Global Limited, a UK company limited by guarantee, does not provide services to clients. Information about how EY collects and uses personal data and a description of the rights individuals have under data protection legislation are available via ey.com/privacy. EY member firms do not practice law where prohibited by local laws. For more information about our organization, please visit ey.com.</a:t>
            </a:r>
          </a:p>
          <a:p>
            <a:pPr defTabSz="913943">
              <a:buClr>
                <a:srgbClr val="FFD200"/>
              </a:buClr>
              <a:buSzPct val="70000"/>
              <a:defRPr/>
            </a:pPr>
            <a:endParaRPr lang="en-US" sz="800" kern="0">
              <a:solidFill>
                <a:srgbClr val="FFFFFF"/>
              </a:solidFill>
              <a:latin typeface="EYInterstate Regular" panose="02000503020000020004" pitchFamily="2" charset="0"/>
            </a:endParaRPr>
          </a:p>
          <a:p>
            <a:pPr defTabSz="913943">
              <a:buClr>
                <a:srgbClr val="FFD200"/>
              </a:buClr>
              <a:buSzPct val="70000"/>
              <a:defRPr/>
            </a:pPr>
            <a:r>
              <a:rPr lang="en-US" sz="800" kern="0">
                <a:solidFill>
                  <a:srgbClr val="FFFFFF"/>
                </a:solidFill>
                <a:latin typeface="EYInterstate Regular" panose="02000503020000020004" pitchFamily="2" charset="0"/>
              </a:rPr>
              <a:t>© 2025 EYGM Limited. </a:t>
            </a:r>
          </a:p>
          <a:p>
            <a:pPr defTabSz="913943">
              <a:buClr>
                <a:srgbClr val="FFD200"/>
              </a:buClr>
              <a:buSzPct val="70000"/>
              <a:defRPr/>
            </a:pPr>
            <a:r>
              <a:rPr lang="en-US" sz="800" kern="0">
                <a:solidFill>
                  <a:srgbClr val="FFFFFF"/>
                </a:solidFill>
                <a:latin typeface="EYInterstate Regular" panose="02000503020000020004" pitchFamily="2" charset="0"/>
              </a:rPr>
              <a:t>All Rights Reserved.</a:t>
            </a:r>
          </a:p>
          <a:p>
            <a:pPr defTabSz="913943">
              <a:buClr>
                <a:srgbClr val="FFD200"/>
              </a:buClr>
              <a:buSzPct val="70000"/>
              <a:defRPr/>
            </a:pPr>
            <a:endParaRPr lang="en-US" sz="800" kern="0">
              <a:solidFill>
                <a:srgbClr val="FFFFFF"/>
              </a:solidFill>
              <a:latin typeface="EYInterstate Regular" panose="02000503020000020004" pitchFamily="2" charset="0"/>
            </a:endParaRPr>
          </a:p>
          <a:p>
            <a:pPr defTabSz="913943">
              <a:buClr>
                <a:srgbClr val="FFD200"/>
              </a:buClr>
              <a:buSzPct val="70000"/>
              <a:defRPr/>
            </a:pPr>
            <a:r>
              <a:rPr lang="en-US" sz="800" kern="0">
                <a:solidFill>
                  <a:srgbClr val="FFFFFF"/>
                </a:solidFill>
                <a:latin typeface="EYInterstate Regular" panose="02000503020000020004" pitchFamily="2" charset="0"/>
              </a:rPr>
              <a:t>EYG no. 011127-24Gbl</a:t>
            </a:r>
          </a:p>
          <a:p>
            <a:pPr defTabSz="913943">
              <a:buClr>
                <a:srgbClr val="FFD200"/>
              </a:buClr>
              <a:buSzPct val="70000"/>
              <a:defRPr/>
            </a:pPr>
            <a:r>
              <a:rPr lang="en-US" sz="800" kern="0">
                <a:solidFill>
                  <a:srgbClr val="FFFFFF"/>
                </a:solidFill>
                <a:latin typeface="EYInterstate Regular" panose="02000503020000020004" pitchFamily="2" charset="0"/>
              </a:rPr>
              <a:t>ED None</a:t>
            </a:r>
          </a:p>
          <a:p>
            <a:pPr defTabSz="913943">
              <a:buClr>
                <a:srgbClr val="FFD200"/>
              </a:buClr>
              <a:buSzPct val="70000"/>
              <a:defRPr/>
            </a:pPr>
            <a:endParaRPr lang="en-US" sz="800" kern="0">
              <a:solidFill>
                <a:srgbClr val="FFFFFF"/>
              </a:solidFill>
              <a:latin typeface="EYInterstate Regular" panose="02000503020000020004" pitchFamily="2" charset="0"/>
            </a:endParaRPr>
          </a:p>
          <a:p>
            <a:pPr defTabSz="913943">
              <a:buClr>
                <a:srgbClr val="FFD200"/>
              </a:buClr>
              <a:buSzPct val="70000"/>
              <a:defRPr/>
            </a:pPr>
            <a:r>
              <a:rPr lang="en-GB" sz="800" kern="0">
                <a:solidFill>
                  <a:srgbClr val="FFFFFF"/>
                </a:solidFill>
                <a:latin typeface="EYInterstate Regular" panose="02000503020000020004" pitchFamily="2" charset="0"/>
              </a:rPr>
              <a:t>This material has been prepared for general informational purposes only and is not intended to be relied upon as accounting, tax, legal or other professional advice. Please refer to your advisors for specific advice.</a:t>
            </a:r>
            <a:endParaRPr lang="en-US" sz="800" kern="0">
              <a:solidFill>
                <a:srgbClr val="FFFFFF"/>
              </a:solidFill>
              <a:latin typeface="EYInterstate Regular" panose="02000503020000020004" pitchFamily="2" charset="0"/>
            </a:endParaRPr>
          </a:p>
          <a:p>
            <a:pPr defTabSz="913943">
              <a:buClr>
                <a:srgbClr val="FFD200"/>
              </a:buClr>
              <a:buSzPct val="70000"/>
              <a:defRPr/>
            </a:pPr>
            <a:endParaRPr lang="en-US" sz="800" kern="0">
              <a:solidFill>
                <a:srgbClr val="FFFFFF"/>
              </a:solidFill>
              <a:latin typeface="EYInterstate Regular" panose="02000503020000020004" pitchFamily="2" charset="0"/>
            </a:endParaRPr>
          </a:p>
          <a:p>
            <a:pPr defTabSz="913943">
              <a:spcAft>
                <a:spcPts val="600"/>
              </a:spcAft>
              <a:buClr>
                <a:srgbClr val="FFD200"/>
              </a:buClr>
              <a:buSzPct val="70000"/>
              <a:defRPr/>
            </a:pPr>
            <a:r>
              <a:rPr lang="en-US" sz="800" kern="0">
                <a:solidFill>
                  <a:srgbClr val="FFFFFF"/>
                </a:solidFill>
                <a:latin typeface="EYInterstate Regular" panose="02000503020000020004" pitchFamily="2" charset="0"/>
              </a:rPr>
              <a:t>ey.com</a:t>
            </a:r>
          </a:p>
        </p:txBody>
      </p:sp>
      <p:sp>
        <p:nvSpPr>
          <p:cNvPr id="4" name="TextBox 3">
            <a:extLst>
              <a:ext uri="{FF2B5EF4-FFF2-40B4-BE49-F238E27FC236}">
                <a16:creationId xmlns:a16="http://schemas.microsoft.com/office/drawing/2014/main" id="{333A2C53-BB19-6D68-2AC7-16157D506CAA}"/>
              </a:ext>
            </a:extLst>
          </p:cNvPr>
          <p:cNvSpPr txBox="1">
            <a:spLocks/>
          </p:cNvSpPr>
          <p:nvPr/>
        </p:nvSpPr>
        <p:spPr>
          <a:xfrm>
            <a:off x="488058" y="565444"/>
            <a:ext cx="3301741" cy="3512978"/>
          </a:xfrm>
          <a:prstGeom prst="rect">
            <a:avLst/>
          </a:prstGeom>
          <a:noFill/>
        </p:spPr>
        <p:txBody>
          <a:bodyPr wrap="square" lIns="0" tIns="36557" rIns="0" bIns="0" rtlCol="0" anchor="t">
            <a:spAutoFit/>
          </a:bodyPr>
          <a:lstStyle/>
          <a:p>
            <a:pPr>
              <a:spcAft>
                <a:spcPts val="600"/>
              </a:spcAft>
              <a:buClr>
                <a:srgbClr val="FFD200"/>
              </a:buClr>
              <a:buSzPct val="70000"/>
              <a:defRPr/>
            </a:pPr>
            <a:r>
              <a:rPr lang="en-US" sz="1200" b="1" kern="0">
                <a:solidFill>
                  <a:srgbClr val="FFE600"/>
                </a:solidFill>
                <a:latin typeface="EYInterstate Regular" panose="02000503020000020004" pitchFamily="2" charset="0"/>
              </a:rPr>
              <a:t>EY  |  Building a better working world</a:t>
            </a:r>
          </a:p>
          <a:p>
            <a:pPr>
              <a:buClr>
                <a:srgbClr val="FFD200"/>
              </a:buClr>
              <a:buSzPct val="70000"/>
              <a:defRPr/>
            </a:pPr>
            <a:endParaRPr lang="en-US" sz="1100" kern="0">
              <a:solidFill>
                <a:srgbClr val="FFFFFF"/>
              </a:solidFill>
              <a:latin typeface="EYInterstate Regular" panose="02000503020000020004" pitchFamily="2" charset="0"/>
            </a:endParaRPr>
          </a:p>
          <a:p>
            <a:pPr>
              <a:buClr>
                <a:srgbClr val="FFD200"/>
              </a:buClr>
              <a:buSzPct val="70000"/>
              <a:defRPr/>
            </a:pPr>
            <a:r>
              <a:rPr lang="en-US" sz="1100" kern="0">
                <a:solidFill>
                  <a:srgbClr val="FFFFFF"/>
                </a:solidFill>
                <a:latin typeface="EYInterstate Regular" panose="02000503020000020004" pitchFamily="2" charset="0"/>
              </a:rPr>
              <a:t>EY is building a better working world by creating new value for clients, people, society and the planet, while building trust in capital markets.</a:t>
            </a:r>
          </a:p>
          <a:p>
            <a:pPr>
              <a:buClr>
                <a:srgbClr val="FFD200"/>
              </a:buClr>
              <a:buSzPct val="70000"/>
              <a:defRPr/>
            </a:pPr>
            <a:r>
              <a:rPr lang="en-US" sz="1100" kern="0">
                <a:solidFill>
                  <a:srgbClr val="FFFFFF"/>
                </a:solidFill>
                <a:latin typeface="EYInterstate Regular" panose="02000503020000020004" pitchFamily="2" charset="0"/>
              </a:rPr>
              <a:t> </a:t>
            </a:r>
          </a:p>
          <a:p>
            <a:pPr>
              <a:buClr>
                <a:srgbClr val="FFD200"/>
              </a:buClr>
              <a:buSzPct val="70000"/>
              <a:defRPr/>
            </a:pPr>
            <a:r>
              <a:rPr lang="en-US" sz="1100" kern="0">
                <a:solidFill>
                  <a:srgbClr val="FFFFFF"/>
                </a:solidFill>
                <a:latin typeface="EYInterstate Regular" panose="02000503020000020004" pitchFamily="2" charset="0"/>
              </a:rPr>
              <a:t>Enabled by data, AI and advanced technology, </a:t>
            </a:r>
            <a:br>
              <a:rPr lang="en-US" sz="1100" kern="0">
                <a:solidFill>
                  <a:srgbClr val="FFFFFF"/>
                </a:solidFill>
                <a:latin typeface="EYInterstate Regular" panose="02000503020000020004" pitchFamily="2" charset="0"/>
              </a:rPr>
            </a:br>
            <a:r>
              <a:rPr lang="en-US" sz="1100" kern="0">
                <a:solidFill>
                  <a:srgbClr val="FFFFFF"/>
                </a:solidFill>
                <a:latin typeface="EYInterstate Regular" panose="02000503020000020004" pitchFamily="2" charset="0"/>
              </a:rPr>
              <a:t>EY teams help clients shape the future with confidence and develop answers for the most pressing issues of today and tomorrow. </a:t>
            </a:r>
          </a:p>
          <a:p>
            <a:pPr>
              <a:buClr>
                <a:srgbClr val="FFD200"/>
              </a:buClr>
              <a:buSzPct val="70000"/>
              <a:defRPr/>
            </a:pPr>
            <a:r>
              <a:rPr lang="en-US" sz="1100" kern="0">
                <a:solidFill>
                  <a:srgbClr val="FFFFFF"/>
                </a:solidFill>
                <a:latin typeface="EYInterstate Regular" panose="02000503020000020004" pitchFamily="2" charset="0"/>
              </a:rPr>
              <a:t> </a:t>
            </a:r>
          </a:p>
          <a:p>
            <a:pPr>
              <a:buClr>
                <a:srgbClr val="FFD200"/>
              </a:buClr>
              <a:buSzPct val="70000"/>
              <a:defRPr/>
            </a:pPr>
            <a:r>
              <a:rPr lang="en-US" sz="1100" kern="0">
                <a:solidFill>
                  <a:srgbClr val="FFFFFF"/>
                </a:solidFill>
                <a:latin typeface="EYInterstate Regular" panose="02000503020000020004" pitchFamily="2" charset="0"/>
              </a:rPr>
              <a:t>EY teams work across a full spectrum of </a:t>
            </a:r>
            <a:br>
              <a:rPr lang="en-US" sz="1100" kern="0">
                <a:solidFill>
                  <a:srgbClr val="FFFFFF"/>
                </a:solidFill>
                <a:latin typeface="EYInterstate Regular" panose="02000503020000020004" pitchFamily="2" charset="0"/>
              </a:rPr>
            </a:br>
            <a:r>
              <a:rPr lang="en-US" sz="1100" kern="0">
                <a:solidFill>
                  <a:srgbClr val="FFFFFF"/>
                </a:solidFill>
                <a:latin typeface="EYInterstate Regular" panose="02000503020000020004" pitchFamily="2" charset="0"/>
              </a:rPr>
              <a:t>services in assurance, consulting, tax, strategy and transactions. Fueled by sector insights, </a:t>
            </a:r>
            <a:br>
              <a:rPr lang="en-US" sz="1100" kern="0">
                <a:solidFill>
                  <a:srgbClr val="FFFFFF"/>
                </a:solidFill>
                <a:latin typeface="EYInterstate Regular" panose="02000503020000020004" pitchFamily="2" charset="0"/>
              </a:rPr>
            </a:br>
            <a:r>
              <a:rPr lang="en-US" sz="1100" kern="0">
                <a:solidFill>
                  <a:srgbClr val="FFFFFF"/>
                </a:solidFill>
                <a:latin typeface="EYInterstate Regular" panose="02000503020000020004" pitchFamily="2" charset="0"/>
              </a:rPr>
              <a:t>a globally connected, multi-disciplinary network and diverse ecosystem partners, EY teams can provide services in more than 150 countries </a:t>
            </a:r>
            <a:br>
              <a:rPr lang="en-US" sz="1100" kern="0">
                <a:solidFill>
                  <a:srgbClr val="FFFFFF"/>
                </a:solidFill>
                <a:latin typeface="EYInterstate Regular" panose="02000503020000020004" pitchFamily="2" charset="0"/>
              </a:rPr>
            </a:br>
            <a:r>
              <a:rPr lang="en-US" sz="1100" kern="0">
                <a:solidFill>
                  <a:srgbClr val="FFFFFF"/>
                </a:solidFill>
                <a:latin typeface="EYInterstate Regular" panose="02000503020000020004" pitchFamily="2" charset="0"/>
              </a:rPr>
              <a:t>and territories.</a:t>
            </a:r>
          </a:p>
          <a:p>
            <a:pPr>
              <a:buClr>
                <a:srgbClr val="FFD200"/>
              </a:buClr>
              <a:buSzPct val="70000"/>
              <a:defRPr/>
            </a:pPr>
            <a:r>
              <a:rPr lang="en-US" sz="1100" kern="0">
                <a:solidFill>
                  <a:srgbClr val="FFFFFF"/>
                </a:solidFill>
                <a:latin typeface="EYInterstate Regular" panose="02000503020000020004" pitchFamily="2" charset="0"/>
              </a:rPr>
              <a:t> </a:t>
            </a:r>
          </a:p>
          <a:p>
            <a:pPr>
              <a:spcAft>
                <a:spcPts val="600"/>
              </a:spcAft>
              <a:buClr>
                <a:srgbClr val="FFD200"/>
              </a:buClr>
              <a:buSzPct val="70000"/>
              <a:defRPr/>
            </a:pPr>
            <a:r>
              <a:rPr lang="en-US" sz="1100" kern="0">
                <a:solidFill>
                  <a:srgbClr val="FFE600"/>
                </a:solidFill>
                <a:latin typeface="EYInterstate Regular" panose="02000503020000020004" pitchFamily="2" charset="0"/>
              </a:rPr>
              <a:t>All in to shape the future with confidence. </a:t>
            </a:r>
          </a:p>
        </p:txBody>
      </p:sp>
    </p:spTree>
    <p:extLst>
      <p:ext uri="{BB962C8B-B14F-4D97-AF65-F5344CB8AC3E}">
        <p14:creationId xmlns:p14="http://schemas.microsoft.com/office/powerpoint/2010/main" val="696633224"/>
      </p:ext>
    </p:extLst>
  </p:cSld>
  <p:clrMapOvr>
    <a:masterClrMapping/>
  </p:clrMapOvr>
</p:sld>
</file>

<file path=ppt/theme/theme1.xml><?xml version="1.0" encoding="utf-8"?>
<a:theme xmlns:a="http://schemas.openxmlformats.org/drawingml/2006/main" name="Large Text [LIGHT]">
  <a:themeElements>
    <a:clrScheme name="Custom 86">
      <a:dk1>
        <a:srgbClr val="FFFFFF"/>
      </a:dk1>
      <a:lt1>
        <a:srgbClr val="1A1A24"/>
      </a:lt1>
      <a:dk2>
        <a:srgbClr val="FFE600"/>
      </a:dk2>
      <a:lt2>
        <a:srgbClr val="2E2E38"/>
      </a:lt2>
      <a:accent1>
        <a:srgbClr val="2DB757"/>
      </a:accent1>
      <a:accent2>
        <a:srgbClr val="27ACAA"/>
      </a:accent2>
      <a:accent3>
        <a:srgbClr val="188CE5"/>
      </a:accent3>
      <a:accent4>
        <a:srgbClr val="750E5C"/>
      </a:accent4>
      <a:accent5>
        <a:srgbClr val="FF4136"/>
      </a:accent5>
      <a:accent6>
        <a:srgbClr val="FF6D00"/>
      </a:accent6>
      <a:hlink>
        <a:srgbClr val="0F69AE"/>
      </a:hlink>
      <a:folHlink>
        <a:srgbClr val="0F69AE"/>
      </a:folHlink>
    </a:clrScheme>
    <a:fontScheme name="EY">
      <a:majorFont>
        <a:latin typeface="EYInterstate Regular"/>
        <a:ea typeface=""/>
        <a:cs typeface=""/>
      </a:majorFont>
      <a:minorFont>
        <a:latin typeface="EYInterstate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12700" cap="flat" cmpd="sng" algn="ctr">
          <a:solidFill>
            <a:srgbClr val="747480"/>
          </a:solidFill>
          <a:prstDash val="solid"/>
          <a:miter lim="800000"/>
          <a:headEnd type="none" w="med" len="med"/>
          <a:tailEnd type="none" w="med" len="med"/>
        </a:ln>
      </a:spPr>
      <a:bodyPr lIns="108000" tIns="108000" rIns="108000" bIns="108000" rtlCol="0" anchor="t" anchorCtr="0"/>
      <a:lstStyle>
        <a:defPPr marL="252000" indent="-252000" algn="l">
          <a:lnSpc>
            <a:spcPct val="90000"/>
          </a:lnSpc>
          <a:spcBef>
            <a:spcPts val="400"/>
          </a:spcBef>
          <a:spcAft>
            <a:spcPts val="400"/>
          </a:spcAft>
          <a:buClr>
            <a:schemeClr val="tx2"/>
          </a:buClr>
          <a:buFont typeface="Wingdings" pitchFamily="2" charset="2"/>
          <a:buChar char="§"/>
          <a:defRPr sz="2000"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3175">
          <a:solidFill>
            <a:schemeClr val="bg1"/>
          </a:solidFill>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36576" rIns="0" bIns="0" rtlCol="0" anchor="t">
        <a:spAutoFit/>
      </a:bodyPr>
      <a:lstStyle>
        <a:defPPr marL="252000" indent="-252000" algn="l">
          <a:lnSpc>
            <a:spcPct val="90000"/>
          </a:lnSpc>
          <a:spcBef>
            <a:spcPts val="400"/>
          </a:spcBef>
          <a:spcAft>
            <a:spcPts val="400"/>
          </a:spcAft>
          <a:buClr>
            <a:schemeClr val="tx2"/>
          </a:buClr>
          <a:buSzPct val="100000"/>
          <a:buFont typeface="Wingdings" pitchFamily="2" charset="2"/>
          <a:buChar char="§"/>
          <a:defRPr sz="2000" dirty="0" err="1" smtClean="0">
            <a:solidFill>
              <a:schemeClr val="bg1"/>
            </a:solidFill>
          </a:defRPr>
        </a:defPPr>
      </a:lstStyle>
    </a:txDef>
  </a:objectDefaults>
  <a:extraClrSchemeLst/>
  <a:extLst>
    <a:ext uri="{05A4C25C-085E-4340-85A3-A5531E510DB2}">
      <thm15:themeFamily xmlns:thm15="http://schemas.microsoft.com/office/thememl/2012/main" name="Light-global-widescreen-presentation-template-v2.4.potx" id="{8D52020E-1F74-4A3A-A7BF-097117B618C7}" vid="{54229540-D6CF-4E34-B2F2-E1B29E63FC21}"/>
    </a:ext>
  </a:extLst>
</a:theme>
</file>

<file path=ppt/theme/theme2.xml><?xml version="1.0" encoding="utf-8"?>
<a:theme xmlns:a="http://schemas.openxmlformats.org/drawingml/2006/main" name="Small Text [LIGHT]">
  <a:themeElements>
    <a:clrScheme name="Custom 87">
      <a:dk1>
        <a:srgbClr val="FFFFFF"/>
      </a:dk1>
      <a:lt1>
        <a:srgbClr val="1A1A24"/>
      </a:lt1>
      <a:dk2>
        <a:srgbClr val="FFE600"/>
      </a:dk2>
      <a:lt2>
        <a:srgbClr val="2E2E38"/>
      </a:lt2>
      <a:accent1>
        <a:srgbClr val="2DB757"/>
      </a:accent1>
      <a:accent2>
        <a:srgbClr val="27ACAA"/>
      </a:accent2>
      <a:accent3>
        <a:srgbClr val="188CE5"/>
      </a:accent3>
      <a:accent4>
        <a:srgbClr val="750E5C"/>
      </a:accent4>
      <a:accent5>
        <a:srgbClr val="FF4136"/>
      </a:accent5>
      <a:accent6>
        <a:srgbClr val="FF6D00"/>
      </a:accent6>
      <a:hlink>
        <a:srgbClr val="0F69AE"/>
      </a:hlink>
      <a:folHlink>
        <a:srgbClr val="0F69AE"/>
      </a:folHlink>
    </a:clrScheme>
    <a:fontScheme name="EY">
      <a:majorFont>
        <a:latin typeface="EYInterstate Regular"/>
        <a:ea typeface=""/>
        <a:cs typeface=""/>
      </a:majorFont>
      <a:minorFont>
        <a:latin typeface="EYInterstate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12700" cap="flat" cmpd="sng" algn="ctr">
          <a:solidFill>
            <a:srgbClr val="747480"/>
          </a:solidFill>
          <a:prstDash val="solid"/>
          <a:miter lim="800000"/>
          <a:headEnd type="none" w="med" len="med"/>
          <a:tailEnd type="none" w="med" len="med"/>
        </a:ln>
        <a:effectLst/>
      </a:spPr>
      <a:bodyPr lIns="108000" tIns="108000" rIns="108000" bIns="108000" rtlCol="0" anchor="t" anchorCtr="0"/>
      <a:lstStyle>
        <a:defPPr marL="252000" marR="0" indent="-252000" algn="l" defTabSz="914400" eaLnBrk="1" fontAlgn="auto" latinLnBrk="0" hangingPunct="1">
          <a:lnSpc>
            <a:spcPct val="90000"/>
          </a:lnSpc>
          <a:spcBef>
            <a:spcPts val="400"/>
          </a:spcBef>
          <a:spcAft>
            <a:spcPts val="400"/>
          </a:spcAft>
          <a:buClr>
            <a:srgbClr val="FFE600"/>
          </a:buClr>
          <a:buSzTx/>
          <a:buFont typeface="Wingdings" pitchFamily="2" charset="2"/>
          <a:buChar char="§"/>
          <a:tabLst/>
          <a:defRPr kumimoji="0" sz="2000" b="0" i="0" u="none" strike="noStrike" kern="0" cap="none" spc="0" normalizeH="0" baseline="0" noProof="0" dirty="0" err="1" smtClean="0">
            <a:ln>
              <a:noFill/>
            </a:ln>
            <a:solidFill>
              <a:srgbClr val="1A1A24"/>
            </a:solidFill>
            <a:effectLst/>
            <a:uLnTx/>
            <a:uFillTx/>
            <a:latin typeface="EYInterstate Light"/>
            <a:ea typeface="+mn-ea"/>
            <a:cs typeface="+mn-cs"/>
          </a:defRPr>
        </a:defPPr>
      </a:lstStyle>
    </a:spDef>
    <a:lnDef>
      <a:spPr>
        <a:ln w="3175">
          <a:solidFill>
            <a:schemeClr val="bg1"/>
          </a:solidFill>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36576" rIns="0" bIns="0" rtlCol="0" anchor="t">
        <a:spAutoFit/>
      </a:bodyPr>
      <a:lstStyle>
        <a:defPPr marL="252000" indent="-252000" algn="l">
          <a:lnSpc>
            <a:spcPct val="90000"/>
          </a:lnSpc>
          <a:spcBef>
            <a:spcPts val="400"/>
          </a:spcBef>
          <a:spcAft>
            <a:spcPts val="400"/>
          </a:spcAft>
          <a:buClr>
            <a:schemeClr val="tx2"/>
          </a:buClr>
          <a:buSzPct val="100000"/>
          <a:buFont typeface="Wingdings" pitchFamily="2" charset="2"/>
          <a:buChar char="§"/>
          <a:defRPr sz="2000" dirty="0" err="1" smtClean="0">
            <a:solidFill>
              <a:schemeClr val="bg1"/>
            </a:solidFill>
          </a:defRPr>
        </a:defPPr>
      </a:lstStyle>
    </a:txDef>
  </a:objectDefaults>
  <a:extraClrSchemeLst/>
  <a:extLst>
    <a:ext uri="{05A4C25C-085E-4340-85A3-A5531E510DB2}">
      <thm15:themeFamily xmlns:thm15="http://schemas.microsoft.com/office/thememl/2012/main" name="Light-global-widescreen-presentation-template-v2.4.potx" id="{8D52020E-1F74-4A3A-A7BF-097117B618C7}" vid="{7A6016A0-99F9-420C-9236-DD4057B108AB}"/>
    </a:ext>
  </a:extLst>
</a:theme>
</file>

<file path=ppt/theme/theme3.xml><?xml version="1.0" encoding="utf-8"?>
<a:theme xmlns:a="http://schemas.openxmlformats.org/drawingml/2006/main" name="EY Core Slides">
  <a:themeElements>
    <a:clrScheme name="Custom 88">
      <a:dk1>
        <a:srgbClr val="FFFFFF"/>
      </a:dk1>
      <a:lt1>
        <a:srgbClr val="1A1A24"/>
      </a:lt1>
      <a:dk2>
        <a:srgbClr val="FFE600"/>
      </a:dk2>
      <a:lt2>
        <a:srgbClr val="2E2E38"/>
      </a:lt2>
      <a:accent1>
        <a:srgbClr val="2DB757"/>
      </a:accent1>
      <a:accent2>
        <a:srgbClr val="27ACAA"/>
      </a:accent2>
      <a:accent3>
        <a:srgbClr val="188CE5"/>
      </a:accent3>
      <a:accent4>
        <a:srgbClr val="750E5C"/>
      </a:accent4>
      <a:accent5>
        <a:srgbClr val="FF4136"/>
      </a:accent5>
      <a:accent6>
        <a:srgbClr val="FF6D00"/>
      </a:accent6>
      <a:hlink>
        <a:srgbClr val="0F69AE"/>
      </a:hlink>
      <a:folHlink>
        <a:srgbClr val="0F69AE"/>
      </a:folHlink>
    </a:clrScheme>
    <a:fontScheme name="EY">
      <a:majorFont>
        <a:latin typeface="EYInterstate Regular"/>
        <a:ea typeface=""/>
        <a:cs typeface=""/>
      </a:majorFont>
      <a:minorFont>
        <a:latin typeface="EYInterstate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12700" cap="flat" cmpd="sng" algn="ctr">
          <a:solidFill>
            <a:srgbClr val="747480"/>
          </a:solidFill>
          <a:prstDash val="solid"/>
          <a:miter lim="800000"/>
          <a:headEnd type="none" w="med" len="med"/>
          <a:tailEnd type="none" w="med" len="med"/>
        </a:ln>
        <a:effectLst/>
      </a:spPr>
      <a:bodyPr lIns="108000" tIns="108000" rIns="108000" bIns="108000" rtlCol="0" anchor="t" anchorCtr="0"/>
      <a:lstStyle>
        <a:defPPr marL="252000" marR="0" indent="-252000" algn="l" defTabSz="914400" eaLnBrk="1" fontAlgn="auto" latinLnBrk="0" hangingPunct="1">
          <a:lnSpc>
            <a:spcPct val="90000"/>
          </a:lnSpc>
          <a:spcBef>
            <a:spcPts val="400"/>
          </a:spcBef>
          <a:spcAft>
            <a:spcPts val="400"/>
          </a:spcAft>
          <a:buClr>
            <a:srgbClr val="FFE600"/>
          </a:buClr>
          <a:buSzTx/>
          <a:buFont typeface="Wingdings" pitchFamily="2" charset="2"/>
          <a:buChar char="§"/>
          <a:tabLst/>
          <a:defRPr kumimoji="0" sz="2000" b="0" i="0" u="none" strike="noStrike" kern="0" cap="none" spc="0" normalizeH="0" baseline="0" noProof="0" dirty="0" err="1" smtClean="0">
            <a:ln>
              <a:noFill/>
            </a:ln>
            <a:solidFill>
              <a:srgbClr val="1A1A24"/>
            </a:solidFill>
            <a:effectLst/>
            <a:uLnTx/>
            <a:uFillTx/>
          </a:defRPr>
        </a:defPPr>
      </a:lstStyle>
    </a:spDef>
    <a:lnDef>
      <a:spPr>
        <a:ln w="3175">
          <a:solidFill>
            <a:schemeClr val="bg1"/>
          </a:solidFill>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36576" rIns="0" bIns="0" rtlCol="0" anchor="t">
        <a:spAutoFit/>
      </a:bodyPr>
      <a:lstStyle>
        <a:defPPr marL="252000" indent="-252000" algn="l">
          <a:lnSpc>
            <a:spcPct val="90000"/>
          </a:lnSpc>
          <a:spcBef>
            <a:spcPts val="400"/>
          </a:spcBef>
          <a:spcAft>
            <a:spcPts val="400"/>
          </a:spcAft>
          <a:buClr>
            <a:schemeClr val="tx2"/>
          </a:buClr>
          <a:buSzPct val="100000"/>
          <a:buFont typeface="Wingdings" pitchFamily="2" charset="2"/>
          <a:buChar char="§"/>
          <a:defRPr sz="2000" dirty="0" err="1" smtClean="0">
            <a:solidFill>
              <a:schemeClr val="bg1"/>
            </a:solidFill>
          </a:defRPr>
        </a:defPPr>
      </a:lstStyle>
    </a:txDef>
  </a:objectDefaults>
  <a:extraClrSchemeLst/>
  <a:extLst>
    <a:ext uri="{05A4C25C-085E-4340-85A3-A5531E510DB2}">
      <thm15:themeFamily xmlns:thm15="http://schemas.microsoft.com/office/thememl/2012/main" name="Light-global-widescreen-presentation-template-v2.4.potx" id="{8D52020E-1F74-4A3A-A7BF-097117B618C7}" vid="{1DE5722C-E3D8-4F76-BF09-E69958B0ADC8}"/>
    </a:ext>
  </a:extLst>
</a:theme>
</file>

<file path=ppt/theme/theme4.xml><?xml version="1.0" encoding="utf-8"?>
<a:theme xmlns:a="http://schemas.openxmlformats.org/drawingml/2006/main" name="1_EY Core Slides">
  <a:themeElements>
    <a:clrScheme name="Custom 84">
      <a:dk1>
        <a:srgbClr val="1A1A24"/>
      </a:dk1>
      <a:lt1>
        <a:srgbClr val="FFFFFF"/>
      </a:lt1>
      <a:dk2>
        <a:srgbClr val="FFE600"/>
      </a:dk2>
      <a:lt2>
        <a:srgbClr val="2E2E38"/>
      </a:lt2>
      <a:accent1>
        <a:srgbClr val="2DB757"/>
      </a:accent1>
      <a:accent2>
        <a:srgbClr val="27ACAA"/>
      </a:accent2>
      <a:accent3>
        <a:srgbClr val="188CE5"/>
      </a:accent3>
      <a:accent4>
        <a:srgbClr val="750E5C"/>
      </a:accent4>
      <a:accent5>
        <a:srgbClr val="FF4136"/>
      </a:accent5>
      <a:accent6>
        <a:srgbClr val="FF6D00"/>
      </a:accent6>
      <a:hlink>
        <a:srgbClr val="FFE600"/>
      </a:hlink>
      <a:folHlink>
        <a:srgbClr val="FFE600"/>
      </a:folHlink>
    </a:clrScheme>
    <a:fontScheme name="EY">
      <a:majorFont>
        <a:latin typeface="EYInterstate Regular"/>
        <a:ea typeface=""/>
        <a:cs typeface=""/>
      </a:majorFont>
      <a:minorFont>
        <a:latin typeface="EYInterstate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12700">
          <a:solidFill>
            <a:schemeClr val="tx2"/>
          </a:solidFill>
          <a:miter lim="800000"/>
        </a:ln>
      </a:spPr>
      <a:bodyPr lIns="108000" tIns="108000" rIns="108000" bIns="108000" rtlCol="0" anchor="t" anchorCtr="0"/>
      <a:lstStyle>
        <a:defPPr marL="252000" indent="-252000" algn="l">
          <a:lnSpc>
            <a:spcPct val="90000"/>
          </a:lnSpc>
          <a:spcBef>
            <a:spcPts val="400"/>
          </a:spcBef>
          <a:spcAft>
            <a:spcPts val="400"/>
          </a:spcAft>
          <a:buClr>
            <a:schemeClr val="tx2"/>
          </a:buClr>
          <a:buFont typeface="Wingdings" pitchFamily="2" charset="2"/>
          <a:buChar char="§"/>
          <a:defRPr sz="2000"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3175">
          <a:solidFill>
            <a:schemeClr val="bg1"/>
          </a:solidFill>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36576" rIns="0" bIns="0" rtlCol="0" anchor="t">
        <a:spAutoFit/>
      </a:bodyPr>
      <a:lstStyle>
        <a:defPPr marL="252000" indent="-252000" algn="l">
          <a:lnSpc>
            <a:spcPct val="90000"/>
          </a:lnSpc>
          <a:spcBef>
            <a:spcPts val="400"/>
          </a:spcBef>
          <a:spcAft>
            <a:spcPts val="400"/>
          </a:spcAft>
          <a:buClr>
            <a:schemeClr val="tx2"/>
          </a:buClr>
          <a:buSzPct val="100000"/>
          <a:buFont typeface="Wingdings" pitchFamily="2" charset="2"/>
          <a:buChar char="§"/>
          <a:defRPr sz="2000" dirty="0" err="1" smtClean="0">
            <a:solidFill>
              <a:schemeClr val="bg1"/>
            </a:solidFill>
          </a:defRPr>
        </a:defPPr>
      </a:lstStyle>
    </a:txDef>
  </a:objectDefaults>
  <a:extraClrSchemeLst/>
  <a:extLst>
    <a:ext uri="{05A4C25C-085E-4340-85A3-A5531E510DB2}">
      <thm15:themeFamily xmlns:thm15="http://schemas.microsoft.com/office/thememl/2012/main" name="Light-global-widescreen-presentation-template-v2.4.potx" id="{8D52020E-1F74-4A3A-A7BF-097117B618C7}" vid="{D08A1591-F058-4393-9F61-F7D7F51FCE3F}"/>
    </a:ext>
  </a:extLst>
</a:theme>
</file>

<file path=ppt/theme/theme5.xml><?xml version="1.0" encoding="utf-8"?>
<a:theme xmlns:a="http://schemas.openxmlformats.org/drawingml/2006/main" name="Small Text [DARK]">
  <a:themeElements>
    <a:clrScheme name="Custom 83">
      <a:dk1>
        <a:srgbClr val="1A1A24"/>
      </a:dk1>
      <a:lt1>
        <a:srgbClr val="FFFFFF"/>
      </a:lt1>
      <a:dk2>
        <a:srgbClr val="FFE600"/>
      </a:dk2>
      <a:lt2>
        <a:srgbClr val="2E2E38"/>
      </a:lt2>
      <a:accent1>
        <a:srgbClr val="2DB757"/>
      </a:accent1>
      <a:accent2>
        <a:srgbClr val="27ACAA"/>
      </a:accent2>
      <a:accent3>
        <a:srgbClr val="188CE5"/>
      </a:accent3>
      <a:accent4>
        <a:srgbClr val="750E5C"/>
      </a:accent4>
      <a:accent5>
        <a:srgbClr val="FF4136"/>
      </a:accent5>
      <a:accent6>
        <a:srgbClr val="FF6D00"/>
      </a:accent6>
      <a:hlink>
        <a:srgbClr val="FFE600"/>
      </a:hlink>
      <a:folHlink>
        <a:srgbClr val="FFE600"/>
      </a:folHlink>
    </a:clrScheme>
    <a:fontScheme name="EY">
      <a:majorFont>
        <a:latin typeface="EYInterstate Regular"/>
        <a:ea typeface=""/>
        <a:cs typeface=""/>
      </a:majorFont>
      <a:minorFont>
        <a:latin typeface="EYInterstate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12700">
          <a:solidFill>
            <a:schemeClr val="tx2"/>
          </a:solidFill>
          <a:miter lim="800000"/>
        </a:ln>
      </a:spPr>
      <a:bodyPr lIns="108000" tIns="108000" rIns="108000" bIns="108000" rtlCol="0" anchor="t" anchorCtr="0"/>
      <a:lstStyle>
        <a:defPPr marL="252000" indent="-252000" algn="l">
          <a:lnSpc>
            <a:spcPct val="90000"/>
          </a:lnSpc>
          <a:spcBef>
            <a:spcPts val="400"/>
          </a:spcBef>
          <a:spcAft>
            <a:spcPts val="400"/>
          </a:spcAft>
          <a:buClr>
            <a:schemeClr val="tx2"/>
          </a:buClr>
          <a:buFont typeface="Wingdings" pitchFamily="2" charset="2"/>
          <a:buChar char="§"/>
          <a:defRPr sz="2000"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3175">
          <a:solidFill>
            <a:schemeClr val="bg1"/>
          </a:solidFill>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36576" rIns="0" bIns="0" rtlCol="0" anchor="t">
        <a:spAutoFit/>
      </a:bodyPr>
      <a:lstStyle>
        <a:defPPr marL="252000" indent="-252000" algn="l">
          <a:lnSpc>
            <a:spcPct val="90000"/>
          </a:lnSpc>
          <a:spcBef>
            <a:spcPts val="400"/>
          </a:spcBef>
          <a:spcAft>
            <a:spcPts val="400"/>
          </a:spcAft>
          <a:buClr>
            <a:schemeClr val="tx2"/>
          </a:buClr>
          <a:buSzPct val="100000"/>
          <a:buFont typeface="Wingdings" pitchFamily="2" charset="2"/>
          <a:buChar char="§"/>
          <a:defRPr sz="2000" dirty="0" err="1" smtClean="0">
            <a:solidFill>
              <a:schemeClr val="bg1"/>
            </a:solidFill>
          </a:defRPr>
        </a:defPPr>
      </a:lstStyle>
    </a:txDef>
  </a:objectDefaults>
  <a:extraClrSchemeLst/>
  <a:extLst>
    <a:ext uri="{05A4C25C-085E-4340-85A3-A5531E510DB2}">
      <thm15:themeFamily xmlns:thm15="http://schemas.microsoft.com/office/thememl/2012/main" name="Dark-global-widescreen-presentation-template-v2.4.potx" id="{FF47DC87-4AF3-4D5F-88A3-1A611FD73713}" vid="{29A13F27-D99A-47F1-9FB2-15179DC81C89}"/>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7fab9e02-f2fd-4cfc-9769-18fdb892a844" xsi:nil="true"/>
    <lcf76f155ced4ddcb4097134ff3c332f xmlns="65e90d97-b30a-484d-bac3-df9852c7984b">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BE657907C8D1A543B49DD181549847FF" ma:contentTypeVersion="15" ma:contentTypeDescription="Create a new document." ma:contentTypeScope="" ma:versionID="cc9e86251361309e0b2391099a35e286">
  <xsd:schema xmlns:xsd="http://www.w3.org/2001/XMLSchema" xmlns:xs="http://www.w3.org/2001/XMLSchema" xmlns:p="http://schemas.microsoft.com/office/2006/metadata/properties" xmlns:ns2="65e90d97-b30a-484d-bac3-df9852c7984b" xmlns:ns3="7fab9e02-f2fd-4cfc-9769-18fdb892a844" targetNamespace="http://schemas.microsoft.com/office/2006/metadata/properties" ma:root="true" ma:fieldsID="30605f329c5e293489d8fb1a1e028c6d" ns2:_="" ns3:_="">
    <xsd:import namespace="65e90d97-b30a-484d-bac3-df9852c7984b"/>
    <xsd:import namespace="7fab9e02-f2fd-4cfc-9769-18fdb892a844"/>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ServiceObjectDetectorVersions" minOccurs="0"/>
                <xsd:element ref="ns2:MediaLengthInSecond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5e90d97-b30a-484d-bac3-df9852c7984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ObjectDetectorVersions" ma:index="13" nillable="true" ma:displayName="MediaServiceObjectDetectorVersions" ma:hidden="true" ma:indexed="true" ma:internalName="MediaServiceObjectDetectorVersions"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33ef62f9-2e07-484b-bd79-00aec90129fe"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SearchProperties" ma:index="21" nillable="true" ma:displayName="MediaServiceSearchProperties" ma:hidden="true" ma:internalName="MediaServiceSearchProperties" ma:readOnly="true">
      <xsd:simpleType>
        <xsd:restriction base="dms:Note"/>
      </xsd:simpleType>
    </xsd:element>
    <xsd:element name="MediaServiceBillingMetadata" ma:index="22"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7fab9e02-f2fd-4cfc-9769-18fdb892a844"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17" nillable="true" ma:displayName="Taxonomy Catch All Column" ma:hidden="true" ma:list="{77c7de7b-fa96-468d-966e-3f775ef6c740}" ma:internalName="TaxCatchAll" ma:showField="CatchAllData" ma:web="7fab9e02-f2fd-4cfc-9769-18fdb892a84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5087F47-891A-4332-AEE8-A122FCE56C49}">
  <ds:schemaRefs>
    <ds:schemaRef ds:uri="65e90d97-b30a-484d-bac3-df9852c7984b"/>
    <ds:schemaRef ds:uri="7fab9e02-f2fd-4cfc-9769-18fdb892a844"/>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8AC014D9-0F8B-4066-823B-E589F64FAF10}">
  <ds:schemaRefs>
    <ds:schemaRef ds:uri="http://schemas.microsoft.com/sharepoint/v3/contenttype/forms"/>
  </ds:schemaRefs>
</ds:datastoreItem>
</file>

<file path=customXml/itemProps3.xml><?xml version="1.0" encoding="utf-8"?>
<ds:datastoreItem xmlns:ds="http://schemas.openxmlformats.org/officeDocument/2006/customXml" ds:itemID="{0F549B82-A85C-49C5-BCA5-8A345F178772}">
  <ds:schemaRefs>
    <ds:schemaRef ds:uri="65e90d97-b30a-484d-bac3-df9852c7984b"/>
    <ds:schemaRef ds:uri="7fab9e02-f2fd-4cfc-9769-18fdb892a844"/>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5b973f99-77df-4beb-b27d-aa0c70b8482c}" enabled="0" method="" siteId="{5b973f99-77df-4beb-b27d-aa0c70b8482c}" removed="1"/>
</clbl:labelList>
</file>

<file path=docProps/app.xml><?xml version="1.0" encoding="utf-8"?>
<Properties xmlns="http://schemas.openxmlformats.org/officeDocument/2006/extended-properties" xmlns:vt="http://schemas.openxmlformats.org/officeDocument/2006/docPropsVTypes">
  <Template>Light-global-widescreen-presentation-template-v2.4</Template>
  <TotalTime>12</TotalTime>
  <Words>4205</Words>
  <Application>Microsoft Office PowerPoint</Application>
  <PresentationFormat>Widescreen</PresentationFormat>
  <Paragraphs>444</Paragraphs>
  <Slides>30</Slides>
  <Notes>3</Notes>
  <HiddenSlides>1</HiddenSlides>
  <MMClips>0</MMClips>
  <ScaleCrop>false</ScaleCrop>
  <HeadingPairs>
    <vt:vector size="6" baseType="variant">
      <vt:variant>
        <vt:lpstr>Fonts Used</vt:lpstr>
      </vt:variant>
      <vt:variant>
        <vt:i4>8</vt:i4>
      </vt:variant>
      <vt:variant>
        <vt:lpstr>Theme</vt:lpstr>
      </vt:variant>
      <vt:variant>
        <vt:i4>5</vt:i4>
      </vt:variant>
      <vt:variant>
        <vt:lpstr>Slide Titles</vt:lpstr>
      </vt:variant>
      <vt:variant>
        <vt:i4>30</vt:i4>
      </vt:variant>
    </vt:vector>
  </HeadingPairs>
  <TitlesOfParts>
    <vt:vector size="43" baseType="lpstr">
      <vt:lpstr>Arial</vt:lpstr>
      <vt:lpstr>Calibri</vt:lpstr>
      <vt:lpstr>EYInterstate Bold</vt:lpstr>
      <vt:lpstr>EYInterstate Light</vt:lpstr>
      <vt:lpstr>EYInterstate Regular</vt:lpstr>
      <vt:lpstr>Georgia Pro</vt:lpstr>
      <vt:lpstr>Lato Light</vt:lpstr>
      <vt:lpstr>Wingdings</vt:lpstr>
      <vt:lpstr>Large Text [LIGHT]</vt:lpstr>
      <vt:lpstr>Small Text [LIGHT]</vt:lpstr>
      <vt:lpstr>EY Core Slides</vt:lpstr>
      <vt:lpstr>1_EY Core Slides</vt:lpstr>
      <vt:lpstr>Small Text [DARK]</vt:lpstr>
      <vt:lpstr>How Customer Experience rooted in empathy and purpose creates long-term value</vt:lpstr>
      <vt:lpstr>How to use this deck</vt:lpstr>
      <vt:lpstr>Contents</vt:lpstr>
      <vt:lpstr>Market context</vt:lpstr>
      <vt:lpstr>Organizations must urgently adapt to colliding forces to stay relevant in today’s marketplace</vt:lpstr>
      <vt:lpstr>Customer Experience (CX) is an imperative elevated in the boardroom </vt:lpstr>
      <vt:lpstr>Companies focused on CX see lift in engagement, traffic and revenue while building long-term value </vt:lpstr>
      <vt:lpstr>PowerPoint Presentation</vt:lpstr>
      <vt:lpstr>CX is about providing a differentiated, consistent experience that adds value to both the customer and the organization</vt:lpstr>
      <vt:lpstr>CX for the customer</vt:lpstr>
      <vt:lpstr>CX for the organization </vt:lpstr>
      <vt:lpstr>Delivering superior experiences and staying relevant requires you to focus on six dimensions </vt:lpstr>
      <vt:lpstr>We support companies in generating the right insights, designing the best experiences and making CX really happen</vt:lpstr>
      <vt:lpstr>We help you make the leap from a company led focus to the customer, enabling exceptional CX</vt:lpstr>
      <vt:lpstr>EY Studio+ approach</vt:lpstr>
      <vt:lpstr>We believe great CX designed with empathy and purpose creates long-term value</vt:lpstr>
      <vt:lpstr>How EY Studio+ teams approach CX</vt:lpstr>
      <vt:lpstr>You decide: work with EY Studio+ teams across one or all aspects of CX </vt:lpstr>
      <vt:lpstr>Reframing Customer Experience: we’ve done it before </vt:lpstr>
      <vt:lpstr>EY Studio+ teams can help transform your customer experience and deliver greater value</vt:lpstr>
      <vt:lpstr>EY alliances will help you thrive</vt:lpstr>
      <vt:lpstr>Why working with EY Studio+ teams can deliver more value</vt:lpstr>
      <vt:lpstr>Customer experience platform</vt:lpstr>
      <vt:lpstr>Global customer feedback platform to extract VoC insights on multiple dimensions</vt:lpstr>
      <vt:lpstr>Creating client centricity </vt:lpstr>
      <vt:lpstr>Designing a digital interaction and portal strategy to improve customer satisfaction</vt:lpstr>
      <vt:lpstr>Inspire customers to improve their vitality</vt:lpstr>
      <vt:lpstr>Involving customers in a sustainable blockchain based coffee product</vt:lpstr>
      <vt:lpstr>Contacts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Vinny Ryder</dc:creator>
  <cp:lastModifiedBy>Simran Assi</cp:lastModifiedBy>
  <cp:revision>5</cp:revision>
  <dcterms:created xsi:type="dcterms:W3CDTF">2025-04-17T15:35:08Z</dcterms:created>
  <dcterms:modified xsi:type="dcterms:W3CDTF">2026-03-18T06:41:26Z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0x010100BE657907C8D1A543B49DD181549847FF</vt:lpwstr>
  </property>
  <property fmtid="{D5CDD505-2E9C-101B-9397-08002B2CF9AE}" pid="3" name="Order">
    <vt:lpwstr>18200.0000000000</vt:lpwstr>
  </property>
  <property fmtid="{D5CDD505-2E9C-101B-9397-08002B2CF9AE}" pid="4" name="xd_ProgID">
    <vt:lpwstr/>
  </property>
  <property fmtid="{D5CDD505-2E9C-101B-9397-08002B2CF9AE}" pid="5" name="ComplianceAssetId">
    <vt:lpwstr/>
  </property>
  <property fmtid="{D5CDD505-2E9C-101B-9397-08002B2CF9AE}" pid="6" name="TemplateUrl">
    <vt:lpwstr/>
  </property>
  <property fmtid="{D5CDD505-2E9C-101B-9397-08002B2CF9AE}" pid="7" name="_ExtendedDescription">
    <vt:lpwstr/>
  </property>
  <property fmtid="{D5CDD505-2E9C-101B-9397-08002B2CF9AE}" pid="8" name="TriggerFlowInfo">
    <vt:lpwstr/>
  </property>
  <property fmtid="{D5CDD505-2E9C-101B-9397-08002B2CF9AE}" pid="9" name="xd_Signature">
    <vt:lpwstr/>
  </property>
  <property fmtid="{D5CDD505-2E9C-101B-9397-08002B2CF9AE}" pid="10" name="MediaServiceImageTags">
    <vt:lpwstr/>
  </property>
</Properties>
</file>